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46F13CD1.xml" ContentType="application/vnd.ms-powerpoint.comment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omments/modernComment_13E_88A84AC8.xml" ContentType="application/vnd.ms-powerpoint.comments+xml"/>
  <Override PartName="/ppt/charts/chart1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omments/modernComment_140_7927706C.xml" ContentType="application/vnd.ms-powerpoint.comments+xml"/>
  <Override PartName="/ppt/charts/chart1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2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2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.xml" ContentType="application/vnd.openxmlformats-officedocument.presentationml.notesSlide+xml"/>
  <Override PartName="/ppt/comments/modernComment_126_7C39D328.xml" ContentType="application/vnd.ms-powerpoint.comments+xml"/>
  <Override PartName="/ppt/charts/chart2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omments/modernComment_158_BBD0BD79.xml" ContentType="application/vnd.ms-powerpoint.comments+xml"/>
  <Override PartName="/ppt/charts/chart2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omments/modernComment_153_C4C91AD2.xml" ContentType="application/vnd.ms-powerpoint.comments+xml"/>
  <Override PartName="/ppt/charts/chart2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omments/modernComment_17F_208979B4.xml" ContentType="application/vnd.ms-powerpoint.comments+xml"/>
  <Override PartName="/ppt/charts/chart2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3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omments/modernComment_180_1F5C5E43.xml" ContentType="application/vnd.ms-powerpoint.comments+xml"/>
  <Override PartName="/ppt/charts/chart3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3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omments/modernComment_138_AB791DA4.xml" ContentType="application/vnd.ms-powerpoint.comments+xml"/>
  <Override PartName="/ppt/charts/chart3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3.xml" ContentType="application/vnd.openxmlformats-officedocument.presentationml.notesSlide+xml"/>
  <Override PartName="/ppt/charts/chart3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39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40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41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6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drawings/drawing1.xml" ContentType="application/vnd.openxmlformats-officedocument.drawingml.chartshapes+xml"/>
  <Override PartName="/ppt/charts/chart50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51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52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omments/modernComment_1B2_716DF7C9.xml" ContentType="application/vnd.ms-powerpoint.comments+xml"/>
  <Override PartName="/ppt/charts/chartEx2.xml" ContentType="application/vnd.ms-office.chartex+xml"/>
  <Override PartName="/ppt/charts/style35.xml" ContentType="application/vnd.ms-office.chartstyle+xml"/>
  <Override PartName="/ppt/charts/colors35.xml" ContentType="application/vnd.ms-office.chartcolorstyle+xml"/>
  <Override PartName="/ppt/charts/chart53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54.xml" ContentType="application/vnd.openxmlformats-officedocument.drawingml.chart+xml"/>
  <Override PartName="/ppt/comments/modernComment_127_50152928.xml" ContentType="application/vnd.ms-powerpoint.comments+xml"/>
  <Override PartName="/ppt/charts/chart55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drawings/drawing2.xml" ContentType="application/vnd.openxmlformats-officedocument.drawingml.chartshapes+xml"/>
  <Override PartName="/ppt/charts/chart56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57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drawings/drawing3.xml" ContentType="application/vnd.openxmlformats-officedocument.drawingml.chartshapes+xml"/>
  <Override PartName="/ppt/charts/chart58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59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60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61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62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63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64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omments/modernComment_18B_8B18F59D.xml" ContentType="application/vnd.ms-powerpoint.comments+xml"/>
  <Override PartName="/ppt/charts/chart65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66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67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omments/modernComment_157_E52B94D0.xml" ContentType="application/vnd.ms-powerpoint.comments+xml"/>
  <Override PartName="/ppt/charts/chart68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69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70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71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notesSlides/notesSlide4.xml" ContentType="application/vnd.openxmlformats-officedocument.presentationml.notesSlide+xml"/>
  <Override PartName="/ppt/comments/modernComment_159_8FC642DD.xml" ContentType="application/vnd.ms-powerpoint.comments+xml"/>
  <Override PartName="/ppt/charts/chart72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notesSlides/notesSlide5.xml" ContentType="application/vnd.openxmlformats-officedocument.presentationml.notesSlide+xml"/>
  <Override PartName="/ppt/charts/chart73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notesSlides/notesSlide6.xml" ContentType="application/vnd.openxmlformats-officedocument.presentationml.notesSlide+xml"/>
  <Override PartName="/ppt/comments/modernComment_162_5FFCC2B5.xml" ContentType="application/vnd.ms-powerpoint.comments+xml"/>
  <Override PartName="/ppt/charts/chart74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75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76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77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78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79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Ex3.xml" ContentType="application/vnd.ms-office.chartex+xml"/>
  <Override PartName="/ppt/charts/style62.xml" ContentType="application/vnd.ms-office.chartstyle+xml"/>
  <Override PartName="/ppt/charts/colors62.xml" ContentType="application/vnd.ms-office.chartcolorstyle+xml"/>
  <Override PartName="/ppt/notesSlides/notesSlide7.xml" ContentType="application/vnd.openxmlformats-officedocument.presentationml.notesSlide+xml"/>
  <Override PartName="/ppt/charts/chartEx4.xml" ContentType="application/vnd.ms-office.chartex+xml"/>
  <Override PartName="/ppt/charts/style63.xml" ContentType="application/vnd.ms-office.chartstyle+xml"/>
  <Override PartName="/ppt/charts/colors63.xml" ContentType="application/vnd.ms-office.chartcolorstyle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notesSlides/notesSlide8.xml" ContentType="application/vnd.openxmlformats-officedocument.presentationml.notesSlide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omments/modernComment_19B_F55638E5.xml" ContentType="application/vnd.ms-powerpoint.comments+xml"/>
  <Override PartName="/ppt/charts/chart10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10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10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10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10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10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11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11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11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11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11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11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11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omments/modernComment_192_7B7BD05.xml" ContentType="application/vnd.ms-powerpoint.comments+xml"/>
  <Override PartName="/ppt/charts/chartEx5.xml" ContentType="application/vnd.ms-office.chartex+xml"/>
  <Override PartName="/ppt/charts/style77.xml" ContentType="application/vnd.ms-office.chartstyle+xml"/>
  <Override PartName="/ppt/charts/colors77.xml" ContentType="application/vnd.ms-office.chartcolorstyle+xml"/>
  <Override PartName="/ppt/charts/chart117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rts/chart118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charts/chartEx6.xml" ContentType="application/vnd.ms-office.chartex+xml"/>
  <Override PartName="/ppt/charts/style80.xml" ContentType="application/vnd.ms-office.chartstyle+xml"/>
  <Override PartName="/ppt/charts/colors80.xml" ContentType="application/vnd.ms-office.chartcolorstyle+xml"/>
  <Override PartName="/ppt/charts/chart119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charts/chart120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charts/chart121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  <p:sldMasterId id="2147483761" r:id="rId5"/>
    <p:sldMasterId id="2147483791" r:id="rId6"/>
    <p:sldMasterId id="2147483800" r:id="rId7"/>
  </p:sldMasterIdLst>
  <p:notesMasterIdLst>
    <p:notesMasterId r:id="rId87"/>
  </p:notesMasterIdLst>
  <p:sldIdLst>
    <p:sldId id="258" r:id="rId8"/>
    <p:sldId id="385" r:id="rId9"/>
    <p:sldId id="331" r:id="rId10"/>
    <p:sldId id="332" r:id="rId11"/>
    <p:sldId id="364" r:id="rId12"/>
    <p:sldId id="366" r:id="rId13"/>
    <p:sldId id="367" r:id="rId14"/>
    <p:sldId id="368" r:id="rId15"/>
    <p:sldId id="369" r:id="rId16"/>
    <p:sldId id="370" r:id="rId17"/>
    <p:sldId id="279" r:id="rId18"/>
    <p:sldId id="399" r:id="rId19"/>
    <p:sldId id="318" r:id="rId20"/>
    <p:sldId id="320" r:id="rId21"/>
    <p:sldId id="396" r:id="rId22"/>
    <p:sldId id="397" r:id="rId23"/>
    <p:sldId id="398" r:id="rId24"/>
    <p:sldId id="269" r:id="rId25"/>
    <p:sldId id="294" r:id="rId26"/>
    <p:sldId id="344" r:id="rId27"/>
    <p:sldId id="339" r:id="rId28"/>
    <p:sldId id="383" r:id="rId29"/>
    <p:sldId id="421" r:id="rId30"/>
    <p:sldId id="384" r:id="rId31"/>
    <p:sldId id="312" r:id="rId32"/>
    <p:sldId id="278" r:id="rId33"/>
    <p:sldId id="403" r:id="rId34"/>
    <p:sldId id="401" r:id="rId35"/>
    <p:sldId id="422" r:id="rId36"/>
    <p:sldId id="406" r:id="rId37"/>
    <p:sldId id="423" r:id="rId38"/>
    <p:sldId id="413" r:id="rId39"/>
    <p:sldId id="417" r:id="rId40"/>
    <p:sldId id="415" r:id="rId41"/>
    <p:sldId id="277" r:id="rId42"/>
    <p:sldId id="431" r:id="rId43"/>
    <p:sldId id="433" r:id="rId44"/>
    <p:sldId id="434" r:id="rId45"/>
    <p:sldId id="295" r:id="rId46"/>
    <p:sldId id="425" r:id="rId47"/>
    <p:sldId id="265" r:id="rId48"/>
    <p:sldId id="427" r:id="rId49"/>
    <p:sldId id="395" r:id="rId50"/>
    <p:sldId id="270" r:id="rId51"/>
    <p:sldId id="343" r:id="rId52"/>
    <p:sldId id="387" r:id="rId53"/>
    <p:sldId id="275" r:id="rId54"/>
    <p:sldId id="363" r:id="rId55"/>
    <p:sldId id="345" r:id="rId56"/>
    <p:sldId id="393" r:id="rId57"/>
    <p:sldId id="354" r:id="rId58"/>
    <p:sldId id="428" r:id="rId59"/>
    <p:sldId id="435" r:id="rId60"/>
    <p:sldId id="334" r:id="rId61"/>
    <p:sldId id="420" r:id="rId62"/>
    <p:sldId id="336" r:id="rId63"/>
    <p:sldId id="337" r:id="rId64"/>
    <p:sldId id="338" r:id="rId65"/>
    <p:sldId id="371" r:id="rId66"/>
    <p:sldId id="372" r:id="rId67"/>
    <p:sldId id="373" r:id="rId68"/>
    <p:sldId id="374" r:id="rId69"/>
    <p:sldId id="268" r:id="rId70"/>
    <p:sldId id="375" r:id="rId71"/>
    <p:sldId id="376" r:id="rId72"/>
    <p:sldId id="377" r:id="rId73"/>
    <p:sldId id="378" r:id="rId74"/>
    <p:sldId id="379" r:id="rId75"/>
    <p:sldId id="380" r:id="rId76"/>
    <p:sldId id="381" r:id="rId77"/>
    <p:sldId id="414" r:id="rId78"/>
    <p:sldId id="411" r:id="rId79"/>
    <p:sldId id="394" r:id="rId80"/>
    <p:sldId id="429" r:id="rId81"/>
    <p:sldId id="430" r:id="rId82"/>
    <p:sldId id="330" r:id="rId83"/>
    <p:sldId id="419" r:id="rId84"/>
    <p:sldId id="402" r:id="rId85"/>
    <p:sldId id="424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FACA24-1878-F804-A6B1-11BE787D8E4B}" name="DAVI ROSA MESQUITA" initials="DM" userId="S::C3008655@fgv.edu.br::642c84dd-3b29-46b2-ab9c-ab994f538ac7" providerId="AD"/>
  <p188:author id="{D9926F30-2829-1069-4C8D-95762BF4A26B}" name="GUSTAVO CANTO SCHAEFFER" initials="GS" userId="S::C3023762@fgv.edu.br::5ccbebb4-90fc-4eec-a724-21c8975084d6" providerId="AD"/>
  <p188:author id="{EFC238BC-DCC0-1CED-0E3A-2ECD1C56CAA3}" name="JOÃO HENRIQUE NÓBREGA SILVA" initials="JS" userId="S::C379093@fgv.edu.br::050e0187-77db-4295-b25b-37be97c67ee8" providerId="AD"/>
  <p188:author id="{639774C0-6838-0504-E71D-41EF859B51C9}" name="CATARINA DOS SANTOS RAHMEIER" initials="CR" userId="S::C3023710@fgv.edu.br::5f14b746-c38a-4e5b-8e22-1f168ea2fd78" providerId="AD"/>
  <p188:author id="{FEC916CD-E851-18DB-8CA9-049897A048BF}" name="EDUARDO LUIS DA MOTTA" initials="EM" userId="S::C3023146@fgv.edu.br::0e72a442-2496-48cb-9a51-f952dab643b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937"/>
    <a:srgbClr val="7F7F7F"/>
    <a:srgbClr val="1A1712"/>
    <a:srgbClr val="B59A67"/>
    <a:srgbClr val="F4F4F4"/>
    <a:srgbClr val="D76977"/>
    <a:srgbClr val="8F7646"/>
    <a:srgbClr val="F1EEE5"/>
    <a:srgbClr val="BC002D"/>
    <a:srgbClr val="F2E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AC55E-97DD-4778-A7E4-BD9B7A308B53}" v="62" dt="2026-10-18T21:57:44.8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viewProps" Target="viewProps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2.xml"/><Relationship Id="rId90" Type="http://schemas.openxmlformats.org/officeDocument/2006/relationships/theme" Target="theme/theme1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93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92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1.xml"/><Relationship Id="rId1" Type="http://schemas.microsoft.com/office/2011/relationships/chartStyle" Target="style31.xml"/><Relationship Id="rId4" Type="http://schemas.openxmlformats.org/officeDocument/2006/relationships/chartUserShapes" Target="../drawings/drawing1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37.xml"/><Relationship Id="rId1" Type="http://schemas.microsoft.com/office/2011/relationships/chartStyle" Target="style37.xml"/><Relationship Id="rId4" Type="http://schemas.openxmlformats.org/officeDocument/2006/relationships/chartUserShapes" Target="../drawings/drawing2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39.xml"/><Relationship Id="rId1" Type="http://schemas.microsoft.com/office/2011/relationships/chartStyle" Target="style39.xml"/><Relationship Id="rId4" Type="http://schemas.openxmlformats.org/officeDocument/2006/relationships/chartUserShapes" Target="../drawings/drawing3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Imagens/Documentos/japan_interest_rate_actuals%20(1).xlsx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oleObject" Target="https://gvmail-my.sharepoint.com/personal/c3023146_fgv_edu_br/Documents/Japan%2030-Year%20Bond%20Yield%20Historical%20Data.xlsx" TargetMode="External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Imagens/Documentos/juros%20real%20do%20Japao.xlsx" TargetMode="External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NT%20Macro/Indice%20de%20empr&#233;srtimo%20Japao.xlsx" TargetMode="External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NT%20Macro/taxa%20de%20juros%20neltra.xlsx" TargetMode="External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NT%20Macro/taxa%20de%20juros%20neltra.xlsx" TargetMode="External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dup\Downloads\serie%20temporal%20de%20probabilidades%20de%20hawkish%20japao.xlsx" TargetMode="External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NT%20Macro/Eua%20rendimento%20dos%20tresuries%20de%2010%20anos%20x%20Taxa%20de%20cambio%20japones.xlsx" TargetMode="External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a09712ccfd1cf2/Documentos/Arquivos%20FGV/CJE/NT%20Macro%20-%202026.2/graphs_jpn.xlsx" TargetMode="External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Imagens/Documentos/BoJ%20x%20market%20in%20market%20JGBs.xlsx" TargetMode="External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dup\Downloads\JGB%20trading.xlsx" TargetMode="External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18e3b6d6935fcc/Macroeconomia/BoJ%20Assets.xlsx" TargetMode="External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8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8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8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_rels/chart8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8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8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8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8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8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_rels/chart8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9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9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_rels/chart9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9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9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_rels/chart9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9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9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_rels/chart9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9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10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_rels/chart10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10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10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_rels/chart10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2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10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3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10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4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10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5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10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6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10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7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1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8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1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9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1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0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1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1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1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2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1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3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1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4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1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6.xlsx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_rels/chart1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7.xlsx"/><Relationship Id="rId2" Type="http://schemas.microsoft.com/office/2011/relationships/chartColorStyle" Target="colors79.xml"/><Relationship Id="rId1" Type="http://schemas.microsoft.com/office/2011/relationships/chartStyle" Target="style79.xml"/></Relationships>
</file>

<file path=ppt/charts/_rels/chart1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9.xlsx"/><Relationship Id="rId2" Type="http://schemas.microsoft.com/office/2011/relationships/chartColorStyle" Target="colors81.xml"/><Relationship Id="rId1" Type="http://schemas.microsoft.com/office/2011/relationships/chartStyle" Target="style81.xml"/></Relationships>
</file>

<file path=ppt/charts/_rels/chart1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0.xlsx"/><Relationship Id="rId2" Type="http://schemas.microsoft.com/office/2011/relationships/chartColorStyle" Target="colors82.xml"/><Relationship Id="rId1" Type="http://schemas.microsoft.com/office/2011/relationships/chartStyle" Target="style82.xml"/></Relationships>
</file>

<file path=ppt/charts/_rels/chart1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1.xlsx"/><Relationship Id="rId2" Type="http://schemas.microsoft.com/office/2011/relationships/chartColorStyle" Target="colors83.xml"/><Relationship Id="rId1" Type="http://schemas.microsoft.com/office/2011/relationships/chartStyle" Target="style8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2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5.xml"/><Relationship Id="rId2" Type="http://schemas.microsoft.com/office/2011/relationships/chartStyle" Target="style35.xml"/><Relationship Id="rId1" Type="http://schemas.openxmlformats.org/officeDocument/2006/relationships/package" Target="../embeddings/Microsoft_Excel_Worksheet42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62.xml"/><Relationship Id="rId2" Type="http://schemas.microsoft.com/office/2011/relationships/chartStyle" Target="style62.xml"/><Relationship Id="rId1" Type="http://schemas.openxmlformats.org/officeDocument/2006/relationships/oleObject" Target="https://d.docs.live.net/8918E3B6D6935FCC/Imagens/Documentos/contribui&#231;&#227;o%20para%20as%20taxas%20de%2010Y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63.xml"/><Relationship Id="rId2" Type="http://schemas.microsoft.com/office/2011/relationships/chartStyle" Target="style63.xml"/><Relationship Id="rId1" Type="http://schemas.openxmlformats.org/officeDocument/2006/relationships/oleObject" Target="Book1" TargetMode="Externa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77.xml"/><Relationship Id="rId2" Type="http://schemas.microsoft.com/office/2011/relationships/chartStyle" Target="style77.xml"/><Relationship Id="rId1" Type="http://schemas.openxmlformats.org/officeDocument/2006/relationships/package" Target="../embeddings/Microsoft_Excel_Worksheet95.xlsx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80.xml"/><Relationship Id="rId2" Type="http://schemas.microsoft.com/office/2011/relationships/chartStyle" Target="style80.xml"/><Relationship Id="rId1" Type="http://schemas.openxmlformats.org/officeDocument/2006/relationships/package" Target="../embeddings/Microsoft_Excel_Worksheet9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Data'!$A$2:$A$55</c:f>
              <c:strCache>
                <c:ptCount val="54"/>
                <c:pt idx="0">
                  <c:v>1Q13</c:v>
                </c:pt>
                <c:pt idx="1">
                  <c:v>2Q13</c:v>
                </c:pt>
                <c:pt idx="2">
                  <c:v>3Q13</c:v>
                </c:pt>
                <c:pt idx="3">
                  <c:v>4Q13</c:v>
                </c:pt>
                <c:pt idx="4">
                  <c:v>1Q14</c:v>
                </c:pt>
                <c:pt idx="5">
                  <c:v>2Q14</c:v>
                </c:pt>
                <c:pt idx="6">
                  <c:v>3Q14</c:v>
                </c:pt>
                <c:pt idx="7">
                  <c:v>4Q14</c:v>
                </c:pt>
                <c:pt idx="8">
                  <c:v>1Q15</c:v>
                </c:pt>
                <c:pt idx="9">
                  <c:v>2Q15</c:v>
                </c:pt>
                <c:pt idx="10">
                  <c:v>3Q15</c:v>
                </c:pt>
                <c:pt idx="11">
                  <c:v>4Q15</c:v>
                </c:pt>
                <c:pt idx="12">
                  <c:v>1Q16</c:v>
                </c:pt>
                <c:pt idx="13">
                  <c:v>2Q16</c:v>
                </c:pt>
                <c:pt idx="14">
                  <c:v>3Q16</c:v>
                </c:pt>
                <c:pt idx="15">
                  <c:v>4Q16</c:v>
                </c:pt>
                <c:pt idx="16">
                  <c:v>1Q17</c:v>
                </c:pt>
                <c:pt idx="17">
                  <c:v>2Q17</c:v>
                </c:pt>
                <c:pt idx="18">
                  <c:v>3Q17</c:v>
                </c:pt>
                <c:pt idx="19">
                  <c:v>4Q17</c:v>
                </c:pt>
                <c:pt idx="20">
                  <c:v>1Q18</c:v>
                </c:pt>
                <c:pt idx="21">
                  <c:v>2Q18</c:v>
                </c:pt>
                <c:pt idx="22">
                  <c:v>3Q18</c:v>
                </c:pt>
                <c:pt idx="23">
                  <c:v>4Q18</c:v>
                </c:pt>
                <c:pt idx="24">
                  <c:v>1Q19</c:v>
                </c:pt>
                <c:pt idx="25">
                  <c:v>2Q19</c:v>
                </c:pt>
                <c:pt idx="26">
                  <c:v>3Q19</c:v>
                </c:pt>
                <c:pt idx="27">
                  <c:v>4Q19</c:v>
                </c:pt>
                <c:pt idx="28">
                  <c:v>1Q20</c:v>
                </c:pt>
                <c:pt idx="29">
                  <c:v>2Q20</c:v>
                </c:pt>
                <c:pt idx="30">
                  <c:v>3Q20</c:v>
                </c:pt>
                <c:pt idx="31">
                  <c:v>4Q20</c:v>
                </c:pt>
                <c:pt idx="32">
                  <c:v>1Q21</c:v>
                </c:pt>
                <c:pt idx="33">
                  <c:v>2Q21</c:v>
                </c:pt>
                <c:pt idx="34">
                  <c:v>3Q21</c:v>
                </c:pt>
                <c:pt idx="35">
                  <c:v>4Q21</c:v>
                </c:pt>
                <c:pt idx="36">
                  <c:v>1Q22</c:v>
                </c:pt>
                <c:pt idx="37">
                  <c:v>2Q22</c:v>
                </c:pt>
                <c:pt idx="38">
                  <c:v>3Q22</c:v>
                </c:pt>
                <c:pt idx="39">
                  <c:v>4Q22</c:v>
                </c:pt>
                <c:pt idx="40">
                  <c:v>1Q23</c:v>
                </c:pt>
                <c:pt idx="41">
                  <c:v>2Q23</c:v>
                </c:pt>
                <c:pt idx="42">
                  <c:v>3Q23</c:v>
                </c:pt>
                <c:pt idx="43">
                  <c:v>4Q23</c:v>
                </c:pt>
                <c:pt idx="44">
                  <c:v>1Q24</c:v>
                </c:pt>
                <c:pt idx="45">
                  <c:v>2Q24</c:v>
                </c:pt>
                <c:pt idx="46">
                  <c:v>3Q24</c:v>
                </c:pt>
                <c:pt idx="47">
                  <c:v>4Q24</c:v>
                </c:pt>
                <c:pt idx="48">
                  <c:v>1Q25</c:v>
                </c:pt>
                <c:pt idx="49">
                  <c:v>2Q25</c:v>
                </c:pt>
                <c:pt idx="50">
                  <c:v>3Q25</c:v>
                </c:pt>
                <c:pt idx="51">
                  <c:v>4Q25</c:v>
                </c:pt>
                <c:pt idx="52">
                  <c:v>1Q26</c:v>
                </c:pt>
                <c:pt idx="53">
                  <c:v>2Q26</c:v>
                </c:pt>
              </c:strCache>
            </c:strRef>
          </c:cat>
          <c:val>
            <c:numRef>
              <c:f>'Chart Data'!$B$2:$B$55</c:f>
              <c:numCache>
                <c:formatCode>0.0</c:formatCode>
                <c:ptCount val="54"/>
                <c:pt idx="0">
                  <c:v>-1</c:v>
                </c:pt>
                <c:pt idx="1">
                  <c:v>-1</c:v>
                </c:pt>
                <c:pt idx="2">
                  <c:v>-5</c:v>
                </c:pt>
                <c:pt idx="3">
                  <c:v>-10</c:v>
                </c:pt>
                <c:pt idx="4">
                  <c:v>-12</c:v>
                </c:pt>
                <c:pt idx="5">
                  <c:v>-10</c:v>
                </c:pt>
                <c:pt idx="6">
                  <c:v>-14</c:v>
                </c:pt>
                <c:pt idx="7">
                  <c:v>-15</c:v>
                </c:pt>
                <c:pt idx="8">
                  <c:v>-17</c:v>
                </c:pt>
                <c:pt idx="9">
                  <c:v>-15</c:v>
                </c:pt>
                <c:pt idx="10">
                  <c:v>-16</c:v>
                </c:pt>
                <c:pt idx="11">
                  <c:v>-19</c:v>
                </c:pt>
                <c:pt idx="12">
                  <c:v>-18</c:v>
                </c:pt>
                <c:pt idx="13">
                  <c:v>-17</c:v>
                </c:pt>
                <c:pt idx="14">
                  <c:v>-19</c:v>
                </c:pt>
                <c:pt idx="15">
                  <c:v>-21</c:v>
                </c:pt>
                <c:pt idx="16">
                  <c:v>-25</c:v>
                </c:pt>
                <c:pt idx="17">
                  <c:v>-25</c:v>
                </c:pt>
                <c:pt idx="18">
                  <c:v>-28</c:v>
                </c:pt>
                <c:pt idx="19">
                  <c:v>-31</c:v>
                </c:pt>
                <c:pt idx="20">
                  <c:v>-34</c:v>
                </c:pt>
                <c:pt idx="21">
                  <c:v>-32</c:v>
                </c:pt>
                <c:pt idx="22">
                  <c:v>-33</c:v>
                </c:pt>
                <c:pt idx="23">
                  <c:v>-35</c:v>
                </c:pt>
                <c:pt idx="24">
                  <c:v>-35</c:v>
                </c:pt>
                <c:pt idx="25">
                  <c:v>-32</c:v>
                </c:pt>
                <c:pt idx="26">
                  <c:v>-32</c:v>
                </c:pt>
                <c:pt idx="27">
                  <c:v>-31</c:v>
                </c:pt>
                <c:pt idx="28">
                  <c:v>-28</c:v>
                </c:pt>
                <c:pt idx="29">
                  <c:v>-6</c:v>
                </c:pt>
                <c:pt idx="30">
                  <c:v>-6</c:v>
                </c:pt>
                <c:pt idx="31">
                  <c:v>-10</c:v>
                </c:pt>
                <c:pt idx="32">
                  <c:v>-12</c:v>
                </c:pt>
                <c:pt idx="33">
                  <c:v>-14</c:v>
                </c:pt>
                <c:pt idx="34">
                  <c:v>-17</c:v>
                </c:pt>
                <c:pt idx="35">
                  <c:v>-21</c:v>
                </c:pt>
                <c:pt idx="36">
                  <c:v>-24</c:v>
                </c:pt>
                <c:pt idx="37">
                  <c:v>-24</c:v>
                </c:pt>
                <c:pt idx="38">
                  <c:v>-28</c:v>
                </c:pt>
                <c:pt idx="39">
                  <c:v>-31</c:v>
                </c:pt>
                <c:pt idx="40">
                  <c:v>-32</c:v>
                </c:pt>
                <c:pt idx="41">
                  <c:v>-32</c:v>
                </c:pt>
                <c:pt idx="42">
                  <c:v>-33</c:v>
                </c:pt>
                <c:pt idx="43">
                  <c:v>-35</c:v>
                </c:pt>
                <c:pt idx="44">
                  <c:v>-36</c:v>
                </c:pt>
                <c:pt idx="45">
                  <c:v>-35</c:v>
                </c:pt>
                <c:pt idx="46">
                  <c:v>-36</c:v>
                </c:pt>
                <c:pt idx="47">
                  <c:v>-36</c:v>
                </c:pt>
                <c:pt idx="48">
                  <c:v>-37</c:v>
                </c:pt>
                <c:pt idx="49">
                  <c:v>-35</c:v>
                </c:pt>
                <c:pt idx="50">
                  <c:v>-36</c:v>
                </c:pt>
                <c:pt idx="51">
                  <c:v>-38</c:v>
                </c:pt>
                <c:pt idx="52">
                  <c:v>-38</c:v>
                </c:pt>
                <c:pt idx="53">
                  <c:v>-37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D4-4E8C-AB6C-7DE7E7232E6F}"/>
            </c:ext>
          </c:extLst>
        </c:ser>
        <c:ser>
          <c:idx val="1"/>
          <c:order val="1"/>
          <c:tx>
            <c:v>Non-manufacturing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Data'!$C$2:$C$55</c:f>
              <c:strCache>
                <c:ptCount val="54"/>
                <c:pt idx="0">
                  <c:v>1Q13</c:v>
                </c:pt>
                <c:pt idx="1">
                  <c:v>2Q13</c:v>
                </c:pt>
                <c:pt idx="2">
                  <c:v>3Q13</c:v>
                </c:pt>
                <c:pt idx="3">
                  <c:v>4Q13</c:v>
                </c:pt>
                <c:pt idx="4">
                  <c:v>1Q14</c:v>
                </c:pt>
                <c:pt idx="5">
                  <c:v>2Q14</c:v>
                </c:pt>
                <c:pt idx="6">
                  <c:v>3Q14</c:v>
                </c:pt>
                <c:pt idx="7">
                  <c:v>4Q14</c:v>
                </c:pt>
                <c:pt idx="8">
                  <c:v>1Q15</c:v>
                </c:pt>
                <c:pt idx="9">
                  <c:v>2Q15</c:v>
                </c:pt>
                <c:pt idx="10">
                  <c:v>3Q15</c:v>
                </c:pt>
                <c:pt idx="11">
                  <c:v>4Q15</c:v>
                </c:pt>
                <c:pt idx="12">
                  <c:v>1Q16</c:v>
                </c:pt>
                <c:pt idx="13">
                  <c:v>2Q16</c:v>
                </c:pt>
                <c:pt idx="14">
                  <c:v>3Q16</c:v>
                </c:pt>
                <c:pt idx="15">
                  <c:v>4Q16</c:v>
                </c:pt>
                <c:pt idx="16">
                  <c:v>1Q17</c:v>
                </c:pt>
                <c:pt idx="17">
                  <c:v>2Q17</c:v>
                </c:pt>
                <c:pt idx="18">
                  <c:v>3Q17</c:v>
                </c:pt>
                <c:pt idx="19">
                  <c:v>4Q17</c:v>
                </c:pt>
                <c:pt idx="20">
                  <c:v>1Q18</c:v>
                </c:pt>
                <c:pt idx="21">
                  <c:v>2Q18</c:v>
                </c:pt>
                <c:pt idx="22">
                  <c:v>3Q18</c:v>
                </c:pt>
                <c:pt idx="23">
                  <c:v>4Q18</c:v>
                </c:pt>
                <c:pt idx="24">
                  <c:v>1Q19</c:v>
                </c:pt>
                <c:pt idx="25">
                  <c:v>2Q19</c:v>
                </c:pt>
                <c:pt idx="26">
                  <c:v>3Q19</c:v>
                </c:pt>
                <c:pt idx="27">
                  <c:v>4Q19</c:v>
                </c:pt>
                <c:pt idx="28">
                  <c:v>1Q20</c:v>
                </c:pt>
                <c:pt idx="29">
                  <c:v>2Q20</c:v>
                </c:pt>
                <c:pt idx="30">
                  <c:v>3Q20</c:v>
                </c:pt>
                <c:pt idx="31">
                  <c:v>4Q20</c:v>
                </c:pt>
                <c:pt idx="32">
                  <c:v>1Q21</c:v>
                </c:pt>
                <c:pt idx="33">
                  <c:v>2Q21</c:v>
                </c:pt>
                <c:pt idx="34">
                  <c:v>3Q21</c:v>
                </c:pt>
                <c:pt idx="35">
                  <c:v>4Q21</c:v>
                </c:pt>
                <c:pt idx="36">
                  <c:v>1Q22</c:v>
                </c:pt>
                <c:pt idx="37">
                  <c:v>2Q22</c:v>
                </c:pt>
                <c:pt idx="38">
                  <c:v>3Q22</c:v>
                </c:pt>
                <c:pt idx="39">
                  <c:v>4Q22</c:v>
                </c:pt>
                <c:pt idx="40">
                  <c:v>1Q23</c:v>
                </c:pt>
                <c:pt idx="41">
                  <c:v>2Q23</c:v>
                </c:pt>
                <c:pt idx="42">
                  <c:v>3Q23</c:v>
                </c:pt>
                <c:pt idx="43">
                  <c:v>4Q23</c:v>
                </c:pt>
                <c:pt idx="44">
                  <c:v>1Q24</c:v>
                </c:pt>
                <c:pt idx="45">
                  <c:v>2Q24</c:v>
                </c:pt>
                <c:pt idx="46">
                  <c:v>3Q24</c:v>
                </c:pt>
                <c:pt idx="47">
                  <c:v>4Q24</c:v>
                </c:pt>
                <c:pt idx="48">
                  <c:v>1Q25</c:v>
                </c:pt>
                <c:pt idx="49">
                  <c:v>2Q25</c:v>
                </c:pt>
                <c:pt idx="50">
                  <c:v>3Q25</c:v>
                </c:pt>
                <c:pt idx="51">
                  <c:v>4Q25</c:v>
                </c:pt>
                <c:pt idx="52">
                  <c:v>1Q26</c:v>
                </c:pt>
                <c:pt idx="53">
                  <c:v>2Q26</c:v>
                </c:pt>
              </c:strCache>
            </c:strRef>
          </c:cat>
          <c:val>
            <c:numRef>
              <c:f>'Chart Data'!$D$2:$D$55</c:f>
              <c:numCache>
                <c:formatCode>0.0</c:formatCode>
                <c:ptCount val="54"/>
                <c:pt idx="0">
                  <c:v>-9</c:v>
                </c:pt>
                <c:pt idx="1">
                  <c:v>-7</c:v>
                </c:pt>
                <c:pt idx="2">
                  <c:v>-12</c:v>
                </c:pt>
                <c:pt idx="3">
                  <c:v>-16</c:v>
                </c:pt>
                <c:pt idx="4">
                  <c:v>-19</c:v>
                </c:pt>
                <c:pt idx="5">
                  <c:v>-17</c:v>
                </c:pt>
                <c:pt idx="6">
                  <c:v>-20</c:v>
                </c:pt>
                <c:pt idx="7">
                  <c:v>-22</c:v>
                </c:pt>
                <c:pt idx="8">
                  <c:v>-24</c:v>
                </c:pt>
                <c:pt idx="9">
                  <c:v>-22</c:v>
                </c:pt>
                <c:pt idx="10">
                  <c:v>-23</c:v>
                </c:pt>
                <c:pt idx="11">
                  <c:v>-25</c:v>
                </c:pt>
                <c:pt idx="12">
                  <c:v>-26</c:v>
                </c:pt>
                <c:pt idx="13">
                  <c:v>-25</c:v>
                </c:pt>
                <c:pt idx="14">
                  <c:v>-25</c:v>
                </c:pt>
                <c:pt idx="15">
                  <c:v>-29</c:v>
                </c:pt>
                <c:pt idx="16">
                  <c:v>-31</c:v>
                </c:pt>
                <c:pt idx="17">
                  <c:v>-30</c:v>
                </c:pt>
                <c:pt idx="18">
                  <c:v>-34</c:v>
                </c:pt>
                <c:pt idx="19">
                  <c:v>-36</c:v>
                </c:pt>
                <c:pt idx="20">
                  <c:v>-38</c:v>
                </c:pt>
                <c:pt idx="21">
                  <c:v>-36</c:v>
                </c:pt>
                <c:pt idx="22">
                  <c:v>-38</c:v>
                </c:pt>
                <c:pt idx="23">
                  <c:v>-40</c:v>
                </c:pt>
                <c:pt idx="24">
                  <c:v>-40</c:v>
                </c:pt>
                <c:pt idx="25">
                  <c:v>-39</c:v>
                </c:pt>
                <c:pt idx="26">
                  <c:v>-40</c:v>
                </c:pt>
                <c:pt idx="27">
                  <c:v>-40</c:v>
                </c:pt>
                <c:pt idx="28">
                  <c:v>-37</c:v>
                </c:pt>
                <c:pt idx="29">
                  <c:v>-17</c:v>
                </c:pt>
                <c:pt idx="30">
                  <c:v>-17</c:v>
                </c:pt>
                <c:pt idx="31">
                  <c:v>-20</c:v>
                </c:pt>
                <c:pt idx="32">
                  <c:v>-20</c:v>
                </c:pt>
                <c:pt idx="33">
                  <c:v>-18</c:v>
                </c:pt>
                <c:pt idx="34">
                  <c:v>-21</c:v>
                </c:pt>
                <c:pt idx="35">
                  <c:v>-26</c:v>
                </c:pt>
                <c:pt idx="36">
                  <c:v>-28</c:v>
                </c:pt>
                <c:pt idx="37">
                  <c:v>-30</c:v>
                </c:pt>
                <c:pt idx="38">
                  <c:v>-34</c:v>
                </c:pt>
                <c:pt idx="39">
                  <c:v>-38</c:v>
                </c:pt>
                <c:pt idx="40">
                  <c:v>-40</c:v>
                </c:pt>
                <c:pt idx="41">
                  <c:v>-40</c:v>
                </c:pt>
                <c:pt idx="42">
                  <c:v>-42</c:v>
                </c:pt>
                <c:pt idx="43">
                  <c:v>-44</c:v>
                </c:pt>
                <c:pt idx="44">
                  <c:v>-45</c:v>
                </c:pt>
                <c:pt idx="45">
                  <c:v>-45</c:v>
                </c:pt>
                <c:pt idx="46">
                  <c:v>-45</c:v>
                </c:pt>
                <c:pt idx="47">
                  <c:v>-46</c:v>
                </c:pt>
                <c:pt idx="48">
                  <c:v>-46</c:v>
                </c:pt>
                <c:pt idx="49">
                  <c:v>-44</c:v>
                </c:pt>
                <c:pt idx="50">
                  <c:v>-44</c:v>
                </c:pt>
                <c:pt idx="51">
                  <c:v>-46</c:v>
                </c:pt>
                <c:pt idx="52">
                  <c:v>-45</c:v>
                </c:pt>
                <c:pt idx="53">
                  <c:v>-43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D4-4E8C-AB6C-7DE7E7232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tickLblSkip val="4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Active openings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numRef>
              <c:f>'Chart Data'!$A$2:$A$164</c:f>
              <c:numCache>
                <c:formatCode>mmm\-yy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'Chart Data'!$B$2:$B$164</c:f>
              <c:numCache>
                <c:formatCode>General</c:formatCode>
                <c:ptCount val="163"/>
                <c:pt idx="0">
                  <c:v>0.84</c:v>
                </c:pt>
                <c:pt idx="1">
                  <c:v>0.85</c:v>
                </c:pt>
                <c:pt idx="2">
                  <c:v>0.87</c:v>
                </c:pt>
                <c:pt idx="3">
                  <c:v>0.88</c:v>
                </c:pt>
                <c:pt idx="4">
                  <c:v>0.9</c:v>
                </c:pt>
                <c:pt idx="5">
                  <c:v>0.92</c:v>
                </c:pt>
                <c:pt idx="6">
                  <c:v>0.93</c:v>
                </c:pt>
                <c:pt idx="7">
                  <c:v>0.95</c:v>
                </c:pt>
                <c:pt idx="8">
                  <c:v>0.96</c:v>
                </c:pt>
                <c:pt idx="9">
                  <c:v>0.99</c:v>
                </c:pt>
                <c:pt idx="10">
                  <c:v>1.01</c:v>
                </c:pt>
                <c:pt idx="11">
                  <c:v>1.03</c:v>
                </c:pt>
                <c:pt idx="12">
                  <c:v>1.04</c:v>
                </c:pt>
                <c:pt idx="13">
                  <c:v>1.06</c:v>
                </c:pt>
                <c:pt idx="14">
                  <c:v>1.07</c:v>
                </c:pt>
                <c:pt idx="15">
                  <c:v>1.08</c:v>
                </c:pt>
                <c:pt idx="16">
                  <c:v>1.0900000000000001</c:v>
                </c:pt>
                <c:pt idx="17">
                  <c:v>1.0900000000000001</c:v>
                </c:pt>
                <c:pt idx="18">
                  <c:v>1.1000000000000001</c:v>
                </c:pt>
                <c:pt idx="19">
                  <c:v>1.1000000000000001</c:v>
                </c:pt>
                <c:pt idx="20">
                  <c:v>1.1000000000000001</c:v>
                </c:pt>
                <c:pt idx="21">
                  <c:v>1.1100000000000001</c:v>
                </c:pt>
                <c:pt idx="22">
                  <c:v>1.1200000000000001</c:v>
                </c:pt>
                <c:pt idx="23">
                  <c:v>1.1399999999999999</c:v>
                </c:pt>
                <c:pt idx="24">
                  <c:v>1.1499999999999999</c:v>
                </c:pt>
                <c:pt idx="25">
                  <c:v>1.1599999999999999</c:v>
                </c:pt>
                <c:pt idx="26">
                  <c:v>1.1599999999999999</c:v>
                </c:pt>
                <c:pt idx="27">
                  <c:v>1.1599999999999999</c:v>
                </c:pt>
                <c:pt idx="28">
                  <c:v>1.18</c:v>
                </c:pt>
                <c:pt idx="29">
                  <c:v>1.19</c:v>
                </c:pt>
                <c:pt idx="30">
                  <c:v>1.2</c:v>
                </c:pt>
                <c:pt idx="31">
                  <c:v>1.22</c:v>
                </c:pt>
                <c:pt idx="32">
                  <c:v>1.23</c:v>
                </c:pt>
                <c:pt idx="33">
                  <c:v>1.24</c:v>
                </c:pt>
                <c:pt idx="34">
                  <c:v>1.26</c:v>
                </c:pt>
                <c:pt idx="35">
                  <c:v>1.27</c:v>
                </c:pt>
                <c:pt idx="36">
                  <c:v>1.29</c:v>
                </c:pt>
                <c:pt idx="37">
                  <c:v>1.3</c:v>
                </c:pt>
                <c:pt idx="38">
                  <c:v>1.31</c:v>
                </c:pt>
                <c:pt idx="39">
                  <c:v>1.33</c:v>
                </c:pt>
                <c:pt idx="40">
                  <c:v>1.35</c:v>
                </c:pt>
                <c:pt idx="41">
                  <c:v>1.36</c:v>
                </c:pt>
                <c:pt idx="42">
                  <c:v>1.36</c:v>
                </c:pt>
                <c:pt idx="43">
                  <c:v>1.38</c:v>
                </c:pt>
                <c:pt idx="44">
                  <c:v>1.38</c:v>
                </c:pt>
                <c:pt idx="45">
                  <c:v>1.4</c:v>
                </c:pt>
                <c:pt idx="46">
                  <c:v>1.41</c:v>
                </c:pt>
                <c:pt idx="47">
                  <c:v>1.42</c:v>
                </c:pt>
                <c:pt idx="48">
                  <c:v>1.43</c:v>
                </c:pt>
                <c:pt idx="49">
                  <c:v>1.45</c:v>
                </c:pt>
                <c:pt idx="50">
                  <c:v>1.45</c:v>
                </c:pt>
                <c:pt idx="51">
                  <c:v>1.48</c:v>
                </c:pt>
                <c:pt idx="52">
                  <c:v>1.49</c:v>
                </c:pt>
                <c:pt idx="53">
                  <c:v>1.5</c:v>
                </c:pt>
                <c:pt idx="54">
                  <c:v>1.51</c:v>
                </c:pt>
                <c:pt idx="55">
                  <c:v>1.52</c:v>
                </c:pt>
                <c:pt idx="56">
                  <c:v>1.53</c:v>
                </c:pt>
                <c:pt idx="57">
                  <c:v>1.55</c:v>
                </c:pt>
                <c:pt idx="58">
                  <c:v>1.56</c:v>
                </c:pt>
                <c:pt idx="59">
                  <c:v>1.58</c:v>
                </c:pt>
                <c:pt idx="60">
                  <c:v>1.6</c:v>
                </c:pt>
                <c:pt idx="61">
                  <c:v>1.59</c:v>
                </c:pt>
                <c:pt idx="62">
                  <c:v>1.59</c:v>
                </c:pt>
                <c:pt idx="63">
                  <c:v>1.59</c:v>
                </c:pt>
                <c:pt idx="64">
                  <c:v>1.6</c:v>
                </c:pt>
                <c:pt idx="65">
                  <c:v>1.62</c:v>
                </c:pt>
                <c:pt idx="66">
                  <c:v>1.63</c:v>
                </c:pt>
                <c:pt idx="67">
                  <c:v>1.63</c:v>
                </c:pt>
                <c:pt idx="68">
                  <c:v>1.64</c:v>
                </c:pt>
                <c:pt idx="69">
                  <c:v>1.63</c:v>
                </c:pt>
                <c:pt idx="70">
                  <c:v>1.63</c:v>
                </c:pt>
                <c:pt idx="71">
                  <c:v>1.62</c:v>
                </c:pt>
                <c:pt idx="72">
                  <c:v>1.63</c:v>
                </c:pt>
                <c:pt idx="73">
                  <c:v>1.63</c:v>
                </c:pt>
                <c:pt idx="74">
                  <c:v>1.63</c:v>
                </c:pt>
                <c:pt idx="75">
                  <c:v>1.63</c:v>
                </c:pt>
                <c:pt idx="76">
                  <c:v>1.62</c:v>
                </c:pt>
                <c:pt idx="77">
                  <c:v>1.61</c:v>
                </c:pt>
                <c:pt idx="78">
                  <c:v>1.6</c:v>
                </c:pt>
                <c:pt idx="79">
                  <c:v>1.6</c:v>
                </c:pt>
                <c:pt idx="80">
                  <c:v>1.59</c:v>
                </c:pt>
                <c:pt idx="81">
                  <c:v>1.59</c:v>
                </c:pt>
                <c:pt idx="82">
                  <c:v>1.57</c:v>
                </c:pt>
                <c:pt idx="83">
                  <c:v>1.56</c:v>
                </c:pt>
                <c:pt idx="84">
                  <c:v>1.49</c:v>
                </c:pt>
                <c:pt idx="85">
                  <c:v>1.44</c:v>
                </c:pt>
                <c:pt idx="86">
                  <c:v>1.4</c:v>
                </c:pt>
                <c:pt idx="87">
                  <c:v>1.31</c:v>
                </c:pt>
                <c:pt idx="88">
                  <c:v>1.19</c:v>
                </c:pt>
                <c:pt idx="89">
                  <c:v>1.1200000000000001</c:v>
                </c:pt>
                <c:pt idx="90">
                  <c:v>1.08</c:v>
                </c:pt>
                <c:pt idx="91">
                  <c:v>1.05</c:v>
                </c:pt>
                <c:pt idx="92">
                  <c:v>1.04</c:v>
                </c:pt>
                <c:pt idx="93">
                  <c:v>1.04</c:v>
                </c:pt>
                <c:pt idx="94">
                  <c:v>1.05</c:v>
                </c:pt>
                <c:pt idx="95">
                  <c:v>1.06</c:v>
                </c:pt>
                <c:pt idx="96">
                  <c:v>1.08</c:v>
                </c:pt>
                <c:pt idx="97">
                  <c:v>1.0900000000000001</c:v>
                </c:pt>
                <c:pt idx="98">
                  <c:v>1.1000000000000001</c:v>
                </c:pt>
                <c:pt idx="99">
                  <c:v>1.1000000000000001</c:v>
                </c:pt>
                <c:pt idx="100">
                  <c:v>1.1100000000000001</c:v>
                </c:pt>
                <c:pt idx="101">
                  <c:v>1.1299999999999999</c:v>
                </c:pt>
                <c:pt idx="102">
                  <c:v>1.1399999999999999</c:v>
                </c:pt>
                <c:pt idx="103">
                  <c:v>1.1399999999999999</c:v>
                </c:pt>
                <c:pt idx="104">
                  <c:v>1.1499999999999999</c:v>
                </c:pt>
                <c:pt idx="105">
                  <c:v>1.1499999999999999</c:v>
                </c:pt>
                <c:pt idx="106">
                  <c:v>1.1599999999999999</c:v>
                </c:pt>
                <c:pt idx="107">
                  <c:v>1.17</c:v>
                </c:pt>
                <c:pt idx="108">
                  <c:v>1.19</c:v>
                </c:pt>
                <c:pt idx="109">
                  <c:v>1.21</c:v>
                </c:pt>
                <c:pt idx="110">
                  <c:v>1.22</c:v>
                </c:pt>
                <c:pt idx="111">
                  <c:v>1.24</c:v>
                </c:pt>
                <c:pt idx="112">
                  <c:v>1.26</c:v>
                </c:pt>
                <c:pt idx="113">
                  <c:v>1.27</c:v>
                </c:pt>
                <c:pt idx="114">
                  <c:v>1.29</c:v>
                </c:pt>
                <c:pt idx="115">
                  <c:v>1.31</c:v>
                </c:pt>
                <c:pt idx="116">
                  <c:v>1.33</c:v>
                </c:pt>
                <c:pt idx="117">
                  <c:v>1.34</c:v>
                </c:pt>
                <c:pt idx="118">
                  <c:v>1.35</c:v>
                </c:pt>
                <c:pt idx="119">
                  <c:v>1.35</c:v>
                </c:pt>
                <c:pt idx="120">
                  <c:v>1.35</c:v>
                </c:pt>
                <c:pt idx="121">
                  <c:v>1.33</c:v>
                </c:pt>
                <c:pt idx="122">
                  <c:v>1.32</c:v>
                </c:pt>
                <c:pt idx="123">
                  <c:v>1.32</c:v>
                </c:pt>
                <c:pt idx="124">
                  <c:v>1.31</c:v>
                </c:pt>
                <c:pt idx="125">
                  <c:v>1.31</c:v>
                </c:pt>
                <c:pt idx="126">
                  <c:v>1.3</c:v>
                </c:pt>
                <c:pt idx="127">
                  <c:v>1.3</c:v>
                </c:pt>
                <c:pt idx="128">
                  <c:v>1.3</c:v>
                </c:pt>
                <c:pt idx="129">
                  <c:v>1.3</c:v>
                </c:pt>
                <c:pt idx="130">
                  <c:v>1.28</c:v>
                </c:pt>
                <c:pt idx="131">
                  <c:v>1.27</c:v>
                </c:pt>
                <c:pt idx="132">
                  <c:v>1.26</c:v>
                </c:pt>
                <c:pt idx="133">
                  <c:v>1.26</c:v>
                </c:pt>
                <c:pt idx="134">
                  <c:v>1.26</c:v>
                </c:pt>
                <c:pt idx="135">
                  <c:v>1.25</c:v>
                </c:pt>
                <c:pt idx="136">
                  <c:v>1.24</c:v>
                </c:pt>
                <c:pt idx="137">
                  <c:v>1.24</c:v>
                </c:pt>
                <c:pt idx="138">
                  <c:v>1.24</c:v>
                </c:pt>
                <c:pt idx="139">
                  <c:v>1.24</c:v>
                </c:pt>
                <c:pt idx="140">
                  <c:v>1.25</c:v>
                </c:pt>
                <c:pt idx="141">
                  <c:v>1.26</c:v>
                </c:pt>
                <c:pt idx="142">
                  <c:v>1.26</c:v>
                </c:pt>
                <c:pt idx="143">
                  <c:v>1.25</c:v>
                </c:pt>
                <c:pt idx="144">
                  <c:v>1.25</c:v>
                </c:pt>
                <c:pt idx="145">
                  <c:v>1.25</c:v>
                </c:pt>
                <c:pt idx="146">
                  <c:v>1.25</c:v>
                </c:pt>
                <c:pt idx="147">
                  <c:v>1.25</c:v>
                </c:pt>
                <c:pt idx="148">
                  <c:v>1.23</c:v>
                </c:pt>
                <c:pt idx="149">
                  <c:v>1.22</c:v>
                </c:pt>
                <c:pt idx="150">
                  <c:v>1.22</c:v>
                </c:pt>
                <c:pt idx="151">
                  <c:v>1.21</c:v>
                </c:pt>
                <c:pt idx="152">
                  <c:v>1.2</c:v>
                </c:pt>
                <c:pt idx="153">
                  <c:v>1.19</c:v>
                </c:pt>
                <c:pt idx="154">
                  <c:v>1.19</c:v>
                </c:pt>
                <c:pt idx="155">
                  <c:v>1.2</c:v>
                </c:pt>
                <c:pt idx="156">
                  <c:v>1.18</c:v>
                </c:pt>
                <c:pt idx="157">
                  <c:v>1.19</c:v>
                </c:pt>
                <c:pt idx="158">
                  <c:v>1.18</c:v>
                </c:pt>
                <c:pt idx="159">
                  <c:v>1.18</c:v>
                </c:pt>
                <c:pt idx="160">
                  <c:v>1.17</c:v>
                </c:pt>
                <c:pt idx="161">
                  <c:v>1.18</c:v>
                </c:pt>
                <c:pt idx="162">
                  <c:v>1.18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65-432A-84C2-589E6B3D569C}"/>
            </c:ext>
          </c:extLst>
        </c:ser>
        <c:ser>
          <c:idx val="1"/>
          <c:order val="1"/>
          <c:tx>
            <c:v>New openings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multiLvlStrRef>
              <c:f>'Chart Data'!#REF!</c:f>
            </c:multiLvlStrRef>
          </c:cat>
          <c:val>
            <c:numRef>
              <c:f>'Chart Data'!$C$2:$C$164</c:f>
              <c:numCache>
                <c:formatCode>General</c:formatCode>
                <c:ptCount val="163"/>
                <c:pt idx="0">
                  <c:v>1.34</c:v>
                </c:pt>
                <c:pt idx="1">
                  <c:v>1.38</c:v>
                </c:pt>
                <c:pt idx="2">
                  <c:v>1.38</c:v>
                </c:pt>
                <c:pt idx="3">
                  <c:v>1.41</c:v>
                </c:pt>
                <c:pt idx="4">
                  <c:v>1.43</c:v>
                </c:pt>
                <c:pt idx="5">
                  <c:v>1.47</c:v>
                </c:pt>
                <c:pt idx="6">
                  <c:v>1.47</c:v>
                </c:pt>
                <c:pt idx="7">
                  <c:v>1.5</c:v>
                </c:pt>
                <c:pt idx="8">
                  <c:v>1.5</c:v>
                </c:pt>
                <c:pt idx="9">
                  <c:v>1.57</c:v>
                </c:pt>
                <c:pt idx="10">
                  <c:v>1.57</c:v>
                </c:pt>
                <c:pt idx="11">
                  <c:v>1.59</c:v>
                </c:pt>
                <c:pt idx="12">
                  <c:v>1.64</c:v>
                </c:pt>
                <c:pt idx="13">
                  <c:v>1.69</c:v>
                </c:pt>
                <c:pt idx="14">
                  <c:v>1.63</c:v>
                </c:pt>
                <c:pt idx="15">
                  <c:v>1.63</c:v>
                </c:pt>
                <c:pt idx="16">
                  <c:v>1.63</c:v>
                </c:pt>
                <c:pt idx="17">
                  <c:v>1.65</c:v>
                </c:pt>
                <c:pt idx="18">
                  <c:v>1.67</c:v>
                </c:pt>
                <c:pt idx="19">
                  <c:v>1.65</c:v>
                </c:pt>
                <c:pt idx="20">
                  <c:v>1.66</c:v>
                </c:pt>
                <c:pt idx="21">
                  <c:v>1.69</c:v>
                </c:pt>
                <c:pt idx="22">
                  <c:v>1.69</c:v>
                </c:pt>
                <c:pt idx="23">
                  <c:v>1.75</c:v>
                </c:pt>
                <c:pt idx="24">
                  <c:v>1.77</c:v>
                </c:pt>
                <c:pt idx="25">
                  <c:v>1.72</c:v>
                </c:pt>
                <c:pt idx="26">
                  <c:v>1.76</c:v>
                </c:pt>
                <c:pt idx="27">
                  <c:v>1.76</c:v>
                </c:pt>
                <c:pt idx="28">
                  <c:v>1.76</c:v>
                </c:pt>
                <c:pt idx="29">
                  <c:v>1.79</c:v>
                </c:pt>
                <c:pt idx="30">
                  <c:v>1.83</c:v>
                </c:pt>
                <c:pt idx="31">
                  <c:v>1.84</c:v>
                </c:pt>
                <c:pt idx="32">
                  <c:v>1.86</c:v>
                </c:pt>
                <c:pt idx="33">
                  <c:v>1.84</c:v>
                </c:pt>
                <c:pt idx="34">
                  <c:v>1.89</c:v>
                </c:pt>
                <c:pt idx="35">
                  <c:v>1.89</c:v>
                </c:pt>
                <c:pt idx="36">
                  <c:v>2.0299999999999998</c:v>
                </c:pt>
                <c:pt idx="37">
                  <c:v>1.95</c:v>
                </c:pt>
                <c:pt idx="38">
                  <c:v>1.95</c:v>
                </c:pt>
                <c:pt idx="39">
                  <c:v>2.0299999999999998</c:v>
                </c:pt>
                <c:pt idx="40">
                  <c:v>2.0499999999999998</c:v>
                </c:pt>
                <c:pt idx="41">
                  <c:v>2.0099999999999998</c:v>
                </c:pt>
                <c:pt idx="42">
                  <c:v>2.0299999999999998</c:v>
                </c:pt>
                <c:pt idx="43">
                  <c:v>2.08</c:v>
                </c:pt>
                <c:pt idx="44">
                  <c:v>2.1</c:v>
                </c:pt>
                <c:pt idx="45">
                  <c:v>2.09</c:v>
                </c:pt>
                <c:pt idx="46">
                  <c:v>2.14</c:v>
                </c:pt>
                <c:pt idx="47">
                  <c:v>2.16</c:v>
                </c:pt>
                <c:pt idx="48">
                  <c:v>2.13</c:v>
                </c:pt>
                <c:pt idx="49">
                  <c:v>2.16</c:v>
                </c:pt>
                <c:pt idx="50">
                  <c:v>2.14</c:v>
                </c:pt>
                <c:pt idx="51">
                  <c:v>2.1800000000000002</c:v>
                </c:pt>
                <c:pt idx="52">
                  <c:v>2.2799999999999998</c:v>
                </c:pt>
                <c:pt idx="53">
                  <c:v>2.2400000000000002</c:v>
                </c:pt>
                <c:pt idx="54">
                  <c:v>2.25</c:v>
                </c:pt>
                <c:pt idx="55">
                  <c:v>2.2200000000000002</c:v>
                </c:pt>
                <c:pt idx="56">
                  <c:v>2.2599999999999998</c:v>
                </c:pt>
                <c:pt idx="57">
                  <c:v>2.36</c:v>
                </c:pt>
                <c:pt idx="58">
                  <c:v>2.31</c:v>
                </c:pt>
                <c:pt idx="59">
                  <c:v>2.4</c:v>
                </c:pt>
                <c:pt idx="60">
                  <c:v>2.36</c:v>
                </c:pt>
                <c:pt idx="61">
                  <c:v>2.34</c:v>
                </c:pt>
                <c:pt idx="62">
                  <c:v>2.37</c:v>
                </c:pt>
                <c:pt idx="63">
                  <c:v>2.37</c:v>
                </c:pt>
                <c:pt idx="64">
                  <c:v>2.37</c:v>
                </c:pt>
                <c:pt idx="65">
                  <c:v>2.4500000000000002</c:v>
                </c:pt>
                <c:pt idx="66">
                  <c:v>2.4500000000000002</c:v>
                </c:pt>
                <c:pt idx="67">
                  <c:v>2.37</c:v>
                </c:pt>
                <c:pt idx="68">
                  <c:v>2.4700000000000002</c:v>
                </c:pt>
                <c:pt idx="69">
                  <c:v>2.38</c:v>
                </c:pt>
                <c:pt idx="70">
                  <c:v>2.41</c:v>
                </c:pt>
                <c:pt idx="71">
                  <c:v>2.4</c:v>
                </c:pt>
                <c:pt idx="72">
                  <c:v>2.4700000000000002</c:v>
                </c:pt>
                <c:pt idx="73">
                  <c:v>2.48</c:v>
                </c:pt>
                <c:pt idx="74">
                  <c:v>2.44</c:v>
                </c:pt>
                <c:pt idx="75">
                  <c:v>2.4900000000000002</c:v>
                </c:pt>
                <c:pt idx="76">
                  <c:v>2.48</c:v>
                </c:pt>
                <c:pt idx="77">
                  <c:v>2.39</c:v>
                </c:pt>
                <c:pt idx="78">
                  <c:v>2.36</c:v>
                </c:pt>
                <c:pt idx="79">
                  <c:v>2.4300000000000002</c:v>
                </c:pt>
                <c:pt idx="80">
                  <c:v>2.31</c:v>
                </c:pt>
                <c:pt idx="81">
                  <c:v>2.42</c:v>
                </c:pt>
                <c:pt idx="82">
                  <c:v>2.35</c:v>
                </c:pt>
                <c:pt idx="83">
                  <c:v>2.39</c:v>
                </c:pt>
                <c:pt idx="84">
                  <c:v>2.08</c:v>
                </c:pt>
                <c:pt idx="85">
                  <c:v>2.2599999999999998</c:v>
                </c:pt>
                <c:pt idx="86">
                  <c:v>2.25</c:v>
                </c:pt>
                <c:pt idx="87">
                  <c:v>1.88</c:v>
                </c:pt>
                <c:pt idx="88">
                  <c:v>1.93</c:v>
                </c:pt>
                <c:pt idx="89">
                  <c:v>1.73</c:v>
                </c:pt>
                <c:pt idx="90">
                  <c:v>1.71</c:v>
                </c:pt>
                <c:pt idx="91">
                  <c:v>1.83</c:v>
                </c:pt>
                <c:pt idx="92">
                  <c:v>1.93</c:v>
                </c:pt>
                <c:pt idx="93">
                  <c:v>1.78</c:v>
                </c:pt>
                <c:pt idx="94">
                  <c:v>1.97</c:v>
                </c:pt>
                <c:pt idx="95">
                  <c:v>2.0099999999999998</c:v>
                </c:pt>
                <c:pt idx="96">
                  <c:v>2.0099999999999998</c:v>
                </c:pt>
                <c:pt idx="97">
                  <c:v>1.96</c:v>
                </c:pt>
                <c:pt idx="98">
                  <c:v>2.02</c:v>
                </c:pt>
                <c:pt idx="99">
                  <c:v>1.92</c:v>
                </c:pt>
                <c:pt idx="100">
                  <c:v>2.12</c:v>
                </c:pt>
                <c:pt idx="101">
                  <c:v>2.09</c:v>
                </c:pt>
                <c:pt idx="102">
                  <c:v>1.97</c:v>
                </c:pt>
                <c:pt idx="103">
                  <c:v>1.99</c:v>
                </c:pt>
                <c:pt idx="104">
                  <c:v>2.08</c:v>
                </c:pt>
                <c:pt idx="105">
                  <c:v>2.0299999999999998</c:v>
                </c:pt>
                <c:pt idx="106">
                  <c:v>2.0299999999999998</c:v>
                </c:pt>
                <c:pt idx="107">
                  <c:v>2.16</c:v>
                </c:pt>
                <c:pt idx="108">
                  <c:v>2.17</c:v>
                </c:pt>
                <c:pt idx="109">
                  <c:v>2.2200000000000002</c:v>
                </c:pt>
                <c:pt idx="110">
                  <c:v>2.1800000000000002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</c:v>
                </c:pt>
                <c:pt idx="114">
                  <c:v>2.3199999999999998</c:v>
                </c:pt>
                <c:pt idx="115">
                  <c:v>2.29</c:v>
                </c:pt>
                <c:pt idx="116">
                  <c:v>2.31</c:v>
                </c:pt>
                <c:pt idx="117">
                  <c:v>2.34</c:v>
                </c:pt>
                <c:pt idx="118">
                  <c:v>2.36</c:v>
                </c:pt>
                <c:pt idx="119">
                  <c:v>2.37</c:v>
                </c:pt>
                <c:pt idx="120">
                  <c:v>2.35</c:v>
                </c:pt>
                <c:pt idx="121">
                  <c:v>2.34</c:v>
                </c:pt>
                <c:pt idx="122">
                  <c:v>2.29</c:v>
                </c:pt>
                <c:pt idx="123">
                  <c:v>2.2999999999999998</c:v>
                </c:pt>
                <c:pt idx="124">
                  <c:v>2.34</c:v>
                </c:pt>
                <c:pt idx="125">
                  <c:v>2.31</c:v>
                </c:pt>
                <c:pt idx="126">
                  <c:v>2.2799999999999998</c:v>
                </c:pt>
                <c:pt idx="127">
                  <c:v>2.2999999999999998</c:v>
                </c:pt>
                <c:pt idx="128">
                  <c:v>2.25</c:v>
                </c:pt>
                <c:pt idx="129">
                  <c:v>2.25</c:v>
                </c:pt>
                <c:pt idx="130">
                  <c:v>2.2599999999999998</c:v>
                </c:pt>
                <c:pt idx="131">
                  <c:v>2.2599999999999998</c:v>
                </c:pt>
                <c:pt idx="132">
                  <c:v>2.25</c:v>
                </c:pt>
                <c:pt idx="133">
                  <c:v>2.2599999999999998</c:v>
                </c:pt>
                <c:pt idx="134">
                  <c:v>2.2799999999999998</c:v>
                </c:pt>
                <c:pt idx="135">
                  <c:v>2.19</c:v>
                </c:pt>
                <c:pt idx="136">
                  <c:v>2.2400000000000002</c:v>
                </c:pt>
                <c:pt idx="137">
                  <c:v>2.25</c:v>
                </c:pt>
                <c:pt idx="138">
                  <c:v>2.2400000000000002</c:v>
                </c:pt>
                <c:pt idx="139">
                  <c:v>2.2999999999999998</c:v>
                </c:pt>
                <c:pt idx="140">
                  <c:v>2.21</c:v>
                </c:pt>
                <c:pt idx="141">
                  <c:v>2.25</c:v>
                </c:pt>
                <c:pt idx="142">
                  <c:v>2.25</c:v>
                </c:pt>
                <c:pt idx="143">
                  <c:v>2.2599999999999998</c:v>
                </c:pt>
                <c:pt idx="144">
                  <c:v>2.2999999999999998</c:v>
                </c:pt>
                <c:pt idx="145">
                  <c:v>2.31</c:v>
                </c:pt>
                <c:pt idx="146">
                  <c:v>2.27</c:v>
                </c:pt>
                <c:pt idx="147">
                  <c:v>2.2599999999999998</c:v>
                </c:pt>
                <c:pt idx="148">
                  <c:v>2.1800000000000002</c:v>
                </c:pt>
                <c:pt idx="149">
                  <c:v>2.1800000000000002</c:v>
                </c:pt>
                <c:pt idx="150">
                  <c:v>2.1800000000000002</c:v>
                </c:pt>
                <c:pt idx="151">
                  <c:v>2.15</c:v>
                </c:pt>
                <c:pt idx="152">
                  <c:v>2.13</c:v>
                </c:pt>
                <c:pt idx="153">
                  <c:v>2.12</c:v>
                </c:pt>
                <c:pt idx="154">
                  <c:v>2.14</c:v>
                </c:pt>
                <c:pt idx="155">
                  <c:v>2.14</c:v>
                </c:pt>
                <c:pt idx="156">
                  <c:v>2.11</c:v>
                </c:pt>
                <c:pt idx="157">
                  <c:v>2.1</c:v>
                </c:pt>
                <c:pt idx="158">
                  <c:v>2.15</c:v>
                </c:pt>
                <c:pt idx="159">
                  <c:v>2.11</c:v>
                </c:pt>
                <c:pt idx="160">
                  <c:v>2.11</c:v>
                </c:pt>
                <c:pt idx="161">
                  <c:v>2.16</c:v>
                </c:pt>
                <c:pt idx="162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65-432A-84C2-589E6B3D5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dateAx>
        <c:axId val="48650112"/>
        <c:scaling>
          <c:orientation val="minMax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Offset val="100"/>
        <c:baseTimeUnit val="months"/>
        <c:majorUnit val="18"/>
        <c:majorTimeUnit val="months"/>
      </c:date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25-34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Data'!$A$2:$A$54</c:f>
              <c:strCache>
                <c:ptCount val="53"/>
                <c:pt idx="0">
                  <c:v>2Q13</c:v>
                </c:pt>
                <c:pt idx="1">
                  <c:v>3Q13</c:v>
                </c:pt>
                <c:pt idx="2">
                  <c:v>4Q13</c:v>
                </c:pt>
                <c:pt idx="3">
                  <c:v>1Q14</c:v>
                </c:pt>
                <c:pt idx="4">
                  <c:v>2Q14</c:v>
                </c:pt>
                <c:pt idx="5">
                  <c:v>3Q14</c:v>
                </c:pt>
                <c:pt idx="6">
                  <c:v>4Q14</c:v>
                </c:pt>
                <c:pt idx="7">
                  <c:v>1Q15</c:v>
                </c:pt>
                <c:pt idx="8">
                  <c:v>2Q15</c:v>
                </c:pt>
                <c:pt idx="9">
                  <c:v>3Q15</c:v>
                </c:pt>
                <c:pt idx="10">
                  <c:v>4Q15</c:v>
                </c:pt>
                <c:pt idx="11">
                  <c:v>1Q16</c:v>
                </c:pt>
                <c:pt idx="12">
                  <c:v>2Q16</c:v>
                </c:pt>
                <c:pt idx="13">
                  <c:v>3Q16</c:v>
                </c:pt>
                <c:pt idx="14">
                  <c:v>4Q16</c:v>
                </c:pt>
                <c:pt idx="15">
                  <c:v>1Q17</c:v>
                </c:pt>
                <c:pt idx="16">
                  <c:v>2Q17</c:v>
                </c:pt>
                <c:pt idx="17">
                  <c:v>3Q17</c:v>
                </c:pt>
                <c:pt idx="18">
                  <c:v>4Q17</c:v>
                </c:pt>
                <c:pt idx="19">
                  <c:v>1Q18</c:v>
                </c:pt>
                <c:pt idx="20">
                  <c:v>2Q18</c:v>
                </c:pt>
                <c:pt idx="21">
                  <c:v>3Q18</c:v>
                </c:pt>
                <c:pt idx="22">
                  <c:v>4Q18</c:v>
                </c:pt>
                <c:pt idx="23">
                  <c:v>1Q19</c:v>
                </c:pt>
                <c:pt idx="24">
                  <c:v>2Q19</c:v>
                </c:pt>
                <c:pt idx="25">
                  <c:v>3Q19</c:v>
                </c:pt>
                <c:pt idx="26">
                  <c:v>4Q19</c:v>
                </c:pt>
                <c:pt idx="27">
                  <c:v>1Q20</c:v>
                </c:pt>
                <c:pt idx="28">
                  <c:v>2Q20</c:v>
                </c:pt>
                <c:pt idx="29">
                  <c:v>3Q20</c:v>
                </c:pt>
                <c:pt idx="30">
                  <c:v>4Q20</c:v>
                </c:pt>
                <c:pt idx="31">
                  <c:v>1Q21</c:v>
                </c:pt>
                <c:pt idx="32">
                  <c:v>2Q21</c:v>
                </c:pt>
                <c:pt idx="33">
                  <c:v>3Q21</c:v>
                </c:pt>
                <c:pt idx="34">
                  <c:v>4Q21</c:v>
                </c:pt>
                <c:pt idx="35">
                  <c:v>1Q22</c:v>
                </c:pt>
                <c:pt idx="36">
                  <c:v>2Q22</c:v>
                </c:pt>
                <c:pt idx="37">
                  <c:v>3Q22</c:v>
                </c:pt>
                <c:pt idx="38">
                  <c:v>4Q22</c:v>
                </c:pt>
                <c:pt idx="39">
                  <c:v>1Q23</c:v>
                </c:pt>
                <c:pt idx="40">
                  <c:v>2Q23</c:v>
                </c:pt>
                <c:pt idx="41">
                  <c:v>3Q23</c:v>
                </c:pt>
                <c:pt idx="42">
                  <c:v>4Q23</c:v>
                </c:pt>
                <c:pt idx="43">
                  <c:v>1Q24</c:v>
                </c:pt>
                <c:pt idx="44">
                  <c:v>2Q24</c:v>
                </c:pt>
                <c:pt idx="45">
                  <c:v>3Q24</c:v>
                </c:pt>
                <c:pt idx="46">
                  <c:v>4Q24</c:v>
                </c:pt>
                <c:pt idx="47">
                  <c:v>1Q25</c:v>
                </c:pt>
                <c:pt idx="48">
                  <c:v>2Q25</c:v>
                </c:pt>
                <c:pt idx="49">
                  <c:v>3Q25</c:v>
                </c:pt>
                <c:pt idx="50">
                  <c:v>4Q25</c:v>
                </c:pt>
                <c:pt idx="51">
                  <c:v>1Q26</c:v>
                </c:pt>
                <c:pt idx="52">
                  <c:v>2Q26</c:v>
                </c:pt>
              </c:strCache>
            </c:strRef>
          </c:cat>
          <c:val>
            <c:numRef>
              <c:f>'Chart Data'!$B$2:$B$54</c:f>
              <c:numCache>
                <c:formatCode>0.0</c:formatCode>
                <c:ptCount val="53"/>
                <c:pt idx="0">
                  <c:v>74.687065368600003</c:v>
                </c:pt>
                <c:pt idx="1">
                  <c:v>74.193548387099995</c:v>
                </c:pt>
                <c:pt idx="2">
                  <c:v>74.753173483799998</c:v>
                </c:pt>
                <c:pt idx="3">
                  <c:v>73.758865248199996</c:v>
                </c:pt>
                <c:pt idx="4">
                  <c:v>74.607703280999999</c:v>
                </c:pt>
                <c:pt idx="5">
                  <c:v>75.718390804600006</c:v>
                </c:pt>
                <c:pt idx="6">
                  <c:v>75.687409551399995</c:v>
                </c:pt>
                <c:pt idx="7">
                  <c:v>74.489795918400006</c:v>
                </c:pt>
                <c:pt idx="8">
                  <c:v>74.963396778900005</c:v>
                </c:pt>
                <c:pt idx="9">
                  <c:v>76.253687315600004</c:v>
                </c:pt>
                <c:pt idx="10">
                  <c:v>76</c:v>
                </c:pt>
                <c:pt idx="11">
                  <c:v>76.005961251900004</c:v>
                </c:pt>
                <c:pt idx="12">
                  <c:v>77.245508982000004</c:v>
                </c:pt>
                <c:pt idx="13">
                  <c:v>77.142857142899999</c:v>
                </c:pt>
                <c:pt idx="14">
                  <c:v>78.096676737199999</c:v>
                </c:pt>
                <c:pt idx="15">
                  <c:v>77.5602409639</c:v>
                </c:pt>
                <c:pt idx="16">
                  <c:v>78.214826021199997</c:v>
                </c:pt>
                <c:pt idx="17">
                  <c:v>78.4194528875</c:v>
                </c:pt>
                <c:pt idx="18">
                  <c:v>79.357798165099993</c:v>
                </c:pt>
                <c:pt idx="19">
                  <c:v>79.723502304099995</c:v>
                </c:pt>
                <c:pt idx="20">
                  <c:v>80.092592592599999</c:v>
                </c:pt>
                <c:pt idx="21">
                  <c:v>80.745341614899999</c:v>
                </c:pt>
                <c:pt idx="22">
                  <c:v>80.343213728500004</c:v>
                </c:pt>
                <c:pt idx="23">
                  <c:v>80.407523510999994</c:v>
                </c:pt>
                <c:pt idx="24">
                  <c:v>80.345911949699996</c:v>
                </c:pt>
                <c:pt idx="25">
                  <c:v>82.306477093200002</c:v>
                </c:pt>
                <c:pt idx="26">
                  <c:v>81.299524564199999</c:v>
                </c:pt>
                <c:pt idx="27">
                  <c:v>81.904761904799997</c:v>
                </c:pt>
                <c:pt idx="28">
                  <c:v>81.528662420399996</c:v>
                </c:pt>
                <c:pt idx="29">
                  <c:v>81.339712918700002</c:v>
                </c:pt>
                <c:pt idx="30">
                  <c:v>83.012820512800005</c:v>
                </c:pt>
                <c:pt idx="31">
                  <c:v>82.958199356899996</c:v>
                </c:pt>
                <c:pt idx="32">
                  <c:v>82.825040128400005</c:v>
                </c:pt>
                <c:pt idx="33">
                  <c:v>84.006462035499993</c:v>
                </c:pt>
                <c:pt idx="34">
                  <c:v>82.982171799</c:v>
                </c:pt>
                <c:pt idx="35">
                  <c:v>83.306836247999996</c:v>
                </c:pt>
                <c:pt idx="36">
                  <c:v>84.32</c:v>
                </c:pt>
                <c:pt idx="37">
                  <c:v>85.232744783300006</c:v>
                </c:pt>
                <c:pt idx="38">
                  <c:v>84.16</c:v>
                </c:pt>
                <c:pt idx="39">
                  <c:v>84.294871794900004</c:v>
                </c:pt>
                <c:pt idx="40">
                  <c:v>85.28</c:v>
                </c:pt>
                <c:pt idx="41">
                  <c:v>86.56</c:v>
                </c:pt>
                <c:pt idx="42">
                  <c:v>85.256410256400002</c:v>
                </c:pt>
                <c:pt idx="43">
                  <c:v>85.576923076900002</c:v>
                </c:pt>
                <c:pt idx="44">
                  <c:v>85.6</c:v>
                </c:pt>
                <c:pt idx="45">
                  <c:v>87.380191693300006</c:v>
                </c:pt>
                <c:pt idx="46">
                  <c:v>87.380191693300006</c:v>
                </c:pt>
                <c:pt idx="47">
                  <c:v>88.038277511999993</c:v>
                </c:pt>
                <c:pt idx="48">
                  <c:v>88.057324840800007</c:v>
                </c:pt>
                <c:pt idx="49">
                  <c:v>88.7122416534</c:v>
                </c:pt>
                <c:pt idx="50">
                  <c:v>89.047619047599994</c:v>
                </c:pt>
                <c:pt idx="51">
                  <c:v>88.114104595900002</c:v>
                </c:pt>
                <c:pt idx="52">
                  <c:v>88.958990536300007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6C-4F5C-89EA-890D73D55294}"/>
            </c:ext>
          </c:extLst>
        </c:ser>
        <c:ser>
          <c:idx val="1"/>
          <c:order val="1"/>
          <c:tx>
            <c:v>45-54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Data'!$C$2:$C$54</c:f>
              <c:strCache>
                <c:ptCount val="53"/>
                <c:pt idx="0">
                  <c:v>2Q13</c:v>
                </c:pt>
                <c:pt idx="1">
                  <c:v>3Q13</c:v>
                </c:pt>
                <c:pt idx="2">
                  <c:v>4Q13</c:v>
                </c:pt>
                <c:pt idx="3">
                  <c:v>1Q14</c:v>
                </c:pt>
                <c:pt idx="4">
                  <c:v>2Q14</c:v>
                </c:pt>
                <c:pt idx="5">
                  <c:v>3Q14</c:v>
                </c:pt>
                <c:pt idx="6">
                  <c:v>4Q14</c:v>
                </c:pt>
                <c:pt idx="7">
                  <c:v>1Q15</c:v>
                </c:pt>
                <c:pt idx="8">
                  <c:v>2Q15</c:v>
                </c:pt>
                <c:pt idx="9">
                  <c:v>3Q15</c:v>
                </c:pt>
                <c:pt idx="10">
                  <c:v>4Q15</c:v>
                </c:pt>
                <c:pt idx="11">
                  <c:v>1Q16</c:v>
                </c:pt>
                <c:pt idx="12">
                  <c:v>2Q16</c:v>
                </c:pt>
                <c:pt idx="13">
                  <c:v>3Q16</c:v>
                </c:pt>
                <c:pt idx="14">
                  <c:v>4Q16</c:v>
                </c:pt>
                <c:pt idx="15">
                  <c:v>1Q17</c:v>
                </c:pt>
                <c:pt idx="16">
                  <c:v>2Q17</c:v>
                </c:pt>
                <c:pt idx="17">
                  <c:v>3Q17</c:v>
                </c:pt>
                <c:pt idx="18">
                  <c:v>4Q17</c:v>
                </c:pt>
                <c:pt idx="19">
                  <c:v>1Q18</c:v>
                </c:pt>
                <c:pt idx="20">
                  <c:v>2Q18</c:v>
                </c:pt>
                <c:pt idx="21">
                  <c:v>3Q18</c:v>
                </c:pt>
                <c:pt idx="22">
                  <c:v>4Q18</c:v>
                </c:pt>
                <c:pt idx="23">
                  <c:v>1Q19</c:v>
                </c:pt>
                <c:pt idx="24">
                  <c:v>2Q19</c:v>
                </c:pt>
                <c:pt idx="25">
                  <c:v>3Q19</c:v>
                </c:pt>
                <c:pt idx="26">
                  <c:v>4Q19</c:v>
                </c:pt>
                <c:pt idx="27">
                  <c:v>1Q20</c:v>
                </c:pt>
                <c:pt idx="28">
                  <c:v>2Q20</c:v>
                </c:pt>
                <c:pt idx="29">
                  <c:v>3Q20</c:v>
                </c:pt>
                <c:pt idx="30">
                  <c:v>4Q20</c:v>
                </c:pt>
                <c:pt idx="31">
                  <c:v>1Q21</c:v>
                </c:pt>
                <c:pt idx="32">
                  <c:v>2Q21</c:v>
                </c:pt>
                <c:pt idx="33">
                  <c:v>3Q21</c:v>
                </c:pt>
                <c:pt idx="34">
                  <c:v>4Q21</c:v>
                </c:pt>
                <c:pt idx="35">
                  <c:v>1Q22</c:v>
                </c:pt>
                <c:pt idx="36">
                  <c:v>2Q22</c:v>
                </c:pt>
                <c:pt idx="37">
                  <c:v>3Q22</c:v>
                </c:pt>
                <c:pt idx="38">
                  <c:v>4Q22</c:v>
                </c:pt>
                <c:pt idx="39">
                  <c:v>1Q23</c:v>
                </c:pt>
                <c:pt idx="40">
                  <c:v>2Q23</c:v>
                </c:pt>
                <c:pt idx="41">
                  <c:v>3Q23</c:v>
                </c:pt>
                <c:pt idx="42">
                  <c:v>4Q23</c:v>
                </c:pt>
                <c:pt idx="43">
                  <c:v>1Q24</c:v>
                </c:pt>
                <c:pt idx="44">
                  <c:v>2Q24</c:v>
                </c:pt>
                <c:pt idx="45">
                  <c:v>3Q24</c:v>
                </c:pt>
                <c:pt idx="46">
                  <c:v>4Q24</c:v>
                </c:pt>
                <c:pt idx="47">
                  <c:v>1Q25</c:v>
                </c:pt>
                <c:pt idx="48">
                  <c:v>2Q25</c:v>
                </c:pt>
                <c:pt idx="49">
                  <c:v>3Q25</c:v>
                </c:pt>
                <c:pt idx="50">
                  <c:v>4Q25</c:v>
                </c:pt>
                <c:pt idx="51">
                  <c:v>1Q26</c:v>
                </c:pt>
                <c:pt idx="52">
                  <c:v>2Q26</c:v>
                </c:pt>
              </c:strCache>
            </c:strRef>
          </c:cat>
          <c:val>
            <c:numRef>
              <c:f>'Chart Data'!$D$2:$D$54</c:f>
              <c:numCache>
                <c:formatCode>0.0</c:formatCode>
                <c:ptCount val="53"/>
                <c:pt idx="0">
                  <c:v>76.095118898600006</c:v>
                </c:pt>
                <c:pt idx="1">
                  <c:v>74.968866749699998</c:v>
                </c:pt>
                <c:pt idx="2">
                  <c:v>76.426799007400007</c:v>
                </c:pt>
                <c:pt idx="3">
                  <c:v>76.084262701399993</c:v>
                </c:pt>
                <c:pt idx="4">
                  <c:v>76.325524044399998</c:v>
                </c:pt>
                <c:pt idx="5">
                  <c:v>75.828220858899996</c:v>
                </c:pt>
                <c:pt idx="6">
                  <c:v>76.678876678899996</c:v>
                </c:pt>
                <c:pt idx="7">
                  <c:v>76.370280146200002</c:v>
                </c:pt>
                <c:pt idx="8">
                  <c:v>77.212121212100001</c:v>
                </c:pt>
                <c:pt idx="9">
                  <c:v>76.7749699158</c:v>
                </c:pt>
                <c:pt idx="10">
                  <c:v>77.125748502999997</c:v>
                </c:pt>
                <c:pt idx="11">
                  <c:v>77.5656324582</c:v>
                </c:pt>
                <c:pt idx="12">
                  <c:v>77.224199288299999</c:v>
                </c:pt>
                <c:pt idx="13">
                  <c:v>78.209658421699999</c:v>
                </c:pt>
                <c:pt idx="14">
                  <c:v>78.245614035100004</c:v>
                </c:pt>
                <c:pt idx="15">
                  <c:v>78.023255813999995</c:v>
                </c:pt>
                <c:pt idx="16">
                  <c:v>78.497109826599996</c:v>
                </c:pt>
                <c:pt idx="17">
                  <c:v>79.013761467899997</c:v>
                </c:pt>
                <c:pt idx="18">
                  <c:v>79.726651480599998</c:v>
                </c:pt>
                <c:pt idx="19">
                  <c:v>78.433598183900003</c:v>
                </c:pt>
                <c:pt idx="20">
                  <c:v>78.893905191900004</c:v>
                </c:pt>
                <c:pt idx="21">
                  <c:v>79.596412556100006</c:v>
                </c:pt>
                <c:pt idx="22">
                  <c:v>80.289532293999997</c:v>
                </c:pt>
                <c:pt idx="23">
                  <c:v>80.688124306299997</c:v>
                </c:pt>
                <c:pt idx="24">
                  <c:v>80.3097345133</c:v>
                </c:pt>
                <c:pt idx="25">
                  <c:v>80.748074807500004</c:v>
                </c:pt>
                <c:pt idx="26">
                  <c:v>81.161007667000007</c:v>
                </c:pt>
                <c:pt idx="27">
                  <c:v>81.380065717400001</c:v>
                </c:pt>
                <c:pt idx="28">
                  <c:v>80.218579235000007</c:v>
                </c:pt>
                <c:pt idx="29">
                  <c:v>80.021834061099995</c:v>
                </c:pt>
                <c:pt idx="30">
                  <c:v>80.567685589500002</c:v>
                </c:pt>
                <c:pt idx="31">
                  <c:v>80.304678998900002</c:v>
                </c:pt>
                <c:pt idx="32">
                  <c:v>80.669546436299996</c:v>
                </c:pt>
                <c:pt idx="33">
                  <c:v>80.707395498400004</c:v>
                </c:pt>
                <c:pt idx="34">
                  <c:v>80.5763073639</c:v>
                </c:pt>
                <c:pt idx="35">
                  <c:v>80.937167199100003</c:v>
                </c:pt>
                <c:pt idx="36">
                  <c:v>81.283422459899995</c:v>
                </c:pt>
                <c:pt idx="37">
                  <c:v>81.711229946499998</c:v>
                </c:pt>
                <c:pt idx="38">
                  <c:v>81.3903743316</c:v>
                </c:pt>
                <c:pt idx="39">
                  <c:v>81.330472103000005</c:v>
                </c:pt>
                <c:pt idx="40">
                  <c:v>81.612903225799997</c:v>
                </c:pt>
                <c:pt idx="41">
                  <c:v>82.238966630799993</c:v>
                </c:pt>
                <c:pt idx="42">
                  <c:v>82.505399568000001</c:v>
                </c:pt>
                <c:pt idx="43">
                  <c:v>82.212581344900002</c:v>
                </c:pt>
                <c:pt idx="44">
                  <c:v>82.570806100200002</c:v>
                </c:pt>
                <c:pt idx="45">
                  <c:v>82.532751091700007</c:v>
                </c:pt>
                <c:pt idx="46">
                  <c:v>83.060109289600007</c:v>
                </c:pt>
                <c:pt idx="47">
                  <c:v>83.296703296700002</c:v>
                </c:pt>
                <c:pt idx="48">
                  <c:v>83.002207505499996</c:v>
                </c:pt>
                <c:pt idx="49">
                  <c:v>83.4811529933</c:v>
                </c:pt>
                <c:pt idx="50">
                  <c:v>84.315906562799995</c:v>
                </c:pt>
                <c:pt idx="51">
                  <c:v>84.192825112099996</c:v>
                </c:pt>
                <c:pt idx="52">
                  <c:v>84.441939120599997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6C-4F5C-89EA-890D73D55294}"/>
            </c:ext>
          </c:extLst>
        </c:ser>
        <c:ser>
          <c:idx val="2"/>
          <c:order val="2"/>
          <c:tx>
            <c:v>55-64</c:v>
          </c:tx>
          <c:spPr>
            <a:ln w="22860">
              <a:solidFill>
                <a:srgbClr val="9D9D9D"/>
              </a:solidFill>
            </a:ln>
          </c:spPr>
          <c:marker>
            <c:symbol val="none"/>
          </c:marker>
          <c:cat>
            <c:strRef>
              <c:f>'Chart Data'!$E$2:$E$54</c:f>
              <c:strCache>
                <c:ptCount val="53"/>
                <c:pt idx="0">
                  <c:v>2Q13</c:v>
                </c:pt>
                <c:pt idx="1">
                  <c:v>3Q13</c:v>
                </c:pt>
                <c:pt idx="2">
                  <c:v>4Q13</c:v>
                </c:pt>
                <c:pt idx="3">
                  <c:v>1Q14</c:v>
                </c:pt>
                <c:pt idx="4">
                  <c:v>2Q14</c:v>
                </c:pt>
                <c:pt idx="5">
                  <c:v>3Q14</c:v>
                </c:pt>
                <c:pt idx="6">
                  <c:v>4Q14</c:v>
                </c:pt>
                <c:pt idx="7">
                  <c:v>1Q15</c:v>
                </c:pt>
                <c:pt idx="8">
                  <c:v>2Q15</c:v>
                </c:pt>
                <c:pt idx="9">
                  <c:v>3Q15</c:v>
                </c:pt>
                <c:pt idx="10">
                  <c:v>4Q15</c:v>
                </c:pt>
                <c:pt idx="11">
                  <c:v>1Q16</c:v>
                </c:pt>
                <c:pt idx="12">
                  <c:v>2Q16</c:v>
                </c:pt>
                <c:pt idx="13">
                  <c:v>3Q16</c:v>
                </c:pt>
                <c:pt idx="14">
                  <c:v>4Q16</c:v>
                </c:pt>
                <c:pt idx="15">
                  <c:v>1Q17</c:v>
                </c:pt>
                <c:pt idx="16">
                  <c:v>2Q17</c:v>
                </c:pt>
                <c:pt idx="17">
                  <c:v>3Q17</c:v>
                </c:pt>
                <c:pt idx="18">
                  <c:v>4Q17</c:v>
                </c:pt>
                <c:pt idx="19">
                  <c:v>1Q18</c:v>
                </c:pt>
                <c:pt idx="20">
                  <c:v>2Q18</c:v>
                </c:pt>
                <c:pt idx="21">
                  <c:v>3Q18</c:v>
                </c:pt>
                <c:pt idx="22">
                  <c:v>4Q18</c:v>
                </c:pt>
                <c:pt idx="23">
                  <c:v>1Q19</c:v>
                </c:pt>
                <c:pt idx="24">
                  <c:v>2Q19</c:v>
                </c:pt>
                <c:pt idx="25">
                  <c:v>3Q19</c:v>
                </c:pt>
                <c:pt idx="26">
                  <c:v>4Q19</c:v>
                </c:pt>
                <c:pt idx="27">
                  <c:v>1Q20</c:v>
                </c:pt>
                <c:pt idx="28">
                  <c:v>2Q20</c:v>
                </c:pt>
                <c:pt idx="29">
                  <c:v>3Q20</c:v>
                </c:pt>
                <c:pt idx="30">
                  <c:v>4Q20</c:v>
                </c:pt>
                <c:pt idx="31">
                  <c:v>1Q21</c:v>
                </c:pt>
                <c:pt idx="32">
                  <c:v>2Q21</c:v>
                </c:pt>
                <c:pt idx="33">
                  <c:v>3Q21</c:v>
                </c:pt>
                <c:pt idx="34">
                  <c:v>4Q21</c:v>
                </c:pt>
                <c:pt idx="35">
                  <c:v>1Q22</c:v>
                </c:pt>
                <c:pt idx="36">
                  <c:v>2Q22</c:v>
                </c:pt>
                <c:pt idx="37">
                  <c:v>3Q22</c:v>
                </c:pt>
                <c:pt idx="38">
                  <c:v>4Q22</c:v>
                </c:pt>
                <c:pt idx="39">
                  <c:v>1Q23</c:v>
                </c:pt>
                <c:pt idx="40">
                  <c:v>2Q23</c:v>
                </c:pt>
                <c:pt idx="41">
                  <c:v>3Q23</c:v>
                </c:pt>
                <c:pt idx="42">
                  <c:v>4Q23</c:v>
                </c:pt>
                <c:pt idx="43">
                  <c:v>1Q24</c:v>
                </c:pt>
                <c:pt idx="44">
                  <c:v>2Q24</c:v>
                </c:pt>
                <c:pt idx="45">
                  <c:v>3Q24</c:v>
                </c:pt>
                <c:pt idx="46">
                  <c:v>4Q24</c:v>
                </c:pt>
                <c:pt idx="47">
                  <c:v>1Q25</c:v>
                </c:pt>
                <c:pt idx="48">
                  <c:v>2Q25</c:v>
                </c:pt>
                <c:pt idx="49">
                  <c:v>3Q25</c:v>
                </c:pt>
                <c:pt idx="50">
                  <c:v>4Q25</c:v>
                </c:pt>
                <c:pt idx="51">
                  <c:v>1Q26</c:v>
                </c:pt>
                <c:pt idx="52">
                  <c:v>2Q26</c:v>
                </c:pt>
              </c:strCache>
            </c:strRef>
          </c:cat>
          <c:val>
            <c:numRef>
              <c:f>'Chart Data'!$F$2:$F$54</c:f>
              <c:numCache>
                <c:formatCode>0.0</c:formatCode>
                <c:ptCount val="53"/>
                <c:pt idx="0">
                  <c:v>54.983202687599999</c:v>
                </c:pt>
                <c:pt idx="1">
                  <c:v>55.932203389800002</c:v>
                </c:pt>
                <c:pt idx="2">
                  <c:v>56.735159817400003</c:v>
                </c:pt>
                <c:pt idx="3">
                  <c:v>56.365740740699998</c:v>
                </c:pt>
                <c:pt idx="4">
                  <c:v>57.660818713499999</c:v>
                </c:pt>
                <c:pt idx="5">
                  <c:v>57.565011820300001</c:v>
                </c:pt>
                <c:pt idx="6">
                  <c:v>58.014354066999999</c:v>
                </c:pt>
                <c:pt idx="7">
                  <c:v>58.595641646499999</c:v>
                </c:pt>
                <c:pt idx="8">
                  <c:v>58.587088915999999</c:v>
                </c:pt>
                <c:pt idx="9">
                  <c:v>59.754601227000002</c:v>
                </c:pt>
                <c:pt idx="10">
                  <c:v>59.900990098999998</c:v>
                </c:pt>
                <c:pt idx="11">
                  <c:v>60.450563203999998</c:v>
                </c:pt>
                <c:pt idx="12">
                  <c:v>60.125786163500003</c:v>
                </c:pt>
                <c:pt idx="13">
                  <c:v>61.567635903899998</c:v>
                </c:pt>
                <c:pt idx="14">
                  <c:v>61.499364675999999</c:v>
                </c:pt>
                <c:pt idx="15">
                  <c:v>62.5</c:v>
                </c:pt>
                <c:pt idx="16">
                  <c:v>62.820512820499999</c:v>
                </c:pt>
                <c:pt idx="17">
                  <c:v>64.221364221399995</c:v>
                </c:pt>
                <c:pt idx="18">
                  <c:v>63.870967741900003</c:v>
                </c:pt>
                <c:pt idx="19">
                  <c:v>64.980544747099998</c:v>
                </c:pt>
                <c:pt idx="20">
                  <c:v>65.064935064899998</c:v>
                </c:pt>
                <c:pt idx="21">
                  <c:v>66.40625</c:v>
                </c:pt>
                <c:pt idx="22">
                  <c:v>66.015625</c:v>
                </c:pt>
                <c:pt idx="23">
                  <c:v>67.320261437900001</c:v>
                </c:pt>
                <c:pt idx="24">
                  <c:v>66.971279373399994</c:v>
                </c:pt>
                <c:pt idx="25">
                  <c:v>66.753585397699993</c:v>
                </c:pt>
                <c:pt idx="26">
                  <c:v>68.057366362500005</c:v>
                </c:pt>
                <c:pt idx="27">
                  <c:v>68.276762402100005</c:v>
                </c:pt>
                <c:pt idx="28">
                  <c:v>67.057291666699996</c:v>
                </c:pt>
                <c:pt idx="29">
                  <c:v>67.922077922100002</c:v>
                </c:pt>
                <c:pt idx="30">
                  <c:v>68.346253230000002</c:v>
                </c:pt>
                <c:pt idx="31">
                  <c:v>68.961038961</c:v>
                </c:pt>
                <c:pt idx="32">
                  <c:v>68.407310705</c:v>
                </c:pt>
                <c:pt idx="33">
                  <c:v>68.455497382199994</c:v>
                </c:pt>
                <c:pt idx="34">
                  <c:v>68.635170603700004</c:v>
                </c:pt>
                <c:pt idx="35">
                  <c:v>70.143415906100003</c:v>
                </c:pt>
                <c:pt idx="36">
                  <c:v>69.728331177200005</c:v>
                </c:pt>
                <c:pt idx="37">
                  <c:v>70.179948586099997</c:v>
                </c:pt>
                <c:pt idx="38">
                  <c:v>70.114942528699999</c:v>
                </c:pt>
                <c:pt idx="39">
                  <c:v>70.790816326500007</c:v>
                </c:pt>
                <c:pt idx="40">
                  <c:v>70.393900889500003</c:v>
                </c:pt>
                <c:pt idx="41">
                  <c:v>71.175726927900001</c:v>
                </c:pt>
                <c:pt idx="42">
                  <c:v>71.788413098199996</c:v>
                </c:pt>
                <c:pt idx="43">
                  <c:v>71.356783919600005</c:v>
                </c:pt>
                <c:pt idx="44">
                  <c:v>71.839799749700006</c:v>
                </c:pt>
                <c:pt idx="45">
                  <c:v>72.761194029899997</c:v>
                </c:pt>
                <c:pt idx="46">
                  <c:v>72.648514851499996</c:v>
                </c:pt>
                <c:pt idx="47">
                  <c:v>71.763255240399999</c:v>
                </c:pt>
                <c:pt idx="48">
                  <c:v>73.218673218700005</c:v>
                </c:pt>
                <c:pt idx="49">
                  <c:v>74.146341463400006</c:v>
                </c:pt>
                <c:pt idx="50">
                  <c:v>73.786407767</c:v>
                </c:pt>
                <c:pt idx="51">
                  <c:v>72.5845410628</c:v>
                </c:pt>
                <c:pt idx="52">
                  <c:v>73.798076923099998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6C-4F5C-89EA-890D73D552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tickLblSkip val="4"/>
        <c:noMultiLvlLbl val="1"/>
      </c:catAx>
      <c:valAx>
        <c:axId val="48672768"/>
        <c:scaling>
          <c:orientation val="minMax"/>
          <c:max val="100"/>
          <c:min val="50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882568875321558"/>
          <c:y val="3.1566248562628497E-2"/>
          <c:w val="0.67496598278689057"/>
          <c:h val="0.84264869070115256"/>
        </c:manualLayout>
      </c:layout>
      <c:barChart>
        <c:barDir val="bar"/>
        <c:grouping val="clustered"/>
        <c:varyColors val="0"/>
        <c:ser>
          <c:idx val="0"/>
          <c:order val="0"/>
          <c:tx>
            <c:v>Regular and similar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cat>
            <c:strRef>
              <c:f>'Chart Data'!$A$2:$A$9</c:f>
              <c:strCache>
                <c:ptCount val="8"/>
                <c:pt idx="0">
                  <c:v>Health and social work</c:v>
                </c:pt>
                <c:pt idx="1">
                  <c:v>Accommodation and food</c:v>
                </c:pt>
                <c:pt idx="2">
                  <c:v>Wholesale and retail</c:v>
                </c:pt>
                <c:pt idx="3">
                  <c:v>Transport and postal services</c:v>
                </c:pt>
                <c:pt idx="4">
                  <c:v>IT and comms</c:v>
                </c:pt>
                <c:pt idx="5">
                  <c:v>Manufacturing</c:v>
                </c:pt>
                <c:pt idx="6">
                  <c:v>Construction</c:v>
                </c:pt>
                <c:pt idx="7">
                  <c:v>Total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59</c:v>
                </c:pt>
                <c:pt idx="1">
                  <c:v>33</c:v>
                </c:pt>
                <c:pt idx="2">
                  <c:v>30</c:v>
                </c:pt>
                <c:pt idx="3">
                  <c:v>62</c:v>
                </c:pt>
                <c:pt idx="4">
                  <c:v>54</c:v>
                </c:pt>
                <c:pt idx="5">
                  <c:v>49</c:v>
                </c:pt>
                <c:pt idx="6">
                  <c:v>58</c:v>
                </c:pt>
                <c:pt idx="7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AE-418E-9E4C-E33E3AC26AF1}"/>
            </c:ext>
          </c:extLst>
        </c:ser>
        <c:ser>
          <c:idx val="1"/>
          <c:order val="1"/>
          <c:tx>
            <c:v>Part-time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cat>
            <c:strRef>
              <c:f>'Chart Data'!$C$2:$C$9</c:f>
              <c:strCache>
                <c:ptCount val="8"/>
                <c:pt idx="0">
                  <c:v>Health and social work</c:v>
                </c:pt>
                <c:pt idx="1">
                  <c:v>Accommodation and food</c:v>
                </c:pt>
                <c:pt idx="2">
                  <c:v>Wholesale and retail</c:v>
                </c:pt>
                <c:pt idx="3">
                  <c:v>Transport and postal services</c:v>
                </c:pt>
                <c:pt idx="4">
                  <c:v>IT and comms</c:v>
                </c:pt>
                <c:pt idx="5">
                  <c:v>Manufacturing</c:v>
                </c:pt>
                <c:pt idx="6">
                  <c:v>Construction</c:v>
                </c:pt>
                <c:pt idx="7">
                  <c:v>Total</c:v>
                </c:pt>
              </c:strCache>
            </c:str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34</c:v>
                </c:pt>
                <c:pt idx="1">
                  <c:v>37</c:v>
                </c:pt>
                <c:pt idx="2">
                  <c:v>34</c:v>
                </c:pt>
                <c:pt idx="3">
                  <c:v>31</c:v>
                </c:pt>
                <c:pt idx="4">
                  <c:v>9</c:v>
                </c:pt>
                <c:pt idx="5">
                  <c:v>17</c:v>
                </c:pt>
                <c:pt idx="6">
                  <c:v>6</c:v>
                </c:pt>
                <c:pt idx="7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AE-418E-9E4C-E33E3AC26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24255874879159"/>
          <c:y val="7.8462296254983924E-2"/>
          <c:w val="0.80875744125120841"/>
          <c:h val="0.84307540749003218"/>
        </c:manualLayout>
      </c:layout>
      <c:barChart>
        <c:barDir val="bar"/>
        <c:grouping val="clustered"/>
        <c:varyColors val="0"/>
        <c:ser>
          <c:idx val="0"/>
          <c:order val="0"/>
          <c:tx>
            <c:v>Shortage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Specialists and technicians</c:v>
                </c:pt>
                <c:pt idx="1">
                  <c:v>Clerical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49</c:v>
                </c:pt>
                <c:pt idx="1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61F-4A07-AFDD-D162C59006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low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894432631543393E-2"/>
          <c:y val="3.1742821793708013E-2"/>
          <c:w val="0.93530630087627187"/>
          <c:h val="0.87928275310469561"/>
        </c:manualLayout>
      </c:layout>
      <c:lineChart>
        <c:grouping val="standard"/>
        <c:varyColors val="0"/>
        <c:ser>
          <c:idx val="0"/>
          <c:order val="0"/>
          <c:tx>
            <c:v>Headline sample</c:v>
          </c:tx>
          <c:spPr>
            <a:ln w="22860">
              <a:solidFill>
                <a:srgbClr val="9D9D9D"/>
              </a:solidFill>
            </a:ln>
          </c:spPr>
          <c:marker>
            <c:symbol val="none"/>
          </c:marker>
          <c:cat>
            <c:numRef>
              <c:f>'Chart Data'!$A$2:$A$15</c:f>
              <c:numCache>
                <c:formatCode>mmm\-yy</c:formatCode>
                <c:ptCount val="14"/>
                <c:pt idx="0">
                  <c:v>45809</c:v>
                </c:pt>
                <c:pt idx="1">
                  <c:v>45839</c:v>
                </c:pt>
                <c:pt idx="2">
                  <c:v>45870</c:v>
                </c:pt>
                <c:pt idx="3">
                  <c:v>45901</c:v>
                </c:pt>
                <c:pt idx="4">
                  <c:v>45931</c:v>
                </c:pt>
                <c:pt idx="5">
                  <c:v>45962</c:v>
                </c:pt>
                <c:pt idx="6">
                  <c:v>45992</c:v>
                </c:pt>
                <c:pt idx="7">
                  <c:v>46023</c:v>
                </c:pt>
                <c:pt idx="8">
                  <c:v>46054</c:v>
                </c:pt>
                <c:pt idx="9">
                  <c:v>46082</c:v>
                </c:pt>
                <c:pt idx="10">
                  <c:v>46113</c:v>
                </c:pt>
                <c:pt idx="11">
                  <c:v>46143</c:v>
                </c:pt>
                <c:pt idx="12">
                  <c:v>46174</c:v>
                </c:pt>
                <c:pt idx="13">
                  <c:v>46204</c:v>
                </c:pt>
              </c:numCache>
            </c:num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1.9</c:v>
                </c:pt>
                <c:pt idx="3">
                  <c:v>2</c:v>
                </c:pt>
                <c:pt idx="4">
                  <c:v>2.4</c:v>
                </c:pt>
                <c:pt idx="5">
                  <c:v>1.9</c:v>
                </c:pt>
                <c:pt idx="6">
                  <c:v>2.1</c:v>
                </c:pt>
                <c:pt idx="7">
                  <c:v>3</c:v>
                </c:pt>
                <c:pt idx="8">
                  <c:v>3.4</c:v>
                </c:pt>
                <c:pt idx="9">
                  <c:v>3.4</c:v>
                </c:pt>
                <c:pt idx="10">
                  <c:v>3.3</c:v>
                </c:pt>
                <c:pt idx="11">
                  <c:v>3</c:v>
                </c:pt>
                <c:pt idx="12">
                  <c:v>3.5</c:v>
                </c:pt>
                <c:pt idx="13">
                  <c:v>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A9-443C-8B1D-D0BDA6586D09}"/>
            </c:ext>
          </c:extLst>
        </c:ser>
        <c:ser>
          <c:idx val="1"/>
          <c:order val="1"/>
          <c:tx>
            <c:v>Common establishments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multiLvlStrRef>
              <c:f>'Chart Data'!#REF!</c:f>
            </c:multiLvlStrRef>
          </c:cat>
          <c:val>
            <c:numRef>
              <c:f>'Chart Data'!$C$2:$C$15</c:f>
              <c:numCache>
                <c:formatCode>General</c:formatCode>
                <c:ptCount val="14"/>
                <c:pt idx="0">
                  <c:v>2.4</c:v>
                </c:pt>
                <c:pt idx="1">
                  <c:v>2.2999999999999998</c:v>
                </c:pt>
                <c:pt idx="2">
                  <c:v>2.4</c:v>
                </c:pt>
                <c:pt idx="3">
                  <c:v>2.2000000000000002</c:v>
                </c:pt>
                <c:pt idx="4">
                  <c:v>2.2000000000000002</c:v>
                </c:pt>
                <c:pt idx="5">
                  <c:v>2</c:v>
                </c:pt>
                <c:pt idx="6">
                  <c:v>2.2999999999999998</c:v>
                </c:pt>
                <c:pt idx="7">
                  <c:v>2.7</c:v>
                </c:pt>
                <c:pt idx="8">
                  <c:v>3</c:v>
                </c:pt>
                <c:pt idx="9">
                  <c:v>2.9</c:v>
                </c:pt>
                <c:pt idx="10">
                  <c:v>2.7</c:v>
                </c:pt>
                <c:pt idx="11">
                  <c:v>2.7</c:v>
                </c:pt>
                <c:pt idx="12">
                  <c:v>3</c:v>
                </c:pt>
                <c:pt idx="13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A9-443C-8B1D-D0BDA6586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dateAx>
        <c:axId val="48650112"/>
        <c:scaling>
          <c:orientation val="minMax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Offset val="100"/>
        <c:baseTimeUnit val="months"/>
      </c:dateAx>
      <c:valAx>
        <c:axId val="48672768"/>
        <c:scaling>
          <c:orientation val="minMax"/>
          <c:min val="1.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Percent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9D9D9D"/>
              </a:solidFill>
              <a:ln w="0">
                <a:solidFill>
                  <a:srgbClr val="9D9D9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C81-4928-8C4F-BB1AEFEFCE77}"/>
              </c:ext>
            </c:extLst>
          </c:dPt>
          <c:dPt>
            <c:idx val="1"/>
            <c:invertIfNegative val="0"/>
            <c:bubble3D val="0"/>
            <c:spPr>
              <a:solidFill>
                <a:srgbClr val="B49A63"/>
              </a:solidFill>
              <a:ln w="0">
                <a:solidFill>
                  <a:srgbClr val="B49A6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C81-4928-8C4F-BB1AEFEFCE7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C81-4928-8C4F-BB1AEFEFCE77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Identified base-up</c:v>
                </c:pt>
                <c:pt idx="1">
                  <c:v>Unions with fewer than 300 members</c:v>
                </c:pt>
                <c:pt idx="2">
                  <c:v>Total wage increase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3.5</c:v>
                </c:pt>
                <c:pt idx="1">
                  <c:v>4.6900000000000004</c:v>
                </c:pt>
                <c:pt idx="2">
                  <c:v>5.01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8C81-4928-8C4F-BB1AEFEFCE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1"/>
        <c:axPos val="l"/>
        <c:numFmt formatCode="0.00" sourceLinked="1"/>
        <c:majorTickMark val="none"/>
        <c:minorTickMark val="none"/>
        <c:tickLblPos val="nextTo"/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Implemented in Q2 2026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B49A63"/>
              </a:solidFill>
              <a:ln w="0">
                <a:solidFill>
                  <a:srgbClr val="B49A6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E9D-4D1F-A858-44D52723FDDE}"/>
              </c:ext>
            </c:extLst>
          </c:dPt>
          <c:dPt>
            <c:idx val="1"/>
            <c:invertIfNegative val="0"/>
            <c:bubble3D val="0"/>
            <c:spPr>
              <a:solidFill>
                <a:srgbClr val="B49A63"/>
              </a:solidFill>
              <a:ln w="0">
                <a:solidFill>
                  <a:srgbClr val="B49A6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E9D-4D1F-A858-44D52723FDDE}"/>
              </c:ext>
            </c:extLst>
          </c:dPt>
          <c:dPt>
            <c:idx val="2"/>
            <c:invertIfNegative val="0"/>
            <c:bubble3D val="0"/>
            <c:spPr>
              <a:solidFill>
                <a:srgbClr val="9D9D9D"/>
              </a:solidFill>
              <a:ln w="0">
                <a:solidFill>
                  <a:srgbClr val="9D9D9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E9D-4D1F-A858-44D52723FDD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AE9D-4D1F-A858-44D52723FDD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E9D-4D1F-A858-44D52723FDDE}"/>
              </c:ext>
            </c:extLst>
          </c:dPt>
          <c:dPt>
            <c:idx val="5"/>
            <c:invertIfNegative val="0"/>
            <c:bubble3D val="0"/>
            <c:spPr>
              <a:solidFill>
                <a:srgbClr val="B49A63"/>
              </a:solidFill>
              <a:ln w="0">
                <a:solidFill>
                  <a:srgbClr val="B49A6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AE9D-4D1F-A858-44D52723FDDE}"/>
              </c:ext>
            </c:extLst>
          </c:dPt>
          <c:dPt>
            <c:idx val="6"/>
            <c:invertIfNegative val="0"/>
            <c:bubble3D val="0"/>
            <c:spPr>
              <a:solidFill>
                <a:srgbClr val="9D9D9D"/>
              </a:solidFill>
              <a:ln w="0">
                <a:solidFill>
                  <a:srgbClr val="9D9D9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AE9D-4D1F-A858-44D52723FDDE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Labor-saving investment</c:v>
                </c:pt>
                <c:pt idx="1">
                  <c:v>Career extension and rehiring</c:v>
                </c:pt>
                <c:pt idx="2">
                  <c:v>Temporary and part-time hiring</c:v>
                </c:pt>
                <c:pt idx="3">
                  <c:v>Pay offered to new hires</c:v>
                </c:pt>
                <c:pt idx="4">
                  <c:v>Pay for existing employees</c:v>
                </c:pt>
                <c:pt idx="5">
                  <c:v>Process efficiency</c:v>
                </c:pt>
                <c:pt idx="6">
                  <c:v>Hiring experienced workers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12</c:v>
                </c:pt>
                <c:pt idx="1">
                  <c:v>22</c:v>
                </c:pt>
                <c:pt idx="2">
                  <c:v>37</c:v>
                </c:pt>
                <c:pt idx="3">
                  <c:v>38</c:v>
                </c:pt>
                <c:pt idx="4">
                  <c:v>40</c:v>
                </c:pt>
                <c:pt idx="5">
                  <c:v>42</c:v>
                </c:pt>
                <c:pt idx="6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AE9D-4D1F-A858-44D52723FD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Total earnings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numRef>
              <c:f>'Chart Data'!$A$2:$A$15</c:f>
              <c:numCache>
                <c:formatCode>mmm\-yy</c:formatCode>
                <c:ptCount val="14"/>
                <c:pt idx="0">
                  <c:v>45809</c:v>
                </c:pt>
                <c:pt idx="1">
                  <c:v>45839</c:v>
                </c:pt>
                <c:pt idx="2">
                  <c:v>45870</c:v>
                </c:pt>
                <c:pt idx="3">
                  <c:v>45901</c:v>
                </c:pt>
                <c:pt idx="4">
                  <c:v>45931</c:v>
                </c:pt>
                <c:pt idx="5">
                  <c:v>45962</c:v>
                </c:pt>
                <c:pt idx="6">
                  <c:v>45992</c:v>
                </c:pt>
                <c:pt idx="7">
                  <c:v>46023</c:v>
                </c:pt>
                <c:pt idx="8">
                  <c:v>46054</c:v>
                </c:pt>
                <c:pt idx="9">
                  <c:v>46082</c:v>
                </c:pt>
                <c:pt idx="10">
                  <c:v>46113</c:v>
                </c:pt>
                <c:pt idx="11">
                  <c:v>46143</c:v>
                </c:pt>
                <c:pt idx="12">
                  <c:v>46174</c:v>
                </c:pt>
                <c:pt idx="13">
                  <c:v>46204</c:v>
                </c:pt>
              </c:numCache>
            </c:num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-0.8</c:v>
                </c:pt>
                <c:pt idx="1">
                  <c:v>-0.2</c:v>
                </c:pt>
                <c:pt idx="2">
                  <c:v>-1.7</c:v>
                </c:pt>
                <c:pt idx="3">
                  <c:v>-1.3</c:v>
                </c:pt>
                <c:pt idx="4">
                  <c:v>-0.8</c:v>
                </c:pt>
                <c:pt idx="5">
                  <c:v>-1.6</c:v>
                </c:pt>
                <c:pt idx="6">
                  <c:v>-0.1</c:v>
                </c:pt>
                <c:pt idx="7">
                  <c:v>0.7</c:v>
                </c:pt>
                <c:pt idx="8">
                  <c:v>2</c:v>
                </c:pt>
                <c:pt idx="9">
                  <c:v>1.4</c:v>
                </c:pt>
                <c:pt idx="10">
                  <c:v>2</c:v>
                </c:pt>
                <c:pt idx="11">
                  <c:v>1.6</c:v>
                </c:pt>
                <c:pt idx="12">
                  <c:v>2.2000000000000002</c:v>
                </c:pt>
                <c:pt idx="1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4A-4A6F-8F17-306FB9ACAFC8}"/>
            </c:ext>
          </c:extLst>
        </c:ser>
        <c:ser>
          <c:idx val="1"/>
          <c:order val="1"/>
          <c:tx>
            <c:v>Regular earnings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multiLvlStrRef>
              <c:f>'Chart Data'!#REF!</c:f>
            </c:multiLvlStrRef>
          </c:cat>
          <c:val>
            <c:numRef>
              <c:f>'Chart Data'!$C$2:$C$15</c:f>
              <c:numCache>
                <c:formatCode>General</c:formatCode>
                <c:ptCount val="14"/>
                <c:pt idx="0">
                  <c:v>-1.7</c:v>
                </c:pt>
                <c:pt idx="1">
                  <c:v>-1.4</c:v>
                </c:pt>
                <c:pt idx="2">
                  <c:v>-1.2</c:v>
                </c:pt>
                <c:pt idx="3">
                  <c:v>-1.2</c:v>
                </c:pt>
                <c:pt idx="4">
                  <c:v>-0.9</c:v>
                </c:pt>
                <c:pt idx="5">
                  <c:v>-1.3</c:v>
                </c:pt>
                <c:pt idx="6">
                  <c:v>-0.4</c:v>
                </c:pt>
                <c:pt idx="7">
                  <c:v>1.3</c:v>
                </c:pt>
                <c:pt idx="8">
                  <c:v>1.8</c:v>
                </c:pt>
                <c:pt idx="9">
                  <c:v>1.7</c:v>
                </c:pt>
                <c:pt idx="10">
                  <c:v>1.7</c:v>
                </c:pt>
                <c:pt idx="11">
                  <c:v>1.2</c:v>
                </c:pt>
                <c:pt idx="12">
                  <c:v>1.5</c:v>
                </c:pt>
                <c:pt idx="13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4A-4A6F-8F17-306FB9ACAF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dateAx>
        <c:axId val="48650112"/>
        <c:scaling>
          <c:orientation val="minMax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txPr>
          <a:bodyPr/>
          <a:lstStyle/>
          <a:p>
            <a:pPr>
              <a:defRPr>
                <a:solidFill>
                  <a:schemeClr val="tx1"/>
                </a:solidFill>
              </a:defRPr>
            </a:pPr>
            <a:endParaRPr lang="en-US"/>
          </a:p>
        </c:txPr>
        <c:crossAx val="48672768"/>
        <c:crosses val="autoZero"/>
        <c:auto val="1"/>
        <c:lblOffset val="100"/>
        <c:baseTimeUnit val="months"/>
        <c:majorUnit val="2"/>
        <c:majorTimeUnit val="months"/>
      </c:date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Disposable income 3MMA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numRef>
              <c:f>'Chart Data'!$A$2:$A$15</c:f>
              <c:numCache>
                <c:formatCode>mmm\-yy</c:formatCode>
                <c:ptCount val="14"/>
                <c:pt idx="0">
                  <c:v>45809</c:v>
                </c:pt>
                <c:pt idx="1">
                  <c:v>45839</c:v>
                </c:pt>
                <c:pt idx="2">
                  <c:v>45870</c:v>
                </c:pt>
                <c:pt idx="3">
                  <c:v>45901</c:v>
                </c:pt>
                <c:pt idx="4">
                  <c:v>45931</c:v>
                </c:pt>
                <c:pt idx="5">
                  <c:v>45962</c:v>
                </c:pt>
                <c:pt idx="6">
                  <c:v>45992</c:v>
                </c:pt>
                <c:pt idx="7">
                  <c:v>46023</c:v>
                </c:pt>
                <c:pt idx="8">
                  <c:v>46054</c:v>
                </c:pt>
                <c:pt idx="9">
                  <c:v>46082</c:v>
                </c:pt>
                <c:pt idx="10">
                  <c:v>46113</c:v>
                </c:pt>
                <c:pt idx="11">
                  <c:v>46143</c:v>
                </c:pt>
                <c:pt idx="12">
                  <c:v>46174</c:v>
                </c:pt>
                <c:pt idx="13">
                  <c:v>46204</c:v>
                </c:pt>
              </c:numCache>
            </c:num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-1.5333333333300001</c:v>
                </c:pt>
                <c:pt idx="1">
                  <c:v>-3.4666666666700001</c:v>
                </c:pt>
                <c:pt idx="2">
                  <c:v>-3.7</c:v>
                </c:pt>
                <c:pt idx="3">
                  <c:v>-1.2</c:v>
                </c:pt>
                <c:pt idx="4">
                  <c:v>0.3</c:v>
                </c:pt>
                <c:pt idx="5">
                  <c:v>-1.1666666666700001</c:v>
                </c:pt>
                <c:pt idx="6">
                  <c:v>-0.56666666666700005</c:v>
                </c:pt>
                <c:pt idx="7">
                  <c:v>-3.3333333333299998E-2</c:v>
                </c:pt>
                <c:pt idx="8">
                  <c:v>1.4666666666699999</c:v>
                </c:pt>
                <c:pt idx="9">
                  <c:v>2.6</c:v>
                </c:pt>
                <c:pt idx="10">
                  <c:v>2.9666666666700001</c:v>
                </c:pt>
                <c:pt idx="11">
                  <c:v>2.5</c:v>
                </c:pt>
                <c:pt idx="12">
                  <c:v>1.8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A-444D-84B6-8E847A7FAEAB}"/>
            </c:ext>
          </c:extLst>
        </c:ser>
        <c:ser>
          <c:idx val="1"/>
          <c:order val="1"/>
          <c:tx>
            <c:v>Consumption 3MMA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multiLvlStrRef>
              <c:f>'Chart Data'!#REF!</c:f>
            </c:multiLvlStrRef>
          </c:cat>
          <c:val>
            <c:numRef>
              <c:f>'Chart Data'!$C$2:$C$15</c:f>
              <c:numCache>
                <c:formatCode>General</c:formatCode>
                <c:ptCount val="14"/>
                <c:pt idx="0">
                  <c:v>3.7</c:v>
                </c:pt>
                <c:pt idx="1">
                  <c:v>4.8333333333299997</c:v>
                </c:pt>
                <c:pt idx="2">
                  <c:v>4.7</c:v>
                </c:pt>
                <c:pt idx="3">
                  <c:v>5.6333333333300004</c:v>
                </c:pt>
                <c:pt idx="4">
                  <c:v>4.1333333333300004</c:v>
                </c:pt>
                <c:pt idx="5">
                  <c:v>4.6333333333300004</c:v>
                </c:pt>
                <c:pt idx="6">
                  <c:v>1.2333333333300001</c:v>
                </c:pt>
                <c:pt idx="7">
                  <c:v>0.93333333333299995</c:v>
                </c:pt>
                <c:pt idx="8">
                  <c:v>-1.3</c:v>
                </c:pt>
                <c:pt idx="9">
                  <c:v>-1.3333333333299999</c:v>
                </c:pt>
                <c:pt idx="10">
                  <c:v>-1.43333333333</c:v>
                </c:pt>
                <c:pt idx="11">
                  <c:v>-1.9666666666699999</c:v>
                </c:pt>
                <c:pt idx="12">
                  <c:v>-2.6666666666699999</c:v>
                </c:pt>
                <c:pt idx="13">
                  <c:v>-4.5666666666699998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A-444D-84B6-8E847A7FAE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dateAx>
        <c:axId val="48650112"/>
        <c:scaling>
          <c:orientation val="minMax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Offset val="100"/>
        <c:baseTimeUnit val="months"/>
        <c:majorUnit val="2"/>
        <c:majorTimeUnit val="months"/>
      </c:date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High labor cost intensity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dLbls>
            <c:dLbl>
              <c:idx val="1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C9-4123-B8A7-BA7477B5A2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'Chart Data'!$A$2:$A$15</c:f>
              <c:numCache>
                <c:formatCode>mmm\-yy</c:formatCode>
                <c:ptCount val="14"/>
                <c:pt idx="0">
                  <c:v>45839</c:v>
                </c:pt>
                <c:pt idx="1">
                  <c:v>45870</c:v>
                </c:pt>
                <c:pt idx="2">
                  <c:v>45901</c:v>
                </c:pt>
                <c:pt idx="3">
                  <c:v>45931</c:v>
                </c:pt>
                <c:pt idx="4">
                  <c:v>45962</c:v>
                </c:pt>
                <c:pt idx="5">
                  <c:v>45992</c:v>
                </c:pt>
                <c:pt idx="6">
                  <c:v>46023</c:v>
                </c:pt>
                <c:pt idx="7">
                  <c:v>46054</c:v>
                </c:pt>
                <c:pt idx="8">
                  <c:v>46082</c:v>
                </c:pt>
                <c:pt idx="9">
                  <c:v>46113</c:v>
                </c:pt>
                <c:pt idx="10">
                  <c:v>46143</c:v>
                </c:pt>
                <c:pt idx="11">
                  <c:v>46174</c:v>
                </c:pt>
                <c:pt idx="12">
                  <c:v>46204</c:v>
                </c:pt>
                <c:pt idx="13">
                  <c:v>46235</c:v>
                </c:pt>
              </c:numCache>
            </c:num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3.5</c:v>
                </c:pt>
                <c:pt idx="1">
                  <c:v>3.4</c:v>
                </c:pt>
                <c:pt idx="2">
                  <c:v>3.6</c:v>
                </c:pt>
                <c:pt idx="3">
                  <c:v>3.2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3.1</c:v>
                </c:pt>
                <c:pt idx="8">
                  <c:v>3</c:v>
                </c:pt>
                <c:pt idx="9">
                  <c:v>2.8</c:v>
                </c:pt>
                <c:pt idx="10">
                  <c:v>2.8</c:v>
                </c:pt>
                <c:pt idx="11">
                  <c:v>2.9</c:v>
                </c:pt>
                <c:pt idx="12">
                  <c:v>2.7</c:v>
                </c:pt>
                <c:pt idx="1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F8-49D5-A4F3-1482F7E5B381}"/>
            </c:ext>
          </c:extLst>
        </c:ser>
        <c:ser>
          <c:idx val="1"/>
          <c:order val="1"/>
          <c:tx>
            <c:v>Low labor cost intensity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dLbls>
            <c:dLbl>
              <c:idx val="1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C9-4123-B8A7-BA7477B5A2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'Chart Data'!$C$2:$C$15</c:f>
              <c:strCache>
                <c:ptCount val="14"/>
                <c:pt idx="0">
                  <c:v>07/25</c:v>
                </c:pt>
                <c:pt idx="1">
                  <c:v>08/25</c:v>
                </c:pt>
                <c:pt idx="2">
                  <c:v>09/25</c:v>
                </c:pt>
                <c:pt idx="3">
                  <c:v>10/25</c:v>
                </c:pt>
                <c:pt idx="4">
                  <c:v>11/25</c:v>
                </c:pt>
                <c:pt idx="5">
                  <c:v>12/25</c:v>
                </c:pt>
                <c:pt idx="6">
                  <c:v>01/26</c:v>
                </c:pt>
                <c:pt idx="7">
                  <c:v>02/26</c:v>
                </c:pt>
                <c:pt idx="8">
                  <c:v>03/26</c:v>
                </c:pt>
                <c:pt idx="9">
                  <c:v>04/26</c:v>
                </c:pt>
                <c:pt idx="10">
                  <c:v>05/26</c:v>
                </c:pt>
                <c:pt idx="11">
                  <c:v>06/26</c:v>
                </c:pt>
                <c:pt idx="12">
                  <c:v>07/26</c:v>
                </c:pt>
                <c:pt idx="13">
                  <c:v>08/26</c:v>
                </c:pt>
              </c:strCache>
            </c:strRef>
          </c:cat>
          <c:val>
            <c:numRef>
              <c:f>'Chart Data'!$D$2:$D$15</c:f>
              <c:numCache>
                <c:formatCode>General</c:formatCode>
                <c:ptCount val="14"/>
                <c:pt idx="0">
                  <c:v>1.6</c:v>
                </c:pt>
                <c:pt idx="1">
                  <c:v>2</c:v>
                </c:pt>
                <c:pt idx="2">
                  <c:v>2.4</c:v>
                </c:pt>
                <c:pt idx="3">
                  <c:v>2.4</c:v>
                </c:pt>
                <c:pt idx="4">
                  <c:v>2.5</c:v>
                </c:pt>
                <c:pt idx="5">
                  <c:v>2.2999999999999998</c:v>
                </c:pt>
                <c:pt idx="6">
                  <c:v>2</c:v>
                </c:pt>
                <c:pt idx="7">
                  <c:v>2.2999999999999998</c:v>
                </c:pt>
                <c:pt idx="8">
                  <c:v>3.5</c:v>
                </c:pt>
                <c:pt idx="9">
                  <c:v>4.5</c:v>
                </c:pt>
                <c:pt idx="10">
                  <c:v>4.7</c:v>
                </c:pt>
                <c:pt idx="11">
                  <c:v>4.2</c:v>
                </c:pt>
                <c:pt idx="12">
                  <c:v>4.7</c:v>
                </c:pt>
                <c:pt idx="13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F8-49D5-A4F3-1482F7E5B3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dateAx>
        <c:axId val="48650112"/>
        <c:scaling>
          <c:orientation val="minMax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Offset val="100"/>
        <c:baseTimeUnit val="months"/>
      </c:date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Real GDP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697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9B-4EE5-8CB5-7C2500E1B6F8}"/>
              </c:ext>
            </c:extLst>
          </c:dPt>
          <c:dPt>
            <c:idx val="2"/>
            <c:invertIfNegative val="0"/>
            <c:bubble3D val="0"/>
            <c:spPr>
              <a:solidFill>
                <a:srgbClr val="D7697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9B-4EE5-8CB5-7C2500E1B6F8}"/>
              </c:ext>
            </c:extLst>
          </c:dPt>
          <c:dPt>
            <c:idx val="6"/>
            <c:invertIfNegative val="0"/>
            <c:bubble3D val="0"/>
            <c:spPr>
              <a:solidFill>
                <a:srgbClr val="D7697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C9B-4EE5-8CB5-7C2500E1B6F8}"/>
              </c:ext>
            </c:extLst>
          </c:dPt>
          <c:dPt>
            <c:idx val="8"/>
            <c:invertIfNegative val="0"/>
            <c:bubble3D val="0"/>
            <c:spPr>
              <a:solidFill>
                <a:srgbClr val="D7697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C9B-4EE5-8CB5-7C2500E1B6F8}"/>
              </c:ext>
            </c:extLst>
          </c:dPt>
          <c:dPt>
            <c:idx val="9"/>
            <c:invertIfNegative val="0"/>
            <c:bubble3D val="0"/>
            <c:spPr>
              <a:solidFill>
                <a:srgbClr val="D7697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C9B-4EE5-8CB5-7C2500E1B6F8}"/>
              </c:ext>
            </c:extLst>
          </c:dPt>
          <c:dPt>
            <c:idx val="14"/>
            <c:invertIfNegative val="0"/>
            <c:bubble3D val="0"/>
            <c:spPr>
              <a:solidFill>
                <a:srgbClr val="D7697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C9B-4EE5-8CB5-7C2500E1B6F8}"/>
              </c:ext>
            </c:extLst>
          </c:dPt>
          <c:cat>
            <c:strRef>
              <c:f>Planilha1!$A$2:$A$19</c:f>
              <c:strCache>
                <c:ptCount val="18"/>
                <c:pt idx="0">
                  <c:v>Q1 22</c:v>
                </c:pt>
                <c:pt idx="1">
                  <c:v>Q2 22</c:v>
                </c:pt>
                <c:pt idx="2">
                  <c:v>Q3 22</c:v>
                </c:pt>
                <c:pt idx="3">
                  <c:v>Q4 22</c:v>
                </c:pt>
                <c:pt idx="4">
                  <c:v>Q1 23</c:v>
                </c:pt>
                <c:pt idx="5">
                  <c:v>Q2 23</c:v>
                </c:pt>
                <c:pt idx="6">
                  <c:v>Q3 23</c:v>
                </c:pt>
                <c:pt idx="7">
                  <c:v>Q4 23</c:v>
                </c:pt>
                <c:pt idx="8">
                  <c:v>Q1 24</c:v>
                </c:pt>
                <c:pt idx="9">
                  <c:v>Q2 24</c:v>
                </c:pt>
                <c:pt idx="10">
                  <c:v>Q3 24</c:v>
                </c:pt>
                <c:pt idx="11">
                  <c:v>Q4 24</c:v>
                </c:pt>
                <c:pt idx="12">
                  <c:v>Q1 25</c:v>
                </c:pt>
                <c:pt idx="13">
                  <c:v>Q2 25</c:v>
                </c:pt>
                <c:pt idx="14">
                  <c:v>Q3 25</c:v>
                </c:pt>
                <c:pt idx="15">
                  <c:v>Q4 25</c:v>
                </c:pt>
                <c:pt idx="16">
                  <c:v>Q1 26</c:v>
                </c:pt>
                <c:pt idx="17">
                  <c:v>Q2 26</c:v>
                </c:pt>
              </c:strCache>
            </c:strRef>
          </c:cat>
          <c:val>
            <c:numRef>
              <c:f>Planilha1!$B$2:$B$19</c:f>
              <c:numCache>
                <c:formatCode>General</c:formatCode>
                <c:ptCount val="18"/>
                <c:pt idx="0">
                  <c:v>-0.4</c:v>
                </c:pt>
                <c:pt idx="1">
                  <c:v>1</c:v>
                </c:pt>
                <c:pt idx="2">
                  <c:v>-0.3</c:v>
                </c:pt>
                <c:pt idx="3">
                  <c:v>0.5</c:v>
                </c:pt>
                <c:pt idx="4">
                  <c:v>0.9</c:v>
                </c:pt>
                <c:pt idx="5">
                  <c:v>0.1</c:v>
                </c:pt>
                <c:pt idx="6">
                  <c:v>-1.3</c:v>
                </c:pt>
                <c:pt idx="7">
                  <c:v>0.5</c:v>
                </c:pt>
                <c:pt idx="8">
                  <c:v>-0.1</c:v>
                </c:pt>
                <c:pt idx="9">
                  <c:v>-0.1</c:v>
                </c:pt>
                <c:pt idx="10">
                  <c:v>0.8</c:v>
                </c:pt>
                <c:pt idx="11">
                  <c:v>0.4</c:v>
                </c:pt>
                <c:pt idx="12">
                  <c:v>0.5</c:v>
                </c:pt>
                <c:pt idx="13">
                  <c:v>0.1</c:v>
                </c:pt>
                <c:pt idx="14">
                  <c:v>-0.4</c:v>
                </c:pt>
                <c:pt idx="15">
                  <c:v>0.3</c:v>
                </c:pt>
                <c:pt idx="16">
                  <c:v>0.5</c:v>
                </c:pt>
                <c:pt idx="17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C9B-4EE5-8CB5-7C2500E1B6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1148626495"/>
        <c:axId val="1244868399"/>
      </c:barChart>
      <c:catAx>
        <c:axId val="114862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alpha val="89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868399"/>
        <c:crosses val="autoZero"/>
        <c:auto val="1"/>
        <c:lblAlgn val="ctr"/>
        <c:lblOffset val="100"/>
        <c:tickLblSkip val="2"/>
        <c:noMultiLvlLbl val="0"/>
      </c:catAx>
      <c:valAx>
        <c:axId val="12448683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148626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Output gap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Planilha1!$A$2:$A$18</c:f>
              <c:strCache>
                <c:ptCount val="17"/>
                <c:pt idx="0">
                  <c:v>Q1 22</c:v>
                </c:pt>
                <c:pt idx="1">
                  <c:v>Q2 22</c:v>
                </c:pt>
                <c:pt idx="2">
                  <c:v>Q3 22</c:v>
                </c:pt>
                <c:pt idx="3">
                  <c:v>Q4 22</c:v>
                </c:pt>
                <c:pt idx="4">
                  <c:v>Q1 23</c:v>
                </c:pt>
                <c:pt idx="5">
                  <c:v>Q2 23</c:v>
                </c:pt>
                <c:pt idx="6">
                  <c:v>Q3 23</c:v>
                </c:pt>
                <c:pt idx="7">
                  <c:v>Q4 23</c:v>
                </c:pt>
                <c:pt idx="8">
                  <c:v>Q1 24</c:v>
                </c:pt>
                <c:pt idx="9">
                  <c:v>Q2 24</c:v>
                </c:pt>
                <c:pt idx="10">
                  <c:v>Q3 24</c:v>
                </c:pt>
                <c:pt idx="11">
                  <c:v>Q4 24</c:v>
                </c:pt>
                <c:pt idx="12">
                  <c:v>Q1 25</c:v>
                </c:pt>
                <c:pt idx="13">
                  <c:v>Q2 25</c:v>
                </c:pt>
                <c:pt idx="14">
                  <c:v>Q3 25</c:v>
                </c:pt>
                <c:pt idx="15">
                  <c:v>Q4 25</c:v>
                </c:pt>
                <c:pt idx="16">
                  <c:v>Q1 26</c:v>
                </c:pt>
              </c:strCache>
            </c:strRef>
          </c:cat>
          <c:val>
            <c:numRef>
              <c:f>Planilha1!$B$2:$B$18</c:f>
              <c:numCache>
                <c:formatCode>General</c:formatCode>
                <c:ptCount val="17"/>
                <c:pt idx="0">
                  <c:v>0.37804392599999997</c:v>
                </c:pt>
                <c:pt idx="1">
                  <c:v>0.59790212700000001</c:v>
                </c:pt>
                <c:pt idx="2">
                  <c:v>0.85017288000000002</c:v>
                </c:pt>
                <c:pt idx="3">
                  <c:v>0.67488917199999998</c:v>
                </c:pt>
                <c:pt idx="4">
                  <c:v>1.0001643170000001</c:v>
                </c:pt>
                <c:pt idx="5">
                  <c:v>1.1862797359999999</c:v>
                </c:pt>
                <c:pt idx="6">
                  <c:v>0.94135691499999996</c:v>
                </c:pt>
                <c:pt idx="7">
                  <c:v>0.87884749100000004</c:v>
                </c:pt>
                <c:pt idx="8">
                  <c:v>0.14416174400000001</c:v>
                </c:pt>
                <c:pt idx="9">
                  <c:v>7.3101258000000002E-2</c:v>
                </c:pt>
                <c:pt idx="10">
                  <c:v>0.21745694900000001</c:v>
                </c:pt>
                <c:pt idx="11">
                  <c:v>0.39831560999999999</c:v>
                </c:pt>
                <c:pt idx="12">
                  <c:v>0.38798987299999999</c:v>
                </c:pt>
                <c:pt idx="13">
                  <c:v>0.56317915299999999</c:v>
                </c:pt>
                <c:pt idx="14">
                  <c:v>0.50665749400000004</c:v>
                </c:pt>
                <c:pt idx="15">
                  <c:v>0.57313109799999995</c:v>
                </c:pt>
                <c:pt idx="16">
                  <c:v>0.534480383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E3-4EF0-94F6-35D5DC313BA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Capital input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Planilha1!$A$2:$A$18</c:f>
              <c:strCache>
                <c:ptCount val="17"/>
                <c:pt idx="0">
                  <c:v>Q1 22</c:v>
                </c:pt>
                <c:pt idx="1">
                  <c:v>Q2 22</c:v>
                </c:pt>
                <c:pt idx="2">
                  <c:v>Q3 22</c:v>
                </c:pt>
                <c:pt idx="3">
                  <c:v>Q4 22</c:v>
                </c:pt>
                <c:pt idx="4">
                  <c:v>Q1 23</c:v>
                </c:pt>
                <c:pt idx="5">
                  <c:v>Q2 23</c:v>
                </c:pt>
                <c:pt idx="6">
                  <c:v>Q3 23</c:v>
                </c:pt>
                <c:pt idx="7">
                  <c:v>Q4 23</c:v>
                </c:pt>
                <c:pt idx="8">
                  <c:v>Q1 24</c:v>
                </c:pt>
                <c:pt idx="9">
                  <c:v>Q2 24</c:v>
                </c:pt>
                <c:pt idx="10">
                  <c:v>Q3 24</c:v>
                </c:pt>
                <c:pt idx="11">
                  <c:v>Q4 24</c:v>
                </c:pt>
                <c:pt idx="12">
                  <c:v>Q1 25</c:v>
                </c:pt>
                <c:pt idx="13">
                  <c:v>Q2 25</c:v>
                </c:pt>
                <c:pt idx="14">
                  <c:v>Q3 25</c:v>
                </c:pt>
                <c:pt idx="15">
                  <c:v>Q4 25</c:v>
                </c:pt>
                <c:pt idx="16">
                  <c:v>Q1 26</c:v>
                </c:pt>
              </c:strCache>
            </c:strRef>
          </c:cat>
          <c:val>
            <c:numRef>
              <c:f>Planilha1!$C$2:$C$18</c:f>
              <c:numCache>
                <c:formatCode>General</c:formatCode>
                <c:ptCount val="17"/>
                <c:pt idx="0">
                  <c:v>0.289727919</c:v>
                </c:pt>
                <c:pt idx="1">
                  <c:v>0.15789065999999999</c:v>
                </c:pt>
                <c:pt idx="2">
                  <c:v>0.39506106899999999</c:v>
                </c:pt>
                <c:pt idx="3">
                  <c:v>0.325510931</c:v>
                </c:pt>
                <c:pt idx="4">
                  <c:v>0.38705176499999999</c:v>
                </c:pt>
                <c:pt idx="5">
                  <c:v>0.41679744800000001</c:v>
                </c:pt>
                <c:pt idx="6">
                  <c:v>0.24113610599999999</c:v>
                </c:pt>
                <c:pt idx="7">
                  <c:v>0.46137621099999998</c:v>
                </c:pt>
                <c:pt idx="8">
                  <c:v>-2.6194346E-2</c:v>
                </c:pt>
                <c:pt idx="9">
                  <c:v>6.3493746000000004E-2</c:v>
                </c:pt>
                <c:pt idx="10">
                  <c:v>0.13715977400000001</c:v>
                </c:pt>
                <c:pt idx="11">
                  <c:v>0.21232826899999999</c:v>
                </c:pt>
                <c:pt idx="12">
                  <c:v>0.122139441</c:v>
                </c:pt>
                <c:pt idx="13">
                  <c:v>0.278790802</c:v>
                </c:pt>
                <c:pt idx="14">
                  <c:v>0.23549815700000001</c:v>
                </c:pt>
                <c:pt idx="15">
                  <c:v>0.184931016</c:v>
                </c:pt>
                <c:pt idx="16">
                  <c:v>0.43515100299999998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E3-4EF0-94F6-35D5DC313BA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Labor input</c:v>
                </c:pt>
              </c:strCache>
            </c:strRef>
          </c:tx>
          <c:spPr>
            <a:ln w="381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Planilha1!$A$2:$A$18</c:f>
              <c:strCache>
                <c:ptCount val="17"/>
                <c:pt idx="0">
                  <c:v>Q1 22</c:v>
                </c:pt>
                <c:pt idx="1">
                  <c:v>Q2 22</c:v>
                </c:pt>
                <c:pt idx="2">
                  <c:v>Q3 22</c:v>
                </c:pt>
                <c:pt idx="3">
                  <c:v>Q4 22</c:v>
                </c:pt>
                <c:pt idx="4">
                  <c:v>Q1 23</c:v>
                </c:pt>
                <c:pt idx="5">
                  <c:v>Q2 23</c:v>
                </c:pt>
                <c:pt idx="6">
                  <c:v>Q3 23</c:v>
                </c:pt>
                <c:pt idx="7">
                  <c:v>Q4 23</c:v>
                </c:pt>
                <c:pt idx="8">
                  <c:v>Q1 24</c:v>
                </c:pt>
                <c:pt idx="9">
                  <c:v>Q2 24</c:v>
                </c:pt>
                <c:pt idx="10">
                  <c:v>Q3 24</c:v>
                </c:pt>
                <c:pt idx="11">
                  <c:v>Q4 24</c:v>
                </c:pt>
                <c:pt idx="12">
                  <c:v>Q1 25</c:v>
                </c:pt>
                <c:pt idx="13">
                  <c:v>Q2 25</c:v>
                </c:pt>
                <c:pt idx="14">
                  <c:v>Q3 25</c:v>
                </c:pt>
                <c:pt idx="15">
                  <c:v>Q4 25</c:v>
                </c:pt>
                <c:pt idx="16">
                  <c:v>Q1 26</c:v>
                </c:pt>
              </c:strCache>
            </c:strRef>
          </c:cat>
          <c:val>
            <c:numRef>
              <c:f>Planilha1!$D$2:$D$18</c:f>
              <c:numCache>
                <c:formatCode>General</c:formatCode>
                <c:ptCount val="17"/>
                <c:pt idx="0">
                  <c:v>8.8316007000000002E-2</c:v>
                </c:pt>
                <c:pt idx="1">
                  <c:v>0.44001146699999999</c:v>
                </c:pt>
                <c:pt idx="2">
                  <c:v>0.45511181099999998</c:v>
                </c:pt>
                <c:pt idx="3">
                  <c:v>0.34937824099999998</c:v>
                </c:pt>
                <c:pt idx="4">
                  <c:v>0.61311255200000003</c:v>
                </c:pt>
                <c:pt idx="5">
                  <c:v>0.76948228799999996</c:v>
                </c:pt>
                <c:pt idx="6">
                  <c:v>0.70022080900000006</c:v>
                </c:pt>
                <c:pt idx="7">
                  <c:v>0.41747128</c:v>
                </c:pt>
                <c:pt idx="8">
                  <c:v>0.17035608999999999</c:v>
                </c:pt>
                <c:pt idx="9">
                  <c:v>9.6075120000000003E-3</c:v>
                </c:pt>
                <c:pt idx="10">
                  <c:v>8.0297174999999998E-2</c:v>
                </c:pt>
                <c:pt idx="11">
                  <c:v>0.185987341</c:v>
                </c:pt>
                <c:pt idx="12">
                  <c:v>0.265850433</c:v>
                </c:pt>
                <c:pt idx="13">
                  <c:v>0.28438835000000001</c:v>
                </c:pt>
                <c:pt idx="14">
                  <c:v>0.27115933800000003</c:v>
                </c:pt>
                <c:pt idx="15">
                  <c:v>0.388200082</c:v>
                </c:pt>
                <c:pt idx="16">
                  <c:v>9.9329378999999995E-2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E3-4EF0-94F6-35D5DC313B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8497039"/>
        <c:axId val="1244864079"/>
      </c:lineChart>
      <c:catAx>
        <c:axId val="11484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864079"/>
        <c:crosses val="autoZero"/>
        <c:auto val="1"/>
        <c:lblAlgn val="ctr"/>
        <c:lblOffset val="100"/>
        <c:tickLblSkip val="2"/>
        <c:noMultiLvlLbl val="0"/>
      </c:catAx>
      <c:valAx>
        <c:axId val="1244864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148497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Planilha1!$A$2</c:f>
              <c:strCache>
                <c:ptCount val="1"/>
                <c:pt idx="0">
                  <c:v>GDP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Planilha1!$B$1:$AF$1</c:f>
              <c:strCache>
                <c:ptCount val="31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  <c:pt idx="28">
                  <c:v>2023</c:v>
                </c:pt>
                <c:pt idx="29">
                  <c:v>2024</c:v>
                </c:pt>
                <c:pt idx="30">
                  <c:v>2025</c:v>
                </c:pt>
              </c:strCache>
            </c:strRef>
          </c:cat>
          <c:val>
            <c:numRef>
              <c:f>Planilha1!$B$2:$AF$2</c:f>
              <c:numCache>
                <c:formatCode>General</c:formatCode>
                <c:ptCount val="31"/>
                <c:pt idx="0">
                  <c:v>2.2999999999999998</c:v>
                </c:pt>
                <c:pt idx="1">
                  <c:v>3.1</c:v>
                </c:pt>
                <c:pt idx="2">
                  <c:v>1.4</c:v>
                </c:pt>
                <c:pt idx="3">
                  <c:v>-1.8</c:v>
                </c:pt>
                <c:pt idx="4">
                  <c:v>-0.3</c:v>
                </c:pt>
                <c:pt idx="5">
                  <c:v>3</c:v>
                </c:pt>
                <c:pt idx="6">
                  <c:v>0.3</c:v>
                </c:pt>
                <c:pt idx="7">
                  <c:v>0.1</c:v>
                </c:pt>
                <c:pt idx="8">
                  <c:v>1.4</c:v>
                </c:pt>
                <c:pt idx="9">
                  <c:v>2.1</c:v>
                </c:pt>
                <c:pt idx="10">
                  <c:v>1.8</c:v>
                </c:pt>
                <c:pt idx="11">
                  <c:v>1.5</c:v>
                </c:pt>
                <c:pt idx="12">
                  <c:v>1.7</c:v>
                </c:pt>
                <c:pt idx="13">
                  <c:v>-1.2</c:v>
                </c:pt>
                <c:pt idx="14">
                  <c:v>-5.9</c:v>
                </c:pt>
                <c:pt idx="15">
                  <c:v>4.0999999999999996</c:v>
                </c:pt>
                <c:pt idx="16">
                  <c:v>-0.2</c:v>
                </c:pt>
                <c:pt idx="17">
                  <c:v>1.6</c:v>
                </c:pt>
                <c:pt idx="18">
                  <c:v>2</c:v>
                </c:pt>
                <c:pt idx="19">
                  <c:v>0.9</c:v>
                </c:pt>
                <c:pt idx="20">
                  <c:v>1.8</c:v>
                </c:pt>
                <c:pt idx="21">
                  <c:v>0.7</c:v>
                </c:pt>
                <c:pt idx="22">
                  <c:v>1.6</c:v>
                </c:pt>
                <c:pt idx="23">
                  <c:v>0.8</c:v>
                </c:pt>
                <c:pt idx="24">
                  <c:v>-0.3</c:v>
                </c:pt>
                <c:pt idx="25">
                  <c:v>-4.3</c:v>
                </c:pt>
                <c:pt idx="26">
                  <c:v>3.6</c:v>
                </c:pt>
                <c:pt idx="27">
                  <c:v>1.3</c:v>
                </c:pt>
                <c:pt idx="28">
                  <c:v>0.7</c:v>
                </c:pt>
                <c:pt idx="29">
                  <c:v>-0.2</c:v>
                </c:pt>
                <c:pt idx="30">
                  <c:v>1.2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C4-454C-9CD1-419524EEBA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37645360"/>
        <c:axId val="346880400"/>
      </c:lineChart>
      <c:catAx>
        <c:axId val="1837645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346880400"/>
        <c:crosses val="autoZero"/>
        <c:auto val="1"/>
        <c:lblAlgn val="ctr"/>
        <c:lblOffset val="100"/>
        <c:tickLblSkip val="2"/>
        <c:noMultiLvlLbl val="0"/>
      </c:catAx>
      <c:valAx>
        <c:axId val="346880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837645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Private consumption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Planilha1!$A$2:$A$15</c:f>
              <c:strCache>
                <c:ptCount val="14"/>
                <c:pt idx="0">
                  <c:v>Q1 23</c:v>
                </c:pt>
                <c:pt idx="1">
                  <c:v>Q2 23</c:v>
                </c:pt>
                <c:pt idx="2">
                  <c:v>Q3 23</c:v>
                </c:pt>
                <c:pt idx="3">
                  <c:v>Q4 23</c:v>
                </c:pt>
                <c:pt idx="4">
                  <c:v>Q1 24</c:v>
                </c:pt>
                <c:pt idx="5">
                  <c:v>Q2 24</c:v>
                </c:pt>
                <c:pt idx="6">
                  <c:v>Q3 24</c:v>
                </c:pt>
                <c:pt idx="7">
                  <c:v>Q4 24</c:v>
                </c:pt>
                <c:pt idx="8">
                  <c:v>Q1 25</c:v>
                </c:pt>
                <c:pt idx="9">
                  <c:v>Q2 25</c:v>
                </c:pt>
                <c:pt idx="10">
                  <c:v>Q3 25</c:v>
                </c:pt>
                <c:pt idx="11">
                  <c:v>Q4 25</c:v>
                </c:pt>
                <c:pt idx="12">
                  <c:v>Q1 26</c:v>
                </c:pt>
                <c:pt idx="13">
                  <c:v>Q2 26</c:v>
                </c:pt>
              </c:strCache>
            </c:strRef>
          </c:cat>
          <c:val>
            <c:numRef>
              <c:f>Planilha1!$B$2:$B$15</c:f>
              <c:numCache>
                <c:formatCode>General</c:formatCode>
                <c:ptCount val="14"/>
                <c:pt idx="0">
                  <c:v>0.3</c:v>
                </c:pt>
                <c:pt idx="1">
                  <c:v>-0.5</c:v>
                </c:pt>
                <c:pt idx="2">
                  <c:v>-0.4</c:v>
                </c:pt>
                <c:pt idx="3">
                  <c:v>0</c:v>
                </c:pt>
                <c:pt idx="4">
                  <c:v>-0.1</c:v>
                </c:pt>
                <c:pt idx="5">
                  <c:v>0</c:v>
                </c:pt>
                <c:pt idx="6">
                  <c:v>0.3</c:v>
                </c:pt>
                <c:pt idx="7">
                  <c:v>0</c:v>
                </c:pt>
                <c:pt idx="8">
                  <c:v>0.3</c:v>
                </c:pt>
                <c:pt idx="9">
                  <c:v>0.1</c:v>
                </c:pt>
                <c:pt idx="10">
                  <c:v>0.3</c:v>
                </c:pt>
                <c:pt idx="11">
                  <c:v>0.1</c:v>
                </c:pt>
                <c:pt idx="12">
                  <c:v>0.2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81-4E10-9848-0F72101B0A31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Fixed investment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Planilha1!$A$2:$A$15</c:f>
              <c:strCache>
                <c:ptCount val="14"/>
                <c:pt idx="0">
                  <c:v>Q1 23</c:v>
                </c:pt>
                <c:pt idx="1">
                  <c:v>Q2 23</c:v>
                </c:pt>
                <c:pt idx="2">
                  <c:v>Q3 23</c:v>
                </c:pt>
                <c:pt idx="3">
                  <c:v>Q4 23</c:v>
                </c:pt>
                <c:pt idx="4">
                  <c:v>Q1 24</c:v>
                </c:pt>
                <c:pt idx="5">
                  <c:v>Q2 24</c:v>
                </c:pt>
                <c:pt idx="6">
                  <c:v>Q3 24</c:v>
                </c:pt>
                <c:pt idx="7">
                  <c:v>Q4 24</c:v>
                </c:pt>
                <c:pt idx="8">
                  <c:v>Q1 25</c:v>
                </c:pt>
                <c:pt idx="9">
                  <c:v>Q2 25</c:v>
                </c:pt>
                <c:pt idx="10">
                  <c:v>Q3 25</c:v>
                </c:pt>
                <c:pt idx="11">
                  <c:v>Q4 25</c:v>
                </c:pt>
                <c:pt idx="12">
                  <c:v>Q1 26</c:v>
                </c:pt>
                <c:pt idx="13">
                  <c:v>Q2 26</c:v>
                </c:pt>
              </c:strCache>
            </c:strRef>
          </c:cat>
          <c:val>
            <c:numRef>
              <c:f>Planilha1!$C$2:$C$15</c:f>
              <c:numCache>
                <c:formatCode>General</c:formatCode>
                <c:ptCount val="14"/>
                <c:pt idx="0">
                  <c:v>0.5</c:v>
                </c:pt>
                <c:pt idx="1">
                  <c:v>-0.2</c:v>
                </c:pt>
                <c:pt idx="2">
                  <c:v>-0.2</c:v>
                </c:pt>
                <c:pt idx="3">
                  <c:v>0.3</c:v>
                </c:pt>
                <c:pt idx="4">
                  <c:v>-0.2</c:v>
                </c:pt>
                <c:pt idx="5">
                  <c:v>0.2</c:v>
                </c:pt>
                <c:pt idx="6">
                  <c:v>0.4</c:v>
                </c:pt>
                <c:pt idx="7">
                  <c:v>-0.1</c:v>
                </c:pt>
                <c:pt idx="8">
                  <c:v>0.2</c:v>
                </c:pt>
                <c:pt idx="9">
                  <c:v>0.2</c:v>
                </c:pt>
                <c:pt idx="10">
                  <c:v>-0.4</c:v>
                </c:pt>
                <c:pt idx="11">
                  <c:v>0.4</c:v>
                </c:pt>
                <c:pt idx="12">
                  <c:v>-0.1</c:v>
                </c:pt>
                <c:pt idx="13">
                  <c:v>-0.2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81-4E10-9848-0F72101B0A31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Government consumption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Planilha1!$A$2:$A$15</c:f>
              <c:strCache>
                <c:ptCount val="14"/>
                <c:pt idx="0">
                  <c:v>Q1 23</c:v>
                </c:pt>
                <c:pt idx="1">
                  <c:v>Q2 23</c:v>
                </c:pt>
                <c:pt idx="2">
                  <c:v>Q3 23</c:v>
                </c:pt>
                <c:pt idx="3">
                  <c:v>Q4 23</c:v>
                </c:pt>
                <c:pt idx="4">
                  <c:v>Q1 24</c:v>
                </c:pt>
                <c:pt idx="5">
                  <c:v>Q2 24</c:v>
                </c:pt>
                <c:pt idx="6">
                  <c:v>Q3 24</c:v>
                </c:pt>
                <c:pt idx="7">
                  <c:v>Q4 24</c:v>
                </c:pt>
                <c:pt idx="8">
                  <c:v>Q1 25</c:v>
                </c:pt>
                <c:pt idx="9">
                  <c:v>Q2 25</c:v>
                </c:pt>
                <c:pt idx="10">
                  <c:v>Q3 25</c:v>
                </c:pt>
                <c:pt idx="11">
                  <c:v>Q4 25</c:v>
                </c:pt>
                <c:pt idx="12">
                  <c:v>Q1 26</c:v>
                </c:pt>
                <c:pt idx="13">
                  <c:v>Q2 26</c:v>
                </c:pt>
              </c:strCache>
            </c:strRef>
          </c:cat>
          <c:val>
            <c:numRef>
              <c:f>Planilha1!$D$2:$D$15</c:f>
              <c:numCache>
                <c:formatCode>General</c:formatCode>
                <c:ptCount val="14"/>
                <c:pt idx="0">
                  <c:v>0</c:v>
                </c:pt>
                <c:pt idx="1">
                  <c:v>-0.3</c:v>
                </c:pt>
                <c:pt idx="2">
                  <c:v>0</c:v>
                </c:pt>
                <c:pt idx="3">
                  <c:v>0</c:v>
                </c:pt>
                <c:pt idx="4">
                  <c:v>0.1</c:v>
                </c:pt>
                <c:pt idx="5">
                  <c:v>0.4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0.1</c:v>
                </c:pt>
                <c:pt idx="10">
                  <c:v>0</c:v>
                </c:pt>
                <c:pt idx="11">
                  <c:v>0.1</c:v>
                </c:pt>
                <c:pt idx="12">
                  <c:v>0.1</c:v>
                </c:pt>
                <c:pt idx="1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81-4E10-9848-0F72101B0A31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Inventories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Planilha1!$A$2:$A$15</c:f>
              <c:strCache>
                <c:ptCount val="14"/>
                <c:pt idx="0">
                  <c:v>Q1 23</c:v>
                </c:pt>
                <c:pt idx="1">
                  <c:v>Q2 23</c:v>
                </c:pt>
                <c:pt idx="2">
                  <c:v>Q3 23</c:v>
                </c:pt>
                <c:pt idx="3">
                  <c:v>Q4 23</c:v>
                </c:pt>
                <c:pt idx="4">
                  <c:v>Q1 24</c:v>
                </c:pt>
                <c:pt idx="5">
                  <c:v>Q2 24</c:v>
                </c:pt>
                <c:pt idx="6">
                  <c:v>Q3 24</c:v>
                </c:pt>
                <c:pt idx="7">
                  <c:v>Q4 24</c:v>
                </c:pt>
                <c:pt idx="8">
                  <c:v>Q1 25</c:v>
                </c:pt>
                <c:pt idx="9">
                  <c:v>Q2 25</c:v>
                </c:pt>
                <c:pt idx="10">
                  <c:v>Q3 25</c:v>
                </c:pt>
                <c:pt idx="11">
                  <c:v>Q4 25</c:v>
                </c:pt>
                <c:pt idx="12">
                  <c:v>Q1 26</c:v>
                </c:pt>
                <c:pt idx="13">
                  <c:v>Q2 26</c:v>
                </c:pt>
              </c:strCache>
            </c:strRef>
          </c:cat>
          <c:val>
            <c:numRef>
              <c:f>Planilha1!$E$2:$E$15</c:f>
              <c:numCache>
                <c:formatCode>General</c:formatCode>
                <c:ptCount val="14"/>
                <c:pt idx="0">
                  <c:v>-0.2</c:v>
                </c:pt>
                <c:pt idx="1">
                  <c:v>-0.1</c:v>
                </c:pt>
                <c:pt idx="2">
                  <c:v>-0.7</c:v>
                </c:pt>
                <c:pt idx="3">
                  <c:v>0.3</c:v>
                </c:pt>
                <c:pt idx="4">
                  <c:v>0</c:v>
                </c:pt>
                <c:pt idx="5">
                  <c:v>-0.2</c:v>
                </c:pt>
                <c:pt idx="6">
                  <c:v>0.4</c:v>
                </c:pt>
                <c:pt idx="7">
                  <c:v>-0.3</c:v>
                </c:pt>
                <c:pt idx="8">
                  <c:v>0.7</c:v>
                </c:pt>
                <c:pt idx="9">
                  <c:v>-0.3</c:v>
                </c:pt>
                <c:pt idx="10">
                  <c:v>-0.1</c:v>
                </c:pt>
                <c:pt idx="11">
                  <c:v>-0.4</c:v>
                </c:pt>
                <c:pt idx="12">
                  <c:v>-0.1</c:v>
                </c:pt>
                <c:pt idx="13">
                  <c:v>-0.2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281-4E10-9848-0F72101B0A31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Net exports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Planilha1!$A$2:$A$15</c:f>
              <c:strCache>
                <c:ptCount val="14"/>
                <c:pt idx="0">
                  <c:v>Q1 23</c:v>
                </c:pt>
                <c:pt idx="1">
                  <c:v>Q2 23</c:v>
                </c:pt>
                <c:pt idx="2">
                  <c:v>Q3 23</c:v>
                </c:pt>
                <c:pt idx="3">
                  <c:v>Q4 23</c:v>
                </c:pt>
                <c:pt idx="4">
                  <c:v>Q1 24</c:v>
                </c:pt>
                <c:pt idx="5">
                  <c:v>Q2 24</c:v>
                </c:pt>
                <c:pt idx="6">
                  <c:v>Q3 24</c:v>
                </c:pt>
                <c:pt idx="7">
                  <c:v>Q4 24</c:v>
                </c:pt>
                <c:pt idx="8">
                  <c:v>Q1 25</c:v>
                </c:pt>
                <c:pt idx="9">
                  <c:v>Q2 25</c:v>
                </c:pt>
                <c:pt idx="10">
                  <c:v>Q3 25</c:v>
                </c:pt>
                <c:pt idx="11">
                  <c:v>Q4 25</c:v>
                </c:pt>
                <c:pt idx="12">
                  <c:v>Q1 26</c:v>
                </c:pt>
                <c:pt idx="13">
                  <c:v>Q2 26</c:v>
                </c:pt>
              </c:strCache>
            </c:strRef>
          </c:cat>
          <c:val>
            <c:numRef>
              <c:f>Planilha1!$F$2:$F$15</c:f>
              <c:numCache>
                <c:formatCode>General</c:formatCode>
                <c:ptCount val="14"/>
                <c:pt idx="0">
                  <c:v>0.2</c:v>
                </c:pt>
                <c:pt idx="1">
                  <c:v>1.1000000000000001</c:v>
                </c:pt>
                <c:pt idx="2">
                  <c:v>0</c:v>
                </c:pt>
                <c:pt idx="3">
                  <c:v>-0.1</c:v>
                </c:pt>
                <c:pt idx="4">
                  <c:v>0.2</c:v>
                </c:pt>
                <c:pt idx="5">
                  <c:v>-0.6</c:v>
                </c:pt>
                <c:pt idx="6">
                  <c:v>-0.1</c:v>
                </c:pt>
                <c:pt idx="7">
                  <c:v>0.8</c:v>
                </c:pt>
                <c:pt idx="8">
                  <c:v>-0.6</c:v>
                </c:pt>
                <c:pt idx="9">
                  <c:v>0</c:v>
                </c:pt>
                <c:pt idx="10">
                  <c:v>-0.2</c:v>
                </c:pt>
                <c:pt idx="11">
                  <c:v>0.1</c:v>
                </c:pt>
                <c:pt idx="12">
                  <c:v>0.3</c:v>
                </c:pt>
                <c:pt idx="1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81-4E10-9848-0F72101B0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288208111"/>
        <c:axId val="1244700879"/>
      </c:barChart>
      <c:catAx>
        <c:axId val="128820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700879"/>
        <c:crosses val="autoZero"/>
        <c:auto val="1"/>
        <c:lblAlgn val="ctr"/>
        <c:lblOffset val="100"/>
        <c:tickLblSkip val="2"/>
        <c:noMultiLvlLbl val="0"/>
      </c:catAx>
      <c:valAx>
        <c:axId val="12447008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8820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Q2 contribution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59A6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4A9-4079-9C24-BB351A705AC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4A9-4079-9C24-BB351A705AC7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4A9-4079-9C24-BB351A705AC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4A9-4079-9C24-BB351A705AC7}"/>
              </c:ext>
            </c:extLst>
          </c:dPt>
          <c:cat>
            <c:strRef>
              <c:f>Planilha1!$A$2:$A$5</c:f>
              <c:strCache>
                <c:ptCount val="4"/>
                <c:pt idx="0">
                  <c:v>Domestic demand</c:v>
                </c:pt>
                <c:pt idx="1">
                  <c:v>Exports</c:v>
                </c:pt>
                <c:pt idx="2">
                  <c:v>Imports</c:v>
                </c:pt>
                <c:pt idx="3">
                  <c:v>GDP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-0.1</c:v>
                </c:pt>
                <c:pt idx="1">
                  <c:v>0.1</c:v>
                </c:pt>
                <c:pt idx="2">
                  <c:v>0.4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A9-4079-9C24-BB351A705A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4414816"/>
        <c:axId val="1244874159"/>
      </c:barChart>
      <c:catAx>
        <c:axId val="2134414816"/>
        <c:scaling>
          <c:orientation val="minMax"/>
        </c:scaling>
        <c:delete val="0"/>
        <c:axPos val="b"/>
        <c:numFmt formatCode="General" sourceLinked="1"/>
        <c:majorTickMark val="none"/>
        <c:minorTickMark val="in"/>
        <c:tickLblPos val="low"/>
        <c:spPr>
          <a:solidFill>
            <a:schemeClr val="bg1"/>
          </a:solidFill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874159"/>
        <c:crosses val="autoZero"/>
        <c:auto val="1"/>
        <c:lblAlgn val="ctr"/>
        <c:lblOffset val="100"/>
        <c:noMultiLvlLbl val="0"/>
      </c:catAx>
      <c:valAx>
        <c:axId val="1244874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213441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Real GDP growth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Planilha1!$A$2:$A$14</c:f>
              <c:strCache>
                <c:ptCount val="13"/>
                <c:pt idx="0">
                  <c:v>FY13</c:v>
                </c:pt>
                <c:pt idx="1">
                  <c:v>FY14</c:v>
                </c:pt>
                <c:pt idx="2">
                  <c:v>FY15</c:v>
                </c:pt>
                <c:pt idx="3">
                  <c:v>FY16</c:v>
                </c:pt>
                <c:pt idx="4">
                  <c:v>FY17</c:v>
                </c:pt>
                <c:pt idx="5">
                  <c:v>FY18</c:v>
                </c:pt>
                <c:pt idx="6">
                  <c:v>FY19</c:v>
                </c:pt>
                <c:pt idx="7">
                  <c:v>FY20</c:v>
                </c:pt>
                <c:pt idx="8">
                  <c:v>FY21</c:v>
                </c:pt>
                <c:pt idx="9">
                  <c:v>FY22</c:v>
                </c:pt>
                <c:pt idx="10">
                  <c:v>FY23</c:v>
                </c:pt>
                <c:pt idx="11">
                  <c:v>FY24</c:v>
                </c:pt>
                <c:pt idx="12">
                  <c:v>FY25</c:v>
                </c:pt>
              </c:strCache>
            </c:strRef>
          </c:cat>
          <c:val>
            <c:numRef>
              <c:f>Planilha1!$B$2:$B$14</c:f>
              <c:numCache>
                <c:formatCode>General</c:formatCode>
                <c:ptCount val="13"/>
                <c:pt idx="0">
                  <c:v>2.8</c:v>
                </c:pt>
                <c:pt idx="1">
                  <c:v>0.3</c:v>
                </c:pt>
                <c:pt idx="2">
                  <c:v>1.8</c:v>
                </c:pt>
                <c:pt idx="3">
                  <c:v>0.6</c:v>
                </c:pt>
                <c:pt idx="4">
                  <c:v>1.8</c:v>
                </c:pt>
                <c:pt idx="5">
                  <c:v>0.6</c:v>
                </c:pt>
                <c:pt idx="6">
                  <c:v>-0.9</c:v>
                </c:pt>
                <c:pt idx="7">
                  <c:v>-3.7</c:v>
                </c:pt>
                <c:pt idx="8">
                  <c:v>3.8</c:v>
                </c:pt>
                <c:pt idx="9">
                  <c:v>1.5</c:v>
                </c:pt>
                <c:pt idx="10">
                  <c:v>0.1</c:v>
                </c:pt>
                <c:pt idx="11">
                  <c:v>0.7</c:v>
                </c:pt>
                <c:pt idx="1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47-4B1F-AF94-161B162961F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GDP deflator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Planilha1!$A$2:$A$14</c:f>
              <c:strCache>
                <c:ptCount val="13"/>
                <c:pt idx="0">
                  <c:v>FY13</c:v>
                </c:pt>
                <c:pt idx="1">
                  <c:v>FY14</c:v>
                </c:pt>
                <c:pt idx="2">
                  <c:v>FY15</c:v>
                </c:pt>
                <c:pt idx="3">
                  <c:v>FY16</c:v>
                </c:pt>
                <c:pt idx="4">
                  <c:v>FY17</c:v>
                </c:pt>
                <c:pt idx="5">
                  <c:v>FY18</c:v>
                </c:pt>
                <c:pt idx="6">
                  <c:v>FY19</c:v>
                </c:pt>
                <c:pt idx="7">
                  <c:v>FY20</c:v>
                </c:pt>
                <c:pt idx="8">
                  <c:v>FY21</c:v>
                </c:pt>
                <c:pt idx="9">
                  <c:v>FY22</c:v>
                </c:pt>
                <c:pt idx="10">
                  <c:v>FY23</c:v>
                </c:pt>
                <c:pt idx="11">
                  <c:v>FY24</c:v>
                </c:pt>
                <c:pt idx="12">
                  <c:v>FY25</c:v>
                </c:pt>
              </c:strCache>
            </c:strRef>
          </c:cat>
          <c:val>
            <c:numRef>
              <c:f>Planilha1!$C$2:$C$14</c:f>
              <c:numCache>
                <c:formatCode>General</c:formatCode>
                <c:ptCount val="13"/>
                <c:pt idx="0">
                  <c:v>0</c:v>
                </c:pt>
                <c:pt idx="1">
                  <c:v>2.5</c:v>
                </c:pt>
                <c:pt idx="2">
                  <c:v>1.6</c:v>
                </c:pt>
                <c:pt idx="3">
                  <c:v>0.2</c:v>
                </c:pt>
                <c:pt idx="4">
                  <c:v>0.2</c:v>
                </c:pt>
                <c:pt idx="5">
                  <c:v>-0.2</c:v>
                </c:pt>
                <c:pt idx="6">
                  <c:v>1.1000000000000001</c:v>
                </c:pt>
                <c:pt idx="7">
                  <c:v>0.9</c:v>
                </c:pt>
                <c:pt idx="8">
                  <c:v>0.1</c:v>
                </c:pt>
                <c:pt idx="9">
                  <c:v>1.2</c:v>
                </c:pt>
                <c:pt idx="10">
                  <c:v>4.8</c:v>
                </c:pt>
                <c:pt idx="11">
                  <c:v>3.2</c:v>
                </c:pt>
                <c:pt idx="1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47-4B1F-AF94-161B16296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2134651456"/>
        <c:axId val="1244805519"/>
      </c:barChart>
      <c:lineChart>
        <c:grouping val="standard"/>
        <c:varyColors val="0"/>
        <c:ser>
          <c:idx val="2"/>
          <c:order val="2"/>
          <c:tx>
            <c:strRef>
              <c:f>Planilha1!$D$1</c:f>
              <c:strCache>
                <c:ptCount val="1"/>
                <c:pt idx="0">
                  <c:v>Nominal GDP growth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noFill/>
              </a:ln>
              <a:effectLst/>
            </c:spPr>
          </c:marker>
          <c:cat>
            <c:strRef>
              <c:f>Planilha1!$A$2:$A$14</c:f>
              <c:strCache>
                <c:ptCount val="13"/>
                <c:pt idx="0">
                  <c:v>FY13</c:v>
                </c:pt>
                <c:pt idx="1">
                  <c:v>FY14</c:v>
                </c:pt>
                <c:pt idx="2">
                  <c:v>FY15</c:v>
                </c:pt>
                <c:pt idx="3">
                  <c:v>FY16</c:v>
                </c:pt>
                <c:pt idx="4">
                  <c:v>FY17</c:v>
                </c:pt>
                <c:pt idx="5">
                  <c:v>FY18</c:v>
                </c:pt>
                <c:pt idx="6">
                  <c:v>FY19</c:v>
                </c:pt>
                <c:pt idx="7">
                  <c:v>FY20</c:v>
                </c:pt>
                <c:pt idx="8">
                  <c:v>FY21</c:v>
                </c:pt>
                <c:pt idx="9">
                  <c:v>FY22</c:v>
                </c:pt>
                <c:pt idx="10">
                  <c:v>FY23</c:v>
                </c:pt>
                <c:pt idx="11">
                  <c:v>FY24</c:v>
                </c:pt>
                <c:pt idx="12">
                  <c:v>FY25</c:v>
                </c:pt>
              </c:strCache>
            </c:strRef>
          </c:cat>
          <c:val>
            <c:numRef>
              <c:f>Planilha1!$D$2:$D$14</c:f>
              <c:numCache>
                <c:formatCode>General</c:formatCode>
                <c:ptCount val="13"/>
                <c:pt idx="0">
                  <c:v>2.9</c:v>
                </c:pt>
                <c:pt idx="1">
                  <c:v>2.8</c:v>
                </c:pt>
                <c:pt idx="2">
                  <c:v>3.4</c:v>
                </c:pt>
                <c:pt idx="3">
                  <c:v>0.8</c:v>
                </c:pt>
                <c:pt idx="4">
                  <c:v>2</c:v>
                </c:pt>
                <c:pt idx="5">
                  <c:v>0.4</c:v>
                </c:pt>
                <c:pt idx="6">
                  <c:v>0.1</c:v>
                </c:pt>
                <c:pt idx="7">
                  <c:v>-2.8</c:v>
                </c:pt>
                <c:pt idx="8">
                  <c:v>3.9</c:v>
                </c:pt>
                <c:pt idx="9">
                  <c:v>2.7</c:v>
                </c:pt>
                <c:pt idx="10">
                  <c:v>4.9000000000000004</c:v>
                </c:pt>
                <c:pt idx="11">
                  <c:v>4</c:v>
                </c:pt>
                <c:pt idx="12">
                  <c:v>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47-4B1F-AF94-161B16296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4651456"/>
        <c:axId val="1244805519"/>
      </c:lineChart>
      <c:catAx>
        <c:axId val="2134651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4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805519"/>
        <c:crosses val="autoZero"/>
        <c:auto val="1"/>
        <c:lblAlgn val="ctr"/>
        <c:lblOffset val="100"/>
        <c:noMultiLvlLbl val="0"/>
      </c:catAx>
      <c:valAx>
        <c:axId val="1244805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4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213465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FY2025 deflator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DB4-4EFC-B5FB-6B6F53E9EE7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B4-4EFC-B5FB-6B6F53E9EE75}"/>
              </c:ext>
            </c:extLst>
          </c:dPt>
          <c:dPt>
            <c:idx val="3"/>
            <c:invertIfNegative val="0"/>
            <c:bubble3D val="0"/>
            <c:spPr>
              <a:solidFill>
                <a:srgbClr val="D7697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DB4-4EFC-B5FB-6B6F53E9EE7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DB4-4EFC-B5FB-6B6F53E9EE75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DB4-4EFC-B5FB-6B6F53E9EE75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DB4-4EFC-B5FB-6B6F53E9EE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eserra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Planilha1!$A$2:$A$8</c:f>
              <c:strCache>
                <c:ptCount val="7"/>
                <c:pt idx="0">
                  <c:v>GDP</c:v>
                </c:pt>
                <c:pt idx="1">
                  <c:v>Domestic demand</c:v>
                </c:pt>
                <c:pt idx="2">
                  <c:v>Private consumption</c:v>
                </c:pt>
                <c:pt idx="3">
                  <c:v>Business investment</c:v>
                </c:pt>
                <c:pt idx="4">
                  <c:v>Government consumption</c:v>
                </c:pt>
                <c:pt idx="5">
                  <c:v>Exports</c:v>
                </c:pt>
                <c:pt idx="6">
                  <c:v>Imports</c:v>
                </c:pt>
              </c:strCache>
            </c:strRef>
          </c:cat>
          <c:val>
            <c:numRef>
              <c:f>Planilha1!$B$2:$B$8</c:f>
              <c:numCache>
                <c:formatCode>General</c:formatCode>
                <c:ptCount val="7"/>
                <c:pt idx="0">
                  <c:v>3.3</c:v>
                </c:pt>
                <c:pt idx="1">
                  <c:v>2.6</c:v>
                </c:pt>
                <c:pt idx="2">
                  <c:v>2.7</c:v>
                </c:pt>
                <c:pt idx="3">
                  <c:v>3.1</c:v>
                </c:pt>
                <c:pt idx="4">
                  <c:v>1.9</c:v>
                </c:pt>
                <c:pt idx="5">
                  <c:v>1.6</c:v>
                </c:pt>
                <c:pt idx="6">
                  <c:v>-1.5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DB4-4EFC-B5FB-6B6F53E9E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09653103"/>
        <c:axId val="1244904879"/>
      </c:barChart>
      <c:catAx>
        <c:axId val="110965310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904879"/>
        <c:crosses val="autoZero"/>
        <c:auto val="1"/>
        <c:lblAlgn val="ctr"/>
        <c:lblOffset val="100"/>
        <c:noMultiLvlLbl val="0"/>
      </c:catAx>
      <c:valAx>
        <c:axId val="1244904879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109653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Leading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Planilha1!$A$2:$A$56</c:f>
              <c:strCache>
                <c:ptCount val="55"/>
                <c:pt idx="0">
                  <c:v>jan/22</c:v>
                </c:pt>
                <c:pt idx="1">
                  <c:v>Feb-22</c:v>
                </c:pt>
                <c:pt idx="2">
                  <c:v>mar/22</c:v>
                </c:pt>
                <c:pt idx="3">
                  <c:v>Apr-22</c:v>
                </c:pt>
                <c:pt idx="4">
                  <c:v>May-22</c:v>
                </c:pt>
                <c:pt idx="5">
                  <c:v>jun/22</c:v>
                </c:pt>
                <c:pt idx="6">
                  <c:v>jul/22</c:v>
                </c:pt>
                <c:pt idx="7">
                  <c:v>Aug-22</c:v>
                </c:pt>
                <c:pt idx="8">
                  <c:v>Sep-22</c:v>
                </c:pt>
                <c:pt idx="9">
                  <c:v>Oct-22</c:v>
                </c:pt>
                <c:pt idx="10">
                  <c:v>nov/22</c:v>
                </c:pt>
                <c:pt idx="11">
                  <c:v>Dec-22</c:v>
                </c:pt>
                <c:pt idx="12">
                  <c:v>jan/23</c:v>
                </c:pt>
                <c:pt idx="13">
                  <c:v>Feb-23</c:v>
                </c:pt>
                <c:pt idx="14">
                  <c:v>mar/23</c:v>
                </c:pt>
                <c:pt idx="15">
                  <c:v>Apr-23</c:v>
                </c:pt>
                <c:pt idx="16">
                  <c:v>May-23</c:v>
                </c:pt>
                <c:pt idx="17">
                  <c:v>jun/23</c:v>
                </c:pt>
                <c:pt idx="18">
                  <c:v>jul/23</c:v>
                </c:pt>
                <c:pt idx="19">
                  <c:v>Aug-23</c:v>
                </c:pt>
                <c:pt idx="20">
                  <c:v>Sep-23</c:v>
                </c:pt>
                <c:pt idx="21">
                  <c:v>Oct-23</c:v>
                </c:pt>
                <c:pt idx="22">
                  <c:v>nov/23</c:v>
                </c:pt>
                <c:pt idx="23">
                  <c:v>Dec-23</c:v>
                </c:pt>
                <c:pt idx="24">
                  <c:v>jan/24</c:v>
                </c:pt>
                <c:pt idx="25">
                  <c:v>Feb-24</c:v>
                </c:pt>
                <c:pt idx="26">
                  <c:v>mar/24</c:v>
                </c:pt>
                <c:pt idx="27">
                  <c:v>Apr-24</c:v>
                </c:pt>
                <c:pt idx="28">
                  <c:v>May-24</c:v>
                </c:pt>
                <c:pt idx="29">
                  <c:v>jun/24</c:v>
                </c:pt>
                <c:pt idx="30">
                  <c:v>jul/24</c:v>
                </c:pt>
                <c:pt idx="31">
                  <c:v>Aug-24</c:v>
                </c:pt>
                <c:pt idx="32">
                  <c:v>Sep-24</c:v>
                </c:pt>
                <c:pt idx="33">
                  <c:v>Oct-24</c:v>
                </c:pt>
                <c:pt idx="34">
                  <c:v>nov/24</c:v>
                </c:pt>
                <c:pt idx="35">
                  <c:v>Dec-24</c:v>
                </c:pt>
                <c:pt idx="36">
                  <c:v>jan/25</c:v>
                </c:pt>
                <c:pt idx="37">
                  <c:v>Feb-25</c:v>
                </c:pt>
                <c:pt idx="38">
                  <c:v>mar/25</c:v>
                </c:pt>
                <c:pt idx="39">
                  <c:v>Apr-25</c:v>
                </c:pt>
                <c:pt idx="40">
                  <c:v>May-25</c:v>
                </c:pt>
                <c:pt idx="41">
                  <c:v>jun/25</c:v>
                </c:pt>
                <c:pt idx="42">
                  <c:v>jul/25</c:v>
                </c:pt>
                <c:pt idx="43">
                  <c:v>Aug-25</c:v>
                </c:pt>
                <c:pt idx="44">
                  <c:v>Sep-25</c:v>
                </c:pt>
                <c:pt idx="45">
                  <c:v>Oct-25</c:v>
                </c:pt>
                <c:pt idx="46">
                  <c:v>nov/25</c:v>
                </c:pt>
                <c:pt idx="47">
                  <c:v>Dec-25</c:v>
                </c:pt>
                <c:pt idx="48">
                  <c:v>jan/26</c:v>
                </c:pt>
                <c:pt idx="49">
                  <c:v>Feb-26</c:v>
                </c:pt>
                <c:pt idx="50">
                  <c:v>mar/26</c:v>
                </c:pt>
                <c:pt idx="51">
                  <c:v>Apr-26</c:v>
                </c:pt>
                <c:pt idx="52">
                  <c:v>May-26</c:v>
                </c:pt>
                <c:pt idx="53">
                  <c:v>jun/26</c:v>
                </c:pt>
                <c:pt idx="54">
                  <c:v>jul/26</c:v>
                </c:pt>
              </c:strCache>
            </c:strRef>
          </c:cat>
          <c:val>
            <c:numRef>
              <c:f>Planilha1!$B$2:$B$56</c:f>
              <c:numCache>
                <c:formatCode>General</c:formatCode>
                <c:ptCount val="55"/>
                <c:pt idx="0">
                  <c:v>114.5</c:v>
                </c:pt>
                <c:pt idx="1">
                  <c:v>113.3</c:v>
                </c:pt>
                <c:pt idx="2">
                  <c:v>113.8</c:v>
                </c:pt>
                <c:pt idx="3">
                  <c:v>114.5</c:v>
                </c:pt>
                <c:pt idx="4">
                  <c:v>113.4</c:v>
                </c:pt>
                <c:pt idx="5">
                  <c:v>113.3</c:v>
                </c:pt>
                <c:pt idx="6">
                  <c:v>112.4</c:v>
                </c:pt>
                <c:pt idx="7">
                  <c:v>113.8</c:v>
                </c:pt>
                <c:pt idx="8">
                  <c:v>111.6</c:v>
                </c:pt>
                <c:pt idx="9">
                  <c:v>111.4</c:v>
                </c:pt>
                <c:pt idx="10">
                  <c:v>110.8</c:v>
                </c:pt>
                <c:pt idx="11">
                  <c:v>109.6</c:v>
                </c:pt>
                <c:pt idx="12">
                  <c:v>108.7</c:v>
                </c:pt>
                <c:pt idx="13">
                  <c:v>109.1</c:v>
                </c:pt>
                <c:pt idx="14">
                  <c:v>108.9</c:v>
                </c:pt>
                <c:pt idx="15">
                  <c:v>108.7</c:v>
                </c:pt>
                <c:pt idx="16">
                  <c:v>110</c:v>
                </c:pt>
                <c:pt idx="17">
                  <c:v>110.1</c:v>
                </c:pt>
                <c:pt idx="18">
                  <c:v>109.8</c:v>
                </c:pt>
                <c:pt idx="19">
                  <c:v>110.5</c:v>
                </c:pt>
                <c:pt idx="20">
                  <c:v>110.5</c:v>
                </c:pt>
                <c:pt idx="21">
                  <c:v>109.5</c:v>
                </c:pt>
                <c:pt idx="22">
                  <c:v>109.6</c:v>
                </c:pt>
                <c:pt idx="23">
                  <c:v>110.3</c:v>
                </c:pt>
                <c:pt idx="24">
                  <c:v>109.9</c:v>
                </c:pt>
                <c:pt idx="25">
                  <c:v>111.3</c:v>
                </c:pt>
                <c:pt idx="26">
                  <c:v>111.2</c:v>
                </c:pt>
                <c:pt idx="27">
                  <c:v>110.4</c:v>
                </c:pt>
                <c:pt idx="28">
                  <c:v>110.8</c:v>
                </c:pt>
                <c:pt idx="29">
                  <c:v>109.7</c:v>
                </c:pt>
                <c:pt idx="30">
                  <c:v>109.1</c:v>
                </c:pt>
                <c:pt idx="31">
                  <c:v>107.4</c:v>
                </c:pt>
                <c:pt idx="32">
                  <c:v>108.4</c:v>
                </c:pt>
                <c:pt idx="33">
                  <c:v>108.5</c:v>
                </c:pt>
                <c:pt idx="34">
                  <c:v>107.7</c:v>
                </c:pt>
                <c:pt idx="35">
                  <c:v>107.5</c:v>
                </c:pt>
                <c:pt idx="36">
                  <c:v>107.7</c:v>
                </c:pt>
                <c:pt idx="37">
                  <c:v>107.1</c:v>
                </c:pt>
                <c:pt idx="38">
                  <c:v>107.1</c:v>
                </c:pt>
                <c:pt idx="39">
                  <c:v>104.3</c:v>
                </c:pt>
                <c:pt idx="40">
                  <c:v>104.3</c:v>
                </c:pt>
                <c:pt idx="41">
                  <c:v>105.2</c:v>
                </c:pt>
                <c:pt idx="42">
                  <c:v>106.1</c:v>
                </c:pt>
                <c:pt idx="43">
                  <c:v>106.9</c:v>
                </c:pt>
                <c:pt idx="44">
                  <c:v>108</c:v>
                </c:pt>
                <c:pt idx="45">
                  <c:v>109.2</c:v>
                </c:pt>
                <c:pt idx="46">
                  <c:v>109.5</c:v>
                </c:pt>
                <c:pt idx="47">
                  <c:v>110.4</c:v>
                </c:pt>
                <c:pt idx="48">
                  <c:v>112.5</c:v>
                </c:pt>
                <c:pt idx="49">
                  <c:v>114.3</c:v>
                </c:pt>
                <c:pt idx="50">
                  <c:v>115.5</c:v>
                </c:pt>
                <c:pt idx="51">
                  <c:v>115.9</c:v>
                </c:pt>
                <c:pt idx="52">
                  <c:v>116.2</c:v>
                </c:pt>
                <c:pt idx="53">
                  <c:v>116.2</c:v>
                </c:pt>
                <c:pt idx="54">
                  <c:v>117.7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3F-4B1B-9D0C-27CABAF3FB2C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Coincident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Planilha1!$A$2:$A$56</c:f>
              <c:strCache>
                <c:ptCount val="55"/>
                <c:pt idx="0">
                  <c:v>jan/22</c:v>
                </c:pt>
                <c:pt idx="1">
                  <c:v>Feb-22</c:v>
                </c:pt>
                <c:pt idx="2">
                  <c:v>mar/22</c:v>
                </c:pt>
                <c:pt idx="3">
                  <c:v>Apr-22</c:v>
                </c:pt>
                <c:pt idx="4">
                  <c:v>May-22</c:v>
                </c:pt>
                <c:pt idx="5">
                  <c:v>jun/22</c:v>
                </c:pt>
                <c:pt idx="6">
                  <c:v>jul/22</c:v>
                </c:pt>
                <c:pt idx="7">
                  <c:v>Aug-22</c:v>
                </c:pt>
                <c:pt idx="8">
                  <c:v>Sep-22</c:v>
                </c:pt>
                <c:pt idx="9">
                  <c:v>Oct-22</c:v>
                </c:pt>
                <c:pt idx="10">
                  <c:v>nov/22</c:v>
                </c:pt>
                <c:pt idx="11">
                  <c:v>Dec-22</c:v>
                </c:pt>
                <c:pt idx="12">
                  <c:v>jan/23</c:v>
                </c:pt>
                <c:pt idx="13">
                  <c:v>Feb-23</c:v>
                </c:pt>
                <c:pt idx="14">
                  <c:v>mar/23</c:v>
                </c:pt>
                <c:pt idx="15">
                  <c:v>Apr-23</c:v>
                </c:pt>
                <c:pt idx="16">
                  <c:v>May-23</c:v>
                </c:pt>
                <c:pt idx="17">
                  <c:v>jun/23</c:v>
                </c:pt>
                <c:pt idx="18">
                  <c:v>jul/23</c:v>
                </c:pt>
                <c:pt idx="19">
                  <c:v>Aug-23</c:v>
                </c:pt>
                <c:pt idx="20">
                  <c:v>Sep-23</c:v>
                </c:pt>
                <c:pt idx="21">
                  <c:v>Oct-23</c:v>
                </c:pt>
                <c:pt idx="22">
                  <c:v>nov/23</c:v>
                </c:pt>
                <c:pt idx="23">
                  <c:v>Dec-23</c:v>
                </c:pt>
                <c:pt idx="24">
                  <c:v>jan/24</c:v>
                </c:pt>
                <c:pt idx="25">
                  <c:v>Feb-24</c:v>
                </c:pt>
                <c:pt idx="26">
                  <c:v>mar/24</c:v>
                </c:pt>
                <c:pt idx="27">
                  <c:v>Apr-24</c:v>
                </c:pt>
                <c:pt idx="28">
                  <c:v>May-24</c:v>
                </c:pt>
                <c:pt idx="29">
                  <c:v>jun/24</c:v>
                </c:pt>
                <c:pt idx="30">
                  <c:v>jul/24</c:v>
                </c:pt>
                <c:pt idx="31">
                  <c:v>Aug-24</c:v>
                </c:pt>
                <c:pt idx="32">
                  <c:v>Sep-24</c:v>
                </c:pt>
                <c:pt idx="33">
                  <c:v>Oct-24</c:v>
                </c:pt>
                <c:pt idx="34">
                  <c:v>nov/24</c:v>
                </c:pt>
                <c:pt idx="35">
                  <c:v>Dec-24</c:v>
                </c:pt>
                <c:pt idx="36">
                  <c:v>jan/25</c:v>
                </c:pt>
                <c:pt idx="37">
                  <c:v>Feb-25</c:v>
                </c:pt>
                <c:pt idx="38">
                  <c:v>mar/25</c:v>
                </c:pt>
                <c:pt idx="39">
                  <c:v>Apr-25</c:v>
                </c:pt>
                <c:pt idx="40">
                  <c:v>May-25</c:v>
                </c:pt>
                <c:pt idx="41">
                  <c:v>jun/25</c:v>
                </c:pt>
                <c:pt idx="42">
                  <c:v>jul/25</c:v>
                </c:pt>
                <c:pt idx="43">
                  <c:v>Aug-25</c:v>
                </c:pt>
                <c:pt idx="44">
                  <c:v>Sep-25</c:v>
                </c:pt>
                <c:pt idx="45">
                  <c:v>Oct-25</c:v>
                </c:pt>
                <c:pt idx="46">
                  <c:v>nov/25</c:v>
                </c:pt>
                <c:pt idx="47">
                  <c:v>Dec-25</c:v>
                </c:pt>
                <c:pt idx="48">
                  <c:v>jan/26</c:v>
                </c:pt>
                <c:pt idx="49">
                  <c:v>Feb-26</c:v>
                </c:pt>
                <c:pt idx="50">
                  <c:v>mar/26</c:v>
                </c:pt>
                <c:pt idx="51">
                  <c:v>Apr-26</c:v>
                </c:pt>
                <c:pt idx="52">
                  <c:v>May-26</c:v>
                </c:pt>
                <c:pt idx="53">
                  <c:v>jun/26</c:v>
                </c:pt>
                <c:pt idx="54">
                  <c:v>jul/26</c:v>
                </c:pt>
              </c:strCache>
            </c:strRef>
          </c:cat>
          <c:val>
            <c:numRef>
              <c:f>Planilha1!$C$2:$C$56</c:f>
              <c:numCache>
                <c:formatCode>General</c:formatCode>
                <c:ptCount val="55"/>
                <c:pt idx="0">
                  <c:v>111.1</c:v>
                </c:pt>
                <c:pt idx="1">
                  <c:v>111.7</c:v>
                </c:pt>
                <c:pt idx="2">
                  <c:v>111.9</c:v>
                </c:pt>
                <c:pt idx="3">
                  <c:v>112.3</c:v>
                </c:pt>
                <c:pt idx="4">
                  <c:v>111.7</c:v>
                </c:pt>
                <c:pt idx="5">
                  <c:v>113.5</c:v>
                </c:pt>
                <c:pt idx="6">
                  <c:v>114</c:v>
                </c:pt>
                <c:pt idx="7">
                  <c:v>115.2</c:v>
                </c:pt>
                <c:pt idx="8">
                  <c:v>114.6</c:v>
                </c:pt>
                <c:pt idx="9">
                  <c:v>114.2</c:v>
                </c:pt>
                <c:pt idx="10">
                  <c:v>113.9</c:v>
                </c:pt>
                <c:pt idx="11">
                  <c:v>113.4</c:v>
                </c:pt>
                <c:pt idx="12">
                  <c:v>113.1</c:v>
                </c:pt>
                <c:pt idx="13">
                  <c:v>114.7</c:v>
                </c:pt>
                <c:pt idx="14">
                  <c:v>114.8</c:v>
                </c:pt>
                <c:pt idx="15">
                  <c:v>114.9</c:v>
                </c:pt>
                <c:pt idx="16">
                  <c:v>115.3</c:v>
                </c:pt>
                <c:pt idx="17">
                  <c:v>115.4</c:v>
                </c:pt>
                <c:pt idx="18">
                  <c:v>115.2</c:v>
                </c:pt>
                <c:pt idx="19">
                  <c:v>115.4</c:v>
                </c:pt>
                <c:pt idx="20">
                  <c:v>115.8</c:v>
                </c:pt>
                <c:pt idx="21">
                  <c:v>115.8</c:v>
                </c:pt>
                <c:pt idx="22">
                  <c:v>114.9</c:v>
                </c:pt>
                <c:pt idx="23">
                  <c:v>116</c:v>
                </c:pt>
                <c:pt idx="24">
                  <c:v>113.1</c:v>
                </c:pt>
                <c:pt idx="25">
                  <c:v>112.9</c:v>
                </c:pt>
                <c:pt idx="26">
                  <c:v>113.8</c:v>
                </c:pt>
                <c:pt idx="27">
                  <c:v>114.6</c:v>
                </c:pt>
                <c:pt idx="28">
                  <c:v>115.5</c:v>
                </c:pt>
                <c:pt idx="29">
                  <c:v>114.7</c:v>
                </c:pt>
                <c:pt idx="30">
                  <c:v>115.5</c:v>
                </c:pt>
                <c:pt idx="31">
                  <c:v>114.1</c:v>
                </c:pt>
                <c:pt idx="32">
                  <c:v>114.3</c:v>
                </c:pt>
                <c:pt idx="33">
                  <c:v>115.9</c:v>
                </c:pt>
                <c:pt idx="34">
                  <c:v>115.3</c:v>
                </c:pt>
                <c:pt idx="35">
                  <c:v>116.4</c:v>
                </c:pt>
                <c:pt idx="36">
                  <c:v>116.3</c:v>
                </c:pt>
                <c:pt idx="37">
                  <c:v>116.7</c:v>
                </c:pt>
                <c:pt idx="38">
                  <c:v>116</c:v>
                </c:pt>
                <c:pt idx="39">
                  <c:v>115.8</c:v>
                </c:pt>
                <c:pt idx="40">
                  <c:v>115.8</c:v>
                </c:pt>
                <c:pt idx="41">
                  <c:v>115.6</c:v>
                </c:pt>
                <c:pt idx="42">
                  <c:v>114.9</c:v>
                </c:pt>
                <c:pt idx="43">
                  <c:v>114</c:v>
                </c:pt>
                <c:pt idx="44">
                  <c:v>115.2</c:v>
                </c:pt>
                <c:pt idx="45">
                  <c:v>115.8</c:v>
                </c:pt>
                <c:pt idx="46">
                  <c:v>115</c:v>
                </c:pt>
                <c:pt idx="47">
                  <c:v>114.6</c:v>
                </c:pt>
                <c:pt idx="48">
                  <c:v>118</c:v>
                </c:pt>
                <c:pt idx="49">
                  <c:v>116.6</c:v>
                </c:pt>
                <c:pt idx="50">
                  <c:v>117</c:v>
                </c:pt>
                <c:pt idx="51">
                  <c:v>118.3</c:v>
                </c:pt>
                <c:pt idx="52">
                  <c:v>118.3</c:v>
                </c:pt>
                <c:pt idx="53">
                  <c:v>118.9</c:v>
                </c:pt>
                <c:pt idx="54">
                  <c:v>120.6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3F-4B1B-9D0C-27CABAF3FB2C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Lagging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Planilha1!$A$2:$A$56</c:f>
              <c:strCache>
                <c:ptCount val="55"/>
                <c:pt idx="0">
                  <c:v>jan/22</c:v>
                </c:pt>
                <c:pt idx="1">
                  <c:v>Feb-22</c:v>
                </c:pt>
                <c:pt idx="2">
                  <c:v>mar/22</c:v>
                </c:pt>
                <c:pt idx="3">
                  <c:v>Apr-22</c:v>
                </c:pt>
                <c:pt idx="4">
                  <c:v>May-22</c:v>
                </c:pt>
                <c:pt idx="5">
                  <c:v>jun/22</c:v>
                </c:pt>
                <c:pt idx="6">
                  <c:v>jul/22</c:v>
                </c:pt>
                <c:pt idx="7">
                  <c:v>Aug-22</c:v>
                </c:pt>
                <c:pt idx="8">
                  <c:v>Sep-22</c:v>
                </c:pt>
                <c:pt idx="9">
                  <c:v>Oct-22</c:v>
                </c:pt>
                <c:pt idx="10">
                  <c:v>nov/22</c:v>
                </c:pt>
                <c:pt idx="11">
                  <c:v>Dec-22</c:v>
                </c:pt>
                <c:pt idx="12">
                  <c:v>jan/23</c:v>
                </c:pt>
                <c:pt idx="13">
                  <c:v>Feb-23</c:v>
                </c:pt>
                <c:pt idx="14">
                  <c:v>mar/23</c:v>
                </c:pt>
                <c:pt idx="15">
                  <c:v>Apr-23</c:v>
                </c:pt>
                <c:pt idx="16">
                  <c:v>May-23</c:v>
                </c:pt>
                <c:pt idx="17">
                  <c:v>jun/23</c:v>
                </c:pt>
                <c:pt idx="18">
                  <c:v>jul/23</c:v>
                </c:pt>
                <c:pt idx="19">
                  <c:v>Aug-23</c:v>
                </c:pt>
                <c:pt idx="20">
                  <c:v>Sep-23</c:v>
                </c:pt>
                <c:pt idx="21">
                  <c:v>Oct-23</c:v>
                </c:pt>
                <c:pt idx="22">
                  <c:v>nov/23</c:v>
                </c:pt>
                <c:pt idx="23">
                  <c:v>Dec-23</c:v>
                </c:pt>
                <c:pt idx="24">
                  <c:v>jan/24</c:v>
                </c:pt>
                <c:pt idx="25">
                  <c:v>Feb-24</c:v>
                </c:pt>
                <c:pt idx="26">
                  <c:v>mar/24</c:v>
                </c:pt>
                <c:pt idx="27">
                  <c:v>Apr-24</c:v>
                </c:pt>
                <c:pt idx="28">
                  <c:v>May-24</c:v>
                </c:pt>
                <c:pt idx="29">
                  <c:v>jun/24</c:v>
                </c:pt>
                <c:pt idx="30">
                  <c:v>jul/24</c:v>
                </c:pt>
                <c:pt idx="31">
                  <c:v>Aug-24</c:v>
                </c:pt>
                <c:pt idx="32">
                  <c:v>Sep-24</c:v>
                </c:pt>
                <c:pt idx="33">
                  <c:v>Oct-24</c:v>
                </c:pt>
                <c:pt idx="34">
                  <c:v>nov/24</c:v>
                </c:pt>
                <c:pt idx="35">
                  <c:v>Dec-24</c:v>
                </c:pt>
                <c:pt idx="36">
                  <c:v>jan/25</c:v>
                </c:pt>
                <c:pt idx="37">
                  <c:v>Feb-25</c:v>
                </c:pt>
                <c:pt idx="38">
                  <c:v>mar/25</c:v>
                </c:pt>
                <c:pt idx="39">
                  <c:v>Apr-25</c:v>
                </c:pt>
                <c:pt idx="40">
                  <c:v>May-25</c:v>
                </c:pt>
                <c:pt idx="41">
                  <c:v>jun/25</c:v>
                </c:pt>
                <c:pt idx="42">
                  <c:v>jul/25</c:v>
                </c:pt>
                <c:pt idx="43">
                  <c:v>Aug-25</c:v>
                </c:pt>
                <c:pt idx="44">
                  <c:v>Sep-25</c:v>
                </c:pt>
                <c:pt idx="45">
                  <c:v>Oct-25</c:v>
                </c:pt>
                <c:pt idx="46">
                  <c:v>nov/25</c:v>
                </c:pt>
                <c:pt idx="47">
                  <c:v>Dec-25</c:v>
                </c:pt>
                <c:pt idx="48">
                  <c:v>jan/26</c:v>
                </c:pt>
                <c:pt idx="49">
                  <c:v>Feb-26</c:v>
                </c:pt>
                <c:pt idx="50">
                  <c:v>mar/26</c:v>
                </c:pt>
                <c:pt idx="51">
                  <c:v>Apr-26</c:v>
                </c:pt>
                <c:pt idx="52">
                  <c:v>May-26</c:v>
                </c:pt>
                <c:pt idx="53">
                  <c:v>jun/26</c:v>
                </c:pt>
                <c:pt idx="54">
                  <c:v>jul/26</c:v>
                </c:pt>
              </c:strCache>
            </c:strRef>
          </c:cat>
          <c:val>
            <c:numRef>
              <c:f>Planilha1!$D$2:$D$56</c:f>
              <c:numCache>
                <c:formatCode>General</c:formatCode>
                <c:ptCount val="55"/>
                <c:pt idx="0">
                  <c:v>99.8</c:v>
                </c:pt>
                <c:pt idx="1">
                  <c:v>100.5</c:v>
                </c:pt>
                <c:pt idx="2">
                  <c:v>100.6</c:v>
                </c:pt>
                <c:pt idx="3">
                  <c:v>101.9</c:v>
                </c:pt>
                <c:pt idx="4">
                  <c:v>101</c:v>
                </c:pt>
                <c:pt idx="5">
                  <c:v>102.3</c:v>
                </c:pt>
                <c:pt idx="6">
                  <c:v>102.5</c:v>
                </c:pt>
                <c:pt idx="7">
                  <c:v>103.7</c:v>
                </c:pt>
                <c:pt idx="8">
                  <c:v>104.1</c:v>
                </c:pt>
                <c:pt idx="9">
                  <c:v>104.2</c:v>
                </c:pt>
                <c:pt idx="10">
                  <c:v>104.7</c:v>
                </c:pt>
                <c:pt idx="11">
                  <c:v>104.5</c:v>
                </c:pt>
                <c:pt idx="12">
                  <c:v>105.9</c:v>
                </c:pt>
                <c:pt idx="13">
                  <c:v>105.8</c:v>
                </c:pt>
                <c:pt idx="14">
                  <c:v>105.9</c:v>
                </c:pt>
                <c:pt idx="15">
                  <c:v>106.3</c:v>
                </c:pt>
                <c:pt idx="16">
                  <c:v>106.4</c:v>
                </c:pt>
                <c:pt idx="17">
                  <c:v>106.7</c:v>
                </c:pt>
                <c:pt idx="18">
                  <c:v>106.3</c:v>
                </c:pt>
                <c:pt idx="19">
                  <c:v>106.6</c:v>
                </c:pt>
                <c:pt idx="20">
                  <c:v>107</c:v>
                </c:pt>
                <c:pt idx="21">
                  <c:v>107.5</c:v>
                </c:pt>
                <c:pt idx="22">
                  <c:v>107.5</c:v>
                </c:pt>
                <c:pt idx="23">
                  <c:v>108.3</c:v>
                </c:pt>
                <c:pt idx="24">
                  <c:v>106.7</c:v>
                </c:pt>
                <c:pt idx="25">
                  <c:v>107.8</c:v>
                </c:pt>
                <c:pt idx="26">
                  <c:v>108</c:v>
                </c:pt>
                <c:pt idx="27">
                  <c:v>107.5</c:v>
                </c:pt>
                <c:pt idx="28">
                  <c:v>108.9</c:v>
                </c:pt>
                <c:pt idx="29">
                  <c:v>108.5</c:v>
                </c:pt>
                <c:pt idx="30">
                  <c:v>108.9</c:v>
                </c:pt>
                <c:pt idx="31">
                  <c:v>109.5</c:v>
                </c:pt>
                <c:pt idx="32">
                  <c:v>108.8</c:v>
                </c:pt>
                <c:pt idx="33">
                  <c:v>109.4</c:v>
                </c:pt>
                <c:pt idx="34">
                  <c:v>109.7</c:v>
                </c:pt>
                <c:pt idx="35">
                  <c:v>110.4</c:v>
                </c:pt>
                <c:pt idx="36">
                  <c:v>111.8</c:v>
                </c:pt>
                <c:pt idx="37">
                  <c:v>111.8</c:v>
                </c:pt>
                <c:pt idx="38">
                  <c:v>112</c:v>
                </c:pt>
                <c:pt idx="39">
                  <c:v>113.2</c:v>
                </c:pt>
                <c:pt idx="40">
                  <c:v>114.1</c:v>
                </c:pt>
                <c:pt idx="41">
                  <c:v>113.6</c:v>
                </c:pt>
                <c:pt idx="42">
                  <c:v>113.7</c:v>
                </c:pt>
                <c:pt idx="43">
                  <c:v>112.7</c:v>
                </c:pt>
                <c:pt idx="44">
                  <c:v>112.9</c:v>
                </c:pt>
                <c:pt idx="45">
                  <c:v>112.7</c:v>
                </c:pt>
                <c:pt idx="46">
                  <c:v>113.1</c:v>
                </c:pt>
                <c:pt idx="47">
                  <c:v>111.8</c:v>
                </c:pt>
                <c:pt idx="48">
                  <c:v>112.1</c:v>
                </c:pt>
                <c:pt idx="49">
                  <c:v>111.9</c:v>
                </c:pt>
                <c:pt idx="50">
                  <c:v>111.6</c:v>
                </c:pt>
                <c:pt idx="51">
                  <c:v>111.6</c:v>
                </c:pt>
                <c:pt idx="52">
                  <c:v>111.2</c:v>
                </c:pt>
                <c:pt idx="53">
                  <c:v>111.8</c:v>
                </c:pt>
                <c:pt idx="54">
                  <c:v>113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3F-4B1B-9D0C-27CABAF3FB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3920080"/>
        <c:axId val="1244729199"/>
      </c:lineChart>
      <c:catAx>
        <c:axId val="21339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729199"/>
        <c:crosses val="autoZero"/>
        <c:auto val="1"/>
        <c:lblAlgn val="ctr"/>
        <c:lblOffset val="100"/>
        <c:tickLblSkip val="10"/>
        <c:noMultiLvlLbl val="0"/>
      </c:catAx>
      <c:valAx>
        <c:axId val="1244729199"/>
        <c:scaling>
          <c:orientation val="minMax"/>
          <c:min val="9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2133920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Manufacturing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Planilha1!$A$2:$A$8</c:f>
              <c:strCache>
                <c:ptCount val="7"/>
                <c:pt idx="0">
                  <c:v>mar/25</c:v>
                </c:pt>
                <c:pt idx="1">
                  <c:v>jun/25</c:v>
                </c:pt>
                <c:pt idx="2">
                  <c:v>Sep-25</c:v>
                </c:pt>
                <c:pt idx="3">
                  <c:v>Dec-25</c:v>
                </c:pt>
                <c:pt idx="4">
                  <c:v>mar/26</c:v>
                </c:pt>
                <c:pt idx="5">
                  <c:v>jun/26</c:v>
                </c:pt>
                <c:pt idx="6">
                  <c:v>Sep-26</c:v>
                </c:pt>
              </c:strCache>
            </c:strRef>
          </c:cat>
          <c:val>
            <c:numRef>
              <c:f>Planilha1!$B$2:$B$8</c:f>
              <c:numCache>
                <c:formatCode>General</c:formatCode>
                <c:ptCount val="7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17</c:v>
                </c:pt>
                <c:pt idx="5">
                  <c:v>22</c:v>
                </c:pt>
                <c:pt idx="6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35-43B7-A240-59722ED50353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Non-manufacturing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Planilha1!$A$2:$A$8</c:f>
              <c:strCache>
                <c:ptCount val="7"/>
                <c:pt idx="0">
                  <c:v>mar/25</c:v>
                </c:pt>
                <c:pt idx="1">
                  <c:v>jun/25</c:v>
                </c:pt>
                <c:pt idx="2">
                  <c:v>Sep-25</c:v>
                </c:pt>
                <c:pt idx="3">
                  <c:v>Dec-25</c:v>
                </c:pt>
                <c:pt idx="4">
                  <c:v>mar/26</c:v>
                </c:pt>
                <c:pt idx="5">
                  <c:v>jun/26</c:v>
                </c:pt>
                <c:pt idx="6">
                  <c:v>Sep-26</c:v>
                </c:pt>
              </c:strCache>
            </c:strRef>
          </c:cat>
          <c:val>
            <c:numRef>
              <c:f>Planilha1!$C$2:$C$8</c:f>
              <c:numCache>
                <c:formatCode>General</c:formatCode>
                <c:ptCount val="7"/>
                <c:pt idx="0">
                  <c:v>35</c:v>
                </c:pt>
                <c:pt idx="1">
                  <c:v>34</c:v>
                </c:pt>
                <c:pt idx="2">
                  <c:v>34</c:v>
                </c:pt>
                <c:pt idx="3">
                  <c:v>34</c:v>
                </c:pt>
                <c:pt idx="4">
                  <c:v>36</c:v>
                </c:pt>
                <c:pt idx="5">
                  <c:v>37</c:v>
                </c:pt>
                <c:pt idx="6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35-43B7-A240-59722ED50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8228527"/>
        <c:axId val="1244920239"/>
      </c:lineChart>
      <c:catAx>
        <c:axId val="1288228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920239"/>
        <c:crosses val="autoZero"/>
        <c:auto val="1"/>
        <c:lblAlgn val="ctr"/>
        <c:lblOffset val="100"/>
        <c:noMultiLvlLbl val="0"/>
      </c:catAx>
      <c:valAx>
        <c:axId val="12449202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88228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Planilha1!$A$2:$A$4</c:f>
              <c:strCache>
                <c:ptCount val="3"/>
                <c:pt idx="0">
                  <c:v>June 2026</c:v>
                </c:pt>
                <c:pt idx="1">
                  <c:v>Sept. 2026</c:v>
                </c:pt>
                <c:pt idx="2">
                  <c:v>Dec. 2026 (forecast)</c:v>
                </c:pt>
              </c:strCache>
            </c:strRef>
          </c:cat>
          <c:val>
            <c:numRef>
              <c:f>Planilha1!$B$2:$B$4</c:f>
              <c:numCache>
                <c:formatCode>General</c:formatCode>
                <c:ptCount val="3"/>
                <c:pt idx="0">
                  <c:v>-28</c:v>
                </c:pt>
                <c:pt idx="1">
                  <c:v>-29</c:v>
                </c:pt>
                <c:pt idx="2">
                  <c:v>-31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87-4B4B-AB4B-A3E4AEE3B3C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Medium-sized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Planilha1!$A$2:$A$4</c:f>
              <c:strCache>
                <c:ptCount val="3"/>
                <c:pt idx="0">
                  <c:v>June 2026</c:v>
                </c:pt>
                <c:pt idx="1">
                  <c:v>Sept. 2026</c:v>
                </c:pt>
                <c:pt idx="2">
                  <c:v>Dec. 2026 (forecast)</c:v>
                </c:pt>
              </c:strCache>
            </c:strRef>
          </c:cat>
          <c:val>
            <c:numRef>
              <c:f>Planilha1!$C$2:$C$4</c:f>
              <c:numCache>
                <c:formatCode>General</c:formatCode>
                <c:ptCount val="3"/>
                <c:pt idx="0">
                  <c:v>-38</c:v>
                </c:pt>
                <c:pt idx="1">
                  <c:v>-38</c:v>
                </c:pt>
                <c:pt idx="2">
                  <c:v>-40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87-4B4B-AB4B-A3E4AEE3B3CE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Planilha1!$A$2:$A$4</c:f>
              <c:strCache>
                <c:ptCount val="3"/>
                <c:pt idx="0">
                  <c:v>June 2026</c:v>
                </c:pt>
                <c:pt idx="1">
                  <c:v>Sept. 2026</c:v>
                </c:pt>
                <c:pt idx="2">
                  <c:v>Dec. 2026 (forecast)</c:v>
                </c:pt>
              </c:strCache>
            </c:strRef>
          </c:cat>
          <c:val>
            <c:numRef>
              <c:f>Planilha1!$D$2:$D$4</c:f>
              <c:numCache>
                <c:formatCode>General</c:formatCode>
                <c:ptCount val="3"/>
                <c:pt idx="0">
                  <c:v>-39</c:v>
                </c:pt>
                <c:pt idx="1">
                  <c:v>-42</c:v>
                </c:pt>
                <c:pt idx="2">
                  <c:v>-45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87-4B4B-AB4B-A3E4AEE3B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2133941888"/>
        <c:axId val="1244695599"/>
      </c:barChart>
      <c:catAx>
        <c:axId val="2133941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695599"/>
        <c:crosses val="autoZero"/>
        <c:auto val="1"/>
        <c:lblAlgn val="ctr"/>
        <c:lblOffset val="100"/>
        <c:noMultiLvlLbl val="0"/>
      </c:catAx>
      <c:valAx>
        <c:axId val="1244695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2133941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Planilha1!$A$2:$A$3</c:f>
              <c:strCache>
                <c:ptCount val="2"/>
                <c:pt idx="0">
                  <c:v>FY2025</c:v>
                </c:pt>
                <c:pt idx="1">
                  <c:v>FY2026 (plan)</c:v>
                </c:pt>
              </c:strCache>
            </c:strRef>
          </c:cat>
          <c:val>
            <c:numRef>
              <c:f>Planilha1!$B$2:$B$3</c:f>
              <c:numCache>
                <c:formatCode>General</c:formatCode>
                <c:ptCount val="2"/>
                <c:pt idx="0">
                  <c:v>9.1999999999999993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1-4DD1-9D82-541967D1E6F1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Medium-sized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Planilha1!$A$2:$A$3</c:f>
              <c:strCache>
                <c:ptCount val="2"/>
                <c:pt idx="0">
                  <c:v>FY2025</c:v>
                </c:pt>
                <c:pt idx="1">
                  <c:v>FY2026 (plan)</c:v>
                </c:pt>
              </c:strCache>
            </c:strRef>
          </c:cat>
          <c:val>
            <c:numRef>
              <c:f>Planilha1!$C$2:$C$3</c:f>
              <c:numCache>
                <c:formatCode>General</c:formatCode>
                <c:ptCount val="2"/>
                <c:pt idx="0">
                  <c:v>8.1</c:v>
                </c:pt>
                <c:pt idx="1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91-4DD1-9D82-541967D1E6F1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Planilha1!$A$2:$A$3</c:f>
              <c:strCache>
                <c:ptCount val="2"/>
                <c:pt idx="0">
                  <c:v>FY2025</c:v>
                </c:pt>
                <c:pt idx="1">
                  <c:v>FY2026 (plan)</c:v>
                </c:pt>
              </c:strCache>
            </c:strRef>
          </c:cat>
          <c:val>
            <c:numRef>
              <c:f>Planilha1!$D$2:$D$3</c:f>
              <c:numCache>
                <c:formatCode>General</c:formatCode>
                <c:ptCount val="2"/>
                <c:pt idx="0">
                  <c:v>5.3</c:v>
                </c:pt>
                <c:pt idx="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91-4DD1-9D82-541967D1E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2134057424"/>
        <c:axId val="1244918319"/>
      </c:barChart>
      <c:catAx>
        <c:axId val="213405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33333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918319"/>
        <c:crosses val="autoZero"/>
        <c:auto val="1"/>
        <c:lblAlgn val="ctr"/>
        <c:lblOffset val="100"/>
        <c:noMultiLvlLbl val="0"/>
      </c:catAx>
      <c:valAx>
        <c:axId val="1244918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333333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213405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1'!$C$2</c:f>
              <c:strCache>
                <c:ptCount val="1"/>
                <c:pt idx="0">
                  <c:v>CPI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0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175-405A-94FF-15F91F7D6AC3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1'!$B$3:$B$23</c:f>
              <c:numCache>
                <c:formatCode>[$-409]mmm\-yy;@</c:formatCode>
                <c:ptCount val="21"/>
                <c:pt idx="0">
                  <c:v>46234</c:v>
                </c:pt>
                <c:pt idx="1">
                  <c:v>46022</c:v>
                </c:pt>
                <c:pt idx="2">
                  <c:v>45657</c:v>
                </c:pt>
                <c:pt idx="3">
                  <c:v>45289</c:v>
                </c:pt>
                <c:pt idx="4">
                  <c:v>44925</c:v>
                </c:pt>
                <c:pt idx="5">
                  <c:v>44561</c:v>
                </c:pt>
                <c:pt idx="6">
                  <c:v>44196</c:v>
                </c:pt>
                <c:pt idx="7">
                  <c:v>43830</c:v>
                </c:pt>
                <c:pt idx="8">
                  <c:v>43465</c:v>
                </c:pt>
                <c:pt idx="9">
                  <c:v>43098</c:v>
                </c:pt>
                <c:pt idx="10">
                  <c:v>42734</c:v>
                </c:pt>
                <c:pt idx="11">
                  <c:v>42369</c:v>
                </c:pt>
                <c:pt idx="12">
                  <c:v>42004</c:v>
                </c:pt>
                <c:pt idx="13">
                  <c:v>41639</c:v>
                </c:pt>
                <c:pt idx="14">
                  <c:v>41274</c:v>
                </c:pt>
                <c:pt idx="15">
                  <c:v>40907</c:v>
                </c:pt>
                <c:pt idx="16">
                  <c:v>40543</c:v>
                </c:pt>
                <c:pt idx="17">
                  <c:v>40178</c:v>
                </c:pt>
                <c:pt idx="18">
                  <c:v>39813</c:v>
                </c:pt>
                <c:pt idx="19">
                  <c:v>39447</c:v>
                </c:pt>
                <c:pt idx="20">
                  <c:v>39080</c:v>
                </c:pt>
              </c:numCache>
            </c:numRef>
          </c:cat>
          <c:val>
            <c:numRef>
              <c:f>'Graph 1'!$C$3:$C$23</c:f>
              <c:numCache>
                <c:formatCode>General</c:formatCode>
                <c:ptCount val="21"/>
                <c:pt idx="0">
                  <c:v>1.9</c:v>
                </c:pt>
                <c:pt idx="1">
                  <c:v>2.1</c:v>
                </c:pt>
                <c:pt idx="2">
                  <c:v>3.6</c:v>
                </c:pt>
                <c:pt idx="3">
                  <c:v>2.6</c:v>
                </c:pt>
                <c:pt idx="4">
                  <c:v>4</c:v>
                </c:pt>
                <c:pt idx="5">
                  <c:v>0.8</c:v>
                </c:pt>
                <c:pt idx="6">
                  <c:v>-1.2</c:v>
                </c:pt>
                <c:pt idx="7">
                  <c:v>0.8</c:v>
                </c:pt>
                <c:pt idx="8">
                  <c:v>0.3</c:v>
                </c:pt>
                <c:pt idx="9">
                  <c:v>1</c:v>
                </c:pt>
                <c:pt idx="10">
                  <c:v>0.3</c:v>
                </c:pt>
                <c:pt idx="11">
                  <c:v>0.2</c:v>
                </c:pt>
                <c:pt idx="12">
                  <c:v>2.4</c:v>
                </c:pt>
                <c:pt idx="13">
                  <c:v>1.6</c:v>
                </c:pt>
                <c:pt idx="14">
                  <c:v>-0.1</c:v>
                </c:pt>
                <c:pt idx="15">
                  <c:v>-0.2</c:v>
                </c:pt>
                <c:pt idx="16">
                  <c:v>0</c:v>
                </c:pt>
                <c:pt idx="17">
                  <c:v>-1.7</c:v>
                </c:pt>
                <c:pt idx="18">
                  <c:v>0.4</c:v>
                </c:pt>
                <c:pt idx="19">
                  <c:v>0.7</c:v>
                </c:pt>
                <c:pt idx="20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75-405A-94FF-15F91F7D6AC3}"/>
            </c:ext>
          </c:extLst>
        </c:ser>
        <c:ser>
          <c:idx val="1"/>
          <c:order val="1"/>
          <c:tx>
            <c:strRef>
              <c:f>'Graph 1'!$D$2</c:f>
              <c:strCache>
                <c:ptCount val="1"/>
                <c:pt idx="0">
                  <c:v>Core core CPI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0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175-405A-94FF-15F91F7D6AC3}"/>
                </c:ext>
              </c:extLst>
            </c:dLbl>
            <c:spPr>
              <a:solidFill>
                <a:srgbClr val="D0BF9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1'!$B$3:$B$23</c:f>
              <c:numCache>
                <c:formatCode>[$-409]mmm\-yy;@</c:formatCode>
                <c:ptCount val="21"/>
                <c:pt idx="0">
                  <c:v>46234</c:v>
                </c:pt>
                <c:pt idx="1">
                  <c:v>46022</c:v>
                </c:pt>
                <c:pt idx="2">
                  <c:v>45657</c:v>
                </c:pt>
                <c:pt idx="3">
                  <c:v>45289</c:v>
                </c:pt>
                <c:pt idx="4">
                  <c:v>44925</c:v>
                </c:pt>
                <c:pt idx="5">
                  <c:v>44561</c:v>
                </c:pt>
                <c:pt idx="6">
                  <c:v>44196</c:v>
                </c:pt>
                <c:pt idx="7">
                  <c:v>43830</c:v>
                </c:pt>
                <c:pt idx="8">
                  <c:v>43465</c:v>
                </c:pt>
                <c:pt idx="9">
                  <c:v>43098</c:v>
                </c:pt>
                <c:pt idx="10">
                  <c:v>42734</c:v>
                </c:pt>
                <c:pt idx="11">
                  <c:v>42369</c:v>
                </c:pt>
                <c:pt idx="12">
                  <c:v>42004</c:v>
                </c:pt>
                <c:pt idx="13">
                  <c:v>41639</c:v>
                </c:pt>
                <c:pt idx="14">
                  <c:v>41274</c:v>
                </c:pt>
                <c:pt idx="15">
                  <c:v>40907</c:v>
                </c:pt>
                <c:pt idx="16">
                  <c:v>40543</c:v>
                </c:pt>
                <c:pt idx="17">
                  <c:v>40178</c:v>
                </c:pt>
                <c:pt idx="18">
                  <c:v>39813</c:v>
                </c:pt>
                <c:pt idx="19">
                  <c:v>39447</c:v>
                </c:pt>
                <c:pt idx="20">
                  <c:v>39080</c:v>
                </c:pt>
              </c:numCache>
            </c:numRef>
          </c:cat>
          <c:val>
            <c:numRef>
              <c:f>'Graph 1'!$D$3:$D$23</c:f>
              <c:numCache>
                <c:formatCode>General</c:formatCode>
                <c:ptCount val="21"/>
                <c:pt idx="0">
                  <c:v>1.4</c:v>
                </c:pt>
                <c:pt idx="1">
                  <c:v>1.5</c:v>
                </c:pt>
                <c:pt idx="2">
                  <c:v>1.6</c:v>
                </c:pt>
                <c:pt idx="3">
                  <c:v>2.8</c:v>
                </c:pt>
                <c:pt idx="4">
                  <c:v>1.6</c:v>
                </c:pt>
                <c:pt idx="5">
                  <c:v>-1.3</c:v>
                </c:pt>
                <c:pt idx="6">
                  <c:v>-0.5</c:v>
                </c:pt>
                <c:pt idx="7">
                  <c:v>0.5</c:v>
                </c:pt>
                <c:pt idx="8">
                  <c:v>0.1</c:v>
                </c:pt>
                <c:pt idx="9">
                  <c:v>0.1</c:v>
                </c:pt>
                <c:pt idx="10">
                  <c:v>0</c:v>
                </c:pt>
                <c:pt idx="11">
                  <c:v>0.8</c:v>
                </c:pt>
                <c:pt idx="12">
                  <c:v>2.1</c:v>
                </c:pt>
                <c:pt idx="13">
                  <c:v>0.7</c:v>
                </c:pt>
                <c:pt idx="14">
                  <c:v>-0.6</c:v>
                </c:pt>
                <c:pt idx="15">
                  <c:v>-1.1000000000000001</c:v>
                </c:pt>
                <c:pt idx="16">
                  <c:v>-0.7</c:v>
                </c:pt>
                <c:pt idx="17">
                  <c:v>-1.2</c:v>
                </c:pt>
                <c:pt idx="18">
                  <c:v>0</c:v>
                </c:pt>
                <c:pt idx="19">
                  <c:v>-0.1</c:v>
                </c:pt>
                <c:pt idx="20">
                  <c:v>-0.3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75-405A-94FF-15F91F7D6AC3}"/>
            </c:ext>
          </c:extLst>
        </c:ser>
        <c:ser>
          <c:idx val="2"/>
          <c:order val="2"/>
          <c:tx>
            <c:strRef>
              <c:f>'Graph 1'!$E$2</c:f>
              <c:strCache>
                <c:ptCount val="1"/>
                <c:pt idx="0">
                  <c:v>Target</c:v>
                </c:pt>
              </c:strCache>
            </c:strRef>
          </c:tx>
          <c:spPr>
            <a:ln w="22225" cap="rnd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'Graph 1'!$B$3:$B$23</c:f>
              <c:numCache>
                <c:formatCode>[$-409]mmm\-yy;@</c:formatCode>
                <c:ptCount val="21"/>
                <c:pt idx="0">
                  <c:v>46234</c:v>
                </c:pt>
                <c:pt idx="1">
                  <c:v>46022</c:v>
                </c:pt>
                <c:pt idx="2">
                  <c:v>45657</c:v>
                </c:pt>
                <c:pt idx="3">
                  <c:v>45289</c:v>
                </c:pt>
                <c:pt idx="4">
                  <c:v>44925</c:v>
                </c:pt>
                <c:pt idx="5">
                  <c:v>44561</c:v>
                </c:pt>
                <c:pt idx="6">
                  <c:v>44196</c:v>
                </c:pt>
                <c:pt idx="7">
                  <c:v>43830</c:v>
                </c:pt>
                <c:pt idx="8">
                  <c:v>43465</c:v>
                </c:pt>
                <c:pt idx="9">
                  <c:v>43098</c:v>
                </c:pt>
                <c:pt idx="10">
                  <c:v>42734</c:v>
                </c:pt>
                <c:pt idx="11">
                  <c:v>42369</c:v>
                </c:pt>
                <c:pt idx="12">
                  <c:v>42004</c:v>
                </c:pt>
                <c:pt idx="13">
                  <c:v>41639</c:v>
                </c:pt>
                <c:pt idx="14">
                  <c:v>41274</c:v>
                </c:pt>
                <c:pt idx="15">
                  <c:v>40907</c:v>
                </c:pt>
                <c:pt idx="16">
                  <c:v>40543</c:v>
                </c:pt>
                <c:pt idx="17">
                  <c:v>40178</c:v>
                </c:pt>
                <c:pt idx="18">
                  <c:v>39813</c:v>
                </c:pt>
                <c:pt idx="19">
                  <c:v>39447</c:v>
                </c:pt>
                <c:pt idx="20">
                  <c:v>39080</c:v>
                </c:pt>
              </c:numCache>
            </c:numRef>
          </c:cat>
          <c:val>
            <c:numRef>
              <c:f>'Graph 1'!$E$3:$E$23</c:f>
              <c:numCache>
                <c:formatCode>0.0</c:formatCode>
                <c:ptCount val="2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75-405A-94FF-15F91F7D6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1041280"/>
        <c:axId val="1034094064"/>
      </c:lineChart>
      <c:dateAx>
        <c:axId val="971041280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034094064"/>
        <c:crosses val="autoZero"/>
        <c:auto val="1"/>
        <c:lblOffset val="100"/>
        <c:baseTimeUnit val="months"/>
        <c:majorUnit val="25"/>
        <c:majorTimeUnit val="months"/>
      </c:dateAx>
      <c:valAx>
        <c:axId val="1034094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971041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2'!$C$3</c:f>
              <c:strCache>
                <c:ptCount val="1"/>
                <c:pt idx="0">
                  <c:v>Trimmed mean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'Graph 2'!$B$4:$B$250</c:f>
              <c:numCache>
                <c:formatCode>[$-409]mmm\-yy;@</c:formatCode>
                <c:ptCount val="247"/>
                <c:pt idx="0">
                  <c:v>38718</c:v>
                </c:pt>
                <c:pt idx="1">
                  <c:v>38749</c:v>
                </c:pt>
                <c:pt idx="2">
                  <c:v>38777</c:v>
                </c:pt>
                <c:pt idx="3">
                  <c:v>38808</c:v>
                </c:pt>
                <c:pt idx="4">
                  <c:v>38838</c:v>
                </c:pt>
                <c:pt idx="5">
                  <c:v>38869</c:v>
                </c:pt>
                <c:pt idx="6">
                  <c:v>38899</c:v>
                </c:pt>
                <c:pt idx="7">
                  <c:v>38930</c:v>
                </c:pt>
                <c:pt idx="8">
                  <c:v>38961</c:v>
                </c:pt>
                <c:pt idx="9">
                  <c:v>38991</c:v>
                </c:pt>
                <c:pt idx="10">
                  <c:v>39022</c:v>
                </c:pt>
                <c:pt idx="11">
                  <c:v>39052</c:v>
                </c:pt>
                <c:pt idx="12">
                  <c:v>39083</c:v>
                </c:pt>
                <c:pt idx="13">
                  <c:v>39114</c:v>
                </c:pt>
                <c:pt idx="14">
                  <c:v>39142</c:v>
                </c:pt>
                <c:pt idx="15">
                  <c:v>39173</c:v>
                </c:pt>
                <c:pt idx="16">
                  <c:v>39203</c:v>
                </c:pt>
                <c:pt idx="17">
                  <c:v>39234</c:v>
                </c:pt>
                <c:pt idx="18">
                  <c:v>39264</c:v>
                </c:pt>
                <c:pt idx="19">
                  <c:v>39295</c:v>
                </c:pt>
                <c:pt idx="20">
                  <c:v>39326</c:v>
                </c:pt>
                <c:pt idx="21">
                  <c:v>39356</c:v>
                </c:pt>
                <c:pt idx="22">
                  <c:v>39387</c:v>
                </c:pt>
                <c:pt idx="23">
                  <c:v>39417</c:v>
                </c:pt>
                <c:pt idx="24">
                  <c:v>39448</c:v>
                </c:pt>
                <c:pt idx="25">
                  <c:v>39479</c:v>
                </c:pt>
                <c:pt idx="26">
                  <c:v>39508</c:v>
                </c:pt>
                <c:pt idx="27">
                  <c:v>39539</c:v>
                </c:pt>
                <c:pt idx="28">
                  <c:v>39569</c:v>
                </c:pt>
                <c:pt idx="29">
                  <c:v>39600</c:v>
                </c:pt>
                <c:pt idx="30">
                  <c:v>39630</c:v>
                </c:pt>
                <c:pt idx="31">
                  <c:v>39661</c:v>
                </c:pt>
                <c:pt idx="32">
                  <c:v>39692</c:v>
                </c:pt>
                <c:pt idx="33">
                  <c:v>39722</c:v>
                </c:pt>
                <c:pt idx="34">
                  <c:v>39753</c:v>
                </c:pt>
                <c:pt idx="35">
                  <c:v>39783</c:v>
                </c:pt>
                <c:pt idx="36">
                  <c:v>39814</c:v>
                </c:pt>
                <c:pt idx="37">
                  <c:v>39845</c:v>
                </c:pt>
                <c:pt idx="38">
                  <c:v>39873</c:v>
                </c:pt>
                <c:pt idx="39">
                  <c:v>39904</c:v>
                </c:pt>
                <c:pt idx="40">
                  <c:v>39934</c:v>
                </c:pt>
                <c:pt idx="41">
                  <c:v>39965</c:v>
                </c:pt>
                <c:pt idx="42">
                  <c:v>39995</c:v>
                </c:pt>
                <c:pt idx="43">
                  <c:v>40026</c:v>
                </c:pt>
                <c:pt idx="44">
                  <c:v>40057</c:v>
                </c:pt>
                <c:pt idx="45">
                  <c:v>40087</c:v>
                </c:pt>
                <c:pt idx="46">
                  <c:v>40118</c:v>
                </c:pt>
                <c:pt idx="47">
                  <c:v>40148</c:v>
                </c:pt>
                <c:pt idx="48">
                  <c:v>40179</c:v>
                </c:pt>
                <c:pt idx="49">
                  <c:v>40210</c:v>
                </c:pt>
                <c:pt idx="50">
                  <c:v>40238</c:v>
                </c:pt>
                <c:pt idx="51">
                  <c:v>40269</c:v>
                </c:pt>
                <c:pt idx="52">
                  <c:v>40299</c:v>
                </c:pt>
                <c:pt idx="53">
                  <c:v>40330</c:v>
                </c:pt>
                <c:pt idx="54">
                  <c:v>40360</c:v>
                </c:pt>
                <c:pt idx="55">
                  <c:v>40391</c:v>
                </c:pt>
                <c:pt idx="56">
                  <c:v>40422</c:v>
                </c:pt>
                <c:pt idx="57">
                  <c:v>40452</c:v>
                </c:pt>
                <c:pt idx="58">
                  <c:v>40483</c:v>
                </c:pt>
                <c:pt idx="59">
                  <c:v>40513</c:v>
                </c:pt>
                <c:pt idx="60">
                  <c:v>40544</c:v>
                </c:pt>
                <c:pt idx="61">
                  <c:v>40575</c:v>
                </c:pt>
                <c:pt idx="62">
                  <c:v>40603</c:v>
                </c:pt>
                <c:pt idx="63">
                  <c:v>40634</c:v>
                </c:pt>
                <c:pt idx="64">
                  <c:v>40664</c:v>
                </c:pt>
                <c:pt idx="65">
                  <c:v>40695</c:v>
                </c:pt>
                <c:pt idx="66">
                  <c:v>40725</c:v>
                </c:pt>
                <c:pt idx="67">
                  <c:v>40756</c:v>
                </c:pt>
                <c:pt idx="68">
                  <c:v>40787</c:v>
                </c:pt>
                <c:pt idx="69">
                  <c:v>40817</c:v>
                </c:pt>
                <c:pt idx="70">
                  <c:v>40848</c:v>
                </c:pt>
                <c:pt idx="71">
                  <c:v>40878</c:v>
                </c:pt>
                <c:pt idx="72">
                  <c:v>40909</c:v>
                </c:pt>
                <c:pt idx="73">
                  <c:v>40940</c:v>
                </c:pt>
                <c:pt idx="74">
                  <c:v>40969</c:v>
                </c:pt>
                <c:pt idx="75">
                  <c:v>41000</c:v>
                </c:pt>
                <c:pt idx="76">
                  <c:v>41030</c:v>
                </c:pt>
                <c:pt idx="77">
                  <c:v>41061</c:v>
                </c:pt>
                <c:pt idx="78">
                  <c:v>41091</c:v>
                </c:pt>
                <c:pt idx="79">
                  <c:v>41122</c:v>
                </c:pt>
                <c:pt idx="80">
                  <c:v>41153</c:v>
                </c:pt>
                <c:pt idx="81">
                  <c:v>41183</c:v>
                </c:pt>
                <c:pt idx="82">
                  <c:v>41214</c:v>
                </c:pt>
                <c:pt idx="83">
                  <c:v>41244</c:v>
                </c:pt>
                <c:pt idx="84">
                  <c:v>41275</c:v>
                </c:pt>
                <c:pt idx="85">
                  <c:v>41306</c:v>
                </c:pt>
                <c:pt idx="86">
                  <c:v>41334</c:v>
                </c:pt>
                <c:pt idx="87">
                  <c:v>41365</c:v>
                </c:pt>
                <c:pt idx="88">
                  <c:v>41395</c:v>
                </c:pt>
                <c:pt idx="89">
                  <c:v>41426</c:v>
                </c:pt>
                <c:pt idx="90">
                  <c:v>41456</c:v>
                </c:pt>
                <c:pt idx="91">
                  <c:v>41487</c:v>
                </c:pt>
                <c:pt idx="92">
                  <c:v>41518</c:v>
                </c:pt>
                <c:pt idx="93">
                  <c:v>41548</c:v>
                </c:pt>
                <c:pt idx="94">
                  <c:v>41579</c:v>
                </c:pt>
                <c:pt idx="95">
                  <c:v>41609</c:v>
                </c:pt>
                <c:pt idx="96">
                  <c:v>41640</c:v>
                </c:pt>
                <c:pt idx="97">
                  <c:v>41671</c:v>
                </c:pt>
                <c:pt idx="98">
                  <c:v>41699</c:v>
                </c:pt>
                <c:pt idx="99">
                  <c:v>41730</c:v>
                </c:pt>
                <c:pt idx="100">
                  <c:v>41760</c:v>
                </c:pt>
                <c:pt idx="101">
                  <c:v>41791</c:v>
                </c:pt>
                <c:pt idx="102">
                  <c:v>41821</c:v>
                </c:pt>
                <c:pt idx="103">
                  <c:v>41852</c:v>
                </c:pt>
                <c:pt idx="104">
                  <c:v>41883</c:v>
                </c:pt>
                <c:pt idx="105">
                  <c:v>41913</c:v>
                </c:pt>
                <c:pt idx="106">
                  <c:v>41944</c:v>
                </c:pt>
                <c:pt idx="107">
                  <c:v>41974</c:v>
                </c:pt>
                <c:pt idx="108">
                  <c:v>42005</c:v>
                </c:pt>
                <c:pt idx="109">
                  <c:v>42036</c:v>
                </c:pt>
                <c:pt idx="110">
                  <c:v>42064</c:v>
                </c:pt>
                <c:pt idx="111">
                  <c:v>42095</c:v>
                </c:pt>
                <c:pt idx="112">
                  <c:v>42125</c:v>
                </c:pt>
                <c:pt idx="113">
                  <c:v>42156</c:v>
                </c:pt>
                <c:pt idx="114">
                  <c:v>42186</c:v>
                </c:pt>
                <c:pt idx="115">
                  <c:v>42217</c:v>
                </c:pt>
                <c:pt idx="116">
                  <c:v>42248</c:v>
                </c:pt>
                <c:pt idx="117">
                  <c:v>42278</c:v>
                </c:pt>
                <c:pt idx="118">
                  <c:v>42309</c:v>
                </c:pt>
                <c:pt idx="119">
                  <c:v>42339</c:v>
                </c:pt>
                <c:pt idx="120">
                  <c:v>42370</c:v>
                </c:pt>
                <c:pt idx="121">
                  <c:v>42401</c:v>
                </c:pt>
                <c:pt idx="122">
                  <c:v>42430</c:v>
                </c:pt>
                <c:pt idx="123">
                  <c:v>42461</c:v>
                </c:pt>
                <c:pt idx="124">
                  <c:v>42491</c:v>
                </c:pt>
                <c:pt idx="125">
                  <c:v>42522</c:v>
                </c:pt>
                <c:pt idx="126">
                  <c:v>42552</c:v>
                </c:pt>
                <c:pt idx="127">
                  <c:v>42583</c:v>
                </c:pt>
                <c:pt idx="128">
                  <c:v>42614</c:v>
                </c:pt>
                <c:pt idx="129">
                  <c:v>42644</c:v>
                </c:pt>
                <c:pt idx="130">
                  <c:v>42675</c:v>
                </c:pt>
                <c:pt idx="131">
                  <c:v>42705</c:v>
                </c:pt>
                <c:pt idx="132">
                  <c:v>42736</c:v>
                </c:pt>
                <c:pt idx="133">
                  <c:v>42767</c:v>
                </c:pt>
                <c:pt idx="134">
                  <c:v>42795</c:v>
                </c:pt>
                <c:pt idx="135">
                  <c:v>42826</c:v>
                </c:pt>
                <c:pt idx="136">
                  <c:v>42856</c:v>
                </c:pt>
                <c:pt idx="137">
                  <c:v>42887</c:v>
                </c:pt>
                <c:pt idx="138">
                  <c:v>42917</c:v>
                </c:pt>
                <c:pt idx="139">
                  <c:v>42948</c:v>
                </c:pt>
                <c:pt idx="140">
                  <c:v>42979</c:v>
                </c:pt>
                <c:pt idx="141">
                  <c:v>43009</c:v>
                </c:pt>
                <c:pt idx="142">
                  <c:v>43040</c:v>
                </c:pt>
                <c:pt idx="143">
                  <c:v>43070</c:v>
                </c:pt>
                <c:pt idx="144">
                  <c:v>43101</c:v>
                </c:pt>
                <c:pt idx="145">
                  <c:v>43132</c:v>
                </c:pt>
                <c:pt idx="146">
                  <c:v>43160</c:v>
                </c:pt>
                <c:pt idx="147">
                  <c:v>43191</c:v>
                </c:pt>
                <c:pt idx="148">
                  <c:v>43221</c:v>
                </c:pt>
                <c:pt idx="149">
                  <c:v>43252</c:v>
                </c:pt>
                <c:pt idx="150">
                  <c:v>43282</c:v>
                </c:pt>
                <c:pt idx="151">
                  <c:v>43313</c:v>
                </c:pt>
                <c:pt idx="152">
                  <c:v>43344</c:v>
                </c:pt>
                <c:pt idx="153">
                  <c:v>43374</c:v>
                </c:pt>
                <c:pt idx="154">
                  <c:v>43405</c:v>
                </c:pt>
                <c:pt idx="155">
                  <c:v>43435</c:v>
                </c:pt>
                <c:pt idx="156">
                  <c:v>43466</c:v>
                </c:pt>
                <c:pt idx="157">
                  <c:v>43497</c:v>
                </c:pt>
                <c:pt idx="158">
                  <c:v>43525</c:v>
                </c:pt>
                <c:pt idx="159">
                  <c:v>43556</c:v>
                </c:pt>
                <c:pt idx="160">
                  <c:v>43586</c:v>
                </c:pt>
                <c:pt idx="161">
                  <c:v>43617</c:v>
                </c:pt>
                <c:pt idx="162">
                  <c:v>43647</c:v>
                </c:pt>
                <c:pt idx="163">
                  <c:v>43678</c:v>
                </c:pt>
                <c:pt idx="164">
                  <c:v>43709</c:v>
                </c:pt>
                <c:pt idx="165">
                  <c:v>43739</c:v>
                </c:pt>
                <c:pt idx="166">
                  <c:v>43770</c:v>
                </c:pt>
                <c:pt idx="167">
                  <c:v>43800</c:v>
                </c:pt>
                <c:pt idx="168">
                  <c:v>43831</c:v>
                </c:pt>
                <c:pt idx="169">
                  <c:v>43862</c:v>
                </c:pt>
                <c:pt idx="170">
                  <c:v>43891</c:v>
                </c:pt>
                <c:pt idx="171">
                  <c:v>43922</c:v>
                </c:pt>
                <c:pt idx="172">
                  <c:v>43952</c:v>
                </c:pt>
                <c:pt idx="173">
                  <c:v>43983</c:v>
                </c:pt>
                <c:pt idx="174">
                  <c:v>44013</c:v>
                </c:pt>
                <c:pt idx="175">
                  <c:v>44044</c:v>
                </c:pt>
                <c:pt idx="176">
                  <c:v>44075</c:v>
                </c:pt>
                <c:pt idx="177">
                  <c:v>44105</c:v>
                </c:pt>
                <c:pt idx="178">
                  <c:v>44136</c:v>
                </c:pt>
                <c:pt idx="179">
                  <c:v>44166</c:v>
                </c:pt>
                <c:pt idx="180">
                  <c:v>44197</c:v>
                </c:pt>
                <c:pt idx="181">
                  <c:v>44228</c:v>
                </c:pt>
                <c:pt idx="182">
                  <c:v>44256</c:v>
                </c:pt>
                <c:pt idx="183">
                  <c:v>44287</c:v>
                </c:pt>
                <c:pt idx="184">
                  <c:v>44317</c:v>
                </c:pt>
                <c:pt idx="185">
                  <c:v>44348</c:v>
                </c:pt>
                <c:pt idx="186">
                  <c:v>44378</c:v>
                </c:pt>
                <c:pt idx="187">
                  <c:v>44409</c:v>
                </c:pt>
                <c:pt idx="188">
                  <c:v>44440</c:v>
                </c:pt>
                <c:pt idx="189">
                  <c:v>44470</c:v>
                </c:pt>
                <c:pt idx="190">
                  <c:v>44501</c:v>
                </c:pt>
                <c:pt idx="191">
                  <c:v>44531</c:v>
                </c:pt>
                <c:pt idx="192">
                  <c:v>44562</c:v>
                </c:pt>
                <c:pt idx="193">
                  <c:v>44593</c:v>
                </c:pt>
                <c:pt idx="194">
                  <c:v>44621</c:v>
                </c:pt>
                <c:pt idx="195">
                  <c:v>44652</c:v>
                </c:pt>
                <c:pt idx="196">
                  <c:v>44682</c:v>
                </c:pt>
                <c:pt idx="197">
                  <c:v>44713</c:v>
                </c:pt>
                <c:pt idx="198">
                  <c:v>44743</c:v>
                </c:pt>
                <c:pt idx="199">
                  <c:v>44774</c:v>
                </c:pt>
                <c:pt idx="200">
                  <c:v>44805</c:v>
                </c:pt>
                <c:pt idx="201">
                  <c:v>44835</c:v>
                </c:pt>
                <c:pt idx="202">
                  <c:v>44866</c:v>
                </c:pt>
                <c:pt idx="203">
                  <c:v>44896</c:v>
                </c:pt>
                <c:pt idx="204">
                  <c:v>44927</c:v>
                </c:pt>
                <c:pt idx="205">
                  <c:v>44958</c:v>
                </c:pt>
                <c:pt idx="206">
                  <c:v>44986</c:v>
                </c:pt>
                <c:pt idx="207">
                  <c:v>45017</c:v>
                </c:pt>
                <c:pt idx="208">
                  <c:v>45047</c:v>
                </c:pt>
                <c:pt idx="209">
                  <c:v>45078</c:v>
                </c:pt>
                <c:pt idx="210">
                  <c:v>45108</c:v>
                </c:pt>
                <c:pt idx="211">
                  <c:v>45139</c:v>
                </c:pt>
                <c:pt idx="212">
                  <c:v>45170</c:v>
                </c:pt>
                <c:pt idx="213">
                  <c:v>45200</c:v>
                </c:pt>
                <c:pt idx="214">
                  <c:v>45231</c:v>
                </c:pt>
                <c:pt idx="215">
                  <c:v>45261</c:v>
                </c:pt>
                <c:pt idx="216">
                  <c:v>45292</c:v>
                </c:pt>
                <c:pt idx="217">
                  <c:v>45323</c:v>
                </c:pt>
                <c:pt idx="218">
                  <c:v>45352</c:v>
                </c:pt>
                <c:pt idx="219">
                  <c:v>45383</c:v>
                </c:pt>
                <c:pt idx="220">
                  <c:v>45413</c:v>
                </c:pt>
                <c:pt idx="221">
                  <c:v>45444</c:v>
                </c:pt>
                <c:pt idx="222">
                  <c:v>45474</c:v>
                </c:pt>
                <c:pt idx="223">
                  <c:v>45505</c:v>
                </c:pt>
                <c:pt idx="224">
                  <c:v>45536</c:v>
                </c:pt>
                <c:pt idx="225">
                  <c:v>45566</c:v>
                </c:pt>
                <c:pt idx="226">
                  <c:v>45597</c:v>
                </c:pt>
                <c:pt idx="227">
                  <c:v>45627</c:v>
                </c:pt>
                <c:pt idx="228">
                  <c:v>45658</c:v>
                </c:pt>
                <c:pt idx="229">
                  <c:v>45689</c:v>
                </c:pt>
                <c:pt idx="230">
                  <c:v>45717</c:v>
                </c:pt>
                <c:pt idx="231">
                  <c:v>45748</c:v>
                </c:pt>
                <c:pt idx="232">
                  <c:v>45778</c:v>
                </c:pt>
                <c:pt idx="233">
                  <c:v>45809</c:v>
                </c:pt>
                <c:pt idx="234">
                  <c:v>45839</c:v>
                </c:pt>
                <c:pt idx="235">
                  <c:v>45870</c:v>
                </c:pt>
                <c:pt idx="236">
                  <c:v>45901</c:v>
                </c:pt>
                <c:pt idx="237">
                  <c:v>45931</c:v>
                </c:pt>
                <c:pt idx="238">
                  <c:v>45962</c:v>
                </c:pt>
                <c:pt idx="239">
                  <c:v>45992</c:v>
                </c:pt>
                <c:pt idx="240">
                  <c:v>46023</c:v>
                </c:pt>
                <c:pt idx="241">
                  <c:v>46054</c:v>
                </c:pt>
                <c:pt idx="242">
                  <c:v>46082</c:v>
                </c:pt>
                <c:pt idx="243">
                  <c:v>46113</c:v>
                </c:pt>
                <c:pt idx="244">
                  <c:v>46143</c:v>
                </c:pt>
                <c:pt idx="245">
                  <c:v>46174</c:v>
                </c:pt>
                <c:pt idx="246">
                  <c:v>46204</c:v>
                </c:pt>
              </c:numCache>
            </c:numRef>
          </c:cat>
          <c:val>
            <c:numRef>
              <c:f>'Graph 2'!$C$4:$C$250</c:f>
              <c:numCache>
                <c:formatCode>0.0</c:formatCode>
                <c:ptCount val="247"/>
                <c:pt idx="0">
                  <c:v>-3.7322000000000002E-3</c:v>
                </c:pt>
                <c:pt idx="1">
                  <c:v>6.5535000000000003E-3</c:v>
                </c:pt>
                <c:pt idx="2">
                  <c:v>-2.5069999999999999E-2</c:v>
                </c:pt>
                <c:pt idx="3">
                  <c:v>1.0784E-2</c:v>
                </c:pt>
                <c:pt idx="4">
                  <c:v>4.8217000000000003E-2</c:v>
                </c:pt>
                <c:pt idx="5">
                  <c:v>0.13469</c:v>
                </c:pt>
                <c:pt idx="6">
                  <c:v>0.13255</c:v>
                </c:pt>
                <c:pt idx="7">
                  <c:v>0.20018</c:v>
                </c:pt>
                <c:pt idx="8">
                  <c:v>0.14935000000000001</c:v>
                </c:pt>
                <c:pt idx="9">
                  <c:v>0.15174000000000001</c:v>
                </c:pt>
                <c:pt idx="10">
                  <c:v>0.15010000000000001</c:v>
                </c:pt>
                <c:pt idx="11">
                  <c:v>9.7138000000000002E-2</c:v>
                </c:pt>
                <c:pt idx="12">
                  <c:v>0.13414999999999999</c:v>
                </c:pt>
                <c:pt idx="13">
                  <c:v>-6.1231000000000001E-2</c:v>
                </c:pt>
                <c:pt idx="14">
                  <c:v>-5.3608999999999997E-2</c:v>
                </c:pt>
                <c:pt idx="15">
                  <c:v>5.9003E-2</c:v>
                </c:pt>
                <c:pt idx="16">
                  <c:v>4.7265000000000001E-2</c:v>
                </c:pt>
                <c:pt idx="17">
                  <c:v>4.6635999999999997E-2</c:v>
                </c:pt>
                <c:pt idx="18">
                  <c:v>9.7000000000000003E-2</c:v>
                </c:pt>
                <c:pt idx="19">
                  <c:v>0.15215999999999999</c:v>
                </c:pt>
                <c:pt idx="20">
                  <c:v>4.8201000000000001E-2</c:v>
                </c:pt>
                <c:pt idx="21">
                  <c:v>0.23791999999999999</c:v>
                </c:pt>
                <c:pt idx="22">
                  <c:v>0.29681999999999997</c:v>
                </c:pt>
                <c:pt idx="23">
                  <c:v>0.36636000000000002</c:v>
                </c:pt>
                <c:pt idx="24">
                  <c:v>0.36613000000000001</c:v>
                </c:pt>
                <c:pt idx="25">
                  <c:v>0.37297000000000002</c:v>
                </c:pt>
                <c:pt idx="26">
                  <c:v>0.51388999999999996</c:v>
                </c:pt>
                <c:pt idx="27">
                  <c:v>0.55825999999999998</c:v>
                </c:pt>
                <c:pt idx="28">
                  <c:v>0.74677000000000004</c:v>
                </c:pt>
                <c:pt idx="29">
                  <c:v>0.96077999999999997</c:v>
                </c:pt>
                <c:pt idx="30">
                  <c:v>1.1483000000000001</c:v>
                </c:pt>
                <c:pt idx="31">
                  <c:v>1.0696000000000001</c:v>
                </c:pt>
                <c:pt idx="32">
                  <c:v>1.1161000000000001</c:v>
                </c:pt>
                <c:pt idx="33">
                  <c:v>1.1187</c:v>
                </c:pt>
                <c:pt idx="34">
                  <c:v>0.87927999999999995</c:v>
                </c:pt>
                <c:pt idx="35">
                  <c:v>0.79298000000000002</c:v>
                </c:pt>
                <c:pt idx="36">
                  <c:v>0.67874999999999996</c:v>
                </c:pt>
                <c:pt idx="37">
                  <c:v>0.54566000000000003</c:v>
                </c:pt>
                <c:pt idx="38">
                  <c:v>0.44058999999999998</c:v>
                </c:pt>
                <c:pt idx="39">
                  <c:v>0.26030999999999999</c:v>
                </c:pt>
                <c:pt idx="40">
                  <c:v>-2.6325999999999999E-2</c:v>
                </c:pt>
                <c:pt idx="41">
                  <c:v>-0.32474999999999998</c:v>
                </c:pt>
                <c:pt idx="42">
                  <c:v>-0.72479000000000005</c:v>
                </c:pt>
                <c:pt idx="43">
                  <c:v>-0.82338999999999996</c:v>
                </c:pt>
                <c:pt idx="44">
                  <c:v>-0.90081</c:v>
                </c:pt>
                <c:pt idx="45">
                  <c:v>-1.1709000000000001</c:v>
                </c:pt>
                <c:pt idx="46">
                  <c:v>-1.1667000000000001</c:v>
                </c:pt>
                <c:pt idx="47">
                  <c:v>-1.1093</c:v>
                </c:pt>
                <c:pt idx="48">
                  <c:v>-1.0268999999999999</c:v>
                </c:pt>
                <c:pt idx="49">
                  <c:v>-0.95826</c:v>
                </c:pt>
                <c:pt idx="50">
                  <c:v>-0.98199999999999998</c:v>
                </c:pt>
                <c:pt idx="51">
                  <c:v>-0.90995999999999999</c:v>
                </c:pt>
                <c:pt idx="52">
                  <c:v>-0.86380000000000001</c:v>
                </c:pt>
                <c:pt idx="53">
                  <c:v>-0.66222999999999999</c:v>
                </c:pt>
                <c:pt idx="54">
                  <c:v>-0.53213999999999995</c:v>
                </c:pt>
                <c:pt idx="55">
                  <c:v>-0.45101999999999998</c:v>
                </c:pt>
                <c:pt idx="56">
                  <c:v>-0.40038000000000001</c:v>
                </c:pt>
                <c:pt idx="57">
                  <c:v>-0.26546999999999998</c:v>
                </c:pt>
                <c:pt idx="58">
                  <c:v>-0.27977999999999997</c:v>
                </c:pt>
                <c:pt idx="59">
                  <c:v>-0.27084999999999998</c:v>
                </c:pt>
                <c:pt idx="60">
                  <c:v>-0.30764263851780027</c:v>
                </c:pt>
                <c:pt idx="61">
                  <c:v>-0.29070352806941491</c:v>
                </c:pt>
                <c:pt idx="62">
                  <c:v>-0.35438022186257767</c:v>
                </c:pt>
                <c:pt idx="63">
                  <c:v>-0.1791733524464712</c:v>
                </c:pt>
                <c:pt idx="64">
                  <c:v>-7.1774692298764292E-2</c:v>
                </c:pt>
                <c:pt idx="65">
                  <c:v>-0.20217515696327448</c:v>
                </c:pt>
                <c:pt idx="66">
                  <c:v>-2.3036535924490044E-2</c:v>
                </c:pt>
                <c:pt idx="67">
                  <c:v>-7.3725577692709213E-3</c:v>
                </c:pt>
                <c:pt idx="68">
                  <c:v>-6.1883188545316305E-2</c:v>
                </c:pt>
                <c:pt idx="69">
                  <c:v>1.7359121999307874E-2</c:v>
                </c:pt>
                <c:pt idx="70">
                  <c:v>-3.4927270774562771E-2</c:v>
                </c:pt>
                <c:pt idx="71">
                  <c:v>5.0255303150134475E-2</c:v>
                </c:pt>
                <c:pt idx="72">
                  <c:v>0.16166027534975694</c:v>
                </c:pt>
                <c:pt idx="73">
                  <c:v>9.8868590749054255E-2</c:v>
                </c:pt>
                <c:pt idx="74">
                  <c:v>0.19756950342886737</c:v>
                </c:pt>
                <c:pt idx="75">
                  <c:v>0.19936505367542165</c:v>
                </c:pt>
                <c:pt idx="76">
                  <c:v>-2.7986291615907152E-2</c:v>
                </c:pt>
                <c:pt idx="77">
                  <c:v>-0.14042206375695881</c:v>
                </c:pt>
                <c:pt idx="78">
                  <c:v>-0.3343293957195862</c:v>
                </c:pt>
                <c:pt idx="79">
                  <c:v>-0.31588261910625537</c:v>
                </c:pt>
                <c:pt idx="80">
                  <c:v>-0.17991262064866914</c:v>
                </c:pt>
                <c:pt idx="81">
                  <c:v>-0.14706154932621621</c:v>
                </c:pt>
                <c:pt idx="82">
                  <c:v>-8.4085658708312472E-2</c:v>
                </c:pt>
                <c:pt idx="83">
                  <c:v>-0.13867647952917067</c:v>
                </c:pt>
                <c:pt idx="84">
                  <c:v>-0.13347573587414327</c:v>
                </c:pt>
                <c:pt idx="85">
                  <c:v>-0.30013049613442699</c:v>
                </c:pt>
                <c:pt idx="86">
                  <c:v>-0.41784734114654482</c:v>
                </c:pt>
                <c:pt idx="87">
                  <c:v>-0.37713762386953564</c:v>
                </c:pt>
                <c:pt idx="88">
                  <c:v>-0.33321919120357624</c:v>
                </c:pt>
                <c:pt idx="89">
                  <c:v>-9.8578328673789781E-2</c:v>
                </c:pt>
                <c:pt idx="90">
                  <c:v>0.1273837053882714</c:v>
                </c:pt>
                <c:pt idx="91">
                  <c:v>0.15678973970382531</c:v>
                </c:pt>
                <c:pt idx="92">
                  <c:v>0.25578725944256209</c:v>
                </c:pt>
                <c:pt idx="93">
                  <c:v>0.39540057221133479</c:v>
                </c:pt>
                <c:pt idx="94">
                  <c:v>0.61776191793128088</c:v>
                </c:pt>
                <c:pt idx="95">
                  <c:v>0.79317663075666645</c:v>
                </c:pt>
                <c:pt idx="96">
                  <c:v>0.68982960164372686</c:v>
                </c:pt>
                <c:pt idx="97">
                  <c:v>0.77469655602799303</c:v>
                </c:pt>
                <c:pt idx="98">
                  <c:v>0.77677281456385494</c:v>
                </c:pt>
                <c:pt idx="99">
                  <c:v>0.82033117362578023</c:v>
                </c:pt>
                <c:pt idx="100">
                  <c:v>0.86915794918428591</c:v>
                </c:pt>
                <c:pt idx="101">
                  <c:v>0.91360978710153973</c:v>
                </c:pt>
                <c:pt idx="102">
                  <c:v>0.87070536051723724</c:v>
                </c:pt>
                <c:pt idx="103">
                  <c:v>0.76216066163952567</c:v>
                </c:pt>
                <c:pt idx="104">
                  <c:v>0.62761020440677551</c:v>
                </c:pt>
                <c:pt idx="105">
                  <c:v>0.53383372523720873</c:v>
                </c:pt>
                <c:pt idx="106">
                  <c:v>0.38216433832912083</c:v>
                </c:pt>
                <c:pt idx="107">
                  <c:v>0.37087584192268924</c:v>
                </c:pt>
                <c:pt idx="108">
                  <c:v>0.48990741392724474</c:v>
                </c:pt>
                <c:pt idx="109">
                  <c:v>0.48055924868497812</c:v>
                </c:pt>
                <c:pt idx="110">
                  <c:v>0.45310973823058165</c:v>
                </c:pt>
                <c:pt idx="111">
                  <c:v>0.4733340379804391</c:v>
                </c:pt>
                <c:pt idx="112">
                  <c:v>0.51348963196180542</c:v>
                </c:pt>
                <c:pt idx="113">
                  <c:v>0.45796212703209815</c:v>
                </c:pt>
                <c:pt idx="114">
                  <c:v>0.45373374449665121</c:v>
                </c:pt>
                <c:pt idx="115">
                  <c:v>0.52713874866118149</c:v>
                </c:pt>
                <c:pt idx="116">
                  <c:v>0.56415484137206962</c:v>
                </c:pt>
                <c:pt idx="117">
                  <c:v>0.54497016245318963</c:v>
                </c:pt>
                <c:pt idx="118">
                  <c:v>0.6036565882867212</c:v>
                </c:pt>
                <c:pt idx="119">
                  <c:v>0.50643876494120599</c:v>
                </c:pt>
                <c:pt idx="120">
                  <c:v>0.34258919168675872</c:v>
                </c:pt>
                <c:pt idx="121">
                  <c:v>0.44983172287721745</c:v>
                </c:pt>
                <c:pt idx="122">
                  <c:v>0.43465766536628819</c:v>
                </c:pt>
                <c:pt idx="123">
                  <c:v>0.26997784931575214</c:v>
                </c:pt>
                <c:pt idx="124">
                  <c:v>0.18080843482197129</c:v>
                </c:pt>
                <c:pt idx="125">
                  <c:v>0.17803099040275969</c:v>
                </c:pt>
                <c:pt idx="126">
                  <c:v>0.10586230486151756</c:v>
                </c:pt>
                <c:pt idx="127">
                  <c:v>2.2538374487398156E-2</c:v>
                </c:pt>
                <c:pt idx="128">
                  <c:v>-6.6001429427843039E-2</c:v>
                </c:pt>
                <c:pt idx="129">
                  <c:v>2.6366274684773774E-2</c:v>
                </c:pt>
                <c:pt idx="130">
                  <c:v>5.4736925704415114E-3</c:v>
                </c:pt>
                <c:pt idx="131">
                  <c:v>0.10798869524919465</c:v>
                </c:pt>
                <c:pt idx="132">
                  <c:v>0.19138581394525145</c:v>
                </c:pt>
                <c:pt idx="133">
                  <c:v>5.111494105893679E-2</c:v>
                </c:pt>
                <c:pt idx="134">
                  <c:v>9.5236630378269599E-2</c:v>
                </c:pt>
                <c:pt idx="135">
                  <c:v>0.19357329449569205</c:v>
                </c:pt>
                <c:pt idx="136">
                  <c:v>0.25454651112745053</c:v>
                </c:pt>
                <c:pt idx="137">
                  <c:v>0.29575068008592154</c:v>
                </c:pt>
                <c:pt idx="138">
                  <c:v>0.35418129293844808</c:v>
                </c:pt>
                <c:pt idx="139">
                  <c:v>0.57565550602414695</c:v>
                </c:pt>
                <c:pt idx="140">
                  <c:v>0.54264800972391181</c:v>
                </c:pt>
                <c:pt idx="141">
                  <c:v>0.465378965651703</c:v>
                </c:pt>
                <c:pt idx="142">
                  <c:v>0.55196460788404467</c:v>
                </c:pt>
                <c:pt idx="143">
                  <c:v>0.67842043503397298</c:v>
                </c:pt>
                <c:pt idx="144">
                  <c:v>0.75940273439270756</c:v>
                </c:pt>
                <c:pt idx="145">
                  <c:v>0.80544990286918783</c:v>
                </c:pt>
                <c:pt idx="146">
                  <c:v>0.66679196500377091</c:v>
                </c:pt>
                <c:pt idx="147">
                  <c:v>0.52134479934483346</c:v>
                </c:pt>
                <c:pt idx="148">
                  <c:v>0.45357976069705536</c:v>
                </c:pt>
                <c:pt idx="149">
                  <c:v>0.42282075616231513</c:v>
                </c:pt>
                <c:pt idx="150">
                  <c:v>0.50604015927504742</c:v>
                </c:pt>
                <c:pt idx="151">
                  <c:v>0.54545497594267744</c:v>
                </c:pt>
                <c:pt idx="152">
                  <c:v>0.53854604509728776</c:v>
                </c:pt>
                <c:pt idx="153">
                  <c:v>0.60390878807125137</c:v>
                </c:pt>
                <c:pt idx="154">
                  <c:v>0.54623835052060388</c:v>
                </c:pt>
                <c:pt idx="155">
                  <c:v>0.43239975930190777</c:v>
                </c:pt>
                <c:pt idx="156">
                  <c:v>0.46719450689743114</c:v>
                </c:pt>
                <c:pt idx="157">
                  <c:v>0.40873629782430265</c:v>
                </c:pt>
                <c:pt idx="158">
                  <c:v>0.53034068026896519</c:v>
                </c:pt>
                <c:pt idx="159">
                  <c:v>0.6782324819720229</c:v>
                </c:pt>
                <c:pt idx="160">
                  <c:v>0.67653044448634891</c:v>
                </c:pt>
                <c:pt idx="161">
                  <c:v>0.61596424878526146</c:v>
                </c:pt>
                <c:pt idx="162">
                  <c:v>0.55124152100332702</c:v>
                </c:pt>
                <c:pt idx="163">
                  <c:v>0.42353180685735869</c:v>
                </c:pt>
                <c:pt idx="164">
                  <c:v>0.32651078084839325</c:v>
                </c:pt>
                <c:pt idx="165">
                  <c:v>0.26016118536517358</c:v>
                </c:pt>
                <c:pt idx="166">
                  <c:v>0.23732408822094633</c:v>
                </c:pt>
                <c:pt idx="167">
                  <c:v>0.29977076993396884</c:v>
                </c:pt>
                <c:pt idx="168">
                  <c:v>0.33168709378575295</c:v>
                </c:pt>
                <c:pt idx="169">
                  <c:v>0.21511802752839393</c:v>
                </c:pt>
                <c:pt idx="170">
                  <c:v>7.3017517546744917E-2</c:v>
                </c:pt>
                <c:pt idx="171">
                  <c:v>-0.1038508864902391</c:v>
                </c:pt>
                <c:pt idx="172">
                  <c:v>1.5085208783582991E-2</c:v>
                </c:pt>
                <c:pt idx="173">
                  <c:v>5.7743970405813853E-2</c:v>
                </c:pt>
                <c:pt idx="174">
                  <c:v>9.4503221985058564E-3</c:v>
                </c:pt>
                <c:pt idx="175">
                  <c:v>-2.6627174218204361E-2</c:v>
                </c:pt>
                <c:pt idx="176">
                  <c:v>-5.058411154351674E-2</c:v>
                </c:pt>
                <c:pt idx="177">
                  <c:v>-1.7352854373163494E-2</c:v>
                </c:pt>
                <c:pt idx="178">
                  <c:v>-0.12913642313462706</c:v>
                </c:pt>
                <c:pt idx="179">
                  <c:v>-0.31243093436121971</c:v>
                </c:pt>
                <c:pt idx="180">
                  <c:v>-0.28573250980152504</c:v>
                </c:pt>
                <c:pt idx="181">
                  <c:v>-0.24162249157831825</c:v>
                </c:pt>
                <c:pt idx="182">
                  <c:v>-0.11405893156407143</c:v>
                </c:pt>
                <c:pt idx="183">
                  <c:v>-0.27643368253209499</c:v>
                </c:pt>
                <c:pt idx="184">
                  <c:v>-0.14014654777391436</c:v>
                </c:pt>
                <c:pt idx="185">
                  <c:v>3.1243364222561038E-2</c:v>
                </c:pt>
                <c:pt idx="186">
                  <c:v>0.15648072352458858</c:v>
                </c:pt>
                <c:pt idx="187">
                  <c:v>0.28838819051092157</c:v>
                </c:pt>
                <c:pt idx="188">
                  <c:v>0.57242682386828903</c:v>
                </c:pt>
                <c:pt idx="189">
                  <c:v>0.5890680279829944</c:v>
                </c:pt>
                <c:pt idx="190">
                  <c:v>0.75416191966434254</c:v>
                </c:pt>
                <c:pt idx="191">
                  <c:v>0.89372381703977322</c:v>
                </c:pt>
                <c:pt idx="192">
                  <c:v>0.76671037711414869</c:v>
                </c:pt>
                <c:pt idx="193">
                  <c:v>0.99772362718828189</c:v>
                </c:pt>
                <c:pt idx="194">
                  <c:v>1.1041235245351462</c:v>
                </c:pt>
                <c:pt idx="195">
                  <c:v>1.380102350751196</c:v>
                </c:pt>
                <c:pt idx="196">
                  <c:v>1.4942242397235288</c:v>
                </c:pt>
                <c:pt idx="197">
                  <c:v>1.581386585983819</c:v>
                </c:pt>
                <c:pt idx="198">
                  <c:v>1.7705811094650443</c:v>
                </c:pt>
                <c:pt idx="199">
                  <c:v>1.8987538793430203</c:v>
                </c:pt>
                <c:pt idx="200">
                  <c:v>2.0385251916299283</c:v>
                </c:pt>
                <c:pt idx="201">
                  <c:v>2.6796122049213715</c:v>
                </c:pt>
                <c:pt idx="202">
                  <c:v>2.8607508066780412</c:v>
                </c:pt>
                <c:pt idx="203">
                  <c:v>3.0729575729279768</c:v>
                </c:pt>
                <c:pt idx="204">
                  <c:v>3.1296578572095703</c:v>
                </c:pt>
                <c:pt idx="205">
                  <c:v>2.6933946067740084</c:v>
                </c:pt>
                <c:pt idx="206">
                  <c:v>2.8558446622533173</c:v>
                </c:pt>
                <c:pt idx="207">
                  <c:v>2.9932991620242375</c:v>
                </c:pt>
                <c:pt idx="208">
                  <c:v>3.0533560897281089</c:v>
                </c:pt>
                <c:pt idx="209">
                  <c:v>2.9694710825640365</c:v>
                </c:pt>
                <c:pt idx="210">
                  <c:v>3.2637898575358415</c:v>
                </c:pt>
                <c:pt idx="211">
                  <c:v>3.3146907125762519</c:v>
                </c:pt>
                <c:pt idx="212">
                  <c:v>3.4215660098811558</c:v>
                </c:pt>
                <c:pt idx="213">
                  <c:v>3.0133457179582521</c:v>
                </c:pt>
                <c:pt idx="214">
                  <c:v>2.7176183712717275</c:v>
                </c:pt>
                <c:pt idx="215">
                  <c:v>2.6425096125158949</c:v>
                </c:pt>
                <c:pt idx="216">
                  <c:v>2.5911245177040167</c:v>
                </c:pt>
                <c:pt idx="217">
                  <c:v>2.256358302743366</c:v>
                </c:pt>
                <c:pt idx="218">
                  <c:v>2.1696168808417124</c:v>
                </c:pt>
                <c:pt idx="219">
                  <c:v>1.8476216623705535</c:v>
                </c:pt>
                <c:pt idx="220">
                  <c:v>2.1309859619558882</c:v>
                </c:pt>
                <c:pt idx="221">
                  <c:v>2.144438774049509</c:v>
                </c:pt>
                <c:pt idx="222">
                  <c:v>1.7533850404809508</c:v>
                </c:pt>
                <c:pt idx="223">
                  <c:v>1.8017917355731816</c:v>
                </c:pt>
                <c:pt idx="224">
                  <c:v>1.7224082159861842</c:v>
                </c:pt>
                <c:pt idx="225">
                  <c:v>1.4788147387135286</c:v>
                </c:pt>
                <c:pt idx="226">
                  <c:v>1.7190486062086923</c:v>
                </c:pt>
                <c:pt idx="227">
                  <c:v>1.9050408756564401</c:v>
                </c:pt>
                <c:pt idx="228">
                  <c:v>2.1513947853898192</c:v>
                </c:pt>
                <c:pt idx="229">
                  <c:v>2.1910386187713349</c:v>
                </c:pt>
                <c:pt idx="230">
                  <c:v>2.2116871538422238</c:v>
                </c:pt>
                <c:pt idx="231">
                  <c:v>2.4031488469256472</c:v>
                </c:pt>
                <c:pt idx="232">
                  <c:v>2.4956516041258721</c:v>
                </c:pt>
                <c:pt idx="233">
                  <c:v>2.2613330954740878</c:v>
                </c:pt>
                <c:pt idx="234">
                  <c:v>2.0064425948091849</c:v>
                </c:pt>
                <c:pt idx="235">
                  <c:v>2.046006869332623</c:v>
                </c:pt>
                <c:pt idx="236">
                  <c:v>2.1097673838402984</c:v>
                </c:pt>
                <c:pt idx="237">
                  <c:v>2.2304941293713298</c:v>
                </c:pt>
                <c:pt idx="238">
                  <c:v>2.2438565812926647</c:v>
                </c:pt>
                <c:pt idx="239">
                  <c:v>1.9008879534673877</c:v>
                </c:pt>
                <c:pt idx="240">
                  <c:v>1.668235182095529</c:v>
                </c:pt>
                <c:pt idx="241">
                  <c:v>1.6754122928294741</c:v>
                </c:pt>
                <c:pt idx="242">
                  <c:v>1.8498540087473438</c:v>
                </c:pt>
                <c:pt idx="243">
                  <c:v>1.6637787369162897</c:v>
                </c:pt>
                <c:pt idx="244">
                  <c:v>1.7079612564933278</c:v>
                </c:pt>
                <c:pt idx="245">
                  <c:v>1.8016795617149808</c:v>
                </c:pt>
                <c:pt idx="246">
                  <c:v>2.0297072198354513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4E-4DD3-8B33-AC0032B7A928}"/>
            </c:ext>
          </c:extLst>
        </c:ser>
        <c:ser>
          <c:idx val="1"/>
          <c:order val="1"/>
          <c:tx>
            <c:strRef>
              <c:f>'Graph 2'!$D$3</c:f>
              <c:strCache>
                <c:ptCount val="1"/>
                <c:pt idx="0">
                  <c:v>Weighted median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'Graph 2'!$B$4:$B$250</c:f>
              <c:numCache>
                <c:formatCode>[$-409]mmm\-yy;@</c:formatCode>
                <c:ptCount val="247"/>
                <c:pt idx="0">
                  <c:v>38718</c:v>
                </c:pt>
                <c:pt idx="1">
                  <c:v>38749</c:v>
                </c:pt>
                <c:pt idx="2">
                  <c:v>38777</c:v>
                </c:pt>
                <c:pt idx="3">
                  <c:v>38808</c:v>
                </c:pt>
                <c:pt idx="4">
                  <c:v>38838</c:v>
                </c:pt>
                <c:pt idx="5">
                  <c:v>38869</c:v>
                </c:pt>
                <c:pt idx="6">
                  <c:v>38899</c:v>
                </c:pt>
                <c:pt idx="7">
                  <c:v>38930</c:v>
                </c:pt>
                <c:pt idx="8">
                  <c:v>38961</c:v>
                </c:pt>
                <c:pt idx="9">
                  <c:v>38991</c:v>
                </c:pt>
                <c:pt idx="10">
                  <c:v>39022</c:v>
                </c:pt>
                <c:pt idx="11">
                  <c:v>39052</c:v>
                </c:pt>
                <c:pt idx="12">
                  <c:v>39083</c:v>
                </c:pt>
                <c:pt idx="13">
                  <c:v>39114</c:v>
                </c:pt>
                <c:pt idx="14">
                  <c:v>39142</c:v>
                </c:pt>
                <c:pt idx="15">
                  <c:v>39173</c:v>
                </c:pt>
                <c:pt idx="16">
                  <c:v>39203</c:v>
                </c:pt>
                <c:pt idx="17">
                  <c:v>39234</c:v>
                </c:pt>
                <c:pt idx="18">
                  <c:v>39264</c:v>
                </c:pt>
                <c:pt idx="19">
                  <c:v>39295</c:v>
                </c:pt>
                <c:pt idx="20">
                  <c:v>39326</c:v>
                </c:pt>
                <c:pt idx="21">
                  <c:v>39356</c:v>
                </c:pt>
                <c:pt idx="22">
                  <c:v>39387</c:v>
                </c:pt>
                <c:pt idx="23">
                  <c:v>39417</c:v>
                </c:pt>
                <c:pt idx="24">
                  <c:v>39448</c:v>
                </c:pt>
                <c:pt idx="25">
                  <c:v>39479</c:v>
                </c:pt>
                <c:pt idx="26">
                  <c:v>39508</c:v>
                </c:pt>
                <c:pt idx="27">
                  <c:v>39539</c:v>
                </c:pt>
                <c:pt idx="28">
                  <c:v>39569</c:v>
                </c:pt>
                <c:pt idx="29">
                  <c:v>39600</c:v>
                </c:pt>
                <c:pt idx="30">
                  <c:v>39630</c:v>
                </c:pt>
                <c:pt idx="31">
                  <c:v>39661</c:v>
                </c:pt>
                <c:pt idx="32">
                  <c:v>39692</c:v>
                </c:pt>
                <c:pt idx="33">
                  <c:v>39722</c:v>
                </c:pt>
                <c:pt idx="34">
                  <c:v>39753</c:v>
                </c:pt>
                <c:pt idx="35">
                  <c:v>39783</c:v>
                </c:pt>
                <c:pt idx="36">
                  <c:v>39814</c:v>
                </c:pt>
                <c:pt idx="37">
                  <c:v>39845</c:v>
                </c:pt>
                <c:pt idx="38">
                  <c:v>39873</c:v>
                </c:pt>
                <c:pt idx="39">
                  <c:v>39904</c:v>
                </c:pt>
                <c:pt idx="40">
                  <c:v>39934</c:v>
                </c:pt>
                <c:pt idx="41">
                  <c:v>39965</c:v>
                </c:pt>
                <c:pt idx="42">
                  <c:v>39995</c:v>
                </c:pt>
                <c:pt idx="43">
                  <c:v>40026</c:v>
                </c:pt>
                <c:pt idx="44">
                  <c:v>40057</c:v>
                </c:pt>
                <c:pt idx="45">
                  <c:v>40087</c:v>
                </c:pt>
                <c:pt idx="46">
                  <c:v>40118</c:v>
                </c:pt>
                <c:pt idx="47">
                  <c:v>40148</c:v>
                </c:pt>
                <c:pt idx="48">
                  <c:v>40179</c:v>
                </c:pt>
                <c:pt idx="49">
                  <c:v>40210</c:v>
                </c:pt>
                <c:pt idx="50">
                  <c:v>40238</c:v>
                </c:pt>
                <c:pt idx="51">
                  <c:v>40269</c:v>
                </c:pt>
                <c:pt idx="52">
                  <c:v>40299</c:v>
                </c:pt>
                <c:pt idx="53">
                  <c:v>40330</c:v>
                </c:pt>
                <c:pt idx="54">
                  <c:v>40360</c:v>
                </c:pt>
                <c:pt idx="55">
                  <c:v>40391</c:v>
                </c:pt>
                <c:pt idx="56">
                  <c:v>40422</c:v>
                </c:pt>
                <c:pt idx="57">
                  <c:v>40452</c:v>
                </c:pt>
                <c:pt idx="58">
                  <c:v>40483</c:v>
                </c:pt>
                <c:pt idx="59">
                  <c:v>40513</c:v>
                </c:pt>
                <c:pt idx="60">
                  <c:v>40544</c:v>
                </c:pt>
                <c:pt idx="61">
                  <c:v>40575</c:v>
                </c:pt>
                <c:pt idx="62">
                  <c:v>40603</c:v>
                </c:pt>
                <c:pt idx="63">
                  <c:v>40634</c:v>
                </c:pt>
                <c:pt idx="64">
                  <c:v>40664</c:v>
                </c:pt>
                <c:pt idx="65">
                  <c:v>40695</c:v>
                </c:pt>
                <c:pt idx="66">
                  <c:v>40725</c:v>
                </c:pt>
                <c:pt idx="67">
                  <c:v>40756</c:v>
                </c:pt>
                <c:pt idx="68">
                  <c:v>40787</c:v>
                </c:pt>
                <c:pt idx="69">
                  <c:v>40817</c:v>
                </c:pt>
                <c:pt idx="70">
                  <c:v>40848</c:v>
                </c:pt>
                <c:pt idx="71">
                  <c:v>40878</c:v>
                </c:pt>
                <c:pt idx="72">
                  <c:v>40909</c:v>
                </c:pt>
                <c:pt idx="73">
                  <c:v>40940</c:v>
                </c:pt>
                <c:pt idx="74">
                  <c:v>40969</c:v>
                </c:pt>
                <c:pt idx="75">
                  <c:v>41000</c:v>
                </c:pt>
                <c:pt idx="76">
                  <c:v>41030</c:v>
                </c:pt>
                <c:pt idx="77">
                  <c:v>41061</c:v>
                </c:pt>
                <c:pt idx="78">
                  <c:v>41091</c:v>
                </c:pt>
                <c:pt idx="79">
                  <c:v>41122</c:v>
                </c:pt>
                <c:pt idx="80">
                  <c:v>41153</c:v>
                </c:pt>
                <c:pt idx="81">
                  <c:v>41183</c:v>
                </c:pt>
                <c:pt idx="82">
                  <c:v>41214</c:v>
                </c:pt>
                <c:pt idx="83">
                  <c:v>41244</c:v>
                </c:pt>
                <c:pt idx="84">
                  <c:v>41275</c:v>
                </c:pt>
                <c:pt idx="85">
                  <c:v>41306</c:v>
                </c:pt>
                <c:pt idx="86">
                  <c:v>41334</c:v>
                </c:pt>
                <c:pt idx="87">
                  <c:v>41365</c:v>
                </c:pt>
                <c:pt idx="88">
                  <c:v>41395</c:v>
                </c:pt>
                <c:pt idx="89">
                  <c:v>41426</c:v>
                </c:pt>
                <c:pt idx="90">
                  <c:v>41456</c:v>
                </c:pt>
                <c:pt idx="91">
                  <c:v>41487</c:v>
                </c:pt>
                <c:pt idx="92">
                  <c:v>41518</c:v>
                </c:pt>
                <c:pt idx="93">
                  <c:v>41548</c:v>
                </c:pt>
                <c:pt idx="94">
                  <c:v>41579</c:v>
                </c:pt>
                <c:pt idx="95">
                  <c:v>41609</c:v>
                </c:pt>
                <c:pt idx="96">
                  <c:v>41640</c:v>
                </c:pt>
                <c:pt idx="97">
                  <c:v>41671</c:v>
                </c:pt>
                <c:pt idx="98">
                  <c:v>41699</c:v>
                </c:pt>
                <c:pt idx="99">
                  <c:v>41730</c:v>
                </c:pt>
                <c:pt idx="100">
                  <c:v>41760</c:v>
                </c:pt>
                <c:pt idx="101">
                  <c:v>41791</c:v>
                </c:pt>
                <c:pt idx="102">
                  <c:v>41821</c:v>
                </c:pt>
                <c:pt idx="103">
                  <c:v>41852</c:v>
                </c:pt>
                <c:pt idx="104">
                  <c:v>41883</c:v>
                </c:pt>
                <c:pt idx="105">
                  <c:v>41913</c:v>
                </c:pt>
                <c:pt idx="106">
                  <c:v>41944</c:v>
                </c:pt>
                <c:pt idx="107">
                  <c:v>41974</c:v>
                </c:pt>
                <c:pt idx="108">
                  <c:v>42005</c:v>
                </c:pt>
                <c:pt idx="109">
                  <c:v>42036</c:v>
                </c:pt>
                <c:pt idx="110">
                  <c:v>42064</c:v>
                </c:pt>
                <c:pt idx="111">
                  <c:v>42095</c:v>
                </c:pt>
                <c:pt idx="112">
                  <c:v>42125</c:v>
                </c:pt>
                <c:pt idx="113">
                  <c:v>42156</c:v>
                </c:pt>
                <c:pt idx="114">
                  <c:v>42186</c:v>
                </c:pt>
                <c:pt idx="115">
                  <c:v>42217</c:v>
                </c:pt>
                <c:pt idx="116">
                  <c:v>42248</c:v>
                </c:pt>
                <c:pt idx="117">
                  <c:v>42278</c:v>
                </c:pt>
                <c:pt idx="118">
                  <c:v>42309</c:v>
                </c:pt>
                <c:pt idx="119">
                  <c:v>42339</c:v>
                </c:pt>
                <c:pt idx="120">
                  <c:v>42370</c:v>
                </c:pt>
                <c:pt idx="121">
                  <c:v>42401</c:v>
                </c:pt>
                <c:pt idx="122">
                  <c:v>42430</c:v>
                </c:pt>
                <c:pt idx="123">
                  <c:v>42461</c:v>
                </c:pt>
                <c:pt idx="124">
                  <c:v>42491</c:v>
                </c:pt>
                <c:pt idx="125">
                  <c:v>42522</c:v>
                </c:pt>
                <c:pt idx="126">
                  <c:v>42552</c:v>
                </c:pt>
                <c:pt idx="127">
                  <c:v>42583</c:v>
                </c:pt>
                <c:pt idx="128">
                  <c:v>42614</c:v>
                </c:pt>
                <c:pt idx="129">
                  <c:v>42644</c:v>
                </c:pt>
                <c:pt idx="130">
                  <c:v>42675</c:v>
                </c:pt>
                <c:pt idx="131">
                  <c:v>42705</c:v>
                </c:pt>
                <c:pt idx="132">
                  <c:v>42736</c:v>
                </c:pt>
                <c:pt idx="133">
                  <c:v>42767</c:v>
                </c:pt>
                <c:pt idx="134">
                  <c:v>42795</c:v>
                </c:pt>
                <c:pt idx="135">
                  <c:v>42826</c:v>
                </c:pt>
                <c:pt idx="136">
                  <c:v>42856</c:v>
                </c:pt>
                <c:pt idx="137">
                  <c:v>42887</c:v>
                </c:pt>
                <c:pt idx="138">
                  <c:v>42917</c:v>
                </c:pt>
                <c:pt idx="139">
                  <c:v>42948</c:v>
                </c:pt>
                <c:pt idx="140">
                  <c:v>42979</c:v>
                </c:pt>
                <c:pt idx="141">
                  <c:v>43009</c:v>
                </c:pt>
                <c:pt idx="142">
                  <c:v>43040</c:v>
                </c:pt>
                <c:pt idx="143">
                  <c:v>43070</c:v>
                </c:pt>
                <c:pt idx="144">
                  <c:v>43101</c:v>
                </c:pt>
                <c:pt idx="145">
                  <c:v>43132</c:v>
                </c:pt>
                <c:pt idx="146">
                  <c:v>43160</c:v>
                </c:pt>
                <c:pt idx="147">
                  <c:v>43191</c:v>
                </c:pt>
                <c:pt idx="148">
                  <c:v>43221</c:v>
                </c:pt>
                <c:pt idx="149">
                  <c:v>43252</c:v>
                </c:pt>
                <c:pt idx="150">
                  <c:v>43282</c:v>
                </c:pt>
                <c:pt idx="151">
                  <c:v>43313</c:v>
                </c:pt>
                <c:pt idx="152">
                  <c:v>43344</c:v>
                </c:pt>
                <c:pt idx="153">
                  <c:v>43374</c:v>
                </c:pt>
                <c:pt idx="154">
                  <c:v>43405</c:v>
                </c:pt>
                <c:pt idx="155">
                  <c:v>43435</c:v>
                </c:pt>
                <c:pt idx="156">
                  <c:v>43466</c:v>
                </c:pt>
                <c:pt idx="157">
                  <c:v>43497</c:v>
                </c:pt>
                <c:pt idx="158">
                  <c:v>43525</c:v>
                </c:pt>
                <c:pt idx="159">
                  <c:v>43556</c:v>
                </c:pt>
                <c:pt idx="160">
                  <c:v>43586</c:v>
                </c:pt>
                <c:pt idx="161">
                  <c:v>43617</c:v>
                </c:pt>
                <c:pt idx="162">
                  <c:v>43647</c:v>
                </c:pt>
                <c:pt idx="163">
                  <c:v>43678</c:v>
                </c:pt>
                <c:pt idx="164">
                  <c:v>43709</c:v>
                </c:pt>
                <c:pt idx="165">
                  <c:v>43739</c:v>
                </c:pt>
                <c:pt idx="166">
                  <c:v>43770</c:v>
                </c:pt>
                <c:pt idx="167">
                  <c:v>43800</c:v>
                </c:pt>
                <c:pt idx="168">
                  <c:v>43831</c:v>
                </c:pt>
                <c:pt idx="169">
                  <c:v>43862</c:v>
                </c:pt>
                <c:pt idx="170">
                  <c:v>43891</c:v>
                </c:pt>
                <c:pt idx="171">
                  <c:v>43922</c:v>
                </c:pt>
                <c:pt idx="172">
                  <c:v>43952</c:v>
                </c:pt>
                <c:pt idx="173">
                  <c:v>43983</c:v>
                </c:pt>
                <c:pt idx="174">
                  <c:v>44013</c:v>
                </c:pt>
                <c:pt idx="175">
                  <c:v>44044</c:v>
                </c:pt>
                <c:pt idx="176">
                  <c:v>44075</c:v>
                </c:pt>
                <c:pt idx="177">
                  <c:v>44105</c:v>
                </c:pt>
                <c:pt idx="178">
                  <c:v>44136</c:v>
                </c:pt>
                <c:pt idx="179">
                  <c:v>44166</c:v>
                </c:pt>
                <c:pt idx="180">
                  <c:v>44197</c:v>
                </c:pt>
                <c:pt idx="181">
                  <c:v>44228</c:v>
                </c:pt>
                <c:pt idx="182">
                  <c:v>44256</c:v>
                </c:pt>
                <c:pt idx="183">
                  <c:v>44287</c:v>
                </c:pt>
                <c:pt idx="184">
                  <c:v>44317</c:v>
                </c:pt>
                <c:pt idx="185">
                  <c:v>44348</c:v>
                </c:pt>
                <c:pt idx="186">
                  <c:v>44378</c:v>
                </c:pt>
                <c:pt idx="187">
                  <c:v>44409</c:v>
                </c:pt>
                <c:pt idx="188">
                  <c:v>44440</c:v>
                </c:pt>
                <c:pt idx="189">
                  <c:v>44470</c:v>
                </c:pt>
                <c:pt idx="190">
                  <c:v>44501</c:v>
                </c:pt>
                <c:pt idx="191">
                  <c:v>44531</c:v>
                </c:pt>
                <c:pt idx="192">
                  <c:v>44562</c:v>
                </c:pt>
                <c:pt idx="193">
                  <c:v>44593</c:v>
                </c:pt>
                <c:pt idx="194">
                  <c:v>44621</c:v>
                </c:pt>
                <c:pt idx="195">
                  <c:v>44652</c:v>
                </c:pt>
                <c:pt idx="196">
                  <c:v>44682</c:v>
                </c:pt>
                <c:pt idx="197">
                  <c:v>44713</c:v>
                </c:pt>
                <c:pt idx="198">
                  <c:v>44743</c:v>
                </c:pt>
                <c:pt idx="199">
                  <c:v>44774</c:v>
                </c:pt>
                <c:pt idx="200">
                  <c:v>44805</c:v>
                </c:pt>
                <c:pt idx="201">
                  <c:v>44835</c:v>
                </c:pt>
                <c:pt idx="202">
                  <c:v>44866</c:v>
                </c:pt>
                <c:pt idx="203">
                  <c:v>44896</c:v>
                </c:pt>
                <c:pt idx="204">
                  <c:v>44927</c:v>
                </c:pt>
                <c:pt idx="205">
                  <c:v>44958</c:v>
                </c:pt>
                <c:pt idx="206">
                  <c:v>44986</c:v>
                </c:pt>
                <c:pt idx="207">
                  <c:v>45017</c:v>
                </c:pt>
                <c:pt idx="208">
                  <c:v>45047</c:v>
                </c:pt>
                <c:pt idx="209">
                  <c:v>45078</c:v>
                </c:pt>
                <c:pt idx="210">
                  <c:v>45108</c:v>
                </c:pt>
                <c:pt idx="211">
                  <c:v>45139</c:v>
                </c:pt>
                <c:pt idx="212">
                  <c:v>45170</c:v>
                </c:pt>
                <c:pt idx="213">
                  <c:v>45200</c:v>
                </c:pt>
                <c:pt idx="214">
                  <c:v>45231</c:v>
                </c:pt>
                <c:pt idx="215">
                  <c:v>45261</c:v>
                </c:pt>
                <c:pt idx="216">
                  <c:v>45292</c:v>
                </c:pt>
                <c:pt idx="217">
                  <c:v>45323</c:v>
                </c:pt>
                <c:pt idx="218">
                  <c:v>45352</c:v>
                </c:pt>
                <c:pt idx="219">
                  <c:v>45383</c:v>
                </c:pt>
                <c:pt idx="220">
                  <c:v>45413</c:v>
                </c:pt>
                <c:pt idx="221">
                  <c:v>45444</c:v>
                </c:pt>
                <c:pt idx="222">
                  <c:v>45474</c:v>
                </c:pt>
                <c:pt idx="223">
                  <c:v>45505</c:v>
                </c:pt>
                <c:pt idx="224">
                  <c:v>45536</c:v>
                </c:pt>
                <c:pt idx="225">
                  <c:v>45566</c:v>
                </c:pt>
                <c:pt idx="226">
                  <c:v>45597</c:v>
                </c:pt>
                <c:pt idx="227">
                  <c:v>45627</c:v>
                </c:pt>
                <c:pt idx="228">
                  <c:v>45658</c:v>
                </c:pt>
                <c:pt idx="229">
                  <c:v>45689</c:v>
                </c:pt>
                <c:pt idx="230">
                  <c:v>45717</c:v>
                </c:pt>
                <c:pt idx="231">
                  <c:v>45748</c:v>
                </c:pt>
                <c:pt idx="232">
                  <c:v>45778</c:v>
                </c:pt>
                <c:pt idx="233">
                  <c:v>45809</c:v>
                </c:pt>
                <c:pt idx="234">
                  <c:v>45839</c:v>
                </c:pt>
                <c:pt idx="235">
                  <c:v>45870</c:v>
                </c:pt>
                <c:pt idx="236">
                  <c:v>45901</c:v>
                </c:pt>
                <c:pt idx="237">
                  <c:v>45931</c:v>
                </c:pt>
                <c:pt idx="238">
                  <c:v>45962</c:v>
                </c:pt>
                <c:pt idx="239">
                  <c:v>45992</c:v>
                </c:pt>
                <c:pt idx="240">
                  <c:v>46023</c:v>
                </c:pt>
                <c:pt idx="241">
                  <c:v>46054</c:v>
                </c:pt>
                <c:pt idx="242">
                  <c:v>46082</c:v>
                </c:pt>
                <c:pt idx="243">
                  <c:v>46113</c:v>
                </c:pt>
                <c:pt idx="244">
                  <c:v>46143</c:v>
                </c:pt>
                <c:pt idx="245">
                  <c:v>46174</c:v>
                </c:pt>
                <c:pt idx="246">
                  <c:v>46204</c:v>
                </c:pt>
              </c:numCache>
            </c:numRef>
          </c:cat>
          <c:val>
            <c:numRef>
              <c:f>'Graph 2'!$D$4:$D$250</c:f>
              <c:numCache>
                <c:formatCode>0.0</c:formatCode>
                <c:ptCount val="247"/>
                <c:pt idx="0">
                  <c:v>0.16162994778389539</c:v>
                </c:pt>
                <c:pt idx="1">
                  <c:v>0.21361943119391383</c:v>
                </c:pt>
                <c:pt idx="2">
                  <c:v>9.9206349206355071E-2</c:v>
                </c:pt>
                <c:pt idx="3">
                  <c:v>9.9206349206355071E-2</c:v>
                </c:pt>
                <c:pt idx="4">
                  <c:v>9.9206349206355071E-2</c:v>
                </c:pt>
                <c:pt idx="5">
                  <c:v>0.19860973187687136</c:v>
                </c:pt>
                <c:pt idx="6">
                  <c:v>9.9304865938435682E-2</c:v>
                </c:pt>
                <c:pt idx="7">
                  <c:v>-1.334953847659766E-2</c:v>
                </c:pt>
                <c:pt idx="8">
                  <c:v>-2.7295759725356441E-2</c:v>
                </c:pt>
                <c:pt idx="9">
                  <c:v>-4.8814325100356715E-2</c:v>
                </c:pt>
                <c:pt idx="10">
                  <c:v>-8.0194883282370719E-2</c:v>
                </c:pt>
                <c:pt idx="11">
                  <c:v>-0.11022596315269498</c:v>
                </c:pt>
                <c:pt idx="12">
                  <c:v>-0.10869606370617291</c:v>
                </c:pt>
                <c:pt idx="13">
                  <c:v>-0.19981101286946404</c:v>
                </c:pt>
                <c:pt idx="14">
                  <c:v>-0.17479206848031192</c:v>
                </c:pt>
                <c:pt idx="15">
                  <c:v>-1.1057941230705958E-2</c:v>
                </c:pt>
                <c:pt idx="16">
                  <c:v>-7.2701359562776E-2</c:v>
                </c:pt>
                <c:pt idx="17">
                  <c:v>-6.9783620899792287E-2</c:v>
                </c:pt>
                <c:pt idx="18">
                  <c:v>-2.6310458453052635E-2</c:v>
                </c:pt>
                <c:pt idx="19">
                  <c:v>0</c:v>
                </c:pt>
                <c:pt idx="20">
                  <c:v>0</c:v>
                </c:pt>
                <c:pt idx="21">
                  <c:v>9.9502487562190822E-2</c:v>
                </c:pt>
                <c:pt idx="22">
                  <c:v>9.9502487562190822E-2</c:v>
                </c:pt>
                <c:pt idx="23">
                  <c:v>9.9403578528850289E-2</c:v>
                </c:pt>
                <c:pt idx="24">
                  <c:v>9.9403578528850289E-2</c:v>
                </c:pt>
                <c:pt idx="25">
                  <c:v>0</c:v>
                </c:pt>
                <c:pt idx="26">
                  <c:v>9.9461309904535139E-2</c:v>
                </c:pt>
                <c:pt idx="27">
                  <c:v>6.9144311610805798E-3</c:v>
                </c:pt>
                <c:pt idx="28">
                  <c:v>9.9502487562190822E-2</c:v>
                </c:pt>
                <c:pt idx="29">
                  <c:v>0.11195787515995467</c:v>
                </c:pt>
                <c:pt idx="30">
                  <c:v>0.17909872329834606</c:v>
                </c:pt>
                <c:pt idx="31">
                  <c:v>7.8218517858528763E-2</c:v>
                </c:pt>
                <c:pt idx="32">
                  <c:v>9.7679752724094557E-2</c:v>
                </c:pt>
                <c:pt idx="33">
                  <c:v>0.19447315847844224</c:v>
                </c:pt>
                <c:pt idx="34">
                  <c:v>6.2009485392973691E-2</c:v>
                </c:pt>
                <c:pt idx="35">
                  <c:v>2.3485926027198782E-2</c:v>
                </c:pt>
                <c:pt idx="36">
                  <c:v>6.659991041361381E-3</c:v>
                </c:pt>
                <c:pt idx="37">
                  <c:v>4.5959576873904123E-3</c:v>
                </c:pt>
                <c:pt idx="38">
                  <c:v>0</c:v>
                </c:pt>
                <c:pt idx="39">
                  <c:v>0</c:v>
                </c:pt>
                <c:pt idx="40">
                  <c:v>-5.794419059350072E-2</c:v>
                </c:pt>
                <c:pt idx="41">
                  <c:v>-0.28953122208179682</c:v>
                </c:pt>
                <c:pt idx="42">
                  <c:v>-0.29821073558647981</c:v>
                </c:pt>
                <c:pt idx="43">
                  <c:v>-0.19900497512438162</c:v>
                </c:pt>
                <c:pt idx="44">
                  <c:v>-0.19900497512438164</c:v>
                </c:pt>
                <c:pt idx="45">
                  <c:v>-0.22748094127495089</c:v>
                </c:pt>
                <c:pt idx="46">
                  <c:v>-0.26541530991563134</c:v>
                </c:pt>
                <c:pt idx="47">
                  <c:v>-0.29853871838847496</c:v>
                </c:pt>
                <c:pt idx="48">
                  <c:v>-0.29880478087650886</c:v>
                </c:pt>
                <c:pt idx="49">
                  <c:v>-0.20235990005350304</c:v>
                </c:pt>
                <c:pt idx="50">
                  <c:v>-0.39840637450200234</c:v>
                </c:pt>
                <c:pt idx="51">
                  <c:v>-0.29910269192421884</c:v>
                </c:pt>
                <c:pt idx="52">
                  <c:v>-0.29910269192421884</c:v>
                </c:pt>
                <c:pt idx="53">
                  <c:v>-0.29910269192421879</c:v>
                </c:pt>
                <c:pt idx="54">
                  <c:v>-0.29910269192421879</c:v>
                </c:pt>
                <c:pt idx="55">
                  <c:v>-0.29910269192421879</c:v>
                </c:pt>
                <c:pt idx="56">
                  <c:v>-0.39880358923230119</c:v>
                </c:pt>
                <c:pt idx="57">
                  <c:v>-0.39880358923230114</c:v>
                </c:pt>
                <c:pt idx="58">
                  <c:v>-0.39283691270205756</c:v>
                </c:pt>
                <c:pt idx="59">
                  <c:v>-0.29916869234443966</c:v>
                </c:pt>
                <c:pt idx="60">
                  <c:v>-0.19977727262757486</c:v>
                </c:pt>
                <c:pt idx="61">
                  <c:v>-0.19977820578889674</c:v>
                </c:pt>
                <c:pt idx="62">
                  <c:v>-0.20000000000000284</c:v>
                </c:pt>
                <c:pt idx="63">
                  <c:v>-0.14493772970930774</c:v>
                </c:pt>
                <c:pt idx="64">
                  <c:v>-9.9999999999994274E-2</c:v>
                </c:pt>
                <c:pt idx="65">
                  <c:v>-0.16749190287148716</c:v>
                </c:pt>
                <c:pt idx="66">
                  <c:v>-0.1172254357762751</c:v>
                </c:pt>
                <c:pt idx="67">
                  <c:v>-0.15142227238312136</c:v>
                </c:pt>
                <c:pt idx="68">
                  <c:v>-0.15549543141100775</c:v>
                </c:pt>
                <c:pt idx="69">
                  <c:v>-8.3376898357361159E-2</c:v>
                </c:pt>
                <c:pt idx="70">
                  <c:v>-0.15362829866111982</c:v>
                </c:pt>
                <c:pt idx="71">
                  <c:v>-7.9734838756588544E-2</c:v>
                </c:pt>
                <c:pt idx="72">
                  <c:v>-8.5881333257133416E-2</c:v>
                </c:pt>
                <c:pt idx="73">
                  <c:v>-6.3069625866882736E-2</c:v>
                </c:pt>
                <c:pt idx="74">
                  <c:v>-8.9228221794566479E-2</c:v>
                </c:pt>
                <c:pt idx="75">
                  <c:v>-5.0932781816629087E-2</c:v>
                </c:pt>
                <c:pt idx="76">
                  <c:v>-9.9763255332213696E-2</c:v>
                </c:pt>
                <c:pt idx="77">
                  <c:v>-0.1253824353183651</c:v>
                </c:pt>
                <c:pt idx="78">
                  <c:v>-0.2225144376040335</c:v>
                </c:pt>
                <c:pt idx="79">
                  <c:v>-0.23558609216756024</c:v>
                </c:pt>
                <c:pt idx="80">
                  <c:v>-0.18319949041298789</c:v>
                </c:pt>
                <c:pt idx="81">
                  <c:v>-0.18462851675744474</c:v>
                </c:pt>
                <c:pt idx="82">
                  <c:v>-0.1283578000304493</c:v>
                </c:pt>
                <c:pt idx="83">
                  <c:v>-0.19750785035448729</c:v>
                </c:pt>
                <c:pt idx="84">
                  <c:v>-0.11269906613001997</c:v>
                </c:pt>
                <c:pt idx="85">
                  <c:v>-0.23630536380932984</c:v>
                </c:pt>
                <c:pt idx="86">
                  <c:v>-0.3272092502794986</c:v>
                </c:pt>
                <c:pt idx="87">
                  <c:v>-0.28976916825830823</c:v>
                </c:pt>
                <c:pt idx="88">
                  <c:v>-0.27210248444658008</c:v>
                </c:pt>
                <c:pt idx="89">
                  <c:v>-0.15051112289932506</c:v>
                </c:pt>
                <c:pt idx="90">
                  <c:v>-3.0353675631351794E-2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5.7923515355006339E-2</c:v>
                </c:pt>
                <c:pt idx="96">
                  <c:v>4.3131857967740148E-2</c:v>
                </c:pt>
                <c:pt idx="97">
                  <c:v>9.9968622982418542E-2</c:v>
                </c:pt>
                <c:pt idx="98">
                  <c:v>7.9249624911485878E-2</c:v>
                </c:pt>
                <c:pt idx="99">
                  <c:v>0.13923497934194337</c:v>
                </c:pt>
                <c:pt idx="100">
                  <c:v>9.5705915540308703E-2</c:v>
                </c:pt>
                <c:pt idx="101">
                  <c:v>6.6891110772067247E-2</c:v>
                </c:pt>
                <c:pt idx="102">
                  <c:v>0.10010853221736186</c:v>
                </c:pt>
                <c:pt idx="103">
                  <c:v>8.1159547077837402E-2</c:v>
                </c:pt>
                <c:pt idx="104">
                  <c:v>0.19241051273715376</c:v>
                </c:pt>
                <c:pt idx="105">
                  <c:v>0.13297476932413341</c:v>
                </c:pt>
                <c:pt idx="106">
                  <c:v>2.8314264831335402E-2</c:v>
                </c:pt>
                <c:pt idx="107">
                  <c:v>2.770590514652034E-2</c:v>
                </c:pt>
                <c:pt idx="108">
                  <c:v>3.7406085851913108E-2</c:v>
                </c:pt>
                <c:pt idx="109">
                  <c:v>2.4866189948527819E-2</c:v>
                </c:pt>
                <c:pt idx="110">
                  <c:v>1.3130494326602567E-2</c:v>
                </c:pt>
                <c:pt idx="111">
                  <c:v>0.17632074404898287</c:v>
                </c:pt>
                <c:pt idx="112">
                  <c:v>0.13596731168991469</c:v>
                </c:pt>
                <c:pt idx="113">
                  <c:v>4.8931877157725047E-2</c:v>
                </c:pt>
                <c:pt idx="114">
                  <c:v>0.11702673560629477</c:v>
                </c:pt>
                <c:pt idx="115">
                  <c:v>9.7310188516948337E-2</c:v>
                </c:pt>
                <c:pt idx="116">
                  <c:v>8.5420569005962135E-2</c:v>
                </c:pt>
                <c:pt idx="117">
                  <c:v>4.9661752121616824E-2</c:v>
                </c:pt>
                <c:pt idx="118">
                  <c:v>9.2068374122524249E-2</c:v>
                </c:pt>
                <c:pt idx="119">
                  <c:v>4.6253551357628798E-2</c:v>
                </c:pt>
                <c:pt idx="120">
                  <c:v>1.6403091283224275E-2</c:v>
                </c:pt>
                <c:pt idx="121">
                  <c:v>4.3981278062731721E-2</c:v>
                </c:pt>
                <c:pt idx="122">
                  <c:v>5.1601663214190928E-2</c:v>
                </c:pt>
                <c:pt idx="123">
                  <c:v>2.9548125437826742E-2</c:v>
                </c:pt>
                <c:pt idx="124">
                  <c:v>1.3926937320779748E-3</c:v>
                </c:pt>
                <c:pt idx="125">
                  <c:v>0</c:v>
                </c:pt>
                <c:pt idx="126">
                  <c:v>-3.3803285798991909E-3</c:v>
                </c:pt>
                <c:pt idx="127">
                  <c:v>-8.5845815302810369E-3</c:v>
                </c:pt>
                <c:pt idx="128">
                  <c:v>-5.9385679531418836E-3</c:v>
                </c:pt>
                <c:pt idx="129">
                  <c:v>0</c:v>
                </c:pt>
                <c:pt idx="130">
                  <c:v>0</c:v>
                </c:pt>
                <c:pt idx="131">
                  <c:v>1.5846635016205483E-3</c:v>
                </c:pt>
                <c:pt idx="132">
                  <c:v>2.9150436226481526E-2</c:v>
                </c:pt>
                <c:pt idx="133">
                  <c:v>3.339416917996523E-3</c:v>
                </c:pt>
                <c:pt idx="134">
                  <c:v>6.493648422055665E-3</c:v>
                </c:pt>
                <c:pt idx="135">
                  <c:v>3.4567025037577838E-2</c:v>
                </c:pt>
                <c:pt idx="136">
                  <c:v>1.0081263326269135E-2</c:v>
                </c:pt>
                <c:pt idx="137">
                  <c:v>1.506924656723814E-2</c:v>
                </c:pt>
                <c:pt idx="138">
                  <c:v>1.272809012869227E-2</c:v>
                </c:pt>
                <c:pt idx="139">
                  <c:v>8.0443674795398865E-2</c:v>
                </c:pt>
                <c:pt idx="140">
                  <c:v>0.10868501350016017</c:v>
                </c:pt>
                <c:pt idx="141">
                  <c:v>0.11155187903971893</c:v>
                </c:pt>
                <c:pt idx="142">
                  <c:v>0.1632921159848611</c:v>
                </c:pt>
                <c:pt idx="143">
                  <c:v>0.19289966908861408</c:v>
                </c:pt>
                <c:pt idx="144">
                  <c:v>0.20102705159170325</c:v>
                </c:pt>
                <c:pt idx="145">
                  <c:v>0.17791345452771942</c:v>
                </c:pt>
                <c:pt idx="146">
                  <c:v>0.13714860836987208</c:v>
                </c:pt>
                <c:pt idx="147">
                  <c:v>6.4369199128647414E-2</c:v>
                </c:pt>
                <c:pt idx="148">
                  <c:v>1.7204532131009077E-2</c:v>
                </c:pt>
                <c:pt idx="149">
                  <c:v>1.2750659176189783E-2</c:v>
                </c:pt>
                <c:pt idx="150">
                  <c:v>5.7768931292538586E-2</c:v>
                </c:pt>
                <c:pt idx="151">
                  <c:v>5.3821597464600142E-2</c:v>
                </c:pt>
                <c:pt idx="152">
                  <c:v>4.0658356164756757E-2</c:v>
                </c:pt>
                <c:pt idx="153">
                  <c:v>6.4893607664854761E-2</c:v>
                </c:pt>
                <c:pt idx="154">
                  <c:v>6.9713395947755219E-2</c:v>
                </c:pt>
                <c:pt idx="155">
                  <c:v>1.7426820252465704E-2</c:v>
                </c:pt>
                <c:pt idx="156">
                  <c:v>7.9928165447326879E-2</c:v>
                </c:pt>
                <c:pt idx="157">
                  <c:v>3.7277452306911624E-2</c:v>
                </c:pt>
                <c:pt idx="158">
                  <c:v>0.21656730021606607</c:v>
                </c:pt>
                <c:pt idx="159">
                  <c:v>0.21947090812022385</c:v>
                </c:pt>
                <c:pt idx="160">
                  <c:v>0.18750400939848655</c:v>
                </c:pt>
                <c:pt idx="161">
                  <c:v>0.20319572617343479</c:v>
                </c:pt>
                <c:pt idx="162">
                  <c:v>0.17293461906405788</c:v>
                </c:pt>
                <c:pt idx="163">
                  <c:v>4.3968406782669868E-2</c:v>
                </c:pt>
                <c:pt idx="164">
                  <c:v>2.0413031399374712E-2</c:v>
                </c:pt>
                <c:pt idx="165">
                  <c:v>-4.8022619910194205E-3</c:v>
                </c:pt>
                <c:pt idx="166">
                  <c:v>3.8589245738401647E-2</c:v>
                </c:pt>
                <c:pt idx="167">
                  <c:v>3.7308165446575003E-2</c:v>
                </c:pt>
                <c:pt idx="168">
                  <c:v>4.749851044928604E-2</c:v>
                </c:pt>
                <c:pt idx="169">
                  <c:v>4.3194550929707566E-2</c:v>
                </c:pt>
                <c:pt idx="170">
                  <c:v>2.319039312756388E-2</c:v>
                </c:pt>
                <c:pt idx="171">
                  <c:v>3.4281450710309969E-2</c:v>
                </c:pt>
                <c:pt idx="172">
                  <c:v>0.12399943544971848</c:v>
                </c:pt>
                <c:pt idx="173">
                  <c:v>0.1131009086556104</c:v>
                </c:pt>
                <c:pt idx="174">
                  <c:v>0.11003525796979735</c:v>
                </c:pt>
                <c:pt idx="175">
                  <c:v>0.10527395142275396</c:v>
                </c:pt>
                <c:pt idx="176">
                  <c:v>9.0596391623697842E-2</c:v>
                </c:pt>
                <c:pt idx="177">
                  <c:v>9.6745619954151318E-2</c:v>
                </c:pt>
                <c:pt idx="178">
                  <c:v>5.9742226239492081E-2</c:v>
                </c:pt>
                <c:pt idx="179">
                  <c:v>1.9756320044705972E-2</c:v>
                </c:pt>
                <c:pt idx="180">
                  <c:v>1.1646251800464495E-2</c:v>
                </c:pt>
                <c:pt idx="181">
                  <c:v>5.517439028471368E-2</c:v>
                </c:pt>
                <c:pt idx="182">
                  <c:v>9.575183069602855E-2</c:v>
                </c:pt>
                <c:pt idx="183">
                  <c:v>6.880882810894208E-2</c:v>
                </c:pt>
                <c:pt idx="184">
                  <c:v>7.5974627170161541E-2</c:v>
                </c:pt>
                <c:pt idx="185">
                  <c:v>9.9205362123266236E-2</c:v>
                </c:pt>
                <c:pt idx="186">
                  <c:v>8.7208691271138714E-2</c:v>
                </c:pt>
                <c:pt idx="187">
                  <c:v>0.13720301998460568</c:v>
                </c:pt>
                <c:pt idx="188">
                  <c:v>0.16822488136069522</c:v>
                </c:pt>
                <c:pt idx="189">
                  <c:v>0.1312439301179131</c:v>
                </c:pt>
                <c:pt idx="190">
                  <c:v>0.12423380030998941</c:v>
                </c:pt>
                <c:pt idx="191">
                  <c:v>0.12727333196161797</c:v>
                </c:pt>
                <c:pt idx="192">
                  <c:v>0.15640711450201006</c:v>
                </c:pt>
                <c:pt idx="193">
                  <c:v>0.14180213297592315</c:v>
                </c:pt>
                <c:pt idx="194">
                  <c:v>0.17745610016661104</c:v>
                </c:pt>
                <c:pt idx="195">
                  <c:v>0.33084384767322639</c:v>
                </c:pt>
                <c:pt idx="196">
                  <c:v>0.37221028844381543</c:v>
                </c:pt>
                <c:pt idx="197">
                  <c:v>0.45203328830765926</c:v>
                </c:pt>
                <c:pt idx="198">
                  <c:v>0.34043544891679561</c:v>
                </c:pt>
                <c:pt idx="199">
                  <c:v>0.45096778311243707</c:v>
                </c:pt>
                <c:pt idx="200">
                  <c:v>0.49342318217078684</c:v>
                </c:pt>
                <c:pt idx="201">
                  <c:v>1.1426705615747514</c:v>
                </c:pt>
                <c:pt idx="202">
                  <c:v>1.1792924199371169</c:v>
                </c:pt>
                <c:pt idx="203">
                  <c:v>1.4093988235671413</c:v>
                </c:pt>
                <c:pt idx="204">
                  <c:v>1.1413234303298541</c:v>
                </c:pt>
                <c:pt idx="205">
                  <c:v>0.82611887386008298</c:v>
                </c:pt>
                <c:pt idx="206">
                  <c:v>0.96361693009968274</c:v>
                </c:pt>
                <c:pt idx="207">
                  <c:v>1.2482852818696664</c:v>
                </c:pt>
                <c:pt idx="208">
                  <c:v>1.3854919098364387</c:v>
                </c:pt>
                <c:pt idx="209">
                  <c:v>1.4284735998185285</c:v>
                </c:pt>
                <c:pt idx="210">
                  <c:v>1.5654723531997892</c:v>
                </c:pt>
                <c:pt idx="211">
                  <c:v>1.8238747670215658</c:v>
                </c:pt>
                <c:pt idx="212">
                  <c:v>2.0306366842661321</c:v>
                </c:pt>
                <c:pt idx="213">
                  <c:v>2.1595537255062975</c:v>
                </c:pt>
                <c:pt idx="214">
                  <c:v>1.7140284160351527</c:v>
                </c:pt>
                <c:pt idx="215">
                  <c:v>1.6455353056091773</c:v>
                </c:pt>
                <c:pt idx="216">
                  <c:v>1.8820103150563794</c:v>
                </c:pt>
                <c:pt idx="217">
                  <c:v>1.3669991626903102</c:v>
                </c:pt>
                <c:pt idx="218">
                  <c:v>1.3235381499548151</c:v>
                </c:pt>
                <c:pt idx="219">
                  <c:v>1.0630037809427098</c:v>
                </c:pt>
                <c:pt idx="220">
                  <c:v>1.2914833131597838</c:v>
                </c:pt>
                <c:pt idx="221">
                  <c:v>1.4482802910283414</c:v>
                </c:pt>
                <c:pt idx="222">
                  <c:v>1.0811387459678901</c:v>
                </c:pt>
                <c:pt idx="223">
                  <c:v>0.69262586239893531</c:v>
                </c:pt>
                <c:pt idx="224">
                  <c:v>0.84759853880358882</c:v>
                </c:pt>
                <c:pt idx="225">
                  <c:v>0.76022906562421666</c:v>
                </c:pt>
                <c:pt idx="226">
                  <c:v>0.91508747289596992</c:v>
                </c:pt>
                <c:pt idx="227">
                  <c:v>1.037171874425979</c:v>
                </c:pt>
                <c:pt idx="228">
                  <c:v>1.3898339174052299</c:v>
                </c:pt>
                <c:pt idx="229">
                  <c:v>1.4124124843602022</c:v>
                </c:pt>
                <c:pt idx="230">
                  <c:v>1.3763177312478176</c:v>
                </c:pt>
                <c:pt idx="231">
                  <c:v>1.7037685389648041</c:v>
                </c:pt>
                <c:pt idx="232">
                  <c:v>1.7176961899153318</c:v>
                </c:pt>
                <c:pt idx="233">
                  <c:v>1.3803248841932405</c:v>
                </c:pt>
                <c:pt idx="234">
                  <c:v>1.1075658363521124</c:v>
                </c:pt>
                <c:pt idx="235">
                  <c:v>1.0692120078628857</c:v>
                </c:pt>
                <c:pt idx="236">
                  <c:v>1.3691982712476956</c:v>
                </c:pt>
                <c:pt idx="237">
                  <c:v>1.5149794350619885</c:v>
                </c:pt>
                <c:pt idx="238">
                  <c:v>1.3165418427998044</c:v>
                </c:pt>
                <c:pt idx="239">
                  <c:v>0.83965974158993406</c:v>
                </c:pt>
                <c:pt idx="240">
                  <c:v>0.78633146694719724</c:v>
                </c:pt>
                <c:pt idx="241">
                  <c:v>0.74133905917020615</c:v>
                </c:pt>
                <c:pt idx="242">
                  <c:v>0.8325918175613789</c:v>
                </c:pt>
                <c:pt idx="243">
                  <c:v>0.68363186180295854</c:v>
                </c:pt>
                <c:pt idx="244">
                  <c:v>0.77157385598295791</c:v>
                </c:pt>
                <c:pt idx="245">
                  <c:v>1.11581500083754</c:v>
                </c:pt>
                <c:pt idx="246">
                  <c:v>1.0799289598190829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4E-4DD3-8B33-AC0032B7A928}"/>
            </c:ext>
          </c:extLst>
        </c:ser>
        <c:ser>
          <c:idx val="2"/>
          <c:order val="2"/>
          <c:tx>
            <c:strRef>
              <c:f>'Graph 2'!$E$3</c:f>
              <c:strCache>
                <c:ptCount val="1"/>
                <c:pt idx="0">
                  <c:v>Target</c:v>
                </c:pt>
              </c:strCache>
            </c:strRef>
          </c:tx>
          <c:spPr>
            <a:ln w="19050" cap="rnd">
              <a:solidFill>
                <a:srgbClr val="BFBFBF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'Graph 2'!$B$4:$B$250</c:f>
              <c:numCache>
                <c:formatCode>[$-409]mmm\-yy;@</c:formatCode>
                <c:ptCount val="247"/>
                <c:pt idx="0">
                  <c:v>38718</c:v>
                </c:pt>
                <c:pt idx="1">
                  <c:v>38749</c:v>
                </c:pt>
                <c:pt idx="2">
                  <c:v>38777</c:v>
                </c:pt>
                <c:pt idx="3">
                  <c:v>38808</c:v>
                </c:pt>
                <c:pt idx="4">
                  <c:v>38838</c:v>
                </c:pt>
                <c:pt idx="5">
                  <c:v>38869</c:v>
                </c:pt>
                <c:pt idx="6">
                  <c:v>38899</c:v>
                </c:pt>
                <c:pt idx="7">
                  <c:v>38930</c:v>
                </c:pt>
                <c:pt idx="8">
                  <c:v>38961</c:v>
                </c:pt>
                <c:pt idx="9">
                  <c:v>38991</c:v>
                </c:pt>
                <c:pt idx="10">
                  <c:v>39022</c:v>
                </c:pt>
                <c:pt idx="11">
                  <c:v>39052</c:v>
                </c:pt>
                <c:pt idx="12">
                  <c:v>39083</c:v>
                </c:pt>
                <c:pt idx="13">
                  <c:v>39114</c:v>
                </c:pt>
                <c:pt idx="14">
                  <c:v>39142</c:v>
                </c:pt>
                <c:pt idx="15">
                  <c:v>39173</c:v>
                </c:pt>
                <c:pt idx="16">
                  <c:v>39203</c:v>
                </c:pt>
                <c:pt idx="17">
                  <c:v>39234</c:v>
                </c:pt>
                <c:pt idx="18">
                  <c:v>39264</c:v>
                </c:pt>
                <c:pt idx="19">
                  <c:v>39295</c:v>
                </c:pt>
                <c:pt idx="20">
                  <c:v>39326</c:v>
                </c:pt>
                <c:pt idx="21">
                  <c:v>39356</c:v>
                </c:pt>
                <c:pt idx="22">
                  <c:v>39387</c:v>
                </c:pt>
                <c:pt idx="23">
                  <c:v>39417</c:v>
                </c:pt>
                <c:pt idx="24">
                  <c:v>39448</c:v>
                </c:pt>
                <c:pt idx="25">
                  <c:v>39479</c:v>
                </c:pt>
                <c:pt idx="26">
                  <c:v>39508</c:v>
                </c:pt>
                <c:pt idx="27">
                  <c:v>39539</c:v>
                </c:pt>
                <c:pt idx="28">
                  <c:v>39569</c:v>
                </c:pt>
                <c:pt idx="29">
                  <c:v>39600</c:v>
                </c:pt>
                <c:pt idx="30">
                  <c:v>39630</c:v>
                </c:pt>
                <c:pt idx="31">
                  <c:v>39661</c:v>
                </c:pt>
                <c:pt idx="32">
                  <c:v>39692</c:v>
                </c:pt>
                <c:pt idx="33">
                  <c:v>39722</c:v>
                </c:pt>
                <c:pt idx="34">
                  <c:v>39753</c:v>
                </c:pt>
                <c:pt idx="35">
                  <c:v>39783</c:v>
                </c:pt>
                <c:pt idx="36">
                  <c:v>39814</c:v>
                </c:pt>
                <c:pt idx="37">
                  <c:v>39845</c:v>
                </c:pt>
                <c:pt idx="38">
                  <c:v>39873</c:v>
                </c:pt>
                <c:pt idx="39">
                  <c:v>39904</c:v>
                </c:pt>
                <c:pt idx="40">
                  <c:v>39934</c:v>
                </c:pt>
                <c:pt idx="41">
                  <c:v>39965</c:v>
                </c:pt>
                <c:pt idx="42">
                  <c:v>39995</c:v>
                </c:pt>
                <c:pt idx="43">
                  <c:v>40026</c:v>
                </c:pt>
                <c:pt idx="44">
                  <c:v>40057</c:v>
                </c:pt>
                <c:pt idx="45">
                  <c:v>40087</c:v>
                </c:pt>
                <c:pt idx="46">
                  <c:v>40118</c:v>
                </c:pt>
                <c:pt idx="47">
                  <c:v>40148</c:v>
                </c:pt>
                <c:pt idx="48">
                  <c:v>40179</c:v>
                </c:pt>
                <c:pt idx="49">
                  <c:v>40210</c:v>
                </c:pt>
                <c:pt idx="50">
                  <c:v>40238</c:v>
                </c:pt>
                <c:pt idx="51">
                  <c:v>40269</c:v>
                </c:pt>
                <c:pt idx="52">
                  <c:v>40299</c:v>
                </c:pt>
                <c:pt idx="53">
                  <c:v>40330</c:v>
                </c:pt>
                <c:pt idx="54">
                  <c:v>40360</c:v>
                </c:pt>
                <c:pt idx="55">
                  <c:v>40391</c:v>
                </c:pt>
                <c:pt idx="56">
                  <c:v>40422</c:v>
                </c:pt>
                <c:pt idx="57">
                  <c:v>40452</c:v>
                </c:pt>
                <c:pt idx="58">
                  <c:v>40483</c:v>
                </c:pt>
                <c:pt idx="59">
                  <c:v>40513</c:v>
                </c:pt>
                <c:pt idx="60">
                  <c:v>40544</c:v>
                </c:pt>
                <c:pt idx="61">
                  <c:v>40575</c:v>
                </c:pt>
                <c:pt idx="62">
                  <c:v>40603</c:v>
                </c:pt>
                <c:pt idx="63">
                  <c:v>40634</c:v>
                </c:pt>
                <c:pt idx="64">
                  <c:v>40664</c:v>
                </c:pt>
                <c:pt idx="65">
                  <c:v>40695</c:v>
                </c:pt>
                <c:pt idx="66">
                  <c:v>40725</c:v>
                </c:pt>
                <c:pt idx="67">
                  <c:v>40756</c:v>
                </c:pt>
                <c:pt idx="68">
                  <c:v>40787</c:v>
                </c:pt>
                <c:pt idx="69">
                  <c:v>40817</c:v>
                </c:pt>
                <c:pt idx="70">
                  <c:v>40848</c:v>
                </c:pt>
                <c:pt idx="71">
                  <c:v>40878</c:v>
                </c:pt>
                <c:pt idx="72">
                  <c:v>40909</c:v>
                </c:pt>
                <c:pt idx="73">
                  <c:v>40940</c:v>
                </c:pt>
                <c:pt idx="74">
                  <c:v>40969</c:v>
                </c:pt>
                <c:pt idx="75">
                  <c:v>41000</c:v>
                </c:pt>
                <c:pt idx="76">
                  <c:v>41030</c:v>
                </c:pt>
                <c:pt idx="77">
                  <c:v>41061</c:v>
                </c:pt>
                <c:pt idx="78">
                  <c:v>41091</c:v>
                </c:pt>
                <c:pt idx="79">
                  <c:v>41122</c:v>
                </c:pt>
                <c:pt idx="80">
                  <c:v>41153</c:v>
                </c:pt>
                <c:pt idx="81">
                  <c:v>41183</c:v>
                </c:pt>
                <c:pt idx="82">
                  <c:v>41214</c:v>
                </c:pt>
                <c:pt idx="83">
                  <c:v>41244</c:v>
                </c:pt>
                <c:pt idx="84">
                  <c:v>41275</c:v>
                </c:pt>
                <c:pt idx="85">
                  <c:v>41306</c:v>
                </c:pt>
                <c:pt idx="86">
                  <c:v>41334</c:v>
                </c:pt>
                <c:pt idx="87">
                  <c:v>41365</c:v>
                </c:pt>
                <c:pt idx="88">
                  <c:v>41395</c:v>
                </c:pt>
                <c:pt idx="89">
                  <c:v>41426</c:v>
                </c:pt>
                <c:pt idx="90">
                  <c:v>41456</c:v>
                </c:pt>
                <c:pt idx="91">
                  <c:v>41487</c:v>
                </c:pt>
                <c:pt idx="92">
                  <c:v>41518</c:v>
                </c:pt>
                <c:pt idx="93">
                  <c:v>41548</c:v>
                </c:pt>
                <c:pt idx="94">
                  <c:v>41579</c:v>
                </c:pt>
                <c:pt idx="95">
                  <c:v>41609</c:v>
                </c:pt>
                <c:pt idx="96">
                  <c:v>41640</c:v>
                </c:pt>
                <c:pt idx="97">
                  <c:v>41671</c:v>
                </c:pt>
                <c:pt idx="98">
                  <c:v>41699</c:v>
                </c:pt>
                <c:pt idx="99">
                  <c:v>41730</c:v>
                </c:pt>
                <c:pt idx="100">
                  <c:v>41760</c:v>
                </c:pt>
                <c:pt idx="101">
                  <c:v>41791</c:v>
                </c:pt>
                <c:pt idx="102">
                  <c:v>41821</c:v>
                </c:pt>
                <c:pt idx="103">
                  <c:v>41852</c:v>
                </c:pt>
                <c:pt idx="104">
                  <c:v>41883</c:v>
                </c:pt>
                <c:pt idx="105">
                  <c:v>41913</c:v>
                </c:pt>
                <c:pt idx="106">
                  <c:v>41944</c:v>
                </c:pt>
                <c:pt idx="107">
                  <c:v>41974</c:v>
                </c:pt>
                <c:pt idx="108">
                  <c:v>42005</c:v>
                </c:pt>
                <c:pt idx="109">
                  <c:v>42036</c:v>
                </c:pt>
                <c:pt idx="110">
                  <c:v>42064</c:v>
                </c:pt>
                <c:pt idx="111">
                  <c:v>42095</c:v>
                </c:pt>
                <c:pt idx="112">
                  <c:v>42125</c:v>
                </c:pt>
                <c:pt idx="113">
                  <c:v>42156</c:v>
                </c:pt>
                <c:pt idx="114">
                  <c:v>42186</c:v>
                </c:pt>
                <c:pt idx="115">
                  <c:v>42217</c:v>
                </c:pt>
                <c:pt idx="116">
                  <c:v>42248</c:v>
                </c:pt>
                <c:pt idx="117">
                  <c:v>42278</c:v>
                </c:pt>
                <c:pt idx="118">
                  <c:v>42309</c:v>
                </c:pt>
                <c:pt idx="119">
                  <c:v>42339</c:v>
                </c:pt>
                <c:pt idx="120">
                  <c:v>42370</c:v>
                </c:pt>
                <c:pt idx="121">
                  <c:v>42401</c:v>
                </c:pt>
                <c:pt idx="122">
                  <c:v>42430</c:v>
                </c:pt>
                <c:pt idx="123">
                  <c:v>42461</c:v>
                </c:pt>
                <c:pt idx="124">
                  <c:v>42491</c:v>
                </c:pt>
                <c:pt idx="125">
                  <c:v>42522</c:v>
                </c:pt>
                <c:pt idx="126">
                  <c:v>42552</c:v>
                </c:pt>
                <c:pt idx="127">
                  <c:v>42583</c:v>
                </c:pt>
                <c:pt idx="128">
                  <c:v>42614</c:v>
                </c:pt>
                <c:pt idx="129">
                  <c:v>42644</c:v>
                </c:pt>
                <c:pt idx="130">
                  <c:v>42675</c:v>
                </c:pt>
                <c:pt idx="131">
                  <c:v>42705</c:v>
                </c:pt>
                <c:pt idx="132">
                  <c:v>42736</c:v>
                </c:pt>
                <c:pt idx="133">
                  <c:v>42767</c:v>
                </c:pt>
                <c:pt idx="134">
                  <c:v>42795</c:v>
                </c:pt>
                <c:pt idx="135">
                  <c:v>42826</c:v>
                </c:pt>
                <c:pt idx="136">
                  <c:v>42856</c:v>
                </c:pt>
                <c:pt idx="137">
                  <c:v>42887</c:v>
                </c:pt>
                <c:pt idx="138">
                  <c:v>42917</c:v>
                </c:pt>
                <c:pt idx="139">
                  <c:v>42948</c:v>
                </c:pt>
                <c:pt idx="140">
                  <c:v>42979</c:v>
                </c:pt>
                <c:pt idx="141">
                  <c:v>43009</c:v>
                </c:pt>
                <c:pt idx="142">
                  <c:v>43040</c:v>
                </c:pt>
                <c:pt idx="143">
                  <c:v>43070</c:v>
                </c:pt>
                <c:pt idx="144">
                  <c:v>43101</c:v>
                </c:pt>
                <c:pt idx="145">
                  <c:v>43132</c:v>
                </c:pt>
                <c:pt idx="146">
                  <c:v>43160</c:v>
                </c:pt>
                <c:pt idx="147">
                  <c:v>43191</c:v>
                </c:pt>
                <c:pt idx="148">
                  <c:v>43221</c:v>
                </c:pt>
                <c:pt idx="149">
                  <c:v>43252</c:v>
                </c:pt>
                <c:pt idx="150">
                  <c:v>43282</c:v>
                </c:pt>
                <c:pt idx="151">
                  <c:v>43313</c:v>
                </c:pt>
                <c:pt idx="152">
                  <c:v>43344</c:v>
                </c:pt>
                <c:pt idx="153">
                  <c:v>43374</c:v>
                </c:pt>
                <c:pt idx="154">
                  <c:v>43405</c:v>
                </c:pt>
                <c:pt idx="155">
                  <c:v>43435</c:v>
                </c:pt>
                <c:pt idx="156">
                  <c:v>43466</c:v>
                </c:pt>
                <c:pt idx="157">
                  <c:v>43497</c:v>
                </c:pt>
                <c:pt idx="158">
                  <c:v>43525</c:v>
                </c:pt>
                <c:pt idx="159">
                  <c:v>43556</c:v>
                </c:pt>
                <c:pt idx="160">
                  <c:v>43586</c:v>
                </c:pt>
                <c:pt idx="161">
                  <c:v>43617</c:v>
                </c:pt>
                <c:pt idx="162">
                  <c:v>43647</c:v>
                </c:pt>
                <c:pt idx="163">
                  <c:v>43678</c:v>
                </c:pt>
                <c:pt idx="164">
                  <c:v>43709</c:v>
                </c:pt>
                <c:pt idx="165">
                  <c:v>43739</c:v>
                </c:pt>
                <c:pt idx="166">
                  <c:v>43770</c:v>
                </c:pt>
                <c:pt idx="167">
                  <c:v>43800</c:v>
                </c:pt>
                <c:pt idx="168">
                  <c:v>43831</c:v>
                </c:pt>
                <c:pt idx="169">
                  <c:v>43862</c:v>
                </c:pt>
                <c:pt idx="170">
                  <c:v>43891</c:v>
                </c:pt>
                <c:pt idx="171">
                  <c:v>43922</c:v>
                </c:pt>
                <c:pt idx="172">
                  <c:v>43952</c:v>
                </c:pt>
                <c:pt idx="173">
                  <c:v>43983</c:v>
                </c:pt>
                <c:pt idx="174">
                  <c:v>44013</c:v>
                </c:pt>
                <c:pt idx="175">
                  <c:v>44044</c:v>
                </c:pt>
                <c:pt idx="176">
                  <c:v>44075</c:v>
                </c:pt>
                <c:pt idx="177">
                  <c:v>44105</c:v>
                </c:pt>
                <c:pt idx="178">
                  <c:v>44136</c:v>
                </c:pt>
                <c:pt idx="179">
                  <c:v>44166</c:v>
                </c:pt>
                <c:pt idx="180">
                  <c:v>44197</c:v>
                </c:pt>
                <c:pt idx="181">
                  <c:v>44228</c:v>
                </c:pt>
                <c:pt idx="182">
                  <c:v>44256</c:v>
                </c:pt>
                <c:pt idx="183">
                  <c:v>44287</c:v>
                </c:pt>
                <c:pt idx="184">
                  <c:v>44317</c:v>
                </c:pt>
                <c:pt idx="185">
                  <c:v>44348</c:v>
                </c:pt>
                <c:pt idx="186">
                  <c:v>44378</c:v>
                </c:pt>
                <c:pt idx="187">
                  <c:v>44409</c:v>
                </c:pt>
                <c:pt idx="188">
                  <c:v>44440</c:v>
                </c:pt>
                <c:pt idx="189">
                  <c:v>44470</c:v>
                </c:pt>
                <c:pt idx="190">
                  <c:v>44501</c:v>
                </c:pt>
                <c:pt idx="191">
                  <c:v>44531</c:v>
                </c:pt>
                <c:pt idx="192">
                  <c:v>44562</c:v>
                </c:pt>
                <c:pt idx="193">
                  <c:v>44593</c:v>
                </c:pt>
                <c:pt idx="194">
                  <c:v>44621</c:v>
                </c:pt>
                <c:pt idx="195">
                  <c:v>44652</c:v>
                </c:pt>
                <c:pt idx="196">
                  <c:v>44682</c:v>
                </c:pt>
                <c:pt idx="197">
                  <c:v>44713</c:v>
                </c:pt>
                <c:pt idx="198">
                  <c:v>44743</c:v>
                </c:pt>
                <c:pt idx="199">
                  <c:v>44774</c:v>
                </c:pt>
                <c:pt idx="200">
                  <c:v>44805</c:v>
                </c:pt>
                <c:pt idx="201">
                  <c:v>44835</c:v>
                </c:pt>
                <c:pt idx="202">
                  <c:v>44866</c:v>
                </c:pt>
                <c:pt idx="203">
                  <c:v>44896</c:v>
                </c:pt>
                <c:pt idx="204">
                  <c:v>44927</c:v>
                </c:pt>
                <c:pt idx="205">
                  <c:v>44958</c:v>
                </c:pt>
                <c:pt idx="206">
                  <c:v>44986</c:v>
                </c:pt>
                <c:pt idx="207">
                  <c:v>45017</c:v>
                </c:pt>
                <c:pt idx="208">
                  <c:v>45047</c:v>
                </c:pt>
                <c:pt idx="209">
                  <c:v>45078</c:v>
                </c:pt>
                <c:pt idx="210">
                  <c:v>45108</c:v>
                </c:pt>
                <c:pt idx="211">
                  <c:v>45139</c:v>
                </c:pt>
                <c:pt idx="212">
                  <c:v>45170</c:v>
                </c:pt>
                <c:pt idx="213">
                  <c:v>45200</c:v>
                </c:pt>
                <c:pt idx="214">
                  <c:v>45231</c:v>
                </c:pt>
                <c:pt idx="215">
                  <c:v>45261</c:v>
                </c:pt>
                <c:pt idx="216">
                  <c:v>45292</c:v>
                </c:pt>
                <c:pt idx="217">
                  <c:v>45323</c:v>
                </c:pt>
                <c:pt idx="218">
                  <c:v>45352</c:v>
                </c:pt>
                <c:pt idx="219">
                  <c:v>45383</c:v>
                </c:pt>
                <c:pt idx="220">
                  <c:v>45413</c:v>
                </c:pt>
                <c:pt idx="221">
                  <c:v>45444</c:v>
                </c:pt>
                <c:pt idx="222">
                  <c:v>45474</c:v>
                </c:pt>
                <c:pt idx="223">
                  <c:v>45505</c:v>
                </c:pt>
                <c:pt idx="224">
                  <c:v>45536</c:v>
                </c:pt>
                <c:pt idx="225">
                  <c:v>45566</c:v>
                </c:pt>
                <c:pt idx="226">
                  <c:v>45597</c:v>
                </c:pt>
                <c:pt idx="227">
                  <c:v>45627</c:v>
                </c:pt>
                <c:pt idx="228">
                  <c:v>45658</c:v>
                </c:pt>
                <c:pt idx="229">
                  <c:v>45689</c:v>
                </c:pt>
                <c:pt idx="230">
                  <c:v>45717</c:v>
                </c:pt>
                <c:pt idx="231">
                  <c:v>45748</c:v>
                </c:pt>
                <c:pt idx="232">
                  <c:v>45778</c:v>
                </c:pt>
                <c:pt idx="233">
                  <c:v>45809</c:v>
                </c:pt>
                <c:pt idx="234">
                  <c:v>45839</c:v>
                </c:pt>
                <c:pt idx="235">
                  <c:v>45870</c:v>
                </c:pt>
                <c:pt idx="236">
                  <c:v>45901</c:v>
                </c:pt>
                <c:pt idx="237">
                  <c:v>45931</c:v>
                </c:pt>
                <c:pt idx="238">
                  <c:v>45962</c:v>
                </c:pt>
                <c:pt idx="239">
                  <c:v>45992</c:v>
                </c:pt>
                <c:pt idx="240">
                  <c:v>46023</c:v>
                </c:pt>
                <c:pt idx="241">
                  <c:v>46054</c:v>
                </c:pt>
                <c:pt idx="242">
                  <c:v>46082</c:v>
                </c:pt>
                <c:pt idx="243">
                  <c:v>46113</c:v>
                </c:pt>
                <c:pt idx="244">
                  <c:v>46143</c:v>
                </c:pt>
                <c:pt idx="245">
                  <c:v>46174</c:v>
                </c:pt>
                <c:pt idx="246">
                  <c:v>46204</c:v>
                </c:pt>
              </c:numCache>
            </c:numRef>
          </c:cat>
          <c:val>
            <c:numRef>
              <c:f>'Graph 2'!$E$4:$E$250</c:f>
              <c:numCache>
                <c:formatCode>0.0</c:formatCode>
                <c:ptCount val="24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</c:v>
                </c:pt>
                <c:pt idx="90">
                  <c:v>2</c:v>
                </c:pt>
                <c:pt idx="91">
                  <c:v>2</c:v>
                </c:pt>
                <c:pt idx="92">
                  <c:v>2</c:v>
                </c:pt>
                <c:pt idx="93">
                  <c:v>2</c:v>
                </c:pt>
                <c:pt idx="94">
                  <c:v>2</c:v>
                </c:pt>
                <c:pt idx="95">
                  <c:v>2</c:v>
                </c:pt>
                <c:pt idx="96">
                  <c:v>2</c:v>
                </c:pt>
                <c:pt idx="97">
                  <c:v>2</c:v>
                </c:pt>
                <c:pt idx="98">
                  <c:v>2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2</c:v>
                </c:pt>
                <c:pt idx="131">
                  <c:v>2</c:v>
                </c:pt>
                <c:pt idx="132">
                  <c:v>2</c:v>
                </c:pt>
                <c:pt idx="133">
                  <c:v>2</c:v>
                </c:pt>
                <c:pt idx="134">
                  <c:v>2</c:v>
                </c:pt>
                <c:pt idx="135">
                  <c:v>2</c:v>
                </c:pt>
                <c:pt idx="136">
                  <c:v>2</c:v>
                </c:pt>
                <c:pt idx="137">
                  <c:v>2</c:v>
                </c:pt>
                <c:pt idx="138">
                  <c:v>2</c:v>
                </c:pt>
                <c:pt idx="139">
                  <c:v>2</c:v>
                </c:pt>
                <c:pt idx="140">
                  <c:v>2</c:v>
                </c:pt>
                <c:pt idx="141">
                  <c:v>2</c:v>
                </c:pt>
                <c:pt idx="142">
                  <c:v>2</c:v>
                </c:pt>
                <c:pt idx="143">
                  <c:v>2</c:v>
                </c:pt>
                <c:pt idx="144">
                  <c:v>2</c:v>
                </c:pt>
                <c:pt idx="145">
                  <c:v>2</c:v>
                </c:pt>
                <c:pt idx="146">
                  <c:v>2</c:v>
                </c:pt>
                <c:pt idx="147">
                  <c:v>2</c:v>
                </c:pt>
                <c:pt idx="148">
                  <c:v>2</c:v>
                </c:pt>
                <c:pt idx="149">
                  <c:v>2</c:v>
                </c:pt>
                <c:pt idx="150">
                  <c:v>2</c:v>
                </c:pt>
                <c:pt idx="151">
                  <c:v>2</c:v>
                </c:pt>
                <c:pt idx="152">
                  <c:v>2</c:v>
                </c:pt>
                <c:pt idx="153">
                  <c:v>2</c:v>
                </c:pt>
                <c:pt idx="154">
                  <c:v>2</c:v>
                </c:pt>
                <c:pt idx="155">
                  <c:v>2</c:v>
                </c:pt>
                <c:pt idx="156">
                  <c:v>2</c:v>
                </c:pt>
                <c:pt idx="157">
                  <c:v>2</c:v>
                </c:pt>
                <c:pt idx="158">
                  <c:v>2</c:v>
                </c:pt>
                <c:pt idx="159">
                  <c:v>2</c:v>
                </c:pt>
                <c:pt idx="160">
                  <c:v>2</c:v>
                </c:pt>
                <c:pt idx="161">
                  <c:v>2</c:v>
                </c:pt>
                <c:pt idx="162">
                  <c:v>2</c:v>
                </c:pt>
                <c:pt idx="163">
                  <c:v>2</c:v>
                </c:pt>
                <c:pt idx="164">
                  <c:v>2</c:v>
                </c:pt>
                <c:pt idx="165">
                  <c:v>2</c:v>
                </c:pt>
                <c:pt idx="166">
                  <c:v>2</c:v>
                </c:pt>
                <c:pt idx="167">
                  <c:v>2</c:v>
                </c:pt>
                <c:pt idx="168">
                  <c:v>2</c:v>
                </c:pt>
                <c:pt idx="169">
                  <c:v>2</c:v>
                </c:pt>
                <c:pt idx="170">
                  <c:v>2</c:v>
                </c:pt>
                <c:pt idx="171">
                  <c:v>2</c:v>
                </c:pt>
                <c:pt idx="172">
                  <c:v>2</c:v>
                </c:pt>
                <c:pt idx="173">
                  <c:v>2</c:v>
                </c:pt>
                <c:pt idx="174">
                  <c:v>2</c:v>
                </c:pt>
                <c:pt idx="175">
                  <c:v>2</c:v>
                </c:pt>
                <c:pt idx="176">
                  <c:v>2</c:v>
                </c:pt>
                <c:pt idx="177">
                  <c:v>2</c:v>
                </c:pt>
                <c:pt idx="178">
                  <c:v>2</c:v>
                </c:pt>
                <c:pt idx="179">
                  <c:v>2</c:v>
                </c:pt>
                <c:pt idx="180">
                  <c:v>2</c:v>
                </c:pt>
                <c:pt idx="181">
                  <c:v>2</c:v>
                </c:pt>
                <c:pt idx="182">
                  <c:v>2</c:v>
                </c:pt>
                <c:pt idx="183">
                  <c:v>2</c:v>
                </c:pt>
                <c:pt idx="184">
                  <c:v>2</c:v>
                </c:pt>
                <c:pt idx="185">
                  <c:v>2</c:v>
                </c:pt>
                <c:pt idx="186">
                  <c:v>2</c:v>
                </c:pt>
                <c:pt idx="187">
                  <c:v>2</c:v>
                </c:pt>
                <c:pt idx="188">
                  <c:v>2</c:v>
                </c:pt>
                <c:pt idx="189">
                  <c:v>2</c:v>
                </c:pt>
                <c:pt idx="190">
                  <c:v>2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  <c:pt idx="200">
                  <c:v>2</c:v>
                </c:pt>
                <c:pt idx="201">
                  <c:v>2</c:v>
                </c:pt>
                <c:pt idx="202">
                  <c:v>2</c:v>
                </c:pt>
                <c:pt idx="203">
                  <c:v>2</c:v>
                </c:pt>
                <c:pt idx="204">
                  <c:v>2</c:v>
                </c:pt>
                <c:pt idx="205">
                  <c:v>2</c:v>
                </c:pt>
                <c:pt idx="206">
                  <c:v>2</c:v>
                </c:pt>
                <c:pt idx="207">
                  <c:v>2</c:v>
                </c:pt>
                <c:pt idx="208">
                  <c:v>2</c:v>
                </c:pt>
                <c:pt idx="209">
                  <c:v>2</c:v>
                </c:pt>
                <c:pt idx="210">
                  <c:v>2</c:v>
                </c:pt>
                <c:pt idx="211">
                  <c:v>2</c:v>
                </c:pt>
                <c:pt idx="212">
                  <c:v>2</c:v>
                </c:pt>
                <c:pt idx="213">
                  <c:v>2</c:v>
                </c:pt>
                <c:pt idx="214">
                  <c:v>2</c:v>
                </c:pt>
                <c:pt idx="215">
                  <c:v>2</c:v>
                </c:pt>
                <c:pt idx="216">
                  <c:v>2</c:v>
                </c:pt>
                <c:pt idx="217">
                  <c:v>2</c:v>
                </c:pt>
                <c:pt idx="218">
                  <c:v>2</c:v>
                </c:pt>
                <c:pt idx="219">
                  <c:v>2</c:v>
                </c:pt>
                <c:pt idx="220">
                  <c:v>2</c:v>
                </c:pt>
                <c:pt idx="221">
                  <c:v>2</c:v>
                </c:pt>
                <c:pt idx="222">
                  <c:v>2</c:v>
                </c:pt>
                <c:pt idx="223">
                  <c:v>2</c:v>
                </c:pt>
                <c:pt idx="224">
                  <c:v>2</c:v>
                </c:pt>
                <c:pt idx="225">
                  <c:v>2</c:v>
                </c:pt>
                <c:pt idx="226">
                  <c:v>2</c:v>
                </c:pt>
                <c:pt idx="227">
                  <c:v>2</c:v>
                </c:pt>
                <c:pt idx="228">
                  <c:v>2</c:v>
                </c:pt>
                <c:pt idx="229">
                  <c:v>2</c:v>
                </c:pt>
                <c:pt idx="230">
                  <c:v>2</c:v>
                </c:pt>
                <c:pt idx="231">
                  <c:v>2</c:v>
                </c:pt>
                <c:pt idx="232">
                  <c:v>2</c:v>
                </c:pt>
                <c:pt idx="233">
                  <c:v>2</c:v>
                </c:pt>
                <c:pt idx="234">
                  <c:v>2</c:v>
                </c:pt>
                <c:pt idx="235">
                  <c:v>2</c:v>
                </c:pt>
                <c:pt idx="236">
                  <c:v>2</c:v>
                </c:pt>
                <c:pt idx="237">
                  <c:v>2</c:v>
                </c:pt>
                <c:pt idx="238">
                  <c:v>2</c:v>
                </c:pt>
                <c:pt idx="239">
                  <c:v>2</c:v>
                </c:pt>
                <c:pt idx="240">
                  <c:v>2</c:v>
                </c:pt>
                <c:pt idx="241">
                  <c:v>2</c:v>
                </c:pt>
                <c:pt idx="242">
                  <c:v>2</c:v>
                </c:pt>
                <c:pt idx="243">
                  <c:v>2</c:v>
                </c:pt>
                <c:pt idx="244">
                  <c:v>2</c:v>
                </c:pt>
                <c:pt idx="245">
                  <c:v>2</c:v>
                </c:pt>
                <c:pt idx="246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4E-4DD3-8B33-AC0032B7A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5853376"/>
        <c:axId val="1034045104"/>
      </c:lineChart>
      <c:dateAx>
        <c:axId val="965853376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034045104"/>
        <c:crosses val="autoZero"/>
        <c:auto val="1"/>
        <c:lblOffset val="100"/>
        <c:baseTimeUnit val="months"/>
        <c:majorUnit val="26"/>
        <c:majorTimeUnit val="months"/>
      </c:dateAx>
      <c:valAx>
        <c:axId val="1034045104"/>
        <c:scaling>
          <c:orientation val="minMax"/>
          <c:max val="5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96585337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3'!$B$2</c:f>
              <c:strCache>
                <c:ptCount val="1"/>
                <c:pt idx="0">
                  <c:v>Headline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'Graph 3'!$A$3:$A$165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3'!$B$3:$B$165</c:f>
              <c:numCache>
                <c:formatCode>0.0</c:formatCode>
                <c:ptCount val="163"/>
                <c:pt idx="0">
                  <c:v>-0.35545023696683664</c:v>
                </c:pt>
                <c:pt idx="1">
                  <c:v>-0.70921985815601829</c:v>
                </c:pt>
                <c:pt idx="2">
                  <c:v>-0.94117647058823417</c:v>
                </c:pt>
                <c:pt idx="3">
                  <c:v>-0.7058823529411673</c:v>
                </c:pt>
                <c:pt idx="4">
                  <c:v>-0.35377358490565891</c:v>
                </c:pt>
                <c:pt idx="5">
                  <c:v>0.23724792408066353</c:v>
                </c:pt>
                <c:pt idx="6">
                  <c:v>0.71343638525565023</c:v>
                </c:pt>
                <c:pt idx="7">
                  <c:v>0.83135391923991886</c:v>
                </c:pt>
                <c:pt idx="8">
                  <c:v>1.067615658362997</c:v>
                </c:pt>
                <c:pt idx="9">
                  <c:v>1.1862396204033177</c:v>
                </c:pt>
                <c:pt idx="10">
                  <c:v>1.5476190476190421</c:v>
                </c:pt>
                <c:pt idx="11">
                  <c:v>1.5457788347205792</c:v>
                </c:pt>
                <c:pt idx="12">
                  <c:v>1.4268727705113005</c:v>
                </c:pt>
                <c:pt idx="13">
                  <c:v>1.5476190476190421</c:v>
                </c:pt>
                <c:pt idx="14">
                  <c:v>1.5439429928741033</c:v>
                </c:pt>
                <c:pt idx="15">
                  <c:v>3.4360189573459543</c:v>
                </c:pt>
                <c:pt idx="16">
                  <c:v>3.66863905325443</c:v>
                </c:pt>
                <c:pt idx="17">
                  <c:v>3.66863905325443</c:v>
                </c:pt>
                <c:pt idx="18">
                  <c:v>3.4238488783943311</c:v>
                </c:pt>
                <c:pt idx="19">
                  <c:v>3.4157832744404981</c:v>
                </c:pt>
                <c:pt idx="20">
                  <c:v>3.2863849765258246</c:v>
                </c:pt>
                <c:pt idx="21">
                  <c:v>2.9308323563892236</c:v>
                </c:pt>
                <c:pt idx="22">
                  <c:v>2.4618991793669442</c:v>
                </c:pt>
                <c:pt idx="23">
                  <c:v>2.4590163934426146</c:v>
                </c:pt>
                <c:pt idx="24">
                  <c:v>2.4618991793669442</c:v>
                </c:pt>
                <c:pt idx="25">
                  <c:v>2.2274325908558046</c:v>
                </c:pt>
                <c:pt idx="26">
                  <c:v>2.3391812865497075</c:v>
                </c:pt>
                <c:pt idx="27">
                  <c:v>0.68728522336771736</c:v>
                </c:pt>
                <c:pt idx="28">
                  <c:v>0.57077625570776114</c:v>
                </c:pt>
                <c:pt idx="29">
                  <c:v>0.34246575342467001</c:v>
                </c:pt>
                <c:pt idx="30">
                  <c:v>0.22831050228311334</c:v>
                </c:pt>
                <c:pt idx="31">
                  <c:v>0.1138952164009277</c:v>
                </c:pt>
                <c:pt idx="32">
                  <c:v>0</c:v>
                </c:pt>
                <c:pt idx="33">
                  <c:v>0.2277904328018332</c:v>
                </c:pt>
                <c:pt idx="34">
                  <c:v>0.22883295194506825</c:v>
                </c:pt>
                <c:pt idx="35">
                  <c:v>0.11428571428571122</c:v>
                </c:pt>
                <c:pt idx="36">
                  <c:v>-0.11441647597254523</c:v>
                </c:pt>
                <c:pt idx="37">
                  <c:v>0.22935779816513069</c:v>
                </c:pt>
                <c:pt idx="38">
                  <c:v>0</c:v>
                </c:pt>
                <c:pt idx="39">
                  <c:v>-0.22753128555176305</c:v>
                </c:pt>
                <c:pt idx="40">
                  <c:v>-0.45402951191826357</c:v>
                </c:pt>
                <c:pt idx="41">
                  <c:v>-0.34129692832766123</c:v>
                </c:pt>
                <c:pt idx="42">
                  <c:v>-0.45558086560363309</c:v>
                </c:pt>
                <c:pt idx="43">
                  <c:v>-0.56882821387941318</c:v>
                </c:pt>
                <c:pt idx="44">
                  <c:v>-0.45454545454546302</c:v>
                </c:pt>
                <c:pt idx="45">
                  <c:v>0.1136363636363491</c:v>
                </c:pt>
                <c:pt idx="46">
                  <c:v>0.57077625570776114</c:v>
                </c:pt>
                <c:pt idx="47">
                  <c:v>0.34246575342467001</c:v>
                </c:pt>
                <c:pt idx="48">
                  <c:v>0.45819014891179677</c:v>
                </c:pt>
                <c:pt idx="49">
                  <c:v>0.22883295194506825</c:v>
                </c:pt>
                <c:pt idx="50">
                  <c:v>0.11428571428571122</c:v>
                </c:pt>
                <c:pt idx="51">
                  <c:v>0.3420752565564289</c:v>
                </c:pt>
                <c:pt idx="52">
                  <c:v>0.45610034207523853</c:v>
                </c:pt>
                <c:pt idx="53">
                  <c:v>0.45662100456622667</c:v>
                </c:pt>
                <c:pt idx="54">
                  <c:v>0.45766590389015871</c:v>
                </c:pt>
                <c:pt idx="55">
                  <c:v>0.68649885583522696</c:v>
                </c:pt>
                <c:pt idx="56">
                  <c:v>0.68493150684931781</c:v>
                </c:pt>
                <c:pt idx="57">
                  <c:v>0.22701475595914289</c:v>
                </c:pt>
                <c:pt idx="58">
                  <c:v>0.56753688989783502</c:v>
                </c:pt>
                <c:pt idx="59">
                  <c:v>1.0238907849829282</c:v>
                </c:pt>
                <c:pt idx="60">
                  <c:v>1.3683010262257822</c:v>
                </c:pt>
                <c:pt idx="61">
                  <c:v>1.4840182648401923</c:v>
                </c:pt>
                <c:pt idx="62">
                  <c:v>1.1415525114155223</c:v>
                </c:pt>
                <c:pt idx="63">
                  <c:v>0.56818181818181213</c:v>
                </c:pt>
                <c:pt idx="64">
                  <c:v>0.68104426787742867</c:v>
                </c:pt>
                <c:pt idx="65">
                  <c:v>0.68181818181818343</c:v>
                </c:pt>
                <c:pt idx="66">
                  <c:v>0.91116173120728838</c:v>
                </c:pt>
                <c:pt idx="67">
                  <c:v>1.2499999999999956</c:v>
                </c:pt>
                <c:pt idx="68">
                  <c:v>1.133786848072571</c:v>
                </c:pt>
                <c:pt idx="69">
                  <c:v>1.3590033975084959</c:v>
                </c:pt>
                <c:pt idx="70">
                  <c:v>0.7900677200902928</c:v>
                </c:pt>
                <c:pt idx="71">
                  <c:v>0.22522522522523403</c:v>
                </c:pt>
                <c:pt idx="72">
                  <c:v>0.22497187851517886</c:v>
                </c:pt>
                <c:pt idx="73">
                  <c:v>0.22497187851517886</c:v>
                </c:pt>
                <c:pt idx="74">
                  <c:v>0.56433408577878375</c:v>
                </c:pt>
                <c:pt idx="75">
                  <c:v>0.90395480225988756</c:v>
                </c:pt>
                <c:pt idx="76">
                  <c:v>0.67643742953775732</c:v>
                </c:pt>
                <c:pt idx="77">
                  <c:v>0.67720090293454938</c:v>
                </c:pt>
                <c:pt idx="78">
                  <c:v>0.56433408577878375</c:v>
                </c:pt>
                <c:pt idx="79">
                  <c:v>0.33670033670034627</c:v>
                </c:pt>
                <c:pt idx="80">
                  <c:v>0.22421524663678305</c:v>
                </c:pt>
                <c:pt idx="81">
                  <c:v>0.22346368715084886</c:v>
                </c:pt>
                <c:pt idx="82">
                  <c:v>0.55991041433369748</c:v>
                </c:pt>
                <c:pt idx="83">
                  <c:v>0.78651685393258397</c:v>
                </c:pt>
                <c:pt idx="84">
                  <c:v>0.78563411896745983</c:v>
                </c:pt>
                <c:pt idx="85">
                  <c:v>0.56116722783390305</c:v>
                </c:pt>
                <c:pt idx="86">
                  <c:v>0.56116722783390305</c:v>
                </c:pt>
                <c:pt idx="87">
                  <c:v>0.22396416573349232</c:v>
                </c:pt>
                <c:pt idx="88">
                  <c:v>0.22396416573349232</c:v>
                </c:pt>
                <c:pt idx="89">
                  <c:v>0.11210762331836932</c:v>
                </c:pt>
                <c:pt idx="90">
                  <c:v>0.22446689113355678</c:v>
                </c:pt>
                <c:pt idx="91">
                  <c:v>0</c:v>
                </c:pt>
                <c:pt idx="92">
                  <c:v>-0.22371364653244186</c:v>
                </c:pt>
                <c:pt idx="93">
                  <c:v>-0.55741360089186509</c:v>
                </c:pt>
                <c:pt idx="94">
                  <c:v>-1.0022271714921982</c:v>
                </c:pt>
                <c:pt idx="95">
                  <c:v>-1.1148272017837191</c:v>
                </c:pt>
                <c:pt idx="96">
                  <c:v>-0.66815144766146917</c:v>
                </c:pt>
                <c:pt idx="97">
                  <c:v>-0.55803571428570953</c:v>
                </c:pt>
                <c:pt idx="98">
                  <c:v>-0.44642857142855874</c:v>
                </c:pt>
                <c:pt idx="99">
                  <c:v>-1.1173184357541888</c:v>
                </c:pt>
                <c:pt idx="100">
                  <c:v>-0.78212290502793769</c:v>
                </c:pt>
                <c:pt idx="101">
                  <c:v>-0.44792833146695132</c:v>
                </c:pt>
                <c:pt idx="102">
                  <c:v>-0.22396416573348121</c:v>
                </c:pt>
                <c:pt idx="103">
                  <c:v>-0.33557046979867389</c:v>
                </c:pt>
                <c:pt idx="104">
                  <c:v>0.22421524663678305</c:v>
                </c:pt>
                <c:pt idx="105">
                  <c:v>0.11210762331836932</c:v>
                </c:pt>
                <c:pt idx="106">
                  <c:v>0.56242969628796935</c:v>
                </c:pt>
                <c:pt idx="107">
                  <c:v>0.78917700112739464</c:v>
                </c:pt>
                <c:pt idx="108">
                  <c:v>0.4484304932735439</c:v>
                </c:pt>
                <c:pt idx="109">
                  <c:v>1.0101010101010166</c:v>
                </c:pt>
                <c:pt idx="110">
                  <c:v>1.2331838565022402</c:v>
                </c:pt>
                <c:pt idx="111">
                  <c:v>2.4858757062147019</c:v>
                </c:pt>
                <c:pt idx="112">
                  <c:v>2.4774774774774855</c:v>
                </c:pt>
                <c:pt idx="113">
                  <c:v>2.3622047244094446</c:v>
                </c:pt>
                <c:pt idx="114">
                  <c:v>2.5813692480359363</c:v>
                </c:pt>
                <c:pt idx="115">
                  <c:v>2.9180695847362603</c:v>
                </c:pt>
                <c:pt idx="116">
                  <c:v>3.0201342281878985</c:v>
                </c:pt>
                <c:pt idx="117">
                  <c:v>3.6954087346024567</c:v>
                </c:pt>
                <c:pt idx="118">
                  <c:v>3.8031319910514449</c:v>
                </c:pt>
                <c:pt idx="119">
                  <c:v>4.0268456375838868</c:v>
                </c:pt>
                <c:pt idx="120">
                  <c:v>4.3526785714285809</c:v>
                </c:pt>
                <c:pt idx="121">
                  <c:v>3.2222222222222374</c:v>
                </c:pt>
                <c:pt idx="122">
                  <c:v>3.3222591362126241</c:v>
                </c:pt>
                <c:pt idx="123">
                  <c:v>3.4178610804851184</c:v>
                </c:pt>
                <c:pt idx="124">
                  <c:v>3.1868131868131977</c:v>
                </c:pt>
                <c:pt idx="125">
                  <c:v>3.2967032967033072</c:v>
                </c:pt>
                <c:pt idx="126">
                  <c:v>3.2822757111597323</c:v>
                </c:pt>
                <c:pt idx="127">
                  <c:v>3.1624863685932203</c:v>
                </c:pt>
                <c:pt idx="128">
                  <c:v>3.0401737242128357</c:v>
                </c:pt>
                <c:pt idx="129">
                  <c:v>3.3477321814255001</c:v>
                </c:pt>
                <c:pt idx="130">
                  <c:v>2.9094827586206851</c:v>
                </c:pt>
                <c:pt idx="131">
                  <c:v>2.5806451612903292</c:v>
                </c:pt>
                <c:pt idx="132">
                  <c:v>2.1390374331550888</c:v>
                </c:pt>
                <c:pt idx="133">
                  <c:v>2.7987082884822323</c:v>
                </c:pt>
                <c:pt idx="134">
                  <c:v>2.6795284030010746</c:v>
                </c:pt>
                <c:pt idx="135">
                  <c:v>2.5586353944562878</c:v>
                </c:pt>
                <c:pt idx="136">
                  <c:v>2.7689030883919052</c:v>
                </c:pt>
                <c:pt idx="137">
                  <c:v>2.765957446808498</c:v>
                </c:pt>
                <c:pt idx="138">
                  <c:v>2.754237288135597</c:v>
                </c:pt>
                <c:pt idx="139">
                  <c:v>3.0655391120507414</c:v>
                </c:pt>
                <c:pt idx="140">
                  <c:v>2.5289778714436162</c:v>
                </c:pt>
                <c:pt idx="141">
                  <c:v>2.2988505747126409</c:v>
                </c:pt>
                <c:pt idx="142">
                  <c:v>2.9319371727748678</c:v>
                </c:pt>
                <c:pt idx="143">
                  <c:v>3.6687631027253698</c:v>
                </c:pt>
                <c:pt idx="144">
                  <c:v>3.9790575916230253</c:v>
                </c:pt>
                <c:pt idx="145">
                  <c:v>3.5602094240837712</c:v>
                </c:pt>
                <c:pt idx="146">
                  <c:v>3.5490605427975108</c:v>
                </c:pt>
                <c:pt idx="147">
                  <c:v>3.6382536382536301</c:v>
                </c:pt>
                <c:pt idx="148">
                  <c:v>3.6269430051813378</c:v>
                </c:pt>
                <c:pt idx="149">
                  <c:v>3.4161490683229934</c:v>
                </c:pt>
                <c:pt idx="150">
                  <c:v>3.1958762886597825</c:v>
                </c:pt>
                <c:pt idx="151">
                  <c:v>2.8717948717948749</c:v>
                </c:pt>
                <c:pt idx="152">
                  <c:v>2.877697841726623</c:v>
                </c:pt>
                <c:pt idx="153">
                  <c:v>2.8600612870275821</c:v>
                </c:pt>
                <c:pt idx="154">
                  <c:v>2.746693794506605</c:v>
                </c:pt>
                <c:pt idx="155">
                  <c:v>2.0222446916076775</c:v>
                </c:pt>
                <c:pt idx="156">
                  <c:v>1.5105740181268867</c:v>
                </c:pt>
                <c:pt idx="157">
                  <c:v>1.3144590495449915</c:v>
                </c:pt>
                <c:pt idx="158">
                  <c:v>1.4112903225806273</c:v>
                </c:pt>
                <c:pt idx="159">
                  <c:v>1.3039117352056095</c:v>
                </c:pt>
                <c:pt idx="160">
                  <c:v>1.4999999999999902</c:v>
                </c:pt>
                <c:pt idx="161">
                  <c:v>1.7017017017016967</c:v>
                </c:pt>
                <c:pt idx="162">
                  <c:v>1.8981018981019115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A0-41BB-B7CD-7223DCDD2C33}"/>
            </c:ext>
          </c:extLst>
        </c:ser>
        <c:ser>
          <c:idx val="1"/>
          <c:order val="1"/>
          <c:tx>
            <c:strRef>
              <c:f>'Graph 3'!$C$2</c:f>
              <c:strCache>
                <c:ptCount val="1"/>
                <c:pt idx="0">
                  <c:v>Food, less fresh food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'Graph 3'!$A$3:$A$165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3'!$C$3:$C$165</c:f>
              <c:numCache>
                <c:formatCode>0.0</c:formatCode>
                <c:ptCount val="163"/>
                <c:pt idx="0">
                  <c:v>-0.41724617524341312</c:v>
                </c:pt>
                <c:pt idx="1">
                  <c:v>-0.41724617524341312</c:v>
                </c:pt>
                <c:pt idx="2">
                  <c:v>-0.55555555555556468</c:v>
                </c:pt>
                <c:pt idx="3">
                  <c:v>-0.55632823365786566</c:v>
                </c:pt>
                <c:pt idx="4">
                  <c:v>-0.41724617524341312</c:v>
                </c:pt>
                <c:pt idx="5">
                  <c:v>-0.27816411682893838</c:v>
                </c:pt>
                <c:pt idx="6">
                  <c:v>-0.27816411682893838</c:v>
                </c:pt>
                <c:pt idx="7">
                  <c:v>0</c:v>
                </c:pt>
                <c:pt idx="8">
                  <c:v>0.13927576601673319</c:v>
                </c:pt>
                <c:pt idx="9">
                  <c:v>0.27855153203342198</c:v>
                </c:pt>
                <c:pt idx="10">
                  <c:v>0.27855153203342198</c:v>
                </c:pt>
                <c:pt idx="11">
                  <c:v>0.83916083916082407</c:v>
                </c:pt>
                <c:pt idx="12">
                  <c:v>0.97765363128492488</c:v>
                </c:pt>
                <c:pt idx="13">
                  <c:v>0.97765363128492488</c:v>
                </c:pt>
                <c:pt idx="14">
                  <c:v>1.1173184357541999</c:v>
                </c:pt>
                <c:pt idx="15">
                  <c:v>4.195804195804187</c:v>
                </c:pt>
                <c:pt idx="16">
                  <c:v>4.0502793296089523</c:v>
                </c:pt>
                <c:pt idx="17">
                  <c:v>4.0446304044630343</c:v>
                </c:pt>
                <c:pt idx="18">
                  <c:v>4.3235704323570268</c:v>
                </c:pt>
                <c:pt idx="19">
                  <c:v>4.1841004184100417</c:v>
                </c:pt>
                <c:pt idx="20">
                  <c:v>4.1724617524339314</c:v>
                </c:pt>
                <c:pt idx="21">
                  <c:v>4.0277777777777857</c:v>
                </c:pt>
                <c:pt idx="22">
                  <c:v>4.0277777777777857</c:v>
                </c:pt>
                <c:pt idx="23">
                  <c:v>3.8834951456310884</c:v>
                </c:pt>
                <c:pt idx="24">
                  <c:v>4.0110650069156373</c:v>
                </c:pt>
                <c:pt idx="25">
                  <c:v>4.0110650069156373</c:v>
                </c:pt>
                <c:pt idx="26">
                  <c:v>4.00552486187844</c:v>
                </c:pt>
                <c:pt idx="27">
                  <c:v>1.4765100671140896</c:v>
                </c:pt>
                <c:pt idx="28">
                  <c:v>1.744966442953011</c:v>
                </c:pt>
                <c:pt idx="29">
                  <c:v>1.6085790884718509</c:v>
                </c:pt>
                <c:pt idx="30">
                  <c:v>1.6042780748663166</c:v>
                </c:pt>
                <c:pt idx="31">
                  <c:v>1.7402945113788482</c:v>
                </c:pt>
                <c:pt idx="32">
                  <c:v>1.735647530040052</c:v>
                </c:pt>
                <c:pt idx="33">
                  <c:v>2.1361815754338931</c:v>
                </c:pt>
                <c:pt idx="34">
                  <c:v>2.2696929238985142</c:v>
                </c:pt>
                <c:pt idx="35">
                  <c:v>2.2696929238985142</c:v>
                </c:pt>
                <c:pt idx="36">
                  <c:v>1.8617021276595702</c:v>
                </c:pt>
                <c:pt idx="37">
                  <c:v>1.8617021276595702</c:v>
                </c:pt>
                <c:pt idx="38">
                  <c:v>1.7264276228419639</c:v>
                </c:pt>
                <c:pt idx="39">
                  <c:v>1.4550264550264647</c:v>
                </c:pt>
                <c:pt idx="40">
                  <c:v>1.1873350923482962</c:v>
                </c:pt>
                <c:pt idx="41">
                  <c:v>1.3192612137203241</c:v>
                </c:pt>
                <c:pt idx="42">
                  <c:v>1.0526315789473717</c:v>
                </c:pt>
                <c:pt idx="43">
                  <c:v>1.0526315789473717</c:v>
                </c:pt>
                <c:pt idx="44">
                  <c:v>0.91863517060368771</c:v>
                </c:pt>
                <c:pt idx="45">
                  <c:v>0.52287581699346219</c:v>
                </c:pt>
                <c:pt idx="46">
                  <c:v>0.52219321148825326</c:v>
                </c:pt>
                <c:pt idx="47">
                  <c:v>0.52219321148825326</c:v>
                </c:pt>
                <c:pt idx="48">
                  <c:v>0.52219321148825326</c:v>
                </c:pt>
                <c:pt idx="49">
                  <c:v>0.65274151436032213</c:v>
                </c:pt>
                <c:pt idx="50">
                  <c:v>0.78328981723239099</c:v>
                </c:pt>
                <c:pt idx="51">
                  <c:v>0.78226857887873091</c:v>
                </c:pt>
                <c:pt idx="52">
                  <c:v>0.78226857887873091</c:v>
                </c:pt>
                <c:pt idx="53">
                  <c:v>0.91145833333334814</c:v>
                </c:pt>
                <c:pt idx="54">
                  <c:v>1.0416666666666741</c:v>
                </c:pt>
                <c:pt idx="55">
                  <c:v>0.91145833333334814</c:v>
                </c:pt>
                <c:pt idx="56">
                  <c:v>0.91027308192457301</c:v>
                </c:pt>
                <c:pt idx="57">
                  <c:v>1.040312093628093</c:v>
                </c:pt>
                <c:pt idx="58">
                  <c:v>1.0389610389610393</c:v>
                </c:pt>
                <c:pt idx="59">
                  <c:v>1.1688311688311748</c:v>
                </c:pt>
                <c:pt idx="60">
                  <c:v>1.298701298701288</c:v>
                </c:pt>
                <c:pt idx="61">
                  <c:v>1.1673151750972943</c:v>
                </c:pt>
                <c:pt idx="62">
                  <c:v>1.0362694300518172</c:v>
                </c:pt>
                <c:pt idx="63">
                  <c:v>1.0349288486416475</c:v>
                </c:pt>
                <c:pt idx="64">
                  <c:v>1.0349288486416475</c:v>
                </c:pt>
                <c:pt idx="65">
                  <c:v>0.77419354838708099</c:v>
                </c:pt>
                <c:pt idx="66">
                  <c:v>0.77319587628867925</c:v>
                </c:pt>
                <c:pt idx="67">
                  <c:v>0.90322580645161299</c:v>
                </c:pt>
                <c:pt idx="68">
                  <c:v>1.0309278350515649</c:v>
                </c:pt>
                <c:pt idx="69">
                  <c:v>0.9009009009009139</c:v>
                </c:pt>
                <c:pt idx="70">
                  <c:v>0.89974293059127408</c:v>
                </c:pt>
                <c:pt idx="71">
                  <c:v>0.64184852374840062</c:v>
                </c:pt>
                <c:pt idx="72">
                  <c:v>0.64102564102563875</c:v>
                </c:pt>
                <c:pt idx="73">
                  <c:v>0.64102564102563875</c:v>
                </c:pt>
                <c:pt idx="74">
                  <c:v>0.7692307692307665</c:v>
                </c:pt>
                <c:pt idx="75">
                  <c:v>0.89628681177977843</c:v>
                </c:pt>
                <c:pt idx="76">
                  <c:v>1.024327784891188</c:v>
                </c:pt>
                <c:pt idx="77">
                  <c:v>1.1523687580025754</c:v>
                </c:pt>
                <c:pt idx="78">
                  <c:v>1.1508951406649537</c:v>
                </c:pt>
                <c:pt idx="79">
                  <c:v>1.1508951406649537</c:v>
                </c:pt>
                <c:pt idx="80">
                  <c:v>1.0204081632652962</c:v>
                </c:pt>
                <c:pt idx="81">
                  <c:v>1.7857142857142794</c:v>
                </c:pt>
                <c:pt idx="82">
                  <c:v>1.7834394904458595</c:v>
                </c:pt>
                <c:pt idx="83">
                  <c:v>1.7857142857142794</c:v>
                </c:pt>
                <c:pt idx="84">
                  <c:v>2.0382165605095537</c:v>
                </c:pt>
                <c:pt idx="85">
                  <c:v>1.9108280254777066</c:v>
                </c:pt>
                <c:pt idx="86">
                  <c:v>1.6539440203562572</c:v>
                </c:pt>
                <c:pt idx="87">
                  <c:v>1.3959390862944288</c:v>
                </c:pt>
                <c:pt idx="88">
                  <c:v>1.39416983523446</c:v>
                </c:pt>
                <c:pt idx="89">
                  <c:v>1.2658227848101333</c:v>
                </c:pt>
                <c:pt idx="90">
                  <c:v>1.0113780025284624</c:v>
                </c:pt>
                <c:pt idx="91">
                  <c:v>0.75853350189634128</c:v>
                </c:pt>
                <c:pt idx="92">
                  <c:v>0.7575757575757569</c:v>
                </c:pt>
                <c:pt idx="93">
                  <c:v>0.12531328320803947</c:v>
                </c:pt>
                <c:pt idx="94">
                  <c:v>-0.12515644555696204</c:v>
                </c:pt>
                <c:pt idx="95">
                  <c:v>-0.12531328320801727</c:v>
                </c:pt>
                <c:pt idx="96">
                  <c:v>-0.24968789013731785</c:v>
                </c:pt>
                <c:pt idx="97">
                  <c:v>-0.25000000000000577</c:v>
                </c:pt>
                <c:pt idx="98">
                  <c:v>-0.12515644555696204</c:v>
                </c:pt>
                <c:pt idx="99">
                  <c:v>-0.12515644555696204</c:v>
                </c:pt>
                <c:pt idx="100">
                  <c:v>-0.12499999999999734</c:v>
                </c:pt>
                <c:pt idx="101">
                  <c:v>-0.12499999999999734</c:v>
                </c:pt>
                <c:pt idx="102">
                  <c:v>0.12515644555692873</c:v>
                </c:pt>
                <c:pt idx="103">
                  <c:v>0.37641154328731385</c:v>
                </c:pt>
                <c:pt idx="104">
                  <c:v>0.50125313283209127</c:v>
                </c:pt>
                <c:pt idx="105">
                  <c:v>0.7509386733416612</c:v>
                </c:pt>
                <c:pt idx="106">
                  <c:v>1.1278195488721776</c:v>
                </c:pt>
                <c:pt idx="107">
                  <c:v>1.1292346298619638</c:v>
                </c:pt>
                <c:pt idx="108">
                  <c:v>1.2515644555694649</c:v>
                </c:pt>
                <c:pt idx="109">
                  <c:v>1.6290726817042467</c:v>
                </c:pt>
                <c:pt idx="110">
                  <c:v>2.0050125313283207</c:v>
                </c:pt>
                <c:pt idx="111">
                  <c:v>2.506265664160412</c:v>
                </c:pt>
                <c:pt idx="112">
                  <c:v>2.6282853566958586</c:v>
                </c:pt>
                <c:pt idx="113">
                  <c:v>3.2540675844805911</c:v>
                </c:pt>
                <c:pt idx="114">
                  <c:v>3.6250000000000115</c:v>
                </c:pt>
                <c:pt idx="115">
                  <c:v>4.1250000000000009</c:v>
                </c:pt>
                <c:pt idx="116">
                  <c:v>4.6134663341645954</c:v>
                </c:pt>
                <c:pt idx="117">
                  <c:v>5.8385093167701907</c:v>
                </c:pt>
                <c:pt idx="118">
                  <c:v>6.8153655514250344</c:v>
                </c:pt>
                <c:pt idx="119">
                  <c:v>7.4441687344913188</c:v>
                </c:pt>
                <c:pt idx="120">
                  <c:v>7.2929542645240986</c:v>
                </c:pt>
                <c:pt idx="121">
                  <c:v>7.7681874229346581</c:v>
                </c:pt>
                <c:pt idx="122">
                  <c:v>8.2309582309582083</c:v>
                </c:pt>
                <c:pt idx="123">
                  <c:v>9.0464547677261642</c:v>
                </c:pt>
                <c:pt idx="124">
                  <c:v>9.1463414634146432</c:v>
                </c:pt>
                <c:pt idx="125">
                  <c:v>9.0909090909090828</c:v>
                </c:pt>
                <c:pt idx="126">
                  <c:v>9.2882991556091596</c:v>
                </c:pt>
                <c:pt idx="127">
                  <c:v>9.1236494597839233</c:v>
                </c:pt>
                <c:pt idx="128">
                  <c:v>8.8200238379022586</c:v>
                </c:pt>
                <c:pt idx="129">
                  <c:v>7.6291079812206508</c:v>
                </c:pt>
                <c:pt idx="130">
                  <c:v>6.728538283062635</c:v>
                </c:pt>
                <c:pt idx="131">
                  <c:v>6.120092378752906</c:v>
                </c:pt>
                <c:pt idx="132">
                  <c:v>5.8755760368663701</c:v>
                </c:pt>
                <c:pt idx="133">
                  <c:v>5.2631578947368363</c:v>
                </c:pt>
                <c:pt idx="134">
                  <c:v>4.6538024971623182</c:v>
                </c:pt>
                <c:pt idx="135">
                  <c:v>3.4753363228699596</c:v>
                </c:pt>
                <c:pt idx="136">
                  <c:v>3.240223463687153</c:v>
                </c:pt>
                <c:pt idx="137">
                  <c:v>2.8888888888888742</c:v>
                </c:pt>
                <c:pt idx="138">
                  <c:v>2.5386313465783683</c:v>
                </c:pt>
                <c:pt idx="139">
                  <c:v>2.8602860286028431</c:v>
                </c:pt>
                <c:pt idx="140">
                  <c:v>3.0668127053669281</c:v>
                </c:pt>
                <c:pt idx="141">
                  <c:v>3.8167938931297662</c:v>
                </c:pt>
                <c:pt idx="142">
                  <c:v>4.1304347826086829</c:v>
                </c:pt>
                <c:pt idx="143">
                  <c:v>4.4613710554950892</c:v>
                </c:pt>
                <c:pt idx="144">
                  <c:v>5.5495103373231602</c:v>
                </c:pt>
                <c:pt idx="145">
                  <c:v>5.9782608695652106</c:v>
                </c:pt>
                <c:pt idx="146">
                  <c:v>6.5075921908893664</c:v>
                </c:pt>
                <c:pt idx="147">
                  <c:v>7.1505958829902516</c:v>
                </c:pt>
                <c:pt idx="148">
                  <c:v>7.7922077922077726</c:v>
                </c:pt>
                <c:pt idx="149">
                  <c:v>8.0993520518358508</c:v>
                </c:pt>
                <c:pt idx="150">
                  <c:v>8.1808396124865457</c:v>
                </c:pt>
                <c:pt idx="151">
                  <c:v>7.8074866310160473</c:v>
                </c:pt>
                <c:pt idx="152">
                  <c:v>7.332624867162596</c:v>
                </c:pt>
                <c:pt idx="153">
                  <c:v>6.9327731092436951</c:v>
                </c:pt>
                <c:pt idx="154">
                  <c:v>6.7849686847599067</c:v>
                </c:pt>
                <c:pt idx="155">
                  <c:v>6.4583333333333437</c:v>
                </c:pt>
                <c:pt idx="156">
                  <c:v>5.5670103092783529</c:v>
                </c:pt>
                <c:pt idx="157">
                  <c:v>5.1282051282051322</c:v>
                </c:pt>
                <c:pt idx="158">
                  <c:v>4.6843177189409335</c:v>
                </c:pt>
                <c:pt idx="159">
                  <c:v>3.8422649140545939</c:v>
                </c:pt>
                <c:pt idx="160">
                  <c:v>3.3132530120482118</c:v>
                </c:pt>
                <c:pt idx="161">
                  <c:v>3.0969030969031142</c:v>
                </c:pt>
                <c:pt idx="162">
                  <c:v>3.0845771144278444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A0-41BB-B7CD-7223DCDD2C33}"/>
            </c:ext>
          </c:extLst>
        </c:ser>
        <c:ser>
          <c:idx val="2"/>
          <c:order val="2"/>
          <c:tx>
            <c:strRef>
              <c:f>'Graph 3'!$D$2</c:f>
              <c:strCache>
                <c:ptCount val="1"/>
                <c:pt idx="0">
                  <c:v>Goods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'Graph 3'!$A$3:$A$165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3'!$D$3:$D$165</c:f>
              <c:numCache>
                <c:formatCode>0.0</c:formatCode>
                <c:ptCount val="163"/>
                <c:pt idx="0">
                  <c:v>-0.3937007874015741</c:v>
                </c:pt>
                <c:pt idx="1">
                  <c:v>-1.3054830287206221</c:v>
                </c:pt>
                <c:pt idx="2">
                  <c:v>-1.6839378238341918</c:v>
                </c:pt>
                <c:pt idx="3">
                  <c:v>-1.4267185473411104</c:v>
                </c:pt>
                <c:pt idx="4">
                  <c:v>-0.65189048239895353</c:v>
                </c:pt>
                <c:pt idx="5">
                  <c:v>0.26315789473685403</c:v>
                </c:pt>
                <c:pt idx="6">
                  <c:v>1.458885941644561</c:v>
                </c:pt>
                <c:pt idx="7">
                  <c:v>1.8617021276595702</c:v>
                </c:pt>
                <c:pt idx="8">
                  <c:v>2.1080368906455815</c:v>
                </c:pt>
                <c:pt idx="9">
                  <c:v>1.9762845849802479</c:v>
                </c:pt>
                <c:pt idx="10">
                  <c:v>2.5132275132275117</c:v>
                </c:pt>
                <c:pt idx="11">
                  <c:v>2.6455026455026509</c:v>
                </c:pt>
                <c:pt idx="12">
                  <c:v>2.2397891963109151</c:v>
                </c:pt>
                <c:pt idx="13">
                  <c:v>2.6455026455026509</c:v>
                </c:pt>
                <c:pt idx="14">
                  <c:v>2.5032938076416267</c:v>
                </c:pt>
                <c:pt idx="15">
                  <c:v>5.2631578947368363</c:v>
                </c:pt>
                <c:pt idx="16">
                  <c:v>5.7742782152230943</c:v>
                </c:pt>
                <c:pt idx="17">
                  <c:v>5.643044619422577</c:v>
                </c:pt>
                <c:pt idx="18">
                  <c:v>4.9673202614379131</c:v>
                </c:pt>
                <c:pt idx="19">
                  <c:v>4.830287206266326</c:v>
                </c:pt>
                <c:pt idx="20">
                  <c:v>4.6451612903225747</c:v>
                </c:pt>
                <c:pt idx="21">
                  <c:v>4.0051679586563305</c:v>
                </c:pt>
                <c:pt idx="22">
                  <c:v>3.2258064516129004</c:v>
                </c:pt>
                <c:pt idx="23">
                  <c:v>3.0927835051546504</c:v>
                </c:pt>
                <c:pt idx="24">
                  <c:v>3.0927835051546504</c:v>
                </c:pt>
                <c:pt idx="25">
                  <c:v>2.5773195876288568</c:v>
                </c:pt>
                <c:pt idx="26">
                  <c:v>2.8277634961439535</c:v>
                </c:pt>
                <c:pt idx="27">
                  <c:v>0.87500000000000355</c:v>
                </c:pt>
                <c:pt idx="28">
                  <c:v>0.62034739454093213</c:v>
                </c:pt>
                <c:pt idx="29">
                  <c:v>0.24844720496894901</c:v>
                </c:pt>
                <c:pt idx="30">
                  <c:v>0</c:v>
                </c:pt>
                <c:pt idx="31">
                  <c:v>-0.12453300124531941</c:v>
                </c:pt>
                <c:pt idx="32">
                  <c:v>-0.49321824907520018</c:v>
                </c:pt>
                <c:pt idx="33">
                  <c:v>0</c:v>
                </c:pt>
                <c:pt idx="34">
                  <c:v>0</c:v>
                </c:pt>
                <c:pt idx="35">
                  <c:v>-0.12499999999999734</c:v>
                </c:pt>
                <c:pt idx="36">
                  <c:v>-0.50000000000001155</c:v>
                </c:pt>
                <c:pt idx="37">
                  <c:v>0</c:v>
                </c:pt>
                <c:pt idx="38">
                  <c:v>-0.37499999999999201</c:v>
                </c:pt>
                <c:pt idx="39">
                  <c:v>-0.99132589838909491</c:v>
                </c:pt>
                <c:pt idx="40">
                  <c:v>-1.3563501849568338</c:v>
                </c:pt>
                <c:pt idx="41">
                  <c:v>-1.1152416356877359</c:v>
                </c:pt>
                <c:pt idx="42">
                  <c:v>-1.1207970112079635</c:v>
                </c:pt>
                <c:pt idx="43">
                  <c:v>-1.2468827930174564</c:v>
                </c:pt>
                <c:pt idx="44">
                  <c:v>-1.2391573729863659</c:v>
                </c:pt>
                <c:pt idx="45">
                  <c:v>0</c:v>
                </c:pt>
                <c:pt idx="46">
                  <c:v>0.74999999999998401</c:v>
                </c:pt>
                <c:pt idx="47">
                  <c:v>0.50062578222778154</c:v>
                </c:pt>
                <c:pt idx="48">
                  <c:v>0.75376884422111434</c:v>
                </c:pt>
                <c:pt idx="49">
                  <c:v>0.50251256281408363</c:v>
                </c:pt>
                <c:pt idx="50">
                  <c:v>0.37641154328731385</c:v>
                </c:pt>
                <c:pt idx="51">
                  <c:v>0.7509386733416612</c:v>
                </c:pt>
                <c:pt idx="52">
                  <c:v>0.87500000000000355</c:v>
                </c:pt>
                <c:pt idx="53">
                  <c:v>1.0025062656641603</c:v>
                </c:pt>
                <c:pt idx="54">
                  <c:v>1.0075566750629594</c:v>
                </c:pt>
                <c:pt idx="55">
                  <c:v>1.388888888888884</c:v>
                </c:pt>
                <c:pt idx="56">
                  <c:v>1.505646173149322</c:v>
                </c:pt>
                <c:pt idx="57">
                  <c:v>0.37267080745342351</c:v>
                </c:pt>
                <c:pt idx="58">
                  <c:v>1.1166253101737134</c:v>
                </c:pt>
                <c:pt idx="59">
                  <c:v>1.9925280199252882</c:v>
                </c:pt>
                <c:pt idx="60">
                  <c:v>2.6184538653366562</c:v>
                </c:pt>
                <c:pt idx="61">
                  <c:v>2.750000000000008</c:v>
                </c:pt>
                <c:pt idx="62">
                  <c:v>2.0000000000000018</c:v>
                </c:pt>
                <c:pt idx="63">
                  <c:v>0.99378881987577383</c:v>
                </c:pt>
                <c:pt idx="64">
                  <c:v>0.9913258983890838</c:v>
                </c:pt>
                <c:pt idx="65">
                  <c:v>1.1166253101737134</c:v>
                </c:pt>
                <c:pt idx="66">
                  <c:v>1.6209476309226867</c:v>
                </c:pt>
                <c:pt idx="67">
                  <c:v>1.9925280199252882</c:v>
                </c:pt>
                <c:pt idx="68">
                  <c:v>2.1013597033374465</c:v>
                </c:pt>
                <c:pt idx="69">
                  <c:v>2.7227722772277252</c:v>
                </c:pt>
                <c:pt idx="70">
                  <c:v>1.3496932515337345</c:v>
                </c:pt>
                <c:pt idx="71">
                  <c:v>0.24420024420022113</c:v>
                </c:pt>
                <c:pt idx="72">
                  <c:v>-0.12150668286755595</c:v>
                </c:pt>
                <c:pt idx="73">
                  <c:v>-0.12165450121655041</c:v>
                </c:pt>
                <c:pt idx="74">
                  <c:v>0.73529411764707842</c:v>
                </c:pt>
                <c:pt idx="75">
                  <c:v>1.2300123001230068</c:v>
                </c:pt>
                <c:pt idx="76">
                  <c:v>1.1042944785276232</c:v>
                </c:pt>
                <c:pt idx="77">
                  <c:v>0.98159509202453421</c:v>
                </c:pt>
                <c:pt idx="78">
                  <c:v>0.85889570552146743</c:v>
                </c:pt>
                <c:pt idx="79">
                  <c:v>0.366300366300365</c:v>
                </c:pt>
                <c:pt idx="80">
                  <c:v>0.1210653753026758</c:v>
                </c:pt>
                <c:pt idx="81">
                  <c:v>0.36144578313253017</c:v>
                </c:pt>
                <c:pt idx="82">
                  <c:v>0.96852300242131761</c:v>
                </c:pt>
                <c:pt idx="83">
                  <c:v>1.4616321559074441</c:v>
                </c:pt>
                <c:pt idx="84">
                  <c:v>1.5815085158150888</c:v>
                </c:pt>
                <c:pt idx="85">
                  <c:v>1.2180267965895331</c:v>
                </c:pt>
                <c:pt idx="86">
                  <c:v>0.97323600973235891</c:v>
                </c:pt>
                <c:pt idx="87">
                  <c:v>0.97205346294044759</c:v>
                </c:pt>
                <c:pt idx="88">
                  <c:v>0.60679611650484855</c:v>
                </c:pt>
                <c:pt idx="89">
                  <c:v>0.60753341433779084</c:v>
                </c:pt>
                <c:pt idx="90">
                  <c:v>0.85158150851580849</c:v>
                </c:pt>
                <c:pt idx="91">
                  <c:v>1.2165450121654597</c:v>
                </c:pt>
                <c:pt idx="92">
                  <c:v>0.48367593712210777</c:v>
                </c:pt>
                <c:pt idx="93">
                  <c:v>-0.24009603841537164</c:v>
                </c:pt>
                <c:pt idx="94">
                  <c:v>-1.0791366906474864</c:v>
                </c:pt>
                <c:pt idx="95">
                  <c:v>-1.4405762304921965</c:v>
                </c:pt>
                <c:pt idx="96">
                  <c:v>-1.3173652694610682</c:v>
                </c:pt>
                <c:pt idx="97">
                  <c:v>-0.96269554753308784</c:v>
                </c:pt>
                <c:pt idx="98">
                  <c:v>-0.60240963855421326</c:v>
                </c:pt>
                <c:pt idx="99">
                  <c:v>-0.48134777376653837</c:v>
                </c:pt>
                <c:pt idx="100">
                  <c:v>0.24125452352230514</c:v>
                </c:pt>
                <c:pt idx="101">
                  <c:v>0.72463768115942351</c:v>
                </c:pt>
                <c:pt idx="102">
                  <c:v>0.72376357056693763</c:v>
                </c:pt>
                <c:pt idx="103">
                  <c:v>0.48076923076922906</c:v>
                </c:pt>
                <c:pt idx="104">
                  <c:v>1.6847172081829287</c:v>
                </c:pt>
                <c:pt idx="105">
                  <c:v>1.9253910950661979</c:v>
                </c:pt>
                <c:pt idx="106">
                  <c:v>3.0303030303030276</c:v>
                </c:pt>
                <c:pt idx="107">
                  <c:v>3.2886723507917104</c:v>
                </c:pt>
                <c:pt idx="108">
                  <c:v>3.6407766990291357</c:v>
                </c:pt>
                <c:pt idx="109">
                  <c:v>4.4957472660996478</c:v>
                </c:pt>
                <c:pt idx="110">
                  <c:v>4.9696969696969573</c:v>
                </c:pt>
                <c:pt idx="111">
                  <c:v>5.3204353083434075</c:v>
                </c:pt>
                <c:pt idx="112">
                  <c:v>5.1744885679903874</c:v>
                </c:pt>
                <c:pt idx="113">
                  <c:v>4.9160671462829653</c:v>
                </c:pt>
                <c:pt idx="114">
                  <c:v>5.5089820359281338</c:v>
                </c:pt>
                <c:pt idx="115">
                  <c:v>5.741626794258381</c:v>
                </c:pt>
                <c:pt idx="116">
                  <c:v>5.6804733727810586</c:v>
                </c:pt>
                <c:pt idx="117">
                  <c:v>6.4935064935064846</c:v>
                </c:pt>
                <c:pt idx="118">
                  <c:v>6.7058823529411837</c:v>
                </c:pt>
                <c:pt idx="119">
                  <c:v>7.1933962264151052</c:v>
                </c:pt>
                <c:pt idx="120">
                  <c:v>7.2599531615924917</c:v>
                </c:pt>
                <c:pt idx="121">
                  <c:v>5.1162790697674376</c:v>
                </c:pt>
                <c:pt idx="122">
                  <c:v>4.8498845265589008</c:v>
                </c:pt>
                <c:pt idx="123">
                  <c:v>5.0516647531573033</c:v>
                </c:pt>
                <c:pt idx="124">
                  <c:v>4.6910755148741323</c:v>
                </c:pt>
                <c:pt idx="125">
                  <c:v>4.9142857142857155</c:v>
                </c:pt>
                <c:pt idx="126">
                  <c:v>4.4267877412031753</c:v>
                </c:pt>
                <c:pt idx="127">
                  <c:v>4.1855203619909354</c:v>
                </c:pt>
                <c:pt idx="128">
                  <c:v>3.919372900335949</c:v>
                </c:pt>
                <c:pt idx="129">
                  <c:v>4.3237250554323703</c:v>
                </c:pt>
                <c:pt idx="130">
                  <c:v>3.3076074972436587</c:v>
                </c:pt>
                <c:pt idx="131">
                  <c:v>2.8602860286028431</c:v>
                </c:pt>
                <c:pt idx="132">
                  <c:v>2.1834061135371119</c:v>
                </c:pt>
                <c:pt idx="133">
                  <c:v>3.3185840707964598</c:v>
                </c:pt>
                <c:pt idx="134">
                  <c:v>3.1938325991189398</c:v>
                </c:pt>
                <c:pt idx="135">
                  <c:v>3.1693989071038375</c:v>
                </c:pt>
                <c:pt idx="136">
                  <c:v>3.8251366120218622</c:v>
                </c:pt>
                <c:pt idx="137">
                  <c:v>3.8126361655773433</c:v>
                </c:pt>
                <c:pt idx="138">
                  <c:v>4.021739130434776</c:v>
                </c:pt>
                <c:pt idx="139">
                  <c:v>4.4516829533116198</c:v>
                </c:pt>
                <c:pt idx="140">
                  <c:v>3.5560344827586077</c:v>
                </c:pt>
                <c:pt idx="141">
                  <c:v>2.8692879914984148</c:v>
                </c:pt>
                <c:pt idx="142">
                  <c:v>4.162219850586979</c:v>
                </c:pt>
                <c:pt idx="143">
                  <c:v>5.3475935828876997</c:v>
                </c:pt>
                <c:pt idx="144">
                  <c:v>6.3034188034188032</c:v>
                </c:pt>
                <c:pt idx="145">
                  <c:v>5.674518201284795</c:v>
                </c:pt>
                <c:pt idx="146">
                  <c:v>5.5496264674493201</c:v>
                </c:pt>
                <c:pt idx="147">
                  <c:v>5.6144067796610075</c:v>
                </c:pt>
                <c:pt idx="148">
                  <c:v>5.5789473684210389</c:v>
                </c:pt>
                <c:pt idx="149">
                  <c:v>4.9317943336831149</c:v>
                </c:pt>
                <c:pt idx="150">
                  <c:v>4.5977011494252817</c:v>
                </c:pt>
                <c:pt idx="151">
                  <c:v>3.9501039501039559</c:v>
                </c:pt>
                <c:pt idx="152">
                  <c:v>4.058272632674309</c:v>
                </c:pt>
                <c:pt idx="153">
                  <c:v>4.0289256198347223</c:v>
                </c:pt>
                <c:pt idx="154">
                  <c:v>3.7909836065573854</c:v>
                </c:pt>
                <c:pt idx="155">
                  <c:v>2.5380710659898442</c:v>
                </c:pt>
                <c:pt idx="156">
                  <c:v>1.5075376884422065</c:v>
                </c:pt>
                <c:pt idx="157">
                  <c:v>1.0131712259371817</c:v>
                </c:pt>
                <c:pt idx="158">
                  <c:v>1.415571284125372</c:v>
                </c:pt>
                <c:pt idx="159">
                  <c:v>1.6048144433299827</c:v>
                </c:pt>
                <c:pt idx="160">
                  <c:v>1.6949152542372836</c:v>
                </c:pt>
                <c:pt idx="161">
                  <c:v>2.0999999999999908</c:v>
                </c:pt>
                <c:pt idx="162">
                  <c:v>2.6973026973027059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A0-41BB-B7CD-7223DCDD2C33}"/>
            </c:ext>
          </c:extLst>
        </c:ser>
        <c:ser>
          <c:idx val="3"/>
          <c:order val="3"/>
          <c:tx>
            <c:strRef>
              <c:f>'Graph 3'!$E$2</c:f>
              <c:strCache>
                <c:ptCount val="1"/>
                <c:pt idx="0">
                  <c:v>Services</c:v>
                </c:pt>
              </c:strCache>
            </c:strRef>
          </c:tx>
          <c:spPr>
            <a:ln w="28575" cap="rnd">
              <a:solidFill>
                <a:schemeClr val="bg2">
                  <a:lumMod val="2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'Graph 3'!$A$3:$A$165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3'!$E$3:$E$165</c:f>
              <c:numCache>
                <c:formatCode>0.0</c:formatCode>
                <c:ptCount val="163"/>
                <c:pt idx="0">
                  <c:v>-0.21231422505307851</c:v>
                </c:pt>
                <c:pt idx="1">
                  <c:v>0</c:v>
                </c:pt>
                <c:pt idx="2">
                  <c:v>-0.21231422505307851</c:v>
                </c:pt>
                <c:pt idx="3">
                  <c:v>0</c:v>
                </c:pt>
                <c:pt idx="4">
                  <c:v>0</c:v>
                </c:pt>
                <c:pt idx="5">
                  <c:v>0.10604453870626251</c:v>
                </c:pt>
                <c:pt idx="6">
                  <c:v>0.10593220338981357</c:v>
                </c:pt>
                <c:pt idx="7">
                  <c:v>0.10537407797681642</c:v>
                </c:pt>
                <c:pt idx="8">
                  <c:v>0.10593220338981357</c:v>
                </c:pt>
                <c:pt idx="9">
                  <c:v>0.4237288135593209</c:v>
                </c:pt>
                <c:pt idx="10">
                  <c:v>0.53078556263270738</c:v>
                </c:pt>
                <c:pt idx="11">
                  <c:v>0.53078556263270738</c:v>
                </c:pt>
                <c:pt idx="12">
                  <c:v>0.53191489361701372</c:v>
                </c:pt>
                <c:pt idx="13">
                  <c:v>0.53191489361701372</c:v>
                </c:pt>
                <c:pt idx="14">
                  <c:v>0.74468085106382809</c:v>
                </c:pt>
                <c:pt idx="15">
                  <c:v>1.6949152542372836</c:v>
                </c:pt>
                <c:pt idx="16">
                  <c:v>1.8008474576270972</c:v>
                </c:pt>
                <c:pt idx="17">
                  <c:v>1.6949152542372836</c:v>
                </c:pt>
                <c:pt idx="18">
                  <c:v>1.904761904761898</c:v>
                </c:pt>
                <c:pt idx="19">
                  <c:v>1.7894736842105186</c:v>
                </c:pt>
                <c:pt idx="20">
                  <c:v>1.7989417989418</c:v>
                </c:pt>
                <c:pt idx="21">
                  <c:v>1.7932489451476741</c:v>
                </c:pt>
                <c:pt idx="22">
                  <c:v>1.689545934530079</c:v>
                </c:pt>
                <c:pt idx="23">
                  <c:v>1.7951425554382228</c:v>
                </c:pt>
                <c:pt idx="24">
                  <c:v>1.7989417989418</c:v>
                </c:pt>
                <c:pt idx="25">
                  <c:v>1.7989417989418</c:v>
                </c:pt>
                <c:pt idx="26">
                  <c:v>1.7951425554382228</c:v>
                </c:pt>
                <c:pt idx="27">
                  <c:v>0.62499999999998668</c:v>
                </c:pt>
                <c:pt idx="28">
                  <c:v>0.41623309053069324</c:v>
                </c:pt>
                <c:pt idx="29">
                  <c:v>0.52083333333332593</c:v>
                </c:pt>
                <c:pt idx="30">
                  <c:v>0.41536863966771254</c:v>
                </c:pt>
                <c:pt idx="31">
                  <c:v>0.41365046535677408</c:v>
                </c:pt>
                <c:pt idx="32">
                  <c:v>0.51975051975052811</c:v>
                </c:pt>
                <c:pt idx="33">
                  <c:v>0.31088082901553626</c:v>
                </c:pt>
                <c:pt idx="34">
                  <c:v>0.51921079958463512</c:v>
                </c:pt>
                <c:pt idx="35">
                  <c:v>0.41493775933609811</c:v>
                </c:pt>
                <c:pt idx="36">
                  <c:v>0.31185031185030354</c:v>
                </c:pt>
                <c:pt idx="37">
                  <c:v>0.41580041580040472</c:v>
                </c:pt>
                <c:pt idx="38">
                  <c:v>0.31120331950207358</c:v>
                </c:pt>
                <c:pt idx="39">
                  <c:v>0.31055900621119736</c:v>
                </c:pt>
                <c:pt idx="40">
                  <c:v>0.41450777202072242</c:v>
                </c:pt>
                <c:pt idx="41">
                  <c:v>0.41450777202072242</c:v>
                </c:pt>
                <c:pt idx="42">
                  <c:v>0.31023784901758056</c:v>
                </c:pt>
                <c:pt idx="43">
                  <c:v>0.2059732234809486</c:v>
                </c:pt>
                <c:pt idx="44">
                  <c:v>0.20682523267838704</c:v>
                </c:pt>
                <c:pt idx="45">
                  <c:v>0.30991735537189147</c:v>
                </c:pt>
                <c:pt idx="46">
                  <c:v>0.10330578512398603</c:v>
                </c:pt>
                <c:pt idx="47">
                  <c:v>0.10330578512398603</c:v>
                </c:pt>
                <c:pt idx="48">
                  <c:v>0.20725388601037231</c:v>
                </c:pt>
                <c:pt idx="49">
                  <c:v>0</c:v>
                </c:pt>
                <c:pt idx="50">
                  <c:v>0.10341261633919352</c:v>
                </c:pt>
                <c:pt idx="51">
                  <c:v>0</c:v>
                </c:pt>
                <c:pt idx="52">
                  <c:v>0</c:v>
                </c:pt>
                <c:pt idx="53">
                  <c:v>-0.10319917440660964</c:v>
                </c:pt>
                <c:pt idx="54">
                  <c:v>-0.10309278350515427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0.10319917440659854</c:v>
                </c:pt>
                <c:pt idx="59">
                  <c:v>0.10319917440659854</c:v>
                </c:pt>
                <c:pt idx="60">
                  <c:v>0.10341261633919352</c:v>
                </c:pt>
                <c:pt idx="61">
                  <c:v>0.31055900621119736</c:v>
                </c:pt>
                <c:pt idx="62">
                  <c:v>0.20661157024792765</c:v>
                </c:pt>
                <c:pt idx="63">
                  <c:v>0.20639834881319707</c:v>
                </c:pt>
                <c:pt idx="64">
                  <c:v>0.30959752321981782</c:v>
                </c:pt>
                <c:pt idx="65">
                  <c:v>0.20661157024792765</c:v>
                </c:pt>
                <c:pt idx="66">
                  <c:v>0.20639834881319707</c:v>
                </c:pt>
                <c:pt idx="67">
                  <c:v>0.41109969167523186</c:v>
                </c:pt>
                <c:pt idx="68">
                  <c:v>0.30959752321981782</c:v>
                </c:pt>
                <c:pt idx="69">
                  <c:v>0.2059732234809486</c:v>
                </c:pt>
                <c:pt idx="70">
                  <c:v>0.30927835051546282</c:v>
                </c:pt>
                <c:pt idx="71">
                  <c:v>0.30927835051546282</c:v>
                </c:pt>
                <c:pt idx="72">
                  <c:v>0.41322314049587749</c:v>
                </c:pt>
                <c:pt idx="73">
                  <c:v>0.41279669762641635</c:v>
                </c:pt>
                <c:pt idx="74">
                  <c:v>0.30927835051546282</c:v>
                </c:pt>
                <c:pt idx="75">
                  <c:v>0.51493305870236039</c:v>
                </c:pt>
                <c:pt idx="76">
                  <c:v>0.30864197530864335</c:v>
                </c:pt>
                <c:pt idx="77">
                  <c:v>0.41237113402061709</c:v>
                </c:pt>
                <c:pt idx="78">
                  <c:v>0.308959835221434</c:v>
                </c:pt>
                <c:pt idx="79">
                  <c:v>0.20470829068577334</c:v>
                </c:pt>
                <c:pt idx="80">
                  <c:v>0.2057613168724215</c:v>
                </c:pt>
                <c:pt idx="81">
                  <c:v>0</c:v>
                </c:pt>
                <c:pt idx="82">
                  <c:v>0.10277492291881352</c:v>
                </c:pt>
                <c:pt idx="83">
                  <c:v>0.20554984583762703</c:v>
                </c:pt>
                <c:pt idx="84">
                  <c:v>0.10288065843619965</c:v>
                </c:pt>
                <c:pt idx="85">
                  <c:v>0</c:v>
                </c:pt>
                <c:pt idx="86">
                  <c:v>0.10277492291881352</c:v>
                </c:pt>
                <c:pt idx="87">
                  <c:v>-0.51229508196721785</c:v>
                </c:pt>
                <c:pt idx="88">
                  <c:v>-0.30769230769230882</c:v>
                </c:pt>
                <c:pt idx="89">
                  <c:v>-0.41067761806982128</c:v>
                </c:pt>
                <c:pt idx="90">
                  <c:v>-0.41067761806982128</c:v>
                </c:pt>
                <c:pt idx="91">
                  <c:v>-1.0214504596527063</c:v>
                </c:pt>
                <c:pt idx="92">
                  <c:v>-0.82135523613964256</c:v>
                </c:pt>
                <c:pt idx="93">
                  <c:v>-0.82219938335046372</c:v>
                </c:pt>
                <c:pt idx="94">
                  <c:v>-0.92402464065709511</c:v>
                </c:pt>
                <c:pt idx="95">
                  <c:v>-0.92307692307692646</c:v>
                </c:pt>
                <c:pt idx="96">
                  <c:v>0</c:v>
                </c:pt>
                <c:pt idx="97">
                  <c:v>0</c:v>
                </c:pt>
                <c:pt idx="98">
                  <c:v>-0.10266940451746365</c:v>
                </c:pt>
                <c:pt idx="99">
                  <c:v>-1.8537590113285263</c:v>
                </c:pt>
                <c:pt idx="100">
                  <c:v>-1.7489711934156382</c:v>
                </c:pt>
                <c:pt idx="101">
                  <c:v>-1.6494845360824684</c:v>
                </c:pt>
                <c:pt idx="102">
                  <c:v>-1.4432989690721709</c:v>
                </c:pt>
                <c:pt idx="103">
                  <c:v>-1.3415892672858698</c:v>
                </c:pt>
                <c:pt idx="104">
                  <c:v>-1.4492753623188359</c:v>
                </c:pt>
                <c:pt idx="105">
                  <c:v>-1.7616580310880869</c:v>
                </c:pt>
                <c:pt idx="106">
                  <c:v>-1.865284974093262</c:v>
                </c:pt>
                <c:pt idx="107">
                  <c:v>-1.8633540372670732</c:v>
                </c:pt>
                <c:pt idx="108">
                  <c:v>-2.7749229188078095</c:v>
                </c:pt>
                <c:pt idx="109">
                  <c:v>-2.672147995888996</c:v>
                </c:pt>
                <c:pt idx="110">
                  <c:v>-2.5693730729701936</c:v>
                </c:pt>
                <c:pt idx="111">
                  <c:v>-0.31479538300104304</c:v>
                </c:pt>
                <c:pt idx="112">
                  <c:v>-0.3141361256544517</c:v>
                </c:pt>
                <c:pt idx="113">
                  <c:v>-0.31446540880504248</c:v>
                </c:pt>
                <c:pt idx="114">
                  <c:v>-0.20920502092048876</c:v>
                </c:pt>
                <c:pt idx="115">
                  <c:v>0.10460251046024993</c:v>
                </c:pt>
                <c:pt idx="116">
                  <c:v>0.21008403361344463</c:v>
                </c:pt>
                <c:pt idx="117">
                  <c:v>0.73839662447257037</c:v>
                </c:pt>
                <c:pt idx="118">
                  <c:v>0.73917634635691787</c:v>
                </c:pt>
                <c:pt idx="119">
                  <c:v>0.84388185654007408</c:v>
                </c:pt>
                <c:pt idx="120">
                  <c:v>1.1627906976744207</c:v>
                </c:pt>
                <c:pt idx="121">
                  <c:v>1.2671594508975703</c:v>
                </c:pt>
                <c:pt idx="122">
                  <c:v>1.476793248945163</c:v>
                </c:pt>
                <c:pt idx="123">
                  <c:v>1.6842105263157769</c:v>
                </c:pt>
                <c:pt idx="124">
                  <c:v>1.6806722689075571</c:v>
                </c:pt>
                <c:pt idx="125">
                  <c:v>1.577287066246047</c:v>
                </c:pt>
                <c:pt idx="126">
                  <c:v>1.991614255765195</c:v>
                </c:pt>
                <c:pt idx="127">
                  <c:v>2.0898641588296796</c:v>
                </c:pt>
                <c:pt idx="128">
                  <c:v>1.991614255765195</c:v>
                </c:pt>
                <c:pt idx="129">
                  <c:v>2.1989528795811397</c:v>
                </c:pt>
                <c:pt idx="130">
                  <c:v>2.3060796645702153</c:v>
                </c:pt>
                <c:pt idx="131">
                  <c:v>2.1966527196652708</c:v>
                </c:pt>
                <c:pt idx="132">
                  <c:v>2.1943573667711602</c:v>
                </c:pt>
                <c:pt idx="133">
                  <c:v>2.1897810218977964</c:v>
                </c:pt>
                <c:pt idx="134">
                  <c:v>2.079002079002068</c:v>
                </c:pt>
                <c:pt idx="135">
                  <c:v>1.7598343685300222</c:v>
                </c:pt>
                <c:pt idx="136">
                  <c:v>1.5495867768595017</c:v>
                </c:pt>
                <c:pt idx="137">
                  <c:v>1.7598343685300222</c:v>
                </c:pt>
                <c:pt idx="138">
                  <c:v>1.3360739979445091</c:v>
                </c:pt>
                <c:pt idx="139">
                  <c:v>1.4329580348003912</c:v>
                </c:pt>
                <c:pt idx="140">
                  <c:v>1.4388489208633226</c:v>
                </c:pt>
                <c:pt idx="141">
                  <c:v>1.5368852459016313</c:v>
                </c:pt>
                <c:pt idx="142">
                  <c:v>1.5368852459016313</c:v>
                </c:pt>
                <c:pt idx="143">
                  <c:v>1.6376663254861867</c:v>
                </c:pt>
                <c:pt idx="144">
                  <c:v>1.3292433537832382</c:v>
                </c:pt>
                <c:pt idx="145">
                  <c:v>1.2244897959183598</c:v>
                </c:pt>
                <c:pt idx="146">
                  <c:v>1.323828920570258</c:v>
                </c:pt>
                <c:pt idx="147">
                  <c:v>1.3224821973550238</c:v>
                </c:pt>
                <c:pt idx="148">
                  <c:v>1.4242115971515812</c:v>
                </c:pt>
                <c:pt idx="149">
                  <c:v>1.6276703967446737</c:v>
                </c:pt>
                <c:pt idx="150">
                  <c:v>1.5212981744421983</c:v>
                </c:pt>
                <c:pt idx="151">
                  <c:v>1.5136226034308864</c:v>
                </c:pt>
                <c:pt idx="152">
                  <c:v>1.5197568389057725</c:v>
                </c:pt>
                <c:pt idx="153">
                  <c:v>1.6145307769929396</c:v>
                </c:pt>
                <c:pt idx="154">
                  <c:v>1.7154389505549927</c:v>
                </c:pt>
                <c:pt idx="155">
                  <c:v>1.4098690835850913</c:v>
                </c:pt>
                <c:pt idx="156">
                  <c:v>1.5136226034308864</c:v>
                </c:pt>
                <c:pt idx="157">
                  <c:v>1.5120967741935498</c:v>
                </c:pt>
                <c:pt idx="158">
                  <c:v>1.5075376884422065</c:v>
                </c:pt>
                <c:pt idx="159">
                  <c:v>1.1044176706827447</c:v>
                </c:pt>
                <c:pt idx="160">
                  <c:v>1.2036108324974926</c:v>
                </c:pt>
                <c:pt idx="161">
                  <c:v>1.1011011011010874</c:v>
                </c:pt>
                <c:pt idx="162">
                  <c:v>1.1988011988012026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A0-41BB-B7CD-7223DCDD2C33}"/>
            </c:ext>
          </c:extLst>
        </c:ser>
        <c:ser>
          <c:idx val="4"/>
          <c:order val="4"/>
          <c:tx>
            <c:strRef>
              <c:f>'Graph 3'!$F$2</c:f>
              <c:strCache>
                <c:ptCount val="1"/>
                <c:pt idx="0">
                  <c:v>Shelter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'Graph 3'!$A$3:$A$165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3'!$F$3:$F$165</c:f>
              <c:numCache>
                <c:formatCode>0.0</c:formatCode>
                <c:ptCount val="163"/>
                <c:pt idx="0">
                  <c:v>-0.39564787339266827</c:v>
                </c:pt>
                <c:pt idx="1">
                  <c:v>-0.39564787339266827</c:v>
                </c:pt>
                <c:pt idx="2">
                  <c:v>-0.39564787339266827</c:v>
                </c:pt>
                <c:pt idx="3">
                  <c:v>-0.49455984174084922</c:v>
                </c:pt>
                <c:pt idx="4">
                  <c:v>-0.39603960396039639</c:v>
                </c:pt>
                <c:pt idx="5">
                  <c:v>-0.39603960396039639</c:v>
                </c:pt>
                <c:pt idx="6">
                  <c:v>-0.3964321110009994</c:v>
                </c:pt>
                <c:pt idx="7">
                  <c:v>-0.3964321110009994</c:v>
                </c:pt>
                <c:pt idx="8">
                  <c:v>-0.49554013875123815</c:v>
                </c:pt>
                <c:pt idx="9">
                  <c:v>-0.49554013875123815</c:v>
                </c:pt>
                <c:pt idx="10">
                  <c:v>-0.39682539682538431</c:v>
                </c:pt>
                <c:pt idx="11">
                  <c:v>-0.39682539682538431</c:v>
                </c:pt>
                <c:pt idx="12">
                  <c:v>-0.39721946375372852</c:v>
                </c:pt>
                <c:pt idx="13">
                  <c:v>-0.39721946375372852</c:v>
                </c:pt>
                <c:pt idx="14">
                  <c:v>-0.39721946375372852</c:v>
                </c:pt>
                <c:pt idx="15">
                  <c:v>-0.29821073558647937</c:v>
                </c:pt>
                <c:pt idx="16">
                  <c:v>-0.29821073558647937</c:v>
                </c:pt>
                <c:pt idx="17">
                  <c:v>-0.39761431411530213</c:v>
                </c:pt>
                <c:pt idx="18">
                  <c:v>-0.29850746268655914</c:v>
                </c:pt>
                <c:pt idx="19">
                  <c:v>-0.29850746268655914</c:v>
                </c:pt>
                <c:pt idx="20">
                  <c:v>-0.19920318725099584</c:v>
                </c:pt>
                <c:pt idx="21">
                  <c:v>-0.19920318725099584</c:v>
                </c:pt>
                <c:pt idx="22">
                  <c:v>-0.29880478087650486</c:v>
                </c:pt>
                <c:pt idx="23">
                  <c:v>-0.29880478087650486</c:v>
                </c:pt>
                <c:pt idx="24">
                  <c:v>-0.29910269192422456</c:v>
                </c:pt>
                <c:pt idx="25">
                  <c:v>-0.29910269192422456</c:v>
                </c:pt>
                <c:pt idx="26">
                  <c:v>-0.29910269192422456</c:v>
                </c:pt>
                <c:pt idx="27">
                  <c:v>-0.29910269192422456</c:v>
                </c:pt>
                <c:pt idx="28">
                  <c:v>-0.29910269192422456</c:v>
                </c:pt>
                <c:pt idx="29">
                  <c:v>-0.19960079840319889</c:v>
                </c:pt>
                <c:pt idx="30">
                  <c:v>-0.19960079840319889</c:v>
                </c:pt>
                <c:pt idx="31">
                  <c:v>-0.19960079840319889</c:v>
                </c:pt>
                <c:pt idx="32">
                  <c:v>-0.19960079840319889</c:v>
                </c:pt>
                <c:pt idx="33">
                  <c:v>-0.19960079840319889</c:v>
                </c:pt>
                <c:pt idx="34">
                  <c:v>-0.19980019980019303</c:v>
                </c:pt>
                <c:pt idx="35">
                  <c:v>-0.19980019980019303</c:v>
                </c:pt>
                <c:pt idx="36">
                  <c:v>-9.9999999999988987E-2</c:v>
                </c:pt>
                <c:pt idx="37">
                  <c:v>-0.20000000000000018</c:v>
                </c:pt>
                <c:pt idx="38">
                  <c:v>-0.20000000000000018</c:v>
                </c:pt>
                <c:pt idx="39">
                  <c:v>-0.20000000000000018</c:v>
                </c:pt>
                <c:pt idx="40">
                  <c:v>-0.30000000000000027</c:v>
                </c:pt>
                <c:pt idx="41">
                  <c:v>-0.40000000000000036</c:v>
                </c:pt>
                <c:pt idx="42">
                  <c:v>-0.40000000000000036</c:v>
                </c:pt>
                <c:pt idx="43">
                  <c:v>-0.40000000000000036</c:v>
                </c:pt>
                <c:pt idx="44">
                  <c:v>-0.40000000000000036</c:v>
                </c:pt>
                <c:pt idx="45">
                  <c:v>-0.40000000000000036</c:v>
                </c:pt>
                <c:pt idx="46">
                  <c:v>-0.40040040040040248</c:v>
                </c:pt>
                <c:pt idx="47">
                  <c:v>-0.40040040040040248</c:v>
                </c:pt>
                <c:pt idx="48">
                  <c:v>-0.40040040040040248</c:v>
                </c:pt>
                <c:pt idx="49">
                  <c:v>-0.30060120240480437</c:v>
                </c:pt>
                <c:pt idx="50">
                  <c:v>-0.40080160320640212</c:v>
                </c:pt>
                <c:pt idx="51">
                  <c:v>-0.40080160320640212</c:v>
                </c:pt>
                <c:pt idx="52">
                  <c:v>-0.30090270812437314</c:v>
                </c:pt>
                <c:pt idx="53">
                  <c:v>-0.20080321285139702</c:v>
                </c:pt>
                <c:pt idx="54">
                  <c:v>-0.20080321285139702</c:v>
                </c:pt>
                <c:pt idx="55">
                  <c:v>-0.20080321285139702</c:v>
                </c:pt>
                <c:pt idx="56">
                  <c:v>-0.30120481927710108</c:v>
                </c:pt>
                <c:pt idx="57">
                  <c:v>-0.20080321285139702</c:v>
                </c:pt>
                <c:pt idx="58">
                  <c:v>-0.20100502512563345</c:v>
                </c:pt>
                <c:pt idx="59">
                  <c:v>-0.20100502512563345</c:v>
                </c:pt>
                <c:pt idx="60">
                  <c:v>-0.20100502512563345</c:v>
                </c:pt>
                <c:pt idx="61">
                  <c:v>-0.20100502512563345</c:v>
                </c:pt>
                <c:pt idx="62">
                  <c:v>-0.20120724346076591</c:v>
                </c:pt>
                <c:pt idx="63">
                  <c:v>-0.20120724346076591</c:v>
                </c:pt>
                <c:pt idx="64">
                  <c:v>-0.20120724346076591</c:v>
                </c:pt>
                <c:pt idx="65">
                  <c:v>-0.20120724346076591</c:v>
                </c:pt>
                <c:pt idx="66">
                  <c:v>-0.20120724346076591</c:v>
                </c:pt>
                <c:pt idx="67">
                  <c:v>-0.20120724346076591</c:v>
                </c:pt>
                <c:pt idx="68">
                  <c:v>-0.10070493454178431</c:v>
                </c:pt>
                <c:pt idx="69">
                  <c:v>-0.20120724346076591</c:v>
                </c:pt>
                <c:pt idx="70">
                  <c:v>-0.10070493454178431</c:v>
                </c:pt>
                <c:pt idx="71">
                  <c:v>-0.10070493454178431</c:v>
                </c:pt>
                <c:pt idx="72">
                  <c:v>-0.10070493454178431</c:v>
                </c:pt>
                <c:pt idx="73">
                  <c:v>-0.10070493454178431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-0.10080645161291146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0.10080645161290036</c:v>
                </c:pt>
                <c:pt idx="89">
                  <c:v>0.10080645161290036</c:v>
                </c:pt>
                <c:pt idx="90">
                  <c:v>0.10080645161290036</c:v>
                </c:pt>
                <c:pt idx="91">
                  <c:v>0.10080645161290036</c:v>
                </c:pt>
                <c:pt idx="92">
                  <c:v>0</c:v>
                </c:pt>
                <c:pt idx="93">
                  <c:v>0.10090817356207538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0.10080645161290036</c:v>
                </c:pt>
                <c:pt idx="98">
                  <c:v>0.10080645161290036</c:v>
                </c:pt>
                <c:pt idx="99">
                  <c:v>0.10080645161290036</c:v>
                </c:pt>
                <c:pt idx="100">
                  <c:v>0.10070493454179541</c:v>
                </c:pt>
                <c:pt idx="101">
                  <c:v>0.10070493454179541</c:v>
                </c:pt>
                <c:pt idx="102">
                  <c:v>0.10070493454179541</c:v>
                </c:pt>
                <c:pt idx="103">
                  <c:v>0.10070493454179541</c:v>
                </c:pt>
                <c:pt idx="104">
                  <c:v>0.20161290322580072</c:v>
                </c:pt>
                <c:pt idx="105">
                  <c:v>0.20161290322580072</c:v>
                </c:pt>
                <c:pt idx="106">
                  <c:v>0.20161290322580072</c:v>
                </c:pt>
                <c:pt idx="107">
                  <c:v>0.20161290322580072</c:v>
                </c:pt>
                <c:pt idx="108">
                  <c:v>0.20161290322580072</c:v>
                </c:pt>
                <c:pt idx="109">
                  <c:v>0.10070493454179541</c:v>
                </c:pt>
                <c:pt idx="110">
                  <c:v>0.10070493454179541</c:v>
                </c:pt>
                <c:pt idx="111">
                  <c:v>0.10070493454179541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0.1006036217303663</c:v>
                </c:pt>
                <c:pt idx="125">
                  <c:v>0.1006036217303663</c:v>
                </c:pt>
                <c:pt idx="126">
                  <c:v>0.1006036217303663</c:v>
                </c:pt>
                <c:pt idx="127">
                  <c:v>0.1006036217303663</c:v>
                </c:pt>
                <c:pt idx="128">
                  <c:v>0.1006036217303663</c:v>
                </c:pt>
                <c:pt idx="129">
                  <c:v>0.1006036217303663</c:v>
                </c:pt>
                <c:pt idx="130">
                  <c:v>0.2012072434607548</c:v>
                </c:pt>
                <c:pt idx="131">
                  <c:v>0.2012072434607548</c:v>
                </c:pt>
                <c:pt idx="132">
                  <c:v>0.2012072434607548</c:v>
                </c:pt>
                <c:pt idx="133">
                  <c:v>0.2012072434607548</c:v>
                </c:pt>
                <c:pt idx="134">
                  <c:v>0.2012072434607548</c:v>
                </c:pt>
                <c:pt idx="135">
                  <c:v>0.2012072434607548</c:v>
                </c:pt>
                <c:pt idx="136">
                  <c:v>0.20100502512563345</c:v>
                </c:pt>
                <c:pt idx="137">
                  <c:v>0.20100502512563345</c:v>
                </c:pt>
                <c:pt idx="138">
                  <c:v>0.20100502512563345</c:v>
                </c:pt>
                <c:pt idx="139">
                  <c:v>0.20100502512563345</c:v>
                </c:pt>
                <c:pt idx="140">
                  <c:v>0.30150753768845018</c:v>
                </c:pt>
                <c:pt idx="141">
                  <c:v>0.30150753768845018</c:v>
                </c:pt>
                <c:pt idx="142">
                  <c:v>0.20080321285140812</c:v>
                </c:pt>
                <c:pt idx="143">
                  <c:v>0.20080321285140812</c:v>
                </c:pt>
                <c:pt idx="144">
                  <c:v>0.20080321285140812</c:v>
                </c:pt>
                <c:pt idx="145">
                  <c:v>0.20080321285140812</c:v>
                </c:pt>
                <c:pt idx="146">
                  <c:v>0.20080321285140812</c:v>
                </c:pt>
                <c:pt idx="147">
                  <c:v>0.30120481927711218</c:v>
                </c:pt>
                <c:pt idx="148">
                  <c:v>0.30090270812437314</c:v>
                </c:pt>
                <c:pt idx="149">
                  <c:v>0.30090270812437314</c:v>
                </c:pt>
                <c:pt idx="150">
                  <c:v>0.30090270812437314</c:v>
                </c:pt>
                <c:pt idx="151">
                  <c:v>0.40120361083249012</c:v>
                </c:pt>
                <c:pt idx="152">
                  <c:v>0.30060120240480437</c:v>
                </c:pt>
                <c:pt idx="153">
                  <c:v>0.40080160320641323</c:v>
                </c:pt>
                <c:pt idx="154">
                  <c:v>0.40080160320641323</c:v>
                </c:pt>
                <c:pt idx="155">
                  <c:v>0.50100200400802208</c:v>
                </c:pt>
                <c:pt idx="156">
                  <c:v>0.50100200400802208</c:v>
                </c:pt>
                <c:pt idx="157">
                  <c:v>0.50100200400802208</c:v>
                </c:pt>
                <c:pt idx="158">
                  <c:v>0.60120240480963094</c:v>
                </c:pt>
                <c:pt idx="159">
                  <c:v>0.40040040040039138</c:v>
                </c:pt>
                <c:pt idx="160">
                  <c:v>0.40000000000000036</c:v>
                </c:pt>
                <c:pt idx="161">
                  <c:v>0.40000000000000036</c:v>
                </c:pt>
                <c:pt idx="162">
                  <c:v>0.40000000000000036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EA0-41BB-B7CD-7223DCDD2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7314832"/>
        <c:axId val="1034036944"/>
      </c:lineChart>
      <c:dateAx>
        <c:axId val="112731483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034036944"/>
        <c:crosses val="autoZero"/>
        <c:auto val="1"/>
        <c:lblOffset val="100"/>
        <c:baseTimeUnit val="months"/>
        <c:majorUnit val="20"/>
        <c:majorTimeUnit val="months"/>
      </c:dateAx>
      <c:valAx>
        <c:axId val="1034036944"/>
        <c:scaling>
          <c:orientation val="minMax"/>
          <c:max val="8"/>
          <c:min val="-2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127314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3.1'!$C$2</c:f>
              <c:strCache>
                <c:ptCount val="1"/>
                <c:pt idx="0">
                  <c:v>Headline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'Graph 3.1'!$B$3:$B$165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3.1'!$C$3:$C$165</c:f>
              <c:numCache>
                <c:formatCode>0.0</c:formatCode>
                <c:ptCount val="163"/>
                <c:pt idx="0">
                  <c:v>-0.35545023696683664</c:v>
                </c:pt>
                <c:pt idx="1">
                  <c:v>-0.70921985815601829</c:v>
                </c:pt>
                <c:pt idx="2">
                  <c:v>-0.94117647058823417</c:v>
                </c:pt>
                <c:pt idx="3">
                  <c:v>-0.7058823529411673</c:v>
                </c:pt>
                <c:pt idx="4">
                  <c:v>-0.35377358490565891</c:v>
                </c:pt>
                <c:pt idx="5">
                  <c:v>0.23724792408066353</c:v>
                </c:pt>
                <c:pt idx="6">
                  <c:v>0.71343638525565023</c:v>
                </c:pt>
                <c:pt idx="7">
                  <c:v>0.83135391923991886</c:v>
                </c:pt>
                <c:pt idx="8">
                  <c:v>1.067615658362997</c:v>
                </c:pt>
                <c:pt idx="9">
                  <c:v>1.1862396204033177</c:v>
                </c:pt>
                <c:pt idx="10">
                  <c:v>1.5476190476190421</c:v>
                </c:pt>
                <c:pt idx="11">
                  <c:v>1.5457788347205792</c:v>
                </c:pt>
                <c:pt idx="12">
                  <c:v>1.4268727705113005</c:v>
                </c:pt>
                <c:pt idx="13">
                  <c:v>1.5476190476190421</c:v>
                </c:pt>
                <c:pt idx="14">
                  <c:v>1.5439429928741033</c:v>
                </c:pt>
                <c:pt idx="15">
                  <c:v>3.4360189573459543</c:v>
                </c:pt>
                <c:pt idx="16">
                  <c:v>3.66863905325443</c:v>
                </c:pt>
                <c:pt idx="17">
                  <c:v>3.66863905325443</c:v>
                </c:pt>
                <c:pt idx="18">
                  <c:v>3.4238488783943311</c:v>
                </c:pt>
                <c:pt idx="19">
                  <c:v>3.4157832744404981</c:v>
                </c:pt>
                <c:pt idx="20">
                  <c:v>3.2863849765258246</c:v>
                </c:pt>
                <c:pt idx="21">
                  <c:v>2.9308323563892236</c:v>
                </c:pt>
                <c:pt idx="22">
                  <c:v>2.4618991793669442</c:v>
                </c:pt>
                <c:pt idx="23">
                  <c:v>2.4590163934426146</c:v>
                </c:pt>
                <c:pt idx="24">
                  <c:v>2.4618991793669442</c:v>
                </c:pt>
                <c:pt idx="25">
                  <c:v>2.2274325908558046</c:v>
                </c:pt>
                <c:pt idx="26">
                  <c:v>2.3391812865497075</c:v>
                </c:pt>
                <c:pt idx="27">
                  <c:v>0.68728522336771736</c:v>
                </c:pt>
                <c:pt idx="28">
                  <c:v>0.57077625570776114</c:v>
                </c:pt>
                <c:pt idx="29">
                  <c:v>0.34246575342467001</c:v>
                </c:pt>
                <c:pt idx="30">
                  <c:v>0.22831050228311334</c:v>
                </c:pt>
                <c:pt idx="31">
                  <c:v>0.1138952164009277</c:v>
                </c:pt>
                <c:pt idx="32">
                  <c:v>0</c:v>
                </c:pt>
                <c:pt idx="33">
                  <c:v>0.2277904328018332</c:v>
                </c:pt>
                <c:pt idx="34">
                  <c:v>0.22883295194506825</c:v>
                </c:pt>
                <c:pt idx="35">
                  <c:v>0.11428571428571122</c:v>
                </c:pt>
                <c:pt idx="36">
                  <c:v>-0.11441647597254523</c:v>
                </c:pt>
                <c:pt idx="37">
                  <c:v>0.22935779816513069</c:v>
                </c:pt>
                <c:pt idx="38">
                  <c:v>0</c:v>
                </c:pt>
                <c:pt idx="39">
                  <c:v>-0.22753128555176305</c:v>
                </c:pt>
                <c:pt idx="40">
                  <c:v>-0.45402951191826357</c:v>
                </c:pt>
                <c:pt idx="41">
                  <c:v>-0.34129692832766123</c:v>
                </c:pt>
                <c:pt idx="42">
                  <c:v>-0.45558086560363309</c:v>
                </c:pt>
                <c:pt idx="43">
                  <c:v>-0.56882821387941318</c:v>
                </c:pt>
                <c:pt idx="44">
                  <c:v>-0.45454545454546302</c:v>
                </c:pt>
                <c:pt idx="45">
                  <c:v>0.1136363636363491</c:v>
                </c:pt>
                <c:pt idx="46">
                  <c:v>0.57077625570776114</c:v>
                </c:pt>
                <c:pt idx="47">
                  <c:v>0.34246575342467001</c:v>
                </c:pt>
                <c:pt idx="48">
                  <c:v>0.45819014891179677</c:v>
                </c:pt>
                <c:pt idx="49">
                  <c:v>0.22883295194506825</c:v>
                </c:pt>
                <c:pt idx="50">
                  <c:v>0.11428571428571122</c:v>
                </c:pt>
                <c:pt idx="51">
                  <c:v>0.3420752565564289</c:v>
                </c:pt>
                <c:pt idx="52">
                  <c:v>0.45610034207523853</c:v>
                </c:pt>
                <c:pt idx="53">
                  <c:v>0.45662100456622667</c:v>
                </c:pt>
                <c:pt idx="54">
                  <c:v>0.45766590389015871</c:v>
                </c:pt>
                <c:pt idx="55">
                  <c:v>0.68649885583522696</c:v>
                </c:pt>
                <c:pt idx="56">
                  <c:v>0.68493150684931781</c:v>
                </c:pt>
                <c:pt idx="57">
                  <c:v>0.22701475595914289</c:v>
                </c:pt>
                <c:pt idx="58">
                  <c:v>0.56753688989783502</c:v>
                </c:pt>
                <c:pt idx="59">
                  <c:v>1.0238907849829282</c:v>
                </c:pt>
                <c:pt idx="60">
                  <c:v>1.3683010262257822</c:v>
                </c:pt>
                <c:pt idx="61">
                  <c:v>1.4840182648401923</c:v>
                </c:pt>
                <c:pt idx="62">
                  <c:v>1.1415525114155223</c:v>
                </c:pt>
                <c:pt idx="63">
                  <c:v>0.56818181818181213</c:v>
                </c:pt>
                <c:pt idx="64">
                  <c:v>0.68104426787742867</c:v>
                </c:pt>
                <c:pt idx="65">
                  <c:v>0.68181818181818343</c:v>
                </c:pt>
                <c:pt idx="66">
                  <c:v>0.91116173120728838</c:v>
                </c:pt>
                <c:pt idx="67">
                  <c:v>1.2499999999999956</c:v>
                </c:pt>
                <c:pt idx="68">
                  <c:v>1.133786848072571</c:v>
                </c:pt>
                <c:pt idx="69">
                  <c:v>1.3590033975084959</c:v>
                </c:pt>
                <c:pt idx="70">
                  <c:v>0.7900677200902928</c:v>
                </c:pt>
                <c:pt idx="71">
                  <c:v>0.22522522522523403</c:v>
                </c:pt>
                <c:pt idx="72">
                  <c:v>0.22497187851517886</c:v>
                </c:pt>
                <c:pt idx="73">
                  <c:v>0.22497187851517886</c:v>
                </c:pt>
                <c:pt idx="74">
                  <c:v>0.56433408577878375</c:v>
                </c:pt>
                <c:pt idx="75">
                  <c:v>0.90395480225988756</c:v>
                </c:pt>
                <c:pt idx="76">
                  <c:v>0.67643742953775732</c:v>
                </c:pt>
                <c:pt idx="77">
                  <c:v>0.67720090293454938</c:v>
                </c:pt>
                <c:pt idx="78">
                  <c:v>0.56433408577878375</c:v>
                </c:pt>
                <c:pt idx="79">
                  <c:v>0.33670033670034627</c:v>
                </c:pt>
                <c:pt idx="80">
                  <c:v>0.22421524663678305</c:v>
                </c:pt>
                <c:pt idx="81">
                  <c:v>0.22346368715084886</c:v>
                </c:pt>
                <c:pt idx="82">
                  <c:v>0.55991041433369748</c:v>
                </c:pt>
                <c:pt idx="83">
                  <c:v>0.78651685393258397</c:v>
                </c:pt>
                <c:pt idx="84">
                  <c:v>0.78563411896745983</c:v>
                </c:pt>
                <c:pt idx="85">
                  <c:v>0.56116722783390305</c:v>
                </c:pt>
                <c:pt idx="86">
                  <c:v>0.56116722783390305</c:v>
                </c:pt>
                <c:pt idx="87">
                  <c:v>0.22396416573349232</c:v>
                </c:pt>
                <c:pt idx="88">
                  <c:v>0.22396416573349232</c:v>
                </c:pt>
                <c:pt idx="89">
                  <c:v>0.11210762331836932</c:v>
                </c:pt>
                <c:pt idx="90">
                  <c:v>0.22446689113355678</c:v>
                </c:pt>
                <c:pt idx="91">
                  <c:v>0</c:v>
                </c:pt>
                <c:pt idx="92">
                  <c:v>-0.22371364653244186</c:v>
                </c:pt>
                <c:pt idx="93">
                  <c:v>-0.55741360089186509</c:v>
                </c:pt>
                <c:pt idx="94">
                  <c:v>-1.0022271714921982</c:v>
                </c:pt>
                <c:pt idx="95">
                  <c:v>-1.1148272017837191</c:v>
                </c:pt>
                <c:pt idx="96">
                  <c:v>-0.66815144766146917</c:v>
                </c:pt>
                <c:pt idx="97">
                  <c:v>-0.55803571428570953</c:v>
                </c:pt>
                <c:pt idx="98">
                  <c:v>-0.44642857142855874</c:v>
                </c:pt>
                <c:pt idx="99">
                  <c:v>-1.1173184357541888</c:v>
                </c:pt>
                <c:pt idx="100">
                  <c:v>-0.78212290502793769</c:v>
                </c:pt>
                <c:pt idx="101">
                  <c:v>-0.44792833146695132</c:v>
                </c:pt>
                <c:pt idx="102">
                  <c:v>-0.22396416573348121</c:v>
                </c:pt>
                <c:pt idx="103">
                  <c:v>-0.33557046979867389</c:v>
                </c:pt>
                <c:pt idx="104">
                  <c:v>0.22421524663678305</c:v>
                </c:pt>
                <c:pt idx="105">
                  <c:v>0.11210762331836932</c:v>
                </c:pt>
                <c:pt idx="106">
                  <c:v>0.56242969628796935</c:v>
                </c:pt>
                <c:pt idx="107">
                  <c:v>0.78917700112739464</c:v>
                </c:pt>
                <c:pt idx="108">
                  <c:v>0.4484304932735439</c:v>
                </c:pt>
                <c:pt idx="109">
                  <c:v>1.0101010101010166</c:v>
                </c:pt>
                <c:pt idx="110">
                  <c:v>1.2331838565022402</c:v>
                </c:pt>
                <c:pt idx="111">
                  <c:v>2.4858757062147019</c:v>
                </c:pt>
                <c:pt idx="112">
                  <c:v>2.4774774774774855</c:v>
                </c:pt>
                <c:pt idx="113">
                  <c:v>2.3622047244094446</c:v>
                </c:pt>
                <c:pt idx="114">
                  <c:v>2.5813692480359363</c:v>
                </c:pt>
                <c:pt idx="115">
                  <c:v>2.9180695847362603</c:v>
                </c:pt>
                <c:pt idx="116">
                  <c:v>3.0201342281878985</c:v>
                </c:pt>
                <c:pt idx="117">
                  <c:v>3.6954087346024567</c:v>
                </c:pt>
                <c:pt idx="118">
                  <c:v>3.8031319910514449</c:v>
                </c:pt>
                <c:pt idx="119">
                  <c:v>4.0268456375838868</c:v>
                </c:pt>
                <c:pt idx="120">
                  <c:v>4.3526785714285809</c:v>
                </c:pt>
                <c:pt idx="121">
                  <c:v>3.2222222222222374</c:v>
                </c:pt>
                <c:pt idx="122">
                  <c:v>3.3222591362126241</c:v>
                </c:pt>
                <c:pt idx="123">
                  <c:v>3.4178610804851184</c:v>
                </c:pt>
                <c:pt idx="124">
                  <c:v>3.1868131868131977</c:v>
                </c:pt>
                <c:pt idx="125">
                  <c:v>3.2967032967033072</c:v>
                </c:pt>
                <c:pt idx="126">
                  <c:v>3.2822757111597323</c:v>
                </c:pt>
                <c:pt idx="127">
                  <c:v>3.1624863685932203</c:v>
                </c:pt>
                <c:pt idx="128">
                  <c:v>3.0401737242128357</c:v>
                </c:pt>
                <c:pt idx="129">
                  <c:v>3.3477321814255001</c:v>
                </c:pt>
                <c:pt idx="130">
                  <c:v>2.9094827586206851</c:v>
                </c:pt>
                <c:pt idx="131">
                  <c:v>2.5806451612903292</c:v>
                </c:pt>
                <c:pt idx="132">
                  <c:v>2.1390374331550888</c:v>
                </c:pt>
                <c:pt idx="133">
                  <c:v>2.7987082884822323</c:v>
                </c:pt>
                <c:pt idx="134">
                  <c:v>2.6795284030010746</c:v>
                </c:pt>
                <c:pt idx="135">
                  <c:v>2.5586353944562878</c:v>
                </c:pt>
                <c:pt idx="136">
                  <c:v>2.7689030883919052</c:v>
                </c:pt>
                <c:pt idx="137">
                  <c:v>2.765957446808498</c:v>
                </c:pt>
                <c:pt idx="138">
                  <c:v>2.754237288135597</c:v>
                </c:pt>
                <c:pt idx="139">
                  <c:v>3.0655391120507414</c:v>
                </c:pt>
                <c:pt idx="140">
                  <c:v>2.5289778714436162</c:v>
                </c:pt>
                <c:pt idx="141">
                  <c:v>2.2988505747126409</c:v>
                </c:pt>
                <c:pt idx="142">
                  <c:v>2.9319371727748678</c:v>
                </c:pt>
                <c:pt idx="143">
                  <c:v>3.6687631027253698</c:v>
                </c:pt>
                <c:pt idx="144">
                  <c:v>3.9790575916230253</c:v>
                </c:pt>
                <c:pt idx="145">
                  <c:v>3.5602094240837712</c:v>
                </c:pt>
                <c:pt idx="146">
                  <c:v>3.5490605427975108</c:v>
                </c:pt>
                <c:pt idx="147">
                  <c:v>3.6382536382536301</c:v>
                </c:pt>
                <c:pt idx="148">
                  <c:v>3.6269430051813378</c:v>
                </c:pt>
                <c:pt idx="149">
                  <c:v>3.4161490683229934</c:v>
                </c:pt>
                <c:pt idx="150">
                  <c:v>3.1958762886597825</c:v>
                </c:pt>
                <c:pt idx="151">
                  <c:v>2.8717948717948749</c:v>
                </c:pt>
                <c:pt idx="152">
                  <c:v>2.877697841726623</c:v>
                </c:pt>
                <c:pt idx="153">
                  <c:v>2.8600612870275821</c:v>
                </c:pt>
                <c:pt idx="154">
                  <c:v>2.746693794506605</c:v>
                </c:pt>
                <c:pt idx="155">
                  <c:v>2.0222446916076775</c:v>
                </c:pt>
                <c:pt idx="156">
                  <c:v>1.5105740181268867</c:v>
                </c:pt>
                <c:pt idx="157">
                  <c:v>1.3144590495449915</c:v>
                </c:pt>
                <c:pt idx="158">
                  <c:v>1.4112903225806273</c:v>
                </c:pt>
                <c:pt idx="159">
                  <c:v>1.3039117352056095</c:v>
                </c:pt>
                <c:pt idx="160">
                  <c:v>1.4999999999999902</c:v>
                </c:pt>
                <c:pt idx="161">
                  <c:v>1.7017017017016967</c:v>
                </c:pt>
                <c:pt idx="162">
                  <c:v>1.8981018981019115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1F-45E1-BD5F-AD165CF2B7F1}"/>
            </c:ext>
          </c:extLst>
        </c:ser>
        <c:ser>
          <c:idx val="1"/>
          <c:order val="1"/>
          <c:tx>
            <c:strRef>
              <c:f>'Graph 3.1'!$D$2</c:f>
              <c:strCache>
                <c:ptCount val="1"/>
                <c:pt idx="0">
                  <c:v>Food, less fresh food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'Graph 3.1'!$B$3:$B$165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3.1'!$D$3:$D$165</c:f>
              <c:numCache>
                <c:formatCode>0.0</c:formatCode>
                <c:ptCount val="163"/>
                <c:pt idx="0">
                  <c:v>-0.41724617524341312</c:v>
                </c:pt>
                <c:pt idx="1">
                  <c:v>-0.41724617524341312</c:v>
                </c:pt>
                <c:pt idx="2">
                  <c:v>-0.55555555555556468</c:v>
                </c:pt>
                <c:pt idx="3">
                  <c:v>-0.55632823365786566</c:v>
                </c:pt>
                <c:pt idx="4">
                  <c:v>-0.41724617524341312</c:v>
                </c:pt>
                <c:pt idx="5">
                  <c:v>-0.27816411682893838</c:v>
                </c:pt>
                <c:pt idx="6">
                  <c:v>-0.27816411682893838</c:v>
                </c:pt>
                <c:pt idx="7">
                  <c:v>0</c:v>
                </c:pt>
                <c:pt idx="8">
                  <c:v>0.13927576601673319</c:v>
                </c:pt>
                <c:pt idx="9">
                  <c:v>0.27855153203342198</c:v>
                </c:pt>
                <c:pt idx="10">
                  <c:v>0.27855153203342198</c:v>
                </c:pt>
                <c:pt idx="11">
                  <c:v>0.83916083916082407</c:v>
                </c:pt>
                <c:pt idx="12">
                  <c:v>0.97765363128492488</c:v>
                </c:pt>
                <c:pt idx="13">
                  <c:v>0.97765363128492488</c:v>
                </c:pt>
                <c:pt idx="14">
                  <c:v>1.1173184357541999</c:v>
                </c:pt>
                <c:pt idx="15">
                  <c:v>4.195804195804187</c:v>
                </c:pt>
                <c:pt idx="16">
                  <c:v>4.0502793296089523</c:v>
                </c:pt>
                <c:pt idx="17">
                  <c:v>4.0446304044630343</c:v>
                </c:pt>
                <c:pt idx="18">
                  <c:v>4.3235704323570268</c:v>
                </c:pt>
                <c:pt idx="19">
                  <c:v>4.1841004184100417</c:v>
                </c:pt>
                <c:pt idx="20">
                  <c:v>4.1724617524339314</c:v>
                </c:pt>
                <c:pt idx="21">
                  <c:v>4.0277777777777857</c:v>
                </c:pt>
                <c:pt idx="22">
                  <c:v>4.0277777777777857</c:v>
                </c:pt>
                <c:pt idx="23">
                  <c:v>3.8834951456310884</c:v>
                </c:pt>
                <c:pt idx="24">
                  <c:v>4.0110650069156373</c:v>
                </c:pt>
                <c:pt idx="25">
                  <c:v>4.0110650069156373</c:v>
                </c:pt>
                <c:pt idx="26">
                  <c:v>4.00552486187844</c:v>
                </c:pt>
                <c:pt idx="27">
                  <c:v>1.4765100671140896</c:v>
                </c:pt>
                <c:pt idx="28">
                  <c:v>1.744966442953011</c:v>
                </c:pt>
                <c:pt idx="29">
                  <c:v>1.6085790884718509</c:v>
                </c:pt>
                <c:pt idx="30">
                  <c:v>1.6042780748663166</c:v>
                </c:pt>
                <c:pt idx="31">
                  <c:v>1.7402945113788482</c:v>
                </c:pt>
                <c:pt idx="32">
                  <c:v>1.735647530040052</c:v>
                </c:pt>
                <c:pt idx="33">
                  <c:v>2.1361815754338931</c:v>
                </c:pt>
                <c:pt idx="34">
                  <c:v>2.2696929238985142</c:v>
                </c:pt>
                <c:pt idx="35">
                  <c:v>2.2696929238985142</c:v>
                </c:pt>
                <c:pt idx="36">
                  <c:v>1.8617021276595702</c:v>
                </c:pt>
                <c:pt idx="37">
                  <c:v>1.8617021276595702</c:v>
                </c:pt>
                <c:pt idx="38">
                  <c:v>1.7264276228419639</c:v>
                </c:pt>
                <c:pt idx="39">
                  <c:v>1.4550264550264647</c:v>
                </c:pt>
                <c:pt idx="40">
                  <c:v>1.1873350923482962</c:v>
                </c:pt>
                <c:pt idx="41">
                  <c:v>1.3192612137203241</c:v>
                </c:pt>
                <c:pt idx="42">
                  <c:v>1.0526315789473717</c:v>
                </c:pt>
                <c:pt idx="43">
                  <c:v>1.0526315789473717</c:v>
                </c:pt>
                <c:pt idx="44">
                  <c:v>0.91863517060368771</c:v>
                </c:pt>
                <c:pt idx="45">
                  <c:v>0.52287581699346219</c:v>
                </c:pt>
                <c:pt idx="46">
                  <c:v>0.52219321148825326</c:v>
                </c:pt>
                <c:pt idx="47">
                  <c:v>0.52219321148825326</c:v>
                </c:pt>
                <c:pt idx="48">
                  <c:v>0.52219321148825326</c:v>
                </c:pt>
                <c:pt idx="49">
                  <c:v>0.65274151436032213</c:v>
                </c:pt>
                <c:pt idx="50">
                  <c:v>0.78328981723239099</c:v>
                </c:pt>
                <c:pt idx="51">
                  <c:v>0.78226857887873091</c:v>
                </c:pt>
                <c:pt idx="52">
                  <c:v>0.78226857887873091</c:v>
                </c:pt>
                <c:pt idx="53">
                  <c:v>0.91145833333334814</c:v>
                </c:pt>
                <c:pt idx="54">
                  <c:v>1.0416666666666741</c:v>
                </c:pt>
                <c:pt idx="55">
                  <c:v>0.91145833333334814</c:v>
                </c:pt>
                <c:pt idx="56">
                  <c:v>0.91027308192457301</c:v>
                </c:pt>
                <c:pt idx="57">
                  <c:v>1.040312093628093</c:v>
                </c:pt>
                <c:pt idx="58">
                  <c:v>1.0389610389610393</c:v>
                </c:pt>
                <c:pt idx="59">
                  <c:v>1.1688311688311748</c:v>
                </c:pt>
                <c:pt idx="60">
                  <c:v>1.298701298701288</c:v>
                </c:pt>
                <c:pt idx="61">
                  <c:v>1.1673151750972943</c:v>
                </c:pt>
                <c:pt idx="62">
                  <c:v>1.0362694300518172</c:v>
                </c:pt>
                <c:pt idx="63">
                  <c:v>1.0349288486416475</c:v>
                </c:pt>
                <c:pt idx="64">
                  <c:v>1.0349288486416475</c:v>
                </c:pt>
                <c:pt idx="65">
                  <c:v>0.77419354838708099</c:v>
                </c:pt>
                <c:pt idx="66">
                  <c:v>0.77319587628867925</c:v>
                </c:pt>
                <c:pt idx="67">
                  <c:v>0.90322580645161299</c:v>
                </c:pt>
                <c:pt idx="68">
                  <c:v>1.0309278350515649</c:v>
                </c:pt>
                <c:pt idx="69">
                  <c:v>0.9009009009009139</c:v>
                </c:pt>
                <c:pt idx="70">
                  <c:v>0.89974293059127408</c:v>
                </c:pt>
                <c:pt idx="71">
                  <c:v>0.64184852374840062</c:v>
                </c:pt>
                <c:pt idx="72">
                  <c:v>0.64102564102563875</c:v>
                </c:pt>
                <c:pt idx="73">
                  <c:v>0.64102564102563875</c:v>
                </c:pt>
                <c:pt idx="74">
                  <c:v>0.7692307692307665</c:v>
                </c:pt>
                <c:pt idx="75">
                  <c:v>0.89628681177977843</c:v>
                </c:pt>
                <c:pt idx="76">
                  <c:v>1.024327784891188</c:v>
                </c:pt>
                <c:pt idx="77">
                  <c:v>1.1523687580025754</c:v>
                </c:pt>
                <c:pt idx="78">
                  <c:v>1.1508951406649537</c:v>
                </c:pt>
                <c:pt idx="79">
                  <c:v>1.1508951406649537</c:v>
                </c:pt>
                <c:pt idx="80">
                  <c:v>1.0204081632652962</c:v>
                </c:pt>
                <c:pt idx="81">
                  <c:v>1.7857142857142794</c:v>
                </c:pt>
                <c:pt idx="82">
                  <c:v>1.7834394904458595</c:v>
                </c:pt>
                <c:pt idx="83">
                  <c:v>1.7857142857142794</c:v>
                </c:pt>
                <c:pt idx="84">
                  <c:v>2.0382165605095537</c:v>
                </c:pt>
                <c:pt idx="85">
                  <c:v>1.9108280254777066</c:v>
                </c:pt>
                <c:pt idx="86">
                  <c:v>1.6539440203562572</c:v>
                </c:pt>
                <c:pt idx="87">
                  <c:v>1.3959390862944288</c:v>
                </c:pt>
                <c:pt idx="88">
                  <c:v>1.39416983523446</c:v>
                </c:pt>
                <c:pt idx="89">
                  <c:v>1.2658227848101333</c:v>
                </c:pt>
                <c:pt idx="90">
                  <c:v>1.0113780025284624</c:v>
                </c:pt>
                <c:pt idx="91">
                  <c:v>0.75853350189634128</c:v>
                </c:pt>
                <c:pt idx="92">
                  <c:v>0.7575757575757569</c:v>
                </c:pt>
                <c:pt idx="93">
                  <c:v>0.12531328320803947</c:v>
                </c:pt>
                <c:pt idx="94">
                  <c:v>-0.12515644555696204</c:v>
                </c:pt>
                <c:pt idx="95">
                  <c:v>-0.12531328320801727</c:v>
                </c:pt>
                <c:pt idx="96">
                  <c:v>-0.24968789013731785</c:v>
                </c:pt>
                <c:pt idx="97">
                  <c:v>-0.25000000000000577</c:v>
                </c:pt>
                <c:pt idx="98">
                  <c:v>-0.12515644555696204</c:v>
                </c:pt>
                <c:pt idx="99">
                  <c:v>-0.12515644555696204</c:v>
                </c:pt>
                <c:pt idx="100">
                  <c:v>-0.12499999999999734</c:v>
                </c:pt>
                <c:pt idx="101">
                  <c:v>-0.12499999999999734</c:v>
                </c:pt>
                <c:pt idx="102">
                  <c:v>0.12515644555692873</c:v>
                </c:pt>
                <c:pt idx="103">
                  <c:v>0.37641154328731385</c:v>
                </c:pt>
                <c:pt idx="104">
                  <c:v>0.50125313283209127</c:v>
                </c:pt>
                <c:pt idx="105">
                  <c:v>0.7509386733416612</c:v>
                </c:pt>
                <c:pt idx="106">
                  <c:v>1.1278195488721776</c:v>
                </c:pt>
                <c:pt idx="107">
                  <c:v>1.1292346298619638</c:v>
                </c:pt>
                <c:pt idx="108">
                  <c:v>1.2515644555694649</c:v>
                </c:pt>
                <c:pt idx="109">
                  <c:v>1.6290726817042467</c:v>
                </c:pt>
                <c:pt idx="110">
                  <c:v>2.0050125313283207</c:v>
                </c:pt>
                <c:pt idx="111">
                  <c:v>2.506265664160412</c:v>
                </c:pt>
                <c:pt idx="112">
                  <c:v>2.6282853566958586</c:v>
                </c:pt>
                <c:pt idx="113">
                  <c:v>3.2540675844805911</c:v>
                </c:pt>
                <c:pt idx="114">
                  <c:v>3.6250000000000115</c:v>
                </c:pt>
                <c:pt idx="115">
                  <c:v>4.1250000000000009</c:v>
                </c:pt>
                <c:pt idx="116">
                  <c:v>4.6134663341645954</c:v>
                </c:pt>
                <c:pt idx="117">
                  <c:v>5.8385093167701907</c:v>
                </c:pt>
                <c:pt idx="118">
                  <c:v>6.8153655514250344</c:v>
                </c:pt>
                <c:pt idx="119">
                  <c:v>7.4441687344913188</c:v>
                </c:pt>
                <c:pt idx="120">
                  <c:v>7.2929542645240986</c:v>
                </c:pt>
                <c:pt idx="121">
                  <c:v>7.7681874229346581</c:v>
                </c:pt>
                <c:pt idx="122">
                  <c:v>8.2309582309582083</c:v>
                </c:pt>
                <c:pt idx="123">
                  <c:v>9.0464547677261642</c:v>
                </c:pt>
                <c:pt idx="124">
                  <c:v>9.1463414634146432</c:v>
                </c:pt>
                <c:pt idx="125">
                  <c:v>9.0909090909090828</c:v>
                </c:pt>
                <c:pt idx="126">
                  <c:v>9.2882991556091596</c:v>
                </c:pt>
                <c:pt idx="127">
                  <c:v>9.1236494597839233</c:v>
                </c:pt>
                <c:pt idx="128">
                  <c:v>8.8200238379022586</c:v>
                </c:pt>
                <c:pt idx="129">
                  <c:v>7.6291079812206508</c:v>
                </c:pt>
                <c:pt idx="130">
                  <c:v>6.728538283062635</c:v>
                </c:pt>
                <c:pt idx="131">
                  <c:v>6.120092378752906</c:v>
                </c:pt>
                <c:pt idx="132">
                  <c:v>5.8755760368663701</c:v>
                </c:pt>
                <c:pt idx="133">
                  <c:v>5.2631578947368363</c:v>
                </c:pt>
                <c:pt idx="134">
                  <c:v>4.6538024971623182</c:v>
                </c:pt>
                <c:pt idx="135">
                  <c:v>3.4753363228699596</c:v>
                </c:pt>
                <c:pt idx="136">
                  <c:v>3.240223463687153</c:v>
                </c:pt>
                <c:pt idx="137">
                  <c:v>2.8888888888888742</c:v>
                </c:pt>
                <c:pt idx="138">
                  <c:v>2.5386313465783683</c:v>
                </c:pt>
                <c:pt idx="139">
                  <c:v>2.8602860286028431</c:v>
                </c:pt>
                <c:pt idx="140">
                  <c:v>3.0668127053669281</c:v>
                </c:pt>
                <c:pt idx="141">
                  <c:v>3.8167938931297662</c:v>
                </c:pt>
                <c:pt idx="142">
                  <c:v>4.1304347826086829</c:v>
                </c:pt>
                <c:pt idx="143">
                  <c:v>4.4613710554950892</c:v>
                </c:pt>
                <c:pt idx="144">
                  <c:v>5.5495103373231602</c:v>
                </c:pt>
                <c:pt idx="145">
                  <c:v>5.9782608695652106</c:v>
                </c:pt>
                <c:pt idx="146">
                  <c:v>6.5075921908893664</c:v>
                </c:pt>
                <c:pt idx="147">
                  <c:v>7.1505958829902516</c:v>
                </c:pt>
                <c:pt idx="148">
                  <c:v>7.7922077922077726</c:v>
                </c:pt>
                <c:pt idx="149">
                  <c:v>8.0993520518358508</c:v>
                </c:pt>
                <c:pt idx="150">
                  <c:v>8.1808396124865457</c:v>
                </c:pt>
                <c:pt idx="151">
                  <c:v>7.8074866310160473</c:v>
                </c:pt>
                <c:pt idx="152">
                  <c:v>7.332624867162596</c:v>
                </c:pt>
                <c:pt idx="153">
                  <c:v>6.9327731092436951</c:v>
                </c:pt>
                <c:pt idx="154">
                  <c:v>6.7849686847599067</c:v>
                </c:pt>
                <c:pt idx="155">
                  <c:v>6.4583333333333437</c:v>
                </c:pt>
                <c:pt idx="156">
                  <c:v>5.5670103092783529</c:v>
                </c:pt>
                <c:pt idx="157">
                  <c:v>5.1282051282051322</c:v>
                </c:pt>
                <c:pt idx="158">
                  <c:v>4.6843177189409335</c:v>
                </c:pt>
                <c:pt idx="159">
                  <c:v>3.8422649140545939</c:v>
                </c:pt>
                <c:pt idx="160">
                  <c:v>3.3132530120482118</c:v>
                </c:pt>
                <c:pt idx="161">
                  <c:v>3.0969030969031142</c:v>
                </c:pt>
                <c:pt idx="162">
                  <c:v>3.0845771144278444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1F-45E1-BD5F-AD165CF2B7F1}"/>
            </c:ext>
          </c:extLst>
        </c:ser>
        <c:ser>
          <c:idx val="2"/>
          <c:order val="2"/>
          <c:tx>
            <c:strRef>
              <c:f>'Graph 3.1'!$E$2</c:f>
              <c:strCache>
                <c:ptCount val="1"/>
                <c:pt idx="0">
                  <c:v>Rice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'Graph 3.1'!$B$3:$B$165</c:f>
              <c:numCache>
                <c:formatCode>[$-409]mmm\-yy;@</c:formatCode>
                <c:ptCount val="163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  <c:pt idx="162">
                  <c:v>46204</c:v>
                </c:pt>
              </c:numCache>
            </c:numRef>
          </c:cat>
          <c:val>
            <c:numRef>
              <c:f>'Graph 3.1'!$E$3:$E$165</c:f>
              <c:numCache>
                <c:formatCode>0.0</c:formatCode>
                <c:ptCount val="163"/>
                <c:pt idx="0">
                  <c:v>6.6523605150214715</c:v>
                </c:pt>
                <c:pt idx="1">
                  <c:v>6.196581196581219</c:v>
                </c:pt>
                <c:pt idx="2">
                  <c:v>5.9829059829059839</c:v>
                </c:pt>
                <c:pt idx="3">
                  <c:v>5.5437100213219681</c:v>
                </c:pt>
                <c:pt idx="4">
                  <c:v>5.5319148936170182</c:v>
                </c:pt>
                <c:pt idx="5">
                  <c:v>4.66101694915253</c:v>
                </c:pt>
                <c:pt idx="6">
                  <c:v>3.5789473684210593</c:v>
                </c:pt>
                <c:pt idx="7">
                  <c:v>2.3060796645702153</c:v>
                </c:pt>
                <c:pt idx="8">
                  <c:v>0.62111801242237252</c:v>
                </c:pt>
                <c:pt idx="9">
                  <c:v>-3.6363636363636265</c:v>
                </c:pt>
                <c:pt idx="10">
                  <c:v>-5.6224899598393492</c:v>
                </c:pt>
                <c:pt idx="11">
                  <c:v>-6.2374245472837098</c:v>
                </c:pt>
                <c:pt idx="12">
                  <c:v>-6.8410462776660079</c:v>
                </c:pt>
                <c:pt idx="13">
                  <c:v>-7.0422535211267618</c:v>
                </c:pt>
                <c:pt idx="14">
                  <c:v>-6.8548387096774128</c:v>
                </c:pt>
                <c:pt idx="15">
                  <c:v>-4.848484848484846</c:v>
                </c:pt>
                <c:pt idx="16">
                  <c:v>-4.8387096774193505</c:v>
                </c:pt>
                <c:pt idx="17">
                  <c:v>-5.6680161943319813</c:v>
                </c:pt>
                <c:pt idx="18">
                  <c:v>-5.6910569105691149</c:v>
                </c:pt>
                <c:pt idx="19">
                  <c:v>-5.5327868852458888</c:v>
                </c:pt>
                <c:pt idx="20">
                  <c:v>-5.555555555555558</c:v>
                </c:pt>
                <c:pt idx="21">
                  <c:v>-7.547169811320753</c:v>
                </c:pt>
                <c:pt idx="22">
                  <c:v>-7.6595744680851059</c:v>
                </c:pt>
                <c:pt idx="23">
                  <c:v>-7.9399141630901333</c:v>
                </c:pt>
                <c:pt idx="24">
                  <c:v>-7.5593952483801292</c:v>
                </c:pt>
                <c:pt idx="25">
                  <c:v>-8.0086580086580099</c:v>
                </c:pt>
                <c:pt idx="26">
                  <c:v>-8.441558441558449</c:v>
                </c:pt>
                <c:pt idx="27">
                  <c:v>-10.828025477707005</c:v>
                </c:pt>
                <c:pt idx="28">
                  <c:v>-10.593220338983045</c:v>
                </c:pt>
                <c:pt idx="29">
                  <c:v>-9.6566523605150163</c:v>
                </c:pt>
                <c:pt idx="30">
                  <c:v>-9.4827586206896584</c:v>
                </c:pt>
                <c:pt idx="31">
                  <c:v>-9.3275488069414436</c:v>
                </c:pt>
                <c:pt idx="32">
                  <c:v>-7.4074074074074066</c:v>
                </c:pt>
                <c:pt idx="33">
                  <c:v>-1.8140589569161092</c:v>
                </c:pt>
                <c:pt idx="34">
                  <c:v>0.23041474654377225</c:v>
                </c:pt>
                <c:pt idx="35">
                  <c:v>1.3986013986013957</c:v>
                </c:pt>
                <c:pt idx="36">
                  <c:v>2.1028037383177711</c:v>
                </c:pt>
                <c:pt idx="37">
                  <c:v>2.8235294117647136</c:v>
                </c:pt>
                <c:pt idx="38">
                  <c:v>3.3096926713948038</c:v>
                </c:pt>
                <c:pt idx="39">
                  <c:v>4.2857142857142705</c:v>
                </c:pt>
                <c:pt idx="40">
                  <c:v>3.5545023696682554</c:v>
                </c:pt>
                <c:pt idx="41">
                  <c:v>3.8004750593824355</c:v>
                </c:pt>
                <c:pt idx="42">
                  <c:v>4.0476190476190554</c:v>
                </c:pt>
                <c:pt idx="43">
                  <c:v>4.5454545454545636</c:v>
                </c:pt>
                <c:pt idx="44">
                  <c:v>4.0000000000000036</c:v>
                </c:pt>
                <c:pt idx="45">
                  <c:v>4.6189376443418029</c:v>
                </c:pt>
                <c:pt idx="46">
                  <c:v>4.3678160919540243</c:v>
                </c:pt>
                <c:pt idx="47">
                  <c:v>5.0574712643678188</c:v>
                </c:pt>
                <c:pt idx="48">
                  <c:v>4.8054919908466776</c:v>
                </c:pt>
                <c:pt idx="49">
                  <c:v>4.3478260869565188</c:v>
                </c:pt>
                <c:pt idx="50">
                  <c:v>4.8054919908466776</c:v>
                </c:pt>
                <c:pt idx="51">
                  <c:v>4.337899543378998</c:v>
                </c:pt>
                <c:pt idx="52">
                  <c:v>5.0343249427917458</c:v>
                </c:pt>
                <c:pt idx="53">
                  <c:v>4.5766590389016093</c:v>
                </c:pt>
                <c:pt idx="54">
                  <c:v>4.8054919908466776</c:v>
                </c:pt>
                <c:pt idx="55">
                  <c:v>5.0343249427917458</c:v>
                </c:pt>
                <c:pt idx="56">
                  <c:v>4.5248868778280604</c:v>
                </c:pt>
                <c:pt idx="57">
                  <c:v>4.1942604856512355</c:v>
                </c:pt>
                <c:pt idx="58">
                  <c:v>5.7268722466960353</c:v>
                </c:pt>
                <c:pt idx="59">
                  <c:v>5.4704595185995686</c:v>
                </c:pt>
                <c:pt idx="60">
                  <c:v>5.4585152838428019</c:v>
                </c:pt>
                <c:pt idx="61">
                  <c:v>6.1403508771929793</c:v>
                </c:pt>
                <c:pt idx="62">
                  <c:v>5.8951965065502154</c:v>
                </c:pt>
                <c:pt idx="63">
                  <c:v>6.1269146608315062</c:v>
                </c:pt>
                <c:pt idx="64">
                  <c:v>5.6644880174292034</c:v>
                </c:pt>
                <c:pt idx="65">
                  <c:v>6.3457330415754853</c:v>
                </c:pt>
                <c:pt idx="66">
                  <c:v>5.8951965065502154</c:v>
                </c:pt>
                <c:pt idx="67">
                  <c:v>5.4466230936819127</c:v>
                </c:pt>
                <c:pt idx="68">
                  <c:v>4.761904761904745</c:v>
                </c:pt>
                <c:pt idx="69">
                  <c:v>2.754237288135597</c:v>
                </c:pt>
                <c:pt idx="70">
                  <c:v>1.2499999999999956</c:v>
                </c:pt>
                <c:pt idx="71">
                  <c:v>0.82987551867219622</c:v>
                </c:pt>
                <c:pt idx="72">
                  <c:v>0.41407867494824835</c:v>
                </c:pt>
                <c:pt idx="73">
                  <c:v>0.20661157024792765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-0.2057613168724326</c:v>
                </c:pt>
                <c:pt idx="78">
                  <c:v>0</c:v>
                </c:pt>
                <c:pt idx="79">
                  <c:v>-0.20661157024793875</c:v>
                </c:pt>
                <c:pt idx="80">
                  <c:v>0.41322314049587749</c:v>
                </c:pt>
                <c:pt idx="81">
                  <c:v>0.82474226804123418</c:v>
                </c:pt>
                <c:pt idx="82">
                  <c:v>0.61728395061728669</c:v>
                </c:pt>
                <c:pt idx="83">
                  <c:v>0.61728395061728669</c:v>
                </c:pt>
                <c:pt idx="84">
                  <c:v>0.82474226804123418</c:v>
                </c:pt>
                <c:pt idx="85">
                  <c:v>1.0309278350515427</c:v>
                </c:pt>
                <c:pt idx="86">
                  <c:v>0.82474226804123418</c:v>
                </c:pt>
                <c:pt idx="87">
                  <c:v>0.41237113402061709</c:v>
                </c:pt>
                <c:pt idx="88">
                  <c:v>0.61855670103092564</c:v>
                </c:pt>
                <c:pt idx="89">
                  <c:v>0.61855670103092564</c:v>
                </c:pt>
                <c:pt idx="90">
                  <c:v>0.41237113402061709</c:v>
                </c:pt>
                <c:pt idx="91">
                  <c:v>0.8281573498964967</c:v>
                </c:pt>
                <c:pt idx="92">
                  <c:v>-0.2057613168724326</c:v>
                </c:pt>
                <c:pt idx="93">
                  <c:v>-1.0224948875255602</c:v>
                </c:pt>
                <c:pt idx="94">
                  <c:v>-1.6359918200408941</c:v>
                </c:pt>
                <c:pt idx="95">
                  <c:v>-1.6359918200408941</c:v>
                </c:pt>
                <c:pt idx="96">
                  <c:v>-2.249488752556239</c:v>
                </c:pt>
                <c:pt idx="97">
                  <c:v>-2.4489795918367419</c:v>
                </c:pt>
                <c:pt idx="98">
                  <c:v>-2.4539877300613355</c:v>
                </c:pt>
                <c:pt idx="99">
                  <c:v>-2.4640657084188944</c:v>
                </c:pt>
                <c:pt idx="100">
                  <c:v>-2.8688524590163911</c:v>
                </c:pt>
                <c:pt idx="101">
                  <c:v>-2.6639344262294973</c:v>
                </c:pt>
                <c:pt idx="102">
                  <c:v>-2.6694045174538106</c:v>
                </c:pt>
                <c:pt idx="103">
                  <c:v>-3.2854209445585258</c:v>
                </c:pt>
                <c:pt idx="104">
                  <c:v>-3.2989690721649478</c:v>
                </c:pt>
                <c:pt idx="105">
                  <c:v>-4.1322314049586755</c:v>
                </c:pt>
                <c:pt idx="106">
                  <c:v>-4.7817047817047875</c:v>
                </c:pt>
                <c:pt idx="107">
                  <c:v>-5.6133056133056192</c:v>
                </c:pt>
                <c:pt idx="108">
                  <c:v>-5.0209205020920518</c:v>
                </c:pt>
                <c:pt idx="109">
                  <c:v>-5.0209205020920518</c:v>
                </c:pt>
                <c:pt idx="110">
                  <c:v>-5.6603773584905763</c:v>
                </c:pt>
                <c:pt idx="111">
                  <c:v>-5.6842105263157912</c:v>
                </c:pt>
                <c:pt idx="112">
                  <c:v>-5.6962025316455556</c:v>
                </c:pt>
                <c:pt idx="113">
                  <c:v>-6.7368421052631628</c:v>
                </c:pt>
                <c:pt idx="114">
                  <c:v>-6.1181434599156042</c:v>
                </c:pt>
                <c:pt idx="115">
                  <c:v>-5.5201698513800412</c:v>
                </c:pt>
                <c:pt idx="116">
                  <c:v>-4.4776119402985088</c:v>
                </c:pt>
                <c:pt idx="117">
                  <c:v>-1.93965517241379</c:v>
                </c:pt>
                <c:pt idx="118">
                  <c:v>-0.21834061135369565</c:v>
                </c:pt>
                <c:pt idx="119">
                  <c:v>1.3215859030837107</c:v>
                </c:pt>
                <c:pt idx="120">
                  <c:v>1.1013215859030812</c:v>
                </c:pt>
                <c:pt idx="121">
                  <c:v>1.3215859030837107</c:v>
                </c:pt>
                <c:pt idx="122">
                  <c:v>2.4444444444444491</c:v>
                </c:pt>
                <c:pt idx="123">
                  <c:v>2.9017857142857206</c:v>
                </c:pt>
                <c:pt idx="124">
                  <c:v>3.3557046979865834</c:v>
                </c:pt>
                <c:pt idx="125">
                  <c:v>4.2889390519187387</c:v>
                </c:pt>
                <c:pt idx="126">
                  <c:v>3.8202247191011285</c:v>
                </c:pt>
                <c:pt idx="127">
                  <c:v>4.0449438202247112</c:v>
                </c:pt>
                <c:pt idx="128">
                  <c:v>4.6875</c:v>
                </c:pt>
                <c:pt idx="129">
                  <c:v>5.0549450549450592</c:v>
                </c:pt>
                <c:pt idx="130">
                  <c:v>6.1269146608315062</c:v>
                </c:pt>
                <c:pt idx="131">
                  <c:v>6.0869565217391175</c:v>
                </c:pt>
                <c:pt idx="132">
                  <c:v>6.3180827886710311</c:v>
                </c:pt>
                <c:pt idx="133">
                  <c:v>6.7391304347826031</c:v>
                </c:pt>
                <c:pt idx="134">
                  <c:v>7.3752711496746226</c:v>
                </c:pt>
                <c:pt idx="135">
                  <c:v>7.8091106290672396</c:v>
                </c:pt>
                <c:pt idx="136">
                  <c:v>9.5238095238095113</c:v>
                </c:pt>
                <c:pt idx="137">
                  <c:v>12.337662337662337</c:v>
                </c:pt>
                <c:pt idx="138">
                  <c:v>17.099567099567103</c:v>
                </c:pt>
                <c:pt idx="139">
                  <c:v>28.293736501079913</c:v>
                </c:pt>
                <c:pt idx="140">
                  <c:v>44.776119402985096</c:v>
                </c:pt>
                <c:pt idx="141">
                  <c:v>58.995815899581608</c:v>
                </c:pt>
                <c:pt idx="142">
                  <c:v>63.505154639175252</c:v>
                </c:pt>
                <c:pt idx="143">
                  <c:v>64.549180327868854</c:v>
                </c:pt>
                <c:pt idx="144">
                  <c:v>71.106557377049185</c:v>
                </c:pt>
                <c:pt idx="145">
                  <c:v>81.262729124236245</c:v>
                </c:pt>
                <c:pt idx="146">
                  <c:v>92.12121212121211</c:v>
                </c:pt>
                <c:pt idx="147">
                  <c:v>98.390342052313855</c:v>
                </c:pt>
                <c:pt idx="148">
                  <c:v>101.58102766798419</c:v>
                </c:pt>
                <c:pt idx="149">
                  <c:v>99.614643545279378</c:v>
                </c:pt>
                <c:pt idx="150">
                  <c:v>90.573012939001842</c:v>
                </c:pt>
                <c:pt idx="151">
                  <c:v>69.696969696969703</c:v>
                </c:pt>
                <c:pt idx="152">
                  <c:v>48.895434462444754</c:v>
                </c:pt>
                <c:pt idx="153">
                  <c:v>40.263157894736842</c:v>
                </c:pt>
                <c:pt idx="154">
                  <c:v>37.074401008827238</c:v>
                </c:pt>
                <c:pt idx="155">
                  <c:v>34.495641344956418</c:v>
                </c:pt>
                <c:pt idx="156">
                  <c:v>27.784431137724553</c:v>
                </c:pt>
                <c:pt idx="157">
                  <c:v>16.853932584269661</c:v>
                </c:pt>
                <c:pt idx="158">
                  <c:v>6.7297581493165115</c:v>
                </c:pt>
                <c:pt idx="159">
                  <c:v>0.70993914807302438</c:v>
                </c:pt>
                <c:pt idx="160">
                  <c:v>-4.9019607843137303</c:v>
                </c:pt>
                <c:pt idx="161">
                  <c:v>-8.3011583011582957</c:v>
                </c:pt>
                <c:pt idx="162">
                  <c:v>-11.639185257032004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1F-45E1-BD5F-AD165CF2B7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9858799"/>
        <c:axId val="615393775"/>
      </c:lineChart>
      <c:dateAx>
        <c:axId val="609858799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615393775"/>
        <c:crosses val="autoZero"/>
        <c:auto val="1"/>
        <c:lblOffset val="100"/>
        <c:baseTimeUnit val="months"/>
        <c:majorUnit val="20"/>
        <c:majorTimeUnit val="months"/>
      </c:dateAx>
      <c:valAx>
        <c:axId val="615393775"/>
        <c:scaling>
          <c:orientation val="minMax"/>
          <c:max val="70"/>
          <c:min val="-10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609858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4'!$C$3</c:f>
              <c:strCache>
                <c:ptCount val="1"/>
                <c:pt idx="0">
                  <c:v>Share of increasing items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45"/>
              <c:spPr>
                <a:solidFill>
                  <a:srgbClr val="99293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23-4169-8A7A-BE41CE5D90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4'!$B$4:$B$250</c:f>
              <c:numCache>
                <c:formatCode>[$-409]mmm\-yy;@</c:formatCode>
                <c:ptCount val="247"/>
                <c:pt idx="0">
                  <c:v>38718</c:v>
                </c:pt>
                <c:pt idx="1">
                  <c:v>38749</c:v>
                </c:pt>
                <c:pt idx="2">
                  <c:v>38777</c:v>
                </c:pt>
                <c:pt idx="3">
                  <c:v>38808</c:v>
                </c:pt>
                <c:pt idx="4">
                  <c:v>38838</c:v>
                </c:pt>
                <c:pt idx="5">
                  <c:v>38869</c:v>
                </c:pt>
                <c:pt idx="6">
                  <c:v>38899</c:v>
                </c:pt>
                <c:pt idx="7">
                  <c:v>38930</c:v>
                </c:pt>
                <c:pt idx="8">
                  <c:v>38961</c:v>
                </c:pt>
                <c:pt idx="9">
                  <c:v>38991</c:v>
                </c:pt>
                <c:pt idx="10">
                  <c:v>39022</c:v>
                </c:pt>
                <c:pt idx="11">
                  <c:v>39052</c:v>
                </c:pt>
                <c:pt idx="12">
                  <c:v>39083</c:v>
                </c:pt>
                <c:pt idx="13">
                  <c:v>39114</c:v>
                </c:pt>
                <c:pt idx="14">
                  <c:v>39142</c:v>
                </c:pt>
                <c:pt idx="15">
                  <c:v>39173</c:v>
                </c:pt>
                <c:pt idx="16">
                  <c:v>39203</c:v>
                </c:pt>
                <c:pt idx="17">
                  <c:v>39234</c:v>
                </c:pt>
                <c:pt idx="18">
                  <c:v>39264</c:v>
                </c:pt>
                <c:pt idx="19">
                  <c:v>39295</c:v>
                </c:pt>
                <c:pt idx="20">
                  <c:v>39326</c:v>
                </c:pt>
                <c:pt idx="21">
                  <c:v>39356</c:v>
                </c:pt>
                <c:pt idx="22">
                  <c:v>39387</c:v>
                </c:pt>
                <c:pt idx="23">
                  <c:v>39417</c:v>
                </c:pt>
                <c:pt idx="24">
                  <c:v>39448</c:v>
                </c:pt>
                <c:pt idx="25">
                  <c:v>39479</c:v>
                </c:pt>
                <c:pt idx="26">
                  <c:v>39508</c:v>
                </c:pt>
                <c:pt idx="27">
                  <c:v>39539</c:v>
                </c:pt>
                <c:pt idx="28">
                  <c:v>39569</c:v>
                </c:pt>
                <c:pt idx="29">
                  <c:v>39600</c:v>
                </c:pt>
                <c:pt idx="30">
                  <c:v>39630</c:v>
                </c:pt>
                <c:pt idx="31">
                  <c:v>39661</c:v>
                </c:pt>
                <c:pt idx="32">
                  <c:v>39692</c:v>
                </c:pt>
                <c:pt idx="33">
                  <c:v>39722</c:v>
                </c:pt>
                <c:pt idx="34">
                  <c:v>39753</c:v>
                </c:pt>
                <c:pt idx="35">
                  <c:v>39783</c:v>
                </c:pt>
                <c:pt idx="36">
                  <c:v>39814</c:v>
                </c:pt>
                <c:pt idx="37">
                  <c:v>39845</c:v>
                </c:pt>
                <c:pt idx="38">
                  <c:v>39873</c:v>
                </c:pt>
                <c:pt idx="39">
                  <c:v>39904</c:v>
                </c:pt>
                <c:pt idx="40">
                  <c:v>39934</c:v>
                </c:pt>
                <c:pt idx="41">
                  <c:v>39965</c:v>
                </c:pt>
                <c:pt idx="42">
                  <c:v>39995</c:v>
                </c:pt>
                <c:pt idx="43">
                  <c:v>40026</c:v>
                </c:pt>
                <c:pt idx="44">
                  <c:v>40057</c:v>
                </c:pt>
                <c:pt idx="45">
                  <c:v>40087</c:v>
                </c:pt>
                <c:pt idx="46">
                  <c:v>40118</c:v>
                </c:pt>
                <c:pt idx="47">
                  <c:v>40148</c:v>
                </c:pt>
                <c:pt idx="48">
                  <c:v>40179</c:v>
                </c:pt>
                <c:pt idx="49">
                  <c:v>40210</c:v>
                </c:pt>
                <c:pt idx="50">
                  <c:v>40238</c:v>
                </c:pt>
                <c:pt idx="51">
                  <c:v>40269</c:v>
                </c:pt>
                <c:pt idx="52">
                  <c:v>40299</c:v>
                </c:pt>
                <c:pt idx="53">
                  <c:v>40330</c:v>
                </c:pt>
                <c:pt idx="54">
                  <c:v>40360</c:v>
                </c:pt>
                <c:pt idx="55">
                  <c:v>40391</c:v>
                </c:pt>
                <c:pt idx="56">
                  <c:v>40422</c:v>
                </c:pt>
                <c:pt idx="57">
                  <c:v>40452</c:v>
                </c:pt>
                <c:pt idx="58">
                  <c:v>40483</c:v>
                </c:pt>
                <c:pt idx="59">
                  <c:v>40513</c:v>
                </c:pt>
                <c:pt idx="60">
                  <c:v>40544</c:v>
                </c:pt>
                <c:pt idx="61">
                  <c:v>40575</c:v>
                </c:pt>
                <c:pt idx="62">
                  <c:v>40603</c:v>
                </c:pt>
                <c:pt idx="63">
                  <c:v>40634</c:v>
                </c:pt>
                <c:pt idx="64">
                  <c:v>40664</c:v>
                </c:pt>
                <c:pt idx="65">
                  <c:v>40695</c:v>
                </c:pt>
                <c:pt idx="66">
                  <c:v>40725</c:v>
                </c:pt>
                <c:pt idx="67">
                  <c:v>40756</c:v>
                </c:pt>
                <c:pt idx="68">
                  <c:v>40787</c:v>
                </c:pt>
                <c:pt idx="69">
                  <c:v>40817</c:v>
                </c:pt>
                <c:pt idx="70">
                  <c:v>40848</c:v>
                </c:pt>
                <c:pt idx="71">
                  <c:v>40878</c:v>
                </c:pt>
                <c:pt idx="72">
                  <c:v>40909</c:v>
                </c:pt>
                <c:pt idx="73">
                  <c:v>40940</c:v>
                </c:pt>
                <c:pt idx="74">
                  <c:v>40969</c:v>
                </c:pt>
                <c:pt idx="75">
                  <c:v>41000</c:v>
                </c:pt>
                <c:pt idx="76">
                  <c:v>41030</c:v>
                </c:pt>
                <c:pt idx="77">
                  <c:v>41061</c:v>
                </c:pt>
                <c:pt idx="78">
                  <c:v>41091</c:v>
                </c:pt>
                <c:pt idx="79">
                  <c:v>41122</c:v>
                </c:pt>
                <c:pt idx="80">
                  <c:v>41153</c:v>
                </c:pt>
                <c:pt idx="81">
                  <c:v>41183</c:v>
                </c:pt>
                <c:pt idx="82">
                  <c:v>41214</c:v>
                </c:pt>
                <c:pt idx="83">
                  <c:v>41244</c:v>
                </c:pt>
                <c:pt idx="84">
                  <c:v>41275</c:v>
                </c:pt>
                <c:pt idx="85">
                  <c:v>41306</c:v>
                </c:pt>
                <c:pt idx="86">
                  <c:v>41334</c:v>
                </c:pt>
                <c:pt idx="87">
                  <c:v>41365</c:v>
                </c:pt>
                <c:pt idx="88">
                  <c:v>41395</c:v>
                </c:pt>
                <c:pt idx="89">
                  <c:v>41426</c:v>
                </c:pt>
                <c:pt idx="90">
                  <c:v>41456</c:v>
                </c:pt>
                <c:pt idx="91">
                  <c:v>41487</c:v>
                </c:pt>
                <c:pt idx="92">
                  <c:v>41518</c:v>
                </c:pt>
                <c:pt idx="93">
                  <c:v>41548</c:v>
                </c:pt>
                <c:pt idx="94">
                  <c:v>41579</c:v>
                </c:pt>
                <c:pt idx="95">
                  <c:v>41609</c:v>
                </c:pt>
                <c:pt idx="96">
                  <c:v>41640</c:v>
                </c:pt>
                <c:pt idx="97">
                  <c:v>41671</c:v>
                </c:pt>
                <c:pt idx="98">
                  <c:v>41699</c:v>
                </c:pt>
                <c:pt idx="99">
                  <c:v>41730</c:v>
                </c:pt>
                <c:pt idx="100">
                  <c:v>41760</c:v>
                </c:pt>
                <c:pt idx="101">
                  <c:v>41791</c:v>
                </c:pt>
                <c:pt idx="102">
                  <c:v>41821</c:v>
                </c:pt>
                <c:pt idx="103">
                  <c:v>41852</c:v>
                </c:pt>
                <c:pt idx="104">
                  <c:v>41883</c:v>
                </c:pt>
                <c:pt idx="105">
                  <c:v>41913</c:v>
                </c:pt>
                <c:pt idx="106">
                  <c:v>41944</c:v>
                </c:pt>
                <c:pt idx="107">
                  <c:v>41974</c:v>
                </c:pt>
                <c:pt idx="108">
                  <c:v>42005</c:v>
                </c:pt>
                <c:pt idx="109">
                  <c:v>42036</c:v>
                </c:pt>
                <c:pt idx="110">
                  <c:v>42064</c:v>
                </c:pt>
                <c:pt idx="111">
                  <c:v>42095</c:v>
                </c:pt>
                <c:pt idx="112">
                  <c:v>42125</c:v>
                </c:pt>
                <c:pt idx="113">
                  <c:v>42156</c:v>
                </c:pt>
                <c:pt idx="114">
                  <c:v>42186</c:v>
                </c:pt>
                <c:pt idx="115">
                  <c:v>42217</c:v>
                </c:pt>
                <c:pt idx="116">
                  <c:v>42248</c:v>
                </c:pt>
                <c:pt idx="117">
                  <c:v>42278</c:v>
                </c:pt>
                <c:pt idx="118">
                  <c:v>42309</c:v>
                </c:pt>
                <c:pt idx="119">
                  <c:v>42339</c:v>
                </c:pt>
                <c:pt idx="120">
                  <c:v>42370</c:v>
                </c:pt>
                <c:pt idx="121">
                  <c:v>42401</c:v>
                </c:pt>
                <c:pt idx="122">
                  <c:v>42430</c:v>
                </c:pt>
                <c:pt idx="123">
                  <c:v>42461</c:v>
                </c:pt>
                <c:pt idx="124">
                  <c:v>42491</c:v>
                </c:pt>
                <c:pt idx="125">
                  <c:v>42522</c:v>
                </c:pt>
                <c:pt idx="126">
                  <c:v>42552</c:v>
                </c:pt>
                <c:pt idx="127">
                  <c:v>42583</c:v>
                </c:pt>
                <c:pt idx="128">
                  <c:v>42614</c:v>
                </c:pt>
                <c:pt idx="129">
                  <c:v>42644</c:v>
                </c:pt>
                <c:pt idx="130">
                  <c:v>42675</c:v>
                </c:pt>
                <c:pt idx="131">
                  <c:v>42705</c:v>
                </c:pt>
                <c:pt idx="132">
                  <c:v>42736</c:v>
                </c:pt>
                <c:pt idx="133">
                  <c:v>42767</c:v>
                </c:pt>
                <c:pt idx="134">
                  <c:v>42795</c:v>
                </c:pt>
                <c:pt idx="135">
                  <c:v>42826</c:v>
                </c:pt>
                <c:pt idx="136">
                  <c:v>42856</c:v>
                </c:pt>
                <c:pt idx="137">
                  <c:v>42887</c:v>
                </c:pt>
                <c:pt idx="138">
                  <c:v>42917</c:v>
                </c:pt>
                <c:pt idx="139">
                  <c:v>42948</c:v>
                </c:pt>
                <c:pt idx="140">
                  <c:v>42979</c:v>
                </c:pt>
                <c:pt idx="141">
                  <c:v>43009</c:v>
                </c:pt>
                <c:pt idx="142">
                  <c:v>43040</c:v>
                </c:pt>
                <c:pt idx="143">
                  <c:v>43070</c:v>
                </c:pt>
                <c:pt idx="144">
                  <c:v>43101</c:v>
                </c:pt>
                <c:pt idx="145">
                  <c:v>43132</c:v>
                </c:pt>
                <c:pt idx="146">
                  <c:v>43160</c:v>
                </c:pt>
                <c:pt idx="147">
                  <c:v>43191</c:v>
                </c:pt>
                <c:pt idx="148">
                  <c:v>43221</c:v>
                </c:pt>
                <c:pt idx="149">
                  <c:v>43252</c:v>
                </c:pt>
                <c:pt idx="150">
                  <c:v>43282</c:v>
                </c:pt>
                <c:pt idx="151">
                  <c:v>43313</c:v>
                </c:pt>
                <c:pt idx="152">
                  <c:v>43344</c:v>
                </c:pt>
                <c:pt idx="153">
                  <c:v>43374</c:v>
                </c:pt>
                <c:pt idx="154">
                  <c:v>43405</c:v>
                </c:pt>
                <c:pt idx="155">
                  <c:v>43435</c:v>
                </c:pt>
                <c:pt idx="156">
                  <c:v>43466</c:v>
                </c:pt>
                <c:pt idx="157">
                  <c:v>43497</c:v>
                </c:pt>
                <c:pt idx="158">
                  <c:v>43525</c:v>
                </c:pt>
                <c:pt idx="159">
                  <c:v>43556</c:v>
                </c:pt>
                <c:pt idx="160">
                  <c:v>43586</c:v>
                </c:pt>
                <c:pt idx="161">
                  <c:v>43617</c:v>
                </c:pt>
                <c:pt idx="162">
                  <c:v>43647</c:v>
                </c:pt>
                <c:pt idx="163">
                  <c:v>43678</c:v>
                </c:pt>
                <c:pt idx="164">
                  <c:v>43709</c:v>
                </c:pt>
                <c:pt idx="165">
                  <c:v>43739</c:v>
                </c:pt>
                <c:pt idx="166">
                  <c:v>43770</c:v>
                </c:pt>
                <c:pt idx="167">
                  <c:v>43800</c:v>
                </c:pt>
                <c:pt idx="168">
                  <c:v>43831</c:v>
                </c:pt>
                <c:pt idx="169">
                  <c:v>43862</c:v>
                </c:pt>
                <c:pt idx="170">
                  <c:v>43891</c:v>
                </c:pt>
                <c:pt idx="171">
                  <c:v>43922</c:v>
                </c:pt>
                <c:pt idx="172">
                  <c:v>43952</c:v>
                </c:pt>
                <c:pt idx="173">
                  <c:v>43983</c:v>
                </c:pt>
                <c:pt idx="174">
                  <c:v>44013</c:v>
                </c:pt>
                <c:pt idx="175">
                  <c:v>44044</c:v>
                </c:pt>
                <c:pt idx="176">
                  <c:v>44075</c:v>
                </c:pt>
                <c:pt idx="177">
                  <c:v>44105</c:v>
                </c:pt>
                <c:pt idx="178">
                  <c:v>44136</c:v>
                </c:pt>
                <c:pt idx="179">
                  <c:v>44166</c:v>
                </c:pt>
                <c:pt idx="180">
                  <c:v>44197</c:v>
                </c:pt>
                <c:pt idx="181">
                  <c:v>44228</c:v>
                </c:pt>
                <c:pt idx="182">
                  <c:v>44256</c:v>
                </c:pt>
                <c:pt idx="183">
                  <c:v>44287</c:v>
                </c:pt>
                <c:pt idx="184">
                  <c:v>44317</c:v>
                </c:pt>
                <c:pt idx="185">
                  <c:v>44348</c:v>
                </c:pt>
                <c:pt idx="186">
                  <c:v>44378</c:v>
                </c:pt>
                <c:pt idx="187">
                  <c:v>44409</c:v>
                </c:pt>
                <c:pt idx="188">
                  <c:v>44440</c:v>
                </c:pt>
                <c:pt idx="189">
                  <c:v>44470</c:v>
                </c:pt>
                <c:pt idx="190">
                  <c:v>44501</c:v>
                </c:pt>
                <c:pt idx="191">
                  <c:v>44531</c:v>
                </c:pt>
                <c:pt idx="192">
                  <c:v>44562</c:v>
                </c:pt>
                <c:pt idx="193">
                  <c:v>44593</c:v>
                </c:pt>
                <c:pt idx="194">
                  <c:v>44621</c:v>
                </c:pt>
                <c:pt idx="195">
                  <c:v>44652</c:v>
                </c:pt>
                <c:pt idx="196">
                  <c:v>44682</c:v>
                </c:pt>
                <c:pt idx="197">
                  <c:v>44713</c:v>
                </c:pt>
                <c:pt idx="198">
                  <c:v>44743</c:v>
                </c:pt>
                <c:pt idx="199">
                  <c:v>44774</c:v>
                </c:pt>
                <c:pt idx="200">
                  <c:v>44805</c:v>
                </c:pt>
                <c:pt idx="201">
                  <c:v>44835</c:v>
                </c:pt>
                <c:pt idx="202">
                  <c:v>44866</c:v>
                </c:pt>
                <c:pt idx="203">
                  <c:v>44896</c:v>
                </c:pt>
                <c:pt idx="204">
                  <c:v>44927</c:v>
                </c:pt>
                <c:pt idx="205">
                  <c:v>44958</c:v>
                </c:pt>
                <c:pt idx="206">
                  <c:v>44986</c:v>
                </c:pt>
                <c:pt idx="207">
                  <c:v>45017</c:v>
                </c:pt>
                <c:pt idx="208">
                  <c:v>45047</c:v>
                </c:pt>
                <c:pt idx="209">
                  <c:v>45078</c:v>
                </c:pt>
                <c:pt idx="210">
                  <c:v>45108</c:v>
                </c:pt>
                <c:pt idx="211">
                  <c:v>45139</c:v>
                </c:pt>
                <c:pt idx="212">
                  <c:v>45170</c:v>
                </c:pt>
                <c:pt idx="213">
                  <c:v>45200</c:v>
                </c:pt>
                <c:pt idx="214">
                  <c:v>45231</c:v>
                </c:pt>
                <c:pt idx="215">
                  <c:v>45261</c:v>
                </c:pt>
                <c:pt idx="216">
                  <c:v>45292</c:v>
                </c:pt>
                <c:pt idx="217">
                  <c:v>45323</c:v>
                </c:pt>
                <c:pt idx="218">
                  <c:v>45352</c:v>
                </c:pt>
                <c:pt idx="219">
                  <c:v>45383</c:v>
                </c:pt>
                <c:pt idx="220">
                  <c:v>45413</c:v>
                </c:pt>
                <c:pt idx="221">
                  <c:v>45444</c:v>
                </c:pt>
                <c:pt idx="222">
                  <c:v>45474</c:v>
                </c:pt>
                <c:pt idx="223">
                  <c:v>45505</c:v>
                </c:pt>
                <c:pt idx="224">
                  <c:v>45536</c:v>
                </c:pt>
                <c:pt idx="225">
                  <c:v>45566</c:v>
                </c:pt>
                <c:pt idx="226">
                  <c:v>45597</c:v>
                </c:pt>
                <c:pt idx="227">
                  <c:v>45627</c:v>
                </c:pt>
                <c:pt idx="228">
                  <c:v>45658</c:v>
                </c:pt>
                <c:pt idx="229">
                  <c:v>45689</c:v>
                </c:pt>
                <c:pt idx="230">
                  <c:v>45717</c:v>
                </c:pt>
                <c:pt idx="231">
                  <c:v>45748</c:v>
                </c:pt>
                <c:pt idx="232">
                  <c:v>45778</c:v>
                </c:pt>
                <c:pt idx="233">
                  <c:v>45809</c:v>
                </c:pt>
                <c:pt idx="234">
                  <c:v>45839</c:v>
                </c:pt>
                <c:pt idx="235">
                  <c:v>45870</c:v>
                </c:pt>
                <c:pt idx="236">
                  <c:v>45901</c:v>
                </c:pt>
                <c:pt idx="237">
                  <c:v>45931</c:v>
                </c:pt>
                <c:pt idx="238">
                  <c:v>45962</c:v>
                </c:pt>
                <c:pt idx="239">
                  <c:v>45992</c:v>
                </c:pt>
                <c:pt idx="240">
                  <c:v>46023</c:v>
                </c:pt>
                <c:pt idx="241">
                  <c:v>46054</c:v>
                </c:pt>
                <c:pt idx="242">
                  <c:v>46082</c:v>
                </c:pt>
                <c:pt idx="243">
                  <c:v>46113</c:v>
                </c:pt>
                <c:pt idx="244">
                  <c:v>46143</c:v>
                </c:pt>
                <c:pt idx="245">
                  <c:v>46174</c:v>
                </c:pt>
                <c:pt idx="246">
                  <c:v>46204</c:v>
                </c:pt>
              </c:numCache>
            </c:numRef>
          </c:cat>
          <c:val>
            <c:numRef>
              <c:f>'Graph 4'!$C$4:$C$250</c:f>
              <c:numCache>
                <c:formatCode>0.0</c:formatCode>
                <c:ptCount val="247"/>
                <c:pt idx="0">
                  <c:v>39.961759082217974</c:v>
                </c:pt>
                <c:pt idx="1">
                  <c:v>41.108986615678781</c:v>
                </c:pt>
                <c:pt idx="2">
                  <c:v>41.108986615678781</c:v>
                </c:pt>
                <c:pt idx="3">
                  <c:v>39.961759082217974</c:v>
                </c:pt>
                <c:pt idx="4">
                  <c:v>42.065009560229441</c:v>
                </c:pt>
                <c:pt idx="5">
                  <c:v>44.359464627151048</c:v>
                </c:pt>
                <c:pt idx="6">
                  <c:v>44.933078393881452</c:v>
                </c:pt>
                <c:pt idx="7">
                  <c:v>47.418738049713191</c:v>
                </c:pt>
                <c:pt idx="8">
                  <c:v>46.080305927342259</c:v>
                </c:pt>
                <c:pt idx="9">
                  <c:v>46.271510516252391</c:v>
                </c:pt>
                <c:pt idx="10">
                  <c:v>46.845124282982795</c:v>
                </c:pt>
                <c:pt idx="11">
                  <c:v>47.609942638623323</c:v>
                </c:pt>
                <c:pt idx="12">
                  <c:v>48.183556405353727</c:v>
                </c:pt>
                <c:pt idx="13">
                  <c:v>45.88910133843212</c:v>
                </c:pt>
                <c:pt idx="14">
                  <c:v>46.653919694072663</c:v>
                </c:pt>
                <c:pt idx="15">
                  <c:v>48.75717017208413</c:v>
                </c:pt>
                <c:pt idx="16">
                  <c:v>50.286806883365202</c:v>
                </c:pt>
                <c:pt idx="17">
                  <c:v>47.609942638623323</c:v>
                </c:pt>
                <c:pt idx="18">
                  <c:v>48.948374760994263</c:v>
                </c:pt>
                <c:pt idx="19">
                  <c:v>49.139579349904402</c:v>
                </c:pt>
                <c:pt idx="20">
                  <c:v>46.845124282982795</c:v>
                </c:pt>
                <c:pt idx="21">
                  <c:v>52.198852772466545</c:v>
                </c:pt>
                <c:pt idx="22">
                  <c:v>51.625239005736134</c:v>
                </c:pt>
                <c:pt idx="23">
                  <c:v>50.095602294455063</c:v>
                </c:pt>
                <c:pt idx="24">
                  <c:v>52.207293666026864</c:v>
                </c:pt>
                <c:pt idx="25">
                  <c:v>52.015355086372359</c:v>
                </c:pt>
                <c:pt idx="26">
                  <c:v>56.046065259117086</c:v>
                </c:pt>
                <c:pt idx="27">
                  <c:v>56.23800383877159</c:v>
                </c:pt>
                <c:pt idx="28">
                  <c:v>56.046065259117086</c:v>
                </c:pt>
                <c:pt idx="29">
                  <c:v>56.621880998080613</c:v>
                </c:pt>
                <c:pt idx="30">
                  <c:v>59.50095969289827</c:v>
                </c:pt>
                <c:pt idx="31">
                  <c:v>58.349328214971209</c:v>
                </c:pt>
                <c:pt idx="32">
                  <c:v>59.50095969289827</c:v>
                </c:pt>
                <c:pt idx="33">
                  <c:v>61.036468330134355</c:v>
                </c:pt>
                <c:pt idx="34">
                  <c:v>60.84452975047985</c:v>
                </c:pt>
                <c:pt idx="35">
                  <c:v>59.117082533589247</c:v>
                </c:pt>
                <c:pt idx="36">
                  <c:v>56.106870229007633</c:v>
                </c:pt>
                <c:pt idx="37">
                  <c:v>55.916030534351144</c:v>
                </c:pt>
                <c:pt idx="38">
                  <c:v>54.961832061068705</c:v>
                </c:pt>
                <c:pt idx="39">
                  <c:v>53.625954198473281</c:v>
                </c:pt>
                <c:pt idx="40">
                  <c:v>50.763358778625957</c:v>
                </c:pt>
                <c:pt idx="41">
                  <c:v>44.465648854961835</c:v>
                </c:pt>
                <c:pt idx="42">
                  <c:v>39.885496183206108</c:v>
                </c:pt>
                <c:pt idx="43">
                  <c:v>36.25954198473282</c:v>
                </c:pt>
                <c:pt idx="44">
                  <c:v>34.351145038167942</c:v>
                </c:pt>
                <c:pt idx="45">
                  <c:v>29.007633587786259</c:v>
                </c:pt>
                <c:pt idx="46">
                  <c:v>27.480916030534353</c:v>
                </c:pt>
                <c:pt idx="47">
                  <c:v>26.52671755725191</c:v>
                </c:pt>
                <c:pt idx="48">
                  <c:v>24.809160305343511</c:v>
                </c:pt>
                <c:pt idx="49">
                  <c:v>25.763358778625957</c:v>
                </c:pt>
                <c:pt idx="50">
                  <c:v>24.618320610687022</c:v>
                </c:pt>
                <c:pt idx="51">
                  <c:v>22.709923664122137</c:v>
                </c:pt>
                <c:pt idx="52">
                  <c:v>21.946564885496183</c:v>
                </c:pt>
                <c:pt idx="53">
                  <c:v>24.809160305343511</c:v>
                </c:pt>
                <c:pt idx="54">
                  <c:v>25</c:v>
                </c:pt>
                <c:pt idx="55">
                  <c:v>25.190839694656486</c:v>
                </c:pt>
                <c:pt idx="56">
                  <c:v>25</c:v>
                </c:pt>
                <c:pt idx="57">
                  <c:v>26.52671755725191</c:v>
                </c:pt>
                <c:pt idx="58">
                  <c:v>27.29007633587786</c:v>
                </c:pt>
                <c:pt idx="59">
                  <c:v>27.480916030534353</c:v>
                </c:pt>
                <c:pt idx="60">
                  <c:v>24.045801526717558</c:v>
                </c:pt>
                <c:pt idx="61">
                  <c:v>25.381679389312978</c:v>
                </c:pt>
                <c:pt idx="62">
                  <c:v>25.381679389312978</c:v>
                </c:pt>
                <c:pt idx="63">
                  <c:v>32.251908396946568</c:v>
                </c:pt>
                <c:pt idx="64">
                  <c:v>33.969465648854964</c:v>
                </c:pt>
                <c:pt idx="65">
                  <c:v>31.488549618320612</c:v>
                </c:pt>
                <c:pt idx="66">
                  <c:v>34.160305343511446</c:v>
                </c:pt>
                <c:pt idx="67">
                  <c:v>33.778625954198475</c:v>
                </c:pt>
                <c:pt idx="68">
                  <c:v>34.160305343511446</c:v>
                </c:pt>
                <c:pt idx="69">
                  <c:v>35.496183206106871</c:v>
                </c:pt>
                <c:pt idx="70">
                  <c:v>34.923664122137403</c:v>
                </c:pt>
                <c:pt idx="71">
                  <c:v>36.832061068702288</c:v>
                </c:pt>
                <c:pt idx="72">
                  <c:v>38.549618320610683</c:v>
                </c:pt>
                <c:pt idx="73">
                  <c:v>38.358778625954201</c:v>
                </c:pt>
                <c:pt idx="74">
                  <c:v>37.404580152671755</c:v>
                </c:pt>
                <c:pt idx="75">
                  <c:v>39.885496183206108</c:v>
                </c:pt>
                <c:pt idx="76">
                  <c:v>37.213740458015266</c:v>
                </c:pt>
                <c:pt idx="77">
                  <c:v>39.503816793893129</c:v>
                </c:pt>
                <c:pt idx="78">
                  <c:v>37.977099236641223</c:v>
                </c:pt>
                <c:pt idx="79">
                  <c:v>37.595419847328245</c:v>
                </c:pt>
                <c:pt idx="80">
                  <c:v>36.832061068702288</c:v>
                </c:pt>
                <c:pt idx="81">
                  <c:v>37.786259541984734</c:v>
                </c:pt>
                <c:pt idx="82">
                  <c:v>36.450381679389317</c:v>
                </c:pt>
                <c:pt idx="83">
                  <c:v>36.25954198473282</c:v>
                </c:pt>
                <c:pt idx="84">
                  <c:v>34.541984732824424</c:v>
                </c:pt>
                <c:pt idx="85">
                  <c:v>34.541984732824424</c:v>
                </c:pt>
                <c:pt idx="86">
                  <c:v>34.160305343511446</c:v>
                </c:pt>
                <c:pt idx="87">
                  <c:v>31.297709923664126</c:v>
                </c:pt>
                <c:pt idx="88">
                  <c:v>34.732824427480921</c:v>
                </c:pt>
                <c:pt idx="89">
                  <c:v>37.977099236641223</c:v>
                </c:pt>
                <c:pt idx="90">
                  <c:v>37.213740458015266</c:v>
                </c:pt>
                <c:pt idx="91">
                  <c:v>41.412213740458014</c:v>
                </c:pt>
                <c:pt idx="92">
                  <c:v>43.702290076335878</c:v>
                </c:pt>
                <c:pt idx="93">
                  <c:v>45.419847328244273</c:v>
                </c:pt>
                <c:pt idx="94">
                  <c:v>47.900763358778626</c:v>
                </c:pt>
                <c:pt idx="95">
                  <c:v>51.145038167938928</c:v>
                </c:pt>
                <c:pt idx="96">
                  <c:v>53.625954198473281</c:v>
                </c:pt>
                <c:pt idx="97">
                  <c:v>55.916030534351144</c:v>
                </c:pt>
                <c:pt idx="98">
                  <c:v>53.435114503816791</c:v>
                </c:pt>
                <c:pt idx="99">
                  <c:v>56.297709923664115</c:v>
                </c:pt>
                <c:pt idx="100">
                  <c:v>53.81679389312977</c:v>
                </c:pt>
                <c:pt idx="101">
                  <c:v>52.862595419847324</c:v>
                </c:pt>
                <c:pt idx="102">
                  <c:v>54.198473282442748</c:v>
                </c:pt>
                <c:pt idx="103">
                  <c:v>54.770992366412216</c:v>
                </c:pt>
                <c:pt idx="104">
                  <c:v>54.770992366412216</c:v>
                </c:pt>
                <c:pt idx="105">
                  <c:v>54.580152671755719</c:v>
                </c:pt>
                <c:pt idx="106">
                  <c:v>55.152671755725194</c:v>
                </c:pt>
                <c:pt idx="107">
                  <c:v>54.007633587786266</c:v>
                </c:pt>
                <c:pt idx="108">
                  <c:v>56.297709923664115</c:v>
                </c:pt>
                <c:pt idx="109">
                  <c:v>57.824427480916029</c:v>
                </c:pt>
                <c:pt idx="110">
                  <c:v>55.534351145038165</c:v>
                </c:pt>
                <c:pt idx="111">
                  <c:v>58.206106870229014</c:v>
                </c:pt>
                <c:pt idx="112">
                  <c:v>60.496183206106871</c:v>
                </c:pt>
                <c:pt idx="113">
                  <c:v>60.114503816793899</c:v>
                </c:pt>
                <c:pt idx="114">
                  <c:v>62.977099236641223</c:v>
                </c:pt>
                <c:pt idx="115">
                  <c:v>62.404580152671748</c:v>
                </c:pt>
                <c:pt idx="116">
                  <c:v>65.839694656488547</c:v>
                </c:pt>
                <c:pt idx="117">
                  <c:v>64.694656488549612</c:v>
                </c:pt>
                <c:pt idx="118">
                  <c:v>65.839694656488547</c:v>
                </c:pt>
                <c:pt idx="119">
                  <c:v>66.030534351145036</c:v>
                </c:pt>
                <c:pt idx="120">
                  <c:v>64.818355640535373</c:v>
                </c:pt>
                <c:pt idx="121">
                  <c:v>67.112810707456987</c:v>
                </c:pt>
                <c:pt idx="122">
                  <c:v>68.833652007648183</c:v>
                </c:pt>
                <c:pt idx="123">
                  <c:v>65.774378585086041</c:v>
                </c:pt>
                <c:pt idx="124">
                  <c:v>64.05353728489483</c:v>
                </c:pt>
                <c:pt idx="125">
                  <c:v>63.288718929254308</c:v>
                </c:pt>
                <c:pt idx="126">
                  <c:v>60.994263862332701</c:v>
                </c:pt>
                <c:pt idx="127">
                  <c:v>63.288718929254308</c:v>
                </c:pt>
                <c:pt idx="128">
                  <c:v>60.229445506692159</c:v>
                </c:pt>
                <c:pt idx="129">
                  <c:v>58.699808795411087</c:v>
                </c:pt>
                <c:pt idx="130">
                  <c:v>57.743785850860419</c:v>
                </c:pt>
                <c:pt idx="131">
                  <c:v>56.022944550669216</c:v>
                </c:pt>
                <c:pt idx="132">
                  <c:v>59.082217973231351</c:v>
                </c:pt>
                <c:pt idx="133">
                  <c:v>58.508604206500955</c:v>
                </c:pt>
                <c:pt idx="134">
                  <c:v>59.273422562141484</c:v>
                </c:pt>
                <c:pt idx="135">
                  <c:v>57.934990439770552</c:v>
                </c:pt>
                <c:pt idx="136">
                  <c:v>56.214149139579348</c:v>
                </c:pt>
                <c:pt idx="137">
                  <c:v>55.449330783938812</c:v>
                </c:pt>
                <c:pt idx="138">
                  <c:v>56.978967495219891</c:v>
                </c:pt>
                <c:pt idx="139">
                  <c:v>57.743785850860419</c:v>
                </c:pt>
                <c:pt idx="140">
                  <c:v>55.25812619502868</c:v>
                </c:pt>
                <c:pt idx="141">
                  <c:v>58.126195028680691</c:v>
                </c:pt>
                <c:pt idx="142">
                  <c:v>58.891013384321219</c:v>
                </c:pt>
                <c:pt idx="143">
                  <c:v>57.743785850860419</c:v>
                </c:pt>
                <c:pt idx="144">
                  <c:v>60.038240917782026</c:v>
                </c:pt>
                <c:pt idx="145">
                  <c:v>59.082217973231351</c:v>
                </c:pt>
                <c:pt idx="146">
                  <c:v>54.875717017208416</c:v>
                </c:pt>
                <c:pt idx="147">
                  <c:v>55.831739961759084</c:v>
                </c:pt>
                <c:pt idx="148">
                  <c:v>55.640535372848952</c:v>
                </c:pt>
                <c:pt idx="149">
                  <c:v>54.493307839388152</c:v>
                </c:pt>
                <c:pt idx="150">
                  <c:v>53.346080305927345</c:v>
                </c:pt>
                <c:pt idx="151">
                  <c:v>51.625239005736134</c:v>
                </c:pt>
                <c:pt idx="152">
                  <c:v>53.537284894837477</c:v>
                </c:pt>
                <c:pt idx="153">
                  <c:v>53.154875717017212</c:v>
                </c:pt>
                <c:pt idx="154">
                  <c:v>56.022944550669216</c:v>
                </c:pt>
                <c:pt idx="155">
                  <c:v>54.684512428298284</c:v>
                </c:pt>
                <c:pt idx="156">
                  <c:v>54.875717017208416</c:v>
                </c:pt>
                <c:pt idx="157">
                  <c:v>54.110898661567873</c:v>
                </c:pt>
                <c:pt idx="158">
                  <c:v>55.640535372848952</c:v>
                </c:pt>
                <c:pt idx="159">
                  <c:v>58.508604206500955</c:v>
                </c:pt>
                <c:pt idx="160">
                  <c:v>58.699808795411087</c:v>
                </c:pt>
                <c:pt idx="161">
                  <c:v>59.46462715105163</c:v>
                </c:pt>
                <c:pt idx="162">
                  <c:v>59.847036328871894</c:v>
                </c:pt>
                <c:pt idx="163">
                  <c:v>59.46462715105163</c:v>
                </c:pt>
                <c:pt idx="164">
                  <c:v>59.082217973231351</c:v>
                </c:pt>
                <c:pt idx="165">
                  <c:v>59.46462715105163</c:v>
                </c:pt>
                <c:pt idx="166">
                  <c:v>62.141491395793501</c:v>
                </c:pt>
                <c:pt idx="167">
                  <c:v>60.229445506692159</c:v>
                </c:pt>
                <c:pt idx="168">
                  <c:v>61.75908221797323</c:v>
                </c:pt>
                <c:pt idx="169">
                  <c:v>60.038240917782026</c:v>
                </c:pt>
                <c:pt idx="170">
                  <c:v>57.934990439770552</c:v>
                </c:pt>
                <c:pt idx="171">
                  <c:v>58.317399617590823</c:v>
                </c:pt>
                <c:pt idx="172">
                  <c:v>59.082217973231351</c:v>
                </c:pt>
                <c:pt idx="173">
                  <c:v>59.655831739961762</c:v>
                </c:pt>
                <c:pt idx="174">
                  <c:v>54.875717017208416</c:v>
                </c:pt>
                <c:pt idx="175">
                  <c:v>53.728489483747609</c:v>
                </c:pt>
                <c:pt idx="176">
                  <c:v>56.022944550669216</c:v>
                </c:pt>
                <c:pt idx="177">
                  <c:v>54.875717017208416</c:v>
                </c:pt>
                <c:pt idx="178">
                  <c:v>51.24282982791587</c:v>
                </c:pt>
                <c:pt idx="179">
                  <c:v>47.992351816443595</c:v>
                </c:pt>
                <c:pt idx="180">
                  <c:v>46.743295019157088</c:v>
                </c:pt>
                <c:pt idx="181">
                  <c:v>49.042145593869726</c:v>
                </c:pt>
                <c:pt idx="182">
                  <c:v>50.957854406130267</c:v>
                </c:pt>
                <c:pt idx="183">
                  <c:v>50.191570881226056</c:v>
                </c:pt>
                <c:pt idx="184">
                  <c:v>51.149425287356323</c:v>
                </c:pt>
                <c:pt idx="185">
                  <c:v>50.574712643678168</c:v>
                </c:pt>
                <c:pt idx="186">
                  <c:v>51.91570881226054</c:v>
                </c:pt>
                <c:pt idx="187">
                  <c:v>56.130268199233711</c:v>
                </c:pt>
                <c:pt idx="188">
                  <c:v>57.088122605363992</c:v>
                </c:pt>
                <c:pt idx="189">
                  <c:v>58.429118773946364</c:v>
                </c:pt>
                <c:pt idx="190">
                  <c:v>59.195402298850574</c:v>
                </c:pt>
                <c:pt idx="191">
                  <c:v>58.812260536398462</c:v>
                </c:pt>
                <c:pt idx="192">
                  <c:v>61.494252873563212</c:v>
                </c:pt>
                <c:pt idx="193">
                  <c:v>63.984674329501914</c:v>
                </c:pt>
                <c:pt idx="194">
                  <c:v>63.218390804597703</c:v>
                </c:pt>
                <c:pt idx="195">
                  <c:v>68.773946360153261</c:v>
                </c:pt>
                <c:pt idx="196">
                  <c:v>69.157088122605359</c:v>
                </c:pt>
                <c:pt idx="197">
                  <c:v>71.264367816091962</c:v>
                </c:pt>
                <c:pt idx="198">
                  <c:v>73.180076628352481</c:v>
                </c:pt>
                <c:pt idx="199">
                  <c:v>72.605363984674327</c:v>
                </c:pt>
                <c:pt idx="200">
                  <c:v>74.904214559386972</c:v>
                </c:pt>
                <c:pt idx="201">
                  <c:v>78.927203065134094</c:v>
                </c:pt>
                <c:pt idx="202">
                  <c:v>79.885057471264361</c:v>
                </c:pt>
                <c:pt idx="203">
                  <c:v>81.226053639846739</c:v>
                </c:pt>
                <c:pt idx="204">
                  <c:v>80.268199233716473</c:v>
                </c:pt>
                <c:pt idx="205">
                  <c:v>81.034482758620683</c:v>
                </c:pt>
                <c:pt idx="206">
                  <c:v>82.567049808429118</c:v>
                </c:pt>
                <c:pt idx="207">
                  <c:v>84.291187739463595</c:v>
                </c:pt>
                <c:pt idx="208">
                  <c:v>84.865900383141764</c:v>
                </c:pt>
                <c:pt idx="209">
                  <c:v>84.865900383141764</c:v>
                </c:pt>
                <c:pt idx="210">
                  <c:v>85.632183908045974</c:v>
                </c:pt>
                <c:pt idx="211">
                  <c:v>86.015325670498086</c:v>
                </c:pt>
                <c:pt idx="212">
                  <c:v>86.973180076628353</c:v>
                </c:pt>
                <c:pt idx="213">
                  <c:v>84.674329501915707</c:v>
                </c:pt>
                <c:pt idx="214">
                  <c:v>82.950191570881231</c:v>
                </c:pt>
                <c:pt idx="215">
                  <c:v>81.992337164750964</c:v>
                </c:pt>
                <c:pt idx="216">
                  <c:v>83.908045977011497</c:v>
                </c:pt>
                <c:pt idx="217">
                  <c:v>81.800766283524908</c:v>
                </c:pt>
                <c:pt idx="218">
                  <c:v>79.501915708812263</c:v>
                </c:pt>
                <c:pt idx="219">
                  <c:v>80.842911877394641</c:v>
                </c:pt>
                <c:pt idx="220">
                  <c:v>79.310344827586206</c:v>
                </c:pt>
                <c:pt idx="221">
                  <c:v>78.735632183908038</c:v>
                </c:pt>
                <c:pt idx="222">
                  <c:v>75.670498084291182</c:v>
                </c:pt>
                <c:pt idx="223">
                  <c:v>74.712643678160916</c:v>
                </c:pt>
                <c:pt idx="224">
                  <c:v>76.053639846743295</c:v>
                </c:pt>
                <c:pt idx="225">
                  <c:v>75.095785440613028</c:v>
                </c:pt>
                <c:pt idx="226">
                  <c:v>75.47892720306514</c:v>
                </c:pt>
                <c:pt idx="227">
                  <c:v>75.670498084291182</c:v>
                </c:pt>
                <c:pt idx="228">
                  <c:v>77.011494252873561</c:v>
                </c:pt>
                <c:pt idx="229">
                  <c:v>78.735632183908038</c:v>
                </c:pt>
                <c:pt idx="230">
                  <c:v>80.459770114942529</c:v>
                </c:pt>
                <c:pt idx="231">
                  <c:v>80.268199233716473</c:v>
                </c:pt>
                <c:pt idx="232">
                  <c:v>81.609195402298852</c:v>
                </c:pt>
                <c:pt idx="233">
                  <c:v>80.459770114942529</c:v>
                </c:pt>
                <c:pt idx="234">
                  <c:v>79.693486590038304</c:v>
                </c:pt>
                <c:pt idx="235">
                  <c:v>80.076628352490417</c:v>
                </c:pt>
                <c:pt idx="236">
                  <c:v>77.58620689655173</c:v>
                </c:pt>
                <c:pt idx="237">
                  <c:v>77.394636015325673</c:v>
                </c:pt>
                <c:pt idx="238">
                  <c:v>78.735632183908038</c:v>
                </c:pt>
                <c:pt idx="239">
                  <c:v>75.670498084291182</c:v>
                </c:pt>
                <c:pt idx="240">
                  <c:v>73.91304347826086</c:v>
                </c:pt>
                <c:pt idx="241">
                  <c:v>73.724007561436679</c:v>
                </c:pt>
                <c:pt idx="242">
                  <c:v>74.291115311909266</c:v>
                </c:pt>
                <c:pt idx="243">
                  <c:v>72.022684310018903</c:v>
                </c:pt>
                <c:pt idx="244">
                  <c:v>71.644612476370511</c:v>
                </c:pt>
                <c:pt idx="245">
                  <c:v>72.589792060491504</c:v>
                </c:pt>
                <c:pt idx="246">
                  <c:v>72.400756143667294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23-4169-8A7A-BE41CE5D908B}"/>
            </c:ext>
          </c:extLst>
        </c:ser>
        <c:ser>
          <c:idx val="1"/>
          <c:order val="1"/>
          <c:tx>
            <c:strRef>
              <c:f>'Graph 4'!$D$3</c:f>
              <c:strCache>
                <c:ptCount val="1"/>
                <c:pt idx="0">
                  <c:v>Share of decreasing items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46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23-4169-8A7A-BE41CE5D908B}"/>
                </c:ext>
              </c:extLst>
            </c:dLbl>
            <c:spPr>
              <a:solidFill>
                <a:srgbClr val="B59A67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4'!$B$4:$B$250</c:f>
              <c:numCache>
                <c:formatCode>[$-409]mmm\-yy;@</c:formatCode>
                <c:ptCount val="247"/>
                <c:pt idx="0">
                  <c:v>38718</c:v>
                </c:pt>
                <c:pt idx="1">
                  <c:v>38749</c:v>
                </c:pt>
                <c:pt idx="2">
                  <c:v>38777</c:v>
                </c:pt>
                <c:pt idx="3">
                  <c:v>38808</c:v>
                </c:pt>
                <c:pt idx="4">
                  <c:v>38838</c:v>
                </c:pt>
                <c:pt idx="5">
                  <c:v>38869</c:v>
                </c:pt>
                <c:pt idx="6">
                  <c:v>38899</c:v>
                </c:pt>
                <c:pt idx="7">
                  <c:v>38930</c:v>
                </c:pt>
                <c:pt idx="8">
                  <c:v>38961</c:v>
                </c:pt>
                <c:pt idx="9">
                  <c:v>38991</c:v>
                </c:pt>
                <c:pt idx="10">
                  <c:v>39022</c:v>
                </c:pt>
                <c:pt idx="11">
                  <c:v>39052</c:v>
                </c:pt>
                <c:pt idx="12">
                  <c:v>39083</c:v>
                </c:pt>
                <c:pt idx="13">
                  <c:v>39114</c:v>
                </c:pt>
                <c:pt idx="14">
                  <c:v>39142</c:v>
                </c:pt>
                <c:pt idx="15">
                  <c:v>39173</c:v>
                </c:pt>
                <c:pt idx="16">
                  <c:v>39203</c:v>
                </c:pt>
                <c:pt idx="17">
                  <c:v>39234</c:v>
                </c:pt>
                <c:pt idx="18">
                  <c:v>39264</c:v>
                </c:pt>
                <c:pt idx="19">
                  <c:v>39295</c:v>
                </c:pt>
                <c:pt idx="20">
                  <c:v>39326</c:v>
                </c:pt>
                <c:pt idx="21">
                  <c:v>39356</c:v>
                </c:pt>
                <c:pt idx="22">
                  <c:v>39387</c:v>
                </c:pt>
                <c:pt idx="23">
                  <c:v>39417</c:v>
                </c:pt>
                <c:pt idx="24">
                  <c:v>39448</c:v>
                </c:pt>
                <c:pt idx="25">
                  <c:v>39479</c:v>
                </c:pt>
                <c:pt idx="26">
                  <c:v>39508</c:v>
                </c:pt>
                <c:pt idx="27">
                  <c:v>39539</c:v>
                </c:pt>
                <c:pt idx="28">
                  <c:v>39569</c:v>
                </c:pt>
                <c:pt idx="29">
                  <c:v>39600</c:v>
                </c:pt>
                <c:pt idx="30">
                  <c:v>39630</c:v>
                </c:pt>
                <c:pt idx="31">
                  <c:v>39661</c:v>
                </c:pt>
                <c:pt idx="32">
                  <c:v>39692</c:v>
                </c:pt>
                <c:pt idx="33">
                  <c:v>39722</c:v>
                </c:pt>
                <c:pt idx="34">
                  <c:v>39753</c:v>
                </c:pt>
                <c:pt idx="35">
                  <c:v>39783</c:v>
                </c:pt>
                <c:pt idx="36">
                  <c:v>39814</c:v>
                </c:pt>
                <c:pt idx="37">
                  <c:v>39845</c:v>
                </c:pt>
                <c:pt idx="38">
                  <c:v>39873</c:v>
                </c:pt>
                <c:pt idx="39">
                  <c:v>39904</c:v>
                </c:pt>
                <c:pt idx="40">
                  <c:v>39934</c:v>
                </c:pt>
                <c:pt idx="41">
                  <c:v>39965</c:v>
                </c:pt>
                <c:pt idx="42">
                  <c:v>39995</c:v>
                </c:pt>
                <c:pt idx="43">
                  <c:v>40026</c:v>
                </c:pt>
                <c:pt idx="44">
                  <c:v>40057</c:v>
                </c:pt>
                <c:pt idx="45">
                  <c:v>40087</c:v>
                </c:pt>
                <c:pt idx="46">
                  <c:v>40118</c:v>
                </c:pt>
                <c:pt idx="47">
                  <c:v>40148</c:v>
                </c:pt>
                <c:pt idx="48">
                  <c:v>40179</c:v>
                </c:pt>
                <c:pt idx="49">
                  <c:v>40210</c:v>
                </c:pt>
                <c:pt idx="50">
                  <c:v>40238</c:v>
                </c:pt>
                <c:pt idx="51">
                  <c:v>40269</c:v>
                </c:pt>
                <c:pt idx="52">
                  <c:v>40299</c:v>
                </c:pt>
                <c:pt idx="53">
                  <c:v>40330</c:v>
                </c:pt>
                <c:pt idx="54">
                  <c:v>40360</c:v>
                </c:pt>
                <c:pt idx="55">
                  <c:v>40391</c:v>
                </c:pt>
                <c:pt idx="56">
                  <c:v>40422</c:v>
                </c:pt>
                <c:pt idx="57">
                  <c:v>40452</c:v>
                </c:pt>
                <c:pt idx="58">
                  <c:v>40483</c:v>
                </c:pt>
                <c:pt idx="59">
                  <c:v>40513</c:v>
                </c:pt>
                <c:pt idx="60">
                  <c:v>40544</c:v>
                </c:pt>
                <c:pt idx="61">
                  <c:v>40575</c:v>
                </c:pt>
                <c:pt idx="62">
                  <c:v>40603</c:v>
                </c:pt>
                <c:pt idx="63">
                  <c:v>40634</c:v>
                </c:pt>
                <c:pt idx="64">
                  <c:v>40664</c:v>
                </c:pt>
                <c:pt idx="65">
                  <c:v>40695</c:v>
                </c:pt>
                <c:pt idx="66">
                  <c:v>40725</c:v>
                </c:pt>
                <c:pt idx="67">
                  <c:v>40756</c:v>
                </c:pt>
                <c:pt idx="68">
                  <c:v>40787</c:v>
                </c:pt>
                <c:pt idx="69">
                  <c:v>40817</c:v>
                </c:pt>
                <c:pt idx="70">
                  <c:v>40848</c:v>
                </c:pt>
                <c:pt idx="71">
                  <c:v>40878</c:v>
                </c:pt>
                <c:pt idx="72">
                  <c:v>40909</c:v>
                </c:pt>
                <c:pt idx="73">
                  <c:v>40940</c:v>
                </c:pt>
                <c:pt idx="74">
                  <c:v>40969</c:v>
                </c:pt>
                <c:pt idx="75">
                  <c:v>41000</c:v>
                </c:pt>
                <c:pt idx="76">
                  <c:v>41030</c:v>
                </c:pt>
                <c:pt idx="77">
                  <c:v>41061</c:v>
                </c:pt>
                <c:pt idx="78">
                  <c:v>41091</c:v>
                </c:pt>
                <c:pt idx="79">
                  <c:v>41122</c:v>
                </c:pt>
                <c:pt idx="80">
                  <c:v>41153</c:v>
                </c:pt>
                <c:pt idx="81">
                  <c:v>41183</c:v>
                </c:pt>
                <c:pt idx="82">
                  <c:v>41214</c:v>
                </c:pt>
                <c:pt idx="83">
                  <c:v>41244</c:v>
                </c:pt>
                <c:pt idx="84">
                  <c:v>41275</c:v>
                </c:pt>
                <c:pt idx="85">
                  <c:v>41306</c:v>
                </c:pt>
                <c:pt idx="86">
                  <c:v>41334</c:v>
                </c:pt>
                <c:pt idx="87">
                  <c:v>41365</c:v>
                </c:pt>
                <c:pt idx="88">
                  <c:v>41395</c:v>
                </c:pt>
                <c:pt idx="89">
                  <c:v>41426</c:v>
                </c:pt>
                <c:pt idx="90">
                  <c:v>41456</c:v>
                </c:pt>
                <c:pt idx="91">
                  <c:v>41487</c:v>
                </c:pt>
                <c:pt idx="92">
                  <c:v>41518</c:v>
                </c:pt>
                <c:pt idx="93">
                  <c:v>41548</c:v>
                </c:pt>
                <c:pt idx="94">
                  <c:v>41579</c:v>
                </c:pt>
                <c:pt idx="95">
                  <c:v>41609</c:v>
                </c:pt>
                <c:pt idx="96">
                  <c:v>41640</c:v>
                </c:pt>
                <c:pt idx="97">
                  <c:v>41671</c:v>
                </c:pt>
                <c:pt idx="98">
                  <c:v>41699</c:v>
                </c:pt>
                <c:pt idx="99">
                  <c:v>41730</c:v>
                </c:pt>
                <c:pt idx="100">
                  <c:v>41760</c:v>
                </c:pt>
                <c:pt idx="101">
                  <c:v>41791</c:v>
                </c:pt>
                <c:pt idx="102">
                  <c:v>41821</c:v>
                </c:pt>
                <c:pt idx="103">
                  <c:v>41852</c:v>
                </c:pt>
                <c:pt idx="104">
                  <c:v>41883</c:v>
                </c:pt>
                <c:pt idx="105">
                  <c:v>41913</c:v>
                </c:pt>
                <c:pt idx="106">
                  <c:v>41944</c:v>
                </c:pt>
                <c:pt idx="107">
                  <c:v>41974</c:v>
                </c:pt>
                <c:pt idx="108">
                  <c:v>42005</c:v>
                </c:pt>
                <c:pt idx="109">
                  <c:v>42036</c:v>
                </c:pt>
                <c:pt idx="110">
                  <c:v>42064</c:v>
                </c:pt>
                <c:pt idx="111">
                  <c:v>42095</c:v>
                </c:pt>
                <c:pt idx="112">
                  <c:v>42125</c:v>
                </c:pt>
                <c:pt idx="113">
                  <c:v>42156</c:v>
                </c:pt>
                <c:pt idx="114">
                  <c:v>42186</c:v>
                </c:pt>
                <c:pt idx="115">
                  <c:v>42217</c:v>
                </c:pt>
                <c:pt idx="116">
                  <c:v>42248</c:v>
                </c:pt>
                <c:pt idx="117">
                  <c:v>42278</c:v>
                </c:pt>
                <c:pt idx="118">
                  <c:v>42309</c:v>
                </c:pt>
                <c:pt idx="119">
                  <c:v>42339</c:v>
                </c:pt>
                <c:pt idx="120">
                  <c:v>42370</c:v>
                </c:pt>
                <c:pt idx="121">
                  <c:v>42401</c:v>
                </c:pt>
                <c:pt idx="122">
                  <c:v>42430</c:v>
                </c:pt>
                <c:pt idx="123">
                  <c:v>42461</c:v>
                </c:pt>
                <c:pt idx="124">
                  <c:v>42491</c:v>
                </c:pt>
                <c:pt idx="125">
                  <c:v>42522</c:v>
                </c:pt>
                <c:pt idx="126">
                  <c:v>42552</c:v>
                </c:pt>
                <c:pt idx="127">
                  <c:v>42583</c:v>
                </c:pt>
                <c:pt idx="128">
                  <c:v>42614</c:v>
                </c:pt>
                <c:pt idx="129">
                  <c:v>42644</c:v>
                </c:pt>
                <c:pt idx="130">
                  <c:v>42675</c:v>
                </c:pt>
                <c:pt idx="131">
                  <c:v>42705</c:v>
                </c:pt>
                <c:pt idx="132">
                  <c:v>42736</c:v>
                </c:pt>
                <c:pt idx="133">
                  <c:v>42767</c:v>
                </c:pt>
                <c:pt idx="134">
                  <c:v>42795</c:v>
                </c:pt>
                <c:pt idx="135">
                  <c:v>42826</c:v>
                </c:pt>
                <c:pt idx="136">
                  <c:v>42856</c:v>
                </c:pt>
                <c:pt idx="137">
                  <c:v>42887</c:v>
                </c:pt>
                <c:pt idx="138">
                  <c:v>42917</c:v>
                </c:pt>
                <c:pt idx="139">
                  <c:v>42948</c:v>
                </c:pt>
                <c:pt idx="140">
                  <c:v>42979</c:v>
                </c:pt>
                <c:pt idx="141">
                  <c:v>43009</c:v>
                </c:pt>
                <c:pt idx="142">
                  <c:v>43040</c:v>
                </c:pt>
                <c:pt idx="143">
                  <c:v>43070</c:v>
                </c:pt>
                <c:pt idx="144">
                  <c:v>43101</c:v>
                </c:pt>
                <c:pt idx="145">
                  <c:v>43132</c:v>
                </c:pt>
                <c:pt idx="146">
                  <c:v>43160</c:v>
                </c:pt>
                <c:pt idx="147">
                  <c:v>43191</c:v>
                </c:pt>
                <c:pt idx="148">
                  <c:v>43221</c:v>
                </c:pt>
                <c:pt idx="149">
                  <c:v>43252</c:v>
                </c:pt>
                <c:pt idx="150">
                  <c:v>43282</c:v>
                </c:pt>
                <c:pt idx="151">
                  <c:v>43313</c:v>
                </c:pt>
                <c:pt idx="152">
                  <c:v>43344</c:v>
                </c:pt>
                <c:pt idx="153">
                  <c:v>43374</c:v>
                </c:pt>
                <c:pt idx="154">
                  <c:v>43405</c:v>
                </c:pt>
                <c:pt idx="155">
                  <c:v>43435</c:v>
                </c:pt>
                <c:pt idx="156">
                  <c:v>43466</c:v>
                </c:pt>
                <c:pt idx="157">
                  <c:v>43497</c:v>
                </c:pt>
                <c:pt idx="158">
                  <c:v>43525</c:v>
                </c:pt>
                <c:pt idx="159">
                  <c:v>43556</c:v>
                </c:pt>
                <c:pt idx="160">
                  <c:v>43586</c:v>
                </c:pt>
                <c:pt idx="161">
                  <c:v>43617</c:v>
                </c:pt>
                <c:pt idx="162">
                  <c:v>43647</c:v>
                </c:pt>
                <c:pt idx="163">
                  <c:v>43678</c:v>
                </c:pt>
                <c:pt idx="164">
                  <c:v>43709</c:v>
                </c:pt>
                <c:pt idx="165">
                  <c:v>43739</c:v>
                </c:pt>
                <c:pt idx="166">
                  <c:v>43770</c:v>
                </c:pt>
                <c:pt idx="167">
                  <c:v>43800</c:v>
                </c:pt>
                <c:pt idx="168">
                  <c:v>43831</c:v>
                </c:pt>
                <c:pt idx="169">
                  <c:v>43862</c:v>
                </c:pt>
                <c:pt idx="170">
                  <c:v>43891</c:v>
                </c:pt>
                <c:pt idx="171">
                  <c:v>43922</c:v>
                </c:pt>
                <c:pt idx="172">
                  <c:v>43952</c:v>
                </c:pt>
                <c:pt idx="173">
                  <c:v>43983</c:v>
                </c:pt>
                <c:pt idx="174">
                  <c:v>44013</c:v>
                </c:pt>
                <c:pt idx="175">
                  <c:v>44044</c:v>
                </c:pt>
                <c:pt idx="176">
                  <c:v>44075</c:v>
                </c:pt>
                <c:pt idx="177">
                  <c:v>44105</c:v>
                </c:pt>
                <c:pt idx="178">
                  <c:v>44136</c:v>
                </c:pt>
                <c:pt idx="179">
                  <c:v>44166</c:v>
                </c:pt>
                <c:pt idx="180">
                  <c:v>44197</c:v>
                </c:pt>
                <c:pt idx="181">
                  <c:v>44228</c:v>
                </c:pt>
                <c:pt idx="182">
                  <c:v>44256</c:v>
                </c:pt>
                <c:pt idx="183">
                  <c:v>44287</c:v>
                </c:pt>
                <c:pt idx="184">
                  <c:v>44317</c:v>
                </c:pt>
                <c:pt idx="185">
                  <c:v>44348</c:v>
                </c:pt>
                <c:pt idx="186">
                  <c:v>44378</c:v>
                </c:pt>
                <c:pt idx="187">
                  <c:v>44409</c:v>
                </c:pt>
                <c:pt idx="188">
                  <c:v>44440</c:v>
                </c:pt>
                <c:pt idx="189">
                  <c:v>44470</c:v>
                </c:pt>
                <c:pt idx="190">
                  <c:v>44501</c:v>
                </c:pt>
                <c:pt idx="191">
                  <c:v>44531</c:v>
                </c:pt>
                <c:pt idx="192">
                  <c:v>44562</c:v>
                </c:pt>
                <c:pt idx="193">
                  <c:v>44593</c:v>
                </c:pt>
                <c:pt idx="194">
                  <c:v>44621</c:v>
                </c:pt>
                <c:pt idx="195">
                  <c:v>44652</c:v>
                </c:pt>
                <c:pt idx="196">
                  <c:v>44682</c:v>
                </c:pt>
                <c:pt idx="197">
                  <c:v>44713</c:v>
                </c:pt>
                <c:pt idx="198">
                  <c:v>44743</c:v>
                </c:pt>
                <c:pt idx="199">
                  <c:v>44774</c:v>
                </c:pt>
                <c:pt idx="200">
                  <c:v>44805</c:v>
                </c:pt>
                <c:pt idx="201">
                  <c:v>44835</c:v>
                </c:pt>
                <c:pt idx="202">
                  <c:v>44866</c:v>
                </c:pt>
                <c:pt idx="203">
                  <c:v>44896</c:v>
                </c:pt>
                <c:pt idx="204">
                  <c:v>44927</c:v>
                </c:pt>
                <c:pt idx="205">
                  <c:v>44958</c:v>
                </c:pt>
                <c:pt idx="206">
                  <c:v>44986</c:v>
                </c:pt>
                <c:pt idx="207">
                  <c:v>45017</c:v>
                </c:pt>
                <c:pt idx="208">
                  <c:v>45047</c:v>
                </c:pt>
                <c:pt idx="209">
                  <c:v>45078</c:v>
                </c:pt>
                <c:pt idx="210">
                  <c:v>45108</c:v>
                </c:pt>
                <c:pt idx="211">
                  <c:v>45139</c:v>
                </c:pt>
                <c:pt idx="212">
                  <c:v>45170</c:v>
                </c:pt>
                <c:pt idx="213">
                  <c:v>45200</c:v>
                </c:pt>
                <c:pt idx="214">
                  <c:v>45231</c:v>
                </c:pt>
                <c:pt idx="215">
                  <c:v>45261</c:v>
                </c:pt>
                <c:pt idx="216">
                  <c:v>45292</c:v>
                </c:pt>
                <c:pt idx="217">
                  <c:v>45323</c:v>
                </c:pt>
                <c:pt idx="218">
                  <c:v>45352</c:v>
                </c:pt>
                <c:pt idx="219">
                  <c:v>45383</c:v>
                </c:pt>
                <c:pt idx="220">
                  <c:v>45413</c:v>
                </c:pt>
                <c:pt idx="221">
                  <c:v>45444</c:v>
                </c:pt>
                <c:pt idx="222">
                  <c:v>45474</c:v>
                </c:pt>
                <c:pt idx="223">
                  <c:v>45505</c:v>
                </c:pt>
                <c:pt idx="224">
                  <c:v>45536</c:v>
                </c:pt>
                <c:pt idx="225">
                  <c:v>45566</c:v>
                </c:pt>
                <c:pt idx="226">
                  <c:v>45597</c:v>
                </c:pt>
                <c:pt idx="227">
                  <c:v>45627</c:v>
                </c:pt>
                <c:pt idx="228">
                  <c:v>45658</c:v>
                </c:pt>
                <c:pt idx="229">
                  <c:v>45689</c:v>
                </c:pt>
                <c:pt idx="230">
                  <c:v>45717</c:v>
                </c:pt>
                <c:pt idx="231">
                  <c:v>45748</c:v>
                </c:pt>
                <c:pt idx="232">
                  <c:v>45778</c:v>
                </c:pt>
                <c:pt idx="233">
                  <c:v>45809</c:v>
                </c:pt>
                <c:pt idx="234">
                  <c:v>45839</c:v>
                </c:pt>
                <c:pt idx="235">
                  <c:v>45870</c:v>
                </c:pt>
                <c:pt idx="236">
                  <c:v>45901</c:v>
                </c:pt>
                <c:pt idx="237">
                  <c:v>45931</c:v>
                </c:pt>
                <c:pt idx="238">
                  <c:v>45962</c:v>
                </c:pt>
                <c:pt idx="239">
                  <c:v>45992</c:v>
                </c:pt>
                <c:pt idx="240">
                  <c:v>46023</c:v>
                </c:pt>
                <c:pt idx="241">
                  <c:v>46054</c:v>
                </c:pt>
                <c:pt idx="242">
                  <c:v>46082</c:v>
                </c:pt>
                <c:pt idx="243">
                  <c:v>46113</c:v>
                </c:pt>
                <c:pt idx="244">
                  <c:v>46143</c:v>
                </c:pt>
                <c:pt idx="245">
                  <c:v>46174</c:v>
                </c:pt>
                <c:pt idx="246">
                  <c:v>46204</c:v>
                </c:pt>
              </c:numCache>
            </c:numRef>
          </c:cat>
          <c:val>
            <c:numRef>
              <c:f>'Graph 4'!$D$4:$D$250</c:f>
              <c:numCache>
                <c:formatCode>0.0</c:formatCode>
                <c:ptCount val="247"/>
                <c:pt idx="0">
                  <c:v>50.669216061185473</c:v>
                </c:pt>
                <c:pt idx="1">
                  <c:v>49.521988527724666</c:v>
                </c:pt>
                <c:pt idx="2">
                  <c:v>50.478011472275327</c:v>
                </c:pt>
                <c:pt idx="3">
                  <c:v>50.478011472275327</c:v>
                </c:pt>
                <c:pt idx="4">
                  <c:v>49.521988527724666</c:v>
                </c:pt>
                <c:pt idx="5">
                  <c:v>46.845124282982795</c:v>
                </c:pt>
                <c:pt idx="6">
                  <c:v>45.697896749521988</c:v>
                </c:pt>
                <c:pt idx="7">
                  <c:v>43.403441682600381</c:v>
                </c:pt>
                <c:pt idx="8">
                  <c:v>44.74187380497132</c:v>
                </c:pt>
                <c:pt idx="9">
                  <c:v>42.829827915869984</c:v>
                </c:pt>
                <c:pt idx="10">
                  <c:v>43.59464627151052</c:v>
                </c:pt>
                <c:pt idx="11">
                  <c:v>43.977055449330784</c:v>
                </c:pt>
                <c:pt idx="12">
                  <c:v>43.59464627151052</c:v>
                </c:pt>
                <c:pt idx="13">
                  <c:v>45.124282982791584</c:v>
                </c:pt>
                <c:pt idx="14">
                  <c:v>43.403441682600381</c:v>
                </c:pt>
                <c:pt idx="15">
                  <c:v>39.770554493307841</c:v>
                </c:pt>
                <c:pt idx="16">
                  <c:v>39.961759082217974</c:v>
                </c:pt>
                <c:pt idx="17">
                  <c:v>43.021032504780116</c:v>
                </c:pt>
                <c:pt idx="18">
                  <c:v>39.770554493307841</c:v>
                </c:pt>
                <c:pt idx="19">
                  <c:v>39.961759082217974</c:v>
                </c:pt>
                <c:pt idx="20">
                  <c:v>42.829827915869984</c:v>
                </c:pt>
                <c:pt idx="21">
                  <c:v>37.667304015296367</c:v>
                </c:pt>
                <c:pt idx="22">
                  <c:v>39.005736137667299</c:v>
                </c:pt>
                <c:pt idx="23">
                  <c:v>38.623326959847034</c:v>
                </c:pt>
                <c:pt idx="24">
                  <c:v>35.892514395393476</c:v>
                </c:pt>
                <c:pt idx="25">
                  <c:v>36.660268714011515</c:v>
                </c:pt>
                <c:pt idx="26">
                  <c:v>33.397312859884835</c:v>
                </c:pt>
                <c:pt idx="27">
                  <c:v>35.700575815738958</c:v>
                </c:pt>
                <c:pt idx="28">
                  <c:v>34.357005758157385</c:v>
                </c:pt>
                <c:pt idx="29">
                  <c:v>33.781190019193858</c:v>
                </c:pt>
                <c:pt idx="30">
                  <c:v>30.326295585412666</c:v>
                </c:pt>
                <c:pt idx="31">
                  <c:v>30.902111324376197</c:v>
                </c:pt>
                <c:pt idx="32">
                  <c:v>30.134357005758154</c:v>
                </c:pt>
                <c:pt idx="33">
                  <c:v>28.982725527831093</c:v>
                </c:pt>
                <c:pt idx="34">
                  <c:v>29.174664107485604</c:v>
                </c:pt>
                <c:pt idx="35">
                  <c:v>30.710172744721685</c:v>
                </c:pt>
                <c:pt idx="36">
                  <c:v>33.778625954198475</c:v>
                </c:pt>
                <c:pt idx="37">
                  <c:v>33.778625954198475</c:v>
                </c:pt>
                <c:pt idx="38">
                  <c:v>34.923664122137403</c:v>
                </c:pt>
                <c:pt idx="39">
                  <c:v>37.213740458015266</c:v>
                </c:pt>
                <c:pt idx="40">
                  <c:v>39.122137404580151</c:v>
                </c:pt>
                <c:pt idx="41">
                  <c:v>46.564885496183209</c:v>
                </c:pt>
                <c:pt idx="42">
                  <c:v>50.381679389312971</c:v>
                </c:pt>
                <c:pt idx="43">
                  <c:v>53.81679389312977</c:v>
                </c:pt>
                <c:pt idx="44">
                  <c:v>55.916030534351144</c:v>
                </c:pt>
                <c:pt idx="45">
                  <c:v>61.641221374045806</c:v>
                </c:pt>
                <c:pt idx="46">
                  <c:v>61.832061068702295</c:v>
                </c:pt>
                <c:pt idx="47">
                  <c:v>63.931297709923662</c:v>
                </c:pt>
                <c:pt idx="48">
                  <c:v>65.267175572519093</c:v>
                </c:pt>
                <c:pt idx="49">
                  <c:v>63.931297709923662</c:v>
                </c:pt>
                <c:pt idx="50">
                  <c:v>65.07633587786259</c:v>
                </c:pt>
                <c:pt idx="51">
                  <c:v>66.030534351145036</c:v>
                </c:pt>
                <c:pt idx="52">
                  <c:v>66.603053435114504</c:v>
                </c:pt>
                <c:pt idx="53">
                  <c:v>64.503816793893137</c:v>
                </c:pt>
                <c:pt idx="54">
                  <c:v>62.404580152671748</c:v>
                </c:pt>
                <c:pt idx="55">
                  <c:v>61.832061068702295</c:v>
                </c:pt>
                <c:pt idx="56">
                  <c:v>62.595419847328252</c:v>
                </c:pt>
                <c:pt idx="57">
                  <c:v>62.213740458015266</c:v>
                </c:pt>
                <c:pt idx="58">
                  <c:v>61.068702290076338</c:v>
                </c:pt>
                <c:pt idx="59">
                  <c:v>60.877862595419849</c:v>
                </c:pt>
                <c:pt idx="60">
                  <c:v>63.358778625954194</c:v>
                </c:pt>
                <c:pt idx="61">
                  <c:v>62.022900763358777</c:v>
                </c:pt>
                <c:pt idx="62">
                  <c:v>62.022900763358777</c:v>
                </c:pt>
                <c:pt idx="63">
                  <c:v>54.770992366412216</c:v>
                </c:pt>
                <c:pt idx="64">
                  <c:v>52.671755725190842</c:v>
                </c:pt>
                <c:pt idx="65">
                  <c:v>56.106870229007633</c:v>
                </c:pt>
                <c:pt idx="66">
                  <c:v>53.435114503816791</c:v>
                </c:pt>
                <c:pt idx="67">
                  <c:v>54.007633587786266</c:v>
                </c:pt>
                <c:pt idx="68">
                  <c:v>53.244274809160309</c:v>
                </c:pt>
                <c:pt idx="69">
                  <c:v>51.145038167938928</c:v>
                </c:pt>
                <c:pt idx="70">
                  <c:v>52.290076335877863</c:v>
                </c:pt>
                <c:pt idx="71">
                  <c:v>50.954198473282439</c:v>
                </c:pt>
                <c:pt idx="72">
                  <c:v>49.809160305343511</c:v>
                </c:pt>
                <c:pt idx="73">
                  <c:v>49.045801526717561</c:v>
                </c:pt>
                <c:pt idx="74">
                  <c:v>50.763358778625957</c:v>
                </c:pt>
                <c:pt idx="75">
                  <c:v>50</c:v>
                </c:pt>
                <c:pt idx="76">
                  <c:v>52.480916030534353</c:v>
                </c:pt>
                <c:pt idx="77">
                  <c:v>48.854961832061065</c:v>
                </c:pt>
                <c:pt idx="78">
                  <c:v>50.381679389312971</c:v>
                </c:pt>
                <c:pt idx="79">
                  <c:v>51.335877862595424</c:v>
                </c:pt>
                <c:pt idx="80">
                  <c:v>51.526717557251914</c:v>
                </c:pt>
                <c:pt idx="81">
                  <c:v>50.190839694656489</c:v>
                </c:pt>
                <c:pt idx="82">
                  <c:v>51.335877862595424</c:v>
                </c:pt>
                <c:pt idx="83">
                  <c:v>52.671755725190842</c:v>
                </c:pt>
                <c:pt idx="84">
                  <c:v>53.81679389312977</c:v>
                </c:pt>
                <c:pt idx="85">
                  <c:v>53.625954198473281</c:v>
                </c:pt>
                <c:pt idx="86">
                  <c:v>54.007633587786266</c:v>
                </c:pt>
                <c:pt idx="87">
                  <c:v>54.770992366412216</c:v>
                </c:pt>
                <c:pt idx="88">
                  <c:v>52.480916030534353</c:v>
                </c:pt>
                <c:pt idx="89">
                  <c:v>50.190839694656489</c:v>
                </c:pt>
                <c:pt idx="90">
                  <c:v>49.045801526717561</c:v>
                </c:pt>
                <c:pt idx="91">
                  <c:v>45.610687022900763</c:v>
                </c:pt>
                <c:pt idx="92">
                  <c:v>44.274809160305345</c:v>
                </c:pt>
                <c:pt idx="93">
                  <c:v>41.030534351145036</c:v>
                </c:pt>
                <c:pt idx="94">
                  <c:v>39.503816793893129</c:v>
                </c:pt>
                <c:pt idx="95">
                  <c:v>35.877862595419849</c:v>
                </c:pt>
                <c:pt idx="96">
                  <c:v>35.114503816793892</c:v>
                </c:pt>
                <c:pt idx="97">
                  <c:v>32.44274809160305</c:v>
                </c:pt>
                <c:pt idx="98">
                  <c:v>34.160305343511446</c:v>
                </c:pt>
                <c:pt idx="99">
                  <c:v>37.022900763358777</c:v>
                </c:pt>
                <c:pt idx="100">
                  <c:v>40.839694656488554</c:v>
                </c:pt>
                <c:pt idx="101">
                  <c:v>40.839694656488554</c:v>
                </c:pt>
                <c:pt idx="102">
                  <c:v>38.931297709923662</c:v>
                </c:pt>
                <c:pt idx="103">
                  <c:v>39.503816793893129</c:v>
                </c:pt>
                <c:pt idx="104">
                  <c:v>39.122137404580151</c:v>
                </c:pt>
                <c:pt idx="105">
                  <c:v>39.31297709923664</c:v>
                </c:pt>
                <c:pt idx="106">
                  <c:v>38.931297709923662</c:v>
                </c:pt>
                <c:pt idx="107">
                  <c:v>39.31297709923664</c:v>
                </c:pt>
                <c:pt idx="108">
                  <c:v>36.450381679389317</c:v>
                </c:pt>
                <c:pt idx="109">
                  <c:v>36.832061068702288</c:v>
                </c:pt>
                <c:pt idx="110">
                  <c:v>38.358778625954201</c:v>
                </c:pt>
                <c:pt idx="111">
                  <c:v>33.778625954198475</c:v>
                </c:pt>
                <c:pt idx="112">
                  <c:v>30.152671755725191</c:v>
                </c:pt>
                <c:pt idx="113">
                  <c:v>31.106870229007633</c:v>
                </c:pt>
                <c:pt idx="114">
                  <c:v>28.244274809160309</c:v>
                </c:pt>
                <c:pt idx="115">
                  <c:v>27.862595419847331</c:v>
                </c:pt>
                <c:pt idx="116">
                  <c:v>25.381679389312978</c:v>
                </c:pt>
                <c:pt idx="117">
                  <c:v>26.145038167938932</c:v>
                </c:pt>
                <c:pt idx="118">
                  <c:v>25.381679389312978</c:v>
                </c:pt>
                <c:pt idx="119">
                  <c:v>24.427480916030532</c:v>
                </c:pt>
                <c:pt idx="120">
                  <c:v>27.533460803059274</c:v>
                </c:pt>
                <c:pt idx="121">
                  <c:v>25.812619502868067</c:v>
                </c:pt>
                <c:pt idx="122">
                  <c:v>23.326959847036331</c:v>
                </c:pt>
                <c:pt idx="123">
                  <c:v>27.342256214149142</c:v>
                </c:pt>
                <c:pt idx="124">
                  <c:v>28.107074569789674</c:v>
                </c:pt>
                <c:pt idx="125">
                  <c:v>29.063097514340345</c:v>
                </c:pt>
                <c:pt idx="126">
                  <c:v>31.357552581261949</c:v>
                </c:pt>
                <c:pt idx="127">
                  <c:v>29.254302103250478</c:v>
                </c:pt>
                <c:pt idx="128">
                  <c:v>32.122370936902485</c:v>
                </c:pt>
                <c:pt idx="129">
                  <c:v>33.078393881453152</c:v>
                </c:pt>
                <c:pt idx="130">
                  <c:v>34.416826003824092</c:v>
                </c:pt>
                <c:pt idx="131">
                  <c:v>36.328871892925427</c:v>
                </c:pt>
                <c:pt idx="132">
                  <c:v>33.652007648183556</c:v>
                </c:pt>
                <c:pt idx="133">
                  <c:v>34.416826003824092</c:v>
                </c:pt>
                <c:pt idx="134">
                  <c:v>33.460803059273424</c:v>
                </c:pt>
                <c:pt idx="135">
                  <c:v>34.03441682600382</c:v>
                </c:pt>
                <c:pt idx="136">
                  <c:v>35.564053537284899</c:v>
                </c:pt>
                <c:pt idx="137">
                  <c:v>36.520076481835559</c:v>
                </c:pt>
                <c:pt idx="138">
                  <c:v>35.181644359464627</c:v>
                </c:pt>
                <c:pt idx="139">
                  <c:v>34.799235181644363</c:v>
                </c:pt>
                <c:pt idx="140">
                  <c:v>36.520076481835559</c:v>
                </c:pt>
                <c:pt idx="141">
                  <c:v>34.03441682600382</c:v>
                </c:pt>
                <c:pt idx="142">
                  <c:v>33.460803059273424</c:v>
                </c:pt>
                <c:pt idx="143">
                  <c:v>34.608030592734224</c:v>
                </c:pt>
                <c:pt idx="144">
                  <c:v>33.269598470363285</c:v>
                </c:pt>
                <c:pt idx="145">
                  <c:v>33.843212237093688</c:v>
                </c:pt>
                <c:pt idx="146">
                  <c:v>38.049713193116638</c:v>
                </c:pt>
                <c:pt idx="147">
                  <c:v>36.328871892925427</c:v>
                </c:pt>
                <c:pt idx="148">
                  <c:v>36.902485659655831</c:v>
                </c:pt>
                <c:pt idx="149">
                  <c:v>37.476099426386234</c:v>
                </c:pt>
                <c:pt idx="150">
                  <c:v>38.623326959847034</c:v>
                </c:pt>
                <c:pt idx="151">
                  <c:v>40.535372848948377</c:v>
                </c:pt>
                <c:pt idx="152">
                  <c:v>38.623326959847034</c:v>
                </c:pt>
                <c:pt idx="153">
                  <c:v>39.196940726577438</c:v>
                </c:pt>
                <c:pt idx="154">
                  <c:v>36.137667304015295</c:v>
                </c:pt>
                <c:pt idx="155">
                  <c:v>37.667304015296367</c:v>
                </c:pt>
                <c:pt idx="156">
                  <c:v>37.093690248565963</c:v>
                </c:pt>
                <c:pt idx="157">
                  <c:v>37.858508604206506</c:v>
                </c:pt>
                <c:pt idx="158">
                  <c:v>35.564053537284899</c:v>
                </c:pt>
                <c:pt idx="159">
                  <c:v>33.269598470363285</c:v>
                </c:pt>
                <c:pt idx="160">
                  <c:v>33.460803059273424</c:v>
                </c:pt>
                <c:pt idx="161">
                  <c:v>32.504780114722756</c:v>
                </c:pt>
                <c:pt idx="162">
                  <c:v>32.695984703632888</c:v>
                </c:pt>
                <c:pt idx="163">
                  <c:v>33.078393881453152</c:v>
                </c:pt>
                <c:pt idx="164">
                  <c:v>33.078393881453152</c:v>
                </c:pt>
                <c:pt idx="165">
                  <c:v>38.814531548757166</c:v>
                </c:pt>
                <c:pt idx="166">
                  <c:v>36.137667304015295</c:v>
                </c:pt>
                <c:pt idx="167">
                  <c:v>38.049713193116638</c:v>
                </c:pt>
                <c:pt idx="168">
                  <c:v>36.520076481835559</c:v>
                </c:pt>
                <c:pt idx="169">
                  <c:v>38.432122370936902</c:v>
                </c:pt>
                <c:pt idx="170">
                  <c:v>40.535372848948377</c:v>
                </c:pt>
                <c:pt idx="171">
                  <c:v>39.196940726577438</c:v>
                </c:pt>
                <c:pt idx="172">
                  <c:v>38.623326959847034</c:v>
                </c:pt>
                <c:pt idx="173">
                  <c:v>38.049713193116638</c:v>
                </c:pt>
                <c:pt idx="174">
                  <c:v>42.447418738049713</c:v>
                </c:pt>
                <c:pt idx="175">
                  <c:v>43.59464627151052</c:v>
                </c:pt>
                <c:pt idx="176">
                  <c:v>41.300191204588913</c:v>
                </c:pt>
                <c:pt idx="177">
                  <c:v>36.520076481835559</c:v>
                </c:pt>
                <c:pt idx="178">
                  <c:v>40.152963671128106</c:v>
                </c:pt>
                <c:pt idx="179">
                  <c:v>43.59464627151052</c:v>
                </c:pt>
                <c:pt idx="180">
                  <c:v>44.636015325670499</c:v>
                </c:pt>
                <c:pt idx="181">
                  <c:v>42.720306513409959</c:v>
                </c:pt>
                <c:pt idx="182">
                  <c:v>40.996168582375482</c:v>
                </c:pt>
                <c:pt idx="183">
                  <c:v>41.762452107279699</c:v>
                </c:pt>
                <c:pt idx="184">
                  <c:v>41.379310344827587</c:v>
                </c:pt>
                <c:pt idx="185">
                  <c:v>41.762452107279699</c:v>
                </c:pt>
                <c:pt idx="186">
                  <c:v>40.996168582375482</c:v>
                </c:pt>
                <c:pt idx="187">
                  <c:v>36.206896551724135</c:v>
                </c:pt>
                <c:pt idx="188">
                  <c:v>35.05747126436782</c:v>
                </c:pt>
                <c:pt idx="189">
                  <c:v>34.099616858237546</c:v>
                </c:pt>
                <c:pt idx="190">
                  <c:v>33.333333333333329</c:v>
                </c:pt>
                <c:pt idx="191">
                  <c:v>34.291187739463602</c:v>
                </c:pt>
                <c:pt idx="192">
                  <c:v>31.03448275862069</c:v>
                </c:pt>
                <c:pt idx="193">
                  <c:v>28.927203065134101</c:v>
                </c:pt>
                <c:pt idx="194">
                  <c:v>29.693486590038315</c:v>
                </c:pt>
                <c:pt idx="195">
                  <c:v>24.904214559386972</c:v>
                </c:pt>
                <c:pt idx="196">
                  <c:v>24.521072796934863</c:v>
                </c:pt>
                <c:pt idx="197">
                  <c:v>22.222222222222221</c:v>
                </c:pt>
                <c:pt idx="198">
                  <c:v>20.689655172413794</c:v>
                </c:pt>
                <c:pt idx="199">
                  <c:v>21.455938697318008</c:v>
                </c:pt>
                <c:pt idx="200">
                  <c:v>18.582375478927204</c:v>
                </c:pt>
                <c:pt idx="201">
                  <c:v>14.559386973180077</c:v>
                </c:pt>
                <c:pt idx="202">
                  <c:v>13.601532567049809</c:v>
                </c:pt>
                <c:pt idx="203">
                  <c:v>11.685823754789272</c:v>
                </c:pt>
                <c:pt idx="204">
                  <c:v>12.643678160919542</c:v>
                </c:pt>
                <c:pt idx="205">
                  <c:v>11.685823754789272</c:v>
                </c:pt>
                <c:pt idx="206">
                  <c:v>9.9616858237547881</c:v>
                </c:pt>
                <c:pt idx="207">
                  <c:v>9.1954022988505741</c:v>
                </c:pt>
                <c:pt idx="208">
                  <c:v>8.8122605363984672</c:v>
                </c:pt>
                <c:pt idx="209">
                  <c:v>9.1954022988505741</c:v>
                </c:pt>
                <c:pt idx="210">
                  <c:v>8.4291187739463602</c:v>
                </c:pt>
                <c:pt idx="211">
                  <c:v>8.2375478927203059</c:v>
                </c:pt>
                <c:pt idx="212">
                  <c:v>7.2796934865900385</c:v>
                </c:pt>
                <c:pt idx="213">
                  <c:v>9.5785440613026829</c:v>
                </c:pt>
                <c:pt idx="214">
                  <c:v>11.302681992337165</c:v>
                </c:pt>
                <c:pt idx="215">
                  <c:v>12.068965517241379</c:v>
                </c:pt>
                <c:pt idx="216">
                  <c:v>10.727969348659004</c:v>
                </c:pt>
                <c:pt idx="217">
                  <c:v>12.835249042145595</c:v>
                </c:pt>
                <c:pt idx="218">
                  <c:v>15.134099616858238</c:v>
                </c:pt>
                <c:pt idx="219">
                  <c:v>13.984674329501914</c:v>
                </c:pt>
                <c:pt idx="220">
                  <c:v>15.517241379310345</c:v>
                </c:pt>
                <c:pt idx="221">
                  <c:v>16.091954022988507</c:v>
                </c:pt>
                <c:pt idx="222">
                  <c:v>18.773946360153257</c:v>
                </c:pt>
                <c:pt idx="223">
                  <c:v>19.923371647509576</c:v>
                </c:pt>
                <c:pt idx="224">
                  <c:v>18.199233716475096</c:v>
                </c:pt>
                <c:pt idx="225">
                  <c:v>19.540229885057471</c:v>
                </c:pt>
                <c:pt idx="226">
                  <c:v>19.348659003831418</c:v>
                </c:pt>
                <c:pt idx="227">
                  <c:v>18.96551724137931</c:v>
                </c:pt>
                <c:pt idx="228">
                  <c:v>17.241379310344829</c:v>
                </c:pt>
                <c:pt idx="229">
                  <c:v>15.708812260536398</c:v>
                </c:pt>
                <c:pt idx="230">
                  <c:v>14.17624521072797</c:v>
                </c:pt>
                <c:pt idx="231">
                  <c:v>14.17624521072797</c:v>
                </c:pt>
                <c:pt idx="232">
                  <c:v>13.218390804597702</c:v>
                </c:pt>
                <c:pt idx="233">
                  <c:v>13.601532567049809</c:v>
                </c:pt>
                <c:pt idx="234">
                  <c:v>14.559386973180077</c:v>
                </c:pt>
                <c:pt idx="235">
                  <c:v>14.559386973180077</c:v>
                </c:pt>
                <c:pt idx="236">
                  <c:v>17.624521072796934</c:v>
                </c:pt>
                <c:pt idx="237">
                  <c:v>16.85823754789272</c:v>
                </c:pt>
                <c:pt idx="238">
                  <c:v>15.900383141762454</c:v>
                </c:pt>
                <c:pt idx="239">
                  <c:v>18.773946360153257</c:v>
                </c:pt>
                <c:pt idx="240">
                  <c:v>20.604914933837428</c:v>
                </c:pt>
                <c:pt idx="241">
                  <c:v>21.172022684310019</c:v>
                </c:pt>
                <c:pt idx="242">
                  <c:v>20.793950850661624</c:v>
                </c:pt>
                <c:pt idx="243">
                  <c:v>23.062381852551987</c:v>
                </c:pt>
                <c:pt idx="244">
                  <c:v>23.629489603024574</c:v>
                </c:pt>
                <c:pt idx="245">
                  <c:v>22.873345935727787</c:v>
                </c:pt>
                <c:pt idx="246">
                  <c:v>23.251417769376182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023-4169-8A7A-BE41CE5D90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7809168"/>
        <c:axId val="1034160784"/>
      </c:lineChart>
      <c:dateAx>
        <c:axId val="777809168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034160784"/>
        <c:crosses val="autoZero"/>
        <c:auto val="1"/>
        <c:lblOffset val="100"/>
        <c:baseTimeUnit val="months"/>
        <c:majorUnit val="20"/>
        <c:majorTimeUnit val="months"/>
      </c:dateAx>
      <c:valAx>
        <c:axId val="1034160784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7780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5'!$C$2</c:f>
              <c:strCache>
                <c:ptCount val="1"/>
                <c:pt idx="0">
                  <c:v>Import prices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'Graph 5'!$B$3:$B$63</c:f>
              <c:numCache>
                <c:formatCode>[$-409]mmm\-yy;@</c:formatCode>
                <c:ptCount val="61"/>
                <c:pt idx="0">
                  <c:v>46234</c:v>
                </c:pt>
                <c:pt idx="1">
                  <c:v>46203</c:v>
                </c:pt>
                <c:pt idx="2">
                  <c:v>46173</c:v>
                </c:pt>
                <c:pt idx="3">
                  <c:v>46142</c:v>
                </c:pt>
                <c:pt idx="4">
                  <c:v>46112</c:v>
                </c:pt>
                <c:pt idx="5">
                  <c:v>46081</c:v>
                </c:pt>
                <c:pt idx="6">
                  <c:v>46053</c:v>
                </c:pt>
                <c:pt idx="7">
                  <c:v>46022</c:v>
                </c:pt>
                <c:pt idx="8">
                  <c:v>45991</c:v>
                </c:pt>
                <c:pt idx="9">
                  <c:v>45961</c:v>
                </c:pt>
                <c:pt idx="10">
                  <c:v>45930</c:v>
                </c:pt>
                <c:pt idx="11">
                  <c:v>45900</c:v>
                </c:pt>
                <c:pt idx="12">
                  <c:v>45869</c:v>
                </c:pt>
                <c:pt idx="13">
                  <c:v>45838</c:v>
                </c:pt>
                <c:pt idx="14">
                  <c:v>45808</c:v>
                </c:pt>
                <c:pt idx="15">
                  <c:v>45777</c:v>
                </c:pt>
                <c:pt idx="16">
                  <c:v>45747</c:v>
                </c:pt>
                <c:pt idx="17">
                  <c:v>45716</c:v>
                </c:pt>
                <c:pt idx="18">
                  <c:v>45688</c:v>
                </c:pt>
                <c:pt idx="19">
                  <c:v>45657</c:v>
                </c:pt>
                <c:pt idx="20">
                  <c:v>45626</c:v>
                </c:pt>
                <c:pt idx="21">
                  <c:v>45596</c:v>
                </c:pt>
                <c:pt idx="22">
                  <c:v>45565</c:v>
                </c:pt>
                <c:pt idx="23">
                  <c:v>45535</c:v>
                </c:pt>
                <c:pt idx="24">
                  <c:v>45504</c:v>
                </c:pt>
                <c:pt idx="25">
                  <c:v>45473</c:v>
                </c:pt>
                <c:pt idx="26">
                  <c:v>45443</c:v>
                </c:pt>
                <c:pt idx="27">
                  <c:v>45412</c:v>
                </c:pt>
                <c:pt idx="28">
                  <c:v>45382</c:v>
                </c:pt>
                <c:pt idx="29">
                  <c:v>45351</c:v>
                </c:pt>
                <c:pt idx="30">
                  <c:v>45322</c:v>
                </c:pt>
                <c:pt idx="31">
                  <c:v>45291</c:v>
                </c:pt>
                <c:pt idx="32">
                  <c:v>45260</c:v>
                </c:pt>
                <c:pt idx="33">
                  <c:v>45230</c:v>
                </c:pt>
                <c:pt idx="34">
                  <c:v>45199</c:v>
                </c:pt>
                <c:pt idx="35">
                  <c:v>45169</c:v>
                </c:pt>
                <c:pt idx="36">
                  <c:v>45138</c:v>
                </c:pt>
                <c:pt idx="37">
                  <c:v>45107</c:v>
                </c:pt>
                <c:pt idx="38">
                  <c:v>45077</c:v>
                </c:pt>
                <c:pt idx="39">
                  <c:v>45046</c:v>
                </c:pt>
                <c:pt idx="40">
                  <c:v>45016</c:v>
                </c:pt>
                <c:pt idx="41">
                  <c:v>44985</c:v>
                </c:pt>
                <c:pt idx="42">
                  <c:v>44957</c:v>
                </c:pt>
                <c:pt idx="43">
                  <c:v>44926</c:v>
                </c:pt>
                <c:pt idx="44">
                  <c:v>44895</c:v>
                </c:pt>
                <c:pt idx="45">
                  <c:v>44865</c:v>
                </c:pt>
                <c:pt idx="46">
                  <c:v>44834</c:v>
                </c:pt>
                <c:pt idx="47">
                  <c:v>44804</c:v>
                </c:pt>
                <c:pt idx="48">
                  <c:v>44773</c:v>
                </c:pt>
                <c:pt idx="49">
                  <c:v>44742</c:v>
                </c:pt>
                <c:pt idx="50">
                  <c:v>44712</c:v>
                </c:pt>
                <c:pt idx="51">
                  <c:v>44681</c:v>
                </c:pt>
                <c:pt idx="52">
                  <c:v>44651</c:v>
                </c:pt>
                <c:pt idx="53">
                  <c:v>44620</c:v>
                </c:pt>
                <c:pt idx="54">
                  <c:v>44592</c:v>
                </c:pt>
                <c:pt idx="55">
                  <c:v>44561</c:v>
                </c:pt>
                <c:pt idx="56">
                  <c:v>44530</c:v>
                </c:pt>
                <c:pt idx="57">
                  <c:v>44500</c:v>
                </c:pt>
                <c:pt idx="58">
                  <c:v>44469</c:v>
                </c:pt>
                <c:pt idx="59">
                  <c:v>44439</c:v>
                </c:pt>
                <c:pt idx="60">
                  <c:v>44408</c:v>
                </c:pt>
              </c:numCache>
            </c:numRef>
          </c:cat>
          <c:val>
            <c:numRef>
              <c:f>'Graph 5'!$C$3:$C$63</c:f>
              <c:numCache>
                <c:formatCode>General</c:formatCode>
                <c:ptCount val="61"/>
                <c:pt idx="0">
                  <c:v>29.1</c:v>
                </c:pt>
                <c:pt idx="1">
                  <c:v>30.1</c:v>
                </c:pt>
                <c:pt idx="2">
                  <c:v>26.3</c:v>
                </c:pt>
                <c:pt idx="3">
                  <c:v>21.4</c:v>
                </c:pt>
                <c:pt idx="4">
                  <c:v>8.1</c:v>
                </c:pt>
                <c:pt idx="5">
                  <c:v>2.7</c:v>
                </c:pt>
                <c:pt idx="6">
                  <c:v>0.6</c:v>
                </c:pt>
                <c:pt idx="7">
                  <c:v>0.2</c:v>
                </c:pt>
                <c:pt idx="8">
                  <c:v>-1.6</c:v>
                </c:pt>
                <c:pt idx="9">
                  <c:v>-1.6</c:v>
                </c:pt>
                <c:pt idx="10">
                  <c:v>-1.2</c:v>
                </c:pt>
                <c:pt idx="11">
                  <c:v>-4.3</c:v>
                </c:pt>
                <c:pt idx="12">
                  <c:v>-10.6</c:v>
                </c:pt>
                <c:pt idx="13">
                  <c:v>-12</c:v>
                </c:pt>
                <c:pt idx="14">
                  <c:v>-10.3</c:v>
                </c:pt>
                <c:pt idx="15">
                  <c:v>-7.3</c:v>
                </c:pt>
                <c:pt idx="16">
                  <c:v>-2.5</c:v>
                </c:pt>
                <c:pt idx="17">
                  <c:v>-1.2</c:v>
                </c:pt>
                <c:pt idx="18">
                  <c:v>2.1</c:v>
                </c:pt>
                <c:pt idx="19">
                  <c:v>1.2</c:v>
                </c:pt>
                <c:pt idx="20">
                  <c:v>-1.4</c:v>
                </c:pt>
                <c:pt idx="21">
                  <c:v>-2.5</c:v>
                </c:pt>
                <c:pt idx="22">
                  <c:v>-2.7</c:v>
                </c:pt>
                <c:pt idx="23">
                  <c:v>2.2999999999999998</c:v>
                </c:pt>
                <c:pt idx="24">
                  <c:v>10.6</c:v>
                </c:pt>
                <c:pt idx="25">
                  <c:v>9.5</c:v>
                </c:pt>
                <c:pt idx="26">
                  <c:v>7.2</c:v>
                </c:pt>
                <c:pt idx="27">
                  <c:v>7</c:v>
                </c:pt>
                <c:pt idx="28">
                  <c:v>1.7</c:v>
                </c:pt>
                <c:pt idx="29">
                  <c:v>0.4</c:v>
                </c:pt>
                <c:pt idx="30">
                  <c:v>-0.1</c:v>
                </c:pt>
                <c:pt idx="31">
                  <c:v>-5</c:v>
                </c:pt>
                <c:pt idx="32">
                  <c:v>-6.4</c:v>
                </c:pt>
                <c:pt idx="33">
                  <c:v>-11.8</c:v>
                </c:pt>
                <c:pt idx="34">
                  <c:v>-14.3</c:v>
                </c:pt>
                <c:pt idx="35">
                  <c:v>-11.6</c:v>
                </c:pt>
                <c:pt idx="36">
                  <c:v>-14.7</c:v>
                </c:pt>
                <c:pt idx="37">
                  <c:v>-11.7</c:v>
                </c:pt>
                <c:pt idx="38">
                  <c:v>-5.4</c:v>
                </c:pt>
                <c:pt idx="39">
                  <c:v>-3.7</c:v>
                </c:pt>
                <c:pt idx="40">
                  <c:v>9.3000000000000007</c:v>
                </c:pt>
                <c:pt idx="41">
                  <c:v>15</c:v>
                </c:pt>
                <c:pt idx="42">
                  <c:v>16.899999999999999</c:v>
                </c:pt>
                <c:pt idx="43">
                  <c:v>22.2</c:v>
                </c:pt>
                <c:pt idx="44">
                  <c:v>28</c:v>
                </c:pt>
                <c:pt idx="45">
                  <c:v>42.3</c:v>
                </c:pt>
                <c:pt idx="46">
                  <c:v>48.7</c:v>
                </c:pt>
                <c:pt idx="47">
                  <c:v>43.1</c:v>
                </c:pt>
                <c:pt idx="48">
                  <c:v>49.5</c:v>
                </c:pt>
                <c:pt idx="49">
                  <c:v>48.5</c:v>
                </c:pt>
                <c:pt idx="50">
                  <c:v>44.9</c:v>
                </c:pt>
                <c:pt idx="51">
                  <c:v>42.6</c:v>
                </c:pt>
                <c:pt idx="52">
                  <c:v>32.700000000000003</c:v>
                </c:pt>
                <c:pt idx="53">
                  <c:v>33.1</c:v>
                </c:pt>
                <c:pt idx="54">
                  <c:v>35.5</c:v>
                </c:pt>
                <c:pt idx="55">
                  <c:v>40.200000000000003</c:v>
                </c:pt>
                <c:pt idx="56">
                  <c:v>43.1</c:v>
                </c:pt>
                <c:pt idx="57">
                  <c:v>36.5</c:v>
                </c:pt>
                <c:pt idx="58">
                  <c:v>30.2</c:v>
                </c:pt>
                <c:pt idx="59">
                  <c:v>28.7</c:v>
                </c:pt>
                <c:pt idx="60">
                  <c:v>27.3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36-465C-9813-8BDAE1C13B62}"/>
            </c:ext>
          </c:extLst>
        </c:ser>
        <c:ser>
          <c:idx val="1"/>
          <c:order val="1"/>
          <c:tx>
            <c:strRef>
              <c:f>'Graph 5'!$D$2</c:f>
              <c:strCache>
                <c:ptCount val="1"/>
                <c:pt idx="0">
                  <c:v>USD/JPY Variation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'Graph 5'!$B$3:$B$63</c:f>
              <c:numCache>
                <c:formatCode>[$-409]mmm\-yy;@</c:formatCode>
                <c:ptCount val="61"/>
                <c:pt idx="0">
                  <c:v>46234</c:v>
                </c:pt>
                <c:pt idx="1">
                  <c:v>46203</c:v>
                </c:pt>
                <c:pt idx="2">
                  <c:v>46173</c:v>
                </c:pt>
                <c:pt idx="3">
                  <c:v>46142</c:v>
                </c:pt>
                <c:pt idx="4">
                  <c:v>46112</c:v>
                </c:pt>
                <c:pt idx="5">
                  <c:v>46081</c:v>
                </c:pt>
                <c:pt idx="6">
                  <c:v>46053</c:v>
                </c:pt>
                <c:pt idx="7">
                  <c:v>46022</c:v>
                </c:pt>
                <c:pt idx="8">
                  <c:v>45991</c:v>
                </c:pt>
                <c:pt idx="9">
                  <c:v>45961</c:v>
                </c:pt>
                <c:pt idx="10">
                  <c:v>45930</c:v>
                </c:pt>
                <c:pt idx="11">
                  <c:v>45900</c:v>
                </c:pt>
                <c:pt idx="12">
                  <c:v>45869</c:v>
                </c:pt>
                <c:pt idx="13">
                  <c:v>45838</c:v>
                </c:pt>
                <c:pt idx="14">
                  <c:v>45808</c:v>
                </c:pt>
                <c:pt idx="15">
                  <c:v>45777</c:v>
                </c:pt>
                <c:pt idx="16">
                  <c:v>45747</c:v>
                </c:pt>
                <c:pt idx="17">
                  <c:v>45716</c:v>
                </c:pt>
                <c:pt idx="18">
                  <c:v>45688</c:v>
                </c:pt>
                <c:pt idx="19">
                  <c:v>45657</c:v>
                </c:pt>
                <c:pt idx="20">
                  <c:v>45626</c:v>
                </c:pt>
                <c:pt idx="21">
                  <c:v>45596</c:v>
                </c:pt>
                <c:pt idx="22">
                  <c:v>45565</c:v>
                </c:pt>
                <c:pt idx="23">
                  <c:v>45535</c:v>
                </c:pt>
                <c:pt idx="24">
                  <c:v>45504</c:v>
                </c:pt>
                <c:pt idx="25">
                  <c:v>45473</c:v>
                </c:pt>
                <c:pt idx="26">
                  <c:v>45443</c:v>
                </c:pt>
                <c:pt idx="27">
                  <c:v>45412</c:v>
                </c:pt>
                <c:pt idx="28">
                  <c:v>45382</c:v>
                </c:pt>
                <c:pt idx="29">
                  <c:v>45351</c:v>
                </c:pt>
                <c:pt idx="30">
                  <c:v>45322</c:v>
                </c:pt>
                <c:pt idx="31">
                  <c:v>45291</c:v>
                </c:pt>
                <c:pt idx="32">
                  <c:v>45260</c:v>
                </c:pt>
                <c:pt idx="33">
                  <c:v>45230</c:v>
                </c:pt>
                <c:pt idx="34">
                  <c:v>45199</c:v>
                </c:pt>
                <c:pt idx="35">
                  <c:v>45169</c:v>
                </c:pt>
                <c:pt idx="36">
                  <c:v>45138</c:v>
                </c:pt>
                <c:pt idx="37">
                  <c:v>45107</c:v>
                </c:pt>
                <c:pt idx="38">
                  <c:v>45077</c:v>
                </c:pt>
                <c:pt idx="39">
                  <c:v>45046</c:v>
                </c:pt>
                <c:pt idx="40">
                  <c:v>45016</c:v>
                </c:pt>
                <c:pt idx="41">
                  <c:v>44985</c:v>
                </c:pt>
                <c:pt idx="42">
                  <c:v>44957</c:v>
                </c:pt>
                <c:pt idx="43">
                  <c:v>44926</c:v>
                </c:pt>
                <c:pt idx="44">
                  <c:v>44895</c:v>
                </c:pt>
                <c:pt idx="45">
                  <c:v>44865</c:v>
                </c:pt>
                <c:pt idx="46">
                  <c:v>44834</c:v>
                </c:pt>
                <c:pt idx="47">
                  <c:v>44804</c:v>
                </c:pt>
                <c:pt idx="48">
                  <c:v>44773</c:v>
                </c:pt>
                <c:pt idx="49">
                  <c:v>44742</c:v>
                </c:pt>
                <c:pt idx="50">
                  <c:v>44712</c:v>
                </c:pt>
                <c:pt idx="51">
                  <c:v>44681</c:v>
                </c:pt>
                <c:pt idx="52">
                  <c:v>44651</c:v>
                </c:pt>
                <c:pt idx="53">
                  <c:v>44620</c:v>
                </c:pt>
                <c:pt idx="54">
                  <c:v>44592</c:v>
                </c:pt>
                <c:pt idx="55">
                  <c:v>44561</c:v>
                </c:pt>
                <c:pt idx="56">
                  <c:v>44530</c:v>
                </c:pt>
                <c:pt idx="57">
                  <c:v>44500</c:v>
                </c:pt>
                <c:pt idx="58">
                  <c:v>44469</c:v>
                </c:pt>
                <c:pt idx="59">
                  <c:v>44439</c:v>
                </c:pt>
                <c:pt idx="60">
                  <c:v>44408</c:v>
                </c:pt>
              </c:numCache>
            </c:numRef>
          </c:cat>
          <c:val>
            <c:numRef>
              <c:f>'Graph 5'!$D$3:$D$63</c:f>
              <c:numCache>
                <c:formatCode>0.0</c:formatCode>
                <c:ptCount val="61"/>
                <c:pt idx="0">
                  <c:v>4.4112769485903813</c:v>
                </c:pt>
                <c:pt idx="1">
                  <c:v>12.858432271054653</c:v>
                </c:pt>
                <c:pt idx="2">
                  <c:v>10.5888071101236</c:v>
                </c:pt>
                <c:pt idx="3">
                  <c:v>9.4499196197665558</c:v>
                </c:pt>
                <c:pt idx="4">
                  <c:v>5.8415577487329839</c:v>
                </c:pt>
                <c:pt idx="5">
                  <c:v>3.59822080594836</c:v>
                </c:pt>
                <c:pt idx="6">
                  <c:v>-0.26419228043044196</c:v>
                </c:pt>
                <c:pt idx="7">
                  <c:v>-0.31170483460558618</c:v>
                </c:pt>
                <c:pt idx="8">
                  <c:v>4.2798958402884502</c:v>
                </c:pt>
                <c:pt idx="9">
                  <c:v>1.2892192330461238</c:v>
                </c:pt>
                <c:pt idx="10">
                  <c:v>2.9729165216180631</c:v>
                </c:pt>
                <c:pt idx="11">
                  <c:v>0.60203872203599129</c:v>
                </c:pt>
                <c:pt idx="12">
                  <c:v>0.51340178690493232</c:v>
                </c:pt>
                <c:pt idx="13">
                  <c:v>-10.47364495275982</c:v>
                </c:pt>
                <c:pt idx="14">
                  <c:v>-8.4482868221982024</c:v>
                </c:pt>
                <c:pt idx="15">
                  <c:v>-9.3346007604562793</c:v>
                </c:pt>
                <c:pt idx="16">
                  <c:v>-0.91840105715228493</c:v>
                </c:pt>
                <c:pt idx="17">
                  <c:v>0.43339111881584014</c:v>
                </c:pt>
                <c:pt idx="18">
                  <c:v>5.6289136945276486</c:v>
                </c:pt>
                <c:pt idx="19">
                  <c:v>11.457742484401589</c:v>
                </c:pt>
                <c:pt idx="20">
                  <c:v>1.0593792172739702</c:v>
                </c:pt>
                <c:pt idx="21">
                  <c:v>0.23074894514767408</c:v>
                </c:pt>
                <c:pt idx="22">
                  <c:v>-3.8428064537725182</c:v>
                </c:pt>
                <c:pt idx="23">
                  <c:v>0.43287068847051025</c:v>
                </c:pt>
                <c:pt idx="24">
                  <c:v>5.4044556890856743</c:v>
                </c:pt>
                <c:pt idx="25">
                  <c:v>11.482225763980324</c:v>
                </c:pt>
                <c:pt idx="26">
                  <c:v>12.896512128606297</c:v>
                </c:pt>
                <c:pt idx="27">
                  <c:v>15.774027879677188</c:v>
                </c:pt>
                <c:pt idx="28">
                  <c:v>13.916905012795411</c:v>
                </c:pt>
                <c:pt idx="29">
                  <c:v>10.141734596460307</c:v>
                </c:pt>
                <c:pt idx="30">
                  <c:v>12.937197324928885</c:v>
                </c:pt>
                <c:pt idx="31">
                  <c:v>7.5655887736424621</c:v>
                </c:pt>
                <c:pt idx="32">
                  <c:v>7.3368581154486856</c:v>
                </c:pt>
                <c:pt idx="33">
                  <c:v>1.9971757111155952</c:v>
                </c:pt>
                <c:pt idx="34">
                  <c:v>3.19883929805167</c:v>
                </c:pt>
                <c:pt idx="35">
                  <c:v>4.735175590097862</c:v>
                </c:pt>
                <c:pt idx="36">
                  <c:v>6.7682149020784621</c:v>
                </c:pt>
                <c:pt idx="37">
                  <c:v>6.3292071912761649</c:v>
                </c:pt>
                <c:pt idx="38">
                  <c:v>8.2925312815730337</c:v>
                </c:pt>
                <c:pt idx="39">
                  <c:v>5.088666152659993</c:v>
                </c:pt>
                <c:pt idx="40">
                  <c:v>9.1700903861955609</c:v>
                </c:pt>
                <c:pt idx="41">
                  <c:v>18.408695652173911</c:v>
                </c:pt>
                <c:pt idx="42">
                  <c:v>13.01363912779081</c:v>
                </c:pt>
                <c:pt idx="43">
                  <c:v>13.938129996524173</c:v>
                </c:pt>
                <c:pt idx="44">
                  <c:v>22.002297428647168</c:v>
                </c:pt>
                <c:pt idx="45">
                  <c:v>30.504607283896455</c:v>
                </c:pt>
                <c:pt idx="46">
                  <c:v>30.056608859735825</c:v>
                </c:pt>
                <c:pt idx="47">
                  <c:v>26.30430830758046</c:v>
                </c:pt>
                <c:pt idx="48">
                  <c:v>21.463725847612114</c:v>
                </c:pt>
                <c:pt idx="49">
                  <c:v>22.14922149221492</c:v>
                </c:pt>
                <c:pt idx="50">
                  <c:v>17.421062237634601</c:v>
                </c:pt>
                <c:pt idx="51">
                  <c:v>18.653371146281206</c:v>
                </c:pt>
                <c:pt idx="52">
                  <c:v>9.9169075144508678</c:v>
                </c:pt>
                <c:pt idx="53">
                  <c:v>7.910293703668958</c:v>
                </c:pt>
                <c:pt idx="54">
                  <c:v>9.963698891860906</c:v>
                </c:pt>
                <c:pt idx="55">
                  <c:v>11.457627118644066</c:v>
                </c:pt>
                <c:pt idx="56">
                  <c:v>8.4939123765698454</c:v>
                </c:pt>
                <c:pt idx="57">
                  <c:v>8.876361551691204</c:v>
                </c:pt>
                <c:pt idx="58">
                  <c:v>5.5081532043989467</c:v>
                </c:pt>
                <c:pt idx="59">
                  <c:v>3.8806533849494951</c:v>
                </c:pt>
                <c:pt idx="60">
                  <c:v>3.6757063214589492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36-465C-9813-8BDAE1C13B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7344064"/>
        <c:axId val="1033952944"/>
      </c:lineChart>
      <c:dateAx>
        <c:axId val="1127344064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033952944"/>
        <c:crosses val="autoZero"/>
        <c:auto val="1"/>
        <c:lblOffset val="100"/>
        <c:baseTimeUnit val="months"/>
        <c:majorUnit val="10"/>
        <c:majorTimeUnit val="months"/>
      </c:dateAx>
      <c:valAx>
        <c:axId val="1033952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127344064"/>
        <c:crosses val="autoZero"/>
        <c:crossBetween val="between"/>
      </c:valAx>
      <c:spPr>
        <a:noFill/>
        <a:ln>
          <a:noFill/>
          <a:prstDash val="dash"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  <a:prstDash val="dash"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7.1 (new)'!$C$5</c:f>
              <c:strCache>
                <c:ptCount val="1"/>
                <c:pt idx="0">
                  <c:v>CPI energy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'Graph 7.1 (new)'!$B$6:$B$167</c:f>
              <c:numCache>
                <c:formatCode>mmm\-yy</c:formatCode>
                <c:ptCount val="162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</c:numCache>
            </c:numRef>
          </c:cat>
          <c:val>
            <c:numRef>
              <c:f>'Graph 7.1 (new)'!$C$6:$C$166</c:f>
              <c:numCache>
                <c:formatCode>0</c:formatCode>
                <c:ptCount val="161"/>
                <c:pt idx="0">
                  <c:v>4.0155440414507693</c:v>
                </c:pt>
                <c:pt idx="1">
                  <c:v>5.045278137128073</c:v>
                </c:pt>
                <c:pt idx="2">
                  <c:v>2.2613065326633208</c:v>
                </c:pt>
                <c:pt idx="3">
                  <c:v>1.2406947890818865</c:v>
                </c:pt>
                <c:pt idx="4">
                  <c:v>3.7641154328732718</c:v>
                </c:pt>
                <c:pt idx="5">
                  <c:v>6.9230769230769207</c:v>
                </c:pt>
                <c:pt idx="6">
                  <c:v>8.7628865979381576</c:v>
                </c:pt>
                <c:pt idx="7">
                  <c:v>9.1719745222929916</c:v>
                </c:pt>
                <c:pt idx="8">
                  <c:v>7.3200992555831235</c:v>
                </c:pt>
                <c:pt idx="9">
                  <c:v>7.0895522388059629</c:v>
                </c:pt>
                <c:pt idx="10">
                  <c:v>7.5187969924812137</c:v>
                </c:pt>
                <c:pt idx="11">
                  <c:v>6.8664169787765239</c:v>
                </c:pt>
                <c:pt idx="12">
                  <c:v>6.8493150684931559</c:v>
                </c:pt>
                <c:pt idx="13">
                  <c:v>5.7881773399014902</c:v>
                </c:pt>
                <c:pt idx="14">
                  <c:v>6.0196560196560167</c:v>
                </c:pt>
                <c:pt idx="15">
                  <c:v>7.9656862745097978</c:v>
                </c:pt>
                <c:pt idx="16">
                  <c:v>10.157194679564686</c:v>
                </c:pt>
                <c:pt idx="17">
                  <c:v>9.5923261390887369</c:v>
                </c:pt>
                <c:pt idx="18">
                  <c:v>8.7677725118483263</c:v>
                </c:pt>
                <c:pt idx="19">
                  <c:v>6.7677946324387284</c:v>
                </c:pt>
                <c:pt idx="20">
                  <c:v>5.2023121387283267</c:v>
                </c:pt>
                <c:pt idx="21">
                  <c:v>4.8780487804878092</c:v>
                </c:pt>
                <c:pt idx="22">
                  <c:v>3.9627039627039728</c:v>
                </c:pt>
                <c:pt idx="23">
                  <c:v>2.8037383177570208</c:v>
                </c:pt>
                <c:pt idx="24">
                  <c:v>-0.46620046620046152</c:v>
                </c:pt>
                <c:pt idx="25">
                  <c:v>-1.9790454016298087</c:v>
                </c:pt>
                <c:pt idx="26">
                  <c:v>-0.81112398609501923</c:v>
                </c:pt>
                <c:pt idx="27">
                  <c:v>-3.2917139614074831</c:v>
                </c:pt>
                <c:pt idx="28">
                  <c:v>-5.9275521405049325</c:v>
                </c:pt>
                <c:pt idx="29">
                  <c:v>-6.8927789934354555</c:v>
                </c:pt>
                <c:pt idx="30">
                  <c:v>-8.8235294117646959</c:v>
                </c:pt>
                <c:pt idx="31">
                  <c:v>-10.601092896174869</c:v>
                </c:pt>
                <c:pt idx="32">
                  <c:v>-12.197802197802188</c:v>
                </c:pt>
                <c:pt idx="33">
                  <c:v>-12.070874861572523</c:v>
                </c:pt>
                <c:pt idx="34">
                  <c:v>-11.210762331838565</c:v>
                </c:pt>
                <c:pt idx="35">
                  <c:v>-11.136363636363633</c:v>
                </c:pt>
                <c:pt idx="36">
                  <c:v>-10.772833723653397</c:v>
                </c:pt>
                <c:pt idx="37">
                  <c:v>-11.045130641330159</c:v>
                </c:pt>
                <c:pt idx="38">
                  <c:v>-13.317757009345787</c:v>
                </c:pt>
                <c:pt idx="39">
                  <c:v>-12.79342723004695</c:v>
                </c:pt>
                <c:pt idx="40">
                  <c:v>-12.718786464410737</c:v>
                </c:pt>
                <c:pt idx="41">
                  <c:v>-11.98589894242067</c:v>
                </c:pt>
                <c:pt idx="42">
                  <c:v>-11.350059737156515</c:v>
                </c:pt>
                <c:pt idx="43">
                  <c:v>-10.268948655256715</c:v>
                </c:pt>
                <c:pt idx="44">
                  <c:v>-8.3854818523154009</c:v>
                </c:pt>
                <c:pt idx="45">
                  <c:v>-7.9345088161209221</c:v>
                </c:pt>
                <c:pt idx="46">
                  <c:v>-6.8181818181818237</c:v>
                </c:pt>
                <c:pt idx="47">
                  <c:v>-4.3478260869565304</c:v>
                </c:pt>
                <c:pt idx="48">
                  <c:v>-0.65616797900261981</c:v>
                </c:pt>
                <c:pt idx="49">
                  <c:v>1.6021361815754087</c:v>
                </c:pt>
                <c:pt idx="50">
                  <c:v>3.9083557951482328</c:v>
                </c:pt>
                <c:pt idx="51">
                  <c:v>4.5760430686406561</c:v>
                </c:pt>
                <c:pt idx="52">
                  <c:v>5.0802139037433136</c:v>
                </c:pt>
                <c:pt idx="53">
                  <c:v>4.9399198931909138</c:v>
                </c:pt>
                <c:pt idx="54">
                  <c:v>5.7951482479784433</c:v>
                </c:pt>
                <c:pt idx="55">
                  <c:v>6.9482288828337735</c:v>
                </c:pt>
                <c:pt idx="56">
                  <c:v>7.5136612021857951</c:v>
                </c:pt>
                <c:pt idx="57">
                  <c:v>8.6183310533515911</c:v>
                </c:pt>
                <c:pt idx="58">
                  <c:v>8.5365853658536661</c:v>
                </c:pt>
                <c:pt idx="59">
                  <c:v>7.6203208556149704</c:v>
                </c:pt>
                <c:pt idx="60">
                  <c:v>6.6050198150594541</c:v>
                </c:pt>
                <c:pt idx="61">
                  <c:v>6.9645203679369327</c:v>
                </c:pt>
                <c:pt idx="62">
                  <c:v>5.7068741893644637</c:v>
                </c:pt>
                <c:pt idx="63">
                  <c:v>5.2767052767052736</c:v>
                </c:pt>
                <c:pt idx="64">
                  <c:v>5.5979643765903475</c:v>
                </c:pt>
                <c:pt idx="65">
                  <c:v>7.3791348600509066</c:v>
                </c:pt>
                <c:pt idx="66">
                  <c:v>7.261146496815285</c:v>
                </c:pt>
                <c:pt idx="67">
                  <c:v>7.5159235668789792</c:v>
                </c:pt>
                <c:pt idx="68">
                  <c:v>8.0050825921219815</c:v>
                </c:pt>
                <c:pt idx="69">
                  <c:v>8.9420654911838824</c:v>
                </c:pt>
                <c:pt idx="70">
                  <c:v>8.1148564294631687</c:v>
                </c:pt>
                <c:pt idx="71">
                  <c:v>5.9627329192546652</c:v>
                </c:pt>
                <c:pt idx="72">
                  <c:v>4.9566294919454856</c:v>
                </c:pt>
                <c:pt idx="73">
                  <c:v>4.4226044226044259</c:v>
                </c:pt>
                <c:pt idx="74">
                  <c:v>5.03067484662576</c:v>
                </c:pt>
                <c:pt idx="75">
                  <c:v>4.6454767726161306</c:v>
                </c:pt>
                <c:pt idx="76">
                  <c:v>3.7349397590361377</c:v>
                </c:pt>
                <c:pt idx="77">
                  <c:v>1.1848341232227444</c:v>
                </c:pt>
                <c:pt idx="78">
                  <c:v>0.59382422802849444</c:v>
                </c:pt>
                <c:pt idx="79">
                  <c:v>-0.23696682464455776</c:v>
                </c:pt>
                <c:pt idx="80">
                  <c:v>-1.8823529411764683</c:v>
                </c:pt>
                <c:pt idx="81">
                  <c:v>-2.774566473988449</c:v>
                </c:pt>
                <c:pt idx="82">
                  <c:v>-2.1939953810623414</c:v>
                </c:pt>
                <c:pt idx="83">
                  <c:v>-0.58616647127783805</c:v>
                </c:pt>
                <c:pt idx="84">
                  <c:v>0.70838252656433287</c:v>
                </c:pt>
                <c:pt idx="85">
                  <c:v>-0.23529411764706687</c:v>
                </c:pt>
                <c:pt idx="86">
                  <c:v>-1.6355140186915751</c:v>
                </c:pt>
                <c:pt idx="87">
                  <c:v>-4.5560747663551338</c:v>
                </c:pt>
                <c:pt idx="88">
                  <c:v>-6.6202090592334395</c:v>
                </c:pt>
                <c:pt idx="89">
                  <c:v>-5.2693208430913296</c:v>
                </c:pt>
                <c:pt idx="90">
                  <c:v>-4.3683589138134638</c:v>
                </c:pt>
                <c:pt idx="91">
                  <c:v>-3.5629453681710221</c:v>
                </c:pt>
                <c:pt idx="92">
                  <c:v>-3.477218225419676</c:v>
                </c:pt>
                <c:pt idx="93">
                  <c:v>-5.7074910820451796</c:v>
                </c:pt>
                <c:pt idx="94">
                  <c:v>-7.6741440377804064</c:v>
                </c:pt>
                <c:pt idx="95">
                  <c:v>-8.1367924528301767</c:v>
                </c:pt>
                <c:pt idx="96">
                  <c:v>-8.5580304806565088</c:v>
                </c:pt>
                <c:pt idx="97">
                  <c:v>-7.3113207547169878</c:v>
                </c:pt>
                <c:pt idx="98">
                  <c:v>-4.5130641330166199</c:v>
                </c:pt>
                <c:pt idx="99">
                  <c:v>0.2447980416156792</c:v>
                </c:pt>
                <c:pt idx="100">
                  <c:v>3.8557213930348277</c:v>
                </c:pt>
                <c:pt idx="101">
                  <c:v>4.3263288009888656</c:v>
                </c:pt>
                <c:pt idx="102">
                  <c:v>5.8024691358024683</c:v>
                </c:pt>
                <c:pt idx="103">
                  <c:v>5.5418719211822731</c:v>
                </c:pt>
                <c:pt idx="104">
                  <c:v>7.4534161490683148</c:v>
                </c:pt>
                <c:pt idx="105">
                  <c:v>11.349306431273654</c:v>
                </c:pt>
                <c:pt idx="106">
                  <c:v>15.601023017902826</c:v>
                </c:pt>
                <c:pt idx="107">
                  <c:v>16.302952503209234</c:v>
                </c:pt>
                <c:pt idx="108">
                  <c:v>17.820512820512825</c:v>
                </c:pt>
                <c:pt idx="109">
                  <c:v>20.483460559796441</c:v>
                </c:pt>
                <c:pt idx="110">
                  <c:v>20.771144278606958</c:v>
                </c:pt>
                <c:pt idx="111">
                  <c:v>19.169719169719144</c:v>
                </c:pt>
                <c:pt idx="112">
                  <c:v>17.125748502994</c:v>
                </c:pt>
                <c:pt idx="113">
                  <c:v>16.587677725118489</c:v>
                </c:pt>
                <c:pt idx="114">
                  <c:v>16.219369894982492</c:v>
                </c:pt>
                <c:pt idx="115">
                  <c:v>16.919486581096855</c:v>
                </c:pt>
                <c:pt idx="116">
                  <c:v>16.878612716763008</c:v>
                </c:pt>
                <c:pt idx="117">
                  <c:v>15.175537938844851</c:v>
                </c:pt>
                <c:pt idx="118">
                  <c:v>13.384955752212392</c:v>
                </c:pt>
                <c:pt idx="119">
                  <c:v>15.23178807947021</c:v>
                </c:pt>
                <c:pt idx="120">
                  <c:v>14.581066376496189</c:v>
                </c:pt>
                <c:pt idx="121">
                  <c:v>-0.63357972544879626</c:v>
                </c:pt>
                <c:pt idx="122">
                  <c:v>-3.7075180226570525</c:v>
                </c:pt>
                <c:pt idx="123">
                  <c:v>-4.4057377049180335</c:v>
                </c:pt>
                <c:pt idx="124">
                  <c:v>-8.1799591002045027</c:v>
                </c:pt>
                <c:pt idx="125">
                  <c:v>-6.6056910569105671</c:v>
                </c:pt>
                <c:pt idx="126">
                  <c:v>-8.7349397590361306</c:v>
                </c:pt>
                <c:pt idx="127">
                  <c:v>-9.8802395209580887</c:v>
                </c:pt>
                <c:pt idx="128">
                  <c:v>-11.770524233432234</c:v>
                </c:pt>
                <c:pt idx="129">
                  <c:v>-8.6529006882989137</c:v>
                </c:pt>
                <c:pt idx="130">
                  <c:v>-10.146341463414643</c:v>
                </c:pt>
                <c:pt idx="131">
                  <c:v>-11.590038314176255</c:v>
                </c:pt>
                <c:pt idx="132">
                  <c:v>-12.155745489078818</c:v>
                </c:pt>
                <c:pt idx="133">
                  <c:v>-1.8065887353878707</c:v>
                </c:pt>
                <c:pt idx="134">
                  <c:v>-0.64171122994651775</c:v>
                </c:pt>
                <c:pt idx="135">
                  <c:v>0.1071811361200492</c:v>
                </c:pt>
                <c:pt idx="136">
                  <c:v>7.2383073496659289</c:v>
                </c:pt>
                <c:pt idx="137">
                  <c:v>7.7257889009793246</c:v>
                </c:pt>
                <c:pt idx="138">
                  <c:v>11.991199119911977</c:v>
                </c:pt>
                <c:pt idx="139">
                  <c:v>12.070874861572545</c:v>
                </c:pt>
                <c:pt idx="140">
                  <c:v>6.0538116591928093</c:v>
                </c:pt>
                <c:pt idx="141">
                  <c:v>2.2604951560817987</c:v>
                </c:pt>
                <c:pt idx="142">
                  <c:v>5.9717698154180265</c:v>
                </c:pt>
                <c:pt idx="143">
                  <c:v>10.075839653304431</c:v>
                </c:pt>
                <c:pt idx="144">
                  <c:v>10.918918918918919</c:v>
                </c:pt>
                <c:pt idx="145">
                  <c:v>6.7099567099566881</c:v>
                </c:pt>
                <c:pt idx="146">
                  <c:v>6.4585575888051583</c:v>
                </c:pt>
                <c:pt idx="147">
                  <c:v>9.2077087794432586</c:v>
                </c:pt>
                <c:pt idx="148">
                  <c:v>8.2035306334371718</c:v>
                </c:pt>
                <c:pt idx="149">
                  <c:v>3.1313131313131182</c:v>
                </c:pt>
                <c:pt idx="150">
                  <c:v>-0.19646365422396617</c:v>
                </c:pt>
                <c:pt idx="151">
                  <c:v>-3.359683794466406</c:v>
                </c:pt>
                <c:pt idx="152">
                  <c:v>2.008456659619462</c:v>
                </c:pt>
                <c:pt idx="153">
                  <c:v>2.0000000000000018</c:v>
                </c:pt>
                <c:pt idx="154">
                  <c:v>2.561475409836067</c:v>
                </c:pt>
                <c:pt idx="155">
                  <c:v>-2.9527559055118058</c:v>
                </c:pt>
                <c:pt idx="156">
                  <c:v>-5.0682261208576884</c:v>
                </c:pt>
                <c:pt idx="157">
                  <c:v>-9.1277890466531453</c:v>
                </c:pt>
                <c:pt idx="158">
                  <c:v>-6.0667340748230547</c:v>
                </c:pt>
                <c:pt idx="159">
                  <c:v>-3.9215686274509776</c:v>
                </c:pt>
                <c:pt idx="160">
                  <c:v>-2.6871401151631447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13-41E2-B6E9-F09D37D5E05E}"/>
            </c:ext>
          </c:extLst>
        </c:ser>
        <c:ser>
          <c:idx val="1"/>
          <c:order val="1"/>
          <c:tx>
            <c:strRef>
              <c:f>'Graph 7.1 (new)'!$D$5</c:f>
              <c:strCache>
                <c:ptCount val="1"/>
                <c:pt idx="0">
                  <c:v>CPI goods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'Graph 7.1 (new)'!$B$6:$B$167</c:f>
              <c:numCache>
                <c:formatCode>mmm\-yy</c:formatCode>
                <c:ptCount val="162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  <c:pt idx="41">
                  <c:v>42522</c:v>
                </c:pt>
                <c:pt idx="42">
                  <c:v>42552</c:v>
                </c:pt>
                <c:pt idx="43">
                  <c:v>42583</c:v>
                </c:pt>
                <c:pt idx="44">
                  <c:v>42614</c:v>
                </c:pt>
                <c:pt idx="45">
                  <c:v>42644</c:v>
                </c:pt>
                <c:pt idx="46">
                  <c:v>42675</c:v>
                </c:pt>
                <c:pt idx="47">
                  <c:v>42705</c:v>
                </c:pt>
                <c:pt idx="48">
                  <c:v>42736</c:v>
                </c:pt>
                <c:pt idx="49">
                  <c:v>42767</c:v>
                </c:pt>
                <c:pt idx="50">
                  <c:v>42795</c:v>
                </c:pt>
                <c:pt idx="51">
                  <c:v>42826</c:v>
                </c:pt>
                <c:pt idx="52">
                  <c:v>42856</c:v>
                </c:pt>
                <c:pt idx="53">
                  <c:v>42887</c:v>
                </c:pt>
                <c:pt idx="54">
                  <c:v>42917</c:v>
                </c:pt>
                <c:pt idx="55">
                  <c:v>42948</c:v>
                </c:pt>
                <c:pt idx="56">
                  <c:v>42979</c:v>
                </c:pt>
                <c:pt idx="57">
                  <c:v>43009</c:v>
                </c:pt>
                <c:pt idx="58">
                  <c:v>43040</c:v>
                </c:pt>
                <c:pt idx="59">
                  <c:v>43070</c:v>
                </c:pt>
                <c:pt idx="60">
                  <c:v>43101</c:v>
                </c:pt>
                <c:pt idx="61">
                  <c:v>43132</c:v>
                </c:pt>
                <c:pt idx="62">
                  <c:v>43160</c:v>
                </c:pt>
                <c:pt idx="63">
                  <c:v>43191</c:v>
                </c:pt>
                <c:pt idx="64">
                  <c:v>43221</c:v>
                </c:pt>
                <c:pt idx="65">
                  <c:v>43252</c:v>
                </c:pt>
                <c:pt idx="66">
                  <c:v>43282</c:v>
                </c:pt>
                <c:pt idx="67">
                  <c:v>43313</c:v>
                </c:pt>
                <c:pt idx="68">
                  <c:v>43344</c:v>
                </c:pt>
                <c:pt idx="69">
                  <c:v>43374</c:v>
                </c:pt>
                <c:pt idx="70">
                  <c:v>43405</c:v>
                </c:pt>
                <c:pt idx="71">
                  <c:v>43435</c:v>
                </c:pt>
                <c:pt idx="72">
                  <c:v>43466</c:v>
                </c:pt>
                <c:pt idx="73">
                  <c:v>43497</c:v>
                </c:pt>
                <c:pt idx="74">
                  <c:v>43525</c:v>
                </c:pt>
                <c:pt idx="75">
                  <c:v>43556</c:v>
                </c:pt>
                <c:pt idx="76">
                  <c:v>43586</c:v>
                </c:pt>
                <c:pt idx="77">
                  <c:v>43617</c:v>
                </c:pt>
                <c:pt idx="78">
                  <c:v>43647</c:v>
                </c:pt>
                <c:pt idx="79">
                  <c:v>43678</c:v>
                </c:pt>
                <c:pt idx="80">
                  <c:v>43709</c:v>
                </c:pt>
                <c:pt idx="81">
                  <c:v>43739</c:v>
                </c:pt>
                <c:pt idx="82">
                  <c:v>43770</c:v>
                </c:pt>
                <c:pt idx="83">
                  <c:v>43800</c:v>
                </c:pt>
                <c:pt idx="84">
                  <c:v>43831</c:v>
                </c:pt>
                <c:pt idx="85">
                  <c:v>43862</c:v>
                </c:pt>
                <c:pt idx="86">
                  <c:v>43891</c:v>
                </c:pt>
                <c:pt idx="87">
                  <c:v>43922</c:v>
                </c:pt>
                <c:pt idx="88">
                  <c:v>43952</c:v>
                </c:pt>
                <c:pt idx="89">
                  <c:v>43983</c:v>
                </c:pt>
                <c:pt idx="90">
                  <c:v>44013</c:v>
                </c:pt>
                <c:pt idx="91">
                  <c:v>44044</c:v>
                </c:pt>
                <c:pt idx="92">
                  <c:v>44075</c:v>
                </c:pt>
                <c:pt idx="93">
                  <c:v>44105</c:v>
                </c:pt>
                <c:pt idx="94">
                  <c:v>44136</c:v>
                </c:pt>
                <c:pt idx="95">
                  <c:v>44166</c:v>
                </c:pt>
                <c:pt idx="96">
                  <c:v>44197</c:v>
                </c:pt>
                <c:pt idx="97">
                  <c:v>44228</c:v>
                </c:pt>
                <c:pt idx="98">
                  <c:v>44256</c:v>
                </c:pt>
                <c:pt idx="99">
                  <c:v>44287</c:v>
                </c:pt>
                <c:pt idx="100">
                  <c:v>44317</c:v>
                </c:pt>
                <c:pt idx="101">
                  <c:v>44348</c:v>
                </c:pt>
                <c:pt idx="102">
                  <c:v>44378</c:v>
                </c:pt>
                <c:pt idx="103">
                  <c:v>44409</c:v>
                </c:pt>
                <c:pt idx="104">
                  <c:v>44440</c:v>
                </c:pt>
                <c:pt idx="105">
                  <c:v>44470</c:v>
                </c:pt>
                <c:pt idx="106">
                  <c:v>44501</c:v>
                </c:pt>
                <c:pt idx="107">
                  <c:v>44531</c:v>
                </c:pt>
                <c:pt idx="108">
                  <c:v>44562</c:v>
                </c:pt>
                <c:pt idx="109">
                  <c:v>44593</c:v>
                </c:pt>
                <c:pt idx="110">
                  <c:v>44621</c:v>
                </c:pt>
                <c:pt idx="111">
                  <c:v>44652</c:v>
                </c:pt>
                <c:pt idx="112">
                  <c:v>44682</c:v>
                </c:pt>
                <c:pt idx="113">
                  <c:v>44713</c:v>
                </c:pt>
                <c:pt idx="114">
                  <c:v>44743</c:v>
                </c:pt>
                <c:pt idx="115">
                  <c:v>44774</c:v>
                </c:pt>
                <c:pt idx="116">
                  <c:v>44805</c:v>
                </c:pt>
                <c:pt idx="117">
                  <c:v>44835</c:v>
                </c:pt>
                <c:pt idx="118">
                  <c:v>44866</c:v>
                </c:pt>
                <c:pt idx="119">
                  <c:v>44896</c:v>
                </c:pt>
                <c:pt idx="120">
                  <c:v>44927</c:v>
                </c:pt>
                <c:pt idx="121">
                  <c:v>44958</c:v>
                </c:pt>
                <c:pt idx="122">
                  <c:v>44986</c:v>
                </c:pt>
                <c:pt idx="123">
                  <c:v>45017</c:v>
                </c:pt>
                <c:pt idx="124">
                  <c:v>45047</c:v>
                </c:pt>
                <c:pt idx="125">
                  <c:v>45078</c:v>
                </c:pt>
                <c:pt idx="126">
                  <c:v>45108</c:v>
                </c:pt>
                <c:pt idx="127">
                  <c:v>45139</c:v>
                </c:pt>
                <c:pt idx="128">
                  <c:v>45170</c:v>
                </c:pt>
                <c:pt idx="129">
                  <c:v>45200</c:v>
                </c:pt>
                <c:pt idx="130">
                  <c:v>45231</c:v>
                </c:pt>
                <c:pt idx="131">
                  <c:v>45261</c:v>
                </c:pt>
                <c:pt idx="132">
                  <c:v>45292</c:v>
                </c:pt>
                <c:pt idx="133">
                  <c:v>45323</c:v>
                </c:pt>
                <c:pt idx="134">
                  <c:v>45352</c:v>
                </c:pt>
                <c:pt idx="135">
                  <c:v>45383</c:v>
                </c:pt>
                <c:pt idx="136">
                  <c:v>45413</c:v>
                </c:pt>
                <c:pt idx="137">
                  <c:v>45444</c:v>
                </c:pt>
                <c:pt idx="138">
                  <c:v>45474</c:v>
                </c:pt>
                <c:pt idx="139">
                  <c:v>45505</c:v>
                </c:pt>
                <c:pt idx="140">
                  <c:v>45536</c:v>
                </c:pt>
                <c:pt idx="141">
                  <c:v>45566</c:v>
                </c:pt>
                <c:pt idx="142">
                  <c:v>45597</c:v>
                </c:pt>
                <c:pt idx="143">
                  <c:v>45627</c:v>
                </c:pt>
                <c:pt idx="144">
                  <c:v>45658</c:v>
                </c:pt>
                <c:pt idx="145">
                  <c:v>45689</c:v>
                </c:pt>
                <c:pt idx="146">
                  <c:v>45717</c:v>
                </c:pt>
                <c:pt idx="147">
                  <c:v>45748</c:v>
                </c:pt>
                <c:pt idx="148">
                  <c:v>45778</c:v>
                </c:pt>
                <c:pt idx="149">
                  <c:v>45809</c:v>
                </c:pt>
                <c:pt idx="150">
                  <c:v>45839</c:v>
                </c:pt>
                <c:pt idx="151">
                  <c:v>45870</c:v>
                </c:pt>
                <c:pt idx="152">
                  <c:v>45901</c:v>
                </c:pt>
                <c:pt idx="153">
                  <c:v>45931</c:v>
                </c:pt>
                <c:pt idx="154">
                  <c:v>45962</c:v>
                </c:pt>
                <c:pt idx="155">
                  <c:v>45992</c:v>
                </c:pt>
                <c:pt idx="156">
                  <c:v>46023</c:v>
                </c:pt>
                <c:pt idx="157">
                  <c:v>46054</c:v>
                </c:pt>
                <c:pt idx="158">
                  <c:v>46082</c:v>
                </c:pt>
                <c:pt idx="159">
                  <c:v>46113</c:v>
                </c:pt>
                <c:pt idx="160">
                  <c:v>46143</c:v>
                </c:pt>
                <c:pt idx="161">
                  <c:v>46174</c:v>
                </c:pt>
              </c:numCache>
            </c:numRef>
          </c:cat>
          <c:val>
            <c:numRef>
              <c:f>'Graph 7.1 (new)'!$D$6:$D$167</c:f>
              <c:numCache>
                <c:formatCode>0</c:formatCode>
                <c:ptCount val="162"/>
                <c:pt idx="0">
                  <c:v>-0.38961038961038419</c:v>
                </c:pt>
                <c:pt idx="1">
                  <c:v>-0.64599483204134112</c:v>
                </c:pt>
                <c:pt idx="2">
                  <c:v>-0.7692307692307665</c:v>
                </c:pt>
                <c:pt idx="3">
                  <c:v>-0.89399744572158379</c:v>
                </c:pt>
                <c:pt idx="4">
                  <c:v>0</c:v>
                </c:pt>
                <c:pt idx="5">
                  <c:v>0.77519379844961378</c:v>
                </c:pt>
                <c:pt idx="6">
                  <c:v>1.298701298701288</c:v>
                </c:pt>
                <c:pt idx="7">
                  <c:v>1.5625</c:v>
                </c:pt>
                <c:pt idx="8">
                  <c:v>1.4175257731958935</c:v>
                </c:pt>
                <c:pt idx="9">
                  <c:v>1.4175257731958935</c:v>
                </c:pt>
                <c:pt idx="10">
                  <c:v>1.8111254851228997</c:v>
                </c:pt>
                <c:pt idx="11">
                  <c:v>2.0752269779507282</c:v>
                </c:pt>
                <c:pt idx="12">
                  <c:v>2.2164276401564598</c:v>
                </c:pt>
                <c:pt idx="13">
                  <c:v>2.2106631989596837</c:v>
                </c:pt>
                <c:pt idx="14">
                  <c:v>1.9379844961240345</c:v>
                </c:pt>
                <c:pt idx="15">
                  <c:v>4.7680412371134073</c:v>
                </c:pt>
                <c:pt idx="16">
                  <c:v>5.1347881899871606</c:v>
                </c:pt>
                <c:pt idx="17">
                  <c:v>5.1282051282051322</c:v>
                </c:pt>
                <c:pt idx="18">
                  <c:v>5.0000000000000044</c:v>
                </c:pt>
                <c:pt idx="19">
                  <c:v>4.615384615384599</c:v>
                </c:pt>
                <c:pt idx="20">
                  <c:v>4.1931385006353183</c:v>
                </c:pt>
                <c:pt idx="21">
                  <c:v>4.0660736975857814</c:v>
                </c:pt>
                <c:pt idx="22">
                  <c:v>3.8119440914866631</c:v>
                </c:pt>
                <c:pt idx="23">
                  <c:v>3.4307496823379857</c:v>
                </c:pt>
                <c:pt idx="24">
                  <c:v>3.0612244897959107</c:v>
                </c:pt>
                <c:pt idx="25">
                  <c:v>2.4173027989822016</c:v>
                </c:pt>
                <c:pt idx="26">
                  <c:v>2.6615969581748944</c:v>
                </c:pt>
                <c:pt idx="27">
                  <c:v>0.24600246002459691</c:v>
                </c:pt>
                <c:pt idx="28">
                  <c:v>-0.24420024420024333</c:v>
                </c:pt>
                <c:pt idx="29">
                  <c:v>-0.48780487804879202</c:v>
                </c:pt>
                <c:pt idx="30">
                  <c:v>-0.7326007326007411</c:v>
                </c:pt>
                <c:pt idx="31">
                  <c:v>-0.85784313725488781</c:v>
                </c:pt>
                <c:pt idx="32">
                  <c:v>-0.97560975609756184</c:v>
                </c:pt>
                <c:pt idx="33">
                  <c:v>-0.85470085470086277</c:v>
                </c:pt>
                <c:pt idx="34">
                  <c:v>-0.48959608323133619</c:v>
                </c:pt>
                <c:pt idx="35">
                  <c:v>-0.36855036855037993</c:v>
                </c:pt>
                <c:pt idx="36">
                  <c:v>-0.49504950495048439</c:v>
                </c:pt>
                <c:pt idx="37">
                  <c:v>-0.49689440993789802</c:v>
                </c:pt>
                <c:pt idx="38">
                  <c:v>-0.86419753086419693</c:v>
                </c:pt>
                <c:pt idx="39">
                  <c:v>-1.1042944785276121</c:v>
                </c:pt>
                <c:pt idx="40">
                  <c:v>-1.3463892288861801</c:v>
                </c:pt>
                <c:pt idx="41">
                  <c:v>-1.225490196078427</c:v>
                </c:pt>
                <c:pt idx="42">
                  <c:v>-1.3530135301352941</c:v>
                </c:pt>
                <c:pt idx="43">
                  <c:v>-1.2360939431396822</c:v>
                </c:pt>
                <c:pt idx="44">
                  <c:v>-1.2315270935960632</c:v>
                </c:pt>
                <c:pt idx="45">
                  <c:v>-1.1083743842364546</c:v>
                </c:pt>
                <c:pt idx="46">
                  <c:v>-0.98400984009839876</c:v>
                </c:pt>
                <c:pt idx="47">
                  <c:v>-0.73982737361281137</c:v>
                </c:pt>
                <c:pt idx="48">
                  <c:v>0</c:v>
                </c:pt>
                <c:pt idx="49">
                  <c:v>0.37453183520601563</c:v>
                </c:pt>
                <c:pt idx="50">
                  <c:v>0.37359900373599153</c:v>
                </c:pt>
                <c:pt idx="51">
                  <c:v>0.62034739454093213</c:v>
                </c:pt>
                <c:pt idx="52">
                  <c:v>0.86848635235732274</c:v>
                </c:pt>
                <c:pt idx="53">
                  <c:v>0.99255583126551805</c:v>
                </c:pt>
                <c:pt idx="54">
                  <c:v>1.1221945137156908</c:v>
                </c:pt>
                <c:pt idx="55">
                  <c:v>1.3767209011263937</c:v>
                </c:pt>
                <c:pt idx="56">
                  <c:v>1.4962593516209433</c:v>
                </c:pt>
                <c:pt idx="57">
                  <c:v>1.7434620174346271</c:v>
                </c:pt>
                <c:pt idx="58">
                  <c:v>1.7391304347826209</c:v>
                </c:pt>
                <c:pt idx="59">
                  <c:v>1.7391304347826209</c:v>
                </c:pt>
                <c:pt idx="60">
                  <c:v>1.741293532338295</c:v>
                </c:pt>
                <c:pt idx="61">
                  <c:v>1.741293532338295</c:v>
                </c:pt>
                <c:pt idx="62">
                  <c:v>1.6129032258064724</c:v>
                </c:pt>
                <c:pt idx="63">
                  <c:v>1.356350184956856</c:v>
                </c:pt>
                <c:pt idx="64">
                  <c:v>1.3530135301353052</c:v>
                </c:pt>
                <c:pt idx="65">
                  <c:v>1.3513513513513375</c:v>
                </c:pt>
                <c:pt idx="66">
                  <c:v>1.4796547472256449</c:v>
                </c:pt>
                <c:pt idx="67">
                  <c:v>1.4814814814814836</c:v>
                </c:pt>
                <c:pt idx="68">
                  <c:v>1.7199017199017064</c:v>
                </c:pt>
                <c:pt idx="69">
                  <c:v>1.8359853121175052</c:v>
                </c:pt>
                <c:pt idx="70">
                  <c:v>1.7094017094017033</c:v>
                </c:pt>
                <c:pt idx="71">
                  <c:v>1.2210012210012167</c:v>
                </c:pt>
                <c:pt idx="72">
                  <c:v>0.97799511002445438</c:v>
                </c:pt>
                <c:pt idx="73">
                  <c:v>1.1002444987775029</c:v>
                </c:pt>
                <c:pt idx="74">
                  <c:v>1.3431013431013383</c:v>
                </c:pt>
                <c:pt idx="75">
                  <c:v>1.3381995133819879</c:v>
                </c:pt>
                <c:pt idx="76">
                  <c:v>1.2135922330097193</c:v>
                </c:pt>
                <c:pt idx="77">
                  <c:v>0.84848484848485395</c:v>
                </c:pt>
                <c:pt idx="78">
                  <c:v>0.97205346294044759</c:v>
                </c:pt>
                <c:pt idx="79">
                  <c:v>0.85158150851580849</c:v>
                </c:pt>
                <c:pt idx="80">
                  <c:v>0.36231884057971175</c:v>
                </c:pt>
                <c:pt idx="81">
                  <c:v>0.84134615384616751</c:v>
                </c:pt>
                <c:pt idx="82">
                  <c:v>1.0804321728691502</c:v>
                </c:pt>
                <c:pt idx="83">
                  <c:v>1.4475271411338753</c:v>
                </c:pt>
                <c:pt idx="84">
                  <c:v>1.8159806295399594</c:v>
                </c:pt>
                <c:pt idx="85">
                  <c:v>1.3301088270858408</c:v>
                </c:pt>
                <c:pt idx="86">
                  <c:v>0.96385542168675453</c:v>
                </c:pt>
                <c:pt idx="87">
                  <c:v>0.24009603841537164</c:v>
                </c:pt>
                <c:pt idx="88">
                  <c:v>0</c:v>
                </c:pt>
                <c:pt idx="89">
                  <c:v>0.24038461538462563</c:v>
                </c:pt>
                <c:pt idx="90">
                  <c:v>0.24067388688326918</c:v>
                </c:pt>
                <c:pt idx="91">
                  <c:v>0.24125452352230514</c:v>
                </c:pt>
                <c:pt idx="92">
                  <c:v>0.24067388688326918</c:v>
                </c:pt>
                <c:pt idx="93">
                  <c:v>-0.59594755661501742</c:v>
                </c:pt>
                <c:pt idx="94">
                  <c:v>-1.1876484560570111</c:v>
                </c:pt>
                <c:pt idx="95">
                  <c:v>-1.3079667063020106</c:v>
                </c:pt>
                <c:pt idx="96">
                  <c:v>-1.4268727705112783</c:v>
                </c:pt>
                <c:pt idx="97">
                  <c:v>-0.95465393794749165</c:v>
                </c:pt>
                <c:pt idx="98">
                  <c:v>-0.5966587112171795</c:v>
                </c:pt>
                <c:pt idx="99">
                  <c:v>0.11976047904191933</c:v>
                </c:pt>
                <c:pt idx="100">
                  <c:v>0.7194244604316502</c:v>
                </c:pt>
                <c:pt idx="101">
                  <c:v>0.83932853717025857</c:v>
                </c:pt>
                <c:pt idx="102">
                  <c:v>1.200480192076836</c:v>
                </c:pt>
                <c:pt idx="103">
                  <c:v>1.4440433212996373</c:v>
                </c:pt>
                <c:pt idx="104">
                  <c:v>1.6806722689075793</c:v>
                </c:pt>
                <c:pt idx="105">
                  <c:v>2.1582733812949506</c:v>
                </c:pt>
                <c:pt idx="106">
                  <c:v>3.0048076923076872</c:v>
                </c:pt>
                <c:pt idx="107">
                  <c:v>3.0120481927710774</c:v>
                </c:pt>
                <c:pt idx="108">
                  <c:v>3.3775633293124274</c:v>
                </c:pt>
                <c:pt idx="109">
                  <c:v>3.9759036144578319</c:v>
                </c:pt>
                <c:pt idx="110">
                  <c:v>4.4417767106842865</c:v>
                </c:pt>
                <c:pt idx="111">
                  <c:v>4.7846889952153138</c:v>
                </c:pt>
                <c:pt idx="112">
                  <c:v>4.5238095238095299</c:v>
                </c:pt>
                <c:pt idx="113">
                  <c:v>4.7562425683709941</c:v>
                </c:pt>
                <c:pt idx="114">
                  <c:v>5.2194543297746199</c:v>
                </c:pt>
                <c:pt idx="115">
                  <c:v>5.4567022538552834</c:v>
                </c:pt>
                <c:pt idx="116">
                  <c:v>6.0212514757969293</c:v>
                </c:pt>
                <c:pt idx="117">
                  <c:v>6.4553990610328738</c:v>
                </c:pt>
                <c:pt idx="118">
                  <c:v>6.6511085180863461</c:v>
                </c:pt>
                <c:pt idx="119">
                  <c:v>1</c:v>
                </c:pt>
                <c:pt idx="120">
                  <c:v>7.234539089848302</c:v>
                </c:pt>
                <c:pt idx="121">
                  <c:v>4.9826187717265213</c:v>
                </c:pt>
                <c:pt idx="122">
                  <c:v>4.8275862068965614</c:v>
                </c:pt>
                <c:pt idx="123">
                  <c:v>5.0228310502283158</c:v>
                </c:pt>
                <c:pt idx="124">
                  <c:v>4.6697038724373696</c:v>
                </c:pt>
                <c:pt idx="125">
                  <c:v>4.8808172531214611</c:v>
                </c:pt>
                <c:pt idx="126">
                  <c:v>4.284103720405863</c:v>
                </c:pt>
                <c:pt idx="127">
                  <c:v>4.1619797525309199</c:v>
                </c:pt>
                <c:pt idx="128">
                  <c:v>3.4521158129175999</c:v>
                </c:pt>
                <c:pt idx="129">
                  <c:v>3.5281146637265781</c:v>
                </c:pt>
                <c:pt idx="130">
                  <c:v>2.7352297592997843</c:v>
                </c:pt>
                <c:pt idx="131">
                  <c:v>2.2900763358778553</c:v>
                </c:pt>
                <c:pt idx="132">
                  <c:v>1.9586507072905324</c:v>
                </c:pt>
                <c:pt idx="133">
                  <c:v>3.4216335540838916</c:v>
                </c:pt>
                <c:pt idx="134">
                  <c:v>3.0701754385964897</c:v>
                </c:pt>
                <c:pt idx="135">
                  <c:v>2.6086956521739202</c:v>
                </c:pt>
                <c:pt idx="136">
                  <c:v>3.3732317736670181</c:v>
                </c:pt>
                <c:pt idx="137">
                  <c:v>3.463203463203457</c:v>
                </c:pt>
                <c:pt idx="138">
                  <c:v>4.0000000000000036</c:v>
                </c:pt>
                <c:pt idx="139">
                  <c:v>4.103671706263512</c:v>
                </c:pt>
                <c:pt idx="140">
                  <c:v>3.3369214208826659</c:v>
                </c:pt>
                <c:pt idx="141">
                  <c:v>2.9818956336528091</c:v>
                </c:pt>
                <c:pt idx="142">
                  <c:v>3.727369542066028</c:v>
                </c:pt>
                <c:pt idx="143">
                  <c:v>4.3710021321961667</c:v>
                </c:pt>
                <c:pt idx="144">
                  <c:v>5.1227321237993673</c:v>
                </c:pt>
                <c:pt idx="145">
                  <c:v>4.6958377801494144</c:v>
                </c:pt>
                <c:pt idx="146">
                  <c:v>4.7872340425531901</c:v>
                </c:pt>
                <c:pt idx="147">
                  <c:v>5.8262711864406791</c:v>
                </c:pt>
                <c:pt idx="148">
                  <c:v>6.0000000000000053</c:v>
                </c:pt>
                <c:pt idx="149">
                  <c:v>5.1255230125523132</c:v>
                </c:pt>
                <c:pt idx="150">
                  <c:v>4.573804573804563</c:v>
                </c:pt>
                <c:pt idx="151">
                  <c:v>3.734439834024883</c:v>
                </c:pt>
                <c:pt idx="152">
                  <c:v>4.1666666666666741</c:v>
                </c:pt>
                <c:pt idx="153">
                  <c:v>4.2399172699069121</c:v>
                </c:pt>
                <c:pt idx="154">
                  <c:v>4.2094455852156099</c:v>
                </c:pt>
                <c:pt idx="155">
                  <c:v>3.1664964249233929</c:v>
                </c:pt>
                <c:pt idx="156">
                  <c:v>2.3350253807106647</c:v>
                </c:pt>
                <c:pt idx="157">
                  <c:v>1.5290519877675823</c:v>
                </c:pt>
                <c:pt idx="158">
                  <c:v>1.9289340101522834</c:v>
                </c:pt>
                <c:pt idx="159">
                  <c:v>1.7017017017016967</c:v>
                </c:pt>
                <c:pt idx="160">
                  <c:v>1.5888778550148919</c:v>
                </c:pt>
                <c:pt idx="161">
                  <c:v>1.990049751243772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13-41E2-B6E9-F09D37D5E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89410336"/>
        <c:axId val="642482544"/>
      </c:lineChart>
      <c:dateAx>
        <c:axId val="1189410336"/>
        <c:scaling>
          <c:orientation val="minMax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Mongolian Baiti" panose="03000500000000000000" pitchFamily="66" charset="0"/>
              </a:defRPr>
            </a:pPr>
            <a:endParaRPr lang="en-US"/>
          </a:p>
        </c:txPr>
        <c:crossAx val="642482544"/>
        <c:crosses val="autoZero"/>
        <c:auto val="1"/>
        <c:lblOffset val="100"/>
        <c:baseTimeUnit val="months"/>
        <c:majorUnit val="16"/>
        <c:majorTimeUnit val="months"/>
      </c:dateAx>
      <c:valAx>
        <c:axId val="642482544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Mongolian Baiti" panose="03000500000000000000" pitchFamily="66" charset="0"/>
              </a:defRPr>
            </a:pPr>
            <a:endParaRPr lang="en-US"/>
          </a:p>
        </c:txPr>
        <c:crossAx val="1189410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  <a:cs typeface="Mongolian Baiti" panose="03000500000000000000" pitchFamily="66" charset="0"/>
        </a:defRPr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8.3'!$C$2</c:f>
              <c:strCache>
                <c:ptCount val="1"/>
                <c:pt idx="0">
                  <c:v>Sticky inflation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4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DED-4B39-AC66-69E95CC738FB}"/>
                </c:ext>
              </c:extLst>
            </c:dLbl>
            <c:spPr>
              <a:solidFill>
                <a:schemeClr val="tx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8.3'!$B$3:$B$45</c:f>
              <c:numCache>
                <c:formatCode>[$-409]mmm\-yy;@</c:formatCode>
                <c:ptCount val="43"/>
                <c:pt idx="0">
                  <c:v>42430</c:v>
                </c:pt>
                <c:pt idx="1">
                  <c:v>42522</c:v>
                </c:pt>
                <c:pt idx="2">
                  <c:v>42614</c:v>
                </c:pt>
                <c:pt idx="3">
                  <c:v>42705</c:v>
                </c:pt>
                <c:pt idx="4">
                  <c:v>42795</c:v>
                </c:pt>
                <c:pt idx="5">
                  <c:v>42887</c:v>
                </c:pt>
                <c:pt idx="6">
                  <c:v>42979</c:v>
                </c:pt>
                <c:pt idx="7">
                  <c:v>43070</c:v>
                </c:pt>
                <c:pt idx="8">
                  <c:v>43160</c:v>
                </c:pt>
                <c:pt idx="9">
                  <c:v>43252</c:v>
                </c:pt>
                <c:pt idx="10">
                  <c:v>43344</c:v>
                </c:pt>
                <c:pt idx="11">
                  <c:v>43435</c:v>
                </c:pt>
                <c:pt idx="12">
                  <c:v>43525</c:v>
                </c:pt>
                <c:pt idx="13">
                  <c:v>43617</c:v>
                </c:pt>
                <c:pt idx="14">
                  <c:v>43709</c:v>
                </c:pt>
                <c:pt idx="15">
                  <c:v>43800</c:v>
                </c:pt>
                <c:pt idx="16">
                  <c:v>43891</c:v>
                </c:pt>
                <c:pt idx="17">
                  <c:v>43983</c:v>
                </c:pt>
                <c:pt idx="18">
                  <c:v>44075</c:v>
                </c:pt>
                <c:pt idx="19">
                  <c:v>44166</c:v>
                </c:pt>
                <c:pt idx="20">
                  <c:v>44256</c:v>
                </c:pt>
                <c:pt idx="21">
                  <c:v>44348</c:v>
                </c:pt>
                <c:pt idx="22">
                  <c:v>44440</c:v>
                </c:pt>
                <c:pt idx="23">
                  <c:v>44531</c:v>
                </c:pt>
                <c:pt idx="24">
                  <c:v>44621</c:v>
                </c:pt>
                <c:pt idx="25">
                  <c:v>44713</c:v>
                </c:pt>
                <c:pt idx="26">
                  <c:v>44805</c:v>
                </c:pt>
                <c:pt idx="27">
                  <c:v>44896</c:v>
                </c:pt>
                <c:pt idx="28">
                  <c:v>44986</c:v>
                </c:pt>
                <c:pt idx="29">
                  <c:v>45078</c:v>
                </c:pt>
                <c:pt idx="30">
                  <c:v>45170</c:v>
                </c:pt>
                <c:pt idx="31">
                  <c:v>45261</c:v>
                </c:pt>
                <c:pt idx="32">
                  <c:v>45352</c:v>
                </c:pt>
                <c:pt idx="33">
                  <c:v>45444</c:v>
                </c:pt>
                <c:pt idx="34">
                  <c:v>45536</c:v>
                </c:pt>
                <c:pt idx="35">
                  <c:v>45627</c:v>
                </c:pt>
                <c:pt idx="36">
                  <c:v>45717</c:v>
                </c:pt>
                <c:pt idx="37">
                  <c:v>45809</c:v>
                </c:pt>
                <c:pt idx="38">
                  <c:v>45901</c:v>
                </c:pt>
                <c:pt idx="39">
                  <c:v>45992</c:v>
                </c:pt>
                <c:pt idx="40">
                  <c:v>46082</c:v>
                </c:pt>
                <c:pt idx="41">
                  <c:v>46174</c:v>
                </c:pt>
                <c:pt idx="42">
                  <c:v>46266</c:v>
                </c:pt>
              </c:numCache>
            </c:numRef>
          </c:cat>
          <c:val>
            <c:numRef>
              <c:f>'Graph 8.3'!$C$3:$C$45</c:f>
              <c:numCache>
                <c:formatCode>General</c:formatCode>
                <c:ptCount val="43"/>
                <c:pt idx="0">
                  <c:v>0.6</c:v>
                </c:pt>
                <c:pt idx="1">
                  <c:v>0.5</c:v>
                </c:pt>
                <c:pt idx="2">
                  <c:v>0.2</c:v>
                </c:pt>
                <c:pt idx="3">
                  <c:v>0.1</c:v>
                </c:pt>
                <c:pt idx="4">
                  <c:v>-0.1</c:v>
                </c:pt>
                <c:pt idx="5">
                  <c:v>-0.2</c:v>
                </c:pt>
                <c:pt idx="6">
                  <c:v>0</c:v>
                </c:pt>
                <c:pt idx="7">
                  <c:v>0.1</c:v>
                </c:pt>
                <c:pt idx="8">
                  <c:v>0.3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0.3</c:v>
                </c:pt>
                <c:pt idx="13">
                  <c:v>0.4</c:v>
                </c:pt>
                <c:pt idx="14">
                  <c:v>0.4</c:v>
                </c:pt>
                <c:pt idx="15">
                  <c:v>0.3</c:v>
                </c:pt>
                <c:pt idx="16">
                  <c:v>0.1</c:v>
                </c:pt>
                <c:pt idx="17">
                  <c:v>-0.1</c:v>
                </c:pt>
                <c:pt idx="18">
                  <c:v>0</c:v>
                </c:pt>
                <c:pt idx="19">
                  <c:v>0.3</c:v>
                </c:pt>
                <c:pt idx="20">
                  <c:v>0.2</c:v>
                </c:pt>
                <c:pt idx="21">
                  <c:v>0.4</c:v>
                </c:pt>
                <c:pt idx="22">
                  <c:v>0.7</c:v>
                </c:pt>
                <c:pt idx="23">
                  <c:v>0.4</c:v>
                </c:pt>
                <c:pt idx="24">
                  <c:v>0.4</c:v>
                </c:pt>
                <c:pt idx="25">
                  <c:v>0.8</c:v>
                </c:pt>
                <c:pt idx="26">
                  <c:v>1.2</c:v>
                </c:pt>
                <c:pt idx="27">
                  <c:v>1.9</c:v>
                </c:pt>
                <c:pt idx="28">
                  <c:v>2.2999999999999998</c:v>
                </c:pt>
                <c:pt idx="29">
                  <c:v>2.7</c:v>
                </c:pt>
                <c:pt idx="30">
                  <c:v>2.7</c:v>
                </c:pt>
                <c:pt idx="31">
                  <c:v>2.2999999999999998</c:v>
                </c:pt>
                <c:pt idx="32">
                  <c:v>2.2000000000000002</c:v>
                </c:pt>
                <c:pt idx="33">
                  <c:v>1.9</c:v>
                </c:pt>
                <c:pt idx="34">
                  <c:v>1.8</c:v>
                </c:pt>
                <c:pt idx="35">
                  <c:v>1.7</c:v>
                </c:pt>
                <c:pt idx="36">
                  <c:v>1.6</c:v>
                </c:pt>
                <c:pt idx="37">
                  <c:v>1.9</c:v>
                </c:pt>
                <c:pt idx="38">
                  <c:v>1.8</c:v>
                </c:pt>
                <c:pt idx="39">
                  <c:v>1.8</c:v>
                </c:pt>
                <c:pt idx="40">
                  <c:v>1.7</c:v>
                </c:pt>
                <c:pt idx="41">
                  <c:v>1.4</c:v>
                </c:pt>
                <c:pt idx="42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ED-4B39-AC66-69E95CC738FB}"/>
            </c:ext>
          </c:extLst>
        </c:ser>
        <c:ser>
          <c:idx val="1"/>
          <c:order val="1"/>
          <c:tx>
            <c:strRef>
              <c:f>'Graph 8.3'!$D$2</c:f>
              <c:strCache>
                <c:ptCount val="1"/>
                <c:pt idx="0">
                  <c:v>Flexible inflation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4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ED-4B39-AC66-69E95CC738FB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8.3'!$B$3:$B$45</c:f>
              <c:numCache>
                <c:formatCode>[$-409]mmm\-yy;@</c:formatCode>
                <c:ptCount val="43"/>
                <c:pt idx="0">
                  <c:v>42430</c:v>
                </c:pt>
                <c:pt idx="1">
                  <c:v>42522</c:v>
                </c:pt>
                <c:pt idx="2">
                  <c:v>42614</c:v>
                </c:pt>
                <c:pt idx="3">
                  <c:v>42705</c:v>
                </c:pt>
                <c:pt idx="4">
                  <c:v>42795</c:v>
                </c:pt>
                <c:pt idx="5">
                  <c:v>42887</c:v>
                </c:pt>
                <c:pt idx="6">
                  <c:v>42979</c:v>
                </c:pt>
                <c:pt idx="7">
                  <c:v>43070</c:v>
                </c:pt>
                <c:pt idx="8">
                  <c:v>43160</c:v>
                </c:pt>
                <c:pt idx="9">
                  <c:v>43252</c:v>
                </c:pt>
                <c:pt idx="10">
                  <c:v>43344</c:v>
                </c:pt>
                <c:pt idx="11">
                  <c:v>43435</c:v>
                </c:pt>
                <c:pt idx="12">
                  <c:v>43525</c:v>
                </c:pt>
                <c:pt idx="13">
                  <c:v>43617</c:v>
                </c:pt>
                <c:pt idx="14">
                  <c:v>43709</c:v>
                </c:pt>
                <c:pt idx="15">
                  <c:v>43800</c:v>
                </c:pt>
                <c:pt idx="16">
                  <c:v>43891</c:v>
                </c:pt>
                <c:pt idx="17">
                  <c:v>43983</c:v>
                </c:pt>
                <c:pt idx="18">
                  <c:v>44075</c:v>
                </c:pt>
                <c:pt idx="19">
                  <c:v>44166</c:v>
                </c:pt>
                <c:pt idx="20">
                  <c:v>44256</c:v>
                </c:pt>
                <c:pt idx="21">
                  <c:v>44348</c:v>
                </c:pt>
                <c:pt idx="22">
                  <c:v>44440</c:v>
                </c:pt>
                <c:pt idx="23">
                  <c:v>44531</c:v>
                </c:pt>
                <c:pt idx="24">
                  <c:v>44621</c:v>
                </c:pt>
                <c:pt idx="25">
                  <c:v>44713</c:v>
                </c:pt>
                <c:pt idx="26">
                  <c:v>44805</c:v>
                </c:pt>
                <c:pt idx="27">
                  <c:v>44896</c:v>
                </c:pt>
                <c:pt idx="28">
                  <c:v>44986</c:v>
                </c:pt>
                <c:pt idx="29">
                  <c:v>45078</c:v>
                </c:pt>
                <c:pt idx="30">
                  <c:v>45170</c:v>
                </c:pt>
                <c:pt idx="31">
                  <c:v>45261</c:v>
                </c:pt>
                <c:pt idx="32">
                  <c:v>45352</c:v>
                </c:pt>
                <c:pt idx="33">
                  <c:v>45444</c:v>
                </c:pt>
                <c:pt idx="34">
                  <c:v>45536</c:v>
                </c:pt>
                <c:pt idx="35">
                  <c:v>45627</c:v>
                </c:pt>
                <c:pt idx="36">
                  <c:v>45717</c:v>
                </c:pt>
                <c:pt idx="37">
                  <c:v>45809</c:v>
                </c:pt>
                <c:pt idx="38">
                  <c:v>45901</c:v>
                </c:pt>
                <c:pt idx="39">
                  <c:v>45992</c:v>
                </c:pt>
                <c:pt idx="40">
                  <c:v>46082</c:v>
                </c:pt>
                <c:pt idx="41">
                  <c:v>46174</c:v>
                </c:pt>
                <c:pt idx="42">
                  <c:v>46266</c:v>
                </c:pt>
              </c:numCache>
            </c:numRef>
          </c:cat>
          <c:val>
            <c:numRef>
              <c:f>'Graph 8.3'!$D$3:$D$45</c:f>
              <c:numCache>
                <c:formatCode>0.0</c:formatCode>
                <c:ptCount val="43"/>
                <c:pt idx="0">
                  <c:v>-0.77205252640593747</c:v>
                </c:pt>
                <c:pt idx="1">
                  <c:v>-1.8079075078504141</c:v>
                </c:pt>
                <c:pt idx="2">
                  <c:v>-1.509220667998858</c:v>
                </c:pt>
                <c:pt idx="3">
                  <c:v>0.83288609763060217</c:v>
                </c:pt>
                <c:pt idx="4">
                  <c:v>1.2069083642592064</c:v>
                </c:pt>
                <c:pt idx="5">
                  <c:v>1.6766485869254928</c:v>
                </c:pt>
                <c:pt idx="6">
                  <c:v>2.0829003711104765</c:v>
                </c:pt>
                <c:pt idx="7">
                  <c:v>1.8532971738509849</c:v>
                </c:pt>
                <c:pt idx="8">
                  <c:v>3.4125035683699685</c:v>
                </c:pt>
                <c:pt idx="9">
                  <c:v>1.8546103339994291</c:v>
                </c:pt>
                <c:pt idx="10">
                  <c:v>3.0401370254067936</c:v>
                </c:pt>
                <c:pt idx="11">
                  <c:v>2.1180987724807308</c:v>
                </c:pt>
                <c:pt idx="12">
                  <c:v>0.16151869825863538</c:v>
                </c:pt>
                <c:pt idx="13">
                  <c:v>1.4703968027405081</c:v>
                </c:pt>
                <c:pt idx="14">
                  <c:v>0.20756494433342854</c:v>
                </c:pt>
                <c:pt idx="15">
                  <c:v>0.69440479588923776</c:v>
                </c:pt>
                <c:pt idx="16">
                  <c:v>1.1723665429631744</c:v>
                </c:pt>
                <c:pt idx="17">
                  <c:v>0.47499286326006296</c:v>
                </c:pt>
                <c:pt idx="18">
                  <c:v>0.68124464744504698</c:v>
                </c:pt>
                <c:pt idx="19">
                  <c:v>-1.6180987724807308</c:v>
                </c:pt>
                <c:pt idx="20">
                  <c:v>-1.6898087353696831</c:v>
                </c:pt>
                <c:pt idx="21">
                  <c:v>4.8358549814444721E-2</c:v>
                </c:pt>
                <c:pt idx="22">
                  <c:v>1.1898087353696831</c:v>
                </c:pt>
                <c:pt idx="23">
                  <c:v>4.1009991435912081</c:v>
                </c:pt>
                <c:pt idx="24">
                  <c:v>6.3348843848130167</c:v>
                </c:pt>
                <c:pt idx="25">
                  <c:v>6.8292891807022551</c:v>
                </c:pt>
                <c:pt idx="26">
                  <c:v>6.9513274336283182</c:v>
                </c:pt>
                <c:pt idx="27">
                  <c:v>8.3891521552954593</c:v>
                </c:pt>
                <c:pt idx="28">
                  <c:v>6.6233514130745075</c:v>
                </c:pt>
                <c:pt idx="29">
                  <c:v>5.2355124179274908</c:v>
                </c:pt>
                <c:pt idx="30">
                  <c:v>4.7588638310019995</c:v>
                </c:pt>
                <c:pt idx="31">
                  <c:v>3.8154439052240932</c:v>
                </c:pt>
                <c:pt idx="32">
                  <c:v>2.9618327148158721</c:v>
                </c:pt>
                <c:pt idx="33">
                  <c:v>4.2138167285184132</c:v>
                </c:pt>
                <c:pt idx="34">
                  <c:v>4.7325720810733651</c:v>
                </c:pt>
                <c:pt idx="35">
                  <c:v>5.1565800742220951</c:v>
                </c:pt>
                <c:pt idx="36">
                  <c:v>7.6855266914073646</c:v>
                </c:pt>
                <c:pt idx="37">
                  <c:v>6.9572366542963175</c:v>
                </c:pt>
                <c:pt idx="38">
                  <c:v>5.6322295175563806</c:v>
                </c:pt>
                <c:pt idx="39">
                  <c:v>4.430916357407936</c:v>
                </c:pt>
                <c:pt idx="40">
                  <c:v>1.3763060234085069</c:v>
                </c:pt>
                <c:pt idx="41">
                  <c:v>2.102626320296888</c:v>
                </c:pt>
                <c:pt idx="42">
                  <c:v>2.8799314872966026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ED-4B39-AC66-69E95CC738FB}"/>
            </c:ext>
          </c:extLst>
        </c:ser>
        <c:ser>
          <c:idx val="2"/>
          <c:order val="2"/>
          <c:tx>
            <c:strRef>
              <c:f>'Graph 8.3'!$E$2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>
                  <a:lumMod val="40000"/>
                  <a:lumOff val="6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'Graph 8.3'!$B$3:$B$45</c:f>
              <c:numCache>
                <c:formatCode>[$-409]mmm\-yy;@</c:formatCode>
                <c:ptCount val="43"/>
                <c:pt idx="0">
                  <c:v>42430</c:v>
                </c:pt>
                <c:pt idx="1">
                  <c:v>42522</c:v>
                </c:pt>
                <c:pt idx="2">
                  <c:v>42614</c:v>
                </c:pt>
                <c:pt idx="3">
                  <c:v>42705</c:v>
                </c:pt>
                <c:pt idx="4">
                  <c:v>42795</c:v>
                </c:pt>
                <c:pt idx="5">
                  <c:v>42887</c:v>
                </c:pt>
                <c:pt idx="6">
                  <c:v>42979</c:v>
                </c:pt>
                <c:pt idx="7">
                  <c:v>43070</c:v>
                </c:pt>
                <c:pt idx="8">
                  <c:v>43160</c:v>
                </c:pt>
                <c:pt idx="9">
                  <c:v>43252</c:v>
                </c:pt>
                <c:pt idx="10">
                  <c:v>43344</c:v>
                </c:pt>
                <c:pt idx="11">
                  <c:v>43435</c:v>
                </c:pt>
                <c:pt idx="12">
                  <c:v>43525</c:v>
                </c:pt>
                <c:pt idx="13">
                  <c:v>43617</c:v>
                </c:pt>
                <c:pt idx="14">
                  <c:v>43709</c:v>
                </c:pt>
                <c:pt idx="15">
                  <c:v>43800</c:v>
                </c:pt>
                <c:pt idx="16">
                  <c:v>43891</c:v>
                </c:pt>
                <c:pt idx="17">
                  <c:v>43983</c:v>
                </c:pt>
                <c:pt idx="18">
                  <c:v>44075</c:v>
                </c:pt>
                <c:pt idx="19">
                  <c:v>44166</c:v>
                </c:pt>
                <c:pt idx="20">
                  <c:v>44256</c:v>
                </c:pt>
                <c:pt idx="21">
                  <c:v>44348</c:v>
                </c:pt>
                <c:pt idx="22">
                  <c:v>44440</c:v>
                </c:pt>
                <c:pt idx="23">
                  <c:v>44531</c:v>
                </c:pt>
                <c:pt idx="24">
                  <c:v>44621</c:v>
                </c:pt>
                <c:pt idx="25">
                  <c:v>44713</c:v>
                </c:pt>
                <c:pt idx="26">
                  <c:v>44805</c:v>
                </c:pt>
                <c:pt idx="27">
                  <c:v>44896</c:v>
                </c:pt>
                <c:pt idx="28">
                  <c:v>44986</c:v>
                </c:pt>
                <c:pt idx="29">
                  <c:v>45078</c:v>
                </c:pt>
                <c:pt idx="30">
                  <c:v>45170</c:v>
                </c:pt>
                <c:pt idx="31">
                  <c:v>45261</c:v>
                </c:pt>
                <c:pt idx="32">
                  <c:v>45352</c:v>
                </c:pt>
                <c:pt idx="33">
                  <c:v>45444</c:v>
                </c:pt>
                <c:pt idx="34">
                  <c:v>45536</c:v>
                </c:pt>
                <c:pt idx="35">
                  <c:v>45627</c:v>
                </c:pt>
                <c:pt idx="36">
                  <c:v>45717</c:v>
                </c:pt>
                <c:pt idx="37">
                  <c:v>45809</c:v>
                </c:pt>
                <c:pt idx="38">
                  <c:v>45901</c:v>
                </c:pt>
                <c:pt idx="39">
                  <c:v>45992</c:v>
                </c:pt>
                <c:pt idx="40">
                  <c:v>46082</c:v>
                </c:pt>
                <c:pt idx="41">
                  <c:v>46174</c:v>
                </c:pt>
                <c:pt idx="42">
                  <c:v>46266</c:v>
                </c:pt>
              </c:numCache>
            </c:numRef>
          </c:cat>
          <c:val>
            <c:numRef>
              <c:f>'Graph 8.3'!$E$3:$E$45</c:f>
              <c:numCache>
                <c:formatCode>General</c:formatCode>
                <c:ptCount val="4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ED-4B39-AC66-69E95CC73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1613584"/>
        <c:axId val="641169232"/>
      </c:lineChart>
      <c:dateAx>
        <c:axId val="1121613584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641169232"/>
        <c:crosses val="autoZero"/>
        <c:auto val="1"/>
        <c:lblOffset val="100"/>
        <c:baseTimeUnit val="months"/>
        <c:majorUnit val="12"/>
        <c:majorTimeUnit val="months"/>
      </c:dateAx>
      <c:valAx>
        <c:axId val="641169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12161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6'!$C$2</c:f>
              <c:strCache>
                <c:ptCount val="1"/>
                <c:pt idx="0">
                  <c:v>Services, less imputed rent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7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67-43D0-A269-B991FF36654F}"/>
                </c:ext>
              </c:extLst>
            </c:dLbl>
            <c:spPr>
              <a:solidFill>
                <a:srgbClr val="8F764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6'!$B$3:$B$75</c:f>
              <c:numCache>
                <c:formatCode>mmm\-yy</c:formatCode>
                <c:ptCount val="73"/>
                <c:pt idx="0">
                  <c:v>46204</c:v>
                </c:pt>
                <c:pt idx="1">
                  <c:v>46174</c:v>
                </c:pt>
                <c:pt idx="2">
                  <c:v>46143</c:v>
                </c:pt>
                <c:pt idx="3">
                  <c:v>46113</c:v>
                </c:pt>
                <c:pt idx="4">
                  <c:v>46082</c:v>
                </c:pt>
                <c:pt idx="5">
                  <c:v>46054</c:v>
                </c:pt>
                <c:pt idx="6">
                  <c:v>46023</c:v>
                </c:pt>
                <c:pt idx="7">
                  <c:v>45992</c:v>
                </c:pt>
                <c:pt idx="8">
                  <c:v>45962</c:v>
                </c:pt>
                <c:pt idx="9">
                  <c:v>45931</c:v>
                </c:pt>
                <c:pt idx="10">
                  <c:v>45901</c:v>
                </c:pt>
                <c:pt idx="11">
                  <c:v>45870</c:v>
                </c:pt>
                <c:pt idx="12">
                  <c:v>45839</c:v>
                </c:pt>
                <c:pt idx="13">
                  <c:v>45809</c:v>
                </c:pt>
                <c:pt idx="14">
                  <c:v>45778</c:v>
                </c:pt>
                <c:pt idx="15">
                  <c:v>45748</c:v>
                </c:pt>
                <c:pt idx="16">
                  <c:v>45717</c:v>
                </c:pt>
                <c:pt idx="17">
                  <c:v>45689</c:v>
                </c:pt>
                <c:pt idx="18">
                  <c:v>45658</c:v>
                </c:pt>
                <c:pt idx="19">
                  <c:v>45627</c:v>
                </c:pt>
                <c:pt idx="20">
                  <c:v>45597</c:v>
                </c:pt>
                <c:pt idx="21">
                  <c:v>45566</c:v>
                </c:pt>
                <c:pt idx="22">
                  <c:v>45536</c:v>
                </c:pt>
                <c:pt idx="23">
                  <c:v>45505</c:v>
                </c:pt>
                <c:pt idx="24">
                  <c:v>45474</c:v>
                </c:pt>
                <c:pt idx="25">
                  <c:v>45444</c:v>
                </c:pt>
                <c:pt idx="26">
                  <c:v>45413</c:v>
                </c:pt>
                <c:pt idx="27">
                  <c:v>45383</c:v>
                </c:pt>
                <c:pt idx="28">
                  <c:v>45352</c:v>
                </c:pt>
                <c:pt idx="29">
                  <c:v>45323</c:v>
                </c:pt>
                <c:pt idx="30">
                  <c:v>45292</c:v>
                </c:pt>
                <c:pt idx="31">
                  <c:v>45261</c:v>
                </c:pt>
                <c:pt idx="32">
                  <c:v>45231</c:v>
                </c:pt>
                <c:pt idx="33">
                  <c:v>45200</c:v>
                </c:pt>
                <c:pt idx="34">
                  <c:v>45170</c:v>
                </c:pt>
                <c:pt idx="35">
                  <c:v>45139</c:v>
                </c:pt>
                <c:pt idx="36">
                  <c:v>45108</c:v>
                </c:pt>
                <c:pt idx="37">
                  <c:v>45078</c:v>
                </c:pt>
                <c:pt idx="38">
                  <c:v>45047</c:v>
                </c:pt>
                <c:pt idx="39">
                  <c:v>45017</c:v>
                </c:pt>
                <c:pt idx="40">
                  <c:v>44986</c:v>
                </c:pt>
                <c:pt idx="41">
                  <c:v>44958</c:v>
                </c:pt>
                <c:pt idx="42">
                  <c:v>44927</c:v>
                </c:pt>
                <c:pt idx="43">
                  <c:v>44896</c:v>
                </c:pt>
                <c:pt idx="44">
                  <c:v>44866</c:v>
                </c:pt>
                <c:pt idx="45">
                  <c:v>44835</c:v>
                </c:pt>
                <c:pt idx="46">
                  <c:v>44805</c:v>
                </c:pt>
                <c:pt idx="47">
                  <c:v>44774</c:v>
                </c:pt>
                <c:pt idx="48">
                  <c:v>44743</c:v>
                </c:pt>
                <c:pt idx="49">
                  <c:v>44713</c:v>
                </c:pt>
                <c:pt idx="50">
                  <c:v>44682</c:v>
                </c:pt>
                <c:pt idx="51">
                  <c:v>44652</c:v>
                </c:pt>
                <c:pt idx="52">
                  <c:v>44621</c:v>
                </c:pt>
                <c:pt idx="53">
                  <c:v>44593</c:v>
                </c:pt>
                <c:pt idx="54">
                  <c:v>44562</c:v>
                </c:pt>
                <c:pt idx="55">
                  <c:v>44531</c:v>
                </c:pt>
                <c:pt idx="56">
                  <c:v>44501</c:v>
                </c:pt>
                <c:pt idx="57">
                  <c:v>44470</c:v>
                </c:pt>
                <c:pt idx="58">
                  <c:v>44440</c:v>
                </c:pt>
                <c:pt idx="59">
                  <c:v>44409</c:v>
                </c:pt>
                <c:pt idx="60">
                  <c:v>44378</c:v>
                </c:pt>
                <c:pt idx="61">
                  <c:v>44348</c:v>
                </c:pt>
                <c:pt idx="62">
                  <c:v>44317</c:v>
                </c:pt>
                <c:pt idx="63">
                  <c:v>44287</c:v>
                </c:pt>
                <c:pt idx="64">
                  <c:v>44256</c:v>
                </c:pt>
                <c:pt idx="65">
                  <c:v>44228</c:v>
                </c:pt>
                <c:pt idx="66">
                  <c:v>44197</c:v>
                </c:pt>
                <c:pt idx="67">
                  <c:v>44166</c:v>
                </c:pt>
                <c:pt idx="68">
                  <c:v>44136</c:v>
                </c:pt>
                <c:pt idx="69">
                  <c:v>44105</c:v>
                </c:pt>
                <c:pt idx="70">
                  <c:v>44075</c:v>
                </c:pt>
                <c:pt idx="71">
                  <c:v>44044</c:v>
                </c:pt>
                <c:pt idx="72">
                  <c:v>44013</c:v>
                </c:pt>
              </c:numCache>
            </c:numRef>
          </c:cat>
          <c:val>
            <c:numRef>
              <c:f>'Graph 6'!$C$3:$C$75</c:f>
              <c:numCache>
                <c:formatCode>0.0</c:formatCode>
                <c:ptCount val="73"/>
                <c:pt idx="0">
                  <c:v>1.4970059880239583</c:v>
                </c:pt>
                <c:pt idx="1">
                  <c:v>1.503006012024044</c:v>
                </c:pt>
                <c:pt idx="2">
                  <c:v>1.6080402010050232</c:v>
                </c:pt>
                <c:pt idx="3">
                  <c:v>1.5090543259557387</c:v>
                </c:pt>
                <c:pt idx="4">
                  <c:v>2.0140986908358416</c:v>
                </c:pt>
                <c:pt idx="5">
                  <c:v>2.0222446916076775</c:v>
                </c:pt>
                <c:pt idx="6">
                  <c:v>1.9230769230769384</c:v>
                </c:pt>
                <c:pt idx="7">
                  <c:v>1.9172552976791213</c:v>
                </c:pt>
                <c:pt idx="8">
                  <c:v>2.2267206477732726</c:v>
                </c:pt>
                <c:pt idx="9">
                  <c:v>2.2267206477732726</c:v>
                </c:pt>
                <c:pt idx="10">
                  <c:v>2.0366598778004175</c:v>
                </c:pt>
                <c:pt idx="11">
                  <c:v>2.0242914979757165</c:v>
                </c:pt>
                <c:pt idx="12">
                  <c:v>2.1406727828746197</c:v>
                </c:pt>
                <c:pt idx="13">
                  <c:v>2.2540983606557319</c:v>
                </c:pt>
                <c:pt idx="14">
                  <c:v>1.8423746161719601</c:v>
                </c:pt>
                <c:pt idx="15">
                  <c:v>1.7400204708290623</c:v>
                </c:pt>
                <c:pt idx="16">
                  <c:v>1.7418032786885362</c:v>
                </c:pt>
                <c:pt idx="17">
                  <c:v>1.7489711934156382</c:v>
                </c:pt>
                <c:pt idx="18">
                  <c:v>1.8556701030927769</c:v>
                </c:pt>
                <c:pt idx="19">
                  <c:v>2.270381836945301</c:v>
                </c:pt>
                <c:pt idx="20">
                  <c:v>2.1716649431230639</c:v>
                </c:pt>
                <c:pt idx="21">
                  <c:v>2.1716649431230639</c:v>
                </c:pt>
                <c:pt idx="22">
                  <c:v>1.8672199170124415</c:v>
                </c:pt>
                <c:pt idx="23">
                  <c:v>1.9607843137254832</c:v>
                </c:pt>
                <c:pt idx="24">
                  <c:v>1.8691588785046731</c:v>
                </c:pt>
                <c:pt idx="25">
                  <c:v>2.413431269674704</c:v>
                </c:pt>
                <c:pt idx="26">
                  <c:v>2.1966527196652708</c:v>
                </c:pt>
                <c:pt idx="27">
                  <c:v>2.5183630640084109</c:v>
                </c:pt>
                <c:pt idx="28">
                  <c:v>2.9535864978902815</c:v>
                </c:pt>
                <c:pt idx="29">
                  <c:v>3.0752916224814575</c:v>
                </c:pt>
                <c:pt idx="30">
                  <c:v>3.0818278427205081</c:v>
                </c:pt>
                <c:pt idx="31">
                  <c:v>3.304904051172719</c:v>
                </c:pt>
                <c:pt idx="32">
                  <c:v>3.3119658119658224</c:v>
                </c:pt>
                <c:pt idx="33">
                  <c:v>3.0916844349680339</c:v>
                </c:pt>
                <c:pt idx="34">
                  <c:v>2.991452991453003</c:v>
                </c:pt>
                <c:pt idx="35">
                  <c:v>2.9755579171094615</c:v>
                </c:pt>
                <c:pt idx="36">
                  <c:v>2.8846153846153966</c:v>
                </c:pt>
                <c:pt idx="37">
                  <c:v>2.3630504833512367</c:v>
                </c:pt>
                <c:pt idx="38">
                  <c:v>2.4651661307609762</c:v>
                </c:pt>
                <c:pt idx="39">
                  <c:v>2.3630504833512367</c:v>
                </c:pt>
                <c:pt idx="40">
                  <c:v>2.2653721682847738</c:v>
                </c:pt>
                <c:pt idx="41">
                  <c:v>1.8358531317494542</c:v>
                </c:pt>
                <c:pt idx="42">
                  <c:v>1.7297297297297343</c:v>
                </c:pt>
                <c:pt idx="43">
                  <c:v>1.0775862068965525</c:v>
                </c:pt>
                <c:pt idx="44">
                  <c:v>0.97087378640776656</c:v>
                </c:pt>
                <c:pt idx="45">
                  <c:v>1.1866235167206085</c:v>
                </c:pt>
                <c:pt idx="46">
                  <c:v>0.3215434083601254</c:v>
                </c:pt>
                <c:pt idx="47">
                  <c:v>0.21299254526090383</c:v>
                </c:pt>
                <c:pt idx="48">
                  <c:v>-0.31948881789138905</c:v>
                </c:pt>
                <c:pt idx="49">
                  <c:v>-0.42780748663102663</c:v>
                </c:pt>
                <c:pt idx="50">
                  <c:v>-0.42689434364995282</c:v>
                </c:pt>
                <c:pt idx="51">
                  <c:v>-0.42780748663102663</c:v>
                </c:pt>
                <c:pt idx="52">
                  <c:v>-3.7383177570093351</c:v>
                </c:pt>
                <c:pt idx="53">
                  <c:v>-3.8421599169262799</c:v>
                </c:pt>
                <c:pt idx="54">
                  <c:v>-4.0456431535269788</c:v>
                </c:pt>
                <c:pt idx="55">
                  <c:v>-2.7253668763102867</c:v>
                </c:pt>
                <c:pt idx="56">
                  <c:v>-2.626050420168069</c:v>
                </c:pt>
                <c:pt idx="57">
                  <c:v>-2.7282266526757581</c:v>
                </c:pt>
                <c:pt idx="58">
                  <c:v>-2.2012578616352307</c:v>
                </c:pt>
                <c:pt idx="59">
                  <c:v>-1.9832985386221247</c:v>
                </c:pt>
                <c:pt idx="60">
                  <c:v>-2.1874999999999978</c:v>
                </c:pt>
                <c:pt idx="61">
                  <c:v>-2.604166666666663</c:v>
                </c:pt>
                <c:pt idx="62">
                  <c:v>-2.699896157840076</c:v>
                </c:pt>
                <c:pt idx="63">
                  <c:v>-2.8066528066528096</c:v>
                </c:pt>
                <c:pt idx="64">
                  <c:v>-0.31055900621117516</c:v>
                </c:pt>
                <c:pt idx="65">
                  <c:v>-0.10373443983403563</c:v>
                </c:pt>
                <c:pt idx="66">
                  <c:v>0</c:v>
                </c:pt>
                <c:pt idx="67">
                  <c:v>-1.3443640124095158</c:v>
                </c:pt>
                <c:pt idx="68">
                  <c:v>-1.3471502590673534</c:v>
                </c:pt>
                <c:pt idx="69">
                  <c:v>-1.2435233160621784</c:v>
                </c:pt>
                <c:pt idx="70">
                  <c:v>-1.2422360248447117</c:v>
                </c:pt>
                <c:pt idx="71">
                  <c:v>-1.5416238437821139</c:v>
                </c:pt>
                <c:pt idx="72">
                  <c:v>-0.62111801242235032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67-43D0-A269-B991FF36654F}"/>
            </c:ext>
          </c:extLst>
        </c:ser>
        <c:ser>
          <c:idx val="1"/>
          <c:order val="1"/>
          <c:tx>
            <c:strRef>
              <c:f>'Graph 6'!$D$2</c:f>
              <c:strCache>
                <c:ptCount val="1"/>
                <c:pt idx="0">
                  <c:v>SPPI</c:v>
                </c:pt>
              </c:strCache>
            </c:strRef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72"/>
              <c:spPr>
                <a:solidFill>
                  <a:srgbClr val="D7697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167-43D0-A269-B991FF3665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6'!$B$3:$B$75</c:f>
              <c:numCache>
                <c:formatCode>mmm\-yy</c:formatCode>
                <c:ptCount val="73"/>
                <c:pt idx="0">
                  <c:v>46204</c:v>
                </c:pt>
                <c:pt idx="1">
                  <c:v>46174</c:v>
                </c:pt>
                <c:pt idx="2">
                  <c:v>46143</c:v>
                </c:pt>
                <c:pt idx="3">
                  <c:v>46113</c:v>
                </c:pt>
                <c:pt idx="4">
                  <c:v>46082</c:v>
                </c:pt>
                <c:pt idx="5">
                  <c:v>46054</c:v>
                </c:pt>
                <c:pt idx="6">
                  <c:v>46023</c:v>
                </c:pt>
                <c:pt idx="7">
                  <c:v>45992</c:v>
                </c:pt>
                <c:pt idx="8">
                  <c:v>45962</c:v>
                </c:pt>
                <c:pt idx="9">
                  <c:v>45931</c:v>
                </c:pt>
                <c:pt idx="10">
                  <c:v>45901</c:v>
                </c:pt>
                <c:pt idx="11">
                  <c:v>45870</c:v>
                </c:pt>
                <c:pt idx="12">
                  <c:v>45839</c:v>
                </c:pt>
                <c:pt idx="13">
                  <c:v>45809</c:v>
                </c:pt>
                <c:pt idx="14">
                  <c:v>45778</c:v>
                </c:pt>
                <c:pt idx="15">
                  <c:v>45748</c:v>
                </c:pt>
                <c:pt idx="16">
                  <c:v>45717</c:v>
                </c:pt>
                <c:pt idx="17">
                  <c:v>45689</c:v>
                </c:pt>
                <c:pt idx="18">
                  <c:v>45658</c:v>
                </c:pt>
                <c:pt idx="19">
                  <c:v>45627</c:v>
                </c:pt>
                <c:pt idx="20">
                  <c:v>45597</c:v>
                </c:pt>
                <c:pt idx="21">
                  <c:v>45566</c:v>
                </c:pt>
                <c:pt idx="22">
                  <c:v>45536</c:v>
                </c:pt>
                <c:pt idx="23">
                  <c:v>45505</c:v>
                </c:pt>
                <c:pt idx="24">
                  <c:v>45474</c:v>
                </c:pt>
                <c:pt idx="25">
                  <c:v>45444</c:v>
                </c:pt>
                <c:pt idx="26">
                  <c:v>45413</c:v>
                </c:pt>
                <c:pt idx="27">
                  <c:v>45383</c:v>
                </c:pt>
                <c:pt idx="28">
                  <c:v>45352</c:v>
                </c:pt>
                <c:pt idx="29">
                  <c:v>45323</c:v>
                </c:pt>
                <c:pt idx="30">
                  <c:v>45292</c:v>
                </c:pt>
                <c:pt idx="31">
                  <c:v>45261</c:v>
                </c:pt>
                <c:pt idx="32">
                  <c:v>45231</c:v>
                </c:pt>
                <c:pt idx="33">
                  <c:v>45200</c:v>
                </c:pt>
                <c:pt idx="34">
                  <c:v>45170</c:v>
                </c:pt>
                <c:pt idx="35">
                  <c:v>45139</c:v>
                </c:pt>
                <c:pt idx="36">
                  <c:v>45108</c:v>
                </c:pt>
                <c:pt idx="37">
                  <c:v>45078</c:v>
                </c:pt>
                <c:pt idx="38">
                  <c:v>45047</c:v>
                </c:pt>
                <c:pt idx="39">
                  <c:v>45017</c:v>
                </c:pt>
                <c:pt idx="40">
                  <c:v>44986</c:v>
                </c:pt>
                <c:pt idx="41">
                  <c:v>44958</c:v>
                </c:pt>
                <c:pt idx="42">
                  <c:v>44927</c:v>
                </c:pt>
                <c:pt idx="43">
                  <c:v>44896</c:v>
                </c:pt>
                <c:pt idx="44">
                  <c:v>44866</c:v>
                </c:pt>
                <c:pt idx="45">
                  <c:v>44835</c:v>
                </c:pt>
                <c:pt idx="46">
                  <c:v>44805</c:v>
                </c:pt>
                <c:pt idx="47">
                  <c:v>44774</c:v>
                </c:pt>
                <c:pt idx="48">
                  <c:v>44743</c:v>
                </c:pt>
                <c:pt idx="49">
                  <c:v>44713</c:v>
                </c:pt>
                <c:pt idx="50">
                  <c:v>44682</c:v>
                </c:pt>
                <c:pt idx="51">
                  <c:v>44652</c:v>
                </c:pt>
                <c:pt idx="52">
                  <c:v>44621</c:v>
                </c:pt>
                <c:pt idx="53">
                  <c:v>44593</c:v>
                </c:pt>
                <c:pt idx="54">
                  <c:v>44562</c:v>
                </c:pt>
                <c:pt idx="55">
                  <c:v>44531</c:v>
                </c:pt>
                <c:pt idx="56">
                  <c:v>44501</c:v>
                </c:pt>
                <c:pt idx="57">
                  <c:v>44470</c:v>
                </c:pt>
                <c:pt idx="58">
                  <c:v>44440</c:v>
                </c:pt>
                <c:pt idx="59">
                  <c:v>44409</c:v>
                </c:pt>
                <c:pt idx="60">
                  <c:v>44378</c:v>
                </c:pt>
                <c:pt idx="61">
                  <c:v>44348</c:v>
                </c:pt>
                <c:pt idx="62">
                  <c:v>44317</c:v>
                </c:pt>
                <c:pt idx="63">
                  <c:v>44287</c:v>
                </c:pt>
                <c:pt idx="64">
                  <c:v>44256</c:v>
                </c:pt>
                <c:pt idx="65">
                  <c:v>44228</c:v>
                </c:pt>
                <c:pt idx="66">
                  <c:v>44197</c:v>
                </c:pt>
                <c:pt idx="67">
                  <c:v>44166</c:v>
                </c:pt>
                <c:pt idx="68">
                  <c:v>44136</c:v>
                </c:pt>
                <c:pt idx="69">
                  <c:v>44105</c:v>
                </c:pt>
                <c:pt idx="70">
                  <c:v>44075</c:v>
                </c:pt>
                <c:pt idx="71">
                  <c:v>44044</c:v>
                </c:pt>
                <c:pt idx="72">
                  <c:v>44013</c:v>
                </c:pt>
              </c:numCache>
            </c:numRef>
          </c:cat>
          <c:val>
            <c:numRef>
              <c:f>'Graph 6'!$D$3:$D$75</c:f>
              <c:numCache>
                <c:formatCode>General</c:formatCode>
                <c:ptCount val="73"/>
                <c:pt idx="0">
                  <c:v>3.6</c:v>
                </c:pt>
                <c:pt idx="1">
                  <c:v>3.4</c:v>
                </c:pt>
                <c:pt idx="2">
                  <c:v>3.6</c:v>
                </c:pt>
                <c:pt idx="3">
                  <c:v>3.6</c:v>
                </c:pt>
                <c:pt idx="4">
                  <c:v>3.3</c:v>
                </c:pt>
                <c:pt idx="5">
                  <c:v>2.7</c:v>
                </c:pt>
                <c:pt idx="6">
                  <c:v>2.7</c:v>
                </c:pt>
                <c:pt idx="7">
                  <c:v>2.6</c:v>
                </c:pt>
                <c:pt idx="8">
                  <c:v>2.7</c:v>
                </c:pt>
                <c:pt idx="9">
                  <c:v>2.7</c:v>
                </c:pt>
                <c:pt idx="10">
                  <c:v>3.1</c:v>
                </c:pt>
                <c:pt idx="11">
                  <c:v>2.8</c:v>
                </c:pt>
                <c:pt idx="12">
                  <c:v>2.7</c:v>
                </c:pt>
                <c:pt idx="13">
                  <c:v>2.8</c:v>
                </c:pt>
                <c:pt idx="14">
                  <c:v>3.1</c:v>
                </c:pt>
                <c:pt idx="15">
                  <c:v>3.1</c:v>
                </c:pt>
                <c:pt idx="16">
                  <c:v>3.4</c:v>
                </c:pt>
                <c:pt idx="17">
                  <c:v>3.3</c:v>
                </c:pt>
                <c:pt idx="18">
                  <c:v>3.4</c:v>
                </c:pt>
                <c:pt idx="19">
                  <c:v>3.4</c:v>
                </c:pt>
                <c:pt idx="20">
                  <c:v>3.4</c:v>
                </c:pt>
                <c:pt idx="21">
                  <c:v>3.4</c:v>
                </c:pt>
                <c:pt idx="22">
                  <c:v>3.1</c:v>
                </c:pt>
                <c:pt idx="23">
                  <c:v>3.3</c:v>
                </c:pt>
                <c:pt idx="24">
                  <c:v>3.3</c:v>
                </c:pt>
                <c:pt idx="25">
                  <c:v>3.7</c:v>
                </c:pt>
                <c:pt idx="26">
                  <c:v>3.2</c:v>
                </c:pt>
                <c:pt idx="27">
                  <c:v>3.3</c:v>
                </c:pt>
                <c:pt idx="28">
                  <c:v>2.5</c:v>
                </c:pt>
                <c:pt idx="29">
                  <c:v>2.5</c:v>
                </c:pt>
                <c:pt idx="30">
                  <c:v>2.6</c:v>
                </c:pt>
                <c:pt idx="31">
                  <c:v>2.7</c:v>
                </c:pt>
                <c:pt idx="32">
                  <c:v>2.8</c:v>
                </c:pt>
                <c:pt idx="33">
                  <c:v>2.7</c:v>
                </c:pt>
                <c:pt idx="34">
                  <c:v>2.2999999999999998</c:v>
                </c:pt>
                <c:pt idx="35">
                  <c:v>2.4</c:v>
                </c:pt>
                <c:pt idx="36">
                  <c:v>2.1</c:v>
                </c:pt>
                <c:pt idx="37">
                  <c:v>1.8</c:v>
                </c:pt>
                <c:pt idx="38">
                  <c:v>2.2999999999999998</c:v>
                </c:pt>
                <c:pt idx="39">
                  <c:v>2.2000000000000002</c:v>
                </c:pt>
                <c:pt idx="40">
                  <c:v>1.9</c:v>
                </c:pt>
                <c:pt idx="41">
                  <c:v>1.9</c:v>
                </c:pt>
                <c:pt idx="42">
                  <c:v>1.7</c:v>
                </c:pt>
                <c:pt idx="43">
                  <c:v>1.5</c:v>
                </c:pt>
                <c:pt idx="44">
                  <c:v>1.7</c:v>
                </c:pt>
                <c:pt idx="45">
                  <c:v>1.8</c:v>
                </c:pt>
                <c:pt idx="46">
                  <c:v>1.9</c:v>
                </c:pt>
                <c:pt idx="47">
                  <c:v>1.6</c:v>
                </c:pt>
                <c:pt idx="48">
                  <c:v>1.6</c:v>
                </c:pt>
                <c:pt idx="49">
                  <c:v>1.7</c:v>
                </c:pt>
                <c:pt idx="50">
                  <c:v>1.7</c:v>
                </c:pt>
                <c:pt idx="51">
                  <c:v>1.5</c:v>
                </c:pt>
                <c:pt idx="52">
                  <c:v>1</c:v>
                </c:pt>
                <c:pt idx="53">
                  <c:v>0.8</c:v>
                </c:pt>
                <c:pt idx="54">
                  <c:v>1.1000000000000001</c:v>
                </c:pt>
                <c:pt idx="55">
                  <c:v>1.1000000000000001</c:v>
                </c:pt>
                <c:pt idx="56">
                  <c:v>0.8</c:v>
                </c:pt>
                <c:pt idx="57">
                  <c:v>0.8</c:v>
                </c:pt>
                <c:pt idx="58">
                  <c:v>0.7</c:v>
                </c:pt>
                <c:pt idx="59">
                  <c:v>1</c:v>
                </c:pt>
                <c:pt idx="60">
                  <c:v>1.2</c:v>
                </c:pt>
                <c:pt idx="61">
                  <c:v>1.2</c:v>
                </c:pt>
                <c:pt idx="62">
                  <c:v>1.6</c:v>
                </c:pt>
                <c:pt idx="63">
                  <c:v>1.2</c:v>
                </c:pt>
                <c:pt idx="64">
                  <c:v>0.4</c:v>
                </c:pt>
                <c:pt idx="65">
                  <c:v>-0.2</c:v>
                </c:pt>
                <c:pt idx="66">
                  <c:v>-0.7</c:v>
                </c:pt>
                <c:pt idx="67">
                  <c:v>-0.1</c:v>
                </c:pt>
                <c:pt idx="68">
                  <c:v>-0.2</c:v>
                </c:pt>
                <c:pt idx="69">
                  <c:v>-0.4</c:v>
                </c:pt>
                <c:pt idx="70">
                  <c:v>1.3</c:v>
                </c:pt>
                <c:pt idx="71">
                  <c:v>1.1000000000000001</c:v>
                </c:pt>
                <c:pt idx="72">
                  <c:v>1.1000000000000001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167-43D0-A269-B991FF3665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56981360"/>
        <c:axId val="1034025904"/>
      </c:lineChart>
      <c:dateAx>
        <c:axId val="95698136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034025904"/>
        <c:crosses val="autoZero"/>
        <c:auto val="1"/>
        <c:lblOffset val="100"/>
        <c:baseTimeUnit val="months"/>
        <c:majorUnit val="8"/>
        <c:majorTimeUnit val="months"/>
      </c:dateAx>
      <c:valAx>
        <c:axId val="1034025904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95698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'Graph 8.2'!$C$2</c:f>
              <c:strCache>
                <c:ptCount val="1"/>
                <c:pt idx="0">
                  <c:v>High labor cost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35"/>
              <c:spPr>
                <a:solidFill>
                  <a:schemeClr val="tx2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3C-423A-88F0-12CB185E7E87}"/>
                </c:ext>
              </c:extLst>
            </c:dLbl>
            <c:spPr>
              <a:solidFill>
                <a:schemeClr val="tx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8.2'!$B$3:$B$238</c:f>
              <c:numCache>
                <c:formatCode>[$-409]mmm\-yy;@</c:formatCode>
                <c:ptCount val="236"/>
                <c:pt idx="0">
                  <c:v>39083</c:v>
                </c:pt>
                <c:pt idx="1">
                  <c:v>39114</c:v>
                </c:pt>
                <c:pt idx="2">
                  <c:v>39142</c:v>
                </c:pt>
                <c:pt idx="3">
                  <c:v>39173</c:v>
                </c:pt>
                <c:pt idx="4">
                  <c:v>39203</c:v>
                </c:pt>
                <c:pt idx="5">
                  <c:v>39234</c:v>
                </c:pt>
                <c:pt idx="6">
                  <c:v>39264</c:v>
                </c:pt>
                <c:pt idx="7">
                  <c:v>39295</c:v>
                </c:pt>
                <c:pt idx="8">
                  <c:v>39326</c:v>
                </c:pt>
                <c:pt idx="9">
                  <c:v>39356</c:v>
                </c:pt>
                <c:pt idx="10">
                  <c:v>39387</c:v>
                </c:pt>
                <c:pt idx="11">
                  <c:v>39417</c:v>
                </c:pt>
                <c:pt idx="12">
                  <c:v>39448</c:v>
                </c:pt>
                <c:pt idx="13">
                  <c:v>39479</c:v>
                </c:pt>
                <c:pt idx="14">
                  <c:v>39508</c:v>
                </c:pt>
                <c:pt idx="15">
                  <c:v>39539</c:v>
                </c:pt>
                <c:pt idx="16">
                  <c:v>39569</c:v>
                </c:pt>
                <c:pt idx="17">
                  <c:v>39600</c:v>
                </c:pt>
                <c:pt idx="18">
                  <c:v>39630</c:v>
                </c:pt>
                <c:pt idx="19">
                  <c:v>39661</c:v>
                </c:pt>
                <c:pt idx="20">
                  <c:v>39692</c:v>
                </c:pt>
                <c:pt idx="21">
                  <c:v>39722</c:v>
                </c:pt>
                <c:pt idx="22">
                  <c:v>39753</c:v>
                </c:pt>
                <c:pt idx="23">
                  <c:v>39783</c:v>
                </c:pt>
                <c:pt idx="24">
                  <c:v>39814</c:v>
                </c:pt>
                <c:pt idx="25">
                  <c:v>39845</c:v>
                </c:pt>
                <c:pt idx="26">
                  <c:v>39873</c:v>
                </c:pt>
                <c:pt idx="27">
                  <c:v>39904</c:v>
                </c:pt>
                <c:pt idx="28">
                  <c:v>39934</c:v>
                </c:pt>
                <c:pt idx="29">
                  <c:v>39965</c:v>
                </c:pt>
                <c:pt idx="30">
                  <c:v>39995</c:v>
                </c:pt>
                <c:pt idx="31">
                  <c:v>40026</c:v>
                </c:pt>
                <c:pt idx="32">
                  <c:v>40057</c:v>
                </c:pt>
                <c:pt idx="33">
                  <c:v>40087</c:v>
                </c:pt>
                <c:pt idx="34">
                  <c:v>40118</c:v>
                </c:pt>
                <c:pt idx="35">
                  <c:v>40148</c:v>
                </c:pt>
                <c:pt idx="36">
                  <c:v>40179</c:v>
                </c:pt>
                <c:pt idx="37">
                  <c:v>40210</c:v>
                </c:pt>
                <c:pt idx="38">
                  <c:v>40238</c:v>
                </c:pt>
                <c:pt idx="39">
                  <c:v>40269</c:v>
                </c:pt>
                <c:pt idx="40">
                  <c:v>40299</c:v>
                </c:pt>
                <c:pt idx="41">
                  <c:v>40330</c:v>
                </c:pt>
                <c:pt idx="42">
                  <c:v>40360</c:v>
                </c:pt>
                <c:pt idx="43">
                  <c:v>40391</c:v>
                </c:pt>
                <c:pt idx="44">
                  <c:v>40422</c:v>
                </c:pt>
                <c:pt idx="45">
                  <c:v>40452</c:v>
                </c:pt>
                <c:pt idx="46">
                  <c:v>40483</c:v>
                </c:pt>
                <c:pt idx="47">
                  <c:v>40513</c:v>
                </c:pt>
                <c:pt idx="48">
                  <c:v>40544</c:v>
                </c:pt>
                <c:pt idx="49">
                  <c:v>40575</c:v>
                </c:pt>
                <c:pt idx="50">
                  <c:v>40603</c:v>
                </c:pt>
                <c:pt idx="51">
                  <c:v>40634</c:v>
                </c:pt>
                <c:pt idx="52">
                  <c:v>40664</c:v>
                </c:pt>
                <c:pt idx="53">
                  <c:v>40695</c:v>
                </c:pt>
                <c:pt idx="54">
                  <c:v>40725</c:v>
                </c:pt>
                <c:pt idx="55">
                  <c:v>40756</c:v>
                </c:pt>
                <c:pt idx="56">
                  <c:v>40787</c:v>
                </c:pt>
                <c:pt idx="57">
                  <c:v>40817</c:v>
                </c:pt>
                <c:pt idx="58">
                  <c:v>40848</c:v>
                </c:pt>
                <c:pt idx="59">
                  <c:v>40878</c:v>
                </c:pt>
                <c:pt idx="60">
                  <c:v>40909</c:v>
                </c:pt>
                <c:pt idx="61">
                  <c:v>40940</c:v>
                </c:pt>
                <c:pt idx="62">
                  <c:v>40969</c:v>
                </c:pt>
                <c:pt idx="63">
                  <c:v>41000</c:v>
                </c:pt>
                <c:pt idx="64">
                  <c:v>41030</c:v>
                </c:pt>
                <c:pt idx="65">
                  <c:v>41061</c:v>
                </c:pt>
                <c:pt idx="66">
                  <c:v>41091</c:v>
                </c:pt>
                <c:pt idx="67">
                  <c:v>41122</c:v>
                </c:pt>
                <c:pt idx="68">
                  <c:v>41153</c:v>
                </c:pt>
                <c:pt idx="69">
                  <c:v>41183</c:v>
                </c:pt>
                <c:pt idx="70">
                  <c:v>41214</c:v>
                </c:pt>
                <c:pt idx="71">
                  <c:v>41244</c:v>
                </c:pt>
                <c:pt idx="72">
                  <c:v>41275</c:v>
                </c:pt>
                <c:pt idx="73">
                  <c:v>41306</c:v>
                </c:pt>
                <c:pt idx="74">
                  <c:v>41334</c:v>
                </c:pt>
                <c:pt idx="75">
                  <c:v>41365</c:v>
                </c:pt>
                <c:pt idx="76">
                  <c:v>41395</c:v>
                </c:pt>
                <c:pt idx="77">
                  <c:v>41426</c:v>
                </c:pt>
                <c:pt idx="78">
                  <c:v>41456</c:v>
                </c:pt>
                <c:pt idx="79">
                  <c:v>41487</c:v>
                </c:pt>
                <c:pt idx="80">
                  <c:v>41518</c:v>
                </c:pt>
                <c:pt idx="81">
                  <c:v>41548</c:v>
                </c:pt>
                <c:pt idx="82">
                  <c:v>41579</c:v>
                </c:pt>
                <c:pt idx="83">
                  <c:v>41609</c:v>
                </c:pt>
                <c:pt idx="84">
                  <c:v>41640</c:v>
                </c:pt>
                <c:pt idx="85">
                  <c:v>41671</c:v>
                </c:pt>
                <c:pt idx="86">
                  <c:v>41699</c:v>
                </c:pt>
                <c:pt idx="87">
                  <c:v>41730</c:v>
                </c:pt>
                <c:pt idx="88">
                  <c:v>41760</c:v>
                </c:pt>
                <c:pt idx="89">
                  <c:v>41791</c:v>
                </c:pt>
                <c:pt idx="90">
                  <c:v>41821</c:v>
                </c:pt>
                <c:pt idx="91">
                  <c:v>41852</c:v>
                </c:pt>
                <c:pt idx="92">
                  <c:v>41883</c:v>
                </c:pt>
                <c:pt idx="93">
                  <c:v>41913</c:v>
                </c:pt>
                <c:pt idx="94">
                  <c:v>41944</c:v>
                </c:pt>
                <c:pt idx="95">
                  <c:v>41974</c:v>
                </c:pt>
                <c:pt idx="96">
                  <c:v>42005</c:v>
                </c:pt>
                <c:pt idx="97">
                  <c:v>42036</c:v>
                </c:pt>
                <c:pt idx="98">
                  <c:v>42064</c:v>
                </c:pt>
                <c:pt idx="99">
                  <c:v>42095</c:v>
                </c:pt>
                <c:pt idx="100">
                  <c:v>42125</c:v>
                </c:pt>
                <c:pt idx="101">
                  <c:v>42156</c:v>
                </c:pt>
                <c:pt idx="102">
                  <c:v>42186</c:v>
                </c:pt>
                <c:pt idx="103">
                  <c:v>42217</c:v>
                </c:pt>
                <c:pt idx="104">
                  <c:v>42248</c:v>
                </c:pt>
                <c:pt idx="105">
                  <c:v>42278</c:v>
                </c:pt>
                <c:pt idx="106">
                  <c:v>42309</c:v>
                </c:pt>
                <c:pt idx="107">
                  <c:v>42339</c:v>
                </c:pt>
                <c:pt idx="108">
                  <c:v>42370</c:v>
                </c:pt>
                <c:pt idx="109">
                  <c:v>42401</c:v>
                </c:pt>
                <c:pt idx="110">
                  <c:v>42430</c:v>
                </c:pt>
                <c:pt idx="111">
                  <c:v>42461</c:v>
                </c:pt>
                <c:pt idx="112">
                  <c:v>42491</c:v>
                </c:pt>
                <c:pt idx="113">
                  <c:v>42522</c:v>
                </c:pt>
                <c:pt idx="114">
                  <c:v>42552</c:v>
                </c:pt>
                <c:pt idx="115">
                  <c:v>42583</c:v>
                </c:pt>
                <c:pt idx="116">
                  <c:v>42614</c:v>
                </c:pt>
                <c:pt idx="117">
                  <c:v>42644</c:v>
                </c:pt>
                <c:pt idx="118">
                  <c:v>42675</c:v>
                </c:pt>
                <c:pt idx="119">
                  <c:v>42705</c:v>
                </c:pt>
                <c:pt idx="120">
                  <c:v>42736</c:v>
                </c:pt>
                <c:pt idx="121">
                  <c:v>42767</c:v>
                </c:pt>
                <c:pt idx="122">
                  <c:v>42795</c:v>
                </c:pt>
                <c:pt idx="123">
                  <c:v>42826</c:v>
                </c:pt>
                <c:pt idx="124">
                  <c:v>42856</c:v>
                </c:pt>
                <c:pt idx="125">
                  <c:v>42887</c:v>
                </c:pt>
                <c:pt idx="126">
                  <c:v>42917</c:v>
                </c:pt>
                <c:pt idx="127">
                  <c:v>42948</c:v>
                </c:pt>
                <c:pt idx="128">
                  <c:v>42979</c:v>
                </c:pt>
                <c:pt idx="129">
                  <c:v>43009</c:v>
                </c:pt>
                <c:pt idx="130">
                  <c:v>43040</c:v>
                </c:pt>
                <c:pt idx="131">
                  <c:v>43070</c:v>
                </c:pt>
                <c:pt idx="132">
                  <c:v>43101</c:v>
                </c:pt>
                <c:pt idx="133">
                  <c:v>43132</c:v>
                </c:pt>
                <c:pt idx="134">
                  <c:v>43160</c:v>
                </c:pt>
                <c:pt idx="135">
                  <c:v>43191</c:v>
                </c:pt>
                <c:pt idx="136">
                  <c:v>43221</c:v>
                </c:pt>
                <c:pt idx="137">
                  <c:v>43252</c:v>
                </c:pt>
                <c:pt idx="138">
                  <c:v>43282</c:v>
                </c:pt>
                <c:pt idx="139">
                  <c:v>43313</c:v>
                </c:pt>
                <c:pt idx="140">
                  <c:v>43344</c:v>
                </c:pt>
                <c:pt idx="141">
                  <c:v>43374</c:v>
                </c:pt>
                <c:pt idx="142">
                  <c:v>43405</c:v>
                </c:pt>
                <c:pt idx="143">
                  <c:v>43435</c:v>
                </c:pt>
                <c:pt idx="144">
                  <c:v>43466</c:v>
                </c:pt>
                <c:pt idx="145">
                  <c:v>43497</c:v>
                </c:pt>
                <c:pt idx="146">
                  <c:v>43525</c:v>
                </c:pt>
                <c:pt idx="147">
                  <c:v>43556</c:v>
                </c:pt>
                <c:pt idx="148">
                  <c:v>43586</c:v>
                </c:pt>
                <c:pt idx="149">
                  <c:v>43617</c:v>
                </c:pt>
                <c:pt idx="150">
                  <c:v>43647</c:v>
                </c:pt>
                <c:pt idx="151">
                  <c:v>43678</c:v>
                </c:pt>
                <c:pt idx="152">
                  <c:v>43709</c:v>
                </c:pt>
                <c:pt idx="153">
                  <c:v>43739</c:v>
                </c:pt>
                <c:pt idx="154">
                  <c:v>43770</c:v>
                </c:pt>
                <c:pt idx="155">
                  <c:v>43800</c:v>
                </c:pt>
                <c:pt idx="156">
                  <c:v>43831</c:v>
                </c:pt>
                <c:pt idx="157">
                  <c:v>43862</c:v>
                </c:pt>
                <c:pt idx="158">
                  <c:v>43891</c:v>
                </c:pt>
                <c:pt idx="159">
                  <c:v>43922</c:v>
                </c:pt>
                <c:pt idx="160">
                  <c:v>43952</c:v>
                </c:pt>
                <c:pt idx="161">
                  <c:v>43983</c:v>
                </c:pt>
                <c:pt idx="162">
                  <c:v>44013</c:v>
                </c:pt>
                <c:pt idx="163">
                  <c:v>44044</c:v>
                </c:pt>
                <c:pt idx="164">
                  <c:v>44075</c:v>
                </c:pt>
                <c:pt idx="165">
                  <c:v>44105</c:v>
                </c:pt>
                <c:pt idx="166">
                  <c:v>44136</c:v>
                </c:pt>
                <c:pt idx="167">
                  <c:v>44166</c:v>
                </c:pt>
                <c:pt idx="168">
                  <c:v>44197</c:v>
                </c:pt>
                <c:pt idx="169">
                  <c:v>44228</c:v>
                </c:pt>
                <c:pt idx="170">
                  <c:v>44256</c:v>
                </c:pt>
                <c:pt idx="171">
                  <c:v>44287</c:v>
                </c:pt>
                <c:pt idx="172">
                  <c:v>44317</c:v>
                </c:pt>
                <c:pt idx="173">
                  <c:v>44348</c:v>
                </c:pt>
                <c:pt idx="174">
                  <c:v>44378</c:v>
                </c:pt>
                <c:pt idx="175">
                  <c:v>44409</c:v>
                </c:pt>
                <c:pt idx="176">
                  <c:v>44440</c:v>
                </c:pt>
                <c:pt idx="177">
                  <c:v>44470</c:v>
                </c:pt>
                <c:pt idx="178">
                  <c:v>44501</c:v>
                </c:pt>
                <c:pt idx="179">
                  <c:v>44531</c:v>
                </c:pt>
                <c:pt idx="180">
                  <c:v>44562</c:v>
                </c:pt>
                <c:pt idx="181">
                  <c:v>44593</c:v>
                </c:pt>
                <c:pt idx="182">
                  <c:v>44621</c:v>
                </c:pt>
                <c:pt idx="183">
                  <c:v>44652</c:v>
                </c:pt>
                <c:pt idx="184">
                  <c:v>44682</c:v>
                </c:pt>
                <c:pt idx="185">
                  <c:v>44713</c:v>
                </c:pt>
                <c:pt idx="186">
                  <c:v>44743</c:v>
                </c:pt>
                <c:pt idx="187">
                  <c:v>44774</c:v>
                </c:pt>
                <c:pt idx="188">
                  <c:v>44805</c:v>
                </c:pt>
                <c:pt idx="189">
                  <c:v>44835</c:v>
                </c:pt>
                <c:pt idx="190">
                  <c:v>44866</c:v>
                </c:pt>
                <c:pt idx="191">
                  <c:v>44896</c:v>
                </c:pt>
                <c:pt idx="192">
                  <c:v>44927</c:v>
                </c:pt>
                <c:pt idx="193">
                  <c:v>44958</c:v>
                </c:pt>
                <c:pt idx="194">
                  <c:v>44986</c:v>
                </c:pt>
                <c:pt idx="195">
                  <c:v>45017</c:v>
                </c:pt>
                <c:pt idx="196">
                  <c:v>45047</c:v>
                </c:pt>
                <c:pt idx="197">
                  <c:v>45078</c:v>
                </c:pt>
                <c:pt idx="198">
                  <c:v>45108</c:v>
                </c:pt>
                <c:pt idx="199">
                  <c:v>45139</c:v>
                </c:pt>
                <c:pt idx="200">
                  <c:v>45170</c:v>
                </c:pt>
                <c:pt idx="201">
                  <c:v>45200</c:v>
                </c:pt>
                <c:pt idx="202">
                  <c:v>45231</c:v>
                </c:pt>
                <c:pt idx="203">
                  <c:v>45261</c:v>
                </c:pt>
                <c:pt idx="204">
                  <c:v>45292</c:v>
                </c:pt>
                <c:pt idx="205">
                  <c:v>45323</c:v>
                </c:pt>
                <c:pt idx="206">
                  <c:v>45352</c:v>
                </c:pt>
                <c:pt idx="207">
                  <c:v>45383</c:v>
                </c:pt>
                <c:pt idx="208">
                  <c:v>45413</c:v>
                </c:pt>
                <c:pt idx="209">
                  <c:v>45444</c:v>
                </c:pt>
                <c:pt idx="210">
                  <c:v>45474</c:v>
                </c:pt>
                <c:pt idx="211">
                  <c:v>45505</c:v>
                </c:pt>
                <c:pt idx="212">
                  <c:v>45536</c:v>
                </c:pt>
                <c:pt idx="213">
                  <c:v>45566</c:v>
                </c:pt>
                <c:pt idx="214">
                  <c:v>45597</c:v>
                </c:pt>
                <c:pt idx="215">
                  <c:v>45627</c:v>
                </c:pt>
                <c:pt idx="216">
                  <c:v>45658</c:v>
                </c:pt>
                <c:pt idx="217">
                  <c:v>45689</c:v>
                </c:pt>
                <c:pt idx="218">
                  <c:v>45717</c:v>
                </c:pt>
                <c:pt idx="219">
                  <c:v>45748</c:v>
                </c:pt>
                <c:pt idx="220">
                  <c:v>45778</c:v>
                </c:pt>
                <c:pt idx="221">
                  <c:v>45809</c:v>
                </c:pt>
                <c:pt idx="222">
                  <c:v>45839</c:v>
                </c:pt>
                <c:pt idx="223">
                  <c:v>45870</c:v>
                </c:pt>
                <c:pt idx="224">
                  <c:v>45901</c:v>
                </c:pt>
                <c:pt idx="225">
                  <c:v>45931</c:v>
                </c:pt>
                <c:pt idx="226">
                  <c:v>45962</c:v>
                </c:pt>
                <c:pt idx="227">
                  <c:v>45992</c:v>
                </c:pt>
                <c:pt idx="228">
                  <c:v>46023</c:v>
                </c:pt>
                <c:pt idx="229">
                  <c:v>46054</c:v>
                </c:pt>
                <c:pt idx="230">
                  <c:v>46082</c:v>
                </c:pt>
                <c:pt idx="231">
                  <c:v>46113</c:v>
                </c:pt>
                <c:pt idx="232">
                  <c:v>46143</c:v>
                </c:pt>
                <c:pt idx="233">
                  <c:v>46174</c:v>
                </c:pt>
                <c:pt idx="234">
                  <c:v>46204</c:v>
                </c:pt>
                <c:pt idx="235">
                  <c:v>46235</c:v>
                </c:pt>
              </c:numCache>
            </c:numRef>
          </c:cat>
          <c:val>
            <c:numRef>
              <c:f>'Graph 8.2'!$C$3:$C$238</c:f>
              <c:numCache>
                <c:formatCode>General</c:formatCode>
                <c:ptCount val="236"/>
                <c:pt idx="0">
                  <c:v>0.2</c:v>
                </c:pt>
                <c:pt idx="1">
                  <c:v>0.1</c:v>
                </c:pt>
                <c:pt idx="2">
                  <c:v>-0.1</c:v>
                </c:pt>
                <c:pt idx="3">
                  <c:v>-0.1</c:v>
                </c:pt>
                <c:pt idx="4">
                  <c:v>0.2</c:v>
                </c:pt>
                <c:pt idx="5">
                  <c:v>0.3</c:v>
                </c:pt>
                <c:pt idx="6">
                  <c:v>0.1</c:v>
                </c:pt>
                <c:pt idx="7">
                  <c:v>0.3</c:v>
                </c:pt>
                <c:pt idx="8">
                  <c:v>0.4</c:v>
                </c:pt>
                <c:pt idx="9">
                  <c:v>0.3</c:v>
                </c:pt>
                <c:pt idx="10">
                  <c:v>0.4</c:v>
                </c:pt>
                <c:pt idx="11">
                  <c:v>0.7</c:v>
                </c:pt>
                <c:pt idx="12">
                  <c:v>0.6</c:v>
                </c:pt>
                <c:pt idx="13">
                  <c:v>0.7</c:v>
                </c:pt>
                <c:pt idx="14">
                  <c:v>0.8</c:v>
                </c:pt>
                <c:pt idx="15">
                  <c:v>1.2</c:v>
                </c:pt>
                <c:pt idx="16">
                  <c:v>0.9</c:v>
                </c:pt>
                <c:pt idx="17">
                  <c:v>0.8</c:v>
                </c:pt>
                <c:pt idx="18">
                  <c:v>0.9</c:v>
                </c:pt>
                <c:pt idx="19">
                  <c:v>0.9</c:v>
                </c:pt>
                <c:pt idx="20">
                  <c:v>0.8</c:v>
                </c:pt>
                <c:pt idx="21">
                  <c:v>0.7</c:v>
                </c:pt>
                <c:pt idx="22">
                  <c:v>0.5</c:v>
                </c:pt>
                <c:pt idx="23">
                  <c:v>0.2</c:v>
                </c:pt>
                <c:pt idx="24">
                  <c:v>0.3</c:v>
                </c:pt>
                <c:pt idx="25">
                  <c:v>0.4</c:v>
                </c:pt>
                <c:pt idx="26">
                  <c:v>0.1</c:v>
                </c:pt>
                <c:pt idx="27">
                  <c:v>-0.7</c:v>
                </c:pt>
                <c:pt idx="28">
                  <c:v>-0.7</c:v>
                </c:pt>
                <c:pt idx="29">
                  <c:v>-0.7</c:v>
                </c:pt>
                <c:pt idx="30">
                  <c:v>-0.6</c:v>
                </c:pt>
                <c:pt idx="31">
                  <c:v>-0.7</c:v>
                </c:pt>
                <c:pt idx="32">
                  <c:v>-0.7</c:v>
                </c:pt>
                <c:pt idx="33">
                  <c:v>-0.7</c:v>
                </c:pt>
                <c:pt idx="34">
                  <c:v>-0.7</c:v>
                </c:pt>
                <c:pt idx="35">
                  <c:v>-0.5</c:v>
                </c:pt>
                <c:pt idx="36">
                  <c:v>-1</c:v>
                </c:pt>
                <c:pt idx="37">
                  <c:v>-1.2</c:v>
                </c:pt>
                <c:pt idx="38">
                  <c:v>-0.8</c:v>
                </c:pt>
                <c:pt idx="39">
                  <c:v>-0.6</c:v>
                </c:pt>
                <c:pt idx="40">
                  <c:v>-0.6</c:v>
                </c:pt>
                <c:pt idx="41">
                  <c:v>-0.5</c:v>
                </c:pt>
                <c:pt idx="42">
                  <c:v>-0.5</c:v>
                </c:pt>
                <c:pt idx="43">
                  <c:v>-0.6</c:v>
                </c:pt>
                <c:pt idx="44">
                  <c:v>-0.7</c:v>
                </c:pt>
                <c:pt idx="45">
                  <c:v>-0.8</c:v>
                </c:pt>
                <c:pt idx="46">
                  <c:v>-0.7</c:v>
                </c:pt>
                <c:pt idx="47">
                  <c:v>-0.8</c:v>
                </c:pt>
                <c:pt idx="48">
                  <c:v>-0.4</c:v>
                </c:pt>
                <c:pt idx="49">
                  <c:v>-0.4</c:v>
                </c:pt>
                <c:pt idx="50">
                  <c:v>-0.5</c:v>
                </c:pt>
                <c:pt idx="51">
                  <c:v>-0.4</c:v>
                </c:pt>
                <c:pt idx="52">
                  <c:v>-0.2</c:v>
                </c:pt>
                <c:pt idx="53">
                  <c:v>-0.4</c:v>
                </c:pt>
                <c:pt idx="54">
                  <c:v>-0.4</c:v>
                </c:pt>
                <c:pt idx="55">
                  <c:v>-0.3</c:v>
                </c:pt>
                <c:pt idx="56">
                  <c:v>-0.2</c:v>
                </c:pt>
                <c:pt idx="57">
                  <c:v>0</c:v>
                </c:pt>
                <c:pt idx="58">
                  <c:v>0</c:v>
                </c:pt>
                <c:pt idx="59">
                  <c:v>0.1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-0.1</c:v>
                </c:pt>
                <c:pt idx="64">
                  <c:v>-0.2</c:v>
                </c:pt>
                <c:pt idx="65">
                  <c:v>-0.1</c:v>
                </c:pt>
                <c:pt idx="66">
                  <c:v>-0.2</c:v>
                </c:pt>
                <c:pt idx="67">
                  <c:v>-0.2</c:v>
                </c:pt>
                <c:pt idx="68">
                  <c:v>-0.1</c:v>
                </c:pt>
                <c:pt idx="69">
                  <c:v>-0.3</c:v>
                </c:pt>
                <c:pt idx="70">
                  <c:v>-0.3</c:v>
                </c:pt>
                <c:pt idx="71">
                  <c:v>-0.4</c:v>
                </c:pt>
                <c:pt idx="72">
                  <c:v>-0.3</c:v>
                </c:pt>
                <c:pt idx="73">
                  <c:v>-0.3</c:v>
                </c:pt>
                <c:pt idx="74">
                  <c:v>-0.3</c:v>
                </c:pt>
                <c:pt idx="75">
                  <c:v>-0.1</c:v>
                </c:pt>
                <c:pt idx="76">
                  <c:v>-0.1</c:v>
                </c:pt>
                <c:pt idx="77">
                  <c:v>-0.1</c:v>
                </c:pt>
                <c:pt idx="78">
                  <c:v>0.1</c:v>
                </c:pt>
                <c:pt idx="79">
                  <c:v>0.1</c:v>
                </c:pt>
                <c:pt idx="80">
                  <c:v>0</c:v>
                </c:pt>
                <c:pt idx="81">
                  <c:v>0.2</c:v>
                </c:pt>
                <c:pt idx="82">
                  <c:v>0.3</c:v>
                </c:pt>
                <c:pt idx="83">
                  <c:v>0.4</c:v>
                </c:pt>
                <c:pt idx="84">
                  <c:v>0.5</c:v>
                </c:pt>
                <c:pt idx="85">
                  <c:v>0.6</c:v>
                </c:pt>
                <c:pt idx="86">
                  <c:v>0.6</c:v>
                </c:pt>
                <c:pt idx="87">
                  <c:v>0.5</c:v>
                </c:pt>
                <c:pt idx="88">
                  <c:v>0.7</c:v>
                </c:pt>
                <c:pt idx="89">
                  <c:v>0.7</c:v>
                </c:pt>
                <c:pt idx="90">
                  <c:v>0.6</c:v>
                </c:pt>
                <c:pt idx="91">
                  <c:v>0.6</c:v>
                </c:pt>
                <c:pt idx="92">
                  <c:v>0.6</c:v>
                </c:pt>
                <c:pt idx="93">
                  <c:v>0.5</c:v>
                </c:pt>
                <c:pt idx="94">
                  <c:v>0.5</c:v>
                </c:pt>
                <c:pt idx="95">
                  <c:v>0.5</c:v>
                </c:pt>
                <c:pt idx="96">
                  <c:v>0.5</c:v>
                </c:pt>
                <c:pt idx="97">
                  <c:v>0.6</c:v>
                </c:pt>
                <c:pt idx="98">
                  <c:v>0.7</c:v>
                </c:pt>
                <c:pt idx="99">
                  <c:v>1</c:v>
                </c:pt>
                <c:pt idx="100">
                  <c:v>0.7</c:v>
                </c:pt>
                <c:pt idx="101">
                  <c:v>0.8</c:v>
                </c:pt>
                <c:pt idx="102">
                  <c:v>0.8</c:v>
                </c:pt>
                <c:pt idx="103">
                  <c:v>0.8</c:v>
                </c:pt>
                <c:pt idx="104">
                  <c:v>0.7</c:v>
                </c:pt>
                <c:pt idx="105">
                  <c:v>0.5</c:v>
                </c:pt>
                <c:pt idx="106">
                  <c:v>0.4</c:v>
                </c:pt>
                <c:pt idx="107">
                  <c:v>0.5</c:v>
                </c:pt>
                <c:pt idx="108">
                  <c:v>0.5</c:v>
                </c:pt>
                <c:pt idx="109">
                  <c:v>0.3</c:v>
                </c:pt>
                <c:pt idx="110">
                  <c:v>0.5</c:v>
                </c:pt>
                <c:pt idx="111">
                  <c:v>0.3</c:v>
                </c:pt>
                <c:pt idx="112">
                  <c:v>0.3</c:v>
                </c:pt>
                <c:pt idx="113">
                  <c:v>0.2</c:v>
                </c:pt>
                <c:pt idx="114">
                  <c:v>0.3</c:v>
                </c:pt>
                <c:pt idx="115">
                  <c:v>0.4</c:v>
                </c:pt>
                <c:pt idx="116">
                  <c:v>0.6</c:v>
                </c:pt>
                <c:pt idx="117">
                  <c:v>0.8</c:v>
                </c:pt>
                <c:pt idx="118">
                  <c:v>0.9</c:v>
                </c:pt>
                <c:pt idx="119">
                  <c:v>0.8</c:v>
                </c:pt>
                <c:pt idx="120">
                  <c:v>0.7</c:v>
                </c:pt>
                <c:pt idx="121">
                  <c:v>0.8</c:v>
                </c:pt>
                <c:pt idx="122">
                  <c:v>0.8</c:v>
                </c:pt>
                <c:pt idx="123">
                  <c:v>1</c:v>
                </c:pt>
                <c:pt idx="124">
                  <c:v>1</c:v>
                </c:pt>
                <c:pt idx="125">
                  <c:v>1.1000000000000001</c:v>
                </c:pt>
                <c:pt idx="126">
                  <c:v>1.1000000000000001</c:v>
                </c:pt>
                <c:pt idx="127">
                  <c:v>1.1000000000000001</c:v>
                </c:pt>
                <c:pt idx="128">
                  <c:v>1</c:v>
                </c:pt>
                <c:pt idx="129">
                  <c:v>1.2</c:v>
                </c:pt>
                <c:pt idx="130">
                  <c:v>1.2</c:v>
                </c:pt>
                <c:pt idx="131">
                  <c:v>1.3</c:v>
                </c:pt>
                <c:pt idx="132">
                  <c:v>1.3</c:v>
                </c:pt>
                <c:pt idx="133">
                  <c:v>1.3</c:v>
                </c:pt>
                <c:pt idx="134">
                  <c:v>1.2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1.5</c:v>
                </c:pt>
                <c:pt idx="139">
                  <c:v>1.5</c:v>
                </c:pt>
                <c:pt idx="140">
                  <c:v>1.5</c:v>
                </c:pt>
                <c:pt idx="141">
                  <c:v>1.6</c:v>
                </c:pt>
                <c:pt idx="142">
                  <c:v>1.5</c:v>
                </c:pt>
                <c:pt idx="143">
                  <c:v>1.5</c:v>
                </c:pt>
                <c:pt idx="144">
                  <c:v>1.5</c:v>
                </c:pt>
                <c:pt idx="145">
                  <c:v>1.5</c:v>
                </c:pt>
                <c:pt idx="146">
                  <c:v>1.6</c:v>
                </c:pt>
                <c:pt idx="147">
                  <c:v>1.1000000000000001</c:v>
                </c:pt>
                <c:pt idx="148">
                  <c:v>1.3</c:v>
                </c:pt>
                <c:pt idx="149">
                  <c:v>1.1000000000000001</c:v>
                </c:pt>
                <c:pt idx="150">
                  <c:v>1.1000000000000001</c:v>
                </c:pt>
                <c:pt idx="151">
                  <c:v>1.1000000000000001</c:v>
                </c:pt>
                <c:pt idx="152">
                  <c:v>1.2</c:v>
                </c:pt>
                <c:pt idx="153">
                  <c:v>1.1000000000000001</c:v>
                </c:pt>
                <c:pt idx="154">
                  <c:v>1.1000000000000001</c:v>
                </c:pt>
                <c:pt idx="155">
                  <c:v>1.1000000000000001</c:v>
                </c:pt>
                <c:pt idx="156">
                  <c:v>1.3</c:v>
                </c:pt>
                <c:pt idx="157">
                  <c:v>1.2</c:v>
                </c:pt>
                <c:pt idx="158">
                  <c:v>1</c:v>
                </c:pt>
                <c:pt idx="159">
                  <c:v>1</c:v>
                </c:pt>
                <c:pt idx="160">
                  <c:v>0.9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0.8</c:v>
                </c:pt>
                <c:pt idx="165">
                  <c:v>0.7</c:v>
                </c:pt>
                <c:pt idx="166">
                  <c:v>0.8</c:v>
                </c:pt>
                <c:pt idx="167">
                  <c:v>0.8</c:v>
                </c:pt>
                <c:pt idx="168">
                  <c:v>0.5</c:v>
                </c:pt>
                <c:pt idx="169">
                  <c:v>0.5</c:v>
                </c:pt>
                <c:pt idx="170">
                  <c:v>0.5</c:v>
                </c:pt>
                <c:pt idx="171">
                  <c:v>0.5</c:v>
                </c:pt>
                <c:pt idx="172">
                  <c:v>0.5</c:v>
                </c:pt>
                <c:pt idx="173">
                  <c:v>0.5</c:v>
                </c:pt>
                <c:pt idx="174">
                  <c:v>0.6</c:v>
                </c:pt>
                <c:pt idx="175">
                  <c:v>0.5</c:v>
                </c:pt>
                <c:pt idx="176">
                  <c:v>0.5</c:v>
                </c:pt>
                <c:pt idx="177">
                  <c:v>0.5</c:v>
                </c:pt>
                <c:pt idx="178">
                  <c:v>0.4</c:v>
                </c:pt>
                <c:pt idx="179">
                  <c:v>0.5</c:v>
                </c:pt>
                <c:pt idx="180">
                  <c:v>0.5</c:v>
                </c:pt>
                <c:pt idx="181">
                  <c:v>0.5</c:v>
                </c:pt>
                <c:pt idx="182">
                  <c:v>0.5</c:v>
                </c:pt>
                <c:pt idx="183">
                  <c:v>0.9</c:v>
                </c:pt>
                <c:pt idx="184">
                  <c:v>0.8</c:v>
                </c:pt>
                <c:pt idx="185">
                  <c:v>0.9</c:v>
                </c:pt>
                <c:pt idx="186">
                  <c:v>0.9</c:v>
                </c:pt>
                <c:pt idx="187">
                  <c:v>1</c:v>
                </c:pt>
                <c:pt idx="188">
                  <c:v>1.1000000000000001</c:v>
                </c:pt>
                <c:pt idx="189">
                  <c:v>1</c:v>
                </c:pt>
                <c:pt idx="190">
                  <c:v>1.2</c:v>
                </c:pt>
                <c:pt idx="191">
                  <c:v>1.2</c:v>
                </c:pt>
                <c:pt idx="192">
                  <c:v>1.4</c:v>
                </c:pt>
                <c:pt idx="193">
                  <c:v>1.5</c:v>
                </c:pt>
                <c:pt idx="194">
                  <c:v>1.9</c:v>
                </c:pt>
                <c:pt idx="195">
                  <c:v>2.2000000000000002</c:v>
                </c:pt>
                <c:pt idx="196">
                  <c:v>2.2999999999999998</c:v>
                </c:pt>
                <c:pt idx="197">
                  <c:v>2.2000000000000002</c:v>
                </c:pt>
                <c:pt idx="198">
                  <c:v>2.4</c:v>
                </c:pt>
                <c:pt idx="199">
                  <c:v>2.4</c:v>
                </c:pt>
                <c:pt idx="200">
                  <c:v>2.4</c:v>
                </c:pt>
                <c:pt idx="201">
                  <c:v>2.7</c:v>
                </c:pt>
                <c:pt idx="202">
                  <c:v>2.7</c:v>
                </c:pt>
                <c:pt idx="203">
                  <c:v>2.7</c:v>
                </c:pt>
                <c:pt idx="204">
                  <c:v>2.7</c:v>
                </c:pt>
                <c:pt idx="205">
                  <c:v>2.7</c:v>
                </c:pt>
                <c:pt idx="206">
                  <c:v>2.5</c:v>
                </c:pt>
                <c:pt idx="207">
                  <c:v>3.4</c:v>
                </c:pt>
                <c:pt idx="208">
                  <c:v>3.6</c:v>
                </c:pt>
                <c:pt idx="209">
                  <c:v>3.6</c:v>
                </c:pt>
                <c:pt idx="210">
                  <c:v>3.4</c:v>
                </c:pt>
                <c:pt idx="211">
                  <c:v>3.5</c:v>
                </c:pt>
                <c:pt idx="212">
                  <c:v>3.4</c:v>
                </c:pt>
                <c:pt idx="213">
                  <c:v>3.8</c:v>
                </c:pt>
                <c:pt idx="214">
                  <c:v>3.8</c:v>
                </c:pt>
                <c:pt idx="215">
                  <c:v>3.7</c:v>
                </c:pt>
                <c:pt idx="216">
                  <c:v>3.7</c:v>
                </c:pt>
                <c:pt idx="217">
                  <c:v>3.7</c:v>
                </c:pt>
                <c:pt idx="218">
                  <c:v>3.8</c:v>
                </c:pt>
                <c:pt idx="219">
                  <c:v>3.8</c:v>
                </c:pt>
                <c:pt idx="220">
                  <c:v>3.6</c:v>
                </c:pt>
                <c:pt idx="221">
                  <c:v>3.6</c:v>
                </c:pt>
                <c:pt idx="222">
                  <c:v>3.8</c:v>
                </c:pt>
                <c:pt idx="223">
                  <c:v>3.7</c:v>
                </c:pt>
                <c:pt idx="224">
                  <c:v>3.9</c:v>
                </c:pt>
                <c:pt idx="225">
                  <c:v>3.5</c:v>
                </c:pt>
                <c:pt idx="226">
                  <c:v>3.3</c:v>
                </c:pt>
                <c:pt idx="227">
                  <c:v>3.3</c:v>
                </c:pt>
                <c:pt idx="228">
                  <c:v>3.3</c:v>
                </c:pt>
                <c:pt idx="229">
                  <c:v>3.4</c:v>
                </c:pt>
                <c:pt idx="230">
                  <c:v>3.3</c:v>
                </c:pt>
                <c:pt idx="231">
                  <c:v>3.1</c:v>
                </c:pt>
                <c:pt idx="232">
                  <c:v>3.1</c:v>
                </c:pt>
                <c:pt idx="233">
                  <c:v>3.2</c:v>
                </c:pt>
                <c:pt idx="234">
                  <c:v>3</c:v>
                </c:pt>
                <c:pt idx="235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DB-4D06-A52F-320C13CDA320}"/>
            </c:ext>
          </c:extLst>
        </c:ser>
        <c:ser>
          <c:idx val="1"/>
          <c:order val="1"/>
          <c:tx>
            <c:strRef>
              <c:f>'Graph 8.2'!$D$2</c:f>
              <c:strCache>
                <c:ptCount val="1"/>
                <c:pt idx="0">
                  <c:v>Low labor cost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3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3C-423A-88F0-12CB185E7E87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'Graph 8.2'!$B$3:$B$238</c:f>
              <c:numCache>
                <c:formatCode>[$-409]mmm\-yy;@</c:formatCode>
                <c:ptCount val="236"/>
                <c:pt idx="0">
                  <c:v>39083</c:v>
                </c:pt>
                <c:pt idx="1">
                  <c:v>39114</c:v>
                </c:pt>
                <c:pt idx="2">
                  <c:v>39142</c:v>
                </c:pt>
                <c:pt idx="3">
                  <c:v>39173</c:v>
                </c:pt>
                <c:pt idx="4">
                  <c:v>39203</c:v>
                </c:pt>
                <c:pt idx="5">
                  <c:v>39234</c:v>
                </c:pt>
                <c:pt idx="6">
                  <c:v>39264</c:v>
                </c:pt>
                <c:pt idx="7">
                  <c:v>39295</c:v>
                </c:pt>
                <c:pt idx="8">
                  <c:v>39326</c:v>
                </c:pt>
                <c:pt idx="9">
                  <c:v>39356</c:v>
                </c:pt>
                <c:pt idx="10">
                  <c:v>39387</c:v>
                </c:pt>
                <c:pt idx="11">
                  <c:v>39417</c:v>
                </c:pt>
                <c:pt idx="12">
                  <c:v>39448</c:v>
                </c:pt>
                <c:pt idx="13">
                  <c:v>39479</c:v>
                </c:pt>
                <c:pt idx="14">
                  <c:v>39508</c:v>
                </c:pt>
                <c:pt idx="15">
                  <c:v>39539</c:v>
                </c:pt>
                <c:pt idx="16">
                  <c:v>39569</c:v>
                </c:pt>
                <c:pt idx="17">
                  <c:v>39600</c:v>
                </c:pt>
                <c:pt idx="18">
                  <c:v>39630</c:v>
                </c:pt>
                <c:pt idx="19">
                  <c:v>39661</c:v>
                </c:pt>
                <c:pt idx="20">
                  <c:v>39692</c:v>
                </c:pt>
                <c:pt idx="21">
                  <c:v>39722</c:v>
                </c:pt>
                <c:pt idx="22">
                  <c:v>39753</c:v>
                </c:pt>
                <c:pt idx="23">
                  <c:v>39783</c:v>
                </c:pt>
                <c:pt idx="24">
                  <c:v>39814</c:v>
                </c:pt>
                <c:pt idx="25">
                  <c:v>39845</c:v>
                </c:pt>
                <c:pt idx="26">
                  <c:v>39873</c:v>
                </c:pt>
                <c:pt idx="27">
                  <c:v>39904</c:v>
                </c:pt>
                <c:pt idx="28">
                  <c:v>39934</c:v>
                </c:pt>
                <c:pt idx="29">
                  <c:v>39965</c:v>
                </c:pt>
                <c:pt idx="30">
                  <c:v>39995</c:v>
                </c:pt>
                <c:pt idx="31">
                  <c:v>40026</c:v>
                </c:pt>
                <c:pt idx="32">
                  <c:v>40057</c:v>
                </c:pt>
                <c:pt idx="33">
                  <c:v>40087</c:v>
                </c:pt>
                <c:pt idx="34">
                  <c:v>40118</c:v>
                </c:pt>
                <c:pt idx="35">
                  <c:v>40148</c:v>
                </c:pt>
                <c:pt idx="36">
                  <c:v>40179</c:v>
                </c:pt>
                <c:pt idx="37">
                  <c:v>40210</c:v>
                </c:pt>
                <c:pt idx="38">
                  <c:v>40238</c:v>
                </c:pt>
                <c:pt idx="39">
                  <c:v>40269</c:v>
                </c:pt>
                <c:pt idx="40">
                  <c:v>40299</c:v>
                </c:pt>
                <c:pt idx="41">
                  <c:v>40330</c:v>
                </c:pt>
                <c:pt idx="42">
                  <c:v>40360</c:v>
                </c:pt>
                <c:pt idx="43">
                  <c:v>40391</c:v>
                </c:pt>
                <c:pt idx="44">
                  <c:v>40422</c:v>
                </c:pt>
                <c:pt idx="45">
                  <c:v>40452</c:v>
                </c:pt>
                <c:pt idx="46">
                  <c:v>40483</c:v>
                </c:pt>
                <c:pt idx="47">
                  <c:v>40513</c:v>
                </c:pt>
                <c:pt idx="48">
                  <c:v>40544</c:v>
                </c:pt>
                <c:pt idx="49">
                  <c:v>40575</c:v>
                </c:pt>
                <c:pt idx="50">
                  <c:v>40603</c:v>
                </c:pt>
                <c:pt idx="51">
                  <c:v>40634</c:v>
                </c:pt>
                <c:pt idx="52">
                  <c:v>40664</c:v>
                </c:pt>
                <c:pt idx="53">
                  <c:v>40695</c:v>
                </c:pt>
                <c:pt idx="54">
                  <c:v>40725</c:v>
                </c:pt>
                <c:pt idx="55">
                  <c:v>40756</c:v>
                </c:pt>
                <c:pt idx="56">
                  <c:v>40787</c:v>
                </c:pt>
                <c:pt idx="57">
                  <c:v>40817</c:v>
                </c:pt>
                <c:pt idx="58">
                  <c:v>40848</c:v>
                </c:pt>
                <c:pt idx="59">
                  <c:v>40878</c:v>
                </c:pt>
                <c:pt idx="60">
                  <c:v>40909</c:v>
                </c:pt>
                <c:pt idx="61">
                  <c:v>40940</c:v>
                </c:pt>
                <c:pt idx="62">
                  <c:v>40969</c:v>
                </c:pt>
                <c:pt idx="63">
                  <c:v>41000</c:v>
                </c:pt>
                <c:pt idx="64">
                  <c:v>41030</c:v>
                </c:pt>
                <c:pt idx="65">
                  <c:v>41061</c:v>
                </c:pt>
                <c:pt idx="66">
                  <c:v>41091</c:v>
                </c:pt>
                <c:pt idx="67">
                  <c:v>41122</c:v>
                </c:pt>
                <c:pt idx="68">
                  <c:v>41153</c:v>
                </c:pt>
                <c:pt idx="69">
                  <c:v>41183</c:v>
                </c:pt>
                <c:pt idx="70">
                  <c:v>41214</c:v>
                </c:pt>
                <c:pt idx="71">
                  <c:v>41244</c:v>
                </c:pt>
                <c:pt idx="72">
                  <c:v>41275</c:v>
                </c:pt>
                <c:pt idx="73">
                  <c:v>41306</c:v>
                </c:pt>
                <c:pt idx="74">
                  <c:v>41334</c:v>
                </c:pt>
                <c:pt idx="75">
                  <c:v>41365</c:v>
                </c:pt>
                <c:pt idx="76">
                  <c:v>41395</c:v>
                </c:pt>
                <c:pt idx="77">
                  <c:v>41426</c:v>
                </c:pt>
                <c:pt idx="78">
                  <c:v>41456</c:v>
                </c:pt>
                <c:pt idx="79">
                  <c:v>41487</c:v>
                </c:pt>
                <c:pt idx="80">
                  <c:v>41518</c:v>
                </c:pt>
                <c:pt idx="81">
                  <c:v>41548</c:v>
                </c:pt>
                <c:pt idx="82">
                  <c:v>41579</c:v>
                </c:pt>
                <c:pt idx="83">
                  <c:v>41609</c:v>
                </c:pt>
                <c:pt idx="84">
                  <c:v>41640</c:v>
                </c:pt>
                <c:pt idx="85">
                  <c:v>41671</c:v>
                </c:pt>
                <c:pt idx="86">
                  <c:v>41699</c:v>
                </c:pt>
                <c:pt idx="87">
                  <c:v>41730</c:v>
                </c:pt>
                <c:pt idx="88">
                  <c:v>41760</c:v>
                </c:pt>
                <c:pt idx="89">
                  <c:v>41791</c:v>
                </c:pt>
                <c:pt idx="90">
                  <c:v>41821</c:v>
                </c:pt>
                <c:pt idx="91">
                  <c:v>41852</c:v>
                </c:pt>
                <c:pt idx="92">
                  <c:v>41883</c:v>
                </c:pt>
                <c:pt idx="93">
                  <c:v>41913</c:v>
                </c:pt>
                <c:pt idx="94">
                  <c:v>41944</c:v>
                </c:pt>
                <c:pt idx="95">
                  <c:v>41974</c:v>
                </c:pt>
                <c:pt idx="96">
                  <c:v>42005</c:v>
                </c:pt>
                <c:pt idx="97">
                  <c:v>42036</c:v>
                </c:pt>
                <c:pt idx="98">
                  <c:v>42064</c:v>
                </c:pt>
                <c:pt idx="99">
                  <c:v>42095</c:v>
                </c:pt>
                <c:pt idx="100">
                  <c:v>42125</c:v>
                </c:pt>
                <c:pt idx="101">
                  <c:v>42156</c:v>
                </c:pt>
                <c:pt idx="102">
                  <c:v>42186</c:v>
                </c:pt>
                <c:pt idx="103">
                  <c:v>42217</c:v>
                </c:pt>
                <c:pt idx="104">
                  <c:v>42248</c:v>
                </c:pt>
                <c:pt idx="105">
                  <c:v>42278</c:v>
                </c:pt>
                <c:pt idx="106">
                  <c:v>42309</c:v>
                </c:pt>
                <c:pt idx="107">
                  <c:v>42339</c:v>
                </c:pt>
                <c:pt idx="108">
                  <c:v>42370</c:v>
                </c:pt>
                <c:pt idx="109">
                  <c:v>42401</c:v>
                </c:pt>
                <c:pt idx="110">
                  <c:v>42430</c:v>
                </c:pt>
                <c:pt idx="111">
                  <c:v>42461</c:v>
                </c:pt>
                <c:pt idx="112">
                  <c:v>42491</c:v>
                </c:pt>
                <c:pt idx="113">
                  <c:v>42522</c:v>
                </c:pt>
                <c:pt idx="114">
                  <c:v>42552</c:v>
                </c:pt>
                <c:pt idx="115">
                  <c:v>42583</c:v>
                </c:pt>
                <c:pt idx="116">
                  <c:v>42614</c:v>
                </c:pt>
                <c:pt idx="117">
                  <c:v>42644</c:v>
                </c:pt>
                <c:pt idx="118">
                  <c:v>42675</c:v>
                </c:pt>
                <c:pt idx="119">
                  <c:v>42705</c:v>
                </c:pt>
                <c:pt idx="120">
                  <c:v>42736</c:v>
                </c:pt>
                <c:pt idx="121">
                  <c:v>42767</c:v>
                </c:pt>
                <c:pt idx="122">
                  <c:v>42795</c:v>
                </c:pt>
                <c:pt idx="123">
                  <c:v>42826</c:v>
                </c:pt>
                <c:pt idx="124">
                  <c:v>42856</c:v>
                </c:pt>
                <c:pt idx="125">
                  <c:v>42887</c:v>
                </c:pt>
                <c:pt idx="126">
                  <c:v>42917</c:v>
                </c:pt>
                <c:pt idx="127">
                  <c:v>42948</c:v>
                </c:pt>
                <c:pt idx="128">
                  <c:v>42979</c:v>
                </c:pt>
                <c:pt idx="129">
                  <c:v>43009</c:v>
                </c:pt>
                <c:pt idx="130">
                  <c:v>43040</c:v>
                </c:pt>
                <c:pt idx="131">
                  <c:v>43070</c:v>
                </c:pt>
                <c:pt idx="132">
                  <c:v>43101</c:v>
                </c:pt>
                <c:pt idx="133">
                  <c:v>43132</c:v>
                </c:pt>
                <c:pt idx="134">
                  <c:v>43160</c:v>
                </c:pt>
                <c:pt idx="135">
                  <c:v>43191</c:v>
                </c:pt>
                <c:pt idx="136">
                  <c:v>43221</c:v>
                </c:pt>
                <c:pt idx="137">
                  <c:v>43252</c:v>
                </c:pt>
                <c:pt idx="138">
                  <c:v>43282</c:v>
                </c:pt>
                <c:pt idx="139">
                  <c:v>43313</c:v>
                </c:pt>
                <c:pt idx="140">
                  <c:v>43344</c:v>
                </c:pt>
                <c:pt idx="141">
                  <c:v>43374</c:v>
                </c:pt>
                <c:pt idx="142">
                  <c:v>43405</c:v>
                </c:pt>
                <c:pt idx="143">
                  <c:v>43435</c:v>
                </c:pt>
                <c:pt idx="144">
                  <c:v>43466</c:v>
                </c:pt>
                <c:pt idx="145">
                  <c:v>43497</c:v>
                </c:pt>
                <c:pt idx="146">
                  <c:v>43525</c:v>
                </c:pt>
                <c:pt idx="147">
                  <c:v>43556</c:v>
                </c:pt>
                <c:pt idx="148">
                  <c:v>43586</c:v>
                </c:pt>
                <c:pt idx="149">
                  <c:v>43617</c:v>
                </c:pt>
                <c:pt idx="150">
                  <c:v>43647</c:v>
                </c:pt>
                <c:pt idx="151">
                  <c:v>43678</c:v>
                </c:pt>
                <c:pt idx="152">
                  <c:v>43709</c:v>
                </c:pt>
                <c:pt idx="153">
                  <c:v>43739</c:v>
                </c:pt>
                <c:pt idx="154">
                  <c:v>43770</c:v>
                </c:pt>
                <c:pt idx="155">
                  <c:v>43800</c:v>
                </c:pt>
                <c:pt idx="156">
                  <c:v>43831</c:v>
                </c:pt>
                <c:pt idx="157">
                  <c:v>43862</c:v>
                </c:pt>
                <c:pt idx="158">
                  <c:v>43891</c:v>
                </c:pt>
                <c:pt idx="159">
                  <c:v>43922</c:v>
                </c:pt>
                <c:pt idx="160">
                  <c:v>43952</c:v>
                </c:pt>
                <c:pt idx="161">
                  <c:v>43983</c:v>
                </c:pt>
                <c:pt idx="162">
                  <c:v>44013</c:v>
                </c:pt>
                <c:pt idx="163">
                  <c:v>44044</c:v>
                </c:pt>
                <c:pt idx="164">
                  <c:v>44075</c:v>
                </c:pt>
                <c:pt idx="165">
                  <c:v>44105</c:v>
                </c:pt>
                <c:pt idx="166">
                  <c:v>44136</c:v>
                </c:pt>
                <c:pt idx="167">
                  <c:v>44166</c:v>
                </c:pt>
                <c:pt idx="168">
                  <c:v>44197</c:v>
                </c:pt>
                <c:pt idx="169">
                  <c:v>44228</c:v>
                </c:pt>
                <c:pt idx="170">
                  <c:v>44256</c:v>
                </c:pt>
                <c:pt idx="171">
                  <c:v>44287</c:v>
                </c:pt>
                <c:pt idx="172">
                  <c:v>44317</c:v>
                </c:pt>
                <c:pt idx="173">
                  <c:v>44348</c:v>
                </c:pt>
                <c:pt idx="174">
                  <c:v>44378</c:v>
                </c:pt>
                <c:pt idx="175">
                  <c:v>44409</c:v>
                </c:pt>
                <c:pt idx="176">
                  <c:v>44440</c:v>
                </c:pt>
                <c:pt idx="177">
                  <c:v>44470</c:v>
                </c:pt>
                <c:pt idx="178">
                  <c:v>44501</c:v>
                </c:pt>
                <c:pt idx="179">
                  <c:v>44531</c:v>
                </c:pt>
                <c:pt idx="180">
                  <c:v>44562</c:v>
                </c:pt>
                <c:pt idx="181">
                  <c:v>44593</c:v>
                </c:pt>
                <c:pt idx="182">
                  <c:v>44621</c:v>
                </c:pt>
                <c:pt idx="183">
                  <c:v>44652</c:v>
                </c:pt>
                <c:pt idx="184">
                  <c:v>44682</c:v>
                </c:pt>
                <c:pt idx="185">
                  <c:v>44713</c:v>
                </c:pt>
                <c:pt idx="186">
                  <c:v>44743</c:v>
                </c:pt>
                <c:pt idx="187">
                  <c:v>44774</c:v>
                </c:pt>
                <c:pt idx="188">
                  <c:v>44805</c:v>
                </c:pt>
                <c:pt idx="189">
                  <c:v>44835</c:v>
                </c:pt>
                <c:pt idx="190">
                  <c:v>44866</c:v>
                </c:pt>
                <c:pt idx="191">
                  <c:v>44896</c:v>
                </c:pt>
                <c:pt idx="192">
                  <c:v>44927</c:v>
                </c:pt>
                <c:pt idx="193">
                  <c:v>44958</c:v>
                </c:pt>
                <c:pt idx="194">
                  <c:v>44986</c:v>
                </c:pt>
                <c:pt idx="195">
                  <c:v>45017</c:v>
                </c:pt>
                <c:pt idx="196">
                  <c:v>45047</c:v>
                </c:pt>
                <c:pt idx="197">
                  <c:v>45078</c:v>
                </c:pt>
                <c:pt idx="198">
                  <c:v>45108</c:v>
                </c:pt>
                <c:pt idx="199">
                  <c:v>45139</c:v>
                </c:pt>
                <c:pt idx="200">
                  <c:v>45170</c:v>
                </c:pt>
                <c:pt idx="201">
                  <c:v>45200</c:v>
                </c:pt>
                <c:pt idx="202">
                  <c:v>45231</c:v>
                </c:pt>
                <c:pt idx="203">
                  <c:v>45261</c:v>
                </c:pt>
                <c:pt idx="204">
                  <c:v>45292</c:v>
                </c:pt>
                <c:pt idx="205">
                  <c:v>45323</c:v>
                </c:pt>
                <c:pt idx="206">
                  <c:v>45352</c:v>
                </c:pt>
                <c:pt idx="207">
                  <c:v>45383</c:v>
                </c:pt>
                <c:pt idx="208">
                  <c:v>45413</c:v>
                </c:pt>
                <c:pt idx="209">
                  <c:v>45444</c:v>
                </c:pt>
                <c:pt idx="210">
                  <c:v>45474</c:v>
                </c:pt>
                <c:pt idx="211">
                  <c:v>45505</c:v>
                </c:pt>
                <c:pt idx="212">
                  <c:v>45536</c:v>
                </c:pt>
                <c:pt idx="213">
                  <c:v>45566</c:v>
                </c:pt>
                <c:pt idx="214">
                  <c:v>45597</c:v>
                </c:pt>
                <c:pt idx="215">
                  <c:v>45627</c:v>
                </c:pt>
                <c:pt idx="216">
                  <c:v>45658</c:v>
                </c:pt>
                <c:pt idx="217">
                  <c:v>45689</c:v>
                </c:pt>
                <c:pt idx="218">
                  <c:v>45717</c:v>
                </c:pt>
                <c:pt idx="219">
                  <c:v>45748</c:v>
                </c:pt>
                <c:pt idx="220">
                  <c:v>45778</c:v>
                </c:pt>
                <c:pt idx="221">
                  <c:v>45809</c:v>
                </c:pt>
                <c:pt idx="222">
                  <c:v>45839</c:v>
                </c:pt>
                <c:pt idx="223">
                  <c:v>45870</c:v>
                </c:pt>
                <c:pt idx="224">
                  <c:v>45901</c:v>
                </c:pt>
                <c:pt idx="225">
                  <c:v>45931</c:v>
                </c:pt>
                <c:pt idx="226">
                  <c:v>45962</c:v>
                </c:pt>
                <c:pt idx="227">
                  <c:v>45992</c:v>
                </c:pt>
                <c:pt idx="228">
                  <c:v>46023</c:v>
                </c:pt>
                <c:pt idx="229">
                  <c:v>46054</c:v>
                </c:pt>
                <c:pt idx="230">
                  <c:v>46082</c:v>
                </c:pt>
                <c:pt idx="231">
                  <c:v>46113</c:v>
                </c:pt>
                <c:pt idx="232">
                  <c:v>46143</c:v>
                </c:pt>
                <c:pt idx="233">
                  <c:v>46174</c:v>
                </c:pt>
                <c:pt idx="234">
                  <c:v>46204</c:v>
                </c:pt>
                <c:pt idx="235">
                  <c:v>46235</c:v>
                </c:pt>
              </c:numCache>
            </c:numRef>
          </c:cat>
          <c:val>
            <c:numRef>
              <c:f>'Graph 8.2'!$D$3:$D$238</c:f>
              <c:numCache>
                <c:formatCode>General</c:formatCode>
                <c:ptCount val="236"/>
                <c:pt idx="0">
                  <c:v>0</c:v>
                </c:pt>
                <c:pt idx="1">
                  <c:v>-0.4</c:v>
                </c:pt>
                <c:pt idx="2">
                  <c:v>0.1</c:v>
                </c:pt>
                <c:pt idx="3">
                  <c:v>-0.3</c:v>
                </c:pt>
                <c:pt idx="4">
                  <c:v>-0.5</c:v>
                </c:pt>
                <c:pt idx="5">
                  <c:v>-0.4</c:v>
                </c:pt>
                <c:pt idx="6">
                  <c:v>-0.1</c:v>
                </c:pt>
                <c:pt idx="7">
                  <c:v>-0.2</c:v>
                </c:pt>
                <c:pt idx="8">
                  <c:v>-0.4</c:v>
                </c:pt>
                <c:pt idx="9">
                  <c:v>-0.5</c:v>
                </c:pt>
                <c:pt idx="10">
                  <c:v>-0.4</c:v>
                </c:pt>
                <c:pt idx="11">
                  <c:v>0</c:v>
                </c:pt>
                <c:pt idx="12">
                  <c:v>-0.2</c:v>
                </c:pt>
                <c:pt idx="13">
                  <c:v>-0.1</c:v>
                </c:pt>
                <c:pt idx="14">
                  <c:v>-0.5</c:v>
                </c:pt>
                <c:pt idx="15">
                  <c:v>-0.5</c:v>
                </c:pt>
                <c:pt idx="16">
                  <c:v>-0.2</c:v>
                </c:pt>
                <c:pt idx="17">
                  <c:v>0.2</c:v>
                </c:pt>
                <c:pt idx="18">
                  <c:v>0</c:v>
                </c:pt>
                <c:pt idx="19">
                  <c:v>0.5</c:v>
                </c:pt>
                <c:pt idx="20">
                  <c:v>-0.4</c:v>
                </c:pt>
                <c:pt idx="21">
                  <c:v>-0.4</c:v>
                </c:pt>
                <c:pt idx="22">
                  <c:v>-1</c:v>
                </c:pt>
                <c:pt idx="23">
                  <c:v>-1.7</c:v>
                </c:pt>
                <c:pt idx="24">
                  <c:v>-2</c:v>
                </c:pt>
                <c:pt idx="25">
                  <c:v>-1.9</c:v>
                </c:pt>
                <c:pt idx="26">
                  <c:v>-2</c:v>
                </c:pt>
                <c:pt idx="27">
                  <c:v>-2.2000000000000002</c:v>
                </c:pt>
                <c:pt idx="28">
                  <c:v>-2.8</c:v>
                </c:pt>
                <c:pt idx="29">
                  <c:v>-3.3</c:v>
                </c:pt>
                <c:pt idx="30">
                  <c:v>-3.5</c:v>
                </c:pt>
                <c:pt idx="31">
                  <c:v>-4</c:v>
                </c:pt>
                <c:pt idx="32">
                  <c:v>-3.3</c:v>
                </c:pt>
                <c:pt idx="33">
                  <c:v>-3.2</c:v>
                </c:pt>
                <c:pt idx="34">
                  <c:v>-3.1</c:v>
                </c:pt>
                <c:pt idx="35">
                  <c:v>-2.7</c:v>
                </c:pt>
                <c:pt idx="36">
                  <c:v>-2.2000000000000002</c:v>
                </c:pt>
                <c:pt idx="37">
                  <c:v>-2.2999999999999998</c:v>
                </c:pt>
                <c:pt idx="38">
                  <c:v>-2.2999999999999998</c:v>
                </c:pt>
                <c:pt idx="39">
                  <c:v>-2.5</c:v>
                </c:pt>
                <c:pt idx="40">
                  <c:v>-2</c:v>
                </c:pt>
                <c:pt idx="41">
                  <c:v>-2</c:v>
                </c:pt>
                <c:pt idx="42">
                  <c:v>-2.2000000000000002</c:v>
                </c:pt>
                <c:pt idx="43">
                  <c:v>-2.2000000000000002</c:v>
                </c:pt>
                <c:pt idx="44">
                  <c:v>-2.2000000000000002</c:v>
                </c:pt>
                <c:pt idx="45">
                  <c:v>-1.9</c:v>
                </c:pt>
                <c:pt idx="46">
                  <c:v>-1.9</c:v>
                </c:pt>
                <c:pt idx="47">
                  <c:v>-1.8</c:v>
                </c:pt>
                <c:pt idx="48">
                  <c:v>-1.9</c:v>
                </c:pt>
                <c:pt idx="49">
                  <c:v>-1.7</c:v>
                </c:pt>
                <c:pt idx="50">
                  <c:v>-1.5</c:v>
                </c:pt>
                <c:pt idx="51">
                  <c:v>-1.5</c:v>
                </c:pt>
                <c:pt idx="52">
                  <c:v>-1.8</c:v>
                </c:pt>
                <c:pt idx="53">
                  <c:v>-1.6</c:v>
                </c:pt>
                <c:pt idx="54">
                  <c:v>-1.1000000000000001</c:v>
                </c:pt>
                <c:pt idx="55">
                  <c:v>-1</c:v>
                </c:pt>
                <c:pt idx="56">
                  <c:v>-0.7</c:v>
                </c:pt>
                <c:pt idx="57">
                  <c:v>-0.5</c:v>
                </c:pt>
                <c:pt idx="58">
                  <c:v>-0.6</c:v>
                </c:pt>
                <c:pt idx="59">
                  <c:v>-0.8</c:v>
                </c:pt>
                <c:pt idx="60">
                  <c:v>-0.7</c:v>
                </c:pt>
                <c:pt idx="61">
                  <c:v>-1</c:v>
                </c:pt>
                <c:pt idx="62">
                  <c:v>-0.5</c:v>
                </c:pt>
                <c:pt idx="63">
                  <c:v>0.2</c:v>
                </c:pt>
                <c:pt idx="64">
                  <c:v>0.2</c:v>
                </c:pt>
                <c:pt idx="65">
                  <c:v>-0.4</c:v>
                </c:pt>
                <c:pt idx="66">
                  <c:v>-0.5</c:v>
                </c:pt>
                <c:pt idx="67">
                  <c:v>-0.5</c:v>
                </c:pt>
                <c:pt idx="68">
                  <c:v>-0.8</c:v>
                </c:pt>
                <c:pt idx="69">
                  <c:v>-1.2</c:v>
                </c:pt>
                <c:pt idx="70">
                  <c:v>-0.6</c:v>
                </c:pt>
                <c:pt idx="71">
                  <c:v>-0.1</c:v>
                </c:pt>
                <c:pt idx="72">
                  <c:v>-0.3</c:v>
                </c:pt>
                <c:pt idx="73">
                  <c:v>0.1</c:v>
                </c:pt>
                <c:pt idx="74">
                  <c:v>0</c:v>
                </c:pt>
                <c:pt idx="75">
                  <c:v>-0.6</c:v>
                </c:pt>
                <c:pt idx="76">
                  <c:v>-0.2</c:v>
                </c:pt>
                <c:pt idx="77">
                  <c:v>0.1</c:v>
                </c:pt>
                <c:pt idx="78">
                  <c:v>0.1</c:v>
                </c:pt>
                <c:pt idx="79">
                  <c:v>0.3</c:v>
                </c:pt>
                <c:pt idx="80">
                  <c:v>0.3</c:v>
                </c:pt>
                <c:pt idx="81">
                  <c:v>0.2</c:v>
                </c:pt>
                <c:pt idx="82">
                  <c:v>0.4</c:v>
                </c:pt>
                <c:pt idx="83">
                  <c:v>0.4</c:v>
                </c:pt>
                <c:pt idx="84">
                  <c:v>0.2</c:v>
                </c:pt>
                <c:pt idx="85">
                  <c:v>0.2</c:v>
                </c:pt>
                <c:pt idx="86">
                  <c:v>0.3</c:v>
                </c:pt>
                <c:pt idx="87">
                  <c:v>0.4</c:v>
                </c:pt>
                <c:pt idx="88">
                  <c:v>0.7</c:v>
                </c:pt>
                <c:pt idx="89">
                  <c:v>0.7</c:v>
                </c:pt>
                <c:pt idx="90">
                  <c:v>0.8</c:v>
                </c:pt>
                <c:pt idx="91">
                  <c:v>0.8</c:v>
                </c:pt>
                <c:pt idx="92">
                  <c:v>0.6</c:v>
                </c:pt>
                <c:pt idx="93">
                  <c:v>0.9</c:v>
                </c:pt>
                <c:pt idx="94">
                  <c:v>0.9</c:v>
                </c:pt>
                <c:pt idx="95">
                  <c:v>0.7</c:v>
                </c:pt>
                <c:pt idx="96">
                  <c:v>0.8</c:v>
                </c:pt>
                <c:pt idx="97">
                  <c:v>0.4</c:v>
                </c:pt>
                <c:pt idx="98">
                  <c:v>0.1</c:v>
                </c:pt>
                <c:pt idx="99">
                  <c:v>0.2</c:v>
                </c:pt>
                <c:pt idx="100">
                  <c:v>0.2</c:v>
                </c:pt>
                <c:pt idx="101">
                  <c:v>-0.3</c:v>
                </c:pt>
                <c:pt idx="102">
                  <c:v>0</c:v>
                </c:pt>
                <c:pt idx="103">
                  <c:v>0.2</c:v>
                </c:pt>
                <c:pt idx="104">
                  <c:v>0.1</c:v>
                </c:pt>
                <c:pt idx="105">
                  <c:v>0</c:v>
                </c:pt>
                <c:pt idx="106">
                  <c:v>0</c:v>
                </c:pt>
                <c:pt idx="107">
                  <c:v>-0.1</c:v>
                </c:pt>
                <c:pt idx="108">
                  <c:v>0</c:v>
                </c:pt>
                <c:pt idx="109">
                  <c:v>-0.1</c:v>
                </c:pt>
                <c:pt idx="110">
                  <c:v>0</c:v>
                </c:pt>
                <c:pt idx="111">
                  <c:v>0.1</c:v>
                </c:pt>
                <c:pt idx="112">
                  <c:v>-0.2</c:v>
                </c:pt>
                <c:pt idx="113">
                  <c:v>-0.1</c:v>
                </c:pt>
                <c:pt idx="114">
                  <c:v>-0.1</c:v>
                </c:pt>
                <c:pt idx="115">
                  <c:v>-0.2</c:v>
                </c:pt>
                <c:pt idx="116">
                  <c:v>-0.2</c:v>
                </c:pt>
                <c:pt idx="117">
                  <c:v>0.1</c:v>
                </c:pt>
                <c:pt idx="118">
                  <c:v>-0.2</c:v>
                </c:pt>
                <c:pt idx="119">
                  <c:v>0.1</c:v>
                </c:pt>
                <c:pt idx="120">
                  <c:v>0.2</c:v>
                </c:pt>
                <c:pt idx="121">
                  <c:v>0.6</c:v>
                </c:pt>
                <c:pt idx="122">
                  <c:v>0.6</c:v>
                </c:pt>
                <c:pt idx="123">
                  <c:v>0.6</c:v>
                </c:pt>
                <c:pt idx="124">
                  <c:v>0.7</c:v>
                </c:pt>
                <c:pt idx="125">
                  <c:v>0.4</c:v>
                </c:pt>
                <c:pt idx="126">
                  <c:v>0.3</c:v>
                </c:pt>
                <c:pt idx="127">
                  <c:v>0.5</c:v>
                </c:pt>
                <c:pt idx="128">
                  <c:v>0.6</c:v>
                </c:pt>
                <c:pt idx="129">
                  <c:v>0.6</c:v>
                </c:pt>
                <c:pt idx="130">
                  <c:v>0.5</c:v>
                </c:pt>
                <c:pt idx="131">
                  <c:v>0.7</c:v>
                </c:pt>
                <c:pt idx="132">
                  <c:v>0.5</c:v>
                </c:pt>
                <c:pt idx="133">
                  <c:v>0.6</c:v>
                </c:pt>
                <c:pt idx="134">
                  <c:v>0.3</c:v>
                </c:pt>
                <c:pt idx="135">
                  <c:v>0.4</c:v>
                </c:pt>
                <c:pt idx="136">
                  <c:v>0.1</c:v>
                </c:pt>
                <c:pt idx="137">
                  <c:v>0.7</c:v>
                </c:pt>
                <c:pt idx="138">
                  <c:v>0.9</c:v>
                </c:pt>
                <c:pt idx="139">
                  <c:v>1.1000000000000001</c:v>
                </c:pt>
                <c:pt idx="140">
                  <c:v>0.9</c:v>
                </c:pt>
                <c:pt idx="141">
                  <c:v>1.2</c:v>
                </c:pt>
                <c:pt idx="142">
                  <c:v>1.2</c:v>
                </c:pt>
                <c:pt idx="143">
                  <c:v>0.7</c:v>
                </c:pt>
                <c:pt idx="144">
                  <c:v>0.6</c:v>
                </c:pt>
                <c:pt idx="145">
                  <c:v>0.3</c:v>
                </c:pt>
                <c:pt idx="146">
                  <c:v>0.7</c:v>
                </c:pt>
                <c:pt idx="147">
                  <c:v>0.7</c:v>
                </c:pt>
                <c:pt idx="148">
                  <c:v>0.5</c:v>
                </c:pt>
                <c:pt idx="149">
                  <c:v>0.1</c:v>
                </c:pt>
                <c:pt idx="150">
                  <c:v>-0.2</c:v>
                </c:pt>
                <c:pt idx="151">
                  <c:v>-0.3</c:v>
                </c:pt>
                <c:pt idx="152">
                  <c:v>-0.2</c:v>
                </c:pt>
                <c:pt idx="153">
                  <c:v>-0.6</c:v>
                </c:pt>
                <c:pt idx="154">
                  <c:v>-0.6</c:v>
                </c:pt>
                <c:pt idx="155">
                  <c:v>-0.5</c:v>
                </c:pt>
                <c:pt idx="156">
                  <c:v>0.5</c:v>
                </c:pt>
                <c:pt idx="157">
                  <c:v>0</c:v>
                </c:pt>
                <c:pt idx="158">
                  <c:v>-1.3</c:v>
                </c:pt>
                <c:pt idx="159">
                  <c:v>-3.5</c:v>
                </c:pt>
                <c:pt idx="160">
                  <c:v>-4.2</c:v>
                </c:pt>
                <c:pt idx="161">
                  <c:v>-3</c:v>
                </c:pt>
                <c:pt idx="162">
                  <c:v>-2.2999999999999998</c:v>
                </c:pt>
                <c:pt idx="163">
                  <c:v>-2.2999999999999998</c:v>
                </c:pt>
                <c:pt idx="164">
                  <c:v>-1.8</c:v>
                </c:pt>
                <c:pt idx="165">
                  <c:v>-1.5</c:v>
                </c:pt>
                <c:pt idx="166">
                  <c:v>-1.2</c:v>
                </c:pt>
                <c:pt idx="167">
                  <c:v>-1</c:v>
                </c:pt>
                <c:pt idx="168">
                  <c:v>-2.1</c:v>
                </c:pt>
                <c:pt idx="169">
                  <c:v>-1.1000000000000001</c:v>
                </c:pt>
                <c:pt idx="170">
                  <c:v>0.4</c:v>
                </c:pt>
                <c:pt idx="171">
                  <c:v>1.9</c:v>
                </c:pt>
                <c:pt idx="172">
                  <c:v>2.9</c:v>
                </c:pt>
                <c:pt idx="173">
                  <c:v>2.1</c:v>
                </c:pt>
                <c:pt idx="174">
                  <c:v>1.7</c:v>
                </c:pt>
                <c:pt idx="175">
                  <c:v>1.5</c:v>
                </c:pt>
                <c:pt idx="176">
                  <c:v>1</c:v>
                </c:pt>
                <c:pt idx="177">
                  <c:v>1.1000000000000001</c:v>
                </c:pt>
                <c:pt idx="178">
                  <c:v>1.2</c:v>
                </c:pt>
                <c:pt idx="179">
                  <c:v>1.7</c:v>
                </c:pt>
                <c:pt idx="180">
                  <c:v>1.9</c:v>
                </c:pt>
                <c:pt idx="181">
                  <c:v>1.2</c:v>
                </c:pt>
                <c:pt idx="182">
                  <c:v>1.5</c:v>
                </c:pt>
                <c:pt idx="183">
                  <c:v>2.2000000000000002</c:v>
                </c:pt>
                <c:pt idx="184">
                  <c:v>2.5</c:v>
                </c:pt>
                <c:pt idx="185">
                  <c:v>2.5</c:v>
                </c:pt>
                <c:pt idx="186">
                  <c:v>2.6</c:v>
                </c:pt>
                <c:pt idx="187">
                  <c:v>2.4</c:v>
                </c:pt>
                <c:pt idx="188">
                  <c:v>2.9</c:v>
                </c:pt>
                <c:pt idx="189">
                  <c:v>2.8</c:v>
                </c:pt>
                <c:pt idx="190">
                  <c:v>2.5</c:v>
                </c:pt>
                <c:pt idx="191">
                  <c:v>1.9</c:v>
                </c:pt>
                <c:pt idx="192">
                  <c:v>1.9</c:v>
                </c:pt>
                <c:pt idx="193">
                  <c:v>2.4</c:v>
                </c:pt>
                <c:pt idx="194">
                  <c:v>1.9</c:v>
                </c:pt>
                <c:pt idx="195">
                  <c:v>2.2999999999999998</c:v>
                </c:pt>
                <c:pt idx="196">
                  <c:v>2.2999999999999998</c:v>
                </c:pt>
                <c:pt idx="197">
                  <c:v>1.4</c:v>
                </c:pt>
                <c:pt idx="198">
                  <c:v>1.8</c:v>
                </c:pt>
                <c:pt idx="199">
                  <c:v>2.6</c:v>
                </c:pt>
                <c:pt idx="200">
                  <c:v>2.4</c:v>
                </c:pt>
                <c:pt idx="201">
                  <c:v>2.9</c:v>
                </c:pt>
                <c:pt idx="202">
                  <c:v>3</c:v>
                </c:pt>
                <c:pt idx="203">
                  <c:v>2.9</c:v>
                </c:pt>
                <c:pt idx="204">
                  <c:v>2.6</c:v>
                </c:pt>
                <c:pt idx="205">
                  <c:v>2.5</c:v>
                </c:pt>
                <c:pt idx="206">
                  <c:v>2.8</c:v>
                </c:pt>
                <c:pt idx="207">
                  <c:v>3.5</c:v>
                </c:pt>
                <c:pt idx="208">
                  <c:v>3.2</c:v>
                </c:pt>
                <c:pt idx="209">
                  <c:v>3.9</c:v>
                </c:pt>
                <c:pt idx="210">
                  <c:v>3.8</c:v>
                </c:pt>
                <c:pt idx="211">
                  <c:v>3.4</c:v>
                </c:pt>
                <c:pt idx="212">
                  <c:v>3.1</c:v>
                </c:pt>
                <c:pt idx="213">
                  <c:v>3.4</c:v>
                </c:pt>
                <c:pt idx="214">
                  <c:v>3.4</c:v>
                </c:pt>
                <c:pt idx="215">
                  <c:v>3.4</c:v>
                </c:pt>
                <c:pt idx="216">
                  <c:v>3.7</c:v>
                </c:pt>
                <c:pt idx="217">
                  <c:v>3.4</c:v>
                </c:pt>
                <c:pt idx="218">
                  <c:v>3.4</c:v>
                </c:pt>
                <c:pt idx="219">
                  <c:v>2.7</c:v>
                </c:pt>
                <c:pt idx="220">
                  <c:v>2.8</c:v>
                </c:pt>
                <c:pt idx="221">
                  <c:v>2.4</c:v>
                </c:pt>
                <c:pt idx="222">
                  <c:v>1.8</c:v>
                </c:pt>
                <c:pt idx="223">
                  <c:v>2.2000000000000002</c:v>
                </c:pt>
                <c:pt idx="224">
                  <c:v>2.6</c:v>
                </c:pt>
                <c:pt idx="225">
                  <c:v>2.6</c:v>
                </c:pt>
                <c:pt idx="226">
                  <c:v>2.8</c:v>
                </c:pt>
                <c:pt idx="227">
                  <c:v>2.6</c:v>
                </c:pt>
                <c:pt idx="228">
                  <c:v>2.2000000000000002</c:v>
                </c:pt>
                <c:pt idx="229">
                  <c:v>2.5</c:v>
                </c:pt>
                <c:pt idx="230">
                  <c:v>3.9</c:v>
                </c:pt>
                <c:pt idx="231">
                  <c:v>5</c:v>
                </c:pt>
                <c:pt idx="232">
                  <c:v>5.2</c:v>
                </c:pt>
                <c:pt idx="233">
                  <c:v>4.5999999999999996</c:v>
                </c:pt>
                <c:pt idx="234">
                  <c:v>5.2</c:v>
                </c:pt>
                <c:pt idx="235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DB-4D06-A52F-320C13CDA3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5937248"/>
        <c:axId val="640695536"/>
      </c:lineChart>
      <c:dateAx>
        <c:axId val="645937248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640695536"/>
        <c:crosses val="autoZero"/>
        <c:auto val="1"/>
        <c:lblOffset val="100"/>
        <c:baseTimeUnit val="months"/>
        <c:majorUnit val="24"/>
        <c:majorTimeUnit val="months"/>
      </c:dateAx>
      <c:valAx>
        <c:axId val="640695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64593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'Graph 7'!$C$3</c:f>
              <c:strCache>
                <c:ptCount val="1"/>
                <c:pt idx="0">
                  <c:v>CPI projected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'Graph 7'!$B$4:$B$6</c:f>
              <c:strCache>
                <c:ptCount val="3"/>
                <c:pt idx="0">
                  <c:v>1 year ahead </c:v>
                </c:pt>
                <c:pt idx="1">
                  <c:v>3 years ahead </c:v>
                </c:pt>
                <c:pt idx="2">
                  <c:v>5 years ahead </c:v>
                </c:pt>
              </c:strCache>
            </c:strRef>
          </c:cat>
          <c:val>
            <c:numRef>
              <c:f>'Graph 7'!$C$4:$C$6</c:f>
              <c:numCache>
                <c:formatCode>0.0</c:formatCode>
                <c:ptCount val="3"/>
                <c:pt idx="0">
                  <c:v>2.7</c:v>
                </c:pt>
                <c:pt idx="1">
                  <c:v>2.6</c:v>
                </c:pt>
                <c:pt idx="2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12-40CA-A5F5-2DE1782B78BB}"/>
            </c:ext>
          </c:extLst>
        </c:ser>
        <c:ser>
          <c:idx val="1"/>
          <c:order val="1"/>
          <c:tx>
            <c:strRef>
              <c:f>'Graph 7'!$D$3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'Graph 7'!$B$4:$B$6</c:f>
              <c:strCache>
                <c:ptCount val="3"/>
                <c:pt idx="0">
                  <c:v>1 year ahead </c:v>
                </c:pt>
                <c:pt idx="1">
                  <c:v>3 years ahead </c:v>
                </c:pt>
                <c:pt idx="2">
                  <c:v>5 years ahead </c:v>
                </c:pt>
              </c:strCache>
            </c:strRef>
          </c:cat>
          <c:val>
            <c:numRef>
              <c:f>'Graph 7'!$D$4:$D$6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12-40CA-A5F5-2DE1782B78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1593216"/>
        <c:axId val="1034064784"/>
      </c:barChart>
      <c:catAx>
        <c:axId val="1161593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034064784"/>
        <c:crosses val="autoZero"/>
        <c:auto val="1"/>
        <c:lblAlgn val="ctr"/>
        <c:lblOffset val="100"/>
        <c:noMultiLvlLbl val="0"/>
      </c:catAx>
      <c:valAx>
        <c:axId val="1034064784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161593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Gross debt (% of GDP)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Planilha1!$A$2:$A$38</c:f>
              <c:strCache>
                <c:ptCount val="37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  <c:pt idx="34">
                  <c:v>2024</c:v>
                </c:pt>
                <c:pt idx="35">
                  <c:v>2025E</c:v>
                </c:pt>
                <c:pt idx="36">
                  <c:v>2026F</c:v>
                </c:pt>
              </c:strCache>
            </c:strRef>
          </c:cat>
          <c:val>
            <c:numRef>
              <c:f>Planilha1!$B$2:$B$38</c:f>
              <c:numCache>
                <c:formatCode>General</c:formatCode>
                <c:ptCount val="37"/>
                <c:pt idx="0">
                  <c:v>54.8</c:v>
                </c:pt>
                <c:pt idx="1">
                  <c:v>54.1</c:v>
                </c:pt>
                <c:pt idx="2">
                  <c:v>57.9</c:v>
                </c:pt>
                <c:pt idx="3">
                  <c:v>63.2</c:v>
                </c:pt>
                <c:pt idx="4">
                  <c:v>73.3</c:v>
                </c:pt>
                <c:pt idx="5">
                  <c:v>80.7</c:v>
                </c:pt>
                <c:pt idx="6">
                  <c:v>85.3</c:v>
                </c:pt>
                <c:pt idx="7">
                  <c:v>91.3</c:v>
                </c:pt>
                <c:pt idx="8">
                  <c:v>101.6</c:v>
                </c:pt>
                <c:pt idx="9">
                  <c:v>113.5</c:v>
                </c:pt>
                <c:pt idx="10">
                  <c:v>118.5</c:v>
                </c:pt>
                <c:pt idx="11">
                  <c:v>126.8</c:v>
                </c:pt>
                <c:pt idx="12">
                  <c:v>134.6</c:v>
                </c:pt>
                <c:pt idx="13">
                  <c:v>140.19999999999999</c:v>
                </c:pt>
                <c:pt idx="14">
                  <c:v>148.80000000000001</c:v>
                </c:pt>
                <c:pt idx="15">
                  <c:v>153.4</c:v>
                </c:pt>
                <c:pt idx="16">
                  <c:v>152.1</c:v>
                </c:pt>
                <c:pt idx="17">
                  <c:v>150.4</c:v>
                </c:pt>
                <c:pt idx="18">
                  <c:v>153.6</c:v>
                </c:pt>
                <c:pt idx="19">
                  <c:v>172.9</c:v>
                </c:pt>
                <c:pt idx="20">
                  <c:v>178.6</c:v>
                </c:pt>
                <c:pt idx="21">
                  <c:v>190.6</c:v>
                </c:pt>
                <c:pt idx="22">
                  <c:v>197.1</c:v>
                </c:pt>
                <c:pt idx="23">
                  <c:v>201.2</c:v>
                </c:pt>
                <c:pt idx="24">
                  <c:v>203.6</c:v>
                </c:pt>
                <c:pt idx="25">
                  <c:v>200.1</c:v>
                </c:pt>
                <c:pt idx="26">
                  <c:v>202.1</c:v>
                </c:pt>
                <c:pt idx="27">
                  <c:v>203.1</c:v>
                </c:pt>
                <c:pt idx="28">
                  <c:v>203.7</c:v>
                </c:pt>
                <c:pt idx="29">
                  <c:v>206.3</c:v>
                </c:pt>
                <c:pt idx="30">
                  <c:v>228.8</c:v>
                </c:pt>
                <c:pt idx="31">
                  <c:v>222.7</c:v>
                </c:pt>
                <c:pt idx="32">
                  <c:v>227.8</c:v>
                </c:pt>
                <c:pt idx="33">
                  <c:v>220.3</c:v>
                </c:pt>
                <c:pt idx="34">
                  <c:v>214.5</c:v>
                </c:pt>
                <c:pt idx="35">
                  <c:v>206.5</c:v>
                </c:pt>
                <c:pt idx="36">
                  <c:v>203.1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DC-4A9A-AE06-95707CFB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3890384"/>
        <c:axId val="1244711439"/>
      </c:lineChart>
      <c:catAx>
        <c:axId val="21338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33333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+mn-ea"/>
                <a:cs typeface="+mn-cs"/>
              </a:defRPr>
            </a:pPr>
            <a:endParaRPr lang="en-US"/>
          </a:p>
        </c:txPr>
        <c:crossAx val="1244711439"/>
        <c:crosses val="autoZero"/>
        <c:auto val="1"/>
        <c:lblAlgn val="ctr"/>
        <c:lblOffset val="100"/>
        <c:tickLblSkip val="4"/>
        <c:noMultiLvlLbl val="0"/>
      </c:catAx>
      <c:valAx>
        <c:axId val="1244711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333333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+mn-ea"/>
                <a:cs typeface="+mn-cs"/>
              </a:defRPr>
            </a:pPr>
            <a:endParaRPr lang="en-US"/>
          </a:p>
        </c:txPr>
        <c:crossAx val="213389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Montserrat" pitchFamily="2" charset="0"/>
        </a:defRPr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9E293A"/>
            </a:solidFill>
            <a:ln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Other debt</c:v>
                </c:pt>
                <c:pt idx="1">
                  <c:v>Loans</c:v>
                </c:pt>
                <c:pt idx="2">
                  <c:v>Securities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4.569</c:v>
                </c:pt>
                <c:pt idx="1">
                  <c:v>11.002000000000001</c:v>
                </c:pt>
                <c:pt idx="2">
                  <c:v>84.429000000000002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8-40FF-9A56-810F0975F7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6350">
            <a:solidFill>
              <a:srgbClr val="33333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25"/>
      </c:valAx>
      <c:spPr>
        <a:noFill/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333333"/>
          </a:solidFill>
          <a:latin typeface="Montserrat" panose="00000500000000000000" pitchFamily="2" charset="0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Snowball effect (r − g)</c:v>
                </c:pt>
              </c:strCache>
            </c:strRef>
          </c:tx>
          <c:spPr>
            <a:solidFill>
              <a:srgbClr val="26394D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0.69</c:v>
                </c:pt>
                <c:pt idx="1">
                  <c:v>7.9</c:v>
                </c:pt>
                <c:pt idx="2">
                  <c:v>-6.46</c:v>
                </c:pt>
                <c:pt idx="3">
                  <c:v>-2.94</c:v>
                </c:pt>
                <c:pt idx="4">
                  <c:v>-10.64</c:v>
                </c:pt>
                <c:pt idx="5">
                  <c:v>-5.16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4-4468-BFC5-C4235D1B47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Primary deficit</c:v>
                </c:pt>
              </c:strCache>
            </c:strRef>
          </c:tx>
          <c:spPr>
            <a:solidFill>
              <a:srgbClr val="B59A67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2.6</c:v>
                </c:pt>
                <c:pt idx="1">
                  <c:v>8.6</c:v>
                </c:pt>
                <c:pt idx="2">
                  <c:v>5.7</c:v>
                </c:pt>
                <c:pt idx="3">
                  <c:v>3.9</c:v>
                </c:pt>
                <c:pt idx="4">
                  <c:v>2.2000000000000002</c:v>
                </c:pt>
                <c:pt idx="5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74-4468-BFC5-C4235D1B47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Stock-flow adjustment</c:v>
                </c:pt>
              </c:strCache>
            </c:strRef>
          </c:tx>
          <c:spPr>
            <a:solidFill>
              <a:srgbClr val="D98A91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-0.69</c:v>
                </c:pt>
                <c:pt idx="1">
                  <c:v>6</c:v>
                </c:pt>
                <c:pt idx="2">
                  <c:v>-5.34</c:v>
                </c:pt>
                <c:pt idx="3">
                  <c:v>4.1399999999999997</c:v>
                </c:pt>
                <c:pt idx="4">
                  <c:v>0.94</c:v>
                </c:pt>
                <c:pt idx="5">
                  <c:v>-2.04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74-4468-BFC5-C4235D1B47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Change in debt/GDP</c:v>
                </c:pt>
              </c:strCache>
            </c:strRef>
          </c:tx>
          <c:spPr>
            <a:ln w="31750" cap="rnd">
              <a:solidFill>
                <a:srgbClr val="9E293A"/>
              </a:solidFill>
              <a:round/>
            </a:ln>
          </c:spPr>
          <c:marker>
            <c:symbol val="none"/>
          </c:marker>
          <c:dLbls>
            <c:numFmt formatCode="\+0.0;\-0.0" sourceLinked="0"/>
            <c:spPr>
              <a:solidFill>
                <a:schemeClr val="tx2"/>
              </a:solidFill>
              <a:ln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Sheet1!$E$2:$E$7</c:f>
              <c:numCache>
                <c:formatCode>0.0</c:formatCode>
                <c:ptCount val="6"/>
                <c:pt idx="0">
                  <c:v>2.6</c:v>
                </c:pt>
                <c:pt idx="1">
                  <c:v>22.5</c:v>
                </c:pt>
                <c:pt idx="2">
                  <c:v>-6.1</c:v>
                </c:pt>
                <c:pt idx="3">
                  <c:v>5.0999999999999996</c:v>
                </c:pt>
                <c:pt idx="4">
                  <c:v>-7.5</c:v>
                </c:pt>
                <c:pt idx="5">
                  <c:v>-5.8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E74-4468-BFC5-C4235D1B47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6350">
            <a:solidFill>
              <a:srgbClr val="33333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"/>
          <c:min val="-2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txPr>
          <a:bodyPr/>
          <a:lstStyle/>
          <a:p>
            <a:pPr>
              <a:defRPr>
                <a:solidFill>
                  <a:schemeClr val="tx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5"/>
      </c:valAx>
      <c:spPr>
        <a:noFill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333333"/>
          </a:solidFill>
          <a:latin typeface="Montserrat" panose="00000500000000000000" pitchFamily="2" charset="0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Nominal GDP</c:v>
          </c:tx>
          <c:spPr>
            <a:ln w="28575">
              <a:solidFill>
                <a:srgbClr val="B59A67"/>
              </a:solidFill>
            </a:ln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2026F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100</c:v>
                </c:pt>
                <c:pt idx="1">
                  <c:v>105.317148</c:v>
                </c:pt>
                <c:pt idx="2">
                  <c:v>108.428791</c:v>
                </c:pt>
                <c:pt idx="3">
                  <c:v>113.489485</c:v>
                </c:pt>
                <c:pt idx="4">
                  <c:v>116.447256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F71-41F0-B953-66A58A94D1FE}"/>
            </c:ext>
          </c:extLst>
        </c:ser>
        <c:ser>
          <c:idx val="1"/>
          <c:order val="1"/>
          <c:tx>
            <c:v>Nominal debt stock</c:v>
          </c:tx>
          <c:spPr>
            <a:ln w="28575">
              <a:solidFill>
                <a:srgbClr val="9E293A"/>
              </a:solidFill>
            </a:ln>
          </c:spPr>
          <c:marker>
            <c:symbol val="none"/>
          </c:marker>
          <c:cat>
            <c:strRef>
              <c:f>'Chart Data'!$C$2:$C$6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2026F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100</c:v>
                </c:pt>
                <c:pt idx="1">
                  <c:v>101.849727</c:v>
                </c:pt>
                <c:pt idx="2">
                  <c:v>102.098225</c:v>
                </c:pt>
                <c:pt idx="3">
                  <c:v>102.87787</c:v>
                </c:pt>
                <c:pt idx="4">
                  <c:v>103.821061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F71-41F0-B953-66A58A94D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>
            <a:solidFill>
              <a:srgbClr val="333333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"/>
          <c:min val="95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6350">
            <a:solidFill>
              <a:schemeClr val="tx1"/>
            </a:solidFill>
            <a:prstDash val="solid"/>
          </a:ln>
        </c:spPr>
        <c:crossAx val="48650112"/>
        <c:crosses val="autoZero"/>
        <c:crossBetween val="between"/>
        <c:majorUnit val="5"/>
      </c:valAx>
      <c:spPr>
        <a:solidFill>
          <a:srgbClr val="FFFFFF"/>
        </a:solidFill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>
      <a:noFill/>
    </a:ln>
  </c:spPr>
  <c:txPr>
    <a:bodyPr/>
    <a:lstStyle/>
    <a:p>
      <a:pPr>
        <a:defRPr sz="900">
          <a:latin typeface="Montserrat" panose="00000500000000000000" pitchFamily="2" charset="0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Snowball effect (r − g)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Planilha1!$A$2:$A$7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0.7</c:v>
                </c:pt>
                <c:pt idx="1">
                  <c:v>7.9</c:v>
                </c:pt>
                <c:pt idx="2">
                  <c:v>-6.5</c:v>
                </c:pt>
                <c:pt idx="3">
                  <c:v>-2.9</c:v>
                </c:pt>
                <c:pt idx="4">
                  <c:v>-10.6</c:v>
                </c:pt>
                <c:pt idx="5">
                  <c:v>-5.2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C-4058-BC43-EF8B94BD79E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Primary deficit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Planilha1!$A$2:$A$7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Planilha1!$C$2:$C$7</c:f>
              <c:numCache>
                <c:formatCode>General</c:formatCode>
                <c:ptCount val="6"/>
                <c:pt idx="0">
                  <c:v>2.6</c:v>
                </c:pt>
                <c:pt idx="1">
                  <c:v>8.6</c:v>
                </c:pt>
                <c:pt idx="2">
                  <c:v>5.7</c:v>
                </c:pt>
                <c:pt idx="3">
                  <c:v>3.9</c:v>
                </c:pt>
                <c:pt idx="4">
                  <c:v>2.2000000000000002</c:v>
                </c:pt>
                <c:pt idx="5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DC-4058-BC43-EF8B94BD79EE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Stock-flow adjustment</c:v>
                </c:pt>
              </c:strCache>
            </c:strRef>
          </c:tx>
          <c:spPr>
            <a:solidFill>
              <a:srgbClr val="D76977"/>
            </a:solidFill>
            <a:ln>
              <a:noFill/>
            </a:ln>
            <a:effectLst/>
          </c:spPr>
          <c:invertIfNegative val="0"/>
          <c:cat>
            <c:numRef>
              <c:f>Planilha1!$A$2:$A$7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Planilha1!$D$2:$D$7</c:f>
              <c:numCache>
                <c:formatCode>General</c:formatCode>
                <c:ptCount val="6"/>
                <c:pt idx="0">
                  <c:v>-0.7</c:v>
                </c:pt>
                <c:pt idx="1">
                  <c:v>6</c:v>
                </c:pt>
                <c:pt idx="2">
                  <c:v>-5.3</c:v>
                </c:pt>
                <c:pt idx="3">
                  <c:v>4.0999999999999996</c:v>
                </c:pt>
                <c:pt idx="4">
                  <c:v>0.9</c:v>
                </c:pt>
                <c:pt idx="5">
                  <c:v>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DC-4058-BC43-EF8B94BD7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33936784"/>
        <c:axId val="1244882799"/>
      </c:barChart>
      <c:lineChart>
        <c:grouping val="standard"/>
        <c:varyColors val="0"/>
        <c:ser>
          <c:idx val="3"/>
          <c:order val="3"/>
          <c:tx>
            <c:strRef>
              <c:f>Planilha1!$E$1</c:f>
              <c:strCache>
                <c:ptCount val="1"/>
                <c:pt idx="0">
                  <c:v>Change in debt/GDP</c:v>
                </c:pt>
              </c:strCache>
            </c:strRef>
          </c:tx>
          <c:spPr>
            <a:ln w="28575" cap="rnd">
              <a:solidFill>
                <a:srgbClr val="992937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tx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alpha val="97000"/>
                      </a:schemeClr>
                    </a:solidFill>
                    <a:latin typeface="Monteserra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Planilha1!$E$2:$E$7</c:f>
              <c:numCache>
                <c:formatCode>General</c:formatCode>
                <c:ptCount val="6"/>
                <c:pt idx="0">
                  <c:v>2.6</c:v>
                </c:pt>
                <c:pt idx="1">
                  <c:v>22.5</c:v>
                </c:pt>
                <c:pt idx="2">
                  <c:v>-6.1</c:v>
                </c:pt>
                <c:pt idx="3">
                  <c:v>5.0999999999999996</c:v>
                </c:pt>
                <c:pt idx="4">
                  <c:v>-7.5</c:v>
                </c:pt>
                <c:pt idx="5">
                  <c:v>-5.8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FDC-4058-BC43-EF8B94BD7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3936784"/>
        <c:axId val="1244882799"/>
      </c:lineChart>
      <c:catAx>
        <c:axId val="2133936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rgbClr val="992937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882799"/>
        <c:crosses val="autoZero"/>
        <c:auto val="1"/>
        <c:lblAlgn val="ctr"/>
        <c:lblOffset val="100"/>
        <c:noMultiLvlLbl val="0"/>
      </c:catAx>
      <c:valAx>
        <c:axId val="1244882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solidFill>
              <a:srgbClr val="99293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213393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Nominal GDP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2026F</c:v>
                </c:pt>
              </c:strCache>
            </c:strRef>
          </c:cat>
          <c:val>
            <c:numRef>
              <c:f>Planilha1!$B$2:$B$6</c:f>
              <c:numCache>
                <c:formatCode>General</c:formatCode>
                <c:ptCount val="5"/>
                <c:pt idx="0">
                  <c:v>100</c:v>
                </c:pt>
                <c:pt idx="1">
                  <c:v>105.317148</c:v>
                </c:pt>
                <c:pt idx="2">
                  <c:v>108.428791</c:v>
                </c:pt>
                <c:pt idx="3">
                  <c:v>113.489485</c:v>
                </c:pt>
                <c:pt idx="4">
                  <c:v>116.447256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03-4AA8-A738-215E4F257AAF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Nominal debt stock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2026F</c:v>
                </c:pt>
              </c:strCache>
            </c:strRef>
          </c:cat>
          <c:val>
            <c:numRef>
              <c:f>Planilha1!$C$2:$C$6</c:f>
              <c:numCache>
                <c:formatCode>General</c:formatCode>
                <c:ptCount val="5"/>
                <c:pt idx="0">
                  <c:v>100</c:v>
                </c:pt>
                <c:pt idx="1">
                  <c:v>101.849727</c:v>
                </c:pt>
                <c:pt idx="2">
                  <c:v>102.098225</c:v>
                </c:pt>
                <c:pt idx="3">
                  <c:v>102.87787</c:v>
                </c:pt>
                <c:pt idx="4">
                  <c:v>103.821061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03-4AA8-A738-215E4F257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9564479"/>
        <c:axId val="1244857839"/>
      </c:lineChart>
      <c:catAx>
        <c:axId val="1109564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857839"/>
        <c:crosses val="autoZero"/>
        <c:auto val="1"/>
        <c:lblAlgn val="ctr"/>
        <c:lblOffset val="100"/>
        <c:noMultiLvlLbl val="0"/>
      </c:catAx>
      <c:valAx>
        <c:axId val="12448578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10956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Corporations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Planilha1!$A$2:$A$21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Planilha1!$B$2:$B$21</c:f>
              <c:numCache>
                <c:formatCode>General</c:formatCode>
                <c:ptCount val="20"/>
                <c:pt idx="0">
                  <c:v>6.7</c:v>
                </c:pt>
                <c:pt idx="1">
                  <c:v>5.0999999999999996</c:v>
                </c:pt>
                <c:pt idx="2">
                  <c:v>5.3</c:v>
                </c:pt>
                <c:pt idx="3">
                  <c:v>3.5</c:v>
                </c:pt>
                <c:pt idx="4">
                  <c:v>8.1</c:v>
                </c:pt>
                <c:pt idx="5">
                  <c:v>9</c:v>
                </c:pt>
                <c:pt idx="6">
                  <c:v>7.3</c:v>
                </c:pt>
                <c:pt idx="7">
                  <c:v>7.4</c:v>
                </c:pt>
                <c:pt idx="8">
                  <c:v>8.3000000000000007</c:v>
                </c:pt>
                <c:pt idx="9">
                  <c:v>6.4</c:v>
                </c:pt>
                <c:pt idx="10">
                  <c:v>6.5</c:v>
                </c:pt>
                <c:pt idx="11">
                  <c:v>6.2</c:v>
                </c:pt>
                <c:pt idx="12">
                  <c:v>5.9</c:v>
                </c:pt>
                <c:pt idx="13">
                  <c:v>4.7</c:v>
                </c:pt>
                <c:pt idx="14">
                  <c:v>3.8</c:v>
                </c:pt>
                <c:pt idx="15">
                  <c:v>5.6</c:v>
                </c:pt>
                <c:pt idx="16">
                  <c:v>5.7</c:v>
                </c:pt>
                <c:pt idx="17">
                  <c:v>3.3</c:v>
                </c:pt>
                <c:pt idx="18">
                  <c:v>5.3</c:v>
                </c:pt>
                <c:pt idx="1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90-46A9-87B1-92D90C3448EB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Households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Planilha1!$A$2:$A$21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Planilha1!$C$2:$C$21</c:f>
              <c:numCache>
                <c:formatCode>General</c:formatCode>
                <c:ptCount val="20"/>
                <c:pt idx="0">
                  <c:v>0</c:v>
                </c:pt>
                <c:pt idx="1">
                  <c:v>1.8</c:v>
                </c:pt>
                <c:pt idx="2">
                  <c:v>2.2000000000000002</c:v>
                </c:pt>
                <c:pt idx="3">
                  <c:v>3</c:v>
                </c:pt>
                <c:pt idx="4">
                  <c:v>5.4</c:v>
                </c:pt>
                <c:pt idx="5">
                  <c:v>3.9</c:v>
                </c:pt>
                <c:pt idx="6">
                  <c:v>3.1</c:v>
                </c:pt>
                <c:pt idx="7">
                  <c:v>1.3</c:v>
                </c:pt>
                <c:pt idx="8">
                  <c:v>-0.8</c:v>
                </c:pt>
                <c:pt idx="9">
                  <c:v>0.1</c:v>
                </c:pt>
                <c:pt idx="10">
                  <c:v>0.5</c:v>
                </c:pt>
                <c:pt idx="11">
                  <c:v>0.9</c:v>
                </c:pt>
                <c:pt idx="12">
                  <c:v>0.6</c:v>
                </c:pt>
                <c:pt idx="13">
                  <c:v>1.6</c:v>
                </c:pt>
                <c:pt idx="14">
                  <c:v>2.4</c:v>
                </c:pt>
                <c:pt idx="15">
                  <c:v>7.2</c:v>
                </c:pt>
                <c:pt idx="16">
                  <c:v>3.7</c:v>
                </c:pt>
                <c:pt idx="17">
                  <c:v>1.6</c:v>
                </c:pt>
                <c:pt idx="18">
                  <c:v>0.6</c:v>
                </c:pt>
                <c:pt idx="1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90-46A9-87B1-92D90C3448EB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General government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numRef>
              <c:f>Planilha1!$A$2:$A$21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Planilha1!$D$2:$D$21</c:f>
              <c:numCache>
                <c:formatCode>General</c:formatCode>
                <c:ptCount val="20"/>
                <c:pt idx="0">
                  <c:v>-4</c:v>
                </c:pt>
                <c:pt idx="1">
                  <c:v>-3</c:v>
                </c:pt>
                <c:pt idx="2">
                  <c:v>-2.9</c:v>
                </c:pt>
                <c:pt idx="3">
                  <c:v>-5.3</c:v>
                </c:pt>
                <c:pt idx="4">
                  <c:v>-10.1</c:v>
                </c:pt>
                <c:pt idx="5">
                  <c:v>-8.9</c:v>
                </c:pt>
                <c:pt idx="6">
                  <c:v>-8.9</c:v>
                </c:pt>
                <c:pt idx="7">
                  <c:v>-8.1999999999999993</c:v>
                </c:pt>
                <c:pt idx="8">
                  <c:v>-7.3</c:v>
                </c:pt>
                <c:pt idx="9">
                  <c:v>-5.0999999999999996</c:v>
                </c:pt>
                <c:pt idx="10">
                  <c:v>-3.5</c:v>
                </c:pt>
                <c:pt idx="11">
                  <c:v>-3.4</c:v>
                </c:pt>
                <c:pt idx="12">
                  <c:v>-2.9</c:v>
                </c:pt>
                <c:pt idx="13">
                  <c:v>-2.4</c:v>
                </c:pt>
                <c:pt idx="14">
                  <c:v>-3.1</c:v>
                </c:pt>
                <c:pt idx="15">
                  <c:v>-10</c:v>
                </c:pt>
                <c:pt idx="16">
                  <c:v>-6.2</c:v>
                </c:pt>
                <c:pt idx="17">
                  <c:v>-3.4</c:v>
                </c:pt>
                <c:pt idx="18">
                  <c:v>-1.9</c:v>
                </c:pt>
                <c:pt idx="19">
                  <c:v>-1.4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90-46A9-87B1-92D90C3448EB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Rest of the world</c:v>
                </c:pt>
              </c:strCache>
            </c:strRef>
          </c:tx>
          <c:spPr>
            <a:solidFill>
              <a:srgbClr val="D76977"/>
            </a:solidFill>
            <a:ln>
              <a:noFill/>
            </a:ln>
            <a:effectLst/>
          </c:spPr>
          <c:invertIfNegative val="0"/>
          <c:cat>
            <c:numRef>
              <c:f>Planilha1!$A$2:$A$21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Planilha1!$E$2:$E$21</c:f>
              <c:numCache>
                <c:formatCode>General</c:formatCode>
                <c:ptCount val="20"/>
                <c:pt idx="0">
                  <c:v>-3.5</c:v>
                </c:pt>
                <c:pt idx="1">
                  <c:v>-3.9</c:v>
                </c:pt>
                <c:pt idx="2">
                  <c:v>-4.4000000000000004</c:v>
                </c:pt>
                <c:pt idx="3">
                  <c:v>-2</c:v>
                </c:pt>
                <c:pt idx="4">
                  <c:v>-3.2</c:v>
                </c:pt>
                <c:pt idx="5">
                  <c:v>-3.5</c:v>
                </c:pt>
                <c:pt idx="6">
                  <c:v>-1.7</c:v>
                </c:pt>
                <c:pt idx="7">
                  <c:v>-0.8</c:v>
                </c:pt>
                <c:pt idx="8">
                  <c:v>-0.3</c:v>
                </c:pt>
                <c:pt idx="9">
                  <c:v>-1.6</c:v>
                </c:pt>
                <c:pt idx="10">
                  <c:v>-3.2</c:v>
                </c:pt>
                <c:pt idx="11">
                  <c:v>-3.9</c:v>
                </c:pt>
                <c:pt idx="12">
                  <c:v>-3.9</c:v>
                </c:pt>
                <c:pt idx="13">
                  <c:v>-3.4</c:v>
                </c:pt>
                <c:pt idx="14">
                  <c:v>-3.2</c:v>
                </c:pt>
                <c:pt idx="15">
                  <c:v>-3</c:v>
                </c:pt>
                <c:pt idx="16">
                  <c:v>-3.4</c:v>
                </c:pt>
                <c:pt idx="17">
                  <c:v>-1.5</c:v>
                </c:pt>
                <c:pt idx="18">
                  <c:v>-4.2</c:v>
                </c:pt>
                <c:pt idx="19">
                  <c:v>-4.5999999999999996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090-46A9-87B1-92D90C3448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133929360"/>
        <c:axId val="1244732079"/>
      </c:barChart>
      <c:catAx>
        <c:axId val="213392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732079"/>
        <c:crosses val="autoZero"/>
        <c:auto val="1"/>
        <c:lblAlgn val="ctr"/>
        <c:lblOffset val="100"/>
        <c:noMultiLvlLbl val="0"/>
      </c:catAx>
      <c:valAx>
        <c:axId val="1244732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213392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10Y yield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Planilha1!$A$2:$A$24</c:f>
              <c:numCache>
                <c:formatCode>General</c:formatCode>
                <c:ptCount val="2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  <c:pt idx="10">
                  <c:v>2028</c:v>
                </c:pt>
                <c:pt idx="11">
                  <c:v>2029</c:v>
                </c:pt>
                <c:pt idx="12">
                  <c:v>2030</c:v>
                </c:pt>
                <c:pt idx="13">
                  <c:v>2031</c:v>
                </c:pt>
                <c:pt idx="14">
                  <c:v>2032</c:v>
                </c:pt>
                <c:pt idx="15">
                  <c:v>2033</c:v>
                </c:pt>
                <c:pt idx="16">
                  <c:v>2034</c:v>
                </c:pt>
                <c:pt idx="17">
                  <c:v>2035</c:v>
                </c:pt>
                <c:pt idx="18">
                  <c:v>2036</c:v>
                </c:pt>
                <c:pt idx="19">
                  <c:v>2037</c:v>
                </c:pt>
                <c:pt idx="20">
                  <c:v>2038</c:v>
                </c:pt>
                <c:pt idx="21">
                  <c:v>2039</c:v>
                </c:pt>
                <c:pt idx="22">
                  <c:v>2040</c:v>
                </c:pt>
              </c:numCache>
            </c:numRef>
          </c:cat>
          <c:val>
            <c:numRef>
              <c:f>Planilha1!$B$2:$B$24</c:f>
              <c:numCache>
                <c:formatCode>General</c:formatCode>
                <c:ptCount val="23"/>
                <c:pt idx="0">
                  <c:v>0</c:v>
                </c:pt>
                <c:pt idx="1">
                  <c:v>-0.1</c:v>
                </c:pt>
                <c:pt idx="2">
                  <c:v>0</c:v>
                </c:pt>
                <c:pt idx="3">
                  <c:v>0.1</c:v>
                </c:pt>
                <c:pt idx="4">
                  <c:v>0.3</c:v>
                </c:pt>
                <c:pt idx="5">
                  <c:v>0.6</c:v>
                </c:pt>
                <c:pt idx="6">
                  <c:v>1.1000000000000001</c:v>
                </c:pt>
                <c:pt idx="7">
                  <c:v>1.7</c:v>
                </c:pt>
                <c:pt idx="8">
                  <c:v>2.7</c:v>
                </c:pt>
                <c:pt idx="9">
                  <c:v>3</c:v>
                </c:pt>
                <c:pt idx="10">
                  <c:v>3.2</c:v>
                </c:pt>
                <c:pt idx="11">
                  <c:v>3.3</c:v>
                </c:pt>
                <c:pt idx="12">
                  <c:v>3.4</c:v>
                </c:pt>
                <c:pt idx="13">
                  <c:v>3.4</c:v>
                </c:pt>
                <c:pt idx="14">
                  <c:v>3.5</c:v>
                </c:pt>
                <c:pt idx="15">
                  <c:v>3.6</c:v>
                </c:pt>
                <c:pt idx="16">
                  <c:v>3.6</c:v>
                </c:pt>
                <c:pt idx="17">
                  <c:v>3.7</c:v>
                </c:pt>
                <c:pt idx="18">
                  <c:v>3.7</c:v>
                </c:pt>
                <c:pt idx="19">
                  <c:v>3.8</c:v>
                </c:pt>
                <c:pt idx="20">
                  <c:v>3.8</c:v>
                </c:pt>
                <c:pt idx="21">
                  <c:v>3.8</c:v>
                </c:pt>
                <c:pt idx="22">
                  <c:v>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F9-4C6F-B2AC-EAB2C83B8203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Effective rate, growth case 1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Planilha1!$A$2:$A$24</c:f>
              <c:numCache>
                <c:formatCode>General</c:formatCode>
                <c:ptCount val="2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  <c:pt idx="10">
                  <c:v>2028</c:v>
                </c:pt>
                <c:pt idx="11">
                  <c:v>2029</c:v>
                </c:pt>
                <c:pt idx="12">
                  <c:v>2030</c:v>
                </c:pt>
                <c:pt idx="13">
                  <c:v>2031</c:v>
                </c:pt>
                <c:pt idx="14">
                  <c:v>2032</c:v>
                </c:pt>
                <c:pt idx="15">
                  <c:v>2033</c:v>
                </c:pt>
                <c:pt idx="16">
                  <c:v>2034</c:v>
                </c:pt>
                <c:pt idx="17">
                  <c:v>2035</c:v>
                </c:pt>
                <c:pt idx="18">
                  <c:v>2036</c:v>
                </c:pt>
                <c:pt idx="19">
                  <c:v>2037</c:v>
                </c:pt>
                <c:pt idx="20">
                  <c:v>2038</c:v>
                </c:pt>
                <c:pt idx="21">
                  <c:v>2039</c:v>
                </c:pt>
                <c:pt idx="22">
                  <c:v>2040</c:v>
                </c:pt>
              </c:numCache>
            </c:numRef>
          </c:cat>
          <c:val>
            <c:numRef>
              <c:f>Planilha1!$C$2:$C$24</c:f>
              <c:numCache>
                <c:formatCode>General</c:formatCode>
                <c:ptCount val="23"/>
                <c:pt idx="0">
                  <c:v>0.9</c:v>
                </c:pt>
                <c:pt idx="1">
                  <c:v>0.8</c:v>
                </c:pt>
                <c:pt idx="2">
                  <c:v>0.8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0.7</c:v>
                </c:pt>
                <c:pt idx="7">
                  <c:v>0.9</c:v>
                </c:pt>
                <c:pt idx="8">
                  <c:v>1.2</c:v>
                </c:pt>
                <c:pt idx="9">
                  <c:v>1.3</c:v>
                </c:pt>
                <c:pt idx="10">
                  <c:v>1.5</c:v>
                </c:pt>
                <c:pt idx="11">
                  <c:v>1.7</c:v>
                </c:pt>
                <c:pt idx="12">
                  <c:v>1.9</c:v>
                </c:pt>
                <c:pt idx="13">
                  <c:v>2.2000000000000002</c:v>
                </c:pt>
                <c:pt idx="14">
                  <c:v>2.4</c:v>
                </c:pt>
                <c:pt idx="15">
                  <c:v>2.6</c:v>
                </c:pt>
                <c:pt idx="16">
                  <c:v>2.8</c:v>
                </c:pt>
                <c:pt idx="17">
                  <c:v>2.9</c:v>
                </c:pt>
                <c:pt idx="18">
                  <c:v>3.1</c:v>
                </c:pt>
                <c:pt idx="19">
                  <c:v>3.2</c:v>
                </c:pt>
                <c:pt idx="20">
                  <c:v>3.3</c:v>
                </c:pt>
                <c:pt idx="21">
                  <c:v>3.4</c:v>
                </c:pt>
                <c:pt idx="22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F9-4C6F-B2AC-EAB2C83B8203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Effective rate, status quo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Planilha1!$A$2:$A$24</c:f>
              <c:numCache>
                <c:formatCode>General</c:formatCode>
                <c:ptCount val="2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  <c:pt idx="10">
                  <c:v>2028</c:v>
                </c:pt>
                <c:pt idx="11">
                  <c:v>2029</c:v>
                </c:pt>
                <c:pt idx="12">
                  <c:v>2030</c:v>
                </c:pt>
                <c:pt idx="13">
                  <c:v>2031</c:v>
                </c:pt>
                <c:pt idx="14">
                  <c:v>2032</c:v>
                </c:pt>
                <c:pt idx="15">
                  <c:v>2033</c:v>
                </c:pt>
                <c:pt idx="16">
                  <c:v>2034</c:v>
                </c:pt>
                <c:pt idx="17">
                  <c:v>2035</c:v>
                </c:pt>
                <c:pt idx="18">
                  <c:v>2036</c:v>
                </c:pt>
                <c:pt idx="19">
                  <c:v>2037</c:v>
                </c:pt>
                <c:pt idx="20">
                  <c:v>2038</c:v>
                </c:pt>
                <c:pt idx="21">
                  <c:v>2039</c:v>
                </c:pt>
                <c:pt idx="22">
                  <c:v>2040</c:v>
                </c:pt>
              </c:numCache>
            </c:numRef>
          </c:cat>
          <c:val>
            <c:numRef>
              <c:f>Planilha1!$D$2:$D$24</c:f>
              <c:numCache>
                <c:formatCode>General</c:formatCode>
                <c:ptCount val="23"/>
                <c:pt idx="0">
                  <c:v>0.9</c:v>
                </c:pt>
                <c:pt idx="1">
                  <c:v>0.8</c:v>
                </c:pt>
                <c:pt idx="2">
                  <c:v>0.8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0.7</c:v>
                </c:pt>
                <c:pt idx="7">
                  <c:v>0.9</c:v>
                </c:pt>
                <c:pt idx="8">
                  <c:v>1.2</c:v>
                </c:pt>
                <c:pt idx="9">
                  <c:v>1.3</c:v>
                </c:pt>
                <c:pt idx="10">
                  <c:v>1.5</c:v>
                </c:pt>
                <c:pt idx="11">
                  <c:v>1.7</c:v>
                </c:pt>
                <c:pt idx="12">
                  <c:v>1.8</c:v>
                </c:pt>
                <c:pt idx="13">
                  <c:v>2</c:v>
                </c:pt>
                <c:pt idx="14">
                  <c:v>2.1</c:v>
                </c:pt>
                <c:pt idx="15">
                  <c:v>2.2000000000000002</c:v>
                </c:pt>
                <c:pt idx="16">
                  <c:v>2.2999999999999998</c:v>
                </c:pt>
                <c:pt idx="17">
                  <c:v>2.2999999999999998</c:v>
                </c:pt>
                <c:pt idx="18">
                  <c:v>2.4</c:v>
                </c:pt>
                <c:pt idx="19">
                  <c:v>2.4</c:v>
                </c:pt>
                <c:pt idx="20">
                  <c:v>2.4</c:v>
                </c:pt>
                <c:pt idx="21">
                  <c:v>2.4</c:v>
                </c:pt>
                <c:pt idx="22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F9-4C6F-B2AC-EAB2C83B8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8516991"/>
        <c:axId val="1244771439"/>
      </c:lineChart>
      <c:catAx>
        <c:axId val="114851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4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244771439"/>
        <c:crosses val="autoZero"/>
        <c:auto val="1"/>
        <c:lblAlgn val="ctr"/>
        <c:lblOffset val="100"/>
        <c:tickLblSkip val="2"/>
        <c:noMultiLvlLbl val="0"/>
      </c:catAx>
      <c:valAx>
        <c:axId val="1244771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4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eserrat"/>
                <a:ea typeface="+mn-ea"/>
                <a:cs typeface="+mn-cs"/>
              </a:defRPr>
            </a:pPr>
            <a:endParaRPr lang="en-US"/>
          </a:p>
        </c:txPr>
        <c:crossAx val="1148516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eserrat"/>
        </a:defRPr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Matures within five years</c:v>
                </c:pt>
              </c:strCache>
            </c:strRef>
          </c:tx>
          <c:spPr>
            <a:solidFill>
              <a:srgbClr val="9E293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2.306805074971165E-3"/>
                  <c:y val="-0.26813177944840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52C-4AFA-929A-395B218BDD84}"/>
                </c:ext>
              </c:extLst>
            </c:dLbl>
            <c:dLbl>
              <c:idx val="1"/>
              <c:layout>
                <c:manualLayout>
                  <c:x val="2.306805074971165E-3"/>
                  <c:y val="-0.196421672478618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2C-4AFA-929A-395B218BDD84}"/>
                </c:ext>
              </c:extLst>
            </c:dLbl>
            <c:dLbl>
              <c:idx val="2"/>
              <c:layout>
                <c:manualLayout>
                  <c:x val="0"/>
                  <c:y val="-0.152327011309949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52C-4AFA-929A-395B218BDD84}"/>
                </c:ext>
              </c:extLst>
            </c:dLbl>
            <c:dLbl>
              <c:idx val="3"/>
              <c:layout>
                <c:manualLayout>
                  <c:x val="0"/>
                  <c:y val="-0.1403011946275848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2C-4AFA-929A-395B218BDD84}"/>
                </c:ext>
              </c:extLst>
            </c:dLbl>
            <c:dLbl>
              <c:idx val="4"/>
              <c:layout>
                <c:manualLayout>
                  <c:x val="0"/>
                  <c:y val="-0.1403011946275848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2C-4AFA-929A-395B218BDD8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2C-4AFA-929A-395B218BDD8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52C-4AFA-929A-395B218BDD8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52C-4AFA-929A-395B218BDD8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52C-4AFA-929A-395B218BDD8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52C-4AFA-929A-395B218BDD8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52C-4AFA-929A-395B218BDD8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52C-4AFA-929A-395B218BDD84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≤1y</c:v>
                </c:pt>
                <c:pt idx="1">
                  <c:v>1–2y</c:v>
                </c:pt>
                <c:pt idx="2">
                  <c:v>2–3y</c:v>
                </c:pt>
                <c:pt idx="3">
                  <c:v>3–4y</c:v>
                </c:pt>
                <c:pt idx="4">
                  <c:v>4–5y</c:v>
                </c:pt>
                <c:pt idx="5">
                  <c:v>5–6y</c:v>
                </c:pt>
                <c:pt idx="6">
                  <c:v>6–7y</c:v>
                </c:pt>
                <c:pt idx="7">
                  <c:v>7–8y</c:v>
                </c:pt>
                <c:pt idx="8">
                  <c:v>8–9y</c:v>
                </c:pt>
                <c:pt idx="9">
                  <c:v>9–10y</c:v>
                </c:pt>
                <c:pt idx="10">
                  <c:v>10–20y</c:v>
                </c:pt>
                <c:pt idx="11">
                  <c:v>&gt;20y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147.73480000000001</c:v>
                </c:pt>
                <c:pt idx="1">
                  <c:v>107.9136</c:v>
                </c:pt>
                <c:pt idx="2">
                  <c:v>78.883499999999998</c:v>
                </c:pt>
                <c:pt idx="3">
                  <c:v>74.748500000000007</c:v>
                </c:pt>
                <c:pt idx="4">
                  <c:v>72.586299999999994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52C-4AFA-929A-395B218BDD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Matures later</c:v>
                </c:pt>
              </c:strCache>
            </c:strRef>
          </c:tx>
          <c:spPr>
            <a:solidFill>
              <a:srgbClr val="26394D"/>
            </a:solidFill>
            <a:ln>
              <a:noFill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52C-4AFA-929A-395B218BDD8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52C-4AFA-929A-395B218BDD8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52C-4AFA-929A-395B218BDD8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852C-4AFA-929A-395B218BDD8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52C-4AFA-929A-395B218BDD84}"/>
                </c:ext>
              </c:extLst>
            </c:dLbl>
            <c:dLbl>
              <c:idx val="5"/>
              <c:layout>
                <c:manualLayout>
                  <c:x val="0"/>
                  <c:y val="-0.10823235014127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852C-4AFA-929A-395B218BDD84}"/>
                </c:ext>
              </c:extLst>
            </c:dLbl>
            <c:dLbl>
              <c:idx val="6"/>
              <c:layout>
                <c:manualLayout>
                  <c:x val="0"/>
                  <c:y val="-0.104223744580491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852C-4AFA-929A-395B218BDD84}"/>
                </c:ext>
              </c:extLst>
            </c:dLbl>
            <c:dLbl>
              <c:idx val="7"/>
              <c:layout>
                <c:manualLayout>
                  <c:x val="-8.4581875651897525E-17"/>
                  <c:y val="-0.112240955702067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852C-4AFA-929A-395B218BDD84}"/>
                </c:ext>
              </c:extLst>
            </c:dLbl>
            <c:dLbl>
              <c:idx val="8"/>
              <c:layout>
                <c:manualLayout>
                  <c:x val="0"/>
                  <c:y val="-0.104223744580491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52C-4AFA-929A-395B218BDD84}"/>
                </c:ext>
              </c:extLst>
            </c:dLbl>
            <c:dLbl>
              <c:idx val="9"/>
              <c:layout>
                <c:manualLayout>
                  <c:x val="0"/>
                  <c:y val="-9.620653345891533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852C-4AFA-929A-395B218BDD84}"/>
                </c:ext>
              </c:extLst>
            </c:dLbl>
            <c:dLbl>
              <c:idx val="10"/>
              <c:layout>
                <c:manualLayout>
                  <c:x val="-4.6136101499424991E-3"/>
                  <c:y val="-0.3730240275243810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852C-4AFA-929A-395B218BDD84}"/>
                </c:ext>
              </c:extLst>
            </c:dLbl>
            <c:dLbl>
              <c:idx val="11"/>
              <c:layout>
                <c:manualLayout>
                  <c:x val="0"/>
                  <c:y val="-0.26634995330001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852C-4AFA-929A-395B218BDD84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≤1y</c:v>
                </c:pt>
                <c:pt idx="1">
                  <c:v>1–2y</c:v>
                </c:pt>
                <c:pt idx="2">
                  <c:v>2–3y</c:v>
                </c:pt>
                <c:pt idx="3">
                  <c:v>3–4y</c:v>
                </c:pt>
                <c:pt idx="4">
                  <c:v>4–5y</c:v>
                </c:pt>
                <c:pt idx="5">
                  <c:v>5–6y</c:v>
                </c:pt>
                <c:pt idx="6">
                  <c:v>6–7y</c:v>
                </c:pt>
                <c:pt idx="7">
                  <c:v>7–8y</c:v>
                </c:pt>
                <c:pt idx="8">
                  <c:v>8–9y</c:v>
                </c:pt>
                <c:pt idx="9">
                  <c:v>9–10y</c:v>
                </c:pt>
                <c:pt idx="10">
                  <c:v>10–20y</c:v>
                </c:pt>
                <c:pt idx="11">
                  <c:v>&gt;20y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51.730800000000002</c:v>
                </c:pt>
                <c:pt idx="6">
                  <c:v>52.754199999999997</c:v>
                </c:pt>
                <c:pt idx="7">
                  <c:v>58.622</c:v>
                </c:pt>
                <c:pt idx="8">
                  <c:v>51.476999999999997</c:v>
                </c:pt>
                <c:pt idx="9">
                  <c:v>44.9191</c:v>
                </c:pt>
                <c:pt idx="10">
                  <c:v>212.4734</c:v>
                </c:pt>
                <c:pt idx="11">
                  <c:v>150.4554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52C-4AFA-929A-395B218BDD8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6350">
            <a:solidFill>
              <a:srgbClr val="333333"/>
            </a:solidFill>
          </a:ln>
        </c:spPr>
        <c:txPr>
          <a:bodyPr/>
          <a:lstStyle/>
          <a:p>
            <a:pPr>
              <a:defRPr>
                <a:solidFill>
                  <a:schemeClr val="tx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crossAx val="-2068027336"/>
        <c:crosses val="autoZero"/>
        <c:crossBetween val="between"/>
        <c:majorUnit val="50"/>
      </c:valAx>
      <c:spPr>
        <a:noFill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333333"/>
          </a:solidFill>
          <a:latin typeface="Montserrat" panose="00000500000000000000" pitchFamily="2" charset="0"/>
        </a:defRPr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"/>
          <c:y val="0.06"/>
          <c:w val="0.87"/>
          <c:h val="0.80616929698708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Outlays (initial budget)</c:v>
                </c:pt>
              </c:strCache>
            </c:strRef>
          </c:tx>
          <c:spPr>
            <a:ln w="31750">
              <a:solidFill>
                <a:srgbClr val="26394D"/>
              </a:solidFill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17.1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13A-4108-B50D-55CB974FD4A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17.1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13A-4108-B50D-55CB974FD4A0}"/>
                </c:ext>
              </c:extLst>
            </c:dLbl>
            <c:spPr>
              <a:solidFill>
                <a:schemeClr val="accent4"/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FY18</c:v>
                </c:pt>
                <c:pt idx="1">
                  <c:v>FY19</c:v>
                </c:pt>
                <c:pt idx="2">
                  <c:v>FY20</c:v>
                </c:pt>
                <c:pt idx="3">
                  <c:v>FY21</c:v>
                </c:pt>
                <c:pt idx="4">
                  <c:v>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17.145604492016144</c:v>
                </c:pt>
                <c:pt idx="1">
                  <c:v>17.780774623203644</c:v>
                </c:pt>
                <c:pt idx="2">
                  <c:v>18.52029586866318</c:v>
                </c:pt>
                <c:pt idx="3">
                  <c:v>18.489368713146028</c:v>
                </c:pt>
                <c:pt idx="4">
                  <c:v>18.184282575629542</c:v>
                </c:pt>
                <c:pt idx="5">
                  <c:v>18.466451404585083</c:v>
                </c:pt>
                <c:pt idx="6">
                  <c:v>17.523614570361147</c:v>
                </c:pt>
                <c:pt idx="7">
                  <c:v>17.12469154154898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3A-4108-B50D-55CB974FD4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 revenue (settlement)</c:v>
                </c:pt>
              </c:strCache>
            </c:strRef>
          </c:tx>
          <c:spPr>
            <a:ln w="31750">
              <a:solidFill>
                <a:srgbClr val="9E293A"/>
              </a:solidFill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3A-4108-B50D-55CB974FD4A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12.5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13A-4108-B50D-55CB974FD4A0}"/>
                </c:ext>
              </c:extLst>
            </c:dLbl>
            <c:spPr>
              <a:solidFill>
                <a:schemeClr val="tx2"/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FY18</c:v>
                </c:pt>
                <c:pt idx="1">
                  <c:v>FY19</c:v>
                </c:pt>
                <c:pt idx="2">
                  <c:v>FY20</c:v>
                </c:pt>
                <c:pt idx="3">
                  <c:v>FY21</c:v>
                </c:pt>
                <c:pt idx="4">
                  <c:v>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10.598350587822425</c:v>
                </c:pt>
                <c:pt idx="1">
                  <c:v>10.23484051875219</c:v>
                </c:pt>
                <c:pt idx="2">
                  <c:v>10.968789464189069</c:v>
                </c:pt>
                <c:pt idx="3">
                  <c:v>11.619840443981964</c:v>
                </c:pt>
                <c:pt idx="4">
                  <c:v>12.016224438059826</c:v>
                </c:pt>
                <c:pt idx="5">
                  <c:v>11.640297061672586</c:v>
                </c:pt>
                <c:pt idx="6">
                  <c:v>11.706102117061024</c:v>
                </c:pt>
                <c:pt idx="7">
                  <c:v>12.520083246618105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13A-4108-B50D-55CB974FD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333333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"/>
          <c:min val="8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2118791784"/>
        <c:crosses val="autoZero"/>
        <c:crossBetween val="between"/>
        <c:majorUnit val="2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rgbClr val="333333"/>
          </a:solidFill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Tax revenue</c:v>
                </c:pt>
              </c:strCache>
            </c:strRef>
          </c:tx>
          <c:spPr>
            <a:solidFill>
              <a:srgbClr val="9E293A"/>
            </a:solidFill>
            <a:ln>
              <a:noFill/>
            </a:ln>
          </c:spPr>
          <c:invertIfNegative val="0"/>
          <c:dLbls>
            <c:numFmt formatCode="\+0.0;\-0.0;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Other spending</c:v>
                </c:pt>
                <c:pt idx="1">
                  <c:v>Social security</c:v>
                </c:pt>
                <c:pt idx="2">
                  <c:v>Local allocation grants</c:v>
                </c:pt>
                <c:pt idx="3">
                  <c:v>Debt service</c:v>
                </c:pt>
                <c:pt idx="4">
                  <c:v>Other taxes</c:v>
                </c:pt>
                <c:pt idx="5">
                  <c:v>Income tax</c:v>
                </c:pt>
                <c:pt idx="6">
                  <c:v>Consumption tax</c:v>
                </c:pt>
                <c:pt idx="7">
                  <c:v>Corporate tax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4" formatCode="0.0">
                  <c:v>-0.17849212042839047</c:v>
                </c:pt>
                <c:pt idx="5" formatCode="0.0">
                  <c:v>0.26265613012206224</c:v>
                </c:pt>
                <c:pt idx="6" formatCode="0.0">
                  <c:v>0.76334611840053945</c:v>
                </c:pt>
                <c:pt idx="7" formatCode="0.0">
                  <c:v>1.0742225307014683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C-461C-98F5-02F2EAE820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Outlays</c:v>
                </c:pt>
              </c:strCache>
            </c:strRef>
          </c:tx>
          <c:spPr>
            <a:solidFill>
              <a:srgbClr val="26394D"/>
            </a:solidFill>
            <a:ln>
              <a:noFill/>
            </a:ln>
          </c:spPr>
          <c:invertIfNegative val="0"/>
          <c:dLbls>
            <c:numFmt formatCode="\+0.0;\-0.0;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Other spending</c:v>
                </c:pt>
                <c:pt idx="1">
                  <c:v>Social security</c:v>
                </c:pt>
                <c:pt idx="2">
                  <c:v>Local allocation grants</c:v>
                </c:pt>
                <c:pt idx="3">
                  <c:v>Debt service</c:v>
                </c:pt>
                <c:pt idx="4">
                  <c:v>Other taxes</c:v>
                </c:pt>
                <c:pt idx="5">
                  <c:v>Income tax</c:v>
                </c:pt>
                <c:pt idx="6">
                  <c:v>Consumption tax</c:v>
                </c:pt>
                <c:pt idx="7">
                  <c:v>Corporate tax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-0.11673613753418888</c:v>
                </c:pt>
                <c:pt idx="1">
                  <c:v>-9.3234579398957074E-2</c:v>
                </c:pt>
                <c:pt idx="2">
                  <c:v>8.3122514015313342E-2</c:v>
                </c:pt>
                <c:pt idx="3">
                  <c:v>0.10593525245066981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DC-461C-98F5-02F2EAE8200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6350">
            <a:solidFill>
              <a:srgbClr val="33333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5"/>
          <c:min val="-0.5"/>
        </c:scaling>
        <c:delete val="1"/>
        <c:axPos val="b"/>
        <c:numFmt formatCode="0.0" sourceLinked="0"/>
        <c:majorTickMark val="none"/>
        <c:minorTickMark val="none"/>
        <c:tickLblPos val="nextTo"/>
        <c:crossAx val="-2068027336"/>
        <c:crosses val="autoZero"/>
        <c:crossBetween val="between"/>
        <c:majorUnit val="0.5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900">
          <a:solidFill>
            <a:srgbClr val="333333"/>
          </a:solidFill>
          <a:latin typeface="Montserrat" panose="00000500000000000000"/>
        </a:defRPr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% detido pelo BOJ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Planilha1!$A$2:$A$66</c:f>
              <c:strCache>
                <c:ptCount val="65"/>
                <c:pt idx="0">
                  <c:v>2010/03</c:v>
                </c:pt>
                <c:pt idx="1">
                  <c:v>2010/06</c:v>
                </c:pt>
                <c:pt idx="2">
                  <c:v>2010/09</c:v>
                </c:pt>
                <c:pt idx="3">
                  <c:v>2010/12</c:v>
                </c:pt>
                <c:pt idx="4">
                  <c:v>2011/03</c:v>
                </c:pt>
                <c:pt idx="5">
                  <c:v>2011/06</c:v>
                </c:pt>
                <c:pt idx="6">
                  <c:v>2011/09</c:v>
                </c:pt>
                <c:pt idx="7">
                  <c:v>2011/12</c:v>
                </c:pt>
                <c:pt idx="8">
                  <c:v>2012/03</c:v>
                </c:pt>
                <c:pt idx="9">
                  <c:v>2012/06</c:v>
                </c:pt>
                <c:pt idx="10">
                  <c:v>2012/09</c:v>
                </c:pt>
                <c:pt idx="11">
                  <c:v>2012/12</c:v>
                </c:pt>
                <c:pt idx="12">
                  <c:v>2013/03</c:v>
                </c:pt>
                <c:pt idx="13">
                  <c:v>2013/06</c:v>
                </c:pt>
                <c:pt idx="14">
                  <c:v>2013/09</c:v>
                </c:pt>
                <c:pt idx="15">
                  <c:v>2013/12</c:v>
                </c:pt>
                <c:pt idx="16">
                  <c:v>2014/03</c:v>
                </c:pt>
                <c:pt idx="17">
                  <c:v>2014/06</c:v>
                </c:pt>
                <c:pt idx="18">
                  <c:v>2014/09</c:v>
                </c:pt>
                <c:pt idx="19">
                  <c:v>2014/12</c:v>
                </c:pt>
                <c:pt idx="20">
                  <c:v>2015/03</c:v>
                </c:pt>
                <c:pt idx="21">
                  <c:v>2015/06</c:v>
                </c:pt>
                <c:pt idx="22">
                  <c:v>2015/09</c:v>
                </c:pt>
                <c:pt idx="23">
                  <c:v>2015/12</c:v>
                </c:pt>
                <c:pt idx="24">
                  <c:v>2016/03</c:v>
                </c:pt>
                <c:pt idx="25">
                  <c:v>2016/06</c:v>
                </c:pt>
                <c:pt idx="26">
                  <c:v>2016/09</c:v>
                </c:pt>
                <c:pt idx="27">
                  <c:v>2016/12</c:v>
                </c:pt>
                <c:pt idx="28">
                  <c:v>2017/03</c:v>
                </c:pt>
                <c:pt idx="29">
                  <c:v>2017/06</c:v>
                </c:pt>
                <c:pt idx="30">
                  <c:v>2017/09</c:v>
                </c:pt>
                <c:pt idx="31">
                  <c:v>2017/12</c:v>
                </c:pt>
                <c:pt idx="32">
                  <c:v>2018/03</c:v>
                </c:pt>
                <c:pt idx="33">
                  <c:v>2018/06</c:v>
                </c:pt>
                <c:pt idx="34">
                  <c:v>2018/09</c:v>
                </c:pt>
                <c:pt idx="35">
                  <c:v>2018/12</c:v>
                </c:pt>
                <c:pt idx="36">
                  <c:v>2019/03</c:v>
                </c:pt>
                <c:pt idx="37">
                  <c:v>2019/06</c:v>
                </c:pt>
                <c:pt idx="38">
                  <c:v>2019/09</c:v>
                </c:pt>
                <c:pt idx="39">
                  <c:v>2019/12</c:v>
                </c:pt>
                <c:pt idx="40">
                  <c:v>2020/03</c:v>
                </c:pt>
                <c:pt idx="41">
                  <c:v>2020/06</c:v>
                </c:pt>
                <c:pt idx="42">
                  <c:v>2020/09</c:v>
                </c:pt>
                <c:pt idx="43">
                  <c:v>2020/12</c:v>
                </c:pt>
                <c:pt idx="44">
                  <c:v>2021/03</c:v>
                </c:pt>
                <c:pt idx="45">
                  <c:v>2021/06</c:v>
                </c:pt>
                <c:pt idx="46">
                  <c:v>2021/09</c:v>
                </c:pt>
                <c:pt idx="47">
                  <c:v>2021/12</c:v>
                </c:pt>
                <c:pt idx="48">
                  <c:v>2022/03</c:v>
                </c:pt>
                <c:pt idx="49">
                  <c:v>2022/06</c:v>
                </c:pt>
                <c:pt idx="50">
                  <c:v>2022/09</c:v>
                </c:pt>
                <c:pt idx="51">
                  <c:v>2022/12</c:v>
                </c:pt>
                <c:pt idx="52">
                  <c:v>2023/03</c:v>
                </c:pt>
                <c:pt idx="53">
                  <c:v>2023/06</c:v>
                </c:pt>
                <c:pt idx="54">
                  <c:v>2023/09</c:v>
                </c:pt>
                <c:pt idx="55">
                  <c:v>2023/12</c:v>
                </c:pt>
                <c:pt idx="56">
                  <c:v>2024/03</c:v>
                </c:pt>
                <c:pt idx="57">
                  <c:v>2024/06</c:v>
                </c:pt>
                <c:pt idx="58">
                  <c:v>2024/09</c:v>
                </c:pt>
                <c:pt idx="59">
                  <c:v>2024/12</c:v>
                </c:pt>
                <c:pt idx="60">
                  <c:v>2025/03</c:v>
                </c:pt>
                <c:pt idx="61">
                  <c:v>2025/06</c:v>
                </c:pt>
                <c:pt idx="62">
                  <c:v>2025/09</c:v>
                </c:pt>
                <c:pt idx="63">
                  <c:v>2025/12</c:v>
                </c:pt>
                <c:pt idx="64">
                  <c:v>2026/03</c:v>
                </c:pt>
              </c:strCache>
            </c:strRef>
          </c:cat>
          <c:val>
            <c:numRef>
              <c:f>Planilha1!$B$2:$B$66</c:f>
              <c:numCache>
                <c:formatCode>0.00</c:formatCode>
                <c:ptCount val="65"/>
                <c:pt idx="0">
                  <c:v>9.0703406976004057</c:v>
                </c:pt>
                <c:pt idx="1">
                  <c:v>9.4708959490711102</c:v>
                </c:pt>
                <c:pt idx="2">
                  <c:v>9.5185622319021057</c:v>
                </c:pt>
                <c:pt idx="3">
                  <c:v>9.535127350422016</c:v>
                </c:pt>
                <c:pt idx="4">
                  <c:v>9.8379893603734718</c:v>
                </c:pt>
                <c:pt idx="5">
                  <c:v>9.952893388298504</c:v>
                </c:pt>
                <c:pt idx="6">
                  <c:v>9.9574451963856525</c:v>
                </c:pt>
                <c:pt idx="7">
                  <c:v>10.459882058046718</c:v>
                </c:pt>
                <c:pt idx="8">
                  <c:v>11.096679995008389</c:v>
                </c:pt>
                <c:pt idx="9">
                  <c:v>11.960188459382303</c:v>
                </c:pt>
                <c:pt idx="10">
                  <c:v>12.410122524982746</c:v>
                </c:pt>
                <c:pt idx="11">
                  <c:v>13.497676946309173</c:v>
                </c:pt>
                <c:pt idx="12">
                  <c:v>13.466076691933401</c:v>
                </c:pt>
                <c:pt idx="13">
                  <c:v>16.087202212771022</c:v>
                </c:pt>
                <c:pt idx="14">
                  <c:v>17.986292798259722</c:v>
                </c:pt>
                <c:pt idx="15">
                  <c:v>19.779303844285575</c:v>
                </c:pt>
                <c:pt idx="16">
                  <c:v>21.30768575651328</c:v>
                </c:pt>
                <c:pt idx="17">
                  <c:v>22.627312216304688</c:v>
                </c:pt>
                <c:pt idx="18">
                  <c:v>24.144798683978607</c:v>
                </c:pt>
                <c:pt idx="19">
                  <c:v>26.436687725366848</c:v>
                </c:pt>
                <c:pt idx="20">
                  <c:v>28.712245350686789</c:v>
                </c:pt>
                <c:pt idx="21">
                  <c:v>31.01538200134792</c:v>
                </c:pt>
                <c:pt idx="22">
                  <c:v>33.388539865625113</c:v>
                </c:pt>
                <c:pt idx="23">
                  <c:v>35.337842557879888</c:v>
                </c:pt>
                <c:pt idx="24">
                  <c:v>37.199907474354866</c:v>
                </c:pt>
                <c:pt idx="25">
                  <c:v>38.97959086792838</c:v>
                </c:pt>
                <c:pt idx="26">
                  <c:v>40.785683408158476</c:v>
                </c:pt>
                <c:pt idx="27">
                  <c:v>42.932310623019013</c:v>
                </c:pt>
                <c:pt idx="28">
                  <c:v>44.767070178687156</c:v>
                </c:pt>
                <c:pt idx="29">
                  <c:v>46.188555408868631</c:v>
                </c:pt>
                <c:pt idx="30">
                  <c:v>47.003204676362706</c:v>
                </c:pt>
                <c:pt idx="31">
                  <c:v>48.07192184462879</c:v>
                </c:pt>
                <c:pt idx="32">
                  <c:v>48.93682930369512</c:v>
                </c:pt>
                <c:pt idx="33">
                  <c:v>49.628748200833549</c:v>
                </c:pt>
                <c:pt idx="34">
                  <c:v>50.872270301855451</c:v>
                </c:pt>
                <c:pt idx="35">
                  <c:v>51.282271604068974</c:v>
                </c:pt>
                <c:pt idx="36">
                  <c:v>51.292095693697348</c:v>
                </c:pt>
                <c:pt idx="37">
                  <c:v>51.452841385893699</c:v>
                </c:pt>
                <c:pt idx="38">
                  <c:v>51.923381809904079</c:v>
                </c:pt>
                <c:pt idx="39">
                  <c:v>51.619866021438909</c:v>
                </c:pt>
                <c:pt idx="40">
                  <c:v>52.157052669548811</c:v>
                </c:pt>
                <c:pt idx="41">
                  <c:v>52.948350297150704</c:v>
                </c:pt>
                <c:pt idx="42">
                  <c:v>53.634857720693084</c:v>
                </c:pt>
                <c:pt idx="43">
                  <c:v>54.537717845043119</c:v>
                </c:pt>
                <c:pt idx="44">
                  <c:v>54.339352617385074</c:v>
                </c:pt>
                <c:pt idx="45">
                  <c:v>53.868536450995094</c:v>
                </c:pt>
                <c:pt idx="46">
                  <c:v>53.746768835551727</c:v>
                </c:pt>
                <c:pt idx="47">
                  <c:v>53.759277680165482</c:v>
                </c:pt>
                <c:pt idx="48">
                  <c:v>53.688301145886442</c:v>
                </c:pt>
                <c:pt idx="49">
                  <c:v>55.070161956648811</c:v>
                </c:pt>
                <c:pt idx="50">
                  <c:v>55.408020931004323</c:v>
                </c:pt>
                <c:pt idx="51">
                  <c:v>57.534204353318628</c:v>
                </c:pt>
                <c:pt idx="52">
                  <c:v>58.938915098658974</c:v>
                </c:pt>
                <c:pt idx="53">
                  <c:v>58.624844952088409</c:v>
                </c:pt>
                <c:pt idx="54">
                  <c:v>59.035973483805378</c:v>
                </c:pt>
                <c:pt idx="55">
                  <c:v>58.829113350789228</c:v>
                </c:pt>
                <c:pt idx="56">
                  <c:v>58.28060838109522</c:v>
                </c:pt>
                <c:pt idx="57">
                  <c:v>57.987244523430384</c:v>
                </c:pt>
                <c:pt idx="58">
                  <c:v>57.341399574651007</c:v>
                </c:pt>
                <c:pt idx="59">
                  <c:v>56.74521006033175</c:v>
                </c:pt>
                <c:pt idx="60">
                  <c:v>56.286715842756877</c:v>
                </c:pt>
                <c:pt idx="61">
                  <c:v>55.426170390237786</c:v>
                </c:pt>
                <c:pt idx="62">
                  <c:v>54.395340501904109</c:v>
                </c:pt>
                <c:pt idx="63">
                  <c:v>53.28212239462372</c:v>
                </c:pt>
                <c:pt idx="64">
                  <c:v>51.983471623095092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44-45D7-9585-BF0D3A93BA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37584576"/>
        <c:axId val="1845380464"/>
      </c:lineChart>
      <c:catAx>
        <c:axId val="1837584576"/>
        <c:scaling>
          <c:orientation val="minMax"/>
        </c:scaling>
        <c:delete val="0"/>
        <c:axPos val="b"/>
        <c:numFmt formatCode="[$-409]mmm\-yy;@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845380464"/>
        <c:crosses val="autoZero"/>
        <c:auto val="1"/>
        <c:lblAlgn val="ctr"/>
        <c:lblOffset val="100"/>
        <c:tickLblSkip val="10"/>
        <c:noMultiLvlLbl val="0"/>
      </c:catAx>
      <c:valAx>
        <c:axId val="1845380464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837584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97678758363297E-2"/>
          <c:y val="0"/>
          <c:w val="0.92963597469391468"/>
          <c:h val="0.9280714874772648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Change in share (p.p.)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FE-421A-B282-74B7E9CBADB6}"/>
              </c:ext>
            </c:extLst>
          </c:dPt>
          <c:dPt>
            <c:idx val="6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FE-421A-B282-74B7E9CBADB6}"/>
              </c:ext>
            </c:extLst>
          </c:dPt>
          <c:cat>
            <c:strRef>
              <c:f>Planilha1!$A$2:$A$8</c:f>
              <c:strCache>
                <c:ptCount val="7"/>
                <c:pt idx="0">
                  <c:v>Insurers</c:v>
                </c:pt>
                <c:pt idx="1">
                  <c:v>Other holders</c:v>
                </c:pt>
                <c:pt idx="2">
                  <c:v>Households</c:v>
                </c:pt>
                <c:pt idx="3">
                  <c:v>Overseas</c:v>
                </c:pt>
                <c:pt idx="4">
                  <c:v>Public pensions</c:v>
                </c:pt>
                <c:pt idx="5">
                  <c:v>Banks</c:v>
                </c:pt>
                <c:pt idx="6">
                  <c:v>Bank of Japan</c:v>
                </c:pt>
              </c:strCache>
            </c:strRef>
          </c:cat>
          <c:val>
            <c:numRef>
              <c:f>Planilha1!$B$2:$B$8</c:f>
              <c:numCache>
                <c:formatCode>General</c:formatCode>
                <c:ptCount val="7"/>
                <c:pt idx="0">
                  <c:v>-2.4</c:v>
                </c:pt>
                <c:pt idx="1">
                  <c:v>0.8</c:v>
                </c:pt>
                <c:pt idx="2">
                  <c:v>0.8</c:v>
                </c:pt>
                <c:pt idx="3">
                  <c:v>1.5</c:v>
                </c:pt>
                <c:pt idx="4">
                  <c:v>1.7</c:v>
                </c:pt>
                <c:pt idx="5">
                  <c:v>2.9</c:v>
                </c:pt>
                <c:pt idx="6">
                  <c:v>-5.3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FE-421A-B282-74B7E9CBA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31563711"/>
        <c:axId val="1300667407"/>
      </c:barChart>
      <c:catAx>
        <c:axId val="1731563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US"/>
          </a:p>
        </c:txPr>
        <c:crossAx val="1300667407"/>
        <c:crossesAt val="0"/>
        <c:auto val="1"/>
        <c:lblAlgn val="ctr"/>
        <c:lblOffset val="100"/>
        <c:noMultiLvlLbl val="0"/>
      </c:catAx>
      <c:valAx>
        <c:axId val="1300667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US"/>
          </a:p>
        </c:txPr>
        <c:crossAx val="1731563711"/>
        <c:crossesAt val="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Interest</c:v>
          </c:tx>
          <c:spPr>
            <a:solidFill>
              <a:srgbClr val="9E293A"/>
            </a:solidFill>
            <a:ln w="0">
              <a:solidFill>
                <a:srgbClr val="9E293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8.5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C6A-4B46-BADC-A231BC6E7D1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9.7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C6A-4B46-BADC-A231BC6E7D1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10.5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C6A-4B46-BADC-A231BC6E7D1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13.0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C6A-4B46-BADC-A231BC6E7D1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8.5</c:v>
                </c:pt>
                <c:pt idx="1">
                  <c:v>9.6999999999999993</c:v>
                </c:pt>
                <c:pt idx="2">
                  <c:v>10.523</c:v>
                </c:pt>
                <c:pt idx="3">
                  <c:v>13.037100000000001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E293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C6A-4B46-BADC-A231BC6E7D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>
            <a:solidFill>
              <a:srgbClr val="333333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5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solidFill>
              <a:schemeClr val="tx1"/>
            </a:solidFill>
            <a:prstDash val="solid"/>
          </a:ln>
        </c:spPr>
        <c:crossAx val="48650112"/>
        <c:crosses val="autoZero"/>
        <c:crossBetween val="between"/>
        <c:majorUnit val="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>
      <a:noFill/>
    </a:ln>
  </c:spPr>
  <c:txPr>
    <a:bodyPr/>
    <a:lstStyle/>
    <a:p>
      <a:pPr>
        <a:defRPr sz="900">
          <a:latin typeface="Montserrat" panose="00000500000000000000" pitchFamily="2" charset="0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Increase</c:v>
          </c:tx>
          <c:spPr>
            <a:solidFill>
              <a:srgbClr val="9E293A"/>
            </a:solidFill>
            <a:ln w="0">
              <a:solidFill>
                <a:srgbClr val="9E293A"/>
              </a:solidFill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7A9-46B5-9117-320808134D12}"/>
              </c:ext>
            </c:extLst>
          </c:dPt>
          <c:dPt>
            <c:idx val="1"/>
            <c:invertIfNegative val="0"/>
            <c:bubble3D val="0"/>
            <c:spPr>
              <a:solidFill>
                <a:srgbClr val="B59A67"/>
              </a:solidFill>
              <a:ln w="0">
                <a:solidFill>
                  <a:srgbClr val="B59A6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B7A9-46B5-9117-320808134D12}"/>
              </c:ext>
            </c:extLst>
          </c:dPt>
          <c:dPt>
            <c:idx val="2"/>
            <c:invertIfNegative val="0"/>
            <c:bubble3D val="0"/>
            <c:spPr>
              <a:solidFill>
                <a:srgbClr val="26394D"/>
              </a:solidFill>
              <a:ln w="0">
                <a:solidFill>
                  <a:srgbClr val="26394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B7A9-46B5-9117-320808134D12}"/>
              </c:ext>
            </c:extLst>
          </c:dPt>
          <c:dPt>
            <c:idx val="3"/>
            <c:invertIfNegative val="0"/>
            <c:bubble3D val="0"/>
            <c:spPr>
              <a:solidFill>
                <a:srgbClr val="D98A91"/>
              </a:solidFill>
              <a:ln w="0">
                <a:solidFill>
                  <a:srgbClr val="D98A9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B7A9-46B5-9117-320808134D12}"/>
              </c:ext>
            </c:extLst>
          </c:dPt>
          <c:dPt>
            <c:idx val="4"/>
            <c:invertIfNegative val="0"/>
            <c:bubble3D val="0"/>
            <c:spPr>
              <a:solidFill>
                <a:srgbClr val="AAAAAA"/>
              </a:solidFill>
              <a:ln w="0">
                <a:solidFill>
                  <a:srgbClr val="AAAAA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8-B7A9-46B5-9117-320808134D1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7A9-46B5-9117-320808134D1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2.0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7A9-46B5-9117-320808134D1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1.3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7A9-46B5-9117-320808134D1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7A9-46B5-9117-320808134D1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0.5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B7A9-46B5-9117-320808134D1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Interest</c:v>
                </c:pt>
                <c:pt idx="1">
                  <c:v>Local grants</c:v>
                </c:pt>
                <c:pt idx="2">
                  <c:v>Other primary</c:v>
                </c:pt>
                <c:pt idx="3">
                  <c:v>Social security</c:v>
                </c:pt>
                <c:pt idx="4">
                  <c:v>Other debt service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2.5142000000000002</c:v>
                </c:pt>
                <c:pt idx="1">
                  <c:v>2.0049999999999999</c:v>
                </c:pt>
                <c:pt idx="2">
                  <c:v>1.2865</c:v>
                </c:pt>
                <c:pt idx="3">
                  <c:v>0.7621</c:v>
                </c:pt>
                <c:pt idx="4">
                  <c:v>0.54369999999999996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E293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B7A9-46B5-9117-320808134D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solidFill>
              <a:schemeClr val="tx1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>
      <a:noFill/>
    </a:ln>
  </c:spPr>
  <c:txPr>
    <a:bodyPr/>
    <a:lstStyle/>
    <a:p>
      <a:pPr>
        <a:defRPr sz="900">
          <a:latin typeface="Montserrat" panose="00000500000000000000" pitchFamily="2" charset="0"/>
        </a:defRPr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Exports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Planilha1!$A$2:$A$442</c:f>
              <c:strCache>
                <c:ptCount val="441"/>
                <c:pt idx="0">
                  <c:v>1989-12</c:v>
                </c:pt>
                <c:pt idx="1">
                  <c:v>1990-01</c:v>
                </c:pt>
                <c:pt idx="2">
                  <c:v>1990-02</c:v>
                </c:pt>
                <c:pt idx="3">
                  <c:v>1990-03</c:v>
                </c:pt>
                <c:pt idx="4">
                  <c:v>1990-04</c:v>
                </c:pt>
                <c:pt idx="5">
                  <c:v>1990-05</c:v>
                </c:pt>
                <c:pt idx="6">
                  <c:v>1990-06</c:v>
                </c:pt>
                <c:pt idx="7">
                  <c:v>1990-07</c:v>
                </c:pt>
                <c:pt idx="8">
                  <c:v>1990-08</c:v>
                </c:pt>
                <c:pt idx="9">
                  <c:v>1990-09</c:v>
                </c:pt>
                <c:pt idx="10">
                  <c:v>1990-10</c:v>
                </c:pt>
                <c:pt idx="11">
                  <c:v>1990-11</c:v>
                </c:pt>
                <c:pt idx="12">
                  <c:v>1990-12</c:v>
                </c:pt>
                <c:pt idx="13">
                  <c:v>1991-01</c:v>
                </c:pt>
                <c:pt idx="14">
                  <c:v>1991-02</c:v>
                </c:pt>
                <c:pt idx="15">
                  <c:v>1991-03</c:v>
                </c:pt>
                <c:pt idx="16">
                  <c:v>1991-04</c:v>
                </c:pt>
                <c:pt idx="17">
                  <c:v>1991-05</c:v>
                </c:pt>
                <c:pt idx="18">
                  <c:v>1991-06</c:v>
                </c:pt>
                <c:pt idx="19">
                  <c:v>1991-07</c:v>
                </c:pt>
                <c:pt idx="20">
                  <c:v>1991-08</c:v>
                </c:pt>
                <c:pt idx="21">
                  <c:v>1991-09</c:v>
                </c:pt>
                <c:pt idx="22">
                  <c:v>1991-10</c:v>
                </c:pt>
                <c:pt idx="23">
                  <c:v>1991-11</c:v>
                </c:pt>
                <c:pt idx="24">
                  <c:v>1991-12</c:v>
                </c:pt>
                <c:pt idx="25">
                  <c:v>1992-01</c:v>
                </c:pt>
                <c:pt idx="26">
                  <c:v>1992-02</c:v>
                </c:pt>
                <c:pt idx="27">
                  <c:v>1992-03</c:v>
                </c:pt>
                <c:pt idx="28">
                  <c:v>1992-04</c:v>
                </c:pt>
                <c:pt idx="29">
                  <c:v>1992-05</c:v>
                </c:pt>
                <c:pt idx="30">
                  <c:v>1992-06</c:v>
                </c:pt>
                <c:pt idx="31">
                  <c:v>1992-07</c:v>
                </c:pt>
                <c:pt idx="32">
                  <c:v>1992-08</c:v>
                </c:pt>
                <c:pt idx="33">
                  <c:v>1992-09</c:v>
                </c:pt>
                <c:pt idx="34">
                  <c:v>1992-10</c:v>
                </c:pt>
                <c:pt idx="35">
                  <c:v>1992-11</c:v>
                </c:pt>
                <c:pt idx="36">
                  <c:v>1992-12</c:v>
                </c:pt>
                <c:pt idx="37">
                  <c:v>1993-01</c:v>
                </c:pt>
                <c:pt idx="38">
                  <c:v>1993-02</c:v>
                </c:pt>
                <c:pt idx="39">
                  <c:v>1993-03</c:v>
                </c:pt>
                <c:pt idx="40">
                  <c:v>1993-04</c:v>
                </c:pt>
                <c:pt idx="41">
                  <c:v>1993-05</c:v>
                </c:pt>
                <c:pt idx="42">
                  <c:v>1993-06</c:v>
                </c:pt>
                <c:pt idx="43">
                  <c:v>1993-07</c:v>
                </c:pt>
                <c:pt idx="44">
                  <c:v>1993-08</c:v>
                </c:pt>
                <c:pt idx="45">
                  <c:v>1993-09</c:v>
                </c:pt>
                <c:pt idx="46">
                  <c:v>1993-10</c:v>
                </c:pt>
                <c:pt idx="47">
                  <c:v>1993-11</c:v>
                </c:pt>
                <c:pt idx="48">
                  <c:v>1993-12</c:v>
                </c:pt>
                <c:pt idx="49">
                  <c:v>1994-01</c:v>
                </c:pt>
                <c:pt idx="50">
                  <c:v>1994-02</c:v>
                </c:pt>
                <c:pt idx="51">
                  <c:v>1994-03</c:v>
                </c:pt>
                <c:pt idx="52">
                  <c:v>1994-04</c:v>
                </c:pt>
                <c:pt idx="53">
                  <c:v>1994-05</c:v>
                </c:pt>
                <c:pt idx="54">
                  <c:v>1994-06</c:v>
                </c:pt>
                <c:pt idx="55">
                  <c:v>1994-07</c:v>
                </c:pt>
                <c:pt idx="56">
                  <c:v>1994-08</c:v>
                </c:pt>
                <c:pt idx="57">
                  <c:v>1994-09</c:v>
                </c:pt>
                <c:pt idx="58">
                  <c:v>1994-10</c:v>
                </c:pt>
                <c:pt idx="59">
                  <c:v>1994-11</c:v>
                </c:pt>
                <c:pt idx="60">
                  <c:v>1994-12</c:v>
                </c:pt>
                <c:pt idx="61">
                  <c:v>1995-01</c:v>
                </c:pt>
                <c:pt idx="62">
                  <c:v>1995-02</c:v>
                </c:pt>
                <c:pt idx="63">
                  <c:v>1995-03</c:v>
                </c:pt>
                <c:pt idx="64">
                  <c:v>1995-04</c:v>
                </c:pt>
                <c:pt idx="65">
                  <c:v>1995-05</c:v>
                </c:pt>
                <c:pt idx="66">
                  <c:v>1995-06</c:v>
                </c:pt>
                <c:pt idx="67">
                  <c:v>1995-07</c:v>
                </c:pt>
                <c:pt idx="68">
                  <c:v>1995-08</c:v>
                </c:pt>
                <c:pt idx="69">
                  <c:v>1995-09</c:v>
                </c:pt>
                <c:pt idx="70">
                  <c:v>1995-10</c:v>
                </c:pt>
                <c:pt idx="71">
                  <c:v>1995-11</c:v>
                </c:pt>
                <c:pt idx="72">
                  <c:v>1995-12</c:v>
                </c:pt>
                <c:pt idx="73">
                  <c:v>1996-01</c:v>
                </c:pt>
                <c:pt idx="74">
                  <c:v>1996-02</c:v>
                </c:pt>
                <c:pt idx="75">
                  <c:v>1996-03</c:v>
                </c:pt>
                <c:pt idx="76">
                  <c:v>1996-04</c:v>
                </c:pt>
                <c:pt idx="77">
                  <c:v>1996-05</c:v>
                </c:pt>
                <c:pt idx="78">
                  <c:v>1996-06</c:v>
                </c:pt>
                <c:pt idx="79">
                  <c:v>1996-07</c:v>
                </c:pt>
                <c:pt idx="80">
                  <c:v>1996-08</c:v>
                </c:pt>
                <c:pt idx="81">
                  <c:v>1996-09</c:v>
                </c:pt>
                <c:pt idx="82">
                  <c:v>1996-10</c:v>
                </c:pt>
                <c:pt idx="83">
                  <c:v>1996-11</c:v>
                </c:pt>
                <c:pt idx="84">
                  <c:v>1996-12</c:v>
                </c:pt>
                <c:pt idx="85">
                  <c:v>1997-01</c:v>
                </c:pt>
                <c:pt idx="86">
                  <c:v>1997-02</c:v>
                </c:pt>
                <c:pt idx="87">
                  <c:v>1997-03</c:v>
                </c:pt>
                <c:pt idx="88">
                  <c:v>1997-04</c:v>
                </c:pt>
                <c:pt idx="89">
                  <c:v>1997-05</c:v>
                </c:pt>
                <c:pt idx="90">
                  <c:v>1997-06</c:v>
                </c:pt>
                <c:pt idx="91">
                  <c:v>1997-07</c:v>
                </c:pt>
                <c:pt idx="92">
                  <c:v>1997-08</c:v>
                </c:pt>
                <c:pt idx="93">
                  <c:v>1997-09</c:v>
                </c:pt>
                <c:pt idx="94">
                  <c:v>1997-10</c:v>
                </c:pt>
                <c:pt idx="95">
                  <c:v>1997-11</c:v>
                </c:pt>
                <c:pt idx="96">
                  <c:v>1997-12</c:v>
                </c:pt>
                <c:pt idx="97">
                  <c:v>1998-01</c:v>
                </c:pt>
                <c:pt idx="98">
                  <c:v>1998-02</c:v>
                </c:pt>
                <c:pt idx="99">
                  <c:v>1998-03</c:v>
                </c:pt>
                <c:pt idx="100">
                  <c:v>1998-04</c:v>
                </c:pt>
                <c:pt idx="101">
                  <c:v>1998-05</c:v>
                </c:pt>
                <c:pt idx="102">
                  <c:v>1998-06</c:v>
                </c:pt>
                <c:pt idx="103">
                  <c:v>1998-07</c:v>
                </c:pt>
                <c:pt idx="104">
                  <c:v>1998-08</c:v>
                </c:pt>
                <c:pt idx="105">
                  <c:v>1998-09</c:v>
                </c:pt>
                <c:pt idx="106">
                  <c:v>1998-10</c:v>
                </c:pt>
                <c:pt idx="107">
                  <c:v>1998-11</c:v>
                </c:pt>
                <c:pt idx="108">
                  <c:v>1998-12</c:v>
                </c:pt>
                <c:pt idx="109">
                  <c:v>1999-01</c:v>
                </c:pt>
                <c:pt idx="110">
                  <c:v>1999-02</c:v>
                </c:pt>
                <c:pt idx="111">
                  <c:v>1999-03</c:v>
                </c:pt>
                <c:pt idx="112">
                  <c:v>1999-04</c:v>
                </c:pt>
                <c:pt idx="113">
                  <c:v>1999-05</c:v>
                </c:pt>
                <c:pt idx="114">
                  <c:v>1999-06</c:v>
                </c:pt>
                <c:pt idx="115">
                  <c:v>1999-07</c:v>
                </c:pt>
                <c:pt idx="116">
                  <c:v>1999-08</c:v>
                </c:pt>
                <c:pt idx="117">
                  <c:v>1999-09</c:v>
                </c:pt>
                <c:pt idx="118">
                  <c:v>1999-10</c:v>
                </c:pt>
                <c:pt idx="119">
                  <c:v>1999-11</c:v>
                </c:pt>
                <c:pt idx="120">
                  <c:v>1999-12</c:v>
                </c:pt>
                <c:pt idx="121">
                  <c:v>2000-01</c:v>
                </c:pt>
                <c:pt idx="122">
                  <c:v>2000-02</c:v>
                </c:pt>
                <c:pt idx="123">
                  <c:v>2000-03</c:v>
                </c:pt>
                <c:pt idx="124">
                  <c:v>2000-04</c:v>
                </c:pt>
                <c:pt idx="125">
                  <c:v>2000-05</c:v>
                </c:pt>
                <c:pt idx="126">
                  <c:v>2000-06</c:v>
                </c:pt>
                <c:pt idx="127">
                  <c:v>2000-07</c:v>
                </c:pt>
                <c:pt idx="128">
                  <c:v>2000-08</c:v>
                </c:pt>
                <c:pt idx="129">
                  <c:v>2000-09</c:v>
                </c:pt>
                <c:pt idx="130">
                  <c:v>2000-10</c:v>
                </c:pt>
                <c:pt idx="131">
                  <c:v>2000-11</c:v>
                </c:pt>
                <c:pt idx="132">
                  <c:v>2000-12</c:v>
                </c:pt>
                <c:pt idx="133">
                  <c:v>2001-01</c:v>
                </c:pt>
                <c:pt idx="134">
                  <c:v>2001-02</c:v>
                </c:pt>
                <c:pt idx="135">
                  <c:v>2001-03</c:v>
                </c:pt>
                <c:pt idx="136">
                  <c:v>2001-04</c:v>
                </c:pt>
                <c:pt idx="137">
                  <c:v>2001-05</c:v>
                </c:pt>
                <c:pt idx="138">
                  <c:v>2001-06</c:v>
                </c:pt>
                <c:pt idx="139">
                  <c:v>2001-07</c:v>
                </c:pt>
                <c:pt idx="140">
                  <c:v>2001-08</c:v>
                </c:pt>
                <c:pt idx="141">
                  <c:v>2001-09</c:v>
                </c:pt>
                <c:pt idx="142">
                  <c:v>2001-10</c:v>
                </c:pt>
                <c:pt idx="143">
                  <c:v>2001-11</c:v>
                </c:pt>
                <c:pt idx="144">
                  <c:v>2001-12</c:v>
                </c:pt>
                <c:pt idx="145">
                  <c:v>2002-01</c:v>
                </c:pt>
                <c:pt idx="146">
                  <c:v>2002-02</c:v>
                </c:pt>
                <c:pt idx="147">
                  <c:v>2002-03</c:v>
                </c:pt>
                <c:pt idx="148">
                  <c:v>2002-04</c:v>
                </c:pt>
                <c:pt idx="149">
                  <c:v>2002-05</c:v>
                </c:pt>
                <c:pt idx="150">
                  <c:v>2002-06</c:v>
                </c:pt>
                <c:pt idx="151">
                  <c:v>2002-07</c:v>
                </c:pt>
                <c:pt idx="152">
                  <c:v>2002-08</c:v>
                </c:pt>
                <c:pt idx="153">
                  <c:v>2002-09</c:v>
                </c:pt>
                <c:pt idx="154">
                  <c:v>2002-10</c:v>
                </c:pt>
                <c:pt idx="155">
                  <c:v>2002-11</c:v>
                </c:pt>
                <c:pt idx="156">
                  <c:v>2002-12</c:v>
                </c:pt>
                <c:pt idx="157">
                  <c:v>2003-01</c:v>
                </c:pt>
                <c:pt idx="158">
                  <c:v>2003-02</c:v>
                </c:pt>
                <c:pt idx="159">
                  <c:v>2003-03</c:v>
                </c:pt>
                <c:pt idx="160">
                  <c:v>2003-04</c:v>
                </c:pt>
                <c:pt idx="161">
                  <c:v>2003-05</c:v>
                </c:pt>
                <c:pt idx="162">
                  <c:v>2003-06</c:v>
                </c:pt>
                <c:pt idx="163">
                  <c:v>2003-07</c:v>
                </c:pt>
                <c:pt idx="164">
                  <c:v>2003-08</c:v>
                </c:pt>
                <c:pt idx="165">
                  <c:v>2003-09</c:v>
                </c:pt>
                <c:pt idx="166">
                  <c:v>2003-10</c:v>
                </c:pt>
                <c:pt idx="167">
                  <c:v>2003-11</c:v>
                </c:pt>
                <c:pt idx="168">
                  <c:v>2003-12</c:v>
                </c:pt>
                <c:pt idx="169">
                  <c:v>2004-01</c:v>
                </c:pt>
                <c:pt idx="170">
                  <c:v>2004-02</c:v>
                </c:pt>
                <c:pt idx="171">
                  <c:v>2004-03</c:v>
                </c:pt>
                <c:pt idx="172">
                  <c:v>2004-04</c:v>
                </c:pt>
                <c:pt idx="173">
                  <c:v>2004-05</c:v>
                </c:pt>
                <c:pt idx="174">
                  <c:v>2004-06</c:v>
                </c:pt>
                <c:pt idx="175">
                  <c:v>2004-07</c:v>
                </c:pt>
                <c:pt idx="176">
                  <c:v>2004-08</c:v>
                </c:pt>
                <c:pt idx="177">
                  <c:v>2004-09</c:v>
                </c:pt>
                <c:pt idx="178">
                  <c:v>2004-10</c:v>
                </c:pt>
                <c:pt idx="179">
                  <c:v>2004-11</c:v>
                </c:pt>
                <c:pt idx="180">
                  <c:v>2004-12</c:v>
                </c:pt>
                <c:pt idx="181">
                  <c:v>2005-01</c:v>
                </c:pt>
                <c:pt idx="182">
                  <c:v>2005-02</c:v>
                </c:pt>
                <c:pt idx="183">
                  <c:v>2005-03</c:v>
                </c:pt>
                <c:pt idx="184">
                  <c:v>2005-04</c:v>
                </c:pt>
                <c:pt idx="185">
                  <c:v>2005-05</c:v>
                </c:pt>
                <c:pt idx="186">
                  <c:v>2005-06</c:v>
                </c:pt>
                <c:pt idx="187">
                  <c:v>2005-07</c:v>
                </c:pt>
                <c:pt idx="188">
                  <c:v>2005-08</c:v>
                </c:pt>
                <c:pt idx="189">
                  <c:v>2005-09</c:v>
                </c:pt>
                <c:pt idx="190">
                  <c:v>2005-10</c:v>
                </c:pt>
                <c:pt idx="191">
                  <c:v>2005-11</c:v>
                </c:pt>
                <c:pt idx="192">
                  <c:v>2005-12</c:v>
                </c:pt>
                <c:pt idx="193">
                  <c:v>2006-01</c:v>
                </c:pt>
                <c:pt idx="194">
                  <c:v>2006-02</c:v>
                </c:pt>
                <c:pt idx="195">
                  <c:v>2006-03</c:v>
                </c:pt>
                <c:pt idx="196">
                  <c:v>2006-04</c:v>
                </c:pt>
                <c:pt idx="197">
                  <c:v>2006-05</c:v>
                </c:pt>
                <c:pt idx="198">
                  <c:v>2006-06</c:v>
                </c:pt>
                <c:pt idx="199">
                  <c:v>2006-07</c:v>
                </c:pt>
                <c:pt idx="200">
                  <c:v>2006-08</c:v>
                </c:pt>
                <c:pt idx="201">
                  <c:v>2006-09</c:v>
                </c:pt>
                <c:pt idx="202">
                  <c:v>2006-10</c:v>
                </c:pt>
                <c:pt idx="203">
                  <c:v>2006-11</c:v>
                </c:pt>
                <c:pt idx="204">
                  <c:v>2006-12</c:v>
                </c:pt>
                <c:pt idx="205">
                  <c:v>2007-01</c:v>
                </c:pt>
                <c:pt idx="206">
                  <c:v>2007-02</c:v>
                </c:pt>
                <c:pt idx="207">
                  <c:v>2007-03</c:v>
                </c:pt>
                <c:pt idx="208">
                  <c:v>2007-04</c:v>
                </c:pt>
                <c:pt idx="209">
                  <c:v>2007-05</c:v>
                </c:pt>
                <c:pt idx="210">
                  <c:v>2007-06</c:v>
                </c:pt>
                <c:pt idx="211">
                  <c:v>2007-07</c:v>
                </c:pt>
                <c:pt idx="212">
                  <c:v>2007-08</c:v>
                </c:pt>
                <c:pt idx="213">
                  <c:v>2007-09</c:v>
                </c:pt>
                <c:pt idx="214">
                  <c:v>2007-10</c:v>
                </c:pt>
                <c:pt idx="215">
                  <c:v>2007-11</c:v>
                </c:pt>
                <c:pt idx="216">
                  <c:v>2007-12</c:v>
                </c:pt>
                <c:pt idx="217">
                  <c:v>2008-01</c:v>
                </c:pt>
                <c:pt idx="218">
                  <c:v>2008-02</c:v>
                </c:pt>
                <c:pt idx="219">
                  <c:v>2008-03</c:v>
                </c:pt>
                <c:pt idx="220">
                  <c:v>2008-04</c:v>
                </c:pt>
                <c:pt idx="221">
                  <c:v>2008-05</c:v>
                </c:pt>
                <c:pt idx="222">
                  <c:v>2008-06</c:v>
                </c:pt>
                <c:pt idx="223">
                  <c:v>2008-07</c:v>
                </c:pt>
                <c:pt idx="224">
                  <c:v>2008-08</c:v>
                </c:pt>
                <c:pt idx="225">
                  <c:v>2008-09</c:v>
                </c:pt>
                <c:pt idx="226">
                  <c:v>2008-10</c:v>
                </c:pt>
                <c:pt idx="227">
                  <c:v>2008-11</c:v>
                </c:pt>
                <c:pt idx="228">
                  <c:v>2008-12</c:v>
                </c:pt>
                <c:pt idx="229">
                  <c:v>2009-01</c:v>
                </c:pt>
                <c:pt idx="230">
                  <c:v>2009-02</c:v>
                </c:pt>
                <c:pt idx="231">
                  <c:v>2009-03</c:v>
                </c:pt>
                <c:pt idx="232">
                  <c:v>2009-04</c:v>
                </c:pt>
                <c:pt idx="233">
                  <c:v>2009-05</c:v>
                </c:pt>
                <c:pt idx="234">
                  <c:v>2009-06</c:v>
                </c:pt>
                <c:pt idx="235">
                  <c:v>2009-07</c:v>
                </c:pt>
                <c:pt idx="236">
                  <c:v>2009-08</c:v>
                </c:pt>
                <c:pt idx="237">
                  <c:v>2009-09</c:v>
                </c:pt>
                <c:pt idx="238">
                  <c:v>2009-10</c:v>
                </c:pt>
                <c:pt idx="239">
                  <c:v>2009-11</c:v>
                </c:pt>
                <c:pt idx="240">
                  <c:v>2009-12</c:v>
                </c:pt>
                <c:pt idx="241">
                  <c:v>2010-01</c:v>
                </c:pt>
                <c:pt idx="242">
                  <c:v>2010-02</c:v>
                </c:pt>
                <c:pt idx="243">
                  <c:v>2010-03</c:v>
                </c:pt>
                <c:pt idx="244">
                  <c:v>2010-04</c:v>
                </c:pt>
                <c:pt idx="245">
                  <c:v>2010-05</c:v>
                </c:pt>
                <c:pt idx="246">
                  <c:v>2010-06</c:v>
                </c:pt>
                <c:pt idx="247">
                  <c:v>2010-07</c:v>
                </c:pt>
                <c:pt idx="248">
                  <c:v>2010-08</c:v>
                </c:pt>
                <c:pt idx="249">
                  <c:v>2010-09</c:v>
                </c:pt>
                <c:pt idx="250">
                  <c:v>2010-10</c:v>
                </c:pt>
                <c:pt idx="251">
                  <c:v>2010-11</c:v>
                </c:pt>
                <c:pt idx="252">
                  <c:v>2010-12</c:v>
                </c:pt>
                <c:pt idx="253">
                  <c:v>2011-01</c:v>
                </c:pt>
                <c:pt idx="254">
                  <c:v>2011-02</c:v>
                </c:pt>
                <c:pt idx="255">
                  <c:v>2011-03</c:v>
                </c:pt>
                <c:pt idx="256">
                  <c:v>2011-04</c:v>
                </c:pt>
                <c:pt idx="257">
                  <c:v>2011-05</c:v>
                </c:pt>
                <c:pt idx="258">
                  <c:v>2011-06</c:v>
                </c:pt>
                <c:pt idx="259">
                  <c:v>2011-07</c:v>
                </c:pt>
                <c:pt idx="260">
                  <c:v>2011-08</c:v>
                </c:pt>
                <c:pt idx="261">
                  <c:v>2011-09</c:v>
                </c:pt>
                <c:pt idx="262">
                  <c:v>2011-10</c:v>
                </c:pt>
                <c:pt idx="263">
                  <c:v>2011-11</c:v>
                </c:pt>
                <c:pt idx="264">
                  <c:v>2011-12</c:v>
                </c:pt>
                <c:pt idx="265">
                  <c:v>2012-01</c:v>
                </c:pt>
                <c:pt idx="266">
                  <c:v>2012-02</c:v>
                </c:pt>
                <c:pt idx="267">
                  <c:v>2012-03</c:v>
                </c:pt>
                <c:pt idx="268">
                  <c:v>2012-04</c:v>
                </c:pt>
                <c:pt idx="269">
                  <c:v>2012-05</c:v>
                </c:pt>
                <c:pt idx="270">
                  <c:v>2012-06</c:v>
                </c:pt>
                <c:pt idx="271">
                  <c:v>2012-07</c:v>
                </c:pt>
                <c:pt idx="272">
                  <c:v>2012-08</c:v>
                </c:pt>
                <c:pt idx="273">
                  <c:v>2012-09</c:v>
                </c:pt>
                <c:pt idx="274">
                  <c:v>2012-10</c:v>
                </c:pt>
                <c:pt idx="275">
                  <c:v>2012-11</c:v>
                </c:pt>
                <c:pt idx="276">
                  <c:v>2012-12</c:v>
                </c:pt>
                <c:pt idx="277">
                  <c:v>2013-01</c:v>
                </c:pt>
                <c:pt idx="278">
                  <c:v>2013-02</c:v>
                </c:pt>
                <c:pt idx="279">
                  <c:v>2013-03</c:v>
                </c:pt>
                <c:pt idx="280">
                  <c:v>2013-04</c:v>
                </c:pt>
                <c:pt idx="281">
                  <c:v>2013-05</c:v>
                </c:pt>
                <c:pt idx="282">
                  <c:v>2013-06</c:v>
                </c:pt>
                <c:pt idx="283">
                  <c:v>2013-07</c:v>
                </c:pt>
                <c:pt idx="284">
                  <c:v>2013-08</c:v>
                </c:pt>
                <c:pt idx="285">
                  <c:v>2013-09</c:v>
                </c:pt>
                <c:pt idx="286">
                  <c:v>2013-10</c:v>
                </c:pt>
                <c:pt idx="287">
                  <c:v>2013-11</c:v>
                </c:pt>
                <c:pt idx="288">
                  <c:v>2013-12</c:v>
                </c:pt>
                <c:pt idx="289">
                  <c:v>2014-01</c:v>
                </c:pt>
                <c:pt idx="290">
                  <c:v>2014-02</c:v>
                </c:pt>
                <c:pt idx="291">
                  <c:v>2014-03</c:v>
                </c:pt>
                <c:pt idx="292">
                  <c:v>2014-04</c:v>
                </c:pt>
                <c:pt idx="293">
                  <c:v>2014-05</c:v>
                </c:pt>
                <c:pt idx="294">
                  <c:v>2014-06</c:v>
                </c:pt>
                <c:pt idx="295">
                  <c:v>2014-07</c:v>
                </c:pt>
                <c:pt idx="296">
                  <c:v>2014-08</c:v>
                </c:pt>
                <c:pt idx="297">
                  <c:v>2014-09</c:v>
                </c:pt>
                <c:pt idx="298">
                  <c:v>2014-10</c:v>
                </c:pt>
                <c:pt idx="299">
                  <c:v>2014-11</c:v>
                </c:pt>
                <c:pt idx="300">
                  <c:v>2014-12</c:v>
                </c:pt>
                <c:pt idx="301">
                  <c:v>2015-01</c:v>
                </c:pt>
                <c:pt idx="302">
                  <c:v>2015-02</c:v>
                </c:pt>
                <c:pt idx="303">
                  <c:v>2015-03</c:v>
                </c:pt>
                <c:pt idx="304">
                  <c:v>2015-04</c:v>
                </c:pt>
                <c:pt idx="305">
                  <c:v>2015-05</c:v>
                </c:pt>
                <c:pt idx="306">
                  <c:v>2015-06</c:v>
                </c:pt>
                <c:pt idx="307">
                  <c:v>2015-07</c:v>
                </c:pt>
                <c:pt idx="308">
                  <c:v>2015-08</c:v>
                </c:pt>
                <c:pt idx="309">
                  <c:v>2015-09</c:v>
                </c:pt>
                <c:pt idx="310">
                  <c:v>2015-10</c:v>
                </c:pt>
                <c:pt idx="311">
                  <c:v>2015-11</c:v>
                </c:pt>
                <c:pt idx="312">
                  <c:v>2015-12</c:v>
                </c:pt>
                <c:pt idx="313">
                  <c:v>2016-01</c:v>
                </c:pt>
                <c:pt idx="314">
                  <c:v>2016-02</c:v>
                </c:pt>
                <c:pt idx="315">
                  <c:v>2016-03</c:v>
                </c:pt>
                <c:pt idx="316">
                  <c:v>2016-04</c:v>
                </c:pt>
                <c:pt idx="317">
                  <c:v>2016-05</c:v>
                </c:pt>
                <c:pt idx="318">
                  <c:v>2016-06</c:v>
                </c:pt>
                <c:pt idx="319">
                  <c:v>2016-07</c:v>
                </c:pt>
                <c:pt idx="320">
                  <c:v>2016-08</c:v>
                </c:pt>
                <c:pt idx="321">
                  <c:v>2016-09</c:v>
                </c:pt>
                <c:pt idx="322">
                  <c:v>2016-10</c:v>
                </c:pt>
                <c:pt idx="323">
                  <c:v>2016-11</c:v>
                </c:pt>
                <c:pt idx="324">
                  <c:v>2016-12</c:v>
                </c:pt>
                <c:pt idx="325">
                  <c:v>2017-01</c:v>
                </c:pt>
                <c:pt idx="326">
                  <c:v>2017-02</c:v>
                </c:pt>
                <c:pt idx="327">
                  <c:v>2017-03</c:v>
                </c:pt>
                <c:pt idx="328">
                  <c:v>2017-04</c:v>
                </c:pt>
                <c:pt idx="329">
                  <c:v>2017-05</c:v>
                </c:pt>
                <c:pt idx="330">
                  <c:v>2017-06</c:v>
                </c:pt>
                <c:pt idx="331">
                  <c:v>2017-07</c:v>
                </c:pt>
                <c:pt idx="332">
                  <c:v>2017-08</c:v>
                </c:pt>
                <c:pt idx="333">
                  <c:v>2017-09</c:v>
                </c:pt>
                <c:pt idx="334">
                  <c:v>2017-10</c:v>
                </c:pt>
                <c:pt idx="335">
                  <c:v>2017-11</c:v>
                </c:pt>
                <c:pt idx="336">
                  <c:v>2017-12</c:v>
                </c:pt>
                <c:pt idx="337">
                  <c:v>2018-01</c:v>
                </c:pt>
                <c:pt idx="338">
                  <c:v>2018-02</c:v>
                </c:pt>
                <c:pt idx="339">
                  <c:v>2018-03</c:v>
                </c:pt>
                <c:pt idx="340">
                  <c:v>2018-04</c:v>
                </c:pt>
                <c:pt idx="341">
                  <c:v>2018-05</c:v>
                </c:pt>
                <c:pt idx="342">
                  <c:v>2018-06</c:v>
                </c:pt>
                <c:pt idx="343">
                  <c:v>2018-07</c:v>
                </c:pt>
                <c:pt idx="344">
                  <c:v>2018-08</c:v>
                </c:pt>
                <c:pt idx="345">
                  <c:v>2018-09</c:v>
                </c:pt>
                <c:pt idx="346">
                  <c:v>2018-10</c:v>
                </c:pt>
                <c:pt idx="347">
                  <c:v>2018-11</c:v>
                </c:pt>
                <c:pt idx="348">
                  <c:v>2018-12</c:v>
                </c:pt>
                <c:pt idx="349">
                  <c:v>2019-01</c:v>
                </c:pt>
                <c:pt idx="350">
                  <c:v>2019-02</c:v>
                </c:pt>
                <c:pt idx="351">
                  <c:v>2019-03</c:v>
                </c:pt>
                <c:pt idx="352">
                  <c:v>2019-04</c:v>
                </c:pt>
                <c:pt idx="353">
                  <c:v>2019-05</c:v>
                </c:pt>
                <c:pt idx="354">
                  <c:v>2019-06</c:v>
                </c:pt>
                <c:pt idx="355">
                  <c:v>2019-07</c:v>
                </c:pt>
                <c:pt idx="356">
                  <c:v>2019-08</c:v>
                </c:pt>
                <c:pt idx="357">
                  <c:v>2019-09</c:v>
                </c:pt>
                <c:pt idx="358">
                  <c:v>2019-10</c:v>
                </c:pt>
                <c:pt idx="359">
                  <c:v>2019-11</c:v>
                </c:pt>
                <c:pt idx="360">
                  <c:v>2019-12</c:v>
                </c:pt>
                <c:pt idx="361">
                  <c:v>2020-01</c:v>
                </c:pt>
                <c:pt idx="362">
                  <c:v>2020-02</c:v>
                </c:pt>
                <c:pt idx="363">
                  <c:v>2020-03</c:v>
                </c:pt>
                <c:pt idx="364">
                  <c:v>2020-04</c:v>
                </c:pt>
                <c:pt idx="365">
                  <c:v>2020-05</c:v>
                </c:pt>
                <c:pt idx="366">
                  <c:v>2020-06</c:v>
                </c:pt>
                <c:pt idx="367">
                  <c:v>2020-07</c:v>
                </c:pt>
                <c:pt idx="368">
                  <c:v>2020-08</c:v>
                </c:pt>
                <c:pt idx="369">
                  <c:v>2020-09</c:v>
                </c:pt>
                <c:pt idx="370">
                  <c:v>2020-10</c:v>
                </c:pt>
                <c:pt idx="371">
                  <c:v>2020-11</c:v>
                </c:pt>
                <c:pt idx="372">
                  <c:v>2020-12</c:v>
                </c:pt>
                <c:pt idx="373">
                  <c:v>2021-01</c:v>
                </c:pt>
                <c:pt idx="374">
                  <c:v>2021-02</c:v>
                </c:pt>
                <c:pt idx="375">
                  <c:v>2021-03</c:v>
                </c:pt>
                <c:pt idx="376">
                  <c:v>2021-04</c:v>
                </c:pt>
                <c:pt idx="377">
                  <c:v>2021-05</c:v>
                </c:pt>
                <c:pt idx="378">
                  <c:v>2021-06</c:v>
                </c:pt>
                <c:pt idx="379">
                  <c:v>2021-07</c:v>
                </c:pt>
                <c:pt idx="380">
                  <c:v>2021-08</c:v>
                </c:pt>
                <c:pt idx="381">
                  <c:v>2021-09</c:v>
                </c:pt>
                <c:pt idx="382">
                  <c:v>2021-10</c:v>
                </c:pt>
                <c:pt idx="383">
                  <c:v>2021-11</c:v>
                </c:pt>
                <c:pt idx="384">
                  <c:v>2021-12</c:v>
                </c:pt>
                <c:pt idx="385">
                  <c:v>2022-01</c:v>
                </c:pt>
                <c:pt idx="386">
                  <c:v>2022-02</c:v>
                </c:pt>
                <c:pt idx="387">
                  <c:v>2022-03</c:v>
                </c:pt>
                <c:pt idx="388">
                  <c:v>2022-04</c:v>
                </c:pt>
                <c:pt idx="389">
                  <c:v>2022-05</c:v>
                </c:pt>
                <c:pt idx="390">
                  <c:v>2022-06</c:v>
                </c:pt>
                <c:pt idx="391">
                  <c:v>2022-07</c:v>
                </c:pt>
                <c:pt idx="392">
                  <c:v>2022-08</c:v>
                </c:pt>
                <c:pt idx="393">
                  <c:v>2022-09</c:v>
                </c:pt>
                <c:pt idx="394">
                  <c:v>2022-10</c:v>
                </c:pt>
                <c:pt idx="395">
                  <c:v>2022-11</c:v>
                </c:pt>
                <c:pt idx="396">
                  <c:v>2022-12</c:v>
                </c:pt>
                <c:pt idx="397">
                  <c:v>2023-01</c:v>
                </c:pt>
                <c:pt idx="398">
                  <c:v>2023-02</c:v>
                </c:pt>
                <c:pt idx="399">
                  <c:v>2023-03</c:v>
                </c:pt>
                <c:pt idx="400">
                  <c:v>2023-04</c:v>
                </c:pt>
                <c:pt idx="401">
                  <c:v>2023-05</c:v>
                </c:pt>
                <c:pt idx="402">
                  <c:v>2023-06</c:v>
                </c:pt>
                <c:pt idx="403">
                  <c:v>2023-07</c:v>
                </c:pt>
                <c:pt idx="404">
                  <c:v>2023-08</c:v>
                </c:pt>
                <c:pt idx="405">
                  <c:v>2023-09</c:v>
                </c:pt>
                <c:pt idx="406">
                  <c:v>2023-10</c:v>
                </c:pt>
                <c:pt idx="407">
                  <c:v>2023-11</c:v>
                </c:pt>
                <c:pt idx="408">
                  <c:v>2023-12</c:v>
                </c:pt>
                <c:pt idx="409">
                  <c:v>2024-01</c:v>
                </c:pt>
                <c:pt idx="410">
                  <c:v>2024-02</c:v>
                </c:pt>
                <c:pt idx="411">
                  <c:v>2024-03</c:v>
                </c:pt>
                <c:pt idx="412">
                  <c:v>2024-04</c:v>
                </c:pt>
                <c:pt idx="413">
                  <c:v>2024-05</c:v>
                </c:pt>
                <c:pt idx="414">
                  <c:v>2024-06</c:v>
                </c:pt>
                <c:pt idx="415">
                  <c:v>2024-07</c:v>
                </c:pt>
                <c:pt idx="416">
                  <c:v>2024-08</c:v>
                </c:pt>
                <c:pt idx="417">
                  <c:v>2024-09</c:v>
                </c:pt>
                <c:pt idx="418">
                  <c:v>2024-10</c:v>
                </c:pt>
                <c:pt idx="419">
                  <c:v>2024-11</c:v>
                </c:pt>
                <c:pt idx="420">
                  <c:v>2024-12</c:v>
                </c:pt>
                <c:pt idx="421">
                  <c:v>2025-01</c:v>
                </c:pt>
                <c:pt idx="422">
                  <c:v>2025-02</c:v>
                </c:pt>
                <c:pt idx="423">
                  <c:v>2025-03</c:v>
                </c:pt>
                <c:pt idx="424">
                  <c:v>2025-04</c:v>
                </c:pt>
                <c:pt idx="425">
                  <c:v>2025-05</c:v>
                </c:pt>
                <c:pt idx="426">
                  <c:v>2025-06</c:v>
                </c:pt>
                <c:pt idx="427">
                  <c:v>2025-07</c:v>
                </c:pt>
                <c:pt idx="428">
                  <c:v>2025-08</c:v>
                </c:pt>
                <c:pt idx="429">
                  <c:v>2025-09</c:v>
                </c:pt>
                <c:pt idx="430">
                  <c:v>2025-10</c:v>
                </c:pt>
                <c:pt idx="431">
                  <c:v>2025-11</c:v>
                </c:pt>
                <c:pt idx="432">
                  <c:v>2025-12</c:v>
                </c:pt>
                <c:pt idx="433">
                  <c:v>2026-01</c:v>
                </c:pt>
                <c:pt idx="434">
                  <c:v>2026-02</c:v>
                </c:pt>
                <c:pt idx="435">
                  <c:v>2026-03</c:v>
                </c:pt>
                <c:pt idx="436">
                  <c:v>2026-04</c:v>
                </c:pt>
                <c:pt idx="437">
                  <c:v>2026-05</c:v>
                </c:pt>
                <c:pt idx="438">
                  <c:v>2026-06</c:v>
                </c:pt>
                <c:pt idx="439">
                  <c:v>2026-07</c:v>
                </c:pt>
                <c:pt idx="440">
                  <c:v>2026-08</c:v>
                </c:pt>
              </c:strCache>
            </c:strRef>
          </c:cat>
          <c:val>
            <c:numRef>
              <c:f>Planilha1!$B$2:$B$442</c:f>
              <c:numCache>
                <c:formatCode>#,##0.0</c:formatCode>
                <c:ptCount val="441"/>
                <c:pt idx="0">
                  <c:v>273.89999999999998</c:v>
                </c:pt>
                <c:pt idx="1">
                  <c:v>273.3</c:v>
                </c:pt>
                <c:pt idx="2">
                  <c:v>272.7</c:v>
                </c:pt>
                <c:pt idx="3">
                  <c:v>272</c:v>
                </c:pt>
                <c:pt idx="4">
                  <c:v>270.5</c:v>
                </c:pt>
                <c:pt idx="5">
                  <c:v>271.39999999999998</c:v>
                </c:pt>
                <c:pt idx="6">
                  <c:v>272.39999999999998</c:v>
                </c:pt>
                <c:pt idx="7">
                  <c:v>273.10000000000002</c:v>
                </c:pt>
                <c:pt idx="8">
                  <c:v>274.10000000000002</c:v>
                </c:pt>
                <c:pt idx="9">
                  <c:v>276.39999999999998</c:v>
                </c:pt>
                <c:pt idx="10">
                  <c:v>280.89999999999998</c:v>
                </c:pt>
                <c:pt idx="11">
                  <c:v>284.5</c:v>
                </c:pt>
                <c:pt idx="12">
                  <c:v>287.5</c:v>
                </c:pt>
                <c:pt idx="13">
                  <c:v>291</c:v>
                </c:pt>
                <c:pt idx="14">
                  <c:v>294.2</c:v>
                </c:pt>
                <c:pt idx="15">
                  <c:v>297.7</c:v>
                </c:pt>
                <c:pt idx="16">
                  <c:v>300.2</c:v>
                </c:pt>
                <c:pt idx="17">
                  <c:v>302.60000000000002</c:v>
                </c:pt>
                <c:pt idx="18">
                  <c:v>304.3</c:v>
                </c:pt>
                <c:pt idx="19">
                  <c:v>306.8</c:v>
                </c:pt>
                <c:pt idx="20">
                  <c:v>309</c:v>
                </c:pt>
                <c:pt idx="21">
                  <c:v>310.39999999999998</c:v>
                </c:pt>
                <c:pt idx="22">
                  <c:v>311.5</c:v>
                </c:pt>
                <c:pt idx="23">
                  <c:v>313.2</c:v>
                </c:pt>
                <c:pt idx="24">
                  <c:v>315.2</c:v>
                </c:pt>
                <c:pt idx="25">
                  <c:v>317.2</c:v>
                </c:pt>
                <c:pt idx="26">
                  <c:v>319.8</c:v>
                </c:pt>
                <c:pt idx="27">
                  <c:v>320.89999999999998</c:v>
                </c:pt>
                <c:pt idx="28">
                  <c:v>323.8</c:v>
                </c:pt>
                <c:pt idx="29">
                  <c:v>325.2</c:v>
                </c:pt>
                <c:pt idx="30">
                  <c:v>328.3</c:v>
                </c:pt>
                <c:pt idx="31">
                  <c:v>330.9</c:v>
                </c:pt>
                <c:pt idx="32">
                  <c:v>332.4</c:v>
                </c:pt>
                <c:pt idx="33">
                  <c:v>336.4</c:v>
                </c:pt>
                <c:pt idx="34">
                  <c:v>338.8</c:v>
                </c:pt>
                <c:pt idx="35">
                  <c:v>338.6</c:v>
                </c:pt>
                <c:pt idx="36">
                  <c:v>339.7</c:v>
                </c:pt>
                <c:pt idx="37">
                  <c:v>339.7</c:v>
                </c:pt>
                <c:pt idx="38">
                  <c:v>340.7</c:v>
                </c:pt>
                <c:pt idx="39">
                  <c:v>345.7</c:v>
                </c:pt>
                <c:pt idx="40">
                  <c:v>350</c:v>
                </c:pt>
                <c:pt idx="41">
                  <c:v>351.3</c:v>
                </c:pt>
                <c:pt idx="42">
                  <c:v>353.5</c:v>
                </c:pt>
                <c:pt idx="43">
                  <c:v>356.5</c:v>
                </c:pt>
                <c:pt idx="44">
                  <c:v>358.4</c:v>
                </c:pt>
                <c:pt idx="45">
                  <c:v>359.3</c:v>
                </c:pt>
                <c:pt idx="46">
                  <c:v>359.3</c:v>
                </c:pt>
                <c:pt idx="47">
                  <c:v>360.7</c:v>
                </c:pt>
                <c:pt idx="48">
                  <c:v>362.1</c:v>
                </c:pt>
                <c:pt idx="49">
                  <c:v>364.1</c:v>
                </c:pt>
                <c:pt idx="50">
                  <c:v>365.8</c:v>
                </c:pt>
                <c:pt idx="51">
                  <c:v>367.4</c:v>
                </c:pt>
                <c:pt idx="52">
                  <c:v>369.2</c:v>
                </c:pt>
                <c:pt idx="53">
                  <c:v>370.1</c:v>
                </c:pt>
                <c:pt idx="54">
                  <c:v>373.8</c:v>
                </c:pt>
                <c:pt idx="55">
                  <c:v>376.3</c:v>
                </c:pt>
                <c:pt idx="56">
                  <c:v>379.2</c:v>
                </c:pt>
                <c:pt idx="57">
                  <c:v>382.6</c:v>
                </c:pt>
                <c:pt idx="58">
                  <c:v>386.4</c:v>
                </c:pt>
                <c:pt idx="59">
                  <c:v>392.2</c:v>
                </c:pt>
                <c:pt idx="60">
                  <c:v>397.3</c:v>
                </c:pt>
                <c:pt idx="61">
                  <c:v>398.5</c:v>
                </c:pt>
                <c:pt idx="62">
                  <c:v>403.7</c:v>
                </c:pt>
                <c:pt idx="63">
                  <c:v>411.5</c:v>
                </c:pt>
                <c:pt idx="64">
                  <c:v>419.7</c:v>
                </c:pt>
                <c:pt idx="65">
                  <c:v>426.8</c:v>
                </c:pt>
                <c:pt idx="66">
                  <c:v>432.8</c:v>
                </c:pt>
                <c:pt idx="67">
                  <c:v>435.2</c:v>
                </c:pt>
                <c:pt idx="68">
                  <c:v>437.8</c:v>
                </c:pt>
                <c:pt idx="69">
                  <c:v>439.4</c:v>
                </c:pt>
                <c:pt idx="70">
                  <c:v>439.9</c:v>
                </c:pt>
                <c:pt idx="71">
                  <c:v>441</c:v>
                </c:pt>
                <c:pt idx="72">
                  <c:v>442.9</c:v>
                </c:pt>
                <c:pt idx="73">
                  <c:v>444.3</c:v>
                </c:pt>
                <c:pt idx="74">
                  <c:v>443</c:v>
                </c:pt>
                <c:pt idx="75">
                  <c:v>437.5</c:v>
                </c:pt>
                <c:pt idx="76">
                  <c:v>430</c:v>
                </c:pt>
                <c:pt idx="77">
                  <c:v>427</c:v>
                </c:pt>
                <c:pt idx="78">
                  <c:v>420.3</c:v>
                </c:pt>
                <c:pt idx="79">
                  <c:v>418.1</c:v>
                </c:pt>
                <c:pt idx="80">
                  <c:v>416.4</c:v>
                </c:pt>
                <c:pt idx="81">
                  <c:v>413.7</c:v>
                </c:pt>
                <c:pt idx="82">
                  <c:v>413.6</c:v>
                </c:pt>
                <c:pt idx="83">
                  <c:v>413.6</c:v>
                </c:pt>
                <c:pt idx="84">
                  <c:v>410.8</c:v>
                </c:pt>
                <c:pt idx="85">
                  <c:v>412.2</c:v>
                </c:pt>
                <c:pt idx="86">
                  <c:v>410.4</c:v>
                </c:pt>
                <c:pt idx="87">
                  <c:v>408.6</c:v>
                </c:pt>
                <c:pt idx="88">
                  <c:v>409.8</c:v>
                </c:pt>
                <c:pt idx="89">
                  <c:v>412.2</c:v>
                </c:pt>
                <c:pt idx="90">
                  <c:v>414.6</c:v>
                </c:pt>
                <c:pt idx="91">
                  <c:v>416.7</c:v>
                </c:pt>
                <c:pt idx="92">
                  <c:v>418.1</c:v>
                </c:pt>
                <c:pt idx="93">
                  <c:v>419.4</c:v>
                </c:pt>
                <c:pt idx="94">
                  <c:v>422.5</c:v>
                </c:pt>
                <c:pt idx="95">
                  <c:v>420.9</c:v>
                </c:pt>
                <c:pt idx="96">
                  <c:v>420.6</c:v>
                </c:pt>
                <c:pt idx="97">
                  <c:v>420.3</c:v>
                </c:pt>
                <c:pt idx="98">
                  <c:v>420.4</c:v>
                </c:pt>
                <c:pt idx="99">
                  <c:v>419</c:v>
                </c:pt>
                <c:pt idx="100">
                  <c:v>416.8</c:v>
                </c:pt>
                <c:pt idx="101">
                  <c:v>412.3</c:v>
                </c:pt>
                <c:pt idx="102">
                  <c:v>407.2</c:v>
                </c:pt>
                <c:pt idx="103">
                  <c:v>402.5</c:v>
                </c:pt>
                <c:pt idx="104">
                  <c:v>396.9</c:v>
                </c:pt>
                <c:pt idx="105">
                  <c:v>394.5</c:v>
                </c:pt>
                <c:pt idx="106">
                  <c:v>392.3</c:v>
                </c:pt>
                <c:pt idx="107">
                  <c:v>389.2</c:v>
                </c:pt>
                <c:pt idx="108">
                  <c:v>388.2</c:v>
                </c:pt>
                <c:pt idx="109">
                  <c:v>388.9</c:v>
                </c:pt>
                <c:pt idx="110">
                  <c:v>387.2</c:v>
                </c:pt>
                <c:pt idx="111">
                  <c:v>387.6</c:v>
                </c:pt>
                <c:pt idx="112">
                  <c:v>388.2</c:v>
                </c:pt>
                <c:pt idx="113">
                  <c:v>387.5</c:v>
                </c:pt>
                <c:pt idx="114">
                  <c:v>390.3</c:v>
                </c:pt>
                <c:pt idx="115">
                  <c:v>393.3</c:v>
                </c:pt>
                <c:pt idx="116">
                  <c:v>398.6</c:v>
                </c:pt>
                <c:pt idx="117">
                  <c:v>404.3</c:v>
                </c:pt>
                <c:pt idx="118">
                  <c:v>407.1</c:v>
                </c:pt>
                <c:pt idx="119">
                  <c:v>413.7</c:v>
                </c:pt>
                <c:pt idx="120">
                  <c:v>420.1</c:v>
                </c:pt>
                <c:pt idx="121">
                  <c:v>423</c:v>
                </c:pt>
                <c:pt idx="122">
                  <c:v>430</c:v>
                </c:pt>
                <c:pt idx="123">
                  <c:v>438.2</c:v>
                </c:pt>
                <c:pt idx="124">
                  <c:v>446.1</c:v>
                </c:pt>
                <c:pt idx="125">
                  <c:v>452.4</c:v>
                </c:pt>
                <c:pt idx="126">
                  <c:v>460.9</c:v>
                </c:pt>
                <c:pt idx="127">
                  <c:v>465.4</c:v>
                </c:pt>
                <c:pt idx="128">
                  <c:v>471.3</c:v>
                </c:pt>
                <c:pt idx="129">
                  <c:v>475.1</c:v>
                </c:pt>
                <c:pt idx="130">
                  <c:v>477.4</c:v>
                </c:pt>
                <c:pt idx="131">
                  <c:v>479.5</c:v>
                </c:pt>
                <c:pt idx="132">
                  <c:v>479.1</c:v>
                </c:pt>
                <c:pt idx="133">
                  <c:v>476.8</c:v>
                </c:pt>
                <c:pt idx="134">
                  <c:v>475.1</c:v>
                </c:pt>
                <c:pt idx="135">
                  <c:v>471.3</c:v>
                </c:pt>
                <c:pt idx="136">
                  <c:v>464.9</c:v>
                </c:pt>
                <c:pt idx="137">
                  <c:v>460.7</c:v>
                </c:pt>
                <c:pt idx="138">
                  <c:v>452.2</c:v>
                </c:pt>
                <c:pt idx="139">
                  <c:v>444.8</c:v>
                </c:pt>
                <c:pt idx="140">
                  <c:v>437.4</c:v>
                </c:pt>
                <c:pt idx="141">
                  <c:v>428.7</c:v>
                </c:pt>
                <c:pt idx="142">
                  <c:v>421</c:v>
                </c:pt>
                <c:pt idx="143">
                  <c:v>413.5</c:v>
                </c:pt>
                <c:pt idx="144">
                  <c:v>403.2</c:v>
                </c:pt>
                <c:pt idx="145">
                  <c:v>399</c:v>
                </c:pt>
                <c:pt idx="146">
                  <c:v>393</c:v>
                </c:pt>
                <c:pt idx="147">
                  <c:v>388.9</c:v>
                </c:pt>
                <c:pt idx="148">
                  <c:v>387.6</c:v>
                </c:pt>
                <c:pt idx="149">
                  <c:v>389.1</c:v>
                </c:pt>
                <c:pt idx="150">
                  <c:v>391.2</c:v>
                </c:pt>
                <c:pt idx="151">
                  <c:v>396.1</c:v>
                </c:pt>
                <c:pt idx="152">
                  <c:v>398.7</c:v>
                </c:pt>
                <c:pt idx="153">
                  <c:v>400.4</c:v>
                </c:pt>
                <c:pt idx="154">
                  <c:v>404.4</c:v>
                </c:pt>
                <c:pt idx="155">
                  <c:v>410.7</c:v>
                </c:pt>
                <c:pt idx="156">
                  <c:v>417.2</c:v>
                </c:pt>
                <c:pt idx="157">
                  <c:v>422.7</c:v>
                </c:pt>
                <c:pt idx="158">
                  <c:v>428.8</c:v>
                </c:pt>
                <c:pt idx="159">
                  <c:v>432.9</c:v>
                </c:pt>
                <c:pt idx="160">
                  <c:v>437.7</c:v>
                </c:pt>
                <c:pt idx="161">
                  <c:v>441.5</c:v>
                </c:pt>
                <c:pt idx="162">
                  <c:v>443</c:v>
                </c:pt>
                <c:pt idx="163">
                  <c:v>444.8</c:v>
                </c:pt>
                <c:pt idx="164">
                  <c:v>447.1</c:v>
                </c:pt>
                <c:pt idx="165">
                  <c:v>452.7</c:v>
                </c:pt>
                <c:pt idx="166">
                  <c:v>459.9</c:v>
                </c:pt>
                <c:pt idx="167">
                  <c:v>463.4</c:v>
                </c:pt>
                <c:pt idx="168">
                  <c:v>471.9</c:v>
                </c:pt>
                <c:pt idx="169">
                  <c:v>479.8</c:v>
                </c:pt>
                <c:pt idx="170">
                  <c:v>488.3</c:v>
                </c:pt>
                <c:pt idx="171">
                  <c:v>497.9</c:v>
                </c:pt>
                <c:pt idx="172">
                  <c:v>506.9</c:v>
                </c:pt>
                <c:pt idx="173">
                  <c:v>512.4</c:v>
                </c:pt>
                <c:pt idx="174">
                  <c:v>523.29999999999995</c:v>
                </c:pt>
                <c:pt idx="175">
                  <c:v>532.70000000000005</c:v>
                </c:pt>
                <c:pt idx="176">
                  <c:v>539.6</c:v>
                </c:pt>
                <c:pt idx="177">
                  <c:v>546.79999999999995</c:v>
                </c:pt>
                <c:pt idx="178">
                  <c:v>552.29999999999995</c:v>
                </c:pt>
                <c:pt idx="179">
                  <c:v>559.9</c:v>
                </c:pt>
                <c:pt idx="180">
                  <c:v>565.79999999999995</c:v>
                </c:pt>
                <c:pt idx="181">
                  <c:v>568.29999999999995</c:v>
                </c:pt>
                <c:pt idx="182">
                  <c:v>569.79999999999995</c:v>
                </c:pt>
                <c:pt idx="183">
                  <c:v>574.5</c:v>
                </c:pt>
                <c:pt idx="184">
                  <c:v>578.4</c:v>
                </c:pt>
                <c:pt idx="185">
                  <c:v>581.29999999999995</c:v>
                </c:pt>
                <c:pt idx="186">
                  <c:v>583.29999999999995</c:v>
                </c:pt>
                <c:pt idx="187">
                  <c:v>584.29999999999995</c:v>
                </c:pt>
                <c:pt idx="188">
                  <c:v>588.1</c:v>
                </c:pt>
                <c:pt idx="189">
                  <c:v>591.9</c:v>
                </c:pt>
                <c:pt idx="190">
                  <c:v>593</c:v>
                </c:pt>
                <c:pt idx="191">
                  <c:v>593.70000000000005</c:v>
                </c:pt>
                <c:pt idx="192">
                  <c:v>595.29999999999995</c:v>
                </c:pt>
                <c:pt idx="193">
                  <c:v>595.9</c:v>
                </c:pt>
                <c:pt idx="194">
                  <c:v>599.4</c:v>
                </c:pt>
                <c:pt idx="195">
                  <c:v>602.6</c:v>
                </c:pt>
                <c:pt idx="196">
                  <c:v>603.6</c:v>
                </c:pt>
                <c:pt idx="197">
                  <c:v>609.6</c:v>
                </c:pt>
                <c:pt idx="198">
                  <c:v>614</c:v>
                </c:pt>
                <c:pt idx="199">
                  <c:v>619.1</c:v>
                </c:pt>
                <c:pt idx="200">
                  <c:v>624.9</c:v>
                </c:pt>
                <c:pt idx="201">
                  <c:v>629.9</c:v>
                </c:pt>
                <c:pt idx="202">
                  <c:v>634</c:v>
                </c:pt>
                <c:pt idx="203">
                  <c:v>640.6</c:v>
                </c:pt>
                <c:pt idx="204">
                  <c:v>646.4</c:v>
                </c:pt>
                <c:pt idx="205">
                  <c:v>652.5</c:v>
                </c:pt>
                <c:pt idx="206">
                  <c:v>656.1</c:v>
                </c:pt>
                <c:pt idx="207">
                  <c:v>662.1</c:v>
                </c:pt>
                <c:pt idx="208">
                  <c:v>665.5</c:v>
                </c:pt>
                <c:pt idx="209">
                  <c:v>668.9</c:v>
                </c:pt>
                <c:pt idx="210">
                  <c:v>673.6</c:v>
                </c:pt>
                <c:pt idx="211">
                  <c:v>677.1</c:v>
                </c:pt>
                <c:pt idx="212">
                  <c:v>684.4</c:v>
                </c:pt>
                <c:pt idx="213">
                  <c:v>689.2</c:v>
                </c:pt>
                <c:pt idx="214">
                  <c:v>698.4</c:v>
                </c:pt>
                <c:pt idx="215">
                  <c:v>707.3</c:v>
                </c:pt>
                <c:pt idx="216">
                  <c:v>714.1</c:v>
                </c:pt>
                <c:pt idx="217">
                  <c:v>724.1</c:v>
                </c:pt>
                <c:pt idx="218">
                  <c:v>736</c:v>
                </c:pt>
                <c:pt idx="219">
                  <c:v>748.2</c:v>
                </c:pt>
                <c:pt idx="220">
                  <c:v>759.5</c:v>
                </c:pt>
                <c:pt idx="221">
                  <c:v>770.4</c:v>
                </c:pt>
                <c:pt idx="222">
                  <c:v>777.9</c:v>
                </c:pt>
                <c:pt idx="223">
                  <c:v>791.1</c:v>
                </c:pt>
                <c:pt idx="224">
                  <c:v>795.3</c:v>
                </c:pt>
                <c:pt idx="225">
                  <c:v>801.3</c:v>
                </c:pt>
                <c:pt idx="226">
                  <c:v>805.7</c:v>
                </c:pt>
                <c:pt idx="227">
                  <c:v>795.1</c:v>
                </c:pt>
                <c:pt idx="228">
                  <c:v>782</c:v>
                </c:pt>
                <c:pt idx="229">
                  <c:v>761.1</c:v>
                </c:pt>
                <c:pt idx="230">
                  <c:v>733.9</c:v>
                </c:pt>
                <c:pt idx="231">
                  <c:v>700.5</c:v>
                </c:pt>
                <c:pt idx="232">
                  <c:v>675.8</c:v>
                </c:pt>
                <c:pt idx="233">
                  <c:v>652.1</c:v>
                </c:pt>
                <c:pt idx="234">
                  <c:v>632.79999999999995</c:v>
                </c:pt>
                <c:pt idx="235">
                  <c:v>612.79999999999995</c:v>
                </c:pt>
                <c:pt idx="236">
                  <c:v>595.79999999999995</c:v>
                </c:pt>
                <c:pt idx="237">
                  <c:v>582.70000000000005</c:v>
                </c:pt>
                <c:pt idx="238">
                  <c:v>572.29999999999995</c:v>
                </c:pt>
                <c:pt idx="239">
                  <c:v>573.29999999999995</c:v>
                </c:pt>
                <c:pt idx="240">
                  <c:v>580.5</c:v>
                </c:pt>
                <c:pt idx="241">
                  <c:v>595.70000000000005</c:v>
                </c:pt>
                <c:pt idx="242">
                  <c:v>614.6</c:v>
                </c:pt>
                <c:pt idx="243">
                  <c:v>638</c:v>
                </c:pt>
                <c:pt idx="244">
                  <c:v>658.6</c:v>
                </c:pt>
                <c:pt idx="245">
                  <c:v>674.7</c:v>
                </c:pt>
                <c:pt idx="246">
                  <c:v>691.8</c:v>
                </c:pt>
                <c:pt idx="247">
                  <c:v>708.8</c:v>
                </c:pt>
                <c:pt idx="248">
                  <c:v>722.3</c:v>
                </c:pt>
                <c:pt idx="249">
                  <c:v>735.6</c:v>
                </c:pt>
                <c:pt idx="250">
                  <c:v>746.9</c:v>
                </c:pt>
                <c:pt idx="251">
                  <c:v>756.9</c:v>
                </c:pt>
                <c:pt idx="252">
                  <c:v>770.1</c:v>
                </c:pt>
                <c:pt idx="253">
                  <c:v>776.4</c:v>
                </c:pt>
                <c:pt idx="254">
                  <c:v>787.3</c:v>
                </c:pt>
                <c:pt idx="255">
                  <c:v>792.9</c:v>
                </c:pt>
                <c:pt idx="256">
                  <c:v>791.8</c:v>
                </c:pt>
                <c:pt idx="257">
                  <c:v>792.8</c:v>
                </c:pt>
                <c:pt idx="258">
                  <c:v>800</c:v>
                </c:pt>
                <c:pt idx="259">
                  <c:v>804.6</c:v>
                </c:pt>
                <c:pt idx="260">
                  <c:v>813.1</c:v>
                </c:pt>
                <c:pt idx="261">
                  <c:v>821.7</c:v>
                </c:pt>
                <c:pt idx="262">
                  <c:v>823.5</c:v>
                </c:pt>
                <c:pt idx="263">
                  <c:v>824.6</c:v>
                </c:pt>
                <c:pt idx="264">
                  <c:v>823.6</c:v>
                </c:pt>
                <c:pt idx="265">
                  <c:v>822.1</c:v>
                </c:pt>
                <c:pt idx="266">
                  <c:v>823.7</c:v>
                </c:pt>
                <c:pt idx="267">
                  <c:v>827.2</c:v>
                </c:pt>
                <c:pt idx="268">
                  <c:v>833.7</c:v>
                </c:pt>
                <c:pt idx="269">
                  <c:v>840.7</c:v>
                </c:pt>
                <c:pt idx="270">
                  <c:v>840.1</c:v>
                </c:pt>
                <c:pt idx="271">
                  <c:v>834.4</c:v>
                </c:pt>
                <c:pt idx="272">
                  <c:v>828.9</c:v>
                </c:pt>
                <c:pt idx="273">
                  <c:v>819.7</c:v>
                </c:pt>
                <c:pt idx="274">
                  <c:v>813</c:v>
                </c:pt>
                <c:pt idx="275">
                  <c:v>807.5</c:v>
                </c:pt>
                <c:pt idx="276">
                  <c:v>798.4</c:v>
                </c:pt>
                <c:pt idx="277">
                  <c:v>793.7</c:v>
                </c:pt>
                <c:pt idx="278">
                  <c:v>781.1</c:v>
                </c:pt>
                <c:pt idx="279">
                  <c:v>772.1</c:v>
                </c:pt>
                <c:pt idx="280">
                  <c:v>762.7</c:v>
                </c:pt>
                <c:pt idx="281">
                  <c:v>754.1</c:v>
                </c:pt>
                <c:pt idx="282">
                  <c:v>745.2</c:v>
                </c:pt>
                <c:pt idx="283">
                  <c:v>737.7</c:v>
                </c:pt>
                <c:pt idx="284">
                  <c:v>732.7</c:v>
                </c:pt>
                <c:pt idx="285">
                  <c:v>724.3</c:v>
                </c:pt>
                <c:pt idx="286">
                  <c:v>721.6</c:v>
                </c:pt>
                <c:pt idx="287">
                  <c:v>719.1</c:v>
                </c:pt>
                <c:pt idx="288">
                  <c:v>714.9</c:v>
                </c:pt>
                <c:pt idx="289">
                  <c:v>711.6</c:v>
                </c:pt>
                <c:pt idx="290">
                  <c:v>711.6</c:v>
                </c:pt>
                <c:pt idx="291">
                  <c:v>707.8</c:v>
                </c:pt>
                <c:pt idx="292">
                  <c:v>707.9</c:v>
                </c:pt>
                <c:pt idx="293">
                  <c:v>705.9</c:v>
                </c:pt>
                <c:pt idx="294">
                  <c:v>701.8</c:v>
                </c:pt>
                <c:pt idx="295">
                  <c:v>702.8</c:v>
                </c:pt>
                <c:pt idx="296">
                  <c:v>699.1</c:v>
                </c:pt>
                <c:pt idx="297">
                  <c:v>698.4</c:v>
                </c:pt>
                <c:pt idx="298">
                  <c:v>697.9</c:v>
                </c:pt>
                <c:pt idx="299">
                  <c:v>692.1</c:v>
                </c:pt>
                <c:pt idx="300">
                  <c:v>690.8</c:v>
                </c:pt>
                <c:pt idx="301">
                  <c:v>692.1</c:v>
                </c:pt>
                <c:pt idx="302">
                  <c:v>685.4</c:v>
                </c:pt>
                <c:pt idx="303">
                  <c:v>680.5</c:v>
                </c:pt>
                <c:pt idx="304">
                  <c:v>676.1</c:v>
                </c:pt>
                <c:pt idx="305">
                  <c:v>668.5</c:v>
                </c:pt>
                <c:pt idx="306">
                  <c:v>662.9</c:v>
                </c:pt>
                <c:pt idx="307">
                  <c:v>656.1</c:v>
                </c:pt>
                <c:pt idx="308">
                  <c:v>648.5</c:v>
                </c:pt>
                <c:pt idx="309">
                  <c:v>642.4</c:v>
                </c:pt>
                <c:pt idx="310">
                  <c:v>635</c:v>
                </c:pt>
                <c:pt idx="311">
                  <c:v>630.6</c:v>
                </c:pt>
                <c:pt idx="312">
                  <c:v>624.9</c:v>
                </c:pt>
                <c:pt idx="313">
                  <c:v>618.20000000000005</c:v>
                </c:pt>
                <c:pt idx="314">
                  <c:v>618</c:v>
                </c:pt>
                <c:pt idx="315">
                  <c:v>617.6</c:v>
                </c:pt>
                <c:pt idx="316">
                  <c:v>616.6</c:v>
                </c:pt>
                <c:pt idx="317">
                  <c:v>615.9</c:v>
                </c:pt>
                <c:pt idx="318">
                  <c:v>620.5</c:v>
                </c:pt>
                <c:pt idx="319">
                  <c:v>621.4</c:v>
                </c:pt>
                <c:pt idx="320">
                  <c:v>626.1</c:v>
                </c:pt>
                <c:pt idx="321">
                  <c:v>631.4</c:v>
                </c:pt>
                <c:pt idx="322">
                  <c:v>633.4</c:v>
                </c:pt>
                <c:pt idx="323">
                  <c:v>639.6</c:v>
                </c:pt>
                <c:pt idx="324">
                  <c:v>645.1</c:v>
                </c:pt>
                <c:pt idx="325">
                  <c:v>647</c:v>
                </c:pt>
                <c:pt idx="326">
                  <c:v>653.4</c:v>
                </c:pt>
                <c:pt idx="327">
                  <c:v>660.3</c:v>
                </c:pt>
                <c:pt idx="328">
                  <c:v>664</c:v>
                </c:pt>
                <c:pt idx="329">
                  <c:v>669.4</c:v>
                </c:pt>
                <c:pt idx="330">
                  <c:v>671.8</c:v>
                </c:pt>
                <c:pt idx="331">
                  <c:v>674.6</c:v>
                </c:pt>
                <c:pt idx="332">
                  <c:v>679.2</c:v>
                </c:pt>
                <c:pt idx="333">
                  <c:v>682</c:v>
                </c:pt>
                <c:pt idx="334">
                  <c:v>684.8</c:v>
                </c:pt>
                <c:pt idx="335">
                  <c:v>691.2</c:v>
                </c:pt>
                <c:pt idx="336">
                  <c:v>698.3</c:v>
                </c:pt>
                <c:pt idx="337">
                  <c:v>706</c:v>
                </c:pt>
                <c:pt idx="338">
                  <c:v>709.7</c:v>
                </c:pt>
                <c:pt idx="339">
                  <c:v>715.3</c:v>
                </c:pt>
                <c:pt idx="340">
                  <c:v>721.1</c:v>
                </c:pt>
                <c:pt idx="341">
                  <c:v>726.7</c:v>
                </c:pt>
                <c:pt idx="342">
                  <c:v>731.2</c:v>
                </c:pt>
                <c:pt idx="343">
                  <c:v>733.9</c:v>
                </c:pt>
                <c:pt idx="344">
                  <c:v>737</c:v>
                </c:pt>
                <c:pt idx="345">
                  <c:v>735.5</c:v>
                </c:pt>
                <c:pt idx="346">
                  <c:v>740.4</c:v>
                </c:pt>
                <c:pt idx="347">
                  <c:v>740.2</c:v>
                </c:pt>
                <c:pt idx="348">
                  <c:v>738.1</c:v>
                </c:pt>
                <c:pt idx="349">
                  <c:v>734.4</c:v>
                </c:pt>
                <c:pt idx="350">
                  <c:v>732.4</c:v>
                </c:pt>
                <c:pt idx="351">
                  <c:v>727.6</c:v>
                </c:pt>
                <c:pt idx="352">
                  <c:v>723.9</c:v>
                </c:pt>
                <c:pt idx="353">
                  <c:v>719.3</c:v>
                </c:pt>
                <c:pt idx="354">
                  <c:v>716.1</c:v>
                </c:pt>
                <c:pt idx="355">
                  <c:v>717</c:v>
                </c:pt>
                <c:pt idx="356">
                  <c:v>714.5</c:v>
                </c:pt>
                <c:pt idx="357">
                  <c:v>713.8</c:v>
                </c:pt>
                <c:pt idx="358">
                  <c:v>710.4</c:v>
                </c:pt>
                <c:pt idx="359">
                  <c:v>707.9</c:v>
                </c:pt>
                <c:pt idx="360">
                  <c:v>705.6</c:v>
                </c:pt>
                <c:pt idx="361">
                  <c:v>704.1</c:v>
                </c:pt>
                <c:pt idx="362">
                  <c:v>703.7</c:v>
                </c:pt>
                <c:pt idx="363">
                  <c:v>698</c:v>
                </c:pt>
                <c:pt idx="364">
                  <c:v>686.6</c:v>
                </c:pt>
                <c:pt idx="365">
                  <c:v>672.6</c:v>
                </c:pt>
                <c:pt idx="366">
                  <c:v>656.8</c:v>
                </c:pt>
                <c:pt idx="367">
                  <c:v>645.79999999999995</c:v>
                </c:pt>
                <c:pt idx="368">
                  <c:v>637.29999999999995</c:v>
                </c:pt>
                <c:pt idx="369">
                  <c:v>635.4</c:v>
                </c:pt>
                <c:pt idx="370">
                  <c:v>637</c:v>
                </c:pt>
                <c:pt idx="371">
                  <c:v>637</c:v>
                </c:pt>
                <c:pt idx="372">
                  <c:v>641.29999999999995</c:v>
                </c:pt>
                <c:pt idx="373">
                  <c:v>647.29999999999995</c:v>
                </c:pt>
                <c:pt idx="374">
                  <c:v>647.1</c:v>
                </c:pt>
                <c:pt idx="375">
                  <c:v>656</c:v>
                </c:pt>
                <c:pt idx="376">
                  <c:v>673.5</c:v>
                </c:pt>
                <c:pt idx="377">
                  <c:v>691.8</c:v>
                </c:pt>
                <c:pt idx="378">
                  <c:v>712.3</c:v>
                </c:pt>
                <c:pt idx="379">
                  <c:v>728.7</c:v>
                </c:pt>
                <c:pt idx="380">
                  <c:v>739.4</c:v>
                </c:pt>
                <c:pt idx="381">
                  <c:v>744.2</c:v>
                </c:pt>
                <c:pt idx="382">
                  <c:v>745.3</c:v>
                </c:pt>
                <c:pt idx="383">
                  <c:v>751.4</c:v>
                </c:pt>
                <c:pt idx="384">
                  <c:v>756</c:v>
                </c:pt>
                <c:pt idx="385">
                  <c:v>755.5</c:v>
                </c:pt>
                <c:pt idx="386">
                  <c:v>760.5</c:v>
                </c:pt>
                <c:pt idx="387">
                  <c:v>764</c:v>
                </c:pt>
                <c:pt idx="388">
                  <c:v>762</c:v>
                </c:pt>
                <c:pt idx="389">
                  <c:v>760.9</c:v>
                </c:pt>
                <c:pt idx="390">
                  <c:v>759.6</c:v>
                </c:pt>
                <c:pt idx="391">
                  <c:v>756.9</c:v>
                </c:pt>
                <c:pt idx="392">
                  <c:v>756.4</c:v>
                </c:pt>
                <c:pt idx="393">
                  <c:v>755.8</c:v>
                </c:pt>
                <c:pt idx="394">
                  <c:v>753.5</c:v>
                </c:pt>
                <c:pt idx="395">
                  <c:v>750.9</c:v>
                </c:pt>
                <c:pt idx="396">
                  <c:v>746.8</c:v>
                </c:pt>
                <c:pt idx="397">
                  <c:v>741.9</c:v>
                </c:pt>
                <c:pt idx="398">
                  <c:v>737.1</c:v>
                </c:pt>
                <c:pt idx="399">
                  <c:v>731.7</c:v>
                </c:pt>
                <c:pt idx="400">
                  <c:v>730</c:v>
                </c:pt>
                <c:pt idx="401">
                  <c:v>726.9</c:v>
                </c:pt>
                <c:pt idx="402">
                  <c:v>724.4</c:v>
                </c:pt>
                <c:pt idx="403">
                  <c:v>722.3</c:v>
                </c:pt>
                <c:pt idx="404">
                  <c:v>717.9</c:v>
                </c:pt>
                <c:pt idx="405">
                  <c:v>718.6</c:v>
                </c:pt>
                <c:pt idx="406">
                  <c:v>718.5</c:v>
                </c:pt>
                <c:pt idx="407">
                  <c:v>715.4</c:v>
                </c:pt>
                <c:pt idx="408">
                  <c:v>717.3</c:v>
                </c:pt>
                <c:pt idx="409">
                  <c:v>717.2</c:v>
                </c:pt>
                <c:pt idx="410">
                  <c:v>714.8</c:v>
                </c:pt>
                <c:pt idx="411">
                  <c:v>712</c:v>
                </c:pt>
                <c:pt idx="412">
                  <c:v>708.2</c:v>
                </c:pt>
                <c:pt idx="413">
                  <c:v>708.1</c:v>
                </c:pt>
                <c:pt idx="414">
                  <c:v>704.6</c:v>
                </c:pt>
                <c:pt idx="415">
                  <c:v>703.8</c:v>
                </c:pt>
                <c:pt idx="416">
                  <c:v>706.2</c:v>
                </c:pt>
                <c:pt idx="417">
                  <c:v>707.2</c:v>
                </c:pt>
                <c:pt idx="418">
                  <c:v>708.9</c:v>
                </c:pt>
                <c:pt idx="419">
                  <c:v>709.6</c:v>
                </c:pt>
                <c:pt idx="420">
                  <c:v>707</c:v>
                </c:pt>
                <c:pt idx="421">
                  <c:v>707.1</c:v>
                </c:pt>
                <c:pt idx="422">
                  <c:v>712.6</c:v>
                </c:pt>
                <c:pt idx="423">
                  <c:v>715.5</c:v>
                </c:pt>
                <c:pt idx="424">
                  <c:v>720.6</c:v>
                </c:pt>
                <c:pt idx="425">
                  <c:v>723.6</c:v>
                </c:pt>
                <c:pt idx="426">
                  <c:v>728.7</c:v>
                </c:pt>
                <c:pt idx="427">
                  <c:v>731.2</c:v>
                </c:pt>
                <c:pt idx="428">
                  <c:v>730.6</c:v>
                </c:pt>
                <c:pt idx="429">
                  <c:v>731</c:v>
                </c:pt>
                <c:pt idx="430">
                  <c:v>732.6</c:v>
                </c:pt>
                <c:pt idx="431">
                  <c:v>735.7</c:v>
                </c:pt>
                <c:pt idx="432">
                  <c:v>738</c:v>
                </c:pt>
                <c:pt idx="433">
                  <c:v>746.4</c:v>
                </c:pt>
                <c:pt idx="434">
                  <c:v>747.4</c:v>
                </c:pt>
                <c:pt idx="435">
                  <c:v>750.5</c:v>
                </c:pt>
                <c:pt idx="436">
                  <c:v>753.1</c:v>
                </c:pt>
                <c:pt idx="437">
                  <c:v>757</c:v>
                </c:pt>
                <c:pt idx="438">
                  <c:v>761.6</c:v>
                </c:pt>
                <c:pt idx="439">
                  <c:v>769</c:v>
                </c:pt>
                <c:pt idx="440">
                  <c:v>775.1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EA-4FB0-9790-C438EA00219C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Imports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Planilha1!$A$2:$A$442</c:f>
              <c:strCache>
                <c:ptCount val="441"/>
                <c:pt idx="0">
                  <c:v>1989-12</c:v>
                </c:pt>
                <c:pt idx="1">
                  <c:v>1990-01</c:v>
                </c:pt>
                <c:pt idx="2">
                  <c:v>1990-02</c:v>
                </c:pt>
                <c:pt idx="3">
                  <c:v>1990-03</c:v>
                </c:pt>
                <c:pt idx="4">
                  <c:v>1990-04</c:v>
                </c:pt>
                <c:pt idx="5">
                  <c:v>1990-05</c:v>
                </c:pt>
                <c:pt idx="6">
                  <c:v>1990-06</c:v>
                </c:pt>
                <c:pt idx="7">
                  <c:v>1990-07</c:v>
                </c:pt>
                <c:pt idx="8">
                  <c:v>1990-08</c:v>
                </c:pt>
                <c:pt idx="9">
                  <c:v>1990-09</c:v>
                </c:pt>
                <c:pt idx="10">
                  <c:v>1990-10</c:v>
                </c:pt>
                <c:pt idx="11">
                  <c:v>1990-11</c:v>
                </c:pt>
                <c:pt idx="12">
                  <c:v>1990-12</c:v>
                </c:pt>
                <c:pt idx="13">
                  <c:v>1991-01</c:v>
                </c:pt>
                <c:pt idx="14">
                  <c:v>1991-02</c:v>
                </c:pt>
                <c:pt idx="15">
                  <c:v>1991-03</c:v>
                </c:pt>
                <c:pt idx="16">
                  <c:v>1991-04</c:v>
                </c:pt>
                <c:pt idx="17">
                  <c:v>1991-05</c:v>
                </c:pt>
                <c:pt idx="18">
                  <c:v>1991-06</c:v>
                </c:pt>
                <c:pt idx="19">
                  <c:v>1991-07</c:v>
                </c:pt>
                <c:pt idx="20">
                  <c:v>1991-08</c:v>
                </c:pt>
                <c:pt idx="21">
                  <c:v>1991-09</c:v>
                </c:pt>
                <c:pt idx="22">
                  <c:v>1991-10</c:v>
                </c:pt>
                <c:pt idx="23">
                  <c:v>1991-11</c:v>
                </c:pt>
                <c:pt idx="24">
                  <c:v>1991-12</c:v>
                </c:pt>
                <c:pt idx="25">
                  <c:v>1992-01</c:v>
                </c:pt>
                <c:pt idx="26">
                  <c:v>1992-02</c:v>
                </c:pt>
                <c:pt idx="27">
                  <c:v>1992-03</c:v>
                </c:pt>
                <c:pt idx="28">
                  <c:v>1992-04</c:v>
                </c:pt>
                <c:pt idx="29">
                  <c:v>1992-05</c:v>
                </c:pt>
                <c:pt idx="30">
                  <c:v>1992-06</c:v>
                </c:pt>
                <c:pt idx="31">
                  <c:v>1992-07</c:v>
                </c:pt>
                <c:pt idx="32">
                  <c:v>1992-08</c:v>
                </c:pt>
                <c:pt idx="33">
                  <c:v>1992-09</c:v>
                </c:pt>
                <c:pt idx="34">
                  <c:v>1992-10</c:v>
                </c:pt>
                <c:pt idx="35">
                  <c:v>1992-11</c:v>
                </c:pt>
                <c:pt idx="36">
                  <c:v>1992-12</c:v>
                </c:pt>
                <c:pt idx="37">
                  <c:v>1993-01</c:v>
                </c:pt>
                <c:pt idx="38">
                  <c:v>1993-02</c:v>
                </c:pt>
                <c:pt idx="39">
                  <c:v>1993-03</c:v>
                </c:pt>
                <c:pt idx="40">
                  <c:v>1993-04</c:v>
                </c:pt>
                <c:pt idx="41">
                  <c:v>1993-05</c:v>
                </c:pt>
                <c:pt idx="42">
                  <c:v>1993-06</c:v>
                </c:pt>
                <c:pt idx="43">
                  <c:v>1993-07</c:v>
                </c:pt>
                <c:pt idx="44">
                  <c:v>1993-08</c:v>
                </c:pt>
                <c:pt idx="45">
                  <c:v>1993-09</c:v>
                </c:pt>
                <c:pt idx="46">
                  <c:v>1993-10</c:v>
                </c:pt>
                <c:pt idx="47">
                  <c:v>1993-11</c:v>
                </c:pt>
                <c:pt idx="48">
                  <c:v>1993-12</c:v>
                </c:pt>
                <c:pt idx="49">
                  <c:v>1994-01</c:v>
                </c:pt>
                <c:pt idx="50">
                  <c:v>1994-02</c:v>
                </c:pt>
                <c:pt idx="51">
                  <c:v>1994-03</c:v>
                </c:pt>
                <c:pt idx="52">
                  <c:v>1994-04</c:v>
                </c:pt>
                <c:pt idx="53">
                  <c:v>1994-05</c:v>
                </c:pt>
                <c:pt idx="54">
                  <c:v>1994-06</c:v>
                </c:pt>
                <c:pt idx="55">
                  <c:v>1994-07</c:v>
                </c:pt>
                <c:pt idx="56">
                  <c:v>1994-08</c:v>
                </c:pt>
                <c:pt idx="57">
                  <c:v>1994-09</c:v>
                </c:pt>
                <c:pt idx="58">
                  <c:v>1994-10</c:v>
                </c:pt>
                <c:pt idx="59">
                  <c:v>1994-11</c:v>
                </c:pt>
                <c:pt idx="60">
                  <c:v>1994-12</c:v>
                </c:pt>
                <c:pt idx="61">
                  <c:v>1995-01</c:v>
                </c:pt>
                <c:pt idx="62">
                  <c:v>1995-02</c:v>
                </c:pt>
                <c:pt idx="63">
                  <c:v>1995-03</c:v>
                </c:pt>
                <c:pt idx="64">
                  <c:v>1995-04</c:v>
                </c:pt>
                <c:pt idx="65">
                  <c:v>1995-05</c:v>
                </c:pt>
                <c:pt idx="66">
                  <c:v>1995-06</c:v>
                </c:pt>
                <c:pt idx="67">
                  <c:v>1995-07</c:v>
                </c:pt>
                <c:pt idx="68">
                  <c:v>1995-08</c:v>
                </c:pt>
                <c:pt idx="69">
                  <c:v>1995-09</c:v>
                </c:pt>
                <c:pt idx="70">
                  <c:v>1995-10</c:v>
                </c:pt>
                <c:pt idx="71">
                  <c:v>1995-11</c:v>
                </c:pt>
                <c:pt idx="72">
                  <c:v>1995-12</c:v>
                </c:pt>
                <c:pt idx="73">
                  <c:v>1996-01</c:v>
                </c:pt>
                <c:pt idx="74">
                  <c:v>1996-02</c:v>
                </c:pt>
                <c:pt idx="75">
                  <c:v>1996-03</c:v>
                </c:pt>
                <c:pt idx="76">
                  <c:v>1996-04</c:v>
                </c:pt>
                <c:pt idx="77">
                  <c:v>1996-05</c:v>
                </c:pt>
                <c:pt idx="78">
                  <c:v>1996-06</c:v>
                </c:pt>
                <c:pt idx="79">
                  <c:v>1996-07</c:v>
                </c:pt>
                <c:pt idx="80">
                  <c:v>1996-08</c:v>
                </c:pt>
                <c:pt idx="81">
                  <c:v>1996-09</c:v>
                </c:pt>
                <c:pt idx="82">
                  <c:v>1996-10</c:v>
                </c:pt>
                <c:pt idx="83">
                  <c:v>1996-11</c:v>
                </c:pt>
                <c:pt idx="84">
                  <c:v>1996-12</c:v>
                </c:pt>
                <c:pt idx="85">
                  <c:v>1997-01</c:v>
                </c:pt>
                <c:pt idx="86">
                  <c:v>1997-02</c:v>
                </c:pt>
                <c:pt idx="87">
                  <c:v>1997-03</c:v>
                </c:pt>
                <c:pt idx="88">
                  <c:v>1997-04</c:v>
                </c:pt>
                <c:pt idx="89">
                  <c:v>1997-05</c:v>
                </c:pt>
                <c:pt idx="90">
                  <c:v>1997-06</c:v>
                </c:pt>
                <c:pt idx="91">
                  <c:v>1997-07</c:v>
                </c:pt>
                <c:pt idx="92">
                  <c:v>1997-08</c:v>
                </c:pt>
                <c:pt idx="93">
                  <c:v>1997-09</c:v>
                </c:pt>
                <c:pt idx="94">
                  <c:v>1997-10</c:v>
                </c:pt>
                <c:pt idx="95">
                  <c:v>1997-11</c:v>
                </c:pt>
                <c:pt idx="96">
                  <c:v>1997-12</c:v>
                </c:pt>
                <c:pt idx="97">
                  <c:v>1998-01</c:v>
                </c:pt>
                <c:pt idx="98">
                  <c:v>1998-02</c:v>
                </c:pt>
                <c:pt idx="99">
                  <c:v>1998-03</c:v>
                </c:pt>
                <c:pt idx="100">
                  <c:v>1998-04</c:v>
                </c:pt>
                <c:pt idx="101">
                  <c:v>1998-05</c:v>
                </c:pt>
                <c:pt idx="102">
                  <c:v>1998-06</c:v>
                </c:pt>
                <c:pt idx="103">
                  <c:v>1998-07</c:v>
                </c:pt>
                <c:pt idx="104">
                  <c:v>1998-08</c:v>
                </c:pt>
                <c:pt idx="105">
                  <c:v>1998-09</c:v>
                </c:pt>
                <c:pt idx="106">
                  <c:v>1998-10</c:v>
                </c:pt>
                <c:pt idx="107">
                  <c:v>1998-11</c:v>
                </c:pt>
                <c:pt idx="108">
                  <c:v>1998-12</c:v>
                </c:pt>
                <c:pt idx="109">
                  <c:v>1999-01</c:v>
                </c:pt>
                <c:pt idx="110">
                  <c:v>1999-02</c:v>
                </c:pt>
                <c:pt idx="111">
                  <c:v>1999-03</c:v>
                </c:pt>
                <c:pt idx="112">
                  <c:v>1999-04</c:v>
                </c:pt>
                <c:pt idx="113">
                  <c:v>1999-05</c:v>
                </c:pt>
                <c:pt idx="114">
                  <c:v>1999-06</c:v>
                </c:pt>
                <c:pt idx="115">
                  <c:v>1999-07</c:v>
                </c:pt>
                <c:pt idx="116">
                  <c:v>1999-08</c:v>
                </c:pt>
                <c:pt idx="117">
                  <c:v>1999-09</c:v>
                </c:pt>
                <c:pt idx="118">
                  <c:v>1999-10</c:v>
                </c:pt>
                <c:pt idx="119">
                  <c:v>1999-11</c:v>
                </c:pt>
                <c:pt idx="120">
                  <c:v>1999-12</c:v>
                </c:pt>
                <c:pt idx="121">
                  <c:v>2000-01</c:v>
                </c:pt>
                <c:pt idx="122">
                  <c:v>2000-02</c:v>
                </c:pt>
                <c:pt idx="123">
                  <c:v>2000-03</c:v>
                </c:pt>
                <c:pt idx="124">
                  <c:v>2000-04</c:v>
                </c:pt>
                <c:pt idx="125">
                  <c:v>2000-05</c:v>
                </c:pt>
                <c:pt idx="126">
                  <c:v>2000-06</c:v>
                </c:pt>
                <c:pt idx="127">
                  <c:v>2000-07</c:v>
                </c:pt>
                <c:pt idx="128">
                  <c:v>2000-08</c:v>
                </c:pt>
                <c:pt idx="129">
                  <c:v>2000-09</c:v>
                </c:pt>
                <c:pt idx="130">
                  <c:v>2000-10</c:v>
                </c:pt>
                <c:pt idx="131">
                  <c:v>2000-11</c:v>
                </c:pt>
                <c:pt idx="132">
                  <c:v>2000-12</c:v>
                </c:pt>
                <c:pt idx="133">
                  <c:v>2001-01</c:v>
                </c:pt>
                <c:pt idx="134">
                  <c:v>2001-02</c:v>
                </c:pt>
                <c:pt idx="135">
                  <c:v>2001-03</c:v>
                </c:pt>
                <c:pt idx="136">
                  <c:v>2001-04</c:v>
                </c:pt>
                <c:pt idx="137">
                  <c:v>2001-05</c:v>
                </c:pt>
                <c:pt idx="138">
                  <c:v>2001-06</c:v>
                </c:pt>
                <c:pt idx="139">
                  <c:v>2001-07</c:v>
                </c:pt>
                <c:pt idx="140">
                  <c:v>2001-08</c:v>
                </c:pt>
                <c:pt idx="141">
                  <c:v>2001-09</c:v>
                </c:pt>
                <c:pt idx="142">
                  <c:v>2001-10</c:v>
                </c:pt>
                <c:pt idx="143">
                  <c:v>2001-11</c:v>
                </c:pt>
                <c:pt idx="144">
                  <c:v>2001-12</c:v>
                </c:pt>
                <c:pt idx="145">
                  <c:v>2002-01</c:v>
                </c:pt>
                <c:pt idx="146">
                  <c:v>2002-02</c:v>
                </c:pt>
                <c:pt idx="147">
                  <c:v>2002-03</c:v>
                </c:pt>
                <c:pt idx="148">
                  <c:v>2002-04</c:v>
                </c:pt>
                <c:pt idx="149">
                  <c:v>2002-05</c:v>
                </c:pt>
                <c:pt idx="150">
                  <c:v>2002-06</c:v>
                </c:pt>
                <c:pt idx="151">
                  <c:v>2002-07</c:v>
                </c:pt>
                <c:pt idx="152">
                  <c:v>2002-08</c:v>
                </c:pt>
                <c:pt idx="153">
                  <c:v>2002-09</c:v>
                </c:pt>
                <c:pt idx="154">
                  <c:v>2002-10</c:v>
                </c:pt>
                <c:pt idx="155">
                  <c:v>2002-11</c:v>
                </c:pt>
                <c:pt idx="156">
                  <c:v>2002-12</c:v>
                </c:pt>
                <c:pt idx="157">
                  <c:v>2003-01</c:v>
                </c:pt>
                <c:pt idx="158">
                  <c:v>2003-02</c:v>
                </c:pt>
                <c:pt idx="159">
                  <c:v>2003-03</c:v>
                </c:pt>
                <c:pt idx="160">
                  <c:v>2003-04</c:v>
                </c:pt>
                <c:pt idx="161">
                  <c:v>2003-05</c:v>
                </c:pt>
                <c:pt idx="162">
                  <c:v>2003-06</c:v>
                </c:pt>
                <c:pt idx="163">
                  <c:v>2003-07</c:v>
                </c:pt>
                <c:pt idx="164">
                  <c:v>2003-08</c:v>
                </c:pt>
                <c:pt idx="165">
                  <c:v>2003-09</c:v>
                </c:pt>
                <c:pt idx="166">
                  <c:v>2003-10</c:v>
                </c:pt>
                <c:pt idx="167">
                  <c:v>2003-11</c:v>
                </c:pt>
                <c:pt idx="168">
                  <c:v>2003-12</c:v>
                </c:pt>
                <c:pt idx="169">
                  <c:v>2004-01</c:v>
                </c:pt>
                <c:pt idx="170">
                  <c:v>2004-02</c:v>
                </c:pt>
                <c:pt idx="171">
                  <c:v>2004-03</c:v>
                </c:pt>
                <c:pt idx="172">
                  <c:v>2004-04</c:v>
                </c:pt>
                <c:pt idx="173">
                  <c:v>2004-05</c:v>
                </c:pt>
                <c:pt idx="174">
                  <c:v>2004-06</c:v>
                </c:pt>
                <c:pt idx="175">
                  <c:v>2004-07</c:v>
                </c:pt>
                <c:pt idx="176">
                  <c:v>2004-08</c:v>
                </c:pt>
                <c:pt idx="177">
                  <c:v>2004-09</c:v>
                </c:pt>
                <c:pt idx="178">
                  <c:v>2004-10</c:v>
                </c:pt>
                <c:pt idx="179">
                  <c:v>2004-11</c:v>
                </c:pt>
                <c:pt idx="180">
                  <c:v>2004-12</c:v>
                </c:pt>
                <c:pt idx="181">
                  <c:v>2005-01</c:v>
                </c:pt>
                <c:pt idx="182">
                  <c:v>2005-02</c:v>
                </c:pt>
                <c:pt idx="183">
                  <c:v>2005-03</c:v>
                </c:pt>
                <c:pt idx="184">
                  <c:v>2005-04</c:v>
                </c:pt>
                <c:pt idx="185">
                  <c:v>2005-05</c:v>
                </c:pt>
                <c:pt idx="186">
                  <c:v>2005-06</c:v>
                </c:pt>
                <c:pt idx="187">
                  <c:v>2005-07</c:v>
                </c:pt>
                <c:pt idx="188">
                  <c:v>2005-08</c:v>
                </c:pt>
                <c:pt idx="189">
                  <c:v>2005-09</c:v>
                </c:pt>
                <c:pt idx="190">
                  <c:v>2005-10</c:v>
                </c:pt>
                <c:pt idx="191">
                  <c:v>2005-11</c:v>
                </c:pt>
                <c:pt idx="192">
                  <c:v>2005-12</c:v>
                </c:pt>
                <c:pt idx="193">
                  <c:v>2006-01</c:v>
                </c:pt>
                <c:pt idx="194">
                  <c:v>2006-02</c:v>
                </c:pt>
                <c:pt idx="195">
                  <c:v>2006-03</c:v>
                </c:pt>
                <c:pt idx="196">
                  <c:v>2006-04</c:v>
                </c:pt>
                <c:pt idx="197">
                  <c:v>2006-05</c:v>
                </c:pt>
                <c:pt idx="198">
                  <c:v>2006-06</c:v>
                </c:pt>
                <c:pt idx="199">
                  <c:v>2006-07</c:v>
                </c:pt>
                <c:pt idx="200">
                  <c:v>2006-08</c:v>
                </c:pt>
                <c:pt idx="201">
                  <c:v>2006-09</c:v>
                </c:pt>
                <c:pt idx="202">
                  <c:v>2006-10</c:v>
                </c:pt>
                <c:pt idx="203">
                  <c:v>2006-11</c:v>
                </c:pt>
                <c:pt idx="204">
                  <c:v>2006-12</c:v>
                </c:pt>
                <c:pt idx="205">
                  <c:v>2007-01</c:v>
                </c:pt>
                <c:pt idx="206">
                  <c:v>2007-02</c:v>
                </c:pt>
                <c:pt idx="207">
                  <c:v>2007-03</c:v>
                </c:pt>
                <c:pt idx="208">
                  <c:v>2007-04</c:v>
                </c:pt>
                <c:pt idx="209">
                  <c:v>2007-05</c:v>
                </c:pt>
                <c:pt idx="210">
                  <c:v>2007-06</c:v>
                </c:pt>
                <c:pt idx="211">
                  <c:v>2007-07</c:v>
                </c:pt>
                <c:pt idx="212">
                  <c:v>2007-08</c:v>
                </c:pt>
                <c:pt idx="213">
                  <c:v>2007-09</c:v>
                </c:pt>
                <c:pt idx="214">
                  <c:v>2007-10</c:v>
                </c:pt>
                <c:pt idx="215">
                  <c:v>2007-11</c:v>
                </c:pt>
                <c:pt idx="216">
                  <c:v>2007-12</c:v>
                </c:pt>
                <c:pt idx="217">
                  <c:v>2008-01</c:v>
                </c:pt>
                <c:pt idx="218">
                  <c:v>2008-02</c:v>
                </c:pt>
                <c:pt idx="219">
                  <c:v>2008-03</c:v>
                </c:pt>
                <c:pt idx="220">
                  <c:v>2008-04</c:v>
                </c:pt>
                <c:pt idx="221">
                  <c:v>2008-05</c:v>
                </c:pt>
                <c:pt idx="222">
                  <c:v>2008-06</c:v>
                </c:pt>
                <c:pt idx="223">
                  <c:v>2008-07</c:v>
                </c:pt>
                <c:pt idx="224">
                  <c:v>2008-08</c:v>
                </c:pt>
                <c:pt idx="225">
                  <c:v>2008-09</c:v>
                </c:pt>
                <c:pt idx="226">
                  <c:v>2008-10</c:v>
                </c:pt>
                <c:pt idx="227">
                  <c:v>2008-11</c:v>
                </c:pt>
                <c:pt idx="228">
                  <c:v>2008-12</c:v>
                </c:pt>
                <c:pt idx="229">
                  <c:v>2009-01</c:v>
                </c:pt>
                <c:pt idx="230">
                  <c:v>2009-02</c:v>
                </c:pt>
                <c:pt idx="231">
                  <c:v>2009-03</c:v>
                </c:pt>
                <c:pt idx="232">
                  <c:v>2009-04</c:v>
                </c:pt>
                <c:pt idx="233">
                  <c:v>2009-05</c:v>
                </c:pt>
                <c:pt idx="234">
                  <c:v>2009-06</c:v>
                </c:pt>
                <c:pt idx="235">
                  <c:v>2009-07</c:v>
                </c:pt>
                <c:pt idx="236">
                  <c:v>2009-08</c:v>
                </c:pt>
                <c:pt idx="237">
                  <c:v>2009-09</c:v>
                </c:pt>
                <c:pt idx="238">
                  <c:v>2009-10</c:v>
                </c:pt>
                <c:pt idx="239">
                  <c:v>2009-11</c:v>
                </c:pt>
                <c:pt idx="240">
                  <c:v>2009-12</c:v>
                </c:pt>
                <c:pt idx="241">
                  <c:v>2010-01</c:v>
                </c:pt>
                <c:pt idx="242">
                  <c:v>2010-02</c:v>
                </c:pt>
                <c:pt idx="243">
                  <c:v>2010-03</c:v>
                </c:pt>
                <c:pt idx="244">
                  <c:v>2010-04</c:v>
                </c:pt>
                <c:pt idx="245">
                  <c:v>2010-05</c:v>
                </c:pt>
                <c:pt idx="246">
                  <c:v>2010-06</c:v>
                </c:pt>
                <c:pt idx="247">
                  <c:v>2010-07</c:v>
                </c:pt>
                <c:pt idx="248">
                  <c:v>2010-08</c:v>
                </c:pt>
                <c:pt idx="249">
                  <c:v>2010-09</c:v>
                </c:pt>
                <c:pt idx="250">
                  <c:v>2010-10</c:v>
                </c:pt>
                <c:pt idx="251">
                  <c:v>2010-11</c:v>
                </c:pt>
                <c:pt idx="252">
                  <c:v>2010-12</c:v>
                </c:pt>
                <c:pt idx="253">
                  <c:v>2011-01</c:v>
                </c:pt>
                <c:pt idx="254">
                  <c:v>2011-02</c:v>
                </c:pt>
                <c:pt idx="255">
                  <c:v>2011-03</c:v>
                </c:pt>
                <c:pt idx="256">
                  <c:v>2011-04</c:v>
                </c:pt>
                <c:pt idx="257">
                  <c:v>2011-05</c:v>
                </c:pt>
                <c:pt idx="258">
                  <c:v>2011-06</c:v>
                </c:pt>
                <c:pt idx="259">
                  <c:v>2011-07</c:v>
                </c:pt>
                <c:pt idx="260">
                  <c:v>2011-08</c:v>
                </c:pt>
                <c:pt idx="261">
                  <c:v>2011-09</c:v>
                </c:pt>
                <c:pt idx="262">
                  <c:v>2011-10</c:v>
                </c:pt>
                <c:pt idx="263">
                  <c:v>2011-11</c:v>
                </c:pt>
                <c:pt idx="264">
                  <c:v>2011-12</c:v>
                </c:pt>
                <c:pt idx="265">
                  <c:v>2012-01</c:v>
                </c:pt>
                <c:pt idx="266">
                  <c:v>2012-02</c:v>
                </c:pt>
                <c:pt idx="267">
                  <c:v>2012-03</c:v>
                </c:pt>
                <c:pt idx="268">
                  <c:v>2012-04</c:v>
                </c:pt>
                <c:pt idx="269">
                  <c:v>2012-05</c:v>
                </c:pt>
                <c:pt idx="270">
                  <c:v>2012-06</c:v>
                </c:pt>
                <c:pt idx="271">
                  <c:v>2012-07</c:v>
                </c:pt>
                <c:pt idx="272">
                  <c:v>2012-08</c:v>
                </c:pt>
                <c:pt idx="273">
                  <c:v>2012-09</c:v>
                </c:pt>
                <c:pt idx="274">
                  <c:v>2012-10</c:v>
                </c:pt>
                <c:pt idx="275">
                  <c:v>2012-11</c:v>
                </c:pt>
                <c:pt idx="276">
                  <c:v>2012-12</c:v>
                </c:pt>
                <c:pt idx="277">
                  <c:v>2013-01</c:v>
                </c:pt>
                <c:pt idx="278">
                  <c:v>2013-02</c:v>
                </c:pt>
                <c:pt idx="279">
                  <c:v>2013-03</c:v>
                </c:pt>
                <c:pt idx="280">
                  <c:v>2013-04</c:v>
                </c:pt>
                <c:pt idx="281">
                  <c:v>2013-05</c:v>
                </c:pt>
                <c:pt idx="282">
                  <c:v>2013-06</c:v>
                </c:pt>
                <c:pt idx="283">
                  <c:v>2013-07</c:v>
                </c:pt>
                <c:pt idx="284">
                  <c:v>2013-08</c:v>
                </c:pt>
                <c:pt idx="285">
                  <c:v>2013-09</c:v>
                </c:pt>
                <c:pt idx="286">
                  <c:v>2013-10</c:v>
                </c:pt>
                <c:pt idx="287">
                  <c:v>2013-11</c:v>
                </c:pt>
                <c:pt idx="288">
                  <c:v>2013-12</c:v>
                </c:pt>
                <c:pt idx="289">
                  <c:v>2014-01</c:v>
                </c:pt>
                <c:pt idx="290">
                  <c:v>2014-02</c:v>
                </c:pt>
                <c:pt idx="291">
                  <c:v>2014-03</c:v>
                </c:pt>
                <c:pt idx="292">
                  <c:v>2014-04</c:v>
                </c:pt>
                <c:pt idx="293">
                  <c:v>2014-05</c:v>
                </c:pt>
                <c:pt idx="294">
                  <c:v>2014-06</c:v>
                </c:pt>
                <c:pt idx="295">
                  <c:v>2014-07</c:v>
                </c:pt>
                <c:pt idx="296">
                  <c:v>2014-08</c:v>
                </c:pt>
                <c:pt idx="297">
                  <c:v>2014-09</c:v>
                </c:pt>
                <c:pt idx="298">
                  <c:v>2014-10</c:v>
                </c:pt>
                <c:pt idx="299">
                  <c:v>2014-11</c:v>
                </c:pt>
                <c:pt idx="300">
                  <c:v>2014-12</c:v>
                </c:pt>
                <c:pt idx="301">
                  <c:v>2015-01</c:v>
                </c:pt>
                <c:pt idx="302">
                  <c:v>2015-02</c:v>
                </c:pt>
                <c:pt idx="303">
                  <c:v>2015-03</c:v>
                </c:pt>
                <c:pt idx="304">
                  <c:v>2015-04</c:v>
                </c:pt>
                <c:pt idx="305">
                  <c:v>2015-05</c:v>
                </c:pt>
                <c:pt idx="306">
                  <c:v>2015-06</c:v>
                </c:pt>
                <c:pt idx="307">
                  <c:v>2015-07</c:v>
                </c:pt>
                <c:pt idx="308">
                  <c:v>2015-08</c:v>
                </c:pt>
                <c:pt idx="309">
                  <c:v>2015-09</c:v>
                </c:pt>
                <c:pt idx="310">
                  <c:v>2015-10</c:v>
                </c:pt>
                <c:pt idx="311">
                  <c:v>2015-11</c:v>
                </c:pt>
                <c:pt idx="312">
                  <c:v>2015-12</c:v>
                </c:pt>
                <c:pt idx="313">
                  <c:v>2016-01</c:v>
                </c:pt>
                <c:pt idx="314">
                  <c:v>2016-02</c:v>
                </c:pt>
                <c:pt idx="315">
                  <c:v>2016-03</c:v>
                </c:pt>
                <c:pt idx="316">
                  <c:v>2016-04</c:v>
                </c:pt>
                <c:pt idx="317">
                  <c:v>2016-05</c:v>
                </c:pt>
                <c:pt idx="318">
                  <c:v>2016-06</c:v>
                </c:pt>
                <c:pt idx="319">
                  <c:v>2016-07</c:v>
                </c:pt>
                <c:pt idx="320">
                  <c:v>2016-08</c:v>
                </c:pt>
                <c:pt idx="321">
                  <c:v>2016-09</c:v>
                </c:pt>
                <c:pt idx="322">
                  <c:v>2016-10</c:v>
                </c:pt>
                <c:pt idx="323">
                  <c:v>2016-11</c:v>
                </c:pt>
                <c:pt idx="324">
                  <c:v>2016-12</c:v>
                </c:pt>
                <c:pt idx="325">
                  <c:v>2017-01</c:v>
                </c:pt>
                <c:pt idx="326">
                  <c:v>2017-02</c:v>
                </c:pt>
                <c:pt idx="327">
                  <c:v>2017-03</c:v>
                </c:pt>
                <c:pt idx="328">
                  <c:v>2017-04</c:v>
                </c:pt>
                <c:pt idx="329">
                  <c:v>2017-05</c:v>
                </c:pt>
                <c:pt idx="330">
                  <c:v>2017-06</c:v>
                </c:pt>
                <c:pt idx="331">
                  <c:v>2017-07</c:v>
                </c:pt>
                <c:pt idx="332">
                  <c:v>2017-08</c:v>
                </c:pt>
                <c:pt idx="333">
                  <c:v>2017-09</c:v>
                </c:pt>
                <c:pt idx="334">
                  <c:v>2017-10</c:v>
                </c:pt>
                <c:pt idx="335">
                  <c:v>2017-11</c:v>
                </c:pt>
                <c:pt idx="336">
                  <c:v>2017-12</c:v>
                </c:pt>
                <c:pt idx="337">
                  <c:v>2018-01</c:v>
                </c:pt>
                <c:pt idx="338">
                  <c:v>2018-02</c:v>
                </c:pt>
                <c:pt idx="339">
                  <c:v>2018-03</c:v>
                </c:pt>
                <c:pt idx="340">
                  <c:v>2018-04</c:v>
                </c:pt>
                <c:pt idx="341">
                  <c:v>2018-05</c:v>
                </c:pt>
                <c:pt idx="342">
                  <c:v>2018-06</c:v>
                </c:pt>
                <c:pt idx="343">
                  <c:v>2018-07</c:v>
                </c:pt>
                <c:pt idx="344">
                  <c:v>2018-08</c:v>
                </c:pt>
                <c:pt idx="345">
                  <c:v>2018-09</c:v>
                </c:pt>
                <c:pt idx="346">
                  <c:v>2018-10</c:v>
                </c:pt>
                <c:pt idx="347">
                  <c:v>2018-11</c:v>
                </c:pt>
                <c:pt idx="348">
                  <c:v>2018-12</c:v>
                </c:pt>
                <c:pt idx="349">
                  <c:v>2019-01</c:v>
                </c:pt>
                <c:pt idx="350">
                  <c:v>2019-02</c:v>
                </c:pt>
                <c:pt idx="351">
                  <c:v>2019-03</c:v>
                </c:pt>
                <c:pt idx="352">
                  <c:v>2019-04</c:v>
                </c:pt>
                <c:pt idx="353">
                  <c:v>2019-05</c:v>
                </c:pt>
                <c:pt idx="354">
                  <c:v>2019-06</c:v>
                </c:pt>
                <c:pt idx="355">
                  <c:v>2019-07</c:v>
                </c:pt>
                <c:pt idx="356">
                  <c:v>2019-08</c:v>
                </c:pt>
                <c:pt idx="357">
                  <c:v>2019-09</c:v>
                </c:pt>
                <c:pt idx="358">
                  <c:v>2019-10</c:v>
                </c:pt>
                <c:pt idx="359">
                  <c:v>2019-11</c:v>
                </c:pt>
                <c:pt idx="360">
                  <c:v>2019-12</c:v>
                </c:pt>
                <c:pt idx="361">
                  <c:v>2020-01</c:v>
                </c:pt>
                <c:pt idx="362">
                  <c:v>2020-02</c:v>
                </c:pt>
                <c:pt idx="363">
                  <c:v>2020-03</c:v>
                </c:pt>
                <c:pt idx="364">
                  <c:v>2020-04</c:v>
                </c:pt>
                <c:pt idx="365">
                  <c:v>2020-05</c:v>
                </c:pt>
                <c:pt idx="366">
                  <c:v>2020-06</c:v>
                </c:pt>
                <c:pt idx="367">
                  <c:v>2020-07</c:v>
                </c:pt>
                <c:pt idx="368">
                  <c:v>2020-08</c:v>
                </c:pt>
                <c:pt idx="369">
                  <c:v>2020-09</c:v>
                </c:pt>
                <c:pt idx="370">
                  <c:v>2020-10</c:v>
                </c:pt>
                <c:pt idx="371">
                  <c:v>2020-11</c:v>
                </c:pt>
                <c:pt idx="372">
                  <c:v>2020-12</c:v>
                </c:pt>
                <c:pt idx="373">
                  <c:v>2021-01</c:v>
                </c:pt>
                <c:pt idx="374">
                  <c:v>2021-02</c:v>
                </c:pt>
                <c:pt idx="375">
                  <c:v>2021-03</c:v>
                </c:pt>
                <c:pt idx="376">
                  <c:v>2021-04</c:v>
                </c:pt>
                <c:pt idx="377">
                  <c:v>2021-05</c:v>
                </c:pt>
                <c:pt idx="378">
                  <c:v>2021-06</c:v>
                </c:pt>
                <c:pt idx="379">
                  <c:v>2021-07</c:v>
                </c:pt>
                <c:pt idx="380">
                  <c:v>2021-08</c:v>
                </c:pt>
                <c:pt idx="381">
                  <c:v>2021-09</c:v>
                </c:pt>
                <c:pt idx="382">
                  <c:v>2021-10</c:v>
                </c:pt>
                <c:pt idx="383">
                  <c:v>2021-11</c:v>
                </c:pt>
                <c:pt idx="384">
                  <c:v>2021-12</c:v>
                </c:pt>
                <c:pt idx="385">
                  <c:v>2022-01</c:v>
                </c:pt>
                <c:pt idx="386">
                  <c:v>2022-02</c:v>
                </c:pt>
                <c:pt idx="387">
                  <c:v>2022-03</c:v>
                </c:pt>
                <c:pt idx="388">
                  <c:v>2022-04</c:v>
                </c:pt>
                <c:pt idx="389">
                  <c:v>2022-05</c:v>
                </c:pt>
                <c:pt idx="390">
                  <c:v>2022-06</c:v>
                </c:pt>
                <c:pt idx="391">
                  <c:v>2022-07</c:v>
                </c:pt>
                <c:pt idx="392">
                  <c:v>2022-08</c:v>
                </c:pt>
                <c:pt idx="393">
                  <c:v>2022-09</c:v>
                </c:pt>
                <c:pt idx="394">
                  <c:v>2022-10</c:v>
                </c:pt>
                <c:pt idx="395">
                  <c:v>2022-11</c:v>
                </c:pt>
                <c:pt idx="396">
                  <c:v>2022-12</c:v>
                </c:pt>
                <c:pt idx="397">
                  <c:v>2023-01</c:v>
                </c:pt>
                <c:pt idx="398">
                  <c:v>2023-02</c:v>
                </c:pt>
                <c:pt idx="399">
                  <c:v>2023-03</c:v>
                </c:pt>
                <c:pt idx="400">
                  <c:v>2023-04</c:v>
                </c:pt>
                <c:pt idx="401">
                  <c:v>2023-05</c:v>
                </c:pt>
                <c:pt idx="402">
                  <c:v>2023-06</c:v>
                </c:pt>
                <c:pt idx="403">
                  <c:v>2023-07</c:v>
                </c:pt>
                <c:pt idx="404">
                  <c:v>2023-08</c:v>
                </c:pt>
                <c:pt idx="405">
                  <c:v>2023-09</c:v>
                </c:pt>
                <c:pt idx="406">
                  <c:v>2023-10</c:v>
                </c:pt>
                <c:pt idx="407">
                  <c:v>2023-11</c:v>
                </c:pt>
                <c:pt idx="408">
                  <c:v>2023-12</c:v>
                </c:pt>
                <c:pt idx="409">
                  <c:v>2024-01</c:v>
                </c:pt>
                <c:pt idx="410">
                  <c:v>2024-02</c:v>
                </c:pt>
                <c:pt idx="411">
                  <c:v>2024-03</c:v>
                </c:pt>
                <c:pt idx="412">
                  <c:v>2024-04</c:v>
                </c:pt>
                <c:pt idx="413">
                  <c:v>2024-05</c:v>
                </c:pt>
                <c:pt idx="414">
                  <c:v>2024-06</c:v>
                </c:pt>
                <c:pt idx="415">
                  <c:v>2024-07</c:v>
                </c:pt>
                <c:pt idx="416">
                  <c:v>2024-08</c:v>
                </c:pt>
                <c:pt idx="417">
                  <c:v>2024-09</c:v>
                </c:pt>
                <c:pt idx="418">
                  <c:v>2024-10</c:v>
                </c:pt>
                <c:pt idx="419">
                  <c:v>2024-11</c:v>
                </c:pt>
                <c:pt idx="420">
                  <c:v>2024-12</c:v>
                </c:pt>
                <c:pt idx="421">
                  <c:v>2025-01</c:v>
                </c:pt>
                <c:pt idx="422">
                  <c:v>2025-02</c:v>
                </c:pt>
                <c:pt idx="423">
                  <c:v>2025-03</c:v>
                </c:pt>
                <c:pt idx="424">
                  <c:v>2025-04</c:v>
                </c:pt>
                <c:pt idx="425">
                  <c:v>2025-05</c:v>
                </c:pt>
                <c:pt idx="426">
                  <c:v>2025-06</c:v>
                </c:pt>
                <c:pt idx="427">
                  <c:v>2025-07</c:v>
                </c:pt>
                <c:pt idx="428">
                  <c:v>2025-08</c:v>
                </c:pt>
                <c:pt idx="429">
                  <c:v>2025-09</c:v>
                </c:pt>
                <c:pt idx="430">
                  <c:v>2025-10</c:v>
                </c:pt>
                <c:pt idx="431">
                  <c:v>2025-11</c:v>
                </c:pt>
                <c:pt idx="432">
                  <c:v>2025-12</c:v>
                </c:pt>
                <c:pt idx="433">
                  <c:v>2026-01</c:v>
                </c:pt>
                <c:pt idx="434">
                  <c:v>2026-02</c:v>
                </c:pt>
                <c:pt idx="435">
                  <c:v>2026-03</c:v>
                </c:pt>
                <c:pt idx="436">
                  <c:v>2026-04</c:v>
                </c:pt>
                <c:pt idx="437">
                  <c:v>2026-05</c:v>
                </c:pt>
                <c:pt idx="438">
                  <c:v>2026-06</c:v>
                </c:pt>
                <c:pt idx="439">
                  <c:v>2026-07</c:v>
                </c:pt>
                <c:pt idx="440">
                  <c:v>2026-08</c:v>
                </c:pt>
              </c:strCache>
            </c:strRef>
          </c:cat>
          <c:val>
            <c:numRef>
              <c:f>Planilha1!$C$2:$C$442</c:f>
              <c:numCache>
                <c:formatCode>#,##0.0</c:formatCode>
                <c:ptCount val="441"/>
                <c:pt idx="0">
                  <c:v>209.6</c:v>
                </c:pt>
                <c:pt idx="1">
                  <c:v>212</c:v>
                </c:pt>
                <c:pt idx="2">
                  <c:v>213.7</c:v>
                </c:pt>
                <c:pt idx="3">
                  <c:v>212.7</c:v>
                </c:pt>
                <c:pt idx="4">
                  <c:v>214.9</c:v>
                </c:pt>
                <c:pt idx="5">
                  <c:v>216.3</c:v>
                </c:pt>
                <c:pt idx="6">
                  <c:v>216</c:v>
                </c:pt>
                <c:pt idx="7">
                  <c:v>217.3</c:v>
                </c:pt>
                <c:pt idx="8">
                  <c:v>218.2</c:v>
                </c:pt>
                <c:pt idx="9">
                  <c:v>220.7</c:v>
                </c:pt>
                <c:pt idx="10">
                  <c:v>226.5</c:v>
                </c:pt>
                <c:pt idx="11">
                  <c:v>231.4</c:v>
                </c:pt>
                <c:pt idx="12">
                  <c:v>235.3</c:v>
                </c:pt>
                <c:pt idx="13">
                  <c:v>238.2</c:v>
                </c:pt>
                <c:pt idx="14">
                  <c:v>241.3</c:v>
                </c:pt>
                <c:pt idx="15">
                  <c:v>243.4</c:v>
                </c:pt>
                <c:pt idx="16">
                  <c:v>243</c:v>
                </c:pt>
                <c:pt idx="17">
                  <c:v>244.4</c:v>
                </c:pt>
                <c:pt idx="18">
                  <c:v>245.6</c:v>
                </c:pt>
                <c:pt idx="19">
                  <c:v>246.8</c:v>
                </c:pt>
                <c:pt idx="20">
                  <c:v>246.7</c:v>
                </c:pt>
                <c:pt idx="21">
                  <c:v>245.4</c:v>
                </c:pt>
                <c:pt idx="22">
                  <c:v>242.5</c:v>
                </c:pt>
                <c:pt idx="23">
                  <c:v>240</c:v>
                </c:pt>
                <c:pt idx="24">
                  <c:v>237.3</c:v>
                </c:pt>
                <c:pt idx="25">
                  <c:v>236.5</c:v>
                </c:pt>
                <c:pt idx="26">
                  <c:v>234.1</c:v>
                </c:pt>
                <c:pt idx="27">
                  <c:v>232.6</c:v>
                </c:pt>
                <c:pt idx="28">
                  <c:v>234.8</c:v>
                </c:pt>
                <c:pt idx="29">
                  <c:v>232.6</c:v>
                </c:pt>
                <c:pt idx="30">
                  <c:v>233.8</c:v>
                </c:pt>
                <c:pt idx="31">
                  <c:v>233.9</c:v>
                </c:pt>
                <c:pt idx="32">
                  <c:v>234</c:v>
                </c:pt>
                <c:pt idx="33">
                  <c:v>235.6</c:v>
                </c:pt>
                <c:pt idx="34">
                  <c:v>234.4</c:v>
                </c:pt>
                <c:pt idx="35">
                  <c:v>233.1</c:v>
                </c:pt>
                <c:pt idx="36">
                  <c:v>233.1</c:v>
                </c:pt>
                <c:pt idx="37">
                  <c:v>231.6</c:v>
                </c:pt>
                <c:pt idx="38">
                  <c:v>231.9</c:v>
                </c:pt>
                <c:pt idx="39">
                  <c:v>234.3</c:v>
                </c:pt>
                <c:pt idx="40">
                  <c:v>235.1</c:v>
                </c:pt>
                <c:pt idx="41">
                  <c:v>236.4</c:v>
                </c:pt>
                <c:pt idx="42">
                  <c:v>237.8</c:v>
                </c:pt>
                <c:pt idx="43">
                  <c:v>238</c:v>
                </c:pt>
                <c:pt idx="44">
                  <c:v>239.5</c:v>
                </c:pt>
                <c:pt idx="45">
                  <c:v>240.2</c:v>
                </c:pt>
                <c:pt idx="46">
                  <c:v>240.2</c:v>
                </c:pt>
                <c:pt idx="47">
                  <c:v>241.7</c:v>
                </c:pt>
                <c:pt idx="48">
                  <c:v>241.6</c:v>
                </c:pt>
                <c:pt idx="49">
                  <c:v>242.7</c:v>
                </c:pt>
                <c:pt idx="50">
                  <c:v>244</c:v>
                </c:pt>
                <c:pt idx="51">
                  <c:v>245.2</c:v>
                </c:pt>
                <c:pt idx="52">
                  <c:v>246.3</c:v>
                </c:pt>
                <c:pt idx="53">
                  <c:v>248.6</c:v>
                </c:pt>
                <c:pt idx="54">
                  <c:v>250.6</c:v>
                </c:pt>
                <c:pt idx="55">
                  <c:v>252.6</c:v>
                </c:pt>
                <c:pt idx="56">
                  <c:v>257.10000000000002</c:v>
                </c:pt>
                <c:pt idx="57">
                  <c:v>260.8</c:v>
                </c:pt>
                <c:pt idx="58">
                  <c:v>266.10000000000002</c:v>
                </c:pt>
                <c:pt idx="59">
                  <c:v>270.89999999999998</c:v>
                </c:pt>
                <c:pt idx="60">
                  <c:v>275.8</c:v>
                </c:pt>
                <c:pt idx="61">
                  <c:v>280.3</c:v>
                </c:pt>
                <c:pt idx="62">
                  <c:v>285.2</c:v>
                </c:pt>
                <c:pt idx="63">
                  <c:v>292.60000000000002</c:v>
                </c:pt>
                <c:pt idx="64">
                  <c:v>300.89999999999998</c:v>
                </c:pt>
                <c:pt idx="65">
                  <c:v>307.60000000000002</c:v>
                </c:pt>
                <c:pt idx="66">
                  <c:v>313.5</c:v>
                </c:pt>
                <c:pt idx="67">
                  <c:v>319</c:v>
                </c:pt>
                <c:pt idx="68">
                  <c:v>321.89999999999998</c:v>
                </c:pt>
                <c:pt idx="69">
                  <c:v>324.5</c:v>
                </c:pt>
                <c:pt idx="70">
                  <c:v>328.9</c:v>
                </c:pt>
                <c:pt idx="71">
                  <c:v>331.9</c:v>
                </c:pt>
                <c:pt idx="72">
                  <c:v>335.9</c:v>
                </c:pt>
                <c:pt idx="73">
                  <c:v>339.4</c:v>
                </c:pt>
                <c:pt idx="74">
                  <c:v>343.4</c:v>
                </c:pt>
                <c:pt idx="75">
                  <c:v>341.7</c:v>
                </c:pt>
                <c:pt idx="76">
                  <c:v>342.4</c:v>
                </c:pt>
                <c:pt idx="77">
                  <c:v>344.1</c:v>
                </c:pt>
                <c:pt idx="78">
                  <c:v>342.4</c:v>
                </c:pt>
                <c:pt idx="79">
                  <c:v>344.8</c:v>
                </c:pt>
                <c:pt idx="80">
                  <c:v>345.6</c:v>
                </c:pt>
                <c:pt idx="81">
                  <c:v>346.9</c:v>
                </c:pt>
                <c:pt idx="82">
                  <c:v>348.1</c:v>
                </c:pt>
                <c:pt idx="83">
                  <c:v>348.7</c:v>
                </c:pt>
                <c:pt idx="84">
                  <c:v>349.1</c:v>
                </c:pt>
                <c:pt idx="85">
                  <c:v>351.3</c:v>
                </c:pt>
                <c:pt idx="86">
                  <c:v>350.1</c:v>
                </c:pt>
                <c:pt idx="87">
                  <c:v>352.3</c:v>
                </c:pt>
                <c:pt idx="88">
                  <c:v>350</c:v>
                </c:pt>
                <c:pt idx="89">
                  <c:v>348.4</c:v>
                </c:pt>
                <c:pt idx="90">
                  <c:v>349.2</c:v>
                </c:pt>
                <c:pt idx="91">
                  <c:v>348.6</c:v>
                </c:pt>
                <c:pt idx="92">
                  <c:v>347</c:v>
                </c:pt>
                <c:pt idx="93">
                  <c:v>346.6</c:v>
                </c:pt>
                <c:pt idx="94">
                  <c:v>344.8</c:v>
                </c:pt>
                <c:pt idx="95">
                  <c:v>340.6</c:v>
                </c:pt>
                <c:pt idx="96">
                  <c:v>338.5</c:v>
                </c:pt>
                <c:pt idx="97">
                  <c:v>334.9</c:v>
                </c:pt>
                <c:pt idx="98">
                  <c:v>330.3</c:v>
                </c:pt>
                <c:pt idx="99">
                  <c:v>325.8</c:v>
                </c:pt>
                <c:pt idx="100">
                  <c:v>320.7</c:v>
                </c:pt>
                <c:pt idx="101">
                  <c:v>313.39999999999998</c:v>
                </c:pt>
                <c:pt idx="102">
                  <c:v>308.10000000000002</c:v>
                </c:pt>
                <c:pt idx="103">
                  <c:v>301.3</c:v>
                </c:pt>
                <c:pt idx="104">
                  <c:v>295.60000000000002</c:v>
                </c:pt>
                <c:pt idx="105">
                  <c:v>290.60000000000002</c:v>
                </c:pt>
                <c:pt idx="106">
                  <c:v>286.2</c:v>
                </c:pt>
                <c:pt idx="107">
                  <c:v>284.2</c:v>
                </c:pt>
                <c:pt idx="108">
                  <c:v>280.7</c:v>
                </c:pt>
                <c:pt idx="109">
                  <c:v>277.8</c:v>
                </c:pt>
                <c:pt idx="110">
                  <c:v>278.3</c:v>
                </c:pt>
                <c:pt idx="111">
                  <c:v>277.39999999999998</c:v>
                </c:pt>
                <c:pt idx="112">
                  <c:v>278.7</c:v>
                </c:pt>
                <c:pt idx="113">
                  <c:v>280.2</c:v>
                </c:pt>
                <c:pt idx="114">
                  <c:v>282.10000000000002</c:v>
                </c:pt>
                <c:pt idx="115">
                  <c:v>283.89999999999998</c:v>
                </c:pt>
                <c:pt idx="116">
                  <c:v>289.2</c:v>
                </c:pt>
                <c:pt idx="117">
                  <c:v>293.60000000000002</c:v>
                </c:pt>
                <c:pt idx="118">
                  <c:v>296.60000000000002</c:v>
                </c:pt>
                <c:pt idx="119">
                  <c:v>304.3</c:v>
                </c:pt>
                <c:pt idx="120">
                  <c:v>311.8</c:v>
                </c:pt>
                <c:pt idx="121">
                  <c:v>316.39999999999998</c:v>
                </c:pt>
                <c:pt idx="122">
                  <c:v>320.60000000000002</c:v>
                </c:pt>
                <c:pt idx="123">
                  <c:v>329.3</c:v>
                </c:pt>
                <c:pt idx="124">
                  <c:v>335</c:v>
                </c:pt>
                <c:pt idx="125">
                  <c:v>342.8</c:v>
                </c:pt>
                <c:pt idx="126">
                  <c:v>349.6</c:v>
                </c:pt>
                <c:pt idx="127">
                  <c:v>355.3</c:v>
                </c:pt>
                <c:pt idx="128">
                  <c:v>361.7</c:v>
                </c:pt>
                <c:pt idx="129">
                  <c:v>366.3</c:v>
                </c:pt>
                <c:pt idx="130">
                  <c:v>373.3</c:v>
                </c:pt>
                <c:pt idx="131">
                  <c:v>376.3</c:v>
                </c:pt>
                <c:pt idx="132">
                  <c:v>379.5</c:v>
                </c:pt>
                <c:pt idx="133">
                  <c:v>383</c:v>
                </c:pt>
                <c:pt idx="134">
                  <c:v>384.6</c:v>
                </c:pt>
                <c:pt idx="135">
                  <c:v>383.8</c:v>
                </c:pt>
                <c:pt idx="136">
                  <c:v>382.8</c:v>
                </c:pt>
                <c:pt idx="137">
                  <c:v>383.2</c:v>
                </c:pt>
                <c:pt idx="138">
                  <c:v>379.8</c:v>
                </c:pt>
                <c:pt idx="139">
                  <c:v>378.3</c:v>
                </c:pt>
                <c:pt idx="140">
                  <c:v>374</c:v>
                </c:pt>
                <c:pt idx="141">
                  <c:v>368.6</c:v>
                </c:pt>
                <c:pt idx="142">
                  <c:v>363.4</c:v>
                </c:pt>
                <c:pt idx="143">
                  <c:v>357.3</c:v>
                </c:pt>
                <c:pt idx="144">
                  <c:v>349.2</c:v>
                </c:pt>
                <c:pt idx="145">
                  <c:v>342.9</c:v>
                </c:pt>
                <c:pt idx="146">
                  <c:v>338.6</c:v>
                </c:pt>
                <c:pt idx="147">
                  <c:v>332.4</c:v>
                </c:pt>
                <c:pt idx="148">
                  <c:v>330.1</c:v>
                </c:pt>
                <c:pt idx="149">
                  <c:v>327.3</c:v>
                </c:pt>
                <c:pt idx="150">
                  <c:v>325.7</c:v>
                </c:pt>
                <c:pt idx="151">
                  <c:v>327.60000000000002</c:v>
                </c:pt>
                <c:pt idx="152">
                  <c:v>327.39999999999998</c:v>
                </c:pt>
                <c:pt idx="153">
                  <c:v>329.2</c:v>
                </c:pt>
                <c:pt idx="154">
                  <c:v>329.8</c:v>
                </c:pt>
                <c:pt idx="155">
                  <c:v>332.9</c:v>
                </c:pt>
                <c:pt idx="156">
                  <c:v>338</c:v>
                </c:pt>
                <c:pt idx="157">
                  <c:v>343.9</c:v>
                </c:pt>
                <c:pt idx="158">
                  <c:v>348.1</c:v>
                </c:pt>
                <c:pt idx="159">
                  <c:v>353.7</c:v>
                </c:pt>
                <c:pt idx="160">
                  <c:v>357.9</c:v>
                </c:pt>
                <c:pt idx="161">
                  <c:v>360.7</c:v>
                </c:pt>
                <c:pt idx="162">
                  <c:v>365</c:v>
                </c:pt>
                <c:pt idx="163">
                  <c:v>366.5</c:v>
                </c:pt>
                <c:pt idx="164">
                  <c:v>367.6</c:v>
                </c:pt>
                <c:pt idx="165">
                  <c:v>372.3</c:v>
                </c:pt>
                <c:pt idx="166">
                  <c:v>377</c:v>
                </c:pt>
                <c:pt idx="167">
                  <c:v>378.7</c:v>
                </c:pt>
                <c:pt idx="168">
                  <c:v>383.4</c:v>
                </c:pt>
                <c:pt idx="169">
                  <c:v>387.5</c:v>
                </c:pt>
                <c:pt idx="170">
                  <c:v>390.6</c:v>
                </c:pt>
                <c:pt idx="171">
                  <c:v>398.1</c:v>
                </c:pt>
                <c:pt idx="172">
                  <c:v>404</c:v>
                </c:pt>
                <c:pt idx="173">
                  <c:v>407</c:v>
                </c:pt>
                <c:pt idx="174">
                  <c:v>414.6</c:v>
                </c:pt>
                <c:pt idx="175">
                  <c:v>420.3</c:v>
                </c:pt>
                <c:pt idx="176">
                  <c:v>428.6</c:v>
                </c:pt>
                <c:pt idx="177">
                  <c:v>434.2</c:v>
                </c:pt>
                <c:pt idx="178">
                  <c:v>438.9</c:v>
                </c:pt>
                <c:pt idx="179">
                  <c:v>449.9</c:v>
                </c:pt>
                <c:pt idx="180">
                  <c:v>455.3</c:v>
                </c:pt>
                <c:pt idx="181">
                  <c:v>460.6</c:v>
                </c:pt>
                <c:pt idx="182">
                  <c:v>464.8</c:v>
                </c:pt>
                <c:pt idx="183">
                  <c:v>469.3</c:v>
                </c:pt>
                <c:pt idx="184">
                  <c:v>474.4</c:v>
                </c:pt>
                <c:pt idx="185">
                  <c:v>482.9</c:v>
                </c:pt>
                <c:pt idx="186">
                  <c:v>487.5</c:v>
                </c:pt>
                <c:pt idx="187">
                  <c:v>491</c:v>
                </c:pt>
                <c:pt idx="188">
                  <c:v>499.1</c:v>
                </c:pt>
                <c:pt idx="189">
                  <c:v>505.4</c:v>
                </c:pt>
                <c:pt idx="190">
                  <c:v>510</c:v>
                </c:pt>
                <c:pt idx="191">
                  <c:v>511.4</c:v>
                </c:pt>
                <c:pt idx="192">
                  <c:v>516.20000000000005</c:v>
                </c:pt>
                <c:pt idx="193">
                  <c:v>522.1</c:v>
                </c:pt>
                <c:pt idx="194">
                  <c:v>528.1</c:v>
                </c:pt>
                <c:pt idx="195">
                  <c:v>533.9</c:v>
                </c:pt>
                <c:pt idx="196">
                  <c:v>538.5</c:v>
                </c:pt>
                <c:pt idx="197">
                  <c:v>544.1</c:v>
                </c:pt>
                <c:pt idx="198">
                  <c:v>549.29999999999995</c:v>
                </c:pt>
                <c:pt idx="199">
                  <c:v>554.79999999999995</c:v>
                </c:pt>
                <c:pt idx="200">
                  <c:v>559.9</c:v>
                </c:pt>
                <c:pt idx="201">
                  <c:v>564.79999999999995</c:v>
                </c:pt>
                <c:pt idx="202">
                  <c:v>570.9</c:v>
                </c:pt>
                <c:pt idx="203">
                  <c:v>574.79999999999995</c:v>
                </c:pt>
                <c:pt idx="204">
                  <c:v>578.79999999999995</c:v>
                </c:pt>
                <c:pt idx="205">
                  <c:v>581.4</c:v>
                </c:pt>
                <c:pt idx="206">
                  <c:v>584.79999999999995</c:v>
                </c:pt>
                <c:pt idx="207">
                  <c:v>585.1</c:v>
                </c:pt>
                <c:pt idx="208">
                  <c:v>586.20000000000005</c:v>
                </c:pt>
                <c:pt idx="209">
                  <c:v>589.4</c:v>
                </c:pt>
                <c:pt idx="210">
                  <c:v>590.9</c:v>
                </c:pt>
                <c:pt idx="211">
                  <c:v>596.20000000000005</c:v>
                </c:pt>
                <c:pt idx="212">
                  <c:v>598.79999999999995</c:v>
                </c:pt>
                <c:pt idx="213">
                  <c:v>598.20000000000005</c:v>
                </c:pt>
                <c:pt idx="214">
                  <c:v>603.9</c:v>
                </c:pt>
                <c:pt idx="215">
                  <c:v>613.5</c:v>
                </c:pt>
                <c:pt idx="216">
                  <c:v>622.1</c:v>
                </c:pt>
                <c:pt idx="217">
                  <c:v>633.1</c:v>
                </c:pt>
                <c:pt idx="218">
                  <c:v>644.20000000000005</c:v>
                </c:pt>
                <c:pt idx="219">
                  <c:v>659.2</c:v>
                </c:pt>
                <c:pt idx="220">
                  <c:v>673.6</c:v>
                </c:pt>
                <c:pt idx="221">
                  <c:v>684.5</c:v>
                </c:pt>
                <c:pt idx="222">
                  <c:v>701.2</c:v>
                </c:pt>
                <c:pt idx="223">
                  <c:v>719.2</c:v>
                </c:pt>
                <c:pt idx="224">
                  <c:v>732.7</c:v>
                </c:pt>
                <c:pt idx="225">
                  <c:v>751.8</c:v>
                </c:pt>
                <c:pt idx="226">
                  <c:v>765.6</c:v>
                </c:pt>
                <c:pt idx="227">
                  <c:v>764.4</c:v>
                </c:pt>
                <c:pt idx="228">
                  <c:v>762.5</c:v>
                </c:pt>
                <c:pt idx="229">
                  <c:v>751.4</c:v>
                </c:pt>
                <c:pt idx="230">
                  <c:v>732.2</c:v>
                </c:pt>
                <c:pt idx="231">
                  <c:v>709.7</c:v>
                </c:pt>
                <c:pt idx="232">
                  <c:v>688.9</c:v>
                </c:pt>
                <c:pt idx="233">
                  <c:v>665.7</c:v>
                </c:pt>
                <c:pt idx="234">
                  <c:v>642.29999999999995</c:v>
                </c:pt>
                <c:pt idx="235">
                  <c:v>619.1</c:v>
                </c:pt>
                <c:pt idx="236">
                  <c:v>597.5</c:v>
                </c:pt>
                <c:pt idx="237">
                  <c:v>579.6</c:v>
                </c:pt>
                <c:pt idx="238">
                  <c:v>559.6</c:v>
                </c:pt>
                <c:pt idx="239">
                  <c:v>554.1</c:v>
                </c:pt>
                <c:pt idx="240">
                  <c:v>551.79999999999995</c:v>
                </c:pt>
                <c:pt idx="241">
                  <c:v>555.79999999999995</c:v>
                </c:pt>
                <c:pt idx="242">
                  <c:v>568.4</c:v>
                </c:pt>
                <c:pt idx="243">
                  <c:v>581.4</c:v>
                </c:pt>
                <c:pt idx="244">
                  <c:v>594.79999999999995</c:v>
                </c:pt>
                <c:pt idx="245">
                  <c:v>610.4</c:v>
                </c:pt>
                <c:pt idx="246">
                  <c:v>625.1</c:v>
                </c:pt>
                <c:pt idx="247">
                  <c:v>637.1</c:v>
                </c:pt>
                <c:pt idx="248">
                  <c:v>651.6</c:v>
                </c:pt>
                <c:pt idx="249">
                  <c:v>661.3</c:v>
                </c:pt>
                <c:pt idx="250">
                  <c:v>671.5</c:v>
                </c:pt>
                <c:pt idx="251">
                  <c:v>683.7</c:v>
                </c:pt>
                <c:pt idx="252">
                  <c:v>694.3</c:v>
                </c:pt>
                <c:pt idx="253">
                  <c:v>707.2</c:v>
                </c:pt>
                <c:pt idx="254">
                  <c:v>717.4</c:v>
                </c:pt>
                <c:pt idx="255">
                  <c:v>731.1</c:v>
                </c:pt>
                <c:pt idx="256">
                  <c:v>743.7</c:v>
                </c:pt>
                <c:pt idx="257">
                  <c:v>758.6</c:v>
                </c:pt>
                <c:pt idx="258">
                  <c:v>772.4</c:v>
                </c:pt>
                <c:pt idx="259">
                  <c:v>785</c:v>
                </c:pt>
                <c:pt idx="260">
                  <c:v>804.5</c:v>
                </c:pt>
                <c:pt idx="261">
                  <c:v>818.4</c:v>
                </c:pt>
                <c:pt idx="262">
                  <c:v>833.9</c:v>
                </c:pt>
                <c:pt idx="263">
                  <c:v>845.8</c:v>
                </c:pt>
                <c:pt idx="264">
                  <c:v>856.1</c:v>
                </c:pt>
                <c:pt idx="265">
                  <c:v>867.9</c:v>
                </c:pt>
                <c:pt idx="266">
                  <c:v>876.9</c:v>
                </c:pt>
                <c:pt idx="267">
                  <c:v>883.5</c:v>
                </c:pt>
                <c:pt idx="268">
                  <c:v>890.6</c:v>
                </c:pt>
                <c:pt idx="269">
                  <c:v>898.5</c:v>
                </c:pt>
                <c:pt idx="270">
                  <c:v>897.9</c:v>
                </c:pt>
                <c:pt idx="271">
                  <c:v>899.8</c:v>
                </c:pt>
                <c:pt idx="272">
                  <c:v>894</c:v>
                </c:pt>
                <c:pt idx="273">
                  <c:v>895.8</c:v>
                </c:pt>
                <c:pt idx="274">
                  <c:v>892.5</c:v>
                </c:pt>
                <c:pt idx="275">
                  <c:v>889.9</c:v>
                </c:pt>
                <c:pt idx="276">
                  <c:v>885.8</c:v>
                </c:pt>
                <c:pt idx="277">
                  <c:v>880</c:v>
                </c:pt>
                <c:pt idx="278">
                  <c:v>876.1</c:v>
                </c:pt>
                <c:pt idx="279">
                  <c:v>869.8</c:v>
                </c:pt>
                <c:pt idx="280">
                  <c:v>863</c:v>
                </c:pt>
                <c:pt idx="281">
                  <c:v>852.9</c:v>
                </c:pt>
                <c:pt idx="282">
                  <c:v>846.6</c:v>
                </c:pt>
                <c:pt idx="283">
                  <c:v>842.7</c:v>
                </c:pt>
                <c:pt idx="284">
                  <c:v>837.9</c:v>
                </c:pt>
                <c:pt idx="285">
                  <c:v>831.8</c:v>
                </c:pt>
                <c:pt idx="286">
                  <c:v>833.2</c:v>
                </c:pt>
                <c:pt idx="287">
                  <c:v>831.9</c:v>
                </c:pt>
                <c:pt idx="288">
                  <c:v>832.6</c:v>
                </c:pt>
                <c:pt idx="289">
                  <c:v>838</c:v>
                </c:pt>
                <c:pt idx="290">
                  <c:v>837.5</c:v>
                </c:pt>
                <c:pt idx="291">
                  <c:v>844.1</c:v>
                </c:pt>
                <c:pt idx="292">
                  <c:v>843.3</c:v>
                </c:pt>
                <c:pt idx="293">
                  <c:v>840.5</c:v>
                </c:pt>
                <c:pt idx="294">
                  <c:v>842.7</c:v>
                </c:pt>
                <c:pt idx="295">
                  <c:v>842.9</c:v>
                </c:pt>
                <c:pt idx="296">
                  <c:v>838.6</c:v>
                </c:pt>
                <c:pt idx="297">
                  <c:v>837.2</c:v>
                </c:pt>
                <c:pt idx="298">
                  <c:v>832.3</c:v>
                </c:pt>
                <c:pt idx="299">
                  <c:v>821.3</c:v>
                </c:pt>
                <c:pt idx="300">
                  <c:v>813</c:v>
                </c:pt>
                <c:pt idx="301">
                  <c:v>797.1</c:v>
                </c:pt>
                <c:pt idx="302">
                  <c:v>786.1</c:v>
                </c:pt>
                <c:pt idx="303">
                  <c:v>765.2</c:v>
                </c:pt>
                <c:pt idx="304">
                  <c:v>753.2</c:v>
                </c:pt>
                <c:pt idx="305">
                  <c:v>738.4</c:v>
                </c:pt>
                <c:pt idx="306">
                  <c:v>725.1</c:v>
                </c:pt>
                <c:pt idx="307">
                  <c:v>710.9</c:v>
                </c:pt>
                <c:pt idx="308">
                  <c:v>698.6</c:v>
                </c:pt>
                <c:pt idx="309">
                  <c:v>684.7</c:v>
                </c:pt>
                <c:pt idx="310">
                  <c:v>669.5</c:v>
                </c:pt>
                <c:pt idx="311">
                  <c:v>660.5</c:v>
                </c:pt>
                <c:pt idx="312">
                  <c:v>648.1</c:v>
                </c:pt>
                <c:pt idx="313">
                  <c:v>637.20000000000005</c:v>
                </c:pt>
                <c:pt idx="314">
                  <c:v>631.29999999999995</c:v>
                </c:pt>
                <c:pt idx="315">
                  <c:v>626.20000000000005</c:v>
                </c:pt>
                <c:pt idx="316">
                  <c:v>617.20000000000005</c:v>
                </c:pt>
                <c:pt idx="317">
                  <c:v>615.20000000000005</c:v>
                </c:pt>
                <c:pt idx="318">
                  <c:v>612.79999999999995</c:v>
                </c:pt>
                <c:pt idx="319">
                  <c:v>606.79999999999995</c:v>
                </c:pt>
                <c:pt idx="320">
                  <c:v>607.20000000000005</c:v>
                </c:pt>
                <c:pt idx="321">
                  <c:v>606.70000000000005</c:v>
                </c:pt>
                <c:pt idx="322">
                  <c:v>604.9</c:v>
                </c:pt>
                <c:pt idx="323">
                  <c:v>606.6</c:v>
                </c:pt>
                <c:pt idx="324">
                  <c:v>607.70000000000005</c:v>
                </c:pt>
                <c:pt idx="325">
                  <c:v>613.70000000000005</c:v>
                </c:pt>
                <c:pt idx="326">
                  <c:v>615.1</c:v>
                </c:pt>
                <c:pt idx="327">
                  <c:v>623.20000000000005</c:v>
                </c:pt>
                <c:pt idx="328">
                  <c:v>630</c:v>
                </c:pt>
                <c:pt idx="329">
                  <c:v>636.70000000000005</c:v>
                </c:pt>
                <c:pt idx="330">
                  <c:v>641.70000000000005</c:v>
                </c:pt>
                <c:pt idx="331">
                  <c:v>645.79999999999995</c:v>
                </c:pt>
                <c:pt idx="332">
                  <c:v>649.20000000000005</c:v>
                </c:pt>
                <c:pt idx="333">
                  <c:v>650.9</c:v>
                </c:pt>
                <c:pt idx="334">
                  <c:v>655.8</c:v>
                </c:pt>
                <c:pt idx="335">
                  <c:v>662.7</c:v>
                </c:pt>
                <c:pt idx="336">
                  <c:v>672.1</c:v>
                </c:pt>
                <c:pt idx="337">
                  <c:v>678.9</c:v>
                </c:pt>
                <c:pt idx="338">
                  <c:v>689.8</c:v>
                </c:pt>
                <c:pt idx="339">
                  <c:v>693.3</c:v>
                </c:pt>
                <c:pt idx="340">
                  <c:v>697.8</c:v>
                </c:pt>
                <c:pt idx="341">
                  <c:v>706.8</c:v>
                </c:pt>
                <c:pt idx="342">
                  <c:v>708.6</c:v>
                </c:pt>
                <c:pt idx="343">
                  <c:v>717</c:v>
                </c:pt>
                <c:pt idx="344">
                  <c:v>725</c:v>
                </c:pt>
                <c:pt idx="345">
                  <c:v>728.2</c:v>
                </c:pt>
                <c:pt idx="346">
                  <c:v>739.7</c:v>
                </c:pt>
                <c:pt idx="347">
                  <c:v>746.9</c:v>
                </c:pt>
                <c:pt idx="348">
                  <c:v>748.5</c:v>
                </c:pt>
                <c:pt idx="349">
                  <c:v>749.1</c:v>
                </c:pt>
                <c:pt idx="350">
                  <c:v>744</c:v>
                </c:pt>
                <c:pt idx="351">
                  <c:v>741.9</c:v>
                </c:pt>
                <c:pt idx="352">
                  <c:v>743.5</c:v>
                </c:pt>
                <c:pt idx="353">
                  <c:v>742.4</c:v>
                </c:pt>
                <c:pt idx="354">
                  <c:v>740.4</c:v>
                </c:pt>
                <c:pt idx="355">
                  <c:v>741.6</c:v>
                </c:pt>
                <c:pt idx="356">
                  <c:v>736.5</c:v>
                </c:pt>
                <c:pt idx="357">
                  <c:v>738.1</c:v>
                </c:pt>
                <c:pt idx="358">
                  <c:v>730.5</c:v>
                </c:pt>
                <c:pt idx="359">
                  <c:v>722.3</c:v>
                </c:pt>
                <c:pt idx="360">
                  <c:v>721</c:v>
                </c:pt>
                <c:pt idx="361">
                  <c:v>718.5</c:v>
                </c:pt>
                <c:pt idx="362">
                  <c:v>711</c:v>
                </c:pt>
                <c:pt idx="363">
                  <c:v>709.9</c:v>
                </c:pt>
                <c:pt idx="364">
                  <c:v>707.8</c:v>
                </c:pt>
                <c:pt idx="365">
                  <c:v>693.1</c:v>
                </c:pt>
                <c:pt idx="366">
                  <c:v>685.6</c:v>
                </c:pt>
                <c:pt idx="367">
                  <c:v>672.5</c:v>
                </c:pt>
                <c:pt idx="368">
                  <c:v>660.6</c:v>
                </c:pt>
                <c:pt idx="369">
                  <c:v>651.29999999999995</c:v>
                </c:pt>
                <c:pt idx="370">
                  <c:v>645</c:v>
                </c:pt>
                <c:pt idx="371">
                  <c:v>641</c:v>
                </c:pt>
                <c:pt idx="372">
                  <c:v>637.1</c:v>
                </c:pt>
                <c:pt idx="373">
                  <c:v>634.6</c:v>
                </c:pt>
                <c:pt idx="374">
                  <c:v>643</c:v>
                </c:pt>
                <c:pt idx="375">
                  <c:v>646.20000000000005</c:v>
                </c:pt>
                <c:pt idx="376">
                  <c:v>653</c:v>
                </c:pt>
                <c:pt idx="377">
                  <c:v>665.2</c:v>
                </c:pt>
                <c:pt idx="378">
                  <c:v>679.5</c:v>
                </c:pt>
                <c:pt idx="379">
                  <c:v>691.7</c:v>
                </c:pt>
                <c:pt idx="380">
                  <c:v>710.6</c:v>
                </c:pt>
                <c:pt idx="381">
                  <c:v>727.4</c:v>
                </c:pt>
                <c:pt idx="382">
                  <c:v>737.3</c:v>
                </c:pt>
                <c:pt idx="383">
                  <c:v>755.1</c:v>
                </c:pt>
                <c:pt idx="384">
                  <c:v>771.8</c:v>
                </c:pt>
                <c:pt idx="385">
                  <c:v>787.3</c:v>
                </c:pt>
                <c:pt idx="386">
                  <c:v>800.3</c:v>
                </c:pt>
                <c:pt idx="387">
                  <c:v>813.5</c:v>
                </c:pt>
                <c:pt idx="388">
                  <c:v>820.6</c:v>
                </c:pt>
                <c:pt idx="389">
                  <c:v>836.2</c:v>
                </c:pt>
                <c:pt idx="390">
                  <c:v>848.6</c:v>
                </c:pt>
                <c:pt idx="391">
                  <c:v>860.6</c:v>
                </c:pt>
                <c:pt idx="392">
                  <c:v>874.6</c:v>
                </c:pt>
                <c:pt idx="393">
                  <c:v>883</c:v>
                </c:pt>
                <c:pt idx="394">
                  <c:v>894.9</c:v>
                </c:pt>
                <c:pt idx="395">
                  <c:v>898.2</c:v>
                </c:pt>
                <c:pt idx="396">
                  <c:v>899.9</c:v>
                </c:pt>
                <c:pt idx="397">
                  <c:v>902.6</c:v>
                </c:pt>
                <c:pt idx="398">
                  <c:v>898.4</c:v>
                </c:pt>
                <c:pt idx="399">
                  <c:v>894.6</c:v>
                </c:pt>
                <c:pt idx="400">
                  <c:v>889.2</c:v>
                </c:pt>
                <c:pt idx="401">
                  <c:v>877.6</c:v>
                </c:pt>
                <c:pt idx="402">
                  <c:v>864.5</c:v>
                </c:pt>
                <c:pt idx="403">
                  <c:v>852</c:v>
                </c:pt>
                <c:pt idx="404">
                  <c:v>833.6</c:v>
                </c:pt>
                <c:pt idx="405">
                  <c:v>819.2</c:v>
                </c:pt>
                <c:pt idx="406">
                  <c:v>808.8</c:v>
                </c:pt>
                <c:pt idx="407">
                  <c:v>796.7</c:v>
                </c:pt>
                <c:pt idx="408">
                  <c:v>787.2</c:v>
                </c:pt>
                <c:pt idx="409">
                  <c:v>772.2</c:v>
                </c:pt>
                <c:pt idx="410">
                  <c:v>765.6</c:v>
                </c:pt>
                <c:pt idx="411">
                  <c:v>754.9</c:v>
                </c:pt>
                <c:pt idx="412">
                  <c:v>751</c:v>
                </c:pt>
                <c:pt idx="413">
                  <c:v>748.7</c:v>
                </c:pt>
                <c:pt idx="414">
                  <c:v>744.1</c:v>
                </c:pt>
                <c:pt idx="415">
                  <c:v>746.8</c:v>
                </c:pt>
                <c:pt idx="416">
                  <c:v>747.8</c:v>
                </c:pt>
                <c:pt idx="417">
                  <c:v>751.3</c:v>
                </c:pt>
                <c:pt idx="418">
                  <c:v>751.7</c:v>
                </c:pt>
                <c:pt idx="419">
                  <c:v>747.7</c:v>
                </c:pt>
                <c:pt idx="420">
                  <c:v>744.5</c:v>
                </c:pt>
                <c:pt idx="421">
                  <c:v>750.1</c:v>
                </c:pt>
                <c:pt idx="422">
                  <c:v>749</c:v>
                </c:pt>
                <c:pt idx="423">
                  <c:v>750.6</c:v>
                </c:pt>
                <c:pt idx="424">
                  <c:v>753.4</c:v>
                </c:pt>
                <c:pt idx="425">
                  <c:v>753.1</c:v>
                </c:pt>
                <c:pt idx="426">
                  <c:v>758.7</c:v>
                </c:pt>
                <c:pt idx="427">
                  <c:v>758.2</c:v>
                </c:pt>
                <c:pt idx="428">
                  <c:v>754.5</c:v>
                </c:pt>
                <c:pt idx="429">
                  <c:v>754.4</c:v>
                </c:pt>
                <c:pt idx="430">
                  <c:v>754.3</c:v>
                </c:pt>
                <c:pt idx="431">
                  <c:v>754.6</c:v>
                </c:pt>
                <c:pt idx="432">
                  <c:v>757.1</c:v>
                </c:pt>
                <c:pt idx="433">
                  <c:v>755.3</c:v>
                </c:pt>
                <c:pt idx="434">
                  <c:v>759.8</c:v>
                </c:pt>
                <c:pt idx="435">
                  <c:v>762.5</c:v>
                </c:pt>
                <c:pt idx="436">
                  <c:v>762.2</c:v>
                </c:pt>
                <c:pt idx="437">
                  <c:v>764.1</c:v>
                </c:pt>
                <c:pt idx="438">
                  <c:v>772</c:v>
                </c:pt>
                <c:pt idx="439">
                  <c:v>782.4</c:v>
                </c:pt>
                <c:pt idx="440">
                  <c:v>793.5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EA-4FB0-9790-C438EA00219C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-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Planilha1!$A$2:$A$442</c:f>
              <c:strCache>
                <c:ptCount val="441"/>
                <c:pt idx="0">
                  <c:v>1989-12</c:v>
                </c:pt>
                <c:pt idx="1">
                  <c:v>1990-01</c:v>
                </c:pt>
                <c:pt idx="2">
                  <c:v>1990-02</c:v>
                </c:pt>
                <c:pt idx="3">
                  <c:v>1990-03</c:v>
                </c:pt>
                <c:pt idx="4">
                  <c:v>1990-04</c:v>
                </c:pt>
                <c:pt idx="5">
                  <c:v>1990-05</c:v>
                </c:pt>
                <c:pt idx="6">
                  <c:v>1990-06</c:v>
                </c:pt>
                <c:pt idx="7">
                  <c:v>1990-07</c:v>
                </c:pt>
                <c:pt idx="8">
                  <c:v>1990-08</c:v>
                </c:pt>
                <c:pt idx="9">
                  <c:v>1990-09</c:v>
                </c:pt>
                <c:pt idx="10">
                  <c:v>1990-10</c:v>
                </c:pt>
                <c:pt idx="11">
                  <c:v>1990-11</c:v>
                </c:pt>
                <c:pt idx="12">
                  <c:v>1990-12</c:v>
                </c:pt>
                <c:pt idx="13">
                  <c:v>1991-01</c:v>
                </c:pt>
                <c:pt idx="14">
                  <c:v>1991-02</c:v>
                </c:pt>
                <c:pt idx="15">
                  <c:v>1991-03</c:v>
                </c:pt>
                <c:pt idx="16">
                  <c:v>1991-04</c:v>
                </c:pt>
                <c:pt idx="17">
                  <c:v>1991-05</c:v>
                </c:pt>
                <c:pt idx="18">
                  <c:v>1991-06</c:v>
                </c:pt>
                <c:pt idx="19">
                  <c:v>1991-07</c:v>
                </c:pt>
                <c:pt idx="20">
                  <c:v>1991-08</c:v>
                </c:pt>
                <c:pt idx="21">
                  <c:v>1991-09</c:v>
                </c:pt>
                <c:pt idx="22">
                  <c:v>1991-10</c:v>
                </c:pt>
                <c:pt idx="23">
                  <c:v>1991-11</c:v>
                </c:pt>
                <c:pt idx="24">
                  <c:v>1991-12</c:v>
                </c:pt>
                <c:pt idx="25">
                  <c:v>1992-01</c:v>
                </c:pt>
                <c:pt idx="26">
                  <c:v>1992-02</c:v>
                </c:pt>
                <c:pt idx="27">
                  <c:v>1992-03</c:v>
                </c:pt>
                <c:pt idx="28">
                  <c:v>1992-04</c:v>
                </c:pt>
                <c:pt idx="29">
                  <c:v>1992-05</c:v>
                </c:pt>
                <c:pt idx="30">
                  <c:v>1992-06</c:v>
                </c:pt>
                <c:pt idx="31">
                  <c:v>1992-07</c:v>
                </c:pt>
                <c:pt idx="32">
                  <c:v>1992-08</c:v>
                </c:pt>
                <c:pt idx="33">
                  <c:v>1992-09</c:v>
                </c:pt>
                <c:pt idx="34">
                  <c:v>1992-10</c:v>
                </c:pt>
                <c:pt idx="35">
                  <c:v>1992-11</c:v>
                </c:pt>
                <c:pt idx="36">
                  <c:v>1992-12</c:v>
                </c:pt>
                <c:pt idx="37">
                  <c:v>1993-01</c:v>
                </c:pt>
                <c:pt idx="38">
                  <c:v>1993-02</c:v>
                </c:pt>
                <c:pt idx="39">
                  <c:v>1993-03</c:v>
                </c:pt>
                <c:pt idx="40">
                  <c:v>1993-04</c:v>
                </c:pt>
                <c:pt idx="41">
                  <c:v>1993-05</c:v>
                </c:pt>
                <c:pt idx="42">
                  <c:v>1993-06</c:v>
                </c:pt>
                <c:pt idx="43">
                  <c:v>1993-07</c:v>
                </c:pt>
                <c:pt idx="44">
                  <c:v>1993-08</c:v>
                </c:pt>
                <c:pt idx="45">
                  <c:v>1993-09</c:v>
                </c:pt>
                <c:pt idx="46">
                  <c:v>1993-10</c:v>
                </c:pt>
                <c:pt idx="47">
                  <c:v>1993-11</c:v>
                </c:pt>
                <c:pt idx="48">
                  <c:v>1993-12</c:v>
                </c:pt>
                <c:pt idx="49">
                  <c:v>1994-01</c:v>
                </c:pt>
                <c:pt idx="50">
                  <c:v>1994-02</c:v>
                </c:pt>
                <c:pt idx="51">
                  <c:v>1994-03</c:v>
                </c:pt>
                <c:pt idx="52">
                  <c:v>1994-04</c:v>
                </c:pt>
                <c:pt idx="53">
                  <c:v>1994-05</c:v>
                </c:pt>
                <c:pt idx="54">
                  <c:v>1994-06</c:v>
                </c:pt>
                <c:pt idx="55">
                  <c:v>1994-07</c:v>
                </c:pt>
                <c:pt idx="56">
                  <c:v>1994-08</c:v>
                </c:pt>
                <c:pt idx="57">
                  <c:v>1994-09</c:v>
                </c:pt>
                <c:pt idx="58">
                  <c:v>1994-10</c:v>
                </c:pt>
                <c:pt idx="59">
                  <c:v>1994-11</c:v>
                </c:pt>
                <c:pt idx="60">
                  <c:v>1994-12</c:v>
                </c:pt>
                <c:pt idx="61">
                  <c:v>1995-01</c:v>
                </c:pt>
                <c:pt idx="62">
                  <c:v>1995-02</c:v>
                </c:pt>
                <c:pt idx="63">
                  <c:v>1995-03</c:v>
                </c:pt>
                <c:pt idx="64">
                  <c:v>1995-04</c:v>
                </c:pt>
                <c:pt idx="65">
                  <c:v>1995-05</c:v>
                </c:pt>
                <c:pt idx="66">
                  <c:v>1995-06</c:v>
                </c:pt>
                <c:pt idx="67">
                  <c:v>1995-07</c:v>
                </c:pt>
                <c:pt idx="68">
                  <c:v>1995-08</c:v>
                </c:pt>
                <c:pt idx="69">
                  <c:v>1995-09</c:v>
                </c:pt>
                <c:pt idx="70">
                  <c:v>1995-10</c:v>
                </c:pt>
                <c:pt idx="71">
                  <c:v>1995-11</c:v>
                </c:pt>
                <c:pt idx="72">
                  <c:v>1995-12</c:v>
                </c:pt>
                <c:pt idx="73">
                  <c:v>1996-01</c:v>
                </c:pt>
                <c:pt idx="74">
                  <c:v>1996-02</c:v>
                </c:pt>
                <c:pt idx="75">
                  <c:v>1996-03</c:v>
                </c:pt>
                <c:pt idx="76">
                  <c:v>1996-04</c:v>
                </c:pt>
                <c:pt idx="77">
                  <c:v>1996-05</c:v>
                </c:pt>
                <c:pt idx="78">
                  <c:v>1996-06</c:v>
                </c:pt>
                <c:pt idx="79">
                  <c:v>1996-07</c:v>
                </c:pt>
                <c:pt idx="80">
                  <c:v>1996-08</c:v>
                </c:pt>
                <c:pt idx="81">
                  <c:v>1996-09</c:v>
                </c:pt>
                <c:pt idx="82">
                  <c:v>1996-10</c:v>
                </c:pt>
                <c:pt idx="83">
                  <c:v>1996-11</c:v>
                </c:pt>
                <c:pt idx="84">
                  <c:v>1996-12</c:v>
                </c:pt>
                <c:pt idx="85">
                  <c:v>1997-01</c:v>
                </c:pt>
                <c:pt idx="86">
                  <c:v>1997-02</c:v>
                </c:pt>
                <c:pt idx="87">
                  <c:v>1997-03</c:v>
                </c:pt>
                <c:pt idx="88">
                  <c:v>1997-04</c:v>
                </c:pt>
                <c:pt idx="89">
                  <c:v>1997-05</c:v>
                </c:pt>
                <c:pt idx="90">
                  <c:v>1997-06</c:v>
                </c:pt>
                <c:pt idx="91">
                  <c:v>1997-07</c:v>
                </c:pt>
                <c:pt idx="92">
                  <c:v>1997-08</c:v>
                </c:pt>
                <c:pt idx="93">
                  <c:v>1997-09</c:v>
                </c:pt>
                <c:pt idx="94">
                  <c:v>1997-10</c:v>
                </c:pt>
                <c:pt idx="95">
                  <c:v>1997-11</c:v>
                </c:pt>
                <c:pt idx="96">
                  <c:v>1997-12</c:v>
                </c:pt>
                <c:pt idx="97">
                  <c:v>1998-01</c:v>
                </c:pt>
                <c:pt idx="98">
                  <c:v>1998-02</c:v>
                </c:pt>
                <c:pt idx="99">
                  <c:v>1998-03</c:v>
                </c:pt>
                <c:pt idx="100">
                  <c:v>1998-04</c:v>
                </c:pt>
                <c:pt idx="101">
                  <c:v>1998-05</c:v>
                </c:pt>
                <c:pt idx="102">
                  <c:v>1998-06</c:v>
                </c:pt>
                <c:pt idx="103">
                  <c:v>1998-07</c:v>
                </c:pt>
                <c:pt idx="104">
                  <c:v>1998-08</c:v>
                </c:pt>
                <c:pt idx="105">
                  <c:v>1998-09</c:v>
                </c:pt>
                <c:pt idx="106">
                  <c:v>1998-10</c:v>
                </c:pt>
                <c:pt idx="107">
                  <c:v>1998-11</c:v>
                </c:pt>
                <c:pt idx="108">
                  <c:v>1998-12</c:v>
                </c:pt>
                <c:pt idx="109">
                  <c:v>1999-01</c:v>
                </c:pt>
                <c:pt idx="110">
                  <c:v>1999-02</c:v>
                </c:pt>
                <c:pt idx="111">
                  <c:v>1999-03</c:v>
                </c:pt>
                <c:pt idx="112">
                  <c:v>1999-04</c:v>
                </c:pt>
                <c:pt idx="113">
                  <c:v>1999-05</c:v>
                </c:pt>
                <c:pt idx="114">
                  <c:v>1999-06</c:v>
                </c:pt>
                <c:pt idx="115">
                  <c:v>1999-07</c:v>
                </c:pt>
                <c:pt idx="116">
                  <c:v>1999-08</c:v>
                </c:pt>
                <c:pt idx="117">
                  <c:v>1999-09</c:v>
                </c:pt>
                <c:pt idx="118">
                  <c:v>1999-10</c:v>
                </c:pt>
                <c:pt idx="119">
                  <c:v>1999-11</c:v>
                </c:pt>
                <c:pt idx="120">
                  <c:v>1999-12</c:v>
                </c:pt>
                <c:pt idx="121">
                  <c:v>2000-01</c:v>
                </c:pt>
                <c:pt idx="122">
                  <c:v>2000-02</c:v>
                </c:pt>
                <c:pt idx="123">
                  <c:v>2000-03</c:v>
                </c:pt>
                <c:pt idx="124">
                  <c:v>2000-04</c:v>
                </c:pt>
                <c:pt idx="125">
                  <c:v>2000-05</c:v>
                </c:pt>
                <c:pt idx="126">
                  <c:v>2000-06</c:v>
                </c:pt>
                <c:pt idx="127">
                  <c:v>2000-07</c:v>
                </c:pt>
                <c:pt idx="128">
                  <c:v>2000-08</c:v>
                </c:pt>
                <c:pt idx="129">
                  <c:v>2000-09</c:v>
                </c:pt>
                <c:pt idx="130">
                  <c:v>2000-10</c:v>
                </c:pt>
                <c:pt idx="131">
                  <c:v>2000-11</c:v>
                </c:pt>
                <c:pt idx="132">
                  <c:v>2000-12</c:v>
                </c:pt>
                <c:pt idx="133">
                  <c:v>2001-01</c:v>
                </c:pt>
                <c:pt idx="134">
                  <c:v>2001-02</c:v>
                </c:pt>
                <c:pt idx="135">
                  <c:v>2001-03</c:v>
                </c:pt>
                <c:pt idx="136">
                  <c:v>2001-04</c:v>
                </c:pt>
                <c:pt idx="137">
                  <c:v>2001-05</c:v>
                </c:pt>
                <c:pt idx="138">
                  <c:v>2001-06</c:v>
                </c:pt>
                <c:pt idx="139">
                  <c:v>2001-07</c:v>
                </c:pt>
                <c:pt idx="140">
                  <c:v>2001-08</c:v>
                </c:pt>
                <c:pt idx="141">
                  <c:v>2001-09</c:v>
                </c:pt>
                <c:pt idx="142">
                  <c:v>2001-10</c:v>
                </c:pt>
                <c:pt idx="143">
                  <c:v>2001-11</c:v>
                </c:pt>
                <c:pt idx="144">
                  <c:v>2001-12</c:v>
                </c:pt>
                <c:pt idx="145">
                  <c:v>2002-01</c:v>
                </c:pt>
                <c:pt idx="146">
                  <c:v>2002-02</c:v>
                </c:pt>
                <c:pt idx="147">
                  <c:v>2002-03</c:v>
                </c:pt>
                <c:pt idx="148">
                  <c:v>2002-04</c:v>
                </c:pt>
                <c:pt idx="149">
                  <c:v>2002-05</c:v>
                </c:pt>
                <c:pt idx="150">
                  <c:v>2002-06</c:v>
                </c:pt>
                <c:pt idx="151">
                  <c:v>2002-07</c:v>
                </c:pt>
                <c:pt idx="152">
                  <c:v>2002-08</c:v>
                </c:pt>
                <c:pt idx="153">
                  <c:v>2002-09</c:v>
                </c:pt>
                <c:pt idx="154">
                  <c:v>2002-10</c:v>
                </c:pt>
                <c:pt idx="155">
                  <c:v>2002-11</c:v>
                </c:pt>
                <c:pt idx="156">
                  <c:v>2002-12</c:v>
                </c:pt>
                <c:pt idx="157">
                  <c:v>2003-01</c:v>
                </c:pt>
                <c:pt idx="158">
                  <c:v>2003-02</c:v>
                </c:pt>
                <c:pt idx="159">
                  <c:v>2003-03</c:v>
                </c:pt>
                <c:pt idx="160">
                  <c:v>2003-04</c:v>
                </c:pt>
                <c:pt idx="161">
                  <c:v>2003-05</c:v>
                </c:pt>
                <c:pt idx="162">
                  <c:v>2003-06</c:v>
                </c:pt>
                <c:pt idx="163">
                  <c:v>2003-07</c:v>
                </c:pt>
                <c:pt idx="164">
                  <c:v>2003-08</c:v>
                </c:pt>
                <c:pt idx="165">
                  <c:v>2003-09</c:v>
                </c:pt>
                <c:pt idx="166">
                  <c:v>2003-10</c:v>
                </c:pt>
                <c:pt idx="167">
                  <c:v>2003-11</c:v>
                </c:pt>
                <c:pt idx="168">
                  <c:v>2003-12</c:v>
                </c:pt>
                <c:pt idx="169">
                  <c:v>2004-01</c:v>
                </c:pt>
                <c:pt idx="170">
                  <c:v>2004-02</c:v>
                </c:pt>
                <c:pt idx="171">
                  <c:v>2004-03</c:v>
                </c:pt>
                <c:pt idx="172">
                  <c:v>2004-04</c:v>
                </c:pt>
                <c:pt idx="173">
                  <c:v>2004-05</c:v>
                </c:pt>
                <c:pt idx="174">
                  <c:v>2004-06</c:v>
                </c:pt>
                <c:pt idx="175">
                  <c:v>2004-07</c:v>
                </c:pt>
                <c:pt idx="176">
                  <c:v>2004-08</c:v>
                </c:pt>
                <c:pt idx="177">
                  <c:v>2004-09</c:v>
                </c:pt>
                <c:pt idx="178">
                  <c:v>2004-10</c:v>
                </c:pt>
                <c:pt idx="179">
                  <c:v>2004-11</c:v>
                </c:pt>
                <c:pt idx="180">
                  <c:v>2004-12</c:v>
                </c:pt>
                <c:pt idx="181">
                  <c:v>2005-01</c:v>
                </c:pt>
                <c:pt idx="182">
                  <c:v>2005-02</c:v>
                </c:pt>
                <c:pt idx="183">
                  <c:v>2005-03</c:v>
                </c:pt>
                <c:pt idx="184">
                  <c:v>2005-04</c:v>
                </c:pt>
                <c:pt idx="185">
                  <c:v>2005-05</c:v>
                </c:pt>
                <c:pt idx="186">
                  <c:v>2005-06</c:v>
                </c:pt>
                <c:pt idx="187">
                  <c:v>2005-07</c:v>
                </c:pt>
                <c:pt idx="188">
                  <c:v>2005-08</c:v>
                </c:pt>
                <c:pt idx="189">
                  <c:v>2005-09</c:v>
                </c:pt>
                <c:pt idx="190">
                  <c:v>2005-10</c:v>
                </c:pt>
                <c:pt idx="191">
                  <c:v>2005-11</c:v>
                </c:pt>
                <c:pt idx="192">
                  <c:v>2005-12</c:v>
                </c:pt>
                <c:pt idx="193">
                  <c:v>2006-01</c:v>
                </c:pt>
                <c:pt idx="194">
                  <c:v>2006-02</c:v>
                </c:pt>
                <c:pt idx="195">
                  <c:v>2006-03</c:v>
                </c:pt>
                <c:pt idx="196">
                  <c:v>2006-04</c:v>
                </c:pt>
                <c:pt idx="197">
                  <c:v>2006-05</c:v>
                </c:pt>
                <c:pt idx="198">
                  <c:v>2006-06</c:v>
                </c:pt>
                <c:pt idx="199">
                  <c:v>2006-07</c:v>
                </c:pt>
                <c:pt idx="200">
                  <c:v>2006-08</c:v>
                </c:pt>
                <c:pt idx="201">
                  <c:v>2006-09</c:v>
                </c:pt>
                <c:pt idx="202">
                  <c:v>2006-10</c:v>
                </c:pt>
                <c:pt idx="203">
                  <c:v>2006-11</c:v>
                </c:pt>
                <c:pt idx="204">
                  <c:v>2006-12</c:v>
                </c:pt>
                <c:pt idx="205">
                  <c:v>2007-01</c:v>
                </c:pt>
                <c:pt idx="206">
                  <c:v>2007-02</c:v>
                </c:pt>
                <c:pt idx="207">
                  <c:v>2007-03</c:v>
                </c:pt>
                <c:pt idx="208">
                  <c:v>2007-04</c:v>
                </c:pt>
                <c:pt idx="209">
                  <c:v>2007-05</c:v>
                </c:pt>
                <c:pt idx="210">
                  <c:v>2007-06</c:v>
                </c:pt>
                <c:pt idx="211">
                  <c:v>2007-07</c:v>
                </c:pt>
                <c:pt idx="212">
                  <c:v>2007-08</c:v>
                </c:pt>
                <c:pt idx="213">
                  <c:v>2007-09</c:v>
                </c:pt>
                <c:pt idx="214">
                  <c:v>2007-10</c:v>
                </c:pt>
                <c:pt idx="215">
                  <c:v>2007-11</c:v>
                </c:pt>
                <c:pt idx="216">
                  <c:v>2007-12</c:v>
                </c:pt>
                <c:pt idx="217">
                  <c:v>2008-01</c:v>
                </c:pt>
                <c:pt idx="218">
                  <c:v>2008-02</c:v>
                </c:pt>
                <c:pt idx="219">
                  <c:v>2008-03</c:v>
                </c:pt>
                <c:pt idx="220">
                  <c:v>2008-04</c:v>
                </c:pt>
                <c:pt idx="221">
                  <c:v>2008-05</c:v>
                </c:pt>
                <c:pt idx="222">
                  <c:v>2008-06</c:v>
                </c:pt>
                <c:pt idx="223">
                  <c:v>2008-07</c:v>
                </c:pt>
                <c:pt idx="224">
                  <c:v>2008-08</c:v>
                </c:pt>
                <c:pt idx="225">
                  <c:v>2008-09</c:v>
                </c:pt>
                <c:pt idx="226">
                  <c:v>2008-10</c:v>
                </c:pt>
                <c:pt idx="227">
                  <c:v>2008-11</c:v>
                </c:pt>
                <c:pt idx="228">
                  <c:v>2008-12</c:v>
                </c:pt>
                <c:pt idx="229">
                  <c:v>2009-01</c:v>
                </c:pt>
                <c:pt idx="230">
                  <c:v>2009-02</c:v>
                </c:pt>
                <c:pt idx="231">
                  <c:v>2009-03</c:v>
                </c:pt>
                <c:pt idx="232">
                  <c:v>2009-04</c:v>
                </c:pt>
                <c:pt idx="233">
                  <c:v>2009-05</c:v>
                </c:pt>
                <c:pt idx="234">
                  <c:v>2009-06</c:v>
                </c:pt>
                <c:pt idx="235">
                  <c:v>2009-07</c:v>
                </c:pt>
                <c:pt idx="236">
                  <c:v>2009-08</c:v>
                </c:pt>
                <c:pt idx="237">
                  <c:v>2009-09</c:v>
                </c:pt>
                <c:pt idx="238">
                  <c:v>2009-10</c:v>
                </c:pt>
                <c:pt idx="239">
                  <c:v>2009-11</c:v>
                </c:pt>
                <c:pt idx="240">
                  <c:v>2009-12</c:v>
                </c:pt>
                <c:pt idx="241">
                  <c:v>2010-01</c:v>
                </c:pt>
                <c:pt idx="242">
                  <c:v>2010-02</c:v>
                </c:pt>
                <c:pt idx="243">
                  <c:v>2010-03</c:v>
                </c:pt>
                <c:pt idx="244">
                  <c:v>2010-04</c:v>
                </c:pt>
                <c:pt idx="245">
                  <c:v>2010-05</c:v>
                </c:pt>
                <c:pt idx="246">
                  <c:v>2010-06</c:v>
                </c:pt>
                <c:pt idx="247">
                  <c:v>2010-07</c:v>
                </c:pt>
                <c:pt idx="248">
                  <c:v>2010-08</c:v>
                </c:pt>
                <c:pt idx="249">
                  <c:v>2010-09</c:v>
                </c:pt>
                <c:pt idx="250">
                  <c:v>2010-10</c:v>
                </c:pt>
                <c:pt idx="251">
                  <c:v>2010-11</c:v>
                </c:pt>
                <c:pt idx="252">
                  <c:v>2010-12</c:v>
                </c:pt>
                <c:pt idx="253">
                  <c:v>2011-01</c:v>
                </c:pt>
                <c:pt idx="254">
                  <c:v>2011-02</c:v>
                </c:pt>
                <c:pt idx="255">
                  <c:v>2011-03</c:v>
                </c:pt>
                <c:pt idx="256">
                  <c:v>2011-04</c:v>
                </c:pt>
                <c:pt idx="257">
                  <c:v>2011-05</c:v>
                </c:pt>
                <c:pt idx="258">
                  <c:v>2011-06</c:v>
                </c:pt>
                <c:pt idx="259">
                  <c:v>2011-07</c:v>
                </c:pt>
                <c:pt idx="260">
                  <c:v>2011-08</c:v>
                </c:pt>
                <c:pt idx="261">
                  <c:v>2011-09</c:v>
                </c:pt>
                <c:pt idx="262">
                  <c:v>2011-10</c:v>
                </c:pt>
                <c:pt idx="263">
                  <c:v>2011-11</c:v>
                </c:pt>
                <c:pt idx="264">
                  <c:v>2011-12</c:v>
                </c:pt>
                <c:pt idx="265">
                  <c:v>2012-01</c:v>
                </c:pt>
                <c:pt idx="266">
                  <c:v>2012-02</c:v>
                </c:pt>
                <c:pt idx="267">
                  <c:v>2012-03</c:v>
                </c:pt>
                <c:pt idx="268">
                  <c:v>2012-04</c:v>
                </c:pt>
                <c:pt idx="269">
                  <c:v>2012-05</c:v>
                </c:pt>
                <c:pt idx="270">
                  <c:v>2012-06</c:v>
                </c:pt>
                <c:pt idx="271">
                  <c:v>2012-07</c:v>
                </c:pt>
                <c:pt idx="272">
                  <c:v>2012-08</c:v>
                </c:pt>
                <c:pt idx="273">
                  <c:v>2012-09</c:v>
                </c:pt>
                <c:pt idx="274">
                  <c:v>2012-10</c:v>
                </c:pt>
                <c:pt idx="275">
                  <c:v>2012-11</c:v>
                </c:pt>
                <c:pt idx="276">
                  <c:v>2012-12</c:v>
                </c:pt>
                <c:pt idx="277">
                  <c:v>2013-01</c:v>
                </c:pt>
                <c:pt idx="278">
                  <c:v>2013-02</c:v>
                </c:pt>
                <c:pt idx="279">
                  <c:v>2013-03</c:v>
                </c:pt>
                <c:pt idx="280">
                  <c:v>2013-04</c:v>
                </c:pt>
                <c:pt idx="281">
                  <c:v>2013-05</c:v>
                </c:pt>
                <c:pt idx="282">
                  <c:v>2013-06</c:v>
                </c:pt>
                <c:pt idx="283">
                  <c:v>2013-07</c:v>
                </c:pt>
                <c:pt idx="284">
                  <c:v>2013-08</c:v>
                </c:pt>
                <c:pt idx="285">
                  <c:v>2013-09</c:v>
                </c:pt>
                <c:pt idx="286">
                  <c:v>2013-10</c:v>
                </c:pt>
                <c:pt idx="287">
                  <c:v>2013-11</c:v>
                </c:pt>
                <c:pt idx="288">
                  <c:v>2013-12</c:v>
                </c:pt>
                <c:pt idx="289">
                  <c:v>2014-01</c:v>
                </c:pt>
                <c:pt idx="290">
                  <c:v>2014-02</c:v>
                </c:pt>
                <c:pt idx="291">
                  <c:v>2014-03</c:v>
                </c:pt>
                <c:pt idx="292">
                  <c:v>2014-04</c:v>
                </c:pt>
                <c:pt idx="293">
                  <c:v>2014-05</c:v>
                </c:pt>
                <c:pt idx="294">
                  <c:v>2014-06</c:v>
                </c:pt>
                <c:pt idx="295">
                  <c:v>2014-07</c:v>
                </c:pt>
                <c:pt idx="296">
                  <c:v>2014-08</c:v>
                </c:pt>
                <c:pt idx="297">
                  <c:v>2014-09</c:v>
                </c:pt>
                <c:pt idx="298">
                  <c:v>2014-10</c:v>
                </c:pt>
                <c:pt idx="299">
                  <c:v>2014-11</c:v>
                </c:pt>
                <c:pt idx="300">
                  <c:v>2014-12</c:v>
                </c:pt>
                <c:pt idx="301">
                  <c:v>2015-01</c:v>
                </c:pt>
                <c:pt idx="302">
                  <c:v>2015-02</c:v>
                </c:pt>
                <c:pt idx="303">
                  <c:v>2015-03</c:v>
                </c:pt>
                <c:pt idx="304">
                  <c:v>2015-04</c:v>
                </c:pt>
                <c:pt idx="305">
                  <c:v>2015-05</c:v>
                </c:pt>
                <c:pt idx="306">
                  <c:v>2015-06</c:v>
                </c:pt>
                <c:pt idx="307">
                  <c:v>2015-07</c:v>
                </c:pt>
                <c:pt idx="308">
                  <c:v>2015-08</c:v>
                </c:pt>
                <c:pt idx="309">
                  <c:v>2015-09</c:v>
                </c:pt>
                <c:pt idx="310">
                  <c:v>2015-10</c:v>
                </c:pt>
                <c:pt idx="311">
                  <c:v>2015-11</c:v>
                </c:pt>
                <c:pt idx="312">
                  <c:v>2015-12</c:v>
                </c:pt>
                <c:pt idx="313">
                  <c:v>2016-01</c:v>
                </c:pt>
                <c:pt idx="314">
                  <c:v>2016-02</c:v>
                </c:pt>
                <c:pt idx="315">
                  <c:v>2016-03</c:v>
                </c:pt>
                <c:pt idx="316">
                  <c:v>2016-04</c:v>
                </c:pt>
                <c:pt idx="317">
                  <c:v>2016-05</c:v>
                </c:pt>
                <c:pt idx="318">
                  <c:v>2016-06</c:v>
                </c:pt>
                <c:pt idx="319">
                  <c:v>2016-07</c:v>
                </c:pt>
                <c:pt idx="320">
                  <c:v>2016-08</c:v>
                </c:pt>
                <c:pt idx="321">
                  <c:v>2016-09</c:v>
                </c:pt>
                <c:pt idx="322">
                  <c:v>2016-10</c:v>
                </c:pt>
                <c:pt idx="323">
                  <c:v>2016-11</c:v>
                </c:pt>
                <c:pt idx="324">
                  <c:v>2016-12</c:v>
                </c:pt>
                <c:pt idx="325">
                  <c:v>2017-01</c:v>
                </c:pt>
                <c:pt idx="326">
                  <c:v>2017-02</c:v>
                </c:pt>
                <c:pt idx="327">
                  <c:v>2017-03</c:v>
                </c:pt>
                <c:pt idx="328">
                  <c:v>2017-04</c:v>
                </c:pt>
                <c:pt idx="329">
                  <c:v>2017-05</c:v>
                </c:pt>
                <c:pt idx="330">
                  <c:v>2017-06</c:v>
                </c:pt>
                <c:pt idx="331">
                  <c:v>2017-07</c:v>
                </c:pt>
                <c:pt idx="332">
                  <c:v>2017-08</c:v>
                </c:pt>
                <c:pt idx="333">
                  <c:v>2017-09</c:v>
                </c:pt>
                <c:pt idx="334">
                  <c:v>2017-10</c:v>
                </c:pt>
                <c:pt idx="335">
                  <c:v>2017-11</c:v>
                </c:pt>
                <c:pt idx="336">
                  <c:v>2017-12</c:v>
                </c:pt>
                <c:pt idx="337">
                  <c:v>2018-01</c:v>
                </c:pt>
                <c:pt idx="338">
                  <c:v>2018-02</c:v>
                </c:pt>
                <c:pt idx="339">
                  <c:v>2018-03</c:v>
                </c:pt>
                <c:pt idx="340">
                  <c:v>2018-04</c:v>
                </c:pt>
                <c:pt idx="341">
                  <c:v>2018-05</c:v>
                </c:pt>
                <c:pt idx="342">
                  <c:v>2018-06</c:v>
                </c:pt>
                <c:pt idx="343">
                  <c:v>2018-07</c:v>
                </c:pt>
                <c:pt idx="344">
                  <c:v>2018-08</c:v>
                </c:pt>
                <c:pt idx="345">
                  <c:v>2018-09</c:v>
                </c:pt>
                <c:pt idx="346">
                  <c:v>2018-10</c:v>
                </c:pt>
                <c:pt idx="347">
                  <c:v>2018-11</c:v>
                </c:pt>
                <c:pt idx="348">
                  <c:v>2018-12</c:v>
                </c:pt>
                <c:pt idx="349">
                  <c:v>2019-01</c:v>
                </c:pt>
                <c:pt idx="350">
                  <c:v>2019-02</c:v>
                </c:pt>
                <c:pt idx="351">
                  <c:v>2019-03</c:v>
                </c:pt>
                <c:pt idx="352">
                  <c:v>2019-04</c:v>
                </c:pt>
                <c:pt idx="353">
                  <c:v>2019-05</c:v>
                </c:pt>
                <c:pt idx="354">
                  <c:v>2019-06</c:v>
                </c:pt>
                <c:pt idx="355">
                  <c:v>2019-07</c:v>
                </c:pt>
                <c:pt idx="356">
                  <c:v>2019-08</c:v>
                </c:pt>
                <c:pt idx="357">
                  <c:v>2019-09</c:v>
                </c:pt>
                <c:pt idx="358">
                  <c:v>2019-10</c:v>
                </c:pt>
                <c:pt idx="359">
                  <c:v>2019-11</c:v>
                </c:pt>
                <c:pt idx="360">
                  <c:v>2019-12</c:v>
                </c:pt>
                <c:pt idx="361">
                  <c:v>2020-01</c:v>
                </c:pt>
                <c:pt idx="362">
                  <c:v>2020-02</c:v>
                </c:pt>
                <c:pt idx="363">
                  <c:v>2020-03</c:v>
                </c:pt>
                <c:pt idx="364">
                  <c:v>2020-04</c:v>
                </c:pt>
                <c:pt idx="365">
                  <c:v>2020-05</c:v>
                </c:pt>
                <c:pt idx="366">
                  <c:v>2020-06</c:v>
                </c:pt>
                <c:pt idx="367">
                  <c:v>2020-07</c:v>
                </c:pt>
                <c:pt idx="368">
                  <c:v>2020-08</c:v>
                </c:pt>
                <c:pt idx="369">
                  <c:v>2020-09</c:v>
                </c:pt>
                <c:pt idx="370">
                  <c:v>2020-10</c:v>
                </c:pt>
                <c:pt idx="371">
                  <c:v>2020-11</c:v>
                </c:pt>
                <c:pt idx="372">
                  <c:v>2020-12</c:v>
                </c:pt>
                <c:pt idx="373">
                  <c:v>2021-01</c:v>
                </c:pt>
                <c:pt idx="374">
                  <c:v>2021-02</c:v>
                </c:pt>
                <c:pt idx="375">
                  <c:v>2021-03</c:v>
                </c:pt>
                <c:pt idx="376">
                  <c:v>2021-04</c:v>
                </c:pt>
                <c:pt idx="377">
                  <c:v>2021-05</c:v>
                </c:pt>
                <c:pt idx="378">
                  <c:v>2021-06</c:v>
                </c:pt>
                <c:pt idx="379">
                  <c:v>2021-07</c:v>
                </c:pt>
                <c:pt idx="380">
                  <c:v>2021-08</c:v>
                </c:pt>
                <c:pt idx="381">
                  <c:v>2021-09</c:v>
                </c:pt>
                <c:pt idx="382">
                  <c:v>2021-10</c:v>
                </c:pt>
                <c:pt idx="383">
                  <c:v>2021-11</c:v>
                </c:pt>
                <c:pt idx="384">
                  <c:v>2021-12</c:v>
                </c:pt>
                <c:pt idx="385">
                  <c:v>2022-01</c:v>
                </c:pt>
                <c:pt idx="386">
                  <c:v>2022-02</c:v>
                </c:pt>
                <c:pt idx="387">
                  <c:v>2022-03</c:v>
                </c:pt>
                <c:pt idx="388">
                  <c:v>2022-04</c:v>
                </c:pt>
                <c:pt idx="389">
                  <c:v>2022-05</c:v>
                </c:pt>
                <c:pt idx="390">
                  <c:v>2022-06</c:v>
                </c:pt>
                <c:pt idx="391">
                  <c:v>2022-07</c:v>
                </c:pt>
                <c:pt idx="392">
                  <c:v>2022-08</c:v>
                </c:pt>
                <c:pt idx="393">
                  <c:v>2022-09</c:v>
                </c:pt>
                <c:pt idx="394">
                  <c:v>2022-10</c:v>
                </c:pt>
                <c:pt idx="395">
                  <c:v>2022-11</c:v>
                </c:pt>
                <c:pt idx="396">
                  <c:v>2022-12</c:v>
                </c:pt>
                <c:pt idx="397">
                  <c:v>2023-01</c:v>
                </c:pt>
                <c:pt idx="398">
                  <c:v>2023-02</c:v>
                </c:pt>
                <c:pt idx="399">
                  <c:v>2023-03</c:v>
                </c:pt>
                <c:pt idx="400">
                  <c:v>2023-04</c:v>
                </c:pt>
                <c:pt idx="401">
                  <c:v>2023-05</c:v>
                </c:pt>
                <c:pt idx="402">
                  <c:v>2023-06</c:v>
                </c:pt>
                <c:pt idx="403">
                  <c:v>2023-07</c:v>
                </c:pt>
                <c:pt idx="404">
                  <c:v>2023-08</c:v>
                </c:pt>
                <c:pt idx="405">
                  <c:v>2023-09</c:v>
                </c:pt>
                <c:pt idx="406">
                  <c:v>2023-10</c:v>
                </c:pt>
                <c:pt idx="407">
                  <c:v>2023-11</c:v>
                </c:pt>
                <c:pt idx="408">
                  <c:v>2023-12</c:v>
                </c:pt>
                <c:pt idx="409">
                  <c:v>2024-01</c:v>
                </c:pt>
                <c:pt idx="410">
                  <c:v>2024-02</c:v>
                </c:pt>
                <c:pt idx="411">
                  <c:v>2024-03</c:v>
                </c:pt>
                <c:pt idx="412">
                  <c:v>2024-04</c:v>
                </c:pt>
                <c:pt idx="413">
                  <c:v>2024-05</c:v>
                </c:pt>
                <c:pt idx="414">
                  <c:v>2024-06</c:v>
                </c:pt>
                <c:pt idx="415">
                  <c:v>2024-07</c:v>
                </c:pt>
                <c:pt idx="416">
                  <c:v>2024-08</c:v>
                </c:pt>
                <c:pt idx="417">
                  <c:v>2024-09</c:v>
                </c:pt>
                <c:pt idx="418">
                  <c:v>2024-10</c:v>
                </c:pt>
                <c:pt idx="419">
                  <c:v>2024-11</c:v>
                </c:pt>
                <c:pt idx="420">
                  <c:v>2024-12</c:v>
                </c:pt>
                <c:pt idx="421">
                  <c:v>2025-01</c:v>
                </c:pt>
                <c:pt idx="422">
                  <c:v>2025-02</c:v>
                </c:pt>
                <c:pt idx="423">
                  <c:v>2025-03</c:v>
                </c:pt>
                <c:pt idx="424">
                  <c:v>2025-04</c:v>
                </c:pt>
                <c:pt idx="425">
                  <c:v>2025-05</c:v>
                </c:pt>
                <c:pt idx="426">
                  <c:v>2025-06</c:v>
                </c:pt>
                <c:pt idx="427">
                  <c:v>2025-07</c:v>
                </c:pt>
                <c:pt idx="428">
                  <c:v>2025-08</c:v>
                </c:pt>
                <c:pt idx="429">
                  <c:v>2025-09</c:v>
                </c:pt>
                <c:pt idx="430">
                  <c:v>2025-10</c:v>
                </c:pt>
                <c:pt idx="431">
                  <c:v>2025-11</c:v>
                </c:pt>
                <c:pt idx="432">
                  <c:v>2025-12</c:v>
                </c:pt>
                <c:pt idx="433">
                  <c:v>2026-01</c:v>
                </c:pt>
                <c:pt idx="434">
                  <c:v>2026-02</c:v>
                </c:pt>
                <c:pt idx="435">
                  <c:v>2026-03</c:v>
                </c:pt>
                <c:pt idx="436">
                  <c:v>2026-04</c:v>
                </c:pt>
                <c:pt idx="437">
                  <c:v>2026-05</c:v>
                </c:pt>
                <c:pt idx="438">
                  <c:v>2026-06</c:v>
                </c:pt>
                <c:pt idx="439">
                  <c:v>2026-07</c:v>
                </c:pt>
                <c:pt idx="440">
                  <c:v>2026-08</c:v>
                </c:pt>
              </c:strCache>
            </c:strRef>
          </c:cat>
          <c:val>
            <c:numRef>
              <c:f>Planilha1!$D$2:$D$442</c:f>
              <c:numCache>
                <c:formatCode>General</c:formatCode>
                <c:ptCount val="44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EA-4FB0-9790-C438EA002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4001776"/>
        <c:axId val="1716769648"/>
      </c:lineChart>
      <c:catAx>
        <c:axId val="1734001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16769648"/>
        <c:crosses val="autoZero"/>
        <c:auto val="1"/>
        <c:lblAlgn val="ctr"/>
        <c:lblOffset val="100"/>
        <c:tickLblSkip val="70"/>
        <c:noMultiLvlLbl val="0"/>
      </c:catAx>
      <c:valAx>
        <c:axId val="1716769648"/>
        <c:scaling>
          <c:orientation val="minMax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34001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  <c:userShapes r:id="rId4"/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NIIP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Planilha1!$B$2:$B$51</c:f>
              <c:numCache>
                <c:formatCode>#,##0</c:formatCode>
                <c:ptCount val="50"/>
                <c:pt idx="0">
                  <c:v>3105.5066714220802</c:v>
                </c:pt>
                <c:pt idx="1">
                  <c:v>3030.6017171763688</c:v>
                </c:pt>
                <c:pt idx="2">
                  <c:v>3018.2814726829797</c:v>
                </c:pt>
                <c:pt idx="3">
                  <c:v>2942.5434931819686</c:v>
                </c:pt>
                <c:pt idx="4">
                  <c:v>2756.6541660956273</c:v>
                </c:pt>
                <c:pt idx="5">
                  <c:v>2663.4394504949137</c:v>
                </c:pt>
                <c:pt idx="6">
                  <c:v>2839.6488985214855</c:v>
                </c:pt>
                <c:pt idx="7">
                  <c:v>2689.924774941423</c:v>
                </c:pt>
                <c:pt idx="8">
                  <c:v>3013.547126271897</c:v>
                </c:pt>
                <c:pt idx="9">
                  <c:v>2992.4091773302366</c:v>
                </c:pt>
                <c:pt idx="10">
                  <c:v>3014.0110016967251</c:v>
                </c:pt>
                <c:pt idx="11">
                  <c:v>2899.237142677337</c:v>
                </c:pt>
                <c:pt idx="12">
                  <c:v>2886.0883927503951</c:v>
                </c:pt>
                <c:pt idx="13">
                  <c:v>2983.9398237014047</c:v>
                </c:pt>
                <c:pt idx="14">
                  <c:v>3054.6779085722542</c:v>
                </c:pt>
                <c:pt idx="15">
                  <c:v>2915.7122555681976</c:v>
                </c:pt>
                <c:pt idx="16">
                  <c:v>2943.2476981860837</c:v>
                </c:pt>
                <c:pt idx="17">
                  <c:v>2946.9725740888466</c:v>
                </c:pt>
                <c:pt idx="18">
                  <c:v>2955.9293971135817</c:v>
                </c:pt>
                <c:pt idx="19">
                  <c:v>3043.2426554865715</c:v>
                </c:pt>
                <c:pt idx="20">
                  <c:v>3203.9519795437104</c:v>
                </c:pt>
                <c:pt idx="21">
                  <c:v>3298.9909177975082</c:v>
                </c:pt>
                <c:pt idx="22">
                  <c:v>3293.5093918541934</c:v>
                </c:pt>
                <c:pt idx="23">
                  <c:v>3272.3348090301647</c:v>
                </c:pt>
                <c:pt idx="24">
                  <c:v>3360.4910683187932</c:v>
                </c:pt>
                <c:pt idx="25">
                  <c:v>3425.6103931837492</c:v>
                </c:pt>
                <c:pt idx="26">
                  <c:v>3491.4337667749483</c:v>
                </c:pt>
                <c:pt idx="27">
                  <c:v>3468.2914046121596</c:v>
                </c:pt>
                <c:pt idx="28">
                  <c:v>3444.895127926542</c:v>
                </c:pt>
                <c:pt idx="29">
                  <c:v>3562.5340009245529</c:v>
                </c:pt>
                <c:pt idx="30">
                  <c:v>3485.3532556894002</c:v>
                </c:pt>
                <c:pt idx="31">
                  <c:v>3671.2409154119769</c:v>
                </c:pt>
                <c:pt idx="32">
                  <c:v>3614.9974615736219</c:v>
                </c:pt>
                <c:pt idx="33">
                  <c:v>3401.474598374612</c:v>
                </c:pt>
                <c:pt idx="34">
                  <c:v>3226.424667601405</c:v>
                </c:pt>
                <c:pt idx="35">
                  <c:v>3113.0758078431718</c:v>
                </c:pt>
                <c:pt idx="36">
                  <c:v>3273.0953590450108</c:v>
                </c:pt>
                <c:pt idx="37">
                  <c:v>3303.425838349553</c:v>
                </c:pt>
                <c:pt idx="38">
                  <c:v>3147.5464168554904</c:v>
                </c:pt>
                <c:pt idx="39">
                  <c:v>3279.5116039213367</c:v>
                </c:pt>
                <c:pt idx="40">
                  <c:v>3234.4248310957382</c:v>
                </c:pt>
                <c:pt idx="41">
                  <c:v>3411.1491194729506</c:v>
                </c:pt>
                <c:pt idx="42">
                  <c:v>3504.400016788617</c:v>
                </c:pt>
                <c:pt idx="43">
                  <c:v>3465.5425405830279</c:v>
                </c:pt>
                <c:pt idx="44">
                  <c:v>3520.8603922242137</c:v>
                </c:pt>
                <c:pt idx="45">
                  <c:v>3626.8501247547301</c:v>
                </c:pt>
                <c:pt idx="46">
                  <c:v>3661.5202325938421</c:v>
                </c:pt>
                <c:pt idx="47">
                  <c:v>3602.9246704935385</c:v>
                </c:pt>
                <c:pt idx="48">
                  <c:v>3530.1201706298166</c:v>
                </c:pt>
                <c:pt idx="49">
                  <c:v>3489.9981339802198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5D-4A56-A98F-FA73C8DBB21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Planilha1!$C$2:$C$51</c:f>
              <c:numCache>
                <c:formatCode>General</c:formatCode>
                <c:ptCount val="5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5D-4A56-A98F-FA73C8DBB21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Planilha1!$D$2:$D$51</c:f>
              <c:numCache>
                <c:formatCode>General</c:formatCode>
                <c:ptCount val="5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5D-4A56-A98F-FA73C8DBB21D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Coluna3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Planilha1!$E$2:$E$51</c:f>
              <c:numCache>
                <c:formatCode>General</c:formatCode>
                <c:ptCount val="5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E5D-4A56-A98F-FA73C8DBB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79343551"/>
        <c:axId val="1014145007"/>
      </c:lineChart>
      <c:catAx>
        <c:axId val="1579343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145007"/>
        <c:crosses val="autoZero"/>
        <c:auto val="1"/>
        <c:lblAlgn val="ctr"/>
        <c:lblOffset val="100"/>
        <c:tickLblSkip val="6"/>
        <c:noMultiLvlLbl val="0"/>
      </c:catAx>
      <c:valAx>
        <c:axId val="1014145007"/>
        <c:scaling>
          <c:orientation val="minMax"/>
          <c:min val="2500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579343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Goods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Planilha1!$B$2:$B$67</c:f>
              <c:numCache>
                <c:formatCode>#,##0.0</c:formatCode>
                <c:ptCount val="66"/>
                <c:pt idx="0">
                  <c:v>87.051648090466031</c:v>
                </c:pt>
                <c:pt idx="1">
                  <c:v>98.108613207872025</c:v>
                </c:pt>
                <c:pt idx="2">
                  <c:v>107.47902032270716</c:v>
                </c:pt>
                <c:pt idx="3">
                  <c:v>108.56424392568894</c:v>
                </c:pt>
                <c:pt idx="4">
                  <c:v>93.256248446791602</c:v>
                </c:pt>
                <c:pt idx="5">
                  <c:v>57.585438160058601</c:v>
                </c:pt>
                <c:pt idx="6">
                  <c:v>32.04737741443995</c:v>
                </c:pt>
                <c:pt idx="7">
                  <c:v>-4.4888546409627867</c:v>
                </c:pt>
                <c:pt idx="8">
                  <c:v>-27.763911896763116</c:v>
                </c:pt>
                <c:pt idx="9">
                  <c:v>-28.145743049352539</c:v>
                </c:pt>
                <c:pt idx="10">
                  <c:v>-44.258233719134459</c:v>
                </c:pt>
                <c:pt idx="11">
                  <c:v>-53.457652145782603</c:v>
                </c:pt>
                <c:pt idx="12">
                  <c:v>-62.350275494895733</c:v>
                </c:pt>
                <c:pt idx="13">
                  <c:v>-67.835319198542791</c:v>
                </c:pt>
                <c:pt idx="14">
                  <c:v>-76.538592461259697</c:v>
                </c:pt>
                <c:pt idx="15">
                  <c:v>-89.667347990924682</c:v>
                </c:pt>
                <c:pt idx="16">
                  <c:v>-109.6608532692505</c:v>
                </c:pt>
                <c:pt idx="17">
                  <c:v>-114.56176023171901</c:v>
                </c:pt>
                <c:pt idx="18">
                  <c:v>-115.31145547770031</c:v>
                </c:pt>
                <c:pt idx="19">
                  <c:v>-99.912864826537358</c:v>
                </c:pt>
                <c:pt idx="20">
                  <c:v>-62.178310020938504</c:v>
                </c:pt>
                <c:pt idx="21">
                  <c:v>-42.881379955221831</c:v>
                </c:pt>
                <c:pt idx="22">
                  <c:v>-22.930418128677687</c:v>
                </c:pt>
                <c:pt idx="23">
                  <c:v>-7.3351642402439161</c:v>
                </c:pt>
                <c:pt idx="24">
                  <c:v>2.8520080815496742</c:v>
                </c:pt>
                <c:pt idx="25">
                  <c:v>17.196933694236638</c:v>
                </c:pt>
                <c:pt idx="26">
                  <c:v>35.228756137580987</c:v>
                </c:pt>
                <c:pt idx="27">
                  <c:v>51.157658180122183</c:v>
                </c:pt>
                <c:pt idx="28">
                  <c:v>53.629455943005972</c:v>
                </c:pt>
                <c:pt idx="29">
                  <c:v>48.642456986378555</c:v>
                </c:pt>
                <c:pt idx="30">
                  <c:v>49.868493127480498</c:v>
                </c:pt>
                <c:pt idx="31">
                  <c:v>43.846253007442293</c:v>
                </c:pt>
                <c:pt idx="32">
                  <c:v>40.826537807242133</c:v>
                </c:pt>
                <c:pt idx="33">
                  <c:v>42.103205366770226</c:v>
                </c:pt>
                <c:pt idx="34">
                  <c:v>26.912270540677678</c:v>
                </c:pt>
                <c:pt idx="35">
                  <c:v>10.568486105952928</c:v>
                </c:pt>
                <c:pt idx="36">
                  <c:v>5.3683040573166441</c:v>
                </c:pt>
                <c:pt idx="37">
                  <c:v>-5.4639839274146338</c:v>
                </c:pt>
                <c:pt idx="38">
                  <c:v>-7.1602014323513981</c:v>
                </c:pt>
                <c:pt idx="39">
                  <c:v>1.3616358399334845</c:v>
                </c:pt>
                <c:pt idx="40">
                  <c:v>3.440948332082141</c:v>
                </c:pt>
                <c:pt idx="41">
                  <c:v>-9.8964275482521469</c:v>
                </c:pt>
                <c:pt idx="42">
                  <c:v>4.9401526770541526</c:v>
                </c:pt>
                <c:pt idx="43">
                  <c:v>26.646304850529425</c:v>
                </c:pt>
                <c:pt idx="44">
                  <c:v>36.252478983677271</c:v>
                </c:pt>
                <c:pt idx="45">
                  <c:v>59.136417226263745</c:v>
                </c:pt>
                <c:pt idx="46">
                  <c:v>45.424735846524122</c:v>
                </c:pt>
                <c:pt idx="47">
                  <c:v>16.704108215452205</c:v>
                </c:pt>
                <c:pt idx="48">
                  <c:v>-12.553994374452692</c:v>
                </c:pt>
                <c:pt idx="49">
                  <c:v>-49.368961699254896</c:v>
                </c:pt>
                <c:pt idx="50">
                  <c:v>-88.41402574627898</c:v>
                </c:pt>
                <c:pt idx="51">
                  <c:v>-115.72508867108496</c:v>
                </c:pt>
                <c:pt idx="52">
                  <c:v>-131.57992719920531</c:v>
                </c:pt>
                <c:pt idx="53">
                  <c:v>-111.11530081127755</c:v>
                </c:pt>
                <c:pt idx="54">
                  <c:v>-73.756757421481694</c:v>
                </c:pt>
                <c:pt idx="55">
                  <c:v>-48.676715629209909</c:v>
                </c:pt>
                <c:pt idx="56">
                  <c:v>-24.121459375888143</c:v>
                </c:pt>
                <c:pt idx="57">
                  <c:v>-22.051966700339946</c:v>
                </c:pt>
                <c:pt idx="58">
                  <c:v>-26.63871019660408</c:v>
                </c:pt>
                <c:pt idx="59">
                  <c:v>-18.01346463630561</c:v>
                </c:pt>
                <c:pt idx="60">
                  <c:v>-19.902833102403612</c:v>
                </c:pt>
                <c:pt idx="61">
                  <c:v>-14.314960993102105</c:v>
                </c:pt>
                <c:pt idx="62">
                  <c:v>-6.8546105452631174</c:v>
                </c:pt>
                <c:pt idx="63">
                  <c:v>-3.7531262739937414</c:v>
                </c:pt>
                <c:pt idx="64">
                  <c:v>8.6794267861869816</c:v>
                </c:pt>
                <c:pt idx="65">
                  <c:v>10.568606345215681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85-46F0-8541-DB325A6810F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Services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Planilha1!$C$2:$C$67</c:f>
              <c:numCache>
                <c:formatCode>#,##0.0</c:formatCode>
                <c:ptCount val="66"/>
                <c:pt idx="0">
                  <c:v>-34.138490543590642</c:v>
                </c:pt>
                <c:pt idx="1">
                  <c:v>-32.760924035134629</c:v>
                </c:pt>
                <c:pt idx="2">
                  <c:v>-31.136152113582689</c:v>
                </c:pt>
                <c:pt idx="3">
                  <c:v>-30.336355478385865</c:v>
                </c:pt>
                <c:pt idx="4">
                  <c:v>-29.19136018079594</c:v>
                </c:pt>
                <c:pt idx="5">
                  <c:v>-29.087147599595998</c:v>
                </c:pt>
                <c:pt idx="6">
                  <c:v>-32.326063769123238</c:v>
                </c:pt>
                <c:pt idx="7">
                  <c:v>-35.115316354191769</c:v>
                </c:pt>
                <c:pt idx="8">
                  <c:v>-35.810077804843033</c:v>
                </c:pt>
                <c:pt idx="9">
                  <c:v>-40.659944746234331</c:v>
                </c:pt>
                <c:pt idx="10">
                  <c:v>-45.118990724151885</c:v>
                </c:pt>
                <c:pt idx="11">
                  <c:v>-47.70422436847727</c:v>
                </c:pt>
                <c:pt idx="12">
                  <c:v>-49.295434628994883</c:v>
                </c:pt>
                <c:pt idx="13">
                  <c:v>-43.602019948626847</c:v>
                </c:pt>
                <c:pt idx="14">
                  <c:v>-38.25615757437626</c:v>
                </c:pt>
                <c:pt idx="15">
                  <c:v>-35.489184534644984</c:v>
                </c:pt>
                <c:pt idx="16">
                  <c:v>-34.332471580884359</c:v>
                </c:pt>
                <c:pt idx="17">
                  <c:v>-34.828719342013137</c:v>
                </c:pt>
                <c:pt idx="18">
                  <c:v>-34.335533423022333</c:v>
                </c:pt>
                <c:pt idx="19">
                  <c:v>-28.809740734821339</c:v>
                </c:pt>
                <c:pt idx="20">
                  <c:v>-25.816800073351725</c:v>
                </c:pt>
                <c:pt idx="21">
                  <c:v>-22.94678458387925</c:v>
                </c:pt>
                <c:pt idx="22">
                  <c:v>-16.452681777768188</c:v>
                </c:pt>
                <c:pt idx="23">
                  <c:v>-15.943866947588988</c:v>
                </c:pt>
                <c:pt idx="24">
                  <c:v>-10.689080325495844</c:v>
                </c:pt>
                <c:pt idx="25">
                  <c:v>-9.5633049324949688</c:v>
                </c:pt>
                <c:pt idx="26">
                  <c:v>-10.508057362434394</c:v>
                </c:pt>
                <c:pt idx="27">
                  <c:v>-10.708022435758179</c:v>
                </c:pt>
                <c:pt idx="28">
                  <c:v>-12.865623989705664</c:v>
                </c:pt>
                <c:pt idx="29">
                  <c:v>-11.071559087680169</c:v>
                </c:pt>
                <c:pt idx="30">
                  <c:v>-10.151570353496757</c:v>
                </c:pt>
                <c:pt idx="31">
                  <c:v>-6.2008007742553168</c:v>
                </c:pt>
                <c:pt idx="32">
                  <c:v>-4.3742427715254477</c:v>
                </c:pt>
                <c:pt idx="33">
                  <c:v>-7.5665384084055889</c:v>
                </c:pt>
                <c:pt idx="34">
                  <c:v>-7.1362515105332456</c:v>
                </c:pt>
                <c:pt idx="35">
                  <c:v>-9.1850243525643069</c:v>
                </c:pt>
                <c:pt idx="36">
                  <c:v>-10.998507851526679</c:v>
                </c:pt>
                <c:pt idx="37">
                  <c:v>-8.5335870071023798</c:v>
                </c:pt>
                <c:pt idx="38">
                  <c:v>-11.088325365070396</c:v>
                </c:pt>
                <c:pt idx="39">
                  <c:v>-9.9753954155025522</c:v>
                </c:pt>
                <c:pt idx="40">
                  <c:v>-15.919067709101414</c:v>
                </c:pt>
                <c:pt idx="41">
                  <c:v>-24.641701019572885</c:v>
                </c:pt>
                <c:pt idx="42">
                  <c:v>-28.883524899402524</c:v>
                </c:pt>
                <c:pt idx="43">
                  <c:v>-34.253803239817195</c:v>
                </c:pt>
                <c:pt idx="44">
                  <c:v>-33.218776437003228</c:v>
                </c:pt>
                <c:pt idx="45">
                  <c:v>-35.644146876283529</c:v>
                </c:pt>
                <c:pt idx="46">
                  <c:v>-36.483704443688801</c:v>
                </c:pt>
                <c:pt idx="47">
                  <c:v>-38.514354005121568</c:v>
                </c:pt>
                <c:pt idx="48">
                  <c:v>-43.677258782257439</c:v>
                </c:pt>
                <c:pt idx="49">
                  <c:v>-40.212477759808003</c:v>
                </c:pt>
                <c:pt idx="50">
                  <c:v>-44.252013891579089</c:v>
                </c:pt>
                <c:pt idx="51">
                  <c:v>-42.236502223033135</c:v>
                </c:pt>
                <c:pt idx="52">
                  <c:v>-39.835730488261255</c:v>
                </c:pt>
                <c:pt idx="53">
                  <c:v>-37.106414745091683</c:v>
                </c:pt>
                <c:pt idx="54">
                  <c:v>-32.189315667404955</c:v>
                </c:pt>
                <c:pt idx="55">
                  <c:v>-24.162126434985765</c:v>
                </c:pt>
                <c:pt idx="56">
                  <c:v>-22.678995848849048</c:v>
                </c:pt>
                <c:pt idx="57">
                  <c:v>-21.893295831297706</c:v>
                </c:pt>
                <c:pt idx="58">
                  <c:v>-20.539811031620157</c:v>
                </c:pt>
                <c:pt idx="59">
                  <c:v>-21.09889453630614</c:v>
                </c:pt>
                <c:pt idx="60">
                  <c:v>-20.573289672356335</c:v>
                </c:pt>
                <c:pt idx="61">
                  <c:v>-18.187324287538015</c:v>
                </c:pt>
                <c:pt idx="62">
                  <c:v>-19.724746016810673</c:v>
                </c:pt>
                <c:pt idx="63">
                  <c:v>-23.10250942423875</c:v>
                </c:pt>
                <c:pt idx="64">
                  <c:v>-25.147093017896289</c:v>
                </c:pt>
                <c:pt idx="65">
                  <c:v>-24.027163119016002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85-46F0-8541-DB325A6810F5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Primary Income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Planilha1!$D$2:$D$67</c:f>
              <c:numCache>
                <c:formatCode>#,##0.0</c:formatCode>
                <c:ptCount val="66"/>
                <c:pt idx="0">
                  <c:v>139.96497404858786</c:v>
                </c:pt>
                <c:pt idx="1">
                  <c:v>141.73988190621941</c:v>
                </c:pt>
                <c:pt idx="2">
                  <c:v>149.60580414314967</c:v>
                </c:pt>
                <c:pt idx="3">
                  <c:v>155.15106623962757</c:v>
                </c:pt>
                <c:pt idx="4">
                  <c:v>163.27433717393114</c:v>
                </c:pt>
                <c:pt idx="5">
                  <c:v>173.56643642933</c:v>
                </c:pt>
                <c:pt idx="6">
                  <c:v>181.34181687597143</c:v>
                </c:pt>
                <c:pt idx="7">
                  <c:v>183.18864137481057</c:v>
                </c:pt>
                <c:pt idx="8">
                  <c:v>181.15855834081438</c:v>
                </c:pt>
                <c:pt idx="9">
                  <c:v>178.83519758005053</c:v>
                </c:pt>
                <c:pt idx="10">
                  <c:v>176.22281640488745</c:v>
                </c:pt>
                <c:pt idx="11">
                  <c:v>175.63077460034975</c:v>
                </c:pt>
                <c:pt idx="12">
                  <c:v>174.06332226750499</c:v>
                </c:pt>
                <c:pt idx="13">
                  <c:v>180.80942432559033</c:v>
                </c:pt>
                <c:pt idx="14">
                  <c:v>181.27769578535828</c:v>
                </c:pt>
                <c:pt idx="15">
                  <c:v>181.70941746567502</c:v>
                </c:pt>
                <c:pt idx="16">
                  <c:v>182.92592831064059</c:v>
                </c:pt>
                <c:pt idx="17">
                  <c:v>176.63374504973746</c:v>
                </c:pt>
                <c:pt idx="18">
                  <c:v>180.4736757066326</c:v>
                </c:pt>
                <c:pt idx="19">
                  <c:v>184.10454002702272</c:v>
                </c:pt>
                <c:pt idx="20">
                  <c:v>182.7334187949466</c:v>
                </c:pt>
                <c:pt idx="21">
                  <c:v>183.41331968305863</c:v>
                </c:pt>
                <c:pt idx="22">
                  <c:v>178.83470420236702</c:v>
                </c:pt>
                <c:pt idx="23">
                  <c:v>176.05389149566517</c:v>
                </c:pt>
                <c:pt idx="24">
                  <c:v>177.78540579255881</c:v>
                </c:pt>
                <c:pt idx="25">
                  <c:v>176.44605876685972</c:v>
                </c:pt>
                <c:pt idx="26">
                  <c:v>179.78068843291021</c:v>
                </c:pt>
                <c:pt idx="27">
                  <c:v>176.4006129515362</c:v>
                </c:pt>
                <c:pt idx="28">
                  <c:v>179.11493619411135</c:v>
                </c:pt>
                <c:pt idx="29">
                  <c:v>179.3393243487254</c:v>
                </c:pt>
                <c:pt idx="30">
                  <c:v>182.20017728985573</c:v>
                </c:pt>
                <c:pt idx="31">
                  <c:v>184.52424092609488</c:v>
                </c:pt>
                <c:pt idx="32">
                  <c:v>185.64412835418648</c:v>
                </c:pt>
                <c:pt idx="33">
                  <c:v>190.58362939895494</c:v>
                </c:pt>
                <c:pt idx="34">
                  <c:v>191.87036902314873</c:v>
                </c:pt>
                <c:pt idx="35">
                  <c:v>194.01396693735302</c:v>
                </c:pt>
                <c:pt idx="36">
                  <c:v>196.44786764266405</c:v>
                </c:pt>
                <c:pt idx="37">
                  <c:v>196.28819055608349</c:v>
                </c:pt>
                <c:pt idx="38">
                  <c:v>199.40184001877793</c:v>
                </c:pt>
                <c:pt idx="39">
                  <c:v>197.79153978221484</c:v>
                </c:pt>
                <c:pt idx="40">
                  <c:v>197.98034983888789</c:v>
                </c:pt>
                <c:pt idx="41">
                  <c:v>190.11441961745584</c:v>
                </c:pt>
                <c:pt idx="42">
                  <c:v>180.06594989557982</c:v>
                </c:pt>
                <c:pt idx="43">
                  <c:v>181.7664540870849</c:v>
                </c:pt>
                <c:pt idx="44">
                  <c:v>183.54926161745675</c:v>
                </c:pt>
                <c:pt idx="45">
                  <c:v>206.50931197517116</c:v>
                </c:pt>
                <c:pt idx="46">
                  <c:v>225.80983499790355</c:v>
                </c:pt>
                <c:pt idx="47">
                  <c:v>239.86481372898891</c:v>
                </c:pt>
                <c:pt idx="48">
                  <c:v>257.71495283294371</c:v>
                </c:pt>
                <c:pt idx="49">
                  <c:v>257.07055436808253</c:v>
                </c:pt>
                <c:pt idx="50">
                  <c:v>259.46319954261315</c:v>
                </c:pt>
                <c:pt idx="51">
                  <c:v>267.681676864412</c:v>
                </c:pt>
                <c:pt idx="52">
                  <c:v>261.31593619182854</c:v>
                </c:pt>
                <c:pt idx="53">
                  <c:v>265.62892755439992</c:v>
                </c:pt>
                <c:pt idx="54">
                  <c:v>267.55649785655424</c:v>
                </c:pt>
                <c:pt idx="55">
                  <c:v>260.85073132619868</c:v>
                </c:pt>
                <c:pt idx="56">
                  <c:v>259.8771587790722</c:v>
                </c:pt>
                <c:pt idx="57">
                  <c:v>259.17422692395417</c:v>
                </c:pt>
                <c:pt idx="58">
                  <c:v>267.86153033876792</c:v>
                </c:pt>
                <c:pt idx="59">
                  <c:v>266.75157576329491</c:v>
                </c:pt>
                <c:pt idx="60">
                  <c:v>272.15239526357618</c:v>
                </c:pt>
                <c:pt idx="61">
                  <c:v>272.31633311223226</c:v>
                </c:pt>
                <c:pt idx="62">
                  <c:v>278.32169791777505</c:v>
                </c:pt>
                <c:pt idx="63">
                  <c:v>280.02161511359543</c:v>
                </c:pt>
                <c:pt idx="64">
                  <c:v>281.00824374040587</c:v>
                </c:pt>
                <c:pt idx="65">
                  <c:v>272.4588220434448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85-46F0-8541-DB325A6810F5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Secundary Income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Planilha1!$E$2:$E$67</c:f>
              <c:numCache>
                <c:formatCode>#,##0.0</c:formatCode>
                <c:ptCount val="66"/>
                <c:pt idx="0">
                  <c:v>-11.572973303347878</c:v>
                </c:pt>
                <c:pt idx="1">
                  <c:v>-11.307705274669788</c:v>
                </c:pt>
                <c:pt idx="2">
                  <c:v>-12.109982542286438</c:v>
                </c:pt>
                <c:pt idx="3">
                  <c:v>-12.398537251724147</c:v>
                </c:pt>
                <c:pt idx="4">
                  <c:v>-13.789059875894159</c:v>
                </c:pt>
                <c:pt idx="5">
                  <c:v>-13.926840604061834</c:v>
                </c:pt>
                <c:pt idx="6">
                  <c:v>-13.566970007407694</c:v>
                </c:pt>
                <c:pt idx="7">
                  <c:v>-13.839882912089873</c:v>
                </c:pt>
                <c:pt idx="8">
                  <c:v>-13.817764792489058</c:v>
                </c:pt>
                <c:pt idx="9">
                  <c:v>-14.237072982099214</c:v>
                </c:pt>
                <c:pt idx="10">
                  <c:v>-14.086262207494952</c:v>
                </c:pt>
                <c:pt idx="11">
                  <c:v>-14.340499434757419</c:v>
                </c:pt>
                <c:pt idx="12">
                  <c:v>-11.600935092844736</c:v>
                </c:pt>
                <c:pt idx="13">
                  <c:v>-11.057246736533221</c:v>
                </c:pt>
                <c:pt idx="14">
                  <c:v>-10.45033330527261</c:v>
                </c:pt>
                <c:pt idx="15">
                  <c:v>-10.121025286432864</c:v>
                </c:pt>
                <c:pt idx="16">
                  <c:v>-14.345440528881914</c:v>
                </c:pt>
                <c:pt idx="17">
                  <c:v>-15.912796025921974</c:v>
                </c:pt>
                <c:pt idx="18">
                  <c:v>-18.31662433930866</c:v>
                </c:pt>
                <c:pt idx="19">
                  <c:v>-18.979445206093317</c:v>
                </c:pt>
                <c:pt idx="20">
                  <c:v>-17.569392983242601</c:v>
                </c:pt>
                <c:pt idx="21">
                  <c:v>-16.557776097281288</c:v>
                </c:pt>
                <c:pt idx="22">
                  <c:v>-16.41159203785984</c:v>
                </c:pt>
                <c:pt idx="23">
                  <c:v>-16.27176665721645</c:v>
                </c:pt>
                <c:pt idx="24">
                  <c:v>-16.816450435691713</c:v>
                </c:pt>
                <c:pt idx="25">
                  <c:v>-17.791340705725457</c:v>
                </c:pt>
                <c:pt idx="26">
                  <c:v>-19.053101286280096</c:v>
                </c:pt>
                <c:pt idx="27">
                  <c:v>-19.71408894872831</c:v>
                </c:pt>
                <c:pt idx="28">
                  <c:v>-19.43702170248099</c:v>
                </c:pt>
                <c:pt idx="29">
                  <c:v>-18.637286811610437</c:v>
                </c:pt>
                <c:pt idx="30">
                  <c:v>-18.324649478972731</c:v>
                </c:pt>
                <c:pt idx="31">
                  <c:v>-18.95384760350019</c:v>
                </c:pt>
                <c:pt idx="32">
                  <c:v>-19.644278941502183</c:v>
                </c:pt>
                <c:pt idx="33">
                  <c:v>-19.844572474985839</c:v>
                </c:pt>
                <c:pt idx="34">
                  <c:v>-19.591562821345327</c:v>
                </c:pt>
                <c:pt idx="35">
                  <c:v>-18.185380402538797</c:v>
                </c:pt>
                <c:pt idx="36">
                  <c:v>-15.649354688285573</c:v>
                </c:pt>
                <c:pt idx="37">
                  <c:v>-13.241783796578387</c:v>
                </c:pt>
                <c:pt idx="38">
                  <c:v>-13.120930406144403</c:v>
                </c:pt>
                <c:pt idx="39">
                  <c:v>-12.597509253450966</c:v>
                </c:pt>
                <c:pt idx="40">
                  <c:v>-13.661552098761891</c:v>
                </c:pt>
                <c:pt idx="41">
                  <c:v>-15.360380089444718</c:v>
                </c:pt>
                <c:pt idx="42">
                  <c:v>-20.846986400842098</c:v>
                </c:pt>
                <c:pt idx="43">
                  <c:v>-24.145168995990364</c:v>
                </c:pt>
                <c:pt idx="44">
                  <c:v>-26.281641243148108</c:v>
                </c:pt>
                <c:pt idx="45">
                  <c:v>-27.349358582266447</c:v>
                </c:pt>
                <c:pt idx="46">
                  <c:v>-22.985752677508177</c:v>
                </c:pt>
                <c:pt idx="47">
                  <c:v>-21.559904011940361</c:v>
                </c:pt>
                <c:pt idx="48">
                  <c:v>-21.759561317545788</c:v>
                </c:pt>
                <c:pt idx="49">
                  <c:v>-20.695207972910115</c:v>
                </c:pt>
                <c:pt idx="50">
                  <c:v>-19.162274355759575</c:v>
                </c:pt>
                <c:pt idx="51">
                  <c:v>-19.507452343238846</c:v>
                </c:pt>
                <c:pt idx="52">
                  <c:v>-22.450237525356783</c:v>
                </c:pt>
                <c:pt idx="53">
                  <c:v>-25.657242145480684</c:v>
                </c:pt>
                <c:pt idx="54">
                  <c:v>-28.567493335981819</c:v>
                </c:pt>
                <c:pt idx="55">
                  <c:v>-29.655464370570261</c:v>
                </c:pt>
                <c:pt idx="56">
                  <c:v>-30.270158761666696</c:v>
                </c:pt>
                <c:pt idx="57">
                  <c:v>-29.995143827434084</c:v>
                </c:pt>
                <c:pt idx="58">
                  <c:v>-31.591321956264913</c:v>
                </c:pt>
                <c:pt idx="59">
                  <c:v>-34.06502457280051</c:v>
                </c:pt>
                <c:pt idx="60">
                  <c:v>-34.242453288699622</c:v>
                </c:pt>
                <c:pt idx="61">
                  <c:v>-38.580511073815359</c:v>
                </c:pt>
                <c:pt idx="62">
                  <c:v>-39.517069585349745</c:v>
                </c:pt>
                <c:pt idx="63">
                  <c:v>-37.363734671059518</c:v>
                </c:pt>
                <c:pt idx="64">
                  <c:v>-34.864774142685967</c:v>
                </c:pt>
                <c:pt idx="65">
                  <c:v>-28.728856907990327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C85-46F0-8541-DB325A681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6117983"/>
        <c:axId val="1014335567"/>
      </c:lineChart>
      <c:catAx>
        <c:axId val="1106117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rgbClr val="1A171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335567"/>
        <c:crossesAt val="-15000"/>
        <c:auto val="1"/>
        <c:lblAlgn val="ctr"/>
        <c:lblOffset val="100"/>
        <c:tickLblSkip val="6"/>
        <c:noMultiLvlLbl val="0"/>
      </c:catAx>
      <c:valAx>
        <c:axId val="1014335567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106117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Planilha1!$A$2:$A$94</c:f>
              <c:strCache>
                <c:ptCount val="93"/>
                <c:pt idx="0">
                  <c:v>2003Q1</c:v>
                </c:pt>
                <c:pt idx="1">
                  <c:v>2003Q2</c:v>
                </c:pt>
                <c:pt idx="2">
                  <c:v>2003Q3</c:v>
                </c:pt>
                <c:pt idx="3">
                  <c:v>2003Q4</c:v>
                </c:pt>
                <c:pt idx="4">
                  <c:v>2004Q1</c:v>
                </c:pt>
                <c:pt idx="5">
                  <c:v>2004Q2</c:v>
                </c:pt>
                <c:pt idx="6">
                  <c:v>2004Q3</c:v>
                </c:pt>
                <c:pt idx="7">
                  <c:v>2004Q4</c:v>
                </c:pt>
                <c:pt idx="8">
                  <c:v>2005Q1</c:v>
                </c:pt>
                <c:pt idx="9">
                  <c:v>2005Q2</c:v>
                </c:pt>
                <c:pt idx="10">
                  <c:v>2005Q3</c:v>
                </c:pt>
                <c:pt idx="11">
                  <c:v>2005Q4</c:v>
                </c:pt>
                <c:pt idx="12">
                  <c:v>2006Q1</c:v>
                </c:pt>
                <c:pt idx="13">
                  <c:v>2006Q2</c:v>
                </c:pt>
                <c:pt idx="14">
                  <c:v>2006Q3</c:v>
                </c:pt>
                <c:pt idx="15">
                  <c:v>2006Q4</c:v>
                </c:pt>
                <c:pt idx="16">
                  <c:v>2007Q1</c:v>
                </c:pt>
                <c:pt idx="17">
                  <c:v>2007Q2</c:v>
                </c:pt>
                <c:pt idx="18">
                  <c:v>2007Q3</c:v>
                </c:pt>
                <c:pt idx="19">
                  <c:v>2007Q4</c:v>
                </c:pt>
                <c:pt idx="20">
                  <c:v>2008Q1</c:v>
                </c:pt>
                <c:pt idx="21">
                  <c:v>2008Q2</c:v>
                </c:pt>
                <c:pt idx="22">
                  <c:v>2008Q3</c:v>
                </c:pt>
                <c:pt idx="23">
                  <c:v>2008Q4</c:v>
                </c:pt>
                <c:pt idx="24">
                  <c:v>2009Q1</c:v>
                </c:pt>
                <c:pt idx="25">
                  <c:v>2009Q2</c:v>
                </c:pt>
                <c:pt idx="26">
                  <c:v>2009Q3</c:v>
                </c:pt>
                <c:pt idx="27">
                  <c:v>2009Q4</c:v>
                </c:pt>
                <c:pt idx="28">
                  <c:v>2010Q1</c:v>
                </c:pt>
                <c:pt idx="29">
                  <c:v>2010Q2</c:v>
                </c:pt>
                <c:pt idx="30">
                  <c:v>2010Q3</c:v>
                </c:pt>
                <c:pt idx="31">
                  <c:v>2010Q4</c:v>
                </c:pt>
                <c:pt idx="32">
                  <c:v>2011Q1</c:v>
                </c:pt>
                <c:pt idx="33">
                  <c:v>2011Q2</c:v>
                </c:pt>
                <c:pt idx="34">
                  <c:v>2011Q3</c:v>
                </c:pt>
                <c:pt idx="35">
                  <c:v>2011Q4</c:v>
                </c:pt>
                <c:pt idx="36">
                  <c:v>2012Q1</c:v>
                </c:pt>
                <c:pt idx="37">
                  <c:v>2012Q2</c:v>
                </c:pt>
                <c:pt idx="38">
                  <c:v>2012Q3</c:v>
                </c:pt>
                <c:pt idx="39">
                  <c:v>2012Q4</c:v>
                </c:pt>
                <c:pt idx="40">
                  <c:v>2013Q1</c:v>
                </c:pt>
                <c:pt idx="41">
                  <c:v>2013Q2</c:v>
                </c:pt>
                <c:pt idx="42">
                  <c:v>2013Q3</c:v>
                </c:pt>
                <c:pt idx="43">
                  <c:v>2013Q4</c:v>
                </c:pt>
                <c:pt idx="44">
                  <c:v>2014Q1</c:v>
                </c:pt>
                <c:pt idx="45">
                  <c:v>2014Q2</c:v>
                </c:pt>
                <c:pt idx="46">
                  <c:v>2014Q3</c:v>
                </c:pt>
                <c:pt idx="47">
                  <c:v>2014Q4</c:v>
                </c:pt>
                <c:pt idx="48">
                  <c:v>2015Q1</c:v>
                </c:pt>
                <c:pt idx="49">
                  <c:v>2015Q2</c:v>
                </c:pt>
                <c:pt idx="50">
                  <c:v>2015Q3</c:v>
                </c:pt>
                <c:pt idx="51">
                  <c:v>2015Q4</c:v>
                </c:pt>
                <c:pt idx="52">
                  <c:v>2016Q1</c:v>
                </c:pt>
                <c:pt idx="53">
                  <c:v>2016Q2</c:v>
                </c:pt>
                <c:pt idx="54">
                  <c:v>2016Q3</c:v>
                </c:pt>
                <c:pt idx="55">
                  <c:v>2016Q4</c:v>
                </c:pt>
                <c:pt idx="56">
                  <c:v>2017Q1</c:v>
                </c:pt>
                <c:pt idx="57">
                  <c:v>2017Q2</c:v>
                </c:pt>
                <c:pt idx="58">
                  <c:v>2017Q3</c:v>
                </c:pt>
                <c:pt idx="59">
                  <c:v>2017Q4</c:v>
                </c:pt>
                <c:pt idx="60">
                  <c:v>2018Q1</c:v>
                </c:pt>
                <c:pt idx="61">
                  <c:v>2018Q2</c:v>
                </c:pt>
                <c:pt idx="62">
                  <c:v>2018Q3</c:v>
                </c:pt>
                <c:pt idx="63">
                  <c:v>2018Q4</c:v>
                </c:pt>
                <c:pt idx="64">
                  <c:v>2019Q1</c:v>
                </c:pt>
                <c:pt idx="65">
                  <c:v>2019Q2</c:v>
                </c:pt>
                <c:pt idx="66">
                  <c:v>2019Q3</c:v>
                </c:pt>
                <c:pt idx="67">
                  <c:v>2019Q4</c:v>
                </c:pt>
                <c:pt idx="68">
                  <c:v>2020Q1</c:v>
                </c:pt>
                <c:pt idx="69">
                  <c:v>2020Q2</c:v>
                </c:pt>
                <c:pt idx="70">
                  <c:v>2020Q3</c:v>
                </c:pt>
                <c:pt idx="71">
                  <c:v>2020Q4</c:v>
                </c:pt>
                <c:pt idx="72">
                  <c:v>2021Q1</c:v>
                </c:pt>
                <c:pt idx="73">
                  <c:v>2021Q2</c:v>
                </c:pt>
                <c:pt idx="74">
                  <c:v>2021Q3</c:v>
                </c:pt>
                <c:pt idx="75">
                  <c:v>2021Q4</c:v>
                </c:pt>
                <c:pt idx="76">
                  <c:v>2022Q1</c:v>
                </c:pt>
                <c:pt idx="77">
                  <c:v>2022Q2</c:v>
                </c:pt>
                <c:pt idx="78">
                  <c:v>2022Q3</c:v>
                </c:pt>
                <c:pt idx="79">
                  <c:v>2022Q4</c:v>
                </c:pt>
                <c:pt idx="80">
                  <c:v>2023Q1</c:v>
                </c:pt>
                <c:pt idx="81">
                  <c:v>2023Q2</c:v>
                </c:pt>
                <c:pt idx="82">
                  <c:v>2023Q3</c:v>
                </c:pt>
                <c:pt idx="83">
                  <c:v>2023Q4</c:v>
                </c:pt>
                <c:pt idx="84">
                  <c:v>2024Q1</c:v>
                </c:pt>
                <c:pt idx="85">
                  <c:v>2024Q2</c:v>
                </c:pt>
                <c:pt idx="86">
                  <c:v>2024Q3</c:v>
                </c:pt>
                <c:pt idx="87">
                  <c:v>2024Q4</c:v>
                </c:pt>
                <c:pt idx="88">
                  <c:v>2025Q1</c:v>
                </c:pt>
                <c:pt idx="89">
                  <c:v>2025Q2</c:v>
                </c:pt>
                <c:pt idx="90">
                  <c:v>2025Q3</c:v>
                </c:pt>
                <c:pt idx="91">
                  <c:v>2025Q4</c:v>
                </c:pt>
                <c:pt idx="92">
                  <c:v>2026Q1</c:v>
                </c:pt>
              </c:strCache>
            </c:strRef>
          </c:cat>
          <c:val>
            <c:numRef>
              <c:f>Planilha1!$B$2:$B$94</c:f>
              <c:numCache>
                <c:formatCode>0.0%</c:formatCode>
                <c:ptCount val="93"/>
                <c:pt idx="0">
                  <c:v>0.27431679375669499</c:v>
                </c:pt>
                <c:pt idx="1">
                  <c:v>0.28442796880494098</c:v>
                </c:pt>
                <c:pt idx="2">
                  <c:v>0.26694124916594397</c:v>
                </c:pt>
                <c:pt idx="3">
                  <c:v>0.27247839199763801</c:v>
                </c:pt>
                <c:pt idx="4">
                  <c:v>0.27641234463998898</c:v>
                </c:pt>
                <c:pt idx="5">
                  <c:v>0.29438149433909999</c:v>
                </c:pt>
                <c:pt idx="6">
                  <c:v>0.30286746352161698</c:v>
                </c:pt>
                <c:pt idx="7">
                  <c:v>0.30364946603604698</c:v>
                </c:pt>
                <c:pt idx="8">
                  <c:v>0.28541875448521498</c:v>
                </c:pt>
                <c:pt idx="9">
                  <c:v>0.30648101837679198</c:v>
                </c:pt>
                <c:pt idx="10">
                  <c:v>0.30946338965798798</c:v>
                </c:pt>
                <c:pt idx="11">
                  <c:v>0.33256980494063698</c:v>
                </c:pt>
                <c:pt idx="12">
                  <c:v>0.32565535145959201</c:v>
                </c:pt>
                <c:pt idx="13">
                  <c:v>0.33084758177289902</c:v>
                </c:pt>
                <c:pt idx="14">
                  <c:v>0.333280269362635</c:v>
                </c:pt>
                <c:pt idx="15">
                  <c:v>0.329584796791697</c:v>
                </c:pt>
                <c:pt idx="16">
                  <c:v>0.33155254155105801</c:v>
                </c:pt>
                <c:pt idx="17">
                  <c:v>0.33750388088313599</c:v>
                </c:pt>
                <c:pt idx="18">
                  <c:v>0.35356272905897301</c:v>
                </c:pt>
                <c:pt idx="19">
                  <c:v>0.37155805201064201</c:v>
                </c:pt>
                <c:pt idx="20">
                  <c:v>0.38886662095796698</c:v>
                </c:pt>
                <c:pt idx="21">
                  <c:v>0.38485883097171403</c:v>
                </c:pt>
                <c:pt idx="22">
                  <c:v>0.40516209181324497</c:v>
                </c:pt>
                <c:pt idx="23">
                  <c:v>0.38698959488394802</c:v>
                </c:pt>
                <c:pt idx="24">
                  <c:v>0.40939919286003101</c:v>
                </c:pt>
                <c:pt idx="25">
                  <c:v>0.40699306759505999</c:v>
                </c:pt>
                <c:pt idx="26">
                  <c:v>0.40155830971144502</c:v>
                </c:pt>
                <c:pt idx="27">
                  <c:v>0.38402488147575797</c:v>
                </c:pt>
                <c:pt idx="28">
                  <c:v>0.376219799266866</c:v>
                </c:pt>
                <c:pt idx="29">
                  <c:v>0.39045034660260203</c:v>
                </c:pt>
                <c:pt idx="30">
                  <c:v>0.415823787567701</c:v>
                </c:pt>
                <c:pt idx="31">
                  <c:v>0.41317053857181801</c:v>
                </c:pt>
                <c:pt idx="32">
                  <c:v>0.43758288781499399</c:v>
                </c:pt>
                <c:pt idx="33">
                  <c:v>0.44439229586847001</c:v>
                </c:pt>
                <c:pt idx="34">
                  <c:v>0.46050374695502999</c:v>
                </c:pt>
                <c:pt idx="35">
                  <c:v>0.47924693762554799</c:v>
                </c:pt>
                <c:pt idx="36">
                  <c:v>0.48952314941486103</c:v>
                </c:pt>
                <c:pt idx="37">
                  <c:v>0.475933103838097</c:v>
                </c:pt>
                <c:pt idx="38">
                  <c:v>0.48913453194023498</c:v>
                </c:pt>
                <c:pt idx="39">
                  <c:v>0.51963241521964598</c:v>
                </c:pt>
                <c:pt idx="40">
                  <c:v>0.523331786821151</c:v>
                </c:pt>
                <c:pt idx="41">
                  <c:v>0.52291867696572003</c:v>
                </c:pt>
                <c:pt idx="42">
                  <c:v>0.53049950634718701</c:v>
                </c:pt>
                <c:pt idx="43">
                  <c:v>0.56884868722457005</c:v>
                </c:pt>
                <c:pt idx="44">
                  <c:v>0.545277671230461</c:v>
                </c:pt>
                <c:pt idx="45">
                  <c:v>0.55935318779495102</c:v>
                </c:pt>
                <c:pt idx="46">
                  <c:v>0.59559043989569505</c:v>
                </c:pt>
                <c:pt idx="47">
                  <c:v>0.61705253793760395</c:v>
                </c:pt>
                <c:pt idx="48">
                  <c:v>0.62296716073005898</c:v>
                </c:pt>
                <c:pt idx="49">
                  <c:v>0.61063078454183795</c:v>
                </c:pt>
                <c:pt idx="50">
                  <c:v>0.63336855902275702</c:v>
                </c:pt>
                <c:pt idx="51">
                  <c:v>0.64442462296926395</c:v>
                </c:pt>
                <c:pt idx="52">
                  <c:v>0.65793987653243502</c:v>
                </c:pt>
                <c:pt idx="53">
                  <c:v>0.65874526107606501</c:v>
                </c:pt>
                <c:pt idx="54">
                  <c:v>0.669006958841184</c:v>
                </c:pt>
                <c:pt idx="55">
                  <c:v>0.71871311457500298</c:v>
                </c:pt>
                <c:pt idx="56">
                  <c:v>0.69516295901726999</c:v>
                </c:pt>
                <c:pt idx="57">
                  <c:v>0.69800211455898897</c:v>
                </c:pt>
                <c:pt idx="58">
                  <c:v>0.71947405529465303</c:v>
                </c:pt>
                <c:pt idx="59">
                  <c:v>0.71337317088171404</c:v>
                </c:pt>
                <c:pt idx="60">
                  <c:v>0.72832672680553501</c:v>
                </c:pt>
                <c:pt idx="61">
                  <c:v>0.75034476369227199</c:v>
                </c:pt>
                <c:pt idx="62">
                  <c:v>0.78973688132580699</c:v>
                </c:pt>
                <c:pt idx="63">
                  <c:v>0.78284453793502695</c:v>
                </c:pt>
                <c:pt idx="64">
                  <c:v>0.80896716111077205</c:v>
                </c:pt>
                <c:pt idx="65">
                  <c:v>0.79734749555057804</c:v>
                </c:pt>
                <c:pt idx="66">
                  <c:v>0.81400432194622896</c:v>
                </c:pt>
                <c:pt idx="67">
                  <c:v>0.82022445997002202</c:v>
                </c:pt>
                <c:pt idx="68">
                  <c:v>0.90745389696467404</c:v>
                </c:pt>
                <c:pt idx="69">
                  <c:v>0.95137553791357599</c:v>
                </c:pt>
                <c:pt idx="70">
                  <c:v>0.91190480147801101</c:v>
                </c:pt>
                <c:pt idx="71">
                  <c:v>0.88612463833641697</c:v>
                </c:pt>
                <c:pt idx="72">
                  <c:v>0.91105753044226401</c:v>
                </c:pt>
                <c:pt idx="73">
                  <c:v>0.88409819087137997</c:v>
                </c:pt>
                <c:pt idx="74">
                  <c:v>0.92258006261914904</c:v>
                </c:pt>
                <c:pt idx="75">
                  <c:v>0.91425572910780495</c:v>
                </c:pt>
                <c:pt idx="76">
                  <c:v>0.97500045893612197</c:v>
                </c:pt>
                <c:pt idx="77">
                  <c:v>1.02839082576032</c:v>
                </c:pt>
                <c:pt idx="78">
                  <c:v>1.06425140542004</c:v>
                </c:pt>
                <c:pt idx="79">
                  <c:v>0.98006899376701395</c:v>
                </c:pt>
                <c:pt idx="80">
                  <c:v>0.99603563945122497</c:v>
                </c:pt>
                <c:pt idx="81">
                  <c:v>1.0187269284370499</c:v>
                </c:pt>
                <c:pt idx="82">
                  <c:v>1.0610609602578001</c:v>
                </c:pt>
                <c:pt idx="83">
                  <c:v>1.0202757250102401</c:v>
                </c:pt>
                <c:pt idx="84">
                  <c:v>1.0767319329898399</c:v>
                </c:pt>
                <c:pt idx="85">
                  <c:v>1.06532311683319</c:v>
                </c:pt>
                <c:pt idx="86">
                  <c:v>1.0339478031095</c:v>
                </c:pt>
                <c:pt idx="87">
                  <c:v>1.05460021777637</c:v>
                </c:pt>
                <c:pt idx="88">
                  <c:v>1.03669462754555</c:v>
                </c:pt>
                <c:pt idx="89">
                  <c:v>1.0147341728335899</c:v>
                </c:pt>
                <c:pt idx="90">
                  <c:v>1.0423933095505</c:v>
                </c:pt>
                <c:pt idx="91">
                  <c:v>1.0795630050270999</c:v>
                </c:pt>
                <c:pt idx="92">
                  <c:v>1.11963709095796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AD-4880-9670-2C540C55214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Planilha1!$A$2:$A$94</c:f>
              <c:strCache>
                <c:ptCount val="93"/>
                <c:pt idx="0">
                  <c:v>2003Q1</c:v>
                </c:pt>
                <c:pt idx="1">
                  <c:v>2003Q2</c:v>
                </c:pt>
                <c:pt idx="2">
                  <c:v>2003Q3</c:v>
                </c:pt>
                <c:pt idx="3">
                  <c:v>2003Q4</c:v>
                </c:pt>
                <c:pt idx="4">
                  <c:v>2004Q1</c:v>
                </c:pt>
                <c:pt idx="5">
                  <c:v>2004Q2</c:v>
                </c:pt>
                <c:pt idx="6">
                  <c:v>2004Q3</c:v>
                </c:pt>
                <c:pt idx="7">
                  <c:v>2004Q4</c:v>
                </c:pt>
                <c:pt idx="8">
                  <c:v>2005Q1</c:v>
                </c:pt>
                <c:pt idx="9">
                  <c:v>2005Q2</c:v>
                </c:pt>
                <c:pt idx="10">
                  <c:v>2005Q3</c:v>
                </c:pt>
                <c:pt idx="11">
                  <c:v>2005Q4</c:v>
                </c:pt>
                <c:pt idx="12">
                  <c:v>2006Q1</c:v>
                </c:pt>
                <c:pt idx="13">
                  <c:v>2006Q2</c:v>
                </c:pt>
                <c:pt idx="14">
                  <c:v>2006Q3</c:v>
                </c:pt>
                <c:pt idx="15">
                  <c:v>2006Q4</c:v>
                </c:pt>
                <c:pt idx="16">
                  <c:v>2007Q1</c:v>
                </c:pt>
                <c:pt idx="17">
                  <c:v>2007Q2</c:v>
                </c:pt>
                <c:pt idx="18">
                  <c:v>2007Q3</c:v>
                </c:pt>
                <c:pt idx="19">
                  <c:v>2007Q4</c:v>
                </c:pt>
                <c:pt idx="20">
                  <c:v>2008Q1</c:v>
                </c:pt>
                <c:pt idx="21">
                  <c:v>2008Q2</c:v>
                </c:pt>
                <c:pt idx="22">
                  <c:v>2008Q3</c:v>
                </c:pt>
                <c:pt idx="23">
                  <c:v>2008Q4</c:v>
                </c:pt>
                <c:pt idx="24">
                  <c:v>2009Q1</c:v>
                </c:pt>
                <c:pt idx="25">
                  <c:v>2009Q2</c:v>
                </c:pt>
                <c:pt idx="26">
                  <c:v>2009Q3</c:v>
                </c:pt>
                <c:pt idx="27">
                  <c:v>2009Q4</c:v>
                </c:pt>
                <c:pt idx="28">
                  <c:v>2010Q1</c:v>
                </c:pt>
                <c:pt idx="29">
                  <c:v>2010Q2</c:v>
                </c:pt>
                <c:pt idx="30">
                  <c:v>2010Q3</c:v>
                </c:pt>
                <c:pt idx="31">
                  <c:v>2010Q4</c:v>
                </c:pt>
                <c:pt idx="32">
                  <c:v>2011Q1</c:v>
                </c:pt>
                <c:pt idx="33">
                  <c:v>2011Q2</c:v>
                </c:pt>
                <c:pt idx="34">
                  <c:v>2011Q3</c:v>
                </c:pt>
                <c:pt idx="35">
                  <c:v>2011Q4</c:v>
                </c:pt>
                <c:pt idx="36">
                  <c:v>2012Q1</c:v>
                </c:pt>
                <c:pt idx="37">
                  <c:v>2012Q2</c:v>
                </c:pt>
                <c:pt idx="38">
                  <c:v>2012Q3</c:v>
                </c:pt>
                <c:pt idx="39">
                  <c:v>2012Q4</c:v>
                </c:pt>
                <c:pt idx="40">
                  <c:v>2013Q1</c:v>
                </c:pt>
                <c:pt idx="41">
                  <c:v>2013Q2</c:v>
                </c:pt>
                <c:pt idx="42">
                  <c:v>2013Q3</c:v>
                </c:pt>
                <c:pt idx="43">
                  <c:v>2013Q4</c:v>
                </c:pt>
                <c:pt idx="44">
                  <c:v>2014Q1</c:v>
                </c:pt>
                <c:pt idx="45">
                  <c:v>2014Q2</c:v>
                </c:pt>
                <c:pt idx="46">
                  <c:v>2014Q3</c:v>
                </c:pt>
                <c:pt idx="47">
                  <c:v>2014Q4</c:v>
                </c:pt>
                <c:pt idx="48">
                  <c:v>2015Q1</c:v>
                </c:pt>
                <c:pt idx="49">
                  <c:v>2015Q2</c:v>
                </c:pt>
                <c:pt idx="50">
                  <c:v>2015Q3</c:v>
                </c:pt>
                <c:pt idx="51">
                  <c:v>2015Q4</c:v>
                </c:pt>
                <c:pt idx="52">
                  <c:v>2016Q1</c:v>
                </c:pt>
                <c:pt idx="53">
                  <c:v>2016Q2</c:v>
                </c:pt>
                <c:pt idx="54">
                  <c:v>2016Q3</c:v>
                </c:pt>
                <c:pt idx="55">
                  <c:v>2016Q4</c:v>
                </c:pt>
                <c:pt idx="56">
                  <c:v>2017Q1</c:v>
                </c:pt>
                <c:pt idx="57">
                  <c:v>2017Q2</c:v>
                </c:pt>
                <c:pt idx="58">
                  <c:v>2017Q3</c:v>
                </c:pt>
                <c:pt idx="59">
                  <c:v>2017Q4</c:v>
                </c:pt>
                <c:pt idx="60">
                  <c:v>2018Q1</c:v>
                </c:pt>
                <c:pt idx="61">
                  <c:v>2018Q2</c:v>
                </c:pt>
                <c:pt idx="62">
                  <c:v>2018Q3</c:v>
                </c:pt>
                <c:pt idx="63">
                  <c:v>2018Q4</c:v>
                </c:pt>
                <c:pt idx="64">
                  <c:v>2019Q1</c:v>
                </c:pt>
                <c:pt idx="65">
                  <c:v>2019Q2</c:v>
                </c:pt>
                <c:pt idx="66">
                  <c:v>2019Q3</c:v>
                </c:pt>
                <c:pt idx="67">
                  <c:v>2019Q4</c:v>
                </c:pt>
                <c:pt idx="68">
                  <c:v>2020Q1</c:v>
                </c:pt>
                <c:pt idx="69">
                  <c:v>2020Q2</c:v>
                </c:pt>
                <c:pt idx="70">
                  <c:v>2020Q3</c:v>
                </c:pt>
                <c:pt idx="71">
                  <c:v>2020Q4</c:v>
                </c:pt>
                <c:pt idx="72">
                  <c:v>2021Q1</c:v>
                </c:pt>
                <c:pt idx="73">
                  <c:v>2021Q2</c:v>
                </c:pt>
                <c:pt idx="74">
                  <c:v>2021Q3</c:v>
                </c:pt>
                <c:pt idx="75">
                  <c:v>2021Q4</c:v>
                </c:pt>
                <c:pt idx="76">
                  <c:v>2022Q1</c:v>
                </c:pt>
                <c:pt idx="77">
                  <c:v>2022Q2</c:v>
                </c:pt>
                <c:pt idx="78">
                  <c:v>2022Q3</c:v>
                </c:pt>
                <c:pt idx="79">
                  <c:v>2022Q4</c:v>
                </c:pt>
                <c:pt idx="80">
                  <c:v>2023Q1</c:v>
                </c:pt>
                <c:pt idx="81">
                  <c:v>2023Q2</c:v>
                </c:pt>
                <c:pt idx="82">
                  <c:v>2023Q3</c:v>
                </c:pt>
                <c:pt idx="83">
                  <c:v>2023Q4</c:v>
                </c:pt>
                <c:pt idx="84">
                  <c:v>2024Q1</c:v>
                </c:pt>
                <c:pt idx="85">
                  <c:v>2024Q2</c:v>
                </c:pt>
                <c:pt idx="86">
                  <c:v>2024Q3</c:v>
                </c:pt>
                <c:pt idx="87">
                  <c:v>2024Q4</c:v>
                </c:pt>
                <c:pt idx="88">
                  <c:v>2025Q1</c:v>
                </c:pt>
                <c:pt idx="89">
                  <c:v>2025Q2</c:v>
                </c:pt>
                <c:pt idx="90">
                  <c:v>2025Q3</c:v>
                </c:pt>
                <c:pt idx="91">
                  <c:v>2025Q4</c:v>
                </c:pt>
                <c:pt idx="92">
                  <c:v>2026Q1</c:v>
                </c:pt>
              </c:strCache>
            </c:strRef>
          </c:cat>
          <c:val>
            <c:numRef>
              <c:f>Planilha1!$C$2:$C$94</c:f>
              <c:numCache>
                <c:formatCode>General</c:formatCode>
                <c:ptCount val="9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AD-4880-9670-2C540C552145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Planilha1!$A$2:$A$94</c:f>
              <c:strCache>
                <c:ptCount val="93"/>
                <c:pt idx="0">
                  <c:v>2003Q1</c:v>
                </c:pt>
                <c:pt idx="1">
                  <c:v>2003Q2</c:v>
                </c:pt>
                <c:pt idx="2">
                  <c:v>2003Q3</c:v>
                </c:pt>
                <c:pt idx="3">
                  <c:v>2003Q4</c:v>
                </c:pt>
                <c:pt idx="4">
                  <c:v>2004Q1</c:v>
                </c:pt>
                <c:pt idx="5">
                  <c:v>2004Q2</c:v>
                </c:pt>
                <c:pt idx="6">
                  <c:v>2004Q3</c:v>
                </c:pt>
                <c:pt idx="7">
                  <c:v>2004Q4</c:v>
                </c:pt>
                <c:pt idx="8">
                  <c:v>2005Q1</c:v>
                </c:pt>
                <c:pt idx="9">
                  <c:v>2005Q2</c:v>
                </c:pt>
                <c:pt idx="10">
                  <c:v>2005Q3</c:v>
                </c:pt>
                <c:pt idx="11">
                  <c:v>2005Q4</c:v>
                </c:pt>
                <c:pt idx="12">
                  <c:v>2006Q1</c:v>
                </c:pt>
                <c:pt idx="13">
                  <c:v>2006Q2</c:v>
                </c:pt>
                <c:pt idx="14">
                  <c:v>2006Q3</c:v>
                </c:pt>
                <c:pt idx="15">
                  <c:v>2006Q4</c:v>
                </c:pt>
                <c:pt idx="16">
                  <c:v>2007Q1</c:v>
                </c:pt>
                <c:pt idx="17">
                  <c:v>2007Q2</c:v>
                </c:pt>
                <c:pt idx="18">
                  <c:v>2007Q3</c:v>
                </c:pt>
                <c:pt idx="19">
                  <c:v>2007Q4</c:v>
                </c:pt>
                <c:pt idx="20">
                  <c:v>2008Q1</c:v>
                </c:pt>
                <c:pt idx="21">
                  <c:v>2008Q2</c:v>
                </c:pt>
                <c:pt idx="22">
                  <c:v>2008Q3</c:v>
                </c:pt>
                <c:pt idx="23">
                  <c:v>2008Q4</c:v>
                </c:pt>
                <c:pt idx="24">
                  <c:v>2009Q1</c:v>
                </c:pt>
                <c:pt idx="25">
                  <c:v>2009Q2</c:v>
                </c:pt>
                <c:pt idx="26">
                  <c:v>2009Q3</c:v>
                </c:pt>
                <c:pt idx="27">
                  <c:v>2009Q4</c:v>
                </c:pt>
                <c:pt idx="28">
                  <c:v>2010Q1</c:v>
                </c:pt>
                <c:pt idx="29">
                  <c:v>2010Q2</c:v>
                </c:pt>
                <c:pt idx="30">
                  <c:v>2010Q3</c:v>
                </c:pt>
                <c:pt idx="31">
                  <c:v>2010Q4</c:v>
                </c:pt>
                <c:pt idx="32">
                  <c:v>2011Q1</c:v>
                </c:pt>
                <c:pt idx="33">
                  <c:v>2011Q2</c:v>
                </c:pt>
                <c:pt idx="34">
                  <c:v>2011Q3</c:v>
                </c:pt>
                <c:pt idx="35">
                  <c:v>2011Q4</c:v>
                </c:pt>
                <c:pt idx="36">
                  <c:v>2012Q1</c:v>
                </c:pt>
                <c:pt idx="37">
                  <c:v>2012Q2</c:v>
                </c:pt>
                <c:pt idx="38">
                  <c:v>2012Q3</c:v>
                </c:pt>
                <c:pt idx="39">
                  <c:v>2012Q4</c:v>
                </c:pt>
                <c:pt idx="40">
                  <c:v>2013Q1</c:v>
                </c:pt>
                <c:pt idx="41">
                  <c:v>2013Q2</c:v>
                </c:pt>
                <c:pt idx="42">
                  <c:v>2013Q3</c:v>
                </c:pt>
                <c:pt idx="43">
                  <c:v>2013Q4</c:v>
                </c:pt>
                <c:pt idx="44">
                  <c:v>2014Q1</c:v>
                </c:pt>
                <c:pt idx="45">
                  <c:v>2014Q2</c:v>
                </c:pt>
                <c:pt idx="46">
                  <c:v>2014Q3</c:v>
                </c:pt>
                <c:pt idx="47">
                  <c:v>2014Q4</c:v>
                </c:pt>
                <c:pt idx="48">
                  <c:v>2015Q1</c:v>
                </c:pt>
                <c:pt idx="49">
                  <c:v>2015Q2</c:v>
                </c:pt>
                <c:pt idx="50">
                  <c:v>2015Q3</c:v>
                </c:pt>
                <c:pt idx="51">
                  <c:v>2015Q4</c:v>
                </c:pt>
                <c:pt idx="52">
                  <c:v>2016Q1</c:v>
                </c:pt>
                <c:pt idx="53">
                  <c:v>2016Q2</c:v>
                </c:pt>
                <c:pt idx="54">
                  <c:v>2016Q3</c:v>
                </c:pt>
                <c:pt idx="55">
                  <c:v>2016Q4</c:v>
                </c:pt>
                <c:pt idx="56">
                  <c:v>2017Q1</c:v>
                </c:pt>
                <c:pt idx="57">
                  <c:v>2017Q2</c:v>
                </c:pt>
                <c:pt idx="58">
                  <c:v>2017Q3</c:v>
                </c:pt>
                <c:pt idx="59">
                  <c:v>2017Q4</c:v>
                </c:pt>
                <c:pt idx="60">
                  <c:v>2018Q1</c:v>
                </c:pt>
                <c:pt idx="61">
                  <c:v>2018Q2</c:v>
                </c:pt>
                <c:pt idx="62">
                  <c:v>2018Q3</c:v>
                </c:pt>
                <c:pt idx="63">
                  <c:v>2018Q4</c:v>
                </c:pt>
                <c:pt idx="64">
                  <c:v>2019Q1</c:v>
                </c:pt>
                <c:pt idx="65">
                  <c:v>2019Q2</c:v>
                </c:pt>
                <c:pt idx="66">
                  <c:v>2019Q3</c:v>
                </c:pt>
                <c:pt idx="67">
                  <c:v>2019Q4</c:v>
                </c:pt>
                <c:pt idx="68">
                  <c:v>2020Q1</c:v>
                </c:pt>
                <c:pt idx="69">
                  <c:v>2020Q2</c:v>
                </c:pt>
                <c:pt idx="70">
                  <c:v>2020Q3</c:v>
                </c:pt>
                <c:pt idx="71">
                  <c:v>2020Q4</c:v>
                </c:pt>
                <c:pt idx="72">
                  <c:v>2021Q1</c:v>
                </c:pt>
                <c:pt idx="73">
                  <c:v>2021Q2</c:v>
                </c:pt>
                <c:pt idx="74">
                  <c:v>2021Q3</c:v>
                </c:pt>
                <c:pt idx="75">
                  <c:v>2021Q4</c:v>
                </c:pt>
                <c:pt idx="76">
                  <c:v>2022Q1</c:v>
                </c:pt>
                <c:pt idx="77">
                  <c:v>2022Q2</c:v>
                </c:pt>
                <c:pt idx="78">
                  <c:v>2022Q3</c:v>
                </c:pt>
                <c:pt idx="79">
                  <c:v>2022Q4</c:v>
                </c:pt>
                <c:pt idx="80">
                  <c:v>2023Q1</c:v>
                </c:pt>
                <c:pt idx="81">
                  <c:v>2023Q2</c:v>
                </c:pt>
                <c:pt idx="82">
                  <c:v>2023Q3</c:v>
                </c:pt>
                <c:pt idx="83">
                  <c:v>2023Q4</c:v>
                </c:pt>
                <c:pt idx="84">
                  <c:v>2024Q1</c:v>
                </c:pt>
                <c:pt idx="85">
                  <c:v>2024Q2</c:v>
                </c:pt>
                <c:pt idx="86">
                  <c:v>2024Q3</c:v>
                </c:pt>
                <c:pt idx="87">
                  <c:v>2024Q4</c:v>
                </c:pt>
                <c:pt idx="88">
                  <c:v>2025Q1</c:v>
                </c:pt>
                <c:pt idx="89">
                  <c:v>2025Q2</c:v>
                </c:pt>
                <c:pt idx="90">
                  <c:v>2025Q3</c:v>
                </c:pt>
                <c:pt idx="91">
                  <c:v>2025Q4</c:v>
                </c:pt>
                <c:pt idx="92">
                  <c:v>2026Q1</c:v>
                </c:pt>
              </c:strCache>
            </c:strRef>
          </c:cat>
          <c:val>
            <c:numRef>
              <c:f>Planilha1!$D$2:$D$94</c:f>
              <c:numCache>
                <c:formatCode>General</c:formatCode>
                <c:ptCount val="9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AD-4880-9670-2C540C552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32147248"/>
        <c:axId val="1784806800"/>
      </c:lineChart>
      <c:catAx>
        <c:axId val="183214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84806800"/>
        <c:crosses val="autoZero"/>
        <c:auto val="1"/>
        <c:lblAlgn val="ctr"/>
        <c:lblOffset val="100"/>
        <c:tickLblSkip val="12"/>
        <c:noMultiLvlLbl val="0"/>
      </c:catAx>
      <c:valAx>
        <c:axId val="178480680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3214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023556545112499E-2"/>
          <c:y val="5.9986173551980146E-2"/>
          <c:w val="0.91144665859435636"/>
          <c:h val="0.7125730504493594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Food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Planilha1!$B$2:$B$5</c:f>
              <c:numCache>
                <c:formatCode>0.00%</c:formatCode>
                <c:ptCount val="4"/>
                <c:pt idx="0">
                  <c:v>8.7999999999999995E-2</c:v>
                </c:pt>
                <c:pt idx="1">
                  <c:v>1.0999999999999999E-2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CA-4505-9561-EA8CE17D1C0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Raw Materials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Planilha1!$C$2:$C$5</c:f>
              <c:numCache>
                <c:formatCode>0.00%</c:formatCode>
                <c:ptCount val="4"/>
                <c:pt idx="0">
                  <c:v>6.9000000000000006E-2</c:v>
                </c:pt>
                <c:pt idx="1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CA-4505-9561-EA8CE17D1C08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Mineral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Planilha1!$D$2:$D$5</c:f>
              <c:numCache>
                <c:formatCode>0.00%</c:formatCode>
                <c:ptCount val="4"/>
                <c:pt idx="0">
                  <c:v>0.219</c:v>
                </c:pt>
                <c:pt idx="1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CA-4505-9561-EA8CE17D1C08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Chemicals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Planilha1!$E$2:$E$5</c:f>
              <c:numCache>
                <c:formatCode>0.00%</c:formatCode>
                <c:ptCount val="4"/>
                <c:pt idx="0">
                  <c:v>0.107</c:v>
                </c:pt>
                <c:pt idx="1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CA-4505-9561-EA8CE17D1C08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Manufactured Goods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Planilha1!$F$2:$F$5</c:f>
              <c:numCache>
                <c:formatCode>0.00%</c:formatCode>
                <c:ptCount val="4"/>
                <c:pt idx="0">
                  <c:v>8.3000000000000004E-2</c:v>
                </c:pt>
                <c:pt idx="1">
                  <c:v>0.111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CA-4505-9561-EA8CE17D1C08}"/>
            </c:ext>
          </c:extLst>
        </c:ser>
        <c:ser>
          <c:idx val="5"/>
          <c:order val="5"/>
          <c:tx>
            <c:strRef>
              <c:f>Planilha1!$G$1</c:f>
              <c:strCache>
                <c:ptCount val="1"/>
                <c:pt idx="0">
                  <c:v>Machinery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Planilha1!$G$2:$G$5</c:f>
              <c:numCache>
                <c:formatCode>0.00%</c:formatCode>
                <c:ptCount val="4"/>
                <c:pt idx="0">
                  <c:v>0.10100000000000001</c:v>
                </c:pt>
                <c:pt idx="1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4CA-4505-9561-EA8CE17D1C08}"/>
            </c:ext>
          </c:extLst>
        </c:ser>
        <c:ser>
          <c:idx val="6"/>
          <c:order val="6"/>
          <c:tx>
            <c:strRef>
              <c:f>Planilha1!$H$1</c:f>
              <c:strCache>
                <c:ptCount val="1"/>
                <c:pt idx="0">
                  <c:v>Electrical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Planilha1!$H$2:$H$5</c:f>
              <c:numCache>
                <c:formatCode>0.00%</c:formatCode>
                <c:ptCount val="4"/>
                <c:pt idx="0">
                  <c:v>0.16</c:v>
                </c:pt>
                <c:pt idx="1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CA-4505-9561-EA8CE17D1C08}"/>
            </c:ext>
          </c:extLst>
        </c:ser>
        <c:ser>
          <c:idx val="7"/>
          <c:order val="7"/>
          <c:tx>
            <c:strRef>
              <c:f>Planilha1!$I$1</c:f>
              <c:strCache>
                <c:ptCount val="1"/>
                <c:pt idx="0">
                  <c:v>Transport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Planilha1!$I$2:$I$5</c:f>
              <c:numCache>
                <c:formatCode>0.00%</c:formatCode>
                <c:ptCount val="4"/>
                <c:pt idx="0">
                  <c:v>3.7999999999999999E-2</c:v>
                </c:pt>
                <c:pt idx="1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4CA-4505-9561-EA8CE17D1C08}"/>
            </c:ext>
          </c:extLst>
        </c:ser>
        <c:ser>
          <c:idx val="8"/>
          <c:order val="8"/>
          <c:tx>
            <c:strRef>
              <c:f>Planilha1!$J$1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Planilha1!$J$2:$J$5</c:f>
              <c:numCache>
                <c:formatCode>0.00%</c:formatCode>
                <c:ptCount val="4"/>
                <c:pt idx="0">
                  <c:v>0.13500000000000001</c:v>
                </c:pt>
                <c:pt idx="1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CA-4505-9561-EA8CE17D1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261375"/>
        <c:axId val="1540224367"/>
      </c:barChart>
      <c:catAx>
        <c:axId val="1122613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0224367"/>
        <c:crosses val="autoZero"/>
        <c:auto val="1"/>
        <c:lblAlgn val="ctr"/>
        <c:lblOffset val="100"/>
        <c:noMultiLvlLbl val="0"/>
      </c:catAx>
      <c:valAx>
        <c:axId val="154022436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2261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3876706815055628E-2"/>
          <c:y val="0.83026446302283941"/>
          <c:w val="0.95490066836890175"/>
          <c:h val="0.13701580594880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Terms of Trade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2.9715553221347755E-2"/>
                  <c:y val="-4.757318685286887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05-4F44-9FF6-EEA1A09EDC65}"/>
                </c:ext>
              </c:extLst>
            </c:dLbl>
            <c:dLbl>
              <c:idx val="17"/>
              <c:layout>
                <c:manualLayout>
                  <c:x val="-6.8574353587726004E-3"/>
                  <c:y val="1.90292747411475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505-4F44-9FF6-EEA1A09EDC65}"/>
                </c:ext>
              </c:extLst>
            </c:dLbl>
            <c:dLbl>
              <c:idx val="30"/>
              <c:layout>
                <c:manualLayout>
                  <c:x val="-3.200136500760527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05-4F44-9FF6-EEA1A09EDC65}"/>
                </c:ext>
              </c:extLst>
            </c:dLbl>
            <c:dLbl>
              <c:idx val="43"/>
              <c:layout>
                <c:manualLayout>
                  <c:x val="-1.8286494290060157E-2"/>
                  <c:y val="4.757318685286887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05-4F44-9FF6-EEA1A09EDC65}"/>
                </c:ext>
              </c:extLst>
            </c:dLbl>
            <c:dLbl>
              <c:idx val="56"/>
              <c:layout>
                <c:manualLayout>
                  <c:x val="-2.0572306076317676E-2"/>
                  <c:y val="-9.51463737057377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05-4F44-9FF6-EEA1A09EDC65}"/>
                </c:ext>
              </c:extLst>
            </c:dLbl>
            <c:dLbl>
              <c:idx val="68"/>
              <c:layout>
                <c:manualLayout>
                  <c:x val="-2.28581178625751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505-4F44-9FF6-EEA1A09EDC65}"/>
                </c:ext>
              </c:extLst>
            </c:dLbl>
            <c:numFmt formatCode="#,##0" sourceLinked="0"/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64800" tIns="19050" rIns="648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Planilha1!$A$2:$A$70</c:f>
              <c:strCache>
                <c:ptCount val="69"/>
                <c:pt idx="0">
                  <c:v>2021-01</c:v>
                </c:pt>
                <c:pt idx="1">
                  <c:v>2021-02</c:v>
                </c:pt>
                <c:pt idx="2">
                  <c:v>2021-03</c:v>
                </c:pt>
                <c:pt idx="3">
                  <c:v>2021-04</c:v>
                </c:pt>
                <c:pt idx="4">
                  <c:v>2021-05</c:v>
                </c:pt>
                <c:pt idx="5">
                  <c:v>2021-06</c:v>
                </c:pt>
                <c:pt idx="6">
                  <c:v>2021-07</c:v>
                </c:pt>
                <c:pt idx="7">
                  <c:v>2021-08</c:v>
                </c:pt>
                <c:pt idx="8">
                  <c:v>2021-09</c:v>
                </c:pt>
                <c:pt idx="9">
                  <c:v>2021-10</c:v>
                </c:pt>
                <c:pt idx="10">
                  <c:v>2021-11</c:v>
                </c:pt>
                <c:pt idx="11">
                  <c:v>2021-12</c:v>
                </c:pt>
                <c:pt idx="12">
                  <c:v>2022-01</c:v>
                </c:pt>
                <c:pt idx="13">
                  <c:v>2022-02</c:v>
                </c:pt>
                <c:pt idx="14">
                  <c:v>2022-03</c:v>
                </c:pt>
                <c:pt idx="15">
                  <c:v>2022-04</c:v>
                </c:pt>
                <c:pt idx="16">
                  <c:v>2022-05</c:v>
                </c:pt>
                <c:pt idx="17">
                  <c:v>2022-06</c:v>
                </c:pt>
                <c:pt idx="18">
                  <c:v>2022-07</c:v>
                </c:pt>
                <c:pt idx="19">
                  <c:v>2022-08</c:v>
                </c:pt>
                <c:pt idx="20">
                  <c:v>2022-09</c:v>
                </c:pt>
                <c:pt idx="21">
                  <c:v>2022-10</c:v>
                </c:pt>
                <c:pt idx="22">
                  <c:v>2022-11</c:v>
                </c:pt>
                <c:pt idx="23">
                  <c:v>2022-12</c:v>
                </c:pt>
                <c:pt idx="24">
                  <c:v>2023-01</c:v>
                </c:pt>
                <c:pt idx="25">
                  <c:v>2023-02</c:v>
                </c:pt>
                <c:pt idx="26">
                  <c:v>2023-03</c:v>
                </c:pt>
                <c:pt idx="27">
                  <c:v>2023-04</c:v>
                </c:pt>
                <c:pt idx="28">
                  <c:v>2023-05</c:v>
                </c:pt>
                <c:pt idx="29">
                  <c:v>2023-06</c:v>
                </c:pt>
                <c:pt idx="30">
                  <c:v>2023-07</c:v>
                </c:pt>
                <c:pt idx="31">
                  <c:v>2023-08</c:v>
                </c:pt>
                <c:pt idx="32">
                  <c:v>2023-09</c:v>
                </c:pt>
                <c:pt idx="33">
                  <c:v>2023-10</c:v>
                </c:pt>
                <c:pt idx="34">
                  <c:v>2023-11</c:v>
                </c:pt>
                <c:pt idx="35">
                  <c:v>2023-12</c:v>
                </c:pt>
                <c:pt idx="36">
                  <c:v>2024-01</c:v>
                </c:pt>
                <c:pt idx="37">
                  <c:v>2024-02</c:v>
                </c:pt>
                <c:pt idx="38">
                  <c:v>2024-03</c:v>
                </c:pt>
                <c:pt idx="39">
                  <c:v>2024-04</c:v>
                </c:pt>
                <c:pt idx="40">
                  <c:v>2024-05</c:v>
                </c:pt>
                <c:pt idx="41">
                  <c:v>2024-06</c:v>
                </c:pt>
                <c:pt idx="42">
                  <c:v>2024-07</c:v>
                </c:pt>
                <c:pt idx="43">
                  <c:v>2024-08</c:v>
                </c:pt>
                <c:pt idx="44">
                  <c:v>2024-09</c:v>
                </c:pt>
                <c:pt idx="45">
                  <c:v>2024-10</c:v>
                </c:pt>
                <c:pt idx="46">
                  <c:v>2024-11</c:v>
                </c:pt>
                <c:pt idx="47">
                  <c:v>2024-12</c:v>
                </c:pt>
                <c:pt idx="48">
                  <c:v>2025-01</c:v>
                </c:pt>
                <c:pt idx="49">
                  <c:v>2025-02</c:v>
                </c:pt>
                <c:pt idx="50">
                  <c:v>2025-03</c:v>
                </c:pt>
                <c:pt idx="51">
                  <c:v>2025-04</c:v>
                </c:pt>
                <c:pt idx="52">
                  <c:v>2025-05</c:v>
                </c:pt>
                <c:pt idx="53">
                  <c:v>2025-06</c:v>
                </c:pt>
                <c:pt idx="54">
                  <c:v>2025-07</c:v>
                </c:pt>
                <c:pt idx="55">
                  <c:v>2025-08</c:v>
                </c:pt>
                <c:pt idx="56">
                  <c:v>2025-09</c:v>
                </c:pt>
                <c:pt idx="57">
                  <c:v>2025-10</c:v>
                </c:pt>
                <c:pt idx="58">
                  <c:v>2025-11</c:v>
                </c:pt>
                <c:pt idx="59">
                  <c:v>2025-12</c:v>
                </c:pt>
                <c:pt idx="60">
                  <c:v>2026-01</c:v>
                </c:pt>
                <c:pt idx="61">
                  <c:v>2026-02</c:v>
                </c:pt>
                <c:pt idx="62">
                  <c:v>2026-03</c:v>
                </c:pt>
                <c:pt idx="63">
                  <c:v>2026-04</c:v>
                </c:pt>
                <c:pt idx="64">
                  <c:v>2026-05</c:v>
                </c:pt>
                <c:pt idx="65">
                  <c:v>2026-06</c:v>
                </c:pt>
                <c:pt idx="66">
                  <c:v>2026-07</c:v>
                </c:pt>
                <c:pt idx="67">
                  <c:v>2026-08</c:v>
                </c:pt>
                <c:pt idx="68">
                  <c:v>2026-09</c:v>
                </c:pt>
              </c:strCache>
            </c:strRef>
          </c:cat>
          <c:val>
            <c:numRef>
              <c:f>Planilha1!$B$2:$B$70</c:f>
              <c:numCache>
                <c:formatCode>General</c:formatCode>
                <c:ptCount val="69"/>
                <c:pt idx="0">
                  <c:v>100</c:v>
                </c:pt>
                <c:pt idx="1">
                  <c:v>96.9</c:v>
                </c:pt>
                <c:pt idx="2">
                  <c:v>95.9</c:v>
                </c:pt>
                <c:pt idx="3">
                  <c:v>95</c:v>
                </c:pt>
                <c:pt idx="4">
                  <c:v>94</c:v>
                </c:pt>
                <c:pt idx="5">
                  <c:v>92.2</c:v>
                </c:pt>
                <c:pt idx="6">
                  <c:v>90.8</c:v>
                </c:pt>
                <c:pt idx="7">
                  <c:v>88.6</c:v>
                </c:pt>
                <c:pt idx="8">
                  <c:v>87.8</c:v>
                </c:pt>
                <c:pt idx="9">
                  <c:v>86.3</c:v>
                </c:pt>
                <c:pt idx="10">
                  <c:v>82.8</c:v>
                </c:pt>
                <c:pt idx="11">
                  <c:v>82.3</c:v>
                </c:pt>
                <c:pt idx="12">
                  <c:v>83.1</c:v>
                </c:pt>
                <c:pt idx="13">
                  <c:v>81.900000000000006</c:v>
                </c:pt>
                <c:pt idx="14">
                  <c:v>81.400000000000006</c:v>
                </c:pt>
                <c:pt idx="15">
                  <c:v>77.900000000000006</c:v>
                </c:pt>
                <c:pt idx="16">
                  <c:v>76</c:v>
                </c:pt>
                <c:pt idx="17">
                  <c:v>74.099999999999994</c:v>
                </c:pt>
                <c:pt idx="18">
                  <c:v>72.8</c:v>
                </c:pt>
                <c:pt idx="19">
                  <c:v>72.7</c:v>
                </c:pt>
                <c:pt idx="20">
                  <c:v>71</c:v>
                </c:pt>
                <c:pt idx="21">
                  <c:v>72</c:v>
                </c:pt>
                <c:pt idx="22">
                  <c:v>74.5</c:v>
                </c:pt>
                <c:pt idx="23">
                  <c:v>75.5</c:v>
                </c:pt>
                <c:pt idx="24">
                  <c:v>77.400000000000006</c:v>
                </c:pt>
                <c:pt idx="25">
                  <c:v>77.900000000000006</c:v>
                </c:pt>
                <c:pt idx="26">
                  <c:v>79.7</c:v>
                </c:pt>
                <c:pt idx="27">
                  <c:v>82.4</c:v>
                </c:pt>
                <c:pt idx="28">
                  <c:v>82</c:v>
                </c:pt>
                <c:pt idx="29">
                  <c:v>84.4</c:v>
                </c:pt>
                <c:pt idx="30">
                  <c:v>85.1</c:v>
                </c:pt>
                <c:pt idx="31">
                  <c:v>85.6</c:v>
                </c:pt>
                <c:pt idx="32">
                  <c:v>85.4</c:v>
                </c:pt>
                <c:pt idx="33">
                  <c:v>83.7</c:v>
                </c:pt>
                <c:pt idx="34">
                  <c:v>83.5</c:v>
                </c:pt>
                <c:pt idx="35">
                  <c:v>84</c:v>
                </c:pt>
                <c:pt idx="36">
                  <c:v>84.9</c:v>
                </c:pt>
                <c:pt idx="37">
                  <c:v>85</c:v>
                </c:pt>
                <c:pt idx="38">
                  <c:v>85.8</c:v>
                </c:pt>
                <c:pt idx="39">
                  <c:v>86</c:v>
                </c:pt>
                <c:pt idx="40">
                  <c:v>85.3</c:v>
                </c:pt>
                <c:pt idx="41">
                  <c:v>85.6</c:v>
                </c:pt>
                <c:pt idx="42">
                  <c:v>85.3</c:v>
                </c:pt>
                <c:pt idx="43">
                  <c:v>86.2</c:v>
                </c:pt>
                <c:pt idx="44">
                  <c:v>87.2</c:v>
                </c:pt>
                <c:pt idx="45">
                  <c:v>86.9</c:v>
                </c:pt>
                <c:pt idx="46">
                  <c:v>87.2</c:v>
                </c:pt>
                <c:pt idx="47">
                  <c:v>87</c:v>
                </c:pt>
                <c:pt idx="48">
                  <c:v>86.7</c:v>
                </c:pt>
                <c:pt idx="49">
                  <c:v>87.3</c:v>
                </c:pt>
                <c:pt idx="50">
                  <c:v>87.7</c:v>
                </c:pt>
                <c:pt idx="51">
                  <c:v>88.7</c:v>
                </c:pt>
                <c:pt idx="52">
                  <c:v>88.8</c:v>
                </c:pt>
                <c:pt idx="53">
                  <c:v>90.5</c:v>
                </c:pt>
                <c:pt idx="54">
                  <c:v>90.1</c:v>
                </c:pt>
                <c:pt idx="55">
                  <c:v>90.1</c:v>
                </c:pt>
                <c:pt idx="56">
                  <c:v>90.3</c:v>
                </c:pt>
                <c:pt idx="57">
                  <c:v>90.3</c:v>
                </c:pt>
                <c:pt idx="58">
                  <c:v>90.5</c:v>
                </c:pt>
                <c:pt idx="59">
                  <c:v>90.3</c:v>
                </c:pt>
                <c:pt idx="60">
                  <c:v>90.4</c:v>
                </c:pt>
                <c:pt idx="61">
                  <c:v>92</c:v>
                </c:pt>
                <c:pt idx="62">
                  <c:v>90.1</c:v>
                </c:pt>
                <c:pt idx="63">
                  <c:v>86</c:v>
                </c:pt>
                <c:pt idx="64">
                  <c:v>84.7</c:v>
                </c:pt>
                <c:pt idx="65">
                  <c:v>84.1</c:v>
                </c:pt>
                <c:pt idx="66">
                  <c:v>83.1</c:v>
                </c:pt>
                <c:pt idx="67">
                  <c:v>85</c:v>
                </c:pt>
                <c:pt idx="68">
                  <c:v>85.5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2B-4366-A323-27ACD75E822A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USD/JPY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5143929648832716E-2"/>
                  <c:y val="-5.380159074782092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32B-4366-A323-27ACD75E822A}"/>
                </c:ext>
              </c:extLst>
            </c:dLbl>
            <c:dLbl>
              <c:idx val="12"/>
              <c:layout>
                <c:manualLayout>
                  <c:x val="-3.885880036637783E-2"/>
                  <c:y val="-4.931755513156387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2B-4366-A323-27ACD75E822A}"/>
                </c:ext>
              </c:extLst>
            </c:dLbl>
            <c:dLbl>
              <c:idx val="25"/>
              <c:layout>
                <c:manualLayout>
                  <c:x val="-5.485948287018047E-2"/>
                  <c:y val="-2.1520636299128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2B-4366-A323-27ACD75E822A}"/>
                </c:ext>
              </c:extLst>
            </c:dLbl>
            <c:dLbl>
              <c:idx val="38"/>
              <c:layout>
                <c:manualLayout>
                  <c:x val="-5.943110644269559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2B-4366-A323-27ACD75E822A}"/>
                </c:ext>
              </c:extLst>
            </c:dLbl>
            <c:dLbl>
              <c:idx val="51"/>
              <c:layout>
                <c:manualLayout>
                  <c:x val="-5.0287859297665431E-2"/>
                  <c:y val="-3.76611135234746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2B-4366-A323-27ACD75E822A}"/>
                </c:ext>
              </c:extLst>
            </c:dLbl>
            <c:dLbl>
              <c:idx val="58"/>
              <c:layout>
                <c:manualLayout>
                  <c:x val="-1.6000682503802637E-2"/>
                  <c:y val="-5.380159074782092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32B-4366-A323-27ACD75E822A}"/>
                </c:ext>
              </c:extLst>
            </c:dLbl>
            <c:dLbl>
              <c:idx val="68"/>
              <c:layout>
                <c:manualLayout>
                  <c:x val="-2.7429741435090235E-2"/>
                  <c:y val="-5.380159074782092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32B-4366-A323-27ACD75E822A}"/>
                </c:ext>
              </c:extLst>
            </c:dLbl>
            <c:numFmt formatCode="#,##0" sourceLinked="0"/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Planilha1!$A$2:$A$70</c:f>
              <c:strCache>
                <c:ptCount val="69"/>
                <c:pt idx="0">
                  <c:v>2021-01</c:v>
                </c:pt>
                <c:pt idx="1">
                  <c:v>2021-02</c:v>
                </c:pt>
                <c:pt idx="2">
                  <c:v>2021-03</c:v>
                </c:pt>
                <c:pt idx="3">
                  <c:v>2021-04</c:v>
                </c:pt>
                <c:pt idx="4">
                  <c:v>2021-05</c:v>
                </c:pt>
                <c:pt idx="5">
                  <c:v>2021-06</c:v>
                </c:pt>
                <c:pt idx="6">
                  <c:v>2021-07</c:v>
                </c:pt>
                <c:pt idx="7">
                  <c:v>2021-08</c:v>
                </c:pt>
                <c:pt idx="8">
                  <c:v>2021-09</c:v>
                </c:pt>
                <c:pt idx="9">
                  <c:v>2021-10</c:v>
                </c:pt>
                <c:pt idx="10">
                  <c:v>2021-11</c:v>
                </c:pt>
                <c:pt idx="11">
                  <c:v>2021-12</c:v>
                </c:pt>
                <c:pt idx="12">
                  <c:v>2022-01</c:v>
                </c:pt>
                <c:pt idx="13">
                  <c:v>2022-02</c:v>
                </c:pt>
                <c:pt idx="14">
                  <c:v>2022-03</c:v>
                </c:pt>
                <c:pt idx="15">
                  <c:v>2022-04</c:v>
                </c:pt>
                <c:pt idx="16">
                  <c:v>2022-05</c:v>
                </c:pt>
                <c:pt idx="17">
                  <c:v>2022-06</c:v>
                </c:pt>
                <c:pt idx="18">
                  <c:v>2022-07</c:v>
                </c:pt>
                <c:pt idx="19">
                  <c:v>2022-08</c:v>
                </c:pt>
                <c:pt idx="20">
                  <c:v>2022-09</c:v>
                </c:pt>
                <c:pt idx="21">
                  <c:v>2022-10</c:v>
                </c:pt>
                <c:pt idx="22">
                  <c:v>2022-11</c:v>
                </c:pt>
                <c:pt idx="23">
                  <c:v>2022-12</c:v>
                </c:pt>
                <c:pt idx="24">
                  <c:v>2023-01</c:v>
                </c:pt>
                <c:pt idx="25">
                  <c:v>2023-02</c:v>
                </c:pt>
                <c:pt idx="26">
                  <c:v>2023-03</c:v>
                </c:pt>
                <c:pt idx="27">
                  <c:v>2023-04</c:v>
                </c:pt>
                <c:pt idx="28">
                  <c:v>2023-05</c:v>
                </c:pt>
                <c:pt idx="29">
                  <c:v>2023-06</c:v>
                </c:pt>
                <c:pt idx="30">
                  <c:v>2023-07</c:v>
                </c:pt>
                <c:pt idx="31">
                  <c:v>2023-08</c:v>
                </c:pt>
                <c:pt idx="32">
                  <c:v>2023-09</c:v>
                </c:pt>
                <c:pt idx="33">
                  <c:v>2023-10</c:v>
                </c:pt>
                <c:pt idx="34">
                  <c:v>2023-11</c:v>
                </c:pt>
                <c:pt idx="35">
                  <c:v>2023-12</c:v>
                </c:pt>
                <c:pt idx="36">
                  <c:v>2024-01</c:v>
                </c:pt>
                <c:pt idx="37">
                  <c:v>2024-02</c:v>
                </c:pt>
                <c:pt idx="38">
                  <c:v>2024-03</c:v>
                </c:pt>
                <c:pt idx="39">
                  <c:v>2024-04</c:v>
                </c:pt>
                <c:pt idx="40">
                  <c:v>2024-05</c:v>
                </c:pt>
                <c:pt idx="41">
                  <c:v>2024-06</c:v>
                </c:pt>
                <c:pt idx="42">
                  <c:v>2024-07</c:v>
                </c:pt>
                <c:pt idx="43">
                  <c:v>2024-08</c:v>
                </c:pt>
                <c:pt idx="44">
                  <c:v>2024-09</c:v>
                </c:pt>
                <c:pt idx="45">
                  <c:v>2024-10</c:v>
                </c:pt>
                <c:pt idx="46">
                  <c:v>2024-11</c:v>
                </c:pt>
                <c:pt idx="47">
                  <c:v>2024-12</c:v>
                </c:pt>
                <c:pt idx="48">
                  <c:v>2025-01</c:v>
                </c:pt>
                <c:pt idx="49">
                  <c:v>2025-02</c:v>
                </c:pt>
                <c:pt idx="50">
                  <c:v>2025-03</c:v>
                </c:pt>
                <c:pt idx="51">
                  <c:v>2025-04</c:v>
                </c:pt>
                <c:pt idx="52">
                  <c:v>2025-05</c:v>
                </c:pt>
                <c:pt idx="53">
                  <c:v>2025-06</c:v>
                </c:pt>
                <c:pt idx="54">
                  <c:v>2025-07</c:v>
                </c:pt>
                <c:pt idx="55">
                  <c:v>2025-08</c:v>
                </c:pt>
                <c:pt idx="56">
                  <c:v>2025-09</c:v>
                </c:pt>
                <c:pt idx="57">
                  <c:v>2025-10</c:v>
                </c:pt>
                <c:pt idx="58">
                  <c:v>2025-11</c:v>
                </c:pt>
                <c:pt idx="59">
                  <c:v>2025-12</c:v>
                </c:pt>
                <c:pt idx="60">
                  <c:v>2026-01</c:v>
                </c:pt>
                <c:pt idx="61">
                  <c:v>2026-02</c:v>
                </c:pt>
                <c:pt idx="62">
                  <c:v>2026-03</c:v>
                </c:pt>
                <c:pt idx="63">
                  <c:v>2026-04</c:v>
                </c:pt>
                <c:pt idx="64">
                  <c:v>2026-05</c:v>
                </c:pt>
                <c:pt idx="65">
                  <c:v>2026-06</c:v>
                </c:pt>
                <c:pt idx="66">
                  <c:v>2026-07</c:v>
                </c:pt>
                <c:pt idx="67">
                  <c:v>2026-08</c:v>
                </c:pt>
                <c:pt idx="68">
                  <c:v>2026-09</c:v>
                </c:pt>
              </c:strCache>
            </c:strRef>
          </c:cat>
          <c:val>
            <c:numRef>
              <c:f>Planilha1!$C$2:$C$70</c:f>
              <c:numCache>
                <c:formatCode>General</c:formatCode>
                <c:ptCount val="69"/>
                <c:pt idx="0">
                  <c:v>100</c:v>
                </c:pt>
                <c:pt idx="1">
                  <c:v>101.60092583662841</c:v>
                </c:pt>
                <c:pt idx="2">
                  <c:v>104.82206577297715</c:v>
                </c:pt>
                <c:pt idx="3">
                  <c:v>105.20783103481533</c:v>
                </c:pt>
                <c:pt idx="4">
                  <c:v>105.19818690326936</c:v>
                </c:pt>
                <c:pt idx="5">
                  <c:v>106.16260005786479</c:v>
                </c:pt>
                <c:pt idx="6">
                  <c:v>106.30726203105411</c:v>
                </c:pt>
                <c:pt idx="7">
                  <c:v>105.90220850612403</c:v>
                </c:pt>
                <c:pt idx="8">
                  <c:v>106.23010897868649</c:v>
                </c:pt>
                <c:pt idx="9">
                  <c:v>109.05583952165108</c:v>
                </c:pt>
                <c:pt idx="10">
                  <c:v>109.96238788697079</c:v>
                </c:pt>
                <c:pt idx="11">
                  <c:v>109.86594657151124</c:v>
                </c:pt>
                <c:pt idx="12">
                  <c:v>110.80142733146882</c:v>
                </c:pt>
                <c:pt idx="13">
                  <c:v>111.05217475166363</c:v>
                </c:pt>
                <c:pt idx="14">
                  <c:v>114.33117947728807</c:v>
                </c:pt>
                <c:pt idx="15">
                  <c:v>121.84395795158648</c:v>
                </c:pt>
                <c:pt idx="16">
                  <c:v>124.27427910116697</c:v>
                </c:pt>
                <c:pt idx="17">
                  <c:v>129.0770566110522</c:v>
                </c:pt>
                <c:pt idx="18">
                  <c:v>131.92207541710869</c:v>
                </c:pt>
                <c:pt idx="19">
                  <c:v>130.43687915903175</c:v>
                </c:pt>
                <c:pt idx="20">
                  <c:v>138.12325200115731</c:v>
                </c:pt>
                <c:pt idx="21">
                  <c:v>141.80731025171184</c:v>
                </c:pt>
                <c:pt idx="22">
                  <c:v>137.31314495129715</c:v>
                </c:pt>
                <c:pt idx="23">
                  <c:v>130.03182563410166</c:v>
                </c:pt>
                <c:pt idx="24">
                  <c:v>125.9716462532549</c:v>
                </c:pt>
                <c:pt idx="25">
                  <c:v>128.05477866718104</c:v>
                </c:pt>
                <c:pt idx="26">
                  <c:v>128.96132703250072</c:v>
                </c:pt>
                <c:pt idx="27">
                  <c:v>128.64307069148424</c:v>
                </c:pt>
                <c:pt idx="28">
                  <c:v>132.52001157295786</c:v>
                </c:pt>
                <c:pt idx="29">
                  <c:v>136.29086700742599</c:v>
                </c:pt>
                <c:pt idx="30">
                  <c:v>136.03047545568523</c:v>
                </c:pt>
                <c:pt idx="31">
                  <c:v>139.53129520686664</c:v>
                </c:pt>
                <c:pt idx="32">
                  <c:v>142.39560227601507</c:v>
                </c:pt>
                <c:pt idx="33">
                  <c:v>144.2183431382004</c:v>
                </c:pt>
                <c:pt idx="34">
                  <c:v>144.51731121612499</c:v>
                </c:pt>
                <c:pt idx="35">
                  <c:v>138.94300318256342</c:v>
                </c:pt>
                <c:pt idx="36">
                  <c:v>140.64037033465138</c:v>
                </c:pt>
                <c:pt idx="37">
                  <c:v>144.11225769119491</c:v>
                </c:pt>
                <c:pt idx="38">
                  <c:v>144.38229337448163</c:v>
                </c:pt>
                <c:pt idx="39">
                  <c:v>148.23994599286337</c:v>
                </c:pt>
                <c:pt idx="40">
                  <c:v>150.57382582698429</c:v>
                </c:pt>
                <c:pt idx="41">
                  <c:v>152.27119297907223</c:v>
                </c:pt>
                <c:pt idx="42">
                  <c:v>152.2422605844344</c:v>
                </c:pt>
                <c:pt idx="43">
                  <c:v>141.11293278040313</c:v>
                </c:pt>
                <c:pt idx="44">
                  <c:v>138.10396373806537</c:v>
                </c:pt>
                <c:pt idx="45">
                  <c:v>144.22798726974639</c:v>
                </c:pt>
                <c:pt idx="46">
                  <c:v>148.26887838750122</c:v>
                </c:pt>
                <c:pt idx="47">
                  <c:v>148.41354036069052</c:v>
                </c:pt>
                <c:pt idx="48">
                  <c:v>151.11389719355773</c:v>
                </c:pt>
                <c:pt idx="49">
                  <c:v>146.54257884077538</c:v>
                </c:pt>
                <c:pt idx="50">
                  <c:v>143.83257787636222</c:v>
                </c:pt>
                <c:pt idx="51">
                  <c:v>139.09730928729869</c:v>
                </c:pt>
                <c:pt idx="52">
                  <c:v>139.63738065387213</c:v>
                </c:pt>
                <c:pt idx="53">
                  <c:v>139.31912431285565</c:v>
                </c:pt>
                <c:pt idx="54">
                  <c:v>141.63371588388469</c:v>
                </c:pt>
                <c:pt idx="55">
                  <c:v>142.36666988137719</c:v>
                </c:pt>
                <c:pt idx="56">
                  <c:v>142.64634969620985</c:v>
                </c:pt>
                <c:pt idx="57">
                  <c:v>145.98321921111005</c:v>
                </c:pt>
                <c:pt idx="58">
                  <c:v>149.59976854084292</c:v>
                </c:pt>
                <c:pt idx="59">
                  <c:v>150.30379014369757</c:v>
                </c:pt>
                <c:pt idx="60">
                  <c:v>151.15247371974155</c:v>
                </c:pt>
                <c:pt idx="61">
                  <c:v>149.72514225094031</c:v>
                </c:pt>
                <c:pt idx="62">
                  <c:v>153.01379110811072</c:v>
                </c:pt>
                <c:pt idx="63">
                  <c:v>153.61172726395989</c:v>
                </c:pt>
                <c:pt idx="64">
                  <c:v>152.4544314784454</c:v>
                </c:pt>
                <c:pt idx="65">
                  <c:v>154.9619056803935</c:v>
                </c:pt>
                <c:pt idx="66">
                  <c:v>156.65927283248143</c:v>
                </c:pt>
                <c:pt idx="67">
                  <c:v>153.13916481820812</c:v>
                </c:pt>
                <c:pt idx="68">
                  <c:v>150.82457324717907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2B-4366-A323-27ACD75E822A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Planilha1!$A$2:$A$70</c:f>
              <c:strCache>
                <c:ptCount val="69"/>
                <c:pt idx="0">
                  <c:v>2021-01</c:v>
                </c:pt>
                <c:pt idx="1">
                  <c:v>2021-02</c:v>
                </c:pt>
                <c:pt idx="2">
                  <c:v>2021-03</c:v>
                </c:pt>
                <c:pt idx="3">
                  <c:v>2021-04</c:v>
                </c:pt>
                <c:pt idx="4">
                  <c:v>2021-05</c:v>
                </c:pt>
                <c:pt idx="5">
                  <c:v>2021-06</c:v>
                </c:pt>
                <c:pt idx="6">
                  <c:v>2021-07</c:v>
                </c:pt>
                <c:pt idx="7">
                  <c:v>2021-08</c:v>
                </c:pt>
                <c:pt idx="8">
                  <c:v>2021-09</c:v>
                </c:pt>
                <c:pt idx="9">
                  <c:v>2021-10</c:v>
                </c:pt>
                <c:pt idx="10">
                  <c:v>2021-11</c:v>
                </c:pt>
                <c:pt idx="11">
                  <c:v>2021-12</c:v>
                </c:pt>
                <c:pt idx="12">
                  <c:v>2022-01</c:v>
                </c:pt>
                <c:pt idx="13">
                  <c:v>2022-02</c:v>
                </c:pt>
                <c:pt idx="14">
                  <c:v>2022-03</c:v>
                </c:pt>
                <c:pt idx="15">
                  <c:v>2022-04</c:v>
                </c:pt>
                <c:pt idx="16">
                  <c:v>2022-05</c:v>
                </c:pt>
                <c:pt idx="17">
                  <c:v>2022-06</c:v>
                </c:pt>
                <c:pt idx="18">
                  <c:v>2022-07</c:v>
                </c:pt>
                <c:pt idx="19">
                  <c:v>2022-08</c:v>
                </c:pt>
                <c:pt idx="20">
                  <c:v>2022-09</c:v>
                </c:pt>
                <c:pt idx="21">
                  <c:v>2022-10</c:v>
                </c:pt>
                <c:pt idx="22">
                  <c:v>2022-11</c:v>
                </c:pt>
                <c:pt idx="23">
                  <c:v>2022-12</c:v>
                </c:pt>
                <c:pt idx="24">
                  <c:v>2023-01</c:v>
                </c:pt>
                <c:pt idx="25">
                  <c:v>2023-02</c:v>
                </c:pt>
                <c:pt idx="26">
                  <c:v>2023-03</c:v>
                </c:pt>
                <c:pt idx="27">
                  <c:v>2023-04</c:v>
                </c:pt>
                <c:pt idx="28">
                  <c:v>2023-05</c:v>
                </c:pt>
                <c:pt idx="29">
                  <c:v>2023-06</c:v>
                </c:pt>
                <c:pt idx="30">
                  <c:v>2023-07</c:v>
                </c:pt>
                <c:pt idx="31">
                  <c:v>2023-08</c:v>
                </c:pt>
                <c:pt idx="32">
                  <c:v>2023-09</c:v>
                </c:pt>
                <c:pt idx="33">
                  <c:v>2023-10</c:v>
                </c:pt>
                <c:pt idx="34">
                  <c:v>2023-11</c:v>
                </c:pt>
                <c:pt idx="35">
                  <c:v>2023-12</c:v>
                </c:pt>
                <c:pt idx="36">
                  <c:v>2024-01</c:v>
                </c:pt>
                <c:pt idx="37">
                  <c:v>2024-02</c:v>
                </c:pt>
                <c:pt idx="38">
                  <c:v>2024-03</c:v>
                </c:pt>
                <c:pt idx="39">
                  <c:v>2024-04</c:v>
                </c:pt>
                <c:pt idx="40">
                  <c:v>2024-05</c:v>
                </c:pt>
                <c:pt idx="41">
                  <c:v>2024-06</c:v>
                </c:pt>
                <c:pt idx="42">
                  <c:v>2024-07</c:v>
                </c:pt>
                <c:pt idx="43">
                  <c:v>2024-08</c:v>
                </c:pt>
                <c:pt idx="44">
                  <c:v>2024-09</c:v>
                </c:pt>
                <c:pt idx="45">
                  <c:v>2024-10</c:v>
                </c:pt>
                <c:pt idx="46">
                  <c:v>2024-11</c:v>
                </c:pt>
                <c:pt idx="47">
                  <c:v>2024-12</c:v>
                </c:pt>
                <c:pt idx="48">
                  <c:v>2025-01</c:v>
                </c:pt>
                <c:pt idx="49">
                  <c:v>2025-02</c:v>
                </c:pt>
                <c:pt idx="50">
                  <c:v>2025-03</c:v>
                </c:pt>
                <c:pt idx="51">
                  <c:v>2025-04</c:v>
                </c:pt>
                <c:pt idx="52">
                  <c:v>2025-05</c:v>
                </c:pt>
                <c:pt idx="53">
                  <c:v>2025-06</c:v>
                </c:pt>
                <c:pt idx="54">
                  <c:v>2025-07</c:v>
                </c:pt>
                <c:pt idx="55">
                  <c:v>2025-08</c:v>
                </c:pt>
                <c:pt idx="56">
                  <c:v>2025-09</c:v>
                </c:pt>
                <c:pt idx="57">
                  <c:v>2025-10</c:v>
                </c:pt>
                <c:pt idx="58">
                  <c:v>2025-11</c:v>
                </c:pt>
                <c:pt idx="59">
                  <c:v>2025-12</c:v>
                </c:pt>
                <c:pt idx="60">
                  <c:v>2026-01</c:v>
                </c:pt>
                <c:pt idx="61">
                  <c:v>2026-02</c:v>
                </c:pt>
                <c:pt idx="62">
                  <c:v>2026-03</c:v>
                </c:pt>
                <c:pt idx="63">
                  <c:v>2026-04</c:v>
                </c:pt>
                <c:pt idx="64">
                  <c:v>2026-05</c:v>
                </c:pt>
                <c:pt idx="65">
                  <c:v>2026-06</c:v>
                </c:pt>
                <c:pt idx="66">
                  <c:v>2026-07</c:v>
                </c:pt>
                <c:pt idx="67">
                  <c:v>2026-08</c:v>
                </c:pt>
                <c:pt idx="68">
                  <c:v>2026-09</c:v>
                </c:pt>
              </c:strCache>
            </c:strRef>
          </c:cat>
          <c:val>
            <c:numRef>
              <c:f>Planilha1!$D$2:$D$70</c:f>
              <c:numCache>
                <c:formatCode>General</c:formatCode>
                <c:ptCount val="6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2B-4366-A323-27ACD75E82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9022512"/>
        <c:axId val="809009552"/>
      </c:lineChart>
      <c:catAx>
        <c:axId val="809022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09009552"/>
        <c:crosses val="autoZero"/>
        <c:auto val="1"/>
        <c:lblAlgn val="ctr"/>
        <c:lblOffset val="100"/>
        <c:tickLblSkip val="10"/>
        <c:noMultiLvlLbl val="0"/>
      </c:catAx>
      <c:valAx>
        <c:axId val="809009552"/>
        <c:scaling>
          <c:orientation val="minMax"/>
          <c:min val="60"/>
        </c:scaling>
        <c:delete val="1"/>
        <c:axPos val="l"/>
        <c:numFmt formatCode="General" sourceLinked="1"/>
        <c:majorTickMark val="none"/>
        <c:minorTickMark val="none"/>
        <c:tickLblPos val="nextTo"/>
        <c:crossAx val="809022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Exports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Planilha1!$A$2:$A$37</c:f>
              <c:numCache>
                <c:formatCode>General</c:formatCode>
                <c:ptCount val="36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  <c:pt idx="34">
                  <c:v>2024</c:v>
                </c:pt>
                <c:pt idx="35">
                  <c:v>2025</c:v>
                </c:pt>
              </c:numCache>
            </c:numRef>
          </c:cat>
          <c:val>
            <c:numRef>
              <c:f>Planilha1!$B$2:$B$37</c:f>
              <c:numCache>
                <c:formatCode>General</c:formatCode>
                <c:ptCount val="36"/>
                <c:pt idx="0">
                  <c:v>41.456939673999997</c:v>
                </c:pt>
                <c:pt idx="1">
                  <c:v>42.359892973999997</c:v>
                </c:pt>
                <c:pt idx="2">
                  <c:v>43.012281444000003</c:v>
                </c:pt>
                <c:pt idx="3">
                  <c:v>40.202448725000004</c:v>
                </c:pt>
                <c:pt idx="4">
                  <c:v>40.497552697000003</c:v>
                </c:pt>
                <c:pt idx="5">
                  <c:v>41.530895121</c:v>
                </c:pt>
                <c:pt idx="6">
                  <c:v>44.731311206000001</c:v>
                </c:pt>
                <c:pt idx="7">
                  <c:v>50.937991859</c:v>
                </c:pt>
                <c:pt idx="8">
                  <c:v>50.645003938000002</c:v>
                </c:pt>
                <c:pt idx="9">
                  <c:v>47.547556241000002</c:v>
                </c:pt>
                <c:pt idx="10">
                  <c:v>51.654197760000002</c:v>
                </c:pt>
                <c:pt idx="11">
                  <c:v>48.979244311000002</c:v>
                </c:pt>
                <c:pt idx="12">
                  <c:v>52.108955735000002</c:v>
                </c:pt>
                <c:pt idx="13">
                  <c:v>54.548350171999999</c:v>
                </c:pt>
                <c:pt idx="14">
                  <c:v>61.169979093999999</c:v>
                </c:pt>
                <c:pt idx="15">
                  <c:v>65.656544156999999</c:v>
                </c:pt>
                <c:pt idx="16">
                  <c:v>75.246173392000003</c:v>
                </c:pt>
                <c:pt idx="17">
                  <c:v>83.931437611999996</c:v>
                </c:pt>
                <c:pt idx="18">
                  <c:v>81.018087606999998</c:v>
                </c:pt>
                <c:pt idx="19">
                  <c:v>54.170614088000001</c:v>
                </c:pt>
                <c:pt idx="20">
                  <c:v>67.399626695999999</c:v>
                </c:pt>
                <c:pt idx="21">
                  <c:v>65.546474947999997</c:v>
                </c:pt>
                <c:pt idx="22">
                  <c:v>63.747572214999998</c:v>
                </c:pt>
                <c:pt idx="23">
                  <c:v>69.77419295</c:v>
                </c:pt>
                <c:pt idx="24">
                  <c:v>73.093028310999998</c:v>
                </c:pt>
                <c:pt idx="25">
                  <c:v>75.613928861999995</c:v>
                </c:pt>
                <c:pt idx="26">
                  <c:v>70.035770382999999</c:v>
                </c:pt>
                <c:pt idx="27">
                  <c:v>78.286457048000003</c:v>
                </c:pt>
                <c:pt idx="28">
                  <c:v>81.478752674000006</c:v>
                </c:pt>
                <c:pt idx="29">
                  <c:v>76.931664914999999</c:v>
                </c:pt>
                <c:pt idx="30">
                  <c:v>68.399121046999994</c:v>
                </c:pt>
                <c:pt idx="31">
                  <c:v>83.091420292999999</c:v>
                </c:pt>
                <c:pt idx="32">
                  <c:v>98.173612089000002</c:v>
                </c:pt>
                <c:pt idx="33">
                  <c:v>100.873049041</c:v>
                </c:pt>
                <c:pt idx="34">
                  <c:v>107.087511087</c:v>
                </c:pt>
                <c:pt idx="35">
                  <c:v>110.400454682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7E-4F8E-B350-EF37E377AEE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Imports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Planilha1!$A$2:$A$37</c:f>
              <c:numCache>
                <c:formatCode>General</c:formatCode>
                <c:ptCount val="36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  <c:pt idx="34">
                  <c:v>2024</c:v>
                </c:pt>
                <c:pt idx="35">
                  <c:v>2025</c:v>
                </c:pt>
              </c:numCache>
            </c:numRef>
          </c:cat>
          <c:val>
            <c:numRef>
              <c:f>Planilha1!$C$2:$C$37</c:f>
              <c:numCache>
                <c:formatCode>General</c:formatCode>
                <c:ptCount val="36"/>
                <c:pt idx="0">
                  <c:v>33.855207638000003</c:v>
                </c:pt>
                <c:pt idx="1">
                  <c:v>31.900153522</c:v>
                </c:pt>
                <c:pt idx="2">
                  <c:v>29.52741936</c:v>
                </c:pt>
                <c:pt idx="3">
                  <c:v>26.826357239</c:v>
                </c:pt>
                <c:pt idx="4">
                  <c:v>28.104327343000001</c:v>
                </c:pt>
                <c:pt idx="5">
                  <c:v>31.548753881</c:v>
                </c:pt>
                <c:pt idx="6">
                  <c:v>37.993421106</c:v>
                </c:pt>
                <c:pt idx="7">
                  <c:v>40.956182573</c:v>
                </c:pt>
                <c:pt idx="8">
                  <c:v>36.653647182999997</c:v>
                </c:pt>
                <c:pt idx="9">
                  <c:v>35.268008063000003</c:v>
                </c:pt>
                <c:pt idx="10">
                  <c:v>40.938422967999998</c:v>
                </c:pt>
                <c:pt idx="11">
                  <c:v>42.415533001999997</c:v>
                </c:pt>
                <c:pt idx="12">
                  <c:v>42.227505944999997</c:v>
                </c:pt>
                <c:pt idx="13">
                  <c:v>44.362023352000001</c:v>
                </c:pt>
                <c:pt idx="14">
                  <c:v>49.216636346000001</c:v>
                </c:pt>
                <c:pt idx="15">
                  <c:v>56.949392181</c:v>
                </c:pt>
                <c:pt idx="16">
                  <c:v>67.344293071999999</c:v>
                </c:pt>
                <c:pt idx="17">
                  <c:v>73.135920427000002</c:v>
                </c:pt>
                <c:pt idx="18">
                  <c:v>78.954749926000005</c:v>
                </c:pt>
                <c:pt idx="19">
                  <c:v>51.499377779</c:v>
                </c:pt>
                <c:pt idx="20">
                  <c:v>60.764956840000004</c:v>
                </c:pt>
                <c:pt idx="21">
                  <c:v>68.111187177999994</c:v>
                </c:pt>
                <c:pt idx="22">
                  <c:v>70.688631839999999</c:v>
                </c:pt>
                <c:pt idx="23">
                  <c:v>81.242545171000003</c:v>
                </c:pt>
                <c:pt idx="24">
                  <c:v>85.909112733000001</c:v>
                </c:pt>
                <c:pt idx="25">
                  <c:v>78.405535792999999</c:v>
                </c:pt>
                <c:pt idx="26">
                  <c:v>66.041973885000004</c:v>
                </c:pt>
                <c:pt idx="27">
                  <c:v>75.379231106999995</c:v>
                </c:pt>
                <c:pt idx="28">
                  <c:v>82.703304395000004</c:v>
                </c:pt>
                <c:pt idx="29">
                  <c:v>78.599509951000002</c:v>
                </c:pt>
                <c:pt idx="30">
                  <c:v>68.010831589000006</c:v>
                </c:pt>
                <c:pt idx="31">
                  <c:v>84.875044591000005</c:v>
                </c:pt>
                <c:pt idx="32">
                  <c:v>118.503152779</c:v>
                </c:pt>
                <c:pt idx="33">
                  <c:v>110.39511933</c:v>
                </c:pt>
                <c:pt idx="34">
                  <c:v>112.715960939</c:v>
                </c:pt>
                <c:pt idx="35">
                  <c:v>113.330098822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7E-4F8E-B350-EF37E377AEE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-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Planilha1!$A$2:$A$37</c:f>
              <c:numCache>
                <c:formatCode>General</c:formatCode>
                <c:ptCount val="36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  <c:pt idx="34">
                  <c:v>2024</c:v>
                </c:pt>
                <c:pt idx="35">
                  <c:v>2025</c:v>
                </c:pt>
              </c:numCache>
            </c:numRef>
          </c:cat>
          <c:val>
            <c:numRef>
              <c:f>Planilha1!$D$2:$D$37</c:f>
              <c:numCache>
                <c:formatCode>General</c:formatCode>
                <c:ptCount val="3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27E-4F8E-B350-EF37E377A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4001776"/>
        <c:axId val="1716769648"/>
      </c:lineChart>
      <c:catAx>
        <c:axId val="1734001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16769648"/>
        <c:crosses val="autoZero"/>
        <c:auto val="1"/>
        <c:lblAlgn val="ctr"/>
        <c:lblOffset val="100"/>
        <c:tickLblSkip val="3"/>
        <c:noMultiLvlLbl val="0"/>
      </c:catAx>
      <c:valAx>
        <c:axId val="1716769648"/>
        <c:scaling>
          <c:orientation val="minMax"/>
          <c:min val="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34001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  <c:userShapes r:id="rId4"/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NIIP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Planilha1!$B$2:$B$50</c:f>
              <c:numCache>
                <c:formatCode>General</c:formatCode>
                <c:ptCount val="49"/>
                <c:pt idx="0">
                  <c:v>317.81599999999997</c:v>
                </c:pt>
                <c:pt idx="1">
                  <c:v>309.31200000000001</c:v>
                </c:pt>
                <c:pt idx="2">
                  <c:v>324.24099999999999</c:v>
                </c:pt>
                <c:pt idx="3">
                  <c:v>351.11399999999998</c:v>
                </c:pt>
                <c:pt idx="4">
                  <c:v>331.88600000000002</c:v>
                </c:pt>
                <c:pt idx="5">
                  <c:v>329.517</c:v>
                </c:pt>
                <c:pt idx="6">
                  <c:v>341.17700000000002</c:v>
                </c:pt>
                <c:pt idx="7">
                  <c:v>327.18900000000002</c:v>
                </c:pt>
                <c:pt idx="8">
                  <c:v>340.32499999999999</c:v>
                </c:pt>
                <c:pt idx="9">
                  <c:v>315.25299999999999</c:v>
                </c:pt>
                <c:pt idx="10">
                  <c:v>306.779</c:v>
                </c:pt>
                <c:pt idx="11">
                  <c:v>336.30599999999998</c:v>
                </c:pt>
                <c:pt idx="12">
                  <c:v>325.887</c:v>
                </c:pt>
                <c:pt idx="13">
                  <c:v>330.96100000000001</c:v>
                </c:pt>
                <c:pt idx="14">
                  <c:v>338.38499999999999</c:v>
                </c:pt>
                <c:pt idx="15">
                  <c:v>329.30200000000002</c:v>
                </c:pt>
                <c:pt idx="16">
                  <c:v>312.12200000000001</c:v>
                </c:pt>
                <c:pt idx="17">
                  <c:v>324.35500000000002</c:v>
                </c:pt>
                <c:pt idx="18">
                  <c:v>331.35199999999998</c:v>
                </c:pt>
                <c:pt idx="19">
                  <c:v>341.45</c:v>
                </c:pt>
                <c:pt idx="20">
                  <c:v>356.101</c:v>
                </c:pt>
                <c:pt idx="21">
                  <c:v>356.517</c:v>
                </c:pt>
                <c:pt idx="22">
                  <c:v>354.18400000000003</c:v>
                </c:pt>
                <c:pt idx="23">
                  <c:v>357.01499999999999</c:v>
                </c:pt>
                <c:pt idx="24">
                  <c:v>361.815</c:v>
                </c:pt>
                <c:pt idx="25">
                  <c:v>368.52100000000002</c:v>
                </c:pt>
                <c:pt idx="26">
                  <c:v>368.65699999999998</c:v>
                </c:pt>
                <c:pt idx="27">
                  <c:v>359.99200000000002</c:v>
                </c:pt>
                <c:pt idx="28">
                  <c:v>374.45699999999999</c:v>
                </c:pt>
                <c:pt idx="29">
                  <c:v>392.26100000000002</c:v>
                </c:pt>
                <c:pt idx="30">
                  <c:v>383.95</c:v>
                </c:pt>
                <c:pt idx="31">
                  <c:v>417.90800000000002</c:v>
                </c:pt>
                <c:pt idx="32">
                  <c:v>428.65699999999998</c:v>
                </c:pt>
                <c:pt idx="33">
                  <c:v>455.66800000000001</c:v>
                </c:pt>
                <c:pt idx="34">
                  <c:v>462.29599999999999</c:v>
                </c:pt>
                <c:pt idx="35">
                  <c:v>420</c:v>
                </c:pt>
                <c:pt idx="36">
                  <c:v>437.49599999999998</c:v>
                </c:pt>
                <c:pt idx="37">
                  <c:v>466.96600000000001</c:v>
                </c:pt>
                <c:pt idx="38">
                  <c:v>465.34899999999999</c:v>
                </c:pt>
                <c:pt idx="39">
                  <c:v>472.18900000000002</c:v>
                </c:pt>
                <c:pt idx="40">
                  <c:v>484.577</c:v>
                </c:pt>
                <c:pt idx="41">
                  <c:v>538.48400000000004</c:v>
                </c:pt>
                <c:pt idx="42">
                  <c:v>500.96800000000002</c:v>
                </c:pt>
                <c:pt idx="43">
                  <c:v>533.04999999999995</c:v>
                </c:pt>
                <c:pt idx="44">
                  <c:v>524.81100000000004</c:v>
                </c:pt>
                <c:pt idx="45">
                  <c:v>524.02</c:v>
                </c:pt>
                <c:pt idx="46">
                  <c:v>541.40300000000002</c:v>
                </c:pt>
                <c:pt idx="47">
                  <c:v>561.75</c:v>
                </c:pt>
                <c:pt idx="48">
                  <c:v>560.11599999999999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F4-41C5-A9C0-E558765DB14F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Direct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Planilha1!$C$2:$C$50</c:f>
              <c:numCache>
                <c:formatCode>General</c:formatCode>
                <c:ptCount val="49"/>
                <c:pt idx="0">
                  <c:v>97.218000000000004</c:v>
                </c:pt>
                <c:pt idx="1">
                  <c:v>99.522999999999996</c:v>
                </c:pt>
                <c:pt idx="2">
                  <c:v>106.693</c:v>
                </c:pt>
                <c:pt idx="3">
                  <c:v>118.26900000000001</c:v>
                </c:pt>
                <c:pt idx="4">
                  <c:v>118.209</c:v>
                </c:pt>
                <c:pt idx="5">
                  <c:v>125.425</c:v>
                </c:pt>
                <c:pt idx="6">
                  <c:v>123.78700000000001</c:v>
                </c:pt>
                <c:pt idx="7">
                  <c:v>127.08199999999999</c:v>
                </c:pt>
                <c:pt idx="8">
                  <c:v>123.131</c:v>
                </c:pt>
                <c:pt idx="9">
                  <c:v>111.89100000000001</c:v>
                </c:pt>
                <c:pt idx="10">
                  <c:v>113.63</c:v>
                </c:pt>
                <c:pt idx="11">
                  <c:v>130.65299999999999</c:v>
                </c:pt>
                <c:pt idx="12">
                  <c:v>132.13399999999999</c:v>
                </c:pt>
                <c:pt idx="13">
                  <c:v>137.44800000000001</c:v>
                </c:pt>
                <c:pt idx="14">
                  <c:v>142.226</c:v>
                </c:pt>
                <c:pt idx="15">
                  <c:v>146.215</c:v>
                </c:pt>
                <c:pt idx="16">
                  <c:v>143.43700000000001</c:v>
                </c:pt>
                <c:pt idx="17">
                  <c:v>147.09399999999999</c:v>
                </c:pt>
                <c:pt idx="18">
                  <c:v>152.761</c:v>
                </c:pt>
                <c:pt idx="19">
                  <c:v>151.19900000000001</c:v>
                </c:pt>
                <c:pt idx="20">
                  <c:v>161.13300000000001</c:v>
                </c:pt>
                <c:pt idx="21">
                  <c:v>161.04400000000001</c:v>
                </c:pt>
                <c:pt idx="22">
                  <c:v>161.73500000000001</c:v>
                </c:pt>
                <c:pt idx="23">
                  <c:v>169.83799999999999</c:v>
                </c:pt>
                <c:pt idx="24">
                  <c:v>166.685</c:v>
                </c:pt>
                <c:pt idx="25">
                  <c:v>168.05500000000001</c:v>
                </c:pt>
                <c:pt idx="26">
                  <c:v>167.952</c:v>
                </c:pt>
                <c:pt idx="27">
                  <c:v>169.41</c:v>
                </c:pt>
                <c:pt idx="28">
                  <c:v>180.43899999999999</c:v>
                </c:pt>
                <c:pt idx="29">
                  <c:v>183.66399999999999</c:v>
                </c:pt>
                <c:pt idx="30">
                  <c:v>185.68199999999999</c:v>
                </c:pt>
                <c:pt idx="31">
                  <c:v>193.53200000000001</c:v>
                </c:pt>
                <c:pt idx="32">
                  <c:v>206.22900000000001</c:v>
                </c:pt>
                <c:pt idx="33">
                  <c:v>227.08699999999999</c:v>
                </c:pt>
                <c:pt idx="34">
                  <c:v>237.60300000000001</c:v>
                </c:pt>
                <c:pt idx="35">
                  <c:v>230.12100000000001</c:v>
                </c:pt>
                <c:pt idx="36">
                  <c:v>234.01</c:v>
                </c:pt>
                <c:pt idx="37">
                  <c:v>255.66</c:v>
                </c:pt>
                <c:pt idx="38">
                  <c:v>263.755</c:v>
                </c:pt>
                <c:pt idx="39">
                  <c:v>258.21699999999998</c:v>
                </c:pt>
                <c:pt idx="40">
                  <c:v>276.74599999999998</c:v>
                </c:pt>
                <c:pt idx="41">
                  <c:v>297.78500000000003</c:v>
                </c:pt>
                <c:pt idx="42">
                  <c:v>278.27100000000002</c:v>
                </c:pt>
                <c:pt idx="43">
                  <c:v>298.51900000000001</c:v>
                </c:pt>
                <c:pt idx="44">
                  <c:v>294.36</c:v>
                </c:pt>
                <c:pt idx="45">
                  <c:v>300.23899999999998</c:v>
                </c:pt>
                <c:pt idx="46">
                  <c:v>312.39</c:v>
                </c:pt>
                <c:pt idx="47">
                  <c:v>325.97300000000001</c:v>
                </c:pt>
                <c:pt idx="48">
                  <c:v>333.255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F4-41C5-A9C0-E558765DB14F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Portfolio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Planilha1!$D$2:$D$50</c:f>
              <c:numCache>
                <c:formatCode>General</c:formatCode>
                <c:ptCount val="49"/>
                <c:pt idx="0">
                  <c:v>108.18600000000001</c:v>
                </c:pt>
                <c:pt idx="1">
                  <c:v>102.705</c:v>
                </c:pt>
                <c:pt idx="2">
                  <c:v>108.354</c:v>
                </c:pt>
                <c:pt idx="3">
                  <c:v>112.563</c:v>
                </c:pt>
                <c:pt idx="4">
                  <c:v>96.71</c:v>
                </c:pt>
                <c:pt idx="5">
                  <c:v>86.826999999999998</c:v>
                </c:pt>
                <c:pt idx="6">
                  <c:v>109.07</c:v>
                </c:pt>
                <c:pt idx="7">
                  <c:v>90.741</c:v>
                </c:pt>
                <c:pt idx="8">
                  <c:v>124.241</c:v>
                </c:pt>
                <c:pt idx="9">
                  <c:v>114.74</c:v>
                </c:pt>
                <c:pt idx="10">
                  <c:v>112.881</c:v>
                </c:pt>
                <c:pt idx="11">
                  <c:v>116.20699999999999</c:v>
                </c:pt>
                <c:pt idx="12">
                  <c:v>103.373</c:v>
                </c:pt>
                <c:pt idx="13">
                  <c:v>98.998999999999995</c:v>
                </c:pt>
                <c:pt idx="14">
                  <c:v>103.98399999999999</c:v>
                </c:pt>
                <c:pt idx="15">
                  <c:v>86.875</c:v>
                </c:pt>
                <c:pt idx="16">
                  <c:v>85.230999999999995</c:v>
                </c:pt>
                <c:pt idx="17">
                  <c:v>86.697000000000003</c:v>
                </c:pt>
                <c:pt idx="18">
                  <c:v>94.328999999999994</c:v>
                </c:pt>
                <c:pt idx="19">
                  <c:v>99.751000000000005</c:v>
                </c:pt>
                <c:pt idx="20">
                  <c:v>108.35299999999999</c:v>
                </c:pt>
                <c:pt idx="21">
                  <c:v>107.935</c:v>
                </c:pt>
                <c:pt idx="22">
                  <c:v>109.571</c:v>
                </c:pt>
                <c:pt idx="23">
                  <c:v>98.736000000000004</c:v>
                </c:pt>
                <c:pt idx="24">
                  <c:v>120.794</c:v>
                </c:pt>
                <c:pt idx="25">
                  <c:v>126.56399999999999</c:v>
                </c:pt>
                <c:pt idx="26">
                  <c:v>118.372</c:v>
                </c:pt>
                <c:pt idx="27">
                  <c:v>99.551000000000002</c:v>
                </c:pt>
                <c:pt idx="28">
                  <c:v>101.705</c:v>
                </c:pt>
                <c:pt idx="29">
                  <c:v>110.376</c:v>
                </c:pt>
                <c:pt idx="30">
                  <c:v>99.46</c:v>
                </c:pt>
                <c:pt idx="31">
                  <c:v>108.70399999999999</c:v>
                </c:pt>
                <c:pt idx="32">
                  <c:v>112.342</c:v>
                </c:pt>
                <c:pt idx="33">
                  <c:v>103.298</c:v>
                </c:pt>
                <c:pt idx="34">
                  <c:v>93.947999999999993</c:v>
                </c:pt>
                <c:pt idx="35">
                  <c:v>73.138000000000005</c:v>
                </c:pt>
                <c:pt idx="36">
                  <c:v>94.701999999999998</c:v>
                </c:pt>
                <c:pt idx="37">
                  <c:v>89.581999999999994</c:v>
                </c:pt>
                <c:pt idx="38">
                  <c:v>101.02800000000001</c:v>
                </c:pt>
                <c:pt idx="39">
                  <c:v>111.941</c:v>
                </c:pt>
                <c:pt idx="40">
                  <c:v>98.272000000000006</c:v>
                </c:pt>
                <c:pt idx="41">
                  <c:v>128.66300000000001</c:v>
                </c:pt>
                <c:pt idx="42">
                  <c:v>145.304</c:v>
                </c:pt>
                <c:pt idx="43">
                  <c:v>144.14400000000001</c:v>
                </c:pt>
                <c:pt idx="44">
                  <c:v>146.28399999999999</c:v>
                </c:pt>
                <c:pt idx="45">
                  <c:v>130.02799999999999</c:v>
                </c:pt>
                <c:pt idx="46">
                  <c:v>134.423</c:v>
                </c:pt>
                <c:pt idx="47">
                  <c:v>124.768</c:v>
                </c:pt>
                <c:pt idx="48">
                  <c:v>98.242999999999995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DF4-41C5-A9C0-E558765DB14F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Reserve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Planilha1!$E$2:$E$50</c:f>
              <c:numCache>
                <c:formatCode>General</c:formatCode>
                <c:ptCount val="49"/>
                <c:pt idx="0">
                  <c:v>131.767</c:v>
                </c:pt>
                <c:pt idx="1">
                  <c:v>130.12799999999999</c:v>
                </c:pt>
                <c:pt idx="2">
                  <c:v>138.27600000000001</c:v>
                </c:pt>
                <c:pt idx="3">
                  <c:v>151.08000000000001</c:v>
                </c:pt>
                <c:pt idx="4">
                  <c:v>149.72499999999999</c:v>
                </c:pt>
                <c:pt idx="5">
                  <c:v>152.047</c:v>
                </c:pt>
                <c:pt idx="6">
                  <c:v>149.95500000000001</c:v>
                </c:pt>
                <c:pt idx="7">
                  <c:v>148.553</c:v>
                </c:pt>
                <c:pt idx="8">
                  <c:v>141.917</c:v>
                </c:pt>
                <c:pt idx="9">
                  <c:v>129.94800000000001</c:v>
                </c:pt>
                <c:pt idx="10">
                  <c:v>127.009</c:v>
                </c:pt>
                <c:pt idx="11">
                  <c:v>142.56</c:v>
                </c:pt>
                <c:pt idx="12">
                  <c:v>137.624</c:v>
                </c:pt>
                <c:pt idx="13">
                  <c:v>140.02600000000001</c:v>
                </c:pt>
                <c:pt idx="14">
                  <c:v>142.40100000000001</c:v>
                </c:pt>
                <c:pt idx="15">
                  <c:v>142.40600000000001</c:v>
                </c:pt>
                <c:pt idx="16">
                  <c:v>134.67500000000001</c:v>
                </c:pt>
                <c:pt idx="17">
                  <c:v>139.22</c:v>
                </c:pt>
                <c:pt idx="18">
                  <c:v>142.83799999999999</c:v>
                </c:pt>
                <c:pt idx="19">
                  <c:v>140.27600000000001</c:v>
                </c:pt>
                <c:pt idx="20">
                  <c:v>143.113</c:v>
                </c:pt>
                <c:pt idx="21">
                  <c:v>142.35</c:v>
                </c:pt>
                <c:pt idx="22">
                  <c:v>142.63300000000001</c:v>
                </c:pt>
                <c:pt idx="23">
                  <c:v>144.52099999999999</c:v>
                </c:pt>
                <c:pt idx="24">
                  <c:v>147.983</c:v>
                </c:pt>
                <c:pt idx="25">
                  <c:v>148.94499999999999</c:v>
                </c:pt>
                <c:pt idx="26">
                  <c:v>146.77099999999999</c:v>
                </c:pt>
                <c:pt idx="27">
                  <c:v>144.214</c:v>
                </c:pt>
                <c:pt idx="28">
                  <c:v>151.54300000000001</c:v>
                </c:pt>
                <c:pt idx="29">
                  <c:v>152.215</c:v>
                </c:pt>
                <c:pt idx="30">
                  <c:v>157.66800000000001</c:v>
                </c:pt>
                <c:pt idx="31">
                  <c:v>161.751</c:v>
                </c:pt>
                <c:pt idx="32">
                  <c:v>165.018</c:v>
                </c:pt>
                <c:pt idx="33">
                  <c:v>178.38900000000001</c:v>
                </c:pt>
                <c:pt idx="34">
                  <c:v>178.56</c:v>
                </c:pt>
                <c:pt idx="35">
                  <c:v>162.13999999999999</c:v>
                </c:pt>
                <c:pt idx="36">
                  <c:v>167.43299999999999</c:v>
                </c:pt>
                <c:pt idx="37">
                  <c:v>180.55799999999999</c:v>
                </c:pt>
                <c:pt idx="38">
                  <c:v>184.10599999999999</c:v>
                </c:pt>
                <c:pt idx="39">
                  <c:v>183.09399999999999</c:v>
                </c:pt>
                <c:pt idx="40">
                  <c:v>195.35300000000001</c:v>
                </c:pt>
                <c:pt idx="41">
                  <c:v>198.17099999999999</c:v>
                </c:pt>
                <c:pt idx="42">
                  <c:v>178.816</c:v>
                </c:pt>
                <c:pt idx="43">
                  <c:v>194.41200000000001</c:v>
                </c:pt>
                <c:pt idx="44">
                  <c:v>189.791</c:v>
                </c:pt>
                <c:pt idx="45">
                  <c:v>189.196</c:v>
                </c:pt>
                <c:pt idx="46">
                  <c:v>198.619</c:v>
                </c:pt>
                <c:pt idx="47">
                  <c:v>213.672</c:v>
                </c:pt>
                <c:pt idx="48">
                  <c:v>219.30600000000001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DF4-41C5-A9C0-E558765DB1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79343551"/>
        <c:axId val="1014145007"/>
      </c:lineChart>
      <c:catAx>
        <c:axId val="1579343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145007"/>
        <c:crosses val="autoZero"/>
        <c:auto val="1"/>
        <c:lblAlgn val="ctr"/>
        <c:lblOffset val="100"/>
        <c:tickLblSkip val="6"/>
        <c:noMultiLvlLbl val="0"/>
      </c:catAx>
      <c:valAx>
        <c:axId val="1014145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579343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Exports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Planilha1!$A$2:$A$37</c:f>
              <c:numCache>
                <c:formatCode>General</c:formatCode>
                <c:ptCount val="36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  <c:pt idx="34">
                  <c:v>2024</c:v>
                </c:pt>
                <c:pt idx="35">
                  <c:v>2025</c:v>
                </c:pt>
              </c:numCache>
            </c:numRef>
          </c:cat>
          <c:val>
            <c:numRef>
              <c:f>Planilha1!$B$2:$B$37</c:f>
              <c:numCache>
                <c:formatCode>General</c:formatCode>
                <c:ptCount val="36"/>
                <c:pt idx="0">
                  <c:v>41.456939673999997</c:v>
                </c:pt>
                <c:pt idx="1">
                  <c:v>42.359892973999997</c:v>
                </c:pt>
                <c:pt idx="2">
                  <c:v>43.012281444000003</c:v>
                </c:pt>
                <c:pt idx="3">
                  <c:v>40.202448725000004</c:v>
                </c:pt>
                <c:pt idx="4">
                  <c:v>40.497552697000003</c:v>
                </c:pt>
                <c:pt idx="5">
                  <c:v>41.530895121</c:v>
                </c:pt>
                <c:pt idx="6">
                  <c:v>44.731311206000001</c:v>
                </c:pt>
                <c:pt idx="7">
                  <c:v>50.937991859</c:v>
                </c:pt>
                <c:pt idx="8">
                  <c:v>50.645003938000002</c:v>
                </c:pt>
                <c:pt idx="9">
                  <c:v>47.547556241000002</c:v>
                </c:pt>
                <c:pt idx="10">
                  <c:v>51.654197760000002</c:v>
                </c:pt>
                <c:pt idx="11">
                  <c:v>48.979244311000002</c:v>
                </c:pt>
                <c:pt idx="12">
                  <c:v>52.108955735000002</c:v>
                </c:pt>
                <c:pt idx="13">
                  <c:v>54.548350171999999</c:v>
                </c:pt>
                <c:pt idx="14">
                  <c:v>61.169979093999999</c:v>
                </c:pt>
                <c:pt idx="15">
                  <c:v>65.656544156999999</c:v>
                </c:pt>
                <c:pt idx="16">
                  <c:v>75.246173392000003</c:v>
                </c:pt>
                <c:pt idx="17">
                  <c:v>83.931437611999996</c:v>
                </c:pt>
                <c:pt idx="18">
                  <c:v>81.018087606999998</c:v>
                </c:pt>
                <c:pt idx="19">
                  <c:v>54.170614088000001</c:v>
                </c:pt>
                <c:pt idx="20">
                  <c:v>67.399626695999999</c:v>
                </c:pt>
                <c:pt idx="21">
                  <c:v>65.546474947999997</c:v>
                </c:pt>
                <c:pt idx="22">
                  <c:v>63.747572214999998</c:v>
                </c:pt>
                <c:pt idx="23">
                  <c:v>69.77419295</c:v>
                </c:pt>
                <c:pt idx="24">
                  <c:v>73.093028310999998</c:v>
                </c:pt>
                <c:pt idx="25">
                  <c:v>75.613928861999995</c:v>
                </c:pt>
                <c:pt idx="26">
                  <c:v>70.035770382999999</c:v>
                </c:pt>
                <c:pt idx="27">
                  <c:v>78.286457048000003</c:v>
                </c:pt>
                <c:pt idx="28">
                  <c:v>81.478752674000006</c:v>
                </c:pt>
                <c:pt idx="29">
                  <c:v>76.931664914999999</c:v>
                </c:pt>
                <c:pt idx="30">
                  <c:v>68.399121046999994</c:v>
                </c:pt>
                <c:pt idx="31">
                  <c:v>83.091420292999999</c:v>
                </c:pt>
                <c:pt idx="32">
                  <c:v>98.173612089000002</c:v>
                </c:pt>
                <c:pt idx="33">
                  <c:v>100.873049041</c:v>
                </c:pt>
                <c:pt idx="34">
                  <c:v>107.087511087</c:v>
                </c:pt>
                <c:pt idx="35">
                  <c:v>110.400454682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EA-4FB0-9790-C438EA00219C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Imports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Planilha1!$A$2:$A$37</c:f>
              <c:numCache>
                <c:formatCode>General</c:formatCode>
                <c:ptCount val="36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  <c:pt idx="34">
                  <c:v>2024</c:v>
                </c:pt>
                <c:pt idx="35">
                  <c:v>2025</c:v>
                </c:pt>
              </c:numCache>
            </c:numRef>
          </c:cat>
          <c:val>
            <c:numRef>
              <c:f>Planilha1!$C$2:$C$37</c:f>
              <c:numCache>
                <c:formatCode>General</c:formatCode>
                <c:ptCount val="36"/>
                <c:pt idx="0">
                  <c:v>33.855207638000003</c:v>
                </c:pt>
                <c:pt idx="1">
                  <c:v>31.900153522</c:v>
                </c:pt>
                <c:pt idx="2">
                  <c:v>29.52741936</c:v>
                </c:pt>
                <c:pt idx="3">
                  <c:v>26.826357239</c:v>
                </c:pt>
                <c:pt idx="4">
                  <c:v>28.104327343000001</c:v>
                </c:pt>
                <c:pt idx="5">
                  <c:v>31.548753881</c:v>
                </c:pt>
                <c:pt idx="6">
                  <c:v>37.993421106</c:v>
                </c:pt>
                <c:pt idx="7">
                  <c:v>40.956182573</c:v>
                </c:pt>
                <c:pt idx="8">
                  <c:v>36.653647182999997</c:v>
                </c:pt>
                <c:pt idx="9">
                  <c:v>35.268008063000003</c:v>
                </c:pt>
                <c:pt idx="10">
                  <c:v>40.938422967999998</c:v>
                </c:pt>
                <c:pt idx="11">
                  <c:v>42.415533001999997</c:v>
                </c:pt>
                <c:pt idx="12">
                  <c:v>42.227505944999997</c:v>
                </c:pt>
                <c:pt idx="13">
                  <c:v>44.362023352000001</c:v>
                </c:pt>
                <c:pt idx="14">
                  <c:v>49.216636346000001</c:v>
                </c:pt>
                <c:pt idx="15">
                  <c:v>56.949392181</c:v>
                </c:pt>
                <c:pt idx="16">
                  <c:v>67.344293071999999</c:v>
                </c:pt>
                <c:pt idx="17">
                  <c:v>73.135920427000002</c:v>
                </c:pt>
                <c:pt idx="18">
                  <c:v>78.954749926000005</c:v>
                </c:pt>
                <c:pt idx="19">
                  <c:v>51.499377779</c:v>
                </c:pt>
                <c:pt idx="20">
                  <c:v>60.764956840000004</c:v>
                </c:pt>
                <c:pt idx="21">
                  <c:v>68.111187177999994</c:v>
                </c:pt>
                <c:pt idx="22">
                  <c:v>70.688631839999999</c:v>
                </c:pt>
                <c:pt idx="23">
                  <c:v>81.242545171000003</c:v>
                </c:pt>
                <c:pt idx="24">
                  <c:v>85.909112733000001</c:v>
                </c:pt>
                <c:pt idx="25">
                  <c:v>78.405535792999999</c:v>
                </c:pt>
                <c:pt idx="26">
                  <c:v>66.041973885000004</c:v>
                </c:pt>
                <c:pt idx="27">
                  <c:v>75.379231106999995</c:v>
                </c:pt>
                <c:pt idx="28">
                  <c:v>82.703304395000004</c:v>
                </c:pt>
                <c:pt idx="29">
                  <c:v>78.599509951000002</c:v>
                </c:pt>
                <c:pt idx="30">
                  <c:v>68.010831589000006</c:v>
                </c:pt>
                <c:pt idx="31">
                  <c:v>84.875044591000005</c:v>
                </c:pt>
                <c:pt idx="32">
                  <c:v>118.503152779</c:v>
                </c:pt>
                <c:pt idx="33">
                  <c:v>110.39511933</c:v>
                </c:pt>
                <c:pt idx="34">
                  <c:v>112.715960939</c:v>
                </c:pt>
                <c:pt idx="35">
                  <c:v>113.330098822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EA-4FB0-9790-C438EA00219C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-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Planilha1!$A$2:$A$37</c:f>
              <c:numCache>
                <c:formatCode>General</c:formatCode>
                <c:ptCount val="36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  <c:pt idx="34">
                  <c:v>2024</c:v>
                </c:pt>
                <c:pt idx="35">
                  <c:v>2025</c:v>
                </c:pt>
              </c:numCache>
            </c:numRef>
          </c:cat>
          <c:val>
            <c:numRef>
              <c:f>Planilha1!$D$2:$D$37</c:f>
              <c:numCache>
                <c:formatCode>General</c:formatCode>
                <c:ptCount val="3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EA-4FB0-9790-C438EA002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4001776"/>
        <c:axId val="1716769648"/>
      </c:lineChart>
      <c:catAx>
        <c:axId val="1734001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16769648"/>
        <c:crosses val="autoZero"/>
        <c:auto val="1"/>
        <c:lblAlgn val="ctr"/>
        <c:lblOffset val="100"/>
        <c:tickLblSkip val="3"/>
        <c:noMultiLvlLbl val="0"/>
      </c:catAx>
      <c:valAx>
        <c:axId val="1716769648"/>
        <c:scaling>
          <c:orientation val="minMax"/>
          <c:min val="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34001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  <c:userShapes r:id="rId4"/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NIIP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Planilha1!$B$2:$B$50</c:f>
              <c:numCache>
                <c:formatCode>General</c:formatCode>
                <c:ptCount val="49"/>
                <c:pt idx="0">
                  <c:v>317.81599999999997</c:v>
                </c:pt>
                <c:pt idx="1">
                  <c:v>309.31200000000001</c:v>
                </c:pt>
                <c:pt idx="2">
                  <c:v>324.24099999999999</c:v>
                </c:pt>
                <c:pt idx="3">
                  <c:v>351.11399999999998</c:v>
                </c:pt>
                <c:pt idx="4">
                  <c:v>331.88600000000002</c:v>
                </c:pt>
                <c:pt idx="5">
                  <c:v>329.517</c:v>
                </c:pt>
                <c:pt idx="6">
                  <c:v>341.17700000000002</c:v>
                </c:pt>
                <c:pt idx="7">
                  <c:v>327.18900000000002</c:v>
                </c:pt>
                <c:pt idx="8">
                  <c:v>340.32499999999999</c:v>
                </c:pt>
                <c:pt idx="9">
                  <c:v>315.25299999999999</c:v>
                </c:pt>
                <c:pt idx="10">
                  <c:v>306.779</c:v>
                </c:pt>
                <c:pt idx="11">
                  <c:v>336.30599999999998</c:v>
                </c:pt>
                <c:pt idx="12">
                  <c:v>325.887</c:v>
                </c:pt>
                <c:pt idx="13">
                  <c:v>330.96100000000001</c:v>
                </c:pt>
                <c:pt idx="14">
                  <c:v>338.38499999999999</c:v>
                </c:pt>
                <c:pt idx="15">
                  <c:v>329.30200000000002</c:v>
                </c:pt>
                <c:pt idx="16">
                  <c:v>312.12200000000001</c:v>
                </c:pt>
                <c:pt idx="17">
                  <c:v>324.35500000000002</c:v>
                </c:pt>
                <c:pt idx="18">
                  <c:v>331.35199999999998</c:v>
                </c:pt>
                <c:pt idx="19">
                  <c:v>341.45</c:v>
                </c:pt>
                <c:pt idx="20">
                  <c:v>356.101</c:v>
                </c:pt>
                <c:pt idx="21">
                  <c:v>356.517</c:v>
                </c:pt>
                <c:pt idx="22">
                  <c:v>354.18400000000003</c:v>
                </c:pt>
                <c:pt idx="23">
                  <c:v>357.01499999999999</c:v>
                </c:pt>
                <c:pt idx="24">
                  <c:v>361.815</c:v>
                </c:pt>
                <c:pt idx="25">
                  <c:v>368.52100000000002</c:v>
                </c:pt>
                <c:pt idx="26">
                  <c:v>368.65699999999998</c:v>
                </c:pt>
                <c:pt idx="27">
                  <c:v>359.99200000000002</c:v>
                </c:pt>
                <c:pt idx="28">
                  <c:v>374.45699999999999</c:v>
                </c:pt>
                <c:pt idx="29">
                  <c:v>392.26100000000002</c:v>
                </c:pt>
                <c:pt idx="30">
                  <c:v>383.95</c:v>
                </c:pt>
                <c:pt idx="31">
                  <c:v>417.90800000000002</c:v>
                </c:pt>
                <c:pt idx="32">
                  <c:v>428.65699999999998</c:v>
                </c:pt>
                <c:pt idx="33">
                  <c:v>455.66800000000001</c:v>
                </c:pt>
                <c:pt idx="34">
                  <c:v>462.29599999999999</c:v>
                </c:pt>
                <c:pt idx="35">
                  <c:v>420</c:v>
                </c:pt>
                <c:pt idx="36">
                  <c:v>437.49599999999998</c:v>
                </c:pt>
                <c:pt idx="37">
                  <c:v>466.96600000000001</c:v>
                </c:pt>
                <c:pt idx="38">
                  <c:v>465.34899999999999</c:v>
                </c:pt>
                <c:pt idx="39">
                  <c:v>472.18900000000002</c:v>
                </c:pt>
                <c:pt idx="40">
                  <c:v>484.577</c:v>
                </c:pt>
                <c:pt idx="41">
                  <c:v>538.48400000000004</c:v>
                </c:pt>
                <c:pt idx="42">
                  <c:v>500.96800000000002</c:v>
                </c:pt>
                <c:pt idx="43">
                  <c:v>533.04999999999995</c:v>
                </c:pt>
                <c:pt idx="44">
                  <c:v>524.81100000000004</c:v>
                </c:pt>
                <c:pt idx="45">
                  <c:v>524.02</c:v>
                </c:pt>
                <c:pt idx="46">
                  <c:v>541.40300000000002</c:v>
                </c:pt>
                <c:pt idx="47">
                  <c:v>561.75</c:v>
                </c:pt>
                <c:pt idx="48">
                  <c:v>560.11599999999999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5D-4A56-A98F-FA73C8DBB21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Direct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Planilha1!$C$2:$C$50</c:f>
              <c:numCache>
                <c:formatCode>General</c:formatCode>
                <c:ptCount val="49"/>
                <c:pt idx="0">
                  <c:v>97.218000000000004</c:v>
                </c:pt>
                <c:pt idx="1">
                  <c:v>99.522999999999996</c:v>
                </c:pt>
                <c:pt idx="2">
                  <c:v>106.693</c:v>
                </c:pt>
                <c:pt idx="3">
                  <c:v>118.26900000000001</c:v>
                </c:pt>
                <c:pt idx="4">
                  <c:v>118.209</c:v>
                </c:pt>
                <c:pt idx="5">
                  <c:v>125.425</c:v>
                </c:pt>
                <c:pt idx="6">
                  <c:v>123.78700000000001</c:v>
                </c:pt>
                <c:pt idx="7">
                  <c:v>127.08199999999999</c:v>
                </c:pt>
                <c:pt idx="8">
                  <c:v>123.131</c:v>
                </c:pt>
                <c:pt idx="9">
                  <c:v>111.89100000000001</c:v>
                </c:pt>
                <c:pt idx="10">
                  <c:v>113.63</c:v>
                </c:pt>
                <c:pt idx="11">
                  <c:v>130.65299999999999</c:v>
                </c:pt>
                <c:pt idx="12">
                  <c:v>132.13399999999999</c:v>
                </c:pt>
                <c:pt idx="13">
                  <c:v>137.44800000000001</c:v>
                </c:pt>
                <c:pt idx="14">
                  <c:v>142.226</c:v>
                </c:pt>
                <c:pt idx="15">
                  <c:v>146.215</c:v>
                </c:pt>
                <c:pt idx="16">
                  <c:v>143.43700000000001</c:v>
                </c:pt>
                <c:pt idx="17">
                  <c:v>147.09399999999999</c:v>
                </c:pt>
                <c:pt idx="18">
                  <c:v>152.761</c:v>
                </c:pt>
                <c:pt idx="19">
                  <c:v>151.19900000000001</c:v>
                </c:pt>
                <c:pt idx="20">
                  <c:v>161.13300000000001</c:v>
                </c:pt>
                <c:pt idx="21">
                  <c:v>161.04400000000001</c:v>
                </c:pt>
                <c:pt idx="22">
                  <c:v>161.73500000000001</c:v>
                </c:pt>
                <c:pt idx="23">
                  <c:v>169.83799999999999</c:v>
                </c:pt>
                <c:pt idx="24">
                  <c:v>166.685</c:v>
                </c:pt>
                <c:pt idx="25">
                  <c:v>168.05500000000001</c:v>
                </c:pt>
                <c:pt idx="26">
                  <c:v>167.952</c:v>
                </c:pt>
                <c:pt idx="27">
                  <c:v>169.41</c:v>
                </c:pt>
                <c:pt idx="28">
                  <c:v>180.43899999999999</c:v>
                </c:pt>
                <c:pt idx="29">
                  <c:v>183.66399999999999</c:v>
                </c:pt>
                <c:pt idx="30">
                  <c:v>185.68199999999999</c:v>
                </c:pt>
                <c:pt idx="31">
                  <c:v>193.53200000000001</c:v>
                </c:pt>
                <c:pt idx="32">
                  <c:v>206.22900000000001</c:v>
                </c:pt>
                <c:pt idx="33">
                  <c:v>227.08699999999999</c:v>
                </c:pt>
                <c:pt idx="34">
                  <c:v>237.60300000000001</c:v>
                </c:pt>
                <c:pt idx="35">
                  <c:v>230.12100000000001</c:v>
                </c:pt>
                <c:pt idx="36">
                  <c:v>234.01</c:v>
                </c:pt>
                <c:pt idx="37">
                  <c:v>255.66</c:v>
                </c:pt>
                <c:pt idx="38">
                  <c:v>263.755</c:v>
                </c:pt>
                <c:pt idx="39">
                  <c:v>258.21699999999998</c:v>
                </c:pt>
                <c:pt idx="40">
                  <c:v>276.74599999999998</c:v>
                </c:pt>
                <c:pt idx="41">
                  <c:v>297.78500000000003</c:v>
                </c:pt>
                <c:pt idx="42">
                  <c:v>278.27100000000002</c:v>
                </c:pt>
                <c:pt idx="43">
                  <c:v>298.51900000000001</c:v>
                </c:pt>
                <c:pt idx="44">
                  <c:v>294.36</c:v>
                </c:pt>
                <c:pt idx="45">
                  <c:v>300.23899999999998</c:v>
                </c:pt>
                <c:pt idx="46">
                  <c:v>312.39</c:v>
                </c:pt>
                <c:pt idx="47">
                  <c:v>325.97300000000001</c:v>
                </c:pt>
                <c:pt idx="48">
                  <c:v>333.255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5D-4A56-A98F-FA73C8DBB21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Portfolio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Planilha1!$D$2:$D$50</c:f>
              <c:numCache>
                <c:formatCode>General</c:formatCode>
                <c:ptCount val="49"/>
                <c:pt idx="0">
                  <c:v>108.18600000000001</c:v>
                </c:pt>
                <c:pt idx="1">
                  <c:v>102.705</c:v>
                </c:pt>
                <c:pt idx="2">
                  <c:v>108.354</c:v>
                </c:pt>
                <c:pt idx="3">
                  <c:v>112.563</c:v>
                </c:pt>
                <c:pt idx="4">
                  <c:v>96.71</c:v>
                </c:pt>
                <c:pt idx="5">
                  <c:v>86.826999999999998</c:v>
                </c:pt>
                <c:pt idx="6">
                  <c:v>109.07</c:v>
                </c:pt>
                <c:pt idx="7">
                  <c:v>90.741</c:v>
                </c:pt>
                <c:pt idx="8">
                  <c:v>124.241</c:v>
                </c:pt>
                <c:pt idx="9">
                  <c:v>114.74</c:v>
                </c:pt>
                <c:pt idx="10">
                  <c:v>112.881</c:v>
                </c:pt>
                <c:pt idx="11">
                  <c:v>116.20699999999999</c:v>
                </c:pt>
                <c:pt idx="12">
                  <c:v>103.373</c:v>
                </c:pt>
                <c:pt idx="13">
                  <c:v>98.998999999999995</c:v>
                </c:pt>
                <c:pt idx="14">
                  <c:v>103.98399999999999</c:v>
                </c:pt>
                <c:pt idx="15">
                  <c:v>86.875</c:v>
                </c:pt>
                <c:pt idx="16">
                  <c:v>85.230999999999995</c:v>
                </c:pt>
                <c:pt idx="17">
                  <c:v>86.697000000000003</c:v>
                </c:pt>
                <c:pt idx="18">
                  <c:v>94.328999999999994</c:v>
                </c:pt>
                <c:pt idx="19">
                  <c:v>99.751000000000005</c:v>
                </c:pt>
                <c:pt idx="20">
                  <c:v>108.35299999999999</c:v>
                </c:pt>
                <c:pt idx="21">
                  <c:v>107.935</c:v>
                </c:pt>
                <c:pt idx="22">
                  <c:v>109.571</c:v>
                </c:pt>
                <c:pt idx="23">
                  <c:v>98.736000000000004</c:v>
                </c:pt>
                <c:pt idx="24">
                  <c:v>120.794</c:v>
                </c:pt>
                <c:pt idx="25">
                  <c:v>126.56399999999999</c:v>
                </c:pt>
                <c:pt idx="26">
                  <c:v>118.372</c:v>
                </c:pt>
                <c:pt idx="27">
                  <c:v>99.551000000000002</c:v>
                </c:pt>
                <c:pt idx="28">
                  <c:v>101.705</c:v>
                </c:pt>
                <c:pt idx="29">
                  <c:v>110.376</c:v>
                </c:pt>
                <c:pt idx="30">
                  <c:v>99.46</c:v>
                </c:pt>
                <c:pt idx="31">
                  <c:v>108.70399999999999</c:v>
                </c:pt>
                <c:pt idx="32">
                  <c:v>112.342</c:v>
                </c:pt>
                <c:pt idx="33">
                  <c:v>103.298</c:v>
                </c:pt>
                <c:pt idx="34">
                  <c:v>93.947999999999993</c:v>
                </c:pt>
                <c:pt idx="35">
                  <c:v>73.138000000000005</c:v>
                </c:pt>
                <c:pt idx="36">
                  <c:v>94.701999999999998</c:v>
                </c:pt>
                <c:pt idx="37">
                  <c:v>89.581999999999994</c:v>
                </c:pt>
                <c:pt idx="38">
                  <c:v>101.02800000000001</c:v>
                </c:pt>
                <c:pt idx="39">
                  <c:v>111.941</c:v>
                </c:pt>
                <c:pt idx="40">
                  <c:v>98.272000000000006</c:v>
                </c:pt>
                <c:pt idx="41">
                  <c:v>128.66300000000001</c:v>
                </c:pt>
                <c:pt idx="42">
                  <c:v>145.304</c:v>
                </c:pt>
                <c:pt idx="43">
                  <c:v>144.14400000000001</c:v>
                </c:pt>
                <c:pt idx="44">
                  <c:v>146.28399999999999</c:v>
                </c:pt>
                <c:pt idx="45">
                  <c:v>130.02799999999999</c:v>
                </c:pt>
                <c:pt idx="46">
                  <c:v>134.423</c:v>
                </c:pt>
                <c:pt idx="47">
                  <c:v>124.768</c:v>
                </c:pt>
                <c:pt idx="48">
                  <c:v>98.242999999999995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5D-4A56-A98F-FA73C8DBB21D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Reserve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Planilha1!$A$2:$A$50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Planilha1!$E$2:$E$50</c:f>
              <c:numCache>
                <c:formatCode>General</c:formatCode>
                <c:ptCount val="49"/>
                <c:pt idx="0">
                  <c:v>131.767</c:v>
                </c:pt>
                <c:pt idx="1">
                  <c:v>130.12799999999999</c:v>
                </c:pt>
                <c:pt idx="2">
                  <c:v>138.27600000000001</c:v>
                </c:pt>
                <c:pt idx="3">
                  <c:v>151.08000000000001</c:v>
                </c:pt>
                <c:pt idx="4">
                  <c:v>149.72499999999999</c:v>
                </c:pt>
                <c:pt idx="5">
                  <c:v>152.047</c:v>
                </c:pt>
                <c:pt idx="6">
                  <c:v>149.95500000000001</c:v>
                </c:pt>
                <c:pt idx="7">
                  <c:v>148.553</c:v>
                </c:pt>
                <c:pt idx="8">
                  <c:v>141.917</c:v>
                </c:pt>
                <c:pt idx="9">
                  <c:v>129.94800000000001</c:v>
                </c:pt>
                <c:pt idx="10">
                  <c:v>127.009</c:v>
                </c:pt>
                <c:pt idx="11">
                  <c:v>142.56</c:v>
                </c:pt>
                <c:pt idx="12">
                  <c:v>137.624</c:v>
                </c:pt>
                <c:pt idx="13">
                  <c:v>140.02600000000001</c:v>
                </c:pt>
                <c:pt idx="14">
                  <c:v>142.40100000000001</c:v>
                </c:pt>
                <c:pt idx="15">
                  <c:v>142.40600000000001</c:v>
                </c:pt>
                <c:pt idx="16">
                  <c:v>134.67500000000001</c:v>
                </c:pt>
                <c:pt idx="17">
                  <c:v>139.22</c:v>
                </c:pt>
                <c:pt idx="18">
                  <c:v>142.83799999999999</c:v>
                </c:pt>
                <c:pt idx="19">
                  <c:v>140.27600000000001</c:v>
                </c:pt>
                <c:pt idx="20">
                  <c:v>143.113</c:v>
                </c:pt>
                <c:pt idx="21">
                  <c:v>142.35</c:v>
                </c:pt>
                <c:pt idx="22">
                  <c:v>142.63300000000001</c:v>
                </c:pt>
                <c:pt idx="23">
                  <c:v>144.52099999999999</c:v>
                </c:pt>
                <c:pt idx="24">
                  <c:v>147.983</c:v>
                </c:pt>
                <c:pt idx="25">
                  <c:v>148.94499999999999</c:v>
                </c:pt>
                <c:pt idx="26">
                  <c:v>146.77099999999999</c:v>
                </c:pt>
                <c:pt idx="27">
                  <c:v>144.214</c:v>
                </c:pt>
                <c:pt idx="28">
                  <c:v>151.54300000000001</c:v>
                </c:pt>
                <c:pt idx="29">
                  <c:v>152.215</c:v>
                </c:pt>
                <c:pt idx="30">
                  <c:v>157.66800000000001</c:v>
                </c:pt>
                <c:pt idx="31">
                  <c:v>161.751</c:v>
                </c:pt>
                <c:pt idx="32">
                  <c:v>165.018</c:v>
                </c:pt>
                <c:pt idx="33">
                  <c:v>178.38900000000001</c:v>
                </c:pt>
                <c:pt idx="34">
                  <c:v>178.56</c:v>
                </c:pt>
                <c:pt idx="35">
                  <c:v>162.13999999999999</c:v>
                </c:pt>
                <c:pt idx="36">
                  <c:v>167.43299999999999</c:v>
                </c:pt>
                <c:pt idx="37">
                  <c:v>180.55799999999999</c:v>
                </c:pt>
                <c:pt idx="38">
                  <c:v>184.10599999999999</c:v>
                </c:pt>
                <c:pt idx="39">
                  <c:v>183.09399999999999</c:v>
                </c:pt>
                <c:pt idx="40">
                  <c:v>195.35300000000001</c:v>
                </c:pt>
                <c:pt idx="41">
                  <c:v>198.17099999999999</c:v>
                </c:pt>
                <c:pt idx="42">
                  <c:v>178.816</c:v>
                </c:pt>
                <c:pt idx="43">
                  <c:v>194.41200000000001</c:v>
                </c:pt>
                <c:pt idx="44">
                  <c:v>189.791</c:v>
                </c:pt>
                <c:pt idx="45">
                  <c:v>189.196</c:v>
                </c:pt>
                <c:pt idx="46">
                  <c:v>198.619</c:v>
                </c:pt>
                <c:pt idx="47">
                  <c:v>213.672</c:v>
                </c:pt>
                <c:pt idx="48">
                  <c:v>219.30600000000001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E5D-4A56-A98F-FA73C8DBB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79343551"/>
        <c:axId val="1014145007"/>
      </c:lineChart>
      <c:catAx>
        <c:axId val="1579343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145007"/>
        <c:crosses val="autoZero"/>
        <c:auto val="1"/>
        <c:lblAlgn val="ctr"/>
        <c:lblOffset val="100"/>
        <c:tickLblSkip val="6"/>
        <c:noMultiLvlLbl val="0"/>
      </c:catAx>
      <c:valAx>
        <c:axId val="1014145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579343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Goods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Planilha1!$B$2:$B$67</c:f>
              <c:numCache>
                <c:formatCode>General</c:formatCode>
                <c:ptCount val="66"/>
                <c:pt idx="0">
                  <c:v>2.4161999999999999</c:v>
                </c:pt>
                <c:pt idx="1">
                  <c:v>2.4193000000000002</c:v>
                </c:pt>
                <c:pt idx="2">
                  <c:v>2.3700999999999999</c:v>
                </c:pt>
                <c:pt idx="3">
                  <c:v>2.3105000000000002</c:v>
                </c:pt>
                <c:pt idx="4">
                  <c:v>0.93329999999999991</c:v>
                </c:pt>
                <c:pt idx="5">
                  <c:v>-0.76649999999999996</c:v>
                </c:pt>
                <c:pt idx="6">
                  <c:v>0.1633</c:v>
                </c:pt>
                <c:pt idx="7">
                  <c:v>-0.66039999999999999</c:v>
                </c:pt>
                <c:pt idx="8">
                  <c:v>-0.94610000000000005</c:v>
                </c:pt>
                <c:pt idx="9">
                  <c:v>-0.78300000000000003</c:v>
                </c:pt>
                <c:pt idx="10">
                  <c:v>-1.101</c:v>
                </c:pt>
                <c:pt idx="11">
                  <c:v>-1.4418</c:v>
                </c:pt>
                <c:pt idx="12">
                  <c:v>-1.9216</c:v>
                </c:pt>
                <c:pt idx="13">
                  <c:v>-1.5054000000000001</c:v>
                </c:pt>
                <c:pt idx="14">
                  <c:v>-2.2463000000000002</c:v>
                </c:pt>
                <c:pt idx="15">
                  <c:v>-3.1001999999999996</c:v>
                </c:pt>
                <c:pt idx="16">
                  <c:v>-4.1936999999999998</c:v>
                </c:pt>
                <c:pt idx="17">
                  <c:v>-2.0587</c:v>
                </c:pt>
                <c:pt idx="18">
                  <c:v>-2.4409999999999998</c:v>
                </c:pt>
                <c:pt idx="19">
                  <c:v>-1.7719</c:v>
                </c:pt>
                <c:pt idx="20">
                  <c:v>-0.36719999999999997</c:v>
                </c:pt>
                <c:pt idx="21">
                  <c:v>-0.1052</c:v>
                </c:pt>
                <c:pt idx="22">
                  <c:v>-0.42899999999999999</c:v>
                </c:pt>
                <c:pt idx="23">
                  <c:v>1.52E-2</c:v>
                </c:pt>
                <c:pt idx="24">
                  <c:v>0.81889999999999996</c:v>
                </c:pt>
                <c:pt idx="25">
                  <c:v>1.4544000000000001</c:v>
                </c:pt>
                <c:pt idx="26">
                  <c:v>1.4869000000000001</c:v>
                </c:pt>
                <c:pt idx="27">
                  <c:v>1.7572999999999999</c:v>
                </c:pt>
                <c:pt idx="28">
                  <c:v>1.0877000000000001</c:v>
                </c:pt>
                <c:pt idx="29">
                  <c:v>0.94320000000000004</c:v>
                </c:pt>
                <c:pt idx="30">
                  <c:v>1.7479</c:v>
                </c:pt>
                <c:pt idx="31">
                  <c:v>1.1325000000000001</c:v>
                </c:pt>
                <c:pt idx="32">
                  <c:v>0.71010000000000006</c:v>
                </c:pt>
                <c:pt idx="33">
                  <c:v>1.0660000000000001</c:v>
                </c:pt>
                <c:pt idx="34">
                  <c:v>6.1899999999999997E-2</c:v>
                </c:pt>
                <c:pt idx="35">
                  <c:v>-0.71150000000000002</c:v>
                </c:pt>
                <c:pt idx="36">
                  <c:v>0.14940000000000001</c:v>
                </c:pt>
                <c:pt idx="37">
                  <c:v>-0.11700000000000001</c:v>
                </c:pt>
                <c:pt idx="38">
                  <c:v>-0.1226</c:v>
                </c:pt>
                <c:pt idx="39">
                  <c:v>0.24030000000000001</c:v>
                </c:pt>
                <c:pt idx="40">
                  <c:v>0.3745</c:v>
                </c:pt>
                <c:pt idx="41">
                  <c:v>-1.5483</c:v>
                </c:pt>
                <c:pt idx="42">
                  <c:v>1.4530000000000001</c:v>
                </c:pt>
                <c:pt idx="43">
                  <c:v>2.4985999999999997</c:v>
                </c:pt>
                <c:pt idx="44">
                  <c:v>1.3819000000000001</c:v>
                </c:pt>
                <c:pt idx="45">
                  <c:v>0.92810000000000004</c:v>
                </c:pt>
                <c:pt idx="46">
                  <c:v>-1.9E-3</c:v>
                </c:pt>
                <c:pt idx="47">
                  <c:v>-0.54589999999999994</c:v>
                </c:pt>
                <c:pt idx="48">
                  <c:v>-1.8848</c:v>
                </c:pt>
                <c:pt idx="49">
                  <c:v>-3.6755</c:v>
                </c:pt>
                <c:pt idx="50">
                  <c:v>-5.4071000000000007</c:v>
                </c:pt>
                <c:pt idx="51">
                  <c:v>-4.5433000000000003</c:v>
                </c:pt>
                <c:pt idx="52">
                  <c:v>-4.2457000000000003</c:v>
                </c:pt>
                <c:pt idx="53">
                  <c:v>-1.0802</c:v>
                </c:pt>
                <c:pt idx="54">
                  <c:v>-0.24609999999999999</c:v>
                </c:pt>
                <c:pt idx="55">
                  <c:v>-1.0394000000000001</c:v>
                </c:pt>
                <c:pt idx="56">
                  <c:v>-1.1165999999999998</c:v>
                </c:pt>
                <c:pt idx="57">
                  <c:v>-0.90389999999999993</c:v>
                </c:pt>
                <c:pt idx="58">
                  <c:v>-0.9365</c:v>
                </c:pt>
                <c:pt idx="59">
                  <c:v>0.24259999999999998</c:v>
                </c:pt>
                <c:pt idx="60">
                  <c:v>-1.4330000000000001</c:v>
                </c:pt>
                <c:pt idx="61">
                  <c:v>-3.0499999999999999E-2</c:v>
                </c:pt>
                <c:pt idx="62">
                  <c:v>0.1726</c:v>
                </c:pt>
                <c:pt idx="63">
                  <c:v>0.72310000000000008</c:v>
                </c:pt>
                <c:pt idx="64">
                  <c:v>0.47470000000000001</c:v>
                </c:pt>
                <c:pt idx="65">
                  <c:v>0.26739999999999997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42-44FB-8572-3CEAE75EA769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Services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Planilha1!$C$2:$C$67</c:f>
              <c:numCache>
                <c:formatCode>General</c:formatCode>
                <c:ptCount val="66"/>
                <c:pt idx="0">
                  <c:v>-0.53100000000000003</c:v>
                </c:pt>
                <c:pt idx="1">
                  <c:v>-0.82510000000000006</c:v>
                </c:pt>
                <c:pt idx="2">
                  <c:v>-0.58779999999999999</c:v>
                </c:pt>
                <c:pt idx="3">
                  <c:v>-0.71489999999999998</c:v>
                </c:pt>
                <c:pt idx="4">
                  <c:v>-0.38769999999999999</c:v>
                </c:pt>
                <c:pt idx="5">
                  <c:v>-0.72250000000000003</c:v>
                </c:pt>
                <c:pt idx="6">
                  <c:v>-0.78400000000000003</c:v>
                </c:pt>
                <c:pt idx="7">
                  <c:v>-0.88560000000000005</c:v>
                </c:pt>
                <c:pt idx="8">
                  <c:v>-0.42880000000000001</c:v>
                </c:pt>
                <c:pt idx="9">
                  <c:v>-1.0975999999999999</c:v>
                </c:pt>
                <c:pt idx="10">
                  <c:v>-1.1436999999999999</c:v>
                </c:pt>
                <c:pt idx="11">
                  <c:v>-1.1409</c:v>
                </c:pt>
                <c:pt idx="12">
                  <c:v>-0.64579999999999993</c:v>
                </c:pt>
                <c:pt idx="13">
                  <c:v>-0.79039999999999999</c:v>
                </c:pt>
                <c:pt idx="14">
                  <c:v>-0.91060000000000008</c:v>
                </c:pt>
                <c:pt idx="15">
                  <c:v>-1.1319000000000001</c:v>
                </c:pt>
                <c:pt idx="16">
                  <c:v>-0.60020000000000007</c:v>
                </c:pt>
                <c:pt idx="17">
                  <c:v>-0.86879999999999991</c:v>
                </c:pt>
                <c:pt idx="18">
                  <c:v>-0.90660000000000007</c:v>
                </c:pt>
                <c:pt idx="19">
                  <c:v>-0.65800000000000003</c:v>
                </c:pt>
                <c:pt idx="20">
                  <c:v>-0.33939999999999998</c:v>
                </c:pt>
                <c:pt idx="21">
                  <c:v>-0.68429999999999991</c:v>
                </c:pt>
                <c:pt idx="22">
                  <c:v>-0.2712</c:v>
                </c:pt>
                <c:pt idx="23">
                  <c:v>-0.63579999999999992</c:v>
                </c:pt>
                <c:pt idx="24">
                  <c:v>0.27729999999999999</c:v>
                </c:pt>
                <c:pt idx="25">
                  <c:v>-0.48710000000000003</c:v>
                </c:pt>
                <c:pt idx="26">
                  <c:v>-0.3241</c:v>
                </c:pt>
                <c:pt idx="27">
                  <c:v>-0.59489999999999998</c:v>
                </c:pt>
                <c:pt idx="28">
                  <c:v>2.8199999999999999E-2</c:v>
                </c:pt>
                <c:pt idx="29">
                  <c:v>-0.30210000000000004</c:v>
                </c:pt>
                <c:pt idx="30">
                  <c:v>-0.24919999999999998</c:v>
                </c:pt>
                <c:pt idx="31">
                  <c:v>-0.1676</c:v>
                </c:pt>
                <c:pt idx="32">
                  <c:v>0.22469999999999998</c:v>
                </c:pt>
                <c:pt idx="33">
                  <c:v>-0.6452</c:v>
                </c:pt>
                <c:pt idx="34">
                  <c:v>-0.2024</c:v>
                </c:pt>
                <c:pt idx="35">
                  <c:v>-0.39839999999999998</c:v>
                </c:pt>
                <c:pt idx="36">
                  <c:v>2.8799999999999999E-2</c:v>
                </c:pt>
                <c:pt idx="37">
                  <c:v>-0.37880000000000003</c:v>
                </c:pt>
                <c:pt idx="38">
                  <c:v>-0.46899999999999997</c:v>
                </c:pt>
                <c:pt idx="39">
                  <c:v>-0.2631</c:v>
                </c:pt>
                <c:pt idx="40">
                  <c:v>-0.61929999999999996</c:v>
                </c:pt>
                <c:pt idx="41">
                  <c:v>-1.3083</c:v>
                </c:pt>
                <c:pt idx="42">
                  <c:v>-0.91359999999999997</c:v>
                </c:pt>
                <c:pt idx="43">
                  <c:v>-0.81389999999999996</c:v>
                </c:pt>
                <c:pt idx="44">
                  <c:v>-0.4924</c:v>
                </c:pt>
                <c:pt idx="45">
                  <c:v>-1.597</c:v>
                </c:pt>
                <c:pt idx="46">
                  <c:v>-1.0403</c:v>
                </c:pt>
                <c:pt idx="47">
                  <c:v>-1.1160999999999999</c:v>
                </c:pt>
                <c:pt idx="48">
                  <c:v>-1.1402000000000001</c:v>
                </c:pt>
                <c:pt idx="49">
                  <c:v>-1.4439000000000002</c:v>
                </c:pt>
                <c:pt idx="50">
                  <c:v>-1.8674000000000002</c:v>
                </c:pt>
                <c:pt idx="51">
                  <c:v>-1.1043000000000001</c:v>
                </c:pt>
                <c:pt idx="52">
                  <c:v>-0.98089999999999999</c:v>
                </c:pt>
                <c:pt idx="53">
                  <c:v>-1.1534</c:v>
                </c:pt>
                <c:pt idx="54">
                  <c:v>-1.2390000000000001</c:v>
                </c:pt>
                <c:pt idx="55">
                  <c:v>3.27E-2</c:v>
                </c:pt>
                <c:pt idx="56">
                  <c:v>-0.88049999999999995</c:v>
                </c:pt>
                <c:pt idx="57">
                  <c:v>-1.1870000000000001</c:v>
                </c:pt>
                <c:pt idx="58">
                  <c:v>-1.0750999999999999</c:v>
                </c:pt>
                <c:pt idx="59">
                  <c:v>-5.1499999999999997E-2</c:v>
                </c:pt>
                <c:pt idx="60">
                  <c:v>-0.82289999999999996</c:v>
                </c:pt>
                <c:pt idx="61">
                  <c:v>-0.75560000000000005</c:v>
                </c:pt>
                <c:pt idx="62">
                  <c:v>-1.2918000000000001</c:v>
                </c:pt>
                <c:pt idx="63">
                  <c:v>-0.5727000000000001</c:v>
                </c:pt>
                <c:pt idx="64">
                  <c:v>-1.1675</c:v>
                </c:pt>
                <c:pt idx="65">
                  <c:v>-0.65479999999999994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42-44FB-8572-3CEAE75EA769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Primary Income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Planilha1!$D$2:$D$67</c:f>
              <c:numCache>
                <c:formatCode>General</c:formatCode>
                <c:ptCount val="66"/>
                <c:pt idx="0">
                  <c:v>3.8888000000000003</c:v>
                </c:pt>
                <c:pt idx="1">
                  <c:v>3.0566</c:v>
                </c:pt>
                <c:pt idx="2">
                  <c:v>3.9328000000000003</c:v>
                </c:pt>
                <c:pt idx="3">
                  <c:v>2.7391000000000001</c:v>
                </c:pt>
                <c:pt idx="4">
                  <c:v>4.1974999999999998</c:v>
                </c:pt>
                <c:pt idx="5">
                  <c:v>3.5476000000000001</c:v>
                </c:pt>
                <c:pt idx="6">
                  <c:v>4.1663000000000006</c:v>
                </c:pt>
                <c:pt idx="7">
                  <c:v>2.7094999999999998</c:v>
                </c:pt>
                <c:pt idx="8">
                  <c:v>3.8849999999999998</c:v>
                </c:pt>
                <c:pt idx="9">
                  <c:v>3.2964000000000002</c:v>
                </c:pt>
                <c:pt idx="10">
                  <c:v>4.0103</c:v>
                </c:pt>
                <c:pt idx="11">
                  <c:v>2.7995999999999999</c:v>
                </c:pt>
                <c:pt idx="12">
                  <c:v>4.3761000000000001</c:v>
                </c:pt>
                <c:pt idx="13">
                  <c:v>4.7258000000000004</c:v>
                </c:pt>
                <c:pt idx="14">
                  <c:v>5.0931000000000006</c:v>
                </c:pt>
                <c:pt idx="15">
                  <c:v>3.5028000000000001</c:v>
                </c:pt>
                <c:pt idx="16">
                  <c:v>4.9973999999999998</c:v>
                </c:pt>
                <c:pt idx="17">
                  <c:v>4.2492000000000001</c:v>
                </c:pt>
                <c:pt idx="18">
                  <c:v>5.7572000000000001</c:v>
                </c:pt>
                <c:pt idx="19">
                  <c:v>4.4109999999999996</c:v>
                </c:pt>
                <c:pt idx="20">
                  <c:v>5.6313999999999993</c:v>
                </c:pt>
                <c:pt idx="21">
                  <c:v>5.1326000000000001</c:v>
                </c:pt>
                <c:pt idx="22">
                  <c:v>6.2004999999999999</c:v>
                </c:pt>
                <c:pt idx="23">
                  <c:v>4.3387000000000002</c:v>
                </c:pt>
                <c:pt idx="24">
                  <c:v>5.6476999999999995</c:v>
                </c:pt>
                <c:pt idx="25">
                  <c:v>4.4201999999999995</c:v>
                </c:pt>
                <c:pt idx="26">
                  <c:v>5.5395000000000003</c:v>
                </c:pt>
                <c:pt idx="27">
                  <c:v>3.5403000000000002</c:v>
                </c:pt>
                <c:pt idx="28">
                  <c:v>5.8731</c:v>
                </c:pt>
                <c:pt idx="29">
                  <c:v>4.5747999999999998</c:v>
                </c:pt>
                <c:pt idx="30">
                  <c:v>6.3224</c:v>
                </c:pt>
                <c:pt idx="31">
                  <c:v>3.9140000000000001</c:v>
                </c:pt>
                <c:pt idx="32">
                  <c:v>5.7218</c:v>
                </c:pt>
                <c:pt idx="33">
                  <c:v>5.0336999999999996</c:v>
                </c:pt>
                <c:pt idx="34">
                  <c:v>6.4962</c:v>
                </c:pt>
                <c:pt idx="35">
                  <c:v>4.1509</c:v>
                </c:pt>
                <c:pt idx="36">
                  <c:v>6.0896000000000008</c:v>
                </c:pt>
                <c:pt idx="37">
                  <c:v>5.0510999999999999</c:v>
                </c:pt>
                <c:pt idx="38">
                  <c:v>6.5857999999999999</c:v>
                </c:pt>
                <c:pt idx="39">
                  <c:v>3.8266</c:v>
                </c:pt>
                <c:pt idx="40">
                  <c:v>6.0442</c:v>
                </c:pt>
                <c:pt idx="41">
                  <c:v>4.0956999999999999</c:v>
                </c:pt>
                <c:pt idx="42">
                  <c:v>5.4433999999999996</c:v>
                </c:pt>
                <c:pt idx="43">
                  <c:v>3.8553999999999999</c:v>
                </c:pt>
                <c:pt idx="44">
                  <c:v>6.0648999999999997</c:v>
                </c:pt>
                <c:pt idx="45">
                  <c:v>6.681</c:v>
                </c:pt>
                <c:pt idx="46">
                  <c:v>7.7721999999999998</c:v>
                </c:pt>
                <c:pt idx="47">
                  <c:v>5.7910000000000004</c:v>
                </c:pt>
                <c:pt idx="48">
                  <c:v>8.7274999999999991</c:v>
                </c:pt>
                <c:pt idx="49">
                  <c:v>7.8372999999999999</c:v>
                </c:pt>
                <c:pt idx="50">
                  <c:v>10.1051</c:v>
                </c:pt>
                <c:pt idx="51">
                  <c:v>8.3719000000000001</c:v>
                </c:pt>
                <c:pt idx="52">
                  <c:v>9.0982000000000003</c:v>
                </c:pt>
                <c:pt idx="53">
                  <c:v>8.8865999999999996</c:v>
                </c:pt>
                <c:pt idx="54">
                  <c:v>10.8286</c:v>
                </c:pt>
                <c:pt idx="55">
                  <c:v>7.7528000000000006</c:v>
                </c:pt>
                <c:pt idx="56">
                  <c:v>10.0662</c:v>
                </c:pt>
                <c:pt idx="57">
                  <c:v>9.9794999999999998</c:v>
                </c:pt>
                <c:pt idx="58">
                  <c:v>12.4513</c:v>
                </c:pt>
                <c:pt idx="59">
                  <c:v>7.8313000000000006</c:v>
                </c:pt>
                <c:pt idx="60">
                  <c:v>11.1462</c:v>
                </c:pt>
                <c:pt idx="61">
                  <c:v>9.274799999999999</c:v>
                </c:pt>
                <c:pt idx="62">
                  <c:v>13.2203</c:v>
                </c:pt>
                <c:pt idx="63">
                  <c:v>8.1788000000000007</c:v>
                </c:pt>
                <c:pt idx="64">
                  <c:v>11.6258</c:v>
                </c:pt>
                <c:pt idx="65">
                  <c:v>8.8657000000000004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42-44FB-8572-3CEAE75EA769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Secundary Income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Planilha1!$E$2:$E$67</c:f>
              <c:numCache>
                <c:formatCode>General</c:formatCode>
                <c:ptCount val="66"/>
                <c:pt idx="0">
                  <c:v>-0.33629999999999999</c:v>
                </c:pt>
                <c:pt idx="1">
                  <c:v>-0.27479999999999999</c:v>
                </c:pt>
                <c:pt idx="2">
                  <c:v>-0.2596</c:v>
                </c:pt>
                <c:pt idx="3">
                  <c:v>-0.22090000000000001</c:v>
                </c:pt>
                <c:pt idx="4">
                  <c:v>-0.41960000000000003</c:v>
                </c:pt>
                <c:pt idx="5">
                  <c:v>-0.25469999999999998</c:v>
                </c:pt>
                <c:pt idx="6">
                  <c:v>-0.2072</c:v>
                </c:pt>
                <c:pt idx="7">
                  <c:v>-0.2281</c:v>
                </c:pt>
                <c:pt idx="8">
                  <c:v>-0.4027</c:v>
                </c:pt>
                <c:pt idx="9">
                  <c:v>-0.28360000000000002</c:v>
                </c:pt>
                <c:pt idx="10">
                  <c:v>-0.1978</c:v>
                </c:pt>
                <c:pt idx="11">
                  <c:v>-0.26039999999999996</c:v>
                </c:pt>
                <c:pt idx="12">
                  <c:v>-0.21580000000000002</c:v>
                </c:pt>
                <c:pt idx="13">
                  <c:v>-0.29569999999999996</c:v>
                </c:pt>
                <c:pt idx="14">
                  <c:v>-0.18890000000000001</c:v>
                </c:pt>
                <c:pt idx="15">
                  <c:v>-0.28870000000000001</c:v>
                </c:pt>
                <c:pt idx="16">
                  <c:v>-0.6742999999999999</c:v>
                </c:pt>
                <c:pt idx="17">
                  <c:v>-0.46610000000000001</c:v>
                </c:pt>
                <c:pt idx="18">
                  <c:v>-0.44880000000000003</c:v>
                </c:pt>
                <c:pt idx="19">
                  <c:v>-0.4052</c:v>
                </c:pt>
                <c:pt idx="20">
                  <c:v>-0.6139</c:v>
                </c:pt>
                <c:pt idx="21">
                  <c:v>-0.43119999999999997</c:v>
                </c:pt>
                <c:pt idx="22">
                  <c:v>-0.5091</c:v>
                </c:pt>
                <c:pt idx="23">
                  <c:v>-0.41260000000000002</c:v>
                </c:pt>
                <c:pt idx="24">
                  <c:v>-0.65670000000000006</c:v>
                </c:pt>
                <c:pt idx="25">
                  <c:v>-0.48869999999999997</c:v>
                </c:pt>
                <c:pt idx="26">
                  <c:v>-0.55600000000000005</c:v>
                </c:pt>
                <c:pt idx="27">
                  <c:v>-0.44419999999999998</c:v>
                </c:pt>
                <c:pt idx="28">
                  <c:v>-0.61560000000000004</c:v>
                </c:pt>
                <c:pt idx="29">
                  <c:v>-0.41420000000000001</c:v>
                </c:pt>
                <c:pt idx="30">
                  <c:v>-0.56799999999999995</c:v>
                </c:pt>
                <c:pt idx="31">
                  <c:v>-0.5292</c:v>
                </c:pt>
                <c:pt idx="32">
                  <c:v>-0.66179999999999994</c:v>
                </c:pt>
                <c:pt idx="33">
                  <c:v>-0.42880000000000001</c:v>
                </c:pt>
                <c:pt idx="34">
                  <c:v>-0.54249999999999998</c:v>
                </c:pt>
                <c:pt idx="35">
                  <c:v>-0.37</c:v>
                </c:pt>
                <c:pt idx="36">
                  <c:v>-0.39389999999999997</c:v>
                </c:pt>
                <c:pt idx="37">
                  <c:v>-0.16719999999999999</c:v>
                </c:pt>
                <c:pt idx="38">
                  <c:v>-0.5091</c:v>
                </c:pt>
                <c:pt idx="39">
                  <c:v>-0.29980000000000001</c:v>
                </c:pt>
                <c:pt idx="40">
                  <c:v>-0.50560000000000005</c:v>
                </c:pt>
                <c:pt idx="41">
                  <c:v>-0.34620000000000001</c:v>
                </c:pt>
                <c:pt idx="42">
                  <c:v>-1.0852999999999999</c:v>
                </c:pt>
                <c:pt idx="43">
                  <c:v>-0.63270000000000004</c:v>
                </c:pt>
                <c:pt idx="44">
                  <c:v>-0.71789999999999998</c:v>
                </c:pt>
                <c:pt idx="45">
                  <c:v>-0.46920000000000001</c:v>
                </c:pt>
                <c:pt idx="46">
                  <c:v>-0.64570000000000005</c:v>
                </c:pt>
                <c:pt idx="47">
                  <c:v>-0.5262</c:v>
                </c:pt>
                <c:pt idx="48">
                  <c:v>-0.81070000000000009</c:v>
                </c:pt>
                <c:pt idx="49">
                  <c:v>-0.41820000000000002</c:v>
                </c:pt>
                <c:pt idx="50">
                  <c:v>-0.5998</c:v>
                </c:pt>
                <c:pt idx="51">
                  <c:v>-0.70389999999999997</c:v>
                </c:pt>
                <c:pt idx="52">
                  <c:v>-1.3129999999999999</c:v>
                </c:pt>
                <c:pt idx="53">
                  <c:v>-0.88290000000000002</c:v>
                </c:pt>
                <c:pt idx="54">
                  <c:v>-1.0468</c:v>
                </c:pt>
                <c:pt idx="55">
                  <c:v>-0.89590000000000003</c:v>
                </c:pt>
                <c:pt idx="56">
                  <c:v>-1.5649000000000002</c:v>
                </c:pt>
                <c:pt idx="57">
                  <c:v>-0.95950000000000002</c:v>
                </c:pt>
                <c:pt idx="58">
                  <c:v>-1.3163</c:v>
                </c:pt>
                <c:pt idx="59">
                  <c:v>-1.3017000000000001</c:v>
                </c:pt>
                <c:pt idx="60">
                  <c:v>-1.6319000000000001</c:v>
                </c:pt>
                <c:pt idx="61">
                  <c:v>-1.5163</c:v>
                </c:pt>
                <c:pt idx="62">
                  <c:v>-1.4420999999999999</c:v>
                </c:pt>
                <c:pt idx="63">
                  <c:v>-0.98399999999999999</c:v>
                </c:pt>
                <c:pt idx="64">
                  <c:v>-1.2875999999999999</c:v>
                </c:pt>
                <c:pt idx="65">
                  <c:v>-0.69440000000000002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42-44FB-8572-3CEAE75EA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6117983"/>
        <c:axId val="1014335567"/>
      </c:lineChart>
      <c:catAx>
        <c:axId val="1106117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rgbClr val="1A171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335567"/>
        <c:crossesAt val="-15000"/>
        <c:auto val="1"/>
        <c:lblAlgn val="ctr"/>
        <c:lblOffset val="100"/>
        <c:tickLblSkip val="4"/>
        <c:noMultiLvlLbl val="0"/>
      </c:catAx>
      <c:valAx>
        <c:axId val="1014335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106117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Direct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Planilha1!$B$2:$B$42</c:f>
              <c:numCache>
                <c:formatCode>General</c:formatCode>
                <c:ptCount val="41"/>
                <c:pt idx="0">
                  <c:v>25.853999999999999</c:v>
                </c:pt>
                <c:pt idx="1">
                  <c:v>27.038</c:v>
                </c:pt>
                <c:pt idx="2">
                  <c:v>27.323</c:v>
                </c:pt>
                <c:pt idx="3">
                  <c:v>28.231999999999999</c:v>
                </c:pt>
                <c:pt idx="4">
                  <c:v>28.233000000000001</c:v>
                </c:pt>
                <c:pt idx="5">
                  <c:v>28.52</c:v>
                </c:pt>
                <c:pt idx="6">
                  <c:v>28.302</c:v>
                </c:pt>
                <c:pt idx="7">
                  <c:v>28.925999999999998</c:v>
                </c:pt>
                <c:pt idx="8">
                  <c:v>29.018999999999998</c:v>
                </c:pt>
                <c:pt idx="9">
                  <c:v>29.786999999999999</c:v>
                </c:pt>
                <c:pt idx="10">
                  <c:v>30.448</c:v>
                </c:pt>
                <c:pt idx="11">
                  <c:v>30.683</c:v>
                </c:pt>
                <c:pt idx="12">
                  <c:v>32.231999999999999</c:v>
                </c:pt>
                <c:pt idx="13">
                  <c:v>32.706000000000003</c:v>
                </c:pt>
                <c:pt idx="14">
                  <c:v>33.103000000000002</c:v>
                </c:pt>
                <c:pt idx="15">
                  <c:v>34.33</c:v>
                </c:pt>
                <c:pt idx="16">
                  <c:v>34.130000000000003</c:v>
                </c:pt>
                <c:pt idx="17">
                  <c:v>38.945</c:v>
                </c:pt>
                <c:pt idx="18">
                  <c:v>39.706000000000003</c:v>
                </c:pt>
                <c:pt idx="19">
                  <c:v>40.188000000000002</c:v>
                </c:pt>
                <c:pt idx="20">
                  <c:v>41.454999999999998</c:v>
                </c:pt>
                <c:pt idx="21">
                  <c:v>40.372999999999998</c:v>
                </c:pt>
                <c:pt idx="22">
                  <c:v>40.485999999999997</c:v>
                </c:pt>
                <c:pt idx="23">
                  <c:v>40.692</c:v>
                </c:pt>
                <c:pt idx="24">
                  <c:v>42.485999999999997</c:v>
                </c:pt>
                <c:pt idx="25">
                  <c:v>43.423000000000002</c:v>
                </c:pt>
                <c:pt idx="26">
                  <c:v>44.828000000000003</c:v>
                </c:pt>
                <c:pt idx="27">
                  <c:v>46.232999999999997</c:v>
                </c:pt>
                <c:pt idx="28">
                  <c:v>47.081000000000003</c:v>
                </c:pt>
                <c:pt idx="29">
                  <c:v>47.866</c:v>
                </c:pt>
                <c:pt idx="30">
                  <c:v>49.615000000000002</c:v>
                </c:pt>
                <c:pt idx="31">
                  <c:v>51.014000000000003</c:v>
                </c:pt>
                <c:pt idx="32">
                  <c:v>50.673000000000002</c:v>
                </c:pt>
                <c:pt idx="33">
                  <c:v>52.377000000000002</c:v>
                </c:pt>
                <c:pt idx="34">
                  <c:v>51.923000000000002</c:v>
                </c:pt>
                <c:pt idx="35">
                  <c:v>53.298999999999999</c:v>
                </c:pt>
                <c:pt idx="36">
                  <c:v>54.674999999999997</c:v>
                </c:pt>
                <c:pt idx="37">
                  <c:v>56.405999999999999</c:v>
                </c:pt>
                <c:pt idx="38">
                  <c:v>57.265999999999998</c:v>
                </c:pt>
                <c:pt idx="39">
                  <c:v>58.561999999999998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8C-4EAA-AA86-5E95D8215C7B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Equity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Planilha1!$C$2:$C$42</c:f>
              <c:numCache>
                <c:formatCode>General</c:formatCode>
                <c:ptCount val="41"/>
                <c:pt idx="0">
                  <c:v>156.893</c:v>
                </c:pt>
                <c:pt idx="1">
                  <c:v>146.309</c:v>
                </c:pt>
                <c:pt idx="2">
                  <c:v>154.90100000000001</c:v>
                </c:pt>
                <c:pt idx="3">
                  <c:v>181.53</c:v>
                </c:pt>
                <c:pt idx="4">
                  <c:v>179.09399999999999</c:v>
                </c:pt>
                <c:pt idx="5">
                  <c:v>193.285</c:v>
                </c:pt>
                <c:pt idx="6">
                  <c:v>199.14500000000001</c:v>
                </c:pt>
                <c:pt idx="7">
                  <c:v>219.84100000000001</c:v>
                </c:pt>
                <c:pt idx="8">
                  <c:v>203.339</c:v>
                </c:pt>
                <c:pt idx="9">
                  <c:v>205.04900000000001</c:v>
                </c:pt>
                <c:pt idx="10">
                  <c:v>213.53700000000001</c:v>
                </c:pt>
                <c:pt idx="11">
                  <c:v>176.3</c:v>
                </c:pt>
                <c:pt idx="12">
                  <c:v>187.06899999999999</c:v>
                </c:pt>
                <c:pt idx="13">
                  <c:v>187.71799999999999</c:v>
                </c:pt>
                <c:pt idx="14">
                  <c:v>189.77099999999999</c:v>
                </c:pt>
                <c:pt idx="15">
                  <c:v>209.923</c:v>
                </c:pt>
                <c:pt idx="16">
                  <c:v>167.84399999999999</c:v>
                </c:pt>
                <c:pt idx="17">
                  <c:v>186.66900000000001</c:v>
                </c:pt>
                <c:pt idx="18">
                  <c:v>192.62</c:v>
                </c:pt>
                <c:pt idx="19">
                  <c:v>219.68199999999999</c:v>
                </c:pt>
                <c:pt idx="20">
                  <c:v>236.47200000000001</c:v>
                </c:pt>
                <c:pt idx="21">
                  <c:v>237.19800000000001</c:v>
                </c:pt>
                <c:pt idx="22">
                  <c:v>245.86799999999999</c:v>
                </c:pt>
                <c:pt idx="23">
                  <c:v>243.989</c:v>
                </c:pt>
                <c:pt idx="24">
                  <c:v>234.857</c:v>
                </c:pt>
                <c:pt idx="25">
                  <c:v>225.28299999999999</c:v>
                </c:pt>
                <c:pt idx="26">
                  <c:v>216.94900000000001</c:v>
                </c:pt>
                <c:pt idx="27">
                  <c:v>226.339</c:v>
                </c:pt>
                <c:pt idx="28">
                  <c:v>234.35</c:v>
                </c:pt>
                <c:pt idx="29">
                  <c:v>279.00299999999999</c:v>
                </c:pt>
                <c:pt idx="30">
                  <c:v>274.25799999999998</c:v>
                </c:pt>
                <c:pt idx="31">
                  <c:v>280.76799999999997</c:v>
                </c:pt>
                <c:pt idx="32">
                  <c:v>333.608</c:v>
                </c:pt>
                <c:pt idx="33">
                  <c:v>343.60500000000002</c:v>
                </c:pt>
                <c:pt idx="34">
                  <c:v>314.97500000000002</c:v>
                </c:pt>
                <c:pt idx="35">
                  <c:v>334.79899999999998</c:v>
                </c:pt>
                <c:pt idx="36">
                  <c:v>311.80399999999997</c:v>
                </c:pt>
                <c:pt idx="37">
                  <c:v>342.72500000000002</c:v>
                </c:pt>
                <c:pt idx="38">
                  <c:v>374.78300000000002</c:v>
                </c:pt>
                <c:pt idx="39">
                  <c:v>406.43799999999999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8C-4EAA-AA86-5E95D8215C7B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Lending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Planilha1!$D$2:$D$42</c:f>
              <c:numCache>
                <c:formatCode>General</c:formatCode>
                <c:ptCount val="41"/>
                <c:pt idx="0">
                  <c:v>135.40799999999999</c:v>
                </c:pt>
                <c:pt idx="1">
                  <c:v>137.36799999999999</c:v>
                </c:pt>
                <c:pt idx="2">
                  <c:v>139.44900000000001</c:v>
                </c:pt>
                <c:pt idx="3">
                  <c:v>143.68299999999999</c:v>
                </c:pt>
                <c:pt idx="4">
                  <c:v>145.24199999999999</c:v>
                </c:pt>
                <c:pt idx="5">
                  <c:v>147.221</c:v>
                </c:pt>
                <c:pt idx="6">
                  <c:v>152.83099999999999</c:v>
                </c:pt>
                <c:pt idx="7">
                  <c:v>156.87899999999999</c:v>
                </c:pt>
                <c:pt idx="8">
                  <c:v>153.643</c:v>
                </c:pt>
                <c:pt idx="9">
                  <c:v>161.90899999999999</c:v>
                </c:pt>
                <c:pt idx="10">
                  <c:v>164.57400000000001</c:v>
                </c:pt>
                <c:pt idx="11">
                  <c:v>174.89</c:v>
                </c:pt>
                <c:pt idx="12">
                  <c:v>180.53800000000001</c:v>
                </c:pt>
                <c:pt idx="13">
                  <c:v>183.274</c:v>
                </c:pt>
                <c:pt idx="14">
                  <c:v>184.96600000000001</c:v>
                </c:pt>
                <c:pt idx="15">
                  <c:v>186.32</c:v>
                </c:pt>
                <c:pt idx="16">
                  <c:v>185.34</c:v>
                </c:pt>
                <c:pt idx="17">
                  <c:v>190.18299999999999</c:v>
                </c:pt>
                <c:pt idx="18">
                  <c:v>195.79499999999999</c:v>
                </c:pt>
                <c:pt idx="19">
                  <c:v>206.36099999999999</c:v>
                </c:pt>
                <c:pt idx="20">
                  <c:v>207.071</c:v>
                </c:pt>
                <c:pt idx="21">
                  <c:v>209.898</c:v>
                </c:pt>
                <c:pt idx="22">
                  <c:v>214.00399999999999</c:v>
                </c:pt>
                <c:pt idx="23">
                  <c:v>227.261</c:v>
                </c:pt>
                <c:pt idx="24">
                  <c:v>221.60400000000001</c:v>
                </c:pt>
                <c:pt idx="25">
                  <c:v>229.57499999999999</c:v>
                </c:pt>
                <c:pt idx="26">
                  <c:v>237.91200000000001</c:v>
                </c:pt>
                <c:pt idx="27">
                  <c:v>231.74700000000001</c:v>
                </c:pt>
                <c:pt idx="28">
                  <c:v>234.64400000000001</c:v>
                </c:pt>
                <c:pt idx="29">
                  <c:v>241.74100000000001</c:v>
                </c:pt>
                <c:pt idx="30">
                  <c:v>224.828</c:v>
                </c:pt>
                <c:pt idx="31">
                  <c:v>224.63900000000001</c:v>
                </c:pt>
                <c:pt idx="32">
                  <c:v>234.375</c:v>
                </c:pt>
                <c:pt idx="33">
                  <c:v>224.68700000000001</c:v>
                </c:pt>
                <c:pt idx="34">
                  <c:v>213.66800000000001</c:v>
                </c:pt>
                <c:pt idx="35">
                  <c:v>214.941</c:v>
                </c:pt>
                <c:pt idx="36">
                  <c:v>215.583</c:v>
                </c:pt>
                <c:pt idx="37">
                  <c:v>223.238</c:v>
                </c:pt>
                <c:pt idx="38">
                  <c:v>227</c:v>
                </c:pt>
                <c:pt idx="39">
                  <c:v>237.447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8C-4EAA-AA86-5E95D8215C7B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Borrowings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Planilha1!$E$2:$E$42</c:f>
              <c:numCache>
                <c:formatCode>General</c:formatCode>
                <c:ptCount val="41"/>
                <c:pt idx="0">
                  <c:v>154.053</c:v>
                </c:pt>
                <c:pt idx="1">
                  <c:v>151.136</c:v>
                </c:pt>
                <c:pt idx="2">
                  <c:v>154.053</c:v>
                </c:pt>
                <c:pt idx="3">
                  <c:v>169.50899999999999</c:v>
                </c:pt>
                <c:pt idx="4">
                  <c:v>161.27000000000001</c:v>
                </c:pt>
                <c:pt idx="5">
                  <c:v>161.78299999999999</c:v>
                </c:pt>
                <c:pt idx="6">
                  <c:v>170.43799999999999</c:v>
                </c:pt>
                <c:pt idx="7">
                  <c:v>165.03800000000001</c:v>
                </c:pt>
                <c:pt idx="8">
                  <c:v>172.93899999999999</c:v>
                </c:pt>
                <c:pt idx="9">
                  <c:v>176.78399999999999</c:v>
                </c:pt>
                <c:pt idx="10">
                  <c:v>187.928</c:v>
                </c:pt>
                <c:pt idx="11">
                  <c:v>178.25899999999999</c:v>
                </c:pt>
                <c:pt idx="12">
                  <c:v>186.399</c:v>
                </c:pt>
                <c:pt idx="13">
                  <c:v>181.26599999999999</c:v>
                </c:pt>
                <c:pt idx="14">
                  <c:v>186.78</c:v>
                </c:pt>
                <c:pt idx="15">
                  <c:v>182.06</c:v>
                </c:pt>
                <c:pt idx="16">
                  <c:v>219.91900000000001</c:v>
                </c:pt>
                <c:pt idx="17">
                  <c:v>206.887</c:v>
                </c:pt>
                <c:pt idx="18">
                  <c:v>206.32400000000001</c:v>
                </c:pt>
                <c:pt idx="19">
                  <c:v>195.976</c:v>
                </c:pt>
                <c:pt idx="20">
                  <c:v>208.90799999999999</c:v>
                </c:pt>
                <c:pt idx="21">
                  <c:v>198.179</c:v>
                </c:pt>
                <c:pt idx="22">
                  <c:v>210.37899999999999</c:v>
                </c:pt>
                <c:pt idx="23">
                  <c:v>201.15100000000001</c:v>
                </c:pt>
                <c:pt idx="24">
                  <c:v>225.69399999999999</c:v>
                </c:pt>
                <c:pt idx="25">
                  <c:v>240.745</c:v>
                </c:pt>
                <c:pt idx="26">
                  <c:v>245.035</c:v>
                </c:pt>
                <c:pt idx="27">
                  <c:v>221.60499999999999</c:v>
                </c:pt>
                <c:pt idx="28">
                  <c:v>236.06</c:v>
                </c:pt>
                <c:pt idx="29">
                  <c:v>250.39</c:v>
                </c:pt>
                <c:pt idx="30">
                  <c:v>281.601</c:v>
                </c:pt>
                <c:pt idx="31">
                  <c:v>271.16000000000003</c:v>
                </c:pt>
                <c:pt idx="32">
                  <c:v>286.75599999999997</c:v>
                </c:pt>
                <c:pt idx="33">
                  <c:v>295.72800000000001</c:v>
                </c:pt>
                <c:pt idx="34">
                  <c:v>295.40699999999998</c:v>
                </c:pt>
                <c:pt idx="35">
                  <c:v>304.29399999999998</c:v>
                </c:pt>
                <c:pt idx="36">
                  <c:v>298.24200000000002</c:v>
                </c:pt>
                <c:pt idx="37">
                  <c:v>289.29899999999998</c:v>
                </c:pt>
                <c:pt idx="38">
                  <c:v>298.56599999999997</c:v>
                </c:pt>
                <c:pt idx="39">
                  <c:v>309.084</c:v>
                </c:pt>
                <c:pt idx="40">
                  <c:v>323.88099999999997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48C-4EAA-AA86-5E95D8215C7B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Planilha1!$F$2:$F$42</c:f>
              <c:numCache>
                <c:formatCode>General</c:formatCode>
                <c:ptCount val="41"/>
                <c:pt idx="0">
                  <c:v>74.120999999999995</c:v>
                </c:pt>
                <c:pt idx="1">
                  <c:v>72.716999999999999</c:v>
                </c:pt>
                <c:pt idx="2">
                  <c:v>74.120999999999995</c:v>
                </c:pt>
                <c:pt idx="3">
                  <c:v>81.557000000000002</c:v>
                </c:pt>
                <c:pt idx="4">
                  <c:v>77.593000000000004</c:v>
                </c:pt>
                <c:pt idx="5">
                  <c:v>77.84</c:v>
                </c:pt>
                <c:pt idx="6">
                  <c:v>82.003</c:v>
                </c:pt>
                <c:pt idx="7">
                  <c:v>79.406000000000006</c:v>
                </c:pt>
                <c:pt idx="8">
                  <c:v>83.206999999999994</c:v>
                </c:pt>
                <c:pt idx="9">
                  <c:v>85.057000000000002</c:v>
                </c:pt>
                <c:pt idx="10">
                  <c:v>90.418999999999997</c:v>
                </c:pt>
                <c:pt idx="11">
                  <c:v>85.766999999999996</c:v>
                </c:pt>
                <c:pt idx="12">
                  <c:v>89.683000000000007</c:v>
                </c:pt>
                <c:pt idx="13">
                  <c:v>87.212999999999994</c:v>
                </c:pt>
                <c:pt idx="14">
                  <c:v>89.866</c:v>
                </c:pt>
                <c:pt idx="15">
                  <c:v>87.596000000000004</c:v>
                </c:pt>
                <c:pt idx="16">
                  <c:v>103.152</c:v>
                </c:pt>
                <c:pt idx="17">
                  <c:v>94.578999999999994</c:v>
                </c:pt>
                <c:pt idx="18">
                  <c:v>91.908000000000001</c:v>
                </c:pt>
                <c:pt idx="19">
                  <c:v>85.040999999999997</c:v>
                </c:pt>
                <c:pt idx="20">
                  <c:v>91.614999999999995</c:v>
                </c:pt>
                <c:pt idx="21">
                  <c:v>87.83</c:v>
                </c:pt>
                <c:pt idx="22">
                  <c:v>94.218000000000004</c:v>
                </c:pt>
                <c:pt idx="23">
                  <c:v>91.031000000000006</c:v>
                </c:pt>
                <c:pt idx="24">
                  <c:v>106.07599999999999</c:v>
                </c:pt>
                <c:pt idx="25">
                  <c:v>117.453</c:v>
                </c:pt>
                <c:pt idx="26">
                  <c:v>124.03400000000001</c:v>
                </c:pt>
                <c:pt idx="27">
                  <c:v>116.333</c:v>
                </c:pt>
                <c:pt idx="28">
                  <c:v>120.288</c:v>
                </c:pt>
                <c:pt idx="29">
                  <c:v>123.81399999999999</c:v>
                </c:pt>
                <c:pt idx="30">
                  <c:v>135.083</c:v>
                </c:pt>
                <c:pt idx="31">
                  <c:v>126.14400000000001</c:v>
                </c:pt>
                <c:pt idx="32">
                  <c:v>135.154</c:v>
                </c:pt>
                <c:pt idx="33">
                  <c:v>141.209</c:v>
                </c:pt>
                <c:pt idx="34">
                  <c:v>142.89500000000001</c:v>
                </c:pt>
                <c:pt idx="35">
                  <c:v>149.10300000000001</c:v>
                </c:pt>
                <c:pt idx="36">
                  <c:v>148.62700000000001</c:v>
                </c:pt>
                <c:pt idx="37">
                  <c:v>146.61199999999999</c:v>
                </c:pt>
                <c:pt idx="38">
                  <c:v>153.858</c:v>
                </c:pt>
                <c:pt idx="39">
                  <c:v>161.946</c:v>
                </c:pt>
                <c:pt idx="40">
                  <c:v>169.69900000000001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E3-4F37-85D8-8E5FD020F7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7061983"/>
        <c:axId val="929959728"/>
      </c:lineChart>
      <c:catAx>
        <c:axId val="68706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929959728"/>
        <c:crosses val="autoZero"/>
        <c:auto val="1"/>
        <c:lblAlgn val="ctr"/>
        <c:lblOffset val="100"/>
        <c:tickLblSkip val="5"/>
        <c:noMultiLvlLbl val="0"/>
      </c:catAx>
      <c:valAx>
        <c:axId val="929959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687061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48717098269013E-2"/>
          <c:y val="6.7641373860700404E-2"/>
          <c:w val="0.86046729672254052"/>
          <c:h val="0.64865317648152521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Government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Planilha1!$B$2:$B$51</c:f>
              <c:numCache>
                <c:formatCode>General</c:formatCode>
                <c:ptCount val="50"/>
                <c:pt idx="0">
                  <c:v>891.9</c:v>
                </c:pt>
                <c:pt idx="1">
                  <c:v>936.5</c:v>
                </c:pt>
                <c:pt idx="2">
                  <c:v>901.3</c:v>
                </c:pt>
                <c:pt idx="3">
                  <c:v>879.8</c:v>
                </c:pt>
                <c:pt idx="4">
                  <c:v>914.5</c:v>
                </c:pt>
                <c:pt idx="5">
                  <c:v>879.2</c:v>
                </c:pt>
                <c:pt idx="6">
                  <c:v>940.7</c:v>
                </c:pt>
                <c:pt idx="7">
                  <c:v>1007.2</c:v>
                </c:pt>
                <c:pt idx="8">
                  <c:v>1086.0999999999999</c:v>
                </c:pt>
                <c:pt idx="9">
                  <c:v>1199.4000000000001</c:v>
                </c:pt>
                <c:pt idx="10">
                  <c:v>1237.7</c:v>
                </c:pt>
                <c:pt idx="11">
                  <c:v>1095.7</c:v>
                </c:pt>
                <c:pt idx="12">
                  <c:v>1154.4000000000001</c:v>
                </c:pt>
                <c:pt idx="13">
                  <c:v>1164.5</c:v>
                </c:pt>
                <c:pt idx="14">
                  <c:v>1185.5</c:v>
                </c:pt>
                <c:pt idx="15">
                  <c:v>1213.3</c:v>
                </c:pt>
                <c:pt idx="16">
                  <c:v>1257.5</c:v>
                </c:pt>
                <c:pt idx="17">
                  <c:v>1285.3</c:v>
                </c:pt>
                <c:pt idx="18">
                  <c:v>1271.9000000000001</c:v>
                </c:pt>
                <c:pt idx="19">
                  <c:v>1393.2</c:v>
                </c:pt>
                <c:pt idx="20">
                  <c:v>1428.6</c:v>
                </c:pt>
                <c:pt idx="21">
                  <c:v>1496.2</c:v>
                </c:pt>
                <c:pt idx="22">
                  <c:v>1487.5</c:v>
                </c:pt>
                <c:pt idx="23">
                  <c:v>1489.4</c:v>
                </c:pt>
                <c:pt idx="24">
                  <c:v>1482.1</c:v>
                </c:pt>
                <c:pt idx="25">
                  <c:v>1537.8</c:v>
                </c:pt>
                <c:pt idx="26">
                  <c:v>1589.9</c:v>
                </c:pt>
                <c:pt idx="27">
                  <c:v>1740.1</c:v>
                </c:pt>
                <c:pt idx="28">
                  <c:v>1606.2</c:v>
                </c:pt>
                <c:pt idx="29">
                  <c:v>1632.2</c:v>
                </c:pt>
                <c:pt idx="30">
                  <c:v>1668</c:v>
                </c:pt>
                <c:pt idx="31">
                  <c:v>1723.9</c:v>
                </c:pt>
                <c:pt idx="32">
                  <c:v>1590</c:v>
                </c:pt>
                <c:pt idx="33">
                  <c:v>1463.6</c:v>
                </c:pt>
                <c:pt idx="34">
                  <c:v>1431.5</c:v>
                </c:pt>
                <c:pt idx="35">
                  <c:v>1543.4</c:v>
                </c:pt>
                <c:pt idx="36">
                  <c:v>1528.7</c:v>
                </c:pt>
                <c:pt idx="37">
                  <c:v>1447.2</c:v>
                </c:pt>
                <c:pt idx="38">
                  <c:v>1299.4000000000001</c:v>
                </c:pt>
                <c:pt idx="39">
                  <c:v>1362.5</c:v>
                </c:pt>
                <c:pt idx="40">
                  <c:v>1323.1</c:v>
                </c:pt>
                <c:pt idx="41">
                  <c:v>1172.7</c:v>
                </c:pt>
                <c:pt idx="42">
                  <c:v>1248.4000000000001</c:v>
                </c:pt>
                <c:pt idx="43">
                  <c:v>1138.5999999999999</c:v>
                </c:pt>
                <c:pt idx="44">
                  <c:v>1199.0999999999999</c:v>
                </c:pt>
                <c:pt idx="45">
                  <c:v>1296.0999999999999</c:v>
                </c:pt>
                <c:pt idx="46">
                  <c:v>1237.7</c:v>
                </c:pt>
                <c:pt idx="47">
                  <c:v>1222.7</c:v>
                </c:pt>
                <c:pt idx="48">
                  <c:v>1234.7</c:v>
                </c:pt>
                <c:pt idx="49">
                  <c:v>1166.0999999999999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97-476E-8084-294C01CA2B13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BOJ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Planilha1!$C$2:$C$51</c:f>
              <c:numCache>
                <c:formatCode>General</c:formatCode>
                <c:ptCount val="50"/>
                <c:pt idx="0">
                  <c:v>36</c:v>
                </c:pt>
                <c:pt idx="1">
                  <c:v>32.5</c:v>
                </c:pt>
                <c:pt idx="2">
                  <c:v>44.3</c:v>
                </c:pt>
                <c:pt idx="3">
                  <c:v>42.9</c:v>
                </c:pt>
                <c:pt idx="4">
                  <c:v>37.6</c:v>
                </c:pt>
                <c:pt idx="5">
                  <c:v>41.6</c:v>
                </c:pt>
                <c:pt idx="6">
                  <c:v>56.1</c:v>
                </c:pt>
                <c:pt idx="7">
                  <c:v>53</c:v>
                </c:pt>
                <c:pt idx="8">
                  <c:v>66.599999999999994</c:v>
                </c:pt>
                <c:pt idx="9">
                  <c:v>92.7</c:v>
                </c:pt>
                <c:pt idx="10">
                  <c:v>105.9</c:v>
                </c:pt>
                <c:pt idx="11">
                  <c:v>101.5</c:v>
                </c:pt>
                <c:pt idx="12">
                  <c:v>121.2</c:v>
                </c:pt>
                <c:pt idx="13">
                  <c:v>143</c:v>
                </c:pt>
                <c:pt idx="14">
                  <c:v>144.1</c:v>
                </c:pt>
                <c:pt idx="15">
                  <c:v>177.6</c:v>
                </c:pt>
                <c:pt idx="16">
                  <c:v>200.5</c:v>
                </c:pt>
                <c:pt idx="17">
                  <c:v>191.9</c:v>
                </c:pt>
                <c:pt idx="18">
                  <c:v>199.9</c:v>
                </c:pt>
                <c:pt idx="19">
                  <c:v>228.7</c:v>
                </c:pt>
                <c:pt idx="20">
                  <c:v>246.8</c:v>
                </c:pt>
                <c:pt idx="21">
                  <c:v>241</c:v>
                </c:pt>
                <c:pt idx="22">
                  <c:v>258.89999999999998</c:v>
                </c:pt>
                <c:pt idx="23">
                  <c:v>296.89999999999998</c:v>
                </c:pt>
                <c:pt idx="24">
                  <c:v>477.3</c:v>
                </c:pt>
                <c:pt idx="25">
                  <c:v>399.1</c:v>
                </c:pt>
                <c:pt idx="26">
                  <c:v>287</c:v>
                </c:pt>
                <c:pt idx="27">
                  <c:v>273.5</c:v>
                </c:pt>
                <c:pt idx="28">
                  <c:v>241.8</c:v>
                </c:pt>
                <c:pt idx="29">
                  <c:v>223</c:v>
                </c:pt>
                <c:pt idx="30">
                  <c:v>247.3</c:v>
                </c:pt>
                <c:pt idx="31">
                  <c:v>243.1</c:v>
                </c:pt>
                <c:pt idx="32">
                  <c:v>218.1</c:v>
                </c:pt>
                <c:pt idx="33">
                  <c:v>207.2</c:v>
                </c:pt>
                <c:pt idx="34">
                  <c:v>238.1</c:v>
                </c:pt>
                <c:pt idx="35">
                  <c:v>287.89999999999998</c:v>
                </c:pt>
                <c:pt idx="36">
                  <c:v>216.9</c:v>
                </c:pt>
                <c:pt idx="37">
                  <c:v>252.5</c:v>
                </c:pt>
                <c:pt idx="38">
                  <c:v>256.39999999999998</c:v>
                </c:pt>
                <c:pt idx="39">
                  <c:v>315.39999999999998</c:v>
                </c:pt>
                <c:pt idx="40">
                  <c:v>250.2</c:v>
                </c:pt>
                <c:pt idx="41">
                  <c:v>267.10000000000002</c:v>
                </c:pt>
                <c:pt idx="42">
                  <c:v>307.2</c:v>
                </c:pt>
                <c:pt idx="43">
                  <c:v>369</c:v>
                </c:pt>
                <c:pt idx="44">
                  <c:v>314.39999999999998</c:v>
                </c:pt>
                <c:pt idx="45">
                  <c:v>315.89999999999998</c:v>
                </c:pt>
                <c:pt idx="46">
                  <c:v>321.10000000000002</c:v>
                </c:pt>
                <c:pt idx="47">
                  <c:v>352.3</c:v>
                </c:pt>
                <c:pt idx="48">
                  <c:v>311.39999999999998</c:v>
                </c:pt>
                <c:pt idx="49">
                  <c:v>298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97-476E-8084-294C01CA2B13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Banks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Planilha1!$D$2:$D$51</c:f>
              <c:numCache>
                <c:formatCode>General</c:formatCode>
                <c:ptCount val="50"/>
                <c:pt idx="0">
                  <c:v>1155</c:v>
                </c:pt>
                <c:pt idx="1">
                  <c:v>1186.2</c:v>
                </c:pt>
                <c:pt idx="2">
                  <c:v>1167.8</c:v>
                </c:pt>
                <c:pt idx="3">
                  <c:v>1136.9000000000001</c:v>
                </c:pt>
                <c:pt idx="4">
                  <c:v>1174.3</c:v>
                </c:pt>
                <c:pt idx="5">
                  <c:v>1132</c:v>
                </c:pt>
                <c:pt idx="6">
                  <c:v>1165.5999999999999</c:v>
                </c:pt>
                <c:pt idx="7">
                  <c:v>1196.2</c:v>
                </c:pt>
                <c:pt idx="8">
                  <c:v>1307.0999999999999</c:v>
                </c:pt>
                <c:pt idx="9">
                  <c:v>1340.7</c:v>
                </c:pt>
                <c:pt idx="10">
                  <c:v>1374.3</c:v>
                </c:pt>
                <c:pt idx="11">
                  <c:v>1354.6</c:v>
                </c:pt>
                <c:pt idx="12">
                  <c:v>1326.7</c:v>
                </c:pt>
                <c:pt idx="13">
                  <c:v>1331.3</c:v>
                </c:pt>
                <c:pt idx="14">
                  <c:v>1387.5</c:v>
                </c:pt>
                <c:pt idx="15">
                  <c:v>1341.7</c:v>
                </c:pt>
                <c:pt idx="16">
                  <c:v>1383.7</c:v>
                </c:pt>
                <c:pt idx="17">
                  <c:v>1362.9</c:v>
                </c:pt>
                <c:pt idx="18">
                  <c:v>1403.9</c:v>
                </c:pt>
                <c:pt idx="19">
                  <c:v>1378.9</c:v>
                </c:pt>
                <c:pt idx="20">
                  <c:v>1433.5</c:v>
                </c:pt>
                <c:pt idx="21">
                  <c:v>1449.4</c:v>
                </c:pt>
                <c:pt idx="22">
                  <c:v>1415.6</c:v>
                </c:pt>
                <c:pt idx="23">
                  <c:v>1422.5</c:v>
                </c:pt>
                <c:pt idx="24">
                  <c:v>1541.1</c:v>
                </c:pt>
                <c:pt idx="25">
                  <c:v>1523.5</c:v>
                </c:pt>
                <c:pt idx="26">
                  <c:v>1589.8</c:v>
                </c:pt>
                <c:pt idx="27">
                  <c:v>1508.5</c:v>
                </c:pt>
                <c:pt idx="28">
                  <c:v>1540.8</c:v>
                </c:pt>
                <c:pt idx="29">
                  <c:v>1506.6</c:v>
                </c:pt>
                <c:pt idx="30">
                  <c:v>1510.9</c:v>
                </c:pt>
                <c:pt idx="31">
                  <c:v>1467.5</c:v>
                </c:pt>
                <c:pt idx="32">
                  <c:v>1493.4</c:v>
                </c:pt>
                <c:pt idx="33">
                  <c:v>1459.4</c:v>
                </c:pt>
                <c:pt idx="34">
                  <c:v>1422.8</c:v>
                </c:pt>
                <c:pt idx="35">
                  <c:v>1446</c:v>
                </c:pt>
                <c:pt idx="36">
                  <c:v>1516.7</c:v>
                </c:pt>
                <c:pt idx="37">
                  <c:v>1468.9</c:v>
                </c:pt>
                <c:pt idx="38">
                  <c:v>1553.4</c:v>
                </c:pt>
                <c:pt idx="39">
                  <c:v>1540.9</c:v>
                </c:pt>
                <c:pt idx="40">
                  <c:v>1594.6</c:v>
                </c:pt>
                <c:pt idx="41">
                  <c:v>1523.7</c:v>
                </c:pt>
                <c:pt idx="42">
                  <c:v>1672.2</c:v>
                </c:pt>
                <c:pt idx="43">
                  <c:v>1611.9</c:v>
                </c:pt>
                <c:pt idx="44">
                  <c:v>1601.6</c:v>
                </c:pt>
                <c:pt idx="45">
                  <c:v>1698.9</c:v>
                </c:pt>
                <c:pt idx="46">
                  <c:v>1717</c:v>
                </c:pt>
                <c:pt idx="47">
                  <c:v>1768.1</c:v>
                </c:pt>
                <c:pt idx="48">
                  <c:v>1737.6</c:v>
                </c:pt>
                <c:pt idx="49">
                  <c:v>1675.4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697-476E-8084-294C01CA2B13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Planilha1!$E$2:$E$51</c:f>
              <c:numCache>
                <c:formatCode>General</c:formatCode>
                <c:ptCount val="50"/>
                <c:pt idx="0">
                  <c:v>592.00999999999976</c:v>
                </c:pt>
                <c:pt idx="1">
                  <c:v>654.24000000000024</c:v>
                </c:pt>
                <c:pt idx="2">
                  <c:v>652.84000000000015</c:v>
                </c:pt>
                <c:pt idx="3">
                  <c:v>547.27999999999975</c:v>
                </c:pt>
                <c:pt idx="4">
                  <c:v>583.25</c:v>
                </c:pt>
                <c:pt idx="5">
                  <c:v>561.44999999999982</c:v>
                </c:pt>
                <c:pt idx="6">
                  <c:v>624.86999999999989</c:v>
                </c:pt>
                <c:pt idx="7">
                  <c:v>568.30999999999995</c:v>
                </c:pt>
                <c:pt idx="8">
                  <c:v>683.86000000000058</c:v>
                </c:pt>
                <c:pt idx="9">
                  <c:v>815.16999999999962</c:v>
                </c:pt>
                <c:pt idx="10">
                  <c:v>855.4699999999998</c:v>
                </c:pt>
                <c:pt idx="11">
                  <c:v>751.32999999999993</c:v>
                </c:pt>
                <c:pt idx="12">
                  <c:v>754.48</c:v>
                </c:pt>
                <c:pt idx="13">
                  <c:v>750.76000000000022</c:v>
                </c:pt>
                <c:pt idx="14">
                  <c:v>809.70000000000027</c:v>
                </c:pt>
                <c:pt idx="15">
                  <c:v>754.32999999999993</c:v>
                </c:pt>
                <c:pt idx="16">
                  <c:v>958.05999999999949</c:v>
                </c:pt>
                <c:pt idx="17">
                  <c:v>930.40999999999985</c:v>
                </c:pt>
                <c:pt idx="18">
                  <c:v>963.63999999999942</c:v>
                </c:pt>
                <c:pt idx="19">
                  <c:v>901.88999999999987</c:v>
                </c:pt>
                <c:pt idx="20">
                  <c:v>955.93000000000029</c:v>
                </c:pt>
                <c:pt idx="21">
                  <c:v>962.36999999999989</c:v>
                </c:pt>
                <c:pt idx="22">
                  <c:v>1069.4099999999999</c:v>
                </c:pt>
                <c:pt idx="23">
                  <c:v>926.45000000000027</c:v>
                </c:pt>
                <c:pt idx="24">
                  <c:v>1129.67</c:v>
                </c:pt>
                <c:pt idx="25">
                  <c:v>1102.2499999999995</c:v>
                </c:pt>
                <c:pt idx="26">
                  <c:v>1209.8900000000003</c:v>
                </c:pt>
                <c:pt idx="27">
                  <c:v>1198.4200000000005</c:v>
                </c:pt>
                <c:pt idx="28">
                  <c:v>1187.2000000000003</c:v>
                </c:pt>
                <c:pt idx="29">
                  <c:v>1114.9100000000003</c:v>
                </c:pt>
                <c:pt idx="30">
                  <c:v>1185.5099999999998</c:v>
                </c:pt>
                <c:pt idx="31">
                  <c:v>1089.2799999999997</c:v>
                </c:pt>
                <c:pt idx="32">
                  <c:v>1190.6399999999994</c:v>
                </c:pt>
                <c:pt idx="33">
                  <c:v>1121.7299999999996</c:v>
                </c:pt>
                <c:pt idx="34">
                  <c:v>1042.2400000000002</c:v>
                </c:pt>
                <c:pt idx="35">
                  <c:v>980.81999999999971</c:v>
                </c:pt>
                <c:pt idx="36">
                  <c:v>1127.6199999999999</c:v>
                </c:pt>
                <c:pt idx="37">
                  <c:v>1029.1699999999996</c:v>
                </c:pt>
                <c:pt idx="38">
                  <c:v>1131.4599999999996</c:v>
                </c:pt>
                <c:pt idx="39">
                  <c:v>1132.8200000000002</c:v>
                </c:pt>
                <c:pt idx="40">
                  <c:v>1122.4099999999999</c:v>
                </c:pt>
                <c:pt idx="41">
                  <c:v>1092.2799999999997</c:v>
                </c:pt>
                <c:pt idx="42">
                  <c:v>1312.0500000000002</c:v>
                </c:pt>
                <c:pt idx="43">
                  <c:v>1095.9499999999998</c:v>
                </c:pt>
                <c:pt idx="44">
                  <c:v>1280.6799999999998</c:v>
                </c:pt>
                <c:pt idx="45">
                  <c:v>1229.8600000000006</c:v>
                </c:pt>
                <c:pt idx="46">
                  <c:v>1277.71</c:v>
                </c:pt>
                <c:pt idx="47">
                  <c:v>1162.4299999999998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697-476E-8084-294C01CA2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7140143"/>
        <c:axId val="750411727"/>
      </c:lineChart>
      <c:catAx>
        <c:axId val="191714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750411727"/>
        <c:crosses val="autoZero"/>
        <c:auto val="1"/>
        <c:lblAlgn val="ctr"/>
        <c:lblOffset val="100"/>
        <c:tickLblSkip val="6"/>
        <c:noMultiLvlLbl val="0"/>
      </c:catAx>
      <c:valAx>
        <c:axId val="750411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917140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Goods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Planilha1!$B$2:$B$67</c:f>
              <c:numCache>
                <c:formatCode>General</c:formatCode>
                <c:ptCount val="66"/>
                <c:pt idx="0">
                  <c:v>2.4161999999999999</c:v>
                </c:pt>
                <c:pt idx="1">
                  <c:v>2.4193000000000002</c:v>
                </c:pt>
                <c:pt idx="2">
                  <c:v>2.3700999999999999</c:v>
                </c:pt>
                <c:pt idx="3">
                  <c:v>2.3105000000000002</c:v>
                </c:pt>
                <c:pt idx="4">
                  <c:v>0.93329999999999991</c:v>
                </c:pt>
                <c:pt idx="5">
                  <c:v>-0.76649999999999996</c:v>
                </c:pt>
                <c:pt idx="6">
                  <c:v>0.1633</c:v>
                </c:pt>
                <c:pt idx="7">
                  <c:v>-0.66039999999999999</c:v>
                </c:pt>
                <c:pt idx="8">
                  <c:v>-0.94610000000000005</c:v>
                </c:pt>
                <c:pt idx="9">
                  <c:v>-0.78300000000000003</c:v>
                </c:pt>
                <c:pt idx="10">
                  <c:v>-1.101</c:v>
                </c:pt>
                <c:pt idx="11">
                  <c:v>-1.4418</c:v>
                </c:pt>
                <c:pt idx="12">
                  <c:v>-1.9216</c:v>
                </c:pt>
                <c:pt idx="13">
                  <c:v>-1.5054000000000001</c:v>
                </c:pt>
                <c:pt idx="14">
                  <c:v>-2.2463000000000002</c:v>
                </c:pt>
                <c:pt idx="15">
                  <c:v>-3.1001999999999996</c:v>
                </c:pt>
                <c:pt idx="16">
                  <c:v>-4.1936999999999998</c:v>
                </c:pt>
                <c:pt idx="17">
                  <c:v>-2.0587</c:v>
                </c:pt>
                <c:pt idx="18">
                  <c:v>-2.4409999999999998</c:v>
                </c:pt>
                <c:pt idx="19">
                  <c:v>-1.7719</c:v>
                </c:pt>
                <c:pt idx="20">
                  <c:v>-0.36719999999999997</c:v>
                </c:pt>
                <c:pt idx="21">
                  <c:v>-0.1052</c:v>
                </c:pt>
                <c:pt idx="22">
                  <c:v>-0.42899999999999999</c:v>
                </c:pt>
                <c:pt idx="23">
                  <c:v>1.52E-2</c:v>
                </c:pt>
                <c:pt idx="24">
                  <c:v>0.81889999999999996</c:v>
                </c:pt>
                <c:pt idx="25">
                  <c:v>1.4544000000000001</c:v>
                </c:pt>
                <c:pt idx="26">
                  <c:v>1.4869000000000001</c:v>
                </c:pt>
                <c:pt idx="27">
                  <c:v>1.7572999999999999</c:v>
                </c:pt>
                <c:pt idx="28">
                  <c:v>1.0877000000000001</c:v>
                </c:pt>
                <c:pt idx="29">
                  <c:v>0.94320000000000004</c:v>
                </c:pt>
                <c:pt idx="30">
                  <c:v>1.7479</c:v>
                </c:pt>
                <c:pt idx="31">
                  <c:v>1.1325000000000001</c:v>
                </c:pt>
                <c:pt idx="32">
                  <c:v>0.71010000000000006</c:v>
                </c:pt>
                <c:pt idx="33">
                  <c:v>1.0660000000000001</c:v>
                </c:pt>
                <c:pt idx="34">
                  <c:v>6.1899999999999997E-2</c:v>
                </c:pt>
                <c:pt idx="35">
                  <c:v>-0.71150000000000002</c:v>
                </c:pt>
                <c:pt idx="36">
                  <c:v>0.14940000000000001</c:v>
                </c:pt>
                <c:pt idx="37">
                  <c:v>-0.11700000000000001</c:v>
                </c:pt>
                <c:pt idx="38">
                  <c:v>-0.1226</c:v>
                </c:pt>
                <c:pt idx="39">
                  <c:v>0.24030000000000001</c:v>
                </c:pt>
                <c:pt idx="40">
                  <c:v>0.3745</c:v>
                </c:pt>
                <c:pt idx="41">
                  <c:v>-1.5483</c:v>
                </c:pt>
                <c:pt idx="42">
                  <c:v>1.4530000000000001</c:v>
                </c:pt>
                <c:pt idx="43">
                  <c:v>2.4985999999999997</c:v>
                </c:pt>
                <c:pt idx="44">
                  <c:v>1.3819000000000001</c:v>
                </c:pt>
                <c:pt idx="45">
                  <c:v>0.92810000000000004</c:v>
                </c:pt>
                <c:pt idx="46">
                  <c:v>-1.9E-3</c:v>
                </c:pt>
                <c:pt idx="47">
                  <c:v>-0.54589999999999994</c:v>
                </c:pt>
                <c:pt idx="48">
                  <c:v>-1.8848</c:v>
                </c:pt>
                <c:pt idx="49">
                  <c:v>-3.6755</c:v>
                </c:pt>
                <c:pt idx="50">
                  <c:v>-5.4071000000000007</c:v>
                </c:pt>
                <c:pt idx="51">
                  <c:v>-4.5433000000000003</c:v>
                </c:pt>
                <c:pt idx="52">
                  <c:v>-4.2457000000000003</c:v>
                </c:pt>
                <c:pt idx="53">
                  <c:v>-1.0802</c:v>
                </c:pt>
                <c:pt idx="54">
                  <c:v>-0.24609999999999999</c:v>
                </c:pt>
                <c:pt idx="55">
                  <c:v>-1.0394000000000001</c:v>
                </c:pt>
                <c:pt idx="56">
                  <c:v>-1.1165999999999998</c:v>
                </c:pt>
                <c:pt idx="57">
                  <c:v>-0.90389999999999993</c:v>
                </c:pt>
                <c:pt idx="58">
                  <c:v>-0.9365</c:v>
                </c:pt>
                <c:pt idx="59">
                  <c:v>0.24259999999999998</c:v>
                </c:pt>
                <c:pt idx="60">
                  <c:v>-1.4330000000000001</c:v>
                </c:pt>
                <c:pt idx="61">
                  <c:v>-3.0499999999999999E-2</c:v>
                </c:pt>
                <c:pt idx="62">
                  <c:v>0.1726</c:v>
                </c:pt>
                <c:pt idx="63">
                  <c:v>0.72310000000000008</c:v>
                </c:pt>
                <c:pt idx="64">
                  <c:v>0.47470000000000001</c:v>
                </c:pt>
                <c:pt idx="65">
                  <c:v>0.26739999999999997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85-46F0-8541-DB325A6810F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Services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Planilha1!$C$2:$C$67</c:f>
              <c:numCache>
                <c:formatCode>General</c:formatCode>
                <c:ptCount val="66"/>
                <c:pt idx="0">
                  <c:v>-0.53100000000000003</c:v>
                </c:pt>
                <c:pt idx="1">
                  <c:v>-0.82510000000000006</c:v>
                </c:pt>
                <c:pt idx="2">
                  <c:v>-0.58779999999999999</c:v>
                </c:pt>
                <c:pt idx="3">
                  <c:v>-0.71489999999999998</c:v>
                </c:pt>
                <c:pt idx="4">
                  <c:v>-0.38769999999999999</c:v>
                </c:pt>
                <c:pt idx="5">
                  <c:v>-0.72250000000000003</c:v>
                </c:pt>
                <c:pt idx="6">
                  <c:v>-0.78400000000000003</c:v>
                </c:pt>
                <c:pt idx="7">
                  <c:v>-0.88560000000000005</c:v>
                </c:pt>
                <c:pt idx="8">
                  <c:v>-0.42880000000000001</c:v>
                </c:pt>
                <c:pt idx="9">
                  <c:v>-1.0975999999999999</c:v>
                </c:pt>
                <c:pt idx="10">
                  <c:v>-1.1436999999999999</c:v>
                </c:pt>
                <c:pt idx="11">
                  <c:v>-1.1409</c:v>
                </c:pt>
                <c:pt idx="12">
                  <c:v>-0.64579999999999993</c:v>
                </c:pt>
                <c:pt idx="13">
                  <c:v>-0.79039999999999999</c:v>
                </c:pt>
                <c:pt idx="14">
                  <c:v>-0.91060000000000008</c:v>
                </c:pt>
                <c:pt idx="15">
                  <c:v>-1.1319000000000001</c:v>
                </c:pt>
                <c:pt idx="16">
                  <c:v>-0.60020000000000007</c:v>
                </c:pt>
                <c:pt idx="17">
                  <c:v>-0.86879999999999991</c:v>
                </c:pt>
                <c:pt idx="18">
                  <c:v>-0.90660000000000007</c:v>
                </c:pt>
                <c:pt idx="19">
                  <c:v>-0.65800000000000003</c:v>
                </c:pt>
                <c:pt idx="20">
                  <c:v>-0.33939999999999998</c:v>
                </c:pt>
                <c:pt idx="21">
                  <c:v>-0.68429999999999991</c:v>
                </c:pt>
                <c:pt idx="22">
                  <c:v>-0.2712</c:v>
                </c:pt>
                <c:pt idx="23">
                  <c:v>-0.63579999999999992</c:v>
                </c:pt>
                <c:pt idx="24">
                  <c:v>0.27729999999999999</c:v>
                </c:pt>
                <c:pt idx="25">
                  <c:v>-0.48710000000000003</c:v>
                </c:pt>
                <c:pt idx="26">
                  <c:v>-0.3241</c:v>
                </c:pt>
                <c:pt idx="27">
                  <c:v>-0.59489999999999998</c:v>
                </c:pt>
                <c:pt idx="28">
                  <c:v>2.8199999999999999E-2</c:v>
                </c:pt>
                <c:pt idx="29">
                  <c:v>-0.30210000000000004</c:v>
                </c:pt>
                <c:pt idx="30">
                  <c:v>-0.24919999999999998</c:v>
                </c:pt>
                <c:pt idx="31">
                  <c:v>-0.1676</c:v>
                </c:pt>
                <c:pt idx="32">
                  <c:v>0.22469999999999998</c:v>
                </c:pt>
                <c:pt idx="33">
                  <c:v>-0.6452</c:v>
                </c:pt>
                <c:pt idx="34">
                  <c:v>-0.2024</c:v>
                </c:pt>
                <c:pt idx="35">
                  <c:v>-0.39839999999999998</c:v>
                </c:pt>
                <c:pt idx="36">
                  <c:v>2.8799999999999999E-2</c:v>
                </c:pt>
                <c:pt idx="37">
                  <c:v>-0.37880000000000003</c:v>
                </c:pt>
                <c:pt idx="38">
                  <c:v>-0.46899999999999997</c:v>
                </c:pt>
                <c:pt idx="39">
                  <c:v>-0.2631</c:v>
                </c:pt>
                <c:pt idx="40">
                  <c:v>-0.61929999999999996</c:v>
                </c:pt>
                <c:pt idx="41">
                  <c:v>-1.3083</c:v>
                </c:pt>
                <c:pt idx="42">
                  <c:v>-0.91359999999999997</c:v>
                </c:pt>
                <c:pt idx="43">
                  <c:v>-0.81389999999999996</c:v>
                </c:pt>
                <c:pt idx="44">
                  <c:v>-0.4924</c:v>
                </c:pt>
                <c:pt idx="45">
                  <c:v>-1.597</c:v>
                </c:pt>
                <c:pt idx="46">
                  <c:v>-1.0403</c:v>
                </c:pt>
                <c:pt idx="47">
                  <c:v>-1.1160999999999999</c:v>
                </c:pt>
                <c:pt idx="48">
                  <c:v>-1.1402000000000001</c:v>
                </c:pt>
                <c:pt idx="49">
                  <c:v>-1.4439000000000002</c:v>
                </c:pt>
                <c:pt idx="50">
                  <c:v>-1.8674000000000002</c:v>
                </c:pt>
                <c:pt idx="51">
                  <c:v>-1.1043000000000001</c:v>
                </c:pt>
                <c:pt idx="52">
                  <c:v>-0.98089999999999999</c:v>
                </c:pt>
                <c:pt idx="53">
                  <c:v>-1.1534</c:v>
                </c:pt>
                <c:pt idx="54">
                  <c:v>-1.2390000000000001</c:v>
                </c:pt>
                <c:pt idx="55">
                  <c:v>3.27E-2</c:v>
                </c:pt>
                <c:pt idx="56">
                  <c:v>-0.88049999999999995</c:v>
                </c:pt>
                <c:pt idx="57">
                  <c:v>-1.1870000000000001</c:v>
                </c:pt>
                <c:pt idx="58">
                  <c:v>-1.0750999999999999</c:v>
                </c:pt>
                <c:pt idx="59">
                  <c:v>-5.1499999999999997E-2</c:v>
                </c:pt>
                <c:pt idx="60">
                  <c:v>-0.82289999999999996</c:v>
                </c:pt>
                <c:pt idx="61">
                  <c:v>-0.75560000000000005</c:v>
                </c:pt>
                <c:pt idx="62">
                  <c:v>-1.2918000000000001</c:v>
                </c:pt>
                <c:pt idx="63">
                  <c:v>-0.5727000000000001</c:v>
                </c:pt>
                <c:pt idx="64">
                  <c:v>-1.1675</c:v>
                </c:pt>
                <c:pt idx="65">
                  <c:v>-0.65479999999999994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85-46F0-8541-DB325A6810F5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Primary Income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Planilha1!$D$2:$D$67</c:f>
              <c:numCache>
                <c:formatCode>General</c:formatCode>
                <c:ptCount val="66"/>
                <c:pt idx="0">
                  <c:v>3.8888000000000003</c:v>
                </c:pt>
                <c:pt idx="1">
                  <c:v>3.0566</c:v>
                </c:pt>
                <c:pt idx="2">
                  <c:v>3.9328000000000003</c:v>
                </c:pt>
                <c:pt idx="3">
                  <c:v>2.7391000000000001</c:v>
                </c:pt>
                <c:pt idx="4">
                  <c:v>4.1974999999999998</c:v>
                </c:pt>
                <c:pt idx="5">
                  <c:v>3.5476000000000001</c:v>
                </c:pt>
                <c:pt idx="6">
                  <c:v>4.1663000000000006</c:v>
                </c:pt>
                <c:pt idx="7">
                  <c:v>2.7094999999999998</c:v>
                </c:pt>
                <c:pt idx="8">
                  <c:v>3.8849999999999998</c:v>
                </c:pt>
                <c:pt idx="9">
                  <c:v>3.2964000000000002</c:v>
                </c:pt>
                <c:pt idx="10">
                  <c:v>4.0103</c:v>
                </c:pt>
                <c:pt idx="11">
                  <c:v>2.7995999999999999</c:v>
                </c:pt>
                <c:pt idx="12">
                  <c:v>4.3761000000000001</c:v>
                </c:pt>
                <c:pt idx="13">
                  <c:v>4.7258000000000004</c:v>
                </c:pt>
                <c:pt idx="14">
                  <c:v>5.0931000000000006</c:v>
                </c:pt>
                <c:pt idx="15">
                  <c:v>3.5028000000000001</c:v>
                </c:pt>
                <c:pt idx="16">
                  <c:v>4.9973999999999998</c:v>
                </c:pt>
                <c:pt idx="17">
                  <c:v>4.2492000000000001</c:v>
                </c:pt>
                <c:pt idx="18">
                  <c:v>5.7572000000000001</c:v>
                </c:pt>
                <c:pt idx="19">
                  <c:v>4.4109999999999996</c:v>
                </c:pt>
                <c:pt idx="20">
                  <c:v>5.6313999999999993</c:v>
                </c:pt>
                <c:pt idx="21">
                  <c:v>5.1326000000000001</c:v>
                </c:pt>
                <c:pt idx="22">
                  <c:v>6.2004999999999999</c:v>
                </c:pt>
                <c:pt idx="23">
                  <c:v>4.3387000000000002</c:v>
                </c:pt>
                <c:pt idx="24">
                  <c:v>5.6476999999999995</c:v>
                </c:pt>
                <c:pt idx="25">
                  <c:v>4.4201999999999995</c:v>
                </c:pt>
                <c:pt idx="26">
                  <c:v>5.5395000000000003</c:v>
                </c:pt>
                <c:pt idx="27">
                  <c:v>3.5403000000000002</c:v>
                </c:pt>
                <c:pt idx="28">
                  <c:v>5.8731</c:v>
                </c:pt>
                <c:pt idx="29">
                  <c:v>4.5747999999999998</c:v>
                </c:pt>
                <c:pt idx="30">
                  <c:v>6.3224</c:v>
                </c:pt>
                <c:pt idx="31">
                  <c:v>3.9140000000000001</c:v>
                </c:pt>
                <c:pt idx="32">
                  <c:v>5.7218</c:v>
                </c:pt>
                <c:pt idx="33">
                  <c:v>5.0336999999999996</c:v>
                </c:pt>
                <c:pt idx="34">
                  <c:v>6.4962</c:v>
                </c:pt>
                <c:pt idx="35">
                  <c:v>4.1509</c:v>
                </c:pt>
                <c:pt idx="36">
                  <c:v>6.0896000000000008</c:v>
                </c:pt>
                <c:pt idx="37">
                  <c:v>5.0510999999999999</c:v>
                </c:pt>
                <c:pt idx="38">
                  <c:v>6.5857999999999999</c:v>
                </c:pt>
                <c:pt idx="39">
                  <c:v>3.8266</c:v>
                </c:pt>
                <c:pt idx="40">
                  <c:v>6.0442</c:v>
                </c:pt>
                <c:pt idx="41">
                  <c:v>4.0956999999999999</c:v>
                </c:pt>
                <c:pt idx="42">
                  <c:v>5.4433999999999996</c:v>
                </c:pt>
                <c:pt idx="43">
                  <c:v>3.8553999999999999</c:v>
                </c:pt>
                <c:pt idx="44">
                  <c:v>6.0648999999999997</c:v>
                </c:pt>
                <c:pt idx="45">
                  <c:v>6.681</c:v>
                </c:pt>
                <c:pt idx="46">
                  <c:v>7.7721999999999998</c:v>
                </c:pt>
                <c:pt idx="47">
                  <c:v>5.7910000000000004</c:v>
                </c:pt>
                <c:pt idx="48">
                  <c:v>8.7274999999999991</c:v>
                </c:pt>
                <c:pt idx="49">
                  <c:v>7.8372999999999999</c:v>
                </c:pt>
                <c:pt idx="50">
                  <c:v>10.1051</c:v>
                </c:pt>
                <c:pt idx="51">
                  <c:v>8.3719000000000001</c:v>
                </c:pt>
                <c:pt idx="52">
                  <c:v>9.0982000000000003</c:v>
                </c:pt>
                <c:pt idx="53">
                  <c:v>8.8865999999999996</c:v>
                </c:pt>
                <c:pt idx="54">
                  <c:v>10.8286</c:v>
                </c:pt>
                <c:pt idx="55">
                  <c:v>7.7528000000000006</c:v>
                </c:pt>
                <c:pt idx="56">
                  <c:v>10.0662</c:v>
                </c:pt>
                <c:pt idx="57">
                  <c:v>9.9794999999999998</c:v>
                </c:pt>
                <c:pt idx="58">
                  <c:v>12.4513</c:v>
                </c:pt>
                <c:pt idx="59">
                  <c:v>7.8313000000000006</c:v>
                </c:pt>
                <c:pt idx="60">
                  <c:v>11.1462</c:v>
                </c:pt>
                <c:pt idx="61">
                  <c:v>9.274799999999999</c:v>
                </c:pt>
                <c:pt idx="62">
                  <c:v>13.2203</c:v>
                </c:pt>
                <c:pt idx="63">
                  <c:v>8.1788000000000007</c:v>
                </c:pt>
                <c:pt idx="64">
                  <c:v>11.6258</c:v>
                </c:pt>
                <c:pt idx="65">
                  <c:v>8.8657000000000004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85-46F0-8541-DB325A6810F5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Secundary Income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Planilha1!$A$2:$A$67</c:f>
              <c:numCache>
                <c:formatCode>General</c:formatCode>
                <c:ptCount val="66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2011</c:v>
                </c:pt>
                <c:pt idx="5">
                  <c:v>2011</c:v>
                </c:pt>
                <c:pt idx="6">
                  <c:v>2011</c:v>
                </c:pt>
                <c:pt idx="7">
                  <c:v>2011</c:v>
                </c:pt>
                <c:pt idx="8">
                  <c:v>2012</c:v>
                </c:pt>
                <c:pt idx="9">
                  <c:v>2012</c:v>
                </c:pt>
                <c:pt idx="10">
                  <c:v>2012</c:v>
                </c:pt>
                <c:pt idx="11">
                  <c:v>2012</c:v>
                </c:pt>
                <c:pt idx="12">
                  <c:v>2013</c:v>
                </c:pt>
                <c:pt idx="13">
                  <c:v>2013</c:v>
                </c:pt>
                <c:pt idx="14">
                  <c:v>2013</c:v>
                </c:pt>
                <c:pt idx="15">
                  <c:v>2013</c:v>
                </c:pt>
                <c:pt idx="16">
                  <c:v>2014</c:v>
                </c:pt>
                <c:pt idx="17">
                  <c:v>2014</c:v>
                </c:pt>
                <c:pt idx="18">
                  <c:v>2014</c:v>
                </c:pt>
                <c:pt idx="19">
                  <c:v>2014</c:v>
                </c:pt>
                <c:pt idx="20">
                  <c:v>2015</c:v>
                </c:pt>
                <c:pt idx="21">
                  <c:v>2015</c:v>
                </c:pt>
                <c:pt idx="22">
                  <c:v>2015</c:v>
                </c:pt>
                <c:pt idx="23">
                  <c:v>2015</c:v>
                </c:pt>
                <c:pt idx="24">
                  <c:v>2016</c:v>
                </c:pt>
                <c:pt idx="25">
                  <c:v>2016</c:v>
                </c:pt>
                <c:pt idx="26">
                  <c:v>2016</c:v>
                </c:pt>
                <c:pt idx="27">
                  <c:v>2016</c:v>
                </c:pt>
                <c:pt idx="28">
                  <c:v>2017</c:v>
                </c:pt>
                <c:pt idx="29">
                  <c:v>2017</c:v>
                </c:pt>
                <c:pt idx="30">
                  <c:v>2017</c:v>
                </c:pt>
                <c:pt idx="31">
                  <c:v>2017</c:v>
                </c:pt>
                <c:pt idx="32">
                  <c:v>2018</c:v>
                </c:pt>
                <c:pt idx="33">
                  <c:v>2018</c:v>
                </c:pt>
                <c:pt idx="34">
                  <c:v>2018</c:v>
                </c:pt>
                <c:pt idx="35">
                  <c:v>2018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2021</c:v>
                </c:pt>
                <c:pt idx="45">
                  <c:v>2021</c:v>
                </c:pt>
                <c:pt idx="46">
                  <c:v>2021</c:v>
                </c:pt>
                <c:pt idx="47">
                  <c:v>2021</c:v>
                </c:pt>
                <c:pt idx="48">
                  <c:v>2022</c:v>
                </c:pt>
                <c:pt idx="49">
                  <c:v>2022</c:v>
                </c:pt>
                <c:pt idx="50">
                  <c:v>2022</c:v>
                </c:pt>
                <c:pt idx="51">
                  <c:v>2022</c:v>
                </c:pt>
                <c:pt idx="52">
                  <c:v>2023</c:v>
                </c:pt>
                <c:pt idx="53">
                  <c:v>2023</c:v>
                </c:pt>
                <c:pt idx="54">
                  <c:v>2023</c:v>
                </c:pt>
                <c:pt idx="55">
                  <c:v>2023</c:v>
                </c:pt>
                <c:pt idx="56">
                  <c:v>2024</c:v>
                </c:pt>
                <c:pt idx="57">
                  <c:v>2024</c:v>
                </c:pt>
                <c:pt idx="58">
                  <c:v>2024</c:v>
                </c:pt>
                <c:pt idx="59">
                  <c:v>2024</c:v>
                </c:pt>
                <c:pt idx="60">
                  <c:v>2025</c:v>
                </c:pt>
                <c:pt idx="61">
                  <c:v>2025</c:v>
                </c:pt>
                <c:pt idx="62">
                  <c:v>2025</c:v>
                </c:pt>
                <c:pt idx="63">
                  <c:v>2025</c:v>
                </c:pt>
                <c:pt idx="64">
                  <c:v>2026</c:v>
                </c:pt>
                <c:pt idx="65">
                  <c:v>2026</c:v>
                </c:pt>
              </c:numCache>
            </c:numRef>
          </c:cat>
          <c:val>
            <c:numRef>
              <c:f>Planilha1!$E$2:$E$67</c:f>
              <c:numCache>
                <c:formatCode>General</c:formatCode>
                <c:ptCount val="66"/>
                <c:pt idx="0">
                  <c:v>-0.33629999999999999</c:v>
                </c:pt>
                <c:pt idx="1">
                  <c:v>-0.27479999999999999</c:v>
                </c:pt>
                <c:pt idx="2">
                  <c:v>-0.2596</c:v>
                </c:pt>
                <c:pt idx="3">
                  <c:v>-0.22090000000000001</c:v>
                </c:pt>
                <c:pt idx="4">
                  <c:v>-0.41960000000000003</c:v>
                </c:pt>
                <c:pt idx="5">
                  <c:v>-0.25469999999999998</c:v>
                </c:pt>
                <c:pt idx="6">
                  <c:v>-0.2072</c:v>
                </c:pt>
                <c:pt idx="7">
                  <c:v>-0.2281</c:v>
                </c:pt>
                <c:pt idx="8">
                  <c:v>-0.4027</c:v>
                </c:pt>
                <c:pt idx="9">
                  <c:v>-0.28360000000000002</c:v>
                </c:pt>
                <c:pt idx="10">
                  <c:v>-0.1978</c:v>
                </c:pt>
                <c:pt idx="11">
                  <c:v>-0.26039999999999996</c:v>
                </c:pt>
                <c:pt idx="12">
                  <c:v>-0.21580000000000002</c:v>
                </c:pt>
                <c:pt idx="13">
                  <c:v>-0.29569999999999996</c:v>
                </c:pt>
                <c:pt idx="14">
                  <c:v>-0.18890000000000001</c:v>
                </c:pt>
                <c:pt idx="15">
                  <c:v>-0.28870000000000001</c:v>
                </c:pt>
                <c:pt idx="16">
                  <c:v>-0.6742999999999999</c:v>
                </c:pt>
                <c:pt idx="17">
                  <c:v>-0.46610000000000001</c:v>
                </c:pt>
                <c:pt idx="18">
                  <c:v>-0.44880000000000003</c:v>
                </c:pt>
                <c:pt idx="19">
                  <c:v>-0.4052</c:v>
                </c:pt>
                <c:pt idx="20">
                  <c:v>-0.6139</c:v>
                </c:pt>
                <c:pt idx="21">
                  <c:v>-0.43119999999999997</c:v>
                </c:pt>
                <c:pt idx="22">
                  <c:v>-0.5091</c:v>
                </c:pt>
                <c:pt idx="23">
                  <c:v>-0.41260000000000002</c:v>
                </c:pt>
                <c:pt idx="24">
                  <c:v>-0.65670000000000006</c:v>
                </c:pt>
                <c:pt idx="25">
                  <c:v>-0.48869999999999997</c:v>
                </c:pt>
                <c:pt idx="26">
                  <c:v>-0.55600000000000005</c:v>
                </c:pt>
                <c:pt idx="27">
                  <c:v>-0.44419999999999998</c:v>
                </c:pt>
                <c:pt idx="28">
                  <c:v>-0.61560000000000004</c:v>
                </c:pt>
                <c:pt idx="29">
                  <c:v>-0.41420000000000001</c:v>
                </c:pt>
                <c:pt idx="30">
                  <c:v>-0.56799999999999995</c:v>
                </c:pt>
                <c:pt idx="31">
                  <c:v>-0.5292</c:v>
                </c:pt>
                <c:pt idx="32">
                  <c:v>-0.66179999999999994</c:v>
                </c:pt>
                <c:pt idx="33">
                  <c:v>-0.42880000000000001</c:v>
                </c:pt>
                <c:pt idx="34">
                  <c:v>-0.54249999999999998</c:v>
                </c:pt>
                <c:pt idx="35">
                  <c:v>-0.37</c:v>
                </c:pt>
                <c:pt idx="36">
                  <c:v>-0.39389999999999997</c:v>
                </c:pt>
                <c:pt idx="37">
                  <c:v>-0.16719999999999999</c:v>
                </c:pt>
                <c:pt idx="38">
                  <c:v>-0.5091</c:v>
                </c:pt>
                <c:pt idx="39">
                  <c:v>-0.29980000000000001</c:v>
                </c:pt>
                <c:pt idx="40">
                  <c:v>-0.50560000000000005</c:v>
                </c:pt>
                <c:pt idx="41">
                  <c:v>-0.34620000000000001</c:v>
                </c:pt>
                <c:pt idx="42">
                  <c:v>-1.0852999999999999</c:v>
                </c:pt>
                <c:pt idx="43">
                  <c:v>-0.63270000000000004</c:v>
                </c:pt>
                <c:pt idx="44">
                  <c:v>-0.71789999999999998</c:v>
                </c:pt>
                <c:pt idx="45">
                  <c:v>-0.46920000000000001</c:v>
                </c:pt>
                <c:pt idx="46">
                  <c:v>-0.64570000000000005</c:v>
                </c:pt>
                <c:pt idx="47">
                  <c:v>-0.5262</c:v>
                </c:pt>
                <c:pt idx="48">
                  <c:v>-0.81070000000000009</c:v>
                </c:pt>
                <c:pt idx="49">
                  <c:v>-0.41820000000000002</c:v>
                </c:pt>
                <c:pt idx="50">
                  <c:v>-0.5998</c:v>
                </c:pt>
                <c:pt idx="51">
                  <c:v>-0.70389999999999997</c:v>
                </c:pt>
                <c:pt idx="52">
                  <c:v>-1.3129999999999999</c:v>
                </c:pt>
                <c:pt idx="53">
                  <c:v>-0.88290000000000002</c:v>
                </c:pt>
                <c:pt idx="54">
                  <c:v>-1.0468</c:v>
                </c:pt>
                <c:pt idx="55">
                  <c:v>-0.89590000000000003</c:v>
                </c:pt>
                <c:pt idx="56">
                  <c:v>-1.5649000000000002</c:v>
                </c:pt>
                <c:pt idx="57">
                  <c:v>-0.95950000000000002</c:v>
                </c:pt>
                <c:pt idx="58">
                  <c:v>-1.3163</c:v>
                </c:pt>
                <c:pt idx="59">
                  <c:v>-1.3017000000000001</c:v>
                </c:pt>
                <c:pt idx="60">
                  <c:v>-1.6319000000000001</c:v>
                </c:pt>
                <c:pt idx="61">
                  <c:v>-1.5163</c:v>
                </c:pt>
                <c:pt idx="62">
                  <c:v>-1.4420999999999999</c:v>
                </c:pt>
                <c:pt idx="63">
                  <c:v>-0.98399999999999999</c:v>
                </c:pt>
                <c:pt idx="64">
                  <c:v>-1.2875999999999999</c:v>
                </c:pt>
                <c:pt idx="65">
                  <c:v>-0.69440000000000002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C85-46F0-8541-DB325A681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6117983"/>
        <c:axId val="1014335567"/>
      </c:lineChart>
      <c:catAx>
        <c:axId val="1106117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rgbClr val="1A171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335567"/>
        <c:crossesAt val="-15000"/>
        <c:auto val="1"/>
        <c:lblAlgn val="ctr"/>
        <c:lblOffset val="100"/>
        <c:tickLblSkip val="4"/>
        <c:noMultiLvlLbl val="0"/>
      </c:catAx>
      <c:valAx>
        <c:axId val="1014335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106117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Direct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Planilha1!$B$2:$B$42</c:f>
              <c:numCache>
                <c:formatCode>General</c:formatCode>
                <c:ptCount val="41"/>
                <c:pt idx="0">
                  <c:v>25.853999999999999</c:v>
                </c:pt>
                <c:pt idx="1">
                  <c:v>27.038</c:v>
                </c:pt>
                <c:pt idx="2">
                  <c:v>27.323</c:v>
                </c:pt>
                <c:pt idx="3">
                  <c:v>28.231999999999999</c:v>
                </c:pt>
                <c:pt idx="4">
                  <c:v>28.233000000000001</c:v>
                </c:pt>
                <c:pt idx="5">
                  <c:v>28.52</c:v>
                </c:pt>
                <c:pt idx="6">
                  <c:v>28.302</c:v>
                </c:pt>
                <c:pt idx="7">
                  <c:v>28.925999999999998</c:v>
                </c:pt>
                <c:pt idx="8">
                  <c:v>29.018999999999998</c:v>
                </c:pt>
                <c:pt idx="9">
                  <c:v>29.786999999999999</c:v>
                </c:pt>
                <c:pt idx="10">
                  <c:v>30.448</c:v>
                </c:pt>
                <c:pt idx="11">
                  <c:v>30.683</c:v>
                </c:pt>
                <c:pt idx="12">
                  <c:v>32.231999999999999</c:v>
                </c:pt>
                <c:pt idx="13">
                  <c:v>32.706000000000003</c:v>
                </c:pt>
                <c:pt idx="14">
                  <c:v>33.103000000000002</c:v>
                </c:pt>
                <c:pt idx="15">
                  <c:v>34.33</c:v>
                </c:pt>
                <c:pt idx="16">
                  <c:v>34.130000000000003</c:v>
                </c:pt>
                <c:pt idx="17">
                  <c:v>38.945</c:v>
                </c:pt>
                <c:pt idx="18">
                  <c:v>39.706000000000003</c:v>
                </c:pt>
                <c:pt idx="19">
                  <c:v>40.188000000000002</c:v>
                </c:pt>
                <c:pt idx="20">
                  <c:v>41.454999999999998</c:v>
                </c:pt>
                <c:pt idx="21">
                  <c:v>40.372999999999998</c:v>
                </c:pt>
                <c:pt idx="22">
                  <c:v>40.485999999999997</c:v>
                </c:pt>
                <c:pt idx="23">
                  <c:v>40.692</c:v>
                </c:pt>
                <c:pt idx="24">
                  <c:v>42.485999999999997</c:v>
                </c:pt>
                <c:pt idx="25">
                  <c:v>43.423000000000002</c:v>
                </c:pt>
                <c:pt idx="26">
                  <c:v>44.828000000000003</c:v>
                </c:pt>
                <c:pt idx="27">
                  <c:v>46.232999999999997</c:v>
                </c:pt>
                <c:pt idx="28">
                  <c:v>47.081000000000003</c:v>
                </c:pt>
                <c:pt idx="29">
                  <c:v>47.866</c:v>
                </c:pt>
                <c:pt idx="30">
                  <c:v>49.615000000000002</c:v>
                </c:pt>
                <c:pt idx="31">
                  <c:v>51.014000000000003</c:v>
                </c:pt>
                <c:pt idx="32">
                  <c:v>50.673000000000002</c:v>
                </c:pt>
                <c:pt idx="33">
                  <c:v>52.377000000000002</c:v>
                </c:pt>
                <c:pt idx="34">
                  <c:v>51.923000000000002</c:v>
                </c:pt>
                <c:pt idx="35">
                  <c:v>53.298999999999999</c:v>
                </c:pt>
                <c:pt idx="36">
                  <c:v>54.674999999999997</c:v>
                </c:pt>
                <c:pt idx="37">
                  <c:v>56.405999999999999</c:v>
                </c:pt>
                <c:pt idx="38">
                  <c:v>57.265999999999998</c:v>
                </c:pt>
                <c:pt idx="39">
                  <c:v>58.561999999999998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CC-4842-B8C3-FB242DBE1DD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Equity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Planilha1!$C$2:$C$42</c:f>
              <c:numCache>
                <c:formatCode>General</c:formatCode>
                <c:ptCount val="41"/>
                <c:pt idx="0">
                  <c:v>156.893</c:v>
                </c:pt>
                <c:pt idx="1">
                  <c:v>146.309</c:v>
                </c:pt>
                <c:pt idx="2">
                  <c:v>154.90100000000001</c:v>
                </c:pt>
                <c:pt idx="3">
                  <c:v>181.53</c:v>
                </c:pt>
                <c:pt idx="4">
                  <c:v>179.09399999999999</c:v>
                </c:pt>
                <c:pt idx="5">
                  <c:v>193.285</c:v>
                </c:pt>
                <c:pt idx="6">
                  <c:v>199.14500000000001</c:v>
                </c:pt>
                <c:pt idx="7">
                  <c:v>219.84100000000001</c:v>
                </c:pt>
                <c:pt idx="8">
                  <c:v>203.339</c:v>
                </c:pt>
                <c:pt idx="9">
                  <c:v>205.04900000000001</c:v>
                </c:pt>
                <c:pt idx="10">
                  <c:v>213.53700000000001</c:v>
                </c:pt>
                <c:pt idx="11">
                  <c:v>176.3</c:v>
                </c:pt>
                <c:pt idx="12">
                  <c:v>187.06899999999999</c:v>
                </c:pt>
                <c:pt idx="13">
                  <c:v>187.71799999999999</c:v>
                </c:pt>
                <c:pt idx="14">
                  <c:v>189.77099999999999</c:v>
                </c:pt>
                <c:pt idx="15">
                  <c:v>209.923</c:v>
                </c:pt>
                <c:pt idx="16">
                  <c:v>167.84399999999999</c:v>
                </c:pt>
                <c:pt idx="17">
                  <c:v>186.66900000000001</c:v>
                </c:pt>
                <c:pt idx="18">
                  <c:v>192.62</c:v>
                </c:pt>
                <c:pt idx="19">
                  <c:v>219.68199999999999</c:v>
                </c:pt>
                <c:pt idx="20">
                  <c:v>236.47200000000001</c:v>
                </c:pt>
                <c:pt idx="21">
                  <c:v>237.19800000000001</c:v>
                </c:pt>
                <c:pt idx="22">
                  <c:v>245.86799999999999</c:v>
                </c:pt>
                <c:pt idx="23">
                  <c:v>243.989</c:v>
                </c:pt>
                <c:pt idx="24">
                  <c:v>234.857</c:v>
                </c:pt>
                <c:pt idx="25">
                  <c:v>225.28299999999999</c:v>
                </c:pt>
                <c:pt idx="26">
                  <c:v>216.94900000000001</c:v>
                </c:pt>
                <c:pt idx="27">
                  <c:v>226.339</c:v>
                </c:pt>
                <c:pt idx="28">
                  <c:v>234.35</c:v>
                </c:pt>
                <c:pt idx="29">
                  <c:v>279.00299999999999</c:v>
                </c:pt>
                <c:pt idx="30">
                  <c:v>274.25799999999998</c:v>
                </c:pt>
                <c:pt idx="31">
                  <c:v>280.76799999999997</c:v>
                </c:pt>
                <c:pt idx="32">
                  <c:v>333.608</c:v>
                </c:pt>
                <c:pt idx="33">
                  <c:v>343.60500000000002</c:v>
                </c:pt>
                <c:pt idx="34">
                  <c:v>314.97500000000002</c:v>
                </c:pt>
                <c:pt idx="35">
                  <c:v>334.79899999999998</c:v>
                </c:pt>
                <c:pt idx="36">
                  <c:v>311.80399999999997</c:v>
                </c:pt>
                <c:pt idx="37">
                  <c:v>342.72500000000002</c:v>
                </c:pt>
                <c:pt idx="38">
                  <c:v>374.78300000000002</c:v>
                </c:pt>
                <c:pt idx="39">
                  <c:v>406.43799999999999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CC-4842-B8C3-FB242DBE1DD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Lending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Planilha1!$D$2:$D$42</c:f>
              <c:numCache>
                <c:formatCode>General</c:formatCode>
                <c:ptCount val="41"/>
                <c:pt idx="0">
                  <c:v>135.40799999999999</c:v>
                </c:pt>
                <c:pt idx="1">
                  <c:v>137.36799999999999</c:v>
                </c:pt>
                <c:pt idx="2">
                  <c:v>139.44900000000001</c:v>
                </c:pt>
                <c:pt idx="3">
                  <c:v>143.68299999999999</c:v>
                </c:pt>
                <c:pt idx="4">
                  <c:v>145.24199999999999</c:v>
                </c:pt>
                <c:pt idx="5">
                  <c:v>147.221</c:v>
                </c:pt>
                <c:pt idx="6">
                  <c:v>152.83099999999999</c:v>
                </c:pt>
                <c:pt idx="7">
                  <c:v>156.87899999999999</c:v>
                </c:pt>
                <c:pt idx="8">
                  <c:v>153.643</c:v>
                </c:pt>
                <c:pt idx="9">
                  <c:v>161.90899999999999</c:v>
                </c:pt>
                <c:pt idx="10">
                  <c:v>164.57400000000001</c:v>
                </c:pt>
                <c:pt idx="11">
                  <c:v>174.89</c:v>
                </c:pt>
                <c:pt idx="12">
                  <c:v>180.53800000000001</c:v>
                </c:pt>
                <c:pt idx="13">
                  <c:v>183.274</c:v>
                </c:pt>
                <c:pt idx="14">
                  <c:v>184.96600000000001</c:v>
                </c:pt>
                <c:pt idx="15">
                  <c:v>186.32</c:v>
                </c:pt>
                <c:pt idx="16">
                  <c:v>185.34</c:v>
                </c:pt>
                <c:pt idx="17">
                  <c:v>190.18299999999999</c:v>
                </c:pt>
                <c:pt idx="18">
                  <c:v>195.79499999999999</c:v>
                </c:pt>
                <c:pt idx="19">
                  <c:v>206.36099999999999</c:v>
                </c:pt>
                <c:pt idx="20">
                  <c:v>207.071</c:v>
                </c:pt>
                <c:pt idx="21">
                  <c:v>209.898</c:v>
                </c:pt>
                <c:pt idx="22">
                  <c:v>214.00399999999999</c:v>
                </c:pt>
                <c:pt idx="23">
                  <c:v>227.261</c:v>
                </c:pt>
                <c:pt idx="24">
                  <c:v>221.60400000000001</c:v>
                </c:pt>
                <c:pt idx="25">
                  <c:v>229.57499999999999</c:v>
                </c:pt>
                <c:pt idx="26">
                  <c:v>237.91200000000001</c:v>
                </c:pt>
                <c:pt idx="27">
                  <c:v>231.74700000000001</c:v>
                </c:pt>
                <c:pt idx="28">
                  <c:v>234.64400000000001</c:v>
                </c:pt>
                <c:pt idx="29">
                  <c:v>241.74100000000001</c:v>
                </c:pt>
                <c:pt idx="30">
                  <c:v>224.828</c:v>
                </c:pt>
                <c:pt idx="31">
                  <c:v>224.63900000000001</c:v>
                </c:pt>
                <c:pt idx="32">
                  <c:v>234.375</c:v>
                </c:pt>
                <c:pt idx="33">
                  <c:v>224.68700000000001</c:v>
                </c:pt>
                <c:pt idx="34">
                  <c:v>213.66800000000001</c:v>
                </c:pt>
                <c:pt idx="35">
                  <c:v>214.941</c:v>
                </c:pt>
                <c:pt idx="36">
                  <c:v>215.583</c:v>
                </c:pt>
                <c:pt idx="37">
                  <c:v>223.238</c:v>
                </c:pt>
                <c:pt idx="38">
                  <c:v>227</c:v>
                </c:pt>
                <c:pt idx="39">
                  <c:v>237.447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CC-4842-B8C3-FB242DBE1DDD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Borrowings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Planilha1!$E$2:$E$42</c:f>
              <c:numCache>
                <c:formatCode>General</c:formatCode>
                <c:ptCount val="41"/>
                <c:pt idx="0">
                  <c:v>154.053</c:v>
                </c:pt>
                <c:pt idx="1">
                  <c:v>151.136</c:v>
                </c:pt>
                <c:pt idx="2">
                  <c:v>154.053</c:v>
                </c:pt>
                <c:pt idx="3">
                  <c:v>169.50899999999999</c:v>
                </c:pt>
                <c:pt idx="4">
                  <c:v>161.27000000000001</c:v>
                </c:pt>
                <c:pt idx="5">
                  <c:v>161.78299999999999</c:v>
                </c:pt>
                <c:pt idx="6">
                  <c:v>170.43799999999999</c:v>
                </c:pt>
                <c:pt idx="7">
                  <c:v>165.03800000000001</c:v>
                </c:pt>
                <c:pt idx="8">
                  <c:v>172.93899999999999</c:v>
                </c:pt>
                <c:pt idx="9">
                  <c:v>176.78399999999999</c:v>
                </c:pt>
                <c:pt idx="10">
                  <c:v>187.928</c:v>
                </c:pt>
                <c:pt idx="11">
                  <c:v>178.25899999999999</c:v>
                </c:pt>
                <c:pt idx="12">
                  <c:v>186.399</c:v>
                </c:pt>
                <c:pt idx="13">
                  <c:v>181.26599999999999</c:v>
                </c:pt>
                <c:pt idx="14">
                  <c:v>186.78</c:v>
                </c:pt>
                <c:pt idx="15">
                  <c:v>182.06</c:v>
                </c:pt>
                <c:pt idx="16">
                  <c:v>219.91900000000001</c:v>
                </c:pt>
                <c:pt idx="17">
                  <c:v>206.887</c:v>
                </c:pt>
                <c:pt idx="18">
                  <c:v>206.32400000000001</c:v>
                </c:pt>
                <c:pt idx="19">
                  <c:v>195.976</c:v>
                </c:pt>
                <c:pt idx="20">
                  <c:v>208.90799999999999</c:v>
                </c:pt>
                <c:pt idx="21">
                  <c:v>198.179</c:v>
                </c:pt>
                <c:pt idx="22">
                  <c:v>210.37899999999999</c:v>
                </c:pt>
                <c:pt idx="23">
                  <c:v>201.15100000000001</c:v>
                </c:pt>
                <c:pt idx="24">
                  <c:v>225.69399999999999</c:v>
                </c:pt>
                <c:pt idx="25">
                  <c:v>240.745</c:v>
                </c:pt>
                <c:pt idx="26">
                  <c:v>245.035</c:v>
                </c:pt>
                <c:pt idx="27">
                  <c:v>221.60499999999999</c:v>
                </c:pt>
                <c:pt idx="28">
                  <c:v>236.06</c:v>
                </c:pt>
                <c:pt idx="29">
                  <c:v>250.39</c:v>
                </c:pt>
                <c:pt idx="30">
                  <c:v>281.601</c:v>
                </c:pt>
                <c:pt idx="31">
                  <c:v>271.16000000000003</c:v>
                </c:pt>
                <c:pt idx="32">
                  <c:v>286.75599999999997</c:v>
                </c:pt>
                <c:pt idx="33">
                  <c:v>295.72800000000001</c:v>
                </c:pt>
                <c:pt idx="34">
                  <c:v>295.40699999999998</c:v>
                </c:pt>
                <c:pt idx="35">
                  <c:v>304.29399999999998</c:v>
                </c:pt>
                <c:pt idx="36">
                  <c:v>298.24200000000002</c:v>
                </c:pt>
                <c:pt idx="37">
                  <c:v>289.29899999999998</c:v>
                </c:pt>
                <c:pt idx="38">
                  <c:v>298.56599999999997</c:v>
                </c:pt>
                <c:pt idx="39">
                  <c:v>309.084</c:v>
                </c:pt>
                <c:pt idx="40">
                  <c:v>323.88099999999997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5CC-4842-B8C3-FB242DBE1DDD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Planilha1!$F$2:$F$42</c:f>
              <c:numCache>
                <c:formatCode>General</c:formatCode>
                <c:ptCount val="41"/>
                <c:pt idx="0">
                  <c:v>74.120999999999995</c:v>
                </c:pt>
                <c:pt idx="1">
                  <c:v>72.716999999999999</c:v>
                </c:pt>
                <c:pt idx="2">
                  <c:v>74.120999999999995</c:v>
                </c:pt>
                <c:pt idx="3">
                  <c:v>81.557000000000002</c:v>
                </c:pt>
                <c:pt idx="4">
                  <c:v>77.593000000000004</c:v>
                </c:pt>
                <c:pt idx="5">
                  <c:v>77.84</c:v>
                </c:pt>
                <c:pt idx="6">
                  <c:v>82.003</c:v>
                </c:pt>
                <c:pt idx="7">
                  <c:v>79.406000000000006</c:v>
                </c:pt>
                <c:pt idx="8">
                  <c:v>83.206999999999994</c:v>
                </c:pt>
                <c:pt idx="9">
                  <c:v>85.057000000000002</c:v>
                </c:pt>
                <c:pt idx="10">
                  <c:v>90.418999999999997</c:v>
                </c:pt>
                <c:pt idx="11">
                  <c:v>85.766999999999996</c:v>
                </c:pt>
                <c:pt idx="12">
                  <c:v>89.683000000000007</c:v>
                </c:pt>
                <c:pt idx="13">
                  <c:v>87.212999999999994</c:v>
                </c:pt>
                <c:pt idx="14">
                  <c:v>89.866</c:v>
                </c:pt>
                <c:pt idx="15">
                  <c:v>87.596000000000004</c:v>
                </c:pt>
                <c:pt idx="16">
                  <c:v>103.152</c:v>
                </c:pt>
                <c:pt idx="17">
                  <c:v>94.578999999999994</c:v>
                </c:pt>
                <c:pt idx="18">
                  <c:v>91.908000000000001</c:v>
                </c:pt>
                <c:pt idx="19">
                  <c:v>85.040999999999997</c:v>
                </c:pt>
                <c:pt idx="20">
                  <c:v>91.614999999999995</c:v>
                </c:pt>
                <c:pt idx="21">
                  <c:v>87.83</c:v>
                </c:pt>
                <c:pt idx="22">
                  <c:v>94.218000000000004</c:v>
                </c:pt>
                <c:pt idx="23">
                  <c:v>91.031000000000006</c:v>
                </c:pt>
                <c:pt idx="24">
                  <c:v>106.07599999999999</c:v>
                </c:pt>
                <c:pt idx="25">
                  <c:v>117.453</c:v>
                </c:pt>
                <c:pt idx="26">
                  <c:v>124.03400000000001</c:v>
                </c:pt>
                <c:pt idx="27">
                  <c:v>116.333</c:v>
                </c:pt>
                <c:pt idx="28">
                  <c:v>120.288</c:v>
                </c:pt>
                <c:pt idx="29">
                  <c:v>123.81399999999999</c:v>
                </c:pt>
                <c:pt idx="30">
                  <c:v>135.083</c:v>
                </c:pt>
                <c:pt idx="31">
                  <c:v>126.14400000000001</c:v>
                </c:pt>
                <c:pt idx="32">
                  <c:v>135.154</c:v>
                </c:pt>
                <c:pt idx="33">
                  <c:v>141.209</c:v>
                </c:pt>
                <c:pt idx="34">
                  <c:v>142.89500000000001</c:v>
                </c:pt>
                <c:pt idx="35">
                  <c:v>149.10300000000001</c:v>
                </c:pt>
                <c:pt idx="36">
                  <c:v>148.62700000000001</c:v>
                </c:pt>
                <c:pt idx="37">
                  <c:v>146.61199999999999</c:v>
                </c:pt>
                <c:pt idx="38">
                  <c:v>153.858</c:v>
                </c:pt>
                <c:pt idx="39">
                  <c:v>161.946</c:v>
                </c:pt>
                <c:pt idx="40">
                  <c:v>169.69900000000001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5CC-4842-B8C3-FB242DBE1D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7061983"/>
        <c:axId val="929959728"/>
      </c:lineChart>
      <c:catAx>
        <c:axId val="68706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929959728"/>
        <c:crosses val="autoZero"/>
        <c:auto val="1"/>
        <c:lblAlgn val="ctr"/>
        <c:lblOffset val="100"/>
        <c:tickLblSkip val="5"/>
        <c:noMultiLvlLbl val="0"/>
      </c:catAx>
      <c:valAx>
        <c:axId val="929959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687061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48717098269013E-2"/>
          <c:y val="6.7641373860700404E-2"/>
          <c:w val="0.86046729672254052"/>
          <c:h val="0.64865317648152521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Government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Planilha1!$B$2:$B$51</c:f>
              <c:numCache>
                <c:formatCode>General</c:formatCode>
                <c:ptCount val="50"/>
                <c:pt idx="0">
                  <c:v>891.9</c:v>
                </c:pt>
                <c:pt idx="1">
                  <c:v>936.5</c:v>
                </c:pt>
                <c:pt idx="2">
                  <c:v>901.3</c:v>
                </c:pt>
                <c:pt idx="3">
                  <c:v>879.8</c:v>
                </c:pt>
                <c:pt idx="4">
                  <c:v>914.5</c:v>
                </c:pt>
                <c:pt idx="5">
                  <c:v>879.2</c:v>
                </c:pt>
                <c:pt idx="6">
                  <c:v>940.7</c:v>
                </c:pt>
                <c:pt idx="7">
                  <c:v>1007.2</c:v>
                </c:pt>
                <c:pt idx="8">
                  <c:v>1086.0999999999999</c:v>
                </c:pt>
                <c:pt idx="9">
                  <c:v>1199.4000000000001</c:v>
                </c:pt>
                <c:pt idx="10">
                  <c:v>1237.7</c:v>
                </c:pt>
                <c:pt idx="11">
                  <c:v>1095.7</c:v>
                </c:pt>
                <c:pt idx="12">
                  <c:v>1154.4000000000001</c:v>
                </c:pt>
                <c:pt idx="13">
                  <c:v>1164.5</c:v>
                </c:pt>
                <c:pt idx="14">
                  <c:v>1185.5</c:v>
                </c:pt>
                <c:pt idx="15">
                  <c:v>1213.3</c:v>
                </c:pt>
                <c:pt idx="16">
                  <c:v>1257.5</c:v>
                </c:pt>
                <c:pt idx="17">
                  <c:v>1285.3</c:v>
                </c:pt>
                <c:pt idx="18">
                  <c:v>1271.9000000000001</c:v>
                </c:pt>
                <c:pt idx="19">
                  <c:v>1393.2</c:v>
                </c:pt>
                <c:pt idx="20">
                  <c:v>1428.6</c:v>
                </c:pt>
                <c:pt idx="21">
                  <c:v>1496.2</c:v>
                </c:pt>
                <c:pt idx="22">
                  <c:v>1487.5</c:v>
                </c:pt>
                <c:pt idx="23">
                  <c:v>1489.4</c:v>
                </c:pt>
                <c:pt idx="24">
                  <c:v>1482.1</c:v>
                </c:pt>
                <c:pt idx="25">
                  <c:v>1537.8</c:v>
                </c:pt>
                <c:pt idx="26">
                  <c:v>1589.9</c:v>
                </c:pt>
                <c:pt idx="27">
                  <c:v>1740.1</c:v>
                </c:pt>
                <c:pt idx="28">
                  <c:v>1606.2</c:v>
                </c:pt>
                <c:pt idx="29">
                  <c:v>1632.2</c:v>
                </c:pt>
                <c:pt idx="30">
                  <c:v>1668</c:v>
                </c:pt>
                <c:pt idx="31">
                  <c:v>1723.9</c:v>
                </c:pt>
                <c:pt idx="32">
                  <c:v>1590</c:v>
                </c:pt>
                <c:pt idx="33">
                  <c:v>1463.6</c:v>
                </c:pt>
                <c:pt idx="34">
                  <c:v>1431.5</c:v>
                </c:pt>
                <c:pt idx="35">
                  <c:v>1543.4</c:v>
                </c:pt>
                <c:pt idx="36">
                  <c:v>1528.7</c:v>
                </c:pt>
                <c:pt idx="37">
                  <c:v>1447.2</c:v>
                </c:pt>
                <c:pt idx="38">
                  <c:v>1299.4000000000001</c:v>
                </c:pt>
                <c:pt idx="39">
                  <c:v>1362.5</c:v>
                </c:pt>
                <c:pt idx="40">
                  <c:v>1323.1</c:v>
                </c:pt>
                <c:pt idx="41">
                  <c:v>1172.7</c:v>
                </c:pt>
                <c:pt idx="42">
                  <c:v>1248.4000000000001</c:v>
                </c:pt>
                <c:pt idx="43">
                  <c:v>1138.5999999999999</c:v>
                </c:pt>
                <c:pt idx="44">
                  <c:v>1199.0999999999999</c:v>
                </c:pt>
                <c:pt idx="45">
                  <c:v>1296.0999999999999</c:v>
                </c:pt>
                <c:pt idx="46">
                  <c:v>1237.7</c:v>
                </c:pt>
                <c:pt idx="47">
                  <c:v>1222.7</c:v>
                </c:pt>
                <c:pt idx="48">
                  <c:v>1234.7</c:v>
                </c:pt>
                <c:pt idx="49">
                  <c:v>1166.0999999999999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00-485E-96E2-9B69C0F196F4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BOJ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Planilha1!$C$2:$C$51</c:f>
              <c:numCache>
                <c:formatCode>General</c:formatCode>
                <c:ptCount val="50"/>
                <c:pt idx="0">
                  <c:v>36</c:v>
                </c:pt>
                <c:pt idx="1">
                  <c:v>32.5</c:v>
                </c:pt>
                <c:pt idx="2">
                  <c:v>44.3</c:v>
                </c:pt>
                <c:pt idx="3">
                  <c:v>42.9</c:v>
                </c:pt>
                <c:pt idx="4">
                  <c:v>37.6</c:v>
                </c:pt>
                <c:pt idx="5">
                  <c:v>41.6</c:v>
                </c:pt>
                <c:pt idx="6">
                  <c:v>56.1</c:v>
                </c:pt>
                <c:pt idx="7">
                  <c:v>53</c:v>
                </c:pt>
                <c:pt idx="8">
                  <c:v>66.599999999999994</c:v>
                </c:pt>
                <c:pt idx="9">
                  <c:v>92.7</c:v>
                </c:pt>
                <c:pt idx="10">
                  <c:v>105.9</c:v>
                </c:pt>
                <c:pt idx="11">
                  <c:v>101.5</c:v>
                </c:pt>
                <c:pt idx="12">
                  <c:v>121.2</c:v>
                </c:pt>
                <c:pt idx="13">
                  <c:v>143</c:v>
                </c:pt>
                <c:pt idx="14">
                  <c:v>144.1</c:v>
                </c:pt>
                <c:pt idx="15">
                  <c:v>177.6</c:v>
                </c:pt>
                <c:pt idx="16">
                  <c:v>200.5</c:v>
                </c:pt>
                <c:pt idx="17">
                  <c:v>191.9</c:v>
                </c:pt>
                <c:pt idx="18">
                  <c:v>199.9</c:v>
                </c:pt>
                <c:pt idx="19">
                  <c:v>228.7</c:v>
                </c:pt>
                <c:pt idx="20">
                  <c:v>246.8</c:v>
                </c:pt>
                <c:pt idx="21">
                  <c:v>241</c:v>
                </c:pt>
                <c:pt idx="22">
                  <c:v>258.89999999999998</c:v>
                </c:pt>
                <c:pt idx="23">
                  <c:v>296.89999999999998</c:v>
                </c:pt>
                <c:pt idx="24">
                  <c:v>477.3</c:v>
                </c:pt>
                <c:pt idx="25">
                  <c:v>399.1</c:v>
                </c:pt>
                <c:pt idx="26">
                  <c:v>287</c:v>
                </c:pt>
                <c:pt idx="27">
                  <c:v>273.5</c:v>
                </c:pt>
                <c:pt idx="28">
                  <c:v>241.8</c:v>
                </c:pt>
                <c:pt idx="29">
                  <c:v>223</c:v>
                </c:pt>
                <c:pt idx="30">
                  <c:v>247.3</c:v>
                </c:pt>
                <c:pt idx="31">
                  <c:v>243.1</c:v>
                </c:pt>
                <c:pt idx="32">
                  <c:v>218.1</c:v>
                </c:pt>
                <c:pt idx="33">
                  <c:v>207.2</c:v>
                </c:pt>
                <c:pt idx="34">
                  <c:v>238.1</c:v>
                </c:pt>
                <c:pt idx="35">
                  <c:v>287.89999999999998</c:v>
                </c:pt>
                <c:pt idx="36">
                  <c:v>216.9</c:v>
                </c:pt>
                <c:pt idx="37">
                  <c:v>252.5</c:v>
                </c:pt>
                <c:pt idx="38">
                  <c:v>256.39999999999998</c:v>
                </c:pt>
                <c:pt idx="39">
                  <c:v>315.39999999999998</c:v>
                </c:pt>
                <c:pt idx="40">
                  <c:v>250.2</c:v>
                </c:pt>
                <c:pt idx="41">
                  <c:v>267.10000000000002</c:v>
                </c:pt>
                <c:pt idx="42">
                  <c:v>307.2</c:v>
                </c:pt>
                <c:pt idx="43">
                  <c:v>369</c:v>
                </c:pt>
                <c:pt idx="44">
                  <c:v>314.39999999999998</c:v>
                </c:pt>
                <c:pt idx="45">
                  <c:v>315.89999999999998</c:v>
                </c:pt>
                <c:pt idx="46">
                  <c:v>321.10000000000002</c:v>
                </c:pt>
                <c:pt idx="47">
                  <c:v>352.3</c:v>
                </c:pt>
                <c:pt idx="48">
                  <c:v>311.39999999999998</c:v>
                </c:pt>
                <c:pt idx="49">
                  <c:v>298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00-485E-96E2-9B69C0F196F4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Banks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Planilha1!$D$2:$D$51</c:f>
              <c:numCache>
                <c:formatCode>General</c:formatCode>
                <c:ptCount val="50"/>
                <c:pt idx="0">
                  <c:v>1155</c:v>
                </c:pt>
                <c:pt idx="1">
                  <c:v>1186.2</c:v>
                </c:pt>
                <c:pt idx="2">
                  <c:v>1167.8</c:v>
                </c:pt>
                <c:pt idx="3">
                  <c:v>1136.9000000000001</c:v>
                </c:pt>
                <c:pt idx="4">
                  <c:v>1174.3</c:v>
                </c:pt>
                <c:pt idx="5">
                  <c:v>1132</c:v>
                </c:pt>
                <c:pt idx="6">
                  <c:v>1165.5999999999999</c:v>
                </c:pt>
                <c:pt idx="7">
                  <c:v>1196.2</c:v>
                </c:pt>
                <c:pt idx="8">
                  <c:v>1307.0999999999999</c:v>
                </c:pt>
                <c:pt idx="9">
                  <c:v>1340.7</c:v>
                </c:pt>
                <c:pt idx="10">
                  <c:v>1374.3</c:v>
                </c:pt>
                <c:pt idx="11">
                  <c:v>1354.6</c:v>
                </c:pt>
                <c:pt idx="12">
                  <c:v>1326.7</c:v>
                </c:pt>
                <c:pt idx="13">
                  <c:v>1331.3</c:v>
                </c:pt>
                <c:pt idx="14">
                  <c:v>1387.5</c:v>
                </c:pt>
                <c:pt idx="15">
                  <c:v>1341.7</c:v>
                </c:pt>
                <c:pt idx="16">
                  <c:v>1383.7</c:v>
                </c:pt>
                <c:pt idx="17">
                  <c:v>1362.9</c:v>
                </c:pt>
                <c:pt idx="18">
                  <c:v>1403.9</c:v>
                </c:pt>
                <c:pt idx="19">
                  <c:v>1378.9</c:v>
                </c:pt>
                <c:pt idx="20">
                  <c:v>1433.5</c:v>
                </c:pt>
                <c:pt idx="21">
                  <c:v>1449.4</c:v>
                </c:pt>
                <c:pt idx="22">
                  <c:v>1415.6</c:v>
                </c:pt>
                <c:pt idx="23">
                  <c:v>1422.5</c:v>
                </c:pt>
                <c:pt idx="24">
                  <c:v>1541.1</c:v>
                </c:pt>
                <c:pt idx="25">
                  <c:v>1523.5</c:v>
                </c:pt>
                <c:pt idx="26">
                  <c:v>1589.8</c:v>
                </c:pt>
                <c:pt idx="27">
                  <c:v>1508.5</c:v>
                </c:pt>
                <c:pt idx="28">
                  <c:v>1540.8</c:v>
                </c:pt>
                <c:pt idx="29">
                  <c:v>1506.6</c:v>
                </c:pt>
                <c:pt idx="30">
                  <c:v>1510.9</c:v>
                </c:pt>
                <c:pt idx="31">
                  <c:v>1467.5</c:v>
                </c:pt>
                <c:pt idx="32">
                  <c:v>1493.4</c:v>
                </c:pt>
                <c:pt idx="33">
                  <c:v>1459.4</c:v>
                </c:pt>
                <c:pt idx="34">
                  <c:v>1422.8</c:v>
                </c:pt>
                <c:pt idx="35">
                  <c:v>1446</c:v>
                </c:pt>
                <c:pt idx="36">
                  <c:v>1516.7</c:v>
                </c:pt>
                <c:pt idx="37">
                  <c:v>1468.9</c:v>
                </c:pt>
                <c:pt idx="38">
                  <c:v>1553.4</c:v>
                </c:pt>
                <c:pt idx="39">
                  <c:v>1540.9</c:v>
                </c:pt>
                <c:pt idx="40">
                  <c:v>1594.6</c:v>
                </c:pt>
                <c:pt idx="41">
                  <c:v>1523.7</c:v>
                </c:pt>
                <c:pt idx="42">
                  <c:v>1672.2</c:v>
                </c:pt>
                <c:pt idx="43">
                  <c:v>1611.9</c:v>
                </c:pt>
                <c:pt idx="44">
                  <c:v>1601.6</c:v>
                </c:pt>
                <c:pt idx="45">
                  <c:v>1698.9</c:v>
                </c:pt>
                <c:pt idx="46">
                  <c:v>1717</c:v>
                </c:pt>
                <c:pt idx="47">
                  <c:v>1768.1</c:v>
                </c:pt>
                <c:pt idx="48">
                  <c:v>1737.6</c:v>
                </c:pt>
                <c:pt idx="49">
                  <c:v>1675.4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00-485E-96E2-9B69C0F196F4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Planilha1!$E$2:$E$51</c:f>
              <c:numCache>
                <c:formatCode>General</c:formatCode>
                <c:ptCount val="50"/>
                <c:pt idx="0">
                  <c:v>592.00999999999976</c:v>
                </c:pt>
                <c:pt idx="1">
                  <c:v>654.24000000000024</c:v>
                </c:pt>
                <c:pt idx="2">
                  <c:v>652.84000000000015</c:v>
                </c:pt>
                <c:pt idx="3">
                  <c:v>547.27999999999975</c:v>
                </c:pt>
                <c:pt idx="4">
                  <c:v>583.25</c:v>
                </c:pt>
                <c:pt idx="5">
                  <c:v>561.44999999999982</c:v>
                </c:pt>
                <c:pt idx="6">
                  <c:v>624.86999999999989</c:v>
                </c:pt>
                <c:pt idx="7">
                  <c:v>568.30999999999995</c:v>
                </c:pt>
                <c:pt idx="8">
                  <c:v>683.86000000000058</c:v>
                </c:pt>
                <c:pt idx="9">
                  <c:v>815.16999999999962</c:v>
                </c:pt>
                <c:pt idx="10">
                  <c:v>855.4699999999998</c:v>
                </c:pt>
                <c:pt idx="11">
                  <c:v>751.32999999999993</c:v>
                </c:pt>
                <c:pt idx="12">
                  <c:v>754.48</c:v>
                </c:pt>
                <c:pt idx="13">
                  <c:v>750.76000000000022</c:v>
                </c:pt>
                <c:pt idx="14">
                  <c:v>809.70000000000027</c:v>
                </c:pt>
                <c:pt idx="15">
                  <c:v>754.32999999999993</c:v>
                </c:pt>
                <c:pt idx="16">
                  <c:v>958.05999999999949</c:v>
                </c:pt>
                <c:pt idx="17">
                  <c:v>930.40999999999985</c:v>
                </c:pt>
                <c:pt idx="18">
                  <c:v>963.63999999999942</c:v>
                </c:pt>
                <c:pt idx="19">
                  <c:v>901.88999999999987</c:v>
                </c:pt>
                <c:pt idx="20">
                  <c:v>955.93000000000029</c:v>
                </c:pt>
                <c:pt idx="21">
                  <c:v>962.36999999999989</c:v>
                </c:pt>
                <c:pt idx="22">
                  <c:v>1069.4099999999999</c:v>
                </c:pt>
                <c:pt idx="23">
                  <c:v>926.45000000000027</c:v>
                </c:pt>
                <c:pt idx="24">
                  <c:v>1129.67</c:v>
                </c:pt>
                <c:pt idx="25">
                  <c:v>1102.2499999999995</c:v>
                </c:pt>
                <c:pt idx="26">
                  <c:v>1209.8900000000003</c:v>
                </c:pt>
                <c:pt idx="27">
                  <c:v>1198.4200000000005</c:v>
                </c:pt>
                <c:pt idx="28">
                  <c:v>1187.2000000000003</c:v>
                </c:pt>
                <c:pt idx="29">
                  <c:v>1114.9100000000003</c:v>
                </c:pt>
                <c:pt idx="30">
                  <c:v>1185.5099999999998</c:v>
                </c:pt>
                <c:pt idx="31">
                  <c:v>1089.2799999999997</c:v>
                </c:pt>
                <c:pt idx="32">
                  <c:v>1190.6399999999994</c:v>
                </c:pt>
                <c:pt idx="33">
                  <c:v>1121.7299999999996</c:v>
                </c:pt>
                <c:pt idx="34">
                  <c:v>1042.2400000000002</c:v>
                </c:pt>
                <c:pt idx="35">
                  <c:v>980.81999999999971</c:v>
                </c:pt>
                <c:pt idx="36">
                  <c:v>1127.6199999999999</c:v>
                </c:pt>
                <c:pt idx="37">
                  <c:v>1029.1699999999996</c:v>
                </c:pt>
                <c:pt idx="38">
                  <c:v>1131.4599999999996</c:v>
                </c:pt>
                <c:pt idx="39">
                  <c:v>1132.8200000000002</c:v>
                </c:pt>
                <c:pt idx="40">
                  <c:v>1122.4099999999999</c:v>
                </c:pt>
                <c:pt idx="41">
                  <c:v>1092.2799999999997</c:v>
                </c:pt>
                <c:pt idx="42">
                  <c:v>1312.0500000000002</c:v>
                </c:pt>
                <c:pt idx="43">
                  <c:v>1095.9499999999998</c:v>
                </c:pt>
                <c:pt idx="44">
                  <c:v>1280.6799999999998</c:v>
                </c:pt>
                <c:pt idx="45">
                  <c:v>1229.8600000000006</c:v>
                </c:pt>
                <c:pt idx="46">
                  <c:v>1277.71</c:v>
                </c:pt>
                <c:pt idx="47">
                  <c:v>1162.4299999999998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00-485E-96E2-9B69C0F19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7140143"/>
        <c:axId val="750411727"/>
      </c:lineChart>
      <c:catAx>
        <c:axId val="191714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750411727"/>
        <c:crosses val="autoZero"/>
        <c:auto val="1"/>
        <c:lblAlgn val="ctr"/>
        <c:lblOffset val="100"/>
        <c:tickLblSkip val="6"/>
        <c:noMultiLvlLbl val="0"/>
      </c:catAx>
      <c:valAx>
        <c:axId val="750411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917140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Planilha1!$A$2:$A$4267</c:f>
              <c:numCache>
                <c:formatCode>yyyy\-mm\-dd</c:formatCode>
                <c:ptCount val="4266"/>
                <c:pt idx="0">
                  <c:v>42005</c:v>
                </c:pt>
                <c:pt idx="1">
                  <c:v>42006</c:v>
                </c:pt>
                <c:pt idx="2">
                  <c:v>42007</c:v>
                </c:pt>
                <c:pt idx="3">
                  <c:v>42008</c:v>
                </c:pt>
                <c:pt idx="4">
                  <c:v>42009</c:v>
                </c:pt>
                <c:pt idx="5">
                  <c:v>42010</c:v>
                </c:pt>
                <c:pt idx="6">
                  <c:v>42011</c:v>
                </c:pt>
                <c:pt idx="7">
                  <c:v>42012</c:v>
                </c:pt>
                <c:pt idx="8">
                  <c:v>42013</c:v>
                </c:pt>
                <c:pt idx="9">
                  <c:v>42014</c:v>
                </c:pt>
                <c:pt idx="10">
                  <c:v>42015</c:v>
                </c:pt>
                <c:pt idx="11">
                  <c:v>42016</c:v>
                </c:pt>
                <c:pt idx="12">
                  <c:v>42017</c:v>
                </c:pt>
                <c:pt idx="13">
                  <c:v>42018</c:v>
                </c:pt>
                <c:pt idx="14">
                  <c:v>42019</c:v>
                </c:pt>
                <c:pt idx="15">
                  <c:v>42020</c:v>
                </c:pt>
                <c:pt idx="16">
                  <c:v>42021</c:v>
                </c:pt>
                <c:pt idx="17">
                  <c:v>42022</c:v>
                </c:pt>
                <c:pt idx="18">
                  <c:v>42023</c:v>
                </c:pt>
                <c:pt idx="19">
                  <c:v>42024</c:v>
                </c:pt>
                <c:pt idx="20">
                  <c:v>42025</c:v>
                </c:pt>
                <c:pt idx="21">
                  <c:v>42026</c:v>
                </c:pt>
                <c:pt idx="22">
                  <c:v>42027</c:v>
                </c:pt>
                <c:pt idx="23">
                  <c:v>42028</c:v>
                </c:pt>
                <c:pt idx="24">
                  <c:v>42029</c:v>
                </c:pt>
                <c:pt idx="25">
                  <c:v>42030</c:v>
                </c:pt>
                <c:pt idx="26">
                  <c:v>42031</c:v>
                </c:pt>
                <c:pt idx="27">
                  <c:v>42032</c:v>
                </c:pt>
                <c:pt idx="28">
                  <c:v>42033</c:v>
                </c:pt>
                <c:pt idx="29">
                  <c:v>42034</c:v>
                </c:pt>
                <c:pt idx="30">
                  <c:v>42035</c:v>
                </c:pt>
                <c:pt idx="31">
                  <c:v>42036</c:v>
                </c:pt>
                <c:pt idx="32">
                  <c:v>42037</c:v>
                </c:pt>
                <c:pt idx="33">
                  <c:v>42038</c:v>
                </c:pt>
                <c:pt idx="34">
                  <c:v>42039</c:v>
                </c:pt>
                <c:pt idx="35">
                  <c:v>42040</c:v>
                </c:pt>
                <c:pt idx="36">
                  <c:v>42041</c:v>
                </c:pt>
                <c:pt idx="37">
                  <c:v>42042</c:v>
                </c:pt>
                <c:pt idx="38">
                  <c:v>42043</c:v>
                </c:pt>
                <c:pt idx="39">
                  <c:v>42044</c:v>
                </c:pt>
                <c:pt idx="40">
                  <c:v>42045</c:v>
                </c:pt>
                <c:pt idx="41">
                  <c:v>42046</c:v>
                </c:pt>
                <c:pt idx="42">
                  <c:v>42047</c:v>
                </c:pt>
                <c:pt idx="43">
                  <c:v>42048</c:v>
                </c:pt>
                <c:pt idx="44">
                  <c:v>42049</c:v>
                </c:pt>
                <c:pt idx="45">
                  <c:v>42050</c:v>
                </c:pt>
                <c:pt idx="46">
                  <c:v>42051</c:v>
                </c:pt>
                <c:pt idx="47">
                  <c:v>42052</c:v>
                </c:pt>
                <c:pt idx="48">
                  <c:v>42053</c:v>
                </c:pt>
                <c:pt idx="49">
                  <c:v>42054</c:v>
                </c:pt>
                <c:pt idx="50">
                  <c:v>42055</c:v>
                </c:pt>
                <c:pt idx="51">
                  <c:v>42056</c:v>
                </c:pt>
                <c:pt idx="52">
                  <c:v>42057</c:v>
                </c:pt>
                <c:pt idx="53">
                  <c:v>42058</c:v>
                </c:pt>
                <c:pt idx="54">
                  <c:v>42059</c:v>
                </c:pt>
                <c:pt idx="55">
                  <c:v>42060</c:v>
                </c:pt>
                <c:pt idx="56">
                  <c:v>42061</c:v>
                </c:pt>
                <c:pt idx="57">
                  <c:v>42062</c:v>
                </c:pt>
                <c:pt idx="58">
                  <c:v>42063</c:v>
                </c:pt>
                <c:pt idx="59">
                  <c:v>42064</c:v>
                </c:pt>
                <c:pt idx="60">
                  <c:v>42065</c:v>
                </c:pt>
                <c:pt idx="61">
                  <c:v>42066</c:v>
                </c:pt>
                <c:pt idx="62">
                  <c:v>42067</c:v>
                </c:pt>
                <c:pt idx="63">
                  <c:v>42068</c:v>
                </c:pt>
                <c:pt idx="64">
                  <c:v>42069</c:v>
                </c:pt>
                <c:pt idx="65">
                  <c:v>42070</c:v>
                </c:pt>
                <c:pt idx="66">
                  <c:v>42071</c:v>
                </c:pt>
                <c:pt idx="67">
                  <c:v>42072</c:v>
                </c:pt>
                <c:pt idx="68">
                  <c:v>42073</c:v>
                </c:pt>
                <c:pt idx="69">
                  <c:v>42074</c:v>
                </c:pt>
                <c:pt idx="70">
                  <c:v>42075</c:v>
                </c:pt>
                <c:pt idx="71">
                  <c:v>42076</c:v>
                </c:pt>
                <c:pt idx="72">
                  <c:v>42077</c:v>
                </c:pt>
                <c:pt idx="73">
                  <c:v>42078</c:v>
                </c:pt>
                <c:pt idx="74">
                  <c:v>42079</c:v>
                </c:pt>
                <c:pt idx="75">
                  <c:v>42080</c:v>
                </c:pt>
                <c:pt idx="76">
                  <c:v>42081</c:v>
                </c:pt>
                <c:pt idx="77">
                  <c:v>42082</c:v>
                </c:pt>
                <c:pt idx="78">
                  <c:v>42083</c:v>
                </c:pt>
                <c:pt idx="79">
                  <c:v>42084</c:v>
                </c:pt>
                <c:pt idx="80">
                  <c:v>42085</c:v>
                </c:pt>
                <c:pt idx="81">
                  <c:v>42086</c:v>
                </c:pt>
                <c:pt idx="82">
                  <c:v>42087</c:v>
                </c:pt>
                <c:pt idx="83">
                  <c:v>42088</c:v>
                </c:pt>
                <c:pt idx="84">
                  <c:v>42089</c:v>
                </c:pt>
                <c:pt idx="85">
                  <c:v>42090</c:v>
                </c:pt>
                <c:pt idx="86">
                  <c:v>42091</c:v>
                </c:pt>
                <c:pt idx="87">
                  <c:v>42092</c:v>
                </c:pt>
                <c:pt idx="88">
                  <c:v>42093</c:v>
                </c:pt>
                <c:pt idx="89">
                  <c:v>42094</c:v>
                </c:pt>
                <c:pt idx="90">
                  <c:v>42095</c:v>
                </c:pt>
                <c:pt idx="91">
                  <c:v>42096</c:v>
                </c:pt>
                <c:pt idx="92">
                  <c:v>42097</c:v>
                </c:pt>
                <c:pt idx="93">
                  <c:v>42098</c:v>
                </c:pt>
                <c:pt idx="94">
                  <c:v>42099</c:v>
                </c:pt>
                <c:pt idx="95">
                  <c:v>42100</c:v>
                </c:pt>
                <c:pt idx="96">
                  <c:v>42101</c:v>
                </c:pt>
                <c:pt idx="97">
                  <c:v>42102</c:v>
                </c:pt>
                <c:pt idx="98">
                  <c:v>42103</c:v>
                </c:pt>
                <c:pt idx="99">
                  <c:v>42104</c:v>
                </c:pt>
                <c:pt idx="100">
                  <c:v>42105</c:v>
                </c:pt>
                <c:pt idx="101">
                  <c:v>42106</c:v>
                </c:pt>
                <c:pt idx="102">
                  <c:v>42107</c:v>
                </c:pt>
                <c:pt idx="103">
                  <c:v>42108</c:v>
                </c:pt>
                <c:pt idx="104">
                  <c:v>42109</c:v>
                </c:pt>
                <c:pt idx="105">
                  <c:v>42110</c:v>
                </c:pt>
                <c:pt idx="106">
                  <c:v>42111</c:v>
                </c:pt>
                <c:pt idx="107">
                  <c:v>42112</c:v>
                </c:pt>
                <c:pt idx="108">
                  <c:v>42113</c:v>
                </c:pt>
                <c:pt idx="109">
                  <c:v>42114</c:v>
                </c:pt>
                <c:pt idx="110">
                  <c:v>42115</c:v>
                </c:pt>
                <c:pt idx="111">
                  <c:v>42116</c:v>
                </c:pt>
                <c:pt idx="112">
                  <c:v>42117</c:v>
                </c:pt>
                <c:pt idx="113">
                  <c:v>42118</c:v>
                </c:pt>
                <c:pt idx="114">
                  <c:v>42119</c:v>
                </c:pt>
                <c:pt idx="115">
                  <c:v>42120</c:v>
                </c:pt>
                <c:pt idx="116">
                  <c:v>42121</c:v>
                </c:pt>
                <c:pt idx="117">
                  <c:v>42122</c:v>
                </c:pt>
                <c:pt idx="118">
                  <c:v>42123</c:v>
                </c:pt>
                <c:pt idx="119">
                  <c:v>42124</c:v>
                </c:pt>
                <c:pt idx="120">
                  <c:v>42125</c:v>
                </c:pt>
                <c:pt idx="121">
                  <c:v>42126</c:v>
                </c:pt>
                <c:pt idx="122">
                  <c:v>42127</c:v>
                </c:pt>
                <c:pt idx="123">
                  <c:v>42128</c:v>
                </c:pt>
                <c:pt idx="124">
                  <c:v>42129</c:v>
                </c:pt>
                <c:pt idx="125">
                  <c:v>42130</c:v>
                </c:pt>
                <c:pt idx="126">
                  <c:v>42131</c:v>
                </c:pt>
                <c:pt idx="127">
                  <c:v>42132</c:v>
                </c:pt>
                <c:pt idx="128">
                  <c:v>42133</c:v>
                </c:pt>
                <c:pt idx="129">
                  <c:v>42134</c:v>
                </c:pt>
                <c:pt idx="130">
                  <c:v>42135</c:v>
                </c:pt>
                <c:pt idx="131">
                  <c:v>42136</c:v>
                </c:pt>
                <c:pt idx="132">
                  <c:v>42137</c:v>
                </c:pt>
                <c:pt idx="133">
                  <c:v>42138</c:v>
                </c:pt>
                <c:pt idx="134">
                  <c:v>42139</c:v>
                </c:pt>
                <c:pt idx="135">
                  <c:v>42140</c:v>
                </c:pt>
                <c:pt idx="136">
                  <c:v>42141</c:v>
                </c:pt>
                <c:pt idx="137">
                  <c:v>42142</c:v>
                </c:pt>
                <c:pt idx="138">
                  <c:v>42143</c:v>
                </c:pt>
                <c:pt idx="139">
                  <c:v>42144</c:v>
                </c:pt>
                <c:pt idx="140">
                  <c:v>42145</c:v>
                </c:pt>
                <c:pt idx="141">
                  <c:v>42146</c:v>
                </c:pt>
                <c:pt idx="142">
                  <c:v>42147</c:v>
                </c:pt>
                <c:pt idx="143">
                  <c:v>42148</c:v>
                </c:pt>
                <c:pt idx="144">
                  <c:v>42149</c:v>
                </c:pt>
                <c:pt idx="145">
                  <c:v>42150</c:v>
                </c:pt>
                <c:pt idx="146">
                  <c:v>42151</c:v>
                </c:pt>
                <c:pt idx="147">
                  <c:v>42152</c:v>
                </c:pt>
                <c:pt idx="148">
                  <c:v>42153</c:v>
                </c:pt>
                <c:pt idx="149">
                  <c:v>42154</c:v>
                </c:pt>
                <c:pt idx="150">
                  <c:v>42155</c:v>
                </c:pt>
                <c:pt idx="151">
                  <c:v>42156</c:v>
                </c:pt>
                <c:pt idx="152">
                  <c:v>42157</c:v>
                </c:pt>
                <c:pt idx="153">
                  <c:v>42158</c:v>
                </c:pt>
                <c:pt idx="154">
                  <c:v>42159</c:v>
                </c:pt>
                <c:pt idx="155">
                  <c:v>42160</c:v>
                </c:pt>
                <c:pt idx="156">
                  <c:v>42161</c:v>
                </c:pt>
                <c:pt idx="157">
                  <c:v>42162</c:v>
                </c:pt>
                <c:pt idx="158">
                  <c:v>42163</c:v>
                </c:pt>
                <c:pt idx="159">
                  <c:v>42164</c:v>
                </c:pt>
                <c:pt idx="160">
                  <c:v>42165</c:v>
                </c:pt>
                <c:pt idx="161">
                  <c:v>42166</c:v>
                </c:pt>
                <c:pt idx="162">
                  <c:v>42167</c:v>
                </c:pt>
                <c:pt idx="163">
                  <c:v>42168</c:v>
                </c:pt>
                <c:pt idx="164">
                  <c:v>42169</c:v>
                </c:pt>
                <c:pt idx="165">
                  <c:v>42170</c:v>
                </c:pt>
                <c:pt idx="166">
                  <c:v>42171</c:v>
                </c:pt>
                <c:pt idx="167">
                  <c:v>42172</c:v>
                </c:pt>
                <c:pt idx="168">
                  <c:v>42173</c:v>
                </c:pt>
                <c:pt idx="169">
                  <c:v>42174</c:v>
                </c:pt>
                <c:pt idx="170">
                  <c:v>42175</c:v>
                </c:pt>
                <c:pt idx="171">
                  <c:v>42176</c:v>
                </c:pt>
                <c:pt idx="172">
                  <c:v>42177</c:v>
                </c:pt>
                <c:pt idx="173">
                  <c:v>42178</c:v>
                </c:pt>
                <c:pt idx="174">
                  <c:v>42179</c:v>
                </c:pt>
                <c:pt idx="175">
                  <c:v>42180</c:v>
                </c:pt>
                <c:pt idx="176">
                  <c:v>42181</c:v>
                </c:pt>
                <c:pt idx="177">
                  <c:v>42182</c:v>
                </c:pt>
                <c:pt idx="178">
                  <c:v>42183</c:v>
                </c:pt>
                <c:pt idx="179">
                  <c:v>42184</c:v>
                </c:pt>
                <c:pt idx="180">
                  <c:v>42185</c:v>
                </c:pt>
                <c:pt idx="181">
                  <c:v>42186</c:v>
                </c:pt>
                <c:pt idx="182">
                  <c:v>42187</c:v>
                </c:pt>
                <c:pt idx="183">
                  <c:v>42188</c:v>
                </c:pt>
                <c:pt idx="184">
                  <c:v>42189</c:v>
                </c:pt>
                <c:pt idx="185">
                  <c:v>42190</c:v>
                </c:pt>
                <c:pt idx="186">
                  <c:v>42191</c:v>
                </c:pt>
                <c:pt idx="187">
                  <c:v>42192</c:v>
                </c:pt>
                <c:pt idx="188">
                  <c:v>42193</c:v>
                </c:pt>
                <c:pt idx="189">
                  <c:v>42194</c:v>
                </c:pt>
                <c:pt idx="190">
                  <c:v>42195</c:v>
                </c:pt>
                <c:pt idx="191">
                  <c:v>42196</c:v>
                </c:pt>
                <c:pt idx="192">
                  <c:v>42197</c:v>
                </c:pt>
                <c:pt idx="193">
                  <c:v>42198</c:v>
                </c:pt>
                <c:pt idx="194">
                  <c:v>42199</c:v>
                </c:pt>
                <c:pt idx="195">
                  <c:v>42200</c:v>
                </c:pt>
                <c:pt idx="196">
                  <c:v>42201</c:v>
                </c:pt>
                <c:pt idx="197">
                  <c:v>42202</c:v>
                </c:pt>
                <c:pt idx="198">
                  <c:v>42203</c:v>
                </c:pt>
                <c:pt idx="199">
                  <c:v>42204</c:v>
                </c:pt>
                <c:pt idx="200">
                  <c:v>42205</c:v>
                </c:pt>
                <c:pt idx="201">
                  <c:v>42206</c:v>
                </c:pt>
                <c:pt idx="202">
                  <c:v>42207</c:v>
                </c:pt>
                <c:pt idx="203">
                  <c:v>42208</c:v>
                </c:pt>
                <c:pt idx="204">
                  <c:v>42209</c:v>
                </c:pt>
                <c:pt idx="205">
                  <c:v>42210</c:v>
                </c:pt>
                <c:pt idx="206">
                  <c:v>42211</c:v>
                </c:pt>
                <c:pt idx="207">
                  <c:v>42212</c:v>
                </c:pt>
                <c:pt idx="208">
                  <c:v>42213</c:v>
                </c:pt>
                <c:pt idx="209">
                  <c:v>42214</c:v>
                </c:pt>
                <c:pt idx="210">
                  <c:v>42215</c:v>
                </c:pt>
                <c:pt idx="211">
                  <c:v>42216</c:v>
                </c:pt>
                <c:pt idx="212">
                  <c:v>42217</c:v>
                </c:pt>
                <c:pt idx="213">
                  <c:v>42218</c:v>
                </c:pt>
                <c:pt idx="214">
                  <c:v>42219</c:v>
                </c:pt>
                <c:pt idx="215">
                  <c:v>42220</c:v>
                </c:pt>
                <c:pt idx="216">
                  <c:v>42221</c:v>
                </c:pt>
                <c:pt idx="217">
                  <c:v>42222</c:v>
                </c:pt>
                <c:pt idx="218">
                  <c:v>42223</c:v>
                </c:pt>
                <c:pt idx="219">
                  <c:v>42224</c:v>
                </c:pt>
                <c:pt idx="220">
                  <c:v>42225</c:v>
                </c:pt>
                <c:pt idx="221">
                  <c:v>42226</c:v>
                </c:pt>
                <c:pt idx="222">
                  <c:v>42227</c:v>
                </c:pt>
                <c:pt idx="223">
                  <c:v>42228</c:v>
                </c:pt>
                <c:pt idx="224">
                  <c:v>42229</c:v>
                </c:pt>
                <c:pt idx="225">
                  <c:v>42230</c:v>
                </c:pt>
                <c:pt idx="226">
                  <c:v>42231</c:v>
                </c:pt>
                <c:pt idx="227">
                  <c:v>42232</c:v>
                </c:pt>
                <c:pt idx="228">
                  <c:v>42233</c:v>
                </c:pt>
                <c:pt idx="229">
                  <c:v>42234</c:v>
                </c:pt>
                <c:pt idx="230">
                  <c:v>42235</c:v>
                </c:pt>
                <c:pt idx="231">
                  <c:v>42236</c:v>
                </c:pt>
                <c:pt idx="232">
                  <c:v>42237</c:v>
                </c:pt>
                <c:pt idx="233">
                  <c:v>42238</c:v>
                </c:pt>
                <c:pt idx="234">
                  <c:v>42239</c:v>
                </c:pt>
                <c:pt idx="235">
                  <c:v>42240</c:v>
                </c:pt>
                <c:pt idx="236">
                  <c:v>42241</c:v>
                </c:pt>
                <c:pt idx="237">
                  <c:v>42242</c:v>
                </c:pt>
                <c:pt idx="238">
                  <c:v>42243</c:v>
                </c:pt>
                <c:pt idx="239">
                  <c:v>42244</c:v>
                </c:pt>
                <c:pt idx="240">
                  <c:v>42245</c:v>
                </c:pt>
                <c:pt idx="241">
                  <c:v>42246</c:v>
                </c:pt>
                <c:pt idx="242">
                  <c:v>42247</c:v>
                </c:pt>
                <c:pt idx="243">
                  <c:v>42248</c:v>
                </c:pt>
                <c:pt idx="244">
                  <c:v>42249</c:v>
                </c:pt>
                <c:pt idx="245">
                  <c:v>42250</c:v>
                </c:pt>
                <c:pt idx="246">
                  <c:v>42251</c:v>
                </c:pt>
                <c:pt idx="247">
                  <c:v>42252</c:v>
                </c:pt>
                <c:pt idx="248">
                  <c:v>42253</c:v>
                </c:pt>
                <c:pt idx="249">
                  <c:v>42254</c:v>
                </c:pt>
                <c:pt idx="250">
                  <c:v>42255</c:v>
                </c:pt>
                <c:pt idx="251">
                  <c:v>42256</c:v>
                </c:pt>
                <c:pt idx="252">
                  <c:v>42257</c:v>
                </c:pt>
                <c:pt idx="253">
                  <c:v>42258</c:v>
                </c:pt>
                <c:pt idx="254">
                  <c:v>42259</c:v>
                </c:pt>
                <c:pt idx="255">
                  <c:v>42260</c:v>
                </c:pt>
                <c:pt idx="256">
                  <c:v>42261</c:v>
                </c:pt>
                <c:pt idx="257">
                  <c:v>42262</c:v>
                </c:pt>
                <c:pt idx="258">
                  <c:v>42263</c:v>
                </c:pt>
                <c:pt idx="259">
                  <c:v>42264</c:v>
                </c:pt>
                <c:pt idx="260">
                  <c:v>42265</c:v>
                </c:pt>
                <c:pt idx="261">
                  <c:v>42266</c:v>
                </c:pt>
                <c:pt idx="262">
                  <c:v>42267</c:v>
                </c:pt>
                <c:pt idx="263">
                  <c:v>42268</c:v>
                </c:pt>
                <c:pt idx="264">
                  <c:v>42269</c:v>
                </c:pt>
                <c:pt idx="265">
                  <c:v>42270</c:v>
                </c:pt>
                <c:pt idx="266">
                  <c:v>42271</c:v>
                </c:pt>
                <c:pt idx="267">
                  <c:v>42272</c:v>
                </c:pt>
                <c:pt idx="268">
                  <c:v>42273</c:v>
                </c:pt>
                <c:pt idx="269">
                  <c:v>42274</c:v>
                </c:pt>
                <c:pt idx="270">
                  <c:v>42275</c:v>
                </c:pt>
                <c:pt idx="271">
                  <c:v>42276</c:v>
                </c:pt>
                <c:pt idx="272">
                  <c:v>42277</c:v>
                </c:pt>
                <c:pt idx="273">
                  <c:v>42278</c:v>
                </c:pt>
                <c:pt idx="274">
                  <c:v>42279</c:v>
                </c:pt>
                <c:pt idx="275">
                  <c:v>42280</c:v>
                </c:pt>
                <c:pt idx="276">
                  <c:v>42281</c:v>
                </c:pt>
                <c:pt idx="277">
                  <c:v>42282</c:v>
                </c:pt>
                <c:pt idx="278">
                  <c:v>42283</c:v>
                </c:pt>
                <c:pt idx="279">
                  <c:v>42284</c:v>
                </c:pt>
                <c:pt idx="280">
                  <c:v>42285</c:v>
                </c:pt>
                <c:pt idx="281">
                  <c:v>42286</c:v>
                </c:pt>
                <c:pt idx="282">
                  <c:v>42287</c:v>
                </c:pt>
                <c:pt idx="283">
                  <c:v>42288</c:v>
                </c:pt>
                <c:pt idx="284">
                  <c:v>42289</c:v>
                </c:pt>
                <c:pt idx="285">
                  <c:v>42290</c:v>
                </c:pt>
                <c:pt idx="286">
                  <c:v>42291</c:v>
                </c:pt>
                <c:pt idx="287">
                  <c:v>42292</c:v>
                </c:pt>
                <c:pt idx="288">
                  <c:v>42293</c:v>
                </c:pt>
                <c:pt idx="289">
                  <c:v>42294</c:v>
                </c:pt>
                <c:pt idx="290">
                  <c:v>42295</c:v>
                </c:pt>
                <c:pt idx="291">
                  <c:v>42296</c:v>
                </c:pt>
                <c:pt idx="292">
                  <c:v>42297</c:v>
                </c:pt>
                <c:pt idx="293">
                  <c:v>42298</c:v>
                </c:pt>
                <c:pt idx="294">
                  <c:v>42299</c:v>
                </c:pt>
                <c:pt idx="295">
                  <c:v>42300</c:v>
                </c:pt>
                <c:pt idx="296">
                  <c:v>42301</c:v>
                </c:pt>
                <c:pt idx="297">
                  <c:v>42302</c:v>
                </c:pt>
                <c:pt idx="298">
                  <c:v>42303</c:v>
                </c:pt>
                <c:pt idx="299">
                  <c:v>42304</c:v>
                </c:pt>
                <c:pt idx="300">
                  <c:v>42305</c:v>
                </c:pt>
                <c:pt idx="301">
                  <c:v>42306</c:v>
                </c:pt>
                <c:pt idx="302">
                  <c:v>42307</c:v>
                </c:pt>
                <c:pt idx="303">
                  <c:v>42308</c:v>
                </c:pt>
                <c:pt idx="304">
                  <c:v>42309</c:v>
                </c:pt>
                <c:pt idx="305">
                  <c:v>42310</c:v>
                </c:pt>
                <c:pt idx="306">
                  <c:v>42311</c:v>
                </c:pt>
                <c:pt idx="307">
                  <c:v>42312</c:v>
                </c:pt>
                <c:pt idx="308">
                  <c:v>42313</c:v>
                </c:pt>
                <c:pt idx="309">
                  <c:v>42314</c:v>
                </c:pt>
                <c:pt idx="310">
                  <c:v>42315</c:v>
                </c:pt>
                <c:pt idx="311">
                  <c:v>42316</c:v>
                </c:pt>
                <c:pt idx="312">
                  <c:v>42317</c:v>
                </c:pt>
                <c:pt idx="313">
                  <c:v>42318</c:v>
                </c:pt>
                <c:pt idx="314">
                  <c:v>42319</c:v>
                </c:pt>
                <c:pt idx="315">
                  <c:v>42320</c:v>
                </c:pt>
                <c:pt idx="316">
                  <c:v>42321</c:v>
                </c:pt>
                <c:pt idx="317">
                  <c:v>42322</c:v>
                </c:pt>
                <c:pt idx="318">
                  <c:v>42323</c:v>
                </c:pt>
                <c:pt idx="319">
                  <c:v>42324</c:v>
                </c:pt>
                <c:pt idx="320">
                  <c:v>42325</c:v>
                </c:pt>
                <c:pt idx="321">
                  <c:v>42326</c:v>
                </c:pt>
                <c:pt idx="322">
                  <c:v>42327</c:v>
                </c:pt>
                <c:pt idx="323">
                  <c:v>42328</c:v>
                </c:pt>
                <c:pt idx="324">
                  <c:v>42329</c:v>
                </c:pt>
                <c:pt idx="325">
                  <c:v>42330</c:v>
                </c:pt>
                <c:pt idx="326">
                  <c:v>42331</c:v>
                </c:pt>
                <c:pt idx="327">
                  <c:v>42332</c:v>
                </c:pt>
                <c:pt idx="328">
                  <c:v>42333</c:v>
                </c:pt>
                <c:pt idx="329">
                  <c:v>42334</c:v>
                </c:pt>
                <c:pt idx="330">
                  <c:v>42335</c:v>
                </c:pt>
                <c:pt idx="331">
                  <c:v>42336</c:v>
                </c:pt>
                <c:pt idx="332">
                  <c:v>42337</c:v>
                </c:pt>
                <c:pt idx="333">
                  <c:v>42338</c:v>
                </c:pt>
                <c:pt idx="334">
                  <c:v>42339</c:v>
                </c:pt>
                <c:pt idx="335">
                  <c:v>42340</c:v>
                </c:pt>
                <c:pt idx="336">
                  <c:v>42341</c:v>
                </c:pt>
                <c:pt idx="337">
                  <c:v>42342</c:v>
                </c:pt>
                <c:pt idx="338">
                  <c:v>42343</c:v>
                </c:pt>
                <c:pt idx="339">
                  <c:v>42344</c:v>
                </c:pt>
                <c:pt idx="340">
                  <c:v>42345</c:v>
                </c:pt>
                <c:pt idx="341">
                  <c:v>42346</c:v>
                </c:pt>
                <c:pt idx="342">
                  <c:v>42347</c:v>
                </c:pt>
                <c:pt idx="343">
                  <c:v>42348</c:v>
                </c:pt>
                <c:pt idx="344">
                  <c:v>42349</c:v>
                </c:pt>
                <c:pt idx="345">
                  <c:v>42350</c:v>
                </c:pt>
                <c:pt idx="346">
                  <c:v>42351</c:v>
                </c:pt>
                <c:pt idx="347">
                  <c:v>42352</c:v>
                </c:pt>
                <c:pt idx="348">
                  <c:v>42353</c:v>
                </c:pt>
                <c:pt idx="349">
                  <c:v>42354</c:v>
                </c:pt>
                <c:pt idx="350">
                  <c:v>42355</c:v>
                </c:pt>
                <c:pt idx="351">
                  <c:v>42356</c:v>
                </c:pt>
                <c:pt idx="352">
                  <c:v>42357</c:v>
                </c:pt>
                <c:pt idx="353">
                  <c:v>42358</c:v>
                </c:pt>
                <c:pt idx="354">
                  <c:v>42359</c:v>
                </c:pt>
                <c:pt idx="355">
                  <c:v>42360</c:v>
                </c:pt>
                <c:pt idx="356">
                  <c:v>42361</c:v>
                </c:pt>
                <c:pt idx="357">
                  <c:v>42362</c:v>
                </c:pt>
                <c:pt idx="358">
                  <c:v>42363</c:v>
                </c:pt>
                <c:pt idx="359">
                  <c:v>42364</c:v>
                </c:pt>
                <c:pt idx="360">
                  <c:v>42365</c:v>
                </c:pt>
                <c:pt idx="361">
                  <c:v>42366</c:v>
                </c:pt>
                <c:pt idx="362">
                  <c:v>42367</c:v>
                </c:pt>
                <c:pt idx="363">
                  <c:v>42368</c:v>
                </c:pt>
                <c:pt idx="364">
                  <c:v>42369</c:v>
                </c:pt>
                <c:pt idx="365">
                  <c:v>42370</c:v>
                </c:pt>
                <c:pt idx="366">
                  <c:v>42371</c:v>
                </c:pt>
                <c:pt idx="367">
                  <c:v>42372</c:v>
                </c:pt>
                <c:pt idx="368">
                  <c:v>42373</c:v>
                </c:pt>
                <c:pt idx="369">
                  <c:v>42374</c:v>
                </c:pt>
                <c:pt idx="370">
                  <c:v>42375</c:v>
                </c:pt>
                <c:pt idx="371">
                  <c:v>42376</c:v>
                </c:pt>
                <c:pt idx="372">
                  <c:v>42377</c:v>
                </c:pt>
                <c:pt idx="373">
                  <c:v>42378</c:v>
                </c:pt>
                <c:pt idx="374">
                  <c:v>42379</c:v>
                </c:pt>
                <c:pt idx="375">
                  <c:v>42380</c:v>
                </c:pt>
                <c:pt idx="376">
                  <c:v>42381</c:v>
                </c:pt>
                <c:pt idx="377">
                  <c:v>42382</c:v>
                </c:pt>
                <c:pt idx="378">
                  <c:v>42383</c:v>
                </c:pt>
                <c:pt idx="379">
                  <c:v>42384</c:v>
                </c:pt>
                <c:pt idx="380">
                  <c:v>42385</c:v>
                </c:pt>
                <c:pt idx="381">
                  <c:v>42386</c:v>
                </c:pt>
                <c:pt idx="382">
                  <c:v>42387</c:v>
                </c:pt>
                <c:pt idx="383">
                  <c:v>42388</c:v>
                </c:pt>
                <c:pt idx="384">
                  <c:v>42389</c:v>
                </c:pt>
                <c:pt idx="385">
                  <c:v>42390</c:v>
                </c:pt>
                <c:pt idx="386">
                  <c:v>42391</c:v>
                </c:pt>
                <c:pt idx="387">
                  <c:v>42392</c:v>
                </c:pt>
                <c:pt idx="388">
                  <c:v>42393</c:v>
                </c:pt>
                <c:pt idx="389">
                  <c:v>42394</c:v>
                </c:pt>
                <c:pt idx="390">
                  <c:v>42395</c:v>
                </c:pt>
                <c:pt idx="391">
                  <c:v>42396</c:v>
                </c:pt>
                <c:pt idx="392">
                  <c:v>42397</c:v>
                </c:pt>
                <c:pt idx="393">
                  <c:v>42398</c:v>
                </c:pt>
                <c:pt idx="394">
                  <c:v>42399</c:v>
                </c:pt>
                <c:pt idx="395">
                  <c:v>42400</c:v>
                </c:pt>
                <c:pt idx="396">
                  <c:v>42401</c:v>
                </c:pt>
                <c:pt idx="397">
                  <c:v>42402</c:v>
                </c:pt>
                <c:pt idx="398">
                  <c:v>42403</c:v>
                </c:pt>
                <c:pt idx="399">
                  <c:v>42404</c:v>
                </c:pt>
                <c:pt idx="400">
                  <c:v>42405</c:v>
                </c:pt>
                <c:pt idx="401">
                  <c:v>42406</c:v>
                </c:pt>
                <c:pt idx="402">
                  <c:v>42407</c:v>
                </c:pt>
                <c:pt idx="403">
                  <c:v>42408</c:v>
                </c:pt>
                <c:pt idx="404">
                  <c:v>42409</c:v>
                </c:pt>
                <c:pt idx="405">
                  <c:v>42410</c:v>
                </c:pt>
                <c:pt idx="406">
                  <c:v>42411</c:v>
                </c:pt>
                <c:pt idx="407">
                  <c:v>42412</c:v>
                </c:pt>
                <c:pt idx="408">
                  <c:v>42413</c:v>
                </c:pt>
                <c:pt idx="409">
                  <c:v>42414</c:v>
                </c:pt>
                <c:pt idx="410">
                  <c:v>42415</c:v>
                </c:pt>
                <c:pt idx="411">
                  <c:v>42416</c:v>
                </c:pt>
                <c:pt idx="412">
                  <c:v>42417</c:v>
                </c:pt>
                <c:pt idx="413">
                  <c:v>42418</c:v>
                </c:pt>
                <c:pt idx="414">
                  <c:v>42419</c:v>
                </c:pt>
                <c:pt idx="415">
                  <c:v>42420</c:v>
                </c:pt>
                <c:pt idx="416">
                  <c:v>42421</c:v>
                </c:pt>
                <c:pt idx="417">
                  <c:v>42422</c:v>
                </c:pt>
                <c:pt idx="418">
                  <c:v>42423</c:v>
                </c:pt>
                <c:pt idx="419">
                  <c:v>42424</c:v>
                </c:pt>
                <c:pt idx="420">
                  <c:v>42425</c:v>
                </c:pt>
                <c:pt idx="421">
                  <c:v>42426</c:v>
                </c:pt>
                <c:pt idx="422">
                  <c:v>42427</c:v>
                </c:pt>
                <c:pt idx="423">
                  <c:v>42428</c:v>
                </c:pt>
                <c:pt idx="424">
                  <c:v>42429</c:v>
                </c:pt>
                <c:pt idx="425">
                  <c:v>42430</c:v>
                </c:pt>
                <c:pt idx="426">
                  <c:v>42431</c:v>
                </c:pt>
                <c:pt idx="427">
                  <c:v>42432</c:v>
                </c:pt>
                <c:pt idx="428">
                  <c:v>42433</c:v>
                </c:pt>
                <c:pt idx="429">
                  <c:v>42434</c:v>
                </c:pt>
                <c:pt idx="430">
                  <c:v>42435</c:v>
                </c:pt>
                <c:pt idx="431">
                  <c:v>42436</c:v>
                </c:pt>
                <c:pt idx="432">
                  <c:v>42437</c:v>
                </c:pt>
                <c:pt idx="433">
                  <c:v>42438</c:v>
                </c:pt>
                <c:pt idx="434">
                  <c:v>42439</c:v>
                </c:pt>
                <c:pt idx="435">
                  <c:v>42440</c:v>
                </c:pt>
                <c:pt idx="436">
                  <c:v>42441</c:v>
                </c:pt>
                <c:pt idx="437">
                  <c:v>42442</c:v>
                </c:pt>
                <c:pt idx="438">
                  <c:v>42443</c:v>
                </c:pt>
                <c:pt idx="439">
                  <c:v>42444</c:v>
                </c:pt>
                <c:pt idx="440">
                  <c:v>42445</c:v>
                </c:pt>
                <c:pt idx="441">
                  <c:v>42446</c:v>
                </c:pt>
                <c:pt idx="442">
                  <c:v>42447</c:v>
                </c:pt>
                <c:pt idx="443">
                  <c:v>42448</c:v>
                </c:pt>
                <c:pt idx="444">
                  <c:v>42449</c:v>
                </c:pt>
                <c:pt idx="445">
                  <c:v>42450</c:v>
                </c:pt>
                <c:pt idx="446">
                  <c:v>42451</c:v>
                </c:pt>
                <c:pt idx="447">
                  <c:v>42452</c:v>
                </c:pt>
                <c:pt idx="448">
                  <c:v>42453</c:v>
                </c:pt>
                <c:pt idx="449">
                  <c:v>42454</c:v>
                </c:pt>
                <c:pt idx="450">
                  <c:v>42455</c:v>
                </c:pt>
                <c:pt idx="451">
                  <c:v>42456</c:v>
                </c:pt>
                <c:pt idx="452">
                  <c:v>42457</c:v>
                </c:pt>
                <c:pt idx="453">
                  <c:v>42458</c:v>
                </c:pt>
                <c:pt idx="454">
                  <c:v>42459</c:v>
                </c:pt>
                <c:pt idx="455">
                  <c:v>42460</c:v>
                </c:pt>
                <c:pt idx="456">
                  <c:v>42461</c:v>
                </c:pt>
                <c:pt idx="457">
                  <c:v>42462</c:v>
                </c:pt>
                <c:pt idx="458">
                  <c:v>42463</c:v>
                </c:pt>
                <c:pt idx="459">
                  <c:v>42464</c:v>
                </c:pt>
                <c:pt idx="460">
                  <c:v>42465</c:v>
                </c:pt>
                <c:pt idx="461">
                  <c:v>42466</c:v>
                </c:pt>
                <c:pt idx="462">
                  <c:v>42467</c:v>
                </c:pt>
                <c:pt idx="463">
                  <c:v>42468</c:v>
                </c:pt>
                <c:pt idx="464">
                  <c:v>42469</c:v>
                </c:pt>
                <c:pt idx="465">
                  <c:v>42470</c:v>
                </c:pt>
                <c:pt idx="466">
                  <c:v>42471</c:v>
                </c:pt>
                <c:pt idx="467">
                  <c:v>42472</c:v>
                </c:pt>
                <c:pt idx="468">
                  <c:v>42473</c:v>
                </c:pt>
                <c:pt idx="469">
                  <c:v>42474</c:v>
                </c:pt>
                <c:pt idx="470">
                  <c:v>42475</c:v>
                </c:pt>
                <c:pt idx="471">
                  <c:v>42476</c:v>
                </c:pt>
                <c:pt idx="472">
                  <c:v>42477</c:v>
                </c:pt>
                <c:pt idx="473">
                  <c:v>42478</c:v>
                </c:pt>
                <c:pt idx="474">
                  <c:v>42479</c:v>
                </c:pt>
                <c:pt idx="475">
                  <c:v>42480</c:v>
                </c:pt>
                <c:pt idx="476">
                  <c:v>42481</c:v>
                </c:pt>
                <c:pt idx="477">
                  <c:v>42482</c:v>
                </c:pt>
                <c:pt idx="478">
                  <c:v>42483</c:v>
                </c:pt>
                <c:pt idx="479">
                  <c:v>42484</c:v>
                </c:pt>
                <c:pt idx="480">
                  <c:v>42485</c:v>
                </c:pt>
                <c:pt idx="481">
                  <c:v>42486</c:v>
                </c:pt>
                <c:pt idx="482">
                  <c:v>42487</c:v>
                </c:pt>
                <c:pt idx="483">
                  <c:v>42488</c:v>
                </c:pt>
                <c:pt idx="484">
                  <c:v>42489</c:v>
                </c:pt>
                <c:pt idx="485">
                  <c:v>42490</c:v>
                </c:pt>
                <c:pt idx="486">
                  <c:v>42491</c:v>
                </c:pt>
                <c:pt idx="487">
                  <c:v>42492</c:v>
                </c:pt>
                <c:pt idx="488">
                  <c:v>42493</c:v>
                </c:pt>
                <c:pt idx="489">
                  <c:v>42494</c:v>
                </c:pt>
                <c:pt idx="490">
                  <c:v>42495</c:v>
                </c:pt>
                <c:pt idx="491">
                  <c:v>42496</c:v>
                </c:pt>
                <c:pt idx="492">
                  <c:v>42497</c:v>
                </c:pt>
                <c:pt idx="493">
                  <c:v>42498</c:v>
                </c:pt>
                <c:pt idx="494">
                  <c:v>42499</c:v>
                </c:pt>
                <c:pt idx="495">
                  <c:v>42500</c:v>
                </c:pt>
                <c:pt idx="496">
                  <c:v>42501</c:v>
                </c:pt>
                <c:pt idx="497">
                  <c:v>42502</c:v>
                </c:pt>
                <c:pt idx="498">
                  <c:v>42503</c:v>
                </c:pt>
                <c:pt idx="499">
                  <c:v>42504</c:v>
                </c:pt>
                <c:pt idx="500">
                  <c:v>42505</c:v>
                </c:pt>
                <c:pt idx="501">
                  <c:v>42506</c:v>
                </c:pt>
                <c:pt idx="502">
                  <c:v>42507</c:v>
                </c:pt>
                <c:pt idx="503">
                  <c:v>42508</c:v>
                </c:pt>
                <c:pt idx="504">
                  <c:v>42509</c:v>
                </c:pt>
                <c:pt idx="505">
                  <c:v>42510</c:v>
                </c:pt>
                <c:pt idx="506">
                  <c:v>42511</c:v>
                </c:pt>
                <c:pt idx="507">
                  <c:v>42512</c:v>
                </c:pt>
                <c:pt idx="508">
                  <c:v>42513</c:v>
                </c:pt>
                <c:pt idx="509">
                  <c:v>42514</c:v>
                </c:pt>
                <c:pt idx="510">
                  <c:v>42515</c:v>
                </c:pt>
                <c:pt idx="511">
                  <c:v>42516</c:v>
                </c:pt>
                <c:pt idx="512">
                  <c:v>42517</c:v>
                </c:pt>
                <c:pt idx="513">
                  <c:v>42518</c:v>
                </c:pt>
                <c:pt idx="514">
                  <c:v>42519</c:v>
                </c:pt>
                <c:pt idx="515">
                  <c:v>42520</c:v>
                </c:pt>
                <c:pt idx="516">
                  <c:v>42521</c:v>
                </c:pt>
                <c:pt idx="517">
                  <c:v>42522</c:v>
                </c:pt>
                <c:pt idx="518">
                  <c:v>42523</c:v>
                </c:pt>
                <c:pt idx="519">
                  <c:v>42524</c:v>
                </c:pt>
                <c:pt idx="520">
                  <c:v>42525</c:v>
                </c:pt>
                <c:pt idx="521">
                  <c:v>42526</c:v>
                </c:pt>
                <c:pt idx="522">
                  <c:v>42527</c:v>
                </c:pt>
                <c:pt idx="523">
                  <c:v>42528</c:v>
                </c:pt>
                <c:pt idx="524">
                  <c:v>42529</c:v>
                </c:pt>
                <c:pt idx="525">
                  <c:v>42530</c:v>
                </c:pt>
                <c:pt idx="526">
                  <c:v>42531</c:v>
                </c:pt>
                <c:pt idx="527">
                  <c:v>42532</c:v>
                </c:pt>
                <c:pt idx="528">
                  <c:v>42533</c:v>
                </c:pt>
                <c:pt idx="529">
                  <c:v>42534</c:v>
                </c:pt>
                <c:pt idx="530">
                  <c:v>42535</c:v>
                </c:pt>
                <c:pt idx="531">
                  <c:v>42536</c:v>
                </c:pt>
                <c:pt idx="532">
                  <c:v>42537</c:v>
                </c:pt>
                <c:pt idx="533">
                  <c:v>42538</c:v>
                </c:pt>
                <c:pt idx="534">
                  <c:v>42539</c:v>
                </c:pt>
                <c:pt idx="535">
                  <c:v>42540</c:v>
                </c:pt>
                <c:pt idx="536">
                  <c:v>42541</c:v>
                </c:pt>
                <c:pt idx="537">
                  <c:v>42542</c:v>
                </c:pt>
                <c:pt idx="538">
                  <c:v>42543</c:v>
                </c:pt>
                <c:pt idx="539">
                  <c:v>42544</c:v>
                </c:pt>
                <c:pt idx="540">
                  <c:v>42545</c:v>
                </c:pt>
                <c:pt idx="541">
                  <c:v>42546</c:v>
                </c:pt>
                <c:pt idx="542">
                  <c:v>42547</c:v>
                </c:pt>
                <c:pt idx="543">
                  <c:v>42548</c:v>
                </c:pt>
                <c:pt idx="544">
                  <c:v>42549</c:v>
                </c:pt>
                <c:pt idx="545">
                  <c:v>42550</c:v>
                </c:pt>
                <c:pt idx="546">
                  <c:v>42551</c:v>
                </c:pt>
                <c:pt idx="547">
                  <c:v>42552</c:v>
                </c:pt>
                <c:pt idx="548">
                  <c:v>42553</c:v>
                </c:pt>
                <c:pt idx="549">
                  <c:v>42554</c:v>
                </c:pt>
                <c:pt idx="550">
                  <c:v>42555</c:v>
                </c:pt>
                <c:pt idx="551">
                  <c:v>42556</c:v>
                </c:pt>
                <c:pt idx="552">
                  <c:v>42557</c:v>
                </c:pt>
                <c:pt idx="553">
                  <c:v>42558</c:v>
                </c:pt>
                <c:pt idx="554">
                  <c:v>42559</c:v>
                </c:pt>
                <c:pt idx="555">
                  <c:v>42560</c:v>
                </c:pt>
                <c:pt idx="556">
                  <c:v>42561</c:v>
                </c:pt>
                <c:pt idx="557">
                  <c:v>42562</c:v>
                </c:pt>
                <c:pt idx="558">
                  <c:v>42563</c:v>
                </c:pt>
                <c:pt idx="559">
                  <c:v>42564</c:v>
                </c:pt>
                <c:pt idx="560">
                  <c:v>42565</c:v>
                </c:pt>
                <c:pt idx="561">
                  <c:v>42566</c:v>
                </c:pt>
                <c:pt idx="562">
                  <c:v>42567</c:v>
                </c:pt>
                <c:pt idx="563">
                  <c:v>42568</c:v>
                </c:pt>
                <c:pt idx="564">
                  <c:v>42569</c:v>
                </c:pt>
                <c:pt idx="565">
                  <c:v>42570</c:v>
                </c:pt>
                <c:pt idx="566">
                  <c:v>42571</c:v>
                </c:pt>
                <c:pt idx="567">
                  <c:v>42572</c:v>
                </c:pt>
                <c:pt idx="568">
                  <c:v>42573</c:v>
                </c:pt>
                <c:pt idx="569">
                  <c:v>42574</c:v>
                </c:pt>
                <c:pt idx="570">
                  <c:v>42575</c:v>
                </c:pt>
                <c:pt idx="571">
                  <c:v>42576</c:v>
                </c:pt>
                <c:pt idx="572">
                  <c:v>42577</c:v>
                </c:pt>
                <c:pt idx="573">
                  <c:v>42578</c:v>
                </c:pt>
                <c:pt idx="574">
                  <c:v>42579</c:v>
                </c:pt>
                <c:pt idx="575">
                  <c:v>42580</c:v>
                </c:pt>
                <c:pt idx="576">
                  <c:v>42581</c:v>
                </c:pt>
                <c:pt idx="577">
                  <c:v>42582</c:v>
                </c:pt>
                <c:pt idx="578">
                  <c:v>42583</c:v>
                </c:pt>
                <c:pt idx="579">
                  <c:v>42584</c:v>
                </c:pt>
                <c:pt idx="580">
                  <c:v>42585</c:v>
                </c:pt>
                <c:pt idx="581">
                  <c:v>42586</c:v>
                </c:pt>
                <c:pt idx="582">
                  <c:v>42587</c:v>
                </c:pt>
                <c:pt idx="583">
                  <c:v>42588</c:v>
                </c:pt>
                <c:pt idx="584">
                  <c:v>42589</c:v>
                </c:pt>
                <c:pt idx="585">
                  <c:v>42590</c:v>
                </c:pt>
                <c:pt idx="586">
                  <c:v>42591</c:v>
                </c:pt>
                <c:pt idx="587">
                  <c:v>42592</c:v>
                </c:pt>
                <c:pt idx="588">
                  <c:v>42593</c:v>
                </c:pt>
                <c:pt idx="589">
                  <c:v>42594</c:v>
                </c:pt>
                <c:pt idx="590">
                  <c:v>42595</c:v>
                </c:pt>
                <c:pt idx="591">
                  <c:v>42596</c:v>
                </c:pt>
                <c:pt idx="592">
                  <c:v>42597</c:v>
                </c:pt>
                <c:pt idx="593">
                  <c:v>42598</c:v>
                </c:pt>
                <c:pt idx="594">
                  <c:v>42599</c:v>
                </c:pt>
                <c:pt idx="595">
                  <c:v>42600</c:v>
                </c:pt>
                <c:pt idx="596">
                  <c:v>42601</c:v>
                </c:pt>
                <c:pt idx="597">
                  <c:v>42602</c:v>
                </c:pt>
                <c:pt idx="598">
                  <c:v>42603</c:v>
                </c:pt>
                <c:pt idx="599">
                  <c:v>42604</c:v>
                </c:pt>
                <c:pt idx="600">
                  <c:v>42605</c:v>
                </c:pt>
                <c:pt idx="601">
                  <c:v>42606</c:v>
                </c:pt>
                <c:pt idx="602">
                  <c:v>42607</c:v>
                </c:pt>
                <c:pt idx="603">
                  <c:v>42608</c:v>
                </c:pt>
                <c:pt idx="604">
                  <c:v>42609</c:v>
                </c:pt>
                <c:pt idx="605">
                  <c:v>42610</c:v>
                </c:pt>
                <c:pt idx="606">
                  <c:v>42611</c:v>
                </c:pt>
                <c:pt idx="607">
                  <c:v>42612</c:v>
                </c:pt>
                <c:pt idx="608">
                  <c:v>42613</c:v>
                </c:pt>
                <c:pt idx="609">
                  <c:v>42614</c:v>
                </c:pt>
                <c:pt idx="610">
                  <c:v>42615</c:v>
                </c:pt>
                <c:pt idx="611">
                  <c:v>42616</c:v>
                </c:pt>
                <c:pt idx="612">
                  <c:v>42617</c:v>
                </c:pt>
                <c:pt idx="613">
                  <c:v>42618</c:v>
                </c:pt>
                <c:pt idx="614">
                  <c:v>42619</c:v>
                </c:pt>
                <c:pt idx="615">
                  <c:v>42620</c:v>
                </c:pt>
                <c:pt idx="616">
                  <c:v>42621</c:v>
                </c:pt>
                <c:pt idx="617">
                  <c:v>42622</c:v>
                </c:pt>
                <c:pt idx="618">
                  <c:v>42623</c:v>
                </c:pt>
                <c:pt idx="619">
                  <c:v>42624</c:v>
                </c:pt>
                <c:pt idx="620">
                  <c:v>42625</c:v>
                </c:pt>
                <c:pt idx="621">
                  <c:v>42626</c:v>
                </c:pt>
                <c:pt idx="622">
                  <c:v>42627</c:v>
                </c:pt>
                <c:pt idx="623">
                  <c:v>42628</c:v>
                </c:pt>
                <c:pt idx="624">
                  <c:v>42629</c:v>
                </c:pt>
                <c:pt idx="625">
                  <c:v>42630</c:v>
                </c:pt>
                <c:pt idx="626">
                  <c:v>42631</c:v>
                </c:pt>
                <c:pt idx="627">
                  <c:v>42632</c:v>
                </c:pt>
                <c:pt idx="628">
                  <c:v>42633</c:v>
                </c:pt>
                <c:pt idx="629">
                  <c:v>42634</c:v>
                </c:pt>
                <c:pt idx="630">
                  <c:v>42635</c:v>
                </c:pt>
                <c:pt idx="631">
                  <c:v>42636</c:v>
                </c:pt>
                <c:pt idx="632">
                  <c:v>42637</c:v>
                </c:pt>
                <c:pt idx="633">
                  <c:v>42638</c:v>
                </c:pt>
                <c:pt idx="634">
                  <c:v>42639</c:v>
                </c:pt>
                <c:pt idx="635">
                  <c:v>42640</c:v>
                </c:pt>
                <c:pt idx="636">
                  <c:v>42641</c:v>
                </c:pt>
                <c:pt idx="637">
                  <c:v>42642</c:v>
                </c:pt>
                <c:pt idx="638">
                  <c:v>42643</c:v>
                </c:pt>
                <c:pt idx="639">
                  <c:v>42644</c:v>
                </c:pt>
                <c:pt idx="640">
                  <c:v>42645</c:v>
                </c:pt>
                <c:pt idx="641">
                  <c:v>42646</c:v>
                </c:pt>
                <c:pt idx="642">
                  <c:v>42647</c:v>
                </c:pt>
                <c:pt idx="643">
                  <c:v>42648</c:v>
                </c:pt>
                <c:pt idx="644">
                  <c:v>42649</c:v>
                </c:pt>
                <c:pt idx="645">
                  <c:v>42650</c:v>
                </c:pt>
                <c:pt idx="646">
                  <c:v>42651</c:v>
                </c:pt>
                <c:pt idx="647">
                  <c:v>42652</c:v>
                </c:pt>
                <c:pt idx="648">
                  <c:v>42653</c:v>
                </c:pt>
                <c:pt idx="649">
                  <c:v>42654</c:v>
                </c:pt>
                <c:pt idx="650">
                  <c:v>42655</c:v>
                </c:pt>
                <c:pt idx="651">
                  <c:v>42656</c:v>
                </c:pt>
                <c:pt idx="652">
                  <c:v>42657</c:v>
                </c:pt>
                <c:pt idx="653">
                  <c:v>42658</c:v>
                </c:pt>
                <c:pt idx="654">
                  <c:v>42659</c:v>
                </c:pt>
                <c:pt idx="655">
                  <c:v>42660</c:v>
                </c:pt>
                <c:pt idx="656">
                  <c:v>42661</c:v>
                </c:pt>
                <c:pt idx="657">
                  <c:v>42662</c:v>
                </c:pt>
                <c:pt idx="658">
                  <c:v>42663</c:v>
                </c:pt>
                <c:pt idx="659">
                  <c:v>42664</c:v>
                </c:pt>
                <c:pt idx="660">
                  <c:v>42665</c:v>
                </c:pt>
                <c:pt idx="661">
                  <c:v>42666</c:v>
                </c:pt>
                <c:pt idx="662">
                  <c:v>42667</c:v>
                </c:pt>
                <c:pt idx="663">
                  <c:v>42668</c:v>
                </c:pt>
                <c:pt idx="664">
                  <c:v>42669</c:v>
                </c:pt>
                <c:pt idx="665">
                  <c:v>42670</c:v>
                </c:pt>
                <c:pt idx="666">
                  <c:v>42671</c:v>
                </c:pt>
                <c:pt idx="667">
                  <c:v>42672</c:v>
                </c:pt>
                <c:pt idx="668">
                  <c:v>42673</c:v>
                </c:pt>
                <c:pt idx="669">
                  <c:v>42674</c:v>
                </c:pt>
                <c:pt idx="670">
                  <c:v>42675</c:v>
                </c:pt>
                <c:pt idx="671">
                  <c:v>42676</c:v>
                </c:pt>
                <c:pt idx="672">
                  <c:v>42677</c:v>
                </c:pt>
                <c:pt idx="673">
                  <c:v>42678</c:v>
                </c:pt>
                <c:pt idx="674">
                  <c:v>42679</c:v>
                </c:pt>
                <c:pt idx="675">
                  <c:v>42680</c:v>
                </c:pt>
                <c:pt idx="676">
                  <c:v>42681</c:v>
                </c:pt>
                <c:pt idx="677">
                  <c:v>42682</c:v>
                </c:pt>
                <c:pt idx="678">
                  <c:v>42683</c:v>
                </c:pt>
                <c:pt idx="679">
                  <c:v>42684</c:v>
                </c:pt>
                <c:pt idx="680">
                  <c:v>42685</c:v>
                </c:pt>
                <c:pt idx="681">
                  <c:v>42686</c:v>
                </c:pt>
                <c:pt idx="682">
                  <c:v>42687</c:v>
                </c:pt>
                <c:pt idx="683">
                  <c:v>42688</c:v>
                </c:pt>
                <c:pt idx="684">
                  <c:v>42689</c:v>
                </c:pt>
                <c:pt idx="685">
                  <c:v>42690</c:v>
                </c:pt>
                <c:pt idx="686">
                  <c:v>42691</c:v>
                </c:pt>
                <c:pt idx="687">
                  <c:v>42692</c:v>
                </c:pt>
                <c:pt idx="688">
                  <c:v>42693</c:v>
                </c:pt>
                <c:pt idx="689">
                  <c:v>42694</c:v>
                </c:pt>
                <c:pt idx="690">
                  <c:v>42695</c:v>
                </c:pt>
                <c:pt idx="691">
                  <c:v>42696</c:v>
                </c:pt>
                <c:pt idx="692">
                  <c:v>42697</c:v>
                </c:pt>
                <c:pt idx="693">
                  <c:v>42698</c:v>
                </c:pt>
                <c:pt idx="694">
                  <c:v>42699</c:v>
                </c:pt>
                <c:pt idx="695">
                  <c:v>42700</c:v>
                </c:pt>
                <c:pt idx="696">
                  <c:v>42701</c:v>
                </c:pt>
                <c:pt idx="697">
                  <c:v>42702</c:v>
                </c:pt>
                <c:pt idx="698">
                  <c:v>42703</c:v>
                </c:pt>
                <c:pt idx="699">
                  <c:v>42704</c:v>
                </c:pt>
                <c:pt idx="700">
                  <c:v>42705</c:v>
                </c:pt>
                <c:pt idx="701">
                  <c:v>42706</c:v>
                </c:pt>
                <c:pt idx="702">
                  <c:v>42707</c:v>
                </c:pt>
                <c:pt idx="703">
                  <c:v>42708</c:v>
                </c:pt>
                <c:pt idx="704">
                  <c:v>42709</c:v>
                </c:pt>
                <c:pt idx="705">
                  <c:v>42710</c:v>
                </c:pt>
                <c:pt idx="706">
                  <c:v>42711</c:v>
                </c:pt>
                <c:pt idx="707">
                  <c:v>42712</c:v>
                </c:pt>
                <c:pt idx="708">
                  <c:v>42713</c:v>
                </c:pt>
                <c:pt idx="709">
                  <c:v>42714</c:v>
                </c:pt>
                <c:pt idx="710">
                  <c:v>42715</c:v>
                </c:pt>
                <c:pt idx="711">
                  <c:v>42716</c:v>
                </c:pt>
                <c:pt idx="712">
                  <c:v>42717</c:v>
                </c:pt>
                <c:pt idx="713">
                  <c:v>42718</c:v>
                </c:pt>
                <c:pt idx="714">
                  <c:v>42719</c:v>
                </c:pt>
                <c:pt idx="715">
                  <c:v>42720</c:v>
                </c:pt>
                <c:pt idx="716">
                  <c:v>42721</c:v>
                </c:pt>
                <c:pt idx="717">
                  <c:v>42722</c:v>
                </c:pt>
                <c:pt idx="718">
                  <c:v>42723</c:v>
                </c:pt>
                <c:pt idx="719">
                  <c:v>42724</c:v>
                </c:pt>
                <c:pt idx="720">
                  <c:v>42725</c:v>
                </c:pt>
                <c:pt idx="721">
                  <c:v>42726</c:v>
                </c:pt>
                <c:pt idx="722">
                  <c:v>42727</c:v>
                </c:pt>
                <c:pt idx="723">
                  <c:v>42728</c:v>
                </c:pt>
                <c:pt idx="724">
                  <c:v>42729</c:v>
                </c:pt>
                <c:pt idx="725">
                  <c:v>42730</c:v>
                </c:pt>
                <c:pt idx="726">
                  <c:v>42731</c:v>
                </c:pt>
                <c:pt idx="727">
                  <c:v>42732</c:v>
                </c:pt>
                <c:pt idx="728">
                  <c:v>42733</c:v>
                </c:pt>
                <c:pt idx="729">
                  <c:v>42734</c:v>
                </c:pt>
                <c:pt idx="730">
                  <c:v>42735</c:v>
                </c:pt>
                <c:pt idx="731">
                  <c:v>42736</c:v>
                </c:pt>
                <c:pt idx="732">
                  <c:v>42737</c:v>
                </c:pt>
                <c:pt idx="733">
                  <c:v>42738</c:v>
                </c:pt>
                <c:pt idx="734">
                  <c:v>42739</c:v>
                </c:pt>
                <c:pt idx="735">
                  <c:v>42740</c:v>
                </c:pt>
                <c:pt idx="736">
                  <c:v>42741</c:v>
                </c:pt>
                <c:pt idx="737">
                  <c:v>42742</c:v>
                </c:pt>
                <c:pt idx="738">
                  <c:v>42743</c:v>
                </c:pt>
                <c:pt idx="739">
                  <c:v>42744</c:v>
                </c:pt>
                <c:pt idx="740">
                  <c:v>42745</c:v>
                </c:pt>
                <c:pt idx="741">
                  <c:v>42746</c:v>
                </c:pt>
                <c:pt idx="742">
                  <c:v>42747</c:v>
                </c:pt>
                <c:pt idx="743">
                  <c:v>42748</c:v>
                </c:pt>
                <c:pt idx="744">
                  <c:v>42749</c:v>
                </c:pt>
                <c:pt idx="745">
                  <c:v>42750</c:v>
                </c:pt>
                <c:pt idx="746">
                  <c:v>42751</c:v>
                </c:pt>
                <c:pt idx="747">
                  <c:v>42752</c:v>
                </c:pt>
                <c:pt idx="748">
                  <c:v>42753</c:v>
                </c:pt>
                <c:pt idx="749">
                  <c:v>42754</c:v>
                </c:pt>
                <c:pt idx="750">
                  <c:v>42755</c:v>
                </c:pt>
                <c:pt idx="751">
                  <c:v>42756</c:v>
                </c:pt>
                <c:pt idx="752">
                  <c:v>42757</c:v>
                </c:pt>
                <c:pt idx="753">
                  <c:v>42758</c:v>
                </c:pt>
                <c:pt idx="754">
                  <c:v>42759</c:v>
                </c:pt>
                <c:pt idx="755">
                  <c:v>42760</c:v>
                </c:pt>
                <c:pt idx="756">
                  <c:v>42761</c:v>
                </c:pt>
                <c:pt idx="757">
                  <c:v>42762</c:v>
                </c:pt>
                <c:pt idx="758">
                  <c:v>42763</c:v>
                </c:pt>
                <c:pt idx="759">
                  <c:v>42764</c:v>
                </c:pt>
                <c:pt idx="760">
                  <c:v>42765</c:v>
                </c:pt>
                <c:pt idx="761">
                  <c:v>42766</c:v>
                </c:pt>
                <c:pt idx="762">
                  <c:v>42767</c:v>
                </c:pt>
                <c:pt idx="763">
                  <c:v>42768</c:v>
                </c:pt>
                <c:pt idx="764">
                  <c:v>42769</c:v>
                </c:pt>
                <c:pt idx="765">
                  <c:v>42770</c:v>
                </c:pt>
                <c:pt idx="766">
                  <c:v>42771</c:v>
                </c:pt>
                <c:pt idx="767">
                  <c:v>42772</c:v>
                </c:pt>
                <c:pt idx="768">
                  <c:v>42773</c:v>
                </c:pt>
                <c:pt idx="769">
                  <c:v>42774</c:v>
                </c:pt>
                <c:pt idx="770">
                  <c:v>42775</c:v>
                </c:pt>
                <c:pt idx="771">
                  <c:v>42776</c:v>
                </c:pt>
                <c:pt idx="772">
                  <c:v>42777</c:v>
                </c:pt>
                <c:pt idx="773">
                  <c:v>42778</c:v>
                </c:pt>
                <c:pt idx="774">
                  <c:v>42779</c:v>
                </c:pt>
                <c:pt idx="775">
                  <c:v>42780</c:v>
                </c:pt>
                <c:pt idx="776">
                  <c:v>42781</c:v>
                </c:pt>
                <c:pt idx="777">
                  <c:v>42782</c:v>
                </c:pt>
                <c:pt idx="778">
                  <c:v>42783</c:v>
                </c:pt>
                <c:pt idx="779">
                  <c:v>42784</c:v>
                </c:pt>
                <c:pt idx="780">
                  <c:v>42785</c:v>
                </c:pt>
                <c:pt idx="781">
                  <c:v>42786</c:v>
                </c:pt>
                <c:pt idx="782">
                  <c:v>42787</c:v>
                </c:pt>
                <c:pt idx="783">
                  <c:v>42788</c:v>
                </c:pt>
                <c:pt idx="784">
                  <c:v>42789</c:v>
                </c:pt>
                <c:pt idx="785">
                  <c:v>42790</c:v>
                </c:pt>
                <c:pt idx="786">
                  <c:v>42791</c:v>
                </c:pt>
                <c:pt idx="787">
                  <c:v>42792</c:v>
                </c:pt>
                <c:pt idx="788">
                  <c:v>42793</c:v>
                </c:pt>
                <c:pt idx="789">
                  <c:v>42794</c:v>
                </c:pt>
                <c:pt idx="790">
                  <c:v>42795</c:v>
                </c:pt>
                <c:pt idx="791">
                  <c:v>42796</c:v>
                </c:pt>
                <c:pt idx="792">
                  <c:v>42797</c:v>
                </c:pt>
                <c:pt idx="793">
                  <c:v>42798</c:v>
                </c:pt>
                <c:pt idx="794">
                  <c:v>42799</c:v>
                </c:pt>
                <c:pt idx="795">
                  <c:v>42800</c:v>
                </c:pt>
                <c:pt idx="796">
                  <c:v>42801</c:v>
                </c:pt>
                <c:pt idx="797">
                  <c:v>42802</c:v>
                </c:pt>
                <c:pt idx="798">
                  <c:v>42803</c:v>
                </c:pt>
                <c:pt idx="799">
                  <c:v>42804</c:v>
                </c:pt>
                <c:pt idx="800">
                  <c:v>42805</c:v>
                </c:pt>
                <c:pt idx="801">
                  <c:v>42806</c:v>
                </c:pt>
                <c:pt idx="802">
                  <c:v>42807</c:v>
                </c:pt>
                <c:pt idx="803">
                  <c:v>42808</c:v>
                </c:pt>
                <c:pt idx="804">
                  <c:v>42809</c:v>
                </c:pt>
                <c:pt idx="805">
                  <c:v>42810</c:v>
                </c:pt>
                <c:pt idx="806">
                  <c:v>42811</c:v>
                </c:pt>
                <c:pt idx="807">
                  <c:v>42812</c:v>
                </c:pt>
                <c:pt idx="808">
                  <c:v>42813</c:v>
                </c:pt>
                <c:pt idx="809">
                  <c:v>42814</c:v>
                </c:pt>
                <c:pt idx="810">
                  <c:v>42815</c:v>
                </c:pt>
                <c:pt idx="811">
                  <c:v>42816</c:v>
                </c:pt>
                <c:pt idx="812">
                  <c:v>42817</c:v>
                </c:pt>
                <c:pt idx="813">
                  <c:v>42818</c:v>
                </c:pt>
                <c:pt idx="814">
                  <c:v>42819</c:v>
                </c:pt>
                <c:pt idx="815">
                  <c:v>42820</c:v>
                </c:pt>
                <c:pt idx="816">
                  <c:v>42821</c:v>
                </c:pt>
                <c:pt idx="817">
                  <c:v>42822</c:v>
                </c:pt>
                <c:pt idx="818">
                  <c:v>42823</c:v>
                </c:pt>
                <c:pt idx="819">
                  <c:v>42824</c:v>
                </c:pt>
                <c:pt idx="820">
                  <c:v>42825</c:v>
                </c:pt>
                <c:pt idx="821">
                  <c:v>42826</c:v>
                </c:pt>
                <c:pt idx="822">
                  <c:v>42827</c:v>
                </c:pt>
                <c:pt idx="823">
                  <c:v>42828</c:v>
                </c:pt>
                <c:pt idx="824">
                  <c:v>42829</c:v>
                </c:pt>
                <c:pt idx="825">
                  <c:v>42830</c:v>
                </c:pt>
                <c:pt idx="826">
                  <c:v>42831</c:v>
                </c:pt>
                <c:pt idx="827">
                  <c:v>42832</c:v>
                </c:pt>
                <c:pt idx="828">
                  <c:v>42833</c:v>
                </c:pt>
                <c:pt idx="829">
                  <c:v>42834</c:v>
                </c:pt>
                <c:pt idx="830">
                  <c:v>42835</c:v>
                </c:pt>
                <c:pt idx="831">
                  <c:v>42836</c:v>
                </c:pt>
                <c:pt idx="832">
                  <c:v>42837</c:v>
                </c:pt>
                <c:pt idx="833">
                  <c:v>42838</c:v>
                </c:pt>
                <c:pt idx="834">
                  <c:v>42839</c:v>
                </c:pt>
                <c:pt idx="835">
                  <c:v>42840</c:v>
                </c:pt>
                <c:pt idx="836">
                  <c:v>42841</c:v>
                </c:pt>
                <c:pt idx="837">
                  <c:v>42842</c:v>
                </c:pt>
                <c:pt idx="838">
                  <c:v>42843</c:v>
                </c:pt>
                <c:pt idx="839">
                  <c:v>42844</c:v>
                </c:pt>
                <c:pt idx="840">
                  <c:v>42845</c:v>
                </c:pt>
                <c:pt idx="841">
                  <c:v>42846</c:v>
                </c:pt>
                <c:pt idx="842">
                  <c:v>42847</c:v>
                </c:pt>
                <c:pt idx="843">
                  <c:v>42848</c:v>
                </c:pt>
                <c:pt idx="844">
                  <c:v>42849</c:v>
                </c:pt>
                <c:pt idx="845">
                  <c:v>42850</c:v>
                </c:pt>
                <c:pt idx="846">
                  <c:v>42851</c:v>
                </c:pt>
                <c:pt idx="847">
                  <c:v>42852</c:v>
                </c:pt>
                <c:pt idx="848">
                  <c:v>42853</c:v>
                </c:pt>
                <c:pt idx="849">
                  <c:v>42854</c:v>
                </c:pt>
                <c:pt idx="850">
                  <c:v>42855</c:v>
                </c:pt>
                <c:pt idx="851">
                  <c:v>42856</c:v>
                </c:pt>
                <c:pt idx="852">
                  <c:v>42857</c:v>
                </c:pt>
                <c:pt idx="853">
                  <c:v>42858</c:v>
                </c:pt>
                <c:pt idx="854">
                  <c:v>42859</c:v>
                </c:pt>
                <c:pt idx="855">
                  <c:v>42860</c:v>
                </c:pt>
                <c:pt idx="856">
                  <c:v>42861</c:v>
                </c:pt>
                <c:pt idx="857">
                  <c:v>42862</c:v>
                </c:pt>
                <c:pt idx="858">
                  <c:v>42863</c:v>
                </c:pt>
                <c:pt idx="859">
                  <c:v>42864</c:v>
                </c:pt>
                <c:pt idx="860">
                  <c:v>42865</c:v>
                </c:pt>
                <c:pt idx="861">
                  <c:v>42866</c:v>
                </c:pt>
                <c:pt idx="862">
                  <c:v>42867</c:v>
                </c:pt>
                <c:pt idx="863">
                  <c:v>42868</c:v>
                </c:pt>
                <c:pt idx="864">
                  <c:v>42869</c:v>
                </c:pt>
                <c:pt idx="865">
                  <c:v>42870</c:v>
                </c:pt>
                <c:pt idx="866">
                  <c:v>42871</c:v>
                </c:pt>
                <c:pt idx="867">
                  <c:v>42872</c:v>
                </c:pt>
                <c:pt idx="868">
                  <c:v>42873</c:v>
                </c:pt>
                <c:pt idx="869">
                  <c:v>42874</c:v>
                </c:pt>
                <c:pt idx="870">
                  <c:v>42875</c:v>
                </c:pt>
                <c:pt idx="871">
                  <c:v>42876</c:v>
                </c:pt>
                <c:pt idx="872">
                  <c:v>42877</c:v>
                </c:pt>
                <c:pt idx="873">
                  <c:v>42878</c:v>
                </c:pt>
                <c:pt idx="874">
                  <c:v>42879</c:v>
                </c:pt>
                <c:pt idx="875">
                  <c:v>42880</c:v>
                </c:pt>
                <c:pt idx="876">
                  <c:v>42881</c:v>
                </c:pt>
                <c:pt idx="877">
                  <c:v>42882</c:v>
                </c:pt>
                <c:pt idx="878">
                  <c:v>42883</c:v>
                </c:pt>
                <c:pt idx="879">
                  <c:v>42884</c:v>
                </c:pt>
                <c:pt idx="880">
                  <c:v>42885</c:v>
                </c:pt>
                <c:pt idx="881">
                  <c:v>42886</c:v>
                </c:pt>
                <c:pt idx="882">
                  <c:v>42887</c:v>
                </c:pt>
                <c:pt idx="883">
                  <c:v>42888</c:v>
                </c:pt>
                <c:pt idx="884">
                  <c:v>42889</c:v>
                </c:pt>
                <c:pt idx="885">
                  <c:v>42890</c:v>
                </c:pt>
                <c:pt idx="886">
                  <c:v>42891</c:v>
                </c:pt>
                <c:pt idx="887">
                  <c:v>42892</c:v>
                </c:pt>
                <c:pt idx="888">
                  <c:v>42893</c:v>
                </c:pt>
                <c:pt idx="889">
                  <c:v>42894</c:v>
                </c:pt>
                <c:pt idx="890">
                  <c:v>42895</c:v>
                </c:pt>
                <c:pt idx="891">
                  <c:v>42896</c:v>
                </c:pt>
                <c:pt idx="892">
                  <c:v>42897</c:v>
                </c:pt>
                <c:pt idx="893">
                  <c:v>42898</c:v>
                </c:pt>
                <c:pt idx="894">
                  <c:v>42899</c:v>
                </c:pt>
                <c:pt idx="895">
                  <c:v>42900</c:v>
                </c:pt>
                <c:pt idx="896">
                  <c:v>42901</c:v>
                </c:pt>
                <c:pt idx="897">
                  <c:v>42902</c:v>
                </c:pt>
                <c:pt idx="898">
                  <c:v>42903</c:v>
                </c:pt>
                <c:pt idx="899">
                  <c:v>42904</c:v>
                </c:pt>
                <c:pt idx="900">
                  <c:v>42905</c:v>
                </c:pt>
                <c:pt idx="901">
                  <c:v>42906</c:v>
                </c:pt>
                <c:pt idx="902">
                  <c:v>42907</c:v>
                </c:pt>
                <c:pt idx="903">
                  <c:v>42908</c:v>
                </c:pt>
                <c:pt idx="904">
                  <c:v>42909</c:v>
                </c:pt>
                <c:pt idx="905">
                  <c:v>42910</c:v>
                </c:pt>
                <c:pt idx="906">
                  <c:v>42911</c:v>
                </c:pt>
                <c:pt idx="907">
                  <c:v>42912</c:v>
                </c:pt>
                <c:pt idx="908">
                  <c:v>42913</c:v>
                </c:pt>
                <c:pt idx="909">
                  <c:v>42914</c:v>
                </c:pt>
                <c:pt idx="910">
                  <c:v>42915</c:v>
                </c:pt>
                <c:pt idx="911">
                  <c:v>42916</c:v>
                </c:pt>
                <c:pt idx="912">
                  <c:v>42917</c:v>
                </c:pt>
                <c:pt idx="913">
                  <c:v>42918</c:v>
                </c:pt>
                <c:pt idx="914">
                  <c:v>42919</c:v>
                </c:pt>
                <c:pt idx="915">
                  <c:v>42920</c:v>
                </c:pt>
                <c:pt idx="916">
                  <c:v>42921</c:v>
                </c:pt>
                <c:pt idx="917">
                  <c:v>42922</c:v>
                </c:pt>
                <c:pt idx="918">
                  <c:v>42923</c:v>
                </c:pt>
                <c:pt idx="919">
                  <c:v>42924</c:v>
                </c:pt>
                <c:pt idx="920">
                  <c:v>42925</c:v>
                </c:pt>
                <c:pt idx="921">
                  <c:v>42926</c:v>
                </c:pt>
                <c:pt idx="922">
                  <c:v>42927</c:v>
                </c:pt>
                <c:pt idx="923">
                  <c:v>42928</c:v>
                </c:pt>
                <c:pt idx="924">
                  <c:v>42929</c:v>
                </c:pt>
                <c:pt idx="925">
                  <c:v>42930</c:v>
                </c:pt>
                <c:pt idx="926">
                  <c:v>42931</c:v>
                </c:pt>
                <c:pt idx="927">
                  <c:v>42932</c:v>
                </c:pt>
                <c:pt idx="928">
                  <c:v>42933</c:v>
                </c:pt>
                <c:pt idx="929">
                  <c:v>42934</c:v>
                </c:pt>
                <c:pt idx="930">
                  <c:v>42935</c:v>
                </c:pt>
                <c:pt idx="931">
                  <c:v>42936</c:v>
                </c:pt>
                <c:pt idx="932">
                  <c:v>42937</c:v>
                </c:pt>
                <c:pt idx="933">
                  <c:v>42938</c:v>
                </c:pt>
                <c:pt idx="934">
                  <c:v>42939</c:v>
                </c:pt>
                <c:pt idx="935">
                  <c:v>42940</c:v>
                </c:pt>
                <c:pt idx="936">
                  <c:v>42941</c:v>
                </c:pt>
                <c:pt idx="937">
                  <c:v>42942</c:v>
                </c:pt>
                <c:pt idx="938">
                  <c:v>42943</c:v>
                </c:pt>
                <c:pt idx="939">
                  <c:v>42944</c:v>
                </c:pt>
                <c:pt idx="940">
                  <c:v>42945</c:v>
                </c:pt>
                <c:pt idx="941">
                  <c:v>42946</c:v>
                </c:pt>
                <c:pt idx="942">
                  <c:v>42947</c:v>
                </c:pt>
                <c:pt idx="943">
                  <c:v>42948</c:v>
                </c:pt>
                <c:pt idx="944">
                  <c:v>42949</c:v>
                </c:pt>
                <c:pt idx="945">
                  <c:v>42950</c:v>
                </c:pt>
                <c:pt idx="946">
                  <c:v>42951</c:v>
                </c:pt>
                <c:pt idx="947">
                  <c:v>42952</c:v>
                </c:pt>
                <c:pt idx="948">
                  <c:v>42953</c:v>
                </c:pt>
                <c:pt idx="949">
                  <c:v>42954</c:v>
                </c:pt>
                <c:pt idx="950">
                  <c:v>42955</c:v>
                </c:pt>
                <c:pt idx="951">
                  <c:v>42956</c:v>
                </c:pt>
                <c:pt idx="952">
                  <c:v>42957</c:v>
                </c:pt>
                <c:pt idx="953">
                  <c:v>42958</c:v>
                </c:pt>
                <c:pt idx="954">
                  <c:v>42959</c:v>
                </c:pt>
                <c:pt idx="955">
                  <c:v>42960</c:v>
                </c:pt>
                <c:pt idx="956">
                  <c:v>42961</c:v>
                </c:pt>
                <c:pt idx="957">
                  <c:v>42962</c:v>
                </c:pt>
                <c:pt idx="958">
                  <c:v>42963</c:v>
                </c:pt>
                <c:pt idx="959">
                  <c:v>42964</c:v>
                </c:pt>
                <c:pt idx="960">
                  <c:v>42965</c:v>
                </c:pt>
                <c:pt idx="961">
                  <c:v>42966</c:v>
                </c:pt>
                <c:pt idx="962">
                  <c:v>42967</c:v>
                </c:pt>
                <c:pt idx="963">
                  <c:v>42968</c:v>
                </c:pt>
                <c:pt idx="964">
                  <c:v>42969</c:v>
                </c:pt>
                <c:pt idx="965">
                  <c:v>42970</c:v>
                </c:pt>
                <c:pt idx="966">
                  <c:v>42971</c:v>
                </c:pt>
                <c:pt idx="967">
                  <c:v>42972</c:v>
                </c:pt>
                <c:pt idx="968">
                  <c:v>42973</c:v>
                </c:pt>
                <c:pt idx="969">
                  <c:v>42974</c:v>
                </c:pt>
                <c:pt idx="970">
                  <c:v>42975</c:v>
                </c:pt>
                <c:pt idx="971">
                  <c:v>42976</c:v>
                </c:pt>
                <c:pt idx="972">
                  <c:v>42977</c:v>
                </c:pt>
                <c:pt idx="973">
                  <c:v>42978</c:v>
                </c:pt>
                <c:pt idx="974">
                  <c:v>42979</c:v>
                </c:pt>
                <c:pt idx="975">
                  <c:v>42980</c:v>
                </c:pt>
                <c:pt idx="976">
                  <c:v>42981</c:v>
                </c:pt>
                <c:pt idx="977">
                  <c:v>42982</c:v>
                </c:pt>
                <c:pt idx="978">
                  <c:v>42983</c:v>
                </c:pt>
                <c:pt idx="979">
                  <c:v>42984</c:v>
                </c:pt>
                <c:pt idx="980">
                  <c:v>42985</c:v>
                </c:pt>
                <c:pt idx="981">
                  <c:v>42986</c:v>
                </c:pt>
                <c:pt idx="982">
                  <c:v>42987</c:v>
                </c:pt>
                <c:pt idx="983">
                  <c:v>42988</c:v>
                </c:pt>
                <c:pt idx="984">
                  <c:v>42989</c:v>
                </c:pt>
                <c:pt idx="985">
                  <c:v>42990</c:v>
                </c:pt>
                <c:pt idx="986">
                  <c:v>42991</c:v>
                </c:pt>
                <c:pt idx="987">
                  <c:v>42992</c:v>
                </c:pt>
                <c:pt idx="988">
                  <c:v>42993</c:v>
                </c:pt>
                <c:pt idx="989">
                  <c:v>42994</c:v>
                </c:pt>
                <c:pt idx="990">
                  <c:v>42995</c:v>
                </c:pt>
                <c:pt idx="991">
                  <c:v>42996</c:v>
                </c:pt>
                <c:pt idx="992">
                  <c:v>42997</c:v>
                </c:pt>
                <c:pt idx="993">
                  <c:v>42998</c:v>
                </c:pt>
                <c:pt idx="994">
                  <c:v>42999</c:v>
                </c:pt>
                <c:pt idx="995">
                  <c:v>43000</c:v>
                </c:pt>
                <c:pt idx="996">
                  <c:v>43001</c:v>
                </c:pt>
                <c:pt idx="997">
                  <c:v>43002</c:v>
                </c:pt>
                <c:pt idx="998">
                  <c:v>43003</c:v>
                </c:pt>
                <c:pt idx="999">
                  <c:v>43004</c:v>
                </c:pt>
                <c:pt idx="1000">
                  <c:v>43005</c:v>
                </c:pt>
                <c:pt idx="1001">
                  <c:v>43006</c:v>
                </c:pt>
                <c:pt idx="1002">
                  <c:v>43007</c:v>
                </c:pt>
                <c:pt idx="1003">
                  <c:v>43008</c:v>
                </c:pt>
                <c:pt idx="1004">
                  <c:v>43009</c:v>
                </c:pt>
                <c:pt idx="1005">
                  <c:v>43010</c:v>
                </c:pt>
                <c:pt idx="1006">
                  <c:v>43011</c:v>
                </c:pt>
                <c:pt idx="1007">
                  <c:v>43012</c:v>
                </c:pt>
                <c:pt idx="1008">
                  <c:v>43013</c:v>
                </c:pt>
                <c:pt idx="1009">
                  <c:v>43014</c:v>
                </c:pt>
                <c:pt idx="1010">
                  <c:v>43015</c:v>
                </c:pt>
                <c:pt idx="1011">
                  <c:v>43016</c:v>
                </c:pt>
                <c:pt idx="1012">
                  <c:v>43017</c:v>
                </c:pt>
                <c:pt idx="1013">
                  <c:v>43018</c:v>
                </c:pt>
                <c:pt idx="1014">
                  <c:v>43019</c:v>
                </c:pt>
                <c:pt idx="1015">
                  <c:v>43020</c:v>
                </c:pt>
                <c:pt idx="1016">
                  <c:v>43021</c:v>
                </c:pt>
                <c:pt idx="1017">
                  <c:v>43022</c:v>
                </c:pt>
                <c:pt idx="1018">
                  <c:v>43023</c:v>
                </c:pt>
                <c:pt idx="1019">
                  <c:v>43024</c:v>
                </c:pt>
                <c:pt idx="1020">
                  <c:v>43025</c:v>
                </c:pt>
                <c:pt idx="1021">
                  <c:v>43026</c:v>
                </c:pt>
                <c:pt idx="1022">
                  <c:v>43027</c:v>
                </c:pt>
                <c:pt idx="1023">
                  <c:v>43028</c:v>
                </c:pt>
                <c:pt idx="1024">
                  <c:v>43029</c:v>
                </c:pt>
                <c:pt idx="1025">
                  <c:v>43030</c:v>
                </c:pt>
                <c:pt idx="1026">
                  <c:v>43031</c:v>
                </c:pt>
                <c:pt idx="1027">
                  <c:v>43032</c:v>
                </c:pt>
                <c:pt idx="1028">
                  <c:v>43033</c:v>
                </c:pt>
                <c:pt idx="1029">
                  <c:v>43034</c:v>
                </c:pt>
                <c:pt idx="1030">
                  <c:v>43035</c:v>
                </c:pt>
                <c:pt idx="1031">
                  <c:v>43036</c:v>
                </c:pt>
                <c:pt idx="1032">
                  <c:v>43037</c:v>
                </c:pt>
                <c:pt idx="1033">
                  <c:v>43038</c:v>
                </c:pt>
                <c:pt idx="1034">
                  <c:v>43039</c:v>
                </c:pt>
                <c:pt idx="1035">
                  <c:v>43040</c:v>
                </c:pt>
                <c:pt idx="1036">
                  <c:v>43041</c:v>
                </c:pt>
                <c:pt idx="1037">
                  <c:v>43042</c:v>
                </c:pt>
                <c:pt idx="1038">
                  <c:v>43043</c:v>
                </c:pt>
                <c:pt idx="1039">
                  <c:v>43044</c:v>
                </c:pt>
                <c:pt idx="1040">
                  <c:v>43045</c:v>
                </c:pt>
                <c:pt idx="1041">
                  <c:v>43046</c:v>
                </c:pt>
                <c:pt idx="1042">
                  <c:v>43047</c:v>
                </c:pt>
                <c:pt idx="1043">
                  <c:v>43048</c:v>
                </c:pt>
                <c:pt idx="1044">
                  <c:v>43049</c:v>
                </c:pt>
                <c:pt idx="1045">
                  <c:v>43050</c:v>
                </c:pt>
                <c:pt idx="1046">
                  <c:v>43051</c:v>
                </c:pt>
                <c:pt idx="1047">
                  <c:v>43052</c:v>
                </c:pt>
                <c:pt idx="1048">
                  <c:v>43053</c:v>
                </c:pt>
                <c:pt idx="1049">
                  <c:v>43054</c:v>
                </c:pt>
                <c:pt idx="1050">
                  <c:v>43055</c:v>
                </c:pt>
                <c:pt idx="1051">
                  <c:v>43056</c:v>
                </c:pt>
                <c:pt idx="1052">
                  <c:v>43057</c:v>
                </c:pt>
                <c:pt idx="1053">
                  <c:v>43058</c:v>
                </c:pt>
                <c:pt idx="1054">
                  <c:v>43059</c:v>
                </c:pt>
                <c:pt idx="1055">
                  <c:v>43060</c:v>
                </c:pt>
                <c:pt idx="1056">
                  <c:v>43061</c:v>
                </c:pt>
                <c:pt idx="1057">
                  <c:v>43062</c:v>
                </c:pt>
                <c:pt idx="1058">
                  <c:v>43063</c:v>
                </c:pt>
                <c:pt idx="1059">
                  <c:v>43064</c:v>
                </c:pt>
                <c:pt idx="1060">
                  <c:v>43065</c:v>
                </c:pt>
                <c:pt idx="1061">
                  <c:v>43066</c:v>
                </c:pt>
                <c:pt idx="1062">
                  <c:v>43067</c:v>
                </c:pt>
                <c:pt idx="1063">
                  <c:v>43068</c:v>
                </c:pt>
                <c:pt idx="1064">
                  <c:v>43069</c:v>
                </c:pt>
                <c:pt idx="1065">
                  <c:v>43070</c:v>
                </c:pt>
                <c:pt idx="1066">
                  <c:v>43071</c:v>
                </c:pt>
                <c:pt idx="1067">
                  <c:v>43072</c:v>
                </c:pt>
                <c:pt idx="1068">
                  <c:v>43073</c:v>
                </c:pt>
                <c:pt idx="1069">
                  <c:v>43074</c:v>
                </c:pt>
                <c:pt idx="1070">
                  <c:v>43075</c:v>
                </c:pt>
                <c:pt idx="1071">
                  <c:v>43076</c:v>
                </c:pt>
                <c:pt idx="1072">
                  <c:v>43077</c:v>
                </c:pt>
                <c:pt idx="1073">
                  <c:v>43078</c:v>
                </c:pt>
                <c:pt idx="1074">
                  <c:v>43079</c:v>
                </c:pt>
                <c:pt idx="1075">
                  <c:v>43080</c:v>
                </c:pt>
                <c:pt idx="1076">
                  <c:v>43081</c:v>
                </c:pt>
                <c:pt idx="1077">
                  <c:v>43082</c:v>
                </c:pt>
                <c:pt idx="1078">
                  <c:v>43083</c:v>
                </c:pt>
                <c:pt idx="1079">
                  <c:v>43084</c:v>
                </c:pt>
                <c:pt idx="1080">
                  <c:v>43085</c:v>
                </c:pt>
                <c:pt idx="1081">
                  <c:v>43086</c:v>
                </c:pt>
                <c:pt idx="1082">
                  <c:v>43087</c:v>
                </c:pt>
                <c:pt idx="1083">
                  <c:v>43088</c:v>
                </c:pt>
                <c:pt idx="1084">
                  <c:v>43089</c:v>
                </c:pt>
                <c:pt idx="1085">
                  <c:v>43090</c:v>
                </c:pt>
                <c:pt idx="1086">
                  <c:v>43091</c:v>
                </c:pt>
                <c:pt idx="1087">
                  <c:v>43092</c:v>
                </c:pt>
                <c:pt idx="1088">
                  <c:v>43093</c:v>
                </c:pt>
                <c:pt idx="1089">
                  <c:v>43094</c:v>
                </c:pt>
                <c:pt idx="1090">
                  <c:v>43095</c:v>
                </c:pt>
                <c:pt idx="1091">
                  <c:v>43096</c:v>
                </c:pt>
                <c:pt idx="1092">
                  <c:v>43097</c:v>
                </c:pt>
                <c:pt idx="1093">
                  <c:v>43098</c:v>
                </c:pt>
                <c:pt idx="1094">
                  <c:v>43099</c:v>
                </c:pt>
                <c:pt idx="1095">
                  <c:v>43100</c:v>
                </c:pt>
                <c:pt idx="1096">
                  <c:v>43101</c:v>
                </c:pt>
                <c:pt idx="1097">
                  <c:v>43102</c:v>
                </c:pt>
                <c:pt idx="1098">
                  <c:v>43103</c:v>
                </c:pt>
                <c:pt idx="1099">
                  <c:v>43104</c:v>
                </c:pt>
                <c:pt idx="1100">
                  <c:v>43105</c:v>
                </c:pt>
                <c:pt idx="1101">
                  <c:v>43106</c:v>
                </c:pt>
                <c:pt idx="1102">
                  <c:v>43107</c:v>
                </c:pt>
                <c:pt idx="1103">
                  <c:v>43108</c:v>
                </c:pt>
                <c:pt idx="1104">
                  <c:v>43109</c:v>
                </c:pt>
                <c:pt idx="1105">
                  <c:v>43110</c:v>
                </c:pt>
                <c:pt idx="1106">
                  <c:v>43111</c:v>
                </c:pt>
                <c:pt idx="1107">
                  <c:v>43112</c:v>
                </c:pt>
                <c:pt idx="1108">
                  <c:v>43113</c:v>
                </c:pt>
                <c:pt idx="1109">
                  <c:v>43114</c:v>
                </c:pt>
                <c:pt idx="1110">
                  <c:v>43115</c:v>
                </c:pt>
                <c:pt idx="1111">
                  <c:v>43116</c:v>
                </c:pt>
                <c:pt idx="1112">
                  <c:v>43117</c:v>
                </c:pt>
                <c:pt idx="1113">
                  <c:v>43118</c:v>
                </c:pt>
                <c:pt idx="1114">
                  <c:v>43119</c:v>
                </c:pt>
                <c:pt idx="1115">
                  <c:v>43120</c:v>
                </c:pt>
                <c:pt idx="1116">
                  <c:v>43121</c:v>
                </c:pt>
                <c:pt idx="1117">
                  <c:v>43122</c:v>
                </c:pt>
                <c:pt idx="1118">
                  <c:v>43123</c:v>
                </c:pt>
                <c:pt idx="1119">
                  <c:v>43124</c:v>
                </c:pt>
                <c:pt idx="1120">
                  <c:v>43125</c:v>
                </c:pt>
                <c:pt idx="1121">
                  <c:v>43126</c:v>
                </c:pt>
                <c:pt idx="1122">
                  <c:v>43127</c:v>
                </c:pt>
                <c:pt idx="1123">
                  <c:v>43128</c:v>
                </c:pt>
                <c:pt idx="1124">
                  <c:v>43129</c:v>
                </c:pt>
                <c:pt idx="1125">
                  <c:v>43130</c:v>
                </c:pt>
                <c:pt idx="1126">
                  <c:v>43131</c:v>
                </c:pt>
                <c:pt idx="1127">
                  <c:v>43132</c:v>
                </c:pt>
                <c:pt idx="1128">
                  <c:v>43133</c:v>
                </c:pt>
                <c:pt idx="1129">
                  <c:v>43134</c:v>
                </c:pt>
                <c:pt idx="1130">
                  <c:v>43135</c:v>
                </c:pt>
                <c:pt idx="1131">
                  <c:v>43136</c:v>
                </c:pt>
                <c:pt idx="1132">
                  <c:v>43137</c:v>
                </c:pt>
                <c:pt idx="1133">
                  <c:v>43138</c:v>
                </c:pt>
                <c:pt idx="1134">
                  <c:v>43139</c:v>
                </c:pt>
                <c:pt idx="1135">
                  <c:v>43140</c:v>
                </c:pt>
                <c:pt idx="1136">
                  <c:v>43141</c:v>
                </c:pt>
                <c:pt idx="1137">
                  <c:v>43142</c:v>
                </c:pt>
                <c:pt idx="1138">
                  <c:v>43143</c:v>
                </c:pt>
                <c:pt idx="1139">
                  <c:v>43144</c:v>
                </c:pt>
                <c:pt idx="1140">
                  <c:v>43145</c:v>
                </c:pt>
                <c:pt idx="1141">
                  <c:v>43146</c:v>
                </c:pt>
                <c:pt idx="1142">
                  <c:v>43147</c:v>
                </c:pt>
                <c:pt idx="1143">
                  <c:v>43148</c:v>
                </c:pt>
                <c:pt idx="1144">
                  <c:v>43149</c:v>
                </c:pt>
                <c:pt idx="1145">
                  <c:v>43150</c:v>
                </c:pt>
                <c:pt idx="1146">
                  <c:v>43151</c:v>
                </c:pt>
                <c:pt idx="1147">
                  <c:v>43152</c:v>
                </c:pt>
                <c:pt idx="1148">
                  <c:v>43153</c:v>
                </c:pt>
                <c:pt idx="1149">
                  <c:v>43154</c:v>
                </c:pt>
                <c:pt idx="1150">
                  <c:v>43155</c:v>
                </c:pt>
                <c:pt idx="1151">
                  <c:v>43156</c:v>
                </c:pt>
                <c:pt idx="1152">
                  <c:v>43157</c:v>
                </c:pt>
                <c:pt idx="1153">
                  <c:v>43158</c:v>
                </c:pt>
                <c:pt idx="1154">
                  <c:v>43159</c:v>
                </c:pt>
                <c:pt idx="1155">
                  <c:v>43160</c:v>
                </c:pt>
                <c:pt idx="1156">
                  <c:v>43161</c:v>
                </c:pt>
                <c:pt idx="1157">
                  <c:v>43162</c:v>
                </c:pt>
                <c:pt idx="1158">
                  <c:v>43163</c:v>
                </c:pt>
                <c:pt idx="1159">
                  <c:v>43164</c:v>
                </c:pt>
                <c:pt idx="1160">
                  <c:v>43165</c:v>
                </c:pt>
                <c:pt idx="1161">
                  <c:v>43166</c:v>
                </c:pt>
                <c:pt idx="1162">
                  <c:v>43167</c:v>
                </c:pt>
                <c:pt idx="1163">
                  <c:v>43168</c:v>
                </c:pt>
                <c:pt idx="1164">
                  <c:v>43169</c:v>
                </c:pt>
                <c:pt idx="1165">
                  <c:v>43170</c:v>
                </c:pt>
                <c:pt idx="1166">
                  <c:v>43171</c:v>
                </c:pt>
                <c:pt idx="1167">
                  <c:v>43172</c:v>
                </c:pt>
                <c:pt idx="1168">
                  <c:v>43173</c:v>
                </c:pt>
                <c:pt idx="1169">
                  <c:v>43174</c:v>
                </c:pt>
                <c:pt idx="1170">
                  <c:v>43175</c:v>
                </c:pt>
                <c:pt idx="1171">
                  <c:v>43176</c:v>
                </c:pt>
                <c:pt idx="1172">
                  <c:v>43177</c:v>
                </c:pt>
                <c:pt idx="1173">
                  <c:v>43178</c:v>
                </c:pt>
                <c:pt idx="1174">
                  <c:v>43179</c:v>
                </c:pt>
                <c:pt idx="1175">
                  <c:v>43180</c:v>
                </c:pt>
                <c:pt idx="1176">
                  <c:v>43181</c:v>
                </c:pt>
                <c:pt idx="1177">
                  <c:v>43182</c:v>
                </c:pt>
                <c:pt idx="1178">
                  <c:v>43183</c:v>
                </c:pt>
                <c:pt idx="1179">
                  <c:v>43184</c:v>
                </c:pt>
                <c:pt idx="1180">
                  <c:v>43185</c:v>
                </c:pt>
                <c:pt idx="1181">
                  <c:v>43186</c:v>
                </c:pt>
                <c:pt idx="1182">
                  <c:v>43187</c:v>
                </c:pt>
                <c:pt idx="1183">
                  <c:v>43188</c:v>
                </c:pt>
                <c:pt idx="1184">
                  <c:v>43189</c:v>
                </c:pt>
                <c:pt idx="1185">
                  <c:v>43190</c:v>
                </c:pt>
                <c:pt idx="1186">
                  <c:v>43191</c:v>
                </c:pt>
                <c:pt idx="1187">
                  <c:v>43192</c:v>
                </c:pt>
                <c:pt idx="1188">
                  <c:v>43193</c:v>
                </c:pt>
                <c:pt idx="1189">
                  <c:v>43194</c:v>
                </c:pt>
                <c:pt idx="1190">
                  <c:v>43195</c:v>
                </c:pt>
                <c:pt idx="1191">
                  <c:v>43196</c:v>
                </c:pt>
                <c:pt idx="1192">
                  <c:v>43197</c:v>
                </c:pt>
                <c:pt idx="1193">
                  <c:v>43198</c:v>
                </c:pt>
                <c:pt idx="1194">
                  <c:v>43199</c:v>
                </c:pt>
                <c:pt idx="1195">
                  <c:v>43200</c:v>
                </c:pt>
                <c:pt idx="1196">
                  <c:v>43201</c:v>
                </c:pt>
                <c:pt idx="1197">
                  <c:v>43202</c:v>
                </c:pt>
                <c:pt idx="1198">
                  <c:v>43203</c:v>
                </c:pt>
                <c:pt idx="1199">
                  <c:v>43204</c:v>
                </c:pt>
                <c:pt idx="1200">
                  <c:v>43205</c:v>
                </c:pt>
                <c:pt idx="1201">
                  <c:v>43206</c:v>
                </c:pt>
                <c:pt idx="1202">
                  <c:v>43207</c:v>
                </c:pt>
                <c:pt idx="1203">
                  <c:v>43208</c:v>
                </c:pt>
                <c:pt idx="1204">
                  <c:v>43209</c:v>
                </c:pt>
                <c:pt idx="1205">
                  <c:v>43210</c:v>
                </c:pt>
                <c:pt idx="1206">
                  <c:v>43211</c:v>
                </c:pt>
                <c:pt idx="1207">
                  <c:v>43212</c:v>
                </c:pt>
                <c:pt idx="1208">
                  <c:v>43213</c:v>
                </c:pt>
                <c:pt idx="1209">
                  <c:v>43214</c:v>
                </c:pt>
                <c:pt idx="1210">
                  <c:v>43215</c:v>
                </c:pt>
                <c:pt idx="1211">
                  <c:v>43216</c:v>
                </c:pt>
                <c:pt idx="1212">
                  <c:v>43217</c:v>
                </c:pt>
                <c:pt idx="1213">
                  <c:v>43218</c:v>
                </c:pt>
                <c:pt idx="1214">
                  <c:v>43219</c:v>
                </c:pt>
                <c:pt idx="1215">
                  <c:v>43220</c:v>
                </c:pt>
                <c:pt idx="1216">
                  <c:v>43221</c:v>
                </c:pt>
                <c:pt idx="1217">
                  <c:v>43222</c:v>
                </c:pt>
                <c:pt idx="1218">
                  <c:v>43223</c:v>
                </c:pt>
                <c:pt idx="1219">
                  <c:v>43224</c:v>
                </c:pt>
                <c:pt idx="1220">
                  <c:v>43225</c:v>
                </c:pt>
                <c:pt idx="1221">
                  <c:v>43226</c:v>
                </c:pt>
                <c:pt idx="1222">
                  <c:v>43227</c:v>
                </c:pt>
                <c:pt idx="1223">
                  <c:v>43228</c:v>
                </c:pt>
                <c:pt idx="1224">
                  <c:v>43229</c:v>
                </c:pt>
                <c:pt idx="1225">
                  <c:v>43230</c:v>
                </c:pt>
                <c:pt idx="1226">
                  <c:v>43231</c:v>
                </c:pt>
                <c:pt idx="1227">
                  <c:v>43232</c:v>
                </c:pt>
                <c:pt idx="1228">
                  <c:v>43233</c:v>
                </c:pt>
                <c:pt idx="1229">
                  <c:v>43234</c:v>
                </c:pt>
                <c:pt idx="1230">
                  <c:v>43235</c:v>
                </c:pt>
                <c:pt idx="1231">
                  <c:v>43236</c:v>
                </c:pt>
                <c:pt idx="1232">
                  <c:v>43237</c:v>
                </c:pt>
                <c:pt idx="1233">
                  <c:v>43238</c:v>
                </c:pt>
                <c:pt idx="1234">
                  <c:v>43239</c:v>
                </c:pt>
                <c:pt idx="1235">
                  <c:v>43240</c:v>
                </c:pt>
                <c:pt idx="1236">
                  <c:v>43241</c:v>
                </c:pt>
                <c:pt idx="1237">
                  <c:v>43242</c:v>
                </c:pt>
                <c:pt idx="1238">
                  <c:v>43243</c:v>
                </c:pt>
                <c:pt idx="1239">
                  <c:v>43244</c:v>
                </c:pt>
                <c:pt idx="1240">
                  <c:v>43245</c:v>
                </c:pt>
                <c:pt idx="1241">
                  <c:v>43246</c:v>
                </c:pt>
                <c:pt idx="1242">
                  <c:v>43247</c:v>
                </c:pt>
                <c:pt idx="1243">
                  <c:v>43248</c:v>
                </c:pt>
                <c:pt idx="1244">
                  <c:v>43249</c:v>
                </c:pt>
                <c:pt idx="1245">
                  <c:v>43250</c:v>
                </c:pt>
                <c:pt idx="1246">
                  <c:v>43251</c:v>
                </c:pt>
                <c:pt idx="1247">
                  <c:v>43252</c:v>
                </c:pt>
                <c:pt idx="1248">
                  <c:v>43253</c:v>
                </c:pt>
                <c:pt idx="1249">
                  <c:v>43254</c:v>
                </c:pt>
                <c:pt idx="1250">
                  <c:v>43255</c:v>
                </c:pt>
                <c:pt idx="1251">
                  <c:v>43256</c:v>
                </c:pt>
                <c:pt idx="1252">
                  <c:v>43257</c:v>
                </c:pt>
                <c:pt idx="1253">
                  <c:v>43258</c:v>
                </c:pt>
                <c:pt idx="1254">
                  <c:v>43259</c:v>
                </c:pt>
                <c:pt idx="1255">
                  <c:v>43260</c:v>
                </c:pt>
                <c:pt idx="1256">
                  <c:v>43261</c:v>
                </c:pt>
                <c:pt idx="1257">
                  <c:v>43262</c:v>
                </c:pt>
                <c:pt idx="1258">
                  <c:v>43263</c:v>
                </c:pt>
                <c:pt idx="1259">
                  <c:v>43264</c:v>
                </c:pt>
                <c:pt idx="1260">
                  <c:v>43265</c:v>
                </c:pt>
                <c:pt idx="1261">
                  <c:v>43266</c:v>
                </c:pt>
                <c:pt idx="1262">
                  <c:v>43267</c:v>
                </c:pt>
                <c:pt idx="1263">
                  <c:v>43268</c:v>
                </c:pt>
                <c:pt idx="1264">
                  <c:v>43269</c:v>
                </c:pt>
                <c:pt idx="1265">
                  <c:v>43270</c:v>
                </c:pt>
                <c:pt idx="1266">
                  <c:v>43271</c:v>
                </c:pt>
                <c:pt idx="1267">
                  <c:v>43272</c:v>
                </c:pt>
                <c:pt idx="1268">
                  <c:v>43273</c:v>
                </c:pt>
                <c:pt idx="1269">
                  <c:v>43274</c:v>
                </c:pt>
                <c:pt idx="1270">
                  <c:v>43275</c:v>
                </c:pt>
                <c:pt idx="1271">
                  <c:v>43276</c:v>
                </c:pt>
                <c:pt idx="1272">
                  <c:v>43277</c:v>
                </c:pt>
                <c:pt idx="1273">
                  <c:v>43278</c:v>
                </c:pt>
                <c:pt idx="1274">
                  <c:v>43279</c:v>
                </c:pt>
                <c:pt idx="1275">
                  <c:v>43280</c:v>
                </c:pt>
                <c:pt idx="1276">
                  <c:v>43281</c:v>
                </c:pt>
                <c:pt idx="1277">
                  <c:v>43282</c:v>
                </c:pt>
                <c:pt idx="1278">
                  <c:v>43283</c:v>
                </c:pt>
                <c:pt idx="1279">
                  <c:v>43284</c:v>
                </c:pt>
                <c:pt idx="1280">
                  <c:v>43285</c:v>
                </c:pt>
                <c:pt idx="1281">
                  <c:v>43286</c:v>
                </c:pt>
                <c:pt idx="1282">
                  <c:v>43287</c:v>
                </c:pt>
                <c:pt idx="1283">
                  <c:v>43288</c:v>
                </c:pt>
                <c:pt idx="1284">
                  <c:v>43289</c:v>
                </c:pt>
                <c:pt idx="1285">
                  <c:v>43290</c:v>
                </c:pt>
                <c:pt idx="1286">
                  <c:v>43291</c:v>
                </c:pt>
                <c:pt idx="1287">
                  <c:v>43292</c:v>
                </c:pt>
                <c:pt idx="1288">
                  <c:v>43293</c:v>
                </c:pt>
                <c:pt idx="1289">
                  <c:v>43294</c:v>
                </c:pt>
                <c:pt idx="1290">
                  <c:v>43295</c:v>
                </c:pt>
                <c:pt idx="1291">
                  <c:v>43296</c:v>
                </c:pt>
                <c:pt idx="1292">
                  <c:v>43297</c:v>
                </c:pt>
                <c:pt idx="1293">
                  <c:v>43298</c:v>
                </c:pt>
                <c:pt idx="1294">
                  <c:v>43299</c:v>
                </c:pt>
                <c:pt idx="1295">
                  <c:v>43300</c:v>
                </c:pt>
                <c:pt idx="1296">
                  <c:v>43301</c:v>
                </c:pt>
                <c:pt idx="1297">
                  <c:v>43302</c:v>
                </c:pt>
                <c:pt idx="1298">
                  <c:v>43303</c:v>
                </c:pt>
                <c:pt idx="1299">
                  <c:v>43304</c:v>
                </c:pt>
                <c:pt idx="1300">
                  <c:v>43305</c:v>
                </c:pt>
                <c:pt idx="1301">
                  <c:v>43306</c:v>
                </c:pt>
                <c:pt idx="1302">
                  <c:v>43307</c:v>
                </c:pt>
                <c:pt idx="1303">
                  <c:v>43308</c:v>
                </c:pt>
                <c:pt idx="1304">
                  <c:v>43309</c:v>
                </c:pt>
                <c:pt idx="1305">
                  <c:v>43310</c:v>
                </c:pt>
                <c:pt idx="1306">
                  <c:v>43311</c:v>
                </c:pt>
                <c:pt idx="1307">
                  <c:v>43312</c:v>
                </c:pt>
                <c:pt idx="1308">
                  <c:v>43313</c:v>
                </c:pt>
                <c:pt idx="1309">
                  <c:v>43314</c:v>
                </c:pt>
                <c:pt idx="1310">
                  <c:v>43315</c:v>
                </c:pt>
                <c:pt idx="1311">
                  <c:v>43316</c:v>
                </c:pt>
                <c:pt idx="1312">
                  <c:v>43317</c:v>
                </c:pt>
                <c:pt idx="1313">
                  <c:v>43318</c:v>
                </c:pt>
                <c:pt idx="1314">
                  <c:v>43319</c:v>
                </c:pt>
                <c:pt idx="1315">
                  <c:v>43320</c:v>
                </c:pt>
                <c:pt idx="1316">
                  <c:v>43321</c:v>
                </c:pt>
                <c:pt idx="1317">
                  <c:v>43322</c:v>
                </c:pt>
                <c:pt idx="1318">
                  <c:v>43323</c:v>
                </c:pt>
                <c:pt idx="1319">
                  <c:v>43324</c:v>
                </c:pt>
                <c:pt idx="1320">
                  <c:v>43325</c:v>
                </c:pt>
                <c:pt idx="1321">
                  <c:v>43326</c:v>
                </c:pt>
                <c:pt idx="1322">
                  <c:v>43327</c:v>
                </c:pt>
                <c:pt idx="1323">
                  <c:v>43328</c:v>
                </c:pt>
                <c:pt idx="1324">
                  <c:v>43329</c:v>
                </c:pt>
                <c:pt idx="1325">
                  <c:v>43330</c:v>
                </c:pt>
                <c:pt idx="1326">
                  <c:v>43331</c:v>
                </c:pt>
                <c:pt idx="1327">
                  <c:v>43332</c:v>
                </c:pt>
                <c:pt idx="1328">
                  <c:v>43333</c:v>
                </c:pt>
                <c:pt idx="1329">
                  <c:v>43334</c:v>
                </c:pt>
                <c:pt idx="1330">
                  <c:v>43335</c:v>
                </c:pt>
                <c:pt idx="1331">
                  <c:v>43336</c:v>
                </c:pt>
                <c:pt idx="1332">
                  <c:v>43337</c:v>
                </c:pt>
                <c:pt idx="1333">
                  <c:v>43338</c:v>
                </c:pt>
                <c:pt idx="1334">
                  <c:v>43339</c:v>
                </c:pt>
                <c:pt idx="1335">
                  <c:v>43340</c:v>
                </c:pt>
                <c:pt idx="1336">
                  <c:v>43341</c:v>
                </c:pt>
                <c:pt idx="1337">
                  <c:v>43342</c:v>
                </c:pt>
                <c:pt idx="1338">
                  <c:v>43343</c:v>
                </c:pt>
                <c:pt idx="1339">
                  <c:v>43344</c:v>
                </c:pt>
                <c:pt idx="1340">
                  <c:v>43345</c:v>
                </c:pt>
                <c:pt idx="1341">
                  <c:v>43346</c:v>
                </c:pt>
                <c:pt idx="1342">
                  <c:v>43347</c:v>
                </c:pt>
                <c:pt idx="1343">
                  <c:v>43348</c:v>
                </c:pt>
                <c:pt idx="1344">
                  <c:v>43349</c:v>
                </c:pt>
                <c:pt idx="1345">
                  <c:v>43350</c:v>
                </c:pt>
                <c:pt idx="1346">
                  <c:v>43351</c:v>
                </c:pt>
                <c:pt idx="1347">
                  <c:v>43352</c:v>
                </c:pt>
                <c:pt idx="1348">
                  <c:v>43353</c:v>
                </c:pt>
                <c:pt idx="1349">
                  <c:v>43354</c:v>
                </c:pt>
                <c:pt idx="1350">
                  <c:v>43355</c:v>
                </c:pt>
                <c:pt idx="1351">
                  <c:v>43356</c:v>
                </c:pt>
                <c:pt idx="1352">
                  <c:v>43357</c:v>
                </c:pt>
                <c:pt idx="1353">
                  <c:v>43358</c:v>
                </c:pt>
                <c:pt idx="1354">
                  <c:v>43359</c:v>
                </c:pt>
                <c:pt idx="1355">
                  <c:v>43360</c:v>
                </c:pt>
                <c:pt idx="1356">
                  <c:v>43361</c:v>
                </c:pt>
                <c:pt idx="1357">
                  <c:v>43362</c:v>
                </c:pt>
                <c:pt idx="1358">
                  <c:v>43363</c:v>
                </c:pt>
                <c:pt idx="1359">
                  <c:v>43364</c:v>
                </c:pt>
                <c:pt idx="1360">
                  <c:v>43365</c:v>
                </c:pt>
                <c:pt idx="1361">
                  <c:v>43366</c:v>
                </c:pt>
                <c:pt idx="1362">
                  <c:v>43367</c:v>
                </c:pt>
                <c:pt idx="1363">
                  <c:v>43368</c:v>
                </c:pt>
                <c:pt idx="1364">
                  <c:v>43369</c:v>
                </c:pt>
                <c:pt idx="1365">
                  <c:v>43370</c:v>
                </c:pt>
                <c:pt idx="1366">
                  <c:v>43371</c:v>
                </c:pt>
                <c:pt idx="1367">
                  <c:v>43372</c:v>
                </c:pt>
                <c:pt idx="1368">
                  <c:v>43373</c:v>
                </c:pt>
                <c:pt idx="1369">
                  <c:v>43374</c:v>
                </c:pt>
                <c:pt idx="1370">
                  <c:v>43375</c:v>
                </c:pt>
                <c:pt idx="1371">
                  <c:v>43376</c:v>
                </c:pt>
                <c:pt idx="1372">
                  <c:v>43377</c:v>
                </c:pt>
                <c:pt idx="1373">
                  <c:v>43378</c:v>
                </c:pt>
                <c:pt idx="1374">
                  <c:v>43379</c:v>
                </c:pt>
                <c:pt idx="1375">
                  <c:v>43380</c:v>
                </c:pt>
                <c:pt idx="1376">
                  <c:v>43381</c:v>
                </c:pt>
                <c:pt idx="1377">
                  <c:v>43382</c:v>
                </c:pt>
                <c:pt idx="1378">
                  <c:v>43383</c:v>
                </c:pt>
                <c:pt idx="1379">
                  <c:v>43384</c:v>
                </c:pt>
                <c:pt idx="1380">
                  <c:v>43385</c:v>
                </c:pt>
                <c:pt idx="1381">
                  <c:v>43386</c:v>
                </c:pt>
                <c:pt idx="1382">
                  <c:v>43387</c:v>
                </c:pt>
                <c:pt idx="1383">
                  <c:v>43388</c:v>
                </c:pt>
                <c:pt idx="1384">
                  <c:v>43389</c:v>
                </c:pt>
                <c:pt idx="1385">
                  <c:v>43390</c:v>
                </c:pt>
                <c:pt idx="1386">
                  <c:v>43391</c:v>
                </c:pt>
                <c:pt idx="1387">
                  <c:v>43392</c:v>
                </c:pt>
                <c:pt idx="1388">
                  <c:v>43393</c:v>
                </c:pt>
                <c:pt idx="1389">
                  <c:v>43394</c:v>
                </c:pt>
                <c:pt idx="1390">
                  <c:v>43395</c:v>
                </c:pt>
                <c:pt idx="1391">
                  <c:v>43396</c:v>
                </c:pt>
                <c:pt idx="1392">
                  <c:v>43397</c:v>
                </c:pt>
                <c:pt idx="1393">
                  <c:v>43398</c:v>
                </c:pt>
                <c:pt idx="1394">
                  <c:v>43399</c:v>
                </c:pt>
                <c:pt idx="1395">
                  <c:v>43400</c:v>
                </c:pt>
                <c:pt idx="1396">
                  <c:v>43401</c:v>
                </c:pt>
                <c:pt idx="1397">
                  <c:v>43402</c:v>
                </c:pt>
                <c:pt idx="1398">
                  <c:v>43403</c:v>
                </c:pt>
                <c:pt idx="1399">
                  <c:v>43404</c:v>
                </c:pt>
                <c:pt idx="1400">
                  <c:v>43405</c:v>
                </c:pt>
                <c:pt idx="1401">
                  <c:v>43406</c:v>
                </c:pt>
                <c:pt idx="1402">
                  <c:v>43407</c:v>
                </c:pt>
                <c:pt idx="1403">
                  <c:v>43408</c:v>
                </c:pt>
                <c:pt idx="1404">
                  <c:v>43409</c:v>
                </c:pt>
                <c:pt idx="1405">
                  <c:v>43410</c:v>
                </c:pt>
                <c:pt idx="1406">
                  <c:v>43411</c:v>
                </c:pt>
                <c:pt idx="1407">
                  <c:v>43412</c:v>
                </c:pt>
                <c:pt idx="1408">
                  <c:v>43413</c:v>
                </c:pt>
                <c:pt idx="1409">
                  <c:v>43414</c:v>
                </c:pt>
                <c:pt idx="1410">
                  <c:v>43415</c:v>
                </c:pt>
                <c:pt idx="1411">
                  <c:v>43416</c:v>
                </c:pt>
                <c:pt idx="1412">
                  <c:v>43417</c:v>
                </c:pt>
                <c:pt idx="1413">
                  <c:v>43418</c:v>
                </c:pt>
                <c:pt idx="1414">
                  <c:v>43419</c:v>
                </c:pt>
                <c:pt idx="1415">
                  <c:v>43420</c:v>
                </c:pt>
                <c:pt idx="1416">
                  <c:v>43421</c:v>
                </c:pt>
                <c:pt idx="1417">
                  <c:v>43422</c:v>
                </c:pt>
                <c:pt idx="1418">
                  <c:v>43423</c:v>
                </c:pt>
                <c:pt idx="1419">
                  <c:v>43424</c:v>
                </c:pt>
                <c:pt idx="1420">
                  <c:v>43425</c:v>
                </c:pt>
                <c:pt idx="1421">
                  <c:v>43426</c:v>
                </c:pt>
                <c:pt idx="1422">
                  <c:v>43427</c:v>
                </c:pt>
                <c:pt idx="1423">
                  <c:v>43428</c:v>
                </c:pt>
                <c:pt idx="1424">
                  <c:v>43429</c:v>
                </c:pt>
                <c:pt idx="1425">
                  <c:v>43430</c:v>
                </c:pt>
                <c:pt idx="1426">
                  <c:v>43431</c:v>
                </c:pt>
                <c:pt idx="1427">
                  <c:v>43432</c:v>
                </c:pt>
                <c:pt idx="1428">
                  <c:v>43433</c:v>
                </c:pt>
                <c:pt idx="1429">
                  <c:v>43434</c:v>
                </c:pt>
                <c:pt idx="1430">
                  <c:v>43435</c:v>
                </c:pt>
                <c:pt idx="1431">
                  <c:v>43436</c:v>
                </c:pt>
                <c:pt idx="1432">
                  <c:v>43437</c:v>
                </c:pt>
                <c:pt idx="1433">
                  <c:v>43438</c:v>
                </c:pt>
                <c:pt idx="1434">
                  <c:v>43439</c:v>
                </c:pt>
                <c:pt idx="1435">
                  <c:v>43440</c:v>
                </c:pt>
                <c:pt idx="1436">
                  <c:v>43441</c:v>
                </c:pt>
                <c:pt idx="1437">
                  <c:v>43442</c:v>
                </c:pt>
                <c:pt idx="1438">
                  <c:v>43443</c:v>
                </c:pt>
                <c:pt idx="1439">
                  <c:v>43444</c:v>
                </c:pt>
                <c:pt idx="1440">
                  <c:v>43445</c:v>
                </c:pt>
                <c:pt idx="1441">
                  <c:v>43446</c:v>
                </c:pt>
                <c:pt idx="1442">
                  <c:v>43447</c:v>
                </c:pt>
                <c:pt idx="1443">
                  <c:v>43448</c:v>
                </c:pt>
                <c:pt idx="1444">
                  <c:v>43449</c:v>
                </c:pt>
                <c:pt idx="1445">
                  <c:v>43450</c:v>
                </c:pt>
                <c:pt idx="1446">
                  <c:v>43451</c:v>
                </c:pt>
                <c:pt idx="1447">
                  <c:v>43452</c:v>
                </c:pt>
                <c:pt idx="1448">
                  <c:v>43453</c:v>
                </c:pt>
                <c:pt idx="1449">
                  <c:v>43454</c:v>
                </c:pt>
                <c:pt idx="1450">
                  <c:v>43455</c:v>
                </c:pt>
                <c:pt idx="1451">
                  <c:v>43456</c:v>
                </c:pt>
                <c:pt idx="1452">
                  <c:v>43457</c:v>
                </c:pt>
                <c:pt idx="1453">
                  <c:v>43458</c:v>
                </c:pt>
                <c:pt idx="1454">
                  <c:v>43459</c:v>
                </c:pt>
                <c:pt idx="1455">
                  <c:v>43460</c:v>
                </c:pt>
                <c:pt idx="1456">
                  <c:v>43461</c:v>
                </c:pt>
                <c:pt idx="1457">
                  <c:v>43462</c:v>
                </c:pt>
                <c:pt idx="1458">
                  <c:v>43463</c:v>
                </c:pt>
                <c:pt idx="1459">
                  <c:v>43464</c:v>
                </c:pt>
                <c:pt idx="1460">
                  <c:v>43465</c:v>
                </c:pt>
                <c:pt idx="1461">
                  <c:v>43466</c:v>
                </c:pt>
                <c:pt idx="1462">
                  <c:v>43467</c:v>
                </c:pt>
                <c:pt idx="1463">
                  <c:v>43468</c:v>
                </c:pt>
                <c:pt idx="1464">
                  <c:v>43469</c:v>
                </c:pt>
                <c:pt idx="1465">
                  <c:v>43470</c:v>
                </c:pt>
                <c:pt idx="1466">
                  <c:v>43471</c:v>
                </c:pt>
                <c:pt idx="1467">
                  <c:v>43472</c:v>
                </c:pt>
                <c:pt idx="1468">
                  <c:v>43473</c:v>
                </c:pt>
                <c:pt idx="1469">
                  <c:v>43474</c:v>
                </c:pt>
                <c:pt idx="1470">
                  <c:v>43475</c:v>
                </c:pt>
                <c:pt idx="1471">
                  <c:v>43476</c:v>
                </c:pt>
                <c:pt idx="1472">
                  <c:v>43477</c:v>
                </c:pt>
                <c:pt idx="1473">
                  <c:v>43478</c:v>
                </c:pt>
                <c:pt idx="1474">
                  <c:v>43479</c:v>
                </c:pt>
                <c:pt idx="1475">
                  <c:v>43480</c:v>
                </c:pt>
                <c:pt idx="1476">
                  <c:v>43481</c:v>
                </c:pt>
                <c:pt idx="1477">
                  <c:v>43482</c:v>
                </c:pt>
                <c:pt idx="1478">
                  <c:v>43483</c:v>
                </c:pt>
                <c:pt idx="1479">
                  <c:v>43484</c:v>
                </c:pt>
                <c:pt idx="1480">
                  <c:v>43485</c:v>
                </c:pt>
                <c:pt idx="1481">
                  <c:v>43486</c:v>
                </c:pt>
                <c:pt idx="1482">
                  <c:v>43487</c:v>
                </c:pt>
                <c:pt idx="1483">
                  <c:v>43488</c:v>
                </c:pt>
                <c:pt idx="1484">
                  <c:v>43489</c:v>
                </c:pt>
                <c:pt idx="1485">
                  <c:v>43490</c:v>
                </c:pt>
                <c:pt idx="1486">
                  <c:v>43491</c:v>
                </c:pt>
                <c:pt idx="1487">
                  <c:v>43492</c:v>
                </c:pt>
                <c:pt idx="1488">
                  <c:v>43493</c:v>
                </c:pt>
                <c:pt idx="1489">
                  <c:v>43494</c:v>
                </c:pt>
                <c:pt idx="1490">
                  <c:v>43495</c:v>
                </c:pt>
                <c:pt idx="1491">
                  <c:v>43496</c:v>
                </c:pt>
                <c:pt idx="1492">
                  <c:v>43497</c:v>
                </c:pt>
                <c:pt idx="1493">
                  <c:v>43498</c:v>
                </c:pt>
                <c:pt idx="1494">
                  <c:v>43499</c:v>
                </c:pt>
                <c:pt idx="1495">
                  <c:v>43500</c:v>
                </c:pt>
                <c:pt idx="1496">
                  <c:v>43501</c:v>
                </c:pt>
                <c:pt idx="1497">
                  <c:v>43502</c:v>
                </c:pt>
                <c:pt idx="1498">
                  <c:v>43503</c:v>
                </c:pt>
                <c:pt idx="1499">
                  <c:v>43504</c:v>
                </c:pt>
                <c:pt idx="1500">
                  <c:v>43505</c:v>
                </c:pt>
                <c:pt idx="1501">
                  <c:v>43506</c:v>
                </c:pt>
                <c:pt idx="1502">
                  <c:v>43507</c:v>
                </c:pt>
                <c:pt idx="1503">
                  <c:v>43508</c:v>
                </c:pt>
                <c:pt idx="1504">
                  <c:v>43509</c:v>
                </c:pt>
                <c:pt idx="1505">
                  <c:v>43510</c:v>
                </c:pt>
                <c:pt idx="1506">
                  <c:v>43511</c:v>
                </c:pt>
                <c:pt idx="1507">
                  <c:v>43512</c:v>
                </c:pt>
                <c:pt idx="1508">
                  <c:v>43513</c:v>
                </c:pt>
                <c:pt idx="1509">
                  <c:v>43514</c:v>
                </c:pt>
                <c:pt idx="1510">
                  <c:v>43515</c:v>
                </c:pt>
                <c:pt idx="1511">
                  <c:v>43516</c:v>
                </c:pt>
                <c:pt idx="1512">
                  <c:v>43517</c:v>
                </c:pt>
                <c:pt idx="1513">
                  <c:v>43518</c:v>
                </c:pt>
                <c:pt idx="1514">
                  <c:v>43519</c:v>
                </c:pt>
                <c:pt idx="1515">
                  <c:v>43520</c:v>
                </c:pt>
                <c:pt idx="1516">
                  <c:v>43521</c:v>
                </c:pt>
                <c:pt idx="1517">
                  <c:v>43522</c:v>
                </c:pt>
                <c:pt idx="1518">
                  <c:v>43523</c:v>
                </c:pt>
                <c:pt idx="1519">
                  <c:v>43524</c:v>
                </c:pt>
                <c:pt idx="1520">
                  <c:v>43525</c:v>
                </c:pt>
                <c:pt idx="1521">
                  <c:v>43526</c:v>
                </c:pt>
                <c:pt idx="1522">
                  <c:v>43527</c:v>
                </c:pt>
                <c:pt idx="1523">
                  <c:v>43528</c:v>
                </c:pt>
                <c:pt idx="1524">
                  <c:v>43529</c:v>
                </c:pt>
                <c:pt idx="1525">
                  <c:v>43530</c:v>
                </c:pt>
                <c:pt idx="1526">
                  <c:v>43531</c:v>
                </c:pt>
                <c:pt idx="1527">
                  <c:v>43532</c:v>
                </c:pt>
                <c:pt idx="1528">
                  <c:v>43533</c:v>
                </c:pt>
                <c:pt idx="1529">
                  <c:v>43534</c:v>
                </c:pt>
                <c:pt idx="1530">
                  <c:v>43535</c:v>
                </c:pt>
                <c:pt idx="1531">
                  <c:v>43536</c:v>
                </c:pt>
                <c:pt idx="1532">
                  <c:v>43537</c:v>
                </c:pt>
                <c:pt idx="1533">
                  <c:v>43538</c:v>
                </c:pt>
                <c:pt idx="1534">
                  <c:v>43539</c:v>
                </c:pt>
                <c:pt idx="1535">
                  <c:v>43540</c:v>
                </c:pt>
                <c:pt idx="1536">
                  <c:v>43541</c:v>
                </c:pt>
                <c:pt idx="1537">
                  <c:v>43542</c:v>
                </c:pt>
                <c:pt idx="1538">
                  <c:v>43543</c:v>
                </c:pt>
                <c:pt idx="1539">
                  <c:v>43544</c:v>
                </c:pt>
                <c:pt idx="1540">
                  <c:v>43545</c:v>
                </c:pt>
                <c:pt idx="1541">
                  <c:v>43546</c:v>
                </c:pt>
                <c:pt idx="1542">
                  <c:v>43547</c:v>
                </c:pt>
                <c:pt idx="1543">
                  <c:v>43548</c:v>
                </c:pt>
                <c:pt idx="1544">
                  <c:v>43549</c:v>
                </c:pt>
                <c:pt idx="1545">
                  <c:v>43550</c:v>
                </c:pt>
                <c:pt idx="1546">
                  <c:v>43551</c:v>
                </c:pt>
                <c:pt idx="1547">
                  <c:v>43552</c:v>
                </c:pt>
                <c:pt idx="1548">
                  <c:v>43553</c:v>
                </c:pt>
                <c:pt idx="1549">
                  <c:v>43554</c:v>
                </c:pt>
                <c:pt idx="1550">
                  <c:v>43555</c:v>
                </c:pt>
                <c:pt idx="1551">
                  <c:v>43556</c:v>
                </c:pt>
                <c:pt idx="1552">
                  <c:v>43557</c:v>
                </c:pt>
                <c:pt idx="1553">
                  <c:v>43558</c:v>
                </c:pt>
                <c:pt idx="1554">
                  <c:v>43559</c:v>
                </c:pt>
                <c:pt idx="1555">
                  <c:v>43560</c:v>
                </c:pt>
                <c:pt idx="1556">
                  <c:v>43561</c:v>
                </c:pt>
                <c:pt idx="1557">
                  <c:v>43562</c:v>
                </c:pt>
                <c:pt idx="1558">
                  <c:v>43563</c:v>
                </c:pt>
                <c:pt idx="1559">
                  <c:v>43564</c:v>
                </c:pt>
                <c:pt idx="1560">
                  <c:v>43565</c:v>
                </c:pt>
                <c:pt idx="1561">
                  <c:v>43566</c:v>
                </c:pt>
                <c:pt idx="1562">
                  <c:v>43567</c:v>
                </c:pt>
                <c:pt idx="1563">
                  <c:v>43568</c:v>
                </c:pt>
                <c:pt idx="1564">
                  <c:v>43569</c:v>
                </c:pt>
                <c:pt idx="1565">
                  <c:v>43570</c:v>
                </c:pt>
                <c:pt idx="1566">
                  <c:v>43571</c:v>
                </c:pt>
                <c:pt idx="1567">
                  <c:v>43572</c:v>
                </c:pt>
                <c:pt idx="1568">
                  <c:v>43573</c:v>
                </c:pt>
                <c:pt idx="1569">
                  <c:v>43574</c:v>
                </c:pt>
                <c:pt idx="1570">
                  <c:v>43575</c:v>
                </c:pt>
                <c:pt idx="1571">
                  <c:v>43576</c:v>
                </c:pt>
                <c:pt idx="1572">
                  <c:v>43577</c:v>
                </c:pt>
                <c:pt idx="1573">
                  <c:v>43578</c:v>
                </c:pt>
                <c:pt idx="1574">
                  <c:v>43579</c:v>
                </c:pt>
                <c:pt idx="1575">
                  <c:v>43580</c:v>
                </c:pt>
                <c:pt idx="1576">
                  <c:v>43581</c:v>
                </c:pt>
                <c:pt idx="1577">
                  <c:v>43582</c:v>
                </c:pt>
                <c:pt idx="1578">
                  <c:v>43583</c:v>
                </c:pt>
                <c:pt idx="1579">
                  <c:v>43584</c:v>
                </c:pt>
                <c:pt idx="1580">
                  <c:v>43585</c:v>
                </c:pt>
                <c:pt idx="1581">
                  <c:v>43586</c:v>
                </c:pt>
                <c:pt idx="1582">
                  <c:v>43587</c:v>
                </c:pt>
                <c:pt idx="1583">
                  <c:v>43588</c:v>
                </c:pt>
                <c:pt idx="1584">
                  <c:v>43589</c:v>
                </c:pt>
                <c:pt idx="1585">
                  <c:v>43590</c:v>
                </c:pt>
                <c:pt idx="1586">
                  <c:v>43591</c:v>
                </c:pt>
                <c:pt idx="1587">
                  <c:v>43592</c:v>
                </c:pt>
                <c:pt idx="1588">
                  <c:v>43593</c:v>
                </c:pt>
                <c:pt idx="1589">
                  <c:v>43594</c:v>
                </c:pt>
                <c:pt idx="1590">
                  <c:v>43595</c:v>
                </c:pt>
                <c:pt idx="1591">
                  <c:v>43596</c:v>
                </c:pt>
                <c:pt idx="1592">
                  <c:v>43597</c:v>
                </c:pt>
                <c:pt idx="1593">
                  <c:v>43598</c:v>
                </c:pt>
                <c:pt idx="1594">
                  <c:v>43599</c:v>
                </c:pt>
                <c:pt idx="1595">
                  <c:v>43600</c:v>
                </c:pt>
                <c:pt idx="1596">
                  <c:v>43601</c:v>
                </c:pt>
                <c:pt idx="1597">
                  <c:v>43602</c:v>
                </c:pt>
                <c:pt idx="1598">
                  <c:v>43603</c:v>
                </c:pt>
                <c:pt idx="1599">
                  <c:v>43604</c:v>
                </c:pt>
                <c:pt idx="1600">
                  <c:v>43605</c:v>
                </c:pt>
                <c:pt idx="1601">
                  <c:v>43606</c:v>
                </c:pt>
                <c:pt idx="1602">
                  <c:v>43607</c:v>
                </c:pt>
                <c:pt idx="1603">
                  <c:v>43608</c:v>
                </c:pt>
                <c:pt idx="1604">
                  <c:v>43609</c:v>
                </c:pt>
                <c:pt idx="1605">
                  <c:v>43610</c:v>
                </c:pt>
                <c:pt idx="1606">
                  <c:v>43611</c:v>
                </c:pt>
                <c:pt idx="1607">
                  <c:v>43612</c:v>
                </c:pt>
                <c:pt idx="1608">
                  <c:v>43613</c:v>
                </c:pt>
                <c:pt idx="1609">
                  <c:v>43614</c:v>
                </c:pt>
                <c:pt idx="1610">
                  <c:v>43615</c:v>
                </c:pt>
                <c:pt idx="1611">
                  <c:v>43616</c:v>
                </c:pt>
                <c:pt idx="1612">
                  <c:v>43617</c:v>
                </c:pt>
                <c:pt idx="1613">
                  <c:v>43618</c:v>
                </c:pt>
                <c:pt idx="1614">
                  <c:v>43619</c:v>
                </c:pt>
                <c:pt idx="1615">
                  <c:v>43620</c:v>
                </c:pt>
                <c:pt idx="1616">
                  <c:v>43621</c:v>
                </c:pt>
                <c:pt idx="1617">
                  <c:v>43622</c:v>
                </c:pt>
                <c:pt idx="1618">
                  <c:v>43623</c:v>
                </c:pt>
                <c:pt idx="1619">
                  <c:v>43624</c:v>
                </c:pt>
                <c:pt idx="1620">
                  <c:v>43625</c:v>
                </c:pt>
                <c:pt idx="1621">
                  <c:v>43626</c:v>
                </c:pt>
                <c:pt idx="1622">
                  <c:v>43627</c:v>
                </c:pt>
                <c:pt idx="1623">
                  <c:v>43628</c:v>
                </c:pt>
                <c:pt idx="1624">
                  <c:v>43629</c:v>
                </c:pt>
                <c:pt idx="1625">
                  <c:v>43630</c:v>
                </c:pt>
                <c:pt idx="1626">
                  <c:v>43631</c:v>
                </c:pt>
                <c:pt idx="1627">
                  <c:v>43632</c:v>
                </c:pt>
                <c:pt idx="1628">
                  <c:v>43633</c:v>
                </c:pt>
                <c:pt idx="1629">
                  <c:v>43634</c:v>
                </c:pt>
                <c:pt idx="1630">
                  <c:v>43635</c:v>
                </c:pt>
                <c:pt idx="1631">
                  <c:v>43636</c:v>
                </c:pt>
                <c:pt idx="1632">
                  <c:v>43637</c:v>
                </c:pt>
                <c:pt idx="1633">
                  <c:v>43638</c:v>
                </c:pt>
                <c:pt idx="1634">
                  <c:v>43639</c:v>
                </c:pt>
                <c:pt idx="1635">
                  <c:v>43640</c:v>
                </c:pt>
                <c:pt idx="1636">
                  <c:v>43641</c:v>
                </c:pt>
                <c:pt idx="1637">
                  <c:v>43642</c:v>
                </c:pt>
                <c:pt idx="1638">
                  <c:v>43643</c:v>
                </c:pt>
                <c:pt idx="1639">
                  <c:v>43644</c:v>
                </c:pt>
                <c:pt idx="1640">
                  <c:v>43645</c:v>
                </c:pt>
                <c:pt idx="1641">
                  <c:v>43646</c:v>
                </c:pt>
                <c:pt idx="1642">
                  <c:v>43647</c:v>
                </c:pt>
                <c:pt idx="1643">
                  <c:v>43648</c:v>
                </c:pt>
                <c:pt idx="1644">
                  <c:v>43649</c:v>
                </c:pt>
                <c:pt idx="1645">
                  <c:v>43650</c:v>
                </c:pt>
                <c:pt idx="1646">
                  <c:v>43651</c:v>
                </c:pt>
                <c:pt idx="1647">
                  <c:v>43652</c:v>
                </c:pt>
                <c:pt idx="1648">
                  <c:v>43653</c:v>
                </c:pt>
                <c:pt idx="1649">
                  <c:v>43654</c:v>
                </c:pt>
                <c:pt idx="1650">
                  <c:v>43655</c:v>
                </c:pt>
                <c:pt idx="1651">
                  <c:v>43656</c:v>
                </c:pt>
                <c:pt idx="1652">
                  <c:v>43657</c:v>
                </c:pt>
                <c:pt idx="1653">
                  <c:v>43658</c:v>
                </c:pt>
                <c:pt idx="1654">
                  <c:v>43659</c:v>
                </c:pt>
                <c:pt idx="1655">
                  <c:v>43660</c:v>
                </c:pt>
                <c:pt idx="1656">
                  <c:v>43661</c:v>
                </c:pt>
                <c:pt idx="1657">
                  <c:v>43662</c:v>
                </c:pt>
                <c:pt idx="1658">
                  <c:v>43663</c:v>
                </c:pt>
                <c:pt idx="1659">
                  <c:v>43664</c:v>
                </c:pt>
                <c:pt idx="1660">
                  <c:v>43665</c:v>
                </c:pt>
                <c:pt idx="1661">
                  <c:v>43666</c:v>
                </c:pt>
                <c:pt idx="1662">
                  <c:v>43667</c:v>
                </c:pt>
                <c:pt idx="1663">
                  <c:v>43668</c:v>
                </c:pt>
                <c:pt idx="1664">
                  <c:v>43669</c:v>
                </c:pt>
                <c:pt idx="1665">
                  <c:v>43670</c:v>
                </c:pt>
                <c:pt idx="1666">
                  <c:v>43671</c:v>
                </c:pt>
                <c:pt idx="1667">
                  <c:v>43672</c:v>
                </c:pt>
                <c:pt idx="1668">
                  <c:v>43673</c:v>
                </c:pt>
                <c:pt idx="1669">
                  <c:v>43674</c:v>
                </c:pt>
                <c:pt idx="1670">
                  <c:v>43675</c:v>
                </c:pt>
                <c:pt idx="1671">
                  <c:v>43676</c:v>
                </c:pt>
                <c:pt idx="1672">
                  <c:v>43677</c:v>
                </c:pt>
                <c:pt idx="1673">
                  <c:v>43678</c:v>
                </c:pt>
                <c:pt idx="1674">
                  <c:v>43679</c:v>
                </c:pt>
                <c:pt idx="1675">
                  <c:v>43680</c:v>
                </c:pt>
                <c:pt idx="1676">
                  <c:v>43681</c:v>
                </c:pt>
                <c:pt idx="1677">
                  <c:v>43682</c:v>
                </c:pt>
                <c:pt idx="1678">
                  <c:v>43683</c:v>
                </c:pt>
                <c:pt idx="1679">
                  <c:v>43684</c:v>
                </c:pt>
                <c:pt idx="1680">
                  <c:v>43685</c:v>
                </c:pt>
                <c:pt idx="1681">
                  <c:v>43686</c:v>
                </c:pt>
                <c:pt idx="1682">
                  <c:v>43687</c:v>
                </c:pt>
                <c:pt idx="1683">
                  <c:v>43688</c:v>
                </c:pt>
                <c:pt idx="1684">
                  <c:v>43689</c:v>
                </c:pt>
                <c:pt idx="1685">
                  <c:v>43690</c:v>
                </c:pt>
                <c:pt idx="1686">
                  <c:v>43691</c:v>
                </c:pt>
                <c:pt idx="1687">
                  <c:v>43692</c:v>
                </c:pt>
                <c:pt idx="1688">
                  <c:v>43693</c:v>
                </c:pt>
                <c:pt idx="1689">
                  <c:v>43694</c:v>
                </c:pt>
                <c:pt idx="1690">
                  <c:v>43695</c:v>
                </c:pt>
                <c:pt idx="1691">
                  <c:v>43696</c:v>
                </c:pt>
                <c:pt idx="1692">
                  <c:v>43697</c:v>
                </c:pt>
                <c:pt idx="1693">
                  <c:v>43698</c:v>
                </c:pt>
                <c:pt idx="1694">
                  <c:v>43699</c:v>
                </c:pt>
                <c:pt idx="1695">
                  <c:v>43700</c:v>
                </c:pt>
                <c:pt idx="1696">
                  <c:v>43701</c:v>
                </c:pt>
                <c:pt idx="1697">
                  <c:v>43702</c:v>
                </c:pt>
                <c:pt idx="1698">
                  <c:v>43703</c:v>
                </c:pt>
                <c:pt idx="1699">
                  <c:v>43704</c:v>
                </c:pt>
                <c:pt idx="1700">
                  <c:v>43705</c:v>
                </c:pt>
                <c:pt idx="1701">
                  <c:v>43706</c:v>
                </c:pt>
                <c:pt idx="1702">
                  <c:v>43707</c:v>
                </c:pt>
                <c:pt idx="1703">
                  <c:v>43708</c:v>
                </c:pt>
                <c:pt idx="1704">
                  <c:v>43709</c:v>
                </c:pt>
                <c:pt idx="1705">
                  <c:v>43710</c:v>
                </c:pt>
                <c:pt idx="1706">
                  <c:v>43711</c:v>
                </c:pt>
                <c:pt idx="1707">
                  <c:v>43712</c:v>
                </c:pt>
                <c:pt idx="1708">
                  <c:v>43713</c:v>
                </c:pt>
                <c:pt idx="1709">
                  <c:v>43714</c:v>
                </c:pt>
                <c:pt idx="1710">
                  <c:v>43715</c:v>
                </c:pt>
                <c:pt idx="1711">
                  <c:v>43716</c:v>
                </c:pt>
                <c:pt idx="1712">
                  <c:v>43717</c:v>
                </c:pt>
                <c:pt idx="1713">
                  <c:v>43718</c:v>
                </c:pt>
                <c:pt idx="1714">
                  <c:v>43719</c:v>
                </c:pt>
                <c:pt idx="1715">
                  <c:v>43720</c:v>
                </c:pt>
                <c:pt idx="1716">
                  <c:v>43721</c:v>
                </c:pt>
                <c:pt idx="1717">
                  <c:v>43722</c:v>
                </c:pt>
                <c:pt idx="1718">
                  <c:v>43723</c:v>
                </c:pt>
                <c:pt idx="1719">
                  <c:v>43724</c:v>
                </c:pt>
                <c:pt idx="1720">
                  <c:v>43725</c:v>
                </c:pt>
                <c:pt idx="1721">
                  <c:v>43726</c:v>
                </c:pt>
                <c:pt idx="1722">
                  <c:v>43727</c:v>
                </c:pt>
                <c:pt idx="1723">
                  <c:v>43728</c:v>
                </c:pt>
                <c:pt idx="1724">
                  <c:v>43729</c:v>
                </c:pt>
                <c:pt idx="1725">
                  <c:v>43730</c:v>
                </c:pt>
                <c:pt idx="1726">
                  <c:v>43731</c:v>
                </c:pt>
                <c:pt idx="1727">
                  <c:v>43732</c:v>
                </c:pt>
                <c:pt idx="1728">
                  <c:v>43733</c:v>
                </c:pt>
                <c:pt idx="1729">
                  <c:v>43734</c:v>
                </c:pt>
                <c:pt idx="1730">
                  <c:v>43735</c:v>
                </c:pt>
                <c:pt idx="1731">
                  <c:v>43736</c:v>
                </c:pt>
                <c:pt idx="1732">
                  <c:v>43737</c:v>
                </c:pt>
                <c:pt idx="1733">
                  <c:v>43738</c:v>
                </c:pt>
                <c:pt idx="1734">
                  <c:v>43739</c:v>
                </c:pt>
                <c:pt idx="1735">
                  <c:v>43740</c:v>
                </c:pt>
                <c:pt idx="1736">
                  <c:v>43741</c:v>
                </c:pt>
                <c:pt idx="1737">
                  <c:v>43742</c:v>
                </c:pt>
                <c:pt idx="1738">
                  <c:v>43743</c:v>
                </c:pt>
                <c:pt idx="1739">
                  <c:v>43744</c:v>
                </c:pt>
                <c:pt idx="1740">
                  <c:v>43745</c:v>
                </c:pt>
                <c:pt idx="1741">
                  <c:v>43746</c:v>
                </c:pt>
                <c:pt idx="1742">
                  <c:v>43747</c:v>
                </c:pt>
                <c:pt idx="1743">
                  <c:v>43748</c:v>
                </c:pt>
                <c:pt idx="1744">
                  <c:v>43749</c:v>
                </c:pt>
                <c:pt idx="1745">
                  <c:v>43750</c:v>
                </c:pt>
                <c:pt idx="1746">
                  <c:v>43751</c:v>
                </c:pt>
                <c:pt idx="1747">
                  <c:v>43752</c:v>
                </c:pt>
                <c:pt idx="1748">
                  <c:v>43753</c:v>
                </c:pt>
                <c:pt idx="1749">
                  <c:v>43754</c:v>
                </c:pt>
                <c:pt idx="1750">
                  <c:v>43755</c:v>
                </c:pt>
                <c:pt idx="1751">
                  <c:v>43756</c:v>
                </c:pt>
                <c:pt idx="1752">
                  <c:v>43757</c:v>
                </c:pt>
                <c:pt idx="1753">
                  <c:v>43758</c:v>
                </c:pt>
                <c:pt idx="1754">
                  <c:v>43759</c:v>
                </c:pt>
                <c:pt idx="1755">
                  <c:v>43760</c:v>
                </c:pt>
                <c:pt idx="1756">
                  <c:v>43761</c:v>
                </c:pt>
                <c:pt idx="1757">
                  <c:v>43762</c:v>
                </c:pt>
                <c:pt idx="1758">
                  <c:v>43763</c:v>
                </c:pt>
                <c:pt idx="1759">
                  <c:v>43764</c:v>
                </c:pt>
                <c:pt idx="1760">
                  <c:v>43765</c:v>
                </c:pt>
                <c:pt idx="1761">
                  <c:v>43766</c:v>
                </c:pt>
                <c:pt idx="1762">
                  <c:v>43767</c:v>
                </c:pt>
                <c:pt idx="1763">
                  <c:v>43768</c:v>
                </c:pt>
                <c:pt idx="1764">
                  <c:v>43769</c:v>
                </c:pt>
                <c:pt idx="1765">
                  <c:v>43770</c:v>
                </c:pt>
                <c:pt idx="1766">
                  <c:v>43771</c:v>
                </c:pt>
                <c:pt idx="1767">
                  <c:v>43772</c:v>
                </c:pt>
                <c:pt idx="1768">
                  <c:v>43773</c:v>
                </c:pt>
                <c:pt idx="1769">
                  <c:v>43774</c:v>
                </c:pt>
                <c:pt idx="1770">
                  <c:v>43775</c:v>
                </c:pt>
                <c:pt idx="1771">
                  <c:v>43776</c:v>
                </c:pt>
                <c:pt idx="1772">
                  <c:v>43777</c:v>
                </c:pt>
                <c:pt idx="1773">
                  <c:v>43778</c:v>
                </c:pt>
                <c:pt idx="1774">
                  <c:v>43779</c:v>
                </c:pt>
                <c:pt idx="1775">
                  <c:v>43780</c:v>
                </c:pt>
                <c:pt idx="1776">
                  <c:v>43781</c:v>
                </c:pt>
                <c:pt idx="1777">
                  <c:v>43782</c:v>
                </c:pt>
                <c:pt idx="1778">
                  <c:v>43783</c:v>
                </c:pt>
                <c:pt idx="1779">
                  <c:v>43784</c:v>
                </c:pt>
                <c:pt idx="1780">
                  <c:v>43785</c:v>
                </c:pt>
                <c:pt idx="1781">
                  <c:v>43786</c:v>
                </c:pt>
                <c:pt idx="1782">
                  <c:v>43787</c:v>
                </c:pt>
                <c:pt idx="1783">
                  <c:v>43788</c:v>
                </c:pt>
                <c:pt idx="1784">
                  <c:v>43789</c:v>
                </c:pt>
                <c:pt idx="1785">
                  <c:v>43790</c:v>
                </c:pt>
                <c:pt idx="1786">
                  <c:v>43791</c:v>
                </c:pt>
                <c:pt idx="1787">
                  <c:v>43792</c:v>
                </c:pt>
                <c:pt idx="1788">
                  <c:v>43793</c:v>
                </c:pt>
                <c:pt idx="1789">
                  <c:v>43794</c:v>
                </c:pt>
                <c:pt idx="1790">
                  <c:v>43795</c:v>
                </c:pt>
                <c:pt idx="1791">
                  <c:v>43796</c:v>
                </c:pt>
                <c:pt idx="1792">
                  <c:v>43797</c:v>
                </c:pt>
                <c:pt idx="1793">
                  <c:v>43798</c:v>
                </c:pt>
                <c:pt idx="1794">
                  <c:v>43799</c:v>
                </c:pt>
                <c:pt idx="1795">
                  <c:v>43800</c:v>
                </c:pt>
                <c:pt idx="1796">
                  <c:v>43801</c:v>
                </c:pt>
                <c:pt idx="1797">
                  <c:v>43802</c:v>
                </c:pt>
                <c:pt idx="1798">
                  <c:v>43803</c:v>
                </c:pt>
                <c:pt idx="1799">
                  <c:v>43804</c:v>
                </c:pt>
                <c:pt idx="1800">
                  <c:v>43805</c:v>
                </c:pt>
                <c:pt idx="1801">
                  <c:v>43806</c:v>
                </c:pt>
                <c:pt idx="1802">
                  <c:v>43807</c:v>
                </c:pt>
                <c:pt idx="1803">
                  <c:v>43808</c:v>
                </c:pt>
                <c:pt idx="1804">
                  <c:v>43809</c:v>
                </c:pt>
                <c:pt idx="1805">
                  <c:v>43810</c:v>
                </c:pt>
                <c:pt idx="1806">
                  <c:v>43811</c:v>
                </c:pt>
                <c:pt idx="1807">
                  <c:v>43812</c:v>
                </c:pt>
                <c:pt idx="1808">
                  <c:v>43813</c:v>
                </c:pt>
                <c:pt idx="1809">
                  <c:v>43814</c:v>
                </c:pt>
                <c:pt idx="1810">
                  <c:v>43815</c:v>
                </c:pt>
                <c:pt idx="1811">
                  <c:v>43816</c:v>
                </c:pt>
                <c:pt idx="1812">
                  <c:v>43817</c:v>
                </c:pt>
                <c:pt idx="1813">
                  <c:v>43818</c:v>
                </c:pt>
                <c:pt idx="1814">
                  <c:v>43819</c:v>
                </c:pt>
                <c:pt idx="1815">
                  <c:v>43820</c:v>
                </c:pt>
                <c:pt idx="1816">
                  <c:v>43821</c:v>
                </c:pt>
                <c:pt idx="1817">
                  <c:v>43822</c:v>
                </c:pt>
                <c:pt idx="1818">
                  <c:v>43823</c:v>
                </c:pt>
                <c:pt idx="1819">
                  <c:v>43824</c:v>
                </c:pt>
                <c:pt idx="1820">
                  <c:v>43825</c:v>
                </c:pt>
                <c:pt idx="1821">
                  <c:v>43826</c:v>
                </c:pt>
                <c:pt idx="1822">
                  <c:v>43827</c:v>
                </c:pt>
                <c:pt idx="1823">
                  <c:v>43828</c:v>
                </c:pt>
                <c:pt idx="1824">
                  <c:v>43829</c:v>
                </c:pt>
                <c:pt idx="1825">
                  <c:v>43830</c:v>
                </c:pt>
                <c:pt idx="1826">
                  <c:v>43831</c:v>
                </c:pt>
                <c:pt idx="1827">
                  <c:v>43832</c:v>
                </c:pt>
                <c:pt idx="1828">
                  <c:v>43833</c:v>
                </c:pt>
                <c:pt idx="1829">
                  <c:v>43834</c:v>
                </c:pt>
                <c:pt idx="1830">
                  <c:v>43835</c:v>
                </c:pt>
                <c:pt idx="1831">
                  <c:v>43836</c:v>
                </c:pt>
                <c:pt idx="1832">
                  <c:v>43837</c:v>
                </c:pt>
                <c:pt idx="1833">
                  <c:v>43838</c:v>
                </c:pt>
                <c:pt idx="1834">
                  <c:v>43839</c:v>
                </c:pt>
                <c:pt idx="1835">
                  <c:v>43840</c:v>
                </c:pt>
                <c:pt idx="1836">
                  <c:v>43841</c:v>
                </c:pt>
                <c:pt idx="1837">
                  <c:v>43842</c:v>
                </c:pt>
                <c:pt idx="1838">
                  <c:v>43843</c:v>
                </c:pt>
                <c:pt idx="1839">
                  <c:v>43844</c:v>
                </c:pt>
                <c:pt idx="1840">
                  <c:v>43845</c:v>
                </c:pt>
                <c:pt idx="1841">
                  <c:v>43846</c:v>
                </c:pt>
                <c:pt idx="1842">
                  <c:v>43847</c:v>
                </c:pt>
                <c:pt idx="1843">
                  <c:v>43848</c:v>
                </c:pt>
                <c:pt idx="1844">
                  <c:v>43849</c:v>
                </c:pt>
                <c:pt idx="1845">
                  <c:v>43850</c:v>
                </c:pt>
                <c:pt idx="1846">
                  <c:v>43851</c:v>
                </c:pt>
                <c:pt idx="1847">
                  <c:v>43852</c:v>
                </c:pt>
                <c:pt idx="1848">
                  <c:v>43853</c:v>
                </c:pt>
                <c:pt idx="1849">
                  <c:v>43854</c:v>
                </c:pt>
                <c:pt idx="1850">
                  <c:v>43855</c:v>
                </c:pt>
                <c:pt idx="1851">
                  <c:v>43856</c:v>
                </c:pt>
                <c:pt idx="1852">
                  <c:v>43857</c:v>
                </c:pt>
                <c:pt idx="1853">
                  <c:v>43858</c:v>
                </c:pt>
                <c:pt idx="1854">
                  <c:v>43859</c:v>
                </c:pt>
                <c:pt idx="1855">
                  <c:v>43860</c:v>
                </c:pt>
                <c:pt idx="1856">
                  <c:v>43861</c:v>
                </c:pt>
                <c:pt idx="1857">
                  <c:v>43862</c:v>
                </c:pt>
                <c:pt idx="1858">
                  <c:v>43863</c:v>
                </c:pt>
                <c:pt idx="1859">
                  <c:v>43864</c:v>
                </c:pt>
                <c:pt idx="1860">
                  <c:v>43865</c:v>
                </c:pt>
                <c:pt idx="1861">
                  <c:v>43866</c:v>
                </c:pt>
                <c:pt idx="1862">
                  <c:v>43867</c:v>
                </c:pt>
                <c:pt idx="1863">
                  <c:v>43868</c:v>
                </c:pt>
                <c:pt idx="1864">
                  <c:v>43869</c:v>
                </c:pt>
                <c:pt idx="1865">
                  <c:v>43870</c:v>
                </c:pt>
                <c:pt idx="1866">
                  <c:v>43871</c:v>
                </c:pt>
                <c:pt idx="1867">
                  <c:v>43872</c:v>
                </c:pt>
                <c:pt idx="1868">
                  <c:v>43873</c:v>
                </c:pt>
                <c:pt idx="1869">
                  <c:v>43874</c:v>
                </c:pt>
                <c:pt idx="1870">
                  <c:v>43875</c:v>
                </c:pt>
                <c:pt idx="1871">
                  <c:v>43876</c:v>
                </c:pt>
                <c:pt idx="1872">
                  <c:v>43877</c:v>
                </c:pt>
                <c:pt idx="1873">
                  <c:v>43878</c:v>
                </c:pt>
                <c:pt idx="1874">
                  <c:v>43879</c:v>
                </c:pt>
                <c:pt idx="1875">
                  <c:v>43880</c:v>
                </c:pt>
                <c:pt idx="1876">
                  <c:v>43881</c:v>
                </c:pt>
                <c:pt idx="1877">
                  <c:v>43882</c:v>
                </c:pt>
                <c:pt idx="1878">
                  <c:v>43883</c:v>
                </c:pt>
                <c:pt idx="1879">
                  <c:v>43884</c:v>
                </c:pt>
                <c:pt idx="1880">
                  <c:v>43885</c:v>
                </c:pt>
                <c:pt idx="1881">
                  <c:v>43886</c:v>
                </c:pt>
                <c:pt idx="1882">
                  <c:v>43887</c:v>
                </c:pt>
                <c:pt idx="1883">
                  <c:v>43888</c:v>
                </c:pt>
                <c:pt idx="1884">
                  <c:v>43889</c:v>
                </c:pt>
                <c:pt idx="1885">
                  <c:v>43890</c:v>
                </c:pt>
                <c:pt idx="1886">
                  <c:v>43891</c:v>
                </c:pt>
                <c:pt idx="1887">
                  <c:v>43892</c:v>
                </c:pt>
                <c:pt idx="1888">
                  <c:v>43893</c:v>
                </c:pt>
                <c:pt idx="1889">
                  <c:v>43894</c:v>
                </c:pt>
                <c:pt idx="1890">
                  <c:v>43895</c:v>
                </c:pt>
                <c:pt idx="1891">
                  <c:v>43896</c:v>
                </c:pt>
                <c:pt idx="1892">
                  <c:v>43897</c:v>
                </c:pt>
                <c:pt idx="1893">
                  <c:v>43898</c:v>
                </c:pt>
                <c:pt idx="1894">
                  <c:v>43899</c:v>
                </c:pt>
                <c:pt idx="1895">
                  <c:v>43900</c:v>
                </c:pt>
                <c:pt idx="1896">
                  <c:v>43901</c:v>
                </c:pt>
                <c:pt idx="1897">
                  <c:v>43902</c:v>
                </c:pt>
                <c:pt idx="1898">
                  <c:v>43903</c:v>
                </c:pt>
                <c:pt idx="1899">
                  <c:v>43904</c:v>
                </c:pt>
                <c:pt idx="1900">
                  <c:v>43905</c:v>
                </c:pt>
                <c:pt idx="1901">
                  <c:v>43906</c:v>
                </c:pt>
                <c:pt idx="1902">
                  <c:v>43907</c:v>
                </c:pt>
                <c:pt idx="1903">
                  <c:v>43908</c:v>
                </c:pt>
                <c:pt idx="1904">
                  <c:v>43909</c:v>
                </c:pt>
                <c:pt idx="1905">
                  <c:v>43910</c:v>
                </c:pt>
                <c:pt idx="1906">
                  <c:v>43911</c:v>
                </c:pt>
                <c:pt idx="1907">
                  <c:v>43912</c:v>
                </c:pt>
                <c:pt idx="1908">
                  <c:v>43913</c:v>
                </c:pt>
                <c:pt idx="1909">
                  <c:v>43914</c:v>
                </c:pt>
                <c:pt idx="1910">
                  <c:v>43915</c:v>
                </c:pt>
                <c:pt idx="1911">
                  <c:v>43916</c:v>
                </c:pt>
                <c:pt idx="1912">
                  <c:v>43917</c:v>
                </c:pt>
                <c:pt idx="1913">
                  <c:v>43918</c:v>
                </c:pt>
                <c:pt idx="1914">
                  <c:v>43919</c:v>
                </c:pt>
                <c:pt idx="1915">
                  <c:v>43920</c:v>
                </c:pt>
                <c:pt idx="1916">
                  <c:v>43921</c:v>
                </c:pt>
                <c:pt idx="1917">
                  <c:v>43922</c:v>
                </c:pt>
                <c:pt idx="1918">
                  <c:v>43923</c:v>
                </c:pt>
                <c:pt idx="1919">
                  <c:v>43924</c:v>
                </c:pt>
                <c:pt idx="1920">
                  <c:v>43925</c:v>
                </c:pt>
                <c:pt idx="1921">
                  <c:v>43926</c:v>
                </c:pt>
                <c:pt idx="1922">
                  <c:v>43927</c:v>
                </c:pt>
                <c:pt idx="1923">
                  <c:v>43928</c:v>
                </c:pt>
                <c:pt idx="1924">
                  <c:v>43929</c:v>
                </c:pt>
                <c:pt idx="1925">
                  <c:v>43930</c:v>
                </c:pt>
                <c:pt idx="1926">
                  <c:v>43931</c:v>
                </c:pt>
                <c:pt idx="1927">
                  <c:v>43932</c:v>
                </c:pt>
                <c:pt idx="1928">
                  <c:v>43933</c:v>
                </c:pt>
                <c:pt idx="1929">
                  <c:v>43934</c:v>
                </c:pt>
                <c:pt idx="1930">
                  <c:v>43935</c:v>
                </c:pt>
                <c:pt idx="1931">
                  <c:v>43936</c:v>
                </c:pt>
                <c:pt idx="1932">
                  <c:v>43937</c:v>
                </c:pt>
                <c:pt idx="1933">
                  <c:v>43938</c:v>
                </c:pt>
                <c:pt idx="1934">
                  <c:v>43939</c:v>
                </c:pt>
                <c:pt idx="1935">
                  <c:v>43940</c:v>
                </c:pt>
                <c:pt idx="1936">
                  <c:v>43941</c:v>
                </c:pt>
                <c:pt idx="1937">
                  <c:v>43942</c:v>
                </c:pt>
                <c:pt idx="1938">
                  <c:v>43943</c:v>
                </c:pt>
                <c:pt idx="1939">
                  <c:v>43944</c:v>
                </c:pt>
                <c:pt idx="1940">
                  <c:v>43945</c:v>
                </c:pt>
                <c:pt idx="1941">
                  <c:v>43946</c:v>
                </c:pt>
                <c:pt idx="1942">
                  <c:v>43947</c:v>
                </c:pt>
                <c:pt idx="1943">
                  <c:v>43948</c:v>
                </c:pt>
                <c:pt idx="1944">
                  <c:v>43949</c:v>
                </c:pt>
                <c:pt idx="1945">
                  <c:v>43950</c:v>
                </c:pt>
                <c:pt idx="1946">
                  <c:v>43951</c:v>
                </c:pt>
                <c:pt idx="1947">
                  <c:v>43952</c:v>
                </c:pt>
                <c:pt idx="1948">
                  <c:v>43953</c:v>
                </c:pt>
                <c:pt idx="1949">
                  <c:v>43954</c:v>
                </c:pt>
                <c:pt idx="1950">
                  <c:v>43955</c:v>
                </c:pt>
                <c:pt idx="1951">
                  <c:v>43956</c:v>
                </c:pt>
                <c:pt idx="1952">
                  <c:v>43957</c:v>
                </c:pt>
                <c:pt idx="1953">
                  <c:v>43958</c:v>
                </c:pt>
                <c:pt idx="1954">
                  <c:v>43959</c:v>
                </c:pt>
                <c:pt idx="1955">
                  <c:v>43960</c:v>
                </c:pt>
                <c:pt idx="1956">
                  <c:v>43961</c:v>
                </c:pt>
                <c:pt idx="1957">
                  <c:v>43962</c:v>
                </c:pt>
                <c:pt idx="1958">
                  <c:v>43963</c:v>
                </c:pt>
                <c:pt idx="1959">
                  <c:v>43964</c:v>
                </c:pt>
                <c:pt idx="1960">
                  <c:v>43965</c:v>
                </c:pt>
                <c:pt idx="1961">
                  <c:v>43966</c:v>
                </c:pt>
                <c:pt idx="1962">
                  <c:v>43967</c:v>
                </c:pt>
                <c:pt idx="1963">
                  <c:v>43968</c:v>
                </c:pt>
                <c:pt idx="1964">
                  <c:v>43969</c:v>
                </c:pt>
                <c:pt idx="1965">
                  <c:v>43970</c:v>
                </c:pt>
                <c:pt idx="1966">
                  <c:v>43971</c:v>
                </c:pt>
                <c:pt idx="1967">
                  <c:v>43972</c:v>
                </c:pt>
                <c:pt idx="1968">
                  <c:v>43973</c:v>
                </c:pt>
                <c:pt idx="1969">
                  <c:v>43974</c:v>
                </c:pt>
                <c:pt idx="1970">
                  <c:v>43975</c:v>
                </c:pt>
                <c:pt idx="1971">
                  <c:v>43976</c:v>
                </c:pt>
                <c:pt idx="1972">
                  <c:v>43977</c:v>
                </c:pt>
                <c:pt idx="1973">
                  <c:v>43978</c:v>
                </c:pt>
                <c:pt idx="1974">
                  <c:v>43979</c:v>
                </c:pt>
                <c:pt idx="1975">
                  <c:v>43980</c:v>
                </c:pt>
                <c:pt idx="1976">
                  <c:v>43981</c:v>
                </c:pt>
                <c:pt idx="1977">
                  <c:v>43982</c:v>
                </c:pt>
                <c:pt idx="1978">
                  <c:v>43983</c:v>
                </c:pt>
                <c:pt idx="1979">
                  <c:v>43984</c:v>
                </c:pt>
                <c:pt idx="1980">
                  <c:v>43985</c:v>
                </c:pt>
                <c:pt idx="1981">
                  <c:v>43986</c:v>
                </c:pt>
                <c:pt idx="1982">
                  <c:v>43987</c:v>
                </c:pt>
                <c:pt idx="1983">
                  <c:v>43988</c:v>
                </c:pt>
                <c:pt idx="1984">
                  <c:v>43989</c:v>
                </c:pt>
                <c:pt idx="1985">
                  <c:v>43990</c:v>
                </c:pt>
                <c:pt idx="1986">
                  <c:v>43991</c:v>
                </c:pt>
                <c:pt idx="1987">
                  <c:v>43992</c:v>
                </c:pt>
                <c:pt idx="1988">
                  <c:v>43993</c:v>
                </c:pt>
                <c:pt idx="1989">
                  <c:v>43994</c:v>
                </c:pt>
                <c:pt idx="1990">
                  <c:v>43995</c:v>
                </c:pt>
                <c:pt idx="1991">
                  <c:v>43996</c:v>
                </c:pt>
                <c:pt idx="1992">
                  <c:v>43997</c:v>
                </c:pt>
                <c:pt idx="1993">
                  <c:v>43998</c:v>
                </c:pt>
                <c:pt idx="1994">
                  <c:v>43999</c:v>
                </c:pt>
                <c:pt idx="1995">
                  <c:v>44000</c:v>
                </c:pt>
                <c:pt idx="1996">
                  <c:v>44001</c:v>
                </c:pt>
                <c:pt idx="1997">
                  <c:v>44002</c:v>
                </c:pt>
                <c:pt idx="1998">
                  <c:v>44003</c:v>
                </c:pt>
                <c:pt idx="1999">
                  <c:v>44004</c:v>
                </c:pt>
                <c:pt idx="2000">
                  <c:v>44005</c:v>
                </c:pt>
                <c:pt idx="2001">
                  <c:v>44006</c:v>
                </c:pt>
                <c:pt idx="2002">
                  <c:v>44007</c:v>
                </c:pt>
                <c:pt idx="2003">
                  <c:v>44008</c:v>
                </c:pt>
                <c:pt idx="2004">
                  <c:v>44009</c:v>
                </c:pt>
                <c:pt idx="2005">
                  <c:v>44010</c:v>
                </c:pt>
                <c:pt idx="2006">
                  <c:v>44011</c:v>
                </c:pt>
                <c:pt idx="2007">
                  <c:v>44012</c:v>
                </c:pt>
                <c:pt idx="2008">
                  <c:v>44013</c:v>
                </c:pt>
                <c:pt idx="2009">
                  <c:v>44014</c:v>
                </c:pt>
                <c:pt idx="2010">
                  <c:v>44015</c:v>
                </c:pt>
                <c:pt idx="2011">
                  <c:v>44016</c:v>
                </c:pt>
                <c:pt idx="2012">
                  <c:v>44017</c:v>
                </c:pt>
                <c:pt idx="2013">
                  <c:v>44018</c:v>
                </c:pt>
                <c:pt idx="2014">
                  <c:v>44019</c:v>
                </c:pt>
                <c:pt idx="2015">
                  <c:v>44020</c:v>
                </c:pt>
                <c:pt idx="2016">
                  <c:v>44021</c:v>
                </c:pt>
                <c:pt idx="2017">
                  <c:v>44022</c:v>
                </c:pt>
                <c:pt idx="2018">
                  <c:v>44023</c:v>
                </c:pt>
                <c:pt idx="2019">
                  <c:v>44024</c:v>
                </c:pt>
                <c:pt idx="2020">
                  <c:v>44025</c:v>
                </c:pt>
                <c:pt idx="2021">
                  <c:v>44026</c:v>
                </c:pt>
                <c:pt idx="2022">
                  <c:v>44027</c:v>
                </c:pt>
                <c:pt idx="2023">
                  <c:v>44028</c:v>
                </c:pt>
                <c:pt idx="2024">
                  <c:v>44029</c:v>
                </c:pt>
                <c:pt idx="2025">
                  <c:v>44030</c:v>
                </c:pt>
                <c:pt idx="2026">
                  <c:v>44031</c:v>
                </c:pt>
                <c:pt idx="2027">
                  <c:v>44032</c:v>
                </c:pt>
                <c:pt idx="2028">
                  <c:v>44033</c:v>
                </c:pt>
                <c:pt idx="2029">
                  <c:v>44034</c:v>
                </c:pt>
                <c:pt idx="2030">
                  <c:v>44035</c:v>
                </c:pt>
                <c:pt idx="2031">
                  <c:v>44036</c:v>
                </c:pt>
                <c:pt idx="2032">
                  <c:v>44037</c:v>
                </c:pt>
                <c:pt idx="2033">
                  <c:v>44038</c:v>
                </c:pt>
                <c:pt idx="2034">
                  <c:v>44039</c:v>
                </c:pt>
                <c:pt idx="2035">
                  <c:v>44040</c:v>
                </c:pt>
                <c:pt idx="2036">
                  <c:v>44041</c:v>
                </c:pt>
                <c:pt idx="2037">
                  <c:v>44042</c:v>
                </c:pt>
                <c:pt idx="2038">
                  <c:v>44043</c:v>
                </c:pt>
                <c:pt idx="2039">
                  <c:v>44044</c:v>
                </c:pt>
                <c:pt idx="2040">
                  <c:v>44045</c:v>
                </c:pt>
                <c:pt idx="2041">
                  <c:v>44046</c:v>
                </c:pt>
                <c:pt idx="2042">
                  <c:v>44047</c:v>
                </c:pt>
                <c:pt idx="2043">
                  <c:v>44048</c:v>
                </c:pt>
                <c:pt idx="2044">
                  <c:v>44049</c:v>
                </c:pt>
                <c:pt idx="2045">
                  <c:v>44050</c:v>
                </c:pt>
                <c:pt idx="2046">
                  <c:v>44051</c:v>
                </c:pt>
                <c:pt idx="2047">
                  <c:v>44052</c:v>
                </c:pt>
                <c:pt idx="2048">
                  <c:v>44053</c:v>
                </c:pt>
                <c:pt idx="2049">
                  <c:v>44054</c:v>
                </c:pt>
                <c:pt idx="2050">
                  <c:v>44055</c:v>
                </c:pt>
                <c:pt idx="2051">
                  <c:v>44056</c:v>
                </c:pt>
                <c:pt idx="2052">
                  <c:v>44057</c:v>
                </c:pt>
                <c:pt idx="2053">
                  <c:v>44058</c:v>
                </c:pt>
                <c:pt idx="2054">
                  <c:v>44059</c:v>
                </c:pt>
                <c:pt idx="2055">
                  <c:v>44060</c:v>
                </c:pt>
                <c:pt idx="2056">
                  <c:v>44061</c:v>
                </c:pt>
                <c:pt idx="2057">
                  <c:v>44062</c:v>
                </c:pt>
                <c:pt idx="2058">
                  <c:v>44063</c:v>
                </c:pt>
                <c:pt idx="2059">
                  <c:v>44064</c:v>
                </c:pt>
                <c:pt idx="2060">
                  <c:v>44065</c:v>
                </c:pt>
                <c:pt idx="2061">
                  <c:v>44066</c:v>
                </c:pt>
                <c:pt idx="2062">
                  <c:v>44067</c:v>
                </c:pt>
                <c:pt idx="2063">
                  <c:v>44068</c:v>
                </c:pt>
                <c:pt idx="2064">
                  <c:v>44069</c:v>
                </c:pt>
                <c:pt idx="2065">
                  <c:v>44070</c:v>
                </c:pt>
                <c:pt idx="2066">
                  <c:v>44071</c:v>
                </c:pt>
                <c:pt idx="2067">
                  <c:v>44072</c:v>
                </c:pt>
                <c:pt idx="2068">
                  <c:v>44073</c:v>
                </c:pt>
                <c:pt idx="2069">
                  <c:v>44074</c:v>
                </c:pt>
                <c:pt idx="2070">
                  <c:v>44075</c:v>
                </c:pt>
                <c:pt idx="2071">
                  <c:v>44076</c:v>
                </c:pt>
                <c:pt idx="2072">
                  <c:v>44077</c:v>
                </c:pt>
                <c:pt idx="2073">
                  <c:v>44078</c:v>
                </c:pt>
                <c:pt idx="2074">
                  <c:v>44079</c:v>
                </c:pt>
                <c:pt idx="2075">
                  <c:v>44080</c:v>
                </c:pt>
                <c:pt idx="2076">
                  <c:v>44081</c:v>
                </c:pt>
                <c:pt idx="2077">
                  <c:v>44082</c:v>
                </c:pt>
                <c:pt idx="2078">
                  <c:v>44083</c:v>
                </c:pt>
                <c:pt idx="2079">
                  <c:v>44084</c:v>
                </c:pt>
                <c:pt idx="2080">
                  <c:v>44085</c:v>
                </c:pt>
                <c:pt idx="2081">
                  <c:v>44086</c:v>
                </c:pt>
                <c:pt idx="2082">
                  <c:v>44087</c:v>
                </c:pt>
                <c:pt idx="2083">
                  <c:v>44088</c:v>
                </c:pt>
                <c:pt idx="2084">
                  <c:v>44089</c:v>
                </c:pt>
                <c:pt idx="2085">
                  <c:v>44090</c:v>
                </c:pt>
                <c:pt idx="2086">
                  <c:v>44091</c:v>
                </c:pt>
                <c:pt idx="2087">
                  <c:v>44092</c:v>
                </c:pt>
                <c:pt idx="2088">
                  <c:v>44093</c:v>
                </c:pt>
                <c:pt idx="2089">
                  <c:v>44094</c:v>
                </c:pt>
                <c:pt idx="2090">
                  <c:v>44095</c:v>
                </c:pt>
                <c:pt idx="2091">
                  <c:v>44096</c:v>
                </c:pt>
                <c:pt idx="2092">
                  <c:v>44097</c:v>
                </c:pt>
                <c:pt idx="2093">
                  <c:v>44098</c:v>
                </c:pt>
                <c:pt idx="2094">
                  <c:v>44099</c:v>
                </c:pt>
                <c:pt idx="2095">
                  <c:v>44100</c:v>
                </c:pt>
                <c:pt idx="2096">
                  <c:v>44101</c:v>
                </c:pt>
                <c:pt idx="2097">
                  <c:v>44102</c:v>
                </c:pt>
                <c:pt idx="2098">
                  <c:v>44103</c:v>
                </c:pt>
                <c:pt idx="2099">
                  <c:v>44104</c:v>
                </c:pt>
                <c:pt idx="2100">
                  <c:v>44105</c:v>
                </c:pt>
                <c:pt idx="2101">
                  <c:v>44106</c:v>
                </c:pt>
                <c:pt idx="2102">
                  <c:v>44107</c:v>
                </c:pt>
                <c:pt idx="2103">
                  <c:v>44108</c:v>
                </c:pt>
                <c:pt idx="2104">
                  <c:v>44109</c:v>
                </c:pt>
                <c:pt idx="2105">
                  <c:v>44110</c:v>
                </c:pt>
                <c:pt idx="2106">
                  <c:v>44111</c:v>
                </c:pt>
                <c:pt idx="2107">
                  <c:v>44112</c:v>
                </c:pt>
                <c:pt idx="2108">
                  <c:v>44113</c:v>
                </c:pt>
                <c:pt idx="2109">
                  <c:v>44114</c:v>
                </c:pt>
                <c:pt idx="2110">
                  <c:v>44115</c:v>
                </c:pt>
                <c:pt idx="2111">
                  <c:v>44116</c:v>
                </c:pt>
                <c:pt idx="2112">
                  <c:v>44117</c:v>
                </c:pt>
                <c:pt idx="2113">
                  <c:v>44118</c:v>
                </c:pt>
                <c:pt idx="2114">
                  <c:v>44119</c:v>
                </c:pt>
                <c:pt idx="2115">
                  <c:v>44120</c:v>
                </c:pt>
                <c:pt idx="2116">
                  <c:v>44121</c:v>
                </c:pt>
                <c:pt idx="2117">
                  <c:v>44122</c:v>
                </c:pt>
                <c:pt idx="2118">
                  <c:v>44123</c:v>
                </c:pt>
                <c:pt idx="2119">
                  <c:v>44124</c:v>
                </c:pt>
                <c:pt idx="2120">
                  <c:v>44125</c:v>
                </c:pt>
                <c:pt idx="2121">
                  <c:v>44126</c:v>
                </c:pt>
                <c:pt idx="2122">
                  <c:v>44127</c:v>
                </c:pt>
                <c:pt idx="2123">
                  <c:v>44128</c:v>
                </c:pt>
                <c:pt idx="2124">
                  <c:v>44129</c:v>
                </c:pt>
                <c:pt idx="2125">
                  <c:v>44130</c:v>
                </c:pt>
                <c:pt idx="2126">
                  <c:v>44131</c:v>
                </c:pt>
                <c:pt idx="2127">
                  <c:v>44132</c:v>
                </c:pt>
                <c:pt idx="2128">
                  <c:v>44133</c:v>
                </c:pt>
                <c:pt idx="2129">
                  <c:v>44134</c:v>
                </c:pt>
                <c:pt idx="2130">
                  <c:v>44135</c:v>
                </c:pt>
                <c:pt idx="2131">
                  <c:v>44136</c:v>
                </c:pt>
                <c:pt idx="2132">
                  <c:v>44137</c:v>
                </c:pt>
                <c:pt idx="2133">
                  <c:v>44138</c:v>
                </c:pt>
                <c:pt idx="2134">
                  <c:v>44139</c:v>
                </c:pt>
                <c:pt idx="2135">
                  <c:v>44140</c:v>
                </c:pt>
                <c:pt idx="2136">
                  <c:v>44141</c:v>
                </c:pt>
                <c:pt idx="2137">
                  <c:v>44142</c:v>
                </c:pt>
                <c:pt idx="2138">
                  <c:v>44143</c:v>
                </c:pt>
                <c:pt idx="2139">
                  <c:v>44144</c:v>
                </c:pt>
                <c:pt idx="2140">
                  <c:v>44145</c:v>
                </c:pt>
                <c:pt idx="2141">
                  <c:v>44146</c:v>
                </c:pt>
                <c:pt idx="2142">
                  <c:v>44147</c:v>
                </c:pt>
                <c:pt idx="2143">
                  <c:v>44148</c:v>
                </c:pt>
                <c:pt idx="2144">
                  <c:v>44149</c:v>
                </c:pt>
                <c:pt idx="2145">
                  <c:v>44150</c:v>
                </c:pt>
                <c:pt idx="2146">
                  <c:v>44151</c:v>
                </c:pt>
                <c:pt idx="2147">
                  <c:v>44152</c:v>
                </c:pt>
                <c:pt idx="2148">
                  <c:v>44153</c:v>
                </c:pt>
                <c:pt idx="2149">
                  <c:v>44154</c:v>
                </c:pt>
                <c:pt idx="2150">
                  <c:v>44155</c:v>
                </c:pt>
                <c:pt idx="2151">
                  <c:v>44156</c:v>
                </c:pt>
                <c:pt idx="2152">
                  <c:v>44157</c:v>
                </c:pt>
                <c:pt idx="2153">
                  <c:v>44158</c:v>
                </c:pt>
                <c:pt idx="2154">
                  <c:v>44159</c:v>
                </c:pt>
                <c:pt idx="2155">
                  <c:v>44160</c:v>
                </c:pt>
                <c:pt idx="2156">
                  <c:v>44161</c:v>
                </c:pt>
                <c:pt idx="2157">
                  <c:v>44162</c:v>
                </c:pt>
                <c:pt idx="2158">
                  <c:v>44163</c:v>
                </c:pt>
                <c:pt idx="2159">
                  <c:v>44164</c:v>
                </c:pt>
                <c:pt idx="2160">
                  <c:v>44165</c:v>
                </c:pt>
                <c:pt idx="2161">
                  <c:v>44166</c:v>
                </c:pt>
                <c:pt idx="2162">
                  <c:v>44167</c:v>
                </c:pt>
                <c:pt idx="2163">
                  <c:v>44168</c:v>
                </c:pt>
                <c:pt idx="2164">
                  <c:v>44169</c:v>
                </c:pt>
                <c:pt idx="2165">
                  <c:v>44170</c:v>
                </c:pt>
                <c:pt idx="2166">
                  <c:v>44171</c:v>
                </c:pt>
                <c:pt idx="2167">
                  <c:v>44172</c:v>
                </c:pt>
                <c:pt idx="2168">
                  <c:v>44173</c:v>
                </c:pt>
                <c:pt idx="2169">
                  <c:v>44174</c:v>
                </c:pt>
                <c:pt idx="2170">
                  <c:v>44175</c:v>
                </c:pt>
                <c:pt idx="2171">
                  <c:v>44176</c:v>
                </c:pt>
                <c:pt idx="2172">
                  <c:v>44177</c:v>
                </c:pt>
                <c:pt idx="2173">
                  <c:v>44178</c:v>
                </c:pt>
                <c:pt idx="2174">
                  <c:v>44179</c:v>
                </c:pt>
                <c:pt idx="2175">
                  <c:v>44180</c:v>
                </c:pt>
                <c:pt idx="2176">
                  <c:v>44181</c:v>
                </c:pt>
                <c:pt idx="2177">
                  <c:v>44182</c:v>
                </c:pt>
                <c:pt idx="2178">
                  <c:v>44183</c:v>
                </c:pt>
                <c:pt idx="2179">
                  <c:v>44184</c:v>
                </c:pt>
                <c:pt idx="2180">
                  <c:v>44185</c:v>
                </c:pt>
                <c:pt idx="2181">
                  <c:v>44186</c:v>
                </c:pt>
                <c:pt idx="2182">
                  <c:v>44187</c:v>
                </c:pt>
                <c:pt idx="2183">
                  <c:v>44188</c:v>
                </c:pt>
                <c:pt idx="2184">
                  <c:v>44189</c:v>
                </c:pt>
                <c:pt idx="2185">
                  <c:v>44190</c:v>
                </c:pt>
                <c:pt idx="2186">
                  <c:v>44191</c:v>
                </c:pt>
                <c:pt idx="2187">
                  <c:v>44192</c:v>
                </c:pt>
                <c:pt idx="2188">
                  <c:v>44193</c:v>
                </c:pt>
                <c:pt idx="2189">
                  <c:v>44194</c:v>
                </c:pt>
                <c:pt idx="2190">
                  <c:v>44195</c:v>
                </c:pt>
                <c:pt idx="2191">
                  <c:v>44196</c:v>
                </c:pt>
                <c:pt idx="2192">
                  <c:v>44197</c:v>
                </c:pt>
                <c:pt idx="2193">
                  <c:v>44198</c:v>
                </c:pt>
                <c:pt idx="2194">
                  <c:v>44199</c:v>
                </c:pt>
                <c:pt idx="2195">
                  <c:v>44200</c:v>
                </c:pt>
                <c:pt idx="2196">
                  <c:v>44201</c:v>
                </c:pt>
                <c:pt idx="2197">
                  <c:v>44202</c:v>
                </c:pt>
                <c:pt idx="2198">
                  <c:v>44203</c:v>
                </c:pt>
                <c:pt idx="2199">
                  <c:v>44204</c:v>
                </c:pt>
                <c:pt idx="2200">
                  <c:v>44205</c:v>
                </c:pt>
                <c:pt idx="2201">
                  <c:v>44206</c:v>
                </c:pt>
                <c:pt idx="2202">
                  <c:v>44207</c:v>
                </c:pt>
                <c:pt idx="2203">
                  <c:v>44208</c:v>
                </c:pt>
                <c:pt idx="2204">
                  <c:v>44209</c:v>
                </c:pt>
                <c:pt idx="2205">
                  <c:v>44210</c:v>
                </c:pt>
                <c:pt idx="2206">
                  <c:v>44211</c:v>
                </c:pt>
                <c:pt idx="2207">
                  <c:v>44212</c:v>
                </c:pt>
                <c:pt idx="2208">
                  <c:v>44213</c:v>
                </c:pt>
                <c:pt idx="2209">
                  <c:v>44214</c:v>
                </c:pt>
                <c:pt idx="2210">
                  <c:v>44215</c:v>
                </c:pt>
                <c:pt idx="2211">
                  <c:v>44216</c:v>
                </c:pt>
                <c:pt idx="2212">
                  <c:v>44217</c:v>
                </c:pt>
                <c:pt idx="2213">
                  <c:v>44218</c:v>
                </c:pt>
                <c:pt idx="2214">
                  <c:v>44219</c:v>
                </c:pt>
                <c:pt idx="2215">
                  <c:v>44220</c:v>
                </c:pt>
                <c:pt idx="2216">
                  <c:v>44221</c:v>
                </c:pt>
                <c:pt idx="2217">
                  <c:v>44222</c:v>
                </c:pt>
                <c:pt idx="2218">
                  <c:v>44223</c:v>
                </c:pt>
                <c:pt idx="2219">
                  <c:v>44224</c:v>
                </c:pt>
                <c:pt idx="2220">
                  <c:v>44225</c:v>
                </c:pt>
                <c:pt idx="2221">
                  <c:v>44226</c:v>
                </c:pt>
                <c:pt idx="2222">
                  <c:v>44227</c:v>
                </c:pt>
                <c:pt idx="2223">
                  <c:v>44228</c:v>
                </c:pt>
                <c:pt idx="2224">
                  <c:v>44229</c:v>
                </c:pt>
                <c:pt idx="2225">
                  <c:v>44230</c:v>
                </c:pt>
                <c:pt idx="2226">
                  <c:v>44231</c:v>
                </c:pt>
                <c:pt idx="2227">
                  <c:v>44232</c:v>
                </c:pt>
                <c:pt idx="2228">
                  <c:v>44233</c:v>
                </c:pt>
                <c:pt idx="2229">
                  <c:v>44234</c:v>
                </c:pt>
                <c:pt idx="2230">
                  <c:v>44235</c:v>
                </c:pt>
                <c:pt idx="2231">
                  <c:v>44236</c:v>
                </c:pt>
                <c:pt idx="2232">
                  <c:v>44237</c:v>
                </c:pt>
                <c:pt idx="2233">
                  <c:v>44238</c:v>
                </c:pt>
                <c:pt idx="2234">
                  <c:v>44239</c:v>
                </c:pt>
                <c:pt idx="2235">
                  <c:v>44240</c:v>
                </c:pt>
                <c:pt idx="2236">
                  <c:v>44241</c:v>
                </c:pt>
                <c:pt idx="2237">
                  <c:v>44242</c:v>
                </c:pt>
                <c:pt idx="2238">
                  <c:v>44243</c:v>
                </c:pt>
                <c:pt idx="2239">
                  <c:v>44244</c:v>
                </c:pt>
                <c:pt idx="2240">
                  <c:v>44245</c:v>
                </c:pt>
                <c:pt idx="2241">
                  <c:v>44246</c:v>
                </c:pt>
                <c:pt idx="2242">
                  <c:v>44247</c:v>
                </c:pt>
                <c:pt idx="2243">
                  <c:v>44248</c:v>
                </c:pt>
                <c:pt idx="2244">
                  <c:v>44249</c:v>
                </c:pt>
                <c:pt idx="2245">
                  <c:v>44250</c:v>
                </c:pt>
                <c:pt idx="2246">
                  <c:v>44251</c:v>
                </c:pt>
                <c:pt idx="2247">
                  <c:v>44252</c:v>
                </c:pt>
                <c:pt idx="2248">
                  <c:v>44253</c:v>
                </c:pt>
                <c:pt idx="2249">
                  <c:v>44254</c:v>
                </c:pt>
                <c:pt idx="2250">
                  <c:v>44255</c:v>
                </c:pt>
                <c:pt idx="2251">
                  <c:v>44256</c:v>
                </c:pt>
                <c:pt idx="2252">
                  <c:v>44257</c:v>
                </c:pt>
                <c:pt idx="2253">
                  <c:v>44258</c:v>
                </c:pt>
                <c:pt idx="2254">
                  <c:v>44259</c:v>
                </c:pt>
                <c:pt idx="2255">
                  <c:v>44260</c:v>
                </c:pt>
                <c:pt idx="2256">
                  <c:v>44261</c:v>
                </c:pt>
                <c:pt idx="2257">
                  <c:v>44262</c:v>
                </c:pt>
                <c:pt idx="2258">
                  <c:v>44263</c:v>
                </c:pt>
                <c:pt idx="2259">
                  <c:v>44264</c:v>
                </c:pt>
                <c:pt idx="2260">
                  <c:v>44265</c:v>
                </c:pt>
                <c:pt idx="2261">
                  <c:v>44266</c:v>
                </c:pt>
                <c:pt idx="2262">
                  <c:v>44267</c:v>
                </c:pt>
                <c:pt idx="2263">
                  <c:v>44268</c:v>
                </c:pt>
                <c:pt idx="2264">
                  <c:v>44269</c:v>
                </c:pt>
                <c:pt idx="2265">
                  <c:v>44270</c:v>
                </c:pt>
                <c:pt idx="2266">
                  <c:v>44271</c:v>
                </c:pt>
                <c:pt idx="2267">
                  <c:v>44272</c:v>
                </c:pt>
                <c:pt idx="2268">
                  <c:v>44273</c:v>
                </c:pt>
                <c:pt idx="2269">
                  <c:v>44274</c:v>
                </c:pt>
                <c:pt idx="2270">
                  <c:v>44275</c:v>
                </c:pt>
                <c:pt idx="2271">
                  <c:v>44276</c:v>
                </c:pt>
                <c:pt idx="2272">
                  <c:v>44277</c:v>
                </c:pt>
                <c:pt idx="2273">
                  <c:v>44278</c:v>
                </c:pt>
                <c:pt idx="2274">
                  <c:v>44279</c:v>
                </c:pt>
                <c:pt idx="2275">
                  <c:v>44280</c:v>
                </c:pt>
                <c:pt idx="2276">
                  <c:v>44281</c:v>
                </c:pt>
                <c:pt idx="2277">
                  <c:v>44282</c:v>
                </c:pt>
                <c:pt idx="2278">
                  <c:v>44283</c:v>
                </c:pt>
                <c:pt idx="2279">
                  <c:v>44284</c:v>
                </c:pt>
                <c:pt idx="2280">
                  <c:v>44285</c:v>
                </c:pt>
                <c:pt idx="2281">
                  <c:v>44286</c:v>
                </c:pt>
                <c:pt idx="2282">
                  <c:v>44287</c:v>
                </c:pt>
                <c:pt idx="2283">
                  <c:v>44288</c:v>
                </c:pt>
                <c:pt idx="2284">
                  <c:v>44289</c:v>
                </c:pt>
                <c:pt idx="2285">
                  <c:v>44290</c:v>
                </c:pt>
                <c:pt idx="2286">
                  <c:v>44291</c:v>
                </c:pt>
                <c:pt idx="2287">
                  <c:v>44292</c:v>
                </c:pt>
                <c:pt idx="2288">
                  <c:v>44293</c:v>
                </c:pt>
                <c:pt idx="2289">
                  <c:v>44294</c:v>
                </c:pt>
                <c:pt idx="2290">
                  <c:v>44295</c:v>
                </c:pt>
                <c:pt idx="2291">
                  <c:v>44296</c:v>
                </c:pt>
                <c:pt idx="2292">
                  <c:v>44297</c:v>
                </c:pt>
                <c:pt idx="2293">
                  <c:v>44298</c:v>
                </c:pt>
                <c:pt idx="2294">
                  <c:v>44299</c:v>
                </c:pt>
                <c:pt idx="2295">
                  <c:v>44300</c:v>
                </c:pt>
                <c:pt idx="2296">
                  <c:v>44301</c:v>
                </c:pt>
                <c:pt idx="2297">
                  <c:v>44302</c:v>
                </c:pt>
                <c:pt idx="2298">
                  <c:v>44303</c:v>
                </c:pt>
                <c:pt idx="2299">
                  <c:v>44304</c:v>
                </c:pt>
                <c:pt idx="2300">
                  <c:v>44305</c:v>
                </c:pt>
                <c:pt idx="2301">
                  <c:v>44306</c:v>
                </c:pt>
                <c:pt idx="2302">
                  <c:v>44307</c:v>
                </c:pt>
                <c:pt idx="2303">
                  <c:v>44308</c:v>
                </c:pt>
                <c:pt idx="2304">
                  <c:v>44309</c:v>
                </c:pt>
                <c:pt idx="2305">
                  <c:v>44310</c:v>
                </c:pt>
                <c:pt idx="2306">
                  <c:v>44311</c:v>
                </c:pt>
                <c:pt idx="2307">
                  <c:v>44312</c:v>
                </c:pt>
                <c:pt idx="2308">
                  <c:v>44313</c:v>
                </c:pt>
                <c:pt idx="2309">
                  <c:v>44314</c:v>
                </c:pt>
                <c:pt idx="2310">
                  <c:v>44315</c:v>
                </c:pt>
                <c:pt idx="2311">
                  <c:v>44316</c:v>
                </c:pt>
                <c:pt idx="2312">
                  <c:v>44317</c:v>
                </c:pt>
                <c:pt idx="2313">
                  <c:v>44318</c:v>
                </c:pt>
                <c:pt idx="2314">
                  <c:v>44319</c:v>
                </c:pt>
                <c:pt idx="2315">
                  <c:v>44320</c:v>
                </c:pt>
                <c:pt idx="2316">
                  <c:v>44321</c:v>
                </c:pt>
                <c:pt idx="2317">
                  <c:v>44322</c:v>
                </c:pt>
                <c:pt idx="2318">
                  <c:v>44323</c:v>
                </c:pt>
                <c:pt idx="2319">
                  <c:v>44324</c:v>
                </c:pt>
                <c:pt idx="2320">
                  <c:v>44325</c:v>
                </c:pt>
                <c:pt idx="2321">
                  <c:v>44326</c:v>
                </c:pt>
                <c:pt idx="2322">
                  <c:v>44327</c:v>
                </c:pt>
                <c:pt idx="2323">
                  <c:v>44328</c:v>
                </c:pt>
                <c:pt idx="2324">
                  <c:v>44329</c:v>
                </c:pt>
                <c:pt idx="2325">
                  <c:v>44330</c:v>
                </c:pt>
                <c:pt idx="2326">
                  <c:v>44331</c:v>
                </c:pt>
                <c:pt idx="2327">
                  <c:v>44332</c:v>
                </c:pt>
                <c:pt idx="2328">
                  <c:v>44333</c:v>
                </c:pt>
                <c:pt idx="2329">
                  <c:v>44334</c:v>
                </c:pt>
                <c:pt idx="2330">
                  <c:v>44335</c:v>
                </c:pt>
                <c:pt idx="2331">
                  <c:v>44336</c:v>
                </c:pt>
                <c:pt idx="2332">
                  <c:v>44337</c:v>
                </c:pt>
                <c:pt idx="2333">
                  <c:v>44338</c:v>
                </c:pt>
                <c:pt idx="2334">
                  <c:v>44339</c:v>
                </c:pt>
                <c:pt idx="2335">
                  <c:v>44340</c:v>
                </c:pt>
                <c:pt idx="2336">
                  <c:v>44341</c:v>
                </c:pt>
                <c:pt idx="2337">
                  <c:v>44342</c:v>
                </c:pt>
                <c:pt idx="2338">
                  <c:v>44343</c:v>
                </c:pt>
                <c:pt idx="2339">
                  <c:v>44344</c:v>
                </c:pt>
                <c:pt idx="2340">
                  <c:v>44345</c:v>
                </c:pt>
                <c:pt idx="2341">
                  <c:v>44346</c:v>
                </c:pt>
                <c:pt idx="2342">
                  <c:v>44347</c:v>
                </c:pt>
                <c:pt idx="2343">
                  <c:v>44348</c:v>
                </c:pt>
                <c:pt idx="2344">
                  <c:v>44349</c:v>
                </c:pt>
                <c:pt idx="2345">
                  <c:v>44350</c:v>
                </c:pt>
                <c:pt idx="2346">
                  <c:v>44351</c:v>
                </c:pt>
                <c:pt idx="2347">
                  <c:v>44352</c:v>
                </c:pt>
                <c:pt idx="2348">
                  <c:v>44353</c:v>
                </c:pt>
                <c:pt idx="2349">
                  <c:v>44354</c:v>
                </c:pt>
                <c:pt idx="2350">
                  <c:v>44355</c:v>
                </c:pt>
                <c:pt idx="2351">
                  <c:v>44356</c:v>
                </c:pt>
                <c:pt idx="2352">
                  <c:v>44357</c:v>
                </c:pt>
                <c:pt idx="2353">
                  <c:v>44358</c:v>
                </c:pt>
                <c:pt idx="2354">
                  <c:v>44359</c:v>
                </c:pt>
                <c:pt idx="2355">
                  <c:v>44360</c:v>
                </c:pt>
                <c:pt idx="2356">
                  <c:v>44361</c:v>
                </c:pt>
                <c:pt idx="2357">
                  <c:v>44362</c:v>
                </c:pt>
                <c:pt idx="2358">
                  <c:v>44363</c:v>
                </c:pt>
                <c:pt idx="2359">
                  <c:v>44364</c:v>
                </c:pt>
                <c:pt idx="2360">
                  <c:v>44365</c:v>
                </c:pt>
                <c:pt idx="2361">
                  <c:v>44366</c:v>
                </c:pt>
                <c:pt idx="2362">
                  <c:v>44367</c:v>
                </c:pt>
                <c:pt idx="2363">
                  <c:v>44368</c:v>
                </c:pt>
                <c:pt idx="2364">
                  <c:v>44369</c:v>
                </c:pt>
                <c:pt idx="2365">
                  <c:v>44370</c:v>
                </c:pt>
                <c:pt idx="2366">
                  <c:v>44371</c:v>
                </c:pt>
                <c:pt idx="2367">
                  <c:v>44372</c:v>
                </c:pt>
                <c:pt idx="2368">
                  <c:v>44373</c:v>
                </c:pt>
                <c:pt idx="2369">
                  <c:v>44374</c:v>
                </c:pt>
                <c:pt idx="2370">
                  <c:v>44375</c:v>
                </c:pt>
                <c:pt idx="2371">
                  <c:v>44376</c:v>
                </c:pt>
                <c:pt idx="2372">
                  <c:v>44377</c:v>
                </c:pt>
                <c:pt idx="2373">
                  <c:v>44378</c:v>
                </c:pt>
                <c:pt idx="2374">
                  <c:v>44379</c:v>
                </c:pt>
                <c:pt idx="2375">
                  <c:v>44380</c:v>
                </c:pt>
                <c:pt idx="2376">
                  <c:v>44381</c:v>
                </c:pt>
                <c:pt idx="2377">
                  <c:v>44382</c:v>
                </c:pt>
                <c:pt idx="2378">
                  <c:v>44383</c:v>
                </c:pt>
                <c:pt idx="2379">
                  <c:v>44384</c:v>
                </c:pt>
                <c:pt idx="2380">
                  <c:v>44385</c:v>
                </c:pt>
                <c:pt idx="2381">
                  <c:v>44386</c:v>
                </c:pt>
                <c:pt idx="2382">
                  <c:v>44387</c:v>
                </c:pt>
                <c:pt idx="2383">
                  <c:v>44388</c:v>
                </c:pt>
                <c:pt idx="2384">
                  <c:v>44389</c:v>
                </c:pt>
                <c:pt idx="2385">
                  <c:v>44390</c:v>
                </c:pt>
                <c:pt idx="2386">
                  <c:v>44391</c:v>
                </c:pt>
                <c:pt idx="2387">
                  <c:v>44392</c:v>
                </c:pt>
                <c:pt idx="2388">
                  <c:v>44393</c:v>
                </c:pt>
                <c:pt idx="2389">
                  <c:v>44394</c:v>
                </c:pt>
                <c:pt idx="2390">
                  <c:v>44395</c:v>
                </c:pt>
                <c:pt idx="2391">
                  <c:v>44396</c:v>
                </c:pt>
                <c:pt idx="2392">
                  <c:v>44397</c:v>
                </c:pt>
                <c:pt idx="2393">
                  <c:v>44398</c:v>
                </c:pt>
                <c:pt idx="2394">
                  <c:v>44399</c:v>
                </c:pt>
                <c:pt idx="2395">
                  <c:v>44400</c:v>
                </c:pt>
                <c:pt idx="2396">
                  <c:v>44401</c:v>
                </c:pt>
                <c:pt idx="2397">
                  <c:v>44402</c:v>
                </c:pt>
                <c:pt idx="2398">
                  <c:v>44403</c:v>
                </c:pt>
                <c:pt idx="2399">
                  <c:v>44404</c:v>
                </c:pt>
                <c:pt idx="2400">
                  <c:v>44405</c:v>
                </c:pt>
                <c:pt idx="2401">
                  <c:v>44406</c:v>
                </c:pt>
                <c:pt idx="2402">
                  <c:v>44407</c:v>
                </c:pt>
                <c:pt idx="2403">
                  <c:v>44408</c:v>
                </c:pt>
                <c:pt idx="2404">
                  <c:v>44409</c:v>
                </c:pt>
                <c:pt idx="2405">
                  <c:v>44410</c:v>
                </c:pt>
                <c:pt idx="2406">
                  <c:v>44411</c:v>
                </c:pt>
                <c:pt idx="2407">
                  <c:v>44412</c:v>
                </c:pt>
                <c:pt idx="2408">
                  <c:v>44413</c:v>
                </c:pt>
                <c:pt idx="2409">
                  <c:v>44414</c:v>
                </c:pt>
                <c:pt idx="2410">
                  <c:v>44415</c:v>
                </c:pt>
                <c:pt idx="2411">
                  <c:v>44416</c:v>
                </c:pt>
                <c:pt idx="2412">
                  <c:v>44417</c:v>
                </c:pt>
                <c:pt idx="2413">
                  <c:v>44418</c:v>
                </c:pt>
                <c:pt idx="2414">
                  <c:v>44419</c:v>
                </c:pt>
                <c:pt idx="2415">
                  <c:v>44420</c:v>
                </c:pt>
                <c:pt idx="2416">
                  <c:v>44421</c:v>
                </c:pt>
                <c:pt idx="2417">
                  <c:v>44422</c:v>
                </c:pt>
                <c:pt idx="2418">
                  <c:v>44423</c:v>
                </c:pt>
                <c:pt idx="2419">
                  <c:v>44424</c:v>
                </c:pt>
                <c:pt idx="2420">
                  <c:v>44425</c:v>
                </c:pt>
                <c:pt idx="2421">
                  <c:v>44426</c:v>
                </c:pt>
                <c:pt idx="2422">
                  <c:v>44427</c:v>
                </c:pt>
                <c:pt idx="2423">
                  <c:v>44428</c:v>
                </c:pt>
                <c:pt idx="2424">
                  <c:v>44429</c:v>
                </c:pt>
                <c:pt idx="2425">
                  <c:v>44430</c:v>
                </c:pt>
                <c:pt idx="2426">
                  <c:v>44431</c:v>
                </c:pt>
                <c:pt idx="2427">
                  <c:v>44432</c:v>
                </c:pt>
                <c:pt idx="2428">
                  <c:v>44433</c:v>
                </c:pt>
                <c:pt idx="2429">
                  <c:v>44434</c:v>
                </c:pt>
                <c:pt idx="2430">
                  <c:v>44435</c:v>
                </c:pt>
                <c:pt idx="2431">
                  <c:v>44436</c:v>
                </c:pt>
                <c:pt idx="2432">
                  <c:v>44437</c:v>
                </c:pt>
                <c:pt idx="2433">
                  <c:v>44438</c:v>
                </c:pt>
                <c:pt idx="2434">
                  <c:v>44439</c:v>
                </c:pt>
                <c:pt idx="2435">
                  <c:v>44440</c:v>
                </c:pt>
                <c:pt idx="2436">
                  <c:v>44441</c:v>
                </c:pt>
                <c:pt idx="2437">
                  <c:v>44442</c:v>
                </c:pt>
                <c:pt idx="2438">
                  <c:v>44443</c:v>
                </c:pt>
                <c:pt idx="2439">
                  <c:v>44444</c:v>
                </c:pt>
                <c:pt idx="2440">
                  <c:v>44445</c:v>
                </c:pt>
                <c:pt idx="2441">
                  <c:v>44446</c:v>
                </c:pt>
                <c:pt idx="2442">
                  <c:v>44447</c:v>
                </c:pt>
                <c:pt idx="2443">
                  <c:v>44448</c:v>
                </c:pt>
                <c:pt idx="2444">
                  <c:v>44449</c:v>
                </c:pt>
                <c:pt idx="2445">
                  <c:v>44450</c:v>
                </c:pt>
                <c:pt idx="2446">
                  <c:v>44451</c:v>
                </c:pt>
                <c:pt idx="2447">
                  <c:v>44452</c:v>
                </c:pt>
                <c:pt idx="2448">
                  <c:v>44453</c:v>
                </c:pt>
                <c:pt idx="2449">
                  <c:v>44454</c:v>
                </c:pt>
                <c:pt idx="2450">
                  <c:v>44455</c:v>
                </c:pt>
                <c:pt idx="2451">
                  <c:v>44456</c:v>
                </c:pt>
                <c:pt idx="2452">
                  <c:v>44457</c:v>
                </c:pt>
                <c:pt idx="2453">
                  <c:v>44458</c:v>
                </c:pt>
                <c:pt idx="2454">
                  <c:v>44459</c:v>
                </c:pt>
                <c:pt idx="2455">
                  <c:v>44460</c:v>
                </c:pt>
                <c:pt idx="2456">
                  <c:v>44461</c:v>
                </c:pt>
                <c:pt idx="2457">
                  <c:v>44462</c:v>
                </c:pt>
                <c:pt idx="2458">
                  <c:v>44463</c:v>
                </c:pt>
                <c:pt idx="2459">
                  <c:v>44464</c:v>
                </c:pt>
                <c:pt idx="2460">
                  <c:v>44465</c:v>
                </c:pt>
                <c:pt idx="2461">
                  <c:v>44466</c:v>
                </c:pt>
                <c:pt idx="2462">
                  <c:v>44467</c:v>
                </c:pt>
                <c:pt idx="2463">
                  <c:v>44468</c:v>
                </c:pt>
                <c:pt idx="2464">
                  <c:v>44469</c:v>
                </c:pt>
                <c:pt idx="2465">
                  <c:v>44470</c:v>
                </c:pt>
                <c:pt idx="2466">
                  <c:v>44471</c:v>
                </c:pt>
                <c:pt idx="2467">
                  <c:v>44472</c:v>
                </c:pt>
                <c:pt idx="2468">
                  <c:v>44473</c:v>
                </c:pt>
                <c:pt idx="2469">
                  <c:v>44474</c:v>
                </c:pt>
                <c:pt idx="2470">
                  <c:v>44475</c:v>
                </c:pt>
                <c:pt idx="2471">
                  <c:v>44476</c:v>
                </c:pt>
                <c:pt idx="2472">
                  <c:v>44477</c:v>
                </c:pt>
                <c:pt idx="2473">
                  <c:v>44478</c:v>
                </c:pt>
                <c:pt idx="2474">
                  <c:v>44479</c:v>
                </c:pt>
                <c:pt idx="2475">
                  <c:v>44480</c:v>
                </c:pt>
                <c:pt idx="2476">
                  <c:v>44481</c:v>
                </c:pt>
                <c:pt idx="2477">
                  <c:v>44482</c:v>
                </c:pt>
                <c:pt idx="2478">
                  <c:v>44483</c:v>
                </c:pt>
                <c:pt idx="2479">
                  <c:v>44484</c:v>
                </c:pt>
                <c:pt idx="2480">
                  <c:v>44485</c:v>
                </c:pt>
                <c:pt idx="2481">
                  <c:v>44486</c:v>
                </c:pt>
                <c:pt idx="2482">
                  <c:v>44487</c:v>
                </c:pt>
                <c:pt idx="2483">
                  <c:v>44488</c:v>
                </c:pt>
                <c:pt idx="2484">
                  <c:v>44489</c:v>
                </c:pt>
                <c:pt idx="2485">
                  <c:v>44490</c:v>
                </c:pt>
                <c:pt idx="2486">
                  <c:v>44491</c:v>
                </c:pt>
                <c:pt idx="2487">
                  <c:v>44492</c:v>
                </c:pt>
                <c:pt idx="2488">
                  <c:v>44493</c:v>
                </c:pt>
                <c:pt idx="2489">
                  <c:v>44494</c:v>
                </c:pt>
                <c:pt idx="2490">
                  <c:v>44495</c:v>
                </c:pt>
                <c:pt idx="2491">
                  <c:v>44496</c:v>
                </c:pt>
                <c:pt idx="2492">
                  <c:v>44497</c:v>
                </c:pt>
                <c:pt idx="2493">
                  <c:v>44498</c:v>
                </c:pt>
                <c:pt idx="2494">
                  <c:v>44499</c:v>
                </c:pt>
                <c:pt idx="2495">
                  <c:v>44500</c:v>
                </c:pt>
                <c:pt idx="2496">
                  <c:v>44501</c:v>
                </c:pt>
                <c:pt idx="2497">
                  <c:v>44502</c:v>
                </c:pt>
                <c:pt idx="2498">
                  <c:v>44503</c:v>
                </c:pt>
                <c:pt idx="2499">
                  <c:v>44504</c:v>
                </c:pt>
                <c:pt idx="2500">
                  <c:v>44505</c:v>
                </c:pt>
                <c:pt idx="2501">
                  <c:v>44506</c:v>
                </c:pt>
                <c:pt idx="2502">
                  <c:v>44507</c:v>
                </c:pt>
                <c:pt idx="2503">
                  <c:v>44508</c:v>
                </c:pt>
                <c:pt idx="2504">
                  <c:v>44509</c:v>
                </c:pt>
                <c:pt idx="2505">
                  <c:v>44510</c:v>
                </c:pt>
                <c:pt idx="2506">
                  <c:v>44511</c:v>
                </c:pt>
                <c:pt idx="2507">
                  <c:v>44512</c:v>
                </c:pt>
                <c:pt idx="2508">
                  <c:v>44513</c:v>
                </c:pt>
                <c:pt idx="2509">
                  <c:v>44514</c:v>
                </c:pt>
                <c:pt idx="2510">
                  <c:v>44515</c:v>
                </c:pt>
                <c:pt idx="2511">
                  <c:v>44516</c:v>
                </c:pt>
                <c:pt idx="2512">
                  <c:v>44517</c:v>
                </c:pt>
                <c:pt idx="2513">
                  <c:v>44518</c:v>
                </c:pt>
                <c:pt idx="2514">
                  <c:v>44519</c:v>
                </c:pt>
                <c:pt idx="2515">
                  <c:v>44520</c:v>
                </c:pt>
                <c:pt idx="2516">
                  <c:v>44521</c:v>
                </c:pt>
                <c:pt idx="2517">
                  <c:v>44522</c:v>
                </c:pt>
                <c:pt idx="2518">
                  <c:v>44523</c:v>
                </c:pt>
                <c:pt idx="2519">
                  <c:v>44524</c:v>
                </c:pt>
                <c:pt idx="2520">
                  <c:v>44525</c:v>
                </c:pt>
                <c:pt idx="2521">
                  <c:v>44526</c:v>
                </c:pt>
                <c:pt idx="2522">
                  <c:v>44527</c:v>
                </c:pt>
                <c:pt idx="2523">
                  <c:v>44528</c:v>
                </c:pt>
                <c:pt idx="2524">
                  <c:v>44529</c:v>
                </c:pt>
                <c:pt idx="2525">
                  <c:v>44530</c:v>
                </c:pt>
                <c:pt idx="2526">
                  <c:v>44531</c:v>
                </c:pt>
                <c:pt idx="2527">
                  <c:v>44532</c:v>
                </c:pt>
                <c:pt idx="2528">
                  <c:v>44533</c:v>
                </c:pt>
                <c:pt idx="2529">
                  <c:v>44534</c:v>
                </c:pt>
                <c:pt idx="2530">
                  <c:v>44535</c:v>
                </c:pt>
                <c:pt idx="2531">
                  <c:v>44536</c:v>
                </c:pt>
                <c:pt idx="2532">
                  <c:v>44537</c:v>
                </c:pt>
                <c:pt idx="2533">
                  <c:v>44538</c:v>
                </c:pt>
                <c:pt idx="2534">
                  <c:v>44539</c:v>
                </c:pt>
                <c:pt idx="2535">
                  <c:v>44540</c:v>
                </c:pt>
                <c:pt idx="2536">
                  <c:v>44541</c:v>
                </c:pt>
                <c:pt idx="2537">
                  <c:v>44542</c:v>
                </c:pt>
                <c:pt idx="2538">
                  <c:v>44543</c:v>
                </c:pt>
                <c:pt idx="2539">
                  <c:v>44544</c:v>
                </c:pt>
                <c:pt idx="2540">
                  <c:v>44545</c:v>
                </c:pt>
                <c:pt idx="2541">
                  <c:v>44546</c:v>
                </c:pt>
                <c:pt idx="2542">
                  <c:v>44547</c:v>
                </c:pt>
                <c:pt idx="2543">
                  <c:v>44548</c:v>
                </c:pt>
                <c:pt idx="2544">
                  <c:v>44549</c:v>
                </c:pt>
                <c:pt idx="2545">
                  <c:v>44550</c:v>
                </c:pt>
                <c:pt idx="2546">
                  <c:v>44551</c:v>
                </c:pt>
                <c:pt idx="2547">
                  <c:v>44552</c:v>
                </c:pt>
                <c:pt idx="2548">
                  <c:v>44553</c:v>
                </c:pt>
                <c:pt idx="2549">
                  <c:v>44554</c:v>
                </c:pt>
                <c:pt idx="2550">
                  <c:v>44555</c:v>
                </c:pt>
                <c:pt idx="2551">
                  <c:v>44556</c:v>
                </c:pt>
                <c:pt idx="2552">
                  <c:v>44557</c:v>
                </c:pt>
                <c:pt idx="2553">
                  <c:v>44558</c:v>
                </c:pt>
                <c:pt idx="2554">
                  <c:v>44559</c:v>
                </c:pt>
                <c:pt idx="2555">
                  <c:v>44560</c:v>
                </c:pt>
                <c:pt idx="2556">
                  <c:v>44561</c:v>
                </c:pt>
                <c:pt idx="2557">
                  <c:v>44562</c:v>
                </c:pt>
                <c:pt idx="2558">
                  <c:v>44563</c:v>
                </c:pt>
                <c:pt idx="2559">
                  <c:v>44564</c:v>
                </c:pt>
                <c:pt idx="2560">
                  <c:v>44565</c:v>
                </c:pt>
                <c:pt idx="2561">
                  <c:v>44566</c:v>
                </c:pt>
                <c:pt idx="2562">
                  <c:v>44567</c:v>
                </c:pt>
                <c:pt idx="2563">
                  <c:v>44568</c:v>
                </c:pt>
                <c:pt idx="2564">
                  <c:v>44569</c:v>
                </c:pt>
                <c:pt idx="2565">
                  <c:v>44570</c:v>
                </c:pt>
                <c:pt idx="2566">
                  <c:v>44571</c:v>
                </c:pt>
                <c:pt idx="2567">
                  <c:v>44572</c:v>
                </c:pt>
                <c:pt idx="2568">
                  <c:v>44573</c:v>
                </c:pt>
                <c:pt idx="2569">
                  <c:v>44574</c:v>
                </c:pt>
                <c:pt idx="2570">
                  <c:v>44575</c:v>
                </c:pt>
                <c:pt idx="2571">
                  <c:v>44576</c:v>
                </c:pt>
                <c:pt idx="2572">
                  <c:v>44577</c:v>
                </c:pt>
                <c:pt idx="2573">
                  <c:v>44578</c:v>
                </c:pt>
                <c:pt idx="2574">
                  <c:v>44579</c:v>
                </c:pt>
                <c:pt idx="2575">
                  <c:v>44580</c:v>
                </c:pt>
                <c:pt idx="2576">
                  <c:v>44581</c:v>
                </c:pt>
                <c:pt idx="2577">
                  <c:v>44582</c:v>
                </c:pt>
                <c:pt idx="2578">
                  <c:v>44583</c:v>
                </c:pt>
                <c:pt idx="2579">
                  <c:v>44584</c:v>
                </c:pt>
                <c:pt idx="2580">
                  <c:v>44585</c:v>
                </c:pt>
                <c:pt idx="2581">
                  <c:v>44586</c:v>
                </c:pt>
                <c:pt idx="2582">
                  <c:v>44587</c:v>
                </c:pt>
                <c:pt idx="2583">
                  <c:v>44588</c:v>
                </c:pt>
                <c:pt idx="2584">
                  <c:v>44589</c:v>
                </c:pt>
                <c:pt idx="2585">
                  <c:v>44590</c:v>
                </c:pt>
                <c:pt idx="2586">
                  <c:v>44591</c:v>
                </c:pt>
                <c:pt idx="2587">
                  <c:v>44592</c:v>
                </c:pt>
                <c:pt idx="2588">
                  <c:v>44593</c:v>
                </c:pt>
                <c:pt idx="2589">
                  <c:v>44594</c:v>
                </c:pt>
                <c:pt idx="2590">
                  <c:v>44595</c:v>
                </c:pt>
                <c:pt idx="2591">
                  <c:v>44596</c:v>
                </c:pt>
                <c:pt idx="2592">
                  <c:v>44597</c:v>
                </c:pt>
                <c:pt idx="2593">
                  <c:v>44598</c:v>
                </c:pt>
                <c:pt idx="2594">
                  <c:v>44599</c:v>
                </c:pt>
                <c:pt idx="2595">
                  <c:v>44600</c:v>
                </c:pt>
                <c:pt idx="2596">
                  <c:v>44601</c:v>
                </c:pt>
                <c:pt idx="2597">
                  <c:v>44602</c:v>
                </c:pt>
                <c:pt idx="2598">
                  <c:v>44603</c:v>
                </c:pt>
                <c:pt idx="2599">
                  <c:v>44604</c:v>
                </c:pt>
                <c:pt idx="2600">
                  <c:v>44605</c:v>
                </c:pt>
                <c:pt idx="2601">
                  <c:v>44606</c:v>
                </c:pt>
                <c:pt idx="2602">
                  <c:v>44607</c:v>
                </c:pt>
                <c:pt idx="2603">
                  <c:v>44608</c:v>
                </c:pt>
                <c:pt idx="2604">
                  <c:v>44609</c:v>
                </c:pt>
                <c:pt idx="2605">
                  <c:v>44610</c:v>
                </c:pt>
                <c:pt idx="2606">
                  <c:v>44611</c:v>
                </c:pt>
                <c:pt idx="2607">
                  <c:v>44612</c:v>
                </c:pt>
                <c:pt idx="2608">
                  <c:v>44613</c:v>
                </c:pt>
                <c:pt idx="2609">
                  <c:v>44614</c:v>
                </c:pt>
                <c:pt idx="2610">
                  <c:v>44615</c:v>
                </c:pt>
                <c:pt idx="2611">
                  <c:v>44616</c:v>
                </c:pt>
                <c:pt idx="2612">
                  <c:v>44617</c:v>
                </c:pt>
                <c:pt idx="2613">
                  <c:v>44618</c:v>
                </c:pt>
                <c:pt idx="2614">
                  <c:v>44619</c:v>
                </c:pt>
                <c:pt idx="2615">
                  <c:v>44620</c:v>
                </c:pt>
                <c:pt idx="2616">
                  <c:v>44621</c:v>
                </c:pt>
                <c:pt idx="2617">
                  <c:v>44622</c:v>
                </c:pt>
                <c:pt idx="2618">
                  <c:v>44623</c:v>
                </c:pt>
                <c:pt idx="2619">
                  <c:v>44624</c:v>
                </c:pt>
                <c:pt idx="2620">
                  <c:v>44625</c:v>
                </c:pt>
                <c:pt idx="2621">
                  <c:v>44626</c:v>
                </c:pt>
                <c:pt idx="2622">
                  <c:v>44627</c:v>
                </c:pt>
                <c:pt idx="2623">
                  <c:v>44628</c:v>
                </c:pt>
                <c:pt idx="2624">
                  <c:v>44629</c:v>
                </c:pt>
                <c:pt idx="2625">
                  <c:v>44630</c:v>
                </c:pt>
                <c:pt idx="2626">
                  <c:v>44631</c:v>
                </c:pt>
                <c:pt idx="2627">
                  <c:v>44632</c:v>
                </c:pt>
                <c:pt idx="2628">
                  <c:v>44633</c:v>
                </c:pt>
                <c:pt idx="2629">
                  <c:v>44634</c:v>
                </c:pt>
                <c:pt idx="2630">
                  <c:v>44635</c:v>
                </c:pt>
                <c:pt idx="2631">
                  <c:v>44636</c:v>
                </c:pt>
                <c:pt idx="2632">
                  <c:v>44637</c:v>
                </c:pt>
                <c:pt idx="2633">
                  <c:v>44638</c:v>
                </c:pt>
                <c:pt idx="2634">
                  <c:v>44639</c:v>
                </c:pt>
                <c:pt idx="2635">
                  <c:v>44640</c:v>
                </c:pt>
                <c:pt idx="2636">
                  <c:v>44641</c:v>
                </c:pt>
                <c:pt idx="2637">
                  <c:v>44642</c:v>
                </c:pt>
                <c:pt idx="2638">
                  <c:v>44643</c:v>
                </c:pt>
                <c:pt idx="2639">
                  <c:v>44644</c:v>
                </c:pt>
                <c:pt idx="2640">
                  <c:v>44645</c:v>
                </c:pt>
                <c:pt idx="2641">
                  <c:v>44646</c:v>
                </c:pt>
                <c:pt idx="2642">
                  <c:v>44647</c:v>
                </c:pt>
                <c:pt idx="2643">
                  <c:v>44648</c:v>
                </c:pt>
                <c:pt idx="2644">
                  <c:v>44649</c:v>
                </c:pt>
                <c:pt idx="2645">
                  <c:v>44650</c:v>
                </c:pt>
                <c:pt idx="2646">
                  <c:v>44651</c:v>
                </c:pt>
                <c:pt idx="2647">
                  <c:v>44652</c:v>
                </c:pt>
                <c:pt idx="2648">
                  <c:v>44653</c:v>
                </c:pt>
                <c:pt idx="2649">
                  <c:v>44654</c:v>
                </c:pt>
                <c:pt idx="2650">
                  <c:v>44655</c:v>
                </c:pt>
                <c:pt idx="2651">
                  <c:v>44656</c:v>
                </c:pt>
                <c:pt idx="2652">
                  <c:v>44657</c:v>
                </c:pt>
                <c:pt idx="2653">
                  <c:v>44658</c:v>
                </c:pt>
                <c:pt idx="2654">
                  <c:v>44659</c:v>
                </c:pt>
                <c:pt idx="2655">
                  <c:v>44660</c:v>
                </c:pt>
                <c:pt idx="2656">
                  <c:v>44661</c:v>
                </c:pt>
                <c:pt idx="2657">
                  <c:v>44662</c:v>
                </c:pt>
                <c:pt idx="2658">
                  <c:v>44663</c:v>
                </c:pt>
                <c:pt idx="2659">
                  <c:v>44664</c:v>
                </c:pt>
                <c:pt idx="2660">
                  <c:v>44665</c:v>
                </c:pt>
                <c:pt idx="2661">
                  <c:v>44666</c:v>
                </c:pt>
                <c:pt idx="2662">
                  <c:v>44667</c:v>
                </c:pt>
                <c:pt idx="2663">
                  <c:v>44668</c:v>
                </c:pt>
                <c:pt idx="2664">
                  <c:v>44669</c:v>
                </c:pt>
                <c:pt idx="2665">
                  <c:v>44670</c:v>
                </c:pt>
                <c:pt idx="2666">
                  <c:v>44671</c:v>
                </c:pt>
                <c:pt idx="2667">
                  <c:v>44672</c:v>
                </c:pt>
                <c:pt idx="2668">
                  <c:v>44673</c:v>
                </c:pt>
                <c:pt idx="2669">
                  <c:v>44674</c:v>
                </c:pt>
                <c:pt idx="2670">
                  <c:v>44675</c:v>
                </c:pt>
                <c:pt idx="2671">
                  <c:v>44676</c:v>
                </c:pt>
                <c:pt idx="2672">
                  <c:v>44677</c:v>
                </c:pt>
                <c:pt idx="2673">
                  <c:v>44678</c:v>
                </c:pt>
                <c:pt idx="2674">
                  <c:v>44679</c:v>
                </c:pt>
                <c:pt idx="2675">
                  <c:v>44680</c:v>
                </c:pt>
                <c:pt idx="2676">
                  <c:v>44681</c:v>
                </c:pt>
                <c:pt idx="2677">
                  <c:v>44682</c:v>
                </c:pt>
                <c:pt idx="2678">
                  <c:v>44683</c:v>
                </c:pt>
                <c:pt idx="2679">
                  <c:v>44684</c:v>
                </c:pt>
                <c:pt idx="2680">
                  <c:v>44685</c:v>
                </c:pt>
                <c:pt idx="2681">
                  <c:v>44686</c:v>
                </c:pt>
                <c:pt idx="2682">
                  <c:v>44687</c:v>
                </c:pt>
                <c:pt idx="2683">
                  <c:v>44688</c:v>
                </c:pt>
                <c:pt idx="2684">
                  <c:v>44689</c:v>
                </c:pt>
                <c:pt idx="2685">
                  <c:v>44690</c:v>
                </c:pt>
                <c:pt idx="2686">
                  <c:v>44691</c:v>
                </c:pt>
                <c:pt idx="2687">
                  <c:v>44692</c:v>
                </c:pt>
                <c:pt idx="2688">
                  <c:v>44693</c:v>
                </c:pt>
                <c:pt idx="2689">
                  <c:v>44694</c:v>
                </c:pt>
                <c:pt idx="2690">
                  <c:v>44695</c:v>
                </c:pt>
                <c:pt idx="2691">
                  <c:v>44696</c:v>
                </c:pt>
                <c:pt idx="2692">
                  <c:v>44697</c:v>
                </c:pt>
                <c:pt idx="2693">
                  <c:v>44698</c:v>
                </c:pt>
                <c:pt idx="2694">
                  <c:v>44699</c:v>
                </c:pt>
                <c:pt idx="2695">
                  <c:v>44700</c:v>
                </c:pt>
                <c:pt idx="2696">
                  <c:v>44701</c:v>
                </c:pt>
                <c:pt idx="2697">
                  <c:v>44702</c:v>
                </c:pt>
                <c:pt idx="2698">
                  <c:v>44703</c:v>
                </c:pt>
                <c:pt idx="2699">
                  <c:v>44704</c:v>
                </c:pt>
                <c:pt idx="2700">
                  <c:v>44705</c:v>
                </c:pt>
                <c:pt idx="2701">
                  <c:v>44706</c:v>
                </c:pt>
                <c:pt idx="2702">
                  <c:v>44707</c:v>
                </c:pt>
                <c:pt idx="2703">
                  <c:v>44708</c:v>
                </c:pt>
                <c:pt idx="2704">
                  <c:v>44709</c:v>
                </c:pt>
                <c:pt idx="2705">
                  <c:v>44710</c:v>
                </c:pt>
                <c:pt idx="2706">
                  <c:v>44711</c:v>
                </c:pt>
                <c:pt idx="2707">
                  <c:v>44712</c:v>
                </c:pt>
                <c:pt idx="2708">
                  <c:v>44713</c:v>
                </c:pt>
                <c:pt idx="2709">
                  <c:v>44714</c:v>
                </c:pt>
                <c:pt idx="2710">
                  <c:v>44715</c:v>
                </c:pt>
                <c:pt idx="2711">
                  <c:v>44716</c:v>
                </c:pt>
                <c:pt idx="2712">
                  <c:v>44717</c:v>
                </c:pt>
                <c:pt idx="2713">
                  <c:v>44718</c:v>
                </c:pt>
                <c:pt idx="2714">
                  <c:v>44719</c:v>
                </c:pt>
                <c:pt idx="2715">
                  <c:v>44720</c:v>
                </c:pt>
                <c:pt idx="2716">
                  <c:v>44721</c:v>
                </c:pt>
                <c:pt idx="2717">
                  <c:v>44722</c:v>
                </c:pt>
                <c:pt idx="2718">
                  <c:v>44723</c:v>
                </c:pt>
                <c:pt idx="2719">
                  <c:v>44724</c:v>
                </c:pt>
                <c:pt idx="2720">
                  <c:v>44725</c:v>
                </c:pt>
                <c:pt idx="2721">
                  <c:v>44726</c:v>
                </c:pt>
                <c:pt idx="2722">
                  <c:v>44727</c:v>
                </c:pt>
                <c:pt idx="2723">
                  <c:v>44728</c:v>
                </c:pt>
                <c:pt idx="2724">
                  <c:v>44729</c:v>
                </c:pt>
                <c:pt idx="2725">
                  <c:v>44730</c:v>
                </c:pt>
                <c:pt idx="2726">
                  <c:v>44731</c:v>
                </c:pt>
                <c:pt idx="2727">
                  <c:v>44732</c:v>
                </c:pt>
                <c:pt idx="2728">
                  <c:v>44733</c:v>
                </c:pt>
                <c:pt idx="2729">
                  <c:v>44734</c:v>
                </c:pt>
                <c:pt idx="2730">
                  <c:v>44735</c:v>
                </c:pt>
                <c:pt idx="2731">
                  <c:v>44736</c:v>
                </c:pt>
                <c:pt idx="2732">
                  <c:v>44737</c:v>
                </c:pt>
                <c:pt idx="2733">
                  <c:v>44738</c:v>
                </c:pt>
                <c:pt idx="2734">
                  <c:v>44739</c:v>
                </c:pt>
                <c:pt idx="2735">
                  <c:v>44740</c:v>
                </c:pt>
                <c:pt idx="2736">
                  <c:v>44741</c:v>
                </c:pt>
                <c:pt idx="2737">
                  <c:v>44742</c:v>
                </c:pt>
                <c:pt idx="2738">
                  <c:v>44743</c:v>
                </c:pt>
                <c:pt idx="2739">
                  <c:v>44744</c:v>
                </c:pt>
                <c:pt idx="2740">
                  <c:v>44745</c:v>
                </c:pt>
                <c:pt idx="2741">
                  <c:v>44746</c:v>
                </c:pt>
                <c:pt idx="2742">
                  <c:v>44747</c:v>
                </c:pt>
                <c:pt idx="2743">
                  <c:v>44748</c:v>
                </c:pt>
                <c:pt idx="2744">
                  <c:v>44749</c:v>
                </c:pt>
                <c:pt idx="2745">
                  <c:v>44750</c:v>
                </c:pt>
                <c:pt idx="2746">
                  <c:v>44751</c:v>
                </c:pt>
                <c:pt idx="2747">
                  <c:v>44752</c:v>
                </c:pt>
                <c:pt idx="2748">
                  <c:v>44753</c:v>
                </c:pt>
                <c:pt idx="2749">
                  <c:v>44754</c:v>
                </c:pt>
                <c:pt idx="2750">
                  <c:v>44755</c:v>
                </c:pt>
                <c:pt idx="2751">
                  <c:v>44756</c:v>
                </c:pt>
                <c:pt idx="2752">
                  <c:v>44757</c:v>
                </c:pt>
                <c:pt idx="2753">
                  <c:v>44758</c:v>
                </c:pt>
                <c:pt idx="2754">
                  <c:v>44759</c:v>
                </c:pt>
                <c:pt idx="2755">
                  <c:v>44760</c:v>
                </c:pt>
                <c:pt idx="2756">
                  <c:v>44761</c:v>
                </c:pt>
                <c:pt idx="2757">
                  <c:v>44762</c:v>
                </c:pt>
                <c:pt idx="2758">
                  <c:v>44763</c:v>
                </c:pt>
                <c:pt idx="2759">
                  <c:v>44764</c:v>
                </c:pt>
                <c:pt idx="2760">
                  <c:v>44765</c:v>
                </c:pt>
                <c:pt idx="2761">
                  <c:v>44766</c:v>
                </c:pt>
                <c:pt idx="2762">
                  <c:v>44767</c:v>
                </c:pt>
                <c:pt idx="2763">
                  <c:v>44768</c:v>
                </c:pt>
                <c:pt idx="2764">
                  <c:v>44769</c:v>
                </c:pt>
                <c:pt idx="2765">
                  <c:v>44770</c:v>
                </c:pt>
                <c:pt idx="2766">
                  <c:v>44771</c:v>
                </c:pt>
                <c:pt idx="2767">
                  <c:v>44772</c:v>
                </c:pt>
                <c:pt idx="2768">
                  <c:v>44773</c:v>
                </c:pt>
                <c:pt idx="2769">
                  <c:v>44774</c:v>
                </c:pt>
                <c:pt idx="2770">
                  <c:v>44775</c:v>
                </c:pt>
                <c:pt idx="2771">
                  <c:v>44776</c:v>
                </c:pt>
                <c:pt idx="2772">
                  <c:v>44777</c:v>
                </c:pt>
                <c:pt idx="2773">
                  <c:v>44778</c:v>
                </c:pt>
                <c:pt idx="2774">
                  <c:v>44779</c:v>
                </c:pt>
                <c:pt idx="2775">
                  <c:v>44780</c:v>
                </c:pt>
                <c:pt idx="2776">
                  <c:v>44781</c:v>
                </c:pt>
                <c:pt idx="2777">
                  <c:v>44782</c:v>
                </c:pt>
                <c:pt idx="2778">
                  <c:v>44783</c:v>
                </c:pt>
                <c:pt idx="2779">
                  <c:v>44784</c:v>
                </c:pt>
                <c:pt idx="2780">
                  <c:v>44785</c:v>
                </c:pt>
                <c:pt idx="2781">
                  <c:v>44786</c:v>
                </c:pt>
                <c:pt idx="2782">
                  <c:v>44787</c:v>
                </c:pt>
                <c:pt idx="2783">
                  <c:v>44788</c:v>
                </c:pt>
                <c:pt idx="2784">
                  <c:v>44789</c:v>
                </c:pt>
                <c:pt idx="2785">
                  <c:v>44790</c:v>
                </c:pt>
                <c:pt idx="2786">
                  <c:v>44791</c:v>
                </c:pt>
                <c:pt idx="2787">
                  <c:v>44792</c:v>
                </c:pt>
                <c:pt idx="2788">
                  <c:v>44793</c:v>
                </c:pt>
                <c:pt idx="2789">
                  <c:v>44794</c:v>
                </c:pt>
                <c:pt idx="2790">
                  <c:v>44795</c:v>
                </c:pt>
                <c:pt idx="2791">
                  <c:v>44796</c:v>
                </c:pt>
                <c:pt idx="2792">
                  <c:v>44797</c:v>
                </c:pt>
                <c:pt idx="2793">
                  <c:v>44798</c:v>
                </c:pt>
                <c:pt idx="2794">
                  <c:v>44799</c:v>
                </c:pt>
                <c:pt idx="2795">
                  <c:v>44800</c:v>
                </c:pt>
                <c:pt idx="2796">
                  <c:v>44801</c:v>
                </c:pt>
                <c:pt idx="2797">
                  <c:v>44802</c:v>
                </c:pt>
                <c:pt idx="2798">
                  <c:v>44803</c:v>
                </c:pt>
                <c:pt idx="2799">
                  <c:v>44804</c:v>
                </c:pt>
                <c:pt idx="2800">
                  <c:v>44805</c:v>
                </c:pt>
                <c:pt idx="2801">
                  <c:v>44806</c:v>
                </c:pt>
                <c:pt idx="2802">
                  <c:v>44807</c:v>
                </c:pt>
                <c:pt idx="2803">
                  <c:v>44808</c:v>
                </c:pt>
                <c:pt idx="2804">
                  <c:v>44809</c:v>
                </c:pt>
                <c:pt idx="2805">
                  <c:v>44810</c:v>
                </c:pt>
                <c:pt idx="2806">
                  <c:v>44811</c:v>
                </c:pt>
                <c:pt idx="2807">
                  <c:v>44812</c:v>
                </c:pt>
                <c:pt idx="2808">
                  <c:v>44813</c:v>
                </c:pt>
                <c:pt idx="2809">
                  <c:v>44814</c:v>
                </c:pt>
                <c:pt idx="2810">
                  <c:v>44815</c:v>
                </c:pt>
                <c:pt idx="2811">
                  <c:v>44816</c:v>
                </c:pt>
                <c:pt idx="2812">
                  <c:v>44817</c:v>
                </c:pt>
                <c:pt idx="2813">
                  <c:v>44818</c:v>
                </c:pt>
                <c:pt idx="2814">
                  <c:v>44819</c:v>
                </c:pt>
                <c:pt idx="2815">
                  <c:v>44820</c:v>
                </c:pt>
                <c:pt idx="2816">
                  <c:v>44821</c:v>
                </c:pt>
                <c:pt idx="2817">
                  <c:v>44822</c:v>
                </c:pt>
                <c:pt idx="2818">
                  <c:v>44823</c:v>
                </c:pt>
                <c:pt idx="2819">
                  <c:v>44824</c:v>
                </c:pt>
                <c:pt idx="2820">
                  <c:v>44825</c:v>
                </c:pt>
                <c:pt idx="2821">
                  <c:v>44826</c:v>
                </c:pt>
                <c:pt idx="2822">
                  <c:v>44827</c:v>
                </c:pt>
                <c:pt idx="2823">
                  <c:v>44828</c:v>
                </c:pt>
                <c:pt idx="2824">
                  <c:v>44829</c:v>
                </c:pt>
                <c:pt idx="2825">
                  <c:v>44830</c:v>
                </c:pt>
                <c:pt idx="2826">
                  <c:v>44831</c:v>
                </c:pt>
                <c:pt idx="2827">
                  <c:v>44832</c:v>
                </c:pt>
                <c:pt idx="2828">
                  <c:v>44833</c:v>
                </c:pt>
                <c:pt idx="2829">
                  <c:v>44834</c:v>
                </c:pt>
                <c:pt idx="2830">
                  <c:v>44835</c:v>
                </c:pt>
                <c:pt idx="2831">
                  <c:v>44836</c:v>
                </c:pt>
                <c:pt idx="2832">
                  <c:v>44837</c:v>
                </c:pt>
                <c:pt idx="2833">
                  <c:v>44838</c:v>
                </c:pt>
                <c:pt idx="2834">
                  <c:v>44839</c:v>
                </c:pt>
                <c:pt idx="2835">
                  <c:v>44840</c:v>
                </c:pt>
                <c:pt idx="2836">
                  <c:v>44841</c:v>
                </c:pt>
                <c:pt idx="2837">
                  <c:v>44842</c:v>
                </c:pt>
                <c:pt idx="2838">
                  <c:v>44843</c:v>
                </c:pt>
                <c:pt idx="2839">
                  <c:v>44844</c:v>
                </c:pt>
                <c:pt idx="2840">
                  <c:v>44845</c:v>
                </c:pt>
                <c:pt idx="2841">
                  <c:v>44846</c:v>
                </c:pt>
                <c:pt idx="2842">
                  <c:v>44847</c:v>
                </c:pt>
                <c:pt idx="2843">
                  <c:v>44848</c:v>
                </c:pt>
                <c:pt idx="2844">
                  <c:v>44849</c:v>
                </c:pt>
                <c:pt idx="2845">
                  <c:v>44850</c:v>
                </c:pt>
                <c:pt idx="2846">
                  <c:v>44851</c:v>
                </c:pt>
                <c:pt idx="2847">
                  <c:v>44852</c:v>
                </c:pt>
                <c:pt idx="2848">
                  <c:v>44853</c:v>
                </c:pt>
                <c:pt idx="2849">
                  <c:v>44854</c:v>
                </c:pt>
                <c:pt idx="2850">
                  <c:v>44855</c:v>
                </c:pt>
                <c:pt idx="2851">
                  <c:v>44856</c:v>
                </c:pt>
                <c:pt idx="2852">
                  <c:v>44857</c:v>
                </c:pt>
                <c:pt idx="2853">
                  <c:v>44858</c:v>
                </c:pt>
                <c:pt idx="2854">
                  <c:v>44859</c:v>
                </c:pt>
                <c:pt idx="2855">
                  <c:v>44860</c:v>
                </c:pt>
                <c:pt idx="2856">
                  <c:v>44861</c:v>
                </c:pt>
                <c:pt idx="2857">
                  <c:v>44862</c:v>
                </c:pt>
                <c:pt idx="2858">
                  <c:v>44863</c:v>
                </c:pt>
                <c:pt idx="2859">
                  <c:v>44864</c:v>
                </c:pt>
                <c:pt idx="2860">
                  <c:v>44865</c:v>
                </c:pt>
                <c:pt idx="2861">
                  <c:v>44866</c:v>
                </c:pt>
                <c:pt idx="2862">
                  <c:v>44867</c:v>
                </c:pt>
                <c:pt idx="2863">
                  <c:v>44868</c:v>
                </c:pt>
                <c:pt idx="2864">
                  <c:v>44869</c:v>
                </c:pt>
                <c:pt idx="2865">
                  <c:v>44870</c:v>
                </c:pt>
                <c:pt idx="2866">
                  <c:v>44871</c:v>
                </c:pt>
                <c:pt idx="2867">
                  <c:v>44872</c:v>
                </c:pt>
                <c:pt idx="2868">
                  <c:v>44873</c:v>
                </c:pt>
                <c:pt idx="2869">
                  <c:v>44874</c:v>
                </c:pt>
                <c:pt idx="2870">
                  <c:v>44875</c:v>
                </c:pt>
                <c:pt idx="2871">
                  <c:v>44876</c:v>
                </c:pt>
                <c:pt idx="2872">
                  <c:v>44877</c:v>
                </c:pt>
                <c:pt idx="2873">
                  <c:v>44878</c:v>
                </c:pt>
                <c:pt idx="2874">
                  <c:v>44879</c:v>
                </c:pt>
                <c:pt idx="2875">
                  <c:v>44880</c:v>
                </c:pt>
                <c:pt idx="2876">
                  <c:v>44881</c:v>
                </c:pt>
                <c:pt idx="2877">
                  <c:v>44882</c:v>
                </c:pt>
                <c:pt idx="2878">
                  <c:v>44883</c:v>
                </c:pt>
                <c:pt idx="2879">
                  <c:v>44884</c:v>
                </c:pt>
                <c:pt idx="2880">
                  <c:v>44885</c:v>
                </c:pt>
                <c:pt idx="2881">
                  <c:v>44886</c:v>
                </c:pt>
                <c:pt idx="2882">
                  <c:v>44887</c:v>
                </c:pt>
                <c:pt idx="2883">
                  <c:v>44888</c:v>
                </c:pt>
                <c:pt idx="2884">
                  <c:v>44889</c:v>
                </c:pt>
                <c:pt idx="2885">
                  <c:v>44890</c:v>
                </c:pt>
                <c:pt idx="2886">
                  <c:v>44891</c:v>
                </c:pt>
                <c:pt idx="2887">
                  <c:v>44892</c:v>
                </c:pt>
                <c:pt idx="2888">
                  <c:v>44893</c:v>
                </c:pt>
                <c:pt idx="2889">
                  <c:v>44894</c:v>
                </c:pt>
                <c:pt idx="2890">
                  <c:v>44895</c:v>
                </c:pt>
                <c:pt idx="2891">
                  <c:v>44896</c:v>
                </c:pt>
                <c:pt idx="2892">
                  <c:v>44897</c:v>
                </c:pt>
                <c:pt idx="2893">
                  <c:v>44898</c:v>
                </c:pt>
                <c:pt idx="2894">
                  <c:v>44899</c:v>
                </c:pt>
                <c:pt idx="2895">
                  <c:v>44900</c:v>
                </c:pt>
                <c:pt idx="2896">
                  <c:v>44901</c:v>
                </c:pt>
                <c:pt idx="2897">
                  <c:v>44902</c:v>
                </c:pt>
                <c:pt idx="2898">
                  <c:v>44903</c:v>
                </c:pt>
                <c:pt idx="2899">
                  <c:v>44904</c:v>
                </c:pt>
                <c:pt idx="2900">
                  <c:v>44905</c:v>
                </c:pt>
                <c:pt idx="2901">
                  <c:v>44906</c:v>
                </c:pt>
                <c:pt idx="2902">
                  <c:v>44907</c:v>
                </c:pt>
                <c:pt idx="2903">
                  <c:v>44908</c:v>
                </c:pt>
                <c:pt idx="2904">
                  <c:v>44909</c:v>
                </c:pt>
                <c:pt idx="2905">
                  <c:v>44910</c:v>
                </c:pt>
                <c:pt idx="2906">
                  <c:v>44911</c:v>
                </c:pt>
                <c:pt idx="2907">
                  <c:v>44912</c:v>
                </c:pt>
                <c:pt idx="2908">
                  <c:v>44913</c:v>
                </c:pt>
                <c:pt idx="2909">
                  <c:v>44914</c:v>
                </c:pt>
                <c:pt idx="2910">
                  <c:v>44915</c:v>
                </c:pt>
                <c:pt idx="2911">
                  <c:v>44916</c:v>
                </c:pt>
                <c:pt idx="2912">
                  <c:v>44917</c:v>
                </c:pt>
                <c:pt idx="2913">
                  <c:v>44918</c:v>
                </c:pt>
                <c:pt idx="2914">
                  <c:v>44919</c:v>
                </c:pt>
                <c:pt idx="2915">
                  <c:v>44920</c:v>
                </c:pt>
                <c:pt idx="2916">
                  <c:v>44921</c:v>
                </c:pt>
                <c:pt idx="2917">
                  <c:v>44922</c:v>
                </c:pt>
                <c:pt idx="2918">
                  <c:v>44923</c:v>
                </c:pt>
                <c:pt idx="2919">
                  <c:v>44924</c:v>
                </c:pt>
                <c:pt idx="2920">
                  <c:v>44925</c:v>
                </c:pt>
                <c:pt idx="2921">
                  <c:v>44926</c:v>
                </c:pt>
                <c:pt idx="2922">
                  <c:v>44927</c:v>
                </c:pt>
                <c:pt idx="2923">
                  <c:v>44928</c:v>
                </c:pt>
                <c:pt idx="2924">
                  <c:v>44929</c:v>
                </c:pt>
                <c:pt idx="2925">
                  <c:v>44930</c:v>
                </c:pt>
                <c:pt idx="2926">
                  <c:v>44931</c:v>
                </c:pt>
                <c:pt idx="2927">
                  <c:v>44932</c:v>
                </c:pt>
                <c:pt idx="2928">
                  <c:v>44933</c:v>
                </c:pt>
                <c:pt idx="2929">
                  <c:v>44934</c:v>
                </c:pt>
                <c:pt idx="2930">
                  <c:v>44935</c:v>
                </c:pt>
                <c:pt idx="2931">
                  <c:v>44936</c:v>
                </c:pt>
                <c:pt idx="2932">
                  <c:v>44937</c:v>
                </c:pt>
                <c:pt idx="2933">
                  <c:v>44938</c:v>
                </c:pt>
                <c:pt idx="2934">
                  <c:v>44939</c:v>
                </c:pt>
                <c:pt idx="2935">
                  <c:v>44940</c:v>
                </c:pt>
                <c:pt idx="2936">
                  <c:v>44941</c:v>
                </c:pt>
                <c:pt idx="2937">
                  <c:v>44942</c:v>
                </c:pt>
                <c:pt idx="2938">
                  <c:v>44943</c:v>
                </c:pt>
                <c:pt idx="2939">
                  <c:v>44944</c:v>
                </c:pt>
                <c:pt idx="2940">
                  <c:v>44945</c:v>
                </c:pt>
                <c:pt idx="2941">
                  <c:v>44946</c:v>
                </c:pt>
                <c:pt idx="2942">
                  <c:v>44947</c:v>
                </c:pt>
                <c:pt idx="2943">
                  <c:v>44948</c:v>
                </c:pt>
                <c:pt idx="2944">
                  <c:v>44949</c:v>
                </c:pt>
                <c:pt idx="2945">
                  <c:v>44950</c:v>
                </c:pt>
                <c:pt idx="2946">
                  <c:v>44951</c:v>
                </c:pt>
                <c:pt idx="2947">
                  <c:v>44952</c:v>
                </c:pt>
                <c:pt idx="2948">
                  <c:v>44953</c:v>
                </c:pt>
                <c:pt idx="2949">
                  <c:v>44954</c:v>
                </c:pt>
                <c:pt idx="2950">
                  <c:v>44955</c:v>
                </c:pt>
                <c:pt idx="2951">
                  <c:v>44956</c:v>
                </c:pt>
                <c:pt idx="2952">
                  <c:v>44957</c:v>
                </c:pt>
                <c:pt idx="2953">
                  <c:v>44958</c:v>
                </c:pt>
                <c:pt idx="2954">
                  <c:v>44959</c:v>
                </c:pt>
                <c:pt idx="2955">
                  <c:v>44960</c:v>
                </c:pt>
                <c:pt idx="2956">
                  <c:v>44961</c:v>
                </c:pt>
                <c:pt idx="2957">
                  <c:v>44962</c:v>
                </c:pt>
                <c:pt idx="2958">
                  <c:v>44963</c:v>
                </c:pt>
                <c:pt idx="2959">
                  <c:v>44964</c:v>
                </c:pt>
                <c:pt idx="2960">
                  <c:v>44965</c:v>
                </c:pt>
                <c:pt idx="2961">
                  <c:v>44966</c:v>
                </c:pt>
                <c:pt idx="2962">
                  <c:v>44967</c:v>
                </c:pt>
                <c:pt idx="2963">
                  <c:v>44968</c:v>
                </c:pt>
                <c:pt idx="2964">
                  <c:v>44969</c:v>
                </c:pt>
                <c:pt idx="2965">
                  <c:v>44970</c:v>
                </c:pt>
                <c:pt idx="2966">
                  <c:v>44971</c:v>
                </c:pt>
                <c:pt idx="2967">
                  <c:v>44972</c:v>
                </c:pt>
                <c:pt idx="2968">
                  <c:v>44973</c:v>
                </c:pt>
                <c:pt idx="2969">
                  <c:v>44974</c:v>
                </c:pt>
                <c:pt idx="2970">
                  <c:v>44975</c:v>
                </c:pt>
                <c:pt idx="2971">
                  <c:v>44976</c:v>
                </c:pt>
                <c:pt idx="2972">
                  <c:v>44977</c:v>
                </c:pt>
                <c:pt idx="2973">
                  <c:v>44978</c:v>
                </c:pt>
                <c:pt idx="2974">
                  <c:v>44979</c:v>
                </c:pt>
                <c:pt idx="2975">
                  <c:v>44980</c:v>
                </c:pt>
                <c:pt idx="2976">
                  <c:v>44981</c:v>
                </c:pt>
                <c:pt idx="2977">
                  <c:v>44982</c:v>
                </c:pt>
                <c:pt idx="2978">
                  <c:v>44983</c:v>
                </c:pt>
                <c:pt idx="2979">
                  <c:v>44984</c:v>
                </c:pt>
                <c:pt idx="2980">
                  <c:v>44985</c:v>
                </c:pt>
                <c:pt idx="2981">
                  <c:v>44986</c:v>
                </c:pt>
                <c:pt idx="2982">
                  <c:v>44987</c:v>
                </c:pt>
                <c:pt idx="2983">
                  <c:v>44988</c:v>
                </c:pt>
                <c:pt idx="2984">
                  <c:v>44989</c:v>
                </c:pt>
                <c:pt idx="2985">
                  <c:v>44990</c:v>
                </c:pt>
                <c:pt idx="2986">
                  <c:v>44991</c:v>
                </c:pt>
                <c:pt idx="2987">
                  <c:v>44992</c:v>
                </c:pt>
                <c:pt idx="2988">
                  <c:v>44993</c:v>
                </c:pt>
                <c:pt idx="2989">
                  <c:v>44994</c:v>
                </c:pt>
                <c:pt idx="2990">
                  <c:v>44995</c:v>
                </c:pt>
                <c:pt idx="2991">
                  <c:v>44996</c:v>
                </c:pt>
                <c:pt idx="2992">
                  <c:v>44997</c:v>
                </c:pt>
                <c:pt idx="2993">
                  <c:v>44998</c:v>
                </c:pt>
                <c:pt idx="2994">
                  <c:v>44999</c:v>
                </c:pt>
                <c:pt idx="2995">
                  <c:v>45000</c:v>
                </c:pt>
                <c:pt idx="2996">
                  <c:v>45001</c:v>
                </c:pt>
                <c:pt idx="2997">
                  <c:v>45002</c:v>
                </c:pt>
                <c:pt idx="2998">
                  <c:v>45003</c:v>
                </c:pt>
                <c:pt idx="2999">
                  <c:v>45004</c:v>
                </c:pt>
                <c:pt idx="3000">
                  <c:v>45005</c:v>
                </c:pt>
                <c:pt idx="3001">
                  <c:v>45006</c:v>
                </c:pt>
                <c:pt idx="3002">
                  <c:v>45007</c:v>
                </c:pt>
                <c:pt idx="3003">
                  <c:v>45008</c:v>
                </c:pt>
                <c:pt idx="3004">
                  <c:v>45009</c:v>
                </c:pt>
                <c:pt idx="3005">
                  <c:v>45010</c:v>
                </c:pt>
                <c:pt idx="3006">
                  <c:v>45011</c:v>
                </c:pt>
                <c:pt idx="3007">
                  <c:v>45012</c:v>
                </c:pt>
                <c:pt idx="3008">
                  <c:v>45013</c:v>
                </c:pt>
                <c:pt idx="3009">
                  <c:v>45014</c:v>
                </c:pt>
                <c:pt idx="3010">
                  <c:v>45015</c:v>
                </c:pt>
                <c:pt idx="3011">
                  <c:v>45016</c:v>
                </c:pt>
                <c:pt idx="3012">
                  <c:v>45017</c:v>
                </c:pt>
                <c:pt idx="3013">
                  <c:v>45018</c:v>
                </c:pt>
                <c:pt idx="3014">
                  <c:v>45019</c:v>
                </c:pt>
                <c:pt idx="3015">
                  <c:v>45020</c:v>
                </c:pt>
                <c:pt idx="3016">
                  <c:v>45021</c:v>
                </c:pt>
                <c:pt idx="3017">
                  <c:v>45022</c:v>
                </c:pt>
                <c:pt idx="3018">
                  <c:v>45023</c:v>
                </c:pt>
                <c:pt idx="3019">
                  <c:v>45024</c:v>
                </c:pt>
                <c:pt idx="3020">
                  <c:v>45025</c:v>
                </c:pt>
                <c:pt idx="3021">
                  <c:v>45026</c:v>
                </c:pt>
                <c:pt idx="3022">
                  <c:v>45027</c:v>
                </c:pt>
                <c:pt idx="3023">
                  <c:v>45028</c:v>
                </c:pt>
                <c:pt idx="3024">
                  <c:v>45029</c:v>
                </c:pt>
                <c:pt idx="3025">
                  <c:v>45030</c:v>
                </c:pt>
                <c:pt idx="3026">
                  <c:v>45031</c:v>
                </c:pt>
                <c:pt idx="3027">
                  <c:v>45032</c:v>
                </c:pt>
                <c:pt idx="3028">
                  <c:v>45033</c:v>
                </c:pt>
                <c:pt idx="3029">
                  <c:v>45034</c:v>
                </c:pt>
                <c:pt idx="3030">
                  <c:v>45035</c:v>
                </c:pt>
                <c:pt idx="3031">
                  <c:v>45036</c:v>
                </c:pt>
                <c:pt idx="3032">
                  <c:v>45037</c:v>
                </c:pt>
                <c:pt idx="3033">
                  <c:v>45038</c:v>
                </c:pt>
                <c:pt idx="3034">
                  <c:v>45039</c:v>
                </c:pt>
                <c:pt idx="3035">
                  <c:v>45040</c:v>
                </c:pt>
                <c:pt idx="3036">
                  <c:v>45041</c:v>
                </c:pt>
                <c:pt idx="3037">
                  <c:v>45042</c:v>
                </c:pt>
                <c:pt idx="3038">
                  <c:v>45043</c:v>
                </c:pt>
                <c:pt idx="3039">
                  <c:v>45044</c:v>
                </c:pt>
                <c:pt idx="3040">
                  <c:v>45045</c:v>
                </c:pt>
                <c:pt idx="3041">
                  <c:v>45046</c:v>
                </c:pt>
                <c:pt idx="3042">
                  <c:v>45047</c:v>
                </c:pt>
                <c:pt idx="3043">
                  <c:v>45048</c:v>
                </c:pt>
                <c:pt idx="3044">
                  <c:v>45049</c:v>
                </c:pt>
                <c:pt idx="3045">
                  <c:v>45050</c:v>
                </c:pt>
                <c:pt idx="3046">
                  <c:v>45051</c:v>
                </c:pt>
                <c:pt idx="3047">
                  <c:v>45052</c:v>
                </c:pt>
                <c:pt idx="3048">
                  <c:v>45053</c:v>
                </c:pt>
                <c:pt idx="3049">
                  <c:v>45054</c:v>
                </c:pt>
                <c:pt idx="3050">
                  <c:v>45055</c:v>
                </c:pt>
                <c:pt idx="3051">
                  <c:v>45056</c:v>
                </c:pt>
                <c:pt idx="3052">
                  <c:v>45057</c:v>
                </c:pt>
                <c:pt idx="3053">
                  <c:v>45058</c:v>
                </c:pt>
                <c:pt idx="3054">
                  <c:v>45059</c:v>
                </c:pt>
                <c:pt idx="3055">
                  <c:v>45060</c:v>
                </c:pt>
                <c:pt idx="3056">
                  <c:v>45061</c:v>
                </c:pt>
                <c:pt idx="3057">
                  <c:v>45062</c:v>
                </c:pt>
                <c:pt idx="3058">
                  <c:v>45063</c:v>
                </c:pt>
                <c:pt idx="3059">
                  <c:v>45064</c:v>
                </c:pt>
                <c:pt idx="3060">
                  <c:v>45065</c:v>
                </c:pt>
                <c:pt idx="3061">
                  <c:v>45066</c:v>
                </c:pt>
                <c:pt idx="3062">
                  <c:v>45067</c:v>
                </c:pt>
                <c:pt idx="3063">
                  <c:v>45068</c:v>
                </c:pt>
                <c:pt idx="3064">
                  <c:v>45069</c:v>
                </c:pt>
                <c:pt idx="3065">
                  <c:v>45070</c:v>
                </c:pt>
                <c:pt idx="3066">
                  <c:v>45071</c:v>
                </c:pt>
                <c:pt idx="3067">
                  <c:v>45072</c:v>
                </c:pt>
                <c:pt idx="3068">
                  <c:v>45073</c:v>
                </c:pt>
                <c:pt idx="3069">
                  <c:v>45074</c:v>
                </c:pt>
                <c:pt idx="3070">
                  <c:v>45075</c:v>
                </c:pt>
                <c:pt idx="3071">
                  <c:v>45076</c:v>
                </c:pt>
                <c:pt idx="3072">
                  <c:v>45077</c:v>
                </c:pt>
                <c:pt idx="3073">
                  <c:v>45078</c:v>
                </c:pt>
                <c:pt idx="3074">
                  <c:v>45079</c:v>
                </c:pt>
                <c:pt idx="3075">
                  <c:v>45080</c:v>
                </c:pt>
                <c:pt idx="3076">
                  <c:v>45081</c:v>
                </c:pt>
                <c:pt idx="3077">
                  <c:v>45082</c:v>
                </c:pt>
                <c:pt idx="3078">
                  <c:v>45083</c:v>
                </c:pt>
                <c:pt idx="3079">
                  <c:v>45084</c:v>
                </c:pt>
                <c:pt idx="3080">
                  <c:v>45085</c:v>
                </c:pt>
                <c:pt idx="3081">
                  <c:v>45086</c:v>
                </c:pt>
                <c:pt idx="3082">
                  <c:v>45087</c:v>
                </c:pt>
                <c:pt idx="3083">
                  <c:v>45088</c:v>
                </c:pt>
                <c:pt idx="3084">
                  <c:v>45089</c:v>
                </c:pt>
                <c:pt idx="3085">
                  <c:v>45090</c:v>
                </c:pt>
                <c:pt idx="3086">
                  <c:v>45091</c:v>
                </c:pt>
                <c:pt idx="3087">
                  <c:v>45092</c:v>
                </c:pt>
                <c:pt idx="3088">
                  <c:v>45093</c:v>
                </c:pt>
                <c:pt idx="3089">
                  <c:v>45094</c:v>
                </c:pt>
                <c:pt idx="3090">
                  <c:v>45095</c:v>
                </c:pt>
                <c:pt idx="3091">
                  <c:v>45096</c:v>
                </c:pt>
                <c:pt idx="3092">
                  <c:v>45097</c:v>
                </c:pt>
                <c:pt idx="3093">
                  <c:v>45098</c:v>
                </c:pt>
                <c:pt idx="3094">
                  <c:v>45099</c:v>
                </c:pt>
                <c:pt idx="3095">
                  <c:v>45100</c:v>
                </c:pt>
                <c:pt idx="3096">
                  <c:v>45101</c:v>
                </c:pt>
                <c:pt idx="3097">
                  <c:v>45102</c:v>
                </c:pt>
                <c:pt idx="3098">
                  <c:v>45103</c:v>
                </c:pt>
                <c:pt idx="3099">
                  <c:v>45104</c:v>
                </c:pt>
                <c:pt idx="3100">
                  <c:v>45105</c:v>
                </c:pt>
                <c:pt idx="3101">
                  <c:v>45106</c:v>
                </c:pt>
                <c:pt idx="3102">
                  <c:v>45107</c:v>
                </c:pt>
                <c:pt idx="3103">
                  <c:v>45108</c:v>
                </c:pt>
                <c:pt idx="3104">
                  <c:v>45109</c:v>
                </c:pt>
                <c:pt idx="3105">
                  <c:v>45110</c:v>
                </c:pt>
                <c:pt idx="3106">
                  <c:v>45111</c:v>
                </c:pt>
                <c:pt idx="3107">
                  <c:v>45112</c:v>
                </c:pt>
                <c:pt idx="3108">
                  <c:v>45113</c:v>
                </c:pt>
                <c:pt idx="3109">
                  <c:v>45114</c:v>
                </c:pt>
                <c:pt idx="3110">
                  <c:v>45115</c:v>
                </c:pt>
                <c:pt idx="3111">
                  <c:v>45116</c:v>
                </c:pt>
                <c:pt idx="3112">
                  <c:v>45117</c:v>
                </c:pt>
                <c:pt idx="3113">
                  <c:v>45118</c:v>
                </c:pt>
                <c:pt idx="3114">
                  <c:v>45119</c:v>
                </c:pt>
                <c:pt idx="3115">
                  <c:v>45120</c:v>
                </c:pt>
                <c:pt idx="3116">
                  <c:v>45121</c:v>
                </c:pt>
                <c:pt idx="3117">
                  <c:v>45122</c:v>
                </c:pt>
                <c:pt idx="3118">
                  <c:v>45123</c:v>
                </c:pt>
                <c:pt idx="3119">
                  <c:v>45124</c:v>
                </c:pt>
                <c:pt idx="3120">
                  <c:v>45125</c:v>
                </c:pt>
                <c:pt idx="3121">
                  <c:v>45126</c:v>
                </c:pt>
                <c:pt idx="3122">
                  <c:v>45127</c:v>
                </c:pt>
                <c:pt idx="3123">
                  <c:v>45128</c:v>
                </c:pt>
                <c:pt idx="3124">
                  <c:v>45129</c:v>
                </c:pt>
                <c:pt idx="3125">
                  <c:v>45130</c:v>
                </c:pt>
                <c:pt idx="3126">
                  <c:v>45131</c:v>
                </c:pt>
                <c:pt idx="3127">
                  <c:v>45132</c:v>
                </c:pt>
                <c:pt idx="3128">
                  <c:v>45133</c:v>
                </c:pt>
                <c:pt idx="3129">
                  <c:v>45134</c:v>
                </c:pt>
                <c:pt idx="3130">
                  <c:v>45135</c:v>
                </c:pt>
                <c:pt idx="3131">
                  <c:v>45136</c:v>
                </c:pt>
                <c:pt idx="3132">
                  <c:v>45137</c:v>
                </c:pt>
                <c:pt idx="3133">
                  <c:v>45138</c:v>
                </c:pt>
                <c:pt idx="3134">
                  <c:v>45139</c:v>
                </c:pt>
                <c:pt idx="3135">
                  <c:v>45140</c:v>
                </c:pt>
                <c:pt idx="3136">
                  <c:v>45141</c:v>
                </c:pt>
                <c:pt idx="3137">
                  <c:v>45142</c:v>
                </c:pt>
                <c:pt idx="3138">
                  <c:v>45143</c:v>
                </c:pt>
                <c:pt idx="3139">
                  <c:v>45144</c:v>
                </c:pt>
                <c:pt idx="3140">
                  <c:v>45145</c:v>
                </c:pt>
                <c:pt idx="3141">
                  <c:v>45146</c:v>
                </c:pt>
                <c:pt idx="3142">
                  <c:v>45147</c:v>
                </c:pt>
                <c:pt idx="3143">
                  <c:v>45148</c:v>
                </c:pt>
                <c:pt idx="3144">
                  <c:v>45149</c:v>
                </c:pt>
                <c:pt idx="3145">
                  <c:v>45150</c:v>
                </c:pt>
                <c:pt idx="3146">
                  <c:v>45151</c:v>
                </c:pt>
                <c:pt idx="3147">
                  <c:v>45152</c:v>
                </c:pt>
                <c:pt idx="3148">
                  <c:v>45153</c:v>
                </c:pt>
                <c:pt idx="3149">
                  <c:v>45154</c:v>
                </c:pt>
                <c:pt idx="3150">
                  <c:v>45155</c:v>
                </c:pt>
                <c:pt idx="3151">
                  <c:v>45156</c:v>
                </c:pt>
                <c:pt idx="3152">
                  <c:v>45157</c:v>
                </c:pt>
                <c:pt idx="3153">
                  <c:v>45158</c:v>
                </c:pt>
                <c:pt idx="3154">
                  <c:v>45159</c:v>
                </c:pt>
                <c:pt idx="3155">
                  <c:v>45160</c:v>
                </c:pt>
                <c:pt idx="3156">
                  <c:v>45161</c:v>
                </c:pt>
                <c:pt idx="3157">
                  <c:v>45162</c:v>
                </c:pt>
                <c:pt idx="3158">
                  <c:v>45163</c:v>
                </c:pt>
                <c:pt idx="3159">
                  <c:v>45164</c:v>
                </c:pt>
                <c:pt idx="3160">
                  <c:v>45165</c:v>
                </c:pt>
                <c:pt idx="3161">
                  <c:v>45166</c:v>
                </c:pt>
                <c:pt idx="3162">
                  <c:v>45167</c:v>
                </c:pt>
                <c:pt idx="3163">
                  <c:v>45168</c:v>
                </c:pt>
                <c:pt idx="3164">
                  <c:v>45169</c:v>
                </c:pt>
                <c:pt idx="3165">
                  <c:v>45170</c:v>
                </c:pt>
                <c:pt idx="3166">
                  <c:v>45171</c:v>
                </c:pt>
                <c:pt idx="3167">
                  <c:v>45172</c:v>
                </c:pt>
                <c:pt idx="3168">
                  <c:v>45173</c:v>
                </c:pt>
                <c:pt idx="3169">
                  <c:v>45174</c:v>
                </c:pt>
                <c:pt idx="3170">
                  <c:v>45175</c:v>
                </c:pt>
                <c:pt idx="3171">
                  <c:v>45176</c:v>
                </c:pt>
                <c:pt idx="3172">
                  <c:v>45177</c:v>
                </c:pt>
                <c:pt idx="3173">
                  <c:v>45178</c:v>
                </c:pt>
                <c:pt idx="3174">
                  <c:v>45179</c:v>
                </c:pt>
                <c:pt idx="3175">
                  <c:v>45180</c:v>
                </c:pt>
                <c:pt idx="3176">
                  <c:v>45181</c:v>
                </c:pt>
                <c:pt idx="3177">
                  <c:v>45182</c:v>
                </c:pt>
                <c:pt idx="3178">
                  <c:v>45183</c:v>
                </c:pt>
                <c:pt idx="3179">
                  <c:v>45184</c:v>
                </c:pt>
                <c:pt idx="3180">
                  <c:v>45185</c:v>
                </c:pt>
                <c:pt idx="3181">
                  <c:v>45186</c:v>
                </c:pt>
                <c:pt idx="3182">
                  <c:v>45187</c:v>
                </c:pt>
                <c:pt idx="3183">
                  <c:v>45188</c:v>
                </c:pt>
                <c:pt idx="3184">
                  <c:v>45189</c:v>
                </c:pt>
                <c:pt idx="3185">
                  <c:v>45190</c:v>
                </c:pt>
                <c:pt idx="3186">
                  <c:v>45191</c:v>
                </c:pt>
                <c:pt idx="3187">
                  <c:v>45192</c:v>
                </c:pt>
                <c:pt idx="3188">
                  <c:v>45193</c:v>
                </c:pt>
                <c:pt idx="3189">
                  <c:v>45194</c:v>
                </c:pt>
                <c:pt idx="3190">
                  <c:v>45195</c:v>
                </c:pt>
                <c:pt idx="3191">
                  <c:v>45196</c:v>
                </c:pt>
                <c:pt idx="3192">
                  <c:v>45197</c:v>
                </c:pt>
                <c:pt idx="3193">
                  <c:v>45198</c:v>
                </c:pt>
                <c:pt idx="3194">
                  <c:v>45199</c:v>
                </c:pt>
                <c:pt idx="3195">
                  <c:v>45200</c:v>
                </c:pt>
                <c:pt idx="3196">
                  <c:v>45201</c:v>
                </c:pt>
                <c:pt idx="3197">
                  <c:v>45202</c:v>
                </c:pt>
                <c:pt idx="3198">
                  <c:v>45203</c:v>
                </c:pt>
                <c:pt idx="3199">
                  <c:v>45204</c:v>
                </c:pt>
                <c:pt idx="3200">
                  <c:v>45205</c:v>
                </c:pt>
                <c:pt idx="3201">
                  <c:v>45206</c:v>
                </c:pt>
                <c:pt idx="3202">
                  <c:v>45207</c:v>
                </c:pt>
                <c:pt idx="3203">
                  <c:v>45208</c:v>
                </c:pt>
                <c:pt idx="3204">
                  <c:v>45209</c:v>
                </c:pt>
                <c:pt idx="3205">
                  <c:v>45210</c:v>
                </c:pt>
                <c:pt idx="3206">
                  <c:v>45211</c:v>
                </c:pt>
                <c:pt idx="3207">
                  <c:v>45212</c:v>
                </c:pt>
                <c:pt idx="3208">
                  <c:v>45213</c:v>
                </c:pt>
                <c:pt idx="3209">
                  <c:v>45214</c:v>
                </c:pt>
                <c:pt idx="3210">
                  <c:v>45215</c:v>
                </c:pt>
                <c:pt idx="3211">
                  <c:v>45216</c:v>
                </c:pt>
                <c:pt idx="3212">
                  <c:v>45217</c:v>
                </c:pt>
                <c:pt idx="3213">
                  <c:v>45218</c:v>
                </c:pt>
                <c:pt idx="3214">
                  <c:v>45219</c:v>
                </c:pt>
                <c:pt idx="3215">
                  <c:v>45220</c:v>
                </c:pt>
                <c:pt idx="3216">
                  <c:v>45221</c:v>
                </c:pt>
                <c:pt idx="3217">
                  <c:v>45222</c:v>
                </c:pt>
                <c:pt idx="3218">
                  <c:v>45223</c:v>
                </c:pt>
                <c:pt idx="3219">
                  <c:v>45224</c:v>
                </c:pt>
                <c:pt idx="3220">
                  <c:v>45225</c:v>
                </c:pt>
                <c:pt idx="3221">
                  <c:v>45226</c:v>
                </c:pt>
                <c:pt idx="3222">
                  <c:v>45227</c:v>
                </c:pt>
                <c:pt idx="3223">
                  <c:v>45228</c:v>
                </c:pt>
                <c:pt idx="3224">
                  <c:v>45229</c:v>
                </c:pt>
                <c:pt idx="3225">
                  <c:v>45230</c:v>
                </c:pt>
                <c:pt idx="3226">
                  <c:v>45231</c:v>
                </c:pt>
                <c:pt idx="3227">
                  <c:v>45232</c:v>
                </c:pt>
                <c:pt idx="3228">
                  <c:v>45233</c:v>
                </c:pt>
                <c:pt idx="3229">
                  <c:v>45234</c:v>
                </c:pt>
                <c:pt idx="3230">
                  <c:v>45235</c:v>
                </c:pt>
                <c:pt idx="3231">
                  <c:v>45236</c:v>
                </c:pt>
                <c:pt idx="3232">
                  <c:v>45237</c:v>
                </c:pt>
                <c:pt idx="3233">
                  <c:v>45238</c:v>
                </c:pt>
                <c:pt idx="3234">
                  <c:v>45239</c:v>
                </c:pt>
                <c:pt idx="3235">
                  <c:v>45240</c:v>
                </c:pt>
                <c:pt idx="3236">
                  <c:v>45241</c:v>
                </c:pt>
                <c:pt idx="3237">
                  <c:v>45242</c:v>
                </c:pt>
                <c:pt idx="3238">
                  <c:v>45243</c:v>
                </c:pt>
                <c:pt idx="3239">
                  <c:v>45244</c:v>
                </c:pt>
                <c:pt idx="3240">
                  <c:v>45245</c:v>
                </c:pt>
                <c:pt idx="3241">
                  <c:v>45246</c:v>
                </c:pt>
                <c:pt idx="3242">
                  <c:v>45247</c:v>
                </c:pt>
                <c:pt idx="3243">
                  <c:v>45248</c:v>
                </c:pt>
                <c:pt idx="3244">
                  <c:v>45249</c:v>
                </c:pt>
                <c:pt idx="3245">
                  <c:v>45250</c:v>
                </c:pt>
                <c:pt idx="3246">
                  <c:v>45251</c:v>
                </c:pt>
                <c:pt idx="3247">
                  <c:v>45252</c:v>
                </c:pt>
                <c:pt idx="3248">
                  <c:v>45253</c:v>
                </c:pt>
                <c:pt idx="3249">
                  <c:v>45254</c:v>
                </c:pt>
                <c:pt idx="3250">
                  <c:v>45255</c:v>
                </c:pt>
                <c:pt idx="3251">
                  <c:v>45256</c:v>
                </c:pt>
                <c:pt idx="3252">
                  <c:v>45257</c:v>
                </c:pt>
                <c:pt idx="3253">
                  <c:v>45258</c:v>
                </c:pt>
                <c:pt idx="3254">
                  <c:v>45259</c:v>
                </c:pt>
                <c:pt idx="3255">
                  <c:v>45260</c:v>
                </c:pt>
                <c:pt idx="3256">
                  <c:v>45261</c:v>
                </c:pt>
                <c:pt idx="3257">
                  <c:v>45262</c:v>
                </c:pt>
                <c:pt idx="3258">
                  <c:v>45263</c:v>
                </c:pt>
                <c:pt idx="3259">
                  <c:v>45264</c:v>
                </c:pt>
                <c:pt idx="3260">
                  <c:v>45265</c:v>
                </c:pt>
                <c:pt idx="3261">
                  <c:v>45266</c:v>
                </c:pt>
                <c:pt idx="3262">
                  <c:v>45267</c:v>
                </c:pt>
                <c:pt idx="3263">
                  <c:v>45268</c:v>
                </c:pt>
                <c:pt idx="3264">
                  <c:v>45269</c:v>
                </c:pt>
                <c:pt idx="3265">
                  <c:v>45270</c:v>
                </c:pt>
                <c:pt idx="3266">
                  <c:v>45271</c:v>
                </c:pt>
                <c:pt idx="3267">
                  <c:v>45272</c:v>
                </c:pt>
                <c:pt idx="3268">
                  <c:v>45273</c:v>
                </c:pt>
                <c:pt idx="3269">
                  <c:v>45274</c:v>
                </c:pt>
                <c:pt idx="3270">
                  <c:v>45275</c:v>
                </c:pt>
                <c:pt idx="3271">
                  <c:v>45276</c:v>
                </c:pt>
                <c:pt idx="3272">
                  <c:v>45277</c:v>
                </c:pt>
                <c:pt idx="3273">
                  <c:v>45278</c:v>
                </c:pt>
                <c:pt idx="3274">
                  <c:v>45279</c:v>
                </c:pt>
                <c:pt idx="3275">
                  <c:v>45280</c:v>
                </c:pt>
                <c:pt idx="3276">
                  <c:v>45281</c:v>
                </c:pt>
                <c:pt idx="3277">
                  <c:v>45282</c:v>
                </c:pt>
                <c:pt idx="3278">
                  <c:v>45283</c:v>
                </c:pt>
                <c:pt idx="3279">
                  <c:v>45284</c:v>
                </c:pt>
                <c:pt idx="3280">
                  <c:v>45285</c:v>
                </c:pt>
                <c:pt idx="3281">
                  <c:v>45286</c:v>
                </c:pt>
                <c:pt idx="3282">
                  <c:v>45287</c:v>
                </c:pt>
                <c:pt idx="3283">
                  <c:v>45288</c:v>
                </c:pt>
                <c:pt idx="3284">
                  <c:v>45289</c:v>
                </c:pt>
                <c:pt idx="3285">
                  <c:v>45290</c:v>
                </c:pt>
                <c:pt idx="3286">
                  <c:v>45291</c:v>
                </c:pt>
                <c:pt idx="3287">
                  <c:v>45292</c:v>
                </c:pt>
                <c:pt idx="3288">
                  <c:v>45293</c:v>
                </c:pt>
                <c:pt idx="3289">
                  <c:v>45294</c:v>
                </c:pt>
                <c:pt idx="3290">
                  <c:v>45295</c:v>
                </c:pt>
                <c:pt idx="3291">
                  <c:v>45296</c:v>
                </c:pt>
                <c:pt idx="3292">
                  <c:v>45297</c:v>
                </c:pt>
                <c:pt idx="3293">
                  <c:v>45298</c:v>
                </c:pt>
                <c:pt idx="3294">
                  <c:v>45299</c:v>
                </c:pt>
                <c:pt idx="3295">
                  <c:v>45300</c:v>
                </c:pt>
                <c:pt idx="3296">
                  <c:v>45301</c:v>
                </c:pt>
                <c:pt idx="3297">
                  <c:v>45302</c:v>
                </c:pt>
                <c:pt idx="3298">
                  <c:v>45303</c:v>
                </c:pt>
                <c:pt idx="3299">
                  <c:v>45304</c:v>
                </c:pt>
                <c:pt idx="3300">
                  <c:v>45305</c:v>
                </c:pt>
                <c:pt idx="3301">
                  <c:v>45306</c:v>
                </c:pt>
                <c:pt idx="3302">
                  <c:v>45307</c:v>
                </c:pt>
                <c:pt idx="3303">
                  <c:v>45308</c:v>
                </c:pt>
                <c:pt idx="3304">
                  <c:v>45309</c:v>
                </c:pt>
                <c:pt idx="3305">
                  <c:v>45310</c:v>
                </c:pt>
                <c:pt idx="3306">
                  <c:v>45311</c:v>
                </c:pt>
                <c:pt idx="3307">
                  <c:v>45312</c:v>
                </c:pt>
                <c:pt idx="3308">
                  <c:v>45313</c:v>
                </c:pt>
                <c:pt idx="3309">
                  <c:v>45314</c:v>
                </c:pt>
                <c:pt idx="3310">
                  <c:v>45315</c:v>
                </c:pt>
                <c:pt idx="3311">
                  <c:v>45316</c:v>
                </c:pt>
                <c:pt idx="3312">
                  <c:v>45317</c:v>
                </c:pt>
                <c:pt idx="3313">
                  <c:v>45318</c:v>
                </c:pt>
                <c:pt idx="3314">
                  <c:v>45319</c:v>
                </c:pt>
                <c:pt idx="3315">
                  <c:v>45320</c:v>
                </c:pt>
                <c:pt idx="3316">
                  <c:v>45321</c:v>
                </c:pt>
                <c:pt idx="3317">
                  <c:v>45322</c:v>
                </c:pt>
                <c:pt idx="3318">
                  <c:v>45323</c:v>
                </c:pt>
                <c:pt idx="3319">
                  <c:v>45324</c:v>
                </c:pt>
                <c:pt idx="3320">
                  <c:v>45325</c:v>
                </c:pt>
                <c:pt idx="3321">
                  <c:v>45326</c:v>
                </c:pt>
                <c:pt idx="3322">
                  <c:v>45327</c:v>
                </c:pt>
                <c:pt idx="3323">
                  <c:v>45328</c:v>
                </c:pt>
                <c:pt idx="3324">
                  <c:v>45329</c:v>
                </c:pt>
                <c:pt idx="3325">
                  <c:v>45330</c:v>
                </c:pt>
                <c:pt idx="3326">
                  <c:v>45331</c:v>
                </c:pt>
                <c:pt idx="3327">
                  <c:v>45332</c:v>
                </c:pt>
                <c:pt idx="3328">
                  <c:v>45333</c:v>
                </c:pt>
                <c:pt idx="3329">
                  <c:v>45334</c:v>
                </c:pt>
                <c:pt idx="3330">
                  <c:v>45335</c:v>
                </c:pt>
                <c:pt idx="3331">
                  <c:v>45336</c:v>
                </c:pt>
                <c:pt idx="3332">
                  <c:v>45337</c:v>
                </c:pt>
                <c:pt idx="3333">
                  <c:v>45338</c:v>
                </c:pt>
                <c:pt idx="3334">
                  <c:v>45339</c:v>
                </c:pt>
                <c:pt idx="3335">
                  <c:v>45340</c:v>
                </c:pt>
                <c:pt idx="3336">
                  <c:v>45341</c:v>
                </c:pt>
                <c:pt idx="3337">
                  <c:v>45342</c:v>
                </c:pt>
                <c:pt idx="3338">
                  <c:v>45343</c:v>
                </c:pt>
                <c:pt idx="3339">
                  <c:v>45344</c:v>
                </c:pt>
                <c:pt idx="3340">
                  <c:v>45345</c:v>
                </c:pt>
                <c:pt idx="3341">
                  <c:v>45346</c:v>
                </c:pt>
                <c:pt idx="3342">
                  <c:v>45347</c:v>
                </c:pt>
                <c:pt idx="3343">
                  <c:v>45348</c:v>
                </c:pt>
                <c:pt idx="3344">
                  <c:v>45349</c:v>
                </c:pt>
                <c:pt idx="3345">
                  <c:v>45350</c:v>
                </c:pt>
                <c:pt idx="3346">
                  <c:v>45351</c:v>
                </c:pt>
                <c:pt idx="3347">
                  <c:v>45352</c:v>
                </c:pt>
                <c:pt idx="3348">
                  <c:v>45353</c:v>
                </c:pt>
                <c:pt idx="3349">
                  <c:v>45354</c:v>
                </c:pt>
                <c:pt idx="3350">
                  <c:v>45355</c:v>
                </c:pt>
                <c:pt idx="3351">
                  <c:v>45356</c:v>
                </c:pt>
                <c:pt idx="3352">
                  <c:v>45357</c:v>
                </c:pt>
                <c:pt idx="3353">
                  <c:v>45358</c:v>
                </c:pt>
                <c:pt idx="3354">
                  <c:v>45359</c:v>
                </c:pt>
                <c:pt idx="3355">
                  <c:v>45360</c:v>
                </c:pt>
                <c:pt idx="3356">
                  <c:v>45361</c:v>
                </c:pt>
                <c:pt idx="3357">
                  <c:v>45362</c:v>
                </c:pt>
                <c:pt idx="3358">
                  <c:v>45363</c:v>
                </c:pt>
                <c:pt idx="3359">
                  <c:v>45364</c:v>
                </c:pt>
                <c:pt idx="3360">
                  <c:v>45365</c:v>
                </c:pt>
                <c:pt idx="3361">
                  <c:v>45366</c:v>
                </c:pt>
                <c:pt idx="3362">
                  <c:v>45367</c:v>
                </c:pt>
                <c:pt idx="3363">
                  <c:v>45368</c:v>
                </c:pt>
                <c:pt idx="3364">
                  <c:v>45369</c:v>
                </c:pt>
                <c:pt idx="3365">
                  <c:v>45370</c:v>
                </c:pt>
                <c:pt idx="3366">
                  <c:v>45371</c:v>
                </c:pt>
                <c:pt idx="3367">
                  <c:v>45372</c:v>
                </c:pt>
                <c:pt idx="3368">
                  <c:v>45373</c:v>
                </c:pt>
                <c:pt idx="3369">
                  <c:v>45374</c:v>
                </c:pt>
                <c:pt idx="3370">
                  <c:v>45375</c:v>
                </c:pt>
                <c:pt idx="3371">
                  <c:v>45376</c:v>
                </c:pt>
                <c:pt idx="3372">
                  <c:v>45377</c:v>
                </c:pt>
                <c:pt idx="3373">
                  <c:v>45378</c:v>
                </c:pt>
                <c:pt idx="3374">
                  <c:v>45379</c:v>
                </c:pt>
                <c:pt idx="3375">
                  <c:v>45380</c:v>
                </c:pt>
                <c:pt idx="3376">
                  <c:v>45381</c:v>
                </c:pt>
                <c:pt idx="3377">
                  <c:v>45382</c:v>
                </c:pt>
                <c:pt idx="3378">
                  <c:v>45383</c:v>
                </c:pt>
                <c:pt idx="3379">
                  <c:v>45384</c:v>
                </c:pt>
                <c:pt idx="3380">
                  <c:v>45385</c:v>
                </c:pt>
                <c:pt idx="3381">
                  <c:v>45386</c:v>
                </c:pt>
                <c:pt idx="3382">
                  <c:v>45387</c:v>
                </c:pt>
                <c:pt idx="3383">
                  <c:v>45388</c:v>
                </c:pt>
                <c:pt idx="3384">
                  <c:v>45389</c:v>
                </c:pt>
                <c:pt idx="3385">
                  <c:v>45390</c:v>
                </c:pt>
                <c:pt idx="3386">
                  <c:v>45391</c:v>
                </c:pt>
                <c:pt idx="3387">
                  <c:v>45392</c:v>
                </c:pt>
                <c:pt idx="3388">
                  <c:v>45393</c:v>
                </c:pt>
                <c:pt idx="3389">
                  <c:v>45394</c:v>
                </c:pt>
                <c:pt idx="3390">
                  <c:v>45395</c:v>
                </c:pt>
                <c:pt idx="3391">
                  <c:v>45396</c:v>
                </c:pt>
                <c:pt idx="3392">
                  <c:v>45397</c:v>
                </c:pt>
                <c:pt idx="3393">
                  <c:v>45398</c:v>
                </c:pt>
                <c:pt idx="3394">
                  <c:v>45399</c:v>
                </c:pt>
                <c:pt idx="3395">
                  <c:v>45400</c:v>
                </c:pt>
                <c:pt idx="3396">
                  <c:v>45401</c:v>
                </c:pt>
                <c:pt idx="3397">
                  <c:v>45402</c:v>
                </c:pt>
                <c:pt idx="3398">
                  <c:v>45403</c:v>
                </c:pt>
                <c:pt idx="3399">
                  <c:v>45404</c:v>
                </c:pt>
                <c:pt idx="3400">
                  <c:v>45405</c:v>
                </c:pt>
                <c:pt idx="3401">
                  <c:v>45406</c:v>
                </c:pt>
                <c:pt idx="3402">
                  <c:v>45407</c:v>
                </c:pt>
                <c:pt idx="3403">
                  <c:v>45408</c:v>
                </c:pt>
                <c:pt idx="3404">
                  <c:v>45409</c:v>
                </c:pt>
                <c:pt idx="3405">
                  <c:v>45410</c:v>
                </c:pt>
                <c:pt idx="3406">
                  <c:v>45411</c:v>
                </c:pt>
                <c:pt idx="3407">
                  <c:v>45412</c:v>
                </c:pt>
                <c:pt idx="3408">
                  <c:v>45413</c:v>
                </c:pt>
                <c:pt idx="3409">
                  <c:v>45414</c:v>
                </c:pt>
                <c:pt idx="3410">
                  <c:v>45415</c:v>
                </c:pt>
                <c:pt idx="3411">
                  <c:v>45416</c:v>
                </c:pt>
                <c:pt idx="3412">
                  <c:v>45417</c:v>
                </c:pt>
                <c:pt idx="3413">
                  <c:v>45418</c:v>
                </c:pt>
                <c:pt idx="3414">
                  <c:v>45419</c:v>
                </c:pt>
                <c:pt idx="3415">
                  <c:v>45420</c:v>
                </c:pt>
                <c:pt idx="3416">
                  <c:v>45421</c:v>
                </c:pt>
                <c:pt idx="3417">
                  <c:v>45422</c:v>
                </c:pt>
                <c:pt idx="3418">
                  <c:v>45423</c:v>
                </c:pt>
                <c:pt idx="3419">
                  <c:v>45424</c:v>
                </c:pt>
                <c:pt idx="3420">
                  <c:v>45425</c:v>
                </c:pt>
                <c:pt idx="3421">
                  <c:v>45426</c:v>
                </c:pt>
                <c:pt idx="3422">
                  <c:v>45427</c:v>
                </c:pt>
                <c:pt idx="3423">
                  <c:v>45428</c:v>
                </c:pt>
                <c:pt idx="3424">
                  <c:v>45429</c:v>
                </c:pt>
                <c:pt idx="3425">
                  <c:v>45430</c:v>
                </c:pt>
                <c:pt idx="3426">
                  <c:v>45431</c:v>
                </c:pt>
                <c:pt idx="3427">
                  <c:v>45432</c:v>
                </c:pt>
                <c:pt idx="3428">
                  <c:v>45433</c:v>
                </c:pt>
                <c:pt idx="3429">
                  <c:v>45434</c:v>
                </c:pt>
                <c:pt idx="3430">
                  <c:v>45435</c:v>
                </c:pt>
                <c:pt idx="3431">
                  <c:v>45436</c:v>
                </c:pt>
                <c:pt idx="3432">
                  <c:v>45437</c:v>
                </c:pt>
                <c:pt idx="3433">
                  <c:v>45438</c:v>
                </c:pt>
                <c:pt idx="3434">
                  <c:v>45439</c:v>
                </c:pt>
                <c:pt idx="3435">
                  <c:v>45440</c:v>
                </c:pt>
                <c:pt idx="3436">
                  <c:v>45441</c:v>
                </c:pt>
                <c:pt idx="3437">
                  <c:v>45442</c:v>
                </c:pt>
                <c:pt idx="3438">
                  <c:v>45443</c:v>
                </c:pt>
                <c:pt idx="3439">
                  <c:v>45444</c:v>
                </c:pt>
                <c:pt idx="3440">
                  <c:v>45445</c:v>
                </c:pt>
                <c:pt idx="3441">
                  <c:v>45446</c:v>
                </c:pt>
                <c:pt idx="3442">
                  <c:v>45447</c:v>
                </c:pt>
                <c:pt idx="3443">
                  <c:v>45448</c:v>
                </c:pt>
                <c:pt idx="3444">
                  <c:v>45449</c:v>
                </c:pt>
                <c:pt idx="3445">
                  <c:v>45450</c:v>
                </c:pt>
                <c:pt idx="3446">
                  <c:v>45451</c:v>
                </c:pt>
                <c:pt idx="3447">
                  <c:v>45452</c:v>
                </c:pt>
                <c:pt idx="3448">
                  <c:v>45453</c:v>
                </c:pt>
                <c:pt idx="3449">
                  <c:v>45454</c:v>
                </c:pt>
                <c:pt idx="3450">
                  <c:v>45455</c:v>
                </c:pt>
                <c:pt idx="3451">
                  <c:v>45456</c:v>
                </c:pt>
                <c:pt idx="3452">
                  <c:v>45457</c:v>
                </c:pt>
                <c:pt idx="3453">
                  <c:v>45458</c:v>
                </c:pt>
                <c:pt idx="3454">
                  <c:v>45459</c:v>
                </c:pt>
                <c:pt idx="3455">
                  <c:v>45460</c:v>
                </c:pt>
                <c:pt idx="3456">
                  <c:v>45461</c:v>
                </c:pt>
                <c:pt idx="3457">
                  <c:v>45462</c:v>
                </c:pt>
                <c:pt idx="3458">
                  <c:v>45463</c:v>
                </c:pt>
                <c:pt idx="3459">
                  <c:v>45464</c:v>
                </c:pt>
                <c:pt idx="3460">
                  <c:v>45465</c:v>
                </c:pt>
                <c:pt idx="3461">
                  <c:v>45466</c:v>
                </c:pt>
                <c:pt idx="3462">
                  <c:v>45467</c:v>
                </c:pt>
                <c:pt idx="3463">
                  <c:v>45468</c:v>
                </c:pt>
                <c:pt idx="3464">
                  <c:v>45469</c:v>
                </c:pt>
                <c:pt idx="3465">
                  <c:v>45470</c:v>
                </c:pt>
                <c:pt idx="3466">
                  <c:v>45471</c:v>
                </c:pt>
                <c:pt idx="3467">
                  <c:v>45472</c:v>
                </c:pt>
                <c:pt idx="3468">
                  <c:v>45473</c:v>
                </c:pt>
                <c:pt idx="3469">
                  <c:v>45474</c:v>
                </c:pt>
                <c:pt idx="3470">
                  <c:v>45475</c:v>
                </c:pt>
                <c:pt idx="3471">
                  <c:v>45476</c:v>
                </c:pt>
                <c:pt idx="3472">
                  <c:v>45477</c:v>
                </c:pt>
                <c:pt idx="3473">
                  <c:v>45478</c:v>
                </c:pt>
                <c:pt idx="3474">
                  <c:v>45479</c:v>
                </c:pt>
                <c:pt idx="3475">
                  <c:v>45480</c:v>
                </c:pt>
                <c:pt idx="3476">
                  <c:v>45481</c:v>
                </c:pt>
                <c:pt idx="3477">
                  <c:v>45482</c:v>
                </c:pt>
                <c:pt idx="3478">
                  <c:v>45483</c:v>
                </c:pt>
                <c:pt idx="3479">
                  <c:v>45484</c:v>
                </c:pt>
                <c:pt idx="3480">
                  <c:v>45485</c:v>
                </c:pt>
                <c:pt idx="3481">
                  <c:v>45486</c:v>
                </c:pt>
                <c:pt idx="3482">
                  <c:v>45487</c:v>
                </c:pt>
                <c:pt idx="3483">
                  <c:v>45488</c:v>
                </c:pt>
                <c:pt idx="3484">
                  <c:v>45489</c:v>
                </c:pt>
                <c:pt idx="3485">
                  <c:v>45490</c:v>
                </c:pt>
                <c:pt idx="3486">
                  <c:v>45491</c:v>
                </c:pt>
                <c:pt idx="3487">
                  <c:v>45492</c:v>
                </c:pt>
                <c:pt idx="3488">
                  <c:v>45493</c:v>
                </c:pt>
                <c:pt idx="3489">
                  <c:v>45494</c:v>
                </c:pt>
                <c:pt idx="3490">
                  <c:v>45495</c:v>
                </c:pt>
                <c:pt idx="3491">
                  <c:v>45496</c:v>
                </c:pt>
                <c:pt idx="3492">
                  <c:v>45497</c:v>
                </c:pt>
                <c:pt idx="3493">
                  <c:v>45498</c:v>
                </c:pt>
                <c:pt idx="3494">
                  <c:v>45499</c:v>
                </c:pt>
                <c:pt idx="3495">
                  <c:v>45500</c:v>
                </c:pt>
                <c:pt idx="3496">
                  <c:v>45501</c:v>
                </c:pt>
                <c:pt idx="3497">
                  <c:v>45502</c:v>
                </c:pt>
                <c:pt idx="3498">
                  <c:v>45503</c:v>
                </c:pt>
                <c:pt idx="3499">
                  <c:v>45504</c:v>
                </c:pt>
                <c:pt idx="3500">
                  <c:v>45505</c:v>
                </c:pt>
                <c:pt idx="3501">
                  <c:v>45506</c:v>
                </c:pt>
                <c:pt idx="3502">
                  <c:v>45507</c:v>
                </c:pt>
                <c:pt idx="3503">
                  <c:v>45508</c:v>
                </c:pt>
                <c:pt idx="3504">
                  <c:v>45509</c:v>
                </c:pt>
                <c:pt idx="3505">
                  <c:v>45510</c:v>
                </c:pt>
                <c:pt idx="3506">
                  <c:v>45511</c:v>
                </c:pt>
                <c:pt idx="3507">
                  <c:v>45512</c:v>
                </c:pt>
                <c:pt idx="3508">
                  <c:v>45513</c:v>
                </c:pt>
                <c:pt idx="3509">
                  <c:v>45514</c:v>
                </c:pt>
                <c:pt idx="3510">
                  <c:v>45515</c:v>
                </c:pt>
                <c:pt idx="3511">
                  <c:v>45516</c:v>
                </c:pt>
                <c:pt idx="3512">
                  <c:v>45517</c:v>
                </c:pt>
                <c:pt idx="3513">
                  <c:v>45518</c:v>
                </c:pt>
                <c:pt idx="3514">
                  <c:v>45519</c:v>
                </c:pt>
                <c:pt idx="3515">
                  <c:v>45520</c:v>
                </c:pt>
                <c:pt idx="3516">
                  <c:v>45521</c:v>
                </c:pt>
                <c:pt idx="3517">
                  <c:v>45522</c:v>
                </c:pt>
                <c:pt idx="3518">
                  <c:v>45523</c:v>
                </c:pt>
                <c:pt idx="3519">
                  <c:v>45524</c:v>
                </c:pt>
                <c:pt idx="3520">
                  <c:v>45525</c:v>
                </c:pt>
                <c:pt idx="3521">
                  <c:v>45526</c:v>
                </c:pt>
                <c:pt idx="3522">
                  <c:v>45527</c:v>
                </c:pt>
                <c:pt idx="3523">
                  <c:v>45528</c:v>
                </c:pt>
                <c:pt idx="3524">
                  <c:v>45529</c:v>
                </c:pt>
                <c:pt idx="3525">
                  <c:v>45530</c:v>
                </c:pt>
                <c:pt idx="3526">
                  <c:v>45531</c:v>
                </c:pt>
                <c:pt idx="3527">
                  <c:v>45532</c:v>
                </c:pt>
                <c:pt idx="3528">
                  <c:v>45533</c:v>
                </c:pt>
                <c:pt idx="3529">
                  <c:v>45534</c:v>
                </c:pt>
                <c:pt idx="3530">
                  <c:v>45535</c:v>
                </c:pt>
                <c:pt idx="3531">
                  <c:v>45536</c:v>
                </c:pt>
                <c:pt idx="3532">
                  <c:v>45537</c:v>
                </c:pt>
                <c:pt idx="3533">
                  <c:v>45538</c:v>
                </c:pt>
                <c:pt idx="3534">
                  <c:v>45539</c:v>
                </c:pt>
                <c:pt idx="3535">
                  <c:v>45540</c:v>
                </c:pt>
                <c:pt idx="3536">
                  <c:v>45541</c:v>
                </c:pt>
                <c:pt idx="3537">
                  <c:v>45542</c:v>
                </c:pt>
                <c:pt idx="3538">
                  <c:v>45543</c:v>
                </c:pt>
                <c:pt idx="3539">
                  <c:v>45544</c:v>
                </c:pt>
                <c:pt idx="3540">
                  <c:v>45545</c:v>
                </c:pt>
                <c:pt idx="3541">
                  <c:v>45546</c:v>
                </c:pt>
                <c:pt idx="3542">
                  <c:v>45547</c:v>
                </c:pt>
                <c:pt idx="3543">
                  <c:v>45548</c:v>
                </c:pt>
                <c:pt idx="3544">
                  <c:v>45549</c:v>
                </c:pt>
                <c:pt idx="3545">
                  <c:v>45550</c:v>
                </c:pt>
                <c:pt idx="3546">
                  <c:v>45551</c:v>
                </c:pt>
                <c:pt idx="3547">
                  <c:v>45552</c:v>
                </c:pt>
                <c:pt idx="3548">
                  <c:v>45553</c:v>
                </c:pt>
                <c:pt idx="3549">
                  <c:v>45554</c:v>
                </c:pt>
                <c:pt idx="3550">
                  <c:v>45555</c:v>
                </c:pt>
                <c:pt idx="3551">
                  <c:v>45556</c:v>
                </c:pt>
                <c:pt idx="3552">
                  <c:v>45557</c:v>
                </c:pt>
                <c:pt idx="3553">
                  <c:v>45558</c:v>
                </c:pt>
                <c:pt idx="3554">
                  <c:v>45559</c:v>
                </c:pt>
                <c:pt idx="3555">
                  <c:v>45560</c:v>
                </c:pt>
                <c:pt idx="3556">
                  <c:v>45561</c:v>
                </c:pt>
                <c:pt idx="3557">
                  <c:v>45562</c:v>
                </c:pt>
                <c:pt idx="3558">
                  <c:v>45563</c:v>
                </c:pt>
                <c:pt idx="3559">
                  <c:v>45564</c:v>
                </c:pt>
                <c:pt idx="3560">
                  <c:v>45565</c:v>
                </c:pt>
                <c:pt idx="3561">
                  <c:v>45566</c:v>
                </c:pt>
                <c:pt idx="3562">
                  <c:v>45567</c:v>
                </c:pt>
                <c:pt idx="3563">
                  <c:v>45568</c:v>
                </c:pt>
                <c:pt idx="3564">
                  <c:v>45569</c:v>
                </c:pt>
                <c:pt idx="3565">
                  <c:v>45570</c:v>
                </c:pt>
                <c:pt idx="3566">
                  <c:v>45571</c:v>
                </c:pt>
                <c:pt idx="3567">
                  <c:v>45572</c:v>
                </c:pt>
                <c:pt idx="3568">
                  <c:v>45573</c:v>
                </c:pt>
                <c:pt idx="3569">
                  <c:v>45574</c:v>
                </c:pt>
                <c:pt idx="3570">
                  <c:v>45575</c:v>
                </c:pt>
                <c:pt idx="3571">
                  <c:v>45576</c:v>
                </c:pt>
                <c:pt idx="3572">
                  <c:v>45577</c:v>
                </c:pt>
                <c:pt idx="3573">
                  <c:v>45578</c:v>
                </c:pt>
                <c:pt idx="3574">
                  <c:v>45579</c:v>
                </c:pt>
                <c:pt idx="3575">
                  <c:v>45580</c:v>
                </c:pt>
                <c:pt idx="3576">
                  <c:v>45581</c:v>
                </c:pt>
                <c:pt idx="3577">
                  <c:v>45582</c:v>
                </c:pt>
                <c:pt idx="3578">
                  <c:v>45583</c:v>
                </c:pt>
                <c:pt idx="3579">
                  <c:v>45584</c:v>
                </c:pt>
                <c:pt idx="3580">
                  <c:v>45585</c:v>
                </c:pt>
                <c:pt idx="3581">
                  <c:v>45586</c:v>
                </c:pt>
                <c:pt idx="3582">
                  <c:v>45587</c:v>
                </c:pt>
                <c:pt idx="3583">
                  <c:v>45588</c:v>
                </c:pt>
                <c:pt idx="3584">
                  <c:v>45589</c:v>
                </c:pt>
                <c:pt idx="3585">
                  <c:v>45590</c:v>
                </c:pt>
                <c:pt idx="3586">
                  <c:v>45591</c:v>
                </c:pt>
                <c:pt idx="3587">
                  <c:v>45592</c:v>
                </c:pt>
                <c:pt idx="3588">
                  <c:v>45593</c:v>
                </c:pt>
                <c:pt idx="3589">
                  <c:v>45594</c:v>
                </c:pt>
                <c:pt idx="3590">
                  <c:v>45595</c:v>
                </c:pt>
                <c:pt idx="3591">
                  <c:v>45596</c:v>
                </c:pt>
                <c:pt idx="3592">
                  <c:v>45597</c:v>
                </c:pt>
                <c:pt idx="3593">
                  <c:v>45598</c:v>
                </c:pt>
                <c:pt idx="3594">
                  <c:v>45599</c:v>
                </c:pt>
                <c:pt idx="3595">
                  <c:v>45600</c:v>
                </c:pt>
                <c:pt idx="3596">
                  <c:v>45601</c:v>
                </c:pt>
                <c:pt idx="3597">
                  <c:v>45602</c:v>
                </c:pt>
                <c:pt idx="3598">
                  <c:v>45603</c:v>
                </c:pt>
                <c:pt idx="3599">
                  <c:v>45604</c:v>
                </c:pt>
                <c:pt idx="3600">
                  <c:v>45605</c:v>
                </c:pt>
                <c:pt idx="3601">
                  <c:v>45606</c:v>
                </c:pt>
                <c:pt idx="3602">
                  <c:v>45607</c:v>
                </c:pt>
                <c:pt idx="3603">
                  <c:v>45608</c:v>
                </c:pt>
                <c:pt idx="3604">
                  <c:v>45609</c:v>
                </c:pt>
                <c:pt idx="3605">
                  <c:v>45610</c:v>
                </c:pt>
                <c:pt idx="3606">
                  <c:v>45611</c:v>
                </c:pt>
                <c:pt idx="3607">
                  <c:v>45612</c:v>
                </c:pt>
                <c:pt idx="3608">
                  <c:v>45613</c:v>
                </c:pt>
                <c:pt idx="3609">
                  <c:v>45614</c:v>
                </c:pt>
                <c:pt idx="3610">
                  <c:v>45615</c:v>
                </c:pt>
                <c:pt idx="3611">
                  <c:v>45616</c:v>
                </c:pt>
                <c:pt idx="3612">
                  <c:v>45617</c:v>
                </c:pt>
                <c:pt idx="3613">
                  <c:v>45618</c:v>
                </c:pt>
                <c:pt idx="3614">
                  <c:v>45619</c:v>
                </c:pt>
                <c:pt idx="3615">
                  <c:v>45620</c:v>
                </c:pt>
                <c:pt idx="3616">
                  <c:v>45621</c:v>
                </c:pt>
                <c:pt idx="3617">
                  <c:v>45622</c:v>
                </c:pt>
                <c:pt idx="3618">
                  <c:v>45623</c:v>
                </c:pt>
                <c:pt idx="3619">
                  <c:v>45624</c:v>
                </c:pt>
                <c:pt idx="3620">
                  <c:v>45625</c:v>
                </c:pt>
                <c:pt idx="3621">
                  <c:v>45626</c:v>
                </c:pt>
                <c:pt idx="3622">
                  <c:v>45627</c:v>
                </c:pt>
                <c:pt idx="3623">
                  <c:v>45628</c:v>
                </c:pt>
                <c:pt idx="3624">
                  <c:v>45629</c:v>
                </c:pt>
                <c:pt idx="3625">
                  <c:v>45630</c:v>
                </c:pt>
                <c:pt idx="3626">
                  <c:v>45631</c:v>
                </c:pt>
                <c:pt idx="3627">
                  <c:v>45632</c:v>
                </c:pt>
                <c:pt idx="3628">
                  <c:v>45633</c:v>
                </c:pt>
                <c:pt idx="3629">
                  <c:v>45634</c:v>
                </c:pt>
                <c:pt idx="3630">
                  <c:v>45635</c:v>
                </c:pt>
                <c:pt idx="3631">
                  <c:v>45636</c:v>
                </c:pt>
                <c:pt idx="3632">
                  <c:v>45637</c:v>
                </c:pt>
                <c:pt idx="3633">
                  <c:v>45638</c:v>
                </c:pt>
                <c:pt idx="3634">
                  <c:v>45639</c:v>
                </c:pt>
                <c:pt idx="3635">
                  <c:v>45640</c:v>
                </c:pt>
                <c:pt idx="3636">
                  <c:v>45641</c:v>
                </c:pt>
                <c:pt idx="3637">
                  <c:v>45642</c:v>
                </c:pt>
                <c:pt idx="3638">
                  <c:v>45643</c:v>
                </c:pt>
                <c:pt idx="3639">
                  <c:v>45644</c:v>
                </c:pt>
                <c:pt idx="3640">
                  <c:v>45645</c:v>
                </c:pt>
                <c:pt idx="3641">
                  <c:v>45646</c:v>
                </c:pt>
                <c:pt idx="3642">
                  <c:v>45647</c:v>
                </c:pt>
                <c:pt idx="3643">
                  <c:v>45648</c:v>
                </c:pt>
                <c:pt idx="3644">
                  <c:v>45649</c:v>
                </c:pt>
                <c:pt idx="3645">
                  <c:v>45650</c:v>
                </c:pt>
                <c:pt idx="3646">
                  <c:v>45651</c:v>
                </c:pt>
                <c:pt idx="3647">
                  <c:v>45652</c:v>
                </c:pt>
                <c:pt idx="3648">
                  <c:v>45653</c:v>
                </c:pt>
                <c:pt idx="3649">
                  <c:v>45654</c:v>
                </c:pt>
                <c:pt idx="3650">
                  <c:v>45655</c:v>
                </c:pt>
                <c:pt idx="3651">
                  <c:v>45656</c:v>
                </c:pt>
                <c:pt idx="3652">
                  <c:v>45657</c:v>
                </c:pt>
                <c:pt idx="3653">
                  <c:v>45658</c:v>
                </c:pt>
                <c:pt idx="3654">
                  <c:v>45659</c:v>
                </c:pt>
                <c:pt idx="3655">
                  <c:v>45660</c:v>
                </c:pt>
                <c:pt idx="3656">
                  <c:v>45661</c:v>
                </c:pt>
                <c:pt idx="3657">
                  <c:v>45662</c:v>
                </c:pt>
                <c:pt idx="3658">
                  <c:v>45663</c:v>
                </c:pt>
                <c:pt idx="3659">
                  <c:v>45664</c:v>
                </c:pt>
                <c:pt idx="3660">
                  <c:v>45665</c:v>
                </c:pt>
                <c:pt idx="3661">
                  <c:v>45666</c:v>
                </c:pt>
                <c:pt idx="3662">
                  <c:v>45667</c:v>
                </c:pt>
                <c:pt idx="3663">
                  <c:v>45668</c:v>
                </c:pt>
                <c:pt idx="3664">
                  <c:v>45669</c:v>
                </c:pt>
                <c:pt idx="3665">
                  <c:v>45670</c:v>
                </c:pt>
                <c:pt idx="3666">
                  <c:v>45671</c:v>
                </c:pt>
                <c:pt idx="3667">
                  <c:v>45672</c:v>
                </c:pt>
                <c:pt idx="3668">
                  <c:v>45673</c:v>
                </c:pt>
                <c:pt idx="3669">
                  <c:v>45674</c:v>
                </c:pt>
                <c:pt idx="3670">
                  <c:v>45675</c:v>
                </c:pt>
                <c:pt idx="3671">
                  <c:v>45676</c:v>
                </c:pt>
                <c:pt idx="3672">
                  <c:v>45677</c:v>
                </c:pt>
                <c:pt idx="3673">
                  <c:v>45678</c:v>
                </c:pt>
                <c:pt idx="3674">
                  <c:v>45679</c:v>
                </c:pt>
                <c:pt idx="3675">
                  <c:v>45680</c:v>
                </c:pt>
                <c:pt idx="3676">
                  <c:v>45681</c:v>
                </c:pt>
                <c:pt idx="3677">
                  <c:v>45682</c:v>
                </c:pt>
                <c:pt idx="3678">
                  <c:v>45683</c:v>
                </c:pt>
                <c:pt idx="3679">
                  <c:v>45684</c:v>
                </c:pt>
                <c:pt idx="3680">
                  <c:v>45685</c:v>
                </c:pt>
                <c:pt idx="3681">
                  <c:v>45686</c:v>
                </c:pt>
                <c:pt idx="3682">
                  <c:v>45687</c:v>
                </c:pt>
                <c:pt idx="3683">
                  <c:v>45688</c:v>
                </c:pt>
                <c:pt idx="3684">
                  <c:v>45689</c:v>
                </c:pt>
                <c:pt idx="3685">
                  <c:v>45690</c:v>
                </c:pt>
                <c:pt idx="3686">
                  <c:v>45691</c:v>
                </c:pt>
                <c:pt idx="3687">
                  <c:v>45692</c:v>
                </c:pt>
                <c:pt idx="3688">
                  <c:v>45693</c:v>
                </c:pt>
                <c:pt idx="3689">
                  <c:v>45694</c:v>
                </c:pt>
                <c:pt idx="3690">
                  <c:v>45695</c:v>
                </c:pt>
                <c:pt idx="3691">
                  <c:v>45696</c:v>
                </c:pt>
                <c:pt idx="3692">
                  <c:v>45697</c:v>
                </c:pt>
                <c:pt idx="3693">
                  <c:v>45698</c:v>
                </c:pt>
                <c:pt idx="3694">
                  <c:v>45699</c:v>
                </c:pt>
                <c:pt idx="3695">
                  <c:v>45700</c:v>
                </c:pt>
                <c:pt idx="3696">
                  <c:v>45701</c:v>
                </c:pt>
                <c:pt idx="3697">
                  <c:v>45702</c:v>
                </c:pt>
                <c:pt idx="3698">
                  <c:v>45703</c:v>
                </c:pt>
                <c:pt idx="3699">
                  <c:v>45704</c:v>
                </c:pt>
                <c:pt idx="3700">
                  <c:v>45705</c:v>
                </c:pt>
                <c:pt idx="3701">
                  <c:v>45706</c:v>
                </c:pt>
                <c:pt idx="3702">
                  <c:v>45707</c:v>
                </c:pt>
                <c:pt idx="3703">
                  <c:v>45708</c:v>
                </c:pt>
                <c:pt idx="3704">
                  <c:v>45709</c:v>
                </c:pt>
                <c:pt idx="3705">
                  <c:v>45710</c:v>
                </c:pt>
                <c:pt idx="3706">
                  <c:v>45711</c:v>
                </c:pt>
                <c:pt idx="3707">
                  <c:v>45712</c:v>
                </c:pt>
                <c:pt idx="3708">
                  <c:v>45713</c:v>
                </c:pt>
                <c:pt idx="3709">
                  <c:v>45714</c:v>
                </c:pt>
                <c:pt idx="3710">
                  <c:v>45715</c:v>
                </c:pt>
                <c:pt idx="3711">
                  <c:v>45716</c:v>
                </c:pt>
                <c:pt idx="3712">
                  <c:v>45717</c:v>
                </c:pt>
                <c:pt idx="3713">
                  <c:v>45718</c:v>
                </c:pt>
                <c:pt idx="3714">
                  <c:v>45719</c:v>
                </c:pt>
                <c:pt idx="3715">
                  <c:v>45720</c:v>
                </c:pt>
                <c:pt idx="3716">
                  <c:v>45721</c:v>
                </c:pt>
                <c:pt idx="3717">
                  <c:v>45722</c:v>
                </c:pt>
                <c:pt idx="3718">
                  <c:v>45723</c:v>
                </c:pt>
                <c:pt idx="3719">
                  <c:v>45724</c:v>
                </c:pt>
                <c:pt idx="3720">
                  <c:v>45725</c:v>
                </c:pt>
                <c:pt idx="3721">
                  <c:v>45726</c:v>
                </c:pt>
                <c:pt idx="3722">
                  <c:v>45727</c:v>
                </c:pt>
                <c:pt idx="3723">
                  <c:v>45728</c:v>
                </c:pt>
                <c:pt idx="3724">
                  <c:v>45729</c:v>
                </c:pt>
                <c:pt idx="3725">
                  <c:v>45730</c:v>
                </c:pt>
                <c:pt idx="3726">
                  <c:v>45731</c:v>
                </c:pt>
                <c:pt idx="3727">
                  <c:v>45732</c:v>
                </c:pt>
                <c:pt idx="3728">
                  <c:v>45733</c:v>
                </c:pt>
                <c:pt idx="3729">
                  <c:v>45734</c:v>
                </c:pt>
                <c:pt idx="3730">
                  <c:v>45735</c:v>
                </c:pt>
                <c:pt idx="3731">
                  <c:v>45736</c:v>
                </c:pt>
                <c:pt idx="3732">
                  <c:v>45737</c:v>
                </c:pt>
                <c:pt idx="3733">
                  <c:v>45738</c:v>
                </c:pt>
                <c:pt idx="3734">
                  <c:v>45739</c:v>
                </c:pt>
                <c:pt idx="3735">
                  <c:v>45740</c:v>
                </c:pt>
                <c:pt idx="3736">
                  <c:v>45741</c:v>
                </c:pt>
                <c:pt idx="3737">
                  <c:v>45742</c:v>
                </c:pt>
                <c:pt idx="3738">
                  <c:v>45743</c:v>
                </c:pt>
                <c:pt idx="3739">
                  <c:v>45744</c:v>
                </c:pt>
                <c:pt idx="3740">
                  <c:v>45745</c:v>
                </c:pt>
                <c:pt idx="3741">
                  <c:v>45746</c:v>
                </c:pt>
                <c:pt idx="3742">
                  <c:v>45747</c:v>
                </c:pt>
                <c:pt idx="3743">
                  <c:v>45748</c:v>
                </c:pt>
                <c:pt idx="3744">
                  <c:v>45749</c:v>
                </c:pt>
                <c:pt idx="3745">
                  <c:v>45750</c:v>
                </c:pt>
                <c:pt idx="3746">
                  <c:v>45751</c:v>
                </c:pt>
                <c:pt idx="3747">
                  <c:v>45752</c:v>
                </c:pt>
                <c:pt idx="3748">
                  <c:v>45753</c:v>
                </c:pt>
                <c:pt idx="3749">
                  <c:v>45754</c:v>
                </c:pt>
                <c:pt idx="3750">
                  <c:v>45755</c:v>
                </c:pt>
                <c:pt idx="3751">
                  <c:v>45756</c:v>
                </c:pt>
                <c:pt idx="3752">
                  <c:v>45757</c:v>
                </c:pt>
                <c:pt idx="3753">
                  <c:v>45758</c:v>
                </c:pt>
                <c:pt idx="3754">
                  <c:v>45759</c:v>
                </c:pt>
                <c:pt idx="3755">
                  <c:v>45760</c:v>
                </c:pt>
                <c:pt idx="3756">
                  <c:v>45761</c:v>
                </c:pt>
                <c:pt idx="3757">
                  <c:v>45762</c:v>
                </c:pt>
                <c:pt idx="3758">
                  <c:v>45763</c:v>
                </c:pt>
                <c:pt idx="3759">
                  <c:v>45764</c:v>
                </c:pt>
                <c:pt idx="3760">
                  <c:v>45765</c:v>
                </c:pt>
                <c:pt idx="3761">
                  <c:v>45766</c:v>
                </c:pt>
                <c:pt idx="3762">
                  <c:v>45767</c:v>
                </c:pt>
                <c:pt idx="3763">
                  <c:v>45768</c:v>
                </c:pt>
                <c:pt idx="3764">
                  <c:v>45769</c:v>
                </c:pt>
                <c:pt idx="3765">
                  <c:v>45770</c:v>
                </c:pt>
                <c:pt idx="3766">
                  <c:v>45771</c:v>
                </c:pt>
                <c:pt idx="3767">
                  <c:v>45772</c:v>
                </c:pt>
                <c:pt idx="3768">
                  <c:v>45773</c:v>
                </c:pt>
                <c:pt idx="3769">
                  <c:v>45774</c:v>
                </c:pt>
                <c:pt idx="3770">
                  <c:v>45775</c:v>
                </c:pt>
                <c:pt idx="3771">
                  <c:v>45776</c:v>
                </c:pt>
                <c:pt idx="3772">
                  <c:v>45777</c:v>
                </c:pt>
                <c:pt idx="3773">
                  <c:v>45778</c:v>
                </c:pt>
                <c:pt idx="3774">
                  <c:v>45779</c:v>
                </c:pt>
                <c:pt idx="3775">
                  <c:v>45780</c:v>
                </c:pt>
                <c:pt idx="3776">
                  <c:v>45781</c:v>
                </c:pt>
                <c:pt idx="3777">
                  <c:v>45782</c:v>
                </c:pt>
                <c:pt idx="3778">
                  <c:v>45783</c:v>
                </c:pt>
                <c:pt idx="3779">
                  <c:v>45784</c:v>
                </c:pt>
                <c:pt idx="3780">
                  <c:v>45785</c:v>
                </c:pt>
                <c:pt idx="3781">
                  <c:v>45786</c:v>
                </c:pt>
                <c:pt idx="3782">
                  <c:v>45787</c:v>
                </c:pt>
                <c:pt idx="3783">
                  <c:v>45788</c:v>
                </c:pt>
                <c:pt idx="3784">
                  <c:v>45789</c:v>
                </c:pt>
                <c:pt idx="3785">
                  <c:v>45790</c:v>
                </c:pt>
                <c:pt idx="3786">
                  <c:v>45791</c:v>
                </c:pt>
                <c:pt idx="3787">
                  <c:v>45792</c:v>
                </c:pt>
                <c:pt idx="3788">
                  <c:v>45793</c:v>
                </c:pt>
                <c:pt idx="3789">
                  <c:v>45794</c:v>
                </c:pt>
                <c:pt idx="3790">
                  <c:v>45795</c:v>
                </c:pt>
                <c:pt idx="3791">
                  <c:v>45796</c:v>
                </c:pt>
                <c:pt idx="3792">
                  <c:v>45797</c:v>
                </c:pt>
                <c:pt idx="3793">
                  <c:v>45798</c:v>
                </c:pt>
                <c:pt idx="3794">
                  <c:v>45799</c:v>
                </c:pt>
                <c:pt idx="3795">
                  <c:v>45800</c:v>
                </c:pt>
                <c:pt idx="3796">
                  <c:v>45801</c:v>
                </c:pt>
                <c:pt idx="3797">
                  <c:v>45802</c:v>
                </c:pt>
                <c:pt idx="3798">
                  <c:v>45803</c:v>
                </c:pt>
                <c:pt idx="3799">
                  <c:v>45804</c:v>
                </c:pt>
                <c:pt idx="3800">
                  <c:v>45805</c:v>
                </c:pt>
                <c:pt idx="3801">
                  <c:v>45806</c:v>
                </c:pt>
                <c:pt idx="3802">
                  <c:v>45807</c:v>
                </c:pt>
                <c:pt idx="3803">
                  <c:v>45808</c:v>
                </c:pt>
                <c:pt idx="3804">
                  <c:v>45809</c:v>
                </c:pt>
                <c:pt idx="3805">
                  <c:v>45810</c:v>
                </c:pt>
                <c:pt idx="3806">
                  <c:v>45811</c:v>
                </c:pt>
                <c:pt idx="3807">
                  <c:v>45812</c:v>
                </c:pt>
                <c:pt idx="3808">
                  <c:v>45813</c:v>
                </c:pt>
                <c:pt idx="3809">
                  <c:v>45814</c:v>
                </c:pt>
                <c:pt idx="3810">
                  <c:v>45815</c:v>
                </c:pt>
                <c:pt idx="3811">
                  <c:v>45816</c:v>
                </c:pt>
                <c:pt idx="3812">
                  <c:v>45817</c:v>
                </c:pt>
                <c:pt idx="3813">
                  <c:v>45818</c:v>
                </c:pt>
                <c:pt idx="3814">
                  <c:v>45819</c:v>
                </c:pt>
                <c:pt idx="3815">
                  <c:v>45820</c:v>
                </c:pt>
                <c:pt idx="3816">
                  <c:v>45821</c:v>
                </c:pt>
                <c:pt idx="3817">
                  <c:v>45822</c:v>
                </c:pt>
                <c:pt idx="3818">
                  <c:v>45823</c:v>
                </c:pt>
                <c:pt idx="3819">
                  <c:v>45824</c:v>
                </c:pt>
                <c:pt idx="3820">
                  <c:v>45825</c:v>
                </c:pt>
                <c:pt idx="3821">
                  <c:v>45826</c:v>
                </c:pt>
                <c:pt idx="3822">
                  <c:v>45827</c:v>
                </c:pt>
                <c:pt idx="3823">
                  <c:v>45828</c:v>
                </c:pt>
                <c:pt idx="3824">
                  <c:v>45829</c:v>
                </c:pt>
                <c:pt idx="3825">
                  <c:v>45830</c:v>
                </c:pt>
                <c:pt idx="3826">
                  <c:v>45831</c:v>
                </c:pt>
                <c:pt idx="3827">
                  <c:v>45832</c:v>
                </c:pt>
                <c:pt idx="3828">
                  <c:v>45833</c:v>
                </c:pt>
                <c:pt idx="3829">
                  <c:v>45834</c:v>
                </c:pt>
                <c:pt idx="3830">
                  <c:v>45835</c:v>
                </c:pt>
                <c:pt idx="3831">
                  <c:v>45836</c:v>
                </c:pt>
                <c:pt idx="3832">
                  <c:v>45837</c:v>
                </c:pt>
                <c:pt idx="3833">
                  <c:v>45838</c:v>
                </c:pt>
                <c:pt idx="3834">
                  <c:v>45839</c:v>
                </c:pt>
                <c:pt idx="3835">
                  <c:v>45840</c:v>
                </c:pt>
                <c:pt idx="3836">
                  <c:v>45841</c:v>
                </c:pt>
                <c:pt idx="3837">
                  <c:v>45842</c:v>
                </c:pt>
                <c:pt idx="3838">
                  <c:v>45843</c:v>
                </c:pt>
                <c:pt idx="3839">
                  <c:v>45844</c:v>
                </c:pt>
                <c:pt idx="3840">
                  <c:v>45845</c:v>
                </c:pt>
                <c:pt idx="3841">
                  <c:v>45846</c:v>
                </c:pt>
                <c:pt idx="3842">
                  <c:v>45847</c:v>
                </c:pt>
                <c:pt idx="3843">
                  <c:v>45848</c:v>
                </c:pt>
                <c:pt idx="3844">
                  <c:v>45849</c:v>
                </c:pt>
                <c:pt idx="3845">
                  <c:v>45850</c:v>
                </c:pt>
                <c:pt idx="3846">
                  <c:v>45851</c:v>
                </c:pt>
                <c:pt idx="3847">
                  <c:v>45852</c:v>
                </c:pt>
                <c:pt idx="3848">
                  <c:v>45853</c:v>
                </c:pt>
                <c:pt idx="3849">
                  <c:v>45854</c:v>
                </c:pt>
                <c:pt idx="3850">
                  <c:v>45855</c:v>
                </c:pt>
                <c:pt idx="3851">
                  <c:v>45856</c:v>
                </c:pt>
                <c:pt idx="3852">
                  <c:v>45857</c:v>
                </c:pt>
                <c:pt idx="3853">
                  <c:v>45858</c:v>
                </c:pt>
                <c:pt idx="3854">
                  <c:v>45859</c:v>
                </c:pt>
                <c:pt idx="3855">
                  <c:v>45860</c:v>
                </c:pt>
                <c:pt idx="3856">
                  <c:v>45861</c:v>
                </c:pt>
                <c:pt idx="3857">
                  <c:v>45862</c:v>
                </c:pt>
                <c:pt idx="3858">
                  <c:v>45863</c:v>
                </c:pt>
                <c:pt idx="3859">
                  <c:v>45864</c:v>
                </c:pt>
                <c:pt idx="3860">
                  <c:v>45865</c:v>
                </c:pt>
                <c:pt idx="3861">
                  <c:v>45866</c:v>
                </c:pt>
                <c:pt idx="3862">
                  <c:v>45867</c:v>
                </c:pt>
                <c:pt idx="3863">
                  <c:v>45868</c:v>
                </c:pt>
                <c:pt idx="3864">
                  <c:v>45869</c:v>
                </c:pt>
                <c:pt idx="3865">
                  <c:v>45870</c:v>
                </c:pt>
                <c:pt idx="3866">
                  <c:v>45871</c:v>
                </c:pt>
                <c:pt idx="3867">
                  <c:v>45872</c:v>
                </c:pt>
                <c:pt idx="3868">
                  <c:v>45873</c:v>
                </c:pt>
                <c:pt idx="3869">
                  <c:v>45874</c:v>
                </c:pt>
                <c:pt idx="3870">
                  <c:v>45875</c:v>
                </c:pt>
                <c:pt idx="3871">
                  <c:v>45876</c:v>
                </c:pt>
                <c:pt idx="3872">
                  <c:v>45877</c:v>
                </c:pt>
                <c:pt idx="3873">
                  <c:v>45878</c:v>
                </c:pt>
                <c:pt idx="3874">
                  <c:v>45879</c:v>
                </c:pt>
                <c:pt idx="3875">
                  <c:v>45880</c:v>
                </c:pt>
                <c:pt idx="3876">
                  <c:v>45881</c:v>
                </c:pt>
                <c:pt idx="3877">
                  <c:v>45882</c:v>
                </c:pt>
                <c:pt idx="3878">
                  <c:v>45883</c:v>
                </c:pt>
                <c:pt idx="3879">
                  <c:v>45884</c:v>
                </c:pt>
                <c:pt idx="3880">
                  <c:v>45885</c:v>
                </c:pt>
                <c:pt idx="3881">
                  <c:v>45886</c:v>
                </c:pt>
                <c:pt idx="3882">
                  <c:v>45887</c:v>
                </c:pt>
                <c:pt idx="3883">
                  <c:v>45888</c:v>
                </c:pt>
                <c:pt idx="3884">
                  <c:v>45889</c:v>
                </c:pt>
                <c:pt idx="3885">
                  <c:v>45890</c:v>
                </c:pt>
                <c:pt idx="3886">
                  <c:v>45891</c:v>
                </c:pt>
                <c:pt idx="3887">
                  <c:v>45892</c:v>
                </c:pt>
                <c:pt idx="3888">
                  <c:v>45893</c:v>
                </c:pt>
                <c:pt idx="3889">
                  <c:v>45894</c:v>
                </c:pt>
                <c:pt idx="3890">
                  <c:v>45895</c:v>
                </c:pt>
                <c:pt idx="3891">
                  <c:v>45896</c:v>
                </c:pt>
                <c:pt idx="3892">
                  <c:v>45897</c:v>
                </c:pt>
                <c:pt idx="3893">
                  <c:v>45898</c:v>
                </c:pt>
                <c:pt idx="3894">
                  <c:v>45899</c:v>
                </c:pt>
                <c:pt idx="3895">
                  <c:v>45900</c:v>
                </c:pt>
                <c:pt idx="3896">
                  <c:v>45901</c:v>
                </c:pt>
                <c:pt idx="3897">
                  <c:v>45902</c:v>
                </c:pt>
                <c:pt idx="3898">
                  <c:v>45903</c:v>
                </c:pt>
                <c:pt idx="3899">
                  <c:v>45904</c:v>
                </c:pt>
                <c:pt idx="3900">
                  <c:v>45905</c:v>
                </c:pt>
                <c:pt idx="3901">
                  <c:v>45906</c:v>
                </c:pt>
                <c:pt idx="3902">
                  <c:v>45907</c:v>
                </c:pt>
                <c:pt idx="3903">
                  <c:v>45908</c:v>
                </c:pt>
                <c:pt idx="3904">
                  <c:v>45909</c:v>
                </c:pt>
                <c:pt idx="3905">
                  <c:v>45910</c:v>
                </c:pt>
                <c:pt idx="3906">
                  <c:v>45911</c:v>
                </c:pt>
                <c:pt idx="3907">
                  <c:v>45912</c:v>
                </c:pt>
                <c:pt idx="3908">
                  <c:v>45913</c:v>
                </c:pt>
                <c:pt idx="3909">
                  <c:v>45914</c:v>
                </c:pt>
                <c:pt idx="3910">
                  <c:v>45915</c:v>
                </c:pt>
                <c:pt idx="3911">
                  <c:v>45916</c:v>
                </c:pt>
                <c:pt idx="3912">
                  <c:v>45917</c:v>
                </c:pt>
                <c:pt idx="3913">
                  <c:v>45918</c:v>
                </c:pt>
                <c:pt idx="3914">
                  <c:v>45919</c:v>
                </c:pt>
                <c:pt idx="3915">
                  <c:v>45920</c:v>
                </c:pt>
                <c:pt idx="3916">
                  <c:v>45921</c:v>
                </c:pt>
                <c:pt idx="3917">
                  <c:v>45922</c:v>
                </c:pt>
                <c:pt idx="3918">
                  <c:v>45923</c:v>
                </c:pt>
                <c:pt idx="3919">
                  <c:v>45924</c:v>
                </c:pt>
                <c:pt idx="3920">
                  <c:v>45925</c:v>
                </c:pt>
                <c:pt idx="3921">
                  <c:v>45926</c:v>
                </c:pt>
                <c:pt idx="3922">
                  <c:v>45927</c:v>
                </c:pt>
                <c:pt idx="3923">
                  <c:v>45928</c:v>
                </c:pt>
                <c:pt idx="3924">
                  <c:v>45929</c:v>
                </c:pt>
                <c:pt idx="3925">
                  <c:v>45930</c:v>
                </c:pt>
                <c:pt idx="3926">
                  <c:v>45931</c:v>
                </c:pt>
                <c:pt idx="3927">
                  <c:v>45932</c:v>
                </c:pt>
                <c:pt idx="3928">
                  <c:v>45933</c:v>
                </c:pt>
                <c:pt idx="3929">
                  <c:v>45934</c:v>
                </c:pt>
                <c:pt idx="3930">
                  <c:v>45935</c:v>
                </c:pt>
                <c:pt idx="3931">
                  <c:v>45936</c:v>
                </c:pt>
                <c:pt idx="3932">
                  <c:v>45937</c:v>
                </c:pt>
                <c:pt idx="3933">
                  <c:v>45938</c:v>
                </c:pt>
                <c:pt idx="3934">
                  <c:v>45939</c:v>
                </c:pt>
                <c:pt idx="3935">
                  <c:v>45940</c:v>
                </c:pt>
                <c:pt idx="3936">
                  <c:v>45941</c:v>
                </c:pt>
                <c:pt idx="3937">
                  <c:v>45942</c:v>
                </c:pt>
                <c:pt idx="3938">
                  <c:v>45943</c:v>
                </c:pt>
                <c:pt idx="3939">
                  <c:v>45944</c:v>
                </c:pt>
                <c:pt idx="3940">
                  <c:v>45945</c:v>
                </c:pt>
                <c:pt idx="3941">
                  <c:v>45946</c:v>
                </c:pt>
                <c:pt idx="3942">
                  <c:v>45947</c:v>
                </c:pt>
                <c:pt idx="3943">
                  <c:v>45948</c:v>
                </c:pt>
                <c:pt idx="3944">
                  <c:v>45949</c:v>
                </c:pt>
                <c:pt idx="3945">
                  <c:v>45950</c:v>
                </c:pt>
                <c:pt idx="3946">
                  <c:v>45951</c:v>
                </c:pt>
                <c:pt idx="3947">
                  <c:v>45952</c:v>
                </c:pt>
                <c:pt idx="3948">
                  <c:v>45953</c:v>
                </c:pt>
                <c:pt idx="3949">
                  <c:v>45954</c:v>
                </c:pt>
                <c:pt idx="3950">
                  <c:v>45955</c:v>
                </c:pt>
                <c:pt idx="3951">
                  <c:v>45956</c:v>
                </c:pt>
                <c:pt idx="3952">
                  <c:v>45957</c:v>
                </c:pt>
                <c:pt idx="3953">
                  <c:v>45958</c:v>
                </c:pt>
                <c:pt idx="3954">
                  <c:v>45959</c:v>
                </c:pt>
                <c:pt idx="3955">
                  <c:v>45960</c:v>
                </c:pt>
                <c:pt idx="3956">
                  <c:v>45961</c:v>
                </c:pt>
                <c:pt idx="3957">
                  <c:v>45962</c:v>
                </c:pt>
                <c:pt idx="3958">
                  <c:v>45963</c:v>
                </c:pt>
                <c:pt idx="3959">
                  <c:v>45964</c:v>
                </c:pt>
                <c:pt idx="3960">
                  <c:v>45965</c:v>
                </c:pt>
                <c:pt idx="3961">
                  <c:v>45966</c:v>
                </c:pt>
                <c:pt idx="3962">
                  <c:v>45967</c:v>
                </c:pt>
                <c:pt idx="3963">
                  <c:v>45968</c:v>
                </c:pt>
                <c:pt idx="3964">
                  <c:v>45969</c:v>
                </c:pt>
                <c:pt idx="3965">
                  <c:v>45970</c:v>
                </c:pt>
                <c:pt idx="3966">
                  <c:v>45971</c:v>
                </c:pt>
                <c:pt idx="3967">
                  <c:v>45972</c:v>
                </c:pt>
                <c:pt idx="3968">
                  <c:v>45973</c:v>
                </c:pt>
                <c:pt idx="3969">
                  <c:v>45974</c:v>
                </c:pt>
                <c:pt idx="3970">
                  <c:v>45975</c:v>
                </c:pt>
                <c:pt idx="3971">
                  <c:v>45976</c:v>
                </c:pt>
                <c:pt idx="3972">
                  <c:v>45977</c:v>
                </c:pt>
                <c:pt idx="3973">
                  <c:v>45978</c:v>
                </c:pt>
                <c:pt idx="3974">
                  <c:v>45979</c:v>
                </c:pt>
                <c:pt idx="3975">
                  <c:v>45980</c:v>
                </c:pt>
                <c:pt idx="3976">
                  <c:v>45981</c:v>
                </c:pt>
                <c:pt idx="3977">
                  <c:v>45982</c:v>
                </c:pt>
                <c:pt idx="3978">
                  <c:v>45983</c:v>
                </c:pt>
                <c:pt idx="3979">
                  <c:v>45984</c:v>
                </c:pt>
                <c:pt idx="3980">
                  <c:v>45985</c:v>
                </c:pt>
                <c:pt idx="3981">
                  <c:v>45986</c:v>
                </c:pt>
                <c:pt idx="3982">
                  <c:v>45987</c:v>
                </c:pt>
                <c:pt idx="3983">
                  <c:v>45988</c:v>
                </c:pt>
                <c:pt idx="3984">
                  <c:v>45989</c:v>
                </c:pt>
                <c:pt idx="3985">
                  <c:v>45990</c:v>
                </c:pt>
                <c:pt idx="3986">
                  <c:v>45991</c:v>
                </c:pt>
                <c:pt idx="3987">
                  <c:v>45992</c:v>
                </c:pt>
                <c:pt idx="3988">
                  <c:v>45993</c:v>
                </c:pt>
                <c:pt idx="3989">
                  <c:v>45994</c:v>
                </c:pt>
                <c:pt idx="3990">
                  <c:v>45995</c:v>
                </c:pt>
                <c:pt idx="3991">
                  <c:v>45996</c:v>
                </c:pt>
                <c:pt idx="3992">
                  <c:v>45997</c:v>
                </c:pt>
                <c:pt idx="3993">
                  <c:v>45998</c:v>
                </c:pt>
                <c:pt idx="3994">
                  <c:v>45999</c:v>
                </c:pt>
                <c:pt idx="3995">
                  <c:v>46000</c:v>
                </c:pt>
                <c:pt idx="3996">
                  <c:v>46001</c:v>
                </c:pt>
                <c:pt idx="3997">
                  <c:v>46002</c:v>
                </c:pt>
                <c:pt idx="3998">
                  <c:v>46003</c:v>
                </c:pt>
                <c:pt idx="3999">
                  <c:v>46004</c:v>
                </c:pt>
                <c:pt idx="4000">
                  <c:v>46005</c:v>
                </c:pt>
                <c:pt idx="4001">
                  <c:v>46006</c:v>
                </c:pt>
                <c:pt idx="4002">
                  <c:v>46007</c:v>
                </c:pt>
                <c:pt idx="4003">
                  <c:v>46008</c:v>
                </c:pt>
                <c:pt idx="4004">
                  <c:v>46009</c:v>
                </c:pt>
                <c:pt idx="4005">
                  <c:v>46010</c:v>
                </c:pt>
                <c:pt idx="4006">
                  <c:v>46011</c:v>
                </c:pt>
                <c:pt idx="4007">
                  <c:v>46012</c:v>
                </c:pt>
                <c:pt idx="4008">
                  <c:v>46013</c:v>
                </c:pt>
                <c:pt idx="4009">
                  <c:v>46014</c:v>
                </c:pt>
                <c:pt idx="4010">
                  <c:v>46015</c:v>
                </c:pt>
                <c:pt idx="4011">
                  <c:v>46016</c:v>
                </c:pt>
                <c:pt idx="4012">
                  <c:v>46017</c:v>
                </c:pt>
                <c:pt idx="4013">
                  <c:v>46018</c:v>
                </c:pt>
                <c:pt idx="4014">
                  <c:v>46019</c:v>
                </c:pt>
                <c:pt idx="4015">
                  <c:v>46020</c:v>
                </c:pt>
                <c:pt idx="4016">
                  <c:v>46021</c:v>
                </c:pt>
                <c:pt idx="4017">
                  <c:v>46022</c:v>
                </c:pt>
                <c:pt idx="4018">
                  <c:v>46023</c:v>
                </c:pt>
                <c:pt idx="4019">
                  <c:v>46024</c:v>
                </c:pt>
                <c:pt idx="4020">
                  <c:v>46025</c:v>
                </c:pt>
                <c:pt idx="4021">
                  <c:v>46026</c:v>
                </c:pt>
                <c:pt idx="4022">
                  <c:v>46027</c:v>
                </c:pt>
                <c:pt idx="4023">
                  <c:v>46028</c:v>
                </c:pt>
                <c:pt idx="4024">
                  <c:v>46029</c:v>
                </c:pt>
                <c:pt idx="4025">
                  <c:v>46030</c:v>
                </c:pt>
                <c:pt idx="4026">
                  <c:v>46031</c:v>
                </c:pt>
                <c:pt idx="4027">
                  <c:v>46032</c:v>
                </c:pt>
                <c:pt idx="4028">
                  <c:v>46033</c:v>
                </c:pt>
                <c:pt idx="4029">
                  <c:v>46034</c:v>
                </c:pt>
                <c:pt idx="4030">
                  <c:v>46035</c:v>
                </c:pt>
                <c:pt idx="4031">
                  <c:v>46036</c:v>
                </c:pt>
                <c:pt idx="4032">
                  <c:v>46037</c:v>
                </c:pt>
                <c:pt idx="4033">
                  <c:v>46038</c:v>
                </c:pt>
                <c:pt idx="4034">
                  <c:v>46039</c:v>
                </c:pt>
                <c:pt idx="4035">
                  <c:v>46040</c:v>
                </c:pt>
                <c:pt idx="4036">
                  <c:v>46041</c:v>
                </c:pt>
                <c:pt idx="4037">
                  <c:v>46042</c:v>
                </c:pt>
                <c:pt idx="4038">
                  <c:v>46043</c:v>
                </c:pt>
                <c:pt idx="4039">
                  <c:v>46044</c:v>
                </c:pt>
                <c:pt idx="4040">
                  <c:v>46045</c:v>
                </c:pt>
                <c:pt idx="4041">
                  <c:v>46046</c:v>
                </c:pt>
                <c:pt idx="4042">
                  <c:v>46047</c:v>
                </c:pt>
                <c:pt idx="4043">
                  <c:v>46048</c:v>
                </c:pt>
                <c:pt idx="4044">
                  <c:v>46049</c:v>
                </c:pt>
                <c:pt idx="4045">
                  <c:v>46050</c:v>
                </c:pt>
                <c:pt idx="4046">
                  <c:v>46051</c:v>
                </c:pt>
                <c:pt idx="4047">
                  <c:v>46052</c:v>
                </c:pt>
                <c:pt idx="4048">
                  <c:v>46053</c:v>
                </c:pt>
                <c:pt idx="4049">
                  <c:v>46054</c:v>
                </c:pt>
                <c:pt idx="4050">
                  <c:v>46055</c:v>
                </c:pt>
                <c:pt idx="4051">
                  <c:v>46056</c:v>
                </c:pt>
                <c:pt idx="4052">
                  <c:v>46057</c:v>
                </c:pt>
                <c:pt idx="4053">
                  <c:v>46058</c:v>
                </c:pt>
                <c:pt idx="4054">
                  <c:v>46059</c:v>
                </c:pt>
                <c:pt idx="4055">
                  <c:v>46060</c:v>
                </c:pt>
                <c:pt idx="4056">
                  <c:v>46061</c:v>
                </c:pt>
                <c:pt idx="4057">
                  <c:v>46062</c:v>
                </c:pt>
                <c:pt idx="4058">
                  <c:v>46063</c:v>
                </c:pt>
                <c:pt idx="4059">
                  <c:v>46064</c:v>
                </c:pt>
                <c:pt idx="4060">
                  <c:v>46065</c:v>
                </c:pt>
                <c:pt idx="4061">
                  <c:v>46066</c:v>
                </c:pt>
                <c:pt idx="4062">
                  <c:v>46067</c:v>
                </c:pt>
                <c:pt idx="4063">
                  <c:v>46068</c:v>
                </c:pt>
                <c:pt idx="4064">
                  <c:v>46069</c:v>
                </c:pt>
                <c:pt idx="4065">
                  <c:v>46070</c:v>
                </c:pt>
                <c:pt idx="4066">
                  <c:v>46071</c:v>
                </c:pt>
                <c:pt idx="4067">
                  <c:v>46072</c:v>
                </c:pt>
                <c:pt idx="4068">
                  <c:v>46073</c:v>
                </c:pt>
                <c:pt idx="4069">
                  <c:v>46074</c:v>
                </c:pt>
                <c:pt idx="4070">
                  <c:v>46075</c:v>
                </c:pt>
                <c:pt idx="4071">
                  <c:v>46076</c:v>
                </c:pt>
                <c:pt idx="4072">
                  <c:v>46077</c:v>
                </c:pt>
                <c:pt idx="4073">
                  <c:v>46078</c:v>
                </c:pt>
                <c:pt idx="4074">
                  <c:v>46079</c:v>
                </c:pt>
                <c:pt idx="4075">
                  <c:v>46080</c:v>
                </c:pt>
                <c:pt idx="4076">
                  <c:v>46081</c:v>
                </c:pt>
                <c:pt idx="4077">
                  <c:v>46082</c:v>
                </c:pt>
                <c:pt idx="4078">
                  <c:v>46083</c:v>
                </c:pt>
                <c:pt idx="4079">
                  <c:v>46084</c:v>
                </c:pt>
                <c:pt idx="4080">
                  <c:v>46085</c:v>
                </c:pt>
                <c:pt idx="4081">
                  <c:v>46086</c:v>
                </c:pt>
                <c:pt idx="4082">
                  <c:v>46087</c:v>
                </c:pt>
                <c:pt idx="4083">
                  <c:v>46088</c:v>
                </c:pt>
                <c:pt idx="4084">
                  <c:v>46089</c:v>
                </c:pt>
                <c:pt idx="4085">
                  <c:v>46090</c:v>
                </c:pt>
                <c:pt idx="4086">
                  <c:v>46091</c:v>
                </c:pt>
                <c:pt idx="4087">
                  <c:v>46092</c:v>
                </c:pt>
                <c:pt idx="4088">
                  <c:v>46093</c:v>
                </c:pt>
                <c:pt idx="4089">
                  <c:v>46094</c:v>
                </c:pt>
                <c:pt idx="4090">
                  <c:v>46095</c:v>
                </c:pt>
                <c:pt idx="4091">
                  <c:v>46096</c:v>
                </c:pt>
                <c:pt idx="4092">
                  <c:v>46097</c:v>
                </c:pt>
                <c:pt idx="4093">
                  <c:v>46098</c:v>
                </c:pt>
                <c:pt idx="4094">
                  <c:v>46099</c:v>
                </c:pt>
                <c:pt idx="4095">
                  <c:v>46100</c:v>
                </c:pt>
                <c:pt idx="4096">
                  <c:v>46101</c:v>
                </c:pt>
                <c:pt idx="4097">
                  <c:v>46102</c:v>
                </c:pt>
                <c:pt idx="4098">
                  <c:v>46103</c:v>
                </c:pt>
                <c:pt idx="4099">
                  <c:v>46104</c:v>
                </c:pt>
                <c:pt idx="4100">
                  <c:v>46105</c:v>
                </c:pt>
                <c:pt idx="4101">
                  <c:v>46106</c:v>
                </c:pt>
                <c:pt idx="4102">
                  <c:v>46107</c:v>
                </c:pt>
                <c:pt idx="4103">
                  <c:v>46108</c:v>
                </c:pt>
                <c:pt idx="4104">
                  <c:v>46109</c:v>
                </c:pt>
                <c:pt idx="4105">
                  <c:v>46110</c:v>
                </c:pt>
                <c:pt idx="4106">
                  <c:v>46111</c:v>
                </c:pt>
                <c:pt idx="4107">
                  <c:v>46112</c:v>
                </c:pt>
                <c:pt idx="4108">
                  <c:v>46113</c:v>
                </c:pt>
                <c:pt idx="4109">
                  <c:v>46114</c:v>
                </c:pt>
                <c:pt idx="4110">
                  <c:v>46115</c:v>
                </c:pt>
                <c:pt idx="4111">
                  <c:v>46116</c:v>
                </c:pt>
                <c:pt idx="4112">
                  <c:v>46117</c:v>
                </c:pt>
                <c:pt idx="4113">
                  <c:v>46118</c:v>
                </c:pt>
                <c:pt idx="4114">
                  <c:v>46119</c:v>
                </c:pt>
                <c:pt idx="4115">
                  <c:v>46120</c:v>
                </c:pt>
                <c:pt idx="4116">
                  <c:v>46121</c:v>
                </c:pt>
                <c:pt idx="4117">
                  <c:v>46122</c:v>
                </c:pt>
                <c:pt idx="4118">
                  <c:v>46123</c:v>
                </c:pt>
                <c:pt idx="4119">
                  <c:v>46124</c:v>
                </c:pt>
                <c:pt idx="4120">
                  <c:v>46125</c:v>
                </c:pt>
                <c:pt idx="4121">
                  <c:v>46126</c:v>
                </c:pt>
                <c:pt idx="4122">
                  <c:v>46127</c:v>
                </c:pt>
                <c:pt idx="4123">
                  <c:v>46128</c:v>
                </c:pt>
                <c:pt idx="4124">
                  <c:v>46129</c:v>
                </c:pt>
                <c:pt idx="4125">
                  <c:v>46130</c:v>
                </c:pt>
                <c:pt idx="4126">
                  <c:v>46131</c:v>
                </c:pt>
                <c:pt idx="4127">
                  <c:v>46132</c:v>
                </c:pt>
                <c:pt idx="4128">
                  <c:v>46133</c:v>
                </c:pt>
                <c:pt idx="4129">
                  <c:v>46134</c:v>
                </c:pt>
                <c:pt idx="4130">
                  <c:v>46135</c:v>
                </c:pt>
                <c:pt idx="4131">
                  <c:v>46136</c:v>
                </c:pt>
                <c:pt idx="4132">
                  <c:v>46137</c:v>
                </c:pt>
                <c:pt idx="4133">
                  <c:v>46138</c:v>
                </c:pt>
                <c:pt idx="4134">
                  <c:v>46139</c:v>
                </c:pt>
                <c:pt idx="4135">
                  <c:v>46140</c:v>
                </c:pt>
                <c:pt idx="4136">
                  <c:v>46141</c:v>
                </c:pt>
                <c:pt idx="4137">
                  <c:v>46142</c:v>
                </c:pt>
                <c:pt idx="4138">
                  <c:v>46143</c:v>
                </c:pt>
                <c:pt idx="4139">
                  <c:v>46144</c:v>
                </c:pt>
                <c:pt idx="4140">
                  <c:v>46145</c:v>
                </c:pt>
                <c:pt idx="4141">
                  <c:v>46146</c:v>
                </c:pt>
                <c:pt idx="4142">
                  <c:v>46147</c:v>
                </c:pt>
                <c:pt idx="4143">
                  <c:v>46148</c:v>
                </c:pt>
                <c:pt idx="4144">
                  <c:v>46149</c:v>
                </c:pt>
                <c:pt idx="4145">
                  <c:v>46150</c:v>
                </c:pt>
                <c:pt idx="4146">
                  <c:v>46151</c:v>
                </c:pt>
                <c:pt idx="4147">
                  <c:v>46152</c:v>
                </c:pt>
                <c:pt idx="4148">
                  <c:v>46153</c:v>
                </c:pt>
                <c:pt idx="4149">
                  <c:v>46154</c:v>
                </c:pt>
                <c:pt idx="4150">
                  <c:v>46155</c:v>
                </c:pt>
                <c:pt idx="4151">
                  <c:v>46156</c:v>
                </c:pt>
                <c:pt idx="4152">
                  <c:v>46157</c:v>
                </c:pt>
                <c:pt idx="4153">
                  <c:v>46158</c:v>
                </c:pt>
                <c:pt idx="4154">
                  <c:v>46159</c:v>
                </c:pt>
                <c:pt idx="4155">
                  <c:v>46160</c:v>
                </c:pt>
                <c:pt idx="4156">
                  <c:v>46161</c:v>
                </c:pt>
                <c:pt idx="4157">
                  <c:v>46162</c:v>
                </c:pt>
                <c:pt idx="4158">
                  <c:v>46163</c:v>
                </c:pt>
                <c:pt idx="4159">
                  <c:v>46164</c:v>
                </c:pt>
                <c:pt idx="4160">
                  <c:v>46165</c:v>
                </c:pt>
                <c:pt idx="4161">
                  <c:v>46166</c:v>
                </c:pt>
                <c:pt idx="4162">
                  <c:v>46167</c:v>
                </c:pt>
                <c:pt idx="4163">
                  <c:v>46168</c:v>
                </c:pt>
                <c:pt idx="4164">
                  <c:v>46169</c:v>
                </c:pt>
                <c:pt idx="4165">
                  <c:v>46170</c:v>
                </c:pt>
                <c:pt idx="4166">
                  <c:v>46171</c:v>
                </c:pt>
                <c:pt idx="4167">
                  <c:v>46172</c:v>
                </c:pt>
                <c:pt idx="4168">
                  <c:v>46173</c:v>
                </c:pt>
                <c:pt idx="4169">
                  <c:v>46174</c:v>
                </c:pt>
                <c:pt idx="4170">
                  <c:v>46175</c:v>
                </c:pt>
                <c:pt idx="4171">
                  <c:v>46176</c:v>
                </c:pt>
                <c:pt idx="4172">
                  <c:v>46177</c:v>
                </c:pt>
                <c:pt idx="4173">
                  <c:v>46178</c:v>
                </c:pt>
                <c:pt idx="4174">
                  <c:v>46179</c:v>
                </c:pt>
                <c:pt idx="4175">
                  <c:v>46180</c:v>
                </c:pt>
                <c:pt idx="4176">
                  <c:v>46181</c:v>
                </c:pt>
                <c:pt idx="4177">
                  <c:v>46182</c:v>
                </c:pt>
                <c:pt idx="4178">
                  <c:v>46183</c:v>
                </c:pt>
                <c:pt idx="4179">
                  <c:v>46184</c:v>
                </c:pt>
                <c:pt idx="4180">
                  <c:v>46185</c:v>
                </c:pt>
                <c:pt idx="4181">
                  <c:v>46186</c:v>
                </c:pt>
                <c:pt idx="4182">
                  <c:v>46187</c:v>
                </c:pt>
                <c:pt idx="4183">
                  <c:v>46188</c:v>
                </c:pt>
                <c:pt idx="4184">
                  <c:v>46189</c:v>
                </c:pt>
                <c:pt idx="4185">
                  <c:v>46190</c:v>
                </c:pt>
                <c:pt idx="4186">
                  <c:v>46191</c:v>
                </c:pt>
                <c:pt idx="4187">
                  <c:v>46192</c:v>
                </c:pt>
                <c:pt idx="4188">
                  <c:v>46193</c:v>
                </c:pt>
                <c:pt idx="4189">
                  <c:v>46194</c:v>
                </c:pt>
                <c:pt idx="4190">
                  <c:v>46195</c:v>
                </c:pt>
                <c:pt idx="4191">
                  <c:v>46196</c:v>
                </c:pt>
                <c:pt idx="4192">
                  <c:v>46197</c:v>
                </c:pt>
                <c:pt idx="4193">
                  <c:v>46198</c:v>
                </c:pt>
                <c:pt idx="4194">
                  <c:v>46199</c:v>
                </c:pt>
                <c:pt idx="4195">
                  <c:v>46200</c:v>
                </c:pt>
                <c:pt idx="4196">
                  <c:v>46201</c:v>
                </c:pt>
                <c:pt idx="4197">
                  <c:v>46202</c:v>
                </c:pt>
                <c:pt idx="4198">
                  <c:v>46203</c:v>
                </c:pt>
                <c:pt idx="4199">
                  <c:v>46204</c:v>
                </c:pt>
                <c:pt idx="4200">
                  <c:v>46205</c:v>
                </c:pt>
                <c:pt idx="4201">
                  <c:v>46206</c:v>
                </c:pt>
                <c:pt idx="4202">
                  <c:v>46207</c:v>
                </c:pt>
                <c:pt idx="4203">
                  <c:v>46208</c:v>
                </c:pt>
                <c:pt idx="4204">
                  <c:v>46209</c:v>
                </c:pt>
                <c:pt idx="4205">
                  <c:v>46210</c:v>
                </c:pt>
                <c:pt idx="4206">
                  <c:v>46211</c:v>
                </c:pt>
                <c:pt idx="4207">
                  <c:v>46212</c:v>
                </c:pt>
                <c:pt idx="4208">
                  <c:v>46213</c:v>
                </c:pt>
                <c:pt idx="4209">
                  <c:v>46214</c:v>
                </c:pt>
                <c:pt idx="4210">
                  <c:v>46215</c:v>
                </c:pt>
                <c:pt idx="4211">
                  <c:v>46216</c:v>
                </c:pt>
                <c:pt idx="4212">
                  <c:v>46217</c:v>
                </c:pt>
                <c:pt idx="4213">
                  <c:v>46218</c:v>
                </c:pt>
                <c:pt idx="4214">
                  <c:v>46219</c:v>
                </c:pt>
                <c:pt idx="4215">
                  <c:v>46220</c:v>
                </c:pt>
                <c:pt idx="4216">
                  <c:v>46221</c:v>
                </c:pt>
                <c:pt idx="4217">
                  <c:v>46222</c:v>
                </c:pt>
                <c:pt idx="4218">
                  <c:v>46223</c:v>
                </c:pt>
                <c:pt idx="4219">
                  <c:v>46224</c:v>
                </c:pt>
                <c:pt idx="4220">
                  <c:v>46225</c:v>
                </c:pt>
                <c:pt idx="4221">
                  <c:v>46226</c:v>
                </c:pt>
                <c:pt idx="4222">
                  <c:v>46227</c:v>
                </c:pt>
                <c:pt idx="4223">
                  <c:v>46228</c:v>
                </c:pt>
                <c:pt idx="4224">
                  <c:v>46229</c:v>
                </c:pt>
                <c:pt idx="4225">
                  <c:v>46230</c:v>
                </c:pt>
                <c:pt idx="4226">
                  <c:v>46231</c:v>
                </c:pt>
                <c:pt idx="4227">
                  <c:v>46232</c:v>
                </c:pt>
                <c:pt idx="4228">
                  <c:v>46233</c:v>
                </c:pt>
                <c:pt idx="4229">
                  <c:v>46234</c:v>
                </c:pt>
                <c:pt idx="4230">
                  <c:v>46235</c:v>
                </c:pt>
                <c:pt idx="4231">
                  <c:v>46236</c:v>
                </c:pt>
                <c:pt idx="4232">
                  <c:v>46237</c:v>
                </c:pt>
                <c:pt idx="4233">
                  <c:v>46238</c:v>
                </c:pt>
                <c:pt idx="4234">
                  <c:v>46239</c:v>
                </c:pt>
                <c:pt idx="4235">
                  <c:v>46240</c:v>
                </c:pt>
                <c:pt idx="4236">
                  <c:v>46241</c:v>
                </c:pt>
                <c:pt idx="4237">
                  <c:v>46242</c:v>
                </c:pt>
                <c:pt idx="4238">
                  <c:v>46243</c:v>
                </c:pt>
                <c:pt idx="4239">
                  <c:v>46244</c:v>
                </c:pt>
                <c:pt idx="4240">
                  <c:v>46245</c:v>
                </c:pt>
                <c:pt idx="4241">
                  <c:v>46246</c:v>
                </c:pt>
                <c:pt idx="4242">
                  <c:v>46247</c:v>
                </c:pt>
                <c:pt idx="4243">
                  <c:v>46248</c:v>
                </c:pt>
                <c:pt idx="4244">
                  <c:v>46249</c:v>
                </c:pt>
                <c:pt idx="4245">
                  <c:v>46250</c:v>
                </c:pt>
                <c:pt idx="4246">
                  <c:v>46251</c:v>
                </c:pt>
                <c:pt idx="4247">
                  <c:v>46252</c:v>
                </c:pt>
                <c:pt idx="4248">
                  <c:v>46253</c:v>
                </c:pt>
                <c:pt idx="4249">
                  <c:v>46254</c:v>
                </c:pt>
                <c:pt idx="4250">
                  <c:v>46255</c:v>
                </c:pt>
                <c:pt idx="4251">
                  <c:v>46256</c:v>
                </c:pt>
                <c:pt idx="4252">
                  <c:v>46257</c:v>
                </c:pt>
                <c:pt idx="4253">
                  <c:v>46258</c:v>
                </c:pt>
                <c:pt idx="4254">
                  <c:v>46259</c:v>
                </c:pt>
                <c:pt idx="4255">
                  <c:v>46260</c:v>
                </c:pt>
                <c:pt idx="4256">
                  <c:v>46261</c:v>
                </c:pt>
                <c:pt idx="4257">
                  <c:v>46262</c:v>
                </c:pt>
                <c:pt idx="4258">
                  <c:v>46263</c:v>
                </c:pt>
                <c:pt idx="4259">
                  <c:v>46264</c:v>
                </c:pt>
                <c:pt idx="4260">
                  <c:v>46265</c:v>
                </c:pt>
                <c:pt idx="4261">
                  <c:v>46266</c:v>
                </c:pt>
                <c:pt idx="4262">
                  <c:v>46267</c:v>
                </c:pt>
                <c:pt idx="4263">
                  <c:v>46268</c:v>
                </c:pt>
                <c:pt idx="4264">
                  <c:v>46269</c:v>
                </c:pt>
                <c:pt idx="4265">
                  <c:v>46270</c:v>
                </c:pt>
              </c:numCache>
            </c:numRef>
          </c:cat>
          <c:val>
            <c:numRef>
              <c:f>Planilha1!$B$2:$B$4267</c:f>
              <c:numCache>
                <c:formatCode>0.00</c:formatCode>
                <c:ptCount val="4266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  <c:pt idx="4">
                  <c:v>0.25</c:v>
                </c:pt>
                <c:pt idx="5">
                  <c:v>0.25</c:v>
                </c:pt>
                <c:pt idx="6">
                  <c:v>0.25</c:v>
                </c:pt>
                <c:pt idx="7">
                  <c:v>0.25</c:v>
                </c:pt>
                <c:pt idx="8">
                  <c:v>0.25</c:v>
                </c:pt>
                <c:pt idx="9">
                  <c:v>0.25</c:v>
                </c:pt>
                <c:pt idx="10">
                  <c:v>0.25</c:v>
                </c:pt>
                <c:pt idx="11">
                  <c:v>0.25</c:v>
                </c:pt>
                <c:pt idx="12">
                  <c:v>0.25</c:v>
                </c:pt>
                <c:pt idx="13">
                  <c:v>0.25</c:v>
                </c:pt>
                <c:pt idx="14">
                  <c:v>0.25</c:v>
                </c:pt>
                <c:pt idx="15">
                  <c:v>0.25</c:v>
                </c:pt>
                <c:pt idx="16">
                  <c:v>0.25</c:v>
                </c:pt>
                <c:pt idx="17">
                  <c:v>0.25</c:v>
                </c:pt>
                <c:pt idx="18">
                  <c:v>0.25</c:v>
                </c:pt>
                <c:pt idx="19">
                  <c:v>0.25</c:v>
                </c:pt>
                <c:pt idx="20">
                  <c:v>0.25</c:v>
                </c:pt>
                <c:pt idx="21">
                  <c:v>0.25</c:v>
                </c:pt>
                <c:pt idx="22">
                  <c:v>0.25</c:v>
                </c:pt>
                <c:pt idx="23">
                  <c:v>0.25</c:v>
                </c:pt>
                <c:pt idx="24">
                  <c:v>0.25</c:v>
                </c:pt>
                <c:pt idx="25">
                  <c:v>0.25</c:v>
                </c:pt>
                <c:pt idx="26">
                  <c:v>0.25</c:v>
                </c:pt>
                <c:pt idx="27">
                  <c:v>0.25</c:v>
                </c:pt>
                <c:pt idx="28">
                  <c:v>0.25</c:v>
                </c:pt>
                <c:pt idx="29">
                  <c:v>0.25</c:v>
                </c:pt>
                <c:pt idx="30">
                  <c:v>0.25</c:v>
                </c:pt>
                <c:pt idx="31">
                  <c:v>0.25</c:v>
                </c:pt>
                <c:pt idx="32">
                  <c:v>0.25</c:v>
                </c:pt>
                <c:pt idx="33">
                  <c:v>0.25</c:v>
                </c:pt>
                <c:pt idx="34">
                  <c:v>0.25</c:v>
                </c:pt>
                <c:pt idx="35">
                  <c:v>0.25</c:v>
                </c:pt>
                <c:pt idx="36">
                  <c:v>0.25</c:v>
                </c:pt>
                <c:pt idx="37">
                  <c:v>0.25</c:v>
                </c:pt>
                <c:pt idx="38">
                  <c:v>0.25</c:v>
                </c:pt>
                <c:pt idx="39">
                  <c:v>0.25</c:v>
                </c:pt>
                <c:pt idx="40">
                  <c:v>0.25</c:v>
                </c:pt>
                <c:pt idx="41">
                  <c:v>0.25</c:v>
                </c:pt>
                <c:pt idx="42">
                  <c:v>0.25</c:v>
                </c:pt>
                <c:pt idx="43">
                  <c:v>0.25</c:v>
                </c:pt>
                <c:pt idx="44">
                  <c:v>0.25</c:v>
                </c:pt>
                <c:pt idx="45">
                  <c:v>0.25</c:v>
                </c:pt>
                <c:pt idx="46">
                  <c:v>0.25</c:v>
                </c:pt>
                <c:pt idx="47">
                  <c:v>0.25</c:v>
                </c:pt>
                <c:pt idx="48">
                  <c:v>0.25</c:v>
                </c:pt>
                <c:pt idx="49">
                  <c:v>0.25</c:v>
                </c:pt>
                <c:pt idx="50">
                  <c:v>0.25</c:v>
                </c:pt>
                <c:pt idx="51">
                  <c:v>0.25</c:v>
                </c:pt>
                <c:pt idx="52">
                  <c:v>0.25</c:v>
                </c:pt>
                <c:pt idx="53">
                  <c:v>0.25</c:v>
                </c:pt>
                <c:pt idx="54">
                  <c:v>0.25</c:v>
                </c:pt>
                <c:pt idx="55">
                  <c:v>0.25</c:v>
                </c:pt>
                <c:pt idx="56">
                  <c:v>0.25</c:v>
                </c:pt>
                <c:pt idx="57">
                  <c:v>0.25</c:v>
                </c:pt>
                <c:pt idx="58">
                  <c:v>0.25</c:v>
                </c:pt>
                <c:pt idx="59">
                  <c:v>0.25</c:v>
                </c:pt>
                <c:pt idx="60">
                  <c:v>0.25</c:v>
                </c:pt>
                <c:pt idx="61">
                  <c:v>0.25</c:v>
                </c:pt>
                <c:pt idx="62">
                  <c:v>0.25</c:v>
                </c:pt>
                <c:pt idx="63">
                  <c:v>0.25</c:v>
                </c:pt>
                <c:pt idx="64">
                  <c:v>0.25</c:v>
                </c:pt>
                <c:pt idx="65">
                  <c:v>0.25</c:v>
                </c:pt>
                <c:pt idx="66">
                  <c:v>0.25</c:v>
                </c:pt>
                <c:pt idx="67">
                  <c:v>0.25</c:v>
                </c:pt>
                <c:pt idx="68">
                  <c:v>0.25</c:v>
                </c:pt>
                <c:pt idx="69">
                  <c:v>0.25</c:v>
                </c:pt>
                <c:pt idx="70">
                  <c:v>0.25</c:v>
                </c:pt>
                <c:pt idx="71">
                  <c:v>0.25</c:v>
                </c:pt>
                <c:pt idx="72">
                  <c:v>0.25</c:v>
                </c:pt>
                <c:pt idx="73">
                  <c:v>0.25</c:v>
                </c:pt>
                <c:pt idx="74">
                  <c:v>0.25</c:v>
                </c:pt>
                <c:pt idx="75">
                  <c:v>0.25</c:v>
                </c:pt>
                <c:pt idx="76">
                  <c:v>0.25</c:v>
                </c:pt>
                <c:pt idx="77">
                  <c:v>0.25</c:v>
                </c:pt>
                <c:pt idx="78">
                  <c:v>0.25</c:v>
                </c:pt>
                <c:pt idx="79">
                  <c:v>0.25</c:v>
                </c:pt>
                <c:pt idx="80">
                  <c:v>0.25</c:v>
                </c:pt>
                <c:pt idx="81">
                  <c:v>0.25</c:v>
                </c:pt>
                <c:pt idx="82">
                  <c:v>0.25</c:v>
                </c:pt>
                <c:pt idx="83">
                  <c:v>0.25</c:v>
                </c:pt>
                <c:pt idx="84">
                  <c:v>0.25</c:v>
                </c:pt>
                <c:pt idx="85">
                  <c:v>0.25</c:v>
                </c:pt>
                <c:pt idx="86">
                  <c:v>0.25</c:v>
                </c:pt>
                <c:pt idx="87">
                  <c:v>0.25</c:v>
                </c:pt>
                <c:pt idx="88">
                  <c:v>0.25</c:v>
                </c:pt>
                <c:pt idx="89">
                  <c:v>0.25</c:v>
                </c:pt>
                <c:pt idx="90">
                  <c:v>0.25</c:v>
                </c:pt>
                <c:pt idx="91">
                  <c:v>0.25</c:v>
                </c:pt>
                <c:pt idx="92">
                  <c:v>0.25</c:v>
                </c:pt>
                <c:pt idx="93">
                  <c:v>0.25</c:v>
                </c:pt>
                <c:pt idx="94">
                  <c:v>0.25</c:v>
                </c:pt>
                <c:pt idx="95">
                  <c:v>0.25</c:v>
                </c:pt>
                <c:pt idx="96">
                  <c:v>0.25</c:v>
                </c:pt>
                <c:pt idx="97">
                  <c:v>0.25</c:v>
                </c:pt>
                <c:pt idx="98">
                  <c:v>0.25</c:v>
                </c:pt>
                <c:pt idx="99">
                  <c:v>0.25</c:v>
                </c:pt>
                <c:pt idx="100">
                  <c:v>0.25</c:v>
                </c:pt>
                <c:pt idx="101">
                  <c:v>0.25</c:v>
                </c:pt>
                <c:pt idx="102">
                  <c:v>0.25</c:v>
                </c:pt>
                <c:pt idx="103">
                  <c:v>0.25</c:v>
                </c:pt>
                <c:pt idx="104">
                  <c:v>0.25</c:v>
                </c:pt>
                <c:pt idx="105">
                  <c:v>0.25</c:v>
                </c:pt>
                <c:pt idx="106">
                  <c:v>0.25</c:v>
                </c:pt>
                <c:pt idx="107">
                  <c:v>0.25</c:v>
                </c:pt>
                <c:pt idx="108">
                  <c:v>0.25</c:v>
                </c:pt>
                <c:pt idx="109">
                  <c:v>0.25</c:v>
                </c:pt>
                <c:pt idx="110">
                  <c:v>0.25</c:v>
                </c:pt>
                <c:pt idx="111">
                  <c:v>0.25</c:v>
                </c:pt>
                <c:pt idx="112">
                  <c:v>0.25</c:v>
                </c:pt>
                <c:pt idx="113">
                  <c:v>0.25</c:v>
                </c:pt>
                <c:pt idx="114">
                  <c:v>0.25</c:v>
                </c:pt>
                <c:pt idx="115">
                  <c:v>0.25</c:v>
                </c:pt>
                <c:pt idx="116">
                  <c:v>0.25</c:v>
                </c:pt>
                <c:pt idx="117">
                  <c:v>0.25</c:v>
                </c:pt>
                <c:pt idx="118">
                  <c:v>0.25</c:v>
                </c:pt>
                <c:pt idx="119">
                  <c:v>0.25</c:v>
                </c:pt>
                <c:pt idx="120">
                  <c:v>0.25</c:v>
                </c:pt>
                <c:pt idx="121">
                  <c:v>0.25</c:v>
                </c:pt>
                <c:pt idx="122">
                  <c:v>0.25</c:v>
                </c:pt>
                <c:pt idx="123">
                  <c:v>0.25</c:v>
                </c:pt>
                <c:pt idx="124">
                  <c:v>0.25</c:v>
                </c:pt>
                <c:pt idx="125">
                  <c:v>0.25</c:v>
                </c:pt>
                <c:pt idx="126">
                  <c:v>0.25</c:v>
                </c:pt>
                <c:pt idx="127">
                  <c:v>0.25</c:v>
                </c:pt>
                <c:pt idx="128">
                  <c:v>0.25</c:v>
                </c:pt>
                <c:pt idx="129">
                  <c:v>0.25</c:v>
                </c:pt>
                <c:pt idx="130">
                  <c:v>0.25</c:v>
                </c:pt>
                <c:pt idx="131">
                  <c:v>0.25</c:v>
                </c:pt>
                <c:pt idx="132">
                  <c:v>0.25</c:v>
                </c:pt>
                <c:pt idx="133">
                  <c:v>0.25</c:v>
                </c:pt>
                <c:pt idx="134">
                  <c:v>0.25</c:v>
                </c:pt>
                <c:pt idx="135">
                  <c:v>0.25</c:v>
                </c:pt>
                <c:pt idx="136">
                  <c:v>0.25</c:v>
                </c:pt>
                <c:pt idx="137">
                  <c:v>0.25</c:v>
                </c:pt>
                <c:pt idx="138">
                  <c:v>0.25</c:v>
                </c:pt>
                <c:pt idx="139">
                  <c:v>0.25</c:v>
                </c:pt>
                <c:pt idx="140">
                  <c:v>0.25</c:v>
                </c:pt>
                <c:pt idx="141">
                  <c:v>0.25</c:v>
                </c:pt>
                <c:pt idx="142">
                  <c:v>0.25</c:v>
                </c:pt>
                <c:pt idx="143">
                  <c:v>0.25</c:v>
                </c:pt>
                <c:pt idx="144">
                  <c:v>0.25</c:v>
                </c:pt>
                <c:pt idx="145">
                  <c:v>0.25</c:v>
                </c:pt>
                <c:pt idx="146">
                  <c:v>0.25</c:v>
                </c:pt>
                <c:pt idx="147">
                  <c:v>0.25</c:v>
                </c:pt>
                <c:pt idx="148">
                  <c:v>0.25</c:v>
                </c:pt>
                <c:pt idx="149">
                  <c:v>0.25</c:v>
                </c:pt>
                <c:pt idx="150">
                  <c:v>0.25</c:v>
                </c:pt>
                <c:pt idx="151">
                  <c:v>0.25</c:v>
                </c:pt>
                <c:pt idx="152">
                  <c:v>0.25</c:v>
                </c:pt>
                <c:pt idx="153">
                  <c:v>0.25</c:v>
                </c:pt>
                <c:pt idx="154">
                  <c:v>0.25</c:v>
                </c:pt>
                <c:pt idx="155">
                  <c:v>0.25</c:v>
                </c:pt>
                <c:pt idx="156">
                  <c:v>0.25</c:v>
                </c:pt>
                <c:pt idx="157">
                  <c:v>0.25</c:v>
                </c:pt>
                <c:pt idx="158">
                  <c:v>0.25</c:v>
                </c:pt>
                <c:pt idx="159">
                  <c:v>0.25</c:v>
                </c:pt>
                <c:pt idx="160">
                  <c:v>0.25</c:v>
                </c:pt>
                <c:pt idx="161">
                  <c:v>0.25</c:v>
                </c:pt>
                <c:pt idx="162">
                  <c:v>0.25</c:v>
                </c:pt>
                <c:pt idx="163">
                  <c:v>0.25</c:v>
                </c:pt>
                <c:pt idx="164">
                  <c:v>0.25</c:v>
                </c:pt>
                <c:pt idx="165">
                  <c:v>0.25</c:v>
                </c:pt>
                <c:pt idx="166">
                  <c:v>0.25</c:v>
                </c:pt>
                <c:pt idx="167">
                  <c:v>0.25</c:v>
                </c:pt>
                <c:pt idx="168">
                  <c:v>0.25</c:v>
                </c:pt>
                <c:pt idx="169">
                  <c:v>0.25</c:v>
                </c:pt>
                <c:pt idx="170">
                  <c:v>0.25</c:v>
                </c:pt>
                <c:pt idx="171">
                  <c:v>0.25</c:v>
                </c:pt>
                <c:pt idx="172">
                  <c:v>0.25</c:v>
                </c:pt>
                <c:pt idx="173">
                  <c:v>0.25</c:v>
                </c:pt>
                <c:pt idx="174">
                  <c:v>0.25</c:v>
                </c:pt>
                <c:pt idx="175">
                  <c:v>0.25</c:v>
                </c:pt>
                <c:pt idx="176">
                  <c:v>0.25</c:v>
                </c:pt>
                <c:pt idx="177">
                  <c:v>0.25</c:v>
                </c:pt>
                <c:pt idx="178">
                  <c:v>0.25</c:v>
                </c:pt>
                <c:pt idx="179">
                  <c:v>0.25</c:v>
                </c:pt>
                <c:pt idx="180">
                  <c:v>0.25</c:v>
                </c:pt>
                <c:pt idx="181">
                  <c:v>0.25</c:v>
                </c:pt>
                <c:pt idx="182">
                  <c:v>0.25</c:v>
                </c:pt>
                <c:pt idx="183">
                  <c:v>0.25</c:v>
                </c:pt>
                <c:pt idx="184">
                  <c:v>0.25</c:v>
                </c:pt>
                <c:pt idx="185">
                  <c:v>0.25</c:v>
                </c:pt>
                <c:pt idx="186">
                  <c:v>0.25</c:v>
                </c:pt>
                <c:pt idx="187">
                  <c:v>0.25</c:v>
                </c:pt>
                <c:pt idx="188">
                  <c:v>0.25</c:v>
                </c:pt>
                <c:pt idx="189">
                  <c:v>0.25</c:v>
                </c:pt>
                <c:pt idx="190">
                  <c:v>0.25</c:v>
                </c:pt>
                <c:pt idx="191">
                  <c:v>0.25</c:v>
                </c:pt>
                <c:pt idx="192">
                  <c:v>0.25</c:v>
                </c:pt>
                <c:pt idx="193">
                  <c:v>0.25</c:v>
                </c:pt>
                <c:pt idx="194">
                  <c:v>0.25</c:v>
                </c:pt>
                <c:pt idx="195">
                  <c:v>0.25</c:v>
                </c:pt>
                <c:pt idx="196">
                  <c:v>0.25</c:v>
                </c:pt>
                <c:pt idx="197">
                  <c:v>0.25</c:v>
                </c:pt>
                <c:pt idx="198">
                  <c:v>0.25</c:v>
                </c:pt>
                <c:pt idx="199">
                  <c:v>0.25</c:v>
                </c:pt>
                <c:pt idx="200">
                  <c:v>0.25</c:v>
                </c:pt>
                <c:pt idx="201">
                  <c:v>0.25</c:v>
                </c:pt>
                <c:pt idx="202">
                  <c:v>0.25</c:v>
                </c:pt>
                <c:pt idx="203">
                  <c:v>0.25</c:v>
                </c:pt>
                <c:pt idx="204">
                  <c:v>0.25</c:v>
                </c:pt>
                <c:pt idx="205">
                  <c:v>0.25</c:v>
                </c:pt>
                <c:pt idx="206">
                  <c:v>0.25</c:v>
                </c:pt>
                <c:pt idx="207">
                  <c:v>0.25</c:v>
                </c:pt>
                <c:pt idx="208">
                  <c:v>0.25</c:v>
                </c:pt>
                <c:pt idx="209">
                  <c:v>0.25</c:v>
                </c:pt>
                <c:pt idx="210">
                  <c:v>0.25</c:v>
                </c:pt>
                <c:pt idx="211">
                  <c:v>0.25</c:v>
                </c:pt>
                <c:pt idx="212">
                  <c:v>0.25</c:v>
                </c:pt>
                <c:pt idx="213">
                  <c:v>0.25</c:v>
                </c:pt>
                <c:pt idx="214">
                  <c:v>0.25</c:v>
                </c:pt>
                <c:pt idx="215">
                  <c:v>0.25</c:v>
                </c:pt>
                <c:pt idx="216">
                  <c:v>0.25</c:v>
                </c:pt>
                <c:pt idx="217">
                  <c:v>0.25</c:v>
                </c:pt>
                <c:pt idx="218">
                  <c:v>0.25</c:v>
                </c:pt>
                <c:pt idx="219">
                  <c:v>0.25</c:v>
                </c:pt>
                <c:pt idx="220">
                  <c:v>0.25</c:v>
                </c:pt>
                <c:pt idx="221">
                  <c:v>0.25</c:v>
                </c:pt>
                <c:pt idx="222">
                  <c:v>0.25</c:v>
                </c:pt>
                <c:pt idx="223">
                  <c:v>0.25</c:v>
                </c:pt>
                <c:pt idx="224">
                  <c:v>0.25</c:v>
                </c:pt>
                <c:pt idx="225">
                  <c:v>0.25</c:v>
                </c:pt>
                <c:pt idx="226">
                  <c:v>0.25</c:v>
                </c:pt>
                <c:pt idx="227">
                  <c:v>0.25</c:v>
                </c:pt>
                <c:pt idx="228">
                  <c:v>0.25</c:v>
                </c:pt>
                <c:pt idx="229">
                  <c:v>0.25</c:v>
                </c:pt>
                <c:pt idx="230">
                  <c:v>0.25</c:v>
                </c:pt>
                <c:pt idx="231">
                  <c:v>0.25</c:v>
                </c:pt>
                <c:pt idx="232">
                  <c:v>0.25</c:v>
                </c:pt>
                <c:pt idx="233">
                  <c:v>0.25</c:v>
                </c:pt>
                <c:pt idx="234">
                  <c:v>0.25</c:v>
                </c:pt>
                <c:pt idx="235">
                  <c:v>0.25</c:v>
                </c:pt>
                <c:pt idx="236">
                  <c:v>0.25</c:v>
                </c:pt>
                <c:pt idx="237">
                  <c:v>0.25</c:v>
                </c:pt>
                <c:pt idx="238">
                  <c:v>0.25</c:v>
                </c:pt>
                <c:pt idx="239">
                  <c:v>0.25</c:v>
                </c:pt>
                <c:pt idx="240">
                  <c:v>0.25</c:v>
                </c:pt>
                <c:pt idx="241">
                  <c:v>0.25</c:v>
                </c:pt>
                <c:pt idx="242">
                  <c:v>0.25</c:v>
                </c:pt>
                <c:pt idx="243">
                  <c:v>0.25</c:v>
                </c:pt>
                <c:pt idx="244">
                  <c:v>0.25</c:v>
                </c:pt>
                <c:pt idx="245">
                  <c:v>0.25</c:v>
                </c:pt>
                <c:pt idx="246">
                  <c:v>0.25</c:v>
                </c:pt>
                <c:pt idx="247">
                  <c:v>0.25</c:v>
                </c:pt>
                <c:pt idx="248">
                  <c:v>0.25</c:v>
                </c:pt>
                <c:pt idx="249">
                  <c:v>0.25</c:v>
                </c:pt>
                <c:pt idx="250">
                  <c:v>0.25</c:v>
                </c:pt>
                <c:pt idx="251">
                  <c:v>0.25</c:v>
                </c:pt>
                <c:pt idx="252">
                  <c:v>0.25</c:v>
                </c:pt>
                <c:pt idx="253">
                  <c:v>0.25</c:v>
                </c:pt>
                <c:pt idx="254">
                  <c:v>0.25</c:v>
                </c:pt>
                <c:pt idx="255">
                  <c:v>0.25</c:v>
                </c:pt>
                <c:pt idx="256">
                  <c:v>0.25</c:v>
                </c:pt>
                <c:pt idx="257">
                  <c:v>0.25</c:v>
                </c:pt>
                <c:pt idx="258">
                  <c:v>0.25</c:v>
                </c:pt>
                <c:pt idx="259">
                  <c:v>0.25</c:v>
                </c:pt>
                <c:pt idx="260">
                  <c:v>0.25</c:v>
                </c:pt>
                <c:pt idx="261">
                  <c:v>0.25</c:v>
                </c:pt>
                <c:pt idx="262">
                  <c:v>0.25</c:v>
                </c:pt>
                <c:pt idx="263">
                  <c:v>0.25</c:v>
                </c:pt>
                <c:pt idx="264">
                  <c:v>0.25</c:v>
                </c:pt>
                <c:pt idx="265">
                  <c:v>0.25</c:v>
                </c:pt>
                <c:pt idx="266">
                  <c:v>0.25</c:v>
                </c:pt>
                <c:pt idx="267">
                  <c:v>0.25</c:v>
                </c:pt>
                <c:pt idx="268">
                  <c:v>0.25</c:v>
                </c:pt>
                <c:pt idx="269">
                  <c:v>0.25</c:v>
                </c:pt>
                <c:pt idx="270">
                  <c:v>0.25</c:v>
                </c:pt>
                <c:pt idx="271">
                  <c:v>0.25</c:v>
                </c:pt>
                <c:pt idx="272">
                  <c:v>0.25</c:v>
                </c:pt>
                <c:pt idx="273">
                  <c:v>0.25</c:v>
                </c:pt>
                <c:pt idx="274">
                  <c:v>0.25</c:v>
                </c:pt>
                <c:pt idx="275">
                  <c:v>0.25</c:v>
                </c:pt>
                <c:pt idx="276">
                  <c:v>0.25</c:v>
                </c:pt>
                <c:pt idx="277">
                  <c:v>0.25</c:v>
                </c:pt>
                <c:pt idx="278">
                  <c:v>0.25</c:v>
                </c:pt>
                <c:pt idx="279">
                  <c:v>0.25</c:v>
                </c:pt>
                <c:pt idx="280">
                  <c:v>0.25</c:v>
                </c:pt>
                <c:pt idx="281">
                  <c:v>0.25</c:v>
                </c:pt>
                <c:pt idx="282">
                  <c:v>0.25</c:v>
                </c:pt>
                <c:pt idx="283">
                  <c:v>0.25</c:v>
                </c:pt>
                <c:pt idx="284">
                  <c:v>0.25</c:v>
                </c:pt>
                <c:pt idx="285">
                  <c:v>0.25</c:v>
                </c:pt>
                <c:pt idx="286">
                  <c:v>0.25</c:v>
                </c:pt>
                <c:pt idx="287">
                  <c:v>0.25</c:v>
                </c:pt>
                <c:pt idx="288">
                  <c:v>0.25</c:v>
                </c:pt>
                <c:pt idx="289">
                  <c:v>0.25</c:v>
                </c:pt>
                <c:pt idx="290">
                  <c:v>0.25</c:v>
                </c:pt>
                <c:pt idx="291">
                  <c:v>0.25</c:v>
                </c:pt>
                <c:pt idx="292">
                  <c:v>0.25</c:v>
                </c:pt>
                <c:pt idx="293">
                  <c:v>0.25</c:v>
                </c:pt>
                <c:pt idx="294">
                  <c:v>0.25</c:v>
                </c:pt>
                <c:pt idx="295">
                  <c:v>0.25</c:v>
                </c:pt>
                <c:pt idx="296">
                  <c:v>0.25</c:v>
                </c:pt>
                <c:pt idx="297">
                  <c:v>0.25</c:v>
                </c:pt>
                <c:pt idx="298">
                  <c:v>0.25</c:v>
                </c:pt>
                <c:pt idx="299">
                  <c:v>0.25</c:v>
                </c:pt>
                <c:pt idx="300">
                  <c:v>0.25</c:v>
                </c:pt>
                <c:pt idx="301">
                  <c:v>0.25</c:v>
                </c:pt>
                <c:pt idx="302">
                  <c:v>0.25</c:v>
                </c:pt>
                <c:pt idx="303">
                  <c:v>0.25</c:v>
                </c:pt>
                <c:pt idx="304">
                  <c:v>0.25</c:v>
                </c:pt>
                <c:pt idx="305">
                  <c:v>0.25</c:v>
                </c:pt>
                <c:pt idx="306">
                  <c:v>0.25</c:v>
                </c:pt>
                <c:pt idx="307">
                  <c:v>0.25</c:v>
                </c:pt>
                <c:pt idx="308">
                  <c:v>0.25</c:v>
                </c:pt>
                <c:pt idx="309">
                  <c:v>0.25</c:v>
                </c:pt>
                <c:pt idx="310">
                  <c:v>0.25</c:v>
                </c:pt>
                <c:pt idx="311">
                  <c:v>0.25</c:v>
                </c:pt>
                <c:pt idx="312">
                  <c:v>0.25</c:v>
                </c:pt>
                <c:pt idx="313">
                  <c:v>0.25</c:v>
                </c:pt>
                <c:pt idx="314">
                  <c:v>0.25</c:v>
                </c:pt>
                <c:pt idx="315">
                  <c:v>0.25</c:v>
                </c:pt>
                <c:pt idx="316">
                  <c:v>0.25</c:v>
                </c:pt>
                <c:pt idx="317">
                  <c:v>0.25</c:v>
                </c:pt>
                <c:pt idx="318">
                  <c:v>0.25</c:v>
                </c:pt>
                <c:pt idx="319">
                  <c:v>0.25</c:v>
                </c:pt>
                <c:pt idx="320">
                  <c:v>0.25</c:v>
                </c:pt>
                <c:pt idx="321">
                  <c:v>0.25</c:v>
                </c:pt>
                <c:pt idx="322">
                  <c:v>0.25</c:v>
                </c:pt>
                <c:pt idx="323">
                  <c:v>0.25</c:v>
                </c:pt>
                <c:pt idx="324">
                  <c:v>0.25</c:v>
                </c:pt>
                <c:pt idx="325">
                  <c:v>0.25</c:v>
                </c:pt>
                <c:pt idx="326">
                  <c:v>0.25</c:v>
                </c:pt>
                <c:pt idx="327">
                  <c:v>0.25</c:v>
                </c:pt>
                <c:pt idx="328">
                  <c:v>0.25</c:v>
                </c:pt>
                <c:pt idx="329">
                  <c:v>0.25</c:v>
                </c:pt>
                <c:pt idx="330">
                  <c:v>0.25</c:v>
                </c:pt>
                <c:pt idx="331">
                  <c:v>0.25</c:v>
                </c:pt>
                <c:pt idx="332">
                  <c:v>0.25</c:v>
                </c:pt>
                <c:pt idx="333">
                  <c:v>0.25</c:v>
                </c:pt>
                <c:pt idx="334">
                  <c:v>0.25</c:v>
                </c:pt>
                <c:pt idx="335">
                  <c:v>0.25</c:v>
                </c:pt>
                <c:pt idx="336">
                  <c:v>0.25</c:v>
                </c:pt>
                <c:pt idx="337">
                  <c:v>0.25</c:v>
                </c:pt>
                <c:pt idx="338">
                  <c:v>0.25</c:v>
                </c:pt>
                <c:pt idx="339">
                  <c:v>0.25</c:v>
                </c:pt>
                <c:pt idx="340">
                  <c:v>0.25</c:v>
                </c:pt>
                <c:pt idx="341">
                  <c:v>0.25</c:v>
                </c:pt>
                <c:pt idx="342">
                  <c:v>0.25</c:v>
                </c:pt>
                <c:pt idx="343">
                  <c:v>0.25</c:v>
                </c:pt>
                <c:pt idx="344">
                  <c:v>0.25</c:v>
                </c:pt>
                <c:pt idx="345">
                  <c:v>0.25</c:v>
                </c:pt>
                <c:pt idx="346">
                  <c:v>0.25</c:v>
                </c:pt>
                <c:pt idx="347">
                  <c:v>0.25</c:v>
                </c:pt>
                <c:pt idx="348">
                  <c:v>0.25</c:v>
                </c:pt>
                <c:pt idx="349">
                  <c:v>0.5</c:v>
                </c:pt>
                <c:pt idx="350">
                  <c:v>0.5</c:v>
                </c:pt>
                <c:pt idx="351">
                  <c:v>0.5</c:v>
                </c:pt>
                <c:pt idx="352">
                  <c:v>0.5</c:v>
                </c:pt>
                <c:pt idx="353">
                  <c:v>0.5</c:v>
                </c:pt>
                <c:pt idx="354">
                  <c:v>0.5</c:v>
                </c:pt>
                <c:pt idx="355">
                  <c:v>0.5</c:v>
                </c:pt>
                <c:pt idx="356">
                  <c:v>0.5</c:v>
                </c:pt>
                <c:pt idx="357">
                  <c:v>0.5</c:v>
                </c:pt>
                <c:pt idx="358">
                  <c:v>0.5</c:v>
                </c:pt>
                <c:pt idx="359">
                  <c:v>0.5</c:v>
                </c:pt>
                <c:pt idx="360">
                  <c:v>0.5</c:v>
                </c:pt>
                <c:pt idx="361">
                  <c:v>0.5</c:v>
                </c:pt>
                <c:pt idx="362">
                  <c:v>0.5</c:v>
                </c:pt>
                <c:pt idx="363">
                  <c:v>0.5</c:v>
                </c:pt>
                <c:pt idx="364">
                  <c:v>0.5</c:v>
                </c:pt>
                <c:pt idx="365">
                  <c:v>0.5</c:v>
                </c:pt>
                <c:pt idx="366">
                  <c:v>0.5</c:v>
                </c:pt>
                <c:pt idx="367">
                  <c:v>0.5</c:v>
                </c:pt>
                <c:pt idx="368">
                  <c:v>0.5</c:v>
                </c:pt>
                <c:pt idx="369">
                  <c:v>0.5</c:v>
                </c:pt>
                <c:pt idx="370">
                  <c:v>0.5</c:v>
                </c:pt>
                <c:pt idx="371">
                  <c:v>0.5</c:v>
                </c:pt>
                <c:pt idx="372">
                  <c:v>0.5</c:v>
                </c:pt>
                <c:pt idx="373">
                  <c:v>0.5</c:v>
                </c:pt>
                <c:pt idx="374">
                  <c:v>0.5</c:v>
                </c:pt>
                <c:pt idx="375">
                  <c:v>0.5</c:v>
                </c:pt>
                <c:pt idx="376">
                  <c:v>0.5</c:v>
                </c:pt>
                <c:pt idx="377">
                  <c:v>0.5</c:v>
                </c:pt>
                <c:pt idx="378">
                  <c:v>0.5</c:v>
                </c:pt>
                <c:pt idx="379">
                  <c:v>0.5</c:v>
                </c:pt>
                <c:pt idx="380">
                  <c:v>0.5</c:v>
                </c:pt>
                <c:pt idx="381">
                  <c:v>0.5</c:v>
                </c:pt>
                <c:pt idx="382">
                  <c:v>0.5</c:v>
                </c:pt>
                <c:pt idx="383">
                  <c:v>0.5</c:v>
                </c:pt>
                <c:pt idx="384">
                  <c:v>0.5</c:v>
                </c:pt>
                <c:pt idx="385">
                  <c:v>0.5</c:v>
                </c:pt>
                <c:pt idx="386">
                  <c:v>0.5</c:v>
                </c:pt>
                <c:pt idx="387">
                  <c:v>0.5</c:v>
                </c:pt>
                <c:pt idx="388">
                  <c:v>0.5</c:v>
                </c:pt>
                <c:pt idx="389">
                  <c:v>0.5</c:v>
                </c:pt>
                <c:pt idx="390">
                  <c:v>0.5</c:v>
                </c:pt>
                <c:pt idx="391">
                  <c:v>0.5</c:v>
                </c:pt>
                <c:pt idx="392">
                  <c:v>0.5</c:v>
                </c:pt>
                <c:pt idx="393">
                  <c:v>0.5</c:v>
                </c:pt>
                <c:pt idx="394">
                  <c:v>0.5</c:v>
                </c:pt>
                <c:pt idx="395">
                  <c:v>0.5</c:v>
                </c:pt>
                <c:pt idx="396">
                  <c:v>0.5</c:v>
                </c:pt>
                <c:pt idx="397">
                  <c:v>0.5</c:v>
                </c:pt>
                <c:pt idx="398">
                  <c:v>0.5</c:v>
                </c:pt>
                <c:pt idx="399">
                  <c:v>0.5</c:v>
                </c:pt>
                <c:pt idx="400">
                  <c:v>0.5</c:v>
                </c:pt>
                <c:pt idx="401">
                  <c:v>0.5</c:v>
                </c:pt>
                <c:pt idx="402">
                  <c:v>0.5</c:v>
                </c:pt>
                <c:pt idx="403">
                  <c:v>0.5</c:v>
                </c:pt>
                <c:pt idx="404">
                  <c:v>0.5</c:v>
                </c:pt>
                <c:pt idx="405">
                  <c:v>0.5</c:v>
                </c:pt>
                <c:pt idx="406">
                  <c:v>0.5</c:v>
                </c:pt>
                <c:pt idx="407">
                  <c:v>0.5</c:v>
                </c:pt>
                <c:pt idx="408">
                  <c:v>0.5</c:v>
                </c:pt>
                <c:pt idx="409">
                  <c:v>0.5</c:v>
                </c:pt>
                <c:pt idx="410">
                  <c:v>0.5</c:v>
                </c:pt>
                <c:pt idx="411">
                  <c:v>0.5</c:v>
                </c:pt>
                <c:pt idx="412">
                  <c:v>0.5</c:v>
                </c:pt>
                <c:pt idx="413">
                  <c:v>0.5</c:v>
                </c:pt>
                <c:pt idx="414">
                  <c:v>0.5</c:v>
                </c:pt>
                <c:pt idx="415">
                  <c:v>0.5</c:v>
                </c:pt>
                <c:pt idx="416">
                  <c:v>0.5</c:v>
                </c:pt>
                <c:pt idx="417">
                  <c:v>0.5</c:v>
                </c:pt>
                <c:pt idx="418">
                  <c:v>0.5</c:v>
                </c:pt>
                <c:pt idx="419">
                  <c:v>0.5</c:v>
                </c:pt>
                <c:pt idx="420">
                  <c:v>0.5</c:v>
                </c:pt>
                <c:pt idx="421">
                  <c:v>0.5</c:v>
                </c:pt>
                <c:pt idx="422">
                  <c:v>0.5</c:v>
                </c:pt>
                <c:pt idx="423">
                  <c:v>0.5</c:v>
                </c:pt>
                <c:pt idx="424">
                  <c:v>0.5</c:v>
                </c:pt>
                <c:pt idx="425">
                  <c:v>0.5</c:v>
                </c:pt>
                <c:pt idx="426">
                  <c:v>0.5</c:v>
                </c:pt>
                <c:pt idx="427">
                  <c:v>0.5</c:v>
                </c:pt>
                <c:pt idx="428">
                  <c:v>0.5</c:v>
                </c:pt>
                <c:pt idx="429">
                  <c:v>0.5</c:v>
                </c:pt>
                <c:pt idx="430">
                  <c:v>0.5</c:v>
                </c:pt>
                <c:pt idx="431">
                  <c:v>0.5</c:v>
                </c:pt>
                <c:pt idx="432">
                  <c:v>0.5</c:v>
                </c:pt>
                <c:pt idx="433">
                  <c:v>0.5</c:v>
                </c:pt>
                <c:pt idx="434">
                  <c:v>0.5</c:v>
                </c:pt>
                <c:pt idx="435">
                  <c:v>0.5</c:v>
                </c:pt>
                <c:pt idx="436">
                  <c:v>0.5</c:v>
                </c:pt>
                <c:pt idx="437">
                  <c:v>0.5</c:v>
                </c:pt>
                <c:pt idx="438">
                  <c:v>0.5</c:v>
                </c:pt>
                <c:pt idx="439">
                  <c:v>0.5</c:v>
                </c:pt>
                <c:pt idx="440">
                  <c:v>0.5</c:v>
                </c:pt>
                <c:pt idx="441">
                  <c:v>0.5</c:v>
                </c:pt>
                <c:pt idx="442">
                  <c:v>0.5</c:v>
                </c:pt>
                <c:pt idx="443">
                  <c:v>0.5</c:v>
                </c:pt>
                <c:pt idx="444">
                  <c:v>0.5</c:v>
                </c:pt>
                <c:pt idx="445">
                  <c:v>0.5</c:v>
                </c:pt>
                <c:pt idx="446">
                  <c:v>0.5</c:v>
                </c:pt>
                <c:pt idx="447">
                  <c:v>0.5</c:v>
                </c:pt>
                <c:pt idx="448">
                  <c:v>0.5</c:v>
                </c:pt>
                <c:pt idx="449">
                  <c:v>0.5</c:v>
                </c:pt>
                <c:pt idx="450">
                  <c:v>0.5</c:v>
                </c:pt>
                <c:pt idx="451">
                  <c:v>0.5</c:v>
                </c:pt>
                <c:pt idx="452">
                  <c:v>0.5</c:v>
                </c:pt>
                <c:pt idx="453">
                  <c:v>0.5</c:v>
                </c:pt>
                <c:pt idx="454">
                  <c:v>0.5</c:v>
                </c:pt>
                <c:pt idx="455">
                  <c:v>0.5</c:v>
                </c:pt>
                <c:pt idx="456">
                  <c:v>0.5</c:v>
                </c:pt>
                <c:pt idx="457">
                  <c:v>0.5</c:v>
                </c:pt>
                <c:pt idx="458">
                  <c:v>0.5</c:v>
                </c:pt>
                <c:pt idx="459">
                  <c:v>0.5</c:v>
                </c:pt>
                <c:pt idx="460">
                  <c:v>0.5</c:v>
                </c:pt>
                <c:pt idx="461">
                  <c:v>0.5</c:v>
                </c:pt>
                <c:pt idx="462">
                  <c:v>0.5</c:v>
                </c:pt>
                <c:pt idx="463">
                  <c:v>0.5</c:v>
                </c:pt>
                <c:pt idx="464">
                  <c:v>0.5</c:v>
                </c:pt>
                <c:pt idx="465">
                  <c:v>0.5</c:v>
                </c:pt>
                <c:pt idx="466">
                  <c:v>0.5</c:v>
                </c:pt>
                <c:pt idx="467">
                  <c:v>0.5</c:v>
                </c:pt>
                <c:pt idx="468">
                  <c:v>0.5</c:v>
                </c:pt>
                <c:pt idx="469">
                  <c:v>0.5</c:v>
                </c:pt>
                <c:pt idx="470">
                  <c:v>0.5</c:v>
                </c:pt>
                <c:pt idx="471">
                  <c:v>0.5</c:v>
                </c:pt>
                <c:pt idx="472">
                  <c:v>0.5</c:v>
                </c:pt>
                <c:pt idx="473">
                  <c:v>0.5</c:v>
                </c:pt>
                <c:pt idx="474">
                  <c:v>0.5</c:v>
                </c:pt>
                <c:pt idx="475">
                  <c:v>0.5</c:v>
                </c:pt>
                <c:pt idx="476">
                  <c:v>0.5</c:v>
                </c:pt>
                <c:pt idx="477">
                  <c:v>0.5</c:v>
                </c:pt>
                <c:pt idx="478">
                  <c:v>0.5</c:v>
                </c:pt>
                <c:pt idx="479">
                  <c:v>0.5</c:v>
                </c:pt>
                <c:pt idx="480">
                  <c:v>0.5</c:v>
                </c:pt>
                <c:pt idx="481">
                  <c:v>0.5</c:v>
                </c:pt>
                <c:pt idx="482">
                  <c:v>0.5</c:v>
                </c:pt>
                <c:pt idx="483">
                  <c:v>0.5</c:v>
                </c:pt>
                <c:pt idx="484">
                  <c:v>0.5</c:v>
                </c:pt>
                <c:pt idx="485">
                  <c:v>0.5</c:v>
                </c:pt>
                <c:pt idx="486">
                  <c:v>0.5</c:v>
                </c:pt>
                <c:pt idx="487">
                  <c:v>0.5</c:v>
                </c:pt>
                <c:pt idx="488">
                  <c:v>0.5</c:v>
                </c:pt>
                <c:pt idx="489">
                  <c:v>0.5</c:v>
                </c:pt>
                <c:pt idx="490">
                  <c:v>0.5</c:v>
                </c:pt>
                <c:pt idx="491">
                  <c:v>0.5</c:v>
                </c:pt>
                <c:pt idx="492">
                  <c:v>0.5</c:v>
                </c:pt>
                <c:pt idx="493">
                  <c:v>0.5</c:v>
                </c:pt>
                <c:pt idx="494">
                  <c:v>0.5</c:v>
                </c:pt>
                <c:pt idx="495">
                  <c:v>0.5</c:v>
                </c:pt>
                <c:pt idx="496">
                  <c:v>0.5</c:v>
                </c:pt>
                <c:pt idx="497">
                  <c:v>0.5</c:v>
                </c:pt>
                <c:pt idx="498">
                  <c:v>0.5</c:v>
                </c:pt>
                <c:pt idx="499">
                  <c:v>0.5</c:v>
                </c:pt>
                <c:pt idx="500">
                  <c:v>0.5</c:v>
                </c:pt>
                <c:pt idx="501">
                  <c:v>0.5</c:v>
                </c:pt>
                <c:pt idx="502">
                  <c:v>0.5</c:v>
                </c:pt>
                <c:pt idx="503">
                  <c:v>0.5</c:v>
                </c:pt>
                <c:pt idx="504">
                  <c:v>0.5</c:v>
                </c:pt>
                <c:pt idx="505">
                  <c:v>0.5</c:v>
                </c:pt>
                <c:pt idx="506">
                  <c:v>0.5</c:v>
                </c:pt>
                <c:pt idx="507">
                  <c:v>0.5</c:v>
                </c:pt>
                <c:pt idx="508">
                  <c:v>0.5</c:v>
                </c:pt>
                <c:pt idx="509">
                  <c:v>0.5</c:v>
                </c:pt>
                <c:pt idx="510">
                  <c:v>0.5</c:v>
                </c:pt>
                <c:pt idx="511">
                  <c:v>0.5</c:v>
                </c:pt>
                <c:pt idx="512">
                  <c:v>0.5</c:v>
                </c:pt>
                <c:pt idx="513">
                  <c:v>0.5</c:v>
                </c:pt>
                <c:pt idx="514">
                  <c:v>0.5</c:v>
                </c:pt>
                <c:pt idx="515">
                  <c:v>0.5</c:v>
                </c:pt>
                <c:pt idx="516">
                  <c:v>0.5</c:v>
                </c:pt>
                <c:pt idx="517">
                  <c:v>0.5</c:v>
                </c:pt>
                <c:pt idx="518">
                  <c:v>0.5</c:v>
                </c:pt>
                <c:pt idx="519">
                  <c:v>0.5</c:v>
                </c:pt>
                <c:pt idx="520">
                  <c:v>0.5</c:v>
                </c:pt>
                <c:pt idx="521">
                  <c:v>0.5</c:v>
                </c:pt>
                <c:pt idx="522">
                  <c:v>0.5</c:v>
                </c:pt>
                <c:pt idx="523">
                  <c:v>0.5</c:v>
                </c:pt>
                <c:pt idx="524">
                  <c:v>0.5</c:v>
                </c:pt>
                <c:pt idx="525">
                  <c:v>0.5</c:v>
                </c:pt>
                <c:pt idx="526">
                  <c:v>0.5</c:v>
                </c:pt>
                <c:pt idx="527">
                  <c:v>0.5</c:v>
                </c:pt>
                <c:pt idx="528">
                  <c:v>0.5</c:v>
                </c:pt>
                <c:pt idx="529">
                  <c:v>0.5</c:v>
                </c:pt>
                <c:pt idx="530">
                  <c:v>0.5</c:v>
                </c:pt>
                <c:pt idx="531">
                  <c:v>0.5</c:v>
                </c:pt>
                <c:pt idx="532">
                  <c:v>0.5</c:v>
                </c:pt>
                <c:pt idx="533">
                  <c:v>0.5</c:v>
                </c:pt>
                <c:pt idx="534">
                  <c:v>0.5</c:v>
                </c:pt>
                <c:pt idx="535">
                  <c:v>0.5</c:v>
                </c:pt>
                <c:pt idx="536">
                  <c:v>0.5</c:v>
                </c:pt>
                <c:pt idx="537">
                  <c:v>0.5</c:v>
                </c:pt>
                <c:pt idx="538">
                  <c:v>0.5</c:v>
                </c:pt>
                <c:pt idx="539">
                  <c:v>0.5</c:v>
                </c:pt>
                <c:pt idx="540">
                  <c:v>0.5</c:v>
                </c:pt>
                <c:pt idx="541">
                  <c:v>0.5</c:v>
                </c:pt>
                <c:pt idx="542">
                  <c:v>0.5</c:v>
                </c:pt>
                <c:pt idx="543">
                  <c:v>0.5</c:v>
                </c:pt>
                <c:pt idx="544">
                  <c:v>0.5</c:v>
                </c:pt>
                <c:pt idx="545">
                  <c:v>0.5</c:v>
                </c:pt>
                <c:pt idx="546">
                  <c:v>0.5</c:v>
                </c:pt>
                <c:pt idx="547">
                  <c:v>0.5</c:v>
                </c:pt>
                <c:pt idx="548">
                  <c:v>0.5</c:v>
                </c:pt>
                <c:pt idx="549">
                  <c:v>0.5</c:v>
                </c:pt>
                <c:pt idx="550">
                  <c:v>0.5</c:v>
                </c:pt>
                <c:pt idx="551">
                  <c:v>0.5</c:v>
                </c:pt>
                <c:pt idx="552">
                  <c:v>0.5</c:v>
                </c:pt>
                <c:pt idx="553">
                  <c:v>0.5</c:v>
                </c:pt>
                <c:pt idx="554">
                  <c:v>0.5</c:v>
                </c:pt>
                <c:pt idx="555">
                  <c:v>0.5</c:v>
                </c:pt>
                <c:pt idx="556">
                  <c:v>0.5</c:v>
                </c:pt>
                <c:pt idx="557">
                  <c:v>0.5</c:v>
                </c:pt>
                <c:pt idx="558">
                  <c:v>0.5</c:v>
                </c:pt>
                <c:pt idx="559">
                  <c:v>0.5</c:v>
                </c:pt>
                <c:pt idx="560">
                  <c:v>0.5</c:v>
                </c:pt>
                <c:pt idx="561">
                  <c:v>0.5</c:v>
                </c:pt>
                <c:pt idx="562">
                  <c:v>0.5</c:v>
                </c:pt>
                <c:pt idx="563">
                  <c:v>0.5</c:v>
                </c:pt>
                <c:pt idx="564">
                  <c:v>0.5</c:v>
                </c:pt>
                <c:pt idx="565">
                  <c:v>0.5</c:v>
                </c:pt>
                <c:pt idx="566">
                  <c:v>0.5</c:v>
                </c:pt>
                <c:pt idx="567">
                  <c:v>0.5</c:v>
                </c:pt>
                <c:pt idx="568">
                  <c:v>0.5</c:v>
                </c:pt>
                <c:pt idx="569">
                  <c:v>0.5</c:v>
                </c:pt>
                <c:pt idx="570">
                  <c:v>0.5</c:v>
                </c:pt>
                <c:pt idx="571">
                  <c:v>0.5</c:v>
                </c:pt>
                <c:pt idx="572">
                  <c:v>0.5</c:v>
                </c:pt>
                <c:pt idx="573">
                  <c:v>0.5</c:v>
                </c:pt>
                <c:pt idx="574">
                  <c:v>0.5</c:v>
                </c:pt>
                <c:pt idx="575">
                  <c:v>0.5</c:v>
                </c:pt>
                <c:pt idx="576">
                  <c:v>0.5</c:v>
                </c:pt>
                <c:pt idx="577">
                  <c:v>0.5</c:v>
                </c:pt>
                <c:pt idx="578">
                  <c:v>0.5</c:v>
                </c:pt>
                <c:pt idx="579">
                  <c:v>0.5</c:v>
                </c:pt>
                <c:pt idx="580">
                  <c:v>0.5</c:v>
                </c:pt>
                <c:pt idx="581">
                  <c:v>0.5</c:v>
                </c:pt>
                <c:pt idx="582">
                  <c:v>0.5</c:v>
                </c:pt>
                <c:pt idx="583">
                  <c:v>0.5</c:v>
                </c:pt>
                <c:pt idx="584">
                  <c:v>0.5</c:v>
                </c:pt>
                <c:pt idx="585">
                  <c:v>0.5</c:v>
                </c:pt>
                <c:pt idx="586">
                  <c:v>0.5</c:v>
                </c:pt>
                <c:pt idx="587">
                  <c:v>0.5</c:v>
                </c:pt>
                <c:pt idx="588">
                  <c:v>0.5</c:v>
                </c:pt>
                <c:pt idx="589">
                  <c:v>0.5</c:v>
                </c:pt>
                <c:pt idx="590">
                  <c:v>0.5</c:v>
                </c:pt>
                <c:pt idx="591">
                  <c:v>0.5</c:v>
                </c:pt>
                <c:pt idx="592">
                  <c:v>0.5</c:v>
                </c:pt>
                <c:pt idx="593">
                  <c:v>0.5</c:v>
                </c:pt>
                <c:pt idx="594">
                  <c:v>0.5</c:v>
                </c:pt>
                <c:pt idx="595">
                  <c:v>0.5</c:v>
                </c:pt>
                <c:pt idx="596">
                  <c:v>0.5</c:v>
                </c:pt>
                <c:pt idx="597">
                  <c:v>0.5</c:v>
                </c:pt>
                <c:pt idx="598">
                  <c:v>0.5</c:v>
                </c:pt>
                <c:pt idx="599">
                  <c:v>0.5</c:v>
                </c:pt>
                <c:pt idx="600">
                  <c:v>0.5</c:v>
                </c:pt>
                <c:pt idx="601">
                  <c:v>0.5</c:v>
                </c:pt>
                <c:pt idx="602">
                  <c:v>0.5</c:v>
                </c:pt>
                <c:pt idx="603">
                  <c:v>0.5</c:v>
                </c:pt>
                <c:pt idx="604">
                  <c:v>0.5</c:v>
                </c:pt>
                <c:pt idx="605">
                  <c:v>0.5</c:v>
                </c:pt>
                <c:pt idx="606">
                  <c:v>0.5</c:v>
                </c:pt>
                <c:pt idx="607">
                  <c:v>0.5</c:v>
                </c:pt>
                <c:pt idx="608">
                  <c:v>0.5</c:v>
                </c:pt>
                <c:pt idx="609">
                  <c:v>0.5</c:v>
                </c:pt>
                <c:pt idx="610">
                  <c:v>0.5</c:v>
                </c:pt>
                <c:pt idx="611">
                  <c:v>0.5</c:v>
                </c:pt>
                <c:pt idx="612">
                  <c:v>0.5</c:v>
                </c:pt>
                <c:pt idx="613">
                  <c:v>0.5</c:v>
                </c:pt>
                <c:pt idx="614">
                  <c:v>0.5</c:v>
                </c:pt>
                <c:pt idx="615">
                  <c:v>0.5</c:v>
                </c:pt>
                <c:pt idx="616">
                  <c:v>0.5</c:v>
                </c:pt>
                <c:pt idx="617">
                  <c:v>0.5</c:v>
                </c:pt>
                <c:pt idx="618">
                  <c:v>0.5</c:v>
                </c:pt>
                <c:pt idx="619">
                  <c:v>0.5</c:v>
                </c:pt>
                <c:pt idx="620">
                  <c:v>0.5</c:v>
                </c:pt>
                <c:pt idx="621">
                  <c:v>0.5</c:v>
                </c:pt>
                <c:pt idx="622">
                  <c:v>0.5</c:v>
                </c:pt>
                <c:pt idx="623">
                  <c:v>0.5</c:v>
                </c:pt>
                <c:pt idx="624">
                  <c:v>0.5</c:v>
                </c:pt>
                <c:pt idx="625">
                  <c:v>0.5</c:v>
                </c:pt>
                <c:pt idx="626">
                  <c:v>0.5</c:v>
                </c:pt>
                <c:pt idx="627">
                  <c:v>0.5</c:v>
                </c:pt>
                <c:pt idx="628">
                  <c:v>0.5</c:v>
                </c:pt>
                <c:pt idx="629">
                  <c:v>0.5</c:v>
                </c:pt>
                <c:pt idx="630">
                  <c:v>0.5</c:v>
                </c:pt>
                <c:pt idx="631">
                  <c:v>0.5</c:v>
                </c:pt>
                <c:pt idx="632">
                  <c:v>0.5</c:v>
                </c:pt>
                <c:pt idx="633">
                  <c:v>0.5</c:v>
                </c:pt>
                <c:pt idx="634">
                  <c:v>0.5</c:v>
                </c:pt>
                <c:pt idx="635">
                  <c:v>0.5</c:v>
                </c:pt>
                <c:pt idx="636">
                  <c:v>0.5</c:v>
                </c:pt>
                <c:pt idx="637">
                  <c:v>0.5</c:v>
                </c:pt>
                <c:pt idx="638">
                  <c:v>0.5</c:v>
                </c:pt>
                <c:pt idx="639">
                  <c:v>0.5</c:v>
                </c:pt>
                <c:pt idx="640">
                  <c:v>0.5</c:v>
                </c:pt>
                <c:pt idx="641">
                  <c:v>0.5</c:v>
                </c:pt>
                <c:pt idx="642">
                  <c:v>0.5</c:v>
                </c:pt>
                <c:pt idx="643">
                  <c:v>0.5</c:v>
                </c:pt>
                <c:pt idx="644">
                  <c:v>0.5</c:v>
                </c:pt>
                <c:pt idx="645">
                  <c:v>0.5</c:v>
                </c:pt>
                <c:pt idx="646">
                  <c:v>0.5</c:v>
                </c:pt>
                <c:pt idx="647">
                  <c:v>0.5</c:v>
                </c:pt>
                <c:pt idx="648">
                  <c:v>0.5</c:v>
                </c:pt>
                <c:pt idx="649">
                  <c:v>0.5</c:v>
                </c:pt>
                <c:pt idx="650">
                  <c:v>0.5</c:v>
                </c:pt>
                <c:pt idx="651">
                  <c:v>0.5</c:v>
                </c:pt>
                <c:pt idx="652">
                  <c:v>0.5</c:v>
                </c:pt>
                <c:pt idx="653">
                  <c:v>0.5</c:v>
                </c:pt>
                <c:pt idx="654">
                  <c:v>0.5</c:v>
                </c:pt>
                <c:pt idx="655">
                  <c:v>0.5</c:v>
                </c:pt>
                <c:pt idx="656">
                  <c:v>0.5</c:v>
                </c:pt>
                <c:pt idx="657">
                  <c:v>0.5</c:v>
                </c:pt>
                <c:pt idx="658">
                  <c:v>0.5</c:v>
                </c:pt>
                <c:pt idx="659">
                  <c:v>0.5</c:v>
                </c:pt>
                <c:pt idx="660">
                  <c:v>0.5</c:v>
                </c:pt>
                <c:pt idx="661">
                  <c:v>0.5</c:v>
                </c:pt>
                <c:pt idx="662">
                  <c:v>0.5</c:v>
                </c:pt>
                <c:pt idx="663">
                  <c:v>0.5</c:v>
                </c:pt>
                <c:pt idx="664">
                  <c:v>0.5</c:v>
                </c:pt>
                <c:pt idx="665">
                  <c:v>0.5</c:v>
                </c:pt>
                <c:pt idx="666">
                  <c:v>0.5</c:v>
                </c:pt>
                <c:pt idx="667">
                  <c:v>0.5</c:v>
                </c:pt>
                <c:pt idx="668">
                  <c:v>0.5</c:v>
                </c:pt>
                <c:pt idx="669">
                  <c:v>0.5</c:v>
                </c:pt>
                <c:pt idx="670">
                  <c:v>0.5</c:v>
                </c:pt>
                <c:pt idx="671">
                  <c:v>0.5</c:v>
                </c:pt>
                <c:pt idx="672">
                  <c:v>0.5</c:v>
                </c:pt>
                <c:pt idx="673">
                  <c:v>0.5</c:v>
                </c:pt>
                <c:pt idx="674">
                  <c:v>0.5</c:v>
                </c:pt>
                <c:pt idx="675">
                  <c:v>0.5</c:v>
                </c:pt>
                <c:pt idx="676">
                  <c:v>0.5</c:v>
                </c:pt>
                <c:pt idx="677">
                  <c:v>0.5</c:v>
                </c:pt>
                <c:pt idx="678">
                  <c:v>0.5</c:v>
                </c:pt>
                <c:pt idx="679">
                  <c:v>0.5</c:v>
                </c:pt>
                <c:pt idx="680">
                  <c:v>0.5</c:v>
                </c:pt>
                <c:pt idx="681">
                  <c:v>0.5</c:v>
                </c:pt>
                <c:pt idx="682">
                  <c:v>0.5</c:v>
                </c:pt>
                <c:pt idx="683">
                  <c:v>0.5</c:v>
                </c:pt>
                <c:pt idx="684">
                  <c:v>0.5</c:v>
                </c:pt>
                <c:pt idx="685">
                  <c:v>0.5</c:v>
                </c:pt>
                <c:pt idx="686">
                  <c:v>0.5</c:v>
                </c:pt>
                <c:pt idx="687">
                  <c:v>0.5</c:v>
                </c:pt>
                <c:pt idx="688">
                  <c:v>0.5</c:v>
                </c:pt>
                <c:pt idx="689">
                  <c:v>0.5</c:v>
                </c:pt>
                <c:pt idx="690">
                  <c:v>0.5</c:v>
                </c:pt>
                <c:pt idx="691">
                  <c:v>0.5</c:v>
                </c:pt>
                <c:pt idx="692">
                  <c:v>0.5</c:v>
                </c:pt>
                <c:pt idx="693">
                  <c:v>0.5</c:v>
                </c:pt>
                <c:pt idx="694">
                  <c:v>0.5</c:v>
                </c:pt>
                <c:pt idx="695">
                  <c:v>0.5</c:v>
                </c:pt>
                <c:pt idx="696">
                  <c:v>0.5</c:v>
                </c:pt>
                <c:pt idx="697">
                  <c:v>0.5</c:v>
                </c:pt>
                <c:pt idx="698">
                  <c:v>0.5</c:v>
                </c:pt>
                <c:pt idx="699">
                  <c:v>0.5</c:v>
                </c:pt>
                <c:pt idx="700">
                  <c:v>0.5</c:v>
                </c:pt>
                <c:pt idx="701">
                  <c:v>0.5</c:v>
                </c:pt>
                <c:pt idx="702">
                  <c:v>0.5</c:v>
                </c:pt>
                <c:pt idx="703">
                  <c:v>0.5</c:v>
                </c:pt>
                <c:pt idx="704">
                  <c:v>0.5</c:v>
                </c:pt>
                <c:pt idx="705">
                  <c:v>0.5</c:v>
                </c:pt>
                <c:pt idx="706">
                  <c:v>0.5</c:v>
                </c:pt>
                <c:pt idx="707">
                  <c:v>0.5</c:v>
                </c:pt>
                <c:pt idx="708">
                  <c:v>0.5</c:v>
                </c:pt>
                <c:pt idx="709">
                  <c:v>0.5</c:v>
                </c:pt>
                <c:pt idx="710">
                  <c:v>0.5</c:v>
                </c:pt>
                <c:pt idx="711">
                  <c:v>0.5</c:v>
                </c:pt>
                <c:pt idx="712">
                  <c:v>0.5</c:v>
                </c:pt>
                <c:pt idx="713">
                  <c:v>0.75</c:v>
                </c:pt>
                <c:pt idx="714">
                  <c:v>0.75</c:v>
                </c:pt>
                <c:pt idx="715">
                  <c:v>0.75</c:v>
                </c:pt>
                <c:pt idx="716">
                  <c:v>0.75</c:v>
                </c:pt>
                <c:pt idx="717">
                  <c:v>0.75</c:v>
                </c:pt>
                <c:pt idx="718">
                  <c:v>0.75</c:v>
                </c:pt>
                <c:pt idx="719">
                  <c:v>0.75</c:v>
                </c:pt>
                <c:pt idx="720">
                  <c:v>0.75</c:v>
                </c:pt>
                <c:pt idx="721">
                  <c:v>0.75</c:v>
                </c:pt>
                <c:pt idx="722">
                  <c:v>0.75</c:v>
                </c:pt>
                <c:pt idx="723">
                  <c:v>0.75</c:v>
                </c:pt>
                <c:pt idx="724">
                  <c:v>0.75</c:v>
                </c:pt>
                <c:pt idx="725">
                  <c:v>0.75</c:v>
                </c:pt>
                <c:pt idx="726">
                  <c:v>0.75</c:v>
                </c:pt>
                <c:pt idx="727">
                  <c:v>0.75</c:v>
                </c:pt>
                <c:pt idx="728">
                  <c:v>0.75</c:v>
                </c:pt>
                <c:pt idx="729">
                  <c:v>0.75</c:v>
                </c:pt>
                <c:pt idx="730">
                  <c:v>0.75</c:v>
                </c:pt>
                <c:pt idx="731">
                  <c:v>0.75</c:v>
                </c:pt>
                <c:pt idx="732">
                  <c:v>0.75</c:v>
                </c:pt>
                <c:pt idx="733">
                  <c:v>0.75</c:v>
                </c:pt>
                <c:pt idx="734">
                  <c:v>0.75</c:v>
                </c:pt>
                <c:pt idx="735">
                  <c:v>0.75</c:v>
                </c:pt>
                <c:pt idx="736">
                  <c:v>0.75</c:v>
                </c:pt>
                <c:pt idx="737">
                  <c:v>0.75</c:v>
                </c:pt>
                <c:pt idx="738">
                  <c:v>0.75</c:v>
                </c:pt>
                <c:pt idx="739">
                  <c:v>0.75</c:v>
                </c:pt>
                <c:pt idx="740">
                  <c:v>0.75</c:v>
                </c:pt>
                <c:pt idx="741">
                  <c:v>0.75</c:v>
                </c:pt>
                <c:pt idx="742">
                  <c:v>0.75</c:v>
                </c:pt>
                <c:pt idx="743">
                  <c:v>0.75</c:v>
                </c:pt>
                <c:pt idx="744">
                  <c:v>0.75</c:v>
                </c:pt>
                <c:pt idx="745">
                  <c:v>0.75</c:v>
                </c:pt>
                <c:pt idx="746">
                  <c:v>0.75</c:v>
                </c:pt>
                <c:pt idx="747">
                  <c:v>0.75</c:v>
                </c:pt>
                <c:pt idx="748">
                  <c:v>0.75</c:v>
                </c:pt>
                <c:pt idx="749">
                  <c:v>0.75</c:v>
                </c:pt>
                <c:pt idx="750">
                  <c:v>0.75</c:v>
                </c:pt>
                <c:pt idx="751">
                  <c:v>0.75</c:v>
                </c:pt>
                <c:pt idx="752">
                  <c:v>0.75</c:v>
                </c:pt>
                <c:pt idx="753">
                  <c:v>0.75</c:v>
                </c:pt>
                <c:pt idx="754">
                  <c:v>0.75</c:v>
                </c:pt>
                <c:pt idx="755">
                  <c:v>0.75</c:v>
                </c:pt>
                <c:pt idx="756">
                  <c:v>0.75</c:v>
                </c:pt>
                <c:pt idx="757">
                  <c:v>0.75</c:v>
                </c:pt>
                <c:pt idx="758">
                  <c:v>0.75</c:v>
                </c:pt>
                <c:pt idx="759">
                  <c:v>0.75</c:v>
                </c:pt>
                <c:pt idx="760">
                  <c:v>0.75</c:v>
                </c:pt>
                <c:pt idx="761">
                  <c:v>0.75</c:v>
                </c:pt>
                <c:pt idx="762">
                  <c:v>0.75</c:v>
                </c:pt>
                <c:pt idx="763">
                  <c:v>0.75</c:v>
                </c:pt>
                <c:pt idx="764">
                  <c:v>0.75</c:v>
                </c:pt>
                <c:pt idx="765">
                  <c:v>0.75</c:v>
                </c:pt>
                <c:pt idx="766">
                  <c:v>0.75</c:v>
                </c:pt>
                <c:pt idx="767">
                  <c:v>0.75</c:v>
                </c:pt>
                <c:pt idx="768">
                  <c:v>0.75</c:v>
                </c:pt>
                <c:pt idx="769">
                  <c:v>0.75</c:v>
                </c:pt>
                <c:pt idx="770">
                  <c:v>0.75</c:v>
                </c:pt>
                <c:pt idx="771">
                  <c:v>0.75</c:v>
                </c:pt>
                <c:pt idx="772">
                  <c:v>0.75</c:v>
                </c:pt>
                <c:pt idx="773">
                  <c:v>0.75</c:v>
                </c:pt>
                <c:pt idx="774">
                  <c:v>0.75</c:v>
                </c:pt>
                <c:pt idx="775">
                  <c:v>0.75</c:v>
                </c:pt>
                <c:pt idx="776">
                  <c:v>0.75</c:v>
                </c:pt>
                <c:pt idx="777">
                  <c:v>0.75</c:v>
                </c:pt>
                <c:pt idx="778">
                  <c:v>0.75</c:v>
                </c:pt>
                <c:pt idx="779">
                  <c:v>0.75</c:v>
                </c:pt>
                <c:pt idx="780">
                  <c:v>0.75</c:v>
                </c:pt>
                <c:pt idx="781">
                  <c:v>0.75</c:v>
                </c:pt>
                <c:pt idx="782">
                  <c:v>0.75</c:v>
                </c:pt>
                <c:pt idx="783">
                  <c:v>0.75</c:v>
                </c:pt>
                <c:pt idx="784">
                  <c:v>0.75</c:v>
                </c:pt>
                <c:pt idx="785">
                  <c:v>0.75</c:v>
                </c:pt>
                <c:pt idx="786">
                  <c:v>0.75</c:v>
                </c:pt>
                <c:pt idx="787">
                  <c:v>0.75</c:v>
                </c:pt>
                <c:pt idx="788">
                  <c:v>0.75</c:v>
                </c:pt>
                <c:pt idx="789">
                  <c:v>0.75</c:v>
                </c:pt>
                <c:pt idx="790">
                  <c:v>0.75</c:v>
                </c:pt>
                <c:pt idx="791">
                  <c:v>0.75</c:v>
                </c:pt>
                <c:pt idx="792">
                  <c:v>0.75</c:v>
                </c:pt>
                <c:pt idx="793">
                  <c:v>0.75</c:v>
                </c:pt>
                <c:pt idx="794">
                  <c:v>0.75</c:v>
                </c:pt>
                <c:pt idx="795">
                  <c:v>0.75</c:v>
                </c:pt>
                <c:pt idx="796">
                  <c:v>0.75</c:v>
                </c:pt>
                <c:pt idx="797">
                  <c:v>0.75</c:v>
                </c:pt>
                <c:pt idx="798">
                  <c:v>0.75</c:v>
                </c:pt>
                <c:pt idx="799">
                  <c:v>0.75</c:v>
                </c:pt>
                <c:pt idx="800">
                  <c:v>0.75</c:v>
                </c:pt>
                <c:pt idx="801">
                  <c:v>0.75</c:v>
                </c:pt>
                <c:pt idx="802">
                  <c:v>0.75</c:v>
                </c:pt>
                <c:pt idx="803">
                  <c:v>0.75</c:v>
                </c:pt>
                <c:pt idx="804">
                  <c:v>1</c:v>
                </c:pt>
                <c:pt idx="805">
                  <c:v>1</c:v>
                </c:pt>
                <c:pt idx="806">
                  <c:v>1</c:v>
                </c:pt>
                <c:pt idx="807">
                  <c:v>1</c:v>
                </c:pt>
                <c:pt idx="808">
                  <c:v>1</c:v>
                </c:pt>
                <c:pt idx="809">
                  <c:v>1</c:v>
                </c:pt>
                <c:pt idx="810">
                  <c:v>1</c:v>
                </c:pt>
                <c:pt idx="811">
                  <c:v>1</c:v>
                </c:pt>
                <c:pt idx="812">
                  <c:v>1</c:v>
                </c:pt>
                <c:pt idx="813">
                  <c:v>1</c:v>
                </c:pt>
                <c:pt idx="814">
                  <c:v>1</c:v>
                </c:pt>
                <c:pt idx="815">
                  <c:v>1</c:v>
                </c:pt>
                <c:pt idx="816">
                  <c:v>1</c:v>
                </c:pt>
                <c:pt idx="817">
                  <c:v>1</c:v>
                </c:pt>
                <c:pt idx="818">
                  <c:v>1</c:v>
                </c:pt>
                <c:pt idx="819">
                  <c:v>1</c:v>
                </c:pt>
                <c:pt idx="820">
                  <c:v>1</c:v>
                </c:pt>
                <c:pt idx="821">
                  <c:v>1</c:v>
                </c:pt>
                <c:pt idx="822">
                  <c:v>1</c:v>
                </c:pt>
                <c:pt idx="823">
                  <c:v>1</c:v>
                </c:pt>
                <c:pt idx="824">
                  <c:v>1</c:v>
                </c:pt>
                <c:pt idx="825">
                  <c:v>1</c:v>
                </c:pt>
                <c:pt idx="826">
                  <c:v>1</c:v>
                </c:pt>
                <c:pt idx="827">
                  <c:v>1</c:v>
                </c:pt>
                <c:pt idx="828">
                  <c:v>1</c:v>
                </c:pt>
                <c:pt idx="829">
                  <c:v>1</c:v>
                </c:pt>
                <c:pt idx="830">
                  <c:v>1</c:v>
                </c:pt>
                <c:pt idx="831">
                  <c:v>1</c:v>
                </c:pt>
                <c:pt idx="832">
                  <c:v>1</c:v>
                </c:pt>
                <c:pt idx="833">
                  <c:v>1</c:v>
                </c:pt>
                <c:pt idx="834">
                  <c:v>1</c:v>
                </c:pt>
                <c:pt idx="835">
                  <c:v>1</c:v>
                </c:pt>
                <c:pt idx="836">
                  <c:v>1</c:v>
                </c:pt>
                <c:pt idx="837">
                  <c:v>1</c:v>
                </c:pt>
                <c:pt idx="838">
                  <c:v>1</c:v>
                </c:pt>
                <c:pt idx="839">
                  <c:v>1</c:v>
                </c:pt>
                <c:pt idx="840">
                  <c:v>1</c:v>
                </c:pt>
                <c:pt idx="841">
                  <c:v>1</c:v>
                </c:pt>
                <c:pt idx="842">
                  <c:v>1</c:v>
                </c:pt>
                <c:pt idx="843">
                  <c:v>1</c:v>
                </c:pt>
                <c:pt idx="844">
                  <c:v>1</c:v>
                </c:pt>
                <c:pt idx="845">
                  <c:v>1</c:v>
                </c:pt>
                <c:pt idx="846">
                  <c:v>1</c:v>
                </c:pt>
                <c:pt idx="847">
                  <c:v>1</c:v>
                </c:pt>
                <c:pt idx="848">
                  <c:v>1</c:v>
                </c:pt>
                <c:pt idx="849">
                  <c:v>1</c:v>
                </c:pt>
                <c:pt idx="850">
                  <c:v>1</c:v>
                </c:pt>
                <c:pt idx="851">
                  <c:v>1</c:v>
                </c:pt>
                <c:pt idx="852">
                  <c:v>1</c:v>
                </c:pt>
                <c:pt idx="853">
                  <c:v>1</c:v>
                </c:pt>
                <c:pt idx="854">
                  <c:v>1</c:v>
                </c:pt>
                <c:pt idx="855">
                  <c:v>1</c:v>
                </c:pt>
                <c:pt idx="856">
                  <c:v>1</c:v>
                </c:pt>
                <c:pt idx="857">
                  <c:v>1</c:v>
                </c:pt>
                <c:pt idx="858">
                  <c:v>1</c:v>
                </c:pt>
                <c:pt idx="859">
                  <c:v>1</c:v>
                </c:pt>
                <c:pt idx="860">
                  <c:v>1</c:v>
                </c:pt>
                <c:pt idx="861">
                  <c:v>1</c:v>
                </c:pt>
                <c:pt idx="862">
                  <c:v>1</c:v>
                </c:pt>
                <c:pt idx="863">
                  <c:v>1</c:v>
                </c:pt>
                <c:pt idx="864">
                  <c:v>1</c:v>
                </c:pt>
                <c:pt idx="865">
                  <c:v>1</c:v>
                </c:pt>
                <c:pt idx="866">
                  <c:v>1</c:v>
                </c:pt>
                <c:pt idx="867">
                  <c:v>1</c:v>
                </c:pt>
                <c:pt idx="868">
                  <c:v>1</c:v>
                </c:pt>
                <c:pt idx="869">
                  <c:v>1</c:v>
                </c:pt>
                <c:pt idx="870">
                  <c:v>1</c:v>
                </c:pt>
                <c:pt idx="871">
                  <c:v>1</c:v>
                </c:pt>
                <c:pt idx="872">
                  <c:v>1</c:v>
                </c:pt>
                <c:pt idx="873">
                  <c:v>1</c:v>
                </c:pt>
                <c:pt idx="874">
                  <c:v>1</c:v>
                </c:pt>
                <c:pt idx="875">
                  <c:v>1</c:v>
                </c:pt>
                <c:pt idx="876">
                  <c:v>1</c:v>
                </c:pt>
                <c:pt idx="877">
                  <c:v>1</c:v>
                </c:pt>
                <c:pt idx="878">
                  <c:v>1</c:v>
                </c:pt>
                <c:pt idx="879">
                  <c:v>1</c:v>
                </c:pt>
                <c:pt idx="880">
                  <c:v>1</c:v>
                </c:pt>
                <c:pt idx="881">
                  <c:v>1</c:v>
                </c:pt>
                <c:pt idx="882">
                  <c:v>1</c:v>
                </c:pt>
                <c:pt idx="883">
                  <c:v>1</c:v>
                </c:pt>
                <c:pt idx="884">
                  <c:v>1</c:v>
                </c:pt>
                <c:pt idx="885">
                  <c:v>1</c:v>
                </c:pt>
                <c:pt idx="886">
                  <c:v>1</c:v>
                </c:pt>
                <c:pt idx="887">
                  <c:v>1</c:v>
                </c:pt>
                <c:pt idx="888">
                  <c:v>1</c:v>
                </c:pt>
                <c:pt idx="889">
                  <c:v>1</c:v>
                </c:pt>
                <c:pt idx="890">
                  <c:v>1</c:v>
                </c:pt>
                <c:pt idx="891">
                  <c:v>1</c:v>
                </c:pt>
                <c:pt idx="892">
                  <c:v>1</c:v>
                </c:pt>
                <c:pt idx="893">
                  <c:v>1</c:v>
                </c:pt>
                <c:pt idx="894">
                  <c:v>1</c:v>
                </c:pt>
                <c:pt idx="895">
                  <c:v>1.25</c:v>
                </c:pt>
                <c:pt idx="896">
                  <c:v>1.25</c:v>
                </c:pt>
                <c:pt idx="897">
                  <c:v>1.25</c:v>
                </c:pt>
                <c:pt idx="898">
                  <c:v>1.25</c:v>
                </c:pt>
                <c:pt idx="899">
                  <c:v>1.25</c:v>
                </c:pt>
                <c:pt idx="900">
                  <c:v>1.25</c:v>
                </c:pt>
                <c:pt idx="901">
                  <c:v>1.25</c:v>
                </c:pt>
                <c:pt idx="902">
                  <c:v>1.25</c:v>
                </c:pt>
                <c:pt idx="903">
                  <c:v>1.25</c:v>
                </c:pt>
                <c:pt idx="904">
                  <c:v>1.25</c:v>
                </c:pt>
                <c:pt idx="905">
                  <c:v>1.25</c:v>
                </c:pt>
                <c:pt idx="906">
                  <c:v>1.25</c:v>
                </c:pt>
                <c:pt idx="907">
                  <c:v>1.25</c:v>
                </c:pt>
                <c:pt idx="908">
                  <c:v>1.25</c:v>
                </c:pt>
                <c:pt idx="909">
                  <c:v>1.25</c:v>
                </c:pt>
                <c:pt idx="910">
                  <c:v>1.25</c:v>
                </c:pt>
                <c:pt idx="911">
                  <c:v>1.25</c:v>
                </c:pt>
                <c:pt idx="912">
                  <c:v>1.25</c:v>
                </c:pt>
                <c:pt idx="913">
                  <c:v>1.25</c:v>
                </c:pt>
                <c:pt idx="914">
                  <c:v>1.25</c:v>
                </c:pt>
                <c:pt idx="915">
                  <c:v>1.25</c:v>
                </c:pt>
                <c:pt idx="916">
                  <c:v>1.25</c:v>
                </c:pt>
                <c:pt idx="917">
                  <c:v>1.25</c:v>
                </c:pt>
                <c:pt idx="918">
                  <c:v>1.25</c:v>
                </c:pt>
                <c:pt idx="919">
                  <c:v>1.25</c:v>
                </c:pt>
                <c:pt idx="920">
                  <c:v>1.25</c:v>
                </c:pt>
                <c:pt idx="921">
                  <c:v>1.25</c:v>
                </c:pt>
                <c:pt idx="922">
                  <c:v>1.25</c:v>
                </c:pt>
                <c:pt idx="923">
                  <c:v>1.25</c:v>
                </c:pt>
                <c:pt idx="924">
                  <c:v>1.25</c:v>
                </c:pt>
                <c:pt idx="925">
                  <c:v>1.25</c:v>
                </c:pt>
                <c:pt idx="926">
                  <c:v>1.25</c:v>
                </c:pt>
                <c:pt idx="927">
                  <c:v>1.25</c:v>
                </c:pt>
                <c:pt idx="928">
                  <c:v>1.25</c:v>
                </c:pt>
                <c:pt idx="929">
                  <c:v>1.25</c:v>
                </c:pt>
                <c:pt idx="930">
                  <c:v>1.25</c:v>
                </c:pt>
                <c:pt idx="931">
                  <c:v>1.25</c:v>
                </c:pt>
                <c:pt idx="932">
                  <c:v>1.25</c:v>
                </c:pt>
                <c:pt idx="933">
                  <c:v>1.25</c:v>
                </c:pt>
                <c:pt idx="934">
                  <c:v>1.25</c:v>
                </c:pt>
                <c:pt idx="935">
                  <c:v>1.25</c:v>
                </c:pt>
                <c:pt idx="936">
                  <c:v>1.25</c:v>
                </c:pt>
                <c:pt idx="937">
                  <c:v>1.25</c:v>
                </c:pt>
                <c:pt idx="938">
                  <c:v>1.25</c:v>
                </c:pt>
                <c:pt idx="939">
                  <c:v>1.25</c:v>
                </c:pt>
                <c:pt idx="940">
                  <c:v>1.25</c:v>
                </c:pt>
                <c:pt idx="941">
                  <c:v>1.25</c:v>
                </c:pt>
                <c:pt idx="942">
                  <c:v>1.25</c:v>
                </c:pt>
                <c:pt idx="943">
                  <c:v>1.25</c:v>
                </c:pt>
                <c:pt idx="944">
                  <c:v>1.25</c:v>
                </c:pt>
                <c:pt idx="945">
                  <c:v>1.25</c:v>
                </c:pt>
                <c:pt idx="946">
                  <c:v>1.25</c:v>
                </c:pt>
                <c:pt idx="947">
                  <c:v>1.25</c:v>
                </c:pt>
                <c:pt idx="948">
                  <c:v>1.25</c:v>
                </c:pt>
                <c:pt idx="949">
                  <c:v>1.25</c:v>
                </c:pt>
                <c:pt idx="950">
                  <c:v>1.25</c:v>
                </c:pt>
                <c:pt idx="951">
                  <c:v>1.25</c:v>
                </c:pt>
                <c:pt idx="952">
                  <c:v>1.25</c:v>
                </c:pt>
                <c:pt idx="953">
                  <c:v>1.25</c:v>
                </c:pt>
                <c:pt idx="954">
                  <c:v>1.25</c:v>
                </c:pt>
                <c:pt idx="955">
                  <c:v>1.25</c:v>
                </c:pt>
                <c:pt idx="956">
                  <c:v>1.25</c:v>
                </c:pt>
                <c:pt idx="957">
                  <c:v>1.25</c:v>
                </c:pt>
                <c:pt idx="958">
                  <c:v>1.25</c:v>
                </c:pt>
                <c:pt idx="959">
                  <c:v>1.25</c:v>
                </c:pt>
                <c:pt idx="960">
                  <c:v>1.25</c:v>
                </c:pt>
                <c:pt idx="961">
                  <c:v>1.25</c:v>
                </c:pt>
                <c:pt idx="962">
                  <c:v>1.25</c:v>
                </c:pt>
                <c:pt idx="963">
                  <c:v>1.25</c:v>
                </c:pt>
                <c:pt idx="964">
                  <c:v>1.25</c:v>
                </c:pt>
                <c:pt idx="965">
                  <c:v>1.25</c:v>
                </c:pt>
                <c:pt idx="966">
                  <c:v>1.25</c:v>
                </c:pt>
                <c:pt idx="967">
                  <c:v>1.25</c:v>
                </c:pt>
                <c:pt idx="968">
                  <c:v>1.25</c:v>
                </c:pt>
                <c:pt idx="969">
                  <c:v>1.25</c:v>
                </c:pt>
                <c:pt idx="970">
                  <c:v>1.25</c:v>
                </c:pt>
                <c:pt idx="971">
                  <c:v>1.25</c:v>
                </c:pt>
                <c:pt idx="972">
                  <c:v>1.25</c:v>
                </c:pt>
                <c:pt idx="973">
                  <c:v>1.25</c:v>
                </c:pt>
                <c:pt idx="974">
                  <c:v>1.25</c:v>
                </c:pt>
                <c:pt idx="975">
                  <c:v>1.25</c:v>
                </c:pt>
                <c:pt idx="976">
                  <c:v>1.25</c:v>
                </c:pt>
                <c:pt idx="977">
                  <c:v>1.25</c:v>
                </c:pt>
                <c:pt idx="978">
                  <c:v>1.25</c:v>
                </c:pt>
                <c:pt idx="979">
                  <c:v>1.25</c:v>
                </c:pt>
                <c:pt idx="980">
                  <c:v>1.25</c:v>
                </c:pt>
                <c:pt idx="981">
                  <c:v>1.25</c:v>
                </c:pt>
                <c:pt idx="982">
                  <c:v>1.25</c:v>
                </c:pt>
                <c:pt idx="983">
                  <c:v>1.25</c:v>
                </c:pt>
                <c:pt idx="984">
                  <c:v>1.25</c:v>
                </c:pt>
                <c:pt idx="985">
                  <c:v>1.25</c:v>
                </c:pt>
                <c:pt idx="986">
                  <c:v>1.25</c:v>
                </c:pt>
                <c:pt idx="987">
                  <c:v>1.25</c:v>
                </c:pt>
                <c:pt idx="988">
                  <c:v>1.25</c:v>
                </c:pt>
                <c:pt idx="989">
                  <c:v>1.25</c:v>
                </c:pt>
                <c:pt idx="990">
                  <c:v>1.25</c:v>
                </c:pt>
                <c:pt idx="991">
                  <c:v>1.25</c:v>
                </c:pt>
                <c:pt idx="992">
                  <c:v>1.25</c:v>
                </c:pt>
                <c:pt idx="993">
                  <c:v>1.25</c:v>
                </c:pt>
                <c:pt idx="994">
                  <c:v>1.25</c:v>
                </c:pt>
                <c:pt idx="995">
                  <c:v>1.25</c:v>
                </c:pt>
                <c:pt idx="996">
                  <c:v>1.25</c:v>
                </c:pt>
                <c:pt idx="997">
                  <c:v>1.25</c:v>
                </c:pt>
                <c:pt idx="998">
                  <c:v>1.25</c:v>
                </c:pt>
                <c:pt idx="999">
                  <c:v>1.25</c:v>
                </c:pt>
                <c:pt idx="1000">
                  <c:v>1.25</c:v>
                </c:pt>
                <c:pt idx="1001">
                  <c:v>1.25</c:v>
                </c:pt>
                <c:pt idx="1002">
                  <c:v>1.25</c:v>
                </c:pt>
                <c:pt idx="1003">
                  <c:v>1.25</c:v>
                </c:pt>
                <c:pt idx="1004">
                  <c:v>1.25</c:v>
                </c:pt>
                <c:pt idx="1005">
                  <c:v>1.25</c:v>
                </c:pt>
                <c:pt idx="1006">
                  <c:v>1.25</c:v>
                </c:pt>
                <c:pt idx="1007">
                  <c:v>1.25</c:v>
                </c:pt>
                <c:pt idx="1008">
                  <c:v>1.25</c:v>
                </c:pt>
                <c:pt idx="1009">
                  <c:v>1.25</c:v>
                </c:pt>
                <c:pt idx="1010">
                  <c:v>1.25</c:v>
                </c:pt>
                <c:pt idx="1011">
                  <c:v>1.25</c:v>
                </c:pt>
                <c:pt idx="1012">
                  <c:v>1.25</c:v>
                </c:pt>
                <c:pt idx="1013">
                  <c:v>1.25</c:v>
                </c:pt>
                <c:pt idx="1014">
                  <c:v>1.25</c:v>
                </c:pt>
                <c:pt idx="1015">
                  <c:v>1.25</c:v>
                </c:pt>
                <c:pt idx="1016">
                  <c:v>1.25</c:v>
                </c:pt>
                <c:pt idx="1017">
                  <c:v>1.25</c:v>
                </c:pt>
                <c:pt idx="1018">
                  <c:v>1.25</c:v>
                </c:pt>
                <c:pt idx="1019">
                  <c:v>1.25</c:v>
                </c:pt>
                <c:pt idx="1020">
                  <c:v>1.25</c:v>
                </c:pt>
                <c:pt idx="1021">
                  <c:v>1.25</c:v>
                </c:pt>
                <c:pt idx="1022">
                  <c:v>1.25</c:v>
                </c:pt>
                <c:pt idx="1023">
                  <c:v>1.25</c:v>
                </c:pt>
                <c:pt idx="1024">
                  <c:v>1.25</c:v>
                </c:pt>
                <c:pt idx="1025">
                  <c:v>1.25</c:v>
                </c:pt>
                <c:pt idx="1026">
                  <c:v>1.25</c:v>
                </c:pt>
                <c:pt idx="1027">
                  <c:v>1.25</c:v>
                </c:pt>
                <c:pt idx="1028">
                  <c:v>1.25</c:v>
                </c:pt>
                <c:pt idx="1029">
                  <c:v>1.25</c:v>
                </c:pt>
                <c:pt idx="1030">
                  <c:v>1.25</c:v>
                </c:pt>
                <c:pt idx="1031">
                  <c:v>1.25</c:v>
                </c:pt>
                <c:pt idx="1032">
                  <c:v>1.25</c:v>
                </c:pt>
                <c:pt idx="1033">
                  <c:v>1.25</c:v>
                </c:pt>
                <c:pt idx="1034">
                  <c:v>1.25</c:v>
                </c:pt>
                <c:pt idx="1035">
                  <c:v>1.25</c:v>
                </c:pt>
                <c:pt idx="1036">
                  <c:v>1.25</c:v>
                </c:pt>
                <c:pt idx="1037">
                  <c:v>1.25</c:v>
                </c:pt>
                <c:pt idx="1038">
                  <c:v>1.25</c:v>
                </c:pt>
                <c:pt idx="1039">
                  <c:v>1.25</c:v>
                </c:pt>
                <c:pt idx="1040">
                  <c:v>1.25</c:v>
                </c:pt>
                <c:pt idx="1041">
                  <c:v>1.25</c:v>
                </c:pt>
                <c:pt idx="1042">
                  <c:v>1.25</c:v>
                </c:pt>
                <c:pt idx="1043">
                  <c:v>1.25</c:v>
                </c:pt>
                <c:pt idx="1044">
                  <c:v>1.25</c:v>
                </c:pt>
                <c:pt idx="1045">
                  <c:v>1.25</c:v>
                </c:pt>
                <c:pt idx="1046">
                  <c:v>1.25</c:v>
                </c:pt>
                <c:pt idx="1047">
                  <c:v>1.25</c:v>
                </c:pt>
                <c:pt idx="1048">
                  <c:v>1.25</c:v>
                </c:pt>
                <c:pt idx="1049">
                  <c:v>1.25</c:v>
                </c:pt>
                <c:pt idx="1050">
                  <c:v>1.25</c:v>
                </c:pt>
                <c:pt idx="1051">
                  <c:v>1.25</c:v>
                </c:pt>
                <c:pt idx="1052">
                  <c:v>1.25</c:v>
                </c:pt>
                <c:pt idx="1053">
                  <c:v>1.25</c:v>
                </c:pt>
                <c:pt idx="1054">
                  <c:v>1.25</c:v>
                </c:pt>
                <c:pt idx="1055">
                  <c:v>1.25</c:v>
                </c:pt>
                <c:pt idx="1056">
                  <c:v>1.25</c:v>
                </c:pt>
                <c:pt idx="1057">
                  <c:v>1.25</c:v>
                </c:pt>
                <c:pt idx="1058">
                  <c:v>1.25</c:v>
                </c:pt>
                <c:pt idx="1059">
                  <c:v>1.25</c:v>
                </c:pt>
                <c:pt idx="1060">
                  <c:v>1.25</c:v>
                </c:pt>
                <c:pt idx="1061">
                  <c:v>1.25</c:v>
                </c:pt>
                <c:pt idx="1062">
                  <c:v>1.25</c:v>
                </c:pt>
                <c:pt idx="1063">
                  <c:v>1.25</c:v>
                </c:pt>
                <c:pt idx="1064">
                  <c:v>1.25</c:v>
                </c:pt>
                <c:pt idx="1065">
                  <c:v>1.25</c:v>
                </c:pt>
                <c:pt idx="1066">
                  <c:v>1.25</c:v>
                </c:pt>
                <c:pt idx="1067">
                  <c:v>1.25</c:v>
                </c:pt>
                <c:pt idx="1068">
                  <c:v>1.25</c:v>
                </c:pt>
                <c:pt idx="1069">
                  <c:v>1.25</c:v>
                </c:pt>
                <c:pt idx="1070">
                  <c:v>1.25</c:v>
                </c:pt>
                <c:pt idx="1071">
                  <c:v>1.25</c:v>
                </c:pt>
                <c:pt idx="1072">
                  <c:v>1.25</c:v>
                </c:pt>
                <c:pt idx="1073">
                  <c:v>1.25</c:v>
                </c:pt>
                <c:pt idx="1074">
                  <c:v>1.25</c:v>
                </c:pt>
                <c:pt idx="1075">
                  <c:v>1.25</c:v>
                </c:pt>
                <c:pt idx="1076">
                  <c:v>1.25</c:v>
                </c:pt>
                <c:pt idx="1077">
                  <c:v>1.5</c:v>
                </c:pt>
                <c:pt idx="1078">
                  <c:v>1.5</c:v>
                </c:pt>
                <c:pt idx="1079">
                  <c:v>1.5</c:v>
                </c:pt>
                <c:pt idx="1080">
                  <c:v>1.5</c:v>
                </c:pt>
                <c:pt idx="1081">
                  <c:v>1.5</c:v>
                </c:pt>
                <c:pt idx="1082">
                  <c:v>1.5</c:v>
                </c:pt>
                <c:pt idx="1083">
                  <c:v>1.5</c:v>
                </c:pt>
                <c:pt idx="1084">
                  <c:v>1.5</c:v>
                </c:pt>
                <c:pt idx="1085">
                  <c:v>1.5</c:v>
                </c:pt>
                <c:pt idx="1086">
                  <c:v>1.5</c:v>
                </c:pt>
                <c:pt idx="1087">
                  <c:v>1.5</c:v>
                </c:pt>
                <c:pt idx="1088">
                  <c:v>1.5</c:v>
                </c:pt>
                <c:pt idx="1089">
                  <c:v>1.5</c:v>
                </c:pt>
                <c:pt idx="1090">
                  <c:v>1.5</c:v>
                </c:pt>
                <c:pt idx="1091">
                  <c:v>1.5</c:v>
                </c:pt>
                <c:pt idx="1092">
                  <c:v>1.5</c:v>
                </c:pt>
                <c:pt idx="1093">
                  <c:v>1.5</c:v>
                </c:pt>
                <c:pt idx="1094">
                  <c:v>1.5</c:v>
                </c:pt>
                <c:pt idx="1095">
                  <c:v>1.5</c:v>
                </c:pt>
                <c:pt idx="1096">
                  <c:v>1.5</c:v>
                </c:pt>
                <c:pt idx="1097">
                  <c:v>1.5</c:v>
                </c:pt>
                <c:pt idx="1098">
                  <c:v>1.5</c:v>
                </c:pt>
                <c:pt idx="1099">
                  <c:v>1.5</c:v>
                </c:pt>
                <c:pt idx="1100">
                  <c:v>1.5</c:v>
                </c:pt>
                <c:pt idx="1101">
                  <c:v>1.5</c:v>
                </c:pt>
                <c:pt idx="1102">
                  <c:v>1.5</c:v>
                </c:pt>
                <c:pt idx="1103">
                  <c:v>1.5</c:v>
                </c:pt>
                <c:pt idx="1104">
                  <c:v>1.5</c:v>
                </c:pt>
                <c:pt idx="1105">
                  <c:v>1.5</c:v>
                </c:pt>
                <c:pt idx="1106">
                  <c:v>1.5</c:v>
                </c:pt>
                <c:pt idx="1107">
                  <c:v>1.5</c:v>
                </c:pt>
                <c:pt idx="1108">
                  <c:v>1.5</c:v>
                </c:pt>
                <c:pt idx="1109">
                  <c:v>1.5</c:v>
                </c:pt>
                <c:pt idx="1110">
                  <c:v>1.5</c:v>
                </c:pt>
                <c:pt idx="1111">
                  <c:v>1.5</c:v>
                </c:pt>
                <c:pt idx="1112">
                  <c:v>1.5</c:v>
                </c:pt>
                <c:pt idx="1113">
                  <c:v>1.5</c:v>
                </c:pt>
                <c:pt idx="1114">
                  <c:v>1.5</c:v>
                </c:pt>
                <c:pt idx="1115">
                  <c:v>1.5</c:v>
                </c:pt>
                <c:pt idx="1116">
                  <c:v>1.5</c:v>
                </c:pt>
                <c:pt idx="1117">
                  <c:v>1.5</c:v>
                </c:pt>
                <c:pt idx="1118">
                  <c:v>1.5</c:v>
                </c:pt>
                <c:pt idx="1119">
                  <c:v>1.5</c:v>
                </c:pt>
                <c:pt idx="1120">
                  <c:v>1.5</c:v>
                </c:pt>
                <c:pt idx="1121">
                  <c:v>1.5</c:v>
                </c:pt>
                <c:pt idx="1122">
                  <c:v>1.5</c:v>
                </c:pt>
                <c:pt idx="1123">
                  <c:v>1.5</c:v>
                </c:pt>
                <c:pt idx="1124">
                  <c:v>1.5</c:v>
                </c:pt>
                <c:pt idx="1125">
                  <c:v>1.5</c:v>
                </c:pt>
                <c:pt idx="1126">
                  <c:v>1.5</c:v>
                </c:pt>
                <c:pt idx="1127">
                  <c:v>1.5</c:v>
                </c:pt>
                <c:pt idx="1128">
                  <c:v>1.5</c:v>
                </c:pt>
                <c:pt idx="1129">
                  <c:v>1.5</c:v>
                </c:pt>
                <c:pt idx="1130">
                  <c:v>1.5</c:v>
                </c:pt>
                <c:pt idx="1131">
                  <c:v>1.5</c:v>
                </c:pt>
                <c:pt idx="1132">
                  <c:v>1.5</c:v>
                </c:pt>
                <c:pt idx="1133">
                  <c:v>1.5</c:v>
                </c:pt>
                <c:pt idx="1134">
                  <c:v>1.5</c:v>
                </c:pt>
                <c:pt idx="1135">
                  <c:v>1.5</c:v>
                </c:pt>
                <c:pt idx="1136">
                  <c:v>1.5</c:v>
                </c:pt>
                <c:pt idx="1137">
                  <c:v>1.5</c:v>
                </c:pt>
                <c:pt idx="1138">
                  <c:v>1.5</c:v>
                </c:pt>
                <c:pt idx="1139">
                  <c:v>1.5</c:v>
                </c:pt>
                <c:pt idx="1140">
                  <c:v>1.5</c:v>
                </c:pt>
                <c:pt idx="1141">
                  <c:v>1.5</c:v>
                </c:pt>
                <c:pt idx="1142">
                  <c:v>1.5</c:v>
                </c:pt>
                <c:pt idx="1143">
                  <c:v>1.5</c:v>
                </c:pt>
                <c:pt idx="1144">
                  <c:v>1.5</c:v>
                </c:pt>
                <c:pt idx="1145">
                  <c:v>1.5</c:v>
                </c:pt>
                <c:pt idx="1146">
                  <c:v>1.5</c:v>
                </c:pt>
                <c:pt idx="1147">
                  <c:v>1.5</c:v>
                </c:pt>
                <c:pt idx="1148">
                  <c:v>1.5</c:v>
                </c:pt>
                <c:pt idx="1149">
                  <c:v>1.5</c:v>
                </c:pt>
                <c:pt idx="1150">
                  <c:v>1.5</c:v>
                </c:pt>
                <c:pt idx="1151">
                  <c:v>1.5</c:v>
                </c:pt>
                <c:pt idx="1152">
                  <c:v>1.5</c:v>
                </c:pt>
                <c:pt idx="1153">
                  <c:v>1.5</c:v>
                </c:pt>
                <c:pt idx="1154">
                  <c:v>1.5</c:v>
                </c:pt>
                <c:pt idx="1155">
                  <c:v>1.5</c:v>
                </c:pt>
                <c:pt idx="1156">
                  <c:v>1.5</c:v>
                </c:pt>
                <c:pt idx="1157">
                  <c:v>1.5</c:v>
                </c:pt>
                <c:pt idx="1158">
                  <c:v>1.5</c:v>
                </c:pt>
                <c:pt idx="1159">
                  <c:v>1.5</c:v>
                </c:pt>
                <c:pt idx="1160">
                  <c:v>1.5</c:v>
                </c:pt>
                <c:pt idx="1161">
                  <c:v>1.5</c:v>
                </c:pt>
                <c:pt idx="1162">
                  <c:v>1.5</c:v>
                </c:pt>
                <c:pt idx="1163">
                  <c:v>1.5</c:v>
                </c:pt>
                <c:pt idx="1164">
                  <c:v>1.5</c:v>
                </c:pt>
                <c:pt idx="1165">
                  <c:v>1.5</c:v>
                </c:pt>
                <c:pt idx="1166">
                  <c:v>1.5</c:v>
                </c:pt>
                <c:pt idx="1167">
                  <c:v>1.5</c:v>
                </c:pt>
                <c:pt idx="1168">
                  <c:v>1.5</c:v>
                </c:pt>
                <c:pt idx="1169">
                  <c:v>1.5</c:v>
                </c:pt>
                <c:pt idx="1170">
                  <c:v>1.5</c:v>
                </c:pt>
                <c:pt idx="1171">
                  <c:v>1.5</c:v>
                </c:pt>
                <c:pt idx="1172">
                  <c:v>1.5</c:v>
                </c:pt>
                <c:pt idx="1173">
                  <c:v>1.5</c:v>
                </c:pt>
                <c:pt idx="1174">
                  <c:v>1.5</c:v>
                </c:pt>
                <c:pt idx="1175">
                  <c:v>1.75</c:v>
                </c:pt>
                <c:pt idx="1176">
                  <c:v>1.75</c:v>
                </c:pt>
                <c:pt idx="1177">
                  <c:v>1.75</c:v>
                </c:pt>
                <c:pt idx="1178">
                  <c:v>1.75</c:v>
                </c:pt>
                <c:pt idx="1179">
                  <c:v>1.75</c:v>
                </c:pt>
                <c:pt idx="1180">
                  <c:v>1.75</c:v>
                </c:pt>
                <c:pt idx="1181">
                  <c:v>1.75</c:v>
                </c:pt>
                <c:pt idx="1182">
                  <c:v>1.75</c:v>
                </c:pt>
                <c:pt idx="1183">
                  <c:v>1.75</c:v>
                </c:pt>
                <c:pt idx="1184">
                  <c:v>1.75</c:v>
                </c:pt>
                <c:pt idx="1185">
                  <c:v>1.75</c:v>
                </c:pt>
                <c:pt idx="1186">
                  <c:v>1.75</c:v>
                </c:pt>
                <c:pt idx="1187">
                  <c:v>1.75</c:v>
                </c:pt>
                <c:pt idx="1188">
                  <c:v>1.75</c:v>
                </c:pt>
                <c:pt idx="1189">
                  <c:v>1.75</c:v>
                </c:pt>
                <c:pt idx="1190">
                  <c:v>1.75</c:v>
                </c:pt>
                <c:pt idx="1191">
                  <c:v>1.75</c:v>
                </c:pt>
                <c:pt idx="1192">
                  <c:v>1.75</c:v>
                </c:pt>
                <c:pt idx="1193">
                  <c:v>1.75</c:v>
                </c:pt>
                <c:pt idx="1194">
                  <c:v>1.75</c:v>
                </c:pt>
                <c:pt idx="1195">
                  <c:v>1.75</c:v>
                </c:pt>
                <c:pt idx="1196">
                  <c:v>1.75</c:v>
                </c:pt>
                <c:pt idx="1197">
                  <c:v>1.75</c:v>
                </c:pt>
                <c:pt idx="1198">
                  <c:v>1.75</c:v>
                </c:pt>
                <c:pt idx="1199">
                  <c:v>1.75</c:v>
                </c:pt>
                <c:pt idx="1200">
                  <c:v>1.75</c:v>
                </c:pt>
                <c:pt idx="1201">
                  <c:v>1.75</c:v>
                </c:pt>
                <c:pt idx="1202">
                  <c:v>1.75</c:v>
                </c:pt>
                <c:pt idx="1203">
                  <c:v>1.75</c:v>
                </c:pt>
                <c:pt idx="1204">
                  <c:v>1.75</c:v>
                </c:pt>
                <c:pt idx="1205">
                  <c:v>1.75</c:v>
                </c:pt>
                <c:pt idx="1206">
                  <c:v>1.75</c:v>
                </c:pt>
                <c:pt idx="1207">
                  <c:v>1.75</c:v>
                </c:pt>
                <c:pt idx="1208">
                  <c:v>1.75</c:v>
                </c:pt>
                <c:pt idx="1209">
                  <c:v>1.75</c:v>
                </c:pt>
                <c:pt idx="1210">
                  <c:v>1.75</c:v>
                </c:pt>
                <c:pt idx="1211">
                  <c:v>1.75</c:v>
                </c:pt>
                <c:pt idx="1212">
                  <c:v>1.75</c:v>
                </c:pt>
                <c:pt idx="1213">
                  <c:v>1.75</c:v>
                </c:pt>
                <c:pt idx="1214">
                  <c:v>1.75</c:v>
                </c:pt>
                <c:pt idx="1215">
                  <c:v>1.75</c:v>
                </c:pt>
                <c:pt idx="1216">
                  <c:v>1.75</c:v>
                </c:pt>
                <c:pt idx="1217">
                  <c:v>1.75</c:v>
                </c:pt>
                <c:pt idx="1218">
                  <c:v>1.75</c:v>
                </c:pt>
                <c:pt idx="1219">
                  <c:v>1.75</c:v>
                </c:pt>
                <c:pt idx="1220">
                  <c:v>1.75</c:v>
                </c:pt>
                <c:pt idx="1221">
                  <c:v>1.75</c:v>
                </c:pt>
                <c:pt idx="1222">
                  <c:v>1.75</c:v>
                </c:pt>
                <c:pt idx="1223">
                  <c:v>1.75</c:v>
                </c:pt>
                <c:pt idx="1224">
                  <c:v>1.75</c:v>
                </c:pt>
                <c:pt idx="1225">
                  <c:v>1.75</c:v>
                </c:pt>
                <c:pt idx="1226">
                  <c:v>1.75</c:v>
                </c:pt>
                <c:pt idx="1227">
                  <c:v>1.75</c:v>
                </c:pt>
                <c:pt idx="1228">
                  <c:v>1.75</c:v>
                </c:pt>
                <c:pt idx="1229">
                  <c:v>1.75</c:v>
                </c:pt>
                <c:pt idx="1230">
                  <c:v>1.75</c:v>
                </c:pt>
                <c:pt idx="1231">
                  <c:v>1.75</c:v>
                </c:pt>
                <c:pt idx="1232">
                  <c:v>1.75</c:v>
                </c:pt>
                <c:pt idx="1233">
                  <c:v>1.75</c:v>
                </c:pt>
                <c:pt idx="1234">
                  <c:v>1.75</c:v>
                </c:pt>
                <c:pt idx="1235">
                  <c:v>1.75</c:v>
                </c:pt>
                <c:pt idx="1236">
                  <c:v>1.75</c:v>
                </c:pt>
                <c:pt idx="1237">
                  <c:v>1.75</c:v>
                </c:pt>
                <c:pt idx="1238">
                  <c:v>1.75</c:v>
                </c:pt>
                <c:pt idx="1239">
                  <c:v>1.75</c:v>
                </c:pt>
                <c:pt idx="1240">
                  <c:v>1.75</c:v>
                </c:pt>
                <c:pt idx="1241">
                  <c:v>1.75</c:v>
                </c:pt>
                <c:pt idx="1242">
                  <c:v>1.75</c:v>
                </c:pt>
                <c:pt idx="1243">
                  <c:v>1.75</c:v>
                </c:pt>
                <c:pt idx="1244">
                  <c:v>1.75</c:v>
                </c:pt>
                <c:pt idx="1245">
                  <c:v>1.75</c:v>
                </c:pt>
                <c:pt idx="1246">
                  <c:v>1.75</c:v>
                </c:pt>
                <c:pt idx="1247">
                  <c:v>1.75</c:v>
                </c:pt>
                <c:pt idx="1248">
                  <c:v>1.75</c:v>
                </c:pt>
                <c:pt idx="1249">
                  <c:v>1.75</c:v>
                </c:pt>
                <c:pt idx="1250">
                  <c:v>1.75</c:v>
                </c:pt>
                <c:pt idx="1251">
                  <c:v>1.75</c:v>
                </c:pt>
                <c:pt idx="1252">
                  <c:v>1.75</c:v>
                </c:pt>
                <c:pt idx="1253">
                  <c:v>1.75</c:v>
                </c:pt>
                <c:pt idx="1254">
                  <c:v>1.75</c:v>
                </c:pt>
                <c:pt idx="1255">
                  <c:v>1.75</c:v>
                </c:pt>
                <c:pt idx="1256">
                  <c:v>1.75</c:v>
                </c:pt>
                <c:pt idx="1257">
                  <c:v>1.75</c:v>
                </c:pt>
                <c:pt idx="1258">
                  <c:v>1.75</c:v>
                </c:pt>
                <c:pt idx="1259">
                  <c:v>2</c:v>
                </c:pt>
                <c:pt idx="1260">
                  <c:v>2</c:v>
                </c:pt>
                <c:pt idx="1261">
                  <c:v>2</c:v>
                </c:pt>
                <c:pt idx="1262">
                  <c:v>2</c:v>
                </c:pt>
                <c:pt idx="1263">
                  <c:v>2</c:v>
                </c:pt>
                <c:pt idx="1264">
                  <c:v>2</c:v>
                </c:pt>
                <c:pt idx="1265">
                  <c:v>2</c:v>
                </c:pt>
                <c:pt idx="1266">
                  <c:v>2</c:v>
                </c:pt>
                <c:pt idx="1267">
                  <c:v>2</c:v>
                </c:pt>
                <c:pt idx="1268">
                  <c:v>2</c:v>
                </c:pt>
                <c:pt idx="1269">
                  <c:v>2</c:v>
                </c:pt>
                <c:pt idx="1270">
                  <c:v>2</c:v>
                </c:pt>
                <c:pt idx="1271">
                  <c:v>2</c:v>
                </c:pt>
                <c:pt idx="1272">
                  <c:v>2</c:v>
                </c:pt>
                <c:pt idx="1273">
                  <c:v>2</c:v>
                </c:pt>
                <c:pt idx="1274">
                  <c:v>2</c:v>
                </c:pt>
                <c:pt idx="1275">
                  <c:v>2</c:v>
                </c:pt>
                <c:pt idx="1276">
                  <c:v>2</c:v>
                </c:pt>
                <c:pt idx="1277">
                  <c:v>2</c:v>
                </c:pt>
                <c:pt idx="1278">
                  <c:v>2</c:v>
                </c:pt>
                <c:pt idx="1279">
                  <c:v>2</c:v>
                </c:pt>
                <c:pt idx="1280">
                  <c:v>2</c:v>
                </c:pt>
                <c:pt idx="1281">
                  <c:v>2</c:v>
                </c:pt>
                <c:pt idx="1282">
                  <c:v>2</c:v>
                </c:pt>
                <c:pt idx="1283">
                  <c:v>2</c:v>
                </c:pt>
                <c:pt idx="1284">
                  <c:v>2</c:v>
                </c:pt>
                <c:pt idx="1285">
                  <c:v>2</c:v>
                </c:pt>
                <c:pt idx="1286">
                  <c:v>2</c:v>
                </c:pt>
                <c:pt idx="1287">
                  <c:v>2</c:v>
                </c:pt>
                <c:pt idx="1288">
                  <c:v>2</c:v>
                </c:pt>
                <c:pt idx="1289">
                  <c:v>2</c:v>
                </c:pt>
                <c:pt idx="1290">
                  <c:v>2</c:v>
                </c:pt>
                <c:pt idx="1291">
                  <c:v>2</c:v>
                </c:pt>
                <c:pt idx="1292">
                  <c:v>2</c:v>
                </c:pt>
                <c:pt idx="1293">
                  <c:v>2</c:v>
                </c:pt>
                <c:pt idx="1294">
                  <c:v>2</c:v>
                </c:pt>
                <c:pt idx="1295">
                  <c:v>2</c:v>
                </c:pt>
                <c:pt idx="1296">
                  <c:v>2</c:v>
                </c:pt>
                <c:pt idx="1297">
                  <c:v>2</c:v>
                </c:pt>
                <c:pt idx="1298">
                  <c:v>2</c:v>
                </c:pt>
                <c:pt idx="1299">
                  <c:v>2</c:v>
                </c:pt>
                <c:pt idx="1300">
                  <c:v>2</c:v>
                </c:pt>
                <c:pt idx="1301">
                  <c:v>2</c:v>
                </c:pt>
                <c:pt idx="1302">
                  <c:v>2</c:v>
                </c:pt>
                <c:pt idx="1303">
                  <c:v>2</c:v>
                </c:pt>
                <c:pt idx="1304">
                  <c:v>2</c:v>
                </c:pt>
                <c:pt idx="1305">
                  <c:v>2</c:v>
                </c:pt>
                <c:pt idx="1306">
                  <c:v>2</c:v>
                </c:pt>
                <c:pt idx="1307">
                  <c:v>2</c:v>
                </c:pt>
                <c:pt idx="1308">
                  <c:v>2</c:v>
                </c:pt>
                <c:pt idx="1309">
                  <c:v>2</c:v>
                </c:pt>
                <c:pt idx="1310">
                  <c:v>2</c:v>
                </c:pt>
                <c:pt idx="1311">
                  <c:v>2</c:v>
                </c:pt>
                <c:pt idx="1312">
                  <c:v>2</c:v>
                </c:pt>
                <c:pt idx="1313">
                  <c:v>2</c:v>
                </c:pt>
                <c:pt idx="1314">
                  <c:v>2</c:v>
                </c:pt>
                <c:pt idx="1315">
                  <c:v>2</c:v>
                </c:pt>
                <c:pt idx="1316">
                  <c:v>2</c:v>
                </c:pt>
                <c:pt idx="1317">
                  <c:v>2</c:v>
                </c:pt>
                <c:pt idx="1318">
                  <c:v>2</c:v>
                </c:pt>
                <c:pt idx="1319">
                  <c:v>2</c:v>
                </c:pt>
                <c:pt idx="1320">
                  <c:v>2</c:v>
                </c:pt>
                <c:pt idx="1321">
                  <c:v>2</c:v>
                </c:pt>
                <c:pt idx="1322">
                  <c:v>2</c:v>
                </c:pt>
                <c:pt idx="1323">
                  <c:v>2</c:v>
                </c:pt>
                <c:pt idx="1324">
                  <c:v>2</c:v>
                </c:pt>
                <c:pt idx="1325">
                  <c:v>2</c:v>
                </c:pt>
                <c:pt idx="1326">
                  <c:v>2</c:v>
                </c:pt>
                <c:pt idx="1327">
                  <c:v>2</c:v>
                </c:pt>
                <c:pt idx="1328">
                  <c:v>2</c:v>
                </c:pt>
                <c:pt idx="1329">
                  <c:v>2</c:v>
                </c:pt>
                <c:pt idx="1330">
                  <c:v>2</c:v>
                </c:pt>
                <c:pt idx="1331">
                  <c:v>2</c:v>
                </c:pt>
                <c:pt idx="1332">
                  <c:v>2</c:v>
                </c:pt>
                <c:pt idx="1333">
                  <c:v>2</c:v>
                </c:pt>
                <c:pt idx="1334">
                  <c:v>2</c:v>
                </c:pt>
                <c:pt idx="1335">
                  <c:v>2</c:v>
                </c:pt>
                <c:pt idx="1336">
                  <c:v>2</c:v>
                </c:pt>
                <c:pt idx="1337">
                  <c:v>2</c:v>
                </c:pt>
                <c:pt idx="1338">
                  <c:v>2</c:v>
                </c:pt>
                <c:pt idx="1339">
                  <c:v>2</c:v>
                </c:pt>
                <c:pt idx="1340">
                  <c:v>2</c:v>
                </c:pt>
                <c:pt idx="1341">
                  <c:v>2</c:v>
                </c:pt>
                <c:pt idx="1342">
                  <c:v>2</c:v>
                </c:pt>
                <c:pt idx="1343">
                  <c:v>2</c:v>
                </c:pt>
                <c:pt idx="1344">
                  <c:v>2</c:v>
                </c:pt>
                <c:pt idx="1345">
                  <c:v>2</c:v>
                </c:pt>
                <c:pt idx="1346">
                  <c:v>2</c:v>
                </c:pt>
                <c:pt idx="1347">
                  <c:v>2</c:v>
                </c:pt>
                <c:pt idx="1348">
                  <c:v>2</c:v>
                </c:pt>
                <c:pt idx="1349">
                  <c:v>2</c:v>
                </c:pt>
                <c:pt idx="1350">
                  <c:v>2</c:v>
                </c:pt>
                <c:pt idx="1351">
                  <c:v>2</c:v>
                </c:pt>
                <c:pt idx="1352">
                  <c:v>2</c:v>
                </c:pt>
                <c:pt idx="1353">
                  <c:v>2</c:v>
                </c:pt>
                <c:pt idx="1354">
                  <c:v>2</c:v>
                </c:pt>
                <c:pt idx="1355">
                  <c:v>2</c:v>
                </c:pt>
                <c:pt idx="1356">
                  <c:v>2</c:v>
                </c:pt>
                <c:pt idx="1357">
                  <c:v>2</c:v>
                </c:pt>
                <c:pt idx="1358">
                  <c:v>2</c:v>
                </c:pt>
                <c:pt idx="1359">
                  <c:v>2</c:v>
                </c:pt>
                <c:pt idx="1360">
                  <c:v>2</c:v>
                </c:pt>
                <c:pt idx="1361">
                  <c:v>2</c:v>
                </c:pt>
                <c:pt idx="1362">
                  <c:v>2</c:v>
                </c:pt>
                <c:pt idx="1363">
                  <c:v>2</c:v>
                </c:pt>
                <c:pt idx="1364">
                  <c:v>2.25</c:v>
                </c:pt>
                <c:pt idx="1365">
                  <c:v>2.25</c:v>
                </c:pt>
                <c:pt idx="1366">
                  <c:v>2.25</c:v>
                </c:pt>
                <c:pt idx="1367">
                  <c:v>2.25</c:v>
                </c:pt>
                <c:pt idx="1368">
                  <c:v>2.25</c:v>
                </c:pt>
                <c:pt idx="1369">
                  <c:v>2.25</c:v>
                </c:pt>
                <c:pt idx="1370">
                  <c:v>2.25</c:v>
                </c:pt>
                <c:pt idx="1371">
                  <c:v>2.25</c:v>
                </c:pt>
                <c:pt idx="1372">
                  <c:v>2.25</c:v>
                </c:pt>
                <c:pt idx="1373">
                  <c:v>2.25</c:v>
                </c:pt>
                <c:pt idx="1374">
                  <c:v>2.25</c:v>
                </c:pt>
                <c:pt idx="1375">
                  <c:v>2.25</c:v>
                </c:pt>
                <c:pt idx="1376">
                  <c:v>2.25</c:v>
                </c:pt>
                <c:pt idx="1377">
                  <c:v>2.25</c:v>
                </c:pt>
                <c:pt idx="1378">
                  <c:v>2.25</c:v>
                </c:pt>
                <c:pt idx="1379">
                  <c:v>2.25</c:v>
                </c:pt>
                <c:pt idx="1380">
                  <c:v>2.25</c:v>
                </c:pt>
                <c:pt idx="1381">
                  <c:v>2.25</c:v>
                </c:pt>
                <c:pt idx="1382">
                  <c:v>2.25</c:v>
                </c:pt>
                <c:pt idx="1383">
                  <c:v>2.25</c:v>
                </c:pt>
                <c:pt idx="1384">
                  <c:v>2.25</c:v>
                </c:pt>
                <c:pt idx="1385">
                  <c:v>2.25</c:v>
                </c:pt>
                <c:pt idx="1386">
                  <c:v>2.25</c:v>
                </c:pt>
                <c:pt idx="1387">
                  <c:v>2.25</c:v>
                </c:pt>
                <c:pt idx="1388">
                  <c:v>2.25</c:v>
                </c:pt>
                <c:pt idx="1389">
                  <c:v>2.25</c:v>
                </c:pt>
                <c:pt idx="1390">
                  <c:v>2.25</c:v>
                </c:pt>
                <c:pt idx="1391">
                  <c:v>2.25</c:v>
                </c:pt>
                <c:pt idx="1392">
                  <c:v>2.25</c:v>
                </c:pt>
                <c:pt idx="1393">
                  <c:v>2.25</c:v>
                </c:pt>
                <c:pt idx="1394">
                  <c:v>2.25</c:v>
                </c:pt>
                <c:pt idx="1395">
                  <c:v>2.25</c:v>
                </c:pt>
                <c:pt idx="1396">
                  <c:v>2.25</c:v>
                </c:pt>
                <c:pt idx="1397">
                  <c:v>2.25</c:v>
                </c:pt>
                <c:pt idx="1398">
                  <c:v>2.25</c:v>
                </c:pt>
                <c:pt idx="1399">
                  <c:v>2.25</c:v>
                </c:pt>
                <c:pt idx="1400">
                  <c:v>2.25</c:v>
                </c:pt>
                <c:pt idx="1401">
                  <c:v>2.25</c:v>
                </c:pt>
                <c:pt idx="1402">
                  <c:v>2.25</c:v>
                </c:pt>
                <c:pt idx="1403">
                  <c:v>2.25</c:v>
                </c:pt>
                <c:pt idx="1404">
                  <c:v>2.25</c:v>
                </c:pt>
                <c:pt idx="1405">
                  <c:v>2.25</c:v>
                </c:pt>
                <c:pt idx="1406">
                  <c:v>2.25</c:v>
                </c:pt>
                <c:pt idx="1407">
                  <c:v>2.25</c:v>
                </c:pt>
                <c:pt idx="1408">
                  <c:v>2.25</c:v>
                </c:pt>
                <c:pt idx="1409">
                  <c:v>2.25</c:v>
                </c:pt>
                <c:pt idx="1410">
                  <c:v>2.25</c:v>
                </c:pt>
                <c:pt idx="1411">
                  <c:v>2.25</c:v>
                </c:pt>
                <c:pt idx="1412">
                  <c:v>2.25</c:v>
                </c:pt>
                <c:pt idx="1413">
                  <c:v>2.25</c:v>
                </c:pt>
                <c:pt idx="1414">
                  <c:v>2.25</c:v>
                </c:pt>
                <c:pt idx="1415">
                  <c:v>2.25</c:v>
                </c:pt>
                <c:pt idx="1416">
                  <c:v>2.25</c:v>
                </c:pt>
                <c:pt idx="1417">
                  <c:v>2.25</c:v>
                </c:pt>
                <c:pt idx="1418">
                  <c:v>2.25</c:v>
                </c:pt>
                <c:pt idx="1419">
                  <c:v>2.25</c:v>
                </c:pt>
                <c:pt idx="1420">
                  <c:v>2.25</c:v>
                </c:pt>
                <c:pt idx="1421">
                  <c:v>2.25</c:v>
                </c:pt>
                <c:pt idx="1422">
                  <c:v>2.25</c:v>
                </c:pt>
                <c:pt idx="1423">
                  <c:v>2.25</c:v>
                </c:pt>
                <c:pt idx="1424">
                  <c:v>2.25</c:v>
                </c:pt>
                <c:pt idx="1425">
                  <c:v>2.25</c:v>
                </c:pt>
                <c:pt idx="1426">
                  <c:v>2.25</c:v>
                </c:pt>
                <c:pt idx="1427">
                  <c:v>2.25</c:v>
                </c:pt>
                <c:pt idx="1428">
                  <c:v>2.25</c:v>
                </c:pt>
                <c:pt idx="1429">
                  <c:v>2.25</c:v>
                </c:pt>
                <c:pt idx="1430">
                  <c:v>2.25</c:v>
                </c:pt>
                <c:pt idx="1431">
                  <c:v>2.25</c:v>
                </c:pt>
                <c:pt idx="1432">
                  <c:v>2.25</c:v>
                </c:pt>
                <c:pt idx="1433">
                  <c:v>2.25</c:v>
                </c:pt>
                <c:pt idx="1434">
                  <c:v>2.25</c:v>
                </c:pt>
                <c:pt idx="1435">
                  <c:v>2.25</c:v>
                </c:pt>
                <c:pt idx="1436">
                  <c:v>2.25</c:v>
                </c:pt>
                <c:pt idx="1437">
                  <c:v>2.25</c:v>
                </c:pt>
                <c:pt idx="1438">
                  <c:v>2.25</c:v>
                </c:pt>
                <c:pt idx="1439">
                  <c:v>2.25</c:v>
                </c:pt>
                <c:pt idx="1440">
                  <c:v>2.25</c:v>
                </c:pt>
                <c:pt idx="1441">
                  <c:v>2.25</c:v>
                </c:pt>
                <c:pt idx="1442">
                  <c:v>2.25</c:v>
                </c:pt>
                <c:pt idx="1443">
                  <c:v>2.25</c:v>
                </c:pt>
                <c:pt idx="1444">
                  <c:v>2.25</c:v>
                </c:pt>
                <c:pt idx="1445">
                  <c:v>2.25</c:v>
                </c:pt>
                <c:pt idx="1446">
                  <c:v>2.25</c:v>
                </c:pt>
                <c:pt idx="1447">
                  <c:v>2.25</c:v>
                </c:pt>
                <c:pt idx="1448">
                  <c:v>2.5</c:v>
                </c:pt>
                <c:pt idx="1449">
                  <c:v>2.5</c:v>
                </c:pt>
                <c:pt idx="1450">
                  <c:v>2.5</c:v>
                </c:pt>
                <c:pt idx="1451">
                  <c:v>2.5</c:v>
                </c:pt>
                <c:pt idx="1452">
                  <c:v>2.5</c:v>
                </c:pt>
                <c:pt idx="1453">
                  <c:v>2.5</c:v>
                </c:pt>
                <c:pt idx="1454">
                  <c:v>2.5</c:v>
                </c:pt>
                <c:pt idx="1455">
                  <c:v>2.5</c:v>
                </c:pt>
                <c:pt idx="1456">
                  <c:v>2.5</c:v>
                </c:pt>
                <c:pt idx="1457">
                  <c:v>2.5</c:v>
                </c:pt>
                <c:pt idx="1458">
                  <c:v>2.5</c:v>
                </c:pt>
                <c:pt idx="1459">
                  <c:v>2.5</c:v>
                </c:pt>
                <c:pt idx="1460">
                  <c:v>2.5</c:v>
                </c:pt>
                <c:pt idx="1461">
                  <c:v>2.5</c:v>
                </c:pt>
                <c:pt idx="1462">
                  <c:v>2.5</c:v>
                </c:pt>
                <c:pt idx="1463">
                  <c:v>2.5</c:v>
                </c:pt>
                <c:pt idx="1464">
                  <c:v>2.5</c:v>
                </c:pt>
                <c:pt idx="1465">
                  <c:v>2.5</c:v>
                </c:pt>
                <c:pt idx="1466">
                  <c:v>2.5</c:v>
                </c:pt>
                <c:pt idx="1467">
                  <c:v>2.5</c:v>
                </c:pt>
                <c:pt idx="1468">
                  <c:v>2.5</c:v>
                </c:pt>
                <c:pt idx="1469">
                  <c:v>2.5</c:v>
                </c:pt>
                <c:pt idx="1470">
                  <c:v>2.5</c:v>
                </c:pt>
                <c:pt idx="1471">
                  <c:v>2.5</c:v>
                </c:pt>
                <c:pt idx="1472">
                  <c:v>2.5</c:v>
                </c:pt>
                <c:pt idx="1473">
                  <c:v>2.5</c:v>
                </c:pt>
                <c:pt idx="1474">
                  <c:v>2.5</c:v>
                </c:pt>
                <c:pt idx="1475">
                  <c:v>2.5</c:v>
                </c:pt>
                <c:pt idx="1476">
                  <c:v>2.5</c:v>
                </c:pt>
                <c:pt idx="1477">
                  <c:v>2.5</c:v>
                </c:pt>
                <c:pt idx="1478">
                  <c:v>2.5</c:v>
                </c:pt>
                <c:pt idx="1479">
                  <c:v>2.5</c:v>
                </c:pt>
                <c:pt idx="1480">
                  <c:v>2.5</c:v>
                </c:pt>
                <c:pt idx="1481">
                  <c:v>2.5</c:v>
                </c:pt>
                <c:pt idx="1482">
                  <c:v>2.5</c:v>
                </c:pt>
                <c:pt idx="1483">
                  <c:v>2.5</c:v>
                </c:pt>
                <c:pt idx="1484">
                  <c:v>2.5</c:v>
                </c:pt>
                <c:pt idx="1485">
                  <c:v>2.5</c:v>
                </c:pt>
                <c:pt idx="1486">
                  <c:v>2.5</c:v>
                </c:pt>
                <c:pt idx="1487">
                  <c:v>2.5</c:v>
                </c:pt>
                <c:pt idx="1488">
                  <c:v>2.5</c:v>
                </c:pt>
                <c:pt idx="1489">
                  <c:v>2.5</c:v>
                </c:pt>
                <c:pt idx="1490">
                  <c:v>2.5</c:v>
                </c:pt>
                <c:pt idx="1491">
                  <c:v>2.5</c:v>
                </c:pt>
                <c:pt idx="1492">
                  <c:v>2.5</c:v>
                </c:pt>
                <c:pt idx="1493">
                  <c:v>2.5</c:v>
                </c:pt>
                <c:pt idx="1494">
                  <c:v>2.5</c:v>
                </c:pt>
                <c:pt idx="1495">
                  <c:v>2.5</c:v>
                </c:pt>
                <c:pt idx="1496">
                  <c:v>2.5</c:v>
                </c:pt>
                <c:pt idx="1497">
                  <c:v>2.5</c:v>
                </c:pt>
                <c:pt idx="1498">
                  <c:v>2.5</c:v>
                </c:pt>
                <c:pt idx="1499">
                  <c:v>2.5</c:v>
                </c:pt>
                <c:pt idx="1500">
                  <c:v>2.5</c:v>
                </c:pt>
                <c:pt idx="1501">
                  <c:v>2.5</c:v>
                </c:pt>
                <c:pt idx="1502">
                  <c:v>2.5</c:v>
                </c:pt>
                <c:pt idx="1503">
                  <c:v>2.5</c:v>
                </c:pt>
                <c:pt idx="1504">
                  <c:v>2.5</c:v>
                </c:pt>
                <c:pt idx="1505">
                  <c:v>2.5</c:v>
                </c:pt>
                <c:pt idx="1506">
                  <c:v>2.5</c:v>
                </c:pt>
                <c:pt idx="1507">
                  <c:v>2.5</c:v>
                </c:pt>
                <c:pt idx="1508">
                  <c:v>2.5</c:v>
                </c:pt>
                <c:pt idx="1509">
                  <c:v>2.5</c:v>
                </c:pt>
                <c:pt idx="1510">
                  <c:v>2.5</c:v>
                </c:pt>
                <c:pt idx="1511">
                  <c:v>2.5</c:v>
                </c:pt>
                <c:pt idx="1512">
                  <c:v>2.5</c:v>
                </c:pt>
                <c:pt idx="1513">
                  <c:v>2.5</c:v>
                </c:pt>
                <c:pt idx="1514">
                  <c:v>2.5</c:v>
                </c:pt>
                <c:pt idx="1515">
                  <c:v>2.5</c:v>
                </c:pt>
                <c:pt idx="1516">
                  <c:v>2.5</c:v>
                </c:pt>
                <c:pt idx="1517">
                  <c:v>2.5</c:v>
                </c:pt>
                <c:pt idx="1518">
                  <c:v>2.5</c:v>
                </c:pt>
                <c:pt idx="1519">
                  <c:v>2.5</c:v>
                </c:pt>
                <c:pt idx="1520">
                  <c:v>2.5</c:v>
                </c:pt>
                <c:pt idx="1521">
                  <c:v>2.5</c:v>
                </c:pt>
                <c:pt idx="1522">
                  <c:v>2.5</c:v>
                </c:pt>
                <c:pt idx="1523">
                  <c:v>2.5</c:v>
                </c:pt>
                <c:pt idx="1524">
                  <c:v>2.5</c:v>
                </c:pt>
                <c:pt idx="1525">
                  <c:v>2.5</c:v>
                </c:pt>
                <c:pt idx="1526">
                  <c:v>2.5</c:v>
                </c:pt>
                <c:pt idx="1527">
                  <c:v>2.5</c:v>
                </c:pt>
                <c:pt idx="1528">
                  <c:v>2.5</c:v>
                </c:pt>
                <c:pt idx="1529">
                  <c:v>2.5</c:v>
                </c:pt>
                <c:pt idx="1530">
                  <c:v>2.5</c:v>
                </c:pt>
                <c:pt idx="1531">
                  <c:v>2.5</c:v>
                </c:pt>
                <c:pt idx="1532">
                  <c:v>2.5</c:v>
                </c:pt>
                <c:pt idx="1533">
                  <c:v>2.5</c:v>
                </c:pt>
                <c:pt idx="1534">
                  <c:v>2.5</c:v>
                </c:pt>
                <c:pt idx="1535">
                  <c:v>2.5</c:v>
                </c:pt>
                <c:pt idx="1536">
                  <c:v>2.5</c:v>
                </c:pt>
                <c:pt idx="1537">
                  <c:v>2.5</c:v>
                </c:pt>
                <c:pt idx="1538">
                  <c:v>2.5</c:v>
                </c:pt>
                <c:pt idx="1539">
                  <c:v>2.5</c:v>
                </c:pt>
                <c:pt idx="1540">
                  <c:v>2.5</c:v>
                </c:pt>
                <c:pt idx="1541">
                  <c:v>2.5</c:v>
                </c:pt>
                <c:pt idx="1542">
                  <c:v>2.5</c:v>
                </c:pt>
                <c:pt idx="1543">
                  <c:v>2.5</c:v>
                </c:pt>
                <c:pt idx="1544">
                  <c:v>2.5</c:v>
                </c:pt>
                <c:pt idx="1545">
                  <c:v>2.5</c:v>
                </c:pt>
                <c:pt idx="1546">
                  <c:v>2.5</c:v>
                </c:pt>
                <c:pt idx="1547">
                  <c:v>2.5</c:v>
                </c:pt>
                <c:pt idx="1548">
                  <c:v>2.5</c:v>
                </c:pt>
                <c:pt idx="1549">
                  <c:v>2.5</c:v>
                </c:pt>
                <c:pt idx="1550">
                  <c:v>2.5</c:v>
                </c:pt>
                <c:pt idx="1551">
                  <c:v>2.5</c:v>
                </c:pt>
                <c:pt idx="1552">
                  <c:v>2.5</c:v>
                </c:pt>
                <c:pt idx="1553">
                  <c:v>2.5</c:v>
                </c:pt>
                <c:pt idx="1554">
                  <c:v>2.5</c:v>
                </c:pt>
                <c:pt idx="1555">
                  <c:v>2.5</c:v>
                </c:pt>
                <c:pt idx="1556">
                  <c:v>2.5</c:v>
                </c:pt>
                <c:pt idx="1557">
                  <c:v>2.5</c:v>
                </c:pt>
                <c:pt idx="1558">
                  <c:v>2.5</c:v>
                </c:pt>
                <c:pt idx="1559">
                  <c:v>2.5</c:v>
                </c:pt>
                <c:pt idx="1560">
                  <c:v>2.5</c:v>
                </c:pt>
                <c:pt idx="1561">
                  <c:v>2.5</c:v>
                </c:pt>
                <c:pt idx="1562">
                  <c:v>2.5</c:v>
                </c:pt>
                <c:pt idx="1563">
                  <c:v>2.5</c:v>
                </c:pt>
                <c:pt idx="1564">
                  <c:v>2.5</c:v>
                </c:pt>
                <c:pt idx="1565">
                  <c:v>2.5</c:v>
                </c:pt>
                <c:pt idx="1566">
                  <c:v>2.5</c:v>
                </c:pt>
                <c:pt idx="1567">
                  <c:v>2.5</c:v>
                </c:pt>
                <c:pt idx="1568">
                  <c:v>2.5</c:v>
                </c:pt>
                <c:pt idx="1569">
                  <c:v>2.5</c:v>
                </c:pt>
                <c:pt idx="1570">
                  <c:v>2.5</c:v>
                </c:pt>
                <c:pt idx="1571">
                  <c:v>2.5</c:v>
                </c:pt>
                <c:pt idx="1572">
                  <c:v>2.5</c:v>
                </c:pt>
                <c:pt idx="1573">
                  <c:v>2.5</c:v>
                </c:pt>
                <c:pt idx="1574">
                  <c:v>2.5</c:v>
                </c:pt>
                <c:pt idx="1575">
                  <c:v>2.5</c:v>
                </c:pt>
                <c:pt idx="1576">
                  <c:v>2.5</c:v>
                </c:pt>
                <c:pt idx="1577">
                  <c:v>2.5</c:v>
                </c:pt>
                <c:pt idx="1578">
                  <c:v>2.5</c:v>
                </c:pt>
                <c:pt idx="1579">
                  <c:v>2.5</c:v>
                </c:pt>
                <c:pt idx="1580">
                  <c:v>2.5</c:v>
                </c:pt>
                <c:pt idx="1581">
                  <c:v>2.5</c:v>
                </c:pt>
                <c:pt idx="1582">
                  <c:v>2.5</c:v>
                </c:pt>
                <c:pt idx="1583">
                  <c:v>2.5</c:v>
                </c:pt>
                <c:pt idx="1584">
                  <c:v>2.5</c:v>
                </c:pt>
                <c:pt idx="1585">
                  <c:v>2.5</c:v>
                </c:pt>
                <c:pt idx="1586">
                  <c:v>2.5</c:v>
                </c:pt>
                <c:pt idx="1587">
                  <c:v>2.5</c:v>
                </c:pt>
                <c:pt idx="1588">
                  <c:v>2.5</c:v>
                </c:pt>
                <c:pt idx="1589">
                  <c:v>2.5</c:v>
                </c:pt>
                <c:pt idx="1590">
                  <c:v>2.5</c:v>
                </c:pt>
                <c:pt idx="1591">
                  <c:v>2.5</c:v>
                </c:pt>
                <c:pt idx="1592">
                  <c:v>2.5</c:v>
                </c:pt>
                <c:pt idx="1593">
                  <c:v>2.5</c:v>
                </c:pt>
                <c:pt idx="1594">
                  <c:v>2.5</c:v>
                </c:pt>
                <c:pt idx="1595">
                  <c:v>2.5</c:v>
                </c:pt>
                <c:pt idx="1596">
                  <c:v>2.5</c:v>
                </c:pt>
                <c:pt idx="1597">
                  <c:v>2.5</c:v>
                </c:pt>
                <c:pt idx="1598">
                  <c:v>2.5</c:v>
                </c:pt>
                <c:pt idx="1599">
                  <c:v>2.5</c:v>
                </c:pt>
                <c:pt idx="1600">
                  <c:v>2.5</c:v>
                </c:pt>
                <c:pt idx="1601">
                  <c:v>2.5</c:v>
                </c:pt>
                <c:pt idx="1602">
                  <c:v>2.5</c:v>
                </c:pt>
                <c:pt idx="1603">
                  <c:v>2.5</c:v>
                </c:pt>
                <c:pt idx="1604">
                  <c:v>2.5</c:v>
                </c:pt>
                <c:pt idx="1605">
                  <c:v>2.5</c:v>
                </c:pt>
                <c:pt idx="1606">
                  <c:v>2.5</c:v>
                </c:pt>
                <c:pt idx="1607">
                  <c:v>2.5</c:v>
                </c:pt>
                <c:pt idx="1608">
                  <c:v>2.5</c:v>
                </c:pt>
                <c:pt idx="1609">
                  <c:v>2.5</c:v>
                </c:pt>
                <c:pt idx="1610">
                  <c:v>2.5</c:v>
                </c:pt>
                <c:pt idx="1611">
                  <c:v>2.5</c:v>
                </c:pt>
                <c:pt idx="1612">
                  <c:v>2.5</c:v>
                </c:pt>
                <c:pt idx="1613">
                  <c:v>2.5</c:v>
                </c:pt>
                <c:pt idx="1614">
                  <c:v>2.5</c:v>
                </c:pt>
                <c:pt idx="1615">
                  <c:v>2.5</c:v>
                </c:pt>
                <c:pt idx="1616">
                  <c:v>2.5</c:v>
                </c:pt>
                <c:pt idx="1617">
                  <c:v>2.5</c:v>
                </c:pt>
                <c:pt idx="1618">
                  <c:v>2.5</c:v>
                </c:pt>
                <c:pt idx="1619">
                  <c:v>2.5</c:v>
                </c:pt>
                <c:pt idx="1620">
                  <c:v>2.5</c:v>
                </c:pt>
                <c:pt idx="1621">
                  <c:v>2.5</c:v>
                </c:pt>
                <c:pt idx="1622">
                  <c:v>2.5</c:v>
                </c:pt>
                <c:pt idx="1623">
                  <c:v>2.5</c:v>
                </c:pt>
                <c:pt idx="1624">
                  <c:v>2.5</c:v>
                </c:pt>
                <c:pt idx="1625">
                  <c:v>2.5</c:v>
                </c:pt>
                <c:pt idx="1626">
                  <c:v>2.5</c:v>
                </c:pt>
                <c:pt idx="1627">
                  <c:v>2.5</c:v>
                </c:pt>
                <c:pt idx="1628">
                  <c:v>2.5</c:v>
                </c:pt>
                <c:pt idx="1629">
                  <c:v>2.5</c:v>
                </c:pt>
                <c:pt idx="1630">
                  <c:v>2.5</c:v>
                </c:pt>
                <c:pt idx="1631">
                  <c:v>2.5</c:v>
                </c:pt>
                <c:pt idx="1632">
                  <c:v>2.5</c:v>
                </c:pt>
                <c:pt idx="1633">
                  <c:v>2.5</c:v>
                </c:pt>
                <c:pt idx="1634">
                  <c:v>2.5</c:v>
                </c:pt>
                <c:pt idx="1635">
                  <c:v>2.5</c:v>
                </c:pt>
                <c:pt idx="1636">
                  <c:v>2.5</c:v>
                </c:pt>
                <c:pt idx="1637">
                  <c:v>2.5</c:v>
                </c:pt>
                <c:pt idx="1638">
                  <c:v>2.5</c:v>
                </c:pt>
                <c:pt idx="1639">
                  <c:v>2.5</c:v>
                </c:pt>
                <c:pt idx="1640">
                  <c:v>2.5</c:v>
                </c:pt>
                <c:pt idx="1641">
                  <c:v>2.5</c:v>
                </c:pt>
                <c:pt idx="1642">
                  <c:v>2.5</c:v>
                </c:pt>
                <c:pt idx="1643">
                  <c:v>2.5</c:v>
                </c:pt>
                <c:pt idx="1644">
                  <c:v>2.5</c:v>
                </c:pt>
                <c:pt idx="1645">
                  <c:v>2.5</c:v>
                </c:pt>
                <c:pt idx="1646">
                  <c:v>2.5</c:v>
                </c:pt>
                <c:pt idx="1647">
                  <c:v>2.5</c:v>
                </c:pt>
                <c:pt idx="1648">
                  <c:v>2.5</c:v>
                </c:pt>
                <c:pt idx="1649">
                  <c:v>2.5</c:v>
                </c:pt>
                <c:pt idx="1650">
                  <c:v>2.5</c:v>
                </c:pt>
                <c:pt idx="1651">
                  <c:v>2.5</c:v>
                </c:pt>
                <c:pt idx="1652">
                  <c:v>2.5</c:v>
                </c:pt>
                <c:pt idx="1653">
                  <c:v>2.5</c:v>
                </c:pt>
                <c:pt idx="1654">
                  <c:v>2.5</c:v>
                </c:pt>
                <c:pt idx="1655">
                  <c:v>2.5</c:v>
                </c:pt>
                <c:pt idx="1656">
                  <c:v>2.5</c:v>
                </c:pt>
                <c:pt idx="1657">
                  <c:v>2.5</c:v>
                </c:pt>
                <c:pt idx="1658">
                  <c:v>2.5</c:v>
                </c:pt>
                <c:pt idx="1659">
                  <c:v>2.5</c:v>
                </c:pt>
                <c:pt idx="1660">
                  <c:v>2.5</c:v>
                </c:pt>
                <c:pt idx="1661">
                  <c:v>2.5</c:v>
                </c:pt>
                <c:pt idx="1662">
                  <c:v>2.5</c:v>
                </c:pt>
                <c:pt idx="1663">
                  <c:v>2.5</c:v>
                </c:pt>
                <c:pt idx="1664">
                  <c:v>2.5</c:v>
                </c:pt>
                <c:pt idx="1665">
                  <c:v>2.5</c:v>
                </c:pt>
                <c:pt idx="1666">
                  <c:v>2.5</c:v>
                </c:pt>
                <c:pt idx="1667">
                  <c:v>2.5</c:v>
                </c:pt>
                <c:pt idx="1668">
                  <c:v>2.5</c:v>
                </c:pt>
                <c:pt idx="1669">
                  <c:v>2.5</c:v>
                </c:pt>
                <c:pt idx="1670">
                  <c:v>2.5</c:v>
                </c:pt>
                <c:pt idx="1671">
                  <c:v>2.5</c:v>
                </c:pt>
                <c:pt idx="1672">
                  <c:v>2.25</c:v>
                </c:pt>
                <c:pt idx="1673">
                  <c:v>2.25</c:v>
                </c:pt>
                <c:pt idx="1674">
                  <c:v>2.25</c:v>
                </c:pt>
                <c:pt idx="1675">
                  <c:v>2.25</c:v>
                </c:pt>
                <c:pt idx="1676">
                  <c:v>2.25</c:v>
                </c:pt>
                <c:pt idx="1677">
                  <c:v>2.25</c:v>
                </c:pt>
                <c:pt idx="1678">
                  <c:v>2.25</c:v>
                </c:pt>
                <c:pt idx="1679">
                  <c:v>2.25</c:v>
                </c:pt>
                <c:pt idx="1680">
                  <c:v>2.25</c:v>
                </c:pt>
                <c:pt idx="1681">
                  <c:v>2.25</c:v>
                </c:pt>
                <c:pt idx="1682">
                  <c:v>2.25</c:v>
                </c:pt>
                <c:pt idx="1683">
                  <c:v>2.25</c:v>
                </c:pt>
                <c:pt idx="1684">
                  <c:v>2.25</c:v>
                </c:pt>
                <c:pt idx="1685">
                  <c:v>2.25</c:v>
                </c:pt>
                <c:pt idx="1686">
                  <c:v>2.25</c:v>
                </c:pt>
                <c:pt idx="1687">
                  <c:v>2.25</c:v>
                </c:pt>
                <c:pt idx="1688">
                  <c:v>2.25</c:v>
                </c:pt>
                <c:pt idx="1689">
                  <c:v>2.25</c:v>
                </c:pt>
                <c:pt idx="1690">
                  <c:v>2.25</c:v>
                </c:pt>
                <c:pt idx="1691">
                  <c:v>2.25</c:v>
                </c:pt>
                <c:pt idx="1692">
                  <c:v>2.25</c:v>
                </c:pt>
                <c:pt idx="1693">
                  <c:v>2.25</c:v>
                </c:pt>
                <c:pt idx="1694">
                  <c:v>2.25</c:v>
                </c:pt>
                <c:pt idx="1695">
                  <c:v>2.25</c:v>
                </c:pt>
                <c:pt idx="1696">
                  <c:v>2.25</c:v>
                </c:pt>
                <c:pt idx="1697">
                  <c:v>2.25</c:v>
                </c:pt>
                <c:pt idx="1698">
                  <c:v>2.25</c:v>
                </c:pt>
                <c:pt idx="1699">
                  <c:v>2.25</c:v>
                </c:pt>
                <c:pt idx="1700">
                  <c:v>2.25</c:v>
                </c:pt>
                <c:pt idx="1701">
                  <c:v>2.25</c:v>
                </c:pt>
                <c:pt idx="1702">
                  <c:v>2.25</c:v>
                </c:pt>
                <c:pt idx="1703">
                  <c:v>2.25</c:v>
                </c:pt>
                <c:pt idx="1704">
                  <c:v>2.25</c:v>
                </c:pt>
                <c:pt idx="1705">
                  <c:v>2.25</c:v>
                </c:pt>
                <c:pt idx="1706">
                  <c:v>2.25</c:v>
                </c:pt>
                <c:pt idx="1707">
                  <c:v>2.25</c:v>
                </c:pt>
                <c:pt idx="1708">
                  <c:v>2.25</c:v>
                </c:pt>
                <c:pt idx="1709">
                  <c:v>2.25</c:v>
                </c:pt>
                <c:pt idx="1710">
                  <c:v>2.25</c:v>
                </c:pt>
                <c:pt idx="1711">
                  <c:v>2.25</c:v>
                </c:pt>
                <c:pt idx="1712">
                  <c:v>2.25</c:v>
                </c:pt>
                <c:pt idx="1713">
                  <c:v>2.25</c:v>
                </c:pt>
                <c:pt idx="1714">
                  <c:v>2.25</c:v>
                </c:pt>
                <c:pt idx="1715">
                  <c:v>2.25</c:v>
                </c:pt>
                <c:pt idx="1716">
                  <c:v>2.25</c:v>
                </c:pt>
                <c:pt idx="1717">
                  <c:v>2.25</c:v>
                </c:pt>
                <c:pt idx="1718">
                  <c:v>2.25</c:v>
                </c:pt>
                <c:pt idx="1719">
                  <c:v>2.25</c:v>
                </c:pt>
                <c:pt idx="1720">
                  <c:v>2.25</c:v>
                </c:pt>
                <c:pt idx="1721">
                  <c:v>2</c:v>
                </c:pt>
                <c:pt idx="1722">
                  <c:v>2</c:v>
                </c:pt>
                <c:pt idx="1723">
                  <c:v>2</c:v>
                </c:pt>
                <c:pt idx="1724">
                  <c:v>2</c:v>
                </c:pt>
                <c:pt idx="1725">
                  <c:v>2</c:v>
                </c:pt>
                <c:pt idx="1726">
                  <c:v>2</c:v>
                </c:pt>
                <c:pt idx="1727">
                  <c:v>2</c:v>
                </c:pt>
                <c:pt idx="1728">
                  <c:v>2</c:v>
                </c:pt>
                <c:pt idx="1729">
                  <c:v>2</c:v>
                </c:pt>
                <c:pt idx="1730">
                  <c:v>2</c:v>
                </c:pt>
                <c:pt idx="1731">
                  <c:v>2</c:v>
                </c:pt>
                <c:pt idx="1732">
                  <c:v>2</c:v>
                </c:pt>
                <c:pt idx="1733">
                  <c:v>2</c:v>
                </c:pt>
                <c:pt idx="1734">
                  <c:v>2</c:v>
                </c:pt>
                <c:pt idx="1735">
                  <c:v>2</c:v>
                </c:pt>
                <c:pt idx="1736">
                  <c:v>2</c:v>
                </c:pt>
                <c:pt idx="1737">
                  <c:v>2</c:v>
                </c:pt>
                <c:pt idx="1738">
                  <c:v>2</c:v>
                </c:pt>
                <c:pt idx="1739">
                  <c:v>2</c:v>
                </c:pt>
                <c:pt idx="1740">
                  <c:v>2</c:v>
                </c:pt>
                <c:pt idx="1741">
                  <c:v>2</c:v>
                </c:pt>
                <c:pt idx="1742">
                  <c:v>2</c:v>
                </c:pt>
                <c:pt idx="1743">
                  <c:v>2</c:v>
                </c:pt>
                <c:pt idx="1744">
                  <c:v>2</c:v>
                </c:pt>
                <c:pt idx="1745">
                  <c:v>2</c:v>
                </c:pt>
                <c:pt idx="1746">
                  <c:v>2</c:v>
                </c:pt>
                <c:pt idx="1747">
                  <c:v>2</c:v>
                </c:pt>
                <c:pt idx="1748">
                  <c:v>2</c:v>
                </c:pt>
                <c:pt idx="1749">
                  <c:v>2</c:v>
                </c:pt>
                <c:pt idx="1750">
                  <c:v>2</c:v>
                </c:pt>
                <c:pt idx="1751">
                  <c:v>2</c:v>
                </c:pt>
                <c:pt idx="1752">
                  <c:v>2</c:v>
                </c:pt>
                <c:pt idx="1753">
                  <c:v>2</c:v>
                </c:pt>
                <c:pt idx="1754">
                  <c:v>2</c:v>
                </c:pt>
                <c:pt idx="1755">
                  <c:v>2</c:v>
                </c:pt>
                <c:pt idx="1756">
                  <c:v>2</c:v>
                </c:pt>
                <c:pt idx="1757">
                  <c:v>2</c:v>
                </c:pt>
                <c:pt idx="1758">
                  <c:v>2</c:v>
                </c:pt>
                <c:pt idx="1759">
                  <c:v>2</c:v>
                </c:pt>
                <c:pt idx="1760">
                  <c:v>2</c:v>
                </c:pt>
                <c:pt idx="1761">
                  <c:v>2</c:v>
                </c:pt>
                <c:pt idx="1762">
                  <c:v>2</c:v>
                </c:pt>
                <c:pt idx="1763">
                  <c:v>1.75</c:v>
                </c:pt>
                <c:pt idx="1764">
                  <c:v>1.75</c:v>
                </c:pt>
                <c:pt idx="1765">
                  <c:v>1.75</c:v>
                </c:pt>
                <c:pt idx="1766">
                  <c:v>1.75</c:v>
                </c:pt>
                <c:pt idx="1767">
                  <c:v>1.75</c:v>
                </c:pt>
                <c:pt idx="1768">
                  <c:v>1.75</c:v>
                </c:pt>
                <c:pt idx="1769">
                  <c:v>1.75</c:v>
                </c:pt>
                <c:pt idx="1770">
                  <c:v>1.75</c:v>
                </c:pt>
                <c:pt idx="1771">
                  <c:v>1.75</c:v>
                </c:pt>
                <c:pt idx="1772">
                  <c:v>1.75</c:v>
                </c:pt>
                <c:pt idx="1773">
                  <c:v>1.75</c:v>
                </c:pt>
                <c:pt idx="1774">
                  <c:v>1.75</c:v>
                </c:pt>
                <c:pt idx="1775">
                  <c:v>1.75</c:v>
                </c:pt>
                <c:pt idx="1776">
                  <c:v>1.75</c:v>
                </c:pt>
                <c:pt idx="1777">
                  <c:v>1.75</c:v>
                </c:pt>
                <c:pt idx="1778">
                  <c:v>1.75</c:v>
                </c:pt>
                <c:pt idx="1779">
                  <c:v>1.75</c:v>
                </c:pt>
                <c:pt idx="1780">
                  <c:v>1.75</c:v>
                </c:pt>
                <c:pt idx="1781">
                  <c:v>1.75</c:v>
                </c:pt>
                <c:pt idx="1782">
                  <c:v>1.75</c:v>
                </c:pt>
                <c:pt idx="1783">
                  <c:v>1.75</c:v>
                </c:pt>
                <c:pt idx="1784">
                  <c:v>1.75</c:v>
                </c:pt>
                <c:pt idx="1785">
                  <c:v>1.75</c:v>
                </c:pt>
                <c:pt idx="1786">
                  <c:v>1.75</c:v>
                </c:pt>
                <c:pt idx="1787">
                  <c:v>1.75</c:v>
                </c:pt>
                <c:pt idx="1788">
                  <c:v>1.75</c:v>
                </c:pt>
                <c:pt idx="1789">
                  <c:v>1.75</c:v>
                </c:pt>
                <c:pt idx="1790">
                  <c:v>1.75</c:v>
                </c:pt>
                <c:pt idx="1791">
                  <c:v>1.75</c:v>
                </c:pt>
                <c:pt idx="1792">
                  <c:v>1.75</c:v>
                </c:pt>
                <c:pt idx="1793">
                  <c:v>1.75</c:v>
                </c:pt>
                <c:pt idx="1794">
                  <c:v>1.75</c:v>
                </c:pt>
                <c:pt idx="1795">
                  <c:v>1.75</c:v>
                </c:pt>
                <c:pt idx="1796">
                  <c:v>1.75</c:v>
                </c:pt>
                <c:pt idx="1797">
                  <c:v>1.75</c:v>
                </c:pt>
                <c:pt idx="1798">
                  <c:v>1.75</c:v>
                </c:pt>
                <c:pt idx="1799">
                  <c:v>1.75</c:v>
                </c:pt>
                <c:pt idx="1800">
                  <c:v>1.75</c:v>
                </c:pt>
                <c:pt idx="1801">
                  <c:v>1.75</c:v>
                </c:pt>
                <c:pt idx="1802">
                  <c:v>1.75</c:v>
                </c:pt>
                <c:pt idx="1803">
                  <c:v>1.75</c:v>
                </c:pt>
                <c:pt idx="1804">
                  <c:v>1.75</c:v>
                </c:pt>
                <c:pt idx="1805">
                  <c:v>1.75</c:v>
                </c:pt>
                <c:pt idx="1806">
                  <c:v>1.75</c:v>
                </c:pt>
                <c:pt idx="1807">
                  <c:v>1.75</c:v>
                </c:pt>
                <c:pt idx="1808">
                  <c:v>1.75</c:v>
                </c:pt>
                <c:pt idx="1809">
                  <c:v>1.75</c:v>
                </c:pt>
                <c:pt idx="1810">
                  <c:v>1.75</c:v>
                </c:pt>
                <c:pt idx="1811">
                  <c:v>1.75</c:v>
                </c:pt>
                <c:pt idx="1812">
                  <c:v>1.75</c:v>
                </c:pt>
                <c:pt idx="1813">
                  <c:v>1.75</c:v>
                </c:pt>
                <c:pt idx="1814">
                  <c:v>1.75</c:v>
                </c:pt>
                <c:pt idx="1815">
                  <c:v>1.75</c:v>
                </c:pt>
                <c:pt idx="1816">
                  <c:v>1.75</c:v>
                </c:pt>
                <c:pt idx="1817">
                  <c:v>1.75</c:v>
                </c:pt>
                <c:pt idx="1818">
                  <c:v>1.75</c:v>
                </c:pt>
                <c:pt idx="1819">
                  <c:v>1.75</c:v>
                </c:pt>
                <c:pt idx="1820">
                  <c:v>1.75</c:v>
                </c:pt>
                <c:pt idx="1821">
                  <c:v>1.75</c:v>
                </c:pt>
                <c:pt idx="1822">
                  <c:v>1.75</c:v>
                </c:pt>
                <c:pt idx="1823">
                  <c:v>1.75</c:v>
                </c:pt>
                <c:pt idx="1824">
                  <c:v>1.75</c:v>
                </c:pt>
                <c:pt idx="1825">
                  <c:v>1.75</c:v>
                </c:pt>
                <c:pt idx="1826">
                  <c:v>1.75</c:v>
                </c:pt>
                <c:pt idx="1827">
                  <c:v>1.75</c:v>
                </c:pt>
                <c:pt idx="1828">
                  <c:v>1.75</c:v>
                </c:pt>
                <c:pt idx="1829">
                  <c:v>1.75</c:v>
                </c:pt>
                <c:pt idx="1830">
                  <c:v>1.75</c:v>
                </c:pt>
                <c:pt idx="1831">
                  <c:v>1.75</c:v>
                </c:pt>
                <c:pt idx="1832">
                  <c:v>1.75</c:v>
                </c:pt>
                <c:pt idx="1833">
                  <c:v>1.75</c:v>
                </c:pt>
                <c:pt idx="1834">
                  <c:v>1.75</c:v>
                </c:pt>
                <c:pt idx="1835">
                  <c:v>1.75</c:v>
                </c:pt>
                <c:pt idx="1836">
                  <c:v>1.75</c:v>
                </c:pt>
                <c:pt idx="1837">
                  <c:v>1.75</c:v>
                </c:pt>
                <c:pt idx="1838">
                  <c:v>1.75</c:v>
                </c:pt>
                <c:pt idx="1839">
                  <c:v>1.75</c:v>
                </c:pt>
                <c:pt idx="1840">
                  <c:v>1.75</c:v>
                </c:pt>
                <c:pt idx="1841">
                  <c:v>1.75</c:v>
                </c:pt>
                <c:pt idx="1842">
                  <c:v>1.75</c:v>
                </c:pt>
                <c:pt idx="1843">
                  <c:v>1.75</c:v>
                </c:pt>
                <c:pt idx="1844">
                  <c:v>1.75</c:v>
                </c:pt>
                <c:pt idx="1845">
                  <c:v>1.75</c:v>
                </c:pt>
                <c:pt idx="1846">
                  <c:v>1.75</c:v>
                </c:pt>
                <c:pt idx="1847">
                  <c:v>1.75</c:v>
                </c:pt>
                <c:pt idx="1848">
                  <c:v>1.75</c:v>
                </c:pt>
                <c:pt idx="1849">
                  <c:v>1.75</c:v>
                </c:pt>
                <c:pt idx="1850">
                  <c:v>1.75</c:v>
                </c:pt>
                <c:pt idx="1851">
                  <c:v>1.75</c:v>
                </c:pt>
                <c:pt idx="1852">
                  <c:v>1.75</c:v>
                </c:pt>
                <c:pt idx="1853">
                  <c:v>1.75</c:v>
                </c:pt>
                <c:pt idx="1854">
                  <c:v>1.75</c:v>
                </c:pt>
                <c:pt idx="1855">
                  <c:v>1.75</c:v>
                </c:pt>
                <c:pt idx="1856">
                  <c:v>1.75</c:v>
                </c:pt>
                <c:pt idx="1857">
                  <c:v>1.75</c:v>
                </c:pt>
                <c:pt idx="1858">
                  <c:v>1.75</c:v>
                </c:pt>
                <c:pt idx="1859">
                  <c:v>1.75</c:v>
                </c:pt>
                <c:pt idx="1860">
                  <c:v>1.75</c:v>
                </c:pt>
                <c:pt idx="1861">
                  <c:v>1.75</c:v>
                </c:pt>
                <c:pt idx="1862">
                  <c:v>1.75</c:v>
                </c:pt>
                <c:pt idx="1863">
                  <c:v>1.75</c:v>
                </c:pt>
                <c:pt idx="1864">
                  <c:v>1.75</c:v>
                </c:pt>
                <c:pt idx="1865">
                  <c:v>1.75</c:v>
                </c:pt>
                <c:pt idx="1866">
                  <c:v>1.75</c:v>
                </c:pt>
                <c:pt idx="1867">
                  <c:v>1.75</c:v>
                </c:pt>
                <c:pt idx="1868">
                  <c:v>1.75</c:v>
                </c:pt>
                <c:pt idx="1869">
                  <c:v>1.75</c:v>
                </c:pt>
                <c:pt idx="1870">
                  <c:v>1.75</c:v>
                </c:pt>
                <c:pt idx="1871">
                  <c:v>1.75</c:v>
                </c:pt>
                <c:pt idx="1872">
                  <c:v>1.75</c:v>
                </c:pt>
                <c:pt idx="1873">
                  <c:v>1.75</c:v>
                </c:pt>
                <c:pt idx="1874">
                  <c:v>1.75</c:v>
                </c:pt>
                <c:pt idx="1875">
                  <c:v>1.75</c:v>
                </c:pt>
                <c:pt idx="1876">
                  <c:v>1.75</c:v>
                </c:pt>
                <c:pt idx="1877">
                  <c:v>1.75</c:v>
                </c:pt>
                <c:pt idx="1878">
                  <c:v>1.75</c:v>
                </c:pt>
                <c:pt idx="1879">
                  <c:v>1.75</c:v>
                </c:pt>
                <c:pt idx="1880">
                  <c:v>1.75</c:v>
                </c:pt>
                <c:pt idx="1881">
                  <c:v>1.75</c:v>
                </c:pt>
                <c:pt idx="1882">
                  <c:v>1.75</c:v>
                </c:pt>
                <c:pt idx="1883">
                  <c:v>1.75</c:v>
                </c:pt>
                <c:pt idx="1884">
                  <c:v>1.75</c:v>
                </c:pt>
                <c:pt idx="1885">
                  <c:v>1.75</c:v>
                </c:pt>
                <c:pt idx="1886">
                  <c:v>1.75</c:v>
                </c:pt>
                <c:pt idx="1887">
                  <c:v>1.75</c:v>
                </c:pt>
                <c:pt idx="1888">
                  <c:v>1.25</c:v>
                </c:pt>
                <c:pt idx="1889">
                  <c:v>1.25</c:v>
                </c:pt>
                <c:pt idx="1890">
                  <c:v>1.25</c:v>
                </c:pt>
                <c:pt idx="1891">
                  <c:v>1.25</c:v>
                </c:pt>
                <c:pt idx="1892">
                  <c:v>1.25</c:v>
                </c:pt>
                <c:pt idx="1893">
                  <c:v>1.25</c:v>
                </c:pt>
                <c:pt idx="1894">
                  <c:v>1.25</c:v>
                </c:pt>
                <c:pt idx="1895">
                  <c:v>1.25</c:v>
                </c:pt>
                <c:pt idx="1896">
                  <c:v>1.25</c:v>
                </c:pt>
                <c:pt idx="1897">
                  <c:v>1.25</c:v>
                </c:pt>
                <c:pt idx="1898">
                  <c:v>1.25</c:v>
                </c:pt>
                <c:pt idx="1899">
                  <c:v>1.25</c:v>
                </c:pt>
                <c:pt idx="1900">
                  <c:v>0.25</c:v>
                </c:pt>
                <c:pt idx="1901">
                  <c:v>0.25</c:v>
                </c:pt>
                <c:pt idx="1902">
                  <c:v>0.25</c:v>
                </c:pt>
                <c:pt idx="1903">
                  <c:v>0.25</c:v>
                </c:pt>
                <c:pt idx="1904">
                  <c:v>0.25</c:v>
                </c:pt>
                <c:pt idx="1905">
                  <c:v>0.25</c:v>
                </c:pt>
                <c:pt idx="1906">
                  <c:v>0.25</c:v>
                </c:pt>
                <c:pt idx="1907">
                  <c:v>0.25</c:v>
                </c:pt>
                <c:pt idx="1908">
                  <c:v>0.25</c:v>
                </c:pt>
                <c:pt idx="1909">
                  <c:v>0.25</c:v>
                </c:pt>
                <c:pt idx="1910">
                  <c:v>0.25</c:v>
                </c:pt>
                <c:pt idx="1911">
                  <c:v>0.25</c:v>
                </c:pt>
                <c:pt idx="1912">
                  <c:v>0.25</c:v>
                </c:pt>
                <c:pt idx="1913">
                  <c:v>0.25</c:v>
                </c:pt>
                <c:pt idx="1914">
                  <c:v>0.25</c:v>
                </c:pt>
                <c:pt idx="1915">
                  <c:v>0.25</c:v>
                </c:pt>
                <c:pt idx="1916">
                  <c:v>0.25</c:v>
                </c:pt>
                <c:pt idx="1917">
                  <c:v>0.25</c:v>
                </c:pt>
                <c:pt idx="1918">
                  <c:v>0.25</c:v>
                </c:pt>
                <c:pt idx="1919">
                  <c:v>0.25</c:v>
                </c:pt>
                <c:pt idx="1920">
                  <c:v>0.25</c:v>
                </c:pt>
                <c:pt idx="1921">
                  <c:v>0.25</c:v>
                </c:pt>
                <c:pt idx="1922">
                  <c:v>0.25</c:v>
                </c:pt>
                <c:pt idx="1923">
                  <c:v>0.25</c:v>
                </c:pt>
                <c:pt idx="1924">
                  <c:v>0.25</c:v>
                </c:pt>
                <c:pt idx="1925">
                  <c:v>0.25</c:v>
                </c:pt>
                <c:pt idx="1926">
                  <c:v>0.25</c:v>
                </c:pt>
                <c:pt idx="1927">
                  <c:v>0.25</c:v>
                </c:pt>
                <c:pt idx="1928">
                  <c:v>0.25</c:v>
                </c:pt>
                <c:pt idx="1929">
                  <c:v>0.25</c:v>
                </c:pt>
                <c:pt idx="1930">
                  <c:v>0.25</c:v>
                </c:pt>
                <c:pt idx="1931">
                  <c:v>0.25</c:v>
                </c:pt>
                <c:pt idx="1932">
                  <c:v>0.25</c:v>
                </c:pt>
                <c:pt idx="1933">
                  <c:v>0.25</c:v>
                </c:pt>
                <c:pt idx="1934">
                  <c:v>0.25</c:v>
                </c:pt>
                <c:pt idx="1935">
                  <c:v>0.25</c:v>
                </c:pt>
                <c:pt idx="1936">
                  <c:v>0.25</c:v>
                </c:pt>
                <c:pt idx="1937">
                  <c:v>0.25</c:v>
                </c:pt>
                <c:pt idx="1938">
                  <c:v>0.25</c:v>
                </c:pt>
                <c:pt idx="1939">
                  <c:v>0.25</c:v>
                </c:pt>
                <c:pt idx="1940">
                  <c:v>0.25</c:v>
                </c:pt>
                <c:pt idx="1941">
                  <c:v>0.25</c:v>
                </c:pt>
                <c:pt idx="1942">
                  <c:v>0.25</c:v>
                </c:pt>
                <c:pt idx="1943">
                  <c:v>0.25</c:v>
                </c:pt>
                <c:pt idx="1944">
                  <c:v>0.25</c:v>
                </c:pt>
                <c:pt idx="1945">
                  <c:v>0.25</c:v>
                </c:pt>
                <c:pt idx="1946">
                  <c:v>0.25</c:v>
                </c:pt>
                <c:pt idx="1947">
                  <c:v>0.25</c:v>
                </c:pt>
                <c:pt idx="1948">
                  <c:v>0.25</c:v>
                </c:pt>
                <c:pt idx="1949">
                  <c:v>0.25</c:v>
                </c:pt>
                <c:pt idx="1950">
                  <c:v>0.25</c:v>
                </c:pt>
                <c:pt idx="1951">
                  <c:v>0.25</c:v>
                </c:pt>
                <c:pt idx="1952">
                  <c:v>0.25</c:v>
                </c:pt>
                <c:pt idx="1953">
                  <c:v>0.25</c:v>
                </c:pt>
                <c:pt idx="1954">
                  <c:v>0.25</c:v>
                </c:pt>
                <c:pt idx="1955">
                  <c:v>0.25</c:v>
                </c:pt>
                <c:pt idx="1956">
                  <c:v>0.25</c:v>
                </c:pt>
                <c:pt idx="1957">
                  <c:v>0.25</c:v>
                </c:pt>
                <c:pt idx="1958">
                  <c:v>0.25</c:v>
                </c:pt>
                <c:pt idx="1959">
                  <c:v>0.25</c:v>
                </c:pt>
                <c:pt idx="1960">
                  <c:v>0.25</c:v>
                </c:pt>
                <c:pt idx="1961">
                  <c:v>0.25</c:v>
                </c:pt>
                <c:pt idx="1962">
                  <c:v>0.25</c:v>
                </c:pt>
                <c:pt idx="1963">
                  <c:v>0.25</c:v>
                </c:pt>
                <c:pt idx="1964">
                  <c:v>0.25</c:v>
                </c:pt>
                <c:pt idx="1965">
                  <c:v>0.25</c:v>
                </c:pt>
                <c:pt idx="1966">
                  <c:v>0.25</c:v>
                </c:pt>
                <c:pt idx="1967">
                  <c:v>0.25</c:v>
                </c:pt>
                <c:pt idx="1968">
                  <c:v>0.25</c:v>
                </c:pt>
                <c:pt idx="1969">
                  <c:v>0.25</c:v>
                </c:pt>
                <c:pt idx="1970">
                  <c:v>0.25</c:v>
                </c:pt>
                <c:pt idx="1971">
                  <c:v>0.25</c:v>
                </c:pt>
                <c:pt idx="1972">
                  <c:v>0.25</c:v>
                </c:pt>
                <c:pt idx="1973">
                  <c:v>0.25</c:v>
                </c:pt>
                <c:pt idx="1974">
                  <c:v>0.25</c:v>
                </c:pt>
                <c:pt idx="1975">
                  <c:v>0.25</c:v>
                </c:pt>
                <c:pt idx="1976">
                  <c:v>0.25</c:v>
                </c:pt>
                <c:pt idx="1977">
                  <c:v>0.25</c:v>
                </c:pt>
                <c:pt idx="1978">
                  <c:v>0.25</c:v>
                </c:pt>
                <c:pt idx="1979">
                  <c:v>0.25</c:v>
                </c:pt>
                <c:pt idx="1980">
                  <c:v>0.25</c:v>
                </c:pt>
                <c:pt idx="1981">
                  <c:v>0.25</c:v>
                </c:pt>
                <c:pt idx="1982">
                  <c:v>0.25</c:v>
                </c:pt>
                <c:pt idx="1983">
                  <c:v>0.25</c:v>
                </c:pt>
                <c:pt idx="1984">
                  <c:v>0.25</c:v>
                </c:pt>
                <c:pt idx="1985">
                  <c:v>0.25</c:v>
                </c:pt>
                <c:pt idx="1986">
                  <c:v>0.25</c:v>
                </c:pt>
                <c:pt idx="1987">
                  <c:v>0.25</c:v>
                </c:pt>
                <c:pt idx="1988">
                  <c:v>0.25</c:v>
                </c:pt>
                <c:pt idx="1989">
                  <c:v>0.25</c:v>
                </c:pt>
                <c:pt idx="1990">
                  <c:v>0.25</c:v>
                </c:pt>
                <c:pt idx="1991">
                  <c:v>0.25</c:v>
                </c:pt>
                <c:pt idx="1992">
                  <c:v>0.25</c:v>
                </c:pt>
                <c:pt idx="1993">
                  <c:v>0.25</c:v>
                </c:pt>
                <c:pt idx="1994">
                  <c:v>0.25</c:v>
                </c:pt>
                <c:pt idx="1995">
                  <c:v>0.25</c:v>
                </c:pt>
                <c:pt idx="1996">
                  <c:v>0.25</c:v>
                </c:pt>
                <c:pt idx="1997">
                  <c:v>0.25</c:v>
                </c:pt>
                <c:pt idx="1998">
                  <c:v>0.25</c:v>
                </c:pt>
                <c:pt idx="1999">
                  <c:v>0.25</c:v>
                </c:pt>
                <c:pt idx="2000">
                  <c:v>0.25</c:v>
                </c:pt>
                <c:pt idx="2001">
                  <c:v>0.25</c:v>
                </c:pt>
                <c:pt idx="2002">
                  <c:v>0.25</c:v>
                </c:pt>
                <c:pt idx="2003">
                  <c:v>0.25</c:v>
                </c:pt>
                <c:pt idx="2004">
                  <c:v>0.25</c:v>
                </c:pt>
                <c:pt idx="2005">
                  <c:v>0.25</c:v>
                </c:pt>
                <c:pt idx="2006">
                  <c:v>0.25</c:v>
                </c:pt>
                <c:pt idx="2007">
                  <c:v>0.25</c:v>
                </c:pt>
                <c:pt idx="2008">
                  <c:v>0.25</c:v>
                </c:pt>
                <c:pt idx="2009">
                  <c:v>0.25</c:v>
                </c:pt>
                <c:pt idx="2010">
                  <c:v>0.25</c:v>
                </c:pt>
                <c:pt idx="2011">
                  <c:v>0.25</c:v>
                </c:pt>
                <c:pt idx="2012">
                  <c:v>0.25</c:v>
                </c:pt>
                <c:pt idx="2013">
                  <c:v>0.25</c:v>
                </c:pt>
                <c:pt idx="2014">
                  <c:v>0.25</c:v>
                </c:pt>
                <c:pt idx="2015">
                  <c:v>0.25</c:v>
                </c:pt>
                <c:pt idx="2016">
                  <c:v>0.25</c:v>
                </c:pt>
                <c:pt idx="2017">
                  <c:v>0.25</c:v>
                </c:pt>
                <c:pt idx="2018">
                  <c:v>0.25</c:v>
                </c:pt>
                <c:pt idx="2019">
                  <c:v>0.25</c:v>
                </c:pt>
                <c:pt idx="2020">
                  <c:v>0.25</c:v>
                </c:pt>
                <c:pt idx="2021">
                  <c:v>0.25</c:v>
                </c:pt>
                <c:pt idx="2022">
                  <c:v>0.25</c:v>
                </c:pt>
                <c:pt idx="2023">
                  <c:v>0.25</c:v>
                </c:pt>
                <c:pt idx="2024">
                  <c:v>0.25</c:v>
                </c:pt>
                <c:pt idx="2025">
                  <c:v>0.25</c:v>
                </c:pt>
                <c:pt idx="2026">
                  <c:v>0.25</c:v>
                </c:pt>
                <c:pt idx="2027">
                  <c:v>0.25</c:v>
                </c:pt>
                <c:pt idx="2028">
                  <c:v>0.25</c:v>
                </c:pt>
                <c:pt idx="2029">
                  <c:v>0.25</c:v>
                </c:pt>
                <c:pt idx="2030">
                  <c:v>0.25</c:v>
                </c:pt>
                <c:pt idx="2031">
                  <c:v>0.25</c:v>
                </c:pt>
                <c:pt idx="2032">
                  <c:v>0.25</c:v>
                </c:pt>
                <c:pt idx="2033">
                  <c:v>0.25</c:v>
                </c:pt>
                <c:pt idx="2034">
                  <c:v>0.25</c:v>
                </c:pt>
                <c:pt idx="2035">
                  <c:v>0.25</c:v>
                </c:pt>
                <c:pt idx="2036">
                  <c:v>0.25</c:v>
                </c:pt>
                <c:pt idx="2037">
                  <c:v>0.25</c:v>
                </c:pt>
                <c:pt idx="2038">
                  <c:v>0.25</c:v>
                </c:pt>
                <c:pt idx="2039">
                  <c:v>0.25</c:v>
                </c:pt>
                <c:pt idx="2040">
                  <c:v>0.25</c:v>
                </c:pt>
                <c:pt idx="2041">
                  <c:v>0.25</c:v>
                </c:pt>
                <c:pt idx="2042">
                  <c:v>0.25</c:v>
                </c:pt>
                <c:pt idx="2043">
                  <c:v>0.25</c:v>
                </c:pt>
                <c:pt idx="2044">
                  <c:v>0.25</c:v>
                </c:pt>
                <c:pt idx="2045">
                  <c:v>0.25</c:v>
                </c:pt>
                <c:pt idx="2046">
                  <c:v>0.25</c:v>
                </c:pt>
                <c:pt idx="2047">
                  <c:v>0.25</c:v>
                </c:pt>
                <c:pt idx="2048">
                  <c:v>0.25</c:v>
                </c:pt>
                <c:pt idx="2049">
                  <c:v>0.25</c:v>
                </c:pt>
                <c:pt idx="2050">
                  <c:v>0.25</c:v>
                </c:pt>
                <c:pt idx="2051">
                  <c:v>0.25</c:v>
                </c:pt>
                <c:pt idx="2052">
                  <c:v>0.25</c:v>
                </c:pt>
                <c:pt idx="2053">
                  <c:v>0.25</c:v>
                </c:pt>
                <c:pt idx="2054">
                  <c:v>0.25</c:v>
                </c:pt>
                <c:pt idx="2055">
                  <c:v>0.25</c:v>
                </c:pt>
                <c:pt idx="2056">
                  <c:v>0.25</c:v>
                </c:pt>
                <c:pt idx="2057">
                  <c:v>0.25</c:v>
                </c:pt>
                <c:pt idx="2058">
                  <c:v>0.25</c:v>
                </c:pt>
                <c:pt idx="2059">
                  <c:v>0.25</c:v>
                </c:pt>
                <c:pt idx="2060">
                  <c:v>0.25</c:v>
                </c:pt>
                <c:pt idx="2061">
                  <c:v>0.25</c:v>
                </c:pt>
                <c:pt idx="2062">
                  <c:v>0.25</c:v>
                </c:pt>
                <c:pt idx="2063">
                  <c:v>0.25</c:v>
                </c:pt>
                <c:pt idx="2064">
                  <c:v>0.25</c:v>
                </c:pt>
                <c:pt idx="2065">
                  <c:v>0.25</c:v>
                </c:pt>
                <c:pt idx="2066">
                  <c:v>0.25</c:v>
                </c:pt>
                <c:pt idx="2067">
                  <c:v>0.25</c:v>
                </c:pt>
                <c:pt idx="2068">
                  <c:v>0.25</c:v>
                </c:pt>
                <c:pt idx="2069">
                  <c:v>0.25</c:v>
                </c:pt>
                <c:pt idx="2070">
                  <c:v>0.25</c:v>
                </c:pt>
                <c:pt idx="2071">
                  <c:v>0.25</c:v>
                </c:pt>
                <c:pt idx="2072">
                  <c:v>0.25</c:v>
                </c:pt>
                <c:pt idx="2073">
                  <c:v>0.25</c:v>
                </c:pt>
                <c:pt idx="2074">
                  <c:v>0.25</c:v>
                </c:pt>
                <c:pt idx="2075">
                  <c:v>0.25</c:v>
                </c:pt>
                <c:pt idx="2076">
                  <c:v>0.25</c:v>
                </c:pt>
                <c:pt idx="2077">
                  <c:v>0.25</c:v>
                </c:pt>
                <c:pt idx="2078">
                  <c:v>0.25</c:v>
                </c:pt>
                <c:pt idx="2079">
                  <c:v>0.25</c:v>
                </c:pt>
                <c:pt idx="2080">
                  <c:v>0.25</c:v>
                </c:pt>
                <c:pt idx="2081">
                  <c:v>0.25</c:v>
                </c:pt>
                <c:pt idx="2082">
                  <c:v>0.25</c:v>
                </c:pt>
                <c:pt idx="2083">
                  <c:v>0.25</c:v>
                </c:pt>
                <c:pt idx="2084">
                  <c:v>0.25</c:v>
                </c:pt>
                <c:pt idx="2085">
                  <c:v>0.25</c:v>
                </c:pt>
                <c:pt idx="2086">
                  <c:v>0.25</c:v>
                </c:pt>
                <c:pt idx="2087">
                  <c:v>0.25</c:v>
                </c:pt>
                <c:pt idx="2088">
                  <c:v>0.25</c:v>
                </c:pt>
                <c:pt idx="2089">
                  <c:v>0.25</c:v>
                </c:pt>
                <c:pt idx="2090">
                  <c:v>0.25</c:v>
                </c:pt>
                <c:pt idx="2091">
                  <c:v>0.25</c:v>
                </c:pt>
                <c:pt idx="2092">
                  <c:v>0.25</c:v>
                </c:pt>
                <c:pt idx="2093">
                  <c:v>0.25</c:v>
                </c:pt>
                <c:pt idx="2094">
                  <c:v>0.25</c:v>
                </c:pt>
                <c:pt idx="2095">
                  <c:v>0.25</c:v>
                </c:pt>
                <c:pt idx="2096">
                  <c:v>0.25</c:v>
                </c:pt>
                <c:pt idx="2097">
                  <c:v>0.25</c:v>
                </c:pt>
                <c:pt idx="2098">
                  <c:v>0.25</c:v>
                </c:pt>
                <c:pt idx="2099">
                  <c:v>0.25</c:v>
                </c:pt>
                <c:pt idx="2100">
                  <c:v>0.25</c:v>
                </c:pt>
                <c:pt idx="2101">
                  <c:v>0.25</c:v>
                </c:pt>
                <c:pt idx="2102">
                  <c:v>0.25</c:v>
                </c:pt>
                <c:pt idx="2103">
                  <c:v>0.25</c:v>
                </c:pt>
                <c:pt idx="2104">
                  <c:v>0.25</c:v>
                </c:pt>
                <c:pt idx="2105">
                  <c:v>0.25</c:v>
                </c:pt>
                <c:pt idx="2106">
                  <c:v>0.25</c:v>
                </c:pt>
                <c:pt idx="2107">
                  <c:v>0.25</c:v>
                </c:pt>
                <c:pt idx="2108">
                  <c:v>0.25</c:v>
                </c:pt>
                <c:pt idx="2109">
                  <c:v>0.25</c:v>
                </c:pt>
                <c:pt idx="2110">
                  <c:v>0.25</c:v>
                </c:pt>
                <c:pt idx="2111">
                  <c:v>0.25</c:v>
                </c:pt>
                <c:pt idx="2112">
                  <c:v>0.25</c:v>
                </c:pt>
                <c:pt idx="2113">
                  <c:v>0.25</c:v>
                </c:pt>
                <c:pt idx="2114">
                  <c:v>0.25</c:v>
                </c:pt>
                <c:pt idx="2115">
                  <c:v>0.25</c:v>
                </c:pt>
                <c:pt idx="2116">
                  <c:v>0.25</c:v>
                </c:pt>
                <c:pt idx="2117">
                  <c:v>0.25</c:v>
                </c:pt>
                <c:pt idx="2118">
                  <c:v>0.25</c:v>
                </c:pt>
                <c:pt idx="2119">
                  <c:v>0.25</c:v>
                </c:pt>
                <c:pt idx="2120">
                  <c:v>0.25</c:v>
                </c:pt>
                <c:pt idx="2121">
                  <c:v>0.25</c:v>
                </c:pt>
                <c:pt idx="2122">
                  <c:v>0.25</c:v>
                </c:pt>
                <c:pt idx="2123">
                  <c:v>0.25</c:v>
                </c:pt>
                <c:pt idx="2124">
                  <c:v>0.25</c:v>
                </c:pt>
                <c:pt idx="2125">
                  <c:v>0.25</c:v>
                </c:pt>
                <c:pt idx="2126">
                  <c:v>0.25</c:v>
                </c:pt>
                <c:pt idx="2127">
                  <c:v>0.25</c:v>
                </c:pt>
                <c:pt idx="2128">
                  <c:v>0.25</c:v>
                </c:pt>
                <c:pt idx="2129">
                  <c:v>0.25</c:v>
                </c:pt>
                <c:pt idx="2130">
                  <c:v>0.25</c:v>
                </c:pt>
                <c:pt idx="2131">
                  <c:v>0.25</c:v>
                </c:pt>
                <c:pt idx="2132">
                  <c:v>0.25</c:v>
                </c:pt>
                <c:pt idx="2133">
                  <c:v>0.25</c:v>
                </c:pt>
                <c:pt idx="2134">
                  <c:v>0.25</c:v>
                </c:pt>
                <c:pt idx="2135">
                  <c:v>0.25</c:v>
                </c:pt>
                <c:pt idx="2136">
                  <c:v>0.25</c:v>
                </c:pt>
                <c:pt idx="2137">
                  <c:v>0.25</c:v>
                </c:pt>
                <c:pt idx="2138">
                  <c:v>0.25</c:v>
                </c:pt>
                <c:pt idx="2139">
                  <c:v>0.25</c:v>
                </c:pt>
                <c:pt idx="2140">
                  <c:v>0.25</c:v>
                </c:pt>
                <c:pt idx="2141">
                  <c:v>0.25</c:v>
                </c:pt>
                <c:pt idx="2142">
                  <c:v>0.25</c:v>
                </c:pt>
                <c:pt idx="2143">
                  <c:v>0.25</c:v>
                </c:pt>
                <c:pt idx="2144">
                  <c:v>0.25</c:v>
                </c:pt>
                <c:pt idx="2145">
                  <c:v>0.25</c:v>
                </c:pt>
                <c:pt idx="2146">
                  <c:v>0.25</c:v>
                </c:pt>
                <c:pt idx="2147">
                  <c:v>0.25</c:v>
                </c:pt>
                <c:pt idx="2148">
                  <c:v>0.25</c:v>
                </c:pt>
                <c:pt idx="2149">
                  <c:v>0.25</c:v>
                </c:pt>
                <c:pt idx="2150">
                  <c:v>0.25</c:v>
                </c:pt>
                <c:pt idx="2151">
                  <c:v>0.25</c:v>
                </c:pt>
                <c:pt idx="2152">
                  <c:v>0.25</c:v>
                </c:pt>
                <c:pt idx="2153">
                  <c:v>0.25</c:v>
                </c:pt>
                <c:pt idx="2154">
                  <c:v>0.25</c:v>
                </c:pt>
                <c:pt idx="2155">
                  <c:v>0.25</c:v>
                </c:pt>
                <c:pt idx="2156">
                  <c:v>0.25</c:v>
                </c:pt>
                <c:pt idx="2157">
                  <c:v>0.25</c:v>
                </c:pt>
                <c:pt idx="2158">
                  <c:v>0.25</c:v>
                </c:pt>
                <c:pt idx="2159">
                  <c:v>0.25</c:v>
                </c:pt>
                <c:pt idx="2160">
                  <c:v>0.25</c:v>
                </c:pt>
                <c:pt idx="2161">
                  <c:v>0.25</c:v>
                </c:pt>
                <c:pt idx="2162">
                  <c:v>0.25</c:v>
                </c:pt>
                <c:pt idx="2163">
                  <c:v>0.25</c:v>
                </c:pt>
                <c:pt idx="2164">
                  <c:v>0.25</c:v>
                </c:pt>
                <c:pt idx="2165">
                  <c:v>0.25</c:v>
                </c:pt>
                <c:pt idx="2166">
                  <c:v>0.25</c:v>
                </c:pt>
                <c:pt idx="2167">
                  <c:v>0.25</c:v>
                </c:pt>
                <c:pt idx="2168">
                  <c:v>0.25</c:v>
                </c:pt>
                <c:pt idx="2169">
                  <c:v>0.25</c:v>
                </c:pt>
                <c:pt idx="2170">
                  <c:v>0.25</c:v>
                </c:pt>
                <c:pt idx="2171">
                  <c:v>0.25</c:v>
                </c:pt>
                <c:pt idx="2172">
                  <c:v>0.25</c:v>
                </c:pt>
                <c:pt idx="2173">
                  <c:v>0.25</c:v>
                </c:pt>
                <c:pt idx="2174">
                  <c:v>0.25</c:v>
                </c:pt>
                <c:pt idx="2175">
                  <c:v>0.25</c:v>
                </c:pt>
                <c:pt idx="2176">
                  <c:v>0.25</c:v>
                </c:pt>
                <c:pt idx="2177">
                  <c:v>0.25</c:v>
                </c:pt>
                <c:pt idx="2178">
                  <c:v>0.25</c:v>
                </c:pt>
                <c:pt idx="2179">
                  <c:v>0.25</c:v>
                </c:pt>
                <c:pt idx="2180">
                  <c:v>0.25</c:v>
                </c:pt>
                <c:pt idx="2181">
                  <c:v>0.25</c:v>
                </c:pt>
                <c:pt idx="2182">
                  <c:v>0.25</c:v>
                </c:pt>
                <c:pt idx="2183">
                  <c:v>0.25</c:v>
                </c:pt>
                <c:pt idx="2184">
                  <c:v>0.25</c:v>
                </c:pt>
                <c:pt idx="2185">
                  <c:v>0.25</c:v>
                </c:pt>
                <c:pt idx="2186">
                  <c:v>0.25</c:v>
                </c:pt>
                <c:pt idx="2187">
                  <c:v>0.25</c:v>
                </c:pt>
                <c:pt idx="2188">
                  <c:v>0.25</c:v>
                </c:pt>
                <c:pt idx="2189">
                  <c:v>0.25</c:v>
                </c:pt>
                <c:pt idx="2190">
                  <c:v>0.25</c:v>
                </c:pt>
                <c:pt idx="2191">
                  <c:v>0.25</c:v>
                </c:pt>
                <c:pt idx="2192">
                  <c:v>0.25</c:v>
                </c:pt>
                <c:pt idx="2193">
                  <c:v>0.25</c:v>
                </c:pt>
                <c:pt idx="2194">
                  <c:v>0.25</c:v>
                </c:pt>
                <c:pt idx="2195">
                  <c:v>0.25</c:v>
                </c:pt>
                <c:pt idx="2196">
                  <c:v>0.25</c:v>
                </c:pt>
                <c:pt idx="2197">
                  <c:v>0.25</c:v>
                </c:pt>
                <c:pt idx="2198">
                  <c:v>0.25</c:v>
                </c:pt>
                <c:pt idx="2199">
                  <c:v>0.25</c:v>
                </c:pt>
                <c:pt idx="2200">
                  <c:v>0.25</c:v>
                </c:pt>
                <c:pt idx="2201">
                  <c:v>0.25</c:v>
                </c:pt>
                <c:pt idx="2202">
                  <c:v>0.25</c:v>
                </c:pt>
                <c:pt idx="2203">
                  <c:v>0.25</c:v>
                </c:pt>
                <c:pt idx="2204">
                  <c:v>0.25</c:v>
                </c:pt>
                <c:pt idx="2205">
                  <c:v>0.25</c:v>
                </c:pt>
                <c:pt idx="2206">
                  <c:v>0.25</c:v>
                </c:pt>
                <c:pt idx="2207">
                  <c:v>0.25</c:v>
                </c:pt>
                <c:pt idx="2208">
                  <c:v>0.25</c:v>
                </c:pt>
                <c:pt idx="2209">
                  <c:v>0.25</c:v>
                </c:pt>
                <c:pt idx="2210">
                  <c:v>0.25</c:v>
                </c:pt>
                <c:pt idx="2211">
                  <c:v>0.25</c:v>
                </c:pt>
                <c:pt idx="2212">
                  <c:v>0.25</c:v>
                </c:pt>
                <c:pt idx="2213">
                  <c:v>0.25</c:v>
                </c:pt>
                <c:pt idx="2214">
                  <c:v>0.25</c:v>
                </c:pt>
                <c:pt idx="2215">
                  <c:v>0.25</c:v>
                </c:pt>
                <c:pt idx="2216">
                  <c:v>0.25</c:v>
                </c:pt>
                <c:pt idx="2217">
                  <c:v>0.25</c:v>
                </c:pt>
                <c:pt idx="2218">
                  <c:v>0.25</c:v>
                </c:pt>
                <c:pt idx="2219">
                  <c:v>0.25</c:v>
                </c:pt>
                <c:pt idx="2220">
                  <c:v>0.25</c:v>
                </c:pt>
                <c:pt idx="2221">
                  <c:v>0.25</c:v>
                </c:pt>
                <c:pt idx="2222">
                  <c:v>0.25</c:v>
                </c:pt>
                <c:pt idx="2223">
                  <c:v>0.25</c:v>
                </c:pt>
                <c:pt idx="2224">
                  <c:v>0.25</c:v>
                </c:pt>
                <c:pt idx="2225">
                  <c:v>0.25</c:v>
                </c:pt>
                <c:pt idx="2226">
                  <c:v>0.25</c:v>
                </c:pt>
                <c:pt idx="2227">
                  <c:v>0.25</c:v>
                </c:pt>
                <c:pt idx="2228">
                  <c:v>0.25</c:v>
                </c:pt>
                <c:pt idx="2229">
                  <c:v>0.25</c:v>
                </c:pt>
                <c:pt idx="2230">
                  <c:v>0.25</c:v>
                </c:pt>
                <c:pt idx="2231">
                  <c:v>0.25</c:v>
                </c:pt>
                <c:pt idx="2232">
                  <c:v>0.25</c:v>
                </c:pt>
                <c:pt idx="2233">
                  <c:v>0.25</c:v>
                </c:pt>
                <c:pt idx="2234">
                  <c:v>0.25</c:v>
                </c:pt>
                <c:pt idx="2235">
                  <c:v>0.25</c:v>
                </c:pt>
                <c:pt idx="2236">
                  <c:v>0.25</c:v>
                </c:pt>
                <c:pt idx="2237">
                  <c:v>0.25</c:v>
                </c:pt>
                <c:pt idx="2238">
                  <c:v>0.25</c:v>
                </c:pt>
                <c:pt idx="2239">
                  <c:v>0.25</c:v>
                </c:pt>
                <c:pt idx="2240">
                  <c:v>0.25</c:v>
                </c:pt>
                <c:pt idx="2241">
                  <c:v>0.25</c:v>
                </c:pt>
                <c:pt idx="2242">
                  <c:v>0.25</c:v>
                </c:pt>
                <c:pt idx="2243">
                  <c:v>0.25</c:v>
                </c:pt>
                <c:pt idx="2244">
                  <c:v>0.25</c:v>
                </c:pt>
                <c:pt idx="2245">
                  <c:v>0.25</c:v>
                </c:pt>
                <c:pt idx="2246">
                  <c:v>0.25</c:v>
                </c:pt>
                <c:pt idx="2247">
                  <c:v>0.25</c:v>
                </c:pt>
                <c:pt idx="2248">
                  <c:v>0.25</c:v>
                </c:pt>
                <c:pt idx="2249">
                  <c:v>0.25</c:v>
                </c:pt>
                <c:pt idx="2250">
                  <c:v>0.25</c:v>
                </c:pt>
                <c:pt idx="2251">
                  <c:v>0.25</c:v>
                </c:pt>
                <c:pt idx="2252">
                  <c:v>0.25</c:v>
                </c:pt>
                <c:pt idx="2253">
                  <c:v>0.25</c:v>
                </c:pt>
                <c:pt idx="2254">
                  <c:v>0.25</c:v>
                </c:pt>
                <c:pt idx="2255">
                  <c:v>0.25</c:v>
                </c:pt>
                <c:pt idx="2256">
                  <c:v>0.25</c:v>
                </c:pt>
                <c:pt idx="2257">
                  <c:v>0.25</c:v>
                </c:pt>
                <c:pt idx="2258">
                  <c:v>0.25</c:v>
                </c:pt>
                <c:pt idx="2259">
                  <c:v>0.25</c:v>
                </c:pt>
                <c:pt idx="2260">
                  <c:v>0.25</c:v>
                </c:pt>
                <c:pt idx="2261">
                  <c:v>0.25</c:v>
                </c:pt>
                <c:pt idx="2262">
                  <c:v>0.25</c:v>
                </c:pt>
                <c:pt idx="2263">
                  <c:v>0.25</c:v>
                </c:pt>
                <c:pt idx="2264">
                  <c:v>0.25</c:v>
                </c:pt>
                <c:pt idx="2265">
                  <c:v>0.25</c:v>
                </c:pt>
                <c:pt idx="2266">
                  <c:v>0.25</c:v>
                </c:pt>
                <c:pt idx="2267">
                  <c:v>0.25</c:v>
                </c:pt>
                <c:pt idx="2268">
                  <c:v>0.25</c:v>
                </c:pt>
                <c:pt idx="2269">
                  <c:v>0.25</c:v>
                </c:pt>
                <c:pt idx="2270">
                  <c:v>0.25</c:v>
                </c:pt>
                <c:pt idx="2271">
                  <c:v>0.25</c:v>
                </c:pt>
                <c:pt idx="2272">
                  <c:v>0.25</c:v>
                </c:pt>
                <c:pt idx="2273">
                  <c:v>0.25</c:v>
                </c:pt>
                <c:pt idx="2274">
                  <c:v>0.25</c:v>
                </c:pt>
                <c:pt idx="2275">
                  <c:v>0.25</c:v>
                </c:pt>
                <c:pt idx="2276">
                  <c:v>0.25</c:v>
                </c:pt>
                <c:pt idx="2277">
                  <c:v>0.25</c:v>
                </c:pt>
                <c:pt idx="2278">
                  <c:v>0.25</c:v>
                </c:pt>
                <c:pt idx="2279">
                  <c:v>0.25</c:v>
                </c:pt>
                <c:pt idx="2280">
                  <c:v>0.25</c:v>
                </c:pt>
                <c:pt idx="2281">
                  <c:v>0.25</c:v>
                </c:pt>
                <c:pt idx="2282">
                  <c:v>0.25</c:v>
                </c:pt>
                <c:pt idx="2283">
                  <c:v>0.25</c:v>
                </c:pt>
                <c:pt idx="2284">
                  <c:v>0.25</c:v>
                </c:pt>
                <c:pt idx="2285">
                  <c:v>0.25</c:v>
                </c:pt>
                <c:pt idx="2286">
                  <c:v>0.25</c:v>
                </c:pt>
                <c:pt idx="2287">
                  <c:v>0.25</c:v>
                </c:pt>
                <c:pt idx="2288">
                  <c:v>0.25</c:v>
                </c:pt>
                <c:pt idx="2289">
                  <c:v>0.25</c:v>
                </c:pt>
                <c:pt idx="2290">
                  <c:v>0.25</c:v>
                </c:pt>
                <c:pt idx="2291">
                  <c:v>0.25</c:v>
                </c:pt>
                <c:pt idx="2292">
                  <c:v>0.25</c:v>
                </c:pt>
                <c:pt idx="2293">
                  <c:v>0.25</c:v>
                </c:pt>
                <c:pt idx="2294">
                  <c:v>0.25</c:v>
                </c:pt>
                <c:pt idx="2295">
                  <c:v>0.25</c:v>
                </c:pt>
                <c:pt idx="2296">
                  <c:v>0.25</c:v>
                </c:pt>
                <c:pt idx="2297">
                  <c:v>0.25</c:v>
                </c:pt>
                <c:pt idx="2298">
                  <c:v>0.25</c:v>
                </c:pt>
                <c:pt idx="2299">
                  <c:v>0.25</c:v>
                </c:pt>
                <c:pt idx="2300">
                  <c:v>0.25</c:v>
                </c:pt>
                <c:pt idx="2301">
                  <c:v>0.25</c:v>
                </c:pt>
                <c:pt idx="2302">
                  <c:v>0.25</c:v>
                </c:pt>
                <c:pt idx="2303">
                  <c:v>0.25</c:v>
                </c:pt>
                <c:pt idx="2304">
                  <c:v>0.25</c:v>
                </c:pt>
                <c:pt idx="2305">
                  <c:v>0.25</c:v>
                </c:pt>
                <c:pt idx="2306">
                  <c:v>0.25</c:v>
                </c:pt>
                <c:pt idx="2307">
                  <c:v>0.25</c:v>
                </c:pt>
                <c:pt idx="2308">
                  <c:v>0.25</c:v>
                </c:pt>
                <c:pt idx="2309">
                  <c:v>0.25</c:v>
                </c:pt>
                <c:pt idx="2310">
                  <c:v>0.25</c:v>
                </c:pt>
                <c:pt idx="2311">
                  <c:v>0.25</c:v>
                </c:pt>
                <c:pt idx="2312">
                  <c:v>0.25</c:v>
                </c:pt>
                <c:pt idx="2313">
                  <c:v>0.25</c:v>
                </c:pt>
                <c:pt idx="2314">
                  <c:v>0.25</c:v>
                </c:pt>
                <c:pt idx="2315">
                  <c:v>0.25</c:v>
                </c:pt>
                <c:pt idx="2316">
                  <c:v>0.25</c:v>
                </c:pt>
                <c:pt idx="2317">
                  <c:v>0.25</c:v>
                </c:pt>
                <c:pt idx="2318">
                  <c:v>0.25</c:v>
                </c:pt>
                <c:pt idx="2319">
                  <c:v>0.25</c:v>
                </c:pt>
                <c:pt idx="2320">
                  <c:v>0.25</c:v>
                </c:pt>
                <c:pt idx="2321">
                  <c:v>0.25</c:v>
                </c:pt>
                <c:pt idx="2322">
                  <c:v>0.25</c:v>
                </c:pt>
                <c:pt idx="2323">
                  <c:v>0.25</c:v>
                </c:pt>
                <c:pt idx="2324">
                  <c:v>0.25</c:v>
                </c:pt>
                <c:pt idx="2325">
                  <c:v>0.25</c:v>
                </c:pt>
                <c:pt idx="2326">
                  <c:v>0.25</c:v>
                </c:pt>
                <c:pt idx="2327">
                  <c:v>0.25</c:v>
                </c:pt>
                <c:pt idx="2328">
                  <c:v>0.25</c:v>
                </c:pt>
                <c:pt idx="2329">
                  <c:v>0.25</c:v>
                </c:pt>
                <c:pt idx="2330">
                  <c:v>0.25</c:v>
                </c:pt>
                <c:pt idx="2331">
                  <c:v>0.25</c:v>
                </c:pt>
                <c:pt idx="2332">
                  <c:v>0.25</c:v>
                </c:pt>
                <c:pt idx="2333">
                  <c:v>0.25</c:v>
                </c:pt>
                <c:pt idx="2334">
                  <c:v>0.25</c:v>
                </c:pt>
                <c:pt idx="2335">
                  <c:v>0.25</c:v>
                </c:pt>
                <c:pt idx="2336">
                  <c:v>0.25</c:v>
                </c:pt>
                <c:pt idx="2337">
                  <c:v>0.25</c:v>
                </c:pt>
                <c:pt idx="2338">
                  <c:v>0.25</c:v>
                </c:pt>
                <c:pt idx="2339">
                  <c:v>0.25</c:v>
                </c:pt>
                <c:pt idx="2340">
                  <c:v>0.25</c:v>
                </c:pt>
                <c:pt idx="2341">
                  <c:v>0.25</c:v>
                </c:pt>
                <c:pt idx="2342">
                  <c:v>0.25</c:v>
                </c:pt>
                <c:pt idx="2343">
                  <c:v>0.25</c:v>
                </c:pt>
                <c:pt idx="2344">
                  <c:v>0.25</c:v>
                </c:pt>
                <c:pt idx="2345">
                  <c:v>0.25</c:v>
                </c:pt>
                <c:pt idx="2346">
                  <c:v>0.25</c:v>
                </c:pt>
                <c:pt idx="2347">
                  <c:v>0.25</c:v>
                </c:pt>
                <c:pt idx="2348">
                  <c:v>0.25</c:v>
                </c:pt>
                <c:pt idx="2349">
                  <c:v>0.25</c:v>
                </c:pt>
                <c:pt idx="2350">
                  <c:v>0.25</c:v>
                </c:pt>
                <c:pt idx="2351">
                  <c:v>0.25</c:v>
                </c:pt>
                <c:pt idx="2352">
                  <c:v>0.25</c:v>
                </c:pt>
                <c:pt idx="2353">
                  <c:v>0.25</c:v>
                </c:pt>
                <c:pt idx="2354">
                  <c:v>0.25</c:v>
                </c:pt>
                <c:pt idx="2355">
                  <c:v>0.25</c:v>
                </c:pt>
                <c:pt idx="2356">
                  <c:v>0.25</c:v>
                </c:pt>
                <c:pt idx="2357">
                  <c:v>0.25</c:v>
                </c:pt>
                <c:pt idx="2358">
                  <c:v>0.25</c:v>
                </c:pt>
                <c:pt idx="2359">
                  <c:v>0.25</c:v>
                </c:pt>
                <c:pt idx="2360">
                  <c:v>0.25</c:v>
                </c:pt>
                <c:pt idx="2361">
                  <c:v>0.25</c:v>
                </c:pt>
                <c:pt idx="2362">
                  <c:v>0.25</c:v>
                </c:pt>
                <c:pt idx="2363">
                  <c:v>0.25</c:v>
                </c:pt>
                <c:pt idx="2364">
                  <c:v>0.25</c:v>
                </c:pt>
                <c:pt idx="2365">
                  <c:v>0.25</c:v>
                </c:pt>
                <c:pt idx="2366">
                  <c:v>0.25</c:v>
                </c:pt>
                <c:pt idx="2367">
                  <c:v>0.25</c:v>
                </c:pt>
                <c:pt idx="2368">
                  <c:v>0.25</c:v>
                </c:pt>
                <c:pt idx="2369">
                  <c:v>0.25</c:v>
                </c:pt>
                <c:pt idx="2370">
                  <c:v>0.25</c:v>
                </c:pt>
                <c:pt idx="2371">
                  <c:v>0.25</c:v>
                </c:pt>
                <c:pt idx="2372">
                  <c:v>0.25</c:v>
                </c:pt>
                <c:pt idx="2373">
                  <c:v>0.25</c:v>
                </c:pt>
                <c:pt idx="2374">
                  <c:v>0.25</c:v>
                </c:pt>
                <c:pt idx="2375">
                  <c:v>0.25</c:v>
                </c:pt>
                <c:pt idx="2376">
                  <c:v>0.25</c:v>
                </c:pt>
                <c:pt idx="2377">
                  <c:v>0.25</c:v>
                </c:pt>
                <c:pt idx="2378">
                  <c:v>0.25</c:v>
                </c:pt>
                <c:pt idx="2379">
                  <c:v>0.25</c:v>
                </c:pt>
                <c:pt idx="2380">
                  <c:v>0.25</c:v>
                </c:pt>
                <c:pt idx="2381">
                  <c:v>0.25</c:v>
                </c:pt>
                <c:pt idx="2382">
                  <c:v>0.25</c:v>
                </c:pt>
                <c:pt idx="2383">
                  <c:v>0.25</c:v>
                </c:pt>
                <c:pt idx="2384">
                  <c:v>0.25</c:v>
                </c:pt>
                <c:pt idx="2385">
                  <c:v>0.25</c:v>
                </c:pt>
                <c:pt idx="2386">
                  <c:v>0.25</c:v>
                </c:pt>
                <c:pt idx="2387">
                  <c:v>0.25</c:v>
                </c:pt>
                <c:pt idx="2388">
                  <c:v>0.25</c:v>
                </c:pt>
                <c:pt idx="2389">
                  <c:v>0.25</c:v>
                </c:pt>
                <c:pt idx="2390">
                  <c:v>0.25</c:v>
                </c:pt>
                <c:pt idx="2391">
                  <c:v>0.25</c:v>
                </c:pt>
                <c:pt idx="2392">
                  <c:v>0.25</c:v>
                </c:pt>
                <c:pt idx="2393">
                  <c:v>0.25</c:v>
                </c:pt>
                <c:pt idx="2394">
                  <c:v>0.25</c:v>
                </c:pt>
                <c:pt idx="2395">
                  <c:v>0.25</c:v>
                </c:pt>
                <c:pt idx="2396">
                  <c:v>0.25</c:v>
                </c:pt>
                <c:pt idx="2397">
                  <c:v>0.25</c:v>
                </c:pt>
                <c:pt idx="2398">
                  <c:v>0.25</c:v>
                </c:pt>
                <c:pt idx="2399">
                  <c:v>0.25</c:v>
                </c:pt>
                <c:pt idx="2400">
                  <c:v>0.25</c:v>
                </c:pt>
                <c:pt idx="2401">
                  <c:v>0.25</c:v>
                </c:pt>
                <c:pt idx="2402">
                  <c:v>0.25</c:v>
                </c:pt>
                <c:pt idx="2403">
                  <c:v>0.25</c:v>
                </c:pt>
                <c:pt idx="2404">
                  <c:v>0.25</c:v>
                </c:pt>
                <c:pt idx="2405">
                  <c:v>0.25</c:v>
                </c:pt>
                <c:pt idx="2406">
                  <c:v>0.25</c:v>
                </c:pt>
                <c:pt idx="2407">
                  <c:v>0.25</c:v>
                </c:pt>
                <c:pt idx="2408">
                  <c:v>0.25</c:v>
                </c:pt>
                <c:pt idx="2409">
                  <c:v>0.25</c:v>
                </c:pt>
                <c:pt idx="2410">
                  <c:v>0.25</c:v>
                </c:pt>
                <c:pt idx="2411">
                  <c:v>0.25</c:v>
                </c:pt>
                <c:pt idx="2412">
                  <c:v>0.25</c:v>
                </c:pt>
                <c:pt idx="2413">
                  <c:v>0.25</c:v>
                </c:pt>
                <c:pt idx="2414">
                  <c:v>0.25</c:v>
                </c:pt>
                <c:pt idx="2415">
                  <c:v>0.25</c:v>
                </c:pt>
                <c:pt idx="2416">
                  <c:v>0.25</c:v>
                </c:pt>
                <c:pt idx="2417">
                  <c:v>0.25</c:v>
                </c:pt>
                <c:pt idx="2418">
                  <c:v>0.25</c:v>
                </c:pt>
                <c:pt idx="2419">
                  <c:v>0.25</c:v>
                </c:pt>
                <c:pt idx="2420">
                  <c:v>0.25</c:v>
                </c:pt>
                <c:pt idx="2421">
                  <c:v>0.25</c:v>
                </c:pt>
                <c:pt idx="2422">
                  <c:v>0.25</c:v>
                </c:pt>
                <c:pt idx="2423">
                  <c:v>0.25</c:v>
                </c:pt>
                <c:pt idx="2424">
                  <c:v>0.25</c:v>
                </c:pt>
                <c:pt idx="2425">
                  <c:v>0.25</c:v>
                </c:pt>
                <c:pt idx="2426">
                  <c:v>0.25</c:v>
                </c:pt>
                <c:pt idx="2427">
                  <c:v>0.25</c:v>
                </c:pt>
                <c:pt idx="2428">
                  <c:v>0.25</c:v>
                </c:pt>
                <c:pt idx="2429">
                  <c:v>0.25</c:v>
                </c:pt>
                <c:pt idx="2430">
                  <c:v>0.25</c:v>
                </c:pt>
                <c:pt idx="2431">
                  <c:v>0.25</c:v>
                </c:pt>
                <c:pt idx="2432">
                  <c:v>0.25</c:v>
                </c:pt>
                <c:pt idx="2433">
                  <c:v>0.25</c:v>
                </c:pt>
                <c:pt idx="2434">
                  <c:v>0.25</c:v>
                </c:pt>
                <c:pt idx="2435">
                  <c:v>0.25</c:v>
                </c:pt>
                <c:pt idx="2436">
                  <c:v>0.25</c:v>
                </c:pt>
                <c:pt idx="2437">
                  <c:v>0.25</c:v>
                </c:pt>
                <c:pt idx="2438">
                  <c:v>0.25</c:v>
                </c:pt>
                <c:pt idx="2439">
                  <c:v>0.25</c:v>
                </c:pt>
                <c:pt idx="2440">
                  <c:v>0.25</c:v>
                </c:pt>
                <c:pt idx="2441">
                  <c:v>0.25</c:v>
                </c:pt>
                <c:pt idx="2442">
                  <c:v>0.25</c:v>
                </c:pt>
                <c:pt idx="2443">
                  <c:v>0.25</c:v>
                </c:pt>
                <c:pt idx="2444">
                  <c:v>0.25</c:v>
                </c:pt>
                <c:pt idx="2445">
                  <c:v>0.25</c:v>
                </c:pt>
                <c:pt idx="2446">
                  <c:v>0.25</c:v>
                </c:pt>
                <c:pt idx="2447">
                  <c:v>0.25</c:v>
                </c:pt>
                <c:pt idx="2448">
                  <c:v>0.25</c:v>
                </c:pt>
                <c:pt idx="2449">
                  <c:v>0.25</c:v>
                </c:pt>
                <c:pt idx="2450">
                  <c:v>0.25</c:v>
                </c:pt>
                <c:pt idx="2451">
                  <c:v>0.25</c:v>
                </c:pt>
                <c:pt idx="2452">
                  <c:v>0.25</c:v>
                </c:pt>
                <c:pt idx="2453">
                  <c:v>0.25</c:v>
                </c:pt>
                <c:pt idx="2454">
                  <c:v>0.25</c:v>
                </c:pt>
                <c:pt idx="2455">
                  <c:v>0.25</c:v>
                </c:pt>
                <c:pt idx="2456">
                  <c:v>0.25</c:v>
                </c:pt>
                <c:pt idx="2457">
                  <c:v>0.25</c:v>
                </c:pt>
                <c:pt idx="2458">
                  <c:v>0.25</c:v>
                </c:pt>
                <c:pt idx="2459">
                  <c:v>0.25</c:v>
                </c:pt>
                <c:pt idx="2460">
                  <c:v>0.25</c:v>
                </c:pt>
                <c:pt idx="2461">
                  <c:v>0.25</c:v>
                </c:pt>
                <c:pt idx="2462">
                  <c:v>0.25</c:v>
                </c:pt>
                <c:pt idx="2463">
                  <c:v>0.25</c:v>
                </c:pt>
                <c:pt idx="2464">
                  <c:v>0.25</c:v>
                </c:pt>
                <c:pt idx="2465">
                  <c:v>0.25</c:v>
                </c:pt>
                <c:pt idx="2466">
                  <c:v>0.25</c:v>
                </c:pt>
                <c:pt idx="2467">
                  <c:v>0.25</c:v>
                </c:pt>
                <c:pt idx="2468">
                  <c:v>0.25</c:v>
                </c:pt>
                <c:pt idx="2469">
                  <c:v>0.25</c:v>
                </c:pt>
                <c:pt idx="2470">
                  <c:v>0.25</c:v>
                </c:pt>
                <c:pt idx="2471">
                  <c:v>0.25</c:v>
                </c:pt>
                <c:pt idx="2472">
                  <c:v>0.25</c:v>
                </c:pt>
                <c:pt idx="2473">
                  <c:v>0.25</c:v>
                </c:pt>
                <c:pt idx="2474">
                  <c:v>0.25</c:v>
                </c:pt>
                <c:pt idx="2475">
                  <c:v>0.25</c:v>
                </c:pt>
                <c:pt idx="2476">
                  <c:v>0.25</c:v>
                </c:pt>
                <c:pt idx="2477">
                  <c:v>0.25</c:v>
                </c:pt>
                <c:pt idx="2478">
                  <c:v>0.25</c:v>
                </c:pt>
                <c:pt idx="2479">
                  <c:v>0.25</c:v>
                </c:pt>
                <c:pt idx="2480">
                  <c:v>0.25</c:v>
                </c:pt>
                <c:pt idx="2481">
                  <c:v>0.25</c:v>
                </c:pt>
                <c:pt idx="2482">
                  <c:v>0.25</c:v>
                </c:pt>
                <c:pt idx="2483">
                  <c:v>0.25</c:v>
                </c:pt>
                <c:pt idx="2484">
                  <c:v>0.25</c:v>
                </c:pt>
                <c:pt idx="2485">
                  <c:v>0.25</c:v>
                </c:pt>
                <c:pt idx="2486">
                  <c:v>0.25</c:v>
                </c:pt>
                <c:pt idx="2487">
                  <c:v>0.25</c:v>
                </c:pt>
                <c:pt idx="2488">
                  <c:v>0.25</c:v>
                </c:pt>
                <c:pt idx="2489">
                  <c:v>0.25</c:v>
                </c:pt>
                <c:pt idx="2490">
                  <c:v>0.25</c:v>
                </c:pt>
                <c:pt idx="2491">
                  <c:v>0.25</c:v>
                </c:pt>
                <c:pt idx="2492">
                  <c:v>0.25</c:v>
                </c:pt>
                <c:pt idx="2493">
                  <c:v>0.25</c:v>
                </c:pt>
                <c:pt idx="2494">
                  <c:v>0.25</c:v>
                </c:pt>
                <c:pt idx="2495">
                  <c:v>0.25</c:v>
                </c:pt>
                <c:pt idx="2496">
                  <c:v>0.25</c:v>
                </c:pt>
                <c:pt idx="2497">
                  <c:v>0.25</c:v>
                </c:pt>
                <c:pt idx="2498">
                  <c:v>0.25</c:v>
                </c:pt>
                <c:pt idx="2499">
                  <c:v>0.25</c:v>
                </c:pt>
                <c:pt idx="2500">
                  <c:v>0.25</c:v>
                </c:pt>
                <c:pt idx="2501">
                  <c:v>0.25</c:v>
                </c:pt>
                <c:pt idx="2502">
                  <c:v>0.25</c:v>
                </c:pt>
                <c:pt idx="2503">
                  <c:v>0.25</c:v>
                </c:pt>
                <c:pt idx="2504">
                  <c:v>0.25</c:v>
                </c:pt>
                <c:pt idx="2505">
                  <c:v>0.25</c:v>
                </c:pt>
                <c:pt idx="2506">
                  <c:v>0.25</c:v>
                </c:pt>
                <c:pt idx="2507">
                  <c:v>0.25</c:v>
                </c:pt>
                <c:pt idx="2508">
                  <c:v>0.25</c:v>
                </c:pt>
                <c:pt idx="2509">
                  <c:v>0.25</c:v>
                </c:pt>
                <c:pt idx="2510">
                  <c:v>0.25</c:v>
                </c:pt>
                <c:pt idx="2511">
                  <c:v>0.25</c:v>
                </c:pt>
                <c:pt idx="2512">
                  <c:v>0.25</c:v>
                </c:pt>
                <c:pt idx="2513">
                  <c:v>0.25</c:v>
                </c:pt>
                <c:pt idx="2514">
                  <c:v>0.25</c:v>
                </c:pt>
                <c:pt idx="2515">
                  <c:v>0.25</c:v>
                </c:pt>
                <c:pt idx="2516">
                  <c:v>0.25</c:v>
                </c:pt>
                <c:pt idx="2517">
                  <c:v>0.25</c:v>
                </c:pt>
                <c:pt idx="2518">
                  <c:v>0.25</c:v>
                </c:pt>
                <c:pt idx="2519">
                  <c:v>0.25</c:v>
                </c:pt>
                <c:pt idx="2520">
                  <c:v>0.25</c:v>
                </c:pt>
                <c:pt idx="2521">
                  <c:v>0.25</c:v>
                </c:pt>
                <c:pt idx="2522">
                  <c:v>0.25</c:v>
                </c:pt>
                <c:pt idx="2523">
                  <c:v>0.25</c:v>
                </c:pt>
                <c:pt idx="2524">
                  <c:v>0.25</c:v>
                </c:pt>
                <c:pt idx="2525">
                  <c:v>0.25</c:v>
                </c:pt>
                <c:pt idx="2526">
                  <c:v>0.25</c:v>
                </c:pt>
                <c:pt idx="2527">
                  <c:v>0.25</c:v>
                </c:pt>
                <c:pt idx="2528">
                  <c:v>0.25</c:v>
                </c:pt>
                <c:pt idx="2529">
                  <c:v>0.25</c:v>
                </c:pt>
                <c:pt idx="2530">
                  <c:v>0.25</c:v>
                </c:pt>
                <c:pt idx="2531">
                  <c:v>0.25</c:v>
                </c:pt>
                <c:pt idx="2532">
                  <c:v>0.25</c:v>
                </c:pt>
                <c:pt idx="2533">
                  <c:v>0.25</c:v>
                </c:pt>
                <c:pt idx="2534">
                  <c:v>0.25</c:v>
                </c:pt>
                <c:pt idx="2535">
                  <c:v>0.25</c:v>
                </c:pt>
                <c:pt idx="2536">
                  <c:v>0.25</c:v>
                </c:pt>
                <c:pt idx="2537">
                  <c:v>0.25</c:v>
                </c:pt>
                <c:pt idx="2538">
                  <c:v>0.25</c:v>
                </c:pt>
                <c:pt idx="2539">
                  <c:v>0.25</c:v>
                </c:pt>
                <c:pt idx="2540">
                  <c:v>0.25</c:v>
                </c:pt>
                <c:pt idx="2541">
                  <c:v>0.25</c:v>
                </c:pt>
                <c:pt idx="2542">
                  <c:v>0.25</c:v>
                </c:pt>
                <c:pt idx="2543">
                  <c:v>0.25</c:v>
                </c:pt>
                <c:pt idx="2544">
                  <c:v>0.25</c:v>
                </c:pt>
                <c:pt idx="2545">
                  <c:v>0.25</c:v>
                </c:pt>
                <c:pt idx="2546">
                  <c:v>0.25</c:v>
                </c:pt>
                <c:pt idx="2547">
                  <c:v>0.25</c:v>
                </c:pt>
                <c:pt idx="2548">
                  <c:v>0.25</c:v>
                </c:pt>
                <c:pt idx="2549">
                  <c:v>0.25</c:v>
                </c:pt>
                <c:pt idx="2550">
                  <c:v>0.25</c:v>
                </c:pt>
                <c:pt idx="2551">
                  <c:v>0.25</c:v>
                </c:pt>
                <c:pt idx="2552">
                  <c:v>0.25</c:v>
                </c:pt>
                <c:pt idx="2553">
                  <c:v>0.25</c:v>
                </c:pt>
                <c:pt idx="2554">
                  <c:v>0.25</c:v>
                </c:pt>
                <c:pt idx="2555">
                  <c:v>0.25</c:v>
                </c:pt>
                <c:pt idx="2556">
                  <c:v>0.25</c:v>
                </c:pt>
                <c:pt idx="2557">
                  <c:v>0.25</c:v>
                </c:pt>
                <c:pt idx="2558">
                  <c:v>0.25</c:v>
                </c:pt>
                <c:pt idx="2559">
                  <c:v>0.25</c:v>
                </c:pt>
                <c:pt idx="2560">
                  <c:v>0.25</c:v>
                </c:pt>
                <c:pt idx="2561">
                  <c:v>0.25</c:v>
                </c:pt>
                <c:pt idx="2562">
                  <c:v>0.25</c:v>
                </c:pt>
                <c:pt idx="2563">
                  <c:v>0.25</c:v>
                </c:pt>
                <c:pt idx="2564">
                  <c:v>0.25</c:v>
                </c:pt>
                <c:pt idx="2565">
                  <c:v>0.25</c:v>
                </c:pt>
                <c:pt idx="2566">
                  <c:v>0.25</c:v>
                </c:pt>
                <c:pt idx="2567">
                  <c:v>0.25</c:v>
                </c:pt>
                <c:pt idx="2568">
                  <c:v>0.25</c:v>
                </c:pt>
                <c:pt idx="2569">
                  <c:v>0.25</c:v>
                </c:pt>
                <c:pt idx="2570">
                  <c:v>0.25</c:v>
                </c:pt>
                <c:pt idx="2571">
                  <c:v>0.25</c:v>
                </c:pt>
                <c:pt idx="2572">
                  <c:v>0.25</c:v>
                </c:pt>
                <c:pt idx="2573">
                  <c:v>0.25</c:v>
                </c:pt>
                <c:pt idx="2574">
                  <c:v>0.25</c:v>
                </c:pt>
                <c:pt idx="2575">
                  <c:v>0.25</c:v>
                </c:pt>
                <c:pt idx="2576">
                  <c:v>0.25</c:v>
                </c:pt>
                <c:pt idx="2577">
                  <c:v>0.25</c:v>
                </c:pt>
                <c:pt idx="2578">
                  <c:v>0.25</c:v>
                </c:pt>
                <c:pt idx="2579">
                  <c:v>0.25</c:v>
                </c:pt>
                <c:pt idx="2580">
                  <c:v>0.25</c:v>
                </c:pt>
                <c:pt idx="2581">
                  <c:v>0.25</c:v>
                </c:pt>
                <c:pt idx="2582">
                  <c:v>0.25</c:v>
                </c:pt>
                <c:pt idx="2583">
                  <c:v>0.25</c:v>
                </c:pt>
                <c:pt idx="2584">
                  <c:v>0.25</c:v>
                </c:pt>
                <c:pt idx="2585">
                  <c:v>0.25</c:v>
                </c:pt>
                <c:pt idx="2586">
                  <c:v>0.25</c:v>
                </c:pt>
                <c:pt idx="2587">
                  <c:v>0.25</c:v>
                </c:pt>
                <c:pt idx="2588">
                  <c:v>0.25</c:v>
                </c:pt>
                <c:pt idx="2589">
                  <c:v>0.25</c:v>
                </c:pt>
                <c:pt idx="2590">
                  <c:v>0.25</c:v>
                </c:pt>
                <c:pt idx="2591">
                  <c:v>0.25</c:v>
                </c:pt>
                <c:pt idx="2592">
                  <c:v>0.25</c:v>
                </c:pt>
                <c:pt idx="2593">
                  <c:v>0.25</c:v>
                </c:pt>
                <c:pt idx="2594">
                  <c:v>0.25</c:v>
                </c:pt>
                <c:pt idx="2595">
                  <c:v>0.25</c:v>
                </c:pt>
                <c:pt idx="2596">
                  <c:v>0.25</c:v>
                </c:pt>
                <c:pt idx="2597">
                  <c:v>0.25</c:v>
                </c:pt>
                <c:pt idx="2598">
                  <c:v>0.25</c:v>
                </c:pt>
                <c:pt idx="2599">
                  <c:v>0.25</c:v>
                </c:pt>
                <c:pt idx="2600">
                  <c:v>0.25</c:v>
                </c:pt>
                <c:pt idx="2601">
                  <c:v>0.25</c:v>
                </c:pt>
                <c:pt idx="2602">
                  <c:v>0.25</c:v>
                </c:pt>
                <c:pt idx="2603">
                  <c:v>0.25</c:v>
                </c:pt>
                <c:pt idx="2604">
                  <c:v>0.25</c:v>
                </c:pt>
                <c:pt idx="2605">
                  <c:v>0.25</c:v>
                </c:pt>
                <c:pt idx="2606">
                  <c:v>0.25</c:v>
                </c:pt>
                <c:pt idx="2607">
                  <c:v>0.25</c:v>
                </c:pt>
                <c:pt idx="2608">
                  <c:v>0.25</c:v>
                </c:pt>
                <c:pt idx="2609">
                  <c:v>0.25</c:v>
                </c:pt>
                <c:pt idx="2610">
                  <c:v>0.25</c:v>
                </c:pt>
                <c:pt idx="2611">
                  <c:v>0.25</c:v>
                </c:pt>
                <c:pt idx="2612">
                  <c:v>0.25</c:v>
                </c:pt>
                <c:pt idx="2613">
                  <c:v>0.25</c:v>
                </c:pt>
                <c:pt idx="2614">
                  <c:v>0.25</c:v>
                </c:pt>
                <c:pt idx="2615">
                  <c:v>0.25</c:v>
                </c:pt>
                <c:pt idx="2616">
                  <c:v>0.25</c:v>
                </c:pt>
                <c:pt idx="2617">
                  <c:v>0.25</c:v>
                </c:pt>
                <c:pt idx="2618">
                  <c:v>0.25</c:v>
                </c:pt>
                <c:pt idx="2619">
                  <c:v>0.25</c:v>
                </c:pt>
                <c:pt idx="2620">
                  <c:v>0.25</c:v>
                </c:pt>
                <c:pt idx="2621">
                  <c:v>0.25</c:v>
                </c:pt>
                <c:pt idx="2622">
                  <c:v>0.25</c:v>
                </c:pt>
                <c:pt idx="2623">
                  <c:v>0.25</c:v>
                </c:pt>
                <c:pt idx="2624">
                  <c:v>0.25</c:v>
                </c:pt>
                <c:pt idx="2625">
                  <c:v>0.25</c:v>
                </c:pt>
                <c:pt idx="2626">
                  <c:v>0.25</c:v>
                </c:pt>
                <c:pt idx="2627">
                  <c:v>0.25</c:v>
                </c:pt>
                <c:pt idx="2628">
                  <c:v>0.25</c:v>
                </c:pt>
                <c:pt idx="2629">
                  <c:v>0.25</c:v>
                </c:pt>
                <c:pt idx="2630">
                  <c:v>0.25</c:v>
                </c:pt>
                <c:pt idx="2631">
                  <c:v>0.5</c:v>
                </c:pt>
                <c:pt idx="2632">
                  <c:v>0.5</c:v>
                </c:pt>
                <c:pt idx="2633">
                  <c:v>0.5</c:v>
                </c:pt>
                <c:pt idx="2634">
                  <c:v>0.5</c:v>
                </c:pt>
                <c:pt idx="2635">
                  <c:v>0.5</c:v>
                </c:pt>
                <c:pt idx="2636">
                  <c:v>0.5</c:v>
                </c:pt>
                <c:pt idx="2637">
                  <c:v>0.5</c:v>
                </c:pt>
                <c:pt idx="2638">
                  <c:v>0.5</c:v>
                </c:pt>
                <c:pt idx="2639">
                  <c:v>0.5</c:v>
                </c:pt>
                <c:pt idx="2640">
                  <c:v>0.5</c:v>
                </c:pt>
                <c:pt idx="2641">
                  <c:v>0.5</c:v>
                </c:pt>
                <c:pt idx="2642">
                  <c:v>0.5</c:v>
                </c:pt>
                <c:pt idx="2643">
                  <c:v>0.5</c:v>
                </c:pt>
                <c:pt idx="2644">
                  <c:v>0.5</c:v>
                </c:pt>
                <c:pt idx="2645">
                  <c:v>0.5</c:v>
                </c:pt>
                <c:pt idx="2646">
                  <c:v>0.5</c:v>
                </c:pt>
                <c:pt idx="2647">
                  <c:v>0.5</c:v>
                </c:pt>
                <c:pt idx="2648">
                  <c:v>0.5</c:v>
                </c:pt>
                <c:pt idx="2649">
                  <c:v>0.5</c:v>
                </c:pt>
                <c:pt idx="2650">
                  <c:v>0.5</c:v>
                </c:pt>
                <c:pt idx="2651">
                  <c:v>0.5</c:v>
                </c:pt>
                <c:pt idx="2652">
                  <c:v>0.5</c:v>
                </c:pt>
                <c:pt idx="2653">
                  <c:v>0.5</c:v>
                </c:pt>
                <c:pt idx="2654">
                  <c:v>0.5</c:v>
                </c:pt>
                <c:pt idx="2655">
                  <c:v>0.5</c:v>
                </c:pt>
                <c:pt idx="2656">
                  <c:v>0.5</c:v>
                </c:pt>
                <c:pt idx="2657">
                  <c:v>0.5</c:v>
                </c:pt>
                <c:pt idx="2658">
                  <c:v>0.5</c:v>
                </c:pt>
                <c:pt idx="2659">
                  <c:v>0.5</c:v>
                </c:pt>
                <c:pt idx="2660">
                  <c:v>0.5</c:v>
                </c:pt>
                <c:pt idx="2661">
                  <c:v>0.5</c:v>
                </c:pt>
                <c:pt idx="2662">
                  <c:v>0.5</c:v>
                </c:pt>
                <c:pt idx="2663">
                  <c:v>0.5</c:v>
                </c:pt>
                <c:pt idx="2664">
                  <c:v>0.5</c:v>
                </c:pt>
                <c:pt idx="2665">
                  <c:v>0.5</c:v>
                </c:pt>
                <c:pt idx="2666">
                  <c:v>0.5</c:v>
                </c:pt>
                <c:pt idx="2667">
                  <c:v>0.5</c:v>
                </c:pt>
                <c:pt idx="2668">
                  <c:v>0.5</c:v>
                </c:pt>
                <c:pt idx="2669">
                  <c:v>0.5</c:v>
                </c:pt>
                <c:pt idx="2670">
                  <c:v>0.5</c:v>
                </c:pt>
                <c:pt idx="2671">
                  <c:v>0.5</c:v>
                </c:pt>
                <c:pt idx="2672">
                  <c:v>0.5</c:v>
                </c:pt>
                <c:pt idx="2673">
                  <c:v>0.5</c:v>
                </c:pt>
                <c:pt idx="2674">
                  <c:v>0.5</c:v>
                </c:pt>
                <c:pt idx="2675">
                  <c:v>0.5</c:v>
                </c:pt>
                <c:pt idx="2676">
                  <c:v>0.5</c:v>
                </c:pt>
                <c:pt idx="2677">
                  <c:v>0.5</c:v>
                </c:pt>
                <c:pt idx="2678">
                  <c:v>0.5</c:v>
                </c:pt>
                <c:pt idx="2679">
                  <c:v>0.5</c:v>
                </c:pt>
                <c:pt idx="2680">
                  <c:v>1</c:v>
                </c:pt>
                <c:pt idx="2681">
                  <c:v>1</c:v>
                </c:pt>
                <c:pt idx="2682">
                  <c:v>1</c:v>
                </c:pt>
                <c:pt idx="2683">
                  <c:v>1</c:v>
                </c:pt>
                <c:pt idx="2684">
                  <c:v>1</c:v>
                </c:pt>
                <c:pt idx="2685">
                  <c:v>1</c:v>
                </c:pt>
                <c:pt idx="2686">
                  <c:v>1</c:v>
                </c:pt>
                <c:pt idx="2687">
                  <c:v>1</c:v>
                </c:pt>
                <c:pt idx="2688">
                  <c:v>1</c:v>
                </c:pt>
                <c:pt idx="2689">
                  <c:v>1</c:v>
                </c:pt>
                <c:pt idx="2690">
                  <c:v>1</c:v>
                </c:pt>
                <c:pt idx="2691">
                  <c:v>1</c:v>
                </c:pt>
                <c:pt idx="2692">
                  <c:v>1</c:v>
                </c:pt>
                <c:pt idx="2693">
                  <c:v>1</c:v>
                </c:pt>
                <c:pt idx="2694">
                  <c:v>1</c:v>
                </c:pt>
                <c:pt idx="2695">
                  <c:v>1</c:v>
                </c:pt>
                <c:pt idx="2696">
                  <c:v>1</c:v>
                </c:pt>
                <c:pt idx="2697">
                  <c:v>1</c:v>
                </c:pt>
                <c:pt idx="2698">
                  <c:v>1</c:v>
                </c:pt>
                <c:pt idx="2699">
                  <c:v>1</c:v>
                </c:pt>
                <c:pt idx="2700">
                  <c:v>1</c:v>
                </c:pt>
                <c:pt idx="2701">
                  <c:v>1</c:v>
                </c:pt>
                <c:pt idx="2702">
                  <c:v>1</c:v>
                </c:pt>
                <c:pt idx="2703">
                  <c:v>1</c:v>
                </c:pt>
                <c:pt idx="2704">
                  <c:v>1</c:v>
                </c:pt>
                <c:pt idx="2705">
                  <c:v>1</c:v>
                </c:pt>
                <c:pt idx="2706">
                  <c:v>1</c:v>
                </c:pt>
                <c:pt idx="2707">
                  <c:v>1</c:v>
                </c:pt>
                <c:pt idx="2708">
                  <c:v>1</c:v>
                </c:pt>
                <c:pt idx="2709">
                  <c:v>1</c:v>
                </c:pt>
                <c:pt idx="2710">
                  <c:v>1</c:v>
                </c:pt>
                <c:pt idx="2711">
                  <c:v>1</c:v>
                </c:pt>
                <c:pt idx="2712">
                  <c:v>1</c:v>
                </c:pt>
                <c:pt idx="2713">
                  <c:v>1</c:v>
                </c:pt>
                <c:pt idx="2714">
                  <c:v>1</c:v>
                </c:pt>
                <c:pt idx="2715">
                  <c:v>1</c:v>
                </c:pt>
                <c:pt idx="2716">
                  <c:v>1</c:v>
                </c:pt>
                <c:pt idx="2717">
                  <c:v>1</c:v>
                </c:pt>
                <c:pt idx="2718">
                  <c:v>1</c:v>
                </c:pt>
                <c:pt idx="2719">
                  <c:v>1</c:v>
                </c:pt>
                <c:pt idx="2720">
                  <c:v>1</c:v>
                </c:pt>
                <c:pt idx="2721">
                  <c:v>1</c:v>
                </c:pt>
                <c:pt idx="2722">
                  <c:v>1.75</c:v>
                </c:pt>
                <c:pt idx="2723">
                  <c:v>1.75</c:v>
                </c:pt>
                <c:pt idx="2724">
                  <c:v>1.75</c:v>
                </c:pt>
                <c:pt idx="2725">
                  <c:v>1.75</c:v>
                </c:pt>
                <c:pt idx="2726">
                  <c:v>1.75</c:v>
                </c:pt>
                <c:pt idx="2727">
                  <c:v>1.75</c:v>
                </c:pt>
                <c:pt idx="2728">
                  <c:v>1.75</c:v>
                </c:pt>
                <c:pt idx="2729">
                  <c:v>1.75</c:v>
                </c:pt>
                <c:pt idx="2730">
                  <c:v>1.75</c:v>
                </c:pt>
                <c:pt idx="2731">
                  <c:v>1.75</c:v>
                </c:pt>
                <c:pt idx="2732">
                  <c:v>1.75</c:v>
                </c:pt>
                <c:pt idx="2733">
                  <c:v>1.75</c:v>
                </c:pt>
                <c:pt idx="2734">
                  <c:v>1.75</c:v>
                </c:pt>
                <c:pt idx="2735">
                  <c:v>1.75</c:v>
                </c:pt>
                <c:pt idx="2736">
                  <c:v>1.75</c:v>
                </c:pt>
                <c:pt idx="2737">
                  <c:v>1.75</c:v>
                </c:pt>
                <c:pt idx="2738">
                  <c:v>1.75</c:v>
                </c:pt>
                <c:pt idx="2739">
                  <c:v>1.75</c:v>
                </c:pt>
                <c:pt idx="2740">
                  <c:v>1.75</c:v>
                </c:pt>
                <c:pt idx="2741">
                  <c:v>1.75</c:v>
                </c:pt>
                <c:pt idx="2742">
                  <c:v>1.75</c:v>
                </c:pt>
                <c:pt idx="2743">
                  <c:v>1.75</c:v>
                </c:pt>
                <c:pt idx="2744">
                  <c:v>1.75</c:v>
                </c:pt>
                <c:pt idx="2745">
                  <c:v>1.75</c:v>
                </c:pt>
                <c:pt idx="2746">
                  <c:v>1.75</c:v>
                </c:pt>
                <c:pt idx="2747">
                  <c:v>1.75</c:v>
                </c:pt>
                <c:pt idx="2748">
                  <c:v>1.75</c:v>
                </c:pt>
                <c:pt idx="2749">
                  <c:v>1.75</c:v>
                </c:pt>
                <c:pt idx="2750">
                  <c:v>1.75</c:v>
                </c:pt>
                <c:pt idx="2751">
                  <c:v>1.75</c:v>
                </c:pt>
                <c:pt idx="2752">
                  <c:v>1.75</c:v>
                </c:pt>
                <c:pt idx="2753">
                  <c:v>1.75</c:v>
                </c:pt>
                <c:pt idx="2754">
                  <c:v>1.75</c:v>
                </c:pt>
                <c:pt idx="2755">
                  <c:v>1.75</c:v>
                </c:pt>
                <c:pt idx="2756">
                  <c:v>1.75</c:v>
                </c:pt>
                <c:pt idx="2757">
                  <c:v>1.75</c:v>
                </c:pt>
                <c:pt idx="2758">
                  <c:v>1.75</c:v>
                </c:pt>
                <c:pt idx="2759">
                  <c:v>1.75</c:v>
                </c:pt>
                <c:pt idx="2760">
                  <c:v>1.75</c:v>
                </c:pt>
                <c:pt idx="2761">
                  <c:v>1.75</c:v>
                </c:pt>
                <c:pt idx="2762">
                  <c:v>1.75</c:v>
                </c:pt>
                <c:pt idx="2763">
                  <c:v>1.75</c:v>
                </c:pt>
                <c:pt idx="2764">
                  <c:v>2.5</c:v>
                </c:pt>
                <c:pt idx="2765">
                  <c:v>2.5</c:v>
                </c:pt>
                <c:pt idx="2766">
                  <c:v>2.5</c:v>
                </c:pt>
                <c:pt idx="2767">
                  <c:v>2.5</c:v>
                </c:pt>
                <c:pt idx="2768">
                  <c:v>2.5</c:v>
                </c:pt>
                <c:pt idx="2769">
                  <c:v>2.5</c:v>
                </c:pt>
                <c:pt idx="2770">
                  <c:v>2.5</c:v>
                </c:pt>
                <c:pt idx="2771">
                  <c:v>2.5</c:v>
                </c:pt>
                <c:pt idx="2772">
                  <c:v>2.5</c:v>
                </c:pt>
                <c:pt idx="2773">
                  <c:v>2.5</c:v>
                </c:pt>
                <c:pt idx="2774">
                  <c:v>2.5</c:v>
                </c:pt>
                <c:pt idx="2775">
                  <c:v>2.5</c:v>
                </c:pt>
                <c:pt idx="2776">
                  <c:v>2.5</c:v>
                </c:pt>
                <c:pt idx="2777">
                  <c:v>2.5</c:v>
                </c:pt>
                <c:pt idx="2778">
                  <c:v>2.5</c:v>
                </c:pt>
                <c:pt idx="2779">
                  <c:v>2.5</c:v>
                </c:pt>
                <c:pt idx="2780">
                  <c:v>2.5</c:v>
                </c:pt>
                <c:pt idx="2781">
                  <c:v>2.5</c:v>
                </c:pt>
                <c:pt idx="2782">
                  <c:v>2.5</c:v>
                </c:pt>
                <c:pt idx="2783">
                  <c:v>2.5</c:v>
                </c:pt>
                <c:pt idx="2784">
                  <c:v>2.5</c:v>
                </c:pt>
                <c:pt idx="2785">
                  <c:v>2.5</c:v>
                </c:pt>
                <c:pt idx="2786">
                  <c:v>2.5</c:v>
                </c:pt>
                <c:pt idx="2787">
                  <c:v>2.5</c:v>
                </c:pt>
                <c:pt idx="2788">
                  <c:v>2.5</c:v>
                </c:pt>
                <c:pt idx="2789">
                  <c:v>2.5</c:v>
                </c:pt>
                <c:pt idx="2790">
                  <c:v>2.5</c:v>
                </c:pt>
                <c:pt idx="2791">
                  <c:v>2.5</c:v>
                </c:pt>
                <c:pt idx="2792">
                  <c:v>2.5</c:v>
                </c:pt>
                <c:pt idx="2793">
                  <c:v>2.5</c:v>
                </c:pt>
                <c:pt idx="2794">
                  <c:v>2.5</c:v>
                </c:pt>
                <c:pt idx="2795">
                  <c:v>2.5</c:v>
                </c:pt>
                <c:pt idx="2796">
                  <c:v>2.5</c:v>
                </c:pt>
                <c:pt idx="2797">
                  <c:v>2.5</c:v>
                </c:pt>
                <c:pt idx="2798">
                  <c:v>2.5</c:v>
                </c:pt>
                <c:pt idx="2799">
                  <c:v>2.5</c:v>
                </c:pt>
                <c:pt idx="2800">
                  <c:v>2.5</c:v>
                </c:pt>
                <c:pt idx="2801">
                  <c:v>2.5</c:v>
                </c:pt>
                <c:pt idx="2802">
                  <c:v>2.5</c:v>
                </c:pt>
                <c:pt idx="2803">
                  <c:v>2.5</c:v>
                </c:pt>
                <c:pt idx="2804">
                  <c:v>2.5</c:v>
                </c:pt>
                <c:pt idx="2805">
                  <c:v>2.5</c:v>
                </c:pt>
                <c:pt idx="2806">
                  <c:v>2.5</c:v>
                </c:pt>
                <c:pt idx="2807">
                  <c:v>2.5</c:v>
                </c:pt>
                <c:pt idx="2808">
                  <c:v>2.5</c:v>
                </c:pt>
                <c:pt idx="2809">
                  <c:v>2.5</c:v>
                </c:pt>
                <c:pt idx="2810">
                  <c:v>2.5</c:v>
                </c:pt>
                <c:pt idx="2811">
                  <c:v>2.5</c:v>
                </c:pt>
                <c:pt idx="2812">
                  <c:v>2.5</c:v>
                </c:pt>
                <c:pt idx="2813">
                  <c:v>2.5</c:v>
                </c:pt>
                <c:pt idx="2814">
                  <c:v>2.5</c:v>
                </c:pt>
                <c:pt idx="2815">
                  <c:v>2.5</c:v>
                </c:pt>
                <c:pt idx="2816">
                  <c:v>2.5</c:v>
                </c:pt>
                <c:pt idx="2817">
                  <c:v>2.5</c:v>
                </c:pt>
                <c:pt idx="2818">
                  <c:v>2.5</c:v>
                </c:pt>
                <c:pt idx="2819">
                  <c:v>2.5</c:v>
                </c:pt>
                <c:pt idx="2820">
                  <c:v>3.25</c:v>
                </c:pt>
                <c:pt idx="2821">
                  <c:v>3.25</c:v>
                </c:pt>
                <c:pt idx="2822">
                  <c:v>3.25</c:v>
                </c:pt>
                <c:pt idx="2823">
                  <c:v>3.25</c:v>
                </c:pt>
                <c:pt idx="2824">
                  <c:v>3.25</c:v>
                </c:pt>
                <c:pt idx="2825">
                  <c:v>3.25</c:v>
                </c:pt>
                <c:pt idx="2826">
                  <c:v>3.25</c:v>
                </c:pt>
                <c:pt idx="2827">
                  <c:v>3.25</c:v>
                </c:pt>
                <c:pt idx="2828">
                  <c:v>3.25</c:v>
                </c:pt>
                <c:pt idx="2829">
                  <c:v>3.25</c:v>
                </c:pt>
                <c:pt idx="2830">
                  <c:v>3.25</c:v>
                </c:pt>
                <c:pt idx="2831">
                  <c:v>3.25</c:v>
                </c:pt>
                <c:pt idx="2832">
                  <c:v>3.25</c:v>
                </c:pt>
                <c:pt idx="2833">
                  <c:v>3.25</c:v>
                </c:pt>
                <c:pt idx="2834">
                  <c:v>3.25</c:v>
                </c:pt>
                <c:pt idx="2835">
                  <c:v>3.25</c:v>
                </c:pt>
                <c:pt idx="2836">
                  <c:v>3.25</c:v>
                </c:pt>
                <c:pt idx="2837">
                  <c:v>3.25</c:v>
                </c:pt>
                <c:pt idx="2838">
                  <c:v>3.25</c:v>
                </c:pt>
                <c:pt idx="2839">
                  <c:v>3.25</c:v>
                </c:pt>
                <c:pt idx="2840">
                  <c:v>3.25</c:v>
                </c:pt>
                <c:pt idx="2841">
                  <c:v>3.25</c:v>
                </c:pt>
                <c:pt idx="2842">
                  <c:v>3.25</c:v>
                </c:pt>
                <c:pt idx="2843">
                  <c:v>3.25</c:v>
                </c:pt>
                <c:pt idx="2844">
                  <c:v>3.25</c:v>
                </c:pt>
                <c:pt idx="2845">
                  <c:v>3.25</c:v>
                </c:pt>
                <c:pt idx="2846">
                  <c:v>3.25</c:v>
                </c:pt>
                <c:pt idx="2847">
                  <c:v>3.25</c:v>
                </c:pt>
                <c:pt idx="2848">
                  <c:v>3.25</c:v>
                </c:pt>
                <c:pt idx="2849">
                  <c:v>3.25</c:v>
                </c:pt>
                <c:pt idx="2850">
                  <c:v>3.25</c:v>
                </c:pt>
                <c:pt idx="2851">
                  <c:v>3.25</c:v>
                </c:pt>
                <c:pt idx="2852">
                  <c:v>3.25</c:v>
                </c:pt>
                <c:pt idx="2853">
                  <c:v>3.25</c:v>
                </c:pt>
                <c:pt idx="2854">
                  <c:v>3.25</c:v>
                </c:pt>
                <c:pt idx="2855">
                  <c:v>3.25</c:v>
                </c:pt>
                <c:pt idx="2856">
                  <c:v>3.25</c:v>
                </c:pt>
                <c:pt idx="2857">
                  <c:v>3.25</c:v>
                </c:pt>
                <c:pt idx="2858">
                  <c:v>3.25</c:v>
                </c:pt>
                <c:pt idx="2859">
                  <c:v>3.25</c:v>
                </c:pt>
                <c:pt idx="2860">
                  <c:v>3.25</c:v>
                </c:pt>
                <c:pt idx="2861">
                  <c:v>3.25</c:v>
                </c:pt>
                <c:pt idx="2862">
                  <c:v>4</c:v>
                </c:pt>
                <c:pt idx="2863">
                  <c:v>4</c:v>
                </c:pt>
                <c:pt idx="2864">
                  <c:v>4</c:v>
                </c:pt>
                <c:pt idx="2865">
                  <c:v>4</c:v>
                </c:pt>
                <c:pt idx="2866">
                  <c:v>4</c:v>
                </c:pt>
                <c:pt idx="2867">
                  <c:v>4</c:v>
                </c:pt>
                <c:pt idx="2868">
                  <c:v>4</c:v>
                </c:pt>
                <c:pt idx="2869">
                  <c:v>4</c:v>
                </c:pt>
                <c:pt idx="2870">
                  <c:v>4</c:v>
                </c:pt>
                <c:pt idx="2871">
                  <c:v>4</c:v>
                </c:pt>
                <c:pt idx="2872">
                  <c:v>4</c:v>
                </c:pt>
                <c:pt idx="2873">
                  <c:v>4</c:v>
                </c:pt>
                <c:pt idx="2874">
                  <c:v>4</c:v>
                </c:pt>
                <c:pt idx="2875">
                  <c:v>4</c:v>
                </c:pt>
                <c:pt idx="2876">
                  <c:v>4</c:v>
                </c:pt>
                <c:pt idx="2877">
                  <c:v>4</c:v>
                </c:pt>
                <c:pt idx="2878">
                  <c:v>4</c:v>
                </c:pt>
                <c:pt idx="2879">
                  <c:v>4</c:v>
                </c:pt>
                <c:pt idx="2880">
                  <c:v>4</c:v>
                </c:pt>
                <c:pt idx="2881">
                  <c:v>4</c:v>
                </c:pt>
                <c:pt idx="2882">
                  <c:v>4</c:v>
                </c:pt>
                <c:pt idx="2883">
                  <c:v>4</c:v>
                </c:pt>
                <c:pt idx="2884">
                  <c:v>4</c:v>
                </c:pt>
                <c:pt idx="2885">
                  <c:v>4</c:v>
                </c:pt>
                <c:pt idx="2886">
                  <c:v>4</c:v>
                </c:pt>
                <c:pt idx="2887">
                  <c:v>4</c:v>
                </c:pt>
                <c:pt idx="2888">
                  <c:v>4</c:v>
                </c:pt>
                <c:pt idx="2889">
                  <c:v>4</c:v>
                </c:pt>
                <c:pt idx="2890">
                  <c:v>4</c:v>
                </c:pt>
                <c:pt idx="2891">
                  <c:v>4</c:v>
                </c:pt>
                <c:pt idx="2892">
                  <c:v>4</c:v>
                </c:pt>
                <c:pt idx="2893">
                  <c:v>4</c:v>
                </c:pt>
                <c:pt idx="2894">
                  <c:v>4</c:v>
                </c:pt>
                <c:pt idx="2895">
                  <c:v>4</c:v>
                </c:pt>
                <c:pt idx="2896">
                  <c:v>4</c:v>
                </c:pt>
                <c:pt idx="2897">
                  <c:v>4</c:v>
                </c:pt>
                <c:pt idx="2898">
                  <c:v>4</c:v>
                </c:pt>
                <c:pt idx="2899">
                  <c:v>4</c:v>
                </c:pt>
                <c:pt idx="2900">
                  <c:v>4</c:v>
                </c:pt>
                <c:pt idx="2901">
                  <c:v>4</c:v>
                </c:pt>
                <c:pt idx="2902">
                  <c:v>4</c:v>
                </c:pt>
                <c:pt idx="2903">
                  <c:v>4</c:v>
                </c:pt>
                <c:pt idx="2904">
                  <c:v>4.5</c:v>
                </c:pt>
                <c:pt idx="2905">
                  <c:v>4.5</c:v>
                </c:pt>
                <c:pt idx="2906">
                  <c:v>4.5</c:v>
                </c:pt>
                <c:pt idx="2907">
                  <c:v>4.5</c:v>
                </c:pt>
                <c:pt idx="2908">
                  <c:v>4.5</c:v>
                </c:pt>
                <c:pt idx="2909">
                  <c:v>4.5</c:v>
                </c:pt>
                <c:pt idx="2910">
                  <c:v>4.5</c:v>
                </c:pt>
                <c:pt idx="2911">
                  <c:v>4.5</c:v>
                </c:pt>
                <c:pt idx="2912">
                  <c:v>4.5</c:v>
                </c:pt>
                <c:pt idx="2913">
                  <c:v>4.5</c:v>
                </c:pt>
                <c:pt idx="2914">
                  <c:v>4.5</c:v>
                </c:pt>
                <c:pt idx="2915">
                  <c:v>4.5</c:v>
                </c:pt>
                <c:pt idx="2916">
                  <c:v>4.5</c:v>
                </c:pt>
                <c:pt idx="2917">
                  <c:v>4.5</c:v>
                </c:pt>
                <c:pt idx="2918">
                  <c:v>4.5</c:v>
                </c:pt>
                <c:pt idx="2919">
                  <c:v>4.5</c:v>
                </c:pt>
                <c:pt idx="2920">
                  <c:v>4.5</c:v>
                </c:pt>
                <c:pt idx="2921">
                  <c:v>4.5</c:v>
                </c:pt>
                <c:pt idx="2922">
                  <c:v>4.5</c:v>
                </c:pt>
                <c:pt idx="2923">
                  <c:v>4.5</c:v>
                </c:pt>
                <c:pt idx="2924">
                  <c:v>4.5</c:v>
                </c:pt>
                <c:pt idx="2925">
                  <c:v>4.5</c:v>
                </c:pt>
                <c:pt idx="2926">
                  <c:v>4.5</c:v>
                </c:pt>
                <c:pt idx="2927">
                  <c:v>4.5</c:v>
                </c:pt>
                <c:pt idx="2928">
                  <c:v>4.5</c:v>
                </c:pt>
                <c:pt idx="2929">
                  <c:v>4.5</c:v>
                </c:pt>
                <c:pt idx="2930">
                  <c:v>4.5</c:v>
                </c:pt>
                <c:pt idx="2931">
                  <c:v>4.5</c:v>
                </c:pt>
                <c:pt idx="2932">
                  <c:v>4.5</c:v>
                </c:pt>
                <c:pt idx="2933">
                  <c:v>4.5</c:v>
                </c:pt>
                <c:pt idx="2934">
                  <c:v>4.5</c:v>
                </c:pt>
                <c:pt idx="2935">
                  <c:v>4.5</c:v>
                </c:pt>
                <c:pt idx="2936">
                  <c:v>4.5</c:v>
                </c:pt>
                <c:pt idx="2937">
                  <c:v>4.5</c:v>
                </c:pt>
                <c:pt idx="2938">
                  <c:v>4.5</c:v>
                </c:pt>
                <c:pt idx="2939">
                  <c:v>4.5</c:v>
                </c:pt>
                <c:pt idx="2940">
                  <c:v>4.5</c:v>
                </c:pt>
                <c:pt idx="2941">
                  <c:v>4.5</c:v>
                </c:pt>
                <c:pt idx="2942">
                  <c:v>4.5</c:v>
                </c:pt>
                <c:pt idx="2943">
                  <c:v>4.5</c:v>
                </c:pt>
                <c:pt idx="2944">
                  <c:v>4.5</c:v>
                </c:pt>
                <c:pt idx="2945">
                  <c:v>4.5</c:v>
                </c:pt>
                <c:pt idx="2946">
                  <c:v>4.5</c:v>
                </c:pt>
                <c:pt idx="2947">
                  <c:v>4.5</c:v>
                </c:pt>
                <c:pt idx="2948">
                  <c:v>4.5</c:v>
                </c:pt>
                <c:pt idx="2949">
                  <c:v>4.5</c:v>
                </c:pt>
                <c:pt idx="2950">
                  <c:v>4.5</c:v>
                </c:pt>
                <c:pt idx="2951">
                  <c:v>4.5</c:v>
                </c:pt>
                <c:pt idx="2952">
                  <c:v>4.5</c:v>
                </c:pt>
                <c:pt idx="2953">
                  <c:v>4.75</c:v>
                </c:pt>
                <c:pt idx="2954">
                  <c:v>4.75</c:v>
                </c:pt>
                <c:pt idx="2955">
                  <c:v>4.75</c:v>
                </c:pt>
                <c:pt idx="2956">
                  <c:v>4.75</c:v>
                </c:pt>
                <c:pt idx="2957">
                  <c:v>4.75</c:v>
                </c:pt>
                <c:pt idx="2958">
                  <c:v>4.75</c:v>
                </c:pt>
                <c:pt idx="2959">
                  <c:v>4.75</c:v>
                </c:pt>
                <c:pt idx="2960">
                  <c:v>4.75</c:v>
                </c:pt>
                <c:pt idx="2961">
                  <c:v>4.75</c:v>
                </c:pt>
                <c:pt idx="2962">
                  <c:v>4.75</c:v>
                </c:pt>
                <c:pt idx="2963">
                  <c:v>4.75</c:v>
                </c:pt>
                <c:pt idx="2964">
                  <c:v>4.75</c:v>
                </c:pt>
                <c:pt idx="2965">
                  <c:v>4.75</c:v>
                </c:pt>
                <c:pt idx="2966">
                  <c:v>4.75</c:v>
                </c:pt>
                <c:pt idx="2967">
                  <c:v>4.75</c:v>
                </c:pt>
                <c:pt idx="2968">
                  <c:v>4.75</c:v>
                </c:pt>
                <c:pt idx="2969">
                  <c:v>4.75</c:v>
                </c:pt>
                <c:pt idx="2970">
                  <c:v>4.75</c:v>
                </c:pt>
                <c:pt idx="2971">
                  <c:v>4.75</c:v>
                </c:pt>
                <c:pt idx="2972">
                  <c:v>4.75</c:v>
                </c:pt>
                <c:pt idx="2973">
                  <c:v>4.75</c:v>
                </c:pt>
                <c:pt idx="2974">
                  <c:v>4.75</c:v>
                </c:pt>
                <c:pt idx="2975">
                  <c:v>4.75</c:v>
                </c:pt>
                <c:pt idx="2976">
                  <c:v>4.75</c:v>
                </c:pt>
                <c:pt idx="2977">
                  <c:v>4.75</c:v>
                </c:pt>
                <c:pt idx="2978">
                  <c:v>4.75</c:v>
                </c:pt>
                <c:pt idx="2979">
                  <c:v>4.75</c:v>
                </c:pt>
                <c:pt idx="2980">
                  <c:v>4.75</c:v>
                </c:pt>
                <c:pt idx="2981">
                  <c:v>4.75</c:v>
                </c:pt>
                <c:pt idx="2982">
                  <c:v>4.75</c:v>
                </c:pt>
                <c:pt idx="2983">
                  <c:v>4.75</c:v>
                </c:pt>
                <c:pt idx="2984">
                  <c:v>4.75</c:v>
                </c:pt>
                <c:pt idx="2985">
                  <c:v>4.75</c:v>
                </c:pt>
                <c:pt idx="2986">
                  <c:v>4.75</c:v>
                </c:pt>
                <c:pt idx="2987">
                  <c:v>4.75</c:v>
                </c:pt>
                <c:pt idx="2988">
                  <c:v>4.75</c:v>
                </c:pt>
                <c:pt idx="2989">
                  <c:v>4.75</c:v>
                </c:pt>
                <c:pt idx="2990">
                  <c:v>4.75</c:v>
                </c:pt>
                <c:pt idx="2991">
                  <c:v>4.75</c:v>
                </c:pt>
                <c:pt idx="2992">
                  <c:v>4.75</c:v>
                </c:pt>
                <c:pt idx="2993">
                  <c:v>4.75</c:v>
                </c:pt>
                <c:pt idx="2994">
                  <c:v>4.75</c:v>
                </c:pt>
                <c:pt idx="2995">
                  <c:v>4.75</c:v>
                </c:pt>
                <c:pt idx="2996">
                  <c:v>4.75</c:v>
                </c:pt>
                <c:pt idx="2997">
                  <c:v>4.75</c:v>
                </c:pt>
                <c:pt idx="2998">
                  <c:v>4.75</c:v>
                </c:pt>
                <c:pt idx="2999">
                  <c:v>4.75</c:v>
                </c:pt>
                <c:pt idx="3000">
                  <c:v>4.75</c:v>
                </c:pt>
                <c:pt idx="3001">
                  <c:v>4.75</c:v>
                </c:pt>
                <c:pt idx="3002">
                  <c:v>5</c:v>
                </c:pt>
                <c:pt idx="3003">
                  <c:v>5</c:v>
                </c:pt>
                <c:pt idx="3004">
                  <c:v>5</c:v>
                </c:pt>
                <c:pt idx="3005">
                  <c:v>5</c:v>
                </c:pt>
                <c:pt idx="3006">
                  <c:v>5</c:v>
                </c:pt>
                <c:pt idx="3007">
                  <c:v>5</c:v>
                </c:pt>
                <c:pt idx="3008">
                  <c:v>5</c:v>
                </c:pt>
                <c:pt idx="3009">
                  <c:v>5</c:v>
                </c:pt>
                <c:pt idx="3010">
                  <c:v>5</c:v>
                </c:pt>
                <c:pt idx="3011">
                  <c:v>5</c:v>
                </c:pt>
                <c:pt idx="3012">
                  <c:v>5</c:v>
                </c:pt>
                <c:pt idx="3013">
                  <c:v>5</c:v>
                </c:pt>
                <c:pt idx="3014">
                  <c:v>5</c:v>
                </c:pt>
                <c:pt idx="3015">
                  <c:v>5</c:v>
                </c:pt>
                <c:pt idx="3016">
                  <c:v>5</c:v>
                </c:pt>
                <c:pt idx="3017">
                  <c:v>5</c:v>
                </c:pt>
                <c:pt idx="3018">
                  <c:v>5</c:v>
                </c:pt>
                <c:pt idx="3019">
                  <c:v>5</c:v>
                </c:pt>
                <c:pt idx="3020">
                  <c:v>5</c:v>
                </c:pt>
                <c:pt idx="3021">
                  <c:v>5</c:v>
                </c:pt>
                <c:pt idx="3022">
                  <c:v>5</c:v>
                </c:pt>
                <c:pt idx="3023">
                  <c:v>5</c:v>
                </c:pt>
                <c:pt idx="3024">
                  <c:v>5</c:v>
                </c:pt>
                <c:pt idx="3025">
                  <c:v>5</c:v>
                </c:pt>
                <c:pt idx="3026">
                  <c:v>5</c:v>
                </c:pt>
                <c:pt idx="3027">
                  <c:v>5</c:v>
                </c:pt>
                <c:pt idx="3028">
                  <c:v>5</c:v>
                </c:pt>
                <c:pt idx="3029">
                  <c:v>5</c:v>
                </c:pt>
                <c:pt idx="3030">
                  <c:v>5</c:v>
                </c:pt>
                <c:pt idx="3031">
                  <c:v>5</c:v>
                </c:pt>
                <c:pt idx="3032">
                  <c:v>5</c:v>
                </c:pt>
                <c:pt idx="3033">
                  <c:v>5</c:v>
                </c:pt>
                <c:pt idx="3034">
                  <c:v>5</c:v>
                </c:pt>
                <c:pt idx="3035">
                  <c:v>5</c:v>
                </c:pt>
                <c:pt idx="3036">
                  <c:v>5</c:v>
                </c:pt>
                <c:pt idx="3037">
                  <c:v>5</c:v>
                </c:pt>
                <c:pt idx="3038">
                  <c:v>5</c:v>
                </c:pt>
                <c:pt idx="3039">
                  <c:v>5</c:v>
                </c:pt>
                <c:pt idx="3040">
                  <c:v>5</c:v>
                </c:pt>
                <c:pt idx="3041">
                  <c:v>5</c:v>
                </c:pt>
                <c:pt idx="3042">
                  <c:v>5</c:v>
                </c:pt>
                <c:pt idx="3043">
                  <c:v>5</c:v>
                </c:pt>
                <c:pt idx="3044">
                  <c:v>5.25</c:v>
                </c:pt>
                <c:pt idx="3045">
                  <c:v>5.25</c:v>
                </c:pt>
                <c:pt idx="3046">
                  <c:v>5.25</c:v>
                </c:pt>
                <c:pt idx="3047">
                  <c:v>5.25</c:v>
                </c:pt>
                <c:pt idx="3048">
                  <c:v>5.25</c:v>
                </c:pt>
                <c:pt idx="3049">
                  <c:v>5.25</c:v>
                </c:pt>
                <c:pt idx="3050">
                  <c:v>5.25</c:v>
                </c:pt>
                <c:pt idx="3051">
                  <c:v>5.25</c:v>
                </c:pt>
                <c:pt idx="3052">
                  <c:v>5.25</c:v>
                </c:pt>
                <c:pt idx="3053">
                  <c:v>5.25</c:v>
                </c:pt>
                <c:pt idx="3054">
                  <c:v>5.25</c:v>
                </c:pt>
                <c:pt idx="3055">
                  <c:v>5.25</c:v>
                </c:pt>
                <c:pt idx="3056">
                  <c:v>5.25</c:v>
                </c:pt>
                <c:pt idx="3057">
                  <c:v>5.25</c:v>
                </c:pt>
                <c:pt idx="3058">
                  <c:v>5.25</c:v>
                </c:pt>
                <c:pt idx="3059">
                  <c:v>5.25</c:v>
                </c:pt>
                <c:pt idx="3060">
                  <c:v>5.25</c:v>
                </c:pt>
                <c:pt idx="3061">
                  <c:v>5.25</c:v>
                </c:pt>
                <c:pt idx="3062">
                  <c:v>5.25</c:v>
                </c:pt>
                <c:pt idx="3063">
                  <c:v>5.25</c:v>
                </c:pt>
                <c:pt idx="3064">
                  <c:v>5.25</c:v>
                </c:pt>
                <c:pt idx="3065">
                  <c:v>5.25</c:v>
                </c:pt>
                <c:pt idx="3066">
                  <c:v>5.25</c:v>
                </c:pt>
                <c:pt idx="3067">
                  <c:v>5.25</c:v>
                </c:pt>
                <c:pt idx="3068">
                  <c:v>5.25</c:v>
                </c:pt>
                <c:pt idx="3069">
                  <c:v>5.25</c:v>
                </c:pt>
                <c:pt idx="3070">
                  <c:v>5.25</c:v>
                </c:pt>
                <c:pt idx="3071">
                  <c:v>5.25</c:v>
                </c:pt>
                <c:pt idx="3072">
                  <c:v>5.25</c:v>
                </c:pt>
                <c:pt idx="3073">
                  <c:v>5.25</c:v>
                </c:pt>
                <c:pt idx="3074">
                  <c:v>5.25</c:v>
                </c:pt>
                <c:pt idx="3075">
                  <c:v>5.25</c:v>
                </c:pt>
                <c:pt idx="3076">
                  <c:v>5.25</c:v>
                </c:pt>
                <c:pt idx="3077">
                  <c:v>5.25</c:v>
                </c:pt>
                <c:pt idx="3078">
                  <c:v>5.25</c:v>
                </c:pt>
                <c:pt idx="3079">
                  <c:v>5.25</c:v>
                </c:pt>
                <c:pt idx="3080">
                  <c:v>5.25</c:v>
                </c:pt>
                <c:pt idx="3081">
                  <c:v>5.25</c:v>
                </c:pt>
                <c:pt idx="3082">
                  <c:v>5.25</c:v>
                </c:pt>
                <c:pt idx="3083">
                  <c:v>5.25</c:v>
                </c:pt>
                <c:pt idx="3084">
                  <c:v>5.25</c:v>
                </c:pt>
                <c:pt idx="3085">
                  <c:v>5.25</c:v>
                </c:pt>
                <c:pt idx="3086">
                  <c:v>5.25</c:v>
                </c:pt>
                <c:pt idx="3087">
                  <c:v>5.25</c:v>
                </c:pt>
                <c:pt idx="3088">
                  <c:v>5.25</c:v>
                </c:pt>
                <c:pt idx="3089">
                  <c:v>5.25</c:v>
                </c:pt>
                <c:pt idx="3090">
                  <c:v>5.25</c:v>
                </c:pt>
                <c:pt idx="3091">
                  <c:v>5.25</c:v>
                </c:pt>
                <c:pt idx="3092">
                  <c:v>5.25</c:v>
                </c:pt>
                <c:pt idx="3093">
                  <c:v>5.25</c:v>
                </c:pt>
                <c:pt idx="3094">
                  <c:v>5.25</c:v>
                </c:pt>
                <c:pt idx="3095">
                  <c:v>5.25</c:v>
                </c:pt>
                <c:pt idx="3096">
                  <c:v>5.25</c:v>
                </c:pt>
                <c:pt idx="3097">
                  <c:v>5.25</c:v>
                </c:pt>
                <c:pt idx="3098">
                  <c:v>5.25</c:v>
                </c:pt>
                <c:pt idx="3099">
                  <c:v>5.25</c:v>
                </c:pt>
                <c:pt idx="3100">
                  <c:v>5.25</c:v>
                </c:pt>
                <c:pt idx="3101">
                  <c:v>5.25</c:v>
                </c:pt>
                <c:pt idx="3102">
                  <c:v>5.25</c:v>
                </c:pt>
                <c:pt idx="3103">
                  <c:v>5.25</c:v>
                </c:pt>
                <c:pt idx="3104">
                  <c:v>5.25</c:v>
                </c:pt>
                <c:pt idx="3105">
                  <c:v>5.25</c:v>
                </c:pt>
                <c:pt idx="3106">
                  <c:v>5.25</c:v>
                </c:pt>
                <c:pt idx="3107">
                  <c:v>5.25</c:v>
                </c:pt>
                <c:pt idx="3108">
                  <c:v>5.25</c:v>
                </c:pt>
                <c:pt idx="3109">
                  <c:v>5.25</c:v>
                </c:pt>
                <c:pt idx="3110">
                  <c:v>5.25</c:v>
                </c:pt>
                <c:pt idx="3111">
                  <c:v>5.25</c:v>
                </c:pt>
                <c:pt idx="3112">
                  <c:v>5.25</c:v>
                </c:pt>
                <c:pt idx="3113">
                  <c:v>5.25</c:v>
                </c:pt>
                <c:pt idx="3114">
                  <c:v>5.25</c:v>
                </c:pt>
                <c:pt idx="3115">
                  <c:v>5.25</c:v>
                </c:pt>
                <c:pt idx="3116">
                  <c:v>5.25</c:v>
                </c:pt>
                <c:pt idx="3117">
                  <c:v>5.25</c:v>
                </c:pt>
                <c:pt idx="3118">
                  <c:v>5.25</c:v>
                </c:pt>
                <c:pt idx="3119">
                  <c:v>5.25</c:v>
                </c:pt>
                <c:pt idx="3120">
                  <c:v>5.25</c:v>
                </c:pt>
                <c:pt idx="3121">
                  <c:v>5.25</c:v>
                </c:pt>
                <c:pt idx="3122">
                  <c:v>5.25</c:v>
                </c:pt>
                <c:pt idx="3123">
                  <c:v>5.25</c:v>
                </c:pt>
                <c:pt idx="3124">
                  <c:v>5.25</c:v>
                </c:pt>
                <c:pt idx="3125">
                  <c:v>5.25</c:v>
                </c:pt>
                <c:pt idx="3126">
                  <c:v>5.25</c:v>
                </c:pt>
                <c:pt idx="3127">
                  <c:v>5.25</c:v>
                </c:pt>
                <c:pt idx="3128">
                  <c:v>5.5</c:v>
                </c:pt>
                <c:pt idx="3129">
                  <c:v>5.5</c:v>
                </c:pt>
                <c:pt idx="3130">
                  <c:v>5.5</c:v>
                </c:pt>
                <c:pt idx="3131">
                  <c:v>5.5</c:v>
                </c:pt>
                <c:pt idx="3132">
                  <c:v>5.5</c:v>
                </c:pt>
                <c:pt idx="3133">
                  <c:v>5.5</c:v>
                </c:pt>
                <c:pt idx="3134">
                  <c:v>5.5</c:v>
                </c:pt>
                <c:pt idx="3135">
                  <c:v>5.5</c:v>
                </c:pt>
                <c:pt idx="3136">
                  <c:v>5.5</c:v>
                </c:pt>
                <c:pt idx="3137">
                  <c:v>5.5</c:v>
                </c:pt>
                <c:pt idx="3138">
                  <c:v>5.5</c:v>
                </c:pt>
                <c:pt idx="3139">
                  <c:v>5.5</c:v>
                </c:pt>
                <c:pt idx="3140">
                  <c:v>5.5</c:v>
                </c:pt>
                <c:pt idx="3141">
                  <c:v>5.5</c:v>
                </c:pt>
                <c:pt idx="3142">
                  <c:v>5.5</c:v>
                </c:pt>
                <c:pt idx="3143">
                  <c:v>5.5</c:v>
                </c:pt>
                <c:pt idx="3144">
                  <c:v>5.5</c:v>
                </c:pt>
                <c:pt idx="3145">
                  <c:v>5.5</c:v>
                </c:pt>
                <c:pt idx="3146">
                  <c:v>5.5</c:v>
                </c:pt>
                <c:pt idx="3147">
                  <c:v>5.5</c:v>
                </c:pt>
                <c:pt idx="3148">
                  <c:v>5.5</c:v>
                </c:pt>
                <c:pt idx="3149">
                  <c:v>5.5</c:v>
                </c:pt>
                <c:pt idx="3150">
                  <c:v>5.5</c:v>
                </c:pt>
                <c:pt idx="3151">
                  <c:v>5.5</c:v>
                </c:pt>
                <c:pt idx="3152">
                  <c:v>5.5</c:v>
                </c:pt>
                <c:pt idx="3153">
                  <c:v>5.5</c:v>
                </c:pt>
                <c:pt idx="3154">
                  <c:v>5.5</c:v>
                </c:pt>
                <c:pt idx="3155">
                  <c:v>5.5</c:v>
                </c:pt>
                <c:pt idx="3156">
                  <c:v>5.5</c:v>
                </c:pt>
                <c:pt idx="3157">
                  <c:v>5.5</c:v>
                </c:pt>
                <c:pt idx="3158">
                  <c:v>5.5</c:v>
                </c:pt>
                <c:pt idx="3159">
                  <c:v>5.5</c:v>
                </c:pt>
                <c:pt idx="3160">
                  <c:v>5.5</c:v>
                </c:pt>
                <c:pt idx="3161">
                  <c:v>5.5</c:v>
                </c:pt>
                <c:pt idx="3162">
                  <c:v>5.5</c:v>
                </c:pt>
                <c:pt idx="3163">
                  <c:v>5.5</c:v>
                </c:pt>
                <c:pt idx="3164">
                  <c:v>5.5</c:v>
                </c:pt>
                <c:pt idx="3165">
                  <c:v>5.5</c:v>
                </c:pt>
                <c:pt idx="3166">
                  <c:v>5.5</c:v>
                </c:pt>
                <c:pt idx="3167">
                  <c:v>5.5</c:v>
                </c:pt>
                <c:pt idx="3168">
                  <c:v>5.5</c:v>
                </c:pt>
                <c:pt idx="3169">
                  <c:v>5.5</c:v>
                </c:pt>
                <c:pt idx="3170">
                  <c:v>5.5</c:v>
                </c:pt>
                <c:pt idx="3171">
                  <c:v>5.5</c:v>
                </c:pt>
                <c:pt idx="3172">
                  <c:v>5.5</c:v>
                </c:pt>
                <c:pt idx="3173">
                  <c:v>5.5</c:v>
                </c:pt>
                <c:pt idx="3174">
                  <c:v>5.5</c:v>
                </c:pt>
                <c:pt idx="3175">
                  <c:v>5.5</c:v>
                </c:pt>
                <c:pt idx="3176">
                  <c:v>5.5</c:v>
                </c:pt>
                <c:pt idx="3177">
                  <c:v>5.5</c:v>
                </c:pt>
                <c:pt idx="3178">
                  <c:v>5.5</c:v>
                </c:pt>
                <c:pt idx="3179">
                  <c:v>5.5</c:v>
                </c:pt>
                <c:pt idx="3180">
                  <c:v>5.5</c:v>
                </c:pt>
                <c:pt idx="3181">
                  <c:v>5.5</c:v>
                </c:pt>
                <c:pt idx="3182">
                  <c:v>5.5</c:v>
                </c:pt>
                <c:pt idx="3183">
                  <c:v>5.5</c:v>
                </c:pt>
                <c:pt idx="3184">
                  <c:v>5.5</c:v>
                </c:pt>
                <c:pt idx="3185">
                  <c:v>5.5</c:v>
                </c:pt>
                <c:pt idx="3186">
                  <c:v>5.5</c:v>
                </c:pt>
                <c:pt idx="3187">
                  <c:v>5.5</c:v>
                </c:pt>
                <c:pt idx="3188">
                  <c:v>5.5</c:v>
                </c:pt>
                <c:pt idx="3189">
                  <c:v>5.5</c:v>
                </c:pt>
                <c:pt idx="3190">
                  <c:v>5.5</c:v>
                </c:pt>
                <c:pt idx="3191">
                  <c:v>5.5</c:v>
                </c:pt>
                <c:pt idx="3192">
                  <c:v>5.5</c:v>
                </c:pt>
                <c:pt idx="3193">
                  <c:v>5.5</c:v>
                </c:pt>
                <c:pt idx="3194">
                  <c:v>5.5</c:v>
                </c:pt>
                <c:pt idx="3195">
                  <c:v>5.5</c:v>
                </c:pt>
                <c:pt idx="3196">
                  <c:v>5.5</c:v>
                </c:pt>
                <c:pt idx="3197">
                  <c:v>5.5</c:v>
                </c:pt>
                <c:pt idx="3198">
                  <c:v>5.5</c:v>
                </c:pt>
                <c:pt idx="3199">
                  <c:v>5.5</c:v>
                </c:pt>
                <c:pt idx="3200">
                  <c:v>5.5</c:v>
                </c:pt>
                <c:pt idx="3201">
                  <c:v>5.5</c:v>
                </c:pt>
                <c:pt idx="3202">
                  <c:v>5.5</c:v>
                </c:pt>
                <c:pt idx="3203">
                  <c:v>5.5</c:v>
                </c:pt>
                <c:pt idx="3204">
                  <c:v>5.5</c:v>
                </c:pt>
                <c:pt idx="3205">
                  <c:v>5.5</c:v>
                </c:pt>
                <c:pt idx="3206">
                  <c:v>5.5</c:v>
                </c:pt>
                <c:pt idx="3207">
                  <c:v>5.5</c:v>
                </c:pt>
                <c:pt idx="3208">
                  <c:v>5.5</c:v>
                </c:pt>
                <c:pt idx="3209">
                  <c:v>5.5</c:v>
                </c:pt>
                <c:pt idx="3210">
                  <c:v>5.5</c:v>
                </c:pt>
                <c:pt idx="3211">
                  <c:v>5.5</c:v>
                </c:pt>
                <c:pt idx="3212">
                  <c:v>5.5</c:v>
                </c:pt>
                <c:pt idx="3213">
                  <c:v>5.5</c:v>
                </c:pt>
                <c:pt idx="3214">
                  <c:v>5.5</c:v>
                </c:pt>
                <c:pt idx="3215">
                  <c:v>5.5</c:v>
                </c:pt>
                <c:pt idx="3216">
                  <c:v>5.5</c:v>
                </c:pt>
                <c:pt idx="3217">
                  <c:v>5.5</c:v>
                </c:pt>
                <c:pt idx="3218">
                  <c:v>5.5</c:v>
                </c:pt>
                <c:pt idx="3219">
                  <c:v>5.5</c:v>
                </c:pt>
                <c:pt idx="3220">
                  <c:v>5.5</c:v>
                </c:pt>
                <c:pt idx="3221">
                  <c:v>5.5</c:v>
                </c:pt>
                <c:pt idx="3222">
                  <c:v>5.5</c:v>
                </c:pt>
                <c:pt idx="3223">
                  <c:v>5.5</c:v>
                </c:pt>
                <c:pt idx="3224">
                  <c:v>5.5</c:v>
                </c:pt>
                <c:pt idx="3225">
                  <c:v>5.5</c:v>
                </c:pt>
                <c:pt idx="3226">
                  <c:v>5.5</c:v>
                </c:pt>
                <c:pt idx="3227">
                  <c:v>5.5</c:v>
                </c:pt>
                <c:pt idx="3228">
                  <c:v>5.5</c:v>
                </c:pt>
                <c:pt idx="3229">
                  <c:v>5.5</c:v>
                </c:pt>
                <c:pt idx="3230">
                  <c:v>5.5</c:v>
                </c:pt>
                <c:pt idx="3231">
                  <c:v>5.5</c:v>
                </c:pt>
                <c:pt idx="3232">
                  <c:v>5.5</c:v>
                </c:pt>
                <c:pt idx="3233">
                  <c:v>5.5</c:v>
                </c:pt>
                <c:pt idx="3234">
                  <c:v>5.5</c:v>
                </c:pt>
                <c:pt idx="3235">
                  <c:v>5.5</c:v>
                </c:pt>
                <c:pt idx="3236">
                  <c:v>5.5</c:v>
                </c:pt>
                <c:pt idx="3237">
                  <c:v>5.5</c:v>
                </c:pt>
                <c:pt idx="3238">
                  <c:v>5.5</c:v>
                </c:pt>
                <c:pt idx="3239">
                  <c:v>5.5</c:v>
                </c:pt>
                <c:pt idx="3240">
                  <c:v>5.5</c:v>
                </c:pt>
                <c:pt idx="3241">
                  <c:v>5.5</c:v>
                </c:pt>
                <c:pt idx="3242">
                  <c:v>5.5</c:v>
                </c:pt>
                <c:pt idx="3243">
                  <c:v>5.5</c:v>
                </c:pt>
                <c:pt idx="3244">
                  <c:v>5.5</c:v>
                </c:pt>
                <c:pt idx="3245">
                  <c:v>5.5</c:v>
                </c:pt>
                <c:pt idx="3246">
                  <c:v>5.5</c:v>
                </c:pt>
                <c:pt idx="3247">
                  <c:v>5.5</c:v>
                </c:pt>
                <c:pt idx="3248">
                  <c:v>5.5</c:v>
                </c:pt>
                <c:pt idx="3249">
                  <c:v>5.5</c:v>
                </c:pt>
                <c:pt idx="3250">
                  <c:v>5.5</c:v>
                </c:pt>
                <c:pt idx="3251">
                  <c:v>5.5</c:v>
                </c:pt>
                <c:pt idx="3252">
                  <c:v>5.5</c:v>
                </c:pt>
                <c:pt idx="3253">
                  <c:v>5.5</c:v>
                </c:pt>
                <c:pt idx="3254">
                  <c:v>5.5</c:v>
                </c:pt>
                <c:pt idx="3255">
                  <c:v>5.5</c:v>
                </c:pt>
                <c:pt idx="3256">
                  <c:v>5.5</c:v>
                </c:pt>
                <c:pt idx="3257">
                  <c:v>5.5</c:v>
                </c:pt>
                <c:pt idx="3258">
                  <c:v>5.5</c:v>
                </c:pt>
                <c:pt idx="3259">
                  <c:v>5.5</c:v>
                </c:pt>
                <c:pt idx="3260">
                  <c:v>5.5</c:v>
                </c:pt>
                <c:pt idx="3261">
                  <c:v>5.5</c:v>
                </c:pt>
                <c:pt idx="3262">
                  <c:v>5.5</c:v>
                </c:pt>
                <c:pt idx="3263">
                  <c:v>5.5</c:v>
                </c:pt>
                <c:pt idx="3264">
                  <c:v>5.5</c:v>
                </c:pt>
                <c:pt idx="3265">
                  <c:v>5.5</c:v>
                </c:pt>
                <c:pt idx="3266">
                  <c:v>5.5</c:v>
                </c:pt>
                <c:pt idx="3267">
                  <c:v>5.5</c:v>
                </c:pt>
                <c:pt idx="3268">
                  <c:v>5.5</c:v>
                </c:pt>
                <c:pt idx="3269">
                  <c:v>5.5</c:v>
                </c:pt>
                <c:pt idx="3270">
                  <c:v>5.5</c:v>
                </c:pt>
                <c:pt idx="3271">
                  <c:v>5.5</c:v>
                </c:pt>
                <c:pt idx="3272">
                  <c:v>5.5</c:v>
                </c:pt>
                <c:pt idx="3273">
                  <c:v>5.5</c:v>
                </c:pt>
                <c:pt idx="3274">
                  <c:v>5.5</c:v>
                </c:pt>
                <c:pt idx="3275">
                  <c:v>5.5</c:v>
                </c:pt>
                <c:pt idx="3276">
                  <c:v>5.5</c:v>
                </c:pt>
                <c:pt idx="3277">
                  <c:v>5.5</c:v>
                </c:pt>
                <c:pt idx="3278">
                  <c:v>5.5</c:v>
                </c:pt>
                <c:pt idx="3279">
                  <c:v>5.5</c:v>
                </c:pt>
                <c:pt idx="3280">
                  <c:v>5.5</c:v>
                </c:pt>
                <c:pt idx="3281">
                  <c:v>5.5</c:v>
                </c:pt>
                <c:pt idx="3282">
                  <c:v>5.5</c:v>
                </c:pt>
                <c:pt idx="3283">
                  <c:v>5.5</c:v>
                </c:pt>
                <c:pt idx="3284">
                  <c:v>5.5</c:v>
                </c:pt>
                <c:pt idx="3285">
                  <c:v>5.5</c:v>
                </c:pt>
                <c:pt idx="3286">
                  <c:v>5.5</c:v>
                </c:pt>
                <c:pt idx="3287">
                  <c:v>5.5</c:v>
                </c:pt>
                <c:pt idx="3288">
                  <c:v>5.5</c:v>
                </c:pt>
                <c:pt idx="3289">
                  <c:v>5.5</c:v>
                </c:pt>
                <c:pt idx="3290">
                  <c:v>5.5</c:v>
                </c:pt>
                <c:pt idx="3291">
                  <c:v>5.5</c:v>
                </c:pt>
                <c:pt idx="3292">
                  <c:v>5.5</c:v>
                </c:pt>
                <c:pt idx="3293">
                  <c:v>5.5</c:v>
                </c:pt>
                <c:pt idx="3294">
                  <c:v>5.5</c:v>
                </c:pt>
                <c:pt idx="3295">
                  <c:v>5.5</c:v>
                </c:pt>
                <c:pt idx="3296">
                  <c:v>5.5</c:v>
                </c:pt>
                <c:pt idx="3297">
                  <c:v>5.5</c:v>
                </c:pt>
                <c:pt idx="3298">
                  <c:v>5.5</c:v>
                </c:pt>
                <c:pt idx="3299">
                  <c:v>5.5</c:v>
                </c:pt>
                <c:pt idx="3300">
                  <c:v>5.5</c:v>
                </c:pt>
                <c:pt idx="3301">
                  <c:v>5.5</c:v>
                </c:pt>
                <c:pt idx="3302">
                  <c:v>5.5</c:v>
                </c:pt>
                <c:pt idx="3303">
                  <c:v>5.5</c:v>
                </c:pt>
                <c:pt idx="3304">
                  <c:v>5.5</c:v>
                </c:pt>
                <c:pt idx="3305">
                  <c:v>5.5</c:v>
                </c:pt>
                <c:pt idx="3306">
                  <c:v>5.5</c:v>
                </c:pt>
                <c:pt idx="3307">
                  <c:v>5.5</c:v>
                </c:pt>
                <c:pt idx="3308">
                  <c:v>5.5</c:v>
                </c:pt>
                <c:pt idx="3309">
                  <c:v>5.5</c:v>
                </c:pt>
                <c:pt idx="3310">
                  <c:v>5.5</c:v>
                </c:pt>
                <c:pt idx="3311">
                  <c:v>5.5</c:v>
                </c:pt>
                <c:pt idx="3312">
                  <c:v>5.5</c:v>
                </c:pt>
                <c:pt idx="3313">
                  <c:v>5.5</c:v>
                </c:pt>
                <c:pt idx="3314">
                  <c:v>5.5</c:v>
                </c:pt>
                <c:pt idx="3315">
                  <c:v>5.5</c:v>
                </c:pt>
                <c:pt idx="3316">
                  <c:v>5.5</c:v>
                </c:pt>
                <c:pt idx="3317">
                  <c:v>5.5</c:v>
                </c:pt>
                <c:pt idx="3318">
                  <c:v>5.5</c:v>
                </c:pt>
                <c:pt idx="3319">
                  <c:v>5.5</c:v>
                </c:pt>
                <c:pt idx="3320">
                  <c:v>5.5</c:v>
                </c:pt>
                <c:pt idx="3321">
                  <c:v>5.5</c:v>
                </c:pt>
                <c:pt idx="3322">
                  <c:v>5.5</c:v>
                </c:pt>
                <c:pt idx="3323">
                  <c:v>5.5</c:v>
                </c:pt>
                <c:pt idx="3324">
                  <c:v>5.5</c:v>
                </c:pt>
                <c:pt idx="3325">
                  <c:v>5.5</c:v>
                </c:pt>
                <c:pt idx="3326">
                  <c:v>5.5</c:v>
                </c:pt>
                <c:pt idx="3327">
                  <c:v>5.5</c:v>
                </c:pt>
                <c:pt idx="3328">
                  <c:v>5.5</c:v>
                </c:pt>
                <c:pt idx="3329">
                  <c:v>5.5</c:v>
                </c:pt>
                <c:pt idx="3330">
                  <c:v>5.5</c:v>
                </c:pt>
                <c:pt idx="3331">
                  <c:v>5.5</c:v>
                </c:pt>
                <c:pt idx="3332">
                  <c:v>5.5</c:v>
                </c:pt>
                <c:pt idx="3333">
                  <c:v>5.5</c:v>
                </c:pt>
                <c:pt idx="3334">
                  <c:v>5.5</c:v>
                </c:pt>
                <c:pt idx="3335">
                  <c:v>5.5</c:v>
                </c:pt>
                <c:pt idx="3336">
                  <c:v>5.5</c:v>
                </c:pt>
                <c:pt idx="3337">
                  <c:v>5.5</c:v>
                </c:pt>
                <c:pt idx="3338">
                  <c:v>5.5</c:v>
                </c:pt>
                <c:pt idx="3339">
                  <c:v>5.5</c:v>
                </c:pt>
                <c:pt idx="3340">
                  <c:v>5.5</c:v>
                </c:pt>
                <c:pt idx="3341">
                  <c:v>5.5</c:v>
                </c:pt>
                <c:pt idx="3342">
                  <c:v>5.5</c:v>
                </c:pt>
                <c:pt idx="3343">
                  <c:v>5.5</c:v>
                </c:pt>
                <c:pt idx="3344">
                  <c:v>5.5</c:v>
                </c:pt>
                <c:pt idx="3345">
                  <c:v>5.5</c:v>
                </c:pt>
                <c:pt idx="3346">
                  <c:v>5.5</c:v>
                </c:pt>
                <c:pt idx="3347">
                  <c:v>5.5</c:v>
                </c:pt>
                <c:pt idx="3348">
                  <c:v>5.5</c:v>
                </c:pt>
                <c:pt idx="3349">
                  <c:v>5.5</c:v>
                </c:pt>
                <c:pt idx="3350">
                  <c:v>5.5</c:v>
                </c:pt>
                <c:pt idx="3351">
                  <c:v>5.5</c:v>
                </c:pt>
                <c:pt idx="3352">
                  <c:v>5.5</c:v>
                </c:pt>
                <c:pt idx="3353">
                  <c:v>5.5</c:v>
                </c:pt>
                <c:pt idx="3354">
                  <c:v>5.5</c:v>
                </c:pt>
                <c:pt idx="3355">
                  <c:v>5.5</c:v>
                </c:pt>
                <c:pt idx="3356">
                  <c:v>5.5</c:v>
                </c:pt>
                <c:pt idx="3357">
                  <c:v>5.5</c:v>
                </c:pt>
                <c:pt idx="3358">
                  <c:v>5.5</c:v>
                </c:pt>
                <c:pt idx="3359">
                  <c:v>5.5</c:v>
                </c:pt>
                <c:pt idx="3360">
                  <c:v>5.5</c:v>
                </c:pt>
                <c:pt idx="3361">
                  <c:v>5.5</c:v>
                </c:pt>
                <c:pt idx="3362">
                  <c:v>5.5</c:v>
                </c:pt>
                <c:pt idx="3363">
                  <c:v>5.5</c:v>
                </c:pt>
                <c:pt idx="3364">
                  <c:v>5.5</c:v>
                </c:pt>
                <c:pt idx="3365">
                  <c:v>5.5</c:v>
                </c:pt>
                <c:pt idx="3366">
                  <c:v>5.5</c:v>
                </c:pt>
                <c:pt idx="3367">
                  <c:v>5.5</c:v>
                </c:pt>
                <c:pt idx="3368">
                  <c:v>5.5</c:v>
                </c:pt>
                <c:pt idx="3369">
                  <c:v>5.5</c:v>
                </c:pt>
                <c:pt idx="3370">
                  <c:v>5.5</c:v>
                </c:pt>
                <c:pt idx="3371">
                  <c:v>5.5</c:v>
                </c:pt>
                <c:pt idx="3372">
                  <c:v>5.5</c:v>
                </c:pt>
                <c:pt idx="3373">
                  <c:v>5.5</c:v>
                </c:pt>
                <c:pt idx="3374">
                  <c:v>5.5</c:v>
                </c:pt>
                <c:pt idx="3375">
                  <c:v>5.5</c:v>
                </c:pt>
                <c:pt idx="3376">
                  <c:v>5.5</c:v>
                </c:pt>
                <c:pt idx="3377">
                  <c:v>5.5</c:v>
                </c:pt>
                <c:pt idx="3378">
                  <c:v>5.5</c:v>
                </c:pt>
                <c:pt idx="3379">
                  <c:v>5.5</c:v>
                </c:pt>
                <c:pt idx="3380">
                  <c:v>5.5</c:v>
                </c:pt>
                <c:pt idx="3381">
                  <c:v>5.5</c:v>
                </c:pt>
                <c:pt idx="3382">
                  <c:v>5.5</c:v>
                </c:pt>
                <c:pt idx="3383">
                  <c:v>5.5</c:v>
                </c:pt>
                <c:pt idx="3384">
                  <c:v>5.5</c:v>
                </c:pt>
                <c:pt idx="3385">
                  <c:v>5.5</c:v>
                </c:pt>
                <c:pt idx="3386">
                  <c:v>5.5</c:v>
                </c:pt>
                <c:pt idx="3387">
                  <c:v>5.5</c:v>
                </c:pt>
                <c:pt idx="3388">
                  <c:v>5.5</c:v>
                </c:pt>
                <c:pt idx="3389">
                  <c:v>5.5</c:v>
                </c:pt>
                <c:pt idx="3390">
                  <c:v>5.5</c:v>
                </c:pt>
                <c:pt idx="3391">
                  <c:v>5.5</c:v>
                </c:pt>
                <c:pt idx="3392">
                  <c:v>5.5</c:v>
                </c:pt>
                <c:pt idx="3393">
                  <c:v>5.5</c:v>
                </c:pt>
                <c:pt idx="3394">
                  <c:v>5.5</c:v>
                </c:pt>
                <c:pt idx="3395">
                  <c:v>5.5</c:v>
                </c:pt>
                <c:pt idx="3396">
                  <c:v>5.5</c:v>
                </c:pt>
                <c:pt idx="3397">
                  <c:v>5.5</c:v>
                </c:pt>
                <c:pt idx="3398">
                  <c:v>5.5</c:v>
                </c:pt>
                <c:pt idx="3399">
                  <c:v>5.5</c:v>
                </c:pt>
                <c:pt idx="3400">
                  <c:v>5.5</c:v>
                </c:pt>
                <c:pt idx="3401">
                  <c:v>5.5</c:v>
                </c:pt>
                <c:pt idx="3402">
                  <c:v>5.5</c:v>
                </c:pt>
                <c:pt idx="3403">
                  <c:v>5.5</c:v>
                </c:pt>
                <c:pt idx="3404">
                  <c:v>5.5</c:v>
                </c:pt>
                <c:pt idx="3405">
                  <c:v>5.5</c:v>
                </c:pt>
                <c:pt idx="3406">
                  <c:v>5.5</c:v>
                </c:pt>
                <c:pt idx="3407">
                  <c:v>5.5</c:v>
                </c:pt>
                <c:pt idx="3408">
                  <c:v>5.5</c:v>
                </c:pt>
                <c:pt idx="3409">
                  <c:v>5.5</c:v>
                </c:pt>
                <c:pt idx="3410">
                  <c:v>5.5</c:v>
                </c:pt>
                <c:pt idx="3411">
                  <c:v>5.5</c:v>
                </c:pt>
                <c:pt idx="3412">
                  <c:v>5.5</c:v>
                </c:pt>
                <c:pt idx="3413">
                  <c:v>5.5</c:v>
                </c:pt>
                <c:pt idx="3414">
                  <c:v>5.5</c:v>
                </c:pt>
                <c:pt idx="3415">
                  <c:v>5.5</c:v>
                </c:pt>
                <c:pt idx="3416">
                  <c:v>5.5</c:v>
                </c:pt>
                <c:pt idx="3417">
                  <c:v>5.5</c:v>
                </c:pt>
                <c:pt idx="3418">
                  <c:v>5.5</c:v>
                </c:pt>
                <c:pt idx="3419">
                  <c:v>5.5</c:v>
                </c:pt>
                <c:pt idx="3420">
                  <c:v>5.5</c:v>
                </c:pt>
                <c:pt idx="3421">
                  <c:v>5.5</c:v>
                </c:pt>
                <c:pt idx="3422">
                  <c:v>5.5</c:v>
                </c:pt>
                <c:pt idx="3423">
                  <c:v>5.5</c:v>
                </c:pt>
                <c:pt idx="3424">
                  <c:v>5.5</c:v>
                </c:pt>
                <c:pt idx="3425">
                  <c:v>5.5</c:v>
                </c:pt>
                <c:pt idx="3426">
                  <c:v>5.5</c:v>
                </c:pt>
                <c:pt idx="3427">
                  <c:v>5.5</c:v>
                </c:pt>
                <c:pt idx="3428">
                  <c:v>5.5</c:v>
                </c:pt>
                <c:pt idx="3429">
                  <c:v>5.5</c:v>
                </c:pt>
                <c:pt idx="3430">
                  <c:v>5.5</c:v>
                </c:pt>
                <c:pt idx="3431">
                  <c:v>5.5</c:v>
                </c:pt>
                <c:pt idx="3432">
                  <c:v>5.5</c:v>
                </c:pt>
                <c:pt idx="3433">
                  <c:v>5.5</c:v>
                </c:pt>
                <c:pt idx="3434">
                  <c:v>5.5</c:v>
                </c:pt>
                <c:pt idx="3435">
                  <c:v>5.5</c:v>
                </c:pt>
                <c:pt idx="3436">
                  <c:v>5.5</c:v>
                </c:pt>
                <c:pt idx="3437">
                  <c:v>5.5</c:v>
                </c:pt>
                <c:pt idx="3438">
                  <c:v>5.5</c:v>
                </c:pt>
                <c:pt idx="3439">
                  <c:v>5.5</c:v>
                </c:pt>
                <c:pt idx="3440">
                  <c:v>5.5</c:v>
                </c:pt>
                <c:pt idx="3441">
                  <c:v>5.5</c:v>
                </c:pt>
                <c:pt idx="3442">
                  <c:v>5.5</c:v>
                </c:pt>
                <c:pt idx="3443">
                  <c:v>5.5</c:v>
                </c:pt>
                <c:pt idx="3444">
                  <c:v>5.5</c:v>
                </c:pt>
                <c:pt idx="3445">
                  <c:v>5.5</c:v>
                </c:pt>
                <c:pt idx="3446">
                  <c:v>5.5</c:v>
                </c:pt>
                <c:pt idx="3447">
                  <c:v>5.5</c:v>
                </c:pt>
                <c:pt idx="3448">
                  <c:v>5.5</c:v>
                </c:pt>
                <c:pt idx="3449">
                  <c:v>5.5</c:v>
                </c:pt>
                <c:pt idx="3450">
                  <c:v>5.5</c:v>
                </c:pt>
                <c:pt idx="3451">
                  <c:v>5.5</c:v>
                </c:pt>
                <c:pt idx="3452">
                  <c:v>5.5</c:v>
                </c:pt>
                <c:pt idx="3453">
                  <c:v>5.5</c:v>
                </c:pt>
                <c:pt idx="3454">
                  <c:v>5.5</c:v>
                </c:pt>
                <c:pt idx="3455">
                  <c:v>5.5</c:v>
                </c:pt>
                <c:pt idx="3456">
                  <c:v>5.5</c:v>
                </c:pt>
                <c:pt idx="3457">
                  <c:v>5.5</c:v>
                </c:pt>
                <c:pt idx="3458">
                  <c:v>5.5</c:v>
                </c:pt>
                <c:pt idx="3459">
                  <c:v>5.5</c:v>
                </c:pt>
                <c:pt idx="3460">
                  <c:v>5.5</c:v>
                </c:pt>
                <c:pt idx="3461">
                  <c:v>5.5</c:v>
                </c:pt>
                <c:pt idx="3462">
                  <c:v>5.5</c:v>
                </c:pt>
                <c:pt idx="3463">
                  <c:v>5.5</c:v>
                </c:pt>
                <c:pt idx="3464">
                  <c:v>5.5</c:v>
                </c:pt>
                <c:pt idx="3465">
                  <c:v>5.5</c:v>
                </c:pt>
                <c:pt idx="3466">
                  <c:v>5.5</c:v>
                </c:pt>
                <c:pt idx="3467">
                  <c:v>5.5</c:v>
                </c:pt>
                <c:pt idx="3468">
                  <c:v>5.5</c:v>
                </c:pt>
                <c:pt idx="3469">
                  <c:v>5.5</c:v>
                </c:pt>
                <c:pt idx="3470">
                  <c:v>5.5</c:v>
                </c:pt>
                <c:pt idx="3471">
                  <c:v>5.5</c:v>
                </c:pt>
                <c:pt idx="3472">
                  <c:v>5.5</c:v>
                </c:pt>
                <c:pt idx="3473">
                  <c:v>5.5</c:v>
                </c:pt>
                <c:pt idx="3474">
                  <c:v>5.5</c:v>
                </c:pt>
                <c:pt idx="3475">
                  <c:v>5.5</c:v>
                </c:pt>
                <c:pt idx="3476">
                  <c:v>5.5</c:v>
                </c:pt>
                <c:pt idx="3477">
                  <c:v>5.5</c:v>
                </c:pt>
                <c:pt idx="3478">
                  <c:v>5.5</c:v>
                </c:pt>
                <c:pt idx="3479">
                  <c:v>5.5</c:v>
                </c:pt>
                <c:pt idx="3480">
                  <c:v>5.5</c:v>
                </c:pt>
                <c:pt idx="3481">
                  <c:v>5.5</c:v>
                </c:pt>
                <c:pt idx="3482">
                  <c:v>5.5</c:v>
                </c:pt>
                <c:pt idx="3483">
                  <c:v>5.5</c:v>
                </c:pt>
                <c:pt idx="3484">
                  <c:v>5.5</c:v>
                </c:pt>
                <c:pt idx="3485">
                  <c:v>5.5</c:v>
                </c:pt>
                <c:pt idx="3486">
                  <c:v>5.5</c:v>
                </c:pt>
                <c:pt idx="3487">
                  <c:v>5.5</c:v>
                </c:pt>
                <c:pt idx="3488">
                  <c:v>5.5</c:v>
                </c:pt>
                <c:pt idx="3489">
                  <c:v>5.5</c:v>
                </c:pt>
                <c:pt idx="3490">
                  <c:v>5.5</c:v>
                </c:pt>
                <c:pt idx="3491">
                  <c:v>5.5</c:v>
                </c:pt>
                <c:pt idx="3492">
                  <c:v>5.5</c:v>
                </c:pt>
                <c:pt idx="3493">
                  <c:v>5.5</c:v>
                </c:pt>
                <c:pt idx="3494">
                  <c:v>5.5</c:v>
                </c:pt>
                <c:pt idx="3495">
                  <c:v>5.5</c:v>
                </c:pt>
                <c:pt idx="3496">
                  <c:v>5.5</c:v>
                </c:pt>
                <c:pt idx="3497">
                  <c:v>5.5</c:v>
                </c:pt>
                <c:pt idx="3498">
                  <c:v>5.5</c:v>
                </c:pt>
                <c:pt idx="3499">
                  <c:v>5.5</c:v>
                </c:pt>
                <c:pt idx="3500">
                  <c:v>5.5</c:v>
                </c:pt>
                <c:pt idx="3501">
                  <c:v>5.5</c:v>
                </c:pt>
                <c:pt idx="3502">
                  <c:v>5.5</c:v>
                </c:pt>
                <c:pt idx="3503">
                  <c:v>5.5</c:v>
                </c:pt>
                <c:pt idx="3504">
                  <c:v>5.5</c:v>
                </c:pt>
                <c:pt idx="3505">
                  <c:v>5.5</c:v>
                </c:pt>
                <c:pt idx="3506">
                  <c:v>5.5</c:v>
                </c:pt>
                <c:pt idx="3507">
                  <c:v>5.5</c:v>
                </c:pt>
                <c:pt idx="3508">
                  <c:v>5.5</c:v>
                </c:pt>
                <c:pt idx="3509">
                  <c:v>5.5</c:v>
                </c:pt>
                <c:pt idx="3510">
                  <c:v>5.5</c:v>
                </c:pt>
                <c:pt idx="3511">
                  <c:v>5.5</c:v>
                </c:pt>
                <c:pt idx="3512">
                  <c:v>5.5</c:v>
                </c:pt>
                <c:pt idx="3513">
                  <c:v>5.5</c:v>
                </c:pt>
                <c:pt idx="3514">
                  <c:v>5.5</c:v>
                </c:pt>
                <c:pt idx="3515">
                  <c:v>5.5</c:v>
                </c:pt>
                <c:pt idx="3516">
                  <c:v>5.5</c:v>
                </c:pt>
                <c:pt idx="3517">
                  <c:v>5.5</c:v>
                </c:pt>
                <c:pt idx="3518">
                  <c:v>5.5</c:v>
                </c:pt>
                <c:pt idx="3519">
                  <c:v>5.5</c:v>
                </c:pt>
                <c:pt idx="3520">
                  <c:v>5.5</c:v>
                </c:pt>
                <c:pt idx="3521">
                  <c:v>5.5</c:v>
                </c:pt>
                <c:pt idx="3522">
                  <c:v>5.5</c:v>
                </c:pt>
                <c:pt idx="3523">
                  <c:v>5.5</c:v>
                </c:pt>
                <c:pt idx="3524">
                  <c:v>5.5</c:v>
                </c:pt>
                <c:pt idx="3525">
                  <c:v>5.5</c:v>
                </c:pt>
                <c:pt idx="3526">
                  <c:v>5.5</c:v>
                </c:pt>
                <c:pt idx="3527">
                  <c:v>5.5</c:v>
                </c:pt>
                <c:pt idx="3528">
                  <c:v>5.5</c:v>
                </c:pt>
                <c:pt idx="3529">
                  <c:v>5.5</c:v>
                </c:pt>
                <c:pt idx="3530">
                  <c:v>5.5</c:v>
                </c:pt>
                <c:pt idx="3531">
                  <c:v>5.5</c:v>
                </c:pt>
                <c:pt idx="3532">
                  <c:v>5.5</c:v>
                </c:pt>
                <c:pt idx="3533">
                  <c:v>5.5</c:v>
                </c:pt>
                <c:pt idx="3534">
                  <c:v>5.5</c:v>
                </c:pt>
                <c:pt idx="3535">
                  <c:v>5.5</c:v>
                </c:pt>
                <c:pt idx="3536">
                  <c:v>5.5</c:v>
                </c:pt>
                <c:pt idx="3537">
                  <c:v>5.5</c:v>
                </c:pt>
                <c:pt idx="3538">
                  <c:v>5.5</c:v>
                </c:pt>
                <c:pt idx="3539">
                  <c:v>5.5</c:v>
                </c:pt>
                <c:pt idx="3540">
                  <c:v>5.5</c:v>
                </c:pt>
                <c:pt idx="3541">
                  <c:v>5.5</c:v>
                </c:pt>
                <c:pt idx="3542">
                  <c:v>5.5</c:v>
                </c:pt>
                <c:pt idx="3543">
                  <c:v>5.5</c:v>
                </c:pt>
                <c:pt idx="3544">
                  <c:v>5.5</c:v>
                </c:pt>
                <c:pt idx="3545">
                  <c:v>5.5</c:v>
                </c:pt>
                <c:pt idx="3546">
                  <c:v>5.5</c:v>
                </c:pt>
                <c:pt idx="3547">
                  <c:v>5.5</c:v>
                </c:pt>
                <c:pt idx="3548">
                  <c:v>5</c:v>
                </c:pt>
                <c:pt idx="3549">
                  <c:v>5</c:v>
                </c:pt>
                <c:pt idx="3550">
                  <c:v>5</c:v>
                </c:pt>
                <c:pt idx="3551">
                  <c:v>5</c:v>
                </c:pt>
                <c:pt idx="3552">
                  <c:v>5</c:v>
                </c:pt>
                <c:pt idx="3553">
                  <c:v>5</c:v>
                </c:pt>
                <c:pt idx="3554">
                  <c:v>5</c:v>
                </c:pt>
                <c:pt idx="3555">
                  <c:v>5</c:v>
                </c:pt>
                <c:pt idx="3556">
                  <c:v>5</c:v>
                </c:pt>
                <c:pt idx="3557">
                  <c:v>5</c:v>
                </c:pt>
                <c:pt idx="3558">
                  <c:v>5</c:v>
                </c:pt>
                <c:pt idx="3559">
                  <c:v>5</c:v>
                </c:pt>
                <c:pt idx="3560">
                  <c:v>5</c:v>
                </c:pt>
                <c:pt idx="3561">
                  <c:v>5</c:v>
                </c:pt>
                <c:pt idx="3562">
                  <c:v>5</c:v>
                </c:pt>
                <c:pt idx="3563">
                  <c:v>5</c:v>
                </c:pt>
                <c:pt idx="3564">
                  <c:v>5</c:v>
                </c:pt>
                <c:pt idx="3565">
                  <c:v>5</c:v>
                </c:pt>
                <c:pt idx="3566">
                  <c:v>5</c:v>
                </c:pt>
                <c:pt idx="3567">
                  <c:v>5</c:v>
                </c:pt>
                <c:pt idx="3568">
                  <c:v>5</c:v>
                </c:pt>
                <c:pt idx="3569">
                  <c:v>5</c:v>
                </c:pt>
                <c:pt idx="3570">
                  <c:v>5</c:v>
                </c:pt>
                <c:pt idx="3571">
                  <c:v>5</c:v>
                </c:pt>
                <c:pt idx="3572">
                  <c:v>5</c:v>
                </c:pt>
                <c:pt idx="3573">
                  <c:v>5</c:v>
                </c:pt>
                <c:pt idx="3574">
                  <c:v>5</c:v>
                </c:pt>
                <c:pt idx="3575">
                  <c:v>5</c:v>
                </c:pt>
                <c:pt idx="3576">
                  <c:v>5</c:v>
                </c:pt>
                <c:pt idx="3577">
                  <c:v>5</c:v>
                </c:pt>
                <c:pt idx="3578">
                  <c:v>5</c:v>
                </c:pt>
                <c:pt idx="3579">
                  <c:v>5</c:v>
                </c:pt>
                <c:pt idx="3580">
                  <c:v>5</c:v>
                </c:pt>
                <c:pt idx="3581">
                  <c:v>5</c:v>
                </c:pt>
                <c:pt idx="3582">
                  <c:v>5</c:v>
                </c:pt>
                <c:pt idx="3583">
                  <c:v>5</c:v>
                </c:pt>
                <c:pt idx="3584">
                  <c:v>5</c:v>
                </c:pt>
                <c:pt idx="3585">
                  <c:v>5</c:v>
                </c:pt>
                <c:pt idx="3586">
                  <c:v>5</c:v>
                </c:pt>
                <c:pt idx="3587">
                  <c:v>5</c:v>
                </c:pt>
                <c:pt idx="3588">
                  <c:v>5</c:v>
                </c:pt>
                <c:pt idx="3589">
                  <c:v>5</c:v>
                </c:pt>
                <c:pt idx="3590">
                  <c:v>5</c:v>
                </c:pt>
                <c:pt idx="3591">
                  <c:v>5</c:v>
                </c:pt>
                <c:pt idx="3592">
                  <c:v>5</c:v>
                </c:pt>
                <c:pt idx="3593">
                  <c:v>5</c:v>
                </c:pt>
                <c:pt idx="3594">
                  <c:v>5</c:v>
                </c:pt>
                <c:pt idx="3595">
                  <c:v>5</c:v>
                </c:pt>
                <c:pt idx="3596">
                  <c:v>5</c:v>
                </c:pt>
                <c:pt idx="3597">
                  <c:v>5</c:v>
                </c:pt>
                <c:pt idx="3598">
                  <c:v>4.75</c:v>
                </c:pt>
                <c:pt idx="3599">
                  <c:v>4.75</c:v>
                </c:pt>
                <c:pt idx="3600">
                  <c:v>4.75</c:v>
                </c:pt>
                <c:pt idx="3601">
                  <c:v>4.75</c:v>
                </c:pt>
                <c:pt idx="3602">
                  <c:v>4.75</c:v>
                </c:pt>
                <c:pt idx="3603">
                  <c:v>4.75</c:v>
                </c:pt>
                <c:pt idx="3604">
                  <c:v>4.75</c:v>
                </c:pt>
                <c:pt idx="3605">
                  <c:v>4.75</c:v>
                </c:pt>
                <c:pt idx="3606">
                  <c:v>4.75</c:v>
                </c:pt>
                <c:pt idx="3607">
                  <c:v>4.75</c:v>
                </c:pt>
                <c:pt idx="3608">
                  <c:v>4.75</c:v>
                </c:pt>
                <c:pt idx="3609">
                  <c:v>4.75</c:v>
                </c:pt>
                <c:pt idx="3610">
                  <c:v>4.75</c:v>
                </c:pt>
                <c:pt idx="3611">
                  <c:v>4.75</c:v>
                </c:pt>
                <c:pt idx="3612">
                  <c:v>4.75</c:v>
                </c:pt>
                <c:pt idx="3613">
                  <c:v>4.75</c:v>
                </c:pt>
                <c:pt idx="3614">
                  <c:v>4.75</c:v>
                </c:pt>
                <c:pt idx="3615">
                  <c:v>4.75</c:v>
                </c:pt>
                <c:pt idx="3616">
                  <c:v>4.75</c:v>
                </c:pt>
                <c:pt idx="3617">
                  <c:v>4.75</c:v>
                </c:pt>
                <c:pt idx="3618">
                  <c:v>4.75</c:v>
                </c:pt>
                <c:pt idx="3619">
                  <c:v>4.75</c:v>
                </c:pt>
                <c:pt idx="3620">
                  <c:v>4.75</c:v>
                </c:pt>
                <c:pt idx="3621">
                  <c:v>4.75</c:v>
                </c:pt>
                <c:pt idx="3622">
                  <c:v>4.75</c:v>
                </c:pt>
                <c:pt idx="3623">
                  <c:v>4.75</c:v>
                </c:pt>
                <c:pt idx="3624">
                  <c:v>4.75</c:v>
                </c:pt>
                <c:pt idx="3625">
                  <c:v>4.75</c:v>
                </c:pt>
                <c:pt idx="3626">
                  <c:v>4.75</c:v>
                </c:pt>
                <c:pt idx="3627">
                  <c:v>4.75</c:v>
                </c:pt>
                <c:pt idx="3628">
                  <c:v>4.75</c:v>
                </c:pt>
                <c:pt idx="3629">
                  <c:v>4.75</c:v>
                </c:pt>
                <c:pt idx="3630">
                  <c:v>4.75</c:v>
                </c:pt>
                <c:pt idx="3631">
                  <c:v>4.75</c:v>
                </c:pt>
                <c:pt idx="3632">
                  <c:v>4.75</c:v>
                </c:pt>
                <c:pt idx="3633">
                  <c:v>4.75</c:v>
                </c:pt>
                <c:pt idx="3634">
                  <c:v>4.75</c:v>
                </c:pt>
                <c:pt idx="3635">
                  <c:v>4.75</c:v>
                </c:pt>
                <c:pt idx="3636">
                  <c:v>4.75</c:v>
                </c:pt>
                <c:pt idx="3637">
                  <c:v>4.75</c:v>
                </c:pt>
                <c:pt idx="3638">
                  <c:v>4.75</c:v>
                </c:pt>
                <c:pt idx="3639">
                  <c:v>4.5</c:v>
                </c:pt>
                <c:pt idx="3640">
                  <c:v>4.5</c:v>
                </c:pt>
                <c:pt idx="3641">
                  <c:v>4.5</c:v>
                </c:pt>
                <c:pt idx="3642">
                  <c:v>4.5</c:v>
                </c:pt>
                <c:pt idx="3643">
                  <c:v>4.5</c:v>
                </c:pt>
                <c:pt idx="3644">
                  <c:v>4.5</c:v>
                </c:pt>
                <c:pt idx="3645">
                  <c:v>4.5</c:v>
                </c:pt>
                <c:pt idx="3646">
                  <c:v>4.5</c:v>
                </c:pt>
                <c:pt idx="3647">
                  <c:v>4.5</c:v>
                </c:pt>
                <c:pt idx="3648">
                  <c:v>4.5</c:v>
                </c:pt>
                <c:pt idx="3649">
                  <c:v>4.5</c:v>
                </c:pt>
                <c:pt idx="3650">
                  <c:v>4.5</c:v>
                </c:pt>
                <c:pt idx="3651">
                  <c:v>4.5</c:v>
                </c:pt>
                <c:pt idx="3652">
                  <c:v>4.5</c:v>
                </c:pt>
                <c:pt idx="3653">
                  <c:v>4.5</c:v>
                </c:pt>
                <c:pt idx="3654">
                  <c:v>4.5</c:v>
                </c:pt>
                <c:pt idx="3655">
                  <c:v>4.5</c:v>
                </c:pt>
                <c:pt idx="3656">
                  <c:v>4.5</c:v>
                </c:pt>
                <c:pt idx="3657">
                  <c:v>4.5</c:v>
                </c:pt>
                <c:pt idx="3658">
                  <c:v>4.5</c:v>
                </c:pt>
                <c:pt idx="3659">
                  <c:v>4.5</c:v>
                </c:pt>
                <c:pt idx="3660">
                  <c:v>4.5</c:v>
                </c:pt>
                <c:pt idx="3661">
                  <c:v>4.5</c:v>
                </c:pt>
                <c:pt idx="3662">
                  <c:v>4.5</c:v>
                </c:pt>
                <c:pt idx="3663">
                  <c:v>4.5</c:v>
                </c:pt>
                <c:pt idx="3664">
                  <c:v>4.5</c:v>
                </c:pt>
                <c:pt idx="3665">
                  <c:v>4.5</c:v>
                </c:pt>
                <c:pt idx="3666">
                  <c:v>4.5</c:v>
                </c:pt>
                <c:pt idx="3667">
                  <c:v>4.5</c:v>
                </c:pt>
                <c:pt idx="3668">
                  <c:v>4.5</c:v>
                </c:pt>
                <c:pt idx="3669">
                  <c:v>4.5</c:v>
                </c:pt>
                <c:pt idx="3670">
                  <c:v>4.5</c:v>
                </c:pt>
                <c:pt idx="3671">
                  <c:v>4.5</c:v>
                </c:pt>
                <c:pt idx="3672">
                  <c:v>4.5</c:v>
                </c:pt>
                <c:pt idx="3673">
                  <c:v>4.5</c:v>
                </c:pt>
                <c:pt idx="3674">
                  <c:v>4.5</c:v>
                </c:pt>
                <c:pt idx="3675">
                  <c:v>4.5</c:v>
                </c:pt>
                <c:pt idx="3676">
                  <c:v>4.5</c:v>
                </c:pt>
                <c:pt idx="3677">
                  <c:v>4.5</c:v>
                </c:pt>
                <c:pt idx="3678">
                  <c:v>4.5</c:v>
                </c:pt>
                <c:pt idx="3679">
                  <c:v>4.5</c:v>
                </c:pt>
                <c:pt idx="3680">
                  <c:v>4.5</c:v>
                </c:pt>
                <c:pt idx="3681">
                  <c:v>4.5</c:v>
                </c:pt>
                <c:pt idx="3682">
                  <c:v>4.5</c:v>
                </c:pt>
                <c:pt idx="3683">
                  <c:v>4.5</c:v>
                </c:pt>
                <c:pt idx="3684">
                  <c:v>4.5</c:v>
                </c:pt>
                <c:pt idx="3685">
                  <c:v>4.5</c:v>
                </c:pt>
                <c:pt idx="3686">
                  <c:v>4.5</c:v>
                </c:pt>
                <c:pt idx="3687">
                  <c:v>4.5</c:v>
                </c:pt>
                <c:pt idx="3688">
                  <c:v>4.5</c:v>
                </c:pt>
                <c:pt idx="3689">
                  <c:v>4.5</c:v>
                </c:pt>
                <c:pt idx="3690">
                  <c:v>4.5</c:v>
                </c:pt>
                <c:pt idx="3691">
                  <c:v>4.5</c:v>
                </c:pt>
                <c:pt idx="3692">
                  <c:v>4.5</c:v>
                </c:pt>
                <c:pt idx="3693">
                  <c:v>4.5</c:v>
                </c:pt>
                <c:pt idx="3694">
                  <c:v>4.5</c:v>
                </c:pt>
                <c:pt idx="3695">
                  <c:v>4.5</c:v>
                </c:pt>
                <c:pt idx="3696">
                  <c:v>4.5</c:v>
                </c:pt>
                <c:pt idx="3697">
                  <c:v>4.5</c:v>
                </c:pt>
                <c:pt idx="3698">
                  <c:v>4.5</c:v>
                </c:pt>
                <c:pt idx="3699">
                  <c:v>4.5</c:v>
                </c:pt>
                <c:pt idx="3700">
                  <c:v>4.5</c:v>
                </c:pt>
                <c:pt idx="3701">
                  <c:v>4.5</c:v>
                </c:pt>
                <c:pt idx="3702">
                  <c:v>4.5</c:v>
                </c:pt>
                <c:pt idx="3703">
                  <c:v>4.5</c:v>
                </c:pt>
                <c:pt idx="3704">
                  <c:v>4.5</c:v>
                </c:pt>
                <c:pt idx="3705">
                  <c:v>4.5</c:v>
                </c:pt>
                <c:pt idx="3706">
                  <c:v>4.5</c:v>
                </c:pt>
                <c:pt idx="3707">
                  <c:v>4.5</c:v>
                </c:pt>
                <c:pt idx="3708">
                  <c:v>4.5</c:v>
                </c:pt>
                <c:pt idx="3709">
                  <c:v>4.5</c:v>
                </c:pt>
                <c:pt idx="3710">
                  <c:v>4.5</c:v>
                </c:pt>
                <c:pt idx="3711">
                  <c:v>4.5</c:v>
                </c:pt>
                <c:pt idx="3712">
                  <c:v>4.5</c:v>
                </c:pt>
                <c:pt idx="3713">
                  <c:v>4.5</c:v>
                </c:pt>
                <c:pt idx="3714">
                  <c:v>4.5</c:v>
                </c:pt>
                <c:pt idx="3715">
                  <c:v>4.5</c:v>
                </c:pt>
                <c:pt idx="3716">
                  <c:v>4.5</c:v>
                </c:pt>
                <c:pt idx="3717">
                  <c:v>4.5</c:v>
                </c:pt>
                <c:pt idx="3718">
                  <c:v>4.5</c:v>
                </c:pt>
                <c:pt idx="3719">
                  <c:v>4.5</c:v>
                </c:pt>
                <c:pt idx="3720">
                  <c:v>4.5</c:v>
                </c:pt>
                <c:pt idx="3721">
                  <c:v>4.5</c:v>
                </c:pt>
                <c:pt idx="3722">
                  <c:v>4.5</c:v>
                </c:pt>
                <c:pt idx="3723">
                  <c:v>4.5</c:v>
                </c:pt>
                <c:pt idx="3724">
                  <c:v>4.5</c:v>
                </c:pt>
                <c:pt idx="3725">
                  <c:v>4.5</c:v>
                </c:pt>
                <c:pt idx="3726">
                  <c:v>4.5</c:v>
                </c:pt>
                <c:pt idx="3727">
                  <c:v>4.5</c:v>
                </c:pt>
                <c:pt idx="3728">
                  <c:v>4.5</c:v>
                </c:pt>
                <c:pt idx="3729">
                  <c:v>4.5</c:v>
                </c:pt>
                <c:pt idx="3730">
                  <c:v>4.5</c:v>
                </c:pt>
                <c:pt idx="3731">
                  <c:v>4.5</c:v>
                </c:pt>
                <c:pt idx="3732">
                  <c:v>4.5</c:v>
                </c:pt>
                <c:pt idx="3733">
                  <c:v>4.5</c:v>
                </c:pt>
                <c:pt idx="3734">
                  <c:v>4.5</c:v>
                </c:pt>
                <c:pt idx="3735">
                  <c:v>4.5</c:v>
                </c:pt>
                <c:pt idx="3736">
                  <c:v>4.5</c:v>
                </c:pt>
                <c:pt idx="3737">
                  <c:v>4.5</c:v>
                </c:pt>
                <c:pt idx="3738">
                  <c:v>4.5</c:v>
                </c:pt>
                <c:pt idx="3739">
                  <c:v>4.5</c:v>
                </c:pt>
                <c:pt idx="3740">
                  <c:v>4.5</c:v>
                </c:pt>
                <c:pt idx="3741">
                  <c:v>4.5</c:v>
                </c:pt>
                <c:pt idx="3742">
                  <c:v>4.5</c:v>
                </c:pt>
                <c:pt idx="3743">
                  <c:v>4.5</c:v>
                </c:pt>
                <c:pt idx="3744">
                  <c:v>4.5</c:v>
                </c:pt>
                <c:pt idx="3745">
                  <c:v>4.5</c:v>
                </c:pt>
                <c:pt idx="3746">
                  <c:v>4.5</c:v>
                </c:pt>
                <c:pt idx="3747">
                  <c:v>4.5</c:v>
                </c:pt>
                <c:pt idx="3748">
                  <c:v>4.5</c:v>
                </c:pt>
                <c:pt idx="3749">
                  <c:v>4.5</c:v>
                </c:pt>
                <c:pt idx="3750">
                  <c:v>4.5</c:v>
                </c:pt>
                <c:pt idx="3751">
                  <c:v>4.5</c:v>
                </c:pt>
                <c:pt idx="3752">
                  <c:v>4.5</c:v>
                </c:pt>
                <c:pt idx="3753">
                  <c:v>4.5</c:v>
                </c:pt>
                <c:pt idx="3754">
                  <c:v>4.5</c:v>
                </c:pt>
                <c:pt idx="3755">
                  <c:v>4.5</c:v>
                </c:pt>
                <c:pt idx="3756">
                  <c:v>4.5</c:v>
                </c:pt>
                <c:pt idx="3757">
                  <c:v>4.5</c:v>
                </c:pt>
                <c:pt idx="3758">
                  <c:v>4.5</c:v>
                </c:pt>
                <c:pt idx="3759">
                  <c:v>4.5</c:v>
                </c:pt>
                <c:pt idx="3760">
                  <c:v>4.5</c:v>
                </c:pt>
                <c:pt idx="3761">
                  <c:v>4.5</c:v>
                </c:pt>
                <c:pt idx="3762">
                  <c:v>4.5</c:v>
                </c:pt>
                <c:pt idx="3763">
                  <c:v>4.5</c:v>
                </c:pt>
                <c:pt idx="3764">
                  <c:v>4.5</c:v>
                </c:pt>
                <c:pt idx="3765">
                  <c:v>4.5</c:v>
                </c:pt>
                <c:pt idx="3766">
                  <c:v>4.5</c:v>
                </c:pt>
                <c:pt idx="3767">
                  <c:v>4.5</c:v>
                </c:pt>
                <c:pt idx="3768">
                  <c:v>4.5</c:v>
                </c:pt>
                <c:pt idx="3769">
                  <c:v>4.5</c:v>
                </c:pt>
                <c:pt idx="3770">
                  <c:v>4.5</c:v>
                </c:pt>
                <c:pt idx="3771">
                  <c:v>4.5</c:v>
                </c:pt>
                <c:pt idx="3772">
                  <c:v>4.5</c:v>
                </c:pt>
                <c:pt idx="3773">
                  <c:v>4.5</c:v>
                </c:pt>
                <c:pt idx="3774">
                  <c:v>4.5</c:v>
                </c:pt>
                <c:pt idx="3775">
                  <c:v>4.5</c:v>
                </c:pt>
                <c:pt idx="3776">
                  <c:v>4.5</c:v>
                </c:pt>
                <c:pt idx="3777">
                  <c:v>4.5</c:v>
                </c:pt>
                <c:pt idx="3778">
                  <c:v>4.5</c:v>
                </c:pt>
                <c:pt idx="3779">
                  <c:v>4.5</c:v>
                </c:pt>
                <c:pt idx="3780">
                  <c:v>4.5</c:v>
                </c:pt>
                <c:pt idx="3781">
                  <c:v>4.5</c:v>
                </c:pt>
                <c:pt idx="3782">
                  <c:v>4.5</c:v>
                </c:pt>
                <c:pt idx="3783">
                  <c:v>4.5</c:v>
                </c:pt>
                <c:pt idx="3784">
                  <c:v>4.5</c:v>
                </c:pt>
                <c:pt idx="3785">
                  <c:v>4.5</c:v>
                </c:pt>
                <c:pt idx="3786">
                  <c:v>4.5</c:v>
                </c:pt>
                <c:pt idx="3787">
                  <c:v>4.5</c:v>
                </c:pt>
                <c:pt idx="3788">
                  <c:v>4.5</c:v>
                </c:pt>
                <c:pt idx="3789">
                  <c:v>4.5</c:v>
                </c:pt>
                <c:pt idx="3790">
                  <c:v>4.5</c:v>
                </c:pt>
                <c:pt idx="3791">
                  <c:v>4.5</c:v>
                </c:pt>
                <c:pt idx="3792">
                  <c:v>4.5</c:v>
                </c:pt>
                <c:pt idx="3793">
                  <c:v>4.5</c:v>
                </c:pt>
                <c:pt idx="3794">
                  <c:v>4.5</c:v>
                </c:pt>
                <c:pt idx="3795">
                  <c:v>4.5</c:v>
                </c:pt>
                <c:pt idx="3796">
                  <c:v>4.5</c:v>
                </c:pt>
                <c:pt idx="3797">
                  <c:v>4.5</c:v>
                </c:pt>
                <c:pt idx="3798">
                  <c:v>4.5</c:v>
                </c:pt>
                <c:pt idx="3799">
                  <c:v>4.5</c:v>
                </c:pt>
                <c:pt idx="3800">
                  <c:v>4.5</c:v>
                </c:pt>
                <c:pt idx="3801">
                  <c:v>4.5</c:v>
                </c:pt>
                <c:pt idx="3802">
                  <c:v>4.5</c:v>
                </c:pt>
                <c:pt idx="3803">
                  <c:v>4.5</c:v>
                </c:pt>
                <c:pt idx="3804">
                  <c:v>4.5</c:v>
                </c:pt>
                <c:pt idx="3805">
                  <c:v>4.5</c:v>
                </c:pt>
                <c:pt idx="3806">
                  <c:v>4.5</c:v>
                </c:pt>
                <c:pt idx="3807">
                  <c:v>4.5</c:v>
                </c:pt>
                <c:pt idx="3808">
                  <c:v>4.5</c:v>
                </c:pt>
                <c:pt idx="3809">
                  <c:v>4.5</c:v>
                </c:pt>
                <c:pt idx="3810">
                  <c:v>4.5</c:v>
                </c:pt>
                <c:pt idx="3811">
                  <c:v>4.5</c:v>
                </c:pt>
                <c:pt idx="3812">
                  <c:v>4.5</c:v>
                </c:pt>
                <c:pt idx="3813">
                  <c:v>4.5</c:v>
                </c:pt>
                <c:pt idx="3814">
                  <c:v>4.5</c:v>
                </c:pt>
                <c:pt idx="3815">
                  <c:v>4.5</c:v>
                </c:pt>
                <c:pt idx="3816">
                  <c:v>4.5</c:v>
                </c:pt>
                <c:pt idx="3817">
                  <c:v>4.5</c:v>
                </c:pt>
                <c:pt idx="3818">
                  <c:v>4.5</c:v>
                </c:pt>
                <c:pt idx="3819">
                  <c:v>4.5</c:v>
                </c:pt>
                <c:pt idx="3820">
                  <c:v>4.5</c:v>
                </c:pt>
                <c:pt idx="3821">
                  <c:v>4.5</c:v>
                </c:pt>
                <c:pt idx="3822">
                  <c:v>4.5</c:v>
                </c:pt>
                <c:pt idx="3823">
                  <c:v>4.5</c:v>
                </c:pt>
                <c:pt idx="3824">
                  <c:v>4.5</c:v>
                </c:pt>
                <c:pt idx="3825">
                  <c:v>4.5</c:v>
                </c:pt>
                <c:pt idx="3826">
                  <c:v>4.5</c:v>
                </c:pt>
                <c:pt idx="3827">
                  <c:v>4.5</c:v>
                </c:pt>
                <c:pt idx="3828">
                  <c:v>4.5</c:v>
                </c:pt>
                <c:pt idx="3829">
                  <c:v>4.5</c:v>
                </c:pt>
                <c:pt idx="3830">
                  <c:v>4.5</c:v>
                </c:pt>
                <c:pt idx="3831">
                  <c:v>4.5</c:v>
                </c:pt>
                <c:pt idx="3832">
                  <c:v>4.5</c:v>
                </c:pt>
                <c:pt idx="3833">
                  <c:v>4.5</c:v>
                </c:pt>
                <c:pt idx="3834">
                  <c:v>4.5</c:v>
                </c:pt>
                <c:pt idx="3835">
                  <c:v>4.5</c:v>
                </c:pt>
                <c:pt idx="3836">
                  <c:v>4.5</c:v>
                </c:pt>
                <c:pt idx="3837">
                  <c:v>4.5</c:v>
                </c:pt>
                <c:pt idx="3838">
                  <c:v>4.5</c:v>
                </c:pt>
                <c:pt idx="3839">
                  <c:v>4.5</c:v>
                </c:pt>
                <c:pt idx="3840">
                  <c:v>4.5</c:v>
                </c:pt>
                <c:pt idx="3841">
                  <c:v>4.5</c:v>
                </c:pt>
                <c:pt idx="3842">
                  <c:v>4.5</c:v>
                </c:pt>
                <c:pt idx="3843">
                  <c:v>4.5</c:v>
                </c:pt>
                <c:pt idx="3844">
                  <c:v>4.5</c:v>
                </c:pt>
                <c:pt idx="3845">
                  <c:v>4.5</c:v>
                </c:pt>
                <c:pt idx="3846">
                  <c:v>4.5</c:v>
                </c:pt>
                <c:pt idx="3847">
                  <c:v>4.5</c:v>
                </c:pt>
                <c:pt idx="3848">
                  <c:v>4.5</c:v>
                </c:pt>
                <c:pt idx="3849">
                  <c:v>4.5</c:v>
                </c:pt>
                <c:pt idx="3850">
                  <c:v>4.5</c:v>
                </c:pt>
                <c:pt idx="3851">
                  <c:v>4.5</c:v>
                </c:pt>
                <c:pt idx="3852">
                  <c:v>4.5</c:v>
                </c:pt>
                <c:pt idx="3853">
                  <c:v>4.5</c:v>
                </c:pt>
                <c:pt idx="3854">
                  <c:v>4.5</c:v>
                </c:pt>
                <c:pt idx="3855">
                  <c:v>4.5</c:v>
                </c:pt>
                <c:pt idx="3856">
                  <c:v>4.5</c:v>
                </c:pt>
                <c:pt idx="3857">
                  <c:v>4.5</c:v>
                </c:pt>
                <c:pt idx="3858">
                  <c:v>4.5</c:v>
                </c:pt>
                <c:pt idx="3859">
                  <c:v>4.5</c:v>
                </c:pt>
                <c:pt idx="3860">
                  <c:v>4.5</c:v>
                </c:pt>
                <c:pt idx="3861">
                  <c:v>4.5</c:v>
                </c:pt>
                <c:pt idx="3862">
                  <c:v>4.5</c:v>
                </c:pt>
                <c:pt idx="3863">
                  <c:v>4.5</c:v>
                </c:pt>
                <c:pt idx="3864">
                  <c:v>4.5</c:v>
                </c:pt>
                <c:pt idx="3865">
                  <c:v>4.5</c:v>
                </c:pt>
                <c:pt idx="3866">
                  <c:v>4.5</c:v>
                </c:pt>
                <c:pt idx="3867">
                  <c:v>4.5</c:v>
                </c:pt>
                <c:pt idx="3868">
                  <c:v>4.5</c:v>
                </c:pt>
                <c:pt idx="3869">
                  <c:v>4.5</c:v>
                </c:pt>
                <c:pt idx="3870">
                  <c:v>4.5</c:v>
                </c:pt>
                <c:pt idx="3871">
                  <c:v>4.5</c:v>
                </c:pt>
                <c:pt idx="3872">
                  <c:v>4.5</c:v>
                </c:pt>
                <c:pt idx="3873">
                  <c:v>4.5</c:v>
                </c:pt>
                <c:pt idx="3874">
                  <c:v>4.5</c:v>
                </c:pt>
                <c:pt idx="3875">
                  <c:v>4.5</c:v>
                </c:pt>
                <c:pt idx="3876">
                  <c:v>4.5</c:v>
                </c:pt>
                <c:pt idx="3877">
                  <c:v>4.5</c:v>
                </c:pt>
                <c:pt idx="3878">
                  <c:v>4.5</c:v>
                </c:pt>
                <c:pt idx="3879">
                  <c:v>4.5</c:v>
                </c:pt>
                <c:pt idx="3880">
                  <c:v>4.5</c:v>
                </c:pt>
                <c:pt idx="3881">
                  <c:v>4.5</c:v>
                </c:pt>
                <c:pt idx="3882">
                  <c:v>4.5</c:v>
                </c:pt>
                <c:pt idx="3883">
                  <c:v>4.5</c:v>
                </c:pt>
                <c:pt idx="3884">
                  <c:v>4.5</c:v>
                </c:pt>
                <c:pt idx="3885">
                  <c:v>4.5</c:v>
                </c:pt>
                <c:pt idx="3886">
                  <c:v>4.5</c:v>
                </c:pt>
                <c:pt idx="3887">
                  <c:v>4.5</c:v>
                </c:pt>
                <c:pt idx="3888">
                  <c:v>4.5</c:v>
                </c:pt>
                <c:pt idx="3889">
                  <c:v>4.5</c:v>
                </c:pt>
                <c:pt idx="3890">
                  <c:v>4.5</c:v>
                </c:pt>
                <c:pt idx="3891">
                  <c:v>4.5</c:v>
                </c:pt>
                <c:pt idx="3892">
                  <c:v>4.5</c:v>
                </c:pt>
                <c:pt idx="3893">
                  <c:v>4.5</c:v>
                </c:pt>
                <c:pt idx="3894">
                  <c:v>4.5</c:v>
                </c:pt>
                <c:pt idx="3895">
                  <c:v>4.5</c:v>
                </c:pt>
                <c:pt idx="3896">
                  <c:v>4.5</c:v>
                </c:pt>
                <c:pt idx="3897">
                  <c:v>4.5</c:v>
                </c:pt>
                <c:pt idx="3898">
                  <c:v>4.5</c:v>
                </c:pt>
                <c:pt idx="3899">
                  <c:v>4.5</c:v>
                </c:pt>
                <c:pt idx="3900">
                  <c:v>4.5</c:v>
                </c:pt>
                <c:pt idx="3901">
                  <c:v>4.5</c:v>
                </c:pt>
                <c:pt idx="3902">
                  <c:v>4.5</c:v>
                </c:pt>
                <c:pt idx="3903">
                  <c:v>4.5</c:v>
                </c:pt>
                <c:pt idx="3904">
                  <c:v>4.5</c:v>
                </c:pt>
                <c:pt idx="3905">
                  <c:v>4.5</c:v>
                </c:pt>
                <c:pt idx="3906">
                  <c:v>4.5</c:v>
                </c:pt>
                <c:pt idx="3907">
                  <c:v>4.5</c:v>
                </c:pt>
                <c:pt idx="3908">
                  <c:v>4.5</c:v>
                </c:pt>
                <c:pt idx="3909">
                  <c:v>4.5</c:v>
                </c:pt>
                <c:pt idx="3910">
                  <c:v>4.5</c:v>
                </c:pt>
                <c:pt idx="3911">
                  <c:v>4.5</c:v>
                </c:pt>
                <c:pt idx="3912">
                  <c:v>4.25</c:v>
                </c:pt>
                <c:pt idx="3913">
                  <c:v>4.25</c:v>
                </c:pt>
                <c:pt idx="3914">
                  <c:v>4.25</c:v>
                </c:pt>
                <c:pt idx="3915">
                  <c:v>4.25</c:v>
                </c:pt>
                <c:pt idx="3916">
                  <c:v>4.25</c:v>
                </c:pt>
                <c:pt idx="3917">
                  <c:v>4.25</c:v>
                </c:pt>
                <c:pt idx="3918">
                  <c:v>4.25</c:v>
                </c:pt>
                <c:pt idx="3919">
                  <c:v>4.25</c:v>
                </c:pt>
                <c:pt idx="3920">
                  <c:v>4.25</c:v>
                </c:pt>
                <c:pt idx="3921">
                  <c:v>4.25</c:v>
                </c:pt>
                <c:pt idx="3922">
                  <c:v>4.25</c:v>
                </c:pt>
                <c:pt idx="3923">
                  <c:v>4.25</c:v>
                </c:pt>
                <c:pt idx="3924">
                  <c:v>4.25</c:v>
                </c:pt>
                <c:pt idx="3925">
                  <c:v>4.25</c:v>
                </c:pt>
                <c:pt idx="3926">
                  <c:v>4.25</c:v>
                </c:pt>
                <c:pt idx="3927">
                  <c:v>4.25</c:v>
                </c:pt>
                <c:pt idx="3928">
                  <c:v>4.25</c:v>
                </c:pt>
                <c:pt idx="3929">
                  <c:v>4.25</c:v>
                </c:pt>
                <c:pt idx="3930">
                  <c:v>4.25</c:v>
                </c:pt>
                <c:pt idx="3931">
                  <c:v>4.25</c:v>
                </c:pt>
                <c:pt idx="3932">
                  <c:v>4.25</c:v>
                </c:pt>
                <c:pt idx="3933">
                  <c:v>4.25</c:v>
                </c:pt>
                <c:pt idx="3934">
                  <c:v>4.25</c:v>
                </c:pt>
                <c:pt idx="3935">
                  <c:v>4.25</c:v>
                </c:pt>
                <c:pt idx="3936">
                  <c:v>4.25</c:v>
                </c:pt>
                <c:pt idx="3937">
                  <c:v>4.25</c:v>
                </c:pt>
                <c:pt idx="3938">
                  <c:v>4.25</c:v>
                </c:pt>
                <c:pt idx="3939">
                  <c:v>4.25</c:v>
                </c:pt>
                <c:pt idx="3940">
                  <c:v>4.25</c:v>
                </c:pt>
                <c:pt idx="3941">
                  <c:v>4.25</c:v>
                </c:pt>
                <c:pt idx="3942">
                  <c:v>4.25</c:v>
                </c:pt>
                <c:pt idx="3943">
                  <c:v>4.25</c:v>
                </c:pt>
                <c:pt idx="3944">
                  <c:v>4.25</c:v>
                </c:pt>
                <c:pt idx="3945">
                  <c:v>4.25</c:v>
                </c:pt>
                <c:pt idx="3946">
                  <c:v>4.25</c:v>
                </c:pt>
                <c:pt idx="3947">
                  <c:v>4.25</c:v>
                </c:pt>
                <c:pt idx="3948">
                  <c:v>4.25</c:v>
                </c:pt>
                <c:pt idx="3949">
                  <c:v>4.25</c:v>
                </c:pt>
                <c:pt idx="3950">
                  <c:v>4.25</c:v>
                </c:pt>
                <c:pt idx="3951">
                  <c:v>4.25</c:v>
                </c:pt>
                <c:pt idx="3952">
                  <c:v>4.25</c:v>
                </c:pt>
                <c:pt idx="3953">
                  <c:v>4.25</c:v>
                </c:pt>
                <c:pt idx="3954">
                  <c:v>4</c:v>
                </c:pt>
                <c:pt idx="3955">
                  <c:v>4</c:v>
                </c:pt>
                <c:pt idx="3956">
                  <c:v>4</c:v>
                </c:pt>
                <c:pt idx="3957">
                  <c:v>4</c:v>
                </c:pt>
                <c:pt idx="3958">
                  <c:v>4</c:v>
                </c:pt>
                <c:pt idx="3959">
                  <c:v>4</c:v>
                </c:pt>
                <c:pt idx="3960">
                  <c:v>4</c:v>
                </c:pt>
                <c:pt idx="3961">
                  <c:v>4</c:v>
                </c:pt>
                <c:pt idx="3962">
                  <c:v>4</c:v>
                </c:pt>
                <c:pt idx="3963">
                  <c:v>4</c:v>
                </c:pt>
                <c:pt idx="3964">
                  <c:v>4</c:v>
                </c:pt>
                <c:pt idx="3965">
                  <c:v>4</c:v>
                </c:pt>
                <c:pt idx="3966">
                  <c:v>4</c:v>
                </c:pt>
                <c:pt idx="3967">
                  <c:v>4</c:v>
                </c:pt>
                <c:pt idx="3968">
                  <c:v>4</c:v>
                </c:pt>
                <c:pt idx="3969">
                  <c:v>4</c:v>
                </c:pt>
                <c:pt idx="3970">
                  <c:v>4</c:v>
                </c:pt>
                <c:pt idx="3971">
                  <c:v>4</c:v>
                </c:pt>
                <c:pt idx="3972">
                  <c:v>4</c:v>
                </c:pt>
                <c:pt idx="3973">
                  <c:v>4</c:v>
                </c:pt>
                <c:pt idx="3974">
                  <c:v>4</c:v>
                </c:pt>
                <c:pt idx="3975">
                  <c:v>4</c:v>
                </c:pt>
                <c:pt idx="3976">
                  <c:v>4</c:v>
                </c:pt>
                <c:pt idx="3977">
                  <c:v>4</c:v>
                </c:pt>
                <c:pt idx="3978">
                  <c:v>4</c:v>
                </c:pt>
                <c:pt idx="3979">
                  <c:v>4</c:v>
                </c:pt>
                <c:pt idx="3980">
                  <c:v>4</c:v>
                </c:pt>
                <c:pt idx="3981">
                  <c:v>4</c:v>
                </c:pt>
                <c:pt idx="3982">
                  <c:v>4</c:v>
                </c:pt>
                <c:pt idx="3983">
                  <c:v>4</c:v>
                </c:pt>
                <c:pt idx="3984">
                  <c:v>4</c:v>
                </c:pt>
                <c:pt idx="3985">
                  <c:v>4</c:v>
                </c:pt>
                <c:pt idx="3986">
                  <c:v>4</c:v>
                </c:pt>
                <c:pt idx="3987">
                  <c:v>4</c:v>
                </c:pt>
                <c:pt idx="3988">
                  <c:v>4</c:v>
                </c:pt>
                <c:pt idx="3989">
                  <c:v>4</c:v>
                </c:pt>
                <c:pt idx="3990">
                  <c:v>4</c:v>
                </c:pt>
                <c:pt idx="3991">
                  <c:v>4</c:v>
                </c:pt>
                <c:pt idx="3992">
                  <c:v>4</c:v>
                </c:pt>
                <c:pt idx="3993">
                  <c:v>4</c:v>
                </c:pt>
                <c:pt idx="3994">
                  <c:v>4</c:v>
                </c:pt>
                <c:pt idx="3995">
                  <c:v>4</c:v>
                </c:pt>
                <c:pt idx="3996">
                  <c:v>3.75</c:v>
                </c:pt>
                <c:pt idx="3997">
                  <c:v>3.75</c:v>
                </c:pt>
                <c:pt idx="3998">
                  <c:v>3.75</c:v>
                </c:pt>
                <c:pt idx="3999">
                  <c:v>3.75</c:v>
                </c:pt>
                <c:pt idx="4000">
                  <c:v>3.75</c:v>
                </c:pt>
                <c:pt idx="4001">
                  <c:v>3.75</c:v>
                </c:pt>
                <c:pt idx="4002">
                  <c:v>3.75</c:v>
                </c:pt>
                <c:pt idx="4003">
                  <c:v>3.75</c:v>
                </c:pt>
                <c:pt idx="4004">
                  <c:v>3.75</c:v>
                </c:pt>
                <c:pt idx="4005">
                  <c:v>3.75</c:v>
                </c:pt>
                <c:pt idx="4006">
                  <c:v>3.75</c:v>
                </c:pt>
                <c:pt idx="4007">
                  <c:v>3.75</c:v>
                </c:pt>
                <c:pt idx="4008">
                  <c:v>3.75</c:v>
                </c:pt>
                <c:pt idx="4009">
                  <c:v>3.75</c:v>
                </c:pt>
                <c:pt idx="4010">
                  <c:v>3.75</c:v>
                </c:pt>
                <c:pt idx="4011">
                  <c:v>3.75</c:v>
                </c:pt>
                <c:pt idx="4012">
                  <c:v>3.75</c:v>
                </c:pt>
                <c:pt idx="4013">
                  <c:v>3.75</c:v>
                </c:pt>
                <c:pt idx="4014">
                  <c:v>3.75</c:v>
                </c:pt>
                <c:pt idx="4015">
                  <c:v>3.75</c:v>
                </c:pt>
                <c:pt idx="4016">
                  <c:v>3.75</c:v>
                </c:pt>
                <c:pt idx="4017">
                  <c:v>3.75</c:v>
                </c:pt>
                <c:pt idx="4018">
                  <c:v>3.75</c:v>
                </c:pt>
                <c:pt idx="4019">
                  <c:v>3.75</c:v>
                </c:pt>
                <c:pt idx="4020">
                  <c:v>3.75</c:v>
                </c:pt>
                <c:pt idx="4021">
                  <c:v>3.75</c:v>
                </c:pt>
                <c:pt idx="4022">
                  <c:v>3.75</c:v>
                </c:pt>
                <c:pt idx="4023">
                  <c:v>3.75</c:v>
                </c:pt>
                <c:pt idx="4024">
                  <c:v>3.75</c:v>
                </c:pt>
                <c:pt idx="4025">
                  <c:v>3.75</c:v>
                </c:pt>
                <c:pt idx="4026">
                  <c:v>3.75</c:v>
                </c:pt>
                <c:pt idx="4027">
                  <c:v>3.75</c:v>
                </c:pt>
                <c:pt idx="4028">
                  <c:v>3.75</c:v>
                </c:pt>
                <c:pt idx="4029">
                  <c:v>3.75</c:v>
                </c:pt>
                <c:pt idx="4030">
                  <c:v>3.75</c:v>
                </c:pt>
                <c:pt idx="4031">
                  <c:v>3.75</c:v>
                </c:pt>
                <c:pt idx="4032">
                  <c:v>3.75</c:v>
                </c:pt>
                <c:pt idx="4033">
                  <c:v>3.75</c:v>
                </c:pt>
                <c:pt idx="4034">
                  <c:v>3.75</c:v>
                </c:pt>
                <c:pt idx="4035">
                  <c:v>3.75</c:v>
                </c:pt>
                <c:pt idx="4036">
                  <c:v>3.75</c:v>
                </c:pt>
                <c:pt idx="4037">
                  <c:v>3.75</c:v>
                </c:pt>
                <c:pt idx="4038">
                  <c:v>3.75</c:v>
                </c:pt>
                <c:pt idx="4039">
                  <c:v>3.75</c:v>
                </c:pt>
                <c:pt idx="4040">
                  <c:v>3.75</c:v>
                </c:pt>
                <c:pt idx="4041">
                  <c:v>3.75</c:v>
                </c:pt>
                <c:pt idx="4042">
                  <c:v>3.75</c:v>
                </c:pt>
                <c:pt idx="4043">
                  <c:v>3.75</c:v>
                </c:pt>
                <c:pt idx="4044">
                  <c:v>3.75</c:v>
                </c:pt>
                <c:pt idx="4045">
                  <c:v>3.75</c:v>
                </c:pt>
                <c:pt idx="4046">
                  <c:v>3.75</c:v>
                </c:pt>
                <c:pt idx="4047">
                  <c:v>3.75</c:v>
                </c:pt>
                <c:pt idx="4048">
                  <c:v>3.75</c:v>
                </c:pt>
                <c:pt idx="4049">
                  <c:v>3.75</c:v>
                </c:pt>
                <c:pt idx="4050">
                  <c:v>3.75</c:v>
                </c:pt>
                <c:pt idx="4051">
                  <c:v>3.75</c:v>
                </c:pt>
                <c:pt idx="4052">
                  <c:v>3.75</c:v>
                </c:pt>
                <c:pt idx="4053">
                  <c:v>3.75</c:v>
                </c:pt>
                <c:pt idx="4054">
                  <c:v>3.75</c:v>
                </c:pt>
                <c:pt idx="4055">
                  <c:v>3.75</c:v>
                </c:pt>
                <c:pt idx="4056">
                  <c:v>3.75</c:v>
                </c:pt>
                <c:pt idx="4057">
                  <c:v>3.75</c:v>
                </c:pt>
                <c:pt idx="4058">
                  <c:v>3.75</c:v>
                </c:pt>
                <c:pt idx="4059">
                  <c:v>3.75</c:v>
                </c:pt>
                <c:pt idx="4060">
                  <c:v>3.75</c:v>
                </c:pt>
                <c:pt idx="4061">
                  <c:v>3.75</c:v>
                </c:pt>
                <c:pt idx="4062">
                  <c:v>3.75</c:v>
                </c:pt>
                <c:pt idx="4063">
                  <c:v>3.75</c:v>
                </c:pt>
                <c:pt idx="4064">
                  <c:v>3.75</c:v>
                </c:pt>
                <c:pt idx="4065">
                  <c:v>3.75</c:v>
                </c:pt>
                <c:pt idx="4066">
                  <c:v>3.75</c:v>
                </c:pt>
                <c:pt idx="4067">
                  <c:v>3.75</c:v>
                </c:pt>
                <c:pt idx="4068">
                  <c:v>3.75</c:v>
                </c:pt>
                <c:pt idx="4069">
                  <c:v>3.75</c:v>
                </c:pt>
                <c:pt idx="4070">
                  <c:v>3.75</c:v>
                </c:pt>
                <c:pt idx="4071">
                  <c:v>3.75</c:v>
                </c:pt>
                <c:pt idx="4072">
                  <c:v>3.75</c:v>
                </c:pt>
                <c:pt idx="4073">
                  <c:v>3.75</c:v>
                </c:pt>
                <c:pt idx="4074">
                  <c:v>3.75</c:v>
                </c:pt>
                <c:pt idx="4075">
                  <c:v>3.75</c:v>
                </c:pt>
                <c:pt idx="4076">
                  <c:v>3.75</c:v>
                </c:pt>
                <c:pt idx="4077">
                  <c:v>3.75</c:v>
                </c:pt>
                <c:pt idx="4078">
                  <c:v>3.75</c:v>
                </c:pt>
                <c:pt idx="4079">
                  <c:v>3.75</c:v>
                </c:pt>
                <c:pt idx="4080">
                  <c:v>3.75</c:v>
                </c:pt>
                <c:pt idx="4081">
                  <c:v>3.75</c:v>
                </c:pt>
                <c:pt idx="4082">
                  <c:v>3.75</c:v>
                </c:pt>
                <c:pt idx="4083">
                  <c:v>3.75</c:v>
                </c:pt>
                <c:pt idx="4084">
                  <c:v>3.75</c:v>
                </c:pt>
                <c:pt idx="4085">
                  <c:v>3.75</c:v>
                </c:pt>
                <c:pt idx="4086">
                  <c:v>3.75</c:v>
                </c:pt>
                <c:pt idx="4087">
                  <c:v>3.75</c:v>
                </c:pt>
                <c:pt idx="4088">
                  <c:v>3.75</c:v>
                </c:pt>
                <c:pt idx="4089">
                  <c:v>3.75</c:v>
                </c:pt>
                <c:pt idx="4090">
                  <c:v>3.75</c:v>
                </c:pt>
                <c:pt idx="4091">
                  <c:v>3.75</c:v>
                </c:pt>
                <c:pt idx="4092">
                  <c:v>3.75</c:v>
                </c:pt>
                <c:pt idx="4093">
                  <c:v>3.75</c:v>
                </c:pt>
                <c:pt idx="4094">
                  <c:v>3.75</c:v>
                </c:pt>
                <c:pt idx="4095">
                  <c:v>3.75</c:v>
                </c:pt>
                <c:pt idx="4096">
                  <c:v>3.75</c:v>
                </c:pt>
                <c:pt idx="4097">
                  <c:v>3.75</c:v>
                </c:pt>
                <c:pt idx="4098">
                  <c:v>3.75</c:v>
                </c:pt>
                <c:pt idx="4099">
                  <c:v>3.75</c:v>
                </c:pt>
                <c:pt idx="4100">
                  <c:v>3.75</c:v>
                </c:pt>
                <c:pt idx="4101">
                  <c:v>3.75</c:v>
                </c:pt>
                <c:pt idx="4102">
                  <c:v>3.75</c:v>
                </c:pt>
                <c:pt idx="4103">
                  <c:v>3.75</c:v>
                </c:pt>
                <c:pt idx="4104">
                  <c:v>3.75</c:v>
                </c:pt>
                <c:pt idx="4105">
                  <c:v>3.75</c:v>
                </c:pt>
                <c:pt idx="4106">
                  <c:v>3.75</c:v>
                </c:pt>
                <c:pt idx="4107">
                  <c:v>3.75</c:v>
                </c:pt>
                <c:pt idx="4108">
                  <c:v>3.75</c:v>
                </c:pt>
                <c:pt idx="4109">
                  <c:v>3.75</c:v>
                </c:pt>
                <c:pt idx="4110">
                  <c:v>3.75</c:v>
                </c:pt>
                <c:pt idx="4111">
                  <c:v>3.75</c:v>
                </c:pt>
                <c:pt idx="4112">
                  <c:v>3.75</c:v>
                </c:pt>
                <c:pt idx="4113">
                  <c:v>3.75</c:v>
                </c:pt>
                <c:pt idx="4114">
                  <c:v>3.75</c:v>
                </c:pt>
                <c:pt idx="4115">
                  <c:v>3.75</c:v>
                </c:pt>
                <c:pt idx="4116">
                  <c:v>3.75</c:v>
                </c:pt>
                <c:pt idx="4117">
                  <c:v>3.75</c:v>
                </c:pt>
                <c:pt idx="4118">
                  <c:v>3.75</c:v>
                </c:pt>
                <c:pt idx="4119">
                  <c:v>3.75</c:v>
                </c:pt>
                <c:pt idx="4120">
                  <c:v>3.75</c:v>
                </c:pt>
                <c:pt idx="4121">
                  <c:v>3.75</c:v>
                </c:pt>
                <c:pt idx="4122">
                  <c:v>3.75</c:v>
                </c:pt>
                <c:pt idx="4123">
                  <c:v>3.75</c:v>
                </c:pt>
                <c:pt idx="4124">
                  <c:v>3.75</c:v>
                </c:pt>
                <c:pt idx="4125">
                  <c:v>3.75</c:v>
                </c:pt>
                <c:pt idx="4126">
                  <c:v>3.75</c:v>
                </c:pt>
                <c:pt idx="4127">
                  <c:v>3.75</c:v>
                </c:pt>
                <c:pt idx="4128">
                  <c:v>3.75</c:v>
                </c:pt>
                <c:pt idx="4129">
                  <c:v>3.75</c:v>
                </c:pt>
                <c:pt idx="4130">
                  <c:v>3.75</c:v>
                </c:pt>
                <c:pt idx="4131">
                  <c:v>3.75</c:v>
                </c:pt>
                <c:pt idx="4132">
                  <c:v>3.75</c:v>
                </c:pt>
                <c:pt idx="4133">
                  <c:v>3.75</c:v>
                </c:pt>
                <c:pt idx="4134">
                  <c:v>3.75</c:v>
                </c:pt>
                <c:pt idx="4135">
                  <c:v>3.75</c:v>
                </c:pt>
                <c:pt idx="4136">
                  <c:v>3.75</c:v>
                </c:pt>
                <c:pt idx="4137">
                  <c:v>3.75</c:v>
                </c:pt>
                <c:pt idx="4138">
                  <c:v>3.75</c:v>
                </c:pt>
                <c:pt idx="4139">
                  <c:v>3.75</c:v>
                </c:pt>
                <c:pt idx="4140">
                  <c:v>3.75</c:v>
                </c:pt>
                <c:pt idx="4141">
                  <c:v>3.75</c:v>
                </c:pt>
                <c:pt idx="4142">
                  <c:v>3.75</c:v>
                </c:pt>
                <c:pt idx="4143">
                  <c:v>3.75</c:v>
                </c:pt>
                <c:pt idx="4144">
                  <c:v>3.75</c:v>
                </c:pt>
                <c:pt idx="4145">
                  <c:v>3.75</c:v>
                </c:pt>
                <c:pt idx="4146">
                  <c:v>3.75</c:v>
                </c:pt>
                <c:pt idx="4147">
                  <c:v>3.75</c:v>
                </c:pt>
                <c:pt idx="4148">
                  <c:v>3.75</c:v>
                </c:pt>
                <c:pt idx="4149">
                  <c:v>3.75</c:v>
                </c:pt>
                <c:pt idx="4150">
                  <c:v>3.75</c:v>
                </c:pt>
                <c:pt idx="4151">
                  <c:v>3.75</c:v>
                </c:pt>
                <c:pt idx="4152">
                  <c:v>3.75</c:v>
                </c:pt>
                <c:pt idx="4153">
                  <c:v>3.75</c:v>
                </c:pt>
                <c:pt idx="4154">
                  <c:v>3.75</c:v>
                </c:pt>
                <c:pt idx="4155">
                  <c:v>3.75</c:v>
                </c:pt>
                <c:pt idx="4156">
                  <c:v>3.75</c:v>
                </c:pt>
                <c:pt idx="4157">
                  <c:v>3.75</c:v>
                </c:pt>
                <c:pt idx="4158">
                  <c:v>3.75</c:v>
                </c:pt>
                <c:pt idx="4159">
                  <c:v>3.75</c:v>
                </c:pt>
                <c:pt idx="4160">
                  <c:v>3.75</c:v>
                </c:pt>
                <c:pt idx="4161">
                  <c:v>3.75</c:v>
                </c:pt>
                <c:pt idx="4162">
                  <c:v>3.75</c:v>
                </c:pt>
                <c:pt idx="4163">
                  <c:v>3.75</c:v>
                </c:pt>
                <c:pt idx="4164">
                  <c:v>3.75</c:v>
                </c:pt>
                <c:pt idx="4165">
                  <c:v>3.75</c:v>
                </c:pt>
                <c:pt idx="4166">
                  <c:v>3.75</c:v>
                </c:pt>
                <c:pt idx="4167">
                  <c:v>3.75</c:v>
                </c:pt>
                <c:pt idx="4168">
                  <c:v>3.75</c:v>
                </c:pt>
                <c:pt idx="4169">
                  <c:v>3.75</c:v>
                </c:pt>
                <c:pt idx="4170">
                  <c:v>3.75</c:v>
                </c:pt>
                <c:pt idx="4171">
                  <c:v>3.75</c:v>
                </c:pt>
                <c:pt idx="4172">
                  <c:v>3.75</c:v>
                </c:pt>
                <c:pt idx="4173">
                  <c:v>3.75</c:v>
                </c:pt>
                <c:pt idx="4174">
                  <c:v>3.75</c:v>
                </c:pt>
                <c:pt idx="4175">
                  <c:v>3.75</c:v>
                </c:pt>
                <c:pt idx="4176">
                  <c:v>3.75</c:v>
                </c:pt>
                <c:pt idx="4177">
                  <c:v>3.75</c:v>
                </c:pt>
                <c:pt idx="4178">
                  <c:v>3.75</c:v>
                </c:pt>
                <c:pt idx="4179">
                  <c:v>3.75</c:v>
                </c:pt>
                <c:pt idx="4180">
                  <c:v>3.75</c:v>
                </c:pt>
                <c:pt idx="4181">
                  <c:v>3.75</c:v>
                </c:pt>
                <c:pt idx="4182">
                  <c:v>3.75</c:v>
                </c:pt>
                <c:pt idx="4183">
                  <c:v>3.75</c:v>
                </c:pt>
                <c:pt idx="4184">
                  <c:v>3.75</c:v>
                </c:pt>
                <c:pt idx="4185">
                  <c:v>3.75</c:v>
                </c:pt>
                <c:pt idx="4186">
                  <c:v>3.75</c:v>
                </c:pt>
                <c:pt idx="4187">
                  <c:v>3.75</c:v>
                </c:pt>
                <c:pt idx="4188">
                  <c:v>3.75</c:v>
                </c:pt>
                <c:pt idx="4189">
                  <c:v>3.75</c:v>
                </c:pt>
                <c:pt idx="4190">
                  <c:v>3.75</c:v>
                </c:pt>
                <c:pt idx="4191">
                  <c:v>3.75</c:v>
                </c:pt>
                <c:pt idx="4192">
                  <c:v>3.75</c:v>
                </c:pt>
                <c:pt idx="4193">
                  <c:v>3.75</c:v>
                </c:pt>
                <c:pt idx="4194">
                  <c:v>3.75</c:v>
                </c:pt>
                <c:pt idx="4195">
                  <c:v>3.75</c:v>
                </c:pt>
                <c:pt idx="4196">
                  <c:v>3.75</c:v>
                </c:pt>
                <c:pt idx="4197">
                  <c:v>3.75</c:v>
                </c:pt>
                <c:pt idx="4198">
                  <c:v>3.75</c:v>
                </c:pt>
                <c:pt idx="4199">
                  <c:v>3.75</c:v>
                </c:pt>
                <c:pt idx="4200">
                  <c:v>3.75</c:v>
                </c:pt>
                <c:pt idx="4201">
                  <c:v>3.75</c:v>
                </c:pt>
                <c:pt idx="4202">
                  <c:v>3.75</c:v>
                </c:pt>
                <c:pt idx="4203">
                  <c:v>3.75</c:v>
                </c:pt>
                <c:pt idx="4204">
                  <c:v>3.75</c:v>
                </c:pt>
                <c:pt idx="4205">
                  <c:v>3.75</c:v>
                </c:pt>
                <c:pt idx="4206">
                  <c:v>3.75</c:v>
                </c:pt>
                <c:pt idx="4207">
                  <c:v>3.75</c:v>
                </c:pt>
                <c:pt idx="4208">
                  <c:v>3.75</c:v>
                </c:pt>
                <c:pt idx="4209">
                  <c:v>3.75</c:v>
                </c:pt>
                <c:pt idx="4210">
                  <c:v>3.75</c:v>
                </c:pt>
                <c:pt idx="4211">
                  <c:v>3.75</c:v>
                </c:pt>
                <c:pt idx="4212">
                  <c:v>3.75</c:v>
                </c:pt>
                <c:pt idx="4213">
                  <c:v>3.75</c:v>
                </c:pt>
                <c:pt idx="4214">
                  <c:v>3.75</c:v>
                </c:pt>
                <c:pt idx="4215">
                  <c:v>3.75</c:v>
                </c:pt>
                <c:pt idx="4216">
                  <c:v>3.75</c:v>
                </c:pt>
                <c:pt idx="4217">
                  <c:v>3.75</c:v>
                </c:pt>
                <c:pt idx="4218">
                  <c:v>3.75</c:v>
                </c:pt>
                <c:pt idx="4219">
                  <c:v>3.75</c:v>
                </c:pt>
                <c:pt idx="4220">
                  <c:v>3.75</c:v>
                </c:pt>
                <c:pt idx="4221">
                  <c:v>3.75</c:v>
                </c:pt>
                <c:pt idx="4222">
                  <c:v>3.75</c:v>
                </c:pt>
                <c:pt idx="4223">
                  <c:v>3.75</c:v>
                </c:pt>
                <c:pt idx="4224">
                  <c:v>3.75</c:v>
                </c:pt>
                <c:pt idx="4225">
                  <c:v>3.75</c:v>
                </c:pt>
                <c:pt idx="4226">
                  <c:v>3.75</c:v>
                </c:pt>
                <c:pt idx="4227">
                  <c:v>3.75</c:v>
                </c:pt>
                <c:pt idx="4228">
                  <c:v>3.75</c:v>
                </c:pt>
                <c:pt idx="4229">
                  <c:v>3.75</c:v>
                </c:pt>
                <c:pt idx="4230">
                  <c:v>3.75</c:v>
                </c:pt>
                <c:pt idx="4231">
                  <c:v>3.75</c:v>
                </c:pt>
                <c:pt idx="4232">
                  <c:v>3.75</c:v>
                </c:pt>
                <c:pt idx="4233">
                  <c:v>3.75</c:v>
                </c:pt>
                <c:pt idx="4234">
                  <c:v>3.75</c:v>
                </c:pt>
                <c:pt idx="4235">
                  <c:v>3.75</c:v>
                </c:pt>
                <c:pt idx="4236">
                  <c:v>3.75</c:v>
                </c:pt>
                <c:pt idx="4237">
                  <c:v>3.75</c:v>
                </c:pt>
                <c:pt idx="4238">
                  <c:v>3.75</c:v>
                </c:pt>
                <c:pt idx="4239">
                  <c:v>3.75</c:v>
                </c:pt>
                <c:pt idx="4240">
                  <c:v>3.75</c:v>
                </c:pt>
                <c:pt idx="4241">
                  <c:v>3.75</c:v>
                </c:pt>
                <c:pt idx="4242">
                  <c:v>3.75</c:v>
                </c:pt>
                <c:pt idx="4243">
                  <c:v>3.75</c:v>
                </c:pt>
                <c:pt idx="4244">
                  <c:v>3.75</c:v>
                </c:pt>
                <c:pt idx="4245">
                  <c:v>3.75</c:v>
                </c:pt>
                <c:pt idx="4246">
                  <c:v>3.75</c:v>
                </c:pt>
                <c:pt idx="4247">
                  <c:v>3.75</c:v>
                </c:pt>
                <c:pt idx="4248">
                  <c:v>3.75</c:v>
                </c:pt>
                <c:pt idx="4249">
                  <c:v>3.75</c:v>
                </c:pt>
                <c:pt idx="4250">
                  <c:v>3.75</c:v>
                </c:pt>
                <c:pt idx="4251">
                  <c:v>3.75</c:v>
                </c:pt>
                <c:pt idx="4252">
                  <c:v>3.75</c:v>
                </c:pt>
                <c:pt idx="4253">
                  <c:v>3.75</c:v>
                </c:pt>
                <c:pt idx="4254">
                  <c:v>3.75</c:v>
                </c:pt>
                <c:pt idx="4255">
                  <c:v>3.75</c:v>
                </c:pt>
                <c:pt idx="4256">
                  <c:v>3.75</c:v>
                </c:pt>
                <c:pt idx="4257">
                  <c:v>3.75</c:v>
                </c:pt>
                <c:pt idx="4258">
                  <c:v>3.75</c:v>
                </c:pt>
                <c:pt idx="4259">
                  <c:v>3.75</c:v>
                </c:pt>
                <c:pt idx="4260">
                  <c:v>3.75</c:v>
                </c:pt>
                <c:pt idx="4261">
                  <c:v>3.75</c:v>
                </c:pt>
                <c:pt idx="4262">
                  <c:v>3.75</c:v>
                </c:pt>
                <c:pt idx="4263">
                  <c:v>3.75</c:v>
                </c:pt>
                <c:pt idx="4264">
                  <c:v>3.75</c:v>
                </c:pt>
                <c:pt idx="4265">
                  <c:v>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20-4B82-B474-FF9C049E0BA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Planilha1!$A$2:$A$4267</c:f>
              <c:numCache>
                <c:formatCode>yyyy\-mm\-dd</c:formatCode>
                <c:ptCount val="4266"/>
                <c:pt idx="0">
                  <c:v>42005</c:v>
                </c:pt>
                <c:pt idx="1">
                  <c:v>42006</c:v>
                </c:pt>
                <c:pt idx="2">
                  <c:v>42007</c:v>
                </c:pt>
                <c:pt idx="3">
                  <c:v>42008</c:v>
                </c:pt>
                <c:pt idx="4">
                  <c:v>42009</c:v>
                </c:pt>
                <c:pt idx="5">
                  <c:v>42010</c:v>
                </c:pt>
                <c:pt idx="6">
                  <c:v>42011</c:v>
                </c:pt>
                <c:pt idx="7">
                  <c:v>42012</c:v>
                </c:pt>
                <c:pt idx="8">
                  <c:v>42013</c:v>
                </c:pt>
                <c:pt idx="9">
                  <c:v>42014</c:v>
                </c:pt>
                <c:pt idx="10">
                  <c:v>42015</c:v>
                </c:pt>
                <c:pt idx="11">
                  <c:v>42016</c:v>
                </c:pt>
                <c:pt idx="12">
                  <c:v>42017</c:v>
                </c:pt>
                <c:pt idx="13">
                  <c:v>42018</c:v>
                </c:pt>
                <c:pt idx="14">
                  <c:v>42019</c:v>
                </c:pt>
                <c:pt idx="15">
                  <c:v>42020</c:v>
                </c:pt>
                <c:pt idx="16">
                  <c:v>42021</c:v>
                </c:pt>
                <c:pt idx="17">
                  <c:v>42022</c:v>
                </c:pt>
                <c:pt idx="18">
                  <c:v>42023</c:v>
                </c:pt>
                <c:pt idx="19">
                  <c:v>42024</c:v>
                </c:pt>
                <c:pt idx="20">
                  <c:v>42025</c:v>
                </c:pt>
                <c:pt idx="21">
                  <c:v>42026</c:v>
                </c:pt>
                <c:pt idx="22">
                  <c:v>42027</c:v>
                </c:pt>
                <c:pt idx="23">
                  <c:v>42028</c:v>
                </c:pt>
                <c:pt idx="24">
                  <c:v>42029</c:v>
                </c:pt>
                <c:pt idx="25">
                  <c:v>42030</c:v>
                </c:pt>
                <c:pt idx="26">
                  <c:v>42031</c:v>
                </c:pt>
                <c:pt idx="27">
                  <c:v>42032</c:v>
                </c:pt>
                <c:pt idx="28">
                  <c:v>42033</c:v>
                </c:pt>
                <c:pt idx="29">
                  <c:v>42034</c:v>
                </c:pt>
                <c:pt idx="30">
                  <c:v>42035</c:v>
                </c:pt>
                <c:pt idx="31">
                  <c:v>42036</c:v>
                </c:pt>
                <c:pt idx="32">
                  <c:v>42037</c:v>
                </c:pt>
                <c:pt idx="33">
                  <c:v>42038</c:v>
                </c:pt>
                <c:pt idx="34">
                  <c:v>42039</c:v>
                </c:pt>
                <c:pt idx="35">
                  <c:v>42040</c:v>
                </c:pt>
                <c:pt idx="36">
                  <c:v>42041</c:v>
                </c:pt>
                <c:pt idx="37">
                  <c:v>42042</c:v>
                </c:pt>
                <c:pt idx="38">
                  <c:v>42043</c:v>
                </c:pt>
                <c:pt idx="39">
                  <c:v>42044</c:v>
                </c:pt>
                <c:pt idx="40">
                  <c:v>42045</c:v>
                </c:pt>
                <c:pt idx="41">
                  <c:v>42046</c:v>
                </c:pt>
                <c:pt idx="42">
                  <c:v>42047</c:v>
                </c:pt>
                <c:pt idx="43">
                  <c:v>42048</c:v>
                </c:pt>
                <c:pt idx="44">
                  <c:v>42049</c:v>
                </c:pt>
                <c:pt idx="45">
                  <c:v>42050</c:v>
                </c:pt>
                <c:pt idx="46">
                  <c:v>42051</c:v>
                </c:pt>
                <c:pt idx="47">
                  <c:v>42052</c:v>
                </c:pt>
                <c:pt idx="48">
                  <c:v>42053</c:v>
                </c:pt>
                <c:pt idx="49">
                  <c:v>42054</c:v>
                </c:pt>
                <c:pt idx="50">
                  <c:v>42055</c:v>
                </c:pt>
                <c:pt idx="51">
                  <c:v>42056</c:v>
                </c:pt>
                <c:pt idx="52">
                  <c:v>42057</c:v>
                </c:pt>
                <c:pt idx="53">
                  <c:v>42058</c:v>
                </c:pt>
                <c:pt idx="54">
                  <c:v>42059</c:v>
                </c:pt>
                <c:pt idx="55">
                  <c:v>42060</c:v>
                </c:pt>
                <c:pt idx="56">
                  <c:v>42061</c:v>
                </c:pt>
                <c:pt idx="57">
                  <c:v>42062</c:v>
                </c:pt>
                <c:pt idx="58">
                  <c:v>42063</c:v>
                </c:pt>
                <c:pt idx="59">
                  <c:v>42064</c:v>
                </c:pt>
                <c:pt idx="60">
                  <c:v>42065</c:v>
                </c:pt>
                <c:pt idx="61">
                  <c:v>42066</c:v>
                </c:pt>
                <c:pt idx="62">
                  <c:v>42067</c:v>
                </c:pt>
                <c:pt idx="63">
                  <c:v>42068</c:v>
                </c:pt>
                <c:pt idx="64">
                  <c:v>42069</c:v>
                </c:pt>
                <c:pt idx="65">
                  <c:v>42070</c:v>
                </c:pt>
                <c:pt idx="66">
                  <c:v>42071</c:v>
                </c:pt>
                <c:pt idx="67">
                  <c:v>42072</c:v>
                </c:pt>
                <c:pt idx="68">
                  <c:v>42073</c:v>
                </c:pt>
                <c:pt idx="69">
                  <c:v>42074</c:v>
                </c:pt>
                <c:pt idx="70">
                  <c:v>42075</c:v>
                </c:pt>
                <c:pt idx="71">
                  <c:v>42076</c:v>
                </c:pt>
                <c:pt idx="72">
                  <c:v>42077</c:v>
                </c:pt>
                <c:pt idx="73">
                  <c:v>42078</c:v>
                </c:pt>
                <c:pt idx="74">
                  <c:v>42079</c:v>
                </c:pt>
                <c:pt idx="75">
                  <c:v>42080</c:v>
                </c:pt>
                <c:pt idx="76">
                  <c:v>42081</c:v>
                </c:pt>
                <c:pt idx="77">
                  <c:v>42082</c:v>
                </c:pt>
                <c:pt idx="78">
                  <c:v>42083</c:v>
                </c:pt>
                <c:pt idx="79">
                  <c:v>42084</c:v>
                </c:pt>
                <c:pt idx="80">
                  <c:v>42085</c:v>
                </c:pt>
                <c:pt idx="81">
                  <c:v>42086</c:v>
                </c:pt>
                <c:pt idx="82">
                  <c:v>42087</c:v>
                </c:pt>
                <c:pt idx="83">
                  <c:v>42088</c:v>
                </c:pt>
                <c:pt idx="84">
                  <c:v>42089</c:v>
                </c:pt>
                <c:pt idx="85">
                  <c:v>42090</c:v>
                </c:pt>
                <c:pt idx="86">
                  <c:v>42091</c:v>
                </c:pt>
                <c:pt idx="87">
                  <c:v>42092</c:v>
                </c:pt>
                <c:pt idx="88">
                  <c:v>42093</c:v>
                </c:pt>
                <c:pt idx="89">
                  <c:v>42094</c:v>
                </c:pt>
                <c:pt idx="90">
                  <c:v>42095</c:v>
                </c:pt>
                <c:pt idx="91">
                  <c:v>42096</c:v>
                </c:pt>
                <c:pt idx="92">
                  <c:v>42097</c:v>
                </c:pt>
                <c:pt idx="93">
                  <c:v>42098</c:v>
                </c:pt>
                <c:pt idx="94">
                  <c:v>42099</c:v>
                </c:pt>
                <c:pt idx="95">
                  <c:v>42100</c:v>
                </c:pt>
                <c:pt idx="96">
                  <c:v>42101</c:v>
                </c:pt>
                <c:pt idx="97">
                  <c:v>42102</c:v>
                </c:pt>
                <c:pt idx="98">
                  <c:v>42103</c:v>
                </c:pt>
                <c:pt idx="99">
                  <c:v>42104</c:v>
                </c:pt>
                <c:pt idx="100">
                  <c:v>42105</c:v>
                </c:pt>
                <c:pt idx="101">
                  <c:v>42106</c:v>
                </c:pt>
                <c:pt idx="102">
                  <c:v>42107</c:v>
                </c:pt>
                <c:pt idx="103">
                  <c:v>42108</c:v>
                </c:pt>
                <c:pt idx="104">
                  <c:v>42109</c:v>
                </c:pt>
                <c:pt idx="105">
                  <c:v>42110</c:v>
                </c:pt>
                <c:pt idx="106">
                  <c:v>42111</c:v>
                </c:pt>
                <c:pt idx="107">
                  <c:v>42112</c:v>
                </c:pt>
                <c:pt idx="108">
                  <c:v>42113</c:v>
                </c:pt>
                <c:pt idx="109">
                  <c:v>42114</c:v>
                </c:pt>
                <c:pt idx="110">
                  <c:v>42115</c:v>
                </c:pt>
                <c:pt idx="111">
                  <c:v>42116</c:v>
                </c:pt>
                <c:pt idx="112">
                  <c:v>42117</c:v>
                </c:pt>
                <c:pt idx="113">
                  <c:v>42118</c:v>
                </c:pt>
                <c:pt idx="114">
                  <c:v>42119</c:v>
                </c:pt>
                <c:pt idx="115">
                  <c:v>42120</c:v>
                </c:pt>
                <c:pt idx="116">
                  <c:v>42121</c:v>
                </c:pt>
                <c:pt idx="117">
                  <c:v>42122</c:v>
                </c:pt>
                <c:pt idx="118">
                  <c:v>42123</c:v>
                </c:pt>
                <c:pt idx="119">
                  <c:v>42124</c:v>
                </c:pt>
                <c:pt idx="120">
                  <c:v>42125</c:v>
                </c:pt>
                <c:pt idx="121">
                  <c:v>42126</c:v>
                </c:pt>
                <c:pt idx="122">
                  <c:v>42127</c:v>
                </c:pt>
                <c:pt idx="123">
                  <c:v>42128</c:v>
                </c:pt>
                <c:pt idx="124">
                  <c:v>42129</c:v>
                </c:pt>
                <c:pt idx="125">
                  <c:v>42130</c:v>
                </c:pt>
                <c:pt idx="126">
                  <c:v>42131</c:v>
                </c:pt>
                <c:pt idx="127">
                  <c:v>42132</c:v>
                </c:pt>
                <c:pt idx="128">
                  <c:v>42133</c:v>
                </c:pt>
                <c:pt idx="129">
                  <c:v>42134</c:v>
                </c:pt>
                <c:pt idx="130">
                  <c:v>42135</c:v>
                </c:pt>
                <c:pt idx="131">
                  <c:v>42136</c:v>
                </c:pt>
                <c:pt idx="132">
                  <c:v>42137</c:v>
                </c:pt>
                <c:pt idx="133">
                  <c:v>42138</c:v>
                </c:pt>
                <c:pt idx="134">
                  <c:v>42139</c:v>
                </c:pt>
                <c:pt idx="135">
                  <c:v>42140</c:v>
                </c:pt>
                <c:pt idx="136">
                  <c:v>42141</c:v>
                </c:pt>
                <c:pt idx="137">
                  <c:v>42142</c:v>
                </c:pt>
                <c:pt idx="138">
                  <c:v>42143</c:v>
                </c:pt>
                <c:pt idx="139">
                  <c:v>42144</c:v>
                </c:pt>
                <c:pt idx="140">
                  <c:v>42145</c:v>
                </c:pt>
                <c:pt idx="141">
                  <c:v>42146</c:v>
                </c:pt>
                <c:pt idx="142">
                  <c:v>42147</c:v>
                </c:pt>
                <c:pt idx="143">
                  <c:v>42148</c:v>
                </c:pt>
                <c:pt idx="144">
                  <c:v>42149</c:v>
                </c:pt>
                <c:pt idx="145">
                  <c:v>42150</c:v>
                </c:pt>
                <c:pt idx="146">
                  <c:v>42151</c:v>
                </c:pt>
                <c:pt idx="147">
                  <c:v>42152</c:v>
                </c:pt>
                <c:pt idx="148">
                  <c:v>42153</c:v>
                </c:pt>
                <c:pt idx="149">
                  <c:v>42154</c:v>
                </c:pt>
                <c:pt idx="150">
                  <c:v>42155</c:v>
                </c:pt>
                <c:pt idx="151">
                  <c:v>42156</c:v>
                </c:pt>
                <c:pt idx="152">
                  <c:v>42157</c:v>
                </c:pt>
                <c:pt idx="153">
                  <c:v>42158</c:v>
                </c:pt>
                <c:pt idx="154">
                  <c:v>42159</c:v>
                </c:pt>
                <c:pt idx="155">
                  <c:v>42160</c:v>
                </c:pt>
                <c:pt idx="156">
                  <c:v>42161</c:v>
                </c:pt>
                <c:pt idx="157">
                  <c:v>42162</c:v>
                </c:pt>
                <c:pt idx="158">
                  <c:v>42163</c:v>
                </c:pt>
                <c:pt idx="159">
                  <c:v>42164</c:v>
                </c:pt>
                <c:pt idx="160">
                  <c:v>42165</c:v>
                </c:pt>
                <c:pt idx="161">
                  <c:v>42166</c:v>
                </c:pt>
                <c:pt idx="162">
                  <c:v>42167</c:v>
                </c:pt>
                <c:pt idx="163">
                  <c:v>42168</c:v>
                </c:pt>
                <c:pt idx="164">
                  <c:v>42169</c:v>
                </c:pt>
                <c:pt idx="165">
                  <c:v>42170</c:v>
                </c:pt>
                <c:pt idx="166">
                  <c:v>42171</c:v>
                </c:pt>
                <c:pt idx="167">
                  <c:v>42172</c:v>
                </c:pt>
                <c:pt idx="168">
                  <c:v>42173</c:v>
                </c:pt>
                <c:pt idx="169">
                  <c:v>42174</c:v>
                </c:pt>
                <c:pt idx="170">
                  <c:v>42175</c:v>
                </c:pt>
                <c:pt idx="171">
                  <c:v>42176</c:v>
                </c:pt>
                <c:pt idx="172">
                  <c:v>42177</c:v>
                </c:pt>
                <c:pt idx="173">
                  <c:v>42178</c:v>
                </c:pt>
                <c:pt idx="174">
                  <c:v>42179</c:v>
                </c:pt>
                <c:pt idx="175">
                  <c:v>42180</c:v>
                </c:pt>
                <c:pt idx="176">
                  <c:v>42181</c:v>
                </c:pt>
                <c:pt idx="177">
                  <c:v>42182</c:v>
                </c:pt>
                <c:pt idx="178">
                  <c:v>42183</c:v>
                </c:pt>
                <c:pt idx="179">
                  <c:v>42184</c:v>
                </c:pt>
                <c:pt idx="180">
                  <c:v>42185</c:v>
                </c:pt>
                <c:pt idx="181">
                  <c:v>42186</c:v>
                </c:pt>
                <c:pt idx="182">
                  <c:v>42187</c:v>
                </c:pt>
                <c:pt idx="183">
                  <c:v>42188</c:v>
                </c:pt>
                <c:pt idx="184">
                  <c:v>42189</c:v>
                </c:pt>
                <c:pt idx="185">
                  <c:v>42190</c:v>
                </c:pt>
                <c:pt idx="186">
                  <c:v>42191</c:v>
                </c:pt>
                <c:pt idx="187">
                  <c:v>42192</c:v>
                </c:pt>
                <c:pt idx="188">
                  <c:v>42193</c:v>
                </c:pt>
                <c:pt idx="189">
                  <c:v>42194</c:v>
                </c:pt>
                <c:pt idx="190">
                  <c:v>42195</c:v>
                </c:pt>
                <c:pt idx="191">
                  <c:v>42196</c:v>
                </c:pt>
                <c:pt idx="192">
                  <c:v>42197</c:v>
                </c:pt>
                <c:pt idx="193">
                  <c:v>42198</c:v>
                </c:pt>
                <c:pt idx="194">
                  <c:v>42199</c:v>
                </c:pt>
                <c:pt idx="195">
                  <c:v>42200</c:v>
                </c:pt>
                <c:pt idx="196">
                  <c:v>42201</c:v>
                </c:pt>
                <c:pt idx="197">
                  <c:v>42202</c:v>
                </c:pt>
                <c:pt idx="198">
                  <c:v>42203</c:v>
                </c:pt>
                <c:pt idx="199">
                  <c:v>42204</c:v>
                </c:pt>
                <c:pt idx="200">
                  <c:v>42205</c:v>
                </c:pt>
                <c:pt idx="201">
                  <c:v>42206</c:v>
                </c:pt>
                <c:pt idx="202">
                  <c:v>42207</c:v>
                </c:pt>
                <c:pt idx="203">
                  <c:v>42208</c:v>
                </c:pt>
                <c:pt idx="204">
                  <c:v>42209</c:v>
                </c:pt>
                <c:pt idx="205">
                  <c:v>42210</c:v>
                </c:pt>
                <c:pt idx="206">
                  <c:v>42211</c:v>
                </c:pt>
                <c:pt idx="207">
                  <c:v>42212</c:v>
                </c:pt>
                <c:pt idx="208">
                  <c:v>42213</c:v>
                </c:pt>
                <c:pt idx="209">
                  <c:v>42214</c:v>
                </c:pt>
                <c:pt idx="210">
                  <c:v>42215</c:v>
                </c:pt>
                <c:pt idx="211">
                  <c:v>42216</c:v>
                </c:pt>
                <c:pt idx="212">
                  <c:v>42217</c:v>
                </c:pt>
                <c:pt idx="213">
                  <c:v>42218</c:v>
                </c:pt>
                <c:pt idx="214">
                  <c:v>42219</c:v>
                </c:pt>
                <c:pt idx="215">
                  <c:v>42220</c:v>
                </c:pt>
                <c:pt idx="216">
                  <c:v>42221</c:v>
                </c:pt>
                <c:pt idx="217">
                  <c:v>42222</c:v>
                </c:pt>
                <c:pt idx="218">
                  <c:v>42223</c:v>
                </c:pt>
                <c:pt idx="219">
                  <c:v>42224</c:v>
                </c:pt>
                <c:pt idx="220">
                  <c:v>42225</c:v>
                </c:pt>
                <c:pt idx="221">
                  <c:v>42226</c:v>
                </c:pt>
                <c:pt idx="222">
                  <c:v>42227</c:v>
                </c:pt>
                <c:pt idx="223">
                  <c:v>42228</c:v>
                </c:pt>
                <c:pt idx="224">
                  <c:v>42229</c:v>
                </c:pt>
                <c:pt idx="225">
                  <c:v>42230</c:v>
                </c:pt>
                <c:pt idx="226">
                  <c:v>42231</c:v>
                </c:pt>
                <c:pt idx="227">
                  <c:v>42232</c:v>
                </c:pt>
                <c:pt idx="228">
                  <c:v>42233</c:v>
                </c:pt>
                <c:pt idx="229">
                  <c:v>42234</c:v>
                </c:pt>
                <c:pt idx="230">
                  <c:v>42235</c:v>
                </c:pt>
                <c:pt idx="231">
                  <c:v>42236</c:v>
                </c:pt>
                <c:pt idx="232">
                  <c:v>42237</c:v>
                </c:pt>
                <c:pt idx="233">
                  <c:v>42238</c:v>
                </c:pt>
                <c:pt idx="234">
                  <c:v>42239</c:v>
                </c:pt>
                <c:pt idx="235">
                  <c:v>42240</c:v>
                </c:pt>
                <c:pt idx="236">
                  <c:v>42241</c:v>
                </c:pt>
                <c:pt idx="237">
                  <c:v>42242</c:v>
                </c:pt>
                <c:pt idx="238">
                  <c:v>42243</c:v>
                </c:pt>
                <c:pt idx="239">
                  <c:v>42244</c:v>
                </c:pt>
                <c:pt idx="240">
                  <c:v>42245</c:v>
                </c:pt>
                <c:pt idx="241">
                  <c:v>42246</c:v>
                </c:pt>
                <c:pt idx="242">
                  <c:v>42247</c:v>
                </c:pt>
                <c:pt idx="243">
                  <c:v>42248</c:v>
                </c:pt>
                <c:pt idx="244">
                  <c:v>42249</c:v>
                </c:pt>
                <c:pt idx="245">
                  <c:v>42250</c:v>
                </c:pt>
                <c:pt idx="246">
                  <c:v>42251</c:v>
                </c:pt>
                <c:pt idx="247">
                  <c:v>42252</c:v>
                </c:pt>
                <c:pt idx="248">
                  <c:v>42253</c:v>
                </c:pt>
                <c:pt idx="249">
                  <c:v>42254</c:v>
                </c:pt>
                <c:pt idx="250">
                  <c:v>42255</c:v>
                </c:pt>
                <c:pt idx="251">
                  <c:v>42256</c:v>
                </c:pt>
                <c:pt idx="252">
                  <c:v>42257</c:v>
                </c:pt>
                <c:pt idx="253">
                  <c:v>42258</c:v>
                </c:pt>
                <c:pt idx="254">
                  <c:v>42259</c:v>
                </c:pt>
                <c:pt idx="255">
                  <c:v>42260</c:v>
                </c:pt>
                <c:pt idx="256">
                  <c:v>42261</c:v>
                </c:pt>
                <c:pt idx="257">
                  <c:v>42262</c:v>
                </c:pt>
                <c:pt idx="258">
                  <c:v>42263</c:v>
                </c:pt>
                <c:pt idx="259">
                  <c:v>42264</c:v>
                </c:pt>
                <c:pt idx="260">
                  <c:v>42265</c:v>
                </c:pt>
                <c:pt idx="261">
                  <c:v>42266</c:v>
                </c:pt>
                <c:pt idx="262">
                  <c:v>42267</c:v>
                </c:pt>
                <c:pt idx="263">
                  <c:v>42268</c:v>
                </c:pt>
                <c:pt idx="264">
                  <c:v>42269</c:v>
                </c:pt>
                <c:pt idx="265">
                  <c:v>42270</c:v>
                </c:pt>
                <c:pt idx="266">
                  <c:v>42271</c:v>
                </c:pt>
                <c:pt idx="267">
                  <c:v>42272</c:v>
                </c:pt>
                <c:pt idx="268">
                  <c:v>42273</c:v>
                </c:pt>
                <c:pt idx="269">
                  <c:v>42274</c:v>
                </c:pt>
                <c:pt idx="270">
                  <c:v>42275</c:v>
                </c:pt>
                <c:pt idx="271">
                  <c:v>42276</c:v>
                </c:pt>
                <c:pt idx="272">
                  <c:v>42277</c:v>
                </c:pt>
                <c:pt idx="273">
                  <c:v>42278</c:v>
                </c:pt>
                <c:pt idx="274">
                  <c:v>42279</c:v>
                </c:pt>
                <c:pt idx="275">
                  <c:v>42280</c:v>
                </c:pt>
                <c:pt idx="276">
                  <c:v>42281</c:v>
                </c:pt>
                <c:pt idx="277">
                  <c:v>42282</c:v>
                </c:pt>
                <c:pt idx="278">
                  <c:v>42283</c:v>
                </c:pt>
                <c:pt idx="279">
                  <c:v>42284</c:v>
                </c:pt>
                <c:pt idx="280">
                  <c:v>42285</c:v>
                </c:pt>
                <c:pt idx="281">
                  <c:v>42286</c:v>
                </c:pt>
                <c:pt idx="282">
                  <c:v>42287</c:v>
                </c:pt>
                <c:pt idx="283">
                  <c:v>42288</c:v>
                </c:pt>
                <c:pt idx="284">
                  <c:v>42289</c:v>
                </c:pt>
                <c:pt idx="285">
                  <c:v>42290</c:v>
                </c:pt>
                <c:pt idx="286">
                  <c:v>42291</c:v>
                </c:pt>
                <c:pt idx="287">
                  <c:v>42292</c:v>
                </c:pt>
                <c:pt idx="288">
                  <c:v>42293</c:v>
                </c:pt>
                <c:pt idx="289">
                  <c:v>42294</c:v>
                </c:pt>
                <c:pt idx="290">
                  <c:v>42295</c:v>
                </c:pt>
                <c:pt idx="291">
                  <c:v>42296</c:v>
                </c:pt>
                <c:pt idx="292">
                  <c:v>42297</c:v>
                </c:pt>
                <c:pt idx="293">
                  <c:v>42298</c:v>
                </c:pt>
                <c:pt idx="294">
                  <c:v>42299</c:v>
                </c:pt>
                <c:pt idx="295">
                  <c:v>42300</c:v>
                </c:pt>
                <c:pt idx="296">
                  <c:v>42301</c:v>
                </c:pt>
                <c:pt idx="297">
                  <c:v>42302</c:v>
                </c:pt>
                <c:pt idx="298">
                  <c:v>42303</c:v>
                </c:pt>
                <c:pt idx="299">
                  <c:v>42304</c:v>
                </c:pt>
                <c:pt idx="300">
                  <c:v>42305</c:v>
                </c:pt>
                <c:pt idx="301">
                  <c:v>42306</c:v>
                </c:pt>
                <c:pt idx="302">
                  <c:v>42307</c:v>
                </c:pt>
                <c:pt idx="303">
                  <c:v>42308</c:v>
                </c:pt>
                <c:pt idx="304">
                  <c:v>42309</c:v>
                </c:pt>
                <c:pt idx="305">
                  <c:v>42310</c:v>
                </c:pt>
                <c:pt idx="306">
                  <c:v>42311</c:v>
                </c:pt>
                <c:pt idx="307">
                  <c:v>42312</c:v>
                </c:pt>
                <c:pt idx="308">
                  <c:v>42313</c:v>
                </c:pt>
                <c:pt idx="309">
                  <c:v>42314</c:v>
                </c:pt>
                <c:pt idx="310">
                  <c:v>42315</c:v>
                </c:pt>
                <c:pt idx="311">
                  <c:v>42316</c:v>
                </c:pt>
                <c:pt idx="312">
                  <c:v>42317</c:v>
                </c:pt>
                <c:pt idx="313">
                  <c:v>42318</c:v>
                </c:pt>
                <c:pt idx="314">
                  <c:v>42319</c:v>
                </c:pt>
                <c:pt idx="315">
                  <c:v>42320</c:v>
                </c:pt>
                <c:pt idx="316">
                  <c:v>42321</c:v>
                </c:pt>
                <c:pt idx="317">
                  <c:v>42322</c:v>
                </c:pt>
                <c:pt idx="318">
                  <c:v>42323</c:v>
                </c:pt>
                <c:pt idx="319">
                  <c:v>42324</c:v>
                </c:pt>
                <c:pt idx="320">
                  <c:v>42325</c:v>
                </c:pt>
                <c:pt idx="321">
                  <c:v>42326</c:v>
                </c:pt>
                <c:pt idx="322">
                  <c:v>42327</c:v>
                </c:pt>
                <c:pt idx="323">
                  <c:v>42328</c:v>
                </c:pt>
                <c:pt idx="324">
                  <c:v>42329</c:v>
                </c:pt>
                <c:pt idx="325">
                  <c:v>42330</c:v>
                </c:pt>
                <c:pt idx="326">
                  <c:v>42331</c:v>
                </c:pt>
                <c:pt idx="327">
                  <c:v>42332</c:v>
                </c:pt>
                <c:pt idx="328">
                  <c:v>42333</c:v>
                </c:pt>
                <c:pt idx="329">
                  <c:v>42334</c:v>
                </c:pt>
                <c:pt idx="330">
                  <c:v>42335</c:v>
                </c:pt>
                <c:pt idx="331">
                  <c:v>42336</c:v>
                </c:pt>
                <c:pt idx="332">
                  <c:v>42337</c:v>
                </c:pt>
                <c:pt idx="333">
                  <c:v>42338</c:v>
                </c:pt>
                <c:pt idx="334">
                  <c:v>42339</c:v>
                </c:pt>
                <c:pt idx="335">
                  <c:v>42340</c:v>
                </c:pt>
                <c:pt idx="336">
                  <c:v>42341</c:v>
                </c:pt>
                <c:pt idx="337">
                  <c:v>42342</c:v>
                </c:pt>
                <c:pt idx="338">
                  <c:v>42343</c:v>
                </c:pt>
                <c:pt idx="339">
                  <c:v>42344</c:v>
                </c:pt>
                <c:pt idx="340">
                  <c:v>42345</c:v>
                </c:pt>
                <c:pt idx="341">
                  <c:v>42346</c:v>
                </c:pt>
                <c:pt idx="342">
                  <c:v>42347</c:v>
                </c:pt>
                <c:pt idx="343">
                  <c:v>42348</c:v>
                </c:pt>
                <c:pt idx="344">
                  <c:v>42349</c:v>
                </c:pt>
                <c:pt idx="345">
                  <c:v>42350</c:v>
                </c:pt>
                <c:pt idx="346">
                  <c:v>42351</c:v>
                </c:pt>
                <c:pt idx="347">
                  <c:v>42352</c:v>
                </c:pt>
                <c:pt idx="348">
                  <c:v>42353</c:v>
                </c:pt>
                <c:pt idx="349">
                  <c:v>42354</c:v>
                </c:pt>
                <c:pt idx="350">
                  <c:v>42355</c:v>
                </c:pt>
                <c:pt idx="351">
                  <c:v>42356</c:v>
                </c:pt>
                <c:pt idx="352">
                  <c:v>42357</c:v>
                </c:pt>
                <c:pt idx="353">
                  <c:v>42358</c:v>
                </c:pt>
                <c:pt idx="354">
                  <c:v>42359</c:v>
                </c:pt>
                <c:pt idx="355">
                  <c:v>42360</c:v>
                </c:pt>
                <c:pt idx="356">
                  <c:v>42361</c:v>
                </c:pt>
                <c:pt idx="357">
                  <c:v>42362</c:v>
                </c:pt>
                <c:pt idx="358">
                  <c:v>42363</c:v>
                </c:pt>
                <c:pt idx="359">
                  <c:v>42364</c:v>
                </c:pt>
                <c:pt idx="360">
                  <c:v>42365</c:v>
                </c:pt>
                <c:pt idx="361">
                  <c:v>42366</c:v>
                </c:pt>
                <c:pt idx="362">
                  <c:v>42367</c:v>
                </c:pt>
                <c:pt idx="363">
                  <c:v>42368</c:v>
                </c:pt>
                <c:pt idx="364">
                  <c:v>42369</c:v>
                </c:pt>
                <c:pt idx="365">
                  <c:v>42370</c:v>
                </c:pt>
                <c:pt idx="366">
                  <c:v>42371</c:v>
                </c:pt>
                <c:pt idx="367">
                  <c:v>42372</c:v>
                </c:pt>
                <c:pt idx="368">
                  <c:v>42373</c:v>
                </c:pt>
                <c:pt idx="369">
                  <c:v>42374</c:v>
                </c:pt>
                <c:pt idx="370">
                  <c:v>42375</c:v>
                </c:pt>
                <c:pt idx="371">
                  <c:v>42376</c:v>
                </c:pt>
                <c:pt idx="372">
                  <c:v>42377</c:v>
                </c:pt>
                <c:pt idx="373">
                  <c:v>42378</c:v>
                </c:pt>
                <c:pt idx="374">
                  <c:v>42379</c:v>
                </c:pt>
                <c:pt idx="375">
                  <c:v>42380</c:v>
                </c:pt>
                <c:pt idx="376">
                  <c:v>42381</c:v>
                </c:pt>
                <c:pt idx="377">
                  <c:v>42382</c:v>
                </c:pt>
                <c:pt idx="378">
                  <c:v>42383</c:v>
                </c:pt>
                <c:pt idx="379">
                  <c:v>42384</c:v>
                </c:pt>
                <c:pt idx="380">
                  <c:v>42385</c:v>
                </c:pt>
                <c:pt idx="381">
                  <c:v>42386</c:v>
                </c:pt>
                <c:pt idx="382">
                  <c:v>42387</c:v>
                </c:pt>
                <c:pt idx="383">
                  <c:v>42388</c:v>
                </c:pt>
                <c:pt idx="384">
                  <c:v>42389</c:v>
                </c:pt>
                <c:pt idx="385">
                  <c:v>42390</c:v>
                </c:pt>
                <c:pt idx="386">
                  <c:v>42391</c:v>
                </c:pt>
                <c:pt idx="387">
                  <c:v>42392</c:v>
                </c:pt>
                <c:pt idx="388">
                  <c:v>42393</c:v>
                </c:pt>
                <c:pt idx="389">
                  <c:v>42394</c:v>
                </c:pt>
                <c:pt idx="390">
                  <c:v>42395</c:v>
                </c:pt>
                <c:pt idx="391">
                  <c:v>42396</c:v>
                </c:pt>
                <c:pt idx="392">
                  <c:v>42397</c:v>
                </c:pt>
                <c:pt idx="393">
                  <c:v>42398</c:v>
                </c:pt>
                <c:pt idx="394">
                  <c:v>42399</c:v>
                </c:pt>
                <c:pt idx="395">
                  <c:v>42400</c:v>
                </c:pt>
                <c:pt idx="396">
                  <c:v>42401</c:v>
                </c:pt>
                <c:pt idx="397">
                  <c:v>42402</c:v>
                </c:pt>
                <c:pt idx="398">
                  <c:v>42403</c:v>
                </c:pt>
                <c:pt idx="399">
                  <c:v>42404</c:v>
                </c:pt>
                <c:pt idx="400">
                  <c:v>42405</c:v>
                </c:pt>
                <c:pt idx="401">
                  <c:v>42406</c:v>
                </c:pt>
                <c:pt idx="402">
                  <c:v>42407</c:v>
                </c:pt>
                <c:pt idx="403">
                  <c:v>42408</c:v>
                </c:pt>
                <c:pt idx="404">
                  <c:v>42409</c:v>
                </c:pt>
                <c:pt idx="405">
                  <c:v>42410</c:v>
                </c:pt>
                <c:pt idx="406">
                  <c:v>42411</c:v>
                </c:pt>
                <c:pt idx="407">
                  <c:v>42412</c:v>
                </c:pt>
                <c:pt idx="408">
                  <c:v>42413</c:v>
                </c:pt>
                <c:pt idx="409">
                  <c:v>42414</c:v>
                </c:pt>
                <c:pt idx="410">
                  <c:v>42415</c:v>
                </c:pt>
                <c:pt idx="411">
                  <c:v>42416</c:v>
                </c:pt>
                <c:pt idx="412">
                  <c:v>42417</c:v>
                </c:pt>
                <c:pt idx="413">
                  <c:v>42418</c:v>
                </c:pt>
                <c:pt idx="414">
                  <c:v>42419</c:v>
                </c:pt>
                <c:pt idx="415">
                  <c:v>42420</c:v>
                </c:pt>
                <c:pt idx="416">
                  <c:v>42421</c:v>
                </c:pt>
                <c:pt idx="417">
                  <c:v>42422</c:v>
                </c:pt>
                <c:pt idx="418">
                  <c:v>42423</c:v>
                </c:pt>
                <c:pt idx="419">
                  <c:v>42424</c:v>
                </c:pt>
                <c:pt idx="420">
                  <c:v>42425</c:v>
                </c:pt>
                <c:pt idx="421">
                  <c:v>42426</c:v>
                </c:pt>
                <c:pt idx="422">
                  <c:v>42427</c:v>
                </c:pt>
                <c:pt idx="423">
                  <c:v>42428</c:v>
                </c:pt>
                <c:pt idx="424">
                  <c:v>42429</c:v>
                </c:pt>
                <c:pt idx="425">
                  <c:v>42430</c:v>
                </c:pt>
                <c:pt idx="426">
                  <c:v>42431</c:v>
                </c:pt>
                <c:pt idx="427">
                  <c:v>42432</c:v>
                </c:pt>
                <c:pt idx="428">
                  <c:v>42433</c:v>
                </c:pt>
                <c:pt idx="429">
                  <c:v>42434</c:v>
                </c:pt>
                <c:pt idx="430">
                  <c:v>42435</c:v>
                </c:pt>
                <c:pt idx="431">
                  <c:v>42436</c:v>
                </c:pt>
                <c:pt idx="432">
                  <c:v>42437</c:v>
                </c:pt>
                <c:pt idx="433">
                  <c:v>42438</c:v>
                </c:pt>
                <c:pt idx="434">
                  <c:v>42439</c:v>
                </c:pt>
                <c:pt idx="435">
                  <c:v>42440</c:v>
                </c:pt>
                <c:pt idx="436">
                  <c:v>42441</c:v>
                </c:pt>
                <c:pt idx="437">
                  <c:v>42442</c:v>
                </c:pt>
                <c:pt idx="438">
                  <c:v>42443</c:v>
                </c:pt>
                <c:pt idx="439">
                  <c:v>42444</c:v>
                </c:pt>
                <c:pt idx="440">
                  <c:v>42445</c:v>
                </c:pt>
                <c:pt idx="441">
                  <c:v>42446</c:v>
                </c:pt>
                <c:pt idx="442">
                  <c:v>42447</c:v>
                </c:pt>
                <c:pt idx="443">
                  <c:v>42448</c:v>
                </c:pt>
                <c:pt idx="444">
                  <c:v>42449</c:v>
                </c:pt>
                <c:pt idx="445">
                  <c:v>42450</c:v>
                </c:pt>
                <c:pt idx="446">
                  <c:v>42451</c:v>
                </c:pt>
                <c:pt idx="447">
                  <c:v>42452</c:v>
                </c:pt>
                <c:pt idx="448">
                  <c:v>42453</c:v>
                </c:pt>
                <c:pt idx="449">
                  <c:v>42454</c:v>
                </c:pt>
                <c:pt idx="450">
                  <c:v>42455</c:v>
                </c:pt>
                <c:pt idx="451">
                  <c:v>42456</c:v>
                </c:pt>
                <c:pt idx="452">
                  <c:v>42457</c:v>
                </c:pt>
                <c:pt idx="453">
                  <c:v>42458</c:v>
                </c:pt>
                <c:pt idx="454">
                  <c:v>42459</c:v>
                </c:pt>
                <c:pt idx="455">
                  <c:v>42460</c:v>
                </c:pt>
                <c:pt idx="456">
                  <c:v>42461</c:v>
                </c:pt>
                <c:pt idx="457">
                  <c:v>42462</c:v>
                </c:pt>
                <c:pt idx="458">
                  <c:v>42463</c:v>
                </c:pt>
                <c:pt idx="459">
                  <c:v>42464</c:v>
                </c:pt>
                <c:pt idx="460">
                  <c:v>42465</c:v>
                </c:pt>
                <c:pt idx="461">
                  <c:v>42466</c:v>
                </c:pt>
                <c:pt idx="462">
                  <c:v>42467</c:v>
                </c:pt>
                <c:pt idx="463">
                  <c:v>42468</c:v>
                </c:pt>
                <c:pt idx="464">
                  <c:v>42469</c:v>
                </c:pt>
                <c:pt idx="465">
                  <c:v>42470</c:v>
                </c:pt>
                <c:pt idx="466">
                  <c:v>42471</c:v>
                </c:pt>
                <c:pt idx="467">
                  <c:v>42472</c:v>
                </c:pt>
                <c:pt idx="468">
                  <c:v>42473</c:v>
                </c:pt>
                <c:pt idx="469">
                  <c:v>42474</c:v>
                </c:pt>
                <c:pt idx="470">
                  <c:v>42475</c:v>
                </c:pt>
                <c:pt idx="471">
                  <c:v>42476</c:v>
                </c:pt>
                <c:pt idx="472">
                  <c:v>42477</c:v>
                </c:pt>
                <c:pt idx="473">
                  <c:v>42478</c:v>
                </c:pt>
                <c:pt idx="474">
                  <c:v>42479</c:v>
                </c:pt>
                <c:pt idx="475">
                  <c:v>42480</c:v>
                </c:pt>
                <c:pt idx="476">
                  <c:v>42481</c:v>
                </c:pt>
                <c:pt idx="477">
                  <c:v>42482</c:v>
                </c:pt>
                <c:pt idx="478">
                  <c:v>42483</c:v>
                </c:pt>
                <c:pt idx="479">
                  <c:v>42484</c:v>
                </c:pt>
                <c:pt idx="480">
                  <c:v>42485</c:v>
                </c:pt>
                <c:pt idx="481">
                  <c:v>42486</c:v>
                </c:pt>
                <c:pt idx="482">
                  <c:v>42487</c:v>
                </c:pt>
                <c:pt idx="483">
                  <c:v>42488</c:v>
                </c:pt>
                <c:pt idx="484">
                  <c:v>42489</c:v>
                </c:pt>
                <c:pt idx="485">
                  <c:v>42490</c:v>
                </c:pt>
                <c:pt idx="486">
                  <c:v>42491</c:v>
                </c:pt>
                <c:pt idx="487">
                  <c:v>42492</c:v>
                </c:pt>
                <c:pt idx="488">
                  <c:v>42493</c:v>
                </c:pt>
                <c:pt idx="489">
                  <c:v>42494</c:v>
                </c:pt>
                <c:pt idx="490">
                  <c:v>42495</c:v>
                </c:pt>
                <c:pt idx="491">
                  <c:v>42496</c:v>
                </c:pt>
                <c:pt idx="492">
                  <c:v>42497</c:v>
                </c:pt>
                <c:pt idx="493">
                  <c:v>42498</c:v>
                </c:pt>
                <c:pt idx="494">
                  <c:v>42499</c:v>
                </c:pt>
                <c:pt idx="495">
                  <c:v>42500</c:v>
                </c:pt>
                <c:pt idx="496">
                  <c:v>42501</c:v>
                </c:pt>
                <c:pt idx="497">
                  <c:v>42502</c:v>
                </c:pt>
                <c:pt idx="498">
                  <c:v>42503</c:v>
                </c:pt>
                <c:pt idx="499">
                  <c:v>42504</c:v>
                </c:pt>
                <c:pt idx="500">
                  <c:v>42505</c:v>
                </c:pt>
                <c:pt idx="501">
                  <c:v>42506</c:v>
                </c:pt>
                <c:pt idx="502">
                  <c:v>42507</c:v>
                </c:pt>
                <c:pt idx="503">
                  <c:v>42508</c:v>
                </c:pt>
                <c:pt idx="504">
                  <c:v>42509</c:v>
                </c:pt>
                <c:pt idx="505">
                  <c:v>42510</c:v>
                </c:pt>
                <c:pt idx="506">
                  <c:v>42511</c:v>
                </c:pt>
                <c:pt idx="507">
                  <c:v>42512</c:v>
                </c:pt>
                <c:pt idx="508">
                  <c:v>42513</c:v>
                </c:pt>
                <c:pt idx="509">
                  <c:v>42514</c:v>
                </c:pt>
                <c:pt idx="510">
                  <c:v>42515</c:v>
                </c:pt>
                <c:pt idx="511">
                  <c:v>42516</c:v>
                </c:pt>
                <c:pt idx="512">
                  <c:v>42517</c:v>
                </c:pt>
                <c:pt idx="513">
                  <c:v>42518</c:v>
                </c:pt>
                <c:pt idx="514">
                  <c:v>42519</c:v>
                </c:pt>
                <c:pt idx="515">
                  <c:v>42520</c:v>
                </c:pt>
                <c:pt idx="516">
                  <c:v>42521</c:v>
                </c:pt>
                <c:pt idx="517">
                  <c:v>42522</c:v>
                </c:pt>
                <c:pt idx="518">
                  <c:v>42523</c:v>
                </c:pt>
                <c:pt idx="519">
                  <c:v>42524</c:v>
                </c:pt>
                <c:pt idx="520">
                  <c:v>42525</c:v>
                </c:pt>
                <c:pt idx="521">
                  <c:v>42526</c:v>
                </c:pt>
                <c:pt idx="522">
                  <c:v>42527</c:v>
                </c:pt>
                <c:pt idx="523">
                  <c:v>42528</c:v>
                </c:pt>
                <c:pt idx="524">
                  <c:v>42529</c:v>
                </c:pt>
                <c:pt idx="525">
                  <c:v>42530</c:v>
                </c:pt>
                <c:pt idx="526">
                  <c:v>42531</c:v>
                </c:pt>
                <c:pt idx="527">
                  <c:v>42532</c:v>
                </c:pt>
                <c:pt idx="528">
                  <c:v>42533</c:v>
                </c:pt>
                <c:pt idx="529">
                  <c:v>42534</c:v>
                </c:pt>
                <c:pt idx="530">
                  <c:v>42535</c:v>
                </c:pt>
                <c:pt idx="531">
                  <c:v>42536</c:v>
                </c:pt>
                <c:pt idx="532">
                  <c:v>42537</c:v>
                </c:pt>
                <c:pt idx="533">
                  <c:v>42538</c:v>
                </c:pt>
                <c:pt idx="534">
                  <c:v>42539</c:v>
                </c:pt>
                <c:pt idx="535">
                  <c:v>42540</c:v>
                </c:pt>
                <c:pt idx="536">
                  <c:v>42541</c:v>
                </c:pt>
                <c:pt idx="537">
                  <c:v>42542</c:v>
                </c:pt>
                <c:pt idx="538">
                  <c:v>42543</c:v>
                </c:pt>
                <c:pt idx="539">
                  <c:v>42544</c:v>
                </c:pt>
                <c:pt idx="540">
                  <c:v>42545</c:v>
                </c:pt>
                <c:pt idx="541">
                  <c:v>42546</c:v>
                </c:pt>
                <c:pt idx="542">
                  <c:v>42547</c:v>
                </c:pt>
                <c:pt idx="543">
                  <c:v>42548</c:v>
                </c:pt>
                <c:pt idx="544">
                  <c:v>42549</c:v>
                </c:pt>
                <c:pt idx="545">
                  <c:v>42550</c:v>
                </c:pt>
                <c:pt idx="546">
                  <c:v>42551</c:v>
                </c:pt>
                <c:pt idx="547">
                  <c:v>42552</c:v>
                </c:pt>
                <c:pt idx="548">
                  <c:v>42553</c:v>
                </c:pt>
                <c:pt idx="549">
                  <c:v>42554</c:v>
                </c:pt>
                <c:pt idx="550">
                  <c:v>42555</c:v>
                </c:pt>
                <c:pt idx="551">
                  <c:v>42556</c:v>
                </c:pt>
                <c:pt idx="552">
                  <c:v>42557</c:v>
                </c:pt>
                <c:pt idx="553">
                  <c:v>42558</c:v>
                </c:pt>
                <c:pt idx="554">
                  <c:v>42559</c:v>
                </c:pt>
                <c:pt idx="555">
                  <c:v>42560</c:v>
                </c:pt>
                <c:pt idx="556">
                  <c:v>42561</c:v>
                </c:pt>
                <c:pt idx="557">
                  <c:v>42562</c:v>
                </c:pt>
                <c:pt idx="558">
                  <c:v>42563</c:v>
                </c:pt>
                <c:pt idx="559">
                  <c:v>42564</c:v>
                </c:pt>
                <c:pt idx="560">
                  <c:v>42565</c:v>
                </c:pt>
                <c:pt idx="561">
                  <c:v>42566</c:v>
                </c:pt>
                <c:pt idx="562">
                  <c:v>42567</c:v>
                </c:pt>
                <c:pt idx="563">
                  <c:v>42568</c:v>
                </c:pt>
                <c:pt idx="564">
                  <c:v>42569</c:v>
                </c:pt>
                <c:pt idx="565">
                  <c:v>42570</c:v>
                </c:pt>
                <c:pt idx="566">
                  <c:v>42571</c:v>
                </c:pt>
                <c:pt idx="567">
                  <c:v>42572</c:v>
                </c:pt>
                <c:pt idx="568">
                  <c:v>42573</c:v>
                </c:pt>
                <c:pt idx="569">
                  <c:v>42574</c:v>
                </c:pt>
                <c:pt idx="570">
                  <c:v>42575</c:v>
                </c:pt>
                <c:pt idx="571">
                  <c:v>42576</c:v>
                </c:pt>
                <c:pt idx="572">
                  <c:v>42577</c:v>
                </c:pt>
                <c:pt idx="573">
                  <c:v>42578</c:v>
                </c:pt>
                <c:pt idx="574">
                  <c:v>42579</c:v>
                </c:pt>
                <c:pt idx="575">
                  <c:v>42580</c:v>
                </c:pt>
                <c:pt idx="576">
                  <c:v>42581</c:v>
                </c:pt>
                <c:pt idx="577">
                  <c:v>42582</c:v>
                </c:pt>
                <c:pt idx="578">
                  <c:v>42583</c:v>
                </c:pt>
                <c:pt idx="579">
                  <c:v>42584</c:v>
                </c:pt>
                <c:pt idx="580">
                  <c:v>42585</c:v>
                </c:pt>
                <c:pt idx="581">
                  <c:v>42586</c:v>
                </c:pt>
                <c:pt idx="582">
                  <c:v>42587</c:v>
                </c:pt>
                <c:pt idx="583">
                  <c:v>42588</c:v>
                </c:pt>
                <c:pt idx="584">
                  <c:v>42589</c:v>
                </c:pt>
                <c:pt idx="585">
                  <c:v>42590</c:v>
                </c:pt>
                <c:pt idx="586">
                  <c:v>42591</c:v>
                </c:pt>
                <c:pt idx="587">
                  <c:v>42592</c:v>
                </c:pt>
                <c:pt idx="588">
                  <c:v>42593</c:v>
                </c:pt>
                <c:pt idx="589">
                  <c:v>42594</c:v>
                </c:pt>
                <c:pt idx="590">
                  <c:v>42595</c:v>
                </c:pt>
                <c:pt idx="591">
                  <c:v>42596</c:v>
                </c:pt>
                <c:pt idx="592">
                  <c:v>42597</c:v>
                </c:pt>
                <c:pt idx="593">
                  <c:v>42598</c:v>
                </c:pt>
                <c:pt idx="594">
                  <c:v>42599</c:v>
                </c:pt>
                <c:pt idx="595">
                  <c:v>42600</c:v>
                </c:pt>
                <c:pt idx="596">
                  <c:v>42601</c:v>
                </c:pt>
                <c:pt idx="597">
                  <c:v>42602</c:v>
                </c:pt>
                <c:pt idx="598">
                  <c:v>42603</c:v>
                </c:pt>
                <c:pt idx="599">
                  <c:v>42604</c:v>
                </c:pt>
                <c:pt idx="600">
                  <c:v>42605</c:v>
                </c:pt>
                <c:pt idx="601">
                  <c:v>42606</c:v>
                </c:pt>
                <c:pt idx="602">
                  <c:v>42607</c:v>
                </c:pt>
                <c:pt idx="603">
                  <c:v>42608</c:v>
                </c:pt>
                <c:pt idx="604">
                  <c:v>42609</c:v>
                </c:pt>
                <c:pt idx="605">
                  <c:v>42610</c:v>
                </c:pt>
                <c:pt idx="606">
                  <c:v>42611</c:v>
                </c:pt>
                <c:pt idx="607">
                  <c:v>42612</c:v>
                </c:pt>
                <c:pt idx="608">
                  <c:v>42613</c:v>
                </c:pt>
                <c:pt idx="609">
                  <c:v>42614</c:v>
                </c:pt>
                <c:pt idx="610">
                  <c:v>42615</c:v>
                </c:pt>
                <c:pt idx="611">
                  <c:v>42616</c:v>
                </c:pt>
                <c:pt idx="612">
                  <c:v>42617</c:v>
                </c:pt>
                <c:pt idx="613">
                  <c:v>42618</c:v>
                </c:pt>
                <c:pt idx="614">
                  <c:v>42619</c:v>
                </c:pt>
                <c:pt idx="615">
                  <c:v>42620</c:v>
                </c:pt>
                <c:pt idx="616">
                  <c:v>42621</c:v>
                </c:pt>
                <c:pt idx="617">
                  <c:v>42622</c:v>
                </c:pt>
                <c:pt idx="618">
                  <c:v>42623</c:v>
                </c:pt>
                <c:pt idx="619">
                  <c:v>42624</c:v>
                </c:pt>
                <c:pt idx="620">
                  <c:v>42625</c:v>
                </c:pt>
                <c:pt idx="621">
                  <c:v>42626</c:v>
                </c:pt>
                <c:pt idx="622">
                  <c:v>42627</c:v>
                </c:pt>
                <c:pt idx="623">
                  <c:v>42628</c:v>
                </c:pt>
                <c:pt idx="624">
                  <c:v>42629</c:v>
                </c:pt>
                <c:pt idx="625">
                  <c:v>42630</c:v>
                </c:pt>
                <c:pt idx="626">
                  <c:v>42631</c:v>
                </c:pt>
                <c:pt idx="627">
                  <c:v>42632</c:v>
                </c:pt>
                <c:pt idx="628">
                  <c:v>42633</c:v>
                </c:pt>
                <c:pt idx="629">
                  <c:v>42634</c:v>
                </c:pt>
                <c:pt idx="630">
                  <c:v>42635</c:v>
                </c:pt>
                <c:pt idx="631">
                  <c:v>42636</c:v>
                </c:pt>
                <c:pt idx="632">
                  <c:v>42637</c:v>
                </c:pt>
                <c:pt idx="633">
                  <c:v>42638</c:v>
                </c:pt>
                <c:pt idx="634">
                  <c:v>42639</c:v>
                </c:pt>
                <c:pt idx="635">
                  <c:v>42640</c:v>
                </c:pt>
                <c:pt idx="636">
                  <c:v>42641</c:v>
                </c:pt>
                <c:pt idx="637">
                  <c:v>42642</c:v>
                </c:pt>
                <c:pt idx="638">
                  <c:v>42643</c:v>
                </c:pt>
                <c:pt idx="639">
                  <c:v>42644</c:v>
                </c:pt>
                <c:pt idx="640">
                  <c:v>42645</c:v>
                </c:pt>
                <c:pt idx="641">
                  <c:v>42646</c:v>
                </c:pt>
                <c:pt idx="642">
                  <c:v>42647</c:v>
                </c:pt>
                <c:pt idx="643">
                  <c:v>42648</c:v>
                </c:pt>
                <c:pt idx="644">
                  <c:v>42649</c:v>
                </c:pt>
                <c:pt idx="645">
                  <c:v>42650</c:v>
                </c:pt>
                <c:pt idx="646">
                  <c:v>42651</c:v>
                </c:pt>
                <c:pt idx="647">
                  <c:v>42652</c:v>
                </c:pt>
                <c:pt idx="648">
                  <c:v>42653</c:v>
                </c:pt>
                <c:pt idx="649">
                  <c:v>42654</c:v>
                </c:pt>
                <c:pt idx="650">
                  <c:v>42655</c:v>
                </c:pt>
                <c:pt idx="651">
                  <c:v>42656</c:v>
                </c:pt>
                <c:pt idx="652">
                  <c:v>42657</c:v>
                </c:pt>
                <c:pt idx="653">
                  <c:v>42658</c:v>
                </c:pt>
                <c:pt idx="654">
                  <c:v>42659</c:v>
                </c:pt>
                <c:pt idx="655">
                  <c:v>42660</c:v>
                </c:pt>
                <c:pt idx="656">
                  <c:v>42661</c:v>
                </c:pt>
                <c:pt idx="657">
                  <c:v>42662</c:v>
                </c:pt>
                <c:pt idx="658">
                  <c:v>42663</c:v>
                </c:pt>
                <c:pt idx="659">
                  <c:v>42664</c:v>
                </c:pt>
                <c:pt idx="660">
                  <c:v>42665</c:v>
                </c:pt>
                <c:pt idx="661">
                  <c:v>42666</c:v>
                </c:pt>
                <c:pt idx="662">
                  <c:v>42667</c:v>
                </c:pt>
                <c:pt idx="663">
                  <c:v>42668</c:v>
                </c:pt>
                <c:pt idx="664">
                  <c:v>42669</c:v>
                </c:pt>
                <c:pt idx="665">
                  <c:v>42670</c:v>
                </c:pt>
                <c:pt idx="666">
                  <c:v>42671</c:v>
                </c:pt>
                <c:pt idx="667">
                  <c:v>42672</c:v>
                </c:pt>
                <c:pt idx="668">
                  <c:v>42673</c:v>
                </c:pt>
                <c:pt idx="669">
                  <c:v>42674</c:v>
                </c:pt>
                <c:pt idx="670">
                  <c:v>42675</c:v>
                </c:pt>
                <c:pt idx="671">
                  <c:v>42676</c:v>
                </c:pt>
                <c:pt idx="672">
                  <c:v>42677</c:v>
                </c:pt>
                <c:pt idx="673">
                  <c:v>42678</c:v>
                </c:pt>
                <c:pt idx="674">
                  <c:v>42679</c:v>
                </c:pt>
                <c:pt idx="675">
                  <c:v>42680</c:v>
                </c:pt>
                <c:pt idx="676">
                  <c:v>42681</c:v>
                </c:pt>
                <c:pt idx="677">
                  <c:v>42682</c:v>
                </c:pt>
                <c:pt idx="678">
                  <c:v>42683</c:v>
                </c:pt>
                <c:pt idx="679">
                  <c:v>42684</c:v>
                </c:pt>
                <c:pt idx="680">
                  <c:v>42685</c:v>
                </c:pt>
                <c:pt idx="681">
                  <c:v>42686</c:v>
                </c:pt>
                <c:pt idx="682">
                  <c:v>42687</c:v>
                </c:pt>
                <c:pt idx="683">
                  <c:v>42688</c:v>
                </c:pt>
                <c:pt idx="684">
                  <c:v>42689</c:v>
                </c:pt>
                <c:pt idx="685">
                  <c:v>42690</c:v>
                </c:pt>
                <c:pt idx="686">
                  <c:v>42691</c:v>
                </c:pt>
                <c:pt idx="687">
                  <c:v>42692</c:v>
                </c:pt>
                <c:pt idx="688">
                  <c:v>42693</c:v>
                </c:pt>
                <c:pt idx="689">
                  <c:v>42694</c:v>
                </c:pt>
                <c:pt idx="690">
                  <c:v>42695</c:v>
                </c:pt>
                <c:pt idx="691">
                  <c:v>42696</c:v>
                </c:pt>
                <c:pt idx="692">
                  <c:v>42697</c:v>
                </c:pt>
                <c:pt idx="693">
                  <c:v>42698</c:v>
                </c:pt>
                <c:pt idx="694">
                  <c:v>42699</c:v>
                </c:pt>
                <c:pt idx="695">
                  <c:v>42700</c:v>
                </c:pt>
                <c:pt idx="696">
                  <c:v>42701</c:v>
                </c:pt>
                <c:pt idx="697">
                  <c:v>42702</c:v>
                </c:pt>
                <c:pt idx="698">
                  <c:v>42703</c:v>
                </c:pt>
                <c:pt idx="699">
                  <c:v>42704</c:v>
                </c:pt>
                <c:pt idx="700">
                  <c:v>42705</c:v>
                </c:pt>
                <c:pt idx="701">
                  <c:v>42706</c:v>
                </c:pt>
                <c:pt idx="702">
                  <c:v>42707</c:v>
                </c:pt>
                <c:pt idx="703">
                  <c:v>42708</c:v>
                </c:pt>
                <c:pt idx="704">
                  <c:v>42709</c:v>
                </c:pt>
                <c:pt idx="705">
                  <c:v>42710</c:v>
                </c:pt>
                <c:pt idx="706">
                  <c:v>42711</c:v>
                </c:pt>
                <c:pt idx="707">
                  <c:v>42712</c:v>
                </c:pt>
                <c:pt idx="708">
                  <c:v>42713</c:v>
                </c:pt>
                <c:pt idx="709">
                  <c:v>42714</c:v>
                </c:pt>
                <c:pt idx="710">
                  <c:v>42715</c:v>
                </c:pt>
                <c:pt idx="711">
                  <c:v>42716</c:v>
                </c:pt>
                <c:pt idx="712">
                  <c:v>42717</c:v>
                </c:pt>
                <c:pt idx="713">
                  <c:v>42718</c:v>
                </c:pt>
                <c:pt idx="714">
                  <c:v>42719</c:v>
                </c:pt>
                <c:pt idx="715">
                  <c:v>42720</c:v>
                </c:pt>
                <c:pt idx="716">
                  <c:v>42721</c:v>
                </c:pt>
                <c:pt idx="717">
                  <c:v>42722</c:v>
                </c:pt>
                <c:pt idx="718">
                  <c:v>42723</c:v>
                </c:pt>
                <c:pt idx="719">
                  <c:v>42724</c:v>
                </c:pt>
                <c:pt idx="720">
                  <c:v>42725</c:v>
                </c:pt>
                <c:pt idx="721">
                  <c:v>42726</c:v>
                </c:pt>
                <c:pt idx="722">
                  <c:v>42727</c:v>
                </c:pt>
                <c:pt idx="723">
                  <c:v>42728</c:v>
                </c:pt>
                <c:pt idx="724">
                  <c:v>42729</c:v>
                </c:pt>
                <c:pt idx="725">
                  <c:v>42730</c:v>
                </c:pt>
                <c:pt idx="726">
                  <c:v>42731</c:v>
                </c:pt>
                <c:pt idx="727">
                  <c:v>42732</c:v>
                </c:pt>
                <c:pt idx="728">
                  <c:v>42733</c:v>
                </c:pt>
                <c:pt idx="729">
                  <c:v>42734</c:v>
                </c:pt>
                <c:pt idx="730">
                  <c:v>42735</c:v>
                </c:pt>
                <c:pt idx="731">
                  <c:v>42736</c:v>
                </c:pt>
                <c:pt idx="732">
                  <c:v>42737</c:v>
                </c:pt>
                <c:pt idx="733">
                  <c:v>42738</c:v>
                </c:pt>
                <c:pt idx="734">
                  <c:v>42739</c:v>
                </c:pt>
                <c:pt idx="735">
                  <c:v>42740</c:v>
                </c:pt>
                <c:pt idx="736">
                  <c:v>42741</c:v>
                </c:pt>
                <c:pt idx="737">
                  <c:v>42742</c:v>
                </c:pt>
                <c:pt idx="738">
                  <c:v>42743</c:v>
                </c:pt>
                <c:pt idx="739">
                  <c:v>42744</c:v>
                </c:pt>
                <c:pt idx="740">
                  <c:v>42745</c:v>
                </c:pt>
                <c:pt idx="741">
                  <c:v>42746</c:v>
                </c:pt>
                <c:pt idx="742">
                  <c:v>42747</c:v>
                </c:pt>
                <c:pt idx="743">
                  <c:v>42748</c:v>
                </c:pt>
                <c:pt idx="744">
                  <c:v>42749</c:v>
                </c:pt>
                <c:pt idx="745">
                  <c:v>42750</c:v>
                </c:pt>
                <c:pt idx="746">
                  <c:v>42751</c:v>
                </c:pt>
                <c:pt idx="747">
                  <c:v>42752</c:v>
                </c:pt>
                <c:pt idx="748">
                  <c:v>42753</c:v>
                </c:pt>
                <c:pt idx="749">
                  <c:v>42754</c:v>
                </c:pt>
                <c:pt idx="750">
                  <c:v>42755</c:v>
                </c:pt>
                <c:pt idx="751">
                  <c:v>42756</c:v>
                </c:pt>
                <c:pt idx="752">
                  <c:v>42757</c:v>
                </c:pt>
                <c:pt idx="753">
                  <c:v>42758</c:v>
                </c:pt>
                <c:pt idx="754">
                  <c:v>42759</c:v>
                </c:pt>
                <c:pt idx="755">
                  <c:v>42760</c:v>
                </c:pt>
                <c:pt idx="756">
                  <c:v>42761</c:v>
                </c:pt>
                <c:pt idx="757">
                  <c:v>42762</c:v>
                </c:pt>
                <c:pt idx="758">
                  <c:v>42763</c:v>
                </c:pt>
                <c:pt idx="759">
                  <c:v>42764</c:v>
                </c:pt>
                <c:pt idx="760">
                  <c:v>42765</c:v>
                </c:pt>
                <c:pt idx="761">
                  <c:v>42766</c:v>
                </c:pt>
                <c:pt idx="762">
                  <c:v>42767</c:v>
                </c:pt>
                <c:pt idx="763">
                  <c:v>42768</c:v>
                </c:pt>
                <c:pt idx="764">
                  <c:v>42769</c:v>
                </c:pt>
                <c:pt idx="765">
                  <c:v>42770</c:v>
                </c:pt>
                <c:pt idx="766">
                  <c:v>42771</c:v>
                </c:pt>
                <c:pt idx="767">
                  <c:v>42772</c:v>
                </c:pt>
                <c:pt idx="768">
                  <c:v>42773</c:v>
                </c:pt>
                <c:pt idx="769">
                  <c:v>42774</c:v>
                </c:pt>
                <c:pt idx="770">
                  <c:v>42775</c:v>
                </c:pt>
                <c:pt idx="771">
                  <c:v>42776</c:v>
                </c:pt>
                <c:pt idx="772">
                  <c:v>42777</c:v>
                </c:pt>
                <c:pt idx="773">
                  <c:v>42778</c:v>
                </c:pt>
                <c:pt idx="774">
                  <c:v>42779</c:v>
                </c:pt>
                <c:pt idx="775">
                  <c:v>42780</c:v>
                </c:pt>
                <c:pt idx="776">
                  <c:v>42781</c:v>
                </c:pt>
                <c:pt idx="777">
                  <c:v>42782</c:v>
                </c:pt>
                <c:pt idx="778">
                  <c:v>42783</c:v>
                </c:pt>
                <c:pt idx="779">
                  <c:v>42784</c:v>
                </c:pt>
                <c:pt idx="780">
                  <c:v>42785</c:v>
                </c:pt>
                <c:pt idx="781">
                  <c:v>42786</c:v>
                </c:pt>
                <c:pt idx="782">
                  <c:v>42787</c:v>
                </c:pt>
                <c:pt idx="783">
                  <c:v>42788</c:v>
                </c:pt>
                <c:pt idx="784">
                  <c:v>42789</c:v>
                </c:pt>
                <c:pt idx="785">
                  <c:v>42790</c:v>
                </c:pt>
                <c:pt idx="786">
                  <c:v>42791</c:v>
                </c:pt>
                <c:pt idx="787">
                  <c:v>42792</c:v>
                </c:pt>
                <c:pt idx="788">
                  <c:v>42793</c:v>
                </c:pt>
                <c:pt idx="789">
                  <c:v>42794</c:v>
                </c:pt>
                <c:pt idx="790">
                  <c:v>42795</c:v>
                </c:pt>
                <c:pt idx="791">
                  <c:v>42796</c:v>
                </c:pt>
                <c:pt idx="792">
                  <c:v>42797</c:v>
                </c:pt>
                <c:pt idx="793">
                  <c:v>42798</c:v>
                </c:pt>
                <c:pt idx="794">
                  <c:v>42799</c:v>
                </c:pt>
                <c:pt idx="795">
                  <c:v>42800</c:v>
                </c:pt>
                <c:pt idx="796">
                  <c:v>42801</c:v>
                </c:pt>
                <c:pt idx="797">
                  <c:v>42802</c:v>
                </c:pt>
                <c:pt idx="798">
                  <c:v>42803</c:v>
                </c:pt>
                <c:pt idx="799">
                  <c:v>42804</c:v>
                </c:pt>
                <c:pt idx="800">
                  <c:v>42805</c:v>
                </c:pt>
                <c:pt idx="801">
                  <c:v>42806</c:v>
                </c:pt>
                <c:pt idx="802">
                  <c:v>42807</c:v>
                </c:pt>
                <c:pt idx="803">
                  <c:v>42808</c:v>
                </c:pt>
                <c:pt idx="804">
                  <c:v>42809</c:v>
                </c:pt>
                <c:pt idx="805">
                  <c:v>42810</c:v>
                </c:pt>
                <c:pt idx="806">
                  <c:v>42811</c:v>
                </c:pt>
                <c:pt idx="807">
                  <c:v>42812</c:v>
                </c:pt>
                <c:pt idx="808">
                  <c:v>42813</c:v>
                </c:pt>
                <c:pt idx="809">
                  <c:v>42814</c:v>
                </c:pt>
                <c:pt idx="810">
                  <c:v>42815</c:v>
                </c:pt>
                <c:pt idx="811">
                  <c:v>42816</c:v>
                </c:pt>
                <c:pt idx="812">
                  <c:v>42817</c:v>
                </c:pt>
                <c:pt idx="813">
                  <c:v>42818</c:v>
                </c:pt>
                <c:pt idx="814">
                  <c:v>42819</c:v>
                </c:pt>
                <c:pt idx="815">
                  <c:v>42820</c:v>
                </c:pt>
                <c:pt idx="816">
                  <c:v>42821</c:v>
                </c:pt>
                <c:pt idx="817">
                  <c:v>42822</c:v>
                </c:pt>
                <c:pt idx="818">
                  <c:v>42823</c:v>
                </c:pt>
                <c:pt idx="819">
                  <c:v>42824</c:v>
                </c:pt>
                <c:pt idx="820">
                  <c:v>42825</c:v>
                </c:pt>
                <c:pt idx="821">
                  <c:v>42826</c:v>
                </c:pt>
                <c:pt idx="822">
                  <c:v>42827</c:v>
                </c:pt>
                <c:pt idx="823">
                  <c:v>42828</c:v>
                </c:pt>
                <c:pt idx="824">
                  <c:v>42829</c:v>
                </c:pt>
                <c:pt idx="825">
                  <c:v>42830</c:v>
                </c:pt>
                <c:pt idx="826">
                  <c:v>42831</c:v>
                </c:pt>
                <c:pt idx="827">
                  <c:v>42832</c:v>
                </c:pt>
                <c:pt idx="828">
                  <c:v>42833</c:v>
                </c:pt>
                <c:pt idx="829">
                  <c:v>42834</c:v>
                </c:pt>
                <c:pt idx="830">
                  <c:v>42835</c:v>
                </c:pt>
                <c:pt idx="831">
                  <c:v>42836</c:v>
                </c:pt>
                <c:pt idx="832">
                  <c:v>42837</c:v>
                </c:pt>
                <c:pt idx="833">
                  <c:v>42838</c:v>
                </c:pt>
                <c:pt idx="834">
                  <c:v>42839</c:v>
                </c:pt>
                <c:pt idx="835">
                  <c:v>42840</c:v>
                </c:pt>
                <c:pt idx="836">
                  <c:v>42841</c:v>
                </c:pt>
                <c:pt idx="837">
                  <c:v>42842</c:v>
                </c:pt>
                <c:pt idx="838">
                  <c:v>42843</c:v>
                </c:pt>
                <c:pt idx="839">
                  <c:v>42844</c:v>
                </c:pt>
                <c:pt idx="840">
                  <c:v>42845</c:v>
                </c:pt>
                <c:pt idx="841">
                  <c:v>42846</c:v>
                </c:pt>
                <c:pt idx="842">
                  <c:v>42847</c:v>
                </c:pt>
                <c:pt idx="843">
                  <c:v>42848</c:v>
                </c:pt>
                <c:pt idx="844">
                  <c:v>42849</c:v>
                </c:pt>
                <c:pt idx="845">
                  <c:v>42850</c:v>
                </c:pt>
                <c:pt idx="846">
                  <c:v>42851</c:v>
                </c:pt>
                <c:pt idx="847">
                  <c:v>42852</c:v>
                </c:pt>
                <c:pt idx="848">
                  <c:v>42853</c:v>
                </c:pt>
                <c:pt idx="849">
                  <c:v>42854</c:v>
                </c:pt>
                <c:pt idx="850">
                  <c:v>42855</c:v>
                </c:pt>
                <c:pt idx="851">
                  <c:v>42856</c:v>
                </c:pt>
                <c:pt idx="852">
                  <c:v>42857</c:v>
                </c:pt>
                <c:pt idx="853">
                  <c:v>42858</c:v>
                </c:pt>
                <c:pt idx="854">
                  <c:v>42859</c:v>
                </c:pt>
                <c:pt idx="855">
                  <c:v>42860</c:v>
                </c:pt>
                <c:pt idx="856">
                  <c:v>42861</c:v>
                </c:pt>
                <c:pt idx="857">
                  <c:v>42862</c:v>
                </c:pt>
                <c:pt idx="858">
                  <c:v>42863</c:v>
                </c:pt>
                <c:pt idx="859">
                  <c:v>42864</c:v>
                </c:pt>
                <c:pt idx="860">
                  <c:v>42865</c:v>
                </c:pt>
                <c:pt idx="861">
                  <c:v>42866</c:v>
                </c:pt>
                <c:pt idx="862">
                  <c:v>42867</c:v>
                </c:pt>
                <c:pt idx="863">
                  <c:v>42868</c:v>
                </c:pt>
                <c:pt idx="864">
                  <c:v>42869</c:v>
                </c:pt>
                <c:pt idx="865">
                  <c:v>42870</c:v>
                </c:pt>
                <c:pt idx="866">
                  <c:v>42871</c:v>
                </c:pt>
                <c:pt idx="867">
                  <c:v>42872</c:v>
                </c:pt>
                <c:pt idx="868">
                  <c:v>42873</c:v>
                </c:pt>
                <c:pt idx="869">
                  <c:v>42874</c:v>
                </c:pt>
                <c:pt idx="870">
                  <c:v>42875</c:v>
                </c:pt>
                <c:pt idx="871">
                  <c:v>42876</c:v>
                </c:pt>
                <c:pt idx="872">
                  <c:v>42877</c:v>
                </c:pt>
                <c:pt idx="873">
                  <c:v>42878</c:v>
                </c:pt>
                <c:pt idx="874">
                  <c:v>42879</c:v>
                </c:pt>
                <c:pt idx="875">
                  <c:v>42880</c:v>
                </c:pt>
                <c:pt idx="876">
                  <c:v>42881</c:v>
                </c:pt>
                <c:pt idx="877">
                  <c:v>42882</c:v>
                </c:pt>
                <c:pt idx="878">
                  <c:v>42883</c:v>
                </c:pt>
                <c:pt idx="879">
                  <c:v>42884</c:v>
                </c:pt>
                <c:pt idx="880">
                  <c:v>42885</c:v>
                </c:pt>
                <c:pt idx="881">
                  <c:v>42886</c:v>
                </c:pt>
                <c:pt idx="882">
                  <c:v>42887</c:v>
                </c:pt>
                <c:pt idx="883">
                  <c:v>42888</c:v>
                </c:pt>
                <c:pt idx="884">
                  <c:v>42889</c:v>
                </c:pt>
                <c:pt idx="885">
                  <c:v>42890</c:v>
                </c:pt>
                <c:pt idx="886">
                  <c:v>42891</c:v>
                </c:pt>
                <c:pt idx="887">
                  <c:v>42892</c:v>
                </c:pt>
                <c:pt idx="888">
                  <c:v>42893</c:v>
                </c:pt>
                <c:pt idx="889">
                  <c:v>42894</c:v>
                </c:pt>
                <c:pt idx="890">
                  <c:v>42895</c:v>
                </c:pt>
                <c:pt idx="891">
                  <c:v>42896</c:v>
                </c:pt>
                <c:pt idx="892">
                  <c:v>42897</c:v>
                </c:pt>
                <c:pt idx="893">
                  <c:v>42898</c:v>
                </c:pt>
                <c:pt idx="894">
                  <c:v>42899</c:v>
                </c:pt>
                <c:pt idx="895">
                  <c:v>42900</c:v>
                </c:pt>
                <c:pt idx="896">
                  <c:v>42901</c:v>
                </c:pt>
                <c:pt idx="897">
                  <c:v>42902</c:v>
                </c:pt>
                <c:pt idx="898">
                  <c:v>42903</c:v>
                </c:pt>
                <c:pt idx="899">
                  <c:v>42904</c:v>
                </c:pt>
                <c:pt idx="900">
                  <c:v>42905</c:v>
                </c:pt>
                <c:pt idx="901">
                  <c:v>42906</c:v>
                </c:pt>
                <c:pt idx="902">
                  <c:v>42907</c:v>
                </c:pt>
                <c:pt idx="903">
                  <c:v>42908</c:v>
                </c:pt>
                <c:pt idx="904">
                  <c:v>42909</c:v>
                </c:pt>
                <c:pt idx="905">
                  <c:v>42910</c:v>
                </c:pt>
                <c:pt idx="906">
                  <c:v>42911</c:v>
                </c:pt>
                <c:pt idx="907">
                  <c:v>42912</c:v>
                </c:pt>
                <c:pt idx="908">
                  <c:v>42913</c:v>
                </c:pt>
                <c:pt idx="909">
                  <c:v>42914</c:v>
                </c:pt>
                <c:pt idx="910">
                  <c:v>42915</c:v>
                </c:pt>
                <c:pt idx="911">
                  <c:v>42916</c:v>
                </c:pt>
                <c:pt idx="912">
                  <c:v>42917</c:v>
                </c:pt>
                <c:pt idx="913">
                  <c:v>42918</c:v>
                </c:pt>
                <c:pt idx="914">
                  <c:v>42919</c:v>
                </c:pt>
                <c:pt idx="915">
                  <c:v>42920</c:v>
                </c:pt>
                <c:pt idx="916">
                  <c:v>42921</c:v>
                </c:pt>
                <c:pt idx="917">
                  <c:v>42922</c:v>
                </c:pt>
                <c:pt idx="918">
                  <c:v>42923</c:v>
                </c:pt>
                <c:pt idx="919">
                  <c:v>42924</c:v>
                </c:pt>
                <c:pt idx="920">
                  <c:v>42925</c:v>
                </c:pt>
                <c:pt idx="921">
                  <c:v>42926</c:v>
                </c:pt>
                <c:pt idx="922">
                  <c:v>42927</c:v>
                </c:pt>
                <c:pt idx="923">
                  <c:v>42928</c:v>
                </c:pt>
                <c:pt idx="924">
                  <c:v>42929</c:v>
                </c:pt>
                <c:pt idx="925">
                  <c:v>42930</c:v>
                </c:pt>
                <c:pt idx="926">
                  <c:v>42931</c:v>
                </c:pt>
                <c:pt idx="927">
                  <c:v>42932</c:v>
                </c:pt>
                <c:pt idx="928">
                  <c:v>42933</c:v>
                </c:pt>
                <c:pt idx="929">
                  <c:v>42934</c:v>
                </c:pt>
                <c:pt idx="930">
                  <c:v>42935</c:v>
                </c:pt>
                <c:pt idx="931">
                  <c:v>42936</c:v>
                </c:pt>
                <c:pt idx="932">
                  <c:v>42937</c:v>
                </c:pt>
                <c:pt idx="933">
                  <c:v>42938</c:v>
                </c:pt>
                <c:pt idx="934">
                  <c:v>42939</c:v>
                </c:pt>
                <c:pt idx="935">
                  <c:v>42940</c:v>
                </c:pt>
                <c:pt idx="936">
                  <c:v>42941</c:v>
                </c:pt>
                <c:pt idx="937">
                  <c:v>42942</c:v>
                </c:pt>
                <c:pt idx="938">
                  <c:v>42943</c:v>
                </c:pt>
                <c:pt idx="939">
                  <c:v>42944</c:v>
                </c:pt>
                <c:pt idx="940">
                  <c:v>42945</c:v>
                </c:pt>
                <c:pt idx="941">
                  <c:v>42946</c:v>
                </c:pt>
                <c:pt idx="942">
                  <c:v>42947</c:v>
                </c:pt>
                <c:pt idx="943">
                  <c:v>42948</c:v>
                </c:pt>
                <c:pt idx="944">
                  <c:v>42949</c:v>
                </c:pt>
                <c:pt idx="945">
                  <c:v>42950</c:v>
                </c:pt>
                <c:pt idx="946">
                  <c:v>42951</c:v>
                </c:pt>
                <c:pt idx="947">
                  <c:v>42952</c:v>
                </c:pt>
                <c:pt idx="948">
                  <c:v>42953</c:v>
                </c:pt>
                <c:pt idx="949">
                  <c:v>42954</c:v>
                </c:pt>
                <c:pt idx="950">
                  <c:v>42955</c:v>
                </c:pt>
                <c:pt idx="951">
                  <c:v>42956</c:v>
                </c:pt>
                <c:pt idx="952">
                  <c:v>42957</c:v>
                </c:pt>
                <c:pt idx="953">
                  <c:v>42958</c:v>
                </c:pt>
                <c:pt idx="954">
                  <c:v>42959</c:v>
                </c:pt>
                <c:pt idx="955">
                  <c:v>42960</c:v>
                </c:pt>
                <c:pt idx="956">
                  <c:v>42961</c:v>
                </c:pt>
                <c:pt idx="957">
                  <c:v>42962</c:v>
                </c:pt>
                <c:pt idx="958">
                  <c:v>42963</c:v>
                </c:pt>
                <c:pt idx="959">
                  <c:v>42964</c:v>
                </c:pt>
                <c:pt idx="960">
                  <c:v>42965</c:v>
                </c:pt>
                <c:pt idx="961">
                  <c:v>42966</c:v>
                </c:pt>
                <c:pt idx="962">
                  <c:v>42967</c:v>
                </c:pt>
                <c:pt idx="963">
                  <c:v>42968</c:v>
                </c:pt>
                <c:pt idx="964">
                  <c:v>42969</c:v>
                </c:pt>
                <c:pt idx="965">
                  <c:v>42970</c:v>
                </c:pt>
                <c:pt idx="966">
                  <c:v>42971</c:v>
                </c:pt>
                <c:pt idx="967">
                  <c:v>42972</c:v>
                </c:pt>
                <c:pt idx="968">
                  <c:v>42973</c:v>
                </c:pt>
                <c:pt idx="969">
                  <c:v>42974</c:v>
                </c:pt>
                <c:pt idx="970">
                  <c:v>42975</c:v>
                </c:pt>
                <c:pt idx="971">
                  <c:v>42976</c:v>
                </c:pt>
                <c:pt idx="972">
                  <c:v>42977</c:v>
                </c:pt>
                <c:pt idx="973">
                  <c:v>42978</c:v>
                </c:pt>
                <c:pt idx="974">
                  <c:v>42979</c:v>
                </c:pt>
                <c:pt idx="975">
                  <c:v>42980</c:v>
                </c:pt>
                <c:pt idx="976">
                  <c:v>42981</c:v>
                </c:pt>
                <c:pt idx="977">
                  <c:v>42982</c:v>
                </c:pt>
                <c:pt idx="978">
                  <c:v>42983</c:v>
                </c:pt>
                <c:pt idx="979">
                  <c:v>42984</c:v>
                </c:pt>
                <c:pt idx="980">
                  <c:v>42985</c:v>
                </c:pt>
                <c:pt idx="981">
                  <c:v>42986</c:v>
                </c:pt>
                <c:pt idx="982">
                  <c:v>42987</c:v>
                </c:pt>
                <c:pt idx="983">
                  <c:v>42988</c:v>
                </c:pt>
                <c:pt idx="984">
                  <c:v>42989</c:v>
                </c:pt>
                <c:pt idx="985">
                  <c:v>42990</c:v>
                </c:pt>
                <c:pt idx="986">
                  <c:v>42991</c:v>
                </c:pt>
                <c:pt idx="987">
                  <c:v>42992</c:v>
                </c:pt>
                <c:pt idx="988">
                  <c:v>42993</c:v>
                </c:pt>
                <c:pt idx="989">
                  <c:v>42994</c:v>
                </c:pt>
                <c:pt idx="990">
                  <c:v>42995</c:v>
                </c:pt>
                <c:pt idx="991">
                  <c:v>42996</c:v>
                </c:pt>
                <c:pt idx="992">
                  <c:v>42997</c:v>
                </c:pt>
                <c:pt idx="993">
                  <c:v>42998</c:v>
                </c:pt>
                <c:pt idx="994">
                  <c:v>42999</c:v>
                </c:pt>
                <c:pt idx="995">
                  <c:v>43000</c:v>
                </c:pt>
                <c:pt idx="996">
                  <c:v>43001</c:v>
                </c:pt>
                <c:pt idx="997">
                  <c:v>43002</c:v>
                </c:pt>
                <c:pt idx="998">
                  <c:v>43003</c:v>
                </c:pt>
                <c:pt idx="999">
                  <c:v>43004</c:v>
                </c:pt>
                <c:pt idx="1000">
                  <c:v>43005</c:v>
                </c:pt>
                <c:pt idx="1001">
                  <c:v>43006</c:v>
                </c:pt>
                <c:pt idx="1002">
                  <c:v>43007</c:v>
                </c:pt>
                <c:pt idx="1003">
                  <c:v>43008</c:v>
                </c:pt>
                <c:pt idx="1004">
                  <c:v>43009</c:v>
                </c:pt>
                <c:pt idx="1005">
                  <c:v>43010</c:v>
                </c:pt>
                <c:pt idx="1006">
                  <c:v>43011</c:v>
                </c:pt>
                <c:pt idx="1007">
                  <c:v>43012</c:v>
                </c:pt>
                <c:pt idx="1008">
                  <c:v>43013</c:v>
                </c:pt>
                <c:pt idx="1009">
                  <c:v>43014</c:v>
                </c:pt>
                <c:pt idx="1010">
                  <c:v>43015</c:v>
                </c:pt>
                <c:pt idx="1011">
                  <c:v>43016</c:v>
                </c:pt>
                <c:pt idx="1012">
                  <c:v>43017</c:v>
                </c:pt>
                <c:pt idx="1013">
                  <c:v>43018</c:v>
                </c:pt>
                <c:pt idx="1014">
                  <c:v>43019</c:v>
                </c:pt>
                <c:pt idx="1015">
                  <c:v>43020</c:v>
                </c:pt>
                <c:pt idx="1016">
                  <c:v>43021</c:v>
                </c:pt>
                <c:pt idx="1017">
                  <c:v>43022</c:v>
                </c:pt>
                <c:pt idx="1018">
                  <c:v>43023</c:v>
                </c:pt>
                <c:pt idx="1019">
                  <c:v>43024</c:v>
                </c:pt>
                <c:pt idx="1020">
                  <c:v>43025</c:v>
                </c:pt>
                <c:pt idx="1021">
                  <c:v>43026</c:v>
                </c:pt>
                <c:pt idx="1022">
                  <c:v>43027</c:v>
                </c:pt>
                <c:pt idx="1023">
                  <c:v>43028</c:v>
                </c:pt>
                <c:pt idx="1024">
                  <c:v>43029</c:v>
                </c:pt>
                <c:pt idx="1025">
                  <c:v>43030</c:v>
                </c:pt>
                <c:pt idx="1026">
                  <c:v>43031</c:v>
                </c:pt>
                <c:pt idx="1027">
                  <c:v>43032</c:v>
                </c:pt>
                <c:pt idx="1028">
                  <c:v>43033</c:v>
                </c:pt>
                <c:pt idx="1029">
                  <c:v>43034</c:v>
                </c:pt>
                <c:pt idx="1030">
                  <c:v>43035</c:v>
                </c:pt>
                <c:pt idx="1031">
                  <c:v>43036</c:v>
                </c:pt>
                <c:pt idx="1032">
                  <c:v>43037</c:v>
                </c:pt>
                <c:pt idx="1033">
                  <c:v>43038</c:v>
                </c:pt>
                <c:pt idx="1034">
                  <c:v>43039</c:v>
                </c:pt>
                <c:pt idx="1035">
                  <c:v>43040</c:v>
                </c:pt>
                <c:pt idx="1036">
                  <c:v>43041</c:v>
                </c:pt>
                <c:pt idx="1037">
                  <c:v>43042</c:v>
                </c:pt>
                <c:pt idx="1038">
                  <c:v>43043</c:v>
                </c:pt>
                <c:pt idx="1039">
                  <c:v>43044</c:v>
                </c:pt>
                <c:pt idx="1040">
                  <c:v>43045</c:v>
                </c:pt>
                <c:pt idx="1041">
                  <c:v>43046</c:v>
                </c:pt>
                <c:pt idx="1042">
                  <c:v>43047</c:v>
                </c:pt>
                <c:pt idx="1043">
                  <c:v>43048</c:v>
                </c:pt>
                <c:pt idx="1044">
                  <c:v>43049</c:v>
                </c:pt>
                <c:pt idx="1045">
                  <c:v>43050</c:v>
                </c:pt>
                <c:pt idx="1046">
                  <c:v>43051</c:v>
                </c:pt>
                <c:pt idx="1047">
                  <c:v>43052</c:v>
                </c:pt>
                <c:pt idx="1048">
                  <c:v>43053</c:v>
                </c:pt>
                <c:pt idx="1049">
                  <c:v>43054</c:v>
                </c:pt>
                <c:pt idx="1050">
                  <c:v>43055</c:v>
                </c:pt>
                <c:pt idx="1051">
                  <c:v>43056</c:v>
                </c:pt>
                <c:pt idx="1052">
                  <c:v>43057</c:v>
                </c:pt>
                <c:pt idx="1053">
                  <c:v>43058</c:v>
                </c:pt>
                <c:pt idx="1054">
                  <c:v>43059</c:v>
                </c:pt>
                <c:pt idx="1055">
                  <c:v>43060</c:v>
                </c:pt>
                <c:pt idx="1056">
                  <c:v>43061</c:v>
                </c:pt>
                <c:pt idx="1057">
                  <c:v>43062</c:v>
                </c:pt>
                <c:pt idx="1058">
                  <c:v>43063</c:v>
                </c:pt>
                <c:pt idx="1059">
                  <c:v>43064</c:v>
                </c:pt>
                <c:pt idx="1060">
                  <c:v>43065</c:v>
                </c:pt>
                <c:pt idx="1061">
                  <c:v>43066</c:v>
                </c:pt>
                <c:pt idx="1062">
                  <c:v>43067</c:v>
                </c:pt>
                <c:pt idx="1063">
                  <c:v>43068</c:v>
                </c:pt>
                <c:pt idx="1064">
                  <c:v>43069</c:v>
                </c:pt>
                <c:pt idx="1065">
                  <c:v>43070</c:v>
                </c:pt>
                <c:pt idx="1066">
                  <c:v>43071</c:v>
                </c:pt>
                <c:pt idx="1067">
                  <c:v>43072</c:v>
                </c:pt>
                <c:pt idx="1068">
                  <c:v>43073</c:v>
                </c:pt>
                <c:pt idx="1069">
                  <c:v>43074</c:v>
                </c:pt>
                <c:pt idx="1070">
                  <c:v>43075</c:v>
                </c:pt>
                <c:pt idx="1071">
                  <c:v>43076</c:v>
                </c:pt>
                <c:pt idx="1072">
                  <c:v>43077</c:v>
                </c:pt>
                <c:pt idx="1073">
                  <c:v>43078</c:v>
                </c:pt>
                <c:pt idx="1074">
                  <c:v>43079</c:v>
                </c:pt>
                <c:pt idx="1075">
                  <c:v>43080</c:v>
                </c:pt>
                <c:pt idx="1076">
                  <c:v>43081</c:v>
                </c:pt>
                <c:pt idx="1077">
                  <c:v>43082</c:v>
                </c:pt>
                <c:pt idx="1078">
                  <c:v>43083</c:v>
                </c:pt>
                <c:pt idx="1079">
                  <c:v>43084</c:v>
                </c:pt>
                <c:pt idx="1080">
                  <c:v>43085</c:v>
                </c:pt>
                <c:pt idx="1081">
                  <c:v>43086</c:v>
                </c:pt>
                <c:pt idx="1082">
                  <c:v>43087</c:v>
                </c:pt>
                <c:pt idx="1083">
                  <c:v>43088</c:v>
                </c:pt>
                <c:pt idx="1084">
                  <c:v>43089</c:v>
                </c:pt>
                <c:pt idx="1085">
                  <c:v>43090</c:v>
                </c:pt>
                <c:pt idx="1086">
                  <c:v>43091</c:v>
                </c:pt>
                <c:pt idx="1087">
                  <c:v>43092</c:v>
                </c:pt>
                <c:pt idx="1088">
                  <c:v>43093</c:v>
                </c:pt>
                <c:pt idx="1089">
                  <c:v>43094</c:v>
                </c:pt>
                <c:pt idx="1090">
                  <c:v>43095</c:v>
                </c:pt>
                <c:pt idx="1091">
                  <c:v>43096</c:v>
                </c:pt>
                <c:pt idx="1092">
                  <c:v>43097</c:v>
                </c:pt>
                <c:pt idx="1093">
                  <c:v>43098</c:v>
                </c:pt>
                <c:pt idx="1094">
                  <c:v>43099</c:v>
                </c:pt>
                <c:pt idx="1095">
                  <c:v>43100</c:v>
                </c:pt>
                <c:pt idx="1096">
                  <c:v>43101</c:v>
                </c:pt>
                <c:pt idx="1097">
                  <c:v>43102</c:v>
                </c:pt>
                <c:pt idx="1098">
                  <c:v>43103</c:v>
                </c:pt>
                <c:pt idx="1099">
                  <c:v>43104</c:v>
                </c:pt>
                <c:pt idx="1100">
                  <c:v>43105</c:v>
                </c:pt>
                <c:pt idx="1101">
                  <c:v>43106</c:v>
                </c:pt>
                <c:pt idx="1102">
                  <c:v>43107</c:v>
                </c:pt>
                <c:pt idx="1103">
                  <c:v>43108</c:v>
                </c:pt>
                <c:pt idx="1104">
                  <c:v>43109</c:v>
                </c:pt>
                <c:pt idx="1105">
                  <c:v>43110</c:v>
                </c:pt>
                <c:pt idx="1106">
                  <c:v>43111</c:v>
                </c:pt>
                <c:pt idx="1107">
                  <c:v>43112</c:v>
                </c:pt>
                <c:pt idx="1108">
                  <c:v>43113</c:v>
                </c:pt>
                <c:pt idx="1109">
                  <c:v>43114</c:v>
                </c:pt>
                <c:pt idx="1110">
                  <c:v>43115</c:v>
                </c:pt>
                <c:pt idx="1111">
                  <c:v>43116</c:v>
                </c:pt>
                <c:pt idx="1112">
                  <c:v>43117</c:v>
                </c:pt>
                <c:pt idx="1113">
                  <c:v>43118</c:v>
                </c:pt>
                <c:pt idx="1114">
                  <c:v>43119</c:v>
                </c:pt>
                <c:pt idx="1115">
                  <c:v>43120</c:v>
                </c:pt>
                <c:pt idx="1116">
                  <c:v>43121</c:v>
                </c:pt>
                <c:pt idx="1117">
                  <c:v>43122</c:v>
                </c:pt>
                <c:pt idx="1118">
                  <c:v>43123</c:v>
                </c:pt>
                <c:pt idx="1119">
                  <c:v>43124</c:v>
                </c:pt>
                <c:pt idx="1120">
                  <c:v>43125</c:v>
                </c:pt>
                <c:pt idx="1121">
                  <c:v>43126</c:v>
                </c:pt>
                <c:pt idx="1122">
                  <c:v>43127</c:v>
                </c:pt>
                <c:pt idx="1123">
                  <c:v>43128</c:v>
                </c:pt>
                <c:pt idx="1124">
                  <c:v>43129</c:v>
                </c:pt>
                <c:pt idx="1125">
                  <c:v>43130</c:v>
                </c:pt>
                <c:pt idx="1126">
                  <c:v>43131</c:v>
                </c:pt>
                <c:pt idx="1127">
                  <c:v>43132</c:v>
                </c:pt>
                <c:pt idx="1128">
                  <c:v>43133</c:v>
                </c:pt>
                <c:pt idx="1129">
                  <c:v>43134</c:v>
                </c:pt>
                <c:pt idx="1130">
                  <c:v>43135</c:v>
                </c:pt>
                <c:pt idx="1131">
                  <c:v>43136</c:v>
                </c:pt>
                <c:pt idx="1132">
                  <c:v>43137</c:v>
                </c:pt>
                <c:pt idx="1133">
                  <c:v>43138</c:v>
                </c:pt>
                <c:pt idx="1134">
                  <c:v>43139</c:v>
                </c:pt>
                <c:pt idx="1135">
                  <c:v>43140</c:v>
                </c:pt>
                <c:pt idx="1136">
                  <c:v>43141</c:v>
                </c:pt>
                <c:pt idx="1137">
                  <c:v>43142</c:v>
                </c:pt>
                <c:pt idx="1138">
                  <c:v>43143</c:v>
                </c:pt>
                <c:pt idx="1139">
                  <c:v>43144</c:v>
                </c:pt>
                <c:pt idx="1140">
                  <c:v>43145</c:v>
                </c:pt>
                <c:pt idx="1141">
                  <c:v>43146</c:v>
                </c:pt>
                <c:pt idx="1142">
                  <c:v>43147</c:v>
                </c:pt>
                <c:pt idx="1143">
                  <c:v>43148</c:v>
                </c:pt>
                <c:pt idx="1144">
                  <c:v>43149</c:v>
                </c:pt>
                <c:pt idx="1145">
                  <c:v>43150</c:v>
                </c:pt>
                <c:pt idx="1146">
                  <c:v>43151</c:v>
                </c:pt>
                <c:pt idx="1147">
                  <c:v>43152</c:v>
                </c:pt>
                <c:pt idx="1148">
                  <c:v>43153</c:v>
                </c:pt>
                <c:pt idx="1149">
                  <c:v>43154</c:v>
                </c:pt>
                <c:pt idx="1150">
                  <c:v>43155</c:v>
                </c:pt>
                <c:pt idx="1151">
                  <c:v>43156</c:v>
                </c:pt>
                <c:pt idx="1152">
                  <c:v>43157</c:v>
                </c:pt>
                <c:pt idx="1153">
                  <c:v>43158</c:v>
                </c:pt>
                <c:pt idx="1154">
                  <c:v>43159</c:v>
                </c:pt>
                <c:pt idx="1155">
                  <c:v>43160</c:v>
                </c:pt>
                <c:pt idx="1156">
                  <c:v>43161</c:v>
                </c:pt>
                <c:pt idx="1157">
                  <c:v>43162</c:v>
                </c:pt>
                <c:pt idx="1158">
                  <c:v>43163</c:v>
                </c:pt>
                <c:pt idx="1159">
                  <c:v>43164</c:v>
                </c:pt>
                <c:pt idx="1160">
                  <c:v>43165</c:v>
                </c:pt>
                <c:pt idx="1161">
                  <c:v>43166</c:v>
                </c:pt>
                <c:pt idx="1162">
                  <c:v>43167</c:v>
                </c:pt>
                <c:pt idx="1163">
                  <c:v>43168</c:v>
                </c:pt>
                <c:pt idx="1164">
                  <c:v>43169</c:v>
                </c:pt>
                <c:pt idx="1165">
                  <c:v>43170</c:v>
                </c:pt>
                <c:pt idx="1166">
                  <c:v>43171</c:v>
                </c:pt>
                <c:pt idx="1167">
                  <c:v>43172</c:v>
                </c:pt>
                <c:pt idx="1168">
                  <c:v>43173</c:v>
                </c:pt>
                <c:pt idx="1169">
                  <c:v>43174</c:v>
                </c:pt>
                <c:pt idx="1170">
                  <c:v>43175</c:v>
                </c:pt>
                <c:pt idx="1171">
                  <c:v>43176</c:v>
                </c:pt>
                <c:pt idx="1172">
                  <c:v>43177</c:v>
                </c:pt>
                <c:pt idx="1173">
                  <c:v>43178</c:v>
                </c:pt>
                <c:pt idx="1174">
                  <c:v>43179</c:v>
                </c:pt>
                <c:pt idx="1175">
                  <c:v>43180</c:v>
                </c:pt>
                <c:pt idx="1176">
                  <c:v>43181</c:v>
                </c:pt>
                <c:pt idx="1177">
                  <c:v>43182</c:v>
                </c:pt>
                <c:pt idx="1178">
                  <c:v>43183</c:v>
                </c:pt>
                <c:pt idx="1179">
                  <c:v>43184</c:v>
                </c:pt>
                <c:pt idx="1180">
                  <c:v>43185</c:v>
                </c:pt>
                <c:pt idx="1181">
                  <c:v>43186</c:v>
                </c:pt>
                <c:pt idx="1182">
                  <c:v>43187</c:v>
                </c:pt>
                <c:pt idx="1183">
                  <c:v>43188</c:v>
                </c:pt>
                <c:pt idx="1184">
                  <c:v>43189</c:v>
                </c:pt>
                <c:pt idx="1185">
                  <c:v>43190</c:v>
                </c:pt>
                <c:pt idx="1186">
                  <c:v>43191</c:v>
                </c:pt>
                <c:pt idx="1187">
                  <c:v>43192</c:v>
                </c:pt>
                <c:pt idx="1188">
                  <c:v>43193</c:v>
                </c:pt>
                <c:pt idx="1189">
                  <c:v>43194</c:v>
                </c:pt>
                <c:pt idx="1190">
                  <c:v>43195</c:v>
                </c:pt>
                <c:pt idx="1191">
                  <c:v>43196</c:v>
                </c:pt>
                <c:pt idx="1192">
                  <c:v>43197</c:v>
                </c:pt>
                <c:pt idx="1193">
                  <c:v>43198</c:v>
                </c:pt>
                <c:pt idx="1194">
                  <c:v>43199</c:v>
                </c:pt>
                <c:pt idx="1195">
                  <c:v>43200</c:v>
                </c:pt>
                <c:pt idx="1196">
                  <c:v>43201</c:v>
                </c:pt>
                <c:pt idx="1197">
                  <c:v>43202</c:v>
                </c:pt>
                <c:pt idx="1198">
                  <c:v>43203</c:v>
                </c:pt>
                <c:pt idx="1199">
                  <c:v>43204</c:v>
                </c:pt>
                <c:pt idx="1200">
                  <c:v>43205</c:v>
                </c:pt>
                <c:pt idx="1201">
                  <c:v>43206</c:v>
                </c:pt>
                <c:pt idx="1202">
                  <c:v>43207</c:v>
                </c:pt>
                <c:pt idx="1203">
                  <c:v>43208</c:v>
                </c:pt>
                <c:pt idx="1204">
                  <c:v>43209</c:v>
                </c:pt>
                <c:pt idx="1205">
                  <c:v>43210</c:v>
                </c:pt>
                <c:pt idx="1206">
                  <c:v>43211</c:v>
                </c:pt>
                <c:pt idx="1207">
                  <c:v>43212</c:v>
                </c:pt>
                <c:pt idx="1208">
                  <c:v>43213</c:v>
                </c:pt>
                <c:pt idx="1209">
                  <c:v>43214</c:v>
                </c:pt>
                <c:pt idx="1210">
                  <c:v>43215</c:v>
                </c:pt>
                <c:pt idx="1211">
                  <c:v>43216</c:v>
                </c:pt>
                <c:pt idx="1212">
                  <c:v>43217</c:v>
                </c:pt>
                <c:pt idx="1213">
                  <c:v>43218</c:v>
                </c:pt>
                <c:pt idx="1214">
                  <c:v>43219</c:v>
                </c:pt>
                <c:pt idx="1215">
                  <c:v>43220</c:v>
                </c:pt>
                <c:pt idx="1216">
                  <c:v>43221</c:v>
                </c:pt>
                <c:pt idx="1217">
                  <c:v>43222</c:v>
                </c:pt>
                <c:pt idx="1218">
                  <c:v>43223</c:v>
                </c:pt>
                <c:pt idx="1219">
                  <c:v>43224</c:v>
                </c:pt>
                <c:pt idx="1220">
                  <c:v>43225</c:v>
                </c:pt>
                <c:pt idx="1221">
                  <c:v>43226</c:v>
                </c:pt>
                <c:pt idx="1222">
                  <c:v>43227</c:v>
                </c:pt>
                <c:pt idx="1223">
                  <c:v>43228</c:v>
                </c:pt>
                <c:pt idx="1224">
                  <c:v>43229</c:v>
                </c:pt>
                <c:pt idx="1225">
                  <c:v>43230</c:v>
                </c:pt>
                <c:pt idx="1226">
                  <c:v>43231</c:v>
                </c:pt>
                <c:pt idx="1227">
                  <c:v>43232</c:v>
                </c:pt>
                <c:pt idx="1228">
                  <c:v>43233</c:v>
                </c:pt>
                <c:pt idx="1229">
                  <c:v>43234</c:v>
                </c:pt>
                <c:pt idx="1230">
                  <c:v>43235</c:v>
                </c:pt>
                <c:pt idx="1231">
                  <c:v>43236</c:v>
                </c:pt>
                <c:pt idx="1232">
                  <c:v>43237</c:v>
                </c:pt>
                <c:pt idx="1233">
                  <c:v>43238</c:v>
                </c:pt>
                <c:pt idx="1234">
                  <c:v>43239</c:v>
                </c:pt>
                <c:pt idx="1235">
                  <c:v>43240</c:v>
                </c:pt>
                <c:pt idx="1236">
                  <c:v>43241</c:v>
                </c:pt>
                <c:pt idx="1237">
                  <c:v>43242</c:v>
                </c:pt>
                <c:pt idx="1238">
                  <c:v>43243</c:v>
                </c:pt>
                <c:pt idx="1239">
                  <c:v>43244</c:v>
                </c:pt>
                <c:pt idx="1240">
                  <c:v>43245</c:v>
                </c:pt>
                <c:pt idx="1241">
                  <c:v>43246</c:v>
                </c:pt>
                <c:pt idx="1242">
                  <c:v>43247</c:v>
                </c:pt>
                <c:pt idx="1243">
                  <c:v>43248</c:v>
                </c:pt>
                <c:pt idx="1244">
                  <c:v>43249</c:v>
                </c:pt>
                <c:pt idx="1245">
                  <c:v>43250</c:v>
                </c:pt>
                <c:pt idx="1246">
                  <c:v>43251</c:v>
                </c:pt>
                <c:pt idx="1247">
                  <c:v>43252</c:v>
                </c:pt>
                <c:pt idx="1248">
                  <c:v>43253</c:v>
                </c:pt>
                <c:pt idx="1249">
                  <c:v>43254</c:v>
                </c:pt>
                <c:pt idx="1250">
                  <c:v>43255</c:v>
                </c:pt>
                <c:pt idx="1251">
                  <c:v>43256</c:v>
                </c:pt>
                <c:pt idx="1252">
                  <c:v>43257</c:v>
                </c:pt>
                <c:pt idx="1253">
                  <c:v>43258</c:v>
                </c:pt>
                <c:pt idx="1254">
                  <c:v>43259</c:v>
                </c:pt>
                <c:pt idx="1255">
                  <c:v>43260</c:v>
                </c:pt>
                <c:pt idx="1256">
                  <c:v>43261</c:v>
                </c:pt>
                <c:pt idx="1257">
                  <c:v>43262</c:v>
                </c:pt>
                <c:pt idx="1258">
                  <c:v>43263</c:v>
                </c:pt>
                <c:pt idx="1259">
                  <c:v>43264</c:v>
                </c:pt>
                <c:pt idx="1260">
                  <c:v>43265</c:v>
                </c:pt>
                <c:pt idx="1261">
                  <c:v>43266</c:v>
                </c:pt>
                <c:pt idx="1262">
                  <c:v>43267</c:v>
                </c:pt>
                <c:pt idx="1263">
                  <c:v>43268</c:v>
                </c:pt>
                <c:pt idx="1264">
                  <c:v>43269</c:v>
                </c:pt>
                <c:pt idx="1265">
                  <c:v>43270</c:v>
                </c:pt>
                <c:pt idx="1266">
                  <c:v>43271</c:v>
                </c:pt>
                <c:pt idx="1267">
                  <c:v>43272</c:v>
                </c:pt>
                <c:pt idx="1268">
                  <c:v>43273</c:v>
                </c:pt>
                <c:pt idx="1269">
                  <c:v>43274</c:v>
                </c:pt>
                <c:pt idx="1270">
                  <c:v>43275</c:v>
                </c:pt>
                <c:pt idx="1271">
                  <c:v>43276</c:v>
                </c:pt>
                <c:pt idx="1272">
                  <c:v>43277</c:v>
                </c:pt>
                <c:pt idx="1273">
                  <c:v>43278</c:v>
                </c:pt>
                <c:pt idx="1274">
                  <c:v>43279</c:v>
                </c:pt>
                <c:pt idx="1275">
                  <c:v>43280</c:v>
                </c:pt>
                <c:pt idx="1276">
                  <c:v>43281</c:v>
                </c:pt>
                <c:pt idx="1277">
                  <c:v>43282</c:v>
                </c:pt>
                <c:pt idx="1278">
                  <c:v>43283</c:v>
                </c:pt>
                <c:pt idx="1279">
                  <c:v>43284</c:v>
                </c:pt>
                <c:pt idx="1280">
                  <c:v>43285</c:v>
                </c:pt>
                <c:pt idx="1281">
                  <c:v>43286</c:v>
                </c:pt>
                <c:pt idx="1282">
                  <c:v>43287</c:v>
                </c:pt>
                <c:pt idx="1283">
                  <c:v>43288</c:v>
                </c:pt>
                <c:pt idx="1284">
                  <c:v>43289</c:v>
                </c:pt>
                <c:pt idx="1285">
                  <c:v>43290</c:v>
                </c:pt>
                <c:pt idx="1286">
                  <c:v>43291</c:v>
                </c:pt>
                <c:pt idx="1287">
                  <c:v>43292</c:v>
                </c:pt>
                <c:pt idx="1288">
                  <c:v>43293</c:v>
                </c:pt>
                <c:pt idx="1289">
                  <c:v>43294</c:v>
                </c:pt>
                <c:pt idx="1290">
                  <c:v>43295</c:v>
                </c:pt>
                <c:pt idx="1291">
                  <c:v>43296</c:v>
                </c:pt>
                <c:pt idx="1292">
                  <c:v>43297</c:v>
                </c:pt>
                <c:pt idx="1293">
                  <c:v>43298</c:v>
                </c:pt>
                <c:pt idx="1294">
                  <c:v>43299</c:v>
                </c:pt>
                <c:pt idx="1295">
                  <c:v>43300</c:v>
                </c:pt>
                <c:pt idx="1296">
                  <c:v>43301</c:v>
                </c:pt>
                <c:pt idx="1297">
                  <c:v>43302</c:v>
                </c:pt>
                <c:pt idx="1298">
                  <c:v>43303</c:v>
                </c:pt>
                <c:pt idx="1299">
                  <c:v>43304</c:v>
                </c:pt>
                <c:pt idx="1300">
                  <c:v>43305</c:v>
                </c:pt>
                <c:pt idx="1301">
                  <c:v>43306</c:v>
                </c:pt>
                <c:pt idx="1302">
                  <c:v>43307</c:v>
                </c:pt>
                <c:pt idx="1303">
                  <c:v>43308</c:v>
                </c:pt>
                <c:pt idx="1304">
                  <c:v>43309</c:v>
                </c:pt>
                <c:pt idx="1305">
                  <c:v>43310</c:v>
                </c:pt>
                <c:pt idx="1306">
                  <c:v>43311</c:v>
                </c:pt>
                <c:pt idx="1307">
                  <c:v>43312</c:v>
                </c:pt>
                <c:pt idx="1308">
                  <c:v>43313</c:v>
                </c:pt>
                <c:pt idx="1309">
                  <c:v>43314</c:v>
                </c:pt>
                <c:pt idx="1310">
                  <c:v>43315</c:v>
                </c:pt>
                <c:pt idx="1311">
                  <c:v>43316</c:v>
                </c:pt>
                <c:pt idx="1312">
                  <c:v>43317</c:v>
                </c:pt>
                <c:pt idx="1313">
                  <c:v>43318</c:v>
                </c:pt>
                <c:pt idx="1314">
                  <c:v>43319</c:v>
                </c:pt>
                <c:pt idx="1315">
                  <c:v>43320</c:v>
                </c:pt>
                <c:pt idx="1316">
                  <c:v>43321</c:v>
                </c:pt>
                <c:pt idx="1317">
                  <c:v>43322</c:v>
                </c:pt>
                <c:pt idx="1318">
                  <c:v>43323</c:v>
                </c:pt>
                <c:pt idx="1319">
                  <c:v>43324</c:v>
                </c:pt>
                <c:pt idx="1320">
                  <c:v>43325</c:v>
                </c:pt>
                <c:pt idx="1321">
                  <c:v>43326</c:v>
                </c:pt>
                <c:pt idx="1322">
                  <c:v>43327</c:v>
                </c:pt>
                <c:pt idx="1323">
                  <c:v>43328</c:v>
                </c:pt>
                <c:pt idx="1324">
                  <c:v>43329</c:v>
                </c:pt>
                <c:pt idx="1325">
                  <c:v>43330</c:v>
                </c:pt>
                <c:pt idx="1326">
                  <c:v>43331</c:v>
                </c:pt>
                <c:pt idx="1327">
                  <c:v>43332</c:v>
                </c:pt>
                <c:pt idx="1328">
                  <c:v>43333</c:v>
                </c:pt>
                <c:pt idx="1329">
                  <c:v>43334</c:v>
                </c:pt>
                <c:pt idx="1330">
                  <c:v>43335</c:v>
                </c:pt>
                <c:pt idx="1331">
                  <c:v>43336</c:v>
                </c:pt>
                <c:pt idx="1332">
                  <c:v>43337</c:v>
                </c:pt>
                <c:pt idx="1333">
                  <c:v>43338</c:v>
                </c:pt>
                <c:pt idx="1334">
                  <c:v>43339</c:v>
                </c:pt>
                <c:pt idx="1335">
                  <c:v>43340</c:v>
                </c:pt>
                <c:pt idx="1336">
                  <c:v>43341</c:v>
                </c:pt>
                <c:pt idx="1337">
                  <c:v>43342</c:v>
                </c:pt>
                <c:pt idx="1338">
                  <c:v>43343</c:v>
                </c:pt>
                <c:pt idx="1339">
                  <c:v>43344</c:v>
                </c:pt>
                <c:pt idx="1340">
                  <c:v>43345</c:v>
                </c:pt>
                <c:pt idx="1341">
                  <c:v>43346</c:v>
                </c:pt>
                <c:pt idx="1342">
                  <c:v>43347</c:v>
                </c:pt>
                <c:pt idx="1343">
                  <c:v>43348</c:v>
                </c:pt>
                <c:pt idx="1344">
                  <c:v>43349</c:v>
                </c:pt>
                <c:pt idx="1345">
                  <c:v>43350</c:v>
                </c:pt>
                <c:pt idx="1346">
                  <c:v>43351</c:v>
                </c:pt>
                <c:pt idx="1347">
                  <c:v>43352</c:v>
                </c:pt>
                <c:pt idx="1348">
                  <c:v>43353</c:v>
                </c:pt>
                <c:pt idx="1349">
                  <c:v>43354</c:v>
                </c:pt>
                <c:pt idx="1350">
                  <c:v>43355</c:v>
                </c:pt>
                <c:pt idx="1351">
                  <c:v>43356</c:v>
                </c:pt>
                <c:pt idx="1352">
                  <c:v>43357</c:v>
                </c:pt>
                <c:pt idx="1353">
                  <c:v>43358</c:v>
                </c:pt>
                <c:pt idx="1354">
                  <c:v>43359</c:v>
                </c:pt>
                <c:pt idx="1355">
                  <c:v>43360</c:v>
                </c:pt>
                <c:pt idx="1356">
                  <c:v>43361</c:v>
                </c:pt>
                <c:pt idx="1357">
                  <c:v>43362</c:v>
                </c:pt>
                <c:pt idx="1358">
                  <c:v>43363</c:v>
                </c:pt>
                <c:pt idx="1359">
                  <c:v>43364</c:v>
                </c:pt>
                <c:pt idx="1360">
                  <c:v>43365</c:v>
                </c:pt>
                <c:pt idx="1361">
                  <c:v>43366</c:v>
                </c:pt>
                <c:pt idx="1362">
                  <c:v>43367</c:v>
                </c:pt>
                <c:pt idx="1363">
                  <c:v>43368</c:v>
                </c:pt>
                <c:pt idx="1364">
                  <c:v>43369</c:v>
                </c:pt>
                <c:pt idx="1365">
                  <c:v>43370</c:v>
                </c:pt>
                <c:pt idx="1366">
                  <c:v>43371</c:v>
                </c:pt>
                <c:pt idx="1367">
                  <c:v>43372</c:v>
                </c:pt>
                <c:pt idx="1368">
                  <c:v>43373</c:v>
                </c:pt>
                <c:pt idx="1369">
                  <c:v>43374</c:v>
                </c:pt>
                <c:pt idx="1370">
                  <c:v>43375</c:v>
                </c:pt>
                <c:pt idx="1371">
                  <c:v>43376</c:v>
                </c:pt>
                <c:pt idx="1372">
                  <c:v>43377</c:v>
                </c:pt>
                <c:pt idx="1373">
                  <c:v>43378</c:v>
                </c:pt>
                <c:pt idx="1374">
                  <c:v>43379</c:v>
                </c:pt>
                <c:pt idx="1375">
                  <c:v>43380</c:v>
                </c:pt>
                <c:pt idx="1376">
                  <c:v>43381</c:v>
                </c:pt>
                <c:pt idx="1377">
                  <c:v>43382</c:v>
                </c:pt>
                <c:pt idx="1378">
                  <c:v>43383</c:v>
                </c:pt>
                <c:pt idx="1379">
                  <c:v>43384</c:v>
                </c:pt>
                <c:pt idx="1380">
                  <c:v>43385</c:v>
                </c:pt>
                <c:pt idx="1381">
                  <c:v>43386</c:v>
                </c:pt>
                <c:pt idx="1382">
                  <c:v>43387</c:v>
                </c:pt>
                <c:pt idx="1383">
                  <c:v>43388</c:v>
                </c:pt>
                <c:pt idx="1384">
                  <c:v>43389</c:v>
                </c:pt>
                <c:pt idx="1385">
                  <c:v>43390</c:v>
                </c:pt>
                <c:pt idx="1386">
                  <c:v>43391</c:v>
                </c:pt>
                <c:pt idx="1387">
                  <c:v>43392</c:v>
                </c:pt>
                <c:pt idx="1388">
                  <c:v>43393</c:v>
                </c:pt>
                <c:pt idx="1389">
                  <c:v>43394</c:v>
                </c:pt>
                <c:pt idx="1390">
                  <c:v>43395</c:v>
                </c:pt>
                <c:pt idx="1391">
                  <c:v>43396</c:v>
                </c:pt>
                <c:pt idx="1392">
                  <c:v>43397</c:v>
                </c:pt>
                <c:pt idx="1393">
                  <c:v>43398</c:v>
                </c:pt>
                <c:pt idx="1394">
                  <c:v>43399</c:v>
                </c:pt>
                <c:pt idx="1395">
                  <c:v>43400</c:v>
                </c:pt>
                <c:pt idx="1396">
                  <c:v>43401</c:v>
                </c:pt>
                <c:pt idx="1397">
                  <c:v>43402</c:v>
                </c:pt>
                <c:pt idx="1398">
                  <c:v>43403</c:v>
                </c:pt>
                <c:pt idx="1399">
                  <c:v>43404</c:v>
                </c:pt>
                <c:pt idx="1400">
                  <c:v>43405</c:v>
                </c:pt>
                <c:pt idx="1401">
                  <c:v>43406</c:v>
                </c:pt>
                <c:pt idx="1402">
                  <c:v>43407</c:v>
                </c:pt>
                <c:pt idx="1403">
                  <c:v>43408</c:v>
                </c:pt>
                <c:pt idx="1404">
                  <c:v>43409</c:v>
                </c:pt>
                <c:pt idx="1405">
                  <c:v>43410</c:v>
                </c:pt>
                <c:pt idx="1406">
                  <c:v>43411</c:v>
                </c:pt>
                <c:pt idx="1407">
                  <c:v>43412</c:v>
                </c:pt>
                <c:pt idx="1408">
                  <c:v>43413</c:v>
                </c:pt>
                <c:pt idx="1409">
                  <c:v>43414</c:v>
                </c:pt>
                <c:pt idx="1410">
                  <c:v>43415</c:v>
                </c:pt>
                <c:pt idx="1411">
                  <c:v>43416</c:v>
                </c:pt>
                <c:pt idx="1412">
                  <c:v>43417</c:v>
                </c:pt>
                <c:pt idx="1413">
                  <c:v>43418</c:v>
                </c:pt>
                <c:pt idx="1414">
                  <c:v>43419</c:v>
                </c:pt>
                <c:pt idx="1415">
                  <c:v>43420</c:v>
                </c:pt>
                <c:pt idx="1416">
                  <c:v>43421</c:v>
                </c:pt>
                <c:pt idx="1417">
                  <c:v>43422</c:v>
                </c:pt>
                <c:pt idx="1418">
                  <c:v>43423</c:v>
                </c:pt>
                <c:pt idx="1419">
                  <c:v>43424</c:v>
                </c:pt>
                <c:pt idx="1420">
                  <c:v>43425</c:v>
                </c:pt>
                <c:pt idx="1421">
                  <c:v>43426</c:v>
                </c:pt>
                <c:pt idx="1422">
                  <c:v>43427</c:v>
                </c:pt>
                <c:pt idx="1423">
                  <c:v>43428</c:v>
                </c:pt>
                <c:pt idx="1424">
                  <c:v>43429</c:v>
                </c:pt>
                <c:pt idx="1425">
                  <c:v>43430</c:v>
                </c:pt>
                <c:pt idx="1426">
                  <c:v>43431</c:v>
                </c:pt>
                <c:pt idx="1427">
                  <c:v>43432</c:v>
                </c:pt>
                <c:pt idx="1428">
                  <c:v>43433</c:v>
                </c:pt>
                <c:pt idx="1429">
                  <c:v>43434</c:v>
                </c:pt>
                <c:pt idx="1430">
                  <c:v>43435</c:v>
                </c:pt>
                <c:pt idx="1431">
                  <c:v>43436</c:v>
                </c:pt>
                <c:pt idx="1432">
                  <c:v>43437</c:v>
                </c:pt>
                <c:pt idx="1433">
                  <c:v>43438</c:v>
                </c:pt>
                <c:pt idx="1434">
                  <c:v>43439</c:v>
                </c:pt>
                <c:pt idx="1435">
                  <c:v>43440</c:v>
                </c:pt>
                <c:pt idx="1436">
                  <c:v>43441</c:v>
                </c:pt>
                <c:pt idx="1437">
                  <c:v>43442</c:v>
                </c:pt>
                <c:pt idx="1438">
                  <c:v>43443</c:v>
                </c:pt>
                <c:pt idx="1439">
                  <c:v>43444</c:v>
                </c:pt>
                <c:pt idx="1440">
                  <c:v>43445</c:v>
                </c:pt>
                <c:pt idx="1441">
                  <c:v>43446</c:v>
                </c:pt>
                <c:pt idx="1442">
                  <c:v>43447</c:v>
                </c:pt>
                <c:pt idx="1443">
                  <c:v>43448</c:v>
                </c:pt>
                <c:pt idx="1444">
                  <c:v>43449</c:v>
                </c:pt>
                <c:pt idx="1445">
                  <c:v>43450</c:v>
                </c:pt>
                <c:pt idx="1446">
                  <c:v>43451</c:v>
                </c:pt>
                <c:pt idx="1447">
                  <c:v>43452</c:v>
                </c:pt>
                <c:pt idx="1448">
                  <c:v>43453</c:v>
                </c:pt>
                <c:pt idx="1449">
                  <c:v>43454</c:v>
                </c:pt>
                <c:pt idx="1450">
                  <c:v>43455</c:v>
                </c:pt>
                <c:pt idx="1451">
                  <c:v>43456</c:v>
                </c:pt>
                <c:pt idx="1452">
                  <c:v>43457</c:v>
                </c:pt>
                <c:pt idx="1453">
                  <c:v>43458</c:v>
                </c:pt>
                <c:pt idx="1454">
                  <c:v>43459</c:v>
                </c:pt>
                <c:pt idx="1455">
                  <c:v>43460</c:v>
                </c:pt>
                <c:pt idx="1456">
                  <c:v>43461</c:v>
                </c:pt>
                <c:pt idx="1457">
                  <c:v>43462</c:v>
                </c:pt>
                <c:pt idx="1458">
                  <c:v>43463</c:v>
                </c:pt>
                <c:pt idx="1459">
                  <c:v>43464</c:v>
                </c:pt>
                <c:pt idx="1460">
                  <c:v>43465</c:v>
                </c:pt>
                <c:pt idx="1461">
                  <c:v>43466</c:v>
                </c:pt>
                <c:pt idx="1462">
                  <c:v>43467</c:v>
                </c:pt>
                <c:pt idx="1463">
                  <c:v>43468</c:v>
                </c:pt>
                <c:pt idx="1464">
                  <c:v>43469</c:v>
                </c:pt>
                <c:pt idx="1465">
                  <c:v>43470</c:v>
                </c:pt>
                <c:pt idx="1466">
                  <c:v>43471</c:v>
                </c:pt>
                <c:pt idx="1467">
                  <c:v>43472</c:v>
                </c:pt>
                <c:pt idx="1468">
                  <c:v>43473</c:v>
                </c:pt>
                <c:pt idx="1469">
                  <c:v>43474</c:v>
                </c:pt>
                <c:pt idx="1470">
                  <c:v>43475</c:v>
                </c:pt>
                <c:pt idx="1471">
                  <c:v>43476</c:v>
                </c:pt>
                <c:pt idx="1472">
                  <c:v>43477</c:v>
                </c:pt>
                <c:pt idx="1473">
                  <c:v>43478</c:v>
                </c:pt>
                <c:pt idx="1474">
                  <c:v>43479</c:v>
                </c:pt>
                <c:pt idx="1475">
                  <c:v>43480</c:v>
                </c:pt>
                <c:pt idx="1476">
                  <c:v>43481</c:v>
                </c:pt>
                <c:pt idx="1477">
                  <c:v>43482</c:v>
                </c:pt>
                <c:pt idx="1478">
                  <c:v>43483</c:v>
                </c:pt>
                <c:pt idx="1479">
                  <c:v>43484</c:v>
                </c:pt>
                <c:pt idx="1480">
                  <c:v>43485</c:v>
                </c:pt>
                <c:pt idx="1481">
                  <c:v>43486</c:v>
                </c:pt>
                <c:pt idx="1482">
                  <c:v>43487</c:v>
                </c:pt>
                <c:pt idx="1483">
                  <c:v>43488</c:v>
                </c:pt>
                <c:pt idx="1484">
                  <c:v>43489</c:v>
                </c:pt>
                <c:pt idx="1485">
                  <c:v>43490</c:v>
                </c:pt>
                <c:pt idx="1486">
                  <c:v>43491</c:v>
                </c:pt>
                <c:pt idx="1487">
                  <c:v>43492</c:v>
                </c:pt>
                <c:pt idx="1488">
                  <c:v>43493</c:v>
                </c:pt>
                <c:pt idx="1489">
                  <c:v>43494</c:v>
                </c:pt>
                <c:pt idx="1490">
                  <c:v>43495</c:v>
                </c:pt>
                <c:pt idx="1491">
                  <c:v>43496</c:v>
                </c:pt>
                <c:pt idx="1492">
                  <c:v>43497</c:v>
                </c:pt>
                <c:pt idx="1493">
                  <c:v>43498</c:v>
                </c:pt>
                <c:pt idx="1494">
                  <c:v>43499</c:v>
                </c:pt>
                <c:pt idx="1495">
                  <c:v>43500</c:v>
                </c:pt>
                <c:pt idx="1496">
                  <c:v>43501</c:v>
                </c:pt>
                <c:pt idx="1497">
                  <c:v>43502</c:v>
                </c:pt>
                <c:pt idx="1498">
                  <c:v>43503</c:v>
                </c:pt>
                <c:pt idx="1499">
                  <c:v>43504</c:v>
                </c:pt>
                <c:pt idx="1500">
                  <c:v>43505</c:v>
                </c:pt>
                <c:pt idx="1501">
                  <c:v>43506</c:v>
                </c:pt>
                <c:pt idx="1502">
                  <c:v>43507</c:v>
                </c:pt>
                <c:pt idx="1503">
                  <c:v>43508</c:v>
                </c:pt>
                <c:pt idx="1504">
                  <c:v>43509</c:v>
                </c:pt>
                <c:pt idx="1505">
                  <c:v>43510</c:v>
                </c:pt>
                <c:pt idx="1506">
                  <c:v>43511</c:v>
                </c:pt>
                <c:pt idx="1507">
                  <c:v>43512</c:v>
                </c:pt>
                <c:pt idx="1508">
                  <c:v>43513</c:v>
                </c:pt>
                <c:pt idx="1509">
                  <c:v>43514</c:v>
                </c:pt>
                <c:pt idx="1510">
                  <c:v>43515</c:v>
                </c:pt>
                <c:pt idx="1511">
                  <c:v>43516</c:v>
                </c:pt>
                <c:pt idx="1512">
                  <c:v>43517</c:v>
                </c:pt>
                <c:pt idx="1513">
                  <c:v>43518</c:v>
                </c:pt>
                <c:pt idx="1514">
                  <c:v>43519</c:v>
                </c:pt>
                <c:pt idx="1515">
                  <c:v>43520</c:v>
                </c:pt>
                <c:pt idx="1516">
                  <c:v>43521</c:v>
                </c:pt>
                <c:pt idx="1517">
                  <c:v>43522</c:v>
                </c:pt>
                <c:pt idx="1518">
                  <c:v>43523</c:v>
                </c:pt>
                <c:pt idx="1519">
                  <c:v>43524</c:v>
                </c:pt>
                <c:pt idx="1520">
                  <c:v>43525</c:v>
                </c:pt>
                <c:pt idx="1521">
                  <c:v>43526</c:v>
                </c:pt>
                <c:pt idx="1522">
                  <c:v>43527</c:v>
                </c:pt>
                <c:pt idx="1523">
                  <c:v>43528</c:v>
                </c:pt>
                <c:pt idx="1524">
                  <c:v>43529</c:v>
                </c:pt>
                <c:pt idx="1525">
                  <c:v>43530</c:v>
                </c:pt>
                <c:pt idx="1526">
                  <c:v>43531</c:v>
                </c:pt>
                <c:pt idx="1527">
                  <c:v>43532</c:v>
                </c:pt>
                <c:pt idx="1528">
                  <c:v>43533</c:v>
                </c:pt>
                <c:pt idx="1529">
                  <c:v>43534</c:v>
                </c:pt>
                <c:pt idx="1530">
                  <c:v>43535</c:v>
                </c:pt>
                <c:pt idx="1531">
                  <c:v>43536</c:v>
                </c:pt>
                <c:pt idx="1532">
                  <c:v>43537</c:v>
                </c:pt>
                <c:pt idx="1533">
                  <c:v>43538</c:v>
                </c:pt>
                <c:pt idx="1534">
                  <c:v>43539</c:v>
                </c:pt>
                <c:pt idx="1535">
                  <c:v>43540</c:v>
                </c:pt>
                <c:pt idx="1536">
                  <c:v>43541</c:v>
                </c:pt>
                <c:pt idx="1537">
                  <c:v>43542</c:v>
                </c:pt>
                <c:pt idx="1538">
                  <c:v>43543</c:v>
                </c:pt>
                <c:pt idx="1539">
                  <c:v>43544</c:v>
                </c:pt>
                <c:pt idx="1540">
                  <c:v>43545</c:v>
                </c:pt>
                <c:pt idx="1541">
                  <c:v>43546</c:v>
                </c:pt>
                <c:pt idx="1542">
                  <c:v>43547</c:v>
                </c:pt>
                <c:pt idx="1543">
                  <c:v>43548</c:v>
                </c:pt>
                <c:pt idx="1544">
                  <c:v>43549</c:v>
                </c:pt>
                <c:pt idx="1545">
                  <c:v>43550</c:v>
                </c:pt>
                <c:pt idx="1546">
                  <c:v>43551</c:v>
                </c:pt>
                <c:pt idx="1547">
                  <c:v>43552</c:v>
                </c:pt>
                <c:pt idx="1548">
                  <c:v>43553</c:v>
                </c:pt>
                <c:pt idx="1549">
                  <c:v>43554</c:v>
                </c:pt>
                <c:pt idx="1550">
                  <c:v>43555</c:v>
                </c:pt>
                <c:pt idx="1551">
                  <c:v>43556</c:v>
                </c:pt>
                <c:pt idx="1552">
                  <c:v>43557</c:v>
                </c:pt>
                <c:pt idx="1553">
                  <c:v>43558</c:v>
                </c:pt>
                <c:pt idx="1554">
                  <c:v>43559</c:v>
                </c:pt>
                <c:pt idx="1555">
                  <c:v>43560</c:v>
                </c:pt>
                <c:pt idx="1556">
                  <c:v>43561</c:v>
                </c:pt>
                <c:pt idx="1557">
                  <c:v>43562</c:v>
                </c:pt>
                <c:pt idx="1558">
                  <c:v>43563</c:v>
                </c:pt>
                <c:pt idx="1559">
                  <c:v>43564</c:v>
                </c:pt>
                <c:pt idx="1560">
                  <c:v>43565</c:v>
                </c:pt>
                <c:pt idx="1561">
                  <c:v>43566</c:v>
                </c:pt>
                <c:pt idx="1562">
                  <c:v>43567</c:v>
                </c:pt>
                <c:pt idx="1563">
                  <c:v>43568</c:v>
                </c:pt>
                <c:pt idx="1564">
                  <c:v>43569</c:v>
                </c:pt>
                <c:pt idx="1565">
                  <c:v>43570</c:v>
                </c:pt>
                <c:pt idx="1566">
                  <c:v>43571</c:v>
                </c:pt>
                <c:pt idx="1567">
                  <c:v>43572</c:v>
                </c:pt>
                <c:pt idx="1568">
                  <c:v>43573</c:v>
                </c:pt>
                <c:pt idx="1569">
                  <c:v>43574</c:v>
                </c:pt>
                <c:pt idx="1570">
                  <c:v>43575</c:v>
                </c:pt>
                <c:pt idx="1571">
                  <c:v>43576</c:v>
                </c:pt>
                <c:pt idx="1572">
                  <c:v>43577</c:v>
                </c:pt>
                <c:pt idx="1573">
                  <c:v>43578</c:v>
                </c:pt>
                <c:pt idx="1574">
                  <c:v>43579</c:v>
                </c:pt>
                <c:pt idx="1575">
                  <c:v>43580</c:v>
                </c:pt>
                <c:pt idx="1576">
                  <c:v>43581</c:v>
                </c:pt>
                <c:pt idx="1577">
                  <c:v>43582</c:v>
                </c:pt>
                <c:pt idx="1578">
                  <c:v>43583</c:v>
                </c:pt>
                <c:pt idx="1579">
                  <c:v>43584</c:v>
                </c:pt>
                <c:pt idx="1580">
                  <c:v>43585</c:v>
                </c:pt>
                <c:pt idx="1581">
                  <c:v>43586</c:v>
                </c:pt>
                <c:pt idx="1582">
                  <c:v>43587</c:v>
                </c:pt>
                <c:pt idx="1583">
                  <c:v>43588</c:v>
                </c:pt>
                <c:pt idx="1584">
                  <c:v>43589</c:v>
                </c:pt>
                <c:pt idx="1585">
                  <c:v>43590</c:v>
                </c:pt>
                <c:pt idx="1586">
                  <c:v>43591</c:v>
                </c:pt>
                <c:pt idx="1587">
                  <c:v>43592</c:v>
                </c:pt>
                <c:pt idx="1588">
                  <c:v>43593</c:v>
                </c:pt>
                <c:pt idx="1589">
                  <c:v>43594</c:v>
                </c:pt>
                <c:pt idx="1590">
                  <c:v>43595</c:v>
                </c:pt>
                <c:pt idx="1591">
                  <c:v>43596</c:v>
                </c:pt>
                <c:pt idx="1592">
                  <c:v>43597</c:v>
                </c:pt>
                <c:pt idx="1593">
                  <c:v>43598</c:v>
                </c:pt>
                <c:pt idx="1594">
                  <c:v>43599</c:v>
                </c:pt>
                <c:pt idx="1595">
                  <c:v>43600</c:v>
                </c:pt>
                <c:pt idx="1596">
                  <c:v>43601</c:v>
                </c:pt>
                <c:pt idx="1597">
                  <c:v>43602</c:v>
                </c:pt>
                <c:pt idx="1598">
                  <c:v>43603</c:v>
                </c:pt>
                <c:pt idx="1599">
                  <c:v>43604</c:v>
                </c:pt>
                <c:pt idx="1600">
                  <c:v>43605</c:v>
                </c:pt>
                <c:pt idx="1601">
                  <c:v>43606</c:v>
                </c:pt>
                <c:pt idx="1602">
                  <c:v>43607</c:v>
                </c:pt>
                <c:pt idx="1603">
                  <c:v>43608</c:v>
                </c:pt>
                <c:pt idx="1604">
                  <c:v>43609</c:v>
                </c:pt>
                <c:pt idx="1605">
                  <c:v>43610</c:v>
                </c:pt>
                <c:pt idx="1606">
                  <c:v>43611</c:v>
                </c:pt>
                <c:pt idx="1607">
                  <c:v>43612</c:v>
                </c:pt>
                <c:pt idx="1608">
                  <c:v>43613</c:v>
                </c:pt>
                <c:pt idx="1609">
                  <c:v>43614</c:v>
                </c:pt>
                <c:pt idx="1610">
                  <c:v>43615</c:v>
                </c:pt>
                <c:pt idx="1611">
                  <c:v>43616</c:v>
                </c:pt>
                <c:pt idx="1612">
                  <c:v>43617</c:v>
                </c:pt>
                <c:pt idx="1613">
                  <c:v>43618</c:v>
                </c:pt>
                <c:pt idx="1614">
                  <c:v>43619</c:v>
                </c:pt>
                <c:pt idx="1615">
                  <c:v>43620</c:v>
                </c:pt>
                <c:pt idx="1616">
                  <c:v>43621</c:v>
                </c:pt>
                <c:pt idx="1617">
                  <c:v>43622</c:v>
                </c:pt>
                <c:pt idx="1618">
                  <c:v>43623</c:v>
                </c:pt>
                <c:pt idx="1619">
                  <c:v>43624</c:v>
                </c:pt>
                <c:pt idx="1620">
                  <c:v>43625</c:v>
                </c:pt>
                <c:pt idx="1621">
                  <c:v>43626</c:v>
                </c:pt>
                <c:pt idx="1622">
                  <c:v>43627</c:v>
                </c:pt>
                <c:pt idx="1623">
                  <c:v>43628</c:v>
                </c:pt>
                <c:pt idx="1624">
                  <c:v>43629</c:v>
                </c:pt>
                <c:pt idx="1625">
                  <c:v>43630</c:v>
                </c:pt>
                <c:pt idx="1626">
                  <c:v>43631</c:v>
                </c:pt>
                <c:pt idx="1627">
                  <c:v>43632</c:v>
                </c:pt>
                <c:pt idx="1628">
                  <c:v>43633</c:v>
                </c:pt>
                <c:pt idx="1629">
                  <c:v>43634</c:v>
                </c:pt>
                <c:pt idx="1630">
                  <c:v>43635</c:v>
                </c:pt>
                <c:pt idx="1631">
                  <c:v>43636</c:v>
                </c:pt>
                <c:pt idx="1632">
                  <c:v>43637</c:v>
                </c:pt>
                <c:pt idx="1633">
                  <c:v>43638</c:v>
                </c:pt>
                <c:pt idx="1634">
                  <c:v>43639</c:v>
                </c:pt>
                <c:pt idx="1635">
                  <c:v>43640</c:v>
                </c:pt>
                <c:pt idx="1636">
                  <c:v>43641</c:v>
                </c:pt>
                <c:pt idx="1637">
                  <c:v>43642</c:v>
                </c:pt>
                <c:pt idx="1638">
                  <c:v>43643</c:v>
                </c:pt>
                <c:pt idx="1639">
                  <c:v>43644</c:v>
                </c:pt>
                <c:pt idx="1640">
                  <c:v>43645</c:v>
                </c:pt>
                <c:pt idx="1641">
                  <c:v>43646</c:v>
                </c:pt>
                <c:pt idx="1642">
                  <c:v>43647</c:v>
                </c:pt>
                <c:pt idx="1643">
                  <c:v>43648</c:v>
                </c:pt>
                <c:pt idx="1644">
                  <c:v>43649</c:v>
                </c:pt>
                <c:pt idx="1645">
                  <c:v>43650</c:v>
                </c:pt>
                <c:pt idx="1646">
                  <c:v>43651</c:v>
                </c:pt>
                <c:pt idx="1647">
                  <c:v>43652</c:v>
                </c:pt>
                <c:pt idx="1648">
                  <c:v>43653</c:v>
                </c:pt>
                <c:pt idx="1649">
                  <c:v>43654</c:v>
                </c:pt>
                <c:pt idx="1650">
                  <c:v>43655</c:v>
                </c:pt>
                <c:pt idx="1651">
                  <c:v>43656</c:v>
                </c:pt>
                <c:pt idx="1652">
                  <c:v>43657</c:v>
                </c:pt>
                <c:pt idx="1653">
                  <c:v>43658</c:v>
                </c:pt>
                <c:pt idx="1654">
                  <c:v>43659</c:v>
                </c:pt>
                <c:pt idx="1655">
                  <c:v>43660</c:v>
                </c:pt>
                <c:pt idx="1656">
                  <c:v>43661</c:v>
                </c:pt>
                <c:pt idx="1657">
                  <c:v>43662</c:v>
                </c:pt>
                <c:pt idx="1658">
                  <c:v>43663</c:v>
                </c:pt>
                <c:pt idx="1659">
                  <c:v>43664</c:v>
                </c:pt>
                <c:pt idx="1660">
                  <c:v>43665</c:v>
                </c:pt>
                <c:pt idx="1661">
                  <c:v>43666</c:v>
                </c:pt>
                <c:pt idx="1662">
                  <c:v>43667</c:v>
                </c:pt>
                <c:pt idx="1663">
                  <c:v>43668</c:v>
                </c:pt>
                <c:pt idx="1664">
                  <c:v>43669</c:v>
                </c:pt>
                <c:pt idx="1665">
                  <c:v>43670</c:v>
                </c:pt>
                <c:pt idx="1666">
                  <c:v>43671</c:v>
                </c:pt>
                <c:pt idx="1667">
                  <c:v>43672</c:v>
                </c:pt>
                <c:pt idx="1668">
                  <c:v>43673</c:v>
                </c:pt>
                <c:pt idx="1669">
                  <c:v>43674</c:v>
                </c:pt>
                <c:pt idx="1670">
                  <c:v>43675</c:v>
                </c:pt>
                <c:pt idx="1671">
                  <c:v>43676</c:v>
                </c:pt>
                <c:pt idx="1672">
                  <c:v>43677</c:v>
                </c:pt>
                <c:pt idx="1673">
                  <c:v>43678</c:v>
                </c:pt>
                <c:pt idx="1674">
                  <c:v>43679</c:v>
                </c:pt>
                <c:pt idx="1675">
                  <c:v>43680</c:v>
                </c:pt>
                <c:pt idx="1676">
                  <c:v>43681</c:v>
                </c:pt>
                <c:pt idx="1677">
                  <c:v>43682</c:v>
                </c:pt>
                <c:pt idx="1678">
                  <c:v>43683</c:v>
                </c:pt>
                <c:pt idx="1679">
                  <c:v>43684</c:v>
                </c:pt>
                <c:pt idx="1680">
                  <c:v>43685</c:v>
                </c:pt>
                <c:pt idx="1681">
                  <c:v>43686</c:v>
                </c:pt>
                <c:pt idx="1682">
                  <c:v>43687</c:v>
                </c:pt>
                <c:pt idx="1683">
                  <c:v>43688</c:v>
                </c:pt>
                <c:pt idx="1684">
                  <c:v>43689</c:v>
                </c:pt>
                <c:pt idx="1685">
                  <c:v>43690</c:v>
                </c:pt>
                <c:pt idx="1686">
                  <c:v>43691</c:v>
                </c:pt>
                <c:pt idx="1687">
                  <c:v>43692</c:v>
                </c:pt>
                <c:pt idx="1688">
                  <c:v>43693</c:v>
                </c:pt>
                <c:pt idx="1689">
                  <c:v>43694</c:v>
                </c:pt>
                <c:pt idx="1690">
                  <c:v>43695</c:v>
                </c:pt>
                <c:pt idx="1691">
                  <c:v>43696</c:v>
                </c:pt>
                <c:pt idx="1692">
                  <c:v>43697</c:v>
                </c:pt>
                <c:pt idx="1693">
                  <c:v>43698</c:v>
                </c:pt>
                <c:pt idx="1694">
                  <c:v>43699</c:v>
                </c:pt>
                <c:pt idx="1695">
                  <c:v>43700</c:v>
                </c:pt>
                <c:pt idx="1696">
                  <c:v>43701</c:v>
                </c:pt>
                <c:pt idx="1697">
                  <c:v>43702</c:v>
                </c:pt>
                <c:pt idx="1698">
                  <c:v>43703</c:v>
                </c:pt>
                <c:pt idx="1699">
                  <c:v>43704</c:v>
                </c:pt>
                <c:pt idx="1700">
                  <c:v>43705</c:v>
                </c:pt>
                <c:pt idx="1701">
                  <c:v>43706</c:v>
                </c:pt>
                <c:pt idx="1702">
                  <c:v>43707</c:v>
                </c:pt>
                <c:pt idx="1703">
                  <c:v>43708</c:v>
                </c:pt>
                <c:pt idx="1704">
                  <c:v>43709</c:v>
                </c:pt>
                <c:pt idx="1705">
                  <c:v>43710</c:v>
                </c:pt>
                <c:pt idx="1706">
                  <c:v>43711</c:v>
                </c:pt>
                <c:pt idx="1707">
                  <c:v>43712</c:v>
                </c:pt>
                <c:pt idx="1708">
                  <c:v>43713</c:v>
                </c:pt>
                <c:pt idx="1709">
                  <c:v>43714</c:v>
                </c:pt>
                <c:pt idx="1710">
                  <c:v>43715</c:v>
                </c:pt>
                <c:pt idx="1711">
                  <c:v>43716</c:v>
                </c:pt>
                <c:pt idx="1712">
                  <c:v>43717</c:v>
                </c:pt>
                <c:pt idx="1713">
                  <c:v>43718</c:v>
                </c:pt>
                <c:pt idx="1714">
                  <c:v>43719</c:v>
                </c:pt>
                <c:pt idx="1715">
                  <c:v>43720</c:v>
                </c:pt>
                <c:pt idx="1716">
                  <c:v>43721</c:v>
                </c:pt>
                <c:pt idx="1717">
                  <c:v>43722</c:v>
                </c:pt>
                <c:pt idx="1718">
                  <c:v>43723</c:v>
                </c:pt>
                <c:pt idx="1719">
                  <c:v>43724</c:v>
                </c:pt>
                <c:pt idx="1720">
                  <c:v>43725</c:v>
                </c:pt>
                <c:pt idx="1721">
                  <c:v>43726</c:v>
                </c:pt>
                <c:pt idx="1722">
                  <c:v>43727</c:v>
                </c:pt>
                <c:pt idx="1723">
                  <c:v>43728</c:v>
                </c:pt>
                <c:pt idx="1724">
                  <c:v>43729</c:v>
                </c:pt>
                <c:pt idx="1725">
                  <c:v>43730</c:v>
                </c:pt>
                <c:pt idx="1726">
                  <c:v>43731</c:v>
                </c:pt>
                <c:pt idx="1727">
                  <c:v>43732</c:v>
                </c:pt>
                <c:pt idx="1728">
                  <c:v>43733</c:v>
                </c:pt>
                <c:pt idx="1729">
                  <c:v>43734</c:v>
                </c:pt>
                <c:pt idx="1730">
                  <c:v>43735</c:v>
                </c:pt>
                <c:pt idx="1731">
                  <c:v>43736</c:v>
                </c:pt>
                <c:pt idx="1732">
                  <c:v>43737</c:v>
                </c:pt>
                <c:pt idx="1733">
                  <c:v>43738</c:v>
                </c:pt>
                <c:pt idx="1734">
                  <c:v>43739</c:v>
                </c:pt>
                <c:pt idx="1735">
                  <c:v>43740</c:v>
                </c:pt>
                <c:pt idx="1736">
                  <c:v>43741</c:v>
                </c:pt>
                <c:pt idx="1737">
                  <c:v>43742</c:v>
                </c:pt>
                <c:pt idx="1738">
                  <c:v>43743</c:v>
                </c:pt>
                <c:pt idx="1739">
                  <c:v>43744</c:v>
                </c:pt>
                <c:pt idx="1740">
                  <c:v>43745</c:v>
                </c:pt>
                <c:pt idx="1741">
                  <c:v>43746</c:v>
                </c:pt>
                <c:pt idx="1742">
                  <c:v>43747</c:v>
                </c:pt>
                <c:pt idx="1743">
                  <c:v>43748</c:v>
                </c:pt>
                <c:pt idx="1744">
                  <c:v>43749</c:v>
                </c:pt>
                <c:pt idx="1745">
                  <c:v>43750</c:v>
                </c:pt>
                <c:pt idx="1746">
                  <c:v>43751</c:v>
                </c:pt>
                <c:pt idx="1747">
                  <c:v>43752</c:v>
                </c:pt>
                <c:pt idx="1748">
                  <c:v>43753</c:v>
                </c:pt>
                <c:pt idx="1749">
                  <c:v>43754</c:v>
                </c:pt>
                <c:pt idx="1750">
                  <c:v>43755</c:v>
                </c:pt>
                <c:pt idx="1751">
                  <c:v>43756</c:v>
                </c:pt>
                <c:pt idx="1752">
                  <c:v>43757</c:v>
                </c:pt>
                <c:pt idx="1753">
                  <c:v>43758</c:v>
                </c:pt>
                <c:pt idx="1754">
                  <c:v>43759</c:v>
                </c:pt>
                <c:pt idx="1755">
                  <c:v>43760</c:v>
                </c:pt>
                <c:pt idx="1756">
                  <c:v>43761</c:v>
                </c:pt>
                <c:pt idx="1757">
                  <c:v>43762</c:v>
                </c:pt>
                <c:pt idx="1758">
                  <c:v>43763</c:v>
                </c:pt>
                <c:pt idx="1759">
                  <c:v>43764</c:v>
                </c:pt>
                <c:pt idx="1760">
                  <c:v>43765</c:v>
                </c:pt>
                <c:pt idx="1761">
                  <c:v>43766</c:v>
                </c:pt>
                <c:pt idx="1762">
                  <c:v>43767</c:v>
                </c:pt>
                <c:pt idx="1763">
                  <c:v>43768</c:v>
                </c:pt>
                <c:pt idx="1764">
                  <c:v>43769</c:v>
                </c:pt>
                <c:pt idx="1765">
                  <c:v>43770</c:v>
                </c:pt>
                <c:pt idx="1766">
                  <c:v>43771</c:v>
                </c:pt>
                <c:pt idx="1767">
                  <c:v>43772</c:v>
                </c:pt>
                <c:pt idx="1768">
                  <c:v>43773</c:v>
                </c:pt>
                <c:pt idx="1769">
                  <c:v>43774</c:v>
                </c:pt>
                <c:pt idx="1770">
                  <c:v>43775</c:v>
                </c:pt>
                <c:pt idx="1771">
                  <c:v>43776</c:v>
                </c:pt>
                <c:pt idx="1772">
                  <c:v>43777</c:v>
                </c:pt>
                <c:pt idx="1773">
                  <c:v>43778</c:v>
                </c:pt>
                <c:pt idx="1774">
                  <c:v>43779</c:v>
                </c:pt>
                <c:pt idx="1775">
                  <c:v>43780</c:v>
                </c:pt>
                <c:pt idx="1776">
                  <c:v>43781</c:v>
                </c:pt>
                <c:pt idx="1777">
                  <c:v>43782</c:v>
                </c:pt>
                <c:pt idx="1778">
                  <c:v>43783</c:v>
                </c:pt>
                <c:pt idx="1779">
                  <c:v>43784</c:v>
                </c:pt>
                <c:pt idx="1780">
                  <c:v>43785</c:v>
                </c:pt>
                <c:pt idx="1781">
                  <c:v>43786</c:v>
                </c:pt>
                <c:pt idx="1782">
                  <c:v>43787</c:v>
                </c:pt>
                <c:pt idx="1783">
                  <c:v>43788</c:v>
                </c:pt>
                <c:pt idx="1784">
                  <c:v>43789</c:v>
                </c:pt>
                <c:pt idx="1785">
                  <c:v>43790</c:v>
                </c:pt>
                <c:pt idx="1786">
                  <c:v>43791</c:v>
                </c:pt>
                <c:pt idx="1787">
                  <c:v>43792</c:v>
                </c:pt>
                <c:pt idx="1788">
                  <c:v>43793</c:v>
                </c:pt>
                <c:pt idx="1789">
                  <c:v>43794</c:v>
                </c:pt>
                <c:pt idx="1790">
                  <c:v>43795</c:v>
                </c:pt>
                <c:pt idx="1791">
                  <c:v>43796</c:v>
                </c:pt>
                <c:pt idx="1792">
                  <c:v>43797</c:v>
                </c:pt>
                <c:pt idx="1793">
                  <c:v>43798</c:v>
                </c:pt>
                <c:pt idx="1794">
                  <c:v>43799</c:v>
                </c:pt>
                <c:pt idx="1795">
                  <c:v>43800</c:v>
                </c:pt>
                <c:pt idx="1796">
                  <c:v>43801</c:v>
                </c:pt>
                <c:pt idx="1797">
                  <c:v>43802</c:v>
                </c:pt>
                <c:pt idx="1798">
                  <c:v>43803</c:v>
                </c:pt>
                <c:pt idx="1799">
                  <c:v>43804</c:v>
                </c:pt>
                <c:pt idx="1800">
                  <c:v>43805</c:v>
                </c:pt>
                <c:pt idx="1801">
                  <c:v>43806</c:v>
                </c:pt>
                <c:pt idx="1802">
                  <c:v>43807</c:v>
                </c:pt>
                <c:pt idx="1803">
                  <c:v>43808</c:v>
                </c:pt>
                <c:pt idx="1804">
                  <c:v>43809</c:v>
                </c:pt>
                <c:pt idx="1805">
                  <c:v>43810</c:v>
                </c:pt>
                <c:pt idx="1806">
                  <c:v>43811</c:v>
                </c:pt>
                <c:pt idx="1807">
                  <c:v>43812</c:v>
                </c:pt>
                <c:pt idx="1808">
                  <c:v>43813</c:v>
                </c:pt>
                <c:pt idx="1809">
                  <c:v>43814</c:v>
                </c:pt>
                <c:pt idx="1810">
                  <c:v>43815</c:v>
                </c:pt>
                <c:pt idx="1811">
                  <c:v>43816</c:v>
                </c:pt>
                <c:pt idx="1812">
                  <c:v>43817</c:v>
                </c:pt>
                <c:pt idx="1813">
                  <c:v>43818</c:v>
                </c:pt>
                <c:pt idx="1814">
                  <c:v>43819</c:v>
                </c:pt>
                <c:pt idx="1815">
                  <c:v>43820</c:v>
                </c:pt>
                <c:pt idx="1816">
                  <c:v>43821</c:v>
                </c:pt>
                <c:pt idx="1817">
                  <c:v>43822</c:v>
                </c:pt>
                <c:pt idx="1818">
                  <c:v>43823</c:v>
                </c:pt>
                <c:pt idx="1819">
                  <c:v>43824</c:v>
                </c:pt>
                <c:pt idx="1820">
                  <c:v>43825</c:v>
                </c:pt>
                <c:pt idx="1821">
                  <c:v>43826</c:v>
                </c:pt>
                <c:pt idx="1822">
                  <c:v>43827</c:v>
                </c:pt>
                <c:pt idx="1823">
                  <c:v>43828</c:v>
                </c:pt>
                <c:pt idx="1824">
                  <c:v>43829</c:v>
                </c:pt>
                <c:pt idx="1825">
                  <c:v>43830</c:v>
                </c:pt>
                <c:pt idx="1826">
                  <c:v>43831</c:v>
                </c:pt>
                <c:pt idx="1827">
                  <c:v>43832</c:v>
                </c:pt>
                <c:pt idx="1828">
                  <c:v>43833</c:v>
                </c:pt>
                <c:pt idx="1829">
                  <c:v>43834</c:v>
                </c:pt>
                <c:pt idx="1830">
                  <c:v>43835</c:v>
                </c:pt>
                <c:pt idx="1831">
                  <c:v>43836</c:v>
                </c:pt>
                <c:pt idx="1832">
                  <c:v>43837</c:v>
                </c:pt>
                <c:pt idx="1833">
                  <c:v>43838</c:v>
                </c:pt>
                <c:pt idx="1834">
                  <c:v>43839</c:v>
                </c:pt>
                <c:pt idx="1835">
                  <c:v>43840</c:v>
                </c:pt>
                <c:pt idx="1836">
                  <c:v>43841</c:v>
                </c:pt>
                <c:pt idx="1837">
                  <c:v>43842</c:v>
                </c:pt>
                <c:pt idx="1838">
                  <c:v>43843</c:v>
                </c:pt>
                <c:pt idx="1839">
                  <c:v>43844</c:v>
                </c:pt>
                <c:pt idx="1840">
                  <c:v>43845</c:v>
                </c:pt>
                <c:pt idx="1841">
                  <c:v>43846</c:v>
                </c:pt>
                <c:pt idx="1842">
                  <c:v>43847</c:v>
                </c:pt>
                <c:pt idx="1843">
                  <c:v>43848</c:v>
                </c:pt>
                <c:pt idx="1844">
                  <c:v>43849</c:v>
                </c:pt>
                <c:pt idx="1845">
                  <c:v>43850</c:v>
                </c:pt>
                <c:pt idx="1846">
                  <c:v>43851</c:v>
                </c:pt>
                <c:pt idx="1847">
                  <c:v>43852</c:v>
                </c:pt>
                <c:pt idx="1848">
                  <c:v>43853</c:v>
                </c:pt>
                <c:pt idx="1849">
                  <c:v>43854</c:v>
                </c:pt>
                <c:pt idx="1850">
                  <c:v>43855</c:v>
                </c:pt>
                <c:pt idx="1851">
                  <c:v>43856</c:v>
                </c:pt>
                <c:pt idx="1852">
                  <c:v>43857</c:v>
                </c:pt>
                <c:pt idx="1853">
                  <c:v>43858</c:v>
                </c:pt>
                <c:pt idx="1854">
                  <c:v>43859</c:v>
                </c:pt>
                <c:pt idx="1855">
                  <c:v>43860</c:v>
                </c:pt>
                <c:pt idx="1856">
                  <c:v>43861</c:v>
                </c:pt>
                <c:pt idx="1857">
                  <c:v>43862</c:v>
                </c:pt>
                <c:pt idx="1858">
                  <c:v>43863</c:v>
                </c:pt>
                <c:pt idx="1859">
                  <c:v>43864</c:v>
                </c:pt>
                <c:pt idx="1860">
                  <c:v>43865</c:v>
                </c:pt>
                <c:pt idx="1861">
                  <c:v>43866</c:v>
                </c:pt>
                <c:pt idx="1862">
                  <c:v>43867</c:v>
                </c:pt>
                <c:pt idx="1863">
                  <c:v>43868</c:v>
                </c:pt>
                <c:pt idx="1864">
                  <c:v>43869</c:v>
                </c:pt>
                <c:pt idx="1865">
                  <c:v>43870</c:v>
                </c:pt>
                <c:pt idx="1866">
                  <c:v>43871</c:v>
                </c:pt>
                <c:pt idx="1867">
                  <c:v>43872</c:v>
                </c:pt>
                <c:pt idx="1868">
                  <c:v>43873</c:v>
                </c:pt>
                <c:pt idx="1869">
                  <c:v>43874</c:v>
                </c:pt>
                <c:pt idx="1870">
                  <c:v>43875</c:v>
                </c:pt>
                <c:pt idx="1871">
                  <c:v>43876</c:v>
                </c:pt>
                <c:pt idx="1872">
                  <c:v>43877</c:v>
                </c:pt>
                <c:pt idx="1873">
                  <c:v>43878</c:v>
                </c:pt>
                <c:pt idx="1874">
                  <c:v>43879</c:v>
                </c:pt>
                <c:pt idx="1875">
                  <c:v>43880</c:v>
                </c:pt>
                <c:pt idx="1876">
                  <c:v>43881</c:v>
                </c:pt>
                <c:pt idx="1877">
                  <c:v>43882</c:v>
                </c:pt>
                <c:pt idx="1878">
                  <c:v>43883</c:v>
                </c:pt>
                <c:pt idx="1879">
                  <c:v>43884</c:v>
                </c:pt>
                <c:pt idx="1880">
                  <c:v>43885</c:v>
                </c:pt>
                <c:pt idx="1881">
                  <c:v>43886</c:v>
                </c:pt>
                <c:pt idx="1882">
                  <c:v>43887</c:v>
                </c:pt>
                <c:pt idx="1883">
                  <c:v>43888</c:v>
                </c:pt>
                <c:pt idx="1884">
                  <c:v>43889</c:v>
                </c:pt>
                <c:pt idx="1885">
                  <c:v>43890</c:v>
                </c:pt>
                <c:pt idx="1886">
                  <c:v>43891</c:v>
                </c:pt>
                <c:pt idx="1887">
                  <c:v>43892</c:v>
                </c:pt>
                <c:pt idx="1888">
                  <c:v>43893</c:v>
                </c:pt>
                <c:pt idx="1889">
                  <c:v>43894</c:v>
                </c:pt>
                <c:pt idx="1890">
                  <c:v>43895</c:v>
                </c:pt>
                <c:pt idx="1891">
                  <c:v>43896</c:v>
                </c:pt>
                <c:pt idx="1892">
                  <c:v>43897</c:v>
                </c:pt>
                <c:pt idx="1893">
                  <c:v>43898</c:v>
                </c:pt>
                <c:pt idx="1894">
                  <c:v>43899</c:v>
                </c:pt>
                <c:pt idx="1895">
                  <c:v>43900</c:v>
                </c:pt>
                <c:pt idx="1896">
                  <c:v>43901</c:v>
                </c:pt>
                <c:pt idx="1897">
                  <c:v>43902</c:v>
                </c:pt>
                <c:pt idx="1898">
                  <c:v>43903</c:v>
                </c:pt>
                <c:pt idx="1899">
                  <c:v>43904</c:v>
                </c:pt>
                <c:pt idx="1900">
                  <c:v>43905</c:v>
                </c:pt>
                <c:pt idx="1901">
                  <c:v>43906</c:v>
                </c:pt>
                <c:pt idx="1902">
                  <c:v>43907</c:v>
                </c:pt>
                <c:pt idx="1903">
                  <c:v>43908</c:v>
                </c:pt>
                <c:pt idx="1904">
                  <c:v>43909</c:v>
                </c:pt>
                <c:pt idx="1905">
                  <c:v>43910</c:v>
                </c:pt>
                <c:pt idx="1906">
                  <c:v>43911</c:v>
                </c:pt>
                <c:pt idx="1907">
                  <c:v>43912</c:v>
                </c:pt>
                <c:pt idx="1908">
                  <c:v>43913</c:v>
                </c:pt>
                <c:pt idx="1909">
                  <c:v>43914</c:v>
                </c:pt>
                <c:pt idx="1910">
                  <c:v>43915</c:v>
                </c:pt>
                <c:pt idx="1911">
                  <c:v>43916</c:v>
                </c:pt>
                <c:pt idx="1912">
                  <c:v>43917</c:v>
                </c:pt>
                <c:pt idx="1913">
                  <c:v>43918</c:v>
                </c:pt>
                <c:pt idx="1914">
                  <c:v>43919</c:v>
                </c:pt>
                <c:pt idx="1915">
                  <c:v>43920</c:v>
                </c:pt>
                <c:pt idx="1916">
                  <c:v>43921</c:v>
                </c:pt>
                <c:pt idx="1917">
                  <c:v>43922</c:v>
                </c:pt>
                <c:pt idx="1918">
                  <c:v>43923</c:v>
                </c:pt>
                <c:pt idx="1919">
                  <c:v>43924</c:v>
                </c:pt>
                <c:pt idx="1920">
                  <c:v>43925</c:v>
                </c:pt>
                <c:pt idx="1921">
                  <c:v>43926</c:v>
                </c:pt>
                <c:pt idx="1922">
                  <c:v>43927</c:v>
                </c:pt>
                <c:pt idx="1923">
                  <c:v>43928</c:v>
                </c:pt>
                <c:pt idx="1924">
                  <c:v>43929</c:v>
                </c:pt>
                <c:pt idx="1925">
                  <c:v>43930</c:v>
                </c:pt>
                <c:pt idx="1926">
                  <c:v>43931</c:v>
                </c:pt>
                <c:pt idx="1927">
                  <c:v>43932</c:v>
                </c:pt>
                <c:pt idx="1928">
                  <c:v>43933</c:v>
                </c:pt>
                <c:pt idx="1929">
                  <c:v>43934</c:v>
                </c:pt>
                <c:pt idx="1930">
                  <c:v>43935</c:v>
                </c:pt>
                <c:pt idx="1931">
                  <c:v>43936</c:v>
                </c:pt>
                <c:pt idx="1932">
                  <c:v>43937</c:v>
                </c:pt>
                <c:pt idx="1933">
                  <c:v>43938</c:v>
                </c:pt>
                <c:pt idx="1934">
                  <c:v>43939</c:v>
                </c:pt>
                <c:pt idx="1935">
                  <c:v>43940</c:v>
                </c:pt>
                <c:pt idx="1936">
                  <c:v>43941</c:v>
                </c:pt>
                <c:pt idx="1937">
                  <c:v>43942</c:v>
                </c:pt>
                <c:pt idx="1938">
                  <c:v>43943</c:v>
                </c:pt>
                <c:pt idx="1939">
                  <c:v>43944</c:v>
                </c:pt>
                <c:pt idx="1940">
                  <c:v>43945</c:v>
                </c:pt>
                <c:pt idx="1941">
                  <c:v>43946</c:v>
                </c:pt>
                <c:pt idx="1942">
                  <c:v>43947</c:v>
                </c:pt>
                <c:pt idx="1943">
                  <c:v>43948</c:v>
                </c:pt>
                <c:pt idx="1944">
                  <c:v>43949</c:v>
                </c:pt>
                <c:pt idx="1945">
                  <c:v>43950</c:v>
                </c:pt>
                <c:pt idx="1946">
                  <c:v>43951</c:v>
                </c:pt>
                <c:pt idx="1947">
                  <c:v>43952</c:v>
                </c:pt>
                <c:pt idx="1948">
                  <c:v>43953</c:v>
                </c:pt>
                <c:pt idx="1949">
                  <c:v>43954</c:v>
                </c:pt>
                <c:pt idx="1950">
                  <c:v>43955</c:v>
                </c:pt>
                <c:pt idx="1951">
                  <c:v>43956</c:v>
                </c:pt>
                <c:pt idx="1952">
                  <c:v>43957</c:v>
                </c:pt>
                <c:pt idx="1953">
                  <c:v>43958</c:v>
                </c:pt>
                <c:pt idx="1954">
                  <c:v>43959</c:v>
                </c:pt>
                <c:pt idx="1955">
                  <c:v>43960</c:v>
                </c:pt>
                <c:pt idx="1956">
                  <c:v>43961</c:v>
                </c:pt>
                <c:pt idx="1957">
                  <c:v>43962</c:v>
                </c:pt>
                <c:pt idx="1958">
                  <c:v>43963</c:v>
                </c:pt>
                <c:pt idx="1959">
                  <c:v>43964</c:v>
                </c:pt>
                <c:pt idx="1960">
                  <c:v>43965</c:v>
                </c:pt>
                <c:pt idx="1961">
                  <c:v>43966</c:v>
                </c:pt>
                <c:pt idx="1962">
                  <c:v>43967</c:v>
                </c:pt>
                <c:pt idx="1963">
                  <c:v>43968</c:v>
                </c:pt>
                <c:pt idx="1964">
                  <c:v>43969</c:v>
                </c:pt>
                <c:pt idx="1965">
                  <c:v>43970</c:v>
                </c:pt>
                <c:pt idx="1966">
                  <c:v>43971</c:v>
                </c:pt>
                <c:pt idx="1967">
                  <c:v>43972</c:v>
                </c:pt>
                <c:pt idx="1968">
                  <c:v>43973</c:v>
                </c:pt>
                <c:pt idx="1969">
                  <c:v>43974</c:v>
                </c:pt>
                <c:pt idx="1970">
                  <c:v>43975</c:v>
                </c:pt>
                <c:pt idx="1971">
                  <c:v>43976</c:v>
                </c:pt>
                <c:pt idx="1972">
                  <c:v>43977</c:v>
                </c:pt>
                <c:pt idx="1973">
                  <c:v>43978</c:v>
                </c:pt>
                <c:pt idx="1974">
                  <c:v>43979</c:v>
                </c:pt>
                <c:pt idx="1975">
                  <c:v>43980</c:v>
                </c:pt>
                <c:pt idx="1976">
                  <c:v>43981</c:v>
                </c:pt>
                <c:pt idx="1977">
                  <c:v>43982</c:v>
                </c:pt>
                <c:pt idx="1978">
                  <c:v>43983</c:v>
                </c:pt>
                <c:pt idx="1979">
                  <c:v>43984</c:v>
                </c:pt>
                <c:pt idx="1980">
                  <c:v>43985</c:v>
                </c:pt>
                <c:pt idx="1981">
                  <c:v>43986</c:v>
                </c:pt>
                <c:pt idx="1982">
                  <c:v>43987</c:v>
                </c:pt>
                <c:pt idx="1983">
                  <c:v>43988</c:v>
                </c:pt>
                <c:pt idx="1984">
                  <c:v>43989</c:v>
                </c:pt>
                <c:pt idx="1985">
                  <c:v>43990</c:v>
                </c:pt>
                <c:pt idx="1986">
                  <c:v>43991</c:v>
                </c:pt>
                <c:pt idx="1987">
                  <c:v>43992</c:v>
                </c:pt>
                <c:pt idx="1988">
                  <c:v>43993</c:v>
                </c:pt>
                <c:pt idx="1989">
                  <c:v>43994</c:v>
                </c:pt>
                <c:pt idx="1990">
                  <c:v>43995</c:v>
                </c:pt>
                <c:pt idx="1991">
                  <c:v>43996</c:v>
                </c:pt>
                <c:pt idx="1992">
                  <c:v>43997</c:v>
                </c:pt>
                <c:pt idx="1993">
                  <c:v>43998</c:v>
                </c:pt>
                <c:pt idx="1994">
                  <c:v>43999</c:v>
                </c:pt>
                <c:pt idx="1995">
                  <c:v>44000</c:v>
                </c:pt>
                <c:pt idx="1996">
                  <c:v>44001</c:v>
                </c:pt>
                <c:pt idx="1997">
                  <c:v>44002</c:v>
                </c:pt>
                <c:pt idx="1998">
                  <c:v>44003</c:v>
                </c:pt>
                <c:pt idx="1999">
                  <c:v>44004</c:v>
                </c:pt>
                <c:pt idx="2000">
                  <c:v>44005</c:v>
                </c:pt>
                <c:pt idx="2001">
                  <c:v>44006</c:v>
                </c:pt>
                <c:pt idx="2002">
                  <c:v>44007</c:v>
                </c:pt>
                <c:pt idx="2003">
                  <c:v>44008</c:v>
                </c:pt>
                <c:pt idx="2004">
                  <c:v>44009</c:v>
                </c:pt>
                <c:pt idx="2005">
                  <c:v>44010</c:v>
                </c:pt>
                <c:pt idx="2006">
                  <c:v>44011</c:v>
                </c:pt>
                <c:pt idx="2007">
                  <c:v>44012</c:v>
                </c:pt>
                <c:pt idx="2008">
                  <c:v>44013</c:v>
                </c:pt>
                <c:pt idx="2009">
                  <c:v>44014</c:v>
                </c:pt>
                <c:pt idx="2010">
                  <c:v>44015</c:v>
                </c:pt>
                <c:pt idx="2011">
                  <c:v>44016</c:v>
                </c:pt>
                <c:pt idx="2012">
                  <c:v>44017</c:v>
                </c:pt>
                <c:pt idx="2013">
                  <c:v>44018</c:v>
                </c:pt>
                <c:pt idx="2014">
                  <c:v>44019</c:v>
                </c:pt>
                <c:pt idx="2015">
                  <c:v>44020</c:v>
                </c:pt>
                <c:pt idx="2016">
                  <c:v>44021</c:v>
                </c:pt>
                <c:pt idx="2017">
                  <c:v>44022</c:v>
                </c:pt>
                <c:pt idx="2018">
                  <c:v>44023</c:v>
                </c:pt>
                <c:pt idx="2019">
                  <c:v>44024</c:v>
                </c:pt>
                <c:pt idx="2020">
                  <c:v>44025</c:v>
                </c:pt>
                <c:pt idx="2021">
                  <c:v>44026</c:v>
                </c:pt>
                <c:pt idx="2022">
                  <c:v>44027</c:v>
                </c:pt>
                <c:pt idx="2023">
                  <c:v>44028</c:v>
                </c:pt>
                <c:pt idx="2024">
                  <c:v>44029</c:v>
                </c:pt>
                <c:pt idx="2025">
                  <c:v>44030</c:v>
                </c:pt>
                <c:pt idx="2026">
                  <c:v>44031</c:v>
                </c:pt>
                <c:pt idx="2027">
                  <c:v>44032</c:v>
                </c:pt>
                <c:pt idx="2028">
                  <c:v>44033</c:v>
                </c:pt>
                <c:pt idx="2029">
                  <c:v>44034</c:v>
                </c:pt>
                <c:pt idx="2030">
                  <c:v>44035</c:v>
                </c:pt>
                <c:pt idx="2031">
                  <c:v>44036</c:v>
                </c:pt>
                <c:pt idx="2032">
                  <c:v>44037</c:v>
                </c:pt>
                <c:pt idx="2033">
                  <c:v>44038</c:v>
                </c:pt>
                <c:pt idx="2034">
                  <c:v>44039</c:v>
                </c:pt>
                <c:pt idx="2035">
                  <c:v>44040</c:v>
                </c:pt>
                <c:pt idx="2036">
                  <c:v>44041</c:v>
                </c:pt>
                <c:pt idx="2037">
                  <c:v>44042</c:v>
                </c:pt>
                <c:pt idx="2038">
                  <c:v>44043</c:v>
                </c:pt>
                <c:pt idx="2039">
                  <c:v>44044</c:v>
                </c:pt>
                <c:pt idx="2040">
                  <c:v>44045</c:v>
                </c:pt>
                <c:pt idx="2041">
                  <c:v>44046</c:v>
                </c:pt>
                <c:pt idx="2042">
                  <c:v>44047</c:v>
                </c:pt>
                <c:pt idx="2043">
                  <c:v>44048</c:v>
                </c:pt>
                <c:pt idx="2044">
                  <c:v>44049</c:v>
                </c:pt>
                <c:pt idx="2045">
                  <c:v>44050</c:v>
                </c:pt>
                <c:pt idx="2046">
                  <c:v>44051</c:v>
                </c:pt>
                <c:pt idx="2047">
                  <c:v>44052</c:v>
                </c:pt>
                <c:pt idx="2048">
                  <c:v>44053</c:v>
                </c:pt>
                <c:pt idx="2049">
                  <c:v>44054</c:v>
                </c:pt>
                <c:pt idx="2050">
                  <c:v>44055</c:v>
                </c:pt>
                <c:pt idx="2051">
                  <c:v>44056</c:v>
                </c:pt>
                <c:pt idx="2052">
                  <c:v>44057</c:v>
                </c:pt>
                <c:pt idx="2053">
                  <c:v>44058</c:v>
                </c:pt>
                <c:pt idx="2054">
                  <c:v>44059</c:v>
                </c:pt>
                <c:pt idx="2055">
                  <c:v>44060</c:v>
                </c:pt>
                <c:pt idx="2056">
                  <c:v>44061</c:v>
                </c:pt>
                <c:pt idx="2057">
                  <c:v>44062</c:v>
                </c:pt>
                <c:pt idx="2058">
                  <c:v>44063</c:v>
                </c:pt>
                <c:pt idx="2059">
                  <c:v>44064</c:v>
                </c:pt>
                <c:pt idx="2060">
                  <c:v>44065</c:v>
                </c:pt>
                <c:pt idx="2061">
                  <c:v>44066</c:v>
                </c:pt>
                <c:pt idx="2062">
                  <c:v>44067</c:v>
                </c:pt>
                <c:pt idx="2063">
                  <c:v>44068</c:v>
                </c:pt>
                <c:pt idx="2064">
                  <c:v>44069</c:v>
                </c:pt>
                <c:pt idx="2065">
                  <c:v>44070</c:v>
                </c:pt>
                <c:pt idx="2066">
                  <c:v>44071</c:v>
                </c:pt>
                <c:pt idx="2067">
                  <c:v>44072</c:v>
                </c:pt>
                <c:pt idx="2068">
                  <c:v>44073</c:v>
                </c:pt>
                <c:pt idx="2069">
                  <c:v>44074</c:v>
                </c:pt>
                <c:pt idx="2070">
                  <c:v>44075</c:v>
                </c:pt>
                <c:pt idx="2071">
                  <c:v>44076</c:v>
                </c:pt>
                <c:pt idx="2072">
                  <c:v>44077</c:v>
                </c:pt>
                <c:pt idx="2073">
                  <c:v>44078</c:v>
                </c:pt>
                <c:pt idx="2074">
                  <c:v>44079</c:v>
                </c:pt>
                <c:pt idx="2075">
                  <c:v>44080</c:v>
                </c:pt>
                <c:pt idx="2076">
                  <c:v>44081</c:v>
                </c:pt>
                <c:pt idx="2077">
                  <c:v>44082</c:v>
                </c:pt>
                <c:pt idx="2078">
                  <c:v>44083</c:v>
                </c:pt>
                <c:pt idx="2079">
                  <c:v>44084</c:v>
                </c:pt>
                <c:pt idx="2080">
                  <c:v>44085</c:v>
                </c:pt>
                <c:pt idx="2081">
                  <c:v>44086</c:v>
                </c:pt>
                <c:pt idx="2082">
                  <c:v>44087</c:v>
                </c:pt>
                <c:pt idx="2083">
                  <c:v>44088</c:v>
                </c:pt>
                <c:pt idx="2084">
                  <c:v>44089</c:v>
                </c:pt>
                <c:pt idx="2085">
                  <c:v>44090</c:v>
                </c:pt>
                <c:pt idx="2086">
                  <c:v>44091</c:v>
                </c:pt>
                <c:pt idx="2087">
                  <c:v>44092</c:v>
                </c:pt>
                <c:pt idx="2088">
                  <c:v>44093</c:v>
                </c:pt>
                <c:pt idx="2089">
                  <c:v>44094</c:v>
                </c:pt>
                <c:pt idx="2090">
                  <c:v>44095</c:v>
                </c:pt>
                <c:pt idx="2091">
                  <c:v>44096</c:v>
                </c:pt>
                <c:pt idx="2092">
                  <c:v>44097</c:v>
                </c:pt>
                <c:pt idx="2093">
                  <c:v>44098</c:v>
                </c:pt>
                <c:pt idx="2094">
                  <c:v>44099</c:v>
                </c:pt>
                <c:pt idx="2095">
                  <c:v>44100</c:v>
                </c:pt>
                <c:pt idx="2096">
                  <c:v>44101</c:v>
                </c:pt>
                <c:pt idx="2097">
                  <c:v>44102</c:v>
                </c:pt>
                <c:pt idx="2098">
                  <c:v>44103</c:v>
                </c:pt>
                <c:pt idx="2099">
                  <c:v>44104</c:v>
                </c:pt>
                <c:pt idx="2100">
                  <c:v>44105</c:v>
                </c:pt>
                <c:pt idx="2101">
                  <c:v>44106</c:v>
                </c:pt>
                <c:pt idx="2102">
                  <c:v>44107</c:v>
                </c:pt>
                <c:pt idx="2103">
                  <c:v>44108</c:v>
                </c:pt>
                <c:pt idx="2104">
                  <c:v>44109</c:v>
                </c:pt>
                <c:pt idx="2105">
                  <c:v>44110</c:v>
                </c:pt>
                <c:pt idx="2106">
                  <c:v>44111</c:v>
                </c:pt>
                <c:pt idx="2107">
                  <c:v>44112</c:v>
                </c:pt>
                <c:pt idx="2108">
                  <c:v>44113</c:v>
                </c:pt>
                <c:pt idx="2109">
                  <c:v>44114</c:v>
                </c:pt>
                <c:pt idx="2110">
                  <c:v>44115</c:v>
                </c:pt>
                <c:pt idx="2111">
                  <c:v>44116</c:v>
                </c:pt>
                <c:pt idx="2112">
                  <c:v>44117</c:v>
                </c:pt>
                <c:pt idx="2113">
                  <c:v>44118</c:v>
                </c:pt>
                <c:pt idx="2114">
                  <c:v>44119</c:v>
                </c:pt>
                <c:pt idx="2115">
                  <c:v>44120</c:v>
                </c:pt>
                <c:pt idx="2116">
                  <c:v>44121</c:v>
                </c:pt>
                <c:pt idx="2117">
                  <c:v>44122</c:v>
                </c:pt>
                <c:pt idx="2118">
                  <c:v>44123</c:v>
                </c:pt>
                <c:pt idx="2119">
                  <c:v>44124</c:v>
                </c:pt>
                <c:pt idx="2120">
                  <c:v>44125</c:v>
                </c:pt>
                <c:pt idx="2121">
                  <c:v>44126</c:v>
                </c:pt>
                <c:pt idx="2122">
                  <c:v>44127</c:v>
                </c:pt>
                <c:pt idx="2123">
                  <c:v>44128</c:v>
                </c:pt>
                <c:pt idx="2124">
                  <c:v>44129</c:v>
                </c:pt>
                <c:pt idx="2125">
                  <c:v>44130</c:v>
                </c:pt>
                <c:pt idx="2126">
                  <c:v>44131</c:v>
                </c:pt>
                <c:pt idx="2127">
                  <c:v>44132</c:v>
                </c:pt>
                <c:pt idx="2128">
                  <c:v>44133</c:v>
                </c:pt>
                <c:pt idx="2129">
                  <c:v>44134</c:v>
                </c:pt>
                <c:pt idx="2130">
                  <c:v>44135</c:v>
                </c:pt>
                <c:pt idx="2131">
                  <c:v>44136</c:v>
                </c:pt>
                <c:pt idx="2132">
                  <c:v>44137</c:v>
                </c:pt>
                <c:pt idx="2133">
                  <c:v>44138</c:v>
                </c:pt>
                <c:pt idx="2134">
                  <c:v>44139</c:v>
                </c:pt>
                <c:pt idx="2135">
                  <c:v>44140</c:v>
                </c:pt>
                <c:pt idx="2136">
                  <c:v>44141</c:v>
                </c:pt>
                <c:pt idx="2137">
                  <c:v>44142</c:v>
                </c:pt>
                <c:pt idx="2138">
                  <c:v>44143</c:v>
                </c:pt>
                <c:pt idx="2139">
                  <c:v>44144</c:v>
                </c:pt>
                <c:pt idx="2140">
                  <c:v>44145</c:v>
                </c:pt>
                <c:pt idx="2141">
                  <c:v>44146</c:v>
                </c:pt>
                <c:pt idx="2142">
                  <c:v>44147</c:v>
                </c:pt>
                <c:pt idx="2143">
                  <c:v>44148</c:v>
                </c:pt>
                <c:pt idx="2144">
                  <c:v>44149</c:v>
                </c:pt>
                <c:pt idx="2145">
                  <c:v>44150</c:v>
                </c:pt>
                <c:pt idx="2146">
                  <c:v>44151</c:v>
                </c:pt>
                <c:pt idx="2147">
                  <c:v>44152</c:v>
                </c:pt>
                <c:pt idx="2148">
                  <c:v>44153</c:v>
                </c:pt>
                <c:pt idx="2149">
                  <c:v>44154</c:v>
                </c:pt>
                <c:pt idx="2150">
                  <c:v>44155</c:v>
                </c:pt>
                <c:pt idx="2151">
                  <c:v>44156</c:v>
                </c:pt>
                <c:pt idx="2152">
                  <c:v>44157</c:v>
                </c:pt>
                <c:pt idx="2153">
                  <c:v>44158</c:v>
                </c:pt>
                <c:pt idx="2154">
                  <c:v>44159</c:v>
                </c:pt>
                <c:pt idx="2155">
                  <c:v>44160</c:v>
                </c:pt>
                <c:pt idx="2156">
                  <c:v>44161</c:v>
                </c:pt>
                <c:pt idx="2157">
                  <c:v>44162</c:v>
                </c:pt>
                <c:pt idx="2158">
                  <c:v>44163</c:v>
                </c:pt>
                <c:pt idx="2159">
                  <c:v>44164</c:v>
                </c:pt>
                <c:pt idx="2160">
                  <c:v>44165</c:v>
                </c:pt>
                <c:pt idx="2161">
                  <c:v>44166</c:v>
                </c:pt>
                <c:pt idx="2162">
                  <c:v>44167</c:v>
                </c:pt>
                <c:pt idx="2163">
                  <c:v>44168</c:v>
                </c:pt>
                <c:pt idx="2164">
                  <c:v>44169</c:v>
                </c:pt>
                <c:pt idx="2165">
                  <c:v>44170</c:v>
                </c:pt>
                <c:pt idx="2166">
                  <c:v>44171</c:v>
                </c:pt>
                <c:pt idx="2167">
                  <c:v>44172</c:v>
                </c:pt>
                <c:pt idx="2168">
                  <c:v>44173</c:v>
                </c:pt>
                <c:pt idx="2169">
                  <c:v>44174</c:v>
                </c:pt>
                <c:pt idx="2170">
                  <c:v>44175</c:v>
                </c:pt>
                <c:pt idx="2171">
                  <c:v>44176</c:v>
                </c:pt>
                <c:pt idx="2172">
                  <c:v>44177</c:v>
                </c:pt>
                <c:pt idx="2173">
                  <c:v>44178</c:v>
                </c:pt>
                <c:pt idx="2174">
                  <c:v>44179</c:v>
                </c:pt>
                <c:pt idx="2175">
                  <c:v>44180</c:v>
                </c:pt>
                <c:pt idx="2176">
                  <c:v>44181</c:v>
                </c:pt>
                <c:pt idx="2177">
                  <c:v>44182</c:v>
                </c:pt>
                <c:pt idx="2178">
                  <c:v>44183</c:v>
                </c:pt>
                <c:pt idx="2179">
                  <c:v>44184</c:v>
                </c:pt>
                <c:pt idx="2180">
                  <c:v>44185</c:v>
                </c:pt>
                <c:pt idx="2181">
                  <c:v>44186</c:v>
                </c:pt>
                <c:pt idx="2182">
                  <c:v>44187</c:v>
                </c:pt>
                <c:pt idx="2183">
                  <c:v>44188</c:v>
                </c:pt>
                <c:pt idx="2184">
                  <c:v>44189</c:v>
                </c:pt>
                <c:pt idx="2185">
                  <c:v>44190</c:v>
                </c:pt>
                <c:pt idx="2186">
                  <c:v>44191</c:v>
                </c:pt>
                <c:pt idx="2187">
                  <c:v>44192</c:v>
                </c:pt>
                <c:pt idx="2188">
                  <c:v>44193</c:v>
                </c:pt>
                <c:pt idx="2189">
                  <c:v>44194</c:v>
                </c:pt>
                <c:pt idx="2190">
                  <c:v>44195</c:v>
                </c:pt>
                <c:pt idx="2191">
                  <c:v>44196</c:v>
                </c:pt>
                <c:pt idx="2192">
                  <c:v>44197</c:v>
                </c:pt>
                <c:pt idx="2193">
                  <c:v>44198</c:v>
                </c:pt>
                <c:pt idx="2194">
                  <c:v>44199</c:v>
                </c:pt>
                <c:pt idx="2195">
                  <c:v>44200</c:v>
                </c:pt>
                <c:pt idx="2196">
                  <c:v>44201</c:v>
                </c:pt>
                <c:pt idx="2197">
                  <c:v>44202</c:v>
                </c:pt>
                <c:pt idx="2198">
                  <c:v>44203</c:v>
                </c:pt>
                <c:pt idx="2199">
                  <c:v>44204</c:v>
                </c:pt>
                <c:pt idx="2200">
                  <c:v>44205</c:v>
                </c:pt>
                <c:pt idx="2201">
                  <c:v>44206</c:v>
                </c:pt>
                <c:pt idx="2202">
                  <c:v>44207</c:v>
                </c:pt>
                <c:pt idx="2203">
                  <c:v>44208</c:v>
                </c:pt>
                <c:pt idx="2204">
                  <c:v>44209</c:v>
                </c:pt>
                <c:pt idx="2205">
                  <c:v>44210</c:v>
                </c:pt>
                <c:pt idx="2206">
                  <c:v>44211</c:v>
                </c:pt>
                <c:pt idx="2207">
                  <c:v>44212</c:v>
                </c:pt>
                <c:pt idx="2208">
                  <c:v>44213</c:v>
                </c:pt>
                <c:pt idx="2209">
                  <c:v>44214</c:v>
                </c:pt>
                <c:pt idx="2210">
                  <c:v>44215</c:v>
                </c:pt>
                <c:pt idx="2211">
                  <c:v>44216</c:v>
                </c:pt>
                <c:pt idx="2212">
                  <c:v>44217</c:v>
                </c:pt>
                <c:pt idx="2213">
                  <c:v>44218</c:v>
                </c:pt>
                <c:pt idx="2214">
                  <c:v>44219</c:v>
                </c:pt>
                <c:pt idx="2215">
                  <c:v>44220</c:v>
                </c:pt>
                <c:pt idx="2216">
                  <c:v>44221</c:v>
                </c:pt>
                <c:pt idx="2217">
                  <c:v>44222</c:v>
                </c:pt>
                <c:pt idx="2218">
                  <c:v>44223</c:v>
                </c:pt>
                <c:pt idx="2219">
                  <c:v>44224</c:v>
                </c:pt>
                <c:pt idx="2220">
                  <c:v>44225</c:v>
                </c:pt>
                <c:pt idx="2221">
                  <c:v>44226</c:v>
                </c:pt>
                <c:pt idx="2222">
                  <c:v>44227</c:v>
                </c:pt>
                <c:pt idx="2223">
                  <c:v>44228</c:v>
                </c:pt>
                <c:pt idx="2224">
                  <c:v>44229</c:v>
                </c:pt>
                <c:pt idx="2225">
                  <c:v>44230</c:v>
                </c:pt>
                <c:pt idx="2226">
                  <c:v>44231</c:v>
                </c:pt>
                <c:pt idx="2227">
                  <c:v>44232</c:v>
                </c:pt>
                <c:pt idx="2228">
                  <c:v>44233</c:v>
                </c:pt>
                <c:pt idx="2229">
                  <c:v>44234</c:v>
                </c:pt>
                <c:pt idx="2230">
                  <c:v>44235</c:v>
                </c:pt>
                <c:pt idx="2231">
                  <c:v>44236</c:v>
                </c:pt>
                <c:pt idx="2232">
                  <c:v>44237</c:v>
                </c:pt>
                <c:pt idx="2233">
                  <c:v>44238</c:v>
                </c:pt>
                <c:pt idx="2234">
                  <c:v>44239</c:v>
                </c:pt>
                <c:pt idx="2235">
                  <c:v>44240</c:v>
                </c:pt>
                <c:pt idx="2236">
                  <c:v>44241</c:v>
                </c:pt>
                <c:pt idx="2237">
                  <c:v>44242</c:v>
                </c:pt>
                <c:pt idx="2238">
                  <c:v>44243</c:v>
                </c:pt>
                <c:pt idx="2239">
                  <c:v>44244</c:v>
                </c:pt>
                <c:pt idx="2240">
                  <c:v>44245</c:v>
                </c:pt>
                <c:pt idx="2241">
                  <c:v>44246</c:v>
                </c:pt>
                <c:pt idx="2242">
                  <c:v>44247</c:v>
                </c:pt>
                <c:pt idx="2243">
                  <c:v>44248</c:v>
                </c:pt>
                <c:pt idx="2244">
                  <c:v>44249</c:v>
                </c:pt>
                <c:pt idx="2245">
                  <c:v>44250</c:v>
                </c:pt>
                <c:pt idx="2246">
                  <c:v>44251</c:v>
                </c:pt>
                <c:pt idx="2247">
                  <c:v>44252</c:v>
                </c:pt>
                <c:pt idx="2248">
                  <c:v>44253</c:v>
                </c:pt>
                <c:pt idx="2249">
                  <c:v>44254</c:v>
                </c:pt>
                <c:pt idx="2250">
                  <c:v>44255</c:v>
                </c:pt>
                <c:pt idx="2251">
                  <c:v>44256</c:v>
                </c:pt>
                <c:pt idx="2252">
                  <c:v>44257</c:v>
                </c:pt>
                <c:pt idx="2253">
                  <c:v>44258</c:v>
                </c:pt>
                <c:pt idx="2254">
                  <c:v>44259</c:v>
                </c:pt>
                <c:pt idx="2255">
                  <c:v>44260</c:v>
                </c:pt>
                <c:pt idx="2256">
                  <c:v>44261</c:v>
                </c:pt>
                <c:pt idx="2257">
                  <c:v>44262</c:v>
                </c:pt>
                <c:pt idx="2258">
                  <c:v>44263</c:v>
                </c:pt>
                <c:pt idx="2259">
                  <c:v>44264</c:v>
                </c:pt>
                <c:pt idx="2260">
                  <c:v>44265</c:v>
                </c:pt>
                <c:pt idx="2261">
                  <c:v>44266</c:v>
                </c:pt>
                <c:pt idx="2262">
                  <c:v>44267</c:v>
                </c:pt>
                <c:pt idx="2263">
                  <c:v>44268</c:v>
                </c:pt>
                <c:pt idx="2264">
                  <c:v>44269</c:v>
                </c:pt>
                <c:pt idx="2265">
                  <c:v>44270</c:v>
                </c:pt>
                <c:pt idx="2266">
                  <c:v>44271</c:v>
                </c:pt>
                <c:pt idx="2267">
                  <c:v>44272</c:v>
                </c:pt>
                <c:pt idx="2268">
                  <c:v>44273</c:v>
                </c:pt>
                <c:pt idx="2269">
                  <c:v>44274</c:v>
                </c:pt>
                <c:pt idx="2270">
                  <c:v>44275</c:v>
                </c:pt>
                <c:pt idx="2271">
                  <c:v>44276</c:v>
                </c:pt>
                <c:pt idx="2272">
                  <c:v>44277</c:v>
                </c:pt>
                <c:pt idx="2273">
                  <c:v>44278</c:v>
                </c:pt>
                <c:pt idx="2274">
                  <c:v>44279</c:v>
                </c:pt>
                <c:pt idx="2275">
                  <c:v>44280</c:v>
                </c:pt>
                <c:pt idx="2276">
                  <c:v>44281</c:v>
                </c:pt>
                <c:pt idx="2277">
                  <c:v>44282</c:v>
                </c:pt>
                <c:pt idx="2278">
                  <c:v>44283</c:v>
                </c:pt>
                <c:pt idx="2279">
                  <c:v>44284</c:v>
                </c:pt>
                <c:pt idx="2280">
                  <c:v>44285</c:v>
                </c:pt>
                <c:pt idx="2281">
                  <c:v>44286</c:v>
                </c:pt>
                <c:pt idx="2282">
                  <c:v>44287</c:v>
                </c:pt>
                <c:pt idx="2283">
                  <c:v>44288</c:v>
                </c:pt>
                <c:pt idx="2284">
                  <c:v>44289</c:v>
                </c:pt>
                <c:pt idx="2285">
                  <c:v>44290</c:v>
                </c:pt>
                <c:pt idx="2286">
                  <c:v>44291</c:v>
                </c:pt>
                <c:pt idx="2287">
                  <c:v>44292</c:v>
                </c:pt>
                <c:pt idx="2288">
                  <c:v>44293</c:v>
                </c:pt>
                <c:pt idx="2289">
                  <c:v>44294</c:v>
                </c:pt>
                <c:pt idx="2290">
                  <c:v>44295</c:v>
                </c:pt>
                <c:pt idx="2291">
                  <c:v>44296</c:v>
                </c:pt>
                <c:pt idx="2292">
                  <c:v>44297</c:v>
                </c:pt>
                <c:pt idx="2293">
                  <c:v>44298</c:v>
                </c:pt>
                <c:pt idx="2294">
                  <c:v>44299</c:v>
                </c:pt>
                <c:pt idx="2295">
                  <c:v>44300</c:v>
                </c:pt>
                <c:pt idx="2296">
                  <c:v>44301</c:v>
                </c:pt>
                <c:pt idx="2297">
                  <c:v>44302</c:v>
                </c:pt>
                <c:pt idx="2298">
                  <c:v>44303</c:v>
                </c:pt>
                <c:pt idx="2299">
                  <c:v>44304</c:v>
                </c:pt>
                <c:pt idx="2300">
                  <c:v>44305</c:v>
                </c:pt>
                <c:pt idx="2301">
                  <c:v>44306</c:v>
                </c:pt>
                <c:pt idx="2302">
                  <c:v>44307</c:v>
                </c:pt>
                <c:pt idx="2303">
                  <c:v>44308</c:v>
                </c:pt>
                <c:pt idx="2304">
                  <c:v>44309</c:v>
                </c:pt>
                <c:pt idx="2305">
                  <c:v>44310</c:v>
                </c:pt>
                <c:pt idx="2306">
                  <c:v>44311</c:v>
                </c:pt>
                <c:pt idx="2307">
                  <c:v>44312</c:v>
                </c:pt>
                <c:pt idx="2308">
                  <c:v>44313</c:v>
                </c:pt>
                <c:pt idx="2309">
                  <c:v>44314</c:v>
                </c:pt>
                <c:pt idx="2310">
                  <c:v>44315</c:v>
                </c:pt>
                <c:pt idx="2311">
                  <c:v>44316</c:v>
                </c:pt>
                <c:pt idx="2312">
                  <c:v>44317</c:v>
                </c:pt>
                <c:pt idx="2313">
                  <c:v>44318</c:v>
                </c:pt>
                <c:pt idx="2314">
                  <c:v>44319</c:v>
                </c:pt>
                <c:pt idx="2315">
                  <c:v>44320</c:v>
                </c:pt>
                <c:pt idx="2316">
                  <c:v>44321</c:v>
                </c:pt>
                <c:pt idx="2317">
                  <c:v>44322</c:v>
                </c:pt>
                <c:pt idx="2318">
                  <c:v>44323</c:v>
                </c:pt>
                <c:pt idx="2319">
                  <c:v>44324</c:v>
                </c:pt>
                <c:pt idx="2320">
                  <c:v>44325</c:v>
                </c:pt>
                <c:pt idx="2321">
                  <c:v>44326</c:v>
                </c:pt>
                <c:pt idx="2322">
                  <c:v>44327</c:v>
                </c:pt>
                <c:pt idx="2323">
                  <c:v>44328</c:v>
                </c:pt>
                <c:pt idx="2324">
                  <c:v>44329</c:v>
                </c:pt>
                <c:pt idx="2325">
                  <c:v>44330</c:v>
                </c:pt>
                <c:pt idx="2326">
                  <c:v>44331</c:v>
                </c:pt>
                <c:pt idx="2327">
                  <c:v>44332</c:v>
                </c:pt>
                <c:pt idx="2328">
                  <c:v>44333</c:v>
                </c:pt>
                <c:pt idx="2329">
                  <c:v>44334</c:v>
                </c:pt>
                <c:pt idx="2330">
                  <c:v>44335</c:v>
                </c:pt>
                <c:pt idx="2331">
                  <c:v>44336</c:v>
                </c:pt>
                <c:pt idx="2332">
                  <c:v>44337</c:v>
                </c:pt>
                <c:pt idx="2333">
                  <c:v>44338</c:v>
                </c:pt>
                <c:pt idx="2334">
                  <c:v>44339</c:v>
                </c:pt>
                <c:pt idx="2335">
                  <c:v>44340</c:v>
                </c:pt>
                <c:pt idx="2336">
                  <c:v>44341</c:v>
                </c:pt>
                <c:pt idx="2337">
                  <c:v>44342</c:v>
                </c:pt>
                <c:pt idx="2338">
                  <c:v>44343</c:v>
                </c:pt>
                <c:pt idx="2339">
                  <c:v>44344</c:v>
                </c:pt>
                <c:pt idx="2340">
                  <c:v>44345</c:v>
                </c:pt>
                <c:pt idx="2341">
                  <c:v>44346</c:v>
                </c:pt>
                <c:pt idx="2342">
                  <c:v>44347</c:v>
                </c:pt>
                <c:pt idx="2343">
                  <c:v>44348</c:v>
                </c:pt>
                <c:pt idx="2344">
                  <c:v>44349</c:v>
                </c:pt>
                <c:pt idx="2345">
                  <c:v>44350</c:v>
                </c:pt>
                <c:pt idx="2346">
                  <c:v>44351</c:v>
                </c:pt>
                <c:pt idx="2347">
                  <c:v>44352</c:v>
                </c:pt>
                <c:pt idx="2348">
                  <c:v>44353</c:v>
                </c:pt>
                <c:pt idx="2349">
                  <c:v>44354</c:v>
                </c:pt>
                <c:pt idx="2350">
                  <c:v>44355</c:v>
                </c:pt>
                <c:pt idx="2351">
                  <c:v>44356</c:v>
                </c:pt>
                <c:pt idx="2352">
                  <c:v>44357</c:v>
                </c:pt>
                <c:pt idx="2353">
                  <c:v>44358</c:v>
                </c:pt>
                <c:pt idx="2354">
                  <c:v>44359</c:v>
                </c:pt>
                <c:pt idx="2355">
                  <c:v>44360</c:v>
                </c:pt>
                <c:pt idx="2356">
                  <c:v>44361</c:v>
                </c:pt>
                <c:pt idx="2357">
                  <c:v>44362</c:v>
                </c:pt>
                <c:pt idx="2358">
                  <c:v>44363</c:v>
                </c:pt>
                <c:pt idx="2359">
                  <c:v>44364</c:v>
                </c:pt>
                <c:pt idx="2360">
                  <c:v>44365</c:v>
                </c:pt>
                <c:pt idx="2361">
                  <c:v>44366</c:v>
                </c:pt>
                <c:pt idx="2362">
                  <c:v>44367</c:v>
                </c:pt>
                <c:pt idx="2363">
                  <c:v>44368</c:v>
                </c:pt>
                <c:pt idx="2364">
                  <c:v>44369</c:v>
                </c:pt>
                <c:pt idx="2365">
                  <c:v>44370</c:v>
                </c:pt>
                <c:pt idx="2366">
                  <c:v>44371</c:v>
                </c:pt>
                <c:pt idx="2367">
                  <c:v>44372</c:v>
                </c:pt>
                <c:pt idx="2368">
                  <c:v>44373</c:v>
                </c:pt>
                <c:pt idx="2369">
                  <c:v>44374</c:v>
                </c:pt>
                <c:pt idx="2370">
                  <c:v>44375</c:v>
                </c:pt>
                <c:pt idx="2371">
                  <c:v>44376</c:v>
                </c:pt>
                <c:pt idx="2372">
                  <c:v>44377</c:v>
                </c:pt>
                <c:pt idx="2373">
                  <c:v>44378</c:v>
                </c:pt>
                <c:pt idx="2374">
                  <c:v>44379</c:v>
                </c:pt>
                <c:pt idx="2375">
                  <c:v>44380</c:v>
                </c:pt>
                <c:pt idx="2376">
                  <c:v>44381</c:v>
                </c:pt>
                <c:pt idx="2377">
                  <c:v>44382</c:v>
                </c:pt>
                <c:pt idx="2378">
                  <c:v>44383</c:v>
                </c:pt>
                <c:pt idx="2379">
                  <c:v>44384</c:v>
                </c:pt>
                <c:pt idx="2380">
                  <c:v>44385</c:v>
                </c:pt>
                <c:pt idx="2381">
                  <c:v>44386</c:v>
                </c:pt>
                <c:pt idx="2382">
                  <c:v>44387</c:v>
                </c:pt>
                <c:pt idx="2383">
                  <c:v>44388</c:v>
                </c:pt>
                <c:pt idx="2384">
                  <c:v>44389</c:v>
                </c:pt>
                <c:pt idx="2385">
                  <c:v>44390</c:v>
                </c:pt>
                <c:pt idx="2386">
                  <c:v>44391</c:v>
                </c:pt>
                <c:pt idx="2387">
                  <c:v>44392</c:v>
                </c:pt>
                <c:pt idx="2388">
                  <c:v>44393</c:v>
                </c:pt>
                <c:pt idx="2389">
                  <c:v>44394</c:v>
                </c:pt>
                <c:pt idx="2390">
                  <c:v>44395</c:v>
                </c:pt>
                <c:pt idx="2391">
                  <c:v>44396</c:v>
                </c:pt>
                <c:pt idx="2392">
                  <c:v>44397</c:v>
                </c:pt>
                <c:pt idx="2393">
                  <c:v>44398</c:v>
                </c:pt>
                <c:pt idx="2394">
                  <c:v>44399</c:v>
                </c:pt>
                <c:pt idx="2395">
                  <c:v>44400</c:v>
                </c:pt>
                <c:pt idx="2396">
                  <c:v>44401</c:v>
                </c:pt>
                <c:pt idx="2397">
                  <c:v>44402</c:v>
                </c:pt>
                <c:pt idx="2398">
                  <c:v>44403</c:v>
                </c:pt>
                <c:pt idx="2399">
                  <c:v>44404</c:v>
                </c:pt>
                <c:pt idx="2400">
                  <c:v>44405</c:v>
                </c:pt>
                <c:pt idx="2401">
                  <c:v>44406</c:v>
                </c:pt>
                <c:pt idx="2402">
                  <c:v>44407</c:v>
                </c:pt>
                <c:pt idx="2403">
                  <c:v>44408</c:v>
                </c:pt>
                <c:pt idx="2404">
                  <c:v>44409</c:v>
                </c:pt>
                <c:pt idx="2405">
                  <c:v>44410</c:v>
                </c:pt>
                <c:pt idx="2406">
                  <c:v>44411</c:v>
                </c:pt>
                <c:pt idx="2407">
                  <c:v>44412</c:v>
                </c:pt>
                <c:pt idx="2408">
                  <c:v>44413</c:v>
                </c:pt>
                <c:pt idx="2409">
                  <c:v>44414</c:v>
                </c:pt>
                <c:pt idx="2410">
                  <c:v>44415</c:v>
                </c:pt>
                <c:pt idx="2411">
                  <c:v>44416</c:v>
                </c:pt>
                <c:pt idx="2412">
                  <c:v>44417</c:v>
                </c:pt>
                <c:pt idx="2413">
                  <c:v>44418</c:v>
                </c:pt>
                <c:pt idx="2414">
                  <c:v>44419</c:v>
                </c:pt>
                <c:pt idx="2415">
                  <c:v>44420</c:v>
                </c:pt>
                <c:pt idx="2416">
                  <c:v>44421</c:v>
                </c:pt>
                <c:pt idx="2417">
                  <c:v>44422</c:v>
                </c:pt>
                <c:pt idx="2418">
                  <c:v>44423</c:v>
                </c:pt>
                <c:pt idx="2419">
                  <c:v>44424</c:v>
                </c:pt>
                <c:pt idx="2420">
                  <c:v>44425</c:v>
                </c:pt>
                <c:pt idx="2421">
                  <c:v>44426</c:v>
                </c:pt>
                <c:pt idx="2422">
                  <c:v>44427</c:v>
                </c:pt>
                <c:pt idx="2423">
                  <c:v>44428</c:v>
                </c:pt>
                <c:pt idx="2424">
                  <c:v>44429</c:v>
                </c:pt>
                <c:pt idx="2425">
                  <c:v>44430</c:v>
                </c:pt>
                <c:pt idx="2426">
                  <c:v>44431</c:v>
                </c:pt>
                <c:pt idx="2427">
                  <c:v>44432</c:v>
                </c:pt>
                <c:pt idx="2428">
                  <c:v>44433</c:v>
                </c:pt>
                <c:pt idx="2429">
                  <c:v>44434</c:v>
                </c:pt>
                <c:pt idx="2430">
                  <c:v>44435</c:v>
                </c:pt>
                <c:pt idx="2431">
                  <c:v>44436</c:v>
                </c:pt>
                <c:pt idx="2432">
                  <c:v>44437</c:v>
                </c:pt>
                <c:pt idx="2433">
                  <c:v>44438</c:v>
                </c:pt>
                <c:pt idx="2434">
                  <c:v>44439</c:v>
                </c:pt>
                <c:pt idx="2435">
                  <c:v>44440</c:v>
                </c:pt>
                <c:pt idx="2436">
                  <c:v>44441</c:v>
                </c:pt>
                <c:pt idx="2437">
                  <c:v>44442</c:v>
                </c:pt>
                <c:pt idx="2438">
                  <c:v>44443</c:v>
                </c:pt>
                <c:pt idx="2439">
                  <c:v>44444</c:v>
                </c:pt>
                <c:pt idx="2440">
                  <c:v>44445</c:v>
                </c:pt>
                <c:pt idx="2441">
                  <c:v>44446</c:v>
                </c:pt>
                <c:pt idx="2442">
                  <c:v>44447</c:v>
                </c:pt>
                <c:pt idx="2443">
                  <c:v>44448</c:v>
                </c:pt>
                <c:pt idx="2444">
                  <c:v>44449</c:v>
                </c:pt>
                <c:pt idx="2445">
                  <c:v>44450</c:v>
                </c:pt>
                <c:pt idx="2446">
                  <c:v>44451</c:v>
                </c:pt>
                <c:pt idx="2447">
                  <c:v>44452</c:v>
                </c:pt>
                <c:pt idx="2448">
                  <c:v>44453</c:v>
                </c:pt>
                <c:pt idx="2449">
                  <c:v>44454</c:v>
                </c:pt>
                <c:pt idx="2450">
                  <c:v>44455</c:v>
                </c:pt>
                <c:pt idx="2451">
                  <c:v>44456</c:v>
                </c:pt>
                <c:pt idx="2452">
                  <c:v>44457</c:v>
                </c:pt>
                <c:pt idx="2453">
                  <c:v>44458</c:v>
                </c:pt>
                <c:pt idx="2454">
                  <c:v>44459</c:v>
                </c:pt>
                <c:pt idx="2455">
                  <c:v>44460</c:v>
                </c:pt>
                <c:pt idx="2456">
                  <c:v>44461</c:v>
                </c:pt>
                <c:pt idx="2457">
                  <c:v>44462</c:v>
                </c:pt>
                <c:pt idx="2458">
                  <c:v>44463</c:v>
                </c:pt>
                <c:pt idx="2459">
                  <c:v>44464</c:v>
                </c:pt>
                <c:pt idx="2460">
                  <c:v>44465</c:v>
                </c:pt>
                <c:pt idx="2461">
                  <c:v>44466</c:v>
                </c:pt>
                <c:pt idx="2462">
                  <c:v>44467</c:v>
                </c:pt>
                <c:pt idx="2463">
                  <c:v>44468</c:v>
                </c:pt>
                <c:pt idx="2464">
                  <c:v>44469</c:v>
                </c:pt>
                <c:pt idx="2465">
                  <c:v>44470</c:v>
                </c:pt>
                <c:pt idx="2466">
                  <c:v>44471</c:v>
                </c:pt>
                <c:pt idx="2467">
                  <c:v>44472</c:v>
                </c:pt>
                <c:pt idx="2468">
                  <c:v>44473</c:v>
                </c:pt>
                <c:pt idx="2469">
                  <c:v>44474</c:v>
                </c:pt>
                <c:pt idx="2470">
                  <c:v>44475</c:v>
                </c:pt>
                <c:pt idx="2471">
                  <c:v>44476</c:v>
                </c:pt>
                <c:pt idx="2472">
                  <c:v>44477</c:v>
                </c:pt>
                <c:pt idx="2473">
                  <c:v>44478</c:v>
                </c:pt>
                <c:pt idx="2474">
                  <c:v>44479</c:v>
                </c:pt>
                <c:pt idx="2475">
                  <c:v>44480</c:v>
                </c:pt>
                <c:pt idx="2476">
                  <c:v>44481</c:v>
                </c:pt>
                <c:pt idx="2477">
                  <c:v>44482</c:v>
                </c:pt>
                <c:pt idx="2478">
                  <c:v>44483</c:v>
                </c:pt>
                <c:pt idx="2479">
                  <c:v>44484</c:v>
                </c:pt>
                <c:pt idx="2480">
                  <c:v>44485</c:v>
                </c:pt>
                <c:pt idx="2481">
                  <c:v>44486</c:v>
                </c:pt>
                <c:pt idx="2482">
                  <c:v>44487</c:v>
                </c:pt>
                <c:pt idx="2483">
                  <c:v>44488</c:v>
                </c:pt>
                <c:pt idx="2484">
                  <c:v>44489</c:v>
                </c:pt>
                <c:pt idx="2485">
                  <c:v>44490</c:v>
                </c:pt>
                <c:pt idx="2486">
                  <c:v>44491</c:v>
                </c:pt>
                <c:pt idx="2487">
                  <c:v>44492</c:v>
                </c:pt>
                <c:pt idx="2488">
                  <c:v>44493</c:v>
                </c:pt>
                <c:pt idx="2489">
                  <c:v>44494</c:v>
                </c:pt>
                <c:pt idx="2490">
                  <c:v>44495</c:v>
                </c:pt>
                <c:pt idx="2491">
                  <c:v>44496</c:v>
                </c:pt>
                <c:pt idx="2492">
                  <c:v>44497</c:v>
                </c:pt>
                <c:pt idx="2493">
                  <c:v>44498</c:v>
                </c:pt>
                <c:pt idx="2494">
                  <c:v>44499</c:v>
                </c:pt>
                <c:pt idx="2495">
                  <c:v>44500</c:v>
                </c:pt>
                <c:pt idx="2496">
                  <c:v>44501</c:v>
                </c:pt>
                <c:pt idx="2497">
                  <c:v>44502</c:v>
                </c:pt>
                <c:pt idx="2498">
                  <c:v>44503</c:v>
                </c:pt>
                <c:pt idx="2499">
                  <c:v>44504</c:v>
                </c:pt>
                <c:pt idx="2500">
                  <c:v>44505</c:v>
                </c:pt>
                <c:pt idx="2501">
                  <c:v>44506</c:v>
                </c:pt>
                <c:pt idx="2502">
                  <c:v>44507</c:v>
                </c:pt>
                <c:pt idx="2503">
                  <c:v>44508</c:v>
                </c:pt>
                <c:pt idx="2504">
                  <c:v>44509</c:v>
                </c:pt>
                <c:pt idx="2505">
                  <c:v>44510</c:v>
                </c:pt>
                <c:pt idx="2506">
                  <c:v>44511</c:v>
                </c:pt>
                <c:pt idx="2507">
                  <c:v>44512</c:v>
                </c:pt>
                <c:pt idx="2508">
                  <c:v>44513</c:v>
                </c:pt>
                <c:pt idx="2509">
                  <c:v>44514</c:v>
                </c:pt>
                <c:pt idx="2510">
                  <c:v>44515</c:v>
                </c:pt>
                <c:pt idx="2511">
                  <c:v>44516</c:v>
                </c:pt>
                <c:pt idx="2512">
                  <c:v>44517</c:v>
                </c:pt>
                <c:pt idx="2513">
                  <c:v>44518</c:v>
                </c:pt>
                <c:pt idx="2514">
                  <c:v>44519</c:v>
                </c:pt>
                <c:pt idx="2515">
                  <c:v>44520</c:v>
                </c:pt>
                <c:pt idx="2516">
                  <c:v>44521</c:v>
                </c:pt>
                <c:pt idx="2517">
                  <c:v>44522</c:v>
                </c:pt>
                <c:pt idx="2518">
                  <c:v>44523</c:v>
                </c:pt>
                <c:pt idx="2519">
                  <c:v>44524</c:v>
                </c:pt>
                <c:pt idx="2520">
                  <c:v>44525</c:v>
                </c:pt>
                <c:pt idx="2521">
                  <c:v>44526</c:v>
                </c:pt>
                <c:pt idx="2522">
                  <c:v>44527</c:v>
                </c:pt>
                <c:pt idx="2523">
                  <c:v>44528</c:v>
                </c:pt>
                <c:pt idx="2524">
                  <c:v>44529</c:v>
                </c:pt>
                <c:pt idx="2525">
                  <c:v>44530</c:v>
                </c:pt>
                <c:pt idx="2526">
                  <c:v>44531</c:v>
                </c:pt>
                <c:pt idx="2527">
                  <c:v>44532</c:v>
                </c:pt>
                <c:pt idx="2528">
                  <c:v>44533</c:v>
                </c:pt>
                <c:pt idx="2529">
                  <c:v>44534</c:v>
                </c:pt>
                <c:pt idx="2530">
                  <c:v>44535</c:v>
                </c:pt>
                <c:pt idx="2531">
                  <c:v>44536</c:v>
                </c:pt>
                <c:pt idx="2532">
                  <c:v>44537</c:v>
                </c:pt>
                <c:pt idx="2533">
                  <c:v>44538</c:v>
                </c:pt>
                <c:pt idx="2534">
                  <c:v>44539</c:v>
                </c:pt>
                <c:pt idx="2535">
                  <c:v>44540</c:v>
                </c:pt>
                <c:pt idx="2536">
                  <c:v>44541</c:v>
                </c:pt>
                <c:pt idx="2537">
                  <c:v>44542</c:v>
                </c:pt>
                <c:pt idx="2538">
                  <c:v>44543</c:v>
                </c:pt>
                <c:pt idx="2539">
                  <c:v>44544</c:v>
                </c:pt>
                <c:pt idx="2540">
                  <c:v>44545</c:v>
                </c:pt>
                <c:pt idx="2541">
                  <c:v>44546</c:v>
                </c:pt>
                <c:pt idx="2542">
                  <c:v>44547</c:v>
                </c:pt>
                <c:pt idx="2543">
                  <c:v>44548</c:v>
                </c:pt>
                <c:pt idx="2544">
                  <c:v>44549</c:v>
                </c:pt>
                <c:pt idx="2545">
                  <c:v>44550</c:v>
                </c:pt>
                <c:pt idx="2546">
                  <c:v>44551</c:v>
                </c:pt>
                <c:pt idx="2547">
                  <c:v>44552</c:v>
                </c:pt>
                <c:pt idx="2548">
                  <c:v>44553</c:v>
                </c:pt>
                <c:pt idx="2549">
                  <c:v>44554</c:v>
                </c:pt>
                <c:pt idx="2550">
                  <c:v>44555</c:v>
                </c:pt>
                <c:pt idx="2551">
                  <c:v>44556</c:v>
                </c:pt>
                <c:pt idx="2552">
                  <c:v>44557</c:v>
                </c:pt>
                <c:pt idx="2553">
                  <c:v>44558</c:v>
                </c:pt>
                <c:pt idx="2554">
                  <c:v>44559</c:v>
                </c:pt>
                <c:pt idx="2555">
                  <c:v>44560</c:v>
                </c:pt>
                <c:pt idx="2556">
                  <c:v>44561</c:v>
                </c:pt>
                <c:pt idx="2557">
                  <c:v>44562</c:v>
                </c:pt>
                <c:pt idx="2558">
                  <c:v>44563</c:v>
                </c:pt>
                <c:pt idx="2559">
                  <c:v>44564</c:v>
                </c:pt>
                <c:pt idx="2560">
                  <c:v>44565</c:v>
                </c:pt>
                <c:pt idx="2561">
                  <c:v>44566</c:v>
                </c:pt>
                <c:pt idx="2562">
                  <c:v>44567</c:v>
                </c:pt>
                <c:pt idx="2563">
                  <c:v>44568</c:v>
                </c:pt>
                <c:pt idx="2564">
                  <c:v>44569</c:v>
                </c:pt>
                <c:pt idx="2565">
                  <c:v>44570</c:v>
                </c:pt>
                <c:pt idx="2566">
                  <c:v>44571</c:v>
                </c:pt>
                <c:pt idx="2567">
                  <c:v>44572</c:v>
                </c:pt>
                <c:pt idx="2568">
                  <c:v>44573</c:v>
                </c:pt>
                <c:pt idx="2569">
                  <c:v>44574</c:v>
                </c:pt>
                <c:pt idx="2570">
                  <c:v>44575</c:v>
                </c:pt>
                <c:pt idx="2571">
                  <c:v>44576</c:v>
                </c:pt>
                <c:pt idx="2572">
                  <c:v>44577</c:v>
                </c:pt>
                <c:pt idx="2573">
                  <c:v>44578</c:v>
                </c:pt>
                <c:pt idx="2574">
                  <c:v>44579</c:v>
                </c:pt>
                <c:pt idx="2575">
                  <c:v>44580</c:v>
                </c:pt>
                <c:pt idx="2576">
                  <c:v>44581</c:v>
                </c:pt>
                <c:pt idx="2577">
                  <c:v>44582</c:v>
                </c:pt>
                <c:pt idx="2578">
                  <c:v>44583</c:v>
                </c:pt>
                <c:pt idx="2579">
                  <c:v>44584</c:v>
                </c:pt>
                <c:pt idx="2580">
                  <c:v>44585</c:v>
                </c:pt>
                <c:pt idx="2581">
                  <c:v>44586</c:v>
                </c:pt>
                <c:pt idx="2582">
                  <c:v>44587</c:v>
                </c:pt>
                <c:pt idx="2583">
                  <c:v>44588</c:v>
                </c:pt>
                <c:pt idx="2584">
                  <c:v>44589</c:v>
                </c:pt>
                <c:pt idx="2585">
                  <c:v>44590</c:v>
                </c:pt>
                <c:pt idx="2586">
                  <c:v>44591</c:v>
                </c:pt>
                <c:pt idx="2587">
                  <c:v>44592</c:v>
                </c:pt>
                <c:pt idx="2588">
                  <c:v>44593</c:v>
                </c:pt>
                <c:pt idx="2589">
                  <c:v>44594</c:v>
                </c:pt>
                <c:pt idx="2590">
                  <c:v>44595</c:v>
                </c:pt>
                <c:pt idx="2591">
                  <c:v>44596</c:v>
                </c:pt>
                <c:pt idx="2592">
                  <c:v>44597</c:v>
                </c:pt>
                <c:pt idx="2593">
                  <c:v>44598</c:v>
                </c:pt>
                <c:pt idx="2594">
                  <c:v>44599</c:v>
                </c:pt>
                <c:pt idx="2595">
                  <c:v>44600</c:v>
                </c:pt>
                <c:pt idx="2596">
                  <c:v>44601</c:v>
                </c:pt>
                <c:pt idx="2597">
                  <c:v>44602</c:v>
                </c:pt>
                <c:pt idx="2598">
                  <c:v>44603</c:v>
                </c:pt>
                <c:pt idx="2599">
                  <c:v>44604</c:v>
                </c:pt>
                <c:pt idx="2600">
                  <c:v>44605</c:v>
                </c:pt>
                <c:pt idx="2601">
                  <c:v>44606</c:v>
                </c:pt>
                <c:pt idx="2602">
                  <c:v>44607</c:v>
                </c:pt>
                <c:pt idx="2603">
                  <c:v>44608</c:v>
                </c:pt>
                <c:pt idx="2604">
                  <c:v>44609</c:v>
                </c:pt>
                <c:pt idx="2605">
                  <c:v>44610</c:v>
                </c:pt>
                <c:pt idx="2606">
                  <c:v>44611</c:v>
                </c:pt>
                <c:pt idx="2607">
                  <c:v>44612</c:v>
                </c:pt>
                <c:pt idx="2608">
                  <c:v>44613</c:v>
                </c:pt>
                <c:pt idx="2609">
                  <c:v>44614</c:v>
                </c:pt>
                <c:pt idx="2610">
                  <c:v>44615</c:v>
                </c:pt>
                <c:pt idx="2611">
                  <c:v>44616</c:v>
                </c:pt>
                <c:pt idx="2612">
                  <c:v>44617</c:v>
                </c:pt>
                <c:pt idx="2613">
                  <c:v>44618</c:v>
                </c:pt>
                <c:pt idx="2614">
                  <c:v>44619</c:v>
                </c:pt>
                <c:pt idx="2615">
                  <c:v>44620</c:v>
                </c:pt>
                <c:pt idx="2616">
                  <c:v>44621</c:v>
                </c:pt>
                <c:pt idx="2617">
                  <c:v>44622</c:v>
                </c:pt>
                <c:pt idx="2618">
                  <c:v>44623</c:v>
                </c:pt>
                <c:pt idx="2619">
                  <c:v>44624</c:v>
                </c:pt>
                <c:pt idx="2620">
                  <c:v>44625</c:v>
                </c:pt>
                <c:pt idx="2621">
                  <c:v>44626</c:v>
                </c:pt>
                <c:pt idx="2622">
                  <c:v>44627</c:v>
                </c:pt>
                <c:pt idx="2623">
                  <c:v>44628</c:v>
                </c:pt>
                <c:pt idx="2624">
                  <c:v>44629</c:v>
                </c:pt>
                <c:pt idx="2625">
                  <c:v>44630</c:v>
                </c:pt>
                <c:pt idx="2626">
                  <c:v>44631</c:v>
                </c:pt>
                <c:pt idx="2627">
                  <c:v>44632</c:v>
                </c:pt>
                <c:pt idx="2628">
                  <c:v>44633</c:v>
                </c:pt>
                <c:pt idx="2629">
                  <c:v>44634</c:v>
                </c:pt>
                <c:pt idx="2630">
                  <c:v>44635</c:v>
                </c:pt>
                <c:pt idx="2631">
                  <c:v>44636</c:v>
                </c:pt>
                <c:pt idx="2632">
                  <c:v>44637</c:v>
                </c:pt>
                <c:pt idx="2633">
                  <c:v>44638</c:v>
                </c:pt>
                <c:pt idx="2634">
                  <c:v>44639</c:v>
                </c:pt>
                <c:pt idx="2635">
                  <c:v>44640</c:v>
                </c:pt>
                <c:pt idx="2636">
                  <c:v>44641</c:v>
                </c:pt>
                <c:pt idx="2637">
                  <c:v>44642</c:v>
                </c:pt>
                <c:pt idx="2638">
                  <c:v>44643</c:v>
                </c:pt>
                <c:pt idx="2639">
                  <c:v>44644</c:v>
                </c:pt>
                <c:pt idx="2640">
                  <c:v>44645</c:v>
                </c:pt>
                <c:pt idx="2641">
                  <c:v>44646</c:v>
                </c:pt>
                <c:pt idx="2642">
                  <c:v>44647</c:v>
                </c:pt>
                <c:pt idx="2643">
                  <c:v>44648</c:v>
                </c:pt>
                <c:pt idx="2644">
                  <c:v>44649</c:v>
                </c:pt>
                <c:pt idx="2645">
                  <c:v>44650</c:v>
                </c:pt>
                <c:pt idx="2646">
                  <c:v>44651</c:v>
                </c:pt>
                <c:pt idx="2647">
                  <c:v>44652</c:v>
                </c:pt>
                <c:pt idx="2648">
                  <c:v>44653</c:v>
                </c:pt>
                <c:pt idx="2649">
                  <c:v>44654</c:v>
                </c:pt>
                <c:pt idx="2650">
                  <c:v>44655</c:v>
                </c:pt>
                <c:pt idx="2651">
                  <c:v>44656</c:v>
                </c:pt>
                <c:pt idx="2652">
                  <c:v>44657</c:v>
                </c:pt>
                <c:pt idx="2653">
                  <c:v>44658</c:v>
                </c:pt>
                <c:pt idx="2654">
                  <c:v>44659</c:v>
                </c:pt>
                <c:pt idx="2655">
                  <c:v>44660</c:v>
                </c:pt>
                <c:pt idx="2656">
                  <c:v>44661</c:v>
                </c:pt>
                <c:pt idx="2657">
                  <c:v>44662</c:v>
                </c:pt>
                <c:pt idx="2658">
                  <c:v>44663</c:v>
                </c:pt>
                <c:pt idx="2659">
                  <c:v>44664</c:v>
                </c:pt>
                <c:pt idx="2660">
                  <c:v>44665</c:v>
                </c:pt>
                <c:pt idx="2661">
                  <c:v>44666</c:v>
                </c:pt>
                <c:pt idx="2662">
                  <c:v>44667</c:v>
                </c:pt>
                <c:pt idx="2663">
                  <c:v>44668</c:v>
                </c:pt>
                <c:pt idx="2664">
                  <c:v>44669</c:v>
                </c:pt>
                <c:pt idx="2665">
                  <c:v>44670</c:v>
                </c:pt>
                <c:pt idx="2666">
                  <c:v>44671</c:v>
                </c:pt>
                <c:pt idx="2667">
                  <c:v>44672</c:v>
                </c:pt>
                <c:pt idx="2668">
                  <c:v>44673</c:v>
                </c:pt>
                <c:pt idx="2669">
                  <c:v>44674</c:v>
                </c:pt>
                <c:pt idx="2670">
                  <c:v>44675</c:v>
                </c:pt>
                <c:pt idx="2671">
                  <c:v>44676</c:v>
                </c:pt>
                <c:pt idx="2672">
                  <c:v>44677</c:v>
                </c:pt>
                <c:pt idx="2673">
                  <c:v>44678</c:v>
                </c:pt>
                <c:pt idx="2674">
                  <c:v>44679</c:v>
                </c:pt>
                <c:pt idx="2675">
                  <c:v>44680</c:v>
                </c:pt>
                <c:pt idx="2676">
                  <c:v>44681</c:v>
                </c:pt>
                <c:pt idx="2677">
                  <c:v>44682</c:v>
                </c:pt>
                <c:pt idx="2678">
                  <c:v>44683</c:v>
                </c:pt>
                <c:pt idx="2679">
                  <c:v>44684</c:v>
                </c:pt>
                <c:pt idx="2680">
                  <c:v>44685</c:v>
                </c:pt>
                <c:pt idx="2681">
                  <c:v>44686</c:v>
                </c:pt>
                <c:pt idx="2682">
                  <c:v>44687</c:v>
                </c:pt>
                <c:pt idx="2683">
                  <c:v>44688</c:v>
                </c:pt>
                <c:pt idx="2684">
                  <c:v>44689</c:v>
                </c:pt>
                <c:pt idx="2685">
                  <c:v>44690</c:v>
                </c:pt>
                <c:pt idx="2686">
                  <c:v>44691</c:v>
                </c:pt>
                <c:pt idx="2687">
                  <c:v>44692</c:v>
                </c:pt>
                <c:pt idx="2688">
                  <c:v>44693</c:v>
                </c:pt>
                <c:pt idx="2689">
                  <c:v>44694</c:v>
                </c:pt>
                <c:pt idx="2690">
                  <c:v>44695</c:v>
                </c:pt>
                <c:pt idx="2691">
                  <c:v>44696</c:v>
                </c:pt>
                <c:pt idx="2692">
                  <c:v>44697</c:v>
                </c:pt>
                <c:pt idx="2693">
                  <c:v>44698</c:v>
                </c:pt>
                <c:pt idx="2694">
                  <c:v>44699</c:v>
                </c:pt>
                <c:pt idx="2695">
                  <c:v>44700</c:v>
                </c:pt>
                <c:pt idx="2696">
                  <c:v>44701</c:v>
                </c:pt>
                <c:pt idx="2697">
                  <c:v>44702</c:v>
                </c:pt>
                <c:pt idx="2698">
                  <c:v>44703</c:v>
                </c:pt>
                <c:pt idx="2699">
                  <c:v>44704</c:v>
                </c:pt>
                <c:pt idx="2700">
                  <c:v>44705</c:v>
                </c:pt>
                <c:pt idx="2701">
                  <c:v>44706</c:v>
                </c:pt>
                <c:pt idx="2702">
                  <c:v>44707</c:v>
                </c:pt>
                <c:pt idx="2703">
                  <c:v>44708</c:v>
                </c:pt>
                <c:pt idx="2704">
                  <c:v>44709</c:v>
                </c:pt>
                <c:pt idx="2705">
                  <c:v>44710</c:v>
                </c:pt>
                <c:pt idx="2706">
                  <c:v>44711</c:v>
                </c:pt>
                <c:pt idx="2707">
                  <c:v>44712</c:v>
                </c:pt>
                <c:pt idx="2708">
                  <c:v>44713</c:v>
                </c:pt>
                <c:pt idx="2709">
                  <c:v>44714</c:v>
                </c:pt>
                <c:pt idx="2710">
                  <c:v>44715</c:v>
                </c:pt>
                <c:pt idx="2711">
                  <c:v>44716</c:v>
                </c:pt>
                <c:pt idx="2712">
                  <c:v>44717</c:v>
                </c:pt>
                <c:pt idx="2713">
                  <c:v>44718</c:v>
                </c:pt>
                <c:pt idx="2714">
                  <c:v>44719</c:v>
                </c:pt>
                <c:pt idx="2715">
                  <c:v>44720</c:v>
                </c:pt>
                <c:pt idx="2716">
                  <c:v>44721</c:v>
                </c:pt>
                <c:pt idx="2717">
                  <c:v>44722</c:v>
                </c:pt>
                <c:pt idx="2718">
                  <c:v>44723</c:v>
                </c:pt>
                <c:pt idx="2719">
                  <c:v>44724</c:v>
                </c:pt>
                <c:pt idx="2720">
                  <c:v>44725</c:v>
                </c:pt>
                <c:pt idx="2721">
                  <c:v>44726</c:v>
                </c:pt>
                <c:pt idx="2722">
                  <c:v>44727</c:v>
                </c:pt>
                <c:pt idx="2723">
                  <c:v>44728</c:v>
                </c:pt>
                <c:pt idx="2724">
                  <c:v>44729</c:v>
                </c:pt>
                <c:pt idx="2725">
                  <c:v>44730</c:v>
                </c:pt>
                <c:pt idx="2726">
                  <c:v>44731</c:v>
                </c:pt>
                <c:pt idx="2727">
                  <c:v>44732</c:v>
                </c:pt>
                <c:pt idx="2728">
                  <c:v>44733</c:v>
                </c:pt>
                <c:pt idx="2729">
                  <c:v>44734</c:v>
                </c:pt>
                <c:pt idx="2730">
                  <c:v>44735</c:v>
                </c:pt>
                <c:pt idx="2731">
                  <c:v>44736</c:v>
                </c:pt>
                <c:pt idx="2732">
                  <c:v>44737</c:v>
                </c:pt>
                <c:pt idx="2733">
                  <c:v>44738</c:v>
                </c:pt>
                <c:pt idx="2734">
                  <c:v>44739</c:v>
                </c:pt>
                <c:pt idx="2735">
                  <c:v>44740</c:v>
                </c:pt>
                <c:pt idx="2736">
                  <c:v>44741</c:v>
                </c:pt>
                <c:pt idx="2737">
                  <c:v>44742</c:v>
                </c:pt>
                <c:pt idx="2738">
                  <c:v>44743</c:v>
                </c:pt>
                <c:pt idx="2739">
                  <c:v>44744</c:v>
                </c:pt>
                <c:pt idx="2740">
                  <c:v>44745</c:v>
                </c:pt>
                <c:pt idx="2741">
                  <c:v>44746</c:v>
                </c:pt>
                <c:pt idx="2742">
                  <c:v>44747</c:v>
                </c:pt>
                <c:pt idx="2743">
                  <c:v>44748</c:v>
                </c:pt>
                <c:pt idx="2744">
                  <c:v>44749</c:v>
                </c:pt>
                <c:pt idx="2745">
                  <c:v>44750</c:v>
                </c:pt>
                <c:pt idx="2746">
                  <c:v>44751</c:v>
                </c:pt>
                <c:pt idx="2747">
                  <c:v>44752</c:v>
                </c:pt>
                <c:pt idx="2748">
                  <c:v>44753</c:v>
                </c:pt>
                <c:pt idx="2749">
                  <c:v>44754</c:v>
                </c:pt>
                <c:pt idx="2750">
                  <c:v>44755</c:v>
                </c:pt>
                <c:pt idx="2751">
                  <c:v>44756</c:v>
                </c:pt>
                <c:pt idx="2752">
                  <c:v>44757</c:v>
                </c:pt>
                <c:pt idx="2753">
                  <c:v>44758</c:v>
                </c:pt>
                <c:pt idx="2754">
                  <c:v>44759</c:v>
                </c:pt>
                <c:pt idx="2755">
                  <c:v>44760</c:v>
                </c:pt>
                <c:pt idx="2756">
                  <c:v>44761</c:v>
                </c:pt>
                <c:pt idx="2757">
                  <c:v>44762</c:v>
                </c:pt>
                <c:pt idx="2758">
                  <c:v>44763</c:v>
                </c:pt>
                <c:pt idx="2759">
                  <c:v>44764</c:v>
                </c:pt>
                <c:pt idx="2760">
                  <c:v>44765</c:v>
                </c:pt>
                <c:pt idx="2761">
                  <c:v>44766</c:v>
                </c:pt>
                <c:pt idx="2762">
                  <c:v>44767</c:v>
                </c:pt>
                <c:pt idx="2763">
                  <c:v>44768</c:v>
                </c:pt>
                <c:pt idx="2764">
                  <c:v>44769</c:v>
                </c:pt>
                <c:pt idx="2765">
                  <c:v>44770</c:v>
                </c:pt>
                <c:pt idx="2766">
                  <c:v>44771</c:v>
                </c:pt>
                <c:pt idx="2767">
                  <c:v>44772</c:v>
                </c:pt>
                <c:pt idx="2768">
                  <c:v>44773</c:v>
                </c:pt>
                <c:pt idx="2769">
                  <c:v>44774</c:v>
                </c:pt>
                <c:pt idx="2770">
                  <c:v>44775</c:v>
                </c:pt>
                <c:pt idx="2771">
                  <c:v>44776</c:v>
                </c:pt>
                <c:pt idx="2772">
                  <c:v>44777</c:v>
                </c:pt>
                <c:pt idx="2773">
                  <c:v>44778</c:v>
                </c:pt>
                <c:pt idx="2774">
                  <c:v>44779</c:v>
                </c:pt>
                <c:pt idx="2775">
                  <c:v>44780</c:v>
                </c:pt>
                <c:pt idx="2776">
                  <c:v>44781</c:v>
                </c:pt>
                <c:pt idx="2777">
                  <c:v>44782</c:v>
                </c:pt>
                <c:pt idx="2778">
                  <c:v>44783</c:v>
                </c:pt>
                <c:pt idx="2779">
                  <c:v>44784</c:v>
                </c:pt>
                <c:pt idx="2780">
                  <c:v>44785</c:v>
                </c:pt>
                <c:pt idx="2781">
                  <c:v>44786</c:v>
                </c:pt>
                <c:pt idx="2782">
                  <c:v>44787</c:v>
                </c:pt>
                <c:pt idx="2783">
                  <c:v>44788</c:v>
                </c:pt>
                <c:pt idx="2784">
                  <c:v>44789</c:v>
                </c:pt>
                <c:pt idx="2785">
                  <c:v>44790</c:v>
                </c:pt>
                <c:pt idx="2786">
                  <c:v>44791</c:v>
                </c:pt>
                <c:pt idx="2787">
                  <c:v>44792</c:v>
                </c:pt>
                <c:pt idx="2788">
                  <c:v>44793</c:v>
                </c:pt>
                <c:pt idx="2789">
                  <c:v>44794</c:v>
                </c:pt>
                <c:pt idx="2790">
                  <c:v>44795</c:v>
                </c:pt>
                <c:pt idx="2791">
                  <c:v>44796</c:v>
                </c:pt>
                <c:pt idx="2792">
                  <c:v>44797</c:v>
                </c:pt>
                <c:pt idx="2793">
                  <c:v>44798</c:v>
                </c:pt>
                <c:pt idx="2794">
                  <c:v>44799</c:v>
                </c:pt>
                <c:pt idx="2795">
                  <c:v>44800</c:v>
                </c:pt>
                <c:pt idx="2796">
                  <c:v>44801</c:v>
                </c:pt>
                <c:pt idx="2797">
                  <c:v>44802</c:v>
                </c:pt>
                <c:pt idx="2798">
                  <c:v>44803</c:v>
                </c:pt>
                <c:pt idx="2799">
                  <c:v>44804</c:v>
                </c:pt>
                <c:pt idx="2800">
                  <c:v>44805</c:v>
                </c:pt>
                <c:pt idx="2801">
                  <c:v>44806</c:v>
                </c:pt>
                <c:pt idx="2802">
                  <c:v>44807</c:v>
                </c:pt>
                <c:pt idx="2803">
                  <c:v>44808</c:v>
                </c:pt>
                <c:pt idx="2804">
                  <c:v>44809</c:v>
                </c:pt>
                <c:pt idx="2805">
                  <c:v>44810</c:v>
                </c:pt>
                <c:pt idx="2806">
                  <c:v>44811</c:v>
                </c:pt>
                <c:pt idx="2807">
                  <c:v>44812</c:v>
                </c:pt>
                <c:pt idx="2808">
                  <c:v>44813</c:v>
                </c:pt>
                <c:pt idx="2809">
                  <c:v>44814</c:v>
                </c:pt>
                <c:pt idx="2810">
                  <c:v>44815</c:v>
                </c:pt>
                <c:pt idx="2811">
                  <c:v>44816</c:v>
                </c:pt>
                <c:pt idx="2812">
                  <c:v>44817</c:v>
                </c:pt>
                <c:pt idx="2813">
                  <c:v>44818</c:v>
                </c:pt>
                <c:pt idx="2814">
                  <c:v>44819</c:v>
                </c:pt>
                <c:pt idx="2815">
                  <c:v>44820</c:v>
                </c:pt>
                <c:pt idx="2816">
                  <c:v>44821</c:v>
                </c:pt>
                <c:pt idx="2817">
                  <c:v>44822</c:v>
                </c:pt>
                <c:pt idx="2818">
                  <c:v>44823</c:v>
                </c:pt>
                <c:pt idx="2819">
                  <c:v>44824</c:v>
                </c:pt>
                <c:pt idx="2820">
                  <c:v>44825</c:v>
                </c:pt>
                <c:pt idx="2821">
                  <c:v>44826</c:v>
                </c:pt>
                <c:pt idx="2822">
                  <c:v>44827</c:v>
                </c:pt>
                <c:pt idx="2823">
                  <c:v>44828</c:v>
                </c:pt>
                <c:pt idx="2824">
                  <c:v>44829</c:v>
                </c:pt>
                <c:pt idx="2825">
                  <c:v>44830</c:v>
                </c:pt>
                <c:pt idx="2826">
                  <c:v>44831</c:v>
                </c:pt>
                <c:pt idx="2827">
                  <c:v>44832</c:v>
                </c:pt>
                <c:pt idx="2828">
                  <c:v>44833</c:v>
                </c:pt>
                <c:pt idx="2829">
                  <c:v>44834</c:v>
                </c:pt>
                <c:pt idx="2830">
                  <c:v>44835</c:v>
                </c:pt>
                <c:pt idx="2831">
                  <c:v>44836</c:v>
                </c:pt>
                <c:pt idx="2832">
                  <c:v>44837</c:v>
                </c:pt>
                <c:pt idx="2833">
                  <c:v>44838</c:v>
                </c:pt>
                <c:pt idx="2834">
                  <c:v>44839</c:v>
                </c:pt>
                <c:pt idx="2835">
                  <c:v>44840</c:v>
                </c:pt>
                <c:pt idx="2836">
                  <c:v>44841</c:v>
                </c:pt>
                <c:pt idx="2837">
                  <c:v>44842</c:v>
                </c:pt>
                <c:pt idx="2838">
                  <c:v>44843</c:v>
                </c:pt>
                <c:pt idx="2839">
                  <c:v>44844</c:v>
                </c:pt>
                <c:pt idx="2840">
                  <c:v>44845</c:v>
                </c:pt>
                <c:pt idx="2841">
                  <c:v>44846</c:v>
                </c:pt>
                <c:pt idx="2842">
                  <c:v>44847</c:v>
                </c:pt>
                <c:pt idx="2843">
                  <c:v>44848</c:v>
                </c:pt>
                <c:pt idx="2844">
                  <c:v>44849</c:v>
                </c:pt>
                <c:pt idx="2845">
                  <c:v>44850</c:v>
                </c:pt>
                <c:pt idx="2846">
                  <c:v>44851</c:v>
                </c:pt>
                <c:pt idx="2847">
                  <c:v>44852</c:v>
                </c:pt>
                <c:pt idx="2848">
                  <c:v>44853</c:v>
                </c:pt>
                <c:pt idx="2849">
                  <c:v>44854</c:v>
                </c:pt>
                <c:pt idx="2850">
                  <c:v>44855</c:v>
                </c:pt>
                <c:pt idx="2851">
                  <c:v>44856</c:v>
                </c:pt>
                <c:pt idx="2852">
                  <c:v>44857</c:v>
                </c:pt>
                <c:pt idx="2853">
                  <c:v>44858</c:v>
                </c:pt>
                <c:pt idx="2854">
                  <c:v>44859</c:v>
                </c:pt>
                <c:pt idx="2855">
                  <c:v>44860</c:v>
                </c:pt>
                <c:pt idx="2856">
                  <c:v>44861</c:v>
                </c:pt>
                <c:pt idx="2857">
                  <c:v>44862</c:v>
                </c:pt>
                <c:pt idx="2858">
                  <c:v>44863</c:v>
                </c:pt>
                <c:pt idx="2859">
                  <c:v>44864</c:v>
                </c:pt>
                <c:pt idx="2860">
                  <c:v>44865</c:v>
                </c:pt>
                <c:pt idx="2861">
                  <c:v>44866</c:v>
                </c:pt>
                <c:pt idx="2862">
                  <c:v>44867</c:v>
                </c:pt>
                <c:pt idx="2863">
                  <c:v>44868</c:v>
                </c:pt>
                <c:pt idx="2864">
                  <c:v>44869</c:v>
                </c:pt>
                <c:pt idx="2865">
                  <c:v>44870</c:v>
                </c:pt>
                <c:pt idx="2866">
                  <c:v>44871</c:v>
                </c:pt>
                <c:pt idx="2867">
                  <c:v>44872</c:v>
                </c:pt>
                <c:pt idx="2868">
                  <c:v>44873</c:v>
                </c:pt>
                <c:pt idx="2869">
                  <c:v>44874</c:v>
                </c:pt>
                <c:pt idx="2870">
                  <c:v>44875</c:v>
                </c:pt>
                <c:pt idx="2871">
                  <c:v>44876</c:v>
                </c:pt>
                <c:pt idx="2872">
                  <c:v>44877</c:v>
                </c:pt>
                <c:pt idx="2873">
                  <c:v>44878</c:v>
                </c:pt>
                <c:pt idx="2874">
                  <c:v>44879</c:v>
                </c:pt>
                <c:pt idx="2875">
                  <c:v>44880</c:v>
                </c:pt>
                <c:pt idx="2876">
                  <c:v>44881</c:v>
                </c:pt>
                <c:pt idx="2877">
                  <c:v>44882</c:v>
                </c:pt>
                <c:pt idx="2878">
                  <c:v>44883</c:v>
                </c:pt>
                <c:pt idx="2879">
                  <c:v>44884</c:v>
                </c:pt>
                <c:pt idx="2880">
                  <c:v>44885</c:v>
                </c:pt>
                <c:pt idx="2881">
                  <c:v>44886</c:v>
                </c:pt>
                <c:pt idx="2882">
                  <c:v>44887</c:v>
                </c:pt>
                <c:pt idx="2883">
                  <c:v>44888</c:v>
                </c:pt>
                <c:pt idx="2884">
                  <c:v>44889</c:v>
                </c:pt>
                <c:pt idx="2885">
                  <c:v>44890</c:v>
                </c:pt>
                <c:pt idx="2886">
                  <c:v>44891</c:v>
                </c:pt>
                <c:pt idx="2887">
                  <c:v>44892</c:v>
                </c:pt>
                <c:pt idx="2888">
                  <c:v>44893</c:v>
                </c:pt>
                <c:pt idx="2889">
                  <c:v>44894</c:v>
                </c:pt>
                <c:pt idx="2890">
                  <c:v>44895</c:v>
                </c:pt>
                <c:pt idx="2891">
                  <c:v>44896</c:v>
                </c:pt>
                <c:pt idx="2892">
                  <c:v>44897</c:v>
                </c:pt>
                <c:pt idx="2893">
                  <c:v>44898</c:v>
                </c:pt>
                <c:pt idx="2894">
                  <c:v>44899</c:v>
                </c:pt>
                <c:pt idx="2895">
                  <c:v>44900</c:v>
                </c:pt>
                <c:pt idx="2896">
                  <c:v>44901</c:v>
                </c:pt>
                <c:pt idx="2897">
                  <c:v>44902</c:v>
                </c:pt>
                <c:pt idx="2898">
                  <c:v>44903</c:v>
                </c:pt>
                <c:pt idx="2899">
                  <c:v>44904</c:v>
                </c:pt>
                <c:pt idx="2900">
                  <c:v>44905</c:v>
                </c:pt>
                <c:pt idx="2901">
                  <c:v>44906</c:v>
                </c:pt>
                <c:pt idx="2902">
                  <c:v>44907</c:v>
                </c:pt>
                <c:pt idx="2903">
                  <c:v>44908</c:v>
                </c:pt>
                <c:pt idx="2904">
                  <c:v>44909</c:v>
                </c:pt>
                <c:pt idx="2905">
                  <c:v>44910</c:v>
                </c:pt>
                <c:pt idx="2906">
                  <c:v>44911</c:v>
                </c:pt>
                <c:pt idx="2907">
                  <c:v>44912</c:v>
                </c:pt>
                <c:pt idx="2908">
                  <c:v>44913</c:v>
                </c:pt>
                <c:pt idx="2909">
                  <c:v>44914</c:v>
                </c:pt>
                <c:pt idx="2910">
                  <c:v>44915</c:v>
                </c:pt>
                <c:pt idx="2911">
                  <c:v>44916</c:v>
                </c:pt>
                <c:pt idx="2912">
                  <c:v>44917</c:v>
                </c:pt>
                <c:pt idx="2913">
                  <c:v>44918</c:v>
                </c:pt>
                <c:pt idx="2914">
                  <c:v>44919</c:v>
                </c:pt>
                <c:pt idx="2915">
                  <c:v>44920</c:v>
                </c:pt>
                <c:pt idx="2916">
                  <c:v>44921</c:v>
                </c:pt>
                <c:pt idx="2917">
                  <c:v>44922</c:v>
                </c:pt>
                <c:pt idx="2918">
                  <c:v>44923</c:v>
                </c:pt>
                <c:pt idx="2919">
                  <c:v>44924</c:v>
                </c:pt>
                <c:pt idx="2920">
                  <c:v>44925</c:v>
                </c:pt>
                <c:pt idx="2921">
                  <c:v>44926</c:v>
                </c:pt>
                <c:pt idx="2922">
                  <c:v>44927</c:v>
                </c:pt>
                <c:pt idx="2923">
                  <c:v>44928</c:v>
                </c:pt>
                <c:pt idx="2924">
                  <c:v>44929</c:v>
                </c:pt>
                <c:pt idx="2925">
                  <c:v>44930</c:v>
                </c:pt>
                <c:pt idx="2926">
                  <c:v>44931</c:v>
                </c:pt>
                <c:pt idx="2927">
                  <c:v>44932</c:v>
                </c:pt>
                <c:pt idx="2928">
                  <c:v>44933</c:v>
                </c:pt>
                <c:pt idx="2929">
                  <c:v>44934</c:v>
                </c:pt>
                <c:pt idx="2930">
                  <c:v>44935</c:v>
                </c:pt>
                <c:pt idx="2931">
                  <c:v>44936</c:v>
                </c:pt>
                <c:pt idx="2932">
                  <c:v>44937</c:v>
                </c:pt>
                <c:pt idx="2933">
                  <c:v>44938</c:v>
                </c:pt>
                <c:pt idx="2934">
                  <c:v>44939</c:v>
                </c:pt>
                <c:pt idx="2935">
                  <c:v>44940</c:v>
                </c:pt>
                <c:pt idx="2936">
                  <c:v>44941</c:v>
                </c:pt>
                <c:pt idx="2937">
                  <c:v>44942</c:v>
                </c:pt>
                <c:pt idx="2938">
                  <c:v>44943</c:v>
                </c:pt>
                <c:pt idx="2939">
                  <c:v>44944</c:v>
                </c:pt>
                <c:pt idx="2940">
                  <c:v>44945</c:v>
                </c:pt>
                <c:pt idx="2941">
                  <c:v>44946</c:v>
                </c:pt>
                <c:pt idx="2942">
                  <c:v>44947</c:v>
                </c:pt>
                <c:pt idx="2943">
                  <c:v>44948</c:v>
                </c:pt>
                <c:pt idx="2944">
                  <c:v>44949</c:v>
                </c:pt>
                <c:pt idx="2945">
                  <c:v>44950</c:v>
                </c:pt>
                <c:pt idx="2946">
                  <c:v>44951</c:v>
                </c:pt>
                <c:pt idx="2947">
                  <c:v>44952</c:v>
                </c:pt>
                <c:pt idx="2948">
                  <c:v>44953</c:v>
                </c:pt>
                <c:pt idx="2949">
                  <c:v>44954</c:v>
                </c:pt>
                <c:pt idx="2950">
                  <c:v>44955</c:v>
                </c:pt>
                <c:pt idx="2951">
                  <c:v>44956</c:v>
                </c:pt>
                <c:pt idx="2952">
                  <c:v>44957</c:v>
                </c:pt>
                <c:pt idx="2953">
                  <c:v>44958</c:v>
                </c:pt>
                <c:pt idx="2954">
                  <c:v>44959</c:v>
                </c:pt>
                <c:pt idx="2955">
                  <c:v>44960</c:v>
                </c:pt>
                <c:pt idx="2956">
                  <c:v>44961</c:v>
                </c:pt>
                <c:pt idx="2957">
                  <c:v>44962</c:v>
                </c:pt>
                <c:pt idx="2958">
                  <c:v>44963</c:v>
                </c:pt>
                <c:pt idx="2959">
                  <c:v>44964</c:v>
                </c:pt>
                <c:pt idx="2960">
                  <c:v>44965</c:v>
                </c:pt>
                <c:pt idx="2961">
                  <c:v>44966</c:v>
                </c:pt>
                <c:pt idx="2962">
                  <c:v>44967</c:v>
                </c:pt>
                <c:pt idx="2963">
                  <c:v>44968</c:v>
                </c:pt>
                <c:pt idx="2964">
                  <c:v>44969</c:v>
                </c:pt>
                <c:pt idx="2965">
                  <c:v>44970</c:v>
                </c:pt>
                <c:pt idx="2966">
                  <c:v>44971</c:v>
                </c:pt>
                <c:pt idx="2967">
                  <c:v>44972</c:v>
                </c:pt>
                <c:pt idx="2968">
                  <c:v>44973</c:v>
                </c:pt>
                <c:pt idx="2969">
                  <c:v>44974</c:v>
                </c:pt>
                <c:pt idx="2970">
                  <c:v>44975</c:v>
                </c:pt>
                <c:pt idx="2971">
                  <c:v>44976</c:v>
                </c:pt>
                <c:pt idx="2972">
                  <c:v>44977</c:v>
                </c:pt>
                <c:pt idx="2973">
                  <c:v>44978</c:v>
                </c:pt>
                <c:pt idx="2974">
                  <c:v>44979</c:v>
                </c:pt>
                <c:pt idx="2975">
                  <c:v>44980</c:v>
                </c:pt>
                <c:pt idx="2976">
                  <c:v>44981</c:v>
                </c:pt>
                <c:pt idx="2977">
                  <c:v>44982</c:v>
                </c:pt>
                <c:pt idx="2978">
                  <c:v>44983</c:v>
                </c:pt>
                <c:pt idx="2979">
                  <c:v>44984</c:v>
                </c:pt>
                <c:pt idx="2980">
                  <c:v>44985</c:v>
                </c:pt>
                <c:pt idx="2981">
                  <c:v>44986</c:v>
                </c:pt>
                <c:pt idx="2982">
                  <c:v>44987</c:v>
                </c:pt>
                <c:pt idx="2983">
                  <c:v>44988</c:v>
                </c:pt>
                <c:pt idx="2984">
                  <c:v>44989</c:v>
                </c:pt>
                <c:pt idx="2985">
                  <c:v>44990</c:v>
                </c:pt>
                <c:pt idx="2986">
                  <c:v>44991</c:v>
                </c:pt>
                <c:pt idx="2987">
                  <c:v>44992</c:v>
                </c:pt>
                <c:pt idx="2988">
                  <c:v>44993</c:v>
                </c:pt>
                <c:pt idx="2989">
                  <c:v>44994</c:v>
                </c:pt>
                <c:pt idx="2990">
                  <c:v>44995</c:v>
                </c:pt>
                <c:pt idx="2991">
                  <c:v>44996</c:v>
                </c:pt>
                <c:pt idx="2992">
                  <c:v>44997</c:v>
                </c:pt>
                <c:pt idx="2993">
                  <c:v>44998</c:v>
                </c:pt>
                <c:pt idx="2994">
                  <c:v>44999</c:v>
                </c:pt>
                <c:pt idx="2995">
                  <c:v>45000</c:v>
                </c:pt>
                <c:pt idx="2996">
                  <c:v>45001</c:v>
                </c:pt>
                <c:pt idx="2997">
                  <c:v>45002</c:v>
                </c:pt>
                <c:pt idx="2998">
                  <c:v>45003</c:v>
                </c:pt>
                <c:pt idx="2999">
                  <c:v>45004</c:v>
                </c:pt>
                <c:pt idx="3000">
                  <c:v>45005</c:v>
                </c:pt>
                <c:pt idx="3001">
                  <c:v>45006</c:v>
                </c:pt>
                <c:pt idx="3002">
                  <c:v>45007</c:v>
                </c:pt>
                <c:pt idx="3003">
                  <c:v>45008</c:v>
                </c:pt>
                <c:pt idx="3004">
                  <c:v>45009</c:v>
                </c:pt>
                <c:pt idx="3005">
                  <c:v>45010</c:v>
                </c:pt>
                <c:pt idx="3006">
                  <c:v>45011</c:v>
                </c:pt>
                <c:pt idx="3007">
                  <c:v>45012</c:v>
                </c:pt>
                <c:pt idx="3008">
                  <c:v>45013</c:v>
                </c:pt>
                <c:pt idx="3009">
                  <c:v>45014</c:v>
                </c:pt>
                <c:pt idx="3010">
                  <c:v>45015</c:v>
                </c:pt>
                <c:pt idx="3011">
                  <c:v>45016</c:v>
                </c:pt>
                <c:pt idx="3012">
                  <c:v>45017</c:v>
                </c:pt>
                <c:pt idx="3013">
                  <c:v>45018</c:v>
                </c:pt>
                <c:pt idx="3014">
                  <c:v>45019</c:v>
                </c:pt>
                <c:pt idx="3015">
                  <c:v>45020</c:v>
                </c:pt>
                <c:pt idx="3016">
                  <c:v>45021</c:v>
                </c:pt>
                <c:pt idx="3017">
                  <c:v>45022</c:v>
                </c:pt>
                <c:pt idx="3018">
                  <c:v>45023</c:v>
                </c:pt>
                <c:pt idx="3019">
                  <c:v>45024</c:v>
                </c:pt>
                <c:pt idx="3020">
                  <c:v>45025</c:v>
                </c:pt>
                <c:pt idx="3021">
                  <c:v>45026</c:v>
                </c:pt>
                <c:pt idx="3022">
                  <c:v>45027</c:v>
                </c:pt>
                <c:pt idx="3023">
                  <c:v>45028</c:v>
                </c:pt>
                <c:pt idx="3024">
                  <c:v>45029</c:v>
                </c:pt>
                <c:pt idx="3025">
                  <c:v>45030</c:v>
                </c:pt>
                <c:pt idx="3026">
                  <c:v>45031</c:v>
                </c:pt>
                <c:pt idx="3027">
                  <c:v>45032</c:v>
                </c:pt>
                <c:pt idx="3028">
                  <c:v>45033</c:v>
                </c:pt>
                <c:pt idx="3029">
                  <c:v>45034</c:v>
                </c:pt>
                <c:pt idx="3030">
                  <c:v>45035</c:v>
                </c:pt>
                <c:pt idx="3031">
                  <c:v>45036</c:v>
                </c:pt>
                <c:pt idx="3032">
                  <c:v>45037</c:v>
                </c:pt>
                <c:pt idx="3033">
                  <c:v>45038</c:v>
                </c:pt>
                <c:pt idx="3034">
                  <c:v>45039</c:v>
                </c:pt>
                <c:pt idx="3035">
                  <c:v>45040</c:v>
                </c:pt>
                <c:pt idx="3036">
                  <c:v>45041</c:v>
                </c:pt>
                <c:pt idx="3037">
                  <c:v>45042</c:v>
                </c:pt>
                <c:pt idx="3038">
                  <c:v>45043</c:v>
                </c:pt>
                <c:pt idx="3039">
                  <c:v>45044</c:v>
                </c:pt>
                <c:pt idx="3040">
                  <c:v>45045</c:v>
                </c:pt>
                <c:pt idx="3041">
                  <c:v>45046</c:v>
                </c:pt>
                <c:pt idx="3042">
                  <c:v>45047</c:v>
                </c:pt>
                <c:pt idx="3043">
                  <c:v>45048</c:v>
                </c:pt>
                <c:pt idx="3044">
                  <c:v>45049</c:v>
                </c:pt>
                <c:pt idx="3045">
                  <c:v>45050</c:v>
                </c:pt>
                <c:pt idx="3046">
                  <c:v>45051</c:v>
                </c:pt>
                <c:pt idx="3047">
                  <c:v>45052</c:v>
                </c:pt>
                <c:pt idx="3048">
                  <c:v>45053</c:v>
                </c:pt>
                <c:pt idx="3049">
                  <c:v>45054</c:v>
                </c:pt>
                <c:pt idx="3050">
                  <c:v>45055</c:v>
                </c:pt>
                <c:pt idx="3051">
                  <c:v>45056</c:v>
                </c:pt>
                <c:pt idx="3052">
                  <c:v>45057</c:v>
                </c:pt>
                <c:pt idx="3053">
                  <c:v>45058</c:v>
                </c:pt>
                <c:pt idx="3054">
                  <c:v>45059</c:v>
                </c:pt>
                <c:pt idx="3055">
                  <c:v>45060</c:v>
                </c:pt>
                <c:pt idx="3056">
                  <c:v>45061</c:v>
                </c:pt>
                <c:pt idx="3057">
                  <c:v>45062</c:v>
                </c:pt>
                <c:pt idx="3058">
                  <c:v>45063</c:v>
                </c:pt>
                <c:pt idx="3059">
                  <c:v>45064</c:v>
                </c:pt>
                <c:pt idx="3060">
                  <c:v>45065</c:v>
                </c:pt>
                <c:pt idx="3061">
                  <c:v>45066</c:v>
                </c:pt>
                <c:pt idx="3062">
                  <c:v>45067</c:v>
                </c:pt>
                <c:pt idx="3063">
                  <c:v>45068</c:v>
                </c:pt>
                <c:pt idx="3064">
                  <c:v>45069</c:v>
                </c:pt>
                <c:pt idx="3065">
                  <c:v>45070</c:v>
                </c:pt>
                <c:pt idx="3066">
                  <c:v>45071</c:v>
                </c:pt>
                <c:pt idx="3067">
                  <c:v>45072</c:v>
                </c:pt>
                <c:pt idx="3068">
                  <c:v>45073</c:v>
                </c:pt>
                <c:pt idx="3069">
                  <c:v>45074</c:v>
                </c:pt>
                <c:pt idx="3070">
                  <c:v>45075</c:v>
                </c:pt>
                <c:pt idx="3071">
                  <c:v>45076</c:v>
                </c:pt>
                <c:pt idx="3072">
                  <c:v>45077</c:v>
                </c:pt>
                <c:pt idx="3073">
                  <c:v>45078</c:v>
                </c:pt>
                <c:pt idx="3074">
                  <c:v>45079</c:v>
                </c:pt>
                <c:pt idx="3075">
                  <c:v>45080</c:v>
                </c:pt>
                <c:pt idx="3076">
                  <c:v>45081</c:v>
                </c:pt>
                <c:pt idx="3077">
                  <c:v>45082</c:v>
                </c:pt>
                <c:pt idx="3078">
                  <c:v>45083</c:v>
                </c:pt>
                <c:pt idx="3079">
                  <c:v>45084</c:v>
                </c:pt>
                <c:pt idx="3080">
                  <c:v>45085</c:v>
                </c:pt>
                <c:pt idx="3081">
                  <c:v>45086</c:v>
                </c:pt>
                <c:pt idx="3082">
                  <c:v>45087</c:v>
                </c:pt>
                <c:pt idx="3083">
                  <c:v>45088</c:v>
                </c:pt>
                <c:pt idx="3084">
                  <c:v>45089</c:v>
                </c:pt>
                <c:pt idx="3085">
                  <c:v>45090</c:v>
                </c:pt>
                <c:pt idx="3086">
                  <c:v>45091</c:v>
                </c:pt>
                <c:pt idx="3087">
                  <c:v>45092</c:v>
                </c:pt>
                <c:pt idx="3088">
                  <c:v>45093</c:v>
                </c:pt>
                <c:pt idx="3089">
                  <c:v>45094</c:v>
                </c:pt>
                <c:pt idx="3090">
                  <c:v>45095</c:v>
                </c:pt>
                <c:pt idx="3091">
                  <c:v>45096</c:v>
                </c:pt>
                <c:pt idx="3092">
                  <c:v>45097</c:v>
                </c:pt>
                <c:pt idx="3093">
                  <c:v>45098</c:v>
                </c:pt>
                <c:pt idx="3094">
                  <c:v>45099</c:v>
                </c:pt>
                <c:pt idx="3095">
                  <c:v>45100</c:v>
                </c:pt>
                <c:pt idx="3096">
                  <c:v>45101</c:v>
                </c:pt>
                <c:pt idx="3097">
                  <c:v>45102</c:v>
                </c:pt>
                <c:pt idx="3098">
                  <c:v>45103</c:v>
                </c:pt>
                <c:pt idx="3099">
                  <c:v>45104</c:v>
                </c:pt>
                <c:pt idx="3100">
                  <c:v>45105</c:v>
                </c:pt>
                <c:pt idx="3101">
                  <c:v>45106</c:v>
                </c:pt>
                <c:pt idx="3102">
                  <c:v>45107</c:v>
                </c:pt>
                <c:pt idx="3103">
                  <c:v>45108</c:v>
                </c:pt>
                <c:pt idx="3104">
                  <c:v>45109</c:v>
                </c:pt>
                <c:pt idx="3105">
                  <c:v>45110</c:v>
                </c:pt>
                <c:pt idx="3106">
                  <c:v>45111</c:v>
                </c:pt>
                <c:pt idx="3107">
                  <c:v>45112</c:v>
                </c:pt>
                <c:pt idx="3108">
                  <c:v>45113</c:v>
                </c:pt>
                <c:pt idx="3109">
                  <c:v>45114</c:v>
                </c:pt>
                <c:pt idx="3110">
                  <c:v>45115</c:v>
                </c:pt>
                <c:pt idx="3111">
                  <c:v>45116</c:v>
                </c:pt>
                <c:pt idx="3112">
                  <c:v>45117</c:v>
                </c:pt>
                <c:pt idx="3113">
                  <c:v>45118</c:v>
                </c:pt>
                <c:pt idx="3114">
                  <c:v>45119</c:v>
                </c:pt>
                <c:pt idx="3115">
                  <c:v>45120</c:v>
                </c:pt>
                <c:pt idx="3116">
                  <c:v>45121</c:v>
                </c:pt>
                <c:pt idx="3117">
                  <c:v>45122</c:v>
                </c:pt>
                <c:pt idx="3118">
                  <c:v>45123</c:v>
                </c:pt>
                <c:pt idx="3119">
                  <c:v>45124</c:v>
                </c:pt>
                <c:pt idx="3120">
                  <c:v>45125</c:v>
                </c:pt>
                <c:pt idx="3121">
                  <c:v>45126</c:v>
                </c:pt>
                <c:pt idx="3122">
                  <c:v>45127</c:v>
                </c:pt>
                <c:pt idx="3123">
                  <c:v>45128</c:v>
                </c:pt>
                <c:pt idx="3124">
                  <c:v>45129</c:v>
                </c:pt>
                <c:pt idx="3125">
                  <c:v>45130</c:v>
                </c:pt>
                <c:pt idx="3126">
                  <c:v>45131</c:v>
                </c:pt>
                <c:pt idx="3127">
                  <c:v>45132</c:v>
                </c:pt>
                <c:pt idx="3128">
                  <c:v>45133</c:v>
                </c:pt>
                <c:pt idx="3129">
                  <c:v>45134</c:v>
                </c:pt>
                <c:pt idx="3130">
                  <c:v>45135</c:v>
                </c:pt>
                <c:pt idx="3131">
                  <c:v>45136</c:v>
                </c:pt>
                <c:pt idx="3132">
                  <c:v>45137</c:v>
                </c:pt>
                <c:pt idx="3133">
                  <c:v>45138</c:v>
                </c:pt>
                <c:pt idx="3134">
                  <c:v>45139</c:v>
                </c:pt>
                <c:pt idx="3135">
                  <c:v>45140</c:v>
                </c:pt>
                <c:pt idx="3136">
                  <c:v>45141</c:v>
                </c:pt>
                <c:pt idx="3137">
                  <c:v>45142</c:v>
                </c:pt>
                <c:pt idx="3138">
                  <c:v>45143</c:v>
                </c:pt>
                <c:pt idx="3139">
                  <c:v>45144</c:v>
                </c:pt>
                <c:pt idx="3140">
                  <c:v>45145</c:v>
                </c:pt>
                <c:pt idx="3141">
                  <c:v>45146</c:v>
                </c:pt>
                <c:pt idx="3142">
                  <c:v>45147</c:v>
                </c:pt>
                <c:pt idx="3143">
                  <c:v>45148</c:v>
                </c:pt>
                <c:pt idx="3144">
                  <c:v>45149</c:v>
                </c:pt>
                <c:pt idx="3145">
                  <c:v>45150</c:v>
                </c:pt>
                <c:pt idx="3146">
                  <c:v>45151</c:v>
                </c:pt>
                <c:pt idx="3147">
                  <c:v>45152</c:v>
                </c:pt>
                <c:pt idx="3148">
                  <c:v>45153</c:v>
                </c:pt>
                <c:pt idx="3149">
                  <c:v>45154</c:v>
                </c:pt>
                <c:pt idx="3150">
                  <c:v>45155</c:v>
                </c:pt>
                <c:pt idx="3151">
                  <c:v>45156</c:v>
                </c:pt>
                <c:pt idx="3152">
                  <c:v>45157</c:v>
                </c:pt>
                <c:pt idx="3153">
                  <c:v>45158</c:v>
                </c:pt>
                <c:pt idx="3154">
                  <c:v>45159</c:v>
                </c:pt>
                <c:pt idx="3155">
                  <c:v>45160</c:v>
                </c:pt>
                <c:pt idx="3156">
                  <c:v>45161</c:v>
                </c:pt>
                <c:pt idx="3157">
                  <c:v>45162</c:v>
                </c:pt>
                <c:pt idx="3158">
                  <c:v>45163</c:v>
                </c:pt>
                <c:pt idx="3159">
                  <c:v>45164</c:v>
                </c:pt>
                <c:pt idx="3160">
                  <c:v>45165</c:v>
                </c:pt>
                <c:pt idx="3161">
                  <c:v>45166</c:v>
                </c:pt>
                <c:pt idx="3162">
                  <c:v>45167</c:v>
                </c:pt>
                <c:pt idx="3163">
                  <c:v>45168</c:v>
                </c:pt>
                <c:pt idx="3164">
                  <c:v>45169</c:v>
                </c:pt>
                <c:pt idx="3165">
                  <c:v>45170</c:v>
                </c:pt>
                <c:pt idx="3166">
                  <c:v>45171</c:v>
                </c:pt>
                <c:pt idx="3167">
                  <c:v>45172</c:v>
                </c:pt>
                <c:pt idx="3168">
                  <c:v>45173</c:v>
                </c:pt>
                <c:pt idx="3169">
                  <c:v>45174</c:v>
                </c:pt>
                <c:pt idx="3170">
                  <c:v>45175</c:v>
                </c:pt>
                <c:pt idx="3171">
                  <c:v>45176</c:v>
                </c:pt>
                <c:pt idx="3172">
                  <c:v>45177</c:v>
                </c:pt>
                <c:pt idx="3173">
                  <c:v>45178</c:v>
                </c:pt>
                <c:pt idx="3174">
                  <c:v>45179</c:v>
                </c:pt>
                <c:pt idx="3175">
                  <c:v>45180</c:v>
                </c:pt>
                <c:pt idx="3176">
                  <c:v>45181</c:v>
                </c:pt>
                <c:pt idx="3177">
                  <c:v>45182</c:v>
                </c:pt>
                <c:pt idx="3178">
                  <c:v>45183</c:v>
                </c:pt>
                <c:pt idx="3179">
                  <c:v>45184</c:v>
                </c:pt>
                <c:pt idx="3180">
                  <c:v>45185</c:v>
                </c:pt>
                <c:pt idx="3181">
                  <c:v>45186</c:v>
                </c:pt>
                <c:pt idx="3182">
                  <c:v>45187</c:v>
                </c:pt>
                <c:pt idx="3183">
                  <c:v>45188</c:v>
                </c:pt>
                <c:pt idx="3184">
                  <c:v>45189</c:v>
                </c:pt>
                <c:pt idx="3185">
                  <c:v>45190</c:v>
                </c:pt>
                <c:pt idx="3186">
                  <c:v>45191</c:v>
                </c:pt>
                <c:pt idx="3187">
                  <c:v>45192</c:v>
                </c:pt>
                <c:pt idx="3188">
                  <c:v>45193</c:v>
                </c:pt>
                <c:pt idx="3189">
                  <c:v>45194</c:v>
                </c:pt>
                <c:pt idx="3190">
                  <c:v>45195</c:v>
                </c:pt>
                <c:pt idx="3191">
                  <c:v>45196</c:v>
                </c:pt>
                <c:pt idx="3192">
                  <c:v>45197</c:v>
                </c:pt>
                <c:pt idx="3193">
                  <c:v>45198</c:v>
                </c:pt>
                <c:pt idx="3194">
                  <c:v>45199</c:v>
                </c:pt>
                <c:pt idx="3195">
                  <c:v>45200</c:v>
                </c:pt>
                <c:pt idx="3196">
                  <c:v>45201</c:v>
                </c:pt>
                <c:pt idx="3197">
                  <c:v>45202</c:v>
                </c:pt>
                <c:pt idx="3198">
                  <c:v>45203</c:v>
                </c:pt>
                <c:pt idx="3199">
                  <c:v>45204</c:v>
                </c:pt>
                <c:pt idx="3200">
                  <c:v>45205</c:v>
                </c:pt>
                <c:pt idx="3201">
                  <c:v>45206</c:v>
                </c:pt>
                <c:pt idx="3202">
                  <c:v>45207</c:v>
                </c:pt>
                <c:pt idx="3203">
                  <c:v>45208</c:v>
                </c:pt>
                <c:pt idx="3204">
                  <c:v>45209</c:v>
                </c:pt>
                <c:pt idx="3205">
                  <c:v>45210</c:v>
                </c:pt>
                <c:pt idx="3206">
                  <c:v>45211</c:v>
                </c:pt>
                <c:pt idx="3207">
                  <c:v>45212</c:v>
                </c:pt>
                <c:pt idx="3208">
                  <c:v>45213</c:v>
                </c:pt>
                <c:pt idx="3209">
                  <c:v>45214</c:v>
                </c:pt>
                <c:pt idx="3210">
                  <c:v>45215</c:v>
                </c:pt>
                <c:pt idx="3211">
                  <c:v>45216</c:v>
                </c:pt>
                <c:pt idx="3212">
                  <c:v>45217</c:v>
                </c:pt>
                <c:pt idx="3213">
                  <c:v>45218</c:v>
                </c:pt>
                <c:pt idx="3214">
                  <c:v>45219</c:v>
                </c:pt>
                <c:pt idx="3215">
                  <c:v>45220</c:v>
                </c:pt>
                <c:pt idx="3216">
                  <c:v>45221</c:v>
                </c:pt>
                <c:pt idx="3217">
                  <c:v>45222</c:v>
                </c:pt>
                <c:pt idx="3218">
                  <c:v>45223</c:v>
                </c:pt>
                <c:pt idx="3219">
                  <c:v>45224</c:v>
                </c:pt>
                <c:pt idx="3220">
                  <c:v>45225</c:v>
                </c:pt>
                <c:pt idx="3221">
                  <c:v>45226</c:v>
                </c:pt>
                <c:pt idx="3222">
                  <c:v>45227</c:v>
                </c:pt>
                <c:pt idx="3223">
                  <c:v>45228</c:v>
                </c:pt>
                <c:pt idx="3224">
                  <c:v>45229</c:v>
                </c:pt>
                <c:pt idx="3225">
                  <c:v>45230</c:v>
                </c:pt>
                <c:pt idx="3226">
                  <c:v>45231</c:v>
                </c:pt>
                <c:pt idx="3227">
                  <c:v>45232</c:v>
                </c:pt>
                <c:pt idx="3228">
                  <c:v>45233</c:v>
                </c:pt>
                <c:pt idx="3229">
                  <c:v>45234</c:v>
                </c:pt>
                <c:pt idx="3230">
                  <c:v>45235</c:v>
                </c:pt>
                <c:pt idx="3231">
                  <c:v>45236</c:v>
                </c:pt>
                <c:pt idx="3232">
                  <c:v>45237</c:v>
                </c:pt>
                <c:pt idx="3233">
                  <c:v>45238</c:v>
                </c:pt>
                <c:pt idx="3234">
                  <c:v>45239</c:v>
                </c:pt>
                <c:pt idx="3235">
                  <c:v>45240</c:v>
                </c:pt>
                <c:pt idx="3236">
                  <c:v>45241</c:v>
                </c:pt>
                <c:pt idx="3237">
                  <c:v>45242</c:v>
                </c:pt>
                <c:pt idx="3238">
                  <c:v>45243</c:v>
                </c:pt>
                <c:pt idx="3239">
                  <c:v>45244</c:v>
                </c:pt>
                <c:pt idx="3240">
                  <c:v>45245</c:v>
                </c:pt>
                <c:pt idx="3241">
                  <c:v>45246</c:v>
                </c:pt>
                <c:pt idx="3242">
                  <c:v>45247</c:v>
                </c:pt>
                <c:pt idx="3243">
                  <c:v>45248</c:v>
                </c:pt>
                <c:pt idx="3244">
                  <c:v>45249</c:v>
                </c:pt>
                <c:pt idx="3245">
                  <c:v>45250</c:v>
                </c:pt>
                <c:pt idx="3246">
                  <c:v>45251</c:v>
                </c:pt>
                <c:pt idx="3247">
                  <c:v>45252</c:v>
                </c:pt>
                <c:pt idx="3248">
                  <c:v>45253</c:v>
                </c:pt>
                <c:pt idx="3249">
                  <c:v>45254</c:v>
                </c:pt>
                <c:pt idx="3250">
                  <c:v>45255</c:v>
                </c:pt>
                <c:pt idx="3251">
                  <c:v>45256</c:v>
                </c:pt>
                <c:pt idx="3252">
                  <c:v>45257</c:v>
                </c:pt>
                <c:pt idx="3253">
                  <c:v>45258</c:v>
                </c:pt>
                <c:pt idx="3254">
                  <c:v>45259</c:v>
                </c:pt>
                <c:pt idx="3255">
                  <c:v>45260</c:v>
                </c:pt>
                <c:pt idx="3256">
                  <c:v>45261</c:v>
                </c:pt>
                <c:pt idx="3257">
                  <c:v>45262</c:v>
                </c:pt>
                <c:pt idx="3258">
                  <c:v>45263</c:v>
                </c:pt>
                <c:pt idx="3259">
                  <c:v>45264</c:v>
                </c:pt>
                <c:pt idx="3260">
                  <c:v>45265</c:v>
                </c:pt>
                <c:pt idx="3261">
                  <c:v>45266</c:v>
                </c:pt>
                <c:pt idx="3262">
                  <c:v>45267</c:v>
                </c:pt>
                <c:pt idx="3263">
                  <c:v>45268</c:v>
                </c:pt>
                <c:pt idx="3264">
                  <c:v>45269</c:v>
                </c:pt>
                <c:pt idx="3265">
                  <c:v>45270</c:v>
                </c:pt>
                <c:pt idx="3266">
                  <c:v>45271</c:v>
                </c:pt>
                <c:pt idx="3267">
                  <c:v>45272</c:v>
                </c:pt>
                <c:pt idx="3268">
                  <c:v>45273</c:v>
                </c:pt>
                <c:pt idx="3269">
                  <c:v>45274</c:v>
                </c:pt>
                <c:pt idx="3270">
                  <c:v>45275</c:v>
                </c:pt>
                <c:pt idx="3271">
                  <c:v>45276</c:v>
                </c:pt>
                <c:pt idx="3272">
                  <c:v>45277</c:v>
                </c:pt>
                <c:pt idx="3273">
                  <c:v>45278</c:v>
                </c:pt>
                <c:pt idx="3274">
                  <c:v>45279</c:v>
                </c:pt>
                <c:pt idx="3275">
                  <c:v>45280</c:v>
                </c:pt>
                <c:pt idx="3276">
                  <c:v>45281</c:v>
                </c:pt>
                <c:pt idx="3277">
                  <c:v>45282</c:v>
                </c:pt>
                <c:pt idx="3278">
                  <c:v>45283</c:v>
                </c:pt>
                <c:pt idx="3279">
                  <c:v>45284</c:v>
                </c:pt>
                <c:pt idx="3280">
                  <c:v>45285</c:v>
                </c:pt>
                <c:pt idx="3281">
                  <c:v>45286</c:v>
                </c:pt>
                <c:pt idx="3282">
                  <c:v>45287</c:v>
                </c:pt>
                <c:pt idx="3283">
                  <c:v>45288</c:v>
                </c:pt>
                <c:pt idx="3284">
                  <c:v>45289</c:v>
                </c:pt>
                <c:pt idx="3285">
                  <c:v>45290</c:v>
                </c:pt>
                <c:pt idx="3286">
                  <c:v>45291</c:v>
                </c:pt>
                <c:pt idx="3287">
                  <c:v>45292</c:v>
                </c:pt>
                <c:pt idx="3288">
                  <c:v>45293</c:v>
                </c:pt>
                <c:pt idx="3289">
                  <c:v>45294</c:v>
                </c:pt>
                <c:pt idx="3290">
                  <c:v>45295</c:v>
                </c:pt>
                <c:pt idx="3291">
                  <c:v>45296</c:v>
                </c:pt>
                <c:pt idx="3292">
                  <c:v>45297</c:v>
                </c:pt>
                <c:pt idx="3293">
                  <c:v>45298</c:v>
                </c:pt>
                <c:pt idx="3294">
                  <c:v>45299</c:v>
                </c:pt>
                <c:pt idx="3295">
                  <c:v>45300</c:v>
                </c:pt>
                <c:pt idx="3296">
                  <c:v>45301</c:v>
                </c:pt>
                <c:pt idx="3297">
                  <c:v>45302</c:v>
                </c:pt>
                <c:pt idx="3298">
                  <c:v>45303</c:v>
                </c:pt>
                <c:pt idx="3299">
                  <c:v>45304</c:v>
                </c:pt>
                <c:pt idx="3300">
                  <c:v>45305</c:v>
                </c:pt>
                <c:pt idx="3301">
                  <c:v>45306</c:v>
                </c:pt>
                <c:pt idx="3302">
                  <c:v>45307</c:v>
                </c:pt>
                <c:pt idx="3303">
                  <c:v>45308</c:v>
                </c:pt>
                <c:pt idx="3304">
                  <c:v>45309</c:v>
                </c:pt>
                <c:pt idx="3305">
                  <c:v>45310</c:v>
                </c:pt>
                <c:pt idx="3306">
                  <c:v>45311</c:v>
                </c:pt>
                <c:pt idx="3307">
                  <c:v>45312</c:v>
                </c:pt>
                <c:pt idx="3308">
                  <c:v>45313</c:v>
                </c:pt>
                <c:pt idx="3309">
                  <c:v>45314</c:v>
                </c:pt>
                <c:pt idx="3310">
                  <c:v>45315</c:v>
                </c:pt>
                <c:pt idx="3311">
                  <c:v>45316</c:v>
                </c:pt>
                <c:pt idx="3312">
                  <c:v>45317</c:v>
                </c:pt>
                <c:pt idx="3313">
                  <c:v>45318</c:v>
                </c:pt>
                <c:pt idx="3314">
                  <c:v>45319</c:v>
                </c:pt>
                <c:pt idx="3315">
                  <c:v>45320</c:v>
                </c:pt>
                <c:pt idx="3316">
                  <c:v>45321</c:v>
                </c:pt>
                <c:pt idx="3317">
                  <c:v>45322</c:v>
                </c:pt>
                <c:pt idx="3318">
                  <c:v>45323</c:v>
                </c:pt>
                <c:pt idx="3319">
                  <c:v>45324</c:v>
                </c:pt>
                <c:pt idx="3320">
                  <c:v>45325</c:v>
                </c:pt>
                <c:pt idx="3321">
                  <c:v>45326</c:v>
                </c:pt>
                <c:pt idx="3322">
                  <c:v>45327</c:v>
                </c:pt>
                <c:pt idx="3323">
                  <c:v>45328</c:v>
                </c:pt>
                <c:pt idx="3324">
                  <c:v>45329</c:v>
                </c:pt>
                <c:pt idx="3325">
                  <c:v>45330</c:v>
                </c:pt>
                <c:pt idx="3326">
                  <c:v>45331</c:v>
                </c:pt>
                <c:pt idx="3327">
                  <c:v>45332</c:v>
                </c:pt>
                <c:pt idx="3328">
                  <c:v>45333</c:v>
                </c:pt>
                <c:pt idx="3329">
                  <c:v>45334</c:v>
                </c:pt>
                <c:pt idx="3330">
                  <c:v>45335</c:v>
                </c:pt>
                <c:pt idx="3331">
                  <c:v>45336</c:v>
                </c:pt>
                <c:pt idx="3332">
                  <c:v>45337</c:v>
                </c:pt>
                <c:pt idx="3333">
                  <c:v>45338</c:v>
                </c:pt>
                <c:pt idx="3334">
                  <c:v>45339</c:v>
                </c:pt>
                <c:pt idx="3335">
                  <c:v>45340</c:v>
                </c:pt>
                <c:pt idx="3336">
                  <c:v>45341</c:v>
                </c:pt>
                <c:pt idx="3337">
                  <c:v>45342</c:v>
                </c:pt>
                <c:pt idx="3338">
                  <c:v>45343</c:v>
                </c:pt>
                <c:pt idx="3339">
                  <c:v>45344</c:v>
                </c:pt>
                <c:pt idx="3340">
                  <c:v>45345</c:v>
                </c:pt>
                <c:pt idx="3341">
                  <c:v>45346</c:v>
                </c:pt>
                <c:pt idx="3342">
                  <c:v>45347</c:v>
                </c:pt>
                <c:pt idx="3343">
                  <c:v>45348</c:v>
                </c:pt>
                <c:pt idx="3344">
                  <c:v>45349</c:v>
                </c:pt>
                <c:pt idx="3345">
                  <c:v>45350</c:v>
                </c:pt>
                <c:pt idx="3346">
                  <c:v>45351</c:v>
                </c:pt>
                <c:pt idx="3347">
                  <c:v>45352</c:v>
                </c:pt>
                <c:pt idx="3348">
                  <c:v>45353</c:v>
                </c:pt>
                <c:pt idx="3349">
                  <c:v>45354</c:v>
                </c:pt>
                <c:pt idx="3350">
                  <c:v>45355</c:v>
                </c:pt>
                <c:pt idx="3351">
                  <c:v>45356</c:v>
                </c:pt>
                <c:pt idx="3352">
                  <c:v>45357</c:v>
                </c:pt>
                <c:pt idx="3353">
                  <c:v>45358</c:v>
                </c:pt>
                <c:pt idx="3354">
                  <c:v>45359</c:v>
                </c:pt>
                <c:pt idx="3355">
                  <c:v>45360</c:v>
                </c:pt>
                <c:pt idx="3356">
                  <c:v>45361</c:v>
                </c:pt>
                <c:pt idx="3357">
                  <c:v>45362</c:v>
                </c:pt>
                <c:pt idx="3358">
                  <c:v>45363</c:v>
                </c:pt>
                <c:pt idx="3359">
                  <c:v>45364</c:v>
                </c:pt>
                <c:pt idx="3360">
                  <c:v>45365</c:v>
                </c:pt>
                <c:pt idx="3361">
                  <c:v>45366</c:v>
                </c:pt>
                <c:pt idx="3362">
                  <c:v>45367</c:v>
                </c:pt>
                <c:pt idx="3363">
                  <c:v>45368</c:v>
                </c:pt>
                <c:pt idx="3364">
                  <c:v>45369</c:v>
                </c:pt>
                <c:pt idx="3365">
                  <c:v>45370</c:v>
                </c:pt>
                <c:pt idx="3366">
                  <c:v>45371</c:v>
                </c:pt>
                <c:pt idx="3367">
                  <c:v>45372</c:v>
                </c:pt>
                <c:pt idx="3368">
                  <c:v>45373</c:v>
                </c:pt>
                <c:pt idx="3369">
                  <c:v>45374</c:v>
                </c:pt>
                <c:pt idx="3370">
                  <c:v>45375</c:v>
                </c:pt>
                <c:pt idx="3371">
                  <c:v>45376</c:v>
                </c:pt>
                <c:pt idx="3372">
                  <c:v>45377</c:v>
                </c:pt>
                <c:pt idx="3373">
                  <c:v>45378</c:v>
                </c:pt>
                <c:pt idx="3374">
                  <c:v>45379</c:v>
                </c:pt>
                <c:pt idx="3375">
                  <c:v>45380</c:v>
                </c:pt>
                <c:pt idx="3376">
                  <c:v>45381</c:v>
                </c:pt>
                <c:pt idx="3377">
                  <c:v>45382</c:v>
                </c:pt>
                <c:pt idx="3378">
                  <c:v>45383</c:v>
                </c:pt>
                <c:pt idx="3379">
                  <c:v>45384</c:v>
                </c:pt>
                <c:pt idx="3380">
                  <c:v>45385</c:v>
                </c:pt>
                <c:pt idx="3381">
                  <c:v>45386</c:v>
                </c:pt>
                <c:pt idx="3382">
                  <c:v>45387</c:v>
                </c:pt>
                <c:pt idx="3383">
                  <c:v>45388</c:v>
                </c:pt>
                <c:pt idx="3384">
                  <c:v>45389</c:v>
                </c:pt>
                <c:pt idx="3385">
                  <c:v>45390</c:v>
                </c:pt>
                <c:pt idx="3386">
                  <c:v>45391</c:v>
                </c:pt>
                <c:pt idx="3387">
                  <c:v>45392</c:v>
                </c:pt>
                <c:pt idx="3388">
                  <c:v>45393</c:v>
                </c:pt>
                <c:pt idx="3389">
                  <c:v>45394</c:v>
                </c:pt>
                <c:pt idx="3390">
                  <c:v>45395</c:v>
                </c:pt>
                <c:pt idx="3391">
                  <c:v>45396</c:v>
                </c:pt>
                <c:pt idx="3392">
                  <c:v>45397</c:v>
                </c:pt>
                <c:pt idx="3393">
                  <c:v>45398</c:v>
                </c:pt>
                <c:pt idx="3394">
                  <c:v>45399</c:v>
                </c:pt>
                <c:pt idx="3395">
                  <c:v>45400</c:v>
                </c:pt>
                <c:pt idx="3396">
                  <c:v>45401</c:v>
                </c:pt>
                <c:pt idx="3397">
                  <c:v>45402</c:v>
                </c:pt>
                <c:pt idx="3398">
                  <c:v>45403</c:v>
                </c:pt>
                <c:pt idx="3399">
                  <c:v>45404</c:v>
                </c:pt>
                <c:pt idx="3400">
                  <c:v>45405</c:v>
                </c:pt>
                <c:pt idx="3401">
                  <c:v>45406</c:v>
                </c:pt>
                <c:pt idx="3402">
                  <c:v>45407</c:v>
                </c:pt>
                <c:pt idx="3403">
                  <c:v>45408</c:v>
                </c:pt>
                <c:pt idx="3404">
                  <c:v>45409</c:v>
                </c:pt>
                <c:pt idx="3405">
                  <c:v>45410</c:v>
                </c:pt>
                <c:pt idx="3406">
                  <c:v>45411</c:v>
                </c:pt>
                <c:pt idx="3407">
                  <c:v>45412</c:v>
                </c:pt>
                <c:pt idx="3408">
                  <c:v>45413</c:v>
                </c:pt>
                <c:pt idx="3409">
                  <c:v>45414</c:v>
                </c:pt>
                <c:pt idx="3410">
                  <c:v>45415</c:v>
                </c:pt>
                <c:pt idx="3411">
                  <c:v>45416</c:v>
                </c:pt>
                <c:pt idx="3412">
                  <c:v>45417</c:v>
                </c:pt>
                <c:pt idx="3413">
                  <c:v>45418</c:v>
                </c:pt>
                <c:pt idx="3414">
                  <c:v>45419</c:v>
                </c:pt>
                <c:pt idx="3415">
                  <c:v>45420</c:v>
                </c:pt>
                <c:pt idx="3416">
                  <c:v>45421</c:v>
                </c:pt>
                <c:pt idx="3417">
                  <c:v>45422</c:v>
                </c:pt>
                <c:pt idx="3418">
                  <c:v>45423</c:v>
                </c:pt>
                <c:pt idx="3419">
                  <c:v>45424</c:v>
                </c:pt>
                <c:pt idx="3420">
                  <c:v>45425</c:v>
                </c:pt>
                <c:pt idx="3421">
                  <c:v>45426</c:v>
                </c:pt>
                <c:pt idx="3422">
                  <c:v>45427</c:v>
                </c:pt>
                <c:pt idx="3423">
                  <c:v>45428</c:v>
                </c:pt>
                <c:pt idx="3424">
                  <c:v>45429</c:v>
                </c:pt>
                <c:pt idx="3425">
                  <c:v>45430</c:v>
                </c:pt>
                <c:pt idx="3426">
                  <c:v>45431</c:v>
                </c:pt>
                <c:pt idx="3427">
                  <c:v>45432</c:v>
                </c:pt>
                <c:pt idx="3428">
                  <c:v>45433</c:v>
                </c:pt>
                <c:pt idx="3429">
                  <c:v>45434</c:v>
                </c:pt>
                <c:pt idx="3430">
                  <c:v>45435</c:v>
                </c:pt>
                <c:pt idx="3431">
                  <c:v>45436</c:v>
                </c:pt>
                <c:pt idx="3432">
                  <c:v>45437</c:v>
                </c:pt>
                <c:pt idx="3433">
                  <c:v>45438</c:v>
                </c:pt>
                <c:pt idx="3434">
                  <c:v>45439</c:v>
                </c:pt>
                <c:pt idx="3435">
                  <c:v>45440</c:v>
                </c:pt>
                <c:pt idx="3436">
                  <c:v>45441</c:v>
                </c:pt>
                <c:pt idx="3437">
                  <c:v>45442</c:v>
                </c:pt>
                <c:pt idx="3438">
                  <c:v>45443</c:v>
                </c:pt>
                <c:pt idx="3439">
                  <c:v>45444</c:v>
                </c:pt>
                <c:pt idx="3440">
                  <c:v>45445</c:v>
                </c:pt>
                <c:pt idx="3441">
                  <c:v>45446</c:v>
                </c:pt>
                <c:pt idx="3442">
                  <c:v>45447</c:v>
                </c:pt>
                <c:pt idx="3443">
                  <c:v>45448</c:v>
                </c:pt>
                <c:pt idx="3444">
                  <c:v>45449</c:v>
                </c:pt>
                <c:pt idx="3445">
                  <c:v>45450</c:v>
                </c:pt>
                <c:pt idx="3446">
                  <c:v>45451</c:v>
                </c:pt>
                <c:pt idx="3447">
                  <c:v>45452</c:v>
                </c:pt>
                <c:pt idx="3448">
                  <c:v>45453</c:v>
                </c:pt>
                <c:pt idx="3449">
                  <c:v>45454</c:v>
                </c:pt>
                <c:pt idx="3450">
                  <c:v>45455</c:v>
                </c:pt>
                <c:pt idx="3451">
                  <c:v>45456</c:v>
                </c:pt>
                <c:pt idx="3452">
                  <c:v>45457</c:v>
                </c:pt>
                <c:pt idx="3453">
                  <c:v>45458</c:v>
                </c:pt>
                <c:pt idx="3454">
                  <c:v>45459</c:v>
                </c:pt>
                <c:pt idx="3455">
                  <c:v>45460</c:v>
                </c:pt>
                <c:pt idx="3456">
                  <c:v>45461</c:v>
                </c:pt>
                <c:pt idx="3457">
                  <c:v>45462</c:v>
                </c:pt>
                <c:pt idx="3458">
                  <c:v>45463</c:v>
                </c:pt>
                <c:pt idx="3459">
                  <c:v>45464</c:v>
                </c:pt>
                <c:pt idx="3460">
                  <c:v>45465</c:v>
                </c:pt>
                <c:pt idx="3461">
                  <c:v>45466</c:v>
                </c:pt>
                <c:pt idx="3462">
                  <c:v>45467</c:v>
                </c:pt>
                <c:pt idx="3463">
                  <c:v>45468</c:v>
                </c:pt>
                <c:pt idx="3464">
                  <c:v>45469</c:v>
                </c:pt>
                <c:pt idx="3465">
                  <c:v>45470</c:v>
                </c:pt>
                <c:pt idx="3466">
                  <c:v>45471</c:v>
                </c:pt>
                <c:pt idx="3467">
                  <c:v>45472</c:v>
                </c:pt>
                <c:pt idx="3468">
                  <c:v>45473</c:v>
                </c:pt>
                <c:pt idx="3469">
                  <c:v>45474</c:v>
                </c:pt>
                <c:pt idx="3470">
                  <c:v>45475</c:v>
                </c:pt>
                <c:pt idx="3471">
                  <c:v>45476</c:v>
                </c:pt>
                <c:pt idx="3472">
                  <c:v>45477</c:v>
                </c:pt>
                <c:pt idx="3473">
                  <c:v>45478</c:v>
                </c:pt>
                <c:pt idx="3474">
                  <c:v>45479</c:v>
                </c:pt>
                <c:pt idx="3475">
                  <c:v>45480</c:v>
                </c:pt>
                <c:pt idx="3476">
                  <c:v>45481</c:v>
                </c:pt>
                <c:pt idx="3477">
                  <c:v>45482</c:v>
                </c:pt>
                <c:pt idx="3478">
                  <c:v>45483</c:v>
                </c:pt>
                <c:pt idx="3479">
                  <c:v>45484</c:v>
                </c:pt>
                <c:pt idx="3480">
                  <c:v>45485</c:v>
                </c:pt>
                <c:pt idx="3481">
                  <c:v>45486</c:v>
                </c:pt>
                <c:pt idx="3482">
                  <c:v>45487</c:v>
                </c:pt>
                <c:pt idx="3483">
                  <c:v>45488</c:v>
                </c:pt>
                <c:pt idx="3484">
                  <c:v>45489</c:v>
                </c:pt>
                <c:pt idx="3485">
                  <c:v>45490</c:v>
                </c:pt>
                <c:pt idx="3486">
                  <c:v>45491</c:v>
                </c:pt>
                <c:pt idx="3487">
                  <c:v>45492</c:v>
                </c:pt>
                <c:pt idx="3488">
                  <c:v>45493</c:v>
                </c:pt>
                <c:pt idx="3489">
                  <c:v>45494</c:v>
                </c:pt>
                <c:pt idx="3490">
                  <c:v>45495</c:v>
                </c:pt>
                <c:pt idx="3491">
                  <c:v>45496</c:v>
                </c:pt>
                <c:pt idx="3492">
                  <c:v>45497</c:v>
                </c:pt>
                <c:pt idx="3493">
                  <c:v>45498</c:v>
                </c:pt>
                <c:pt idx="3494">
                  <c:v>45499</c:v>
                </c:pt>
                <c:pt idx="3495">
                  <c:v>45500</c:v>
                </c:pt>
                <c:pt idx="3496">
                  <c:v>45501</c:v>
                </c:pt>
                <c:pt idx="3497">
                  <c:v>45502</c:v>
                </c:pt>
                <c:pt idx="3498">
                  <c:v>45503</c:v>
                </c:pt>
                <c:pt idx="3499">
                  <c:v>45504</c:v>
                </c:pt>
                <c:pt idx="3500">
                  <c:v>45505</c:v>
                </c:pt>
                <c:pt idx="3501">
                  <c:v>45506</c:v>
                </c:pt>
                <c:pt idx="3502">
                  <c:v>45507</c:v>
                </c:pt>
                <c:pt idx="3503">
                  <c:v>45508</c:v>
                </c:pt>
                <c:pt idx="3504">
                  <c:v>45509</c:v>
                </c:pt>
                <c:pt idx="3505">
                  <c:v>45510</c:v>
                </c:pt>
                <c:pt idx="3506">
                  <c:v>45511</c:v>
                </c:pt>
                <c:pt idx="3507">
                  <c:v>45512</c:v>
                </c:pt>
                <c:pt idx="3508">
                  <c:v>45513</c:v>
                </c:pt>
                <c:pt idx="3509">
                  <c:v>45514</c:v>
                </c:pt>
                <c:pt idx="3510">
                  <c:v>45515</c:v>
                </c:pt>
                <c:pt idx="3511">
                  <c:v>45516</c:v>
                </c:pt>
                <c:pt idx="3512">
                  <c:v>45517</c:v>
                </c:pt>
                <c:pt idx="3513">
                  <c:v>45518</c:v>
                </c:pt>
                <c:pt idx="3514">
                  <c:v>45519</c:v>
                </c:pt>
                <c:pt idx="3515">
                  <c:v>45520</c:v>
                </c:pt>
                <c:pt idx="3516">
                  <c:v>45521</c:v>
                </c:pt>
                <c:pt idx="3517">
                  <c:v>45522</c:v>
                </c:pt>
                <c:pt idx="3518">
                  <c:v>45523</c:v>
                </c:pt>
                <c:pt idx="3519">
                  <c:v>45524</c:v>
                </c:pt>
                <c:pt idx="3520">
                  <c:v>45525</c:v>
                </c:pt>
                <c:pt idx="3521">
                  <c:v>45526</c:v>
                </c:pt>
                <c:pt idx="3522">
                  <c:v>45527</c:v>
                </c:pt>
                <c:pt idx="3523">
                  <c:v>45528</c:v>
                </c:pt>
                <c:pt idx="3524">
                  <c:v>45529</c:v>
                </c:pt>
                <c:pt idx="3525">
                  <c:v>45530</c:v>
                </c:pt>
                <c:pt idx="3526">
                  <c:v>45531</c:v>
                </c:pt>
                <c:pt idx="3527">
                  <c:v>45532</c:v>
                </c:pt>
                <c:pt idx="3528">
                  <c:v>45533</c:v>
                </c:pt>
                <c:pt idx="3529">
                  <c:v>45534</c:v>
                </c:pt>
                <c:pt idx="3530">
                  <c:v>45535</c:v>
                </c:pt>
                <c:pt idx="3531">
                  <c:v>45536</c:v>
                </c:pt>
                <c:pt idx="3532">
                  <c:v>45537</c:v>
                </c:pt>
                <c:pt idx="3533">
                  <c:v>45538</c:v>
                </c:pt>
                <c:pt idx="3534">
                  <c:v>45539</c:v>
                </c:pt>
                <c:pt idx="3535">
                  <c:v>45540</c:v>
                </c:pt>
                <c:pt idx="3536">
                  <c:v>45541</c:v>
                </c:pt>
                <c:pt idx="3537">
                  <c:v>45542</c:v>
                </c:pt>
                <c:pt idx="3538">
                  <c:v>45543</c:v>
                </c:pt>
                <c:pt idx="3539">
                  <c:v>45544</c:v>
                </c:pt>
                <c:pt idx="3540">
                  <c:v>45545</c:v>
                </c:pt>
                <c:pt idx="3541">
                  <c:v>45546</c:v>
                </c:pt>
                <c:pt idx="3542">
                  <c:v>45547</c:v>
                </c:pt>
                <c:pt idx="3543">
                  <c:v>45548</c:v>
                </c:pt>
                <c:pt idx="3544">
                  <c:v>45549</c:v>
                </c:pt>
                <c:pt idx="3545">
                  <c:v>45550</c:v>
                </c:pt>
                <c:pt idx="3546">
                  <c:v>45551</c:v>
                </c:pt>
                <c:pt idx="3547">
                  <c:v>45552</c:v>
                </c:pt>
                <c:pt idx="3548">
                  <c:v>45553</c:v>
                </c:pt>
                <c:pt idx="3549">
                  <c:v>45554</c:v>
                </c:pt>
                <c:pt idx="3550">
                  <c:v>45555</c:v>
                </c:pt>
                <c:pt idx="3551">
                  <c:v>45556</c:v>
                </c:pt>
                <c:pt idx="3552">
                  <c:v>45557</c:v>
                </c:pt>
                <c:pt idx="3553">
                  <c:v>45558</c:v>
                </c:pt>
                <c:pt idx="3554">
                  <c:v>45559</c:v>
                </c:pt>
                <c:pt idx="3555">
                  <c:v>45560</c:v>
                </c:pt>
                <c:pt idx="3556">
                  <c:v>45561</c:v>
                </c:pt>
                <c:pt idx="3557">
                  <c:v>45562</c:v>
                </c:pt>
                <c:pt idx="3558">
                  <c:v>45563</c:v>
                </c:pt>
                <c:pt idx="3559">
                  <c:v>45564</c:v>
                </c:pt>
                <c:pt idx="3560">
                  <c:v>45565</c:v>
                </c:pt>
                <c:pt idx="3561">
                  <c:v>45566</c:v>
                </c:pt>
                <c:pt idx="3562">
                  <c:v>45567</c:v>
                </c:pt>
                <c:pt idx="3563">
                  <c:v>45568</c:v>
                </c:pt>
                <c:pt idx="3564">
                  <c:v>45569</c:v>
                </c:pt>
                <c:pt idx="3565">
                  <c:v>45570</c:v>
                </c:pt>
                <c:pt idx="3566">
                  <c:v>45571</c:v>
                </c:pt>
                <c:pt idx="3567">
                  <c:v>45572</c:v>
                </c:pt>
                <c:pt idx="3568">
                  <c:v>45573</c:v>
                </c:pt>
                <c:pt idx="3569">
                  <c:v>45574</c:v>
                </c:pt>
                <c:pt idx="3570">
                  <c:v>45575</c:v>
                </c:pt>
                <c:pt idx="3571">
                  <c:v>45576</c:v>
                </c:pt>
                <c:pt idx="3572">
                  <c:v>45577</c:v>
                </c:pt>
                <c:pt idx="3573">
                  <c:v>45578</c:v>
                </c:pt>
                <c:pt idx="3574">
                  <c:v>45579</c:v>
                </c:pt>
                <c:pt idx="3575">
                  <c:v>45580</c:v>
                </c:pt>
                <c:pt idx="3576">
                  <c:v>45581</c:v>
                </c:pt>
                <c:pt idx="3577">
                  <c:v>45582</c:v>
                </c:pt>
                <c:pt idx="3578">
                  <c:v>45583</c:v>
                </c:pt>
                <c:pt idx="3579">
                  <c:v>45584</c:v>
                </c:pt>
                <c:pt idx="3580">
                  <c:v>45585</c:v>
                </c:pt>
                <c:pt idx="3581">
                  <c:v>45586</c:v>
                </c:pt>
                <c:pt idx="3582">
                  <c:v>45587</c:v>
                </c:pt>
                <c:pt idx="3583">
                  <c:v>45588</c:v>
                </c:pt>
                <c:pt idx="3584">
                  <c:v>45589</c:v>
                </c:pt>
                <c:pt idx="3585">
                  <c:v>45590</c:v>
                </c:pt>
                <c:pt idx="3586">
                  <c:v>45591</c:v>
                </c:pt>
                <c:pt idx="3587">
                  <c:v>45592</c:v>
                </c:pt>
                <c:pt idx="3588">
                  <c:v>45593</c:v>
                </c:pt>
                <c:pt idx="3589">
                  <c:v>45594</c:v>
                </c:pt>
                <c:pt idx="3590">
                  <c:v>45595</c:v>
                </c:pt>
                <c:pt idx="3591">
                  <c:v>45596</c:v>
                </c:pt>
                <c:pt idx="3592">
                  <c:v>45597</c:v>
                </c:pt>
                <c:pt idx="3593">
                  <c:v>45598</c:v>
                </c:pt>
                <c:pt idx="3594">
                  <c:v>45599</c:v>
                </c:pt>
                <c:pt idx="3595">
                  <c:v>45600</c:v>
                </c:pt>
                <c:pt idx="3596">
                  <c:v>45601</c:v>
                </c:pt>
                <c:pt idx="3597">
                  <c:v>45602</c:v>
                </c:pt>
                <c:pt idx="3598">
                  <c:v>45603</c:v>
                </c:pt>
                <c:pt idx="3599">
                  <c:v>45604</c:v>
                </c:pt>
                <c:pt idx="3600">
                  <c:v>45605</c:v>
                </c:pt>
                <c:pt idx="3601">
                  <c:v>45606</c:v>
                </c:pt>
                <c:pt idx="3602">
                  <c:v>45607</c:v>
                </c:pt>
                <c:pt idx="3603">
                  <c:v>45608</c:v>
                </c:pt>
                <c:pt idx="3604">
                  <c:v>45609</c:v>
                </c:pt>
                <c:pt idx="3605">
                  <c:v>45610</c:v>
                </c:pt>
                <c:pt idx="3606">
                  <c:v>45611</c:v>
                </c:pt>
                <c:pt idx="3607">
                  <c:v>45612</c:v>
                </c:pt>
                <c:pt idx="3608">
                  <c:v>45613</c:v>
                </c:pt>
                <c:pt idx="3609">
                  <c:v>45614</c:v>
                </c:pt>
                <c:pt idx="3610">
                  <c:v>45615</c:v>
                </c:pt>
                <c:pt idx="3611">
                  <c:v>45616</c:v>
                </c:pt>
                <c:pt idx="3612">
                  <c:v>45617</c:v>
                </c:pt>
                <c:pt idx="3613">
                  <c:v>45618</c:v>
                </c:pt>
                <c:pt idx="3614">
                  <c:v>45619</c:v>
                </c:pt>
                <c:pt idx="3615">
                  <c:v>45620</c:v>
                </c:pt>
                <c:pt idx="3616">
                  <c:v>45621</c:v>
                </c:pt>
                <c:pt idx="3617">
                  <c:v>45622</c:v>
                </c:pt>
                <c:pt idx="3618">
                  <c:v>45623</c:v>
                </c:pt>
                <c:pt idx="3619">
                  <c:v>45624</c:v>
                </c:pt>
                <c:pt idx="3620">
                  <c:v>45625</c:v>
                </c:pt>
                <c:pt idx="3621">
                  <c:v>45626</c:v>
                </c:pt>
                <c:pt idx="3622">
                  <c:v>45627</c:v>
                </c:pt>
                <c:pt idx="3623">
                  <c:v>45628</c:v>
                </c:pt>
                <c:pt idx="3624">
                  <c:v>45629</c:v>
                </c:pt>
                <c:pt idx="3625">
                  <c:v>45630</c:v>
                </c:pt>
                <c:pt idx="3626">
                  <c:v>45631</c:v>
                </c:pt>
                <c:pt idx="3627">
                  <c:v>45632</c:v>
                </c:pt>
                <c:pt idx="3628">
                  <c:v>45633</c:v>
                </c:pt>
                <c:pt idx="3629">
                  <c:v>45634</c:v>
                </c:pt>
                <c:pt idx="3630">
                  <c:v>45635</c:v>
                </c:pt>
                <c:pt idx="3631">
                  <c:v>45636</c:v>
                </c:pt>
                <c:pt idx="3632">
                  <c:v>45637</c:v>
                </c:pt>
                <c:pt idx="3633">
                  <c:v>45638</c:v>
                </c:pt>
                <c:pt idx="3634">
                  <c:v>45639</c:v>
                </c:pt>
                <c:pt idx="3635">
                  <c:v>45640</c:v>
                </c:pt>
                <c:pt idx="3636">
                  <c:v>45641</c:v>
                </c:pt>
                <c:pt idx="3637">
                  <c:v>45642</c:v>
                </c:pt>
                <c:pt idx="3638">
                  <c:v>45643</c:v>
                </c:pt>
                <c:pt idx="3639">
                  <c:v>45644</c:v>
                </c:pt>
                <c:pt idx="3640">
                  <c:v>45645</c:v>
                </c:pt>
                <c:pt idx="3641">
                  <c:v>45646</c:v>
                </c:pt>
                <c:pt idx="3642">
                  <c:v>45647</c:v>
                </c:pt>
                <c:pt idx="3643">
                  <c:v>45648</c:v>
                </c:pt>
                <c:pt idx="3644">
                  <c:v>45649</c:v>
                </c:pt>
                <c:pt idx="3645">
                  <c:v>45650</c:v>
                </c:pt>
                <c:pt idx="3646">
                  <c:v>45651</c:v>
                </c:pt>
                <c:pt idx="3647">
                  <c:v>45652</c:v>
                </c:pt>
                <c:pt idx="3648">
                  <c:v>45653</c:v>
                </c:pt>
                <c:pt idx="3649">
                  <c:v>45654</c:v>
                </c:pt>
                <c:pt idx="3650">
                  <c:v>45655</c:v>
                </c:pt>
                <c:pt idx="3651">
                  <c:v>45656</c:v>
                </c:pt>
                <c:pt idx="3652">
                  <c:v>45657</c:v>
                </c:pt>
                <c:pt idx="3653">
                  <c:v>45658</c:v>
                </c:pt>
                <c:pt idx="3654">
                  <c:v>45659</c:v>
                </c:pt>
                <c:pt idx="3655">
                  <c:v>45660</c:v>
                </c:pt>
                <c:pt idx="3656">
                  <c:v>45661</c:v>
                </c:pt>
                <c:pt idx="3657">
                  <c:v>45662</c:v>
                </c:pt>
                <c:pt idx="3658">
                  <c:v>45663</c:v>
                </c:pt>
                <c:pt idx="3659">
                  <c:v>45664</c:v>
                </c:pt>
                <c:pt idx="3660">
                  <c:v>45665</c:v>
                </c:pt>
                <c:pt idx="3661">
                  <c:v>45666</c:v>
                </c:pt>
                <c:pt idx="3662">
                  <c:v>45667</c:v>
                </c:pt>
                <c:pt idx="3663">
                  <c:v>45668</c:v>
                </c:pt>
                <c:pt idx="3664">
                  <c:v>45669</c:v>
                </c:pt>
                <c:pt idx="3665">
                  <c:v>45670</c:v>
                </c:pt>
                <c:pt idx="3666">
                  <c:v>45671</c:v>
                </c:pt>
                <c:pt idx="3667">
                  <c:v>45672</c:v>
                </c:pt>
                <c:pt idx="3668">
                  <c:v>45673</c:v>
                </c:pt>
                <c:pt idx="3669">
                  <c:v>45674</c:v>
                </c:pt>
                <c:pt idx="3670">
                  <c:v>45675</c:v>
                </c:pt>
                <c:pt idx="3671">
                  <c:v>45676</c:v>
                </c:pt>
                <c:pt idx="3672">
                  <c:v>45677</c:v>
                </c:pt>
                <c:pt idx="3673">
                  <c:v>45678</c:v>
                </c:pt>
                <c:pt idx="3674">
                  <c:v>45679</c:v>
                </c:pt>
                <c:pt idx="3675">
                  <c:v>45680</c:v>
                </c:pt>
                <c:pt idx="3676">
                  <c:v>45681</c:v>
                </c:pt>
                <c:pt idx="3677">
                  <c:v>45682</c:v>
                </c:pt>
                <c:pt idx="3678">
                  <c:v>45683</c:v>
                </c:pt>
                <c:pt idx="3679">
                  <c:v>45684</c:v>
                </c:pt>
                <c:pt idx="3680">
                  <c:v>45685</c:v>
                </c:pt>
                <c:pt idx="3681">
                  <c:v>45686</c:v>
                </c:pt>
                <c:pt idx="3682">
                  <c:v>45687</c:v>
                </c:pt>
                <c:pt idx="3683">
                  <c:v>45688</c:v>
                </c:pt>
                <c:pt idx="3684">
                  <c:v>45689</c:v>
                </c:pt>
                <c:pt idx="3685">
                  <c:v>45690</c:v>
                </c:pt>
                <c:pt idx="3686">
                  <c:v>45691</c:v>
                </c:pt>
                <c:pt idx="3687">
                  <c:v>45692</c:v>
                </c:pt>
                <c:pt idx="3688">
                  <c:v>45693</c:v>
                </c:pt>
                <c:pt idx="3689">
                  <c:v>45694</c:v>
                </c:pt>
                <c:pt idx="3690">
                  <c:v>45695</c:v>
                </c:pt>
                <c:pt idx="3691">
                  <c:v>45696</c:v>
                </c:pt>
                <c:pt idx="3692">
                  <c:v>45697</c:v>
                </c:pt>
                <c:pt idx="3693">
                  <c:v>45698</c:v>
                </c:pt>
                <c:pt idx="3694">
                  <c:v>45699</c:v>
                </c:pt>
                <c:pt idx="3695">
                  <c:v>45700</c:v>
                </c:pt>
                <c:pt idx="3696">
                  <c:v>45701</c:v>
                </c:pt>
                <c:pt idx="3697">
                  <c:v>45702</c:v>
                </c:pt>
                <c:pt idx="3698">
                  <c:v>45703</c:v>
                </c:pt>
                <c:pt idx="3699">
                  <c:v>45704</c:v>
                </c:pt>
                <c:pt idx="3700">
                  <c:v>45705</c:v>
                </c:pt>
                <c:pt idx="3701">
                  <c:v>45706</c:v>
                </c:pt>
                <c:pt idx="3702">
                  <c:v>45707</c:v>
                </c:pt>
                <c:pt idx="3703">
                  <c:v>45708</c:v>
                </c:pt>
                <c:pt idx="3704">
                  <c:v>45709</c:v>
                </c:pt>
                <c:pt idx="3705">
                  <c:v>45710</c:v>
                </c:pt>
                <c:pt idx="3706">
                  <c:v>45711</c:v>
                </c:pt>
                <c:pt idx="3707">
                  <c:v>45712</c:v>
                </c:pt>
                <c:pt idx="3708">
                  <c:v>45713</c:v>
                </c:pt>
                <c:pt idx="3709">
                  <c:v>45714</c:v>
                </c:pt>
                <c:pt idx="3710">
                  <c:v>45715</c:v>
                </c:pt>
                <c:pt idx="3711">
                  <c:v>45716</c:v>
                </c:pt>
                <c:pt idx="3712">
                  <c:v>45717</c:v>
                </c:pt>
                <c:pt idx="3713">
                  <c:v>45718</c:v>
                </c:pt>
                <c:pt idx="3714">
                  <c:v>45719</c:v>
                </c:pt>
                <c:pt idx="3715">
                  <c:v>45720</c:v>
                </c:pt>
                <c:pt idx="3716">
                  <c:v>45721</c:v>
                </c:pt>
                <c:pt idx="3717">
                  <c:v>45722</c:v>
                </c:pt>
                <c:pt idx="3718">
                  <c:v>45723</c:v>
                </c:pt>
                <c:pt idx="3719">
                  <c:v>45724</c:v>
                </c:pt>
                <c:pt idx="3720">
                  <c:v>45725</c:v>
                </c:pt>
                <c:pt idx="3721">
                  <c:v>45726</c:v>
                </c:pt>
                <c:pt idx="3722">
                  <c:v>45727</c:v>
                </c:pt>
                <c:pt idx="3723">
                  <c:v>45728</c:v>
                </c:pt>
                <c:pt idx="3724">
                  <c:v>45729</c:v>
                </c:pt>
                <c:pt idx="3725">
                  <c:v>45730</c:v>
                </c:pt>
                <c:pt idx="3726">
                  <c:v>45731</c:v>
                </c:pt>
                <c:pt idx="3727">
                  <c:v>45732</c:v>
                </c:pt>
                <c:pt idx="3728">
                  <c:v>45733</c:v>
                </c:pt>
                <c:pt idx="3729">
                  <c:v>45734</c:v>
                </c:pt>
                <c:pt idx="3730">
                  <c:v>45735</c:v>
                </c:pt>
                <c:pt idx="3731">
                  <c:v>45736</c:v>
                </c:pt>
                <c:pt idx="3732">
                  <c:v>45737</c:v>
                </c:pt>
                <c:pt idx="3733">
                  <c:v>45738</c:v>
                </c:pt>
                <c:pt idx="3734">
                  <c:v>45739</c:v>
                </c:pt>
                <c:pt idx="3735">
                  <c:v>45740</c:v>
                </c:pt>
                <c:pt idx="3736">
                  <c:v>45741</c:v>
                </c:pt>
                <c:pt idx="3737">
                  <c:v>45742</c:v>
                </c:pt>
                <c:pt idx="3738">
                  <c:v>45743</c:v>
                </c:pt>
                <c:pt idx="3739">
                  <c:v>45744</c:v>
                </c:pt>
                <c:pt idx="3740">
                  <c:v>45745</c:v>
                </c:pt>
                <c:pt idx="3741">
                  <c:v>45746</c:v>
                </c:pt>
                <c:pt idx="3742">
                  <c:v>45747</c:v>
                </c:pt>
                <c:pt idx="3743">
                  <c:v>45748</c:v>
                </c:pt>
                <c:pt idx="3744">
                  <c:v>45749</c:v>
                </c:pt>
                <c:pt idx="3745">
                  <c:v>45750</c:v>
                </c:pt>
                <c:pt idx="3746">
                  <c:v>45751</c:v>
                </c:pt>
                <c:pt idx="3747">
                  <c:v>45752</c:v>
                </c:pt>
                <c:pt idx="3748">
                  <c:v>45753</c:v>
                </c:pt>
                <c:pt idx="3749">
                  <c:v>45754</c:v>
                </c:pt>
                <c:pt idx="3750">
                  <c:v>45755</c:v>
                </c:pt>
                <c:pt idx="3751">
                  <c:v>45756</c:v>
                </c:pt>
                <c:pt idx="3752">
                  <c:v>45757</c:v>
                </c:pt>
                <c:pt idx="3753">
                  <c:v>45758</c:v>
                </c:pt>
                <c:pt idx="3754">
                  <c:v>45759</c:v>
                </c:pt>
                <c:pt idx="3755">
                  <c:v>45760</c:v>
                </c:pt>
                <c:pt idx="3756">
                  <c:v>45761</c:v>
                </c:pt>
                <c:pt idx="3757">
                  <c:v>45762</c:v>
                </c:pt>
                <c:pt idx="3758">
                  <c:v>45763</c:v>
                </c:pt>
                <c:pt idx="3759">
                  <c:v>45764</c:v>
                </c:pt>
                <c:pt idx="3760">
                  <c:v>45765</c:v>
                </c:pt>
                <c:pt idx="3761">
                  <c:v>45766</c:v>
                </c:pt>
                <c:pt idx="3762">
                  <c:v>45767</c:v>
                </c:pt>
                <c:pt idx="3763">
                  <c:v>45768</c:v>
                </c:pt>
                <c:pt idx="3764">
                  <c:v>45769</c:v>
                </c:pt>
                <c:pt idx="3765">
                  <c:v>45770</c:v>
                </c:pt>
                <c:pt idx="3766">
                  <c:v>45771</c:v>
                </c:pt>
                <c:pt idx="3767">
                  <c:v>45772</c:v>
                </c:pt>
                <c:pt idx="3768">
                  <c:v>45773</c:v>
                </c:pt>
                <c:pt idx="3769">
                  <c:v>45774</c:v>
                </c:pt>
                <c:pt idx="3770">
                  <c:v>45775</c:v>
                </c:pt>
                <c:pt idx="3771">
                  <c:v>45776</c:v>
                </c:pt>
                <c:pt idx="3772">
                  <c:v>45777</c:v>
                </c:pt>
                <c:pt idx="3773">
                  <c:v>45778</c:v>
                </c:pt>
                <c:pt idx="3774">
                  <c:v>45779</c:v>
                </c:pt>
                <c:pt idx="3775">
                  <c:v>45780</c:v>
                </c:pt>
                <c:pt idx="3776">
                  <c:v>45781</c:v>
                </c:pt>
                <c:pt idx="3777">
                  <c:v>45782</c:v>
                </c:pt>
                <c:pt idx="3778">
                  <c:v>45783</c:v>
                </c:pt>
                <c:pt idx="3779">
                  <c:v>45784</c:v>
                </c:pt>
                <c:pt idx="3780">
                  <c:v>45785</c:v>
                </c:pt>
                <c:pt idx="3781">
                  <c:v>45786</c:v>
                </c:pt>
                <c:pt idx="3782">
                  <c:v>45787</c:v>
                </c:pt>
                <c:pt idx="3783">
                  <c:v>45788</c:v>
                </c:pt>
                <c:pt idx="3784">
                  <c:v>45789</c:v>
                </c:pt>
                <c:pt idx="3785">
                  <c:v>45790</c:v>
                </c:pt>
                <c:pt idx="3786">
                  <c:v>45791</c:v>
                </c:pt>
                <c:pt idx="3787">
                  <c:v>45792</c:v>
                </c:pt>
                <c:pt idx="3788">
                  <c:v>45793</c:v>
                </c:pt>
                <c:pt idx="3789">
                  <c:v>45794</c:v>
                </c:pt>
                <c:pt idx="3790">
                  <c:v>45795</c:v>
                </c:pt>
                <c:pt idx="3791">
                  <c:v>45796</c:v>
                </c:pt>
                <c:pt idx="3792">
                  <c:v>45797</c:v>
                </c:pt>
                <c:pt idx="3793">
                  <c:v>45798</c:v>
                </c:pt>
                <c:pt idx="3794">
                  <c:v>45799</c:v>
                </c:pt>
                <c:pt idx="3795">
                  <c:v>45800</c:v>
                </c:pt>
                <c:pt idx="3796">
                  <c:v>45801</c:v>
                </c:pt>
                <c:pt idx="3797">
                  <c:v>45802</c:v>
                </c:pt>
                <c:pt idx="3798">
                  <c:v>45803</c:v>
                </c:pt>
                <c:pt idx="3799">
                  <c:v>45804</c:v>
                </c:pt>
                <c:pt idx="3800">
                  <c:v>45805</c:v>
                </c:pt>
                <c:pt idx="3801">
                  <c:v>45806</c:v>
                </c:pt>
                <c:pt idx="3802">
                  <c:v>45807</c:v>
                </c:pt>
                <c:pt idx="3803">
                  <c:v>45808</c:v>
                </c:pt>
                <c:pt idx="3804">
                  <c:v>45809</c:v>
                </c:pt>
                <c:pt idx="3805">
                  <c:v>45810</c:v>
                </c:pt>
                <c:pt idx="3806">
                  <c:v>45811</c:v>
                </c:pt>
                <c:pt idx="3807">
                  <c:v>45812</c:v>
                </c:pt>
                <c:pt idx="3808">
                  <c:v>45813</c:v>
                </c:pt>
                <c:pt idx="3809">
                  <c:v>45814</c:v>
                </c:pt>
                <c:pt idx="3810">
                  <c:v>45815</c:v>
                </c:pt>
                <c:pt idx="3811">
                  <c:v>45816</c:v>
                </c:pt>
                <c:pt idx="3812">
                  <c:v>45817</c:v>
                </c:pt>
                <c:pt idx="3813">
                  <c:v>45818</c:v>
                </c:pt>
                <c:pt idx="3814">
                  <c:v>45819</c:v>
                </c:pt>
                <c:pt idx="3815">
                  <c:v>45820</c:v>
                </c:pt>
                <c:pt idx="3816">
                  <c:v>45821</c:v>
                </c:pt>
                <c:pt idx="3817">
                  <c:v>45822</c:v>
                </c:pt>
                <c:pt idx="3818">
                  <c:v>45823</c:v>
                </c:pt>
                <c:pt idx="3819">
                  <c:v>45824</c:v>
                </c:pt>
                <c:pt idx="3820">
                  <c:v>45825</c:v>
                </c:pt>
                <c:pt idx="3821">
                  <c:v>45826</c:v>
                </c:pt>
                <c:pt idx="3822">
                  <c:v>45827</c:v>
                </c:pt>
                <c:pt idx="3823">
                  <c:v>45828</c:v>
                </c:pt>
                <c:pt idx="3824">
                  <c:v>45829</c:v>
                </c:pt>
                <c:pt idx="3825">
                  <c:v>45830</c:v>
                </c:pt>
                <c:pt idx="3826">
                  <c:v>45831</c:v>
                </c:pt>
                <c:pt idx="3827">
                  <c:v>45832</c:v>
                </c:pt>
                <c:pt idx="3828">
                  <c:v>45833</c:v>
                </c:pt>
                <c:pt idx="3829">
                  <c:v>45834</c:v>
                </c:pt>
                <c:pt idx="3830">
                  <c:v>45835</c:v>
                </c:pt>
                <c:pt idx="3831">
                  <c:v>45836</c:v>
                </c:pt>
                <c:pt idx="3832">
                  <c:v>45837</c:v>
                </c:pt>
                <c:pt idx="3833">
                  <c:v>45838</c:v>
                </c:pt>
                <c:pt idx="3834">
                  <c:v>45839</c:v>
                </c:pt>
                <c:pt idx="3835">
                  <c:v>45840</c:v>
                </c:pt>
                <c:pt idx="3836">
                  <c:v>45841</c:v>
                </c:pt>
                <c:pt idx="3837">
                  <c:v>45842</c:v>
                </c:pt>
                <c:pt idx="3838">
                  <c:v>45843</c:v>
                </c:pt>
                <c:pt idx="3839">
                  <c:v>45844</c:v>
                </c:pt>
                <c:pt idx="3840">
                  <c:v>45845</c:v>
                </c:pt>
                <c:pt idx="3841">
                  <c:v>45846</c:v>
                </c:pt>
                <c:pt idx="3842">
                  <c:v>45847</c:v>
                </c:pt>
                <c:pt idx="3843">
                  <c:v>45848</c:v>
                </c:pt>
                <c:pt idx="3844">
                  <c:v>45849</c:v>
                </c:pt>
                <c:pt idx="3845">
                  <c:v>45850</c:v>
                </c:pt>
                <c:pt idx="3846">
                  <c:v>45851</c:v>
                </c:pt>
                <c:pt idx="3847">
                  <c:v>45852</c:v>
                </c:pt>
                <c:pt idx="3848">
                  <c:v>45853</c:v>
                </c:pt>
                <c:pt idx="3849">
                  <c:v>45854</c:v>
                </c:pt>
                <c:pt idx="3850">
                  <c:v>45855</c:v>
                </c:pt>
                <c:pt idx="3851">
                  <c:v>45856</c:v>
                </c:pt>
                <c:pt idx="3852">
                  <c:v>45857</c:v>
                </c:pt>
                <c:pt idx="3853">
                  <c:v>45858</c:v>
                </c:pt>
                <c:pt idx="3854">
                  <c:v>45859</c:v>
                </c:pt>
                <c:pt idx="3855">
                  <c:v>45860</c:v>
                </c:pt>
                <c:pt idx="3856">
                  <c:v>45861</c:v>
                </c:pt>
                <c:pt idx="3857">
                  <c:v>45862</c:v>
                </c:pt>
                <c:pt idx="3858">
                  <c:v>45863</c:v>
                </c:pt>
                <c:pt idx="3859">
                  <c:v>45864</c:v>
                </c:pt>
                <c:pt idx="3860">
                  <c:v>45865</c:v>
                </c:pt>
                <c:pt idx="3861">
                  <c:v>45866</c:v>
                </c:pt>
                <c:pt idx="3862">
                  <c:v>45867</c:v>
                </c:pt>
                <c:pt idx="3863">
                  <c:v>45868</c:v>
                </c:pt>
                <c:pt idx="3864">
                  <c:v>45869</c:v>
                </c:pt>
                <c:pt idx="3865">
                  <c:v>45870</c:v>
                </c:pt>
                <c:pt idx="3866">
                  <c:v>45871</c:v>
                </c:pt>
                <c:pt idx="3867">
                  <c:v>45872</c:v>
                </c:pt>
                <c:pt idx="3868">
                  <c:v>45873</c:v>
                </c:pt>
                <c:pt idx="3869">
                  <c:v>45874</c:v>
                </c:pt>
                <c:pt idx="3870">
                  <c:v>45875</c:v>
                </c:pt>
                <c:pt idx="3871">
                  <c:v>45876</c:v>
                </c:pt>
                <c:pt idx="3872">
                  <c:v>45877</c:v>
                </c:pt>
                <c:pt idx="3873">
                  <c:v>45878</c:v>
                </c:pt>
                <c:pt idx="3874">
                  <c:v>45879</c:v>
                </c:pt>
                <c:pt idx="3875">
                  <c:v>45880</c:v>
                </c:pt>
                <c:pt idx="3876">
                  <c:v>45881</c:v>
                </c:pt>
                <c:pt idx="3877">
                  <c:v>45882</c:v>
                </c:pt>
                <c:pt idx="3878">
                  <c:v>45883</c:v>
                </c:pt>
                <c:pt idx="3879">
                  <c:v>45884</c:v>
                </c:pt>
                <c:pt idx="3880">
                  <c:v>45885</c:v>
                </c:pt>
                <c:pt idx="3881">
                  <c:v>45886</c:v>
                </c:pt>
                <c:pt idx="3882">
                  <c:v>45887</c:v>
                </c:pt>
                <c:pt idx="3883">
                  <c:v>45888</c:v>
                </c:pt>
                <c:pt idx="3884">
                  <c:v>45889</c:v>
                </c:pt>
                <c:pt idx="3885">
                  <c:v>45890</c:v>
                </c:pt>
                <c:pt idx="3886">
                  <c:v>45891</c:v>
                </c:pt>
                <c:pt idx="3887">
                  <c:v>45892</c:v>
                </c:pt>
                <c:pt idx="3888">
                  <c:v>45893</c:v>
                </c:pt>
                <c:pt idx="3889">
                  <c:v>45894</c:v>
                </c:pt>
                <c:pt idx="3890">
                  <c:v>45895</c:v>
                </c:pt>
                <c:pt idx="3891">
                  <c:v>45896</c:v>
                </c:pt>
                <c:pt idx="3892">
                  <c:v>45897</c:v>
                </c:pt>
                <c:pt idx="3893">
                  <c:v>45898</c:v>
                </c:pt>
                <c:pt idx="3894">
                  <c:v>45899</c:v>
                </c:pt>
                <c:pt idx="3895">
                  <c:v>45900</c:v>
                </c:pt>
                <c:pt idx="3896">
                  <c:v>45901</c:v>
                </c:pt>
                <c:pt idx="3897">
                  <c:v>45902</c:v>
                </c:pt>
                <c:pt idx="3898">
                  <c:v>45903</c:v>
                </c:pt>
                <c:pt idx="3899">
                  <c:v>45904</c:v>
                </c:pt>
                <c:pt idx="3900">
                  <c:v>45905</c:v>
                </c:pt>
                <c:pt idx="3901">
                  <c:v>45906</c:v>
                </c:pt>
                <c:pt idx="3902">
                  <c:v>45907</c:v>
                </c:pt>
                <c:pt idx="3903">
                  <c:v>45908</c:v>
                </c:pt>
                <c:pt idx="3904">
                  <c:v>45909</c:v>
                </c:pt>
                <c:pt idx="3905">
                  <c:v>45910</c:v>
                </c:pt>
                <c:pt idx="3906">
                  <c:v>45911</c:v>
                </c:pt>
                <c:pt idx="3907">
                  <c:v>45912</c:v>
                </c:pt>
                <c:pt idx="3908">
                  <c:v>45913</c:v>
                </c:pt>
                <c:pt idx="3909">
                  <c:v>45914</c:v>
                </c:pt>
                <c:pt idx="3910">
                  <c:v>45915</c:v>
                </c:pt>
                <c:pt idx="3911">
                  <c:v>45916</c:v>
                </c:pt>
                <c:pt idx="3912">
                  <c:v>45917</c:v>
                </c:pt>
                <c:pt idx="3913">
                  <c:v>45918</c:v>
                </c:pt>
                <c:pt idx="3914">
                  <c:v>45919</c:v>
                </c:pt>
                <c:pt idx="3915">
                  <c:v>45920</c:v>
                </c:pt>
                <c:pt idx="3916">
                  <c:v>45921</c:v>
                </c:pt>
                <c:pt idx="3917">
                  <c:v>45922</c:v>
                </c:pt>
                <c:pt idx="3918">
                  <c:v>45923</c:v>
                </c:pt>
                <c:pt idx="3919">
                  <c:v>45924</c:v>
                </c:pt>
                <c:pt idx="3920">
                  <c:v>45925</c:v>
                </c:pt>
                <c:pt idx="3921">
                  <c:v>45926</c:v>
                </c:pt>
                <c:pt idx="3922">
                  <c:v>45927</c:v>
                </c:pt>
                <c:pt idx="3923">
                  <c:v>45928</c:v>
                </c:pt>
                <c:pt idx="3924">
                  <c:v>45929</c:v>
                </c:pt>
                <c:pt idx="3925">
                  <c:v>45930</c:v>
                </c:pt>
                <c:pt idx="3926">
                  <c:v>45931</c:v>
                </c:pt>
                <c:pt idx="3927">
                  <c:v>45932</c:v>
                </c:pt>
                <c:pt idx="3928">
                  <c:v>45933</c:v>
                </c:pt>
                <c:pt idx="3929">
                  <c:v>45934</c:v>
                </c:pt>
                <c:pt idx="3930">
                  <c:v>45935</c:v>
                </c:pt>
                <c:pt idx="3931">
                  <c:v>45936</c:v>
                </c:pt>
                <c:pt idx="3932">
                  <c:v>45937</c:v>
                </c:pt>
                <c:pt idx="3933">
                  <c:v>45938</c:v>
                </c:pt>
                <c:pt idx="3934">
                  <c:v>45939</c:v>
                </c:pt>
                <c:pt idx="3935">
                  <c:v>45940</c:v>
                </c:pt>
                <c:pt idx="3936">
                  <c:v>45941</c:v>
                </c:pt>
                <c:pt idx="3937">
                  <c:v>45942</c:v>
                </c:pt>
                <c:pt idx="3938">
                  <c:v>45943</c:v>
                </c:pt>
                <c:pt idx="3939">
                  <c:v>45944</c:v>
                </c:pt>
                <c:pt idx="3940">
                  <c:v>45945</c:v>
                </c:pt>
                <c:pt idx="3941">
                  <c:v>45946</c:v>
                </c:pt>
                <c:pt idx="3942">
                  <c:v>45947</c:v>
                </c:pt>
                <c:pt idx="3943">
                  <c:v>45948</c:v>
                </c:pt>
                <c:pt idx="3944">
                  <c:v>45949</c:v>
                </c:pt>
                <c:pt idx="3945">
                  <c:v>45950</c:v>
                </c:pt>
                <c:pt idx="3946">
                  <c:v>45951</c:v>
                </c:pt>
                <c:pt idx="3947">
                  <c:v>45952</c:v>
                </c:pt>
                <c:pt idx="3948">
                  <c:v>45953</c:v>
                </c:pt>
                <c:pt idx="3949">
                  <c:v>45954</c:v>
                </c:pt>
                <c:pt idx="3950">
                  <c:v>45955</c:v>
                </c:pt>
                <c:pt idx="3951">
                  <c:v>45956</c:v>
                </c:pt>
                <c:pt idx="3952">
                  <c:v>45957</c:v>
                </c:pt>
                <c:pt idx="3953">
                  <c:v>45958</c:v>
                </c:pt>
                <c:pt idx="3954">
                  <c:v>45959</c:v>
                </c:pt>
                <c:pt idx="3955">
                  <c:v>45960</c:v>
                </c:pt>
                <c:pt idx="3956">
                  <c:v>45961</c:v>
                </c:pt>
                <c:pt idx="3957">
                  <c:v>45962</c:v>
                </c:pt>
                <c:pt idx="3958">
                  <c:v>45963</c:v>
                </c:pt>
                <c:pt idx="3959">
                  <c:v>45964</c:v>
                </c:pt>
                <c:pt idx="3960">
                  <c:v>45965</c:v>
                </c:pt>
                <c:pt idx="3961">
                  <c:v>45966</c:v>
                </c:pt>
                <c:pt idx="3962">
                  <c:v>45967</c:v>
                </c:pt>
                <c:pt idx="3963">
                  <c:v>45968</c:v>
                </c:pt>
                <c:pt idx="3964">
                  <c:v>45969</c:v>
                </c:pt>
                <c:pt idx="3965">
                  <c:v>45970</c:v>
                </c:pt>
                <c:pt idx="3966">
                  <c:v>45971</c:v>
                </c:pt>
                <c:pt idx="3967">
                  <c:v>45972</c:v>
                </c:pt>
                <c:pt idx="3968">
                  <c:v>45973</c:v>
                </c:pt>
                <c:pt idx="3969">
                  <c:v>45974</c:v>
                </c:pt>
                <c:pt idx="3970">
                  <c:v>45975</c:v>
                </c:pt>
                <c:pt idx="3971">
                  <c:v>45976</c:v>
                </c:pt>
                <c:pt idx="3972">
                  <c:v>45977</c:v>
                </c:pt>
                <c:pt idx="3973">
                  <c:v>45978</c:v>
                </c:pt>
                <c:pt idx="3974">
                  <c:v>45979</c:v>
                </c:pt>
                <c:pt idx="3975">
                  <c:v>45980</c:v>
                </c:pt>
                <c:pt idx="3976">
                  <c:v>45981</c:v>
                </c:pt>
                <c:pt idx="3977">
                  <c:v>45982</c:v>
                </c:pt>
                <c:pt idx="3978">
                  <c:v>45983</c:v>
                </c:pt>
                <c:pt idx="3979">
                  <c:v>45984</c:v>
                </c:pt>
                <c:pt idx="3980">
                  <c:v>45985</c:v>
                </c:pt>
                <c:pt idx="3981">
                  <c:v>45986</c:v>
                </c:pt>
                <c:pt idx="3982">
                  <c:v>45987</c:v>
                </c:pt>
                <c:pt idx="3983">
                  <c:v>45988</c:v>
                </c:pt>
                <c:pt idx="3984">
                  <c:v>45989</c:v>
                </c:pt>
                <c:pt idx="3985">
                  <c:v>45990</c:v>
                </c:pt>
                <c:pt idx="3986">
                  <c:v>45991</c:v>
                </c:pt>
                <c:pt idx="3987">
                  <c:v>45992</c:v>
                </c:pt>
                <c:pt idx="3988">
                  <c:v>45993</c:v>
                </c:pt>
                <c:pt idx="3989">
                  <c:v>45994</c:v>
                </c:pt>
                <c:pt idx="3990">
                  <c:v>45995</c:v>
                </c:pt>
                <c:pt idx="3991">
                  <c:v>45996</c:v>
                </c:pt>
                <c:pt idx="3992">
                  <c:v>45997</c:v>
                </c:pt>
                <c:pt idx="3993">
                  <c:v>45998</c:v>
                </c:pt>
                <c:pt idx="3994">
                  <c:v>45999</c:v>
                </c:pt>
                <c:pt idx="3995">
                  <c:v>46000</c:v>
                </c:pt>
                <c:pt idx="3996">
                  <c:v>46001</c:v>
                </c:pt>
                <c:pt idx="3997">
                  <c:v>46002</c:v>
                </c:pt>
                <c:pt idx="3998">
                  <c:v>46003</c:v>
                </c:pt>
                <c:pt idx="3999">
                  <c:v>46004</c:v>
                </c:pt>
                <c:pt idx="4000">
                  <c:v>46005</c:v>
                </c:pt>
                <c:pt idx="4001">
                  <c:v>46006</c:v>
                </c:pt>
                <c:pt idx="4002">
                  <c:v>46007</c:v>
                </c:pt>
                <c:pt idx="4003">
                  <c:v>46008</c:v>
                </c:pt>
                <c:pt idx="4004">
                  <c:v>46009</c:v>
                </c:pt>
                <c:pt idx="4005">
                  <c:v>46010</c:v>
                </c:pt>
                <c:pt idx="4006">
                  <c:v>46011</c:v>
                </c:pt>
                <c:pt idx="4007">
                  <c:v>46012</c:v>
                </c:pt>
                <c:pt idx="4008">
                  <c:v>46013</c:v>
                </c:pt>
                <c:pt idx="4009">
                  <c:v>46014</c:v>
                </c:pt>
                <c:pt idx="4010">
                  <c:v>46015</c:v>
                </c:pt>
                <c:pt idx="4011">
                  <c:v>46016</c:v>
                </c:pt>
                <c:pt idx="4012">
                  <c:v>46017</c:v>
                </c:pt>
                <c:pt idx="4013">
                  <c:v>46018</c:v>
                </c:pt>
                <c:pt idx="4014">
                  <c:v>46019</c:v>
                </c:pt>
                <c:pt idx="4015">
                  <c:v>46020</c:v>
                </c:pt>
                <c:pt idx="4016">
                  <c:v>46021</c:v>
                </c:pt>
                <c:pt idx="4017">
                  <c:v>46022</c:v>
                </c:pt>
                <c:pt idx="4018">
                  <c:v>46023</c:v>
                </c:pt>
                <c:pt idx="4019">
                  <c:v>46024</c:v>
                </c:pt>
                <c:pt idx="4020">
                  <c:v>46025</c:v>
                </c:pt>
                <c:pt idx="4021">
                  <c:v>46026</c:v>
                </c:pt>
                <c:pt idx="4022">
                  <c:v>46027</c:v>
                </c:pt>
                <c:pt idx="4023">
                  <c:v>46028</c:v>
                </c:pt>
                <c:pt idx="4024">
                  <c:v>46029</c:v>
                </c:pt>
                <c:pt idx="4025">
                  <c:v>46030</c:v>
                </c:pt>
                <c:pt idx="4026">
                  <c:v>46031</c:v>
                </c:pt>
                <c:pt idx="4027">
                  <c:v>46032</c:v>
                </c:pt>
                <c:pt idx="4028">
                  <c:v>46033</c:v>
                </c:pt>
                <c:pt idx="4029">
                  <c:v>46034</c:v>
                </c:pt>
                <c:pt idx="4030">
                  <c:v>46035</c:v>
                </c:pt>
                <c:pt idx="4031">
                  <c:v>46036</c:v>
                </c:pt>
                <c:pt idx="4032">
                  <c:v>46037</c:v>
                </c:pt>
                <c:pt idx="4033">
                  <c:v>46038</c:v>
                </c:pt>
                <c:pt idx="4034">
                  <c:v>46039</c:v>
                </c:pt>
                <c:pt idx="4035">
                  <c:v>46040</c:v>
                </c:pt>
                <c:pt idx="4036">
                  <c:v>46041</c:v>
                </c:pt>
                <c:pt idx="4037">
                  <c:v>46042</c:v>
                </c:pt>
                <c:pt idx="4038">
                  <c:v>46043</c:v>
                </c:pt>
                <c:pt idx="4039">
                  <c:v>46044</c:v>
                </c:pt>
                <c:pt idx="4040">
                  <c:v>46045</c:v>
                </c:pt>
                <c:pt idx="4041">
                  <c:v>46046</c:v>
                </c:pt>
                <c:pt idx="4042">
                  <c:v>46047</c:v>
                </c:pt>
                <c:pt idx="4043">
                  <c:v>46048</c:v>
                </c:pt>
                <c:pt idx="4044">
                  <c:v>46049</c:v>
                </c:pt>
                <c:pt idx="4045">
                  <c:v>46050</c:v>
                </c:pt>
                <c:pt idx="4046">
                  <c:v>46051</c:v>
                </c:pt>
                <c:pt idx="4047">
                  <c:v>46052</c:v>
                </c:pt>
                <c:pt idx="4048">
                  <c:v>46053</c:v>
                </c:pt>
                <c:pt idx="4049">
                  <c:v>46054</c:v>
                </c:pt>
                <c:pt idx="4050">
                  <c:v>46055</c:v>
                </c:pt>
                <c:pt idx="4051">
                  <c:v>46056</c:v>
                </c:pt>
                <c:pt idx="4052">
                  <c:v>46057</c:v>
                </c:pt>
                <c:pt idx="4053">
                  <c:v>46058</c:v>
                </c:pt>
                <c:pt idx="4054">
                  <c:v>46059</c:v>
                </c:pt>
                <c:pt idx="4055">
                  <c:v>46060</c:v>
                </c:pt>
                <c:pt idx="4056">
                  <c:v>46061</c:v>
                </c:pt>
                <c:pt idx="4057">
                  <c:v>46062</c:v>
                </c:pt>
                <c:pt idx="4058">
                  <c:v>46063</c:v>
                </c:pt>
                <c:pt idx="4059">
                  <c:v>46064</c:v>
                </c:pt>
                <c:pt idx="4060">
                  <c:v>46065</c:v>
                </c:pt>
                <c:pt idx="4061">
                  <c:v>46066</c:v>
                </c:pt>
                <c:pt idx="4062">
                  <c:v>46067</c:v>
                </c:pt>
                <c:pt idx="4063">
                  <c:v>46068</c:v>
                </c:pt>
                <c:pt idx="4064">
                  <c:v>46069</c:v>
                </c:pt>
                <c:pt idx="4065">
                  <c:v>46070</c:v>
                </c:pt>
                <c:pt idx="4066">
                  <c:v>46071</c:v>
                </c:pt>
                <c:pt idx="4067">
                  <c:v>46072</c:v>
                </c:pt>
                <c:pt idx="4068">
                  <c:v>46073</c:v>
                </c:pt>
                <c:pt idx="4069">
                  <c:v>46074</c:v>
                </c:pt>
                <c:pt idx="4070">
                  <c:v>46075</c:v>
                </c:pt>
                <c:pt idx="4071">
                  <c:v>46076</c:v>
                </c:pt>
                <c:pt idx="4072">
                  <c:v>46077</c:v>
                </c:pt>
                <c:pt idx="4073">
                  <c:v>46078</c:v>
                </c:pt>
                <c:pt idx="4074">
                  <c:v>46079</c:v>
                </c:pt>
                <c:pt idx="4075">
                  <c:v>46080</c:v>
                </c:pt>
                <c:pt idx="4076">
                  <c:v>46081</c:v>
                </c:pt>
                <c:pt idx="4077">
                  <c:v>46082</c:v>
                </c:pt>
                <c:pt idx="4078">
                  <c:v>46083</c:v>
                </c:pt>
                <c:pt idx="4079">
                  <c:v>46084</c:v>
                </c:pt>
                <c:pt idx="4080">
                  <c:v>46085</c:v>
                </c:pt>
                <c:pt idx="4081">
                  <c:v>46086</c:v>
                </c:pt>
                <c:pt idx="4082">
                  <c:v>46087</c:v>
                </c:pt>
                <c:pt idx="4083">
                  <c:v>46088</c:v>
                </c:pt>
                <c:pt idx="4084">
                  <c:v>46089</c:v>
                </c:pt>
                <c:pt idx="4085">
                  <c:v>46090</c:v>
                </c:pt>
                <c:pt idx="4086">
                  <c:v>46091</c:v>
                </c:pt>
                <c:pt idx="4087">
                  <c:v>46092</c:v>
                </c:pt>
                <c:pt idx="4088">
                  <c:v>46093</c:v>
                </c:pt>
                <c:pt idx="4089">
                  <c:v>46094</c:v>
                </c:pt>
                <c:pt idx="4090">
                  <c:v>46095</c:v>
                </c:pt>
                <c:pt idx="4091">
                  <c:v>46096</c:v>
                </c:pt>
                <c:pt idx="4092">
                  <c:v>46097</c:v>
                </c:pt>
                <c:pt idx="4093">
                  <c:v>46098</c:v>
                </c:pt>
                <c:pt idx="4094">
                  <c:v>46099</c:v>
                </c:pt>
                <c:pt idx="4095">
                  <c:v>46100</c:v>
                </c:pt>
                <c:pt idx="4096">
                  <c:v>46101</c:v>
                </c:pt>
                <c:pt idx="4097">
                  <c:v>46102</c:v>
                </c:pt>
                <c:pt idx="4098">
                  <c:v>46103</c:v>
                </c:pt>
                <c:pt idx="4099">
                  <c:v>46104</c:v>
                </c:pt>
                <c:pt idx="4100">
                  <c:v>46105</c:v>
                </c:pt>
                <c:pt idx="4101">
                  <c:v>46106</c:v>
                </c:pt>
                <c:pt idx="4102">
                  <c:v>46107</c:v>
                </c:pt>
                <c:pt idx="4103">
                  <c:v>46108</c:v>
                </c:pt>
                <c:pt idx="4104">
                  <c:v>46109</c:v>
                </c:pt>
                <c:pt idx="4105">
                  <c:v>46110</c:v>
                </c:pt>
                <c:pt idx="4106">
                  <c:v>46111</c:v>
                </c:pt>
                <c:pt idx="4107">
                  <c:v>46112</c:v>
                </c:pt>
                <c:pt idx="4108">
                  <c:v>46113</c:v>
                </c:pt>
                <c:pt idx="4109">
                  <c:v>46114</c:v>
                </c:pt>
                <c:pt idx="4110">
                  <c:v>46115</c:v>
                </c:pt>
                <c:pt idx="4111">
                  <c:v>46116</c:v>
                </c:pt>
                <c:pt idx="4112">
                  <c:v>46117</c:v>
                </c:pt>
                <c:pt idx="4113">
                  <c:v>46118</c:v>
                </c:pt>
                <c:pt idx="4114">
                  <c:v>46119</c:v>
                </c:pt>
                <c:pt idx="4115">
                  <c:v>46120</c:v>
                </c:pt>
                <c:pt idx="4116">
                  <c:v>46121</c:v>
                </c:pt>
                <c:pt idx="4117">
                  <c:v>46122</c:v>
                </c:pt>
                <c:pt idx="4118">
                  <c:v>46123</c:v>
                </c:pt>
                <c:pt idx="4119">
                  <c:v>46124</c:v>
                </c:pt>
                <c:pt idx="4120">
                  <c:v>46125</c:v>
                </c:pt>
                <c:pt idx="4121">
                  <c:v>46126</c:v>
                </c:pt>
                <c:pt idx="4122">
                  <c:v>46127</c:v>
                </c:pt>
                <c:pt idx="4123">
                  <c:v>46128</c:v>
                </c:pt>
                <c:pt idx="4124">
                  <c:v>46129</c:v>
                </c:pt>
                <c:pt idx="4125">
                  <c:v>46130</c:v>
                </c:pt>
                <c:pt idx="4126">
                  <c:v>46131</c:v>
                </c:pt>
                <c:pt idx="4127">
                  <c:v>46132</c:v>
                </c:pt>
                <c:pt idx="4128">
                  <c:v>46133</c:v>
                </c:pt>
                <c:pt idx="4129">
                  <c:v>46134</c:v>
                </c:pt>
                <c:pt idx="4130">
                  <c:v>46135</c:v>
                </c:pt>
                <c:pt idx="4131">
                  <c:v>46136</c:v>
                </c:pt>
                <c:pt idx="4132">
                  <c:v>46137</c:v>
                </c:pt>
                <c:pt idx="4133">
                  <c:v>46138</c:v>
                </c:pt>
                <c:pt idx="4134">
                  <c:v>46139</c:v>
                </c:pt>
                <c:pt idx="4135">
                  <c:v>46140</c:v>
                </c:pt>
                <c:pt idx="4136">
                  <c:v>46141</c:v>
                </c:pt>
                <c:pt idx="4137">
                  <c:v>46142</c:v>
                </c:pt>
                <c:pt idx="4138">
                  <c:v>46143</c:v>
                </c:pt>
                <c:pt idx="4139">
                  <c:v>46144</c:v>
                </c:pt>
                <c:pt idx="4140">
                  <c:v>46145</c:v>
                </c:pt>
                <c:pt idx="4141">
                  <c:v>46146</c:v>
                </c:pt>
                <c:pt idx="4142">
                  <c:v>46147</c:v>
                </c:pt>
                <c:pt idx="4143">
                  <c:v>46148</c:v>
                </c:pt>
                <c:pt idx="4144">
                  <c:v>46149</c:v>
                </c:pt>
                <c:pt idx="4145">
                  <c:v>46150</c:v>
                </c:pt>
                <c:pt idx="4146">
                  <c:v>46151</c:v>
                </c:pt>
                <c:pt idx="4147">
                  <c:v>46152</c:v>
                </c:pt>
                <c:pt idx="4148">
                  <c:v>46153</c:v>
                </c:pt>
                <c:pt idx="4149">
                  <c:v>46154</c:v>
                </c:pt>
                <c:pt idx="4150">
                  <c:v>46155</c:v>
                </c:pt>
                <c:pt idx="4151">
                  <c:v>46156</c:v>
                </c:pt>
                <c:pt idx="4152">
                  <c:v>46157</c:v>
                </c:pt>
                <c:pt idx="4153">
                  <c:v>46158</c:v>
                </c:pt>
                <c:pt idx="4154">
                  <c:v>46159</c:v>
                </c:pt>
                <c:pt idx="4155">
                  <c:v>46160</c:v>
                </c:pt>
                <c:pt idx="4156">
                  <c:v>46161</c:v>
                </c:pt>
                <c:pt idx="4157">
                  <c:v>46162</c:v>
                </c:pt>
                <c:pt idx="4158">
                  <c:v>46163</c:v>
                </c:pt>
                <c:pt idx="4159">
                  <c:v>46164</c:v>
                </c:pt>
                <c:pt idx="4160">
                  <c:v>46165</c:v>
                </c:pt>
                <c:pt idx="4161">
                  <c:v>46166</c:v>
                </c:pt>
                <c:pt idx="4162">
                  <c:v>46167</c:v>
                </c:pt>
                <c:pt idx="4163">
                  <c:v>46168</c:v>
                </c:pt>
                <c:pt idx="4164">
                  <c:v>46169</c:v>
                </c:pt>
                <c:pt idx="4165">
                  <c:v>46170</c:v>
                </c:pt>
                <c:pt idx="4166">
                  <c:v>46171</c:v>
                </c:pt>
                <c:pt idx="4167">
                  <c:v>46172</c:v>
                </c:pt>
                <c:pt idx="4168">
                  <c:v>46173</c:v>
                </c:pt>
                <c:pt idx="4169">
                  <c:v>46174</c:v>
                </c:pt>
                <c:pt idx="4170">
                  <c:v>46175</c:v>
                </c:pt>
                <c:pt idx="4171">
                  <c:v>46176</c:v>
                </c:pt>
                <c:pt idx="4172">
                  <c:v>46177</c:v>
                </c:pt>
                <c:pt idx="4173">
                  <c:v>46178</c:v>
                </c:pt>
                <c:pt idx="4174">
                  <c:v>46179</c:v>
                </c:pt>
                <c:pt idx="4175">
                  <c:v>46180</c:v>
                </c:pt>
                <c:pt idx="4176">
                  <c:v>46181</c:v>
                </c:pt>
                <c:pt idx="4177">
                  <c:v>46182</c:v>
                </c:pt>
                <c:pt idx="4178">
                  <c:v>46183</c:v>
                </c:pt>
                <c:pt idx="4179">
                  <c:v>46184</c:v>
                </c:pt>
                <c:pt idx="4180">
                  <c:v>46185</c:v>
                </c:pt>
                <c:pt idx="4181">
                  <c:v>46186</c:v>
                </c:pt>
                <c:pt idx="4182">
                  <c:v>46187</c:v>
                </c:pt>
                <c:pt idx="4183">
                  <c:v>46188</c:v>
                </c:pt>
                <c:pt idx="4184">
                  <c:v>46189</c:v>
                </c:pt>
                <c:pt idx="4185">
                  <c:v>46190</c:v>
                </c:pt>
                <c:pt idx="4186">
                  <c:v>46191</c:v>
                </c:pt>
                <c:pt idx="4187">
                  <c:v>46192</c:v>
                </c:pt>
                <c:pt idx="4188">
                  <c:v>46193</c:v>
                </c:pt>
                <c:pt idx="4189">
                  <c:v>46194</c:v>
                </c:pt>
                <c:pt idx="4190">
                  <c:v>46195</c:v>
                </c:pt>
                <c:pt idx="4191">
                  <c:v>46196</c:v>
                </c:pt>
                <c:pt idx="4192">
                  <c:v>46197</c:v>
                </c:pt>
                <c:pt idx="4193">
                  <c:v>46198</c:v>
                </c:pt>
                <c:pt idx="4194">
                  <c:v>46199</c:v>
                </c:pt>
                <c:pt idx="4195">
                  <c:v>46200</c:v>
                </c:pt>
                <c:pt idx="4196">
                  <c:v>46201</c:v>
                </c:pt>
                <c:pt idx="4197">
                  <c:v>46202</c:v>
                </c:pt>
                <c:pt idx="4198">
                  <c:v>46203</c:v>
                </c:pt>
                <c:pt idx="4199">
                  <c:v>46204</c:v>
                </c:pt>
                <c:pt idx="4200">
                  <c:v>46205</c:v>
                </c:pt>
                <c:pt idx="4201">
                  <c:v>46206</c:v>
                </c:pt>
                <c:pt idx="4202">
                  <c:v>46207</c:v>
                </c:pt>
                <c:pt idx="4203">
                  <c:v>46208</c:v>
                </c:pt>
                <c:pt idx="4204">
                  <c:v>46209</c:v>
                </c:pt>
                <c:pt idx="4205">
                  <c:v>46210</c:v>
                </c:pt>
                <c:pt idx="4206">
                  <c:v>46211</c:v>
                </c:pt>
                <c:pt idx="4207">
                  <c:v>46212</c:v>
                </c:pt>
                <c:pt idx="4208">
                  <c:v>46213</c:v>
                </c:pt>
                <c:pt idx="4209">
                  <c:v>46214</c:v>
                </c:pt>
                <c:pt idx="4210">
                  <c:v>46215</c:v>
                </c:pt>
                <c:pt idx="4211">
                  <c:v>46216</c:v>
                </c:pt>
                <c:pt idx="4212">
                  <c:v>46217</c:v>
                </c:pt>
                <c:pt idx="4213">
                  <c:v>46218</c:v>
                </c:pt>
                <c:pt idx="4214">
                  <c:v>46219</c:v>
                </c:pt>
                <c:pt idx="4215">
                  <c:v>46220</c:v>
                </c:pt>
                <c:pt idx="4216">
                  <c:v>46221</c:v>
                </c:pt>
                <c:pt idx="4217">
                  <c:v>46222</c:v>
                </c:pt>
                <c:pt idx="4218">
                  <c:v>46223</c:v>
                </c:pt>
                <c:pt idx="4219">
                  <c:v>46224</c:v>
                </c:pt>
                <c:pt idx="4220">
                  <c:v>46225</c:v>
                </c:pt>
                <c:pt idx="4221">
                  <c:v>46226</c:v>
                </c:pt>
                <c:pt idx="4222">
                  <c:v>46227</c:v>
                </c:pt>
                <c:pt idx="4223">
                  <c:v>46228</c:v>
                </c:pt>
                <c:pt idx="4224">
                  <c:v>46229</c:v>
                </c:pt>
                <c:pt idx="4225">
                  <c:v>46230</c:v>
                </c:pt>
                <c:pt idx="4226">
                  <c:v>46231</c:v>
                </c:pt>
                <c:pt idx="4227">
                  <c:v>46232</c:v>
                </c:pt>
                <c:pt idx="4228">
                  <c:v>46233</c:v>
                </c:pt>
                <c:pt idx="4229">
                  <c:v>46234</c:v>
                </c:pt>
                <c:pt idx="4230">
                  <c:v>46235</c:v>
                </c:pt>
                <c:pt idx="4231">
                  <c:v>46236</c:v>
                </c:pt>
                <c:pt idx="4232">
                  <c:v>46237</c:v>
                </c:pt>
                <c:pt idx="4233">
                  <c:v>46238</c:v>
                </c:pt>
                <c:pt idx="4234">
                  <c:v>46239</c:v>
                </c:pt>
                <c:pt idx="4235">
                  <c:v>46240</c:v>
                </c:pt>
                <c:pt idx="4236">
                  <c:v>46241</c:v>
                </c:pt>
                <c:pt idx="4237">
                  <c:v>46242</c:v>
                </c:pt>
                <c:pt idx="4238">
                  <c:v>46243</c:v>
                </c:pt>
                <c:pt idx="4239">
                  <c:v>46244</c:v>
                </c:pt>
                <c:pt idx="4240">
                  <c:v>46245</c:v>
                </c:pt>
                <c:pt idx="4241">
                  <c:v>46246</c:v>
                </c:pt>
                <c:pt idx="4242">
                  <c:v>46247</c:v>
                </c:pt>
                <c:pt idx="4243">
                  <c:v>46248</c:v>
                </c:pt>
                <c:pt idx="4244">
                  <c:v>46249</c:v>
                </c:pt>
                <c:pt idx="4245">
                  <c:v>46250</c:v>
                </c:pt>
                <c:pt idx="4246">
                  <c:v>46251</c:v>
                </c:pt>
                <c:pt idx="4247">
                  <c:v>46252</c:v>
                </c:pt>
                <c:pt idx="4248">
                  <c:v>46253</c:v>
                </c:pt>
                <c:pt idx="4249">
                  <c:v>46254</c:v>
                </c:pt>
                <c:pt idx="4250">
                  <c:v>46255</c:v>
                </c:pt>
                <c:pt idx="4251">
                  <c:v>46256</c:v>
                </c:pt>
                <c:pt idx="4252">
                  <c:v>46257</c:v>
                </c:pt>
                <c:pt idx="4253">
                  <c:v>46258</c:v>
                </c:pt>
                <c:pt idx="4254">
                  <c:v>46259</c:v>
                </c:pt>
                <c:pt idx="4255">
                  <c:v>46260</c:v>
                </c:pt>
                <c:pt idx="4256">
                  <c:v>46261</c:v>
                </c:pt>
                <c:pt idx="4257">
                  <c:v>46262</c:v>
                </c:pt>
                <c:pt idx="4258">
                  <c:v>46263</c:v>
                </c:pt>
                <c:pt idx="4259">
                  <c:v>46264</c:v>
                </c:pt>
                <c:pt idx="4260">
                  <c:v>46265</c:v>
                </c:pt>
                <c:pt idx="4261">
                  <c:v>46266</c:v>
                </c:pt>
                <c:pt idx="4262">
                  <c:v>46267</c:v>
                </c:pt>
                <c:pt idx="4263">
                  <c:v>46268</c:v>
                </c:pt>
                <c:pt idx="4264">
                  <c:v>46269</c:v>
                </c:pt>
                <c:pt idx="4265">
                  <c:v>46270</c:v>
                </c:pt>
              </c:numCache>
            </c:numRef>
          </c:cat>
          <c:val>
            <c:numRef>
              <c:f>Planilha1!$C$2:$C$4267</c:f>
              <c:numCache>
                <c:formatCode>0.00</c:formatCode>
                <c:ptCount val="426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0.1</c:v>
                </c:pt>
                <c:pt idx="7">
                  <c:v>0.1</c:v>
                </c:pt>
                <c:pt idx="8">
                  <c:v>0.1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0.1</c:v>
                </c:pt>
                <c:pt idx="31">
                  <c:v>0.1</c:v>
                </c:pt>
                <c:pt idx="32">
                  <c:v>0.1</c:v>
                </c:pt>
                <c:pt idx="33">
                  <c:v>0.1</c:v>
                </c:pt>
                <c:pt idx="34">
                  <c:v>0.1</c:v>
                </c:pt>
                <c:pt idx="35">
                  <c:v>0.1</c:v>
                </c:pt>
                <c:pt idx="36">
                  <c:v>0.1</c:v>
                </c:pt>
                <c:pt idx="37">
                  <c:v>0.1</c:v>
                </c:pt>
                <c:pt idx="38">
                  <c:v>0.1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0.1</c:v>
                </c:pt>
                <c:pt idx="49">
                  <c:v>0.1</c:v>
                </c:pt>
                <c:pt idx="50">
                  <c:v>0.1</c:v>
                </c:pt>
                <c:pt idx="51">
                  <c:v>0.1</c:v>
                </c:pt>
                <c:pt idx="52">
                  <c:v>0.1</c:v>
                </c:pt>
                <c:pt idx="53">
                  <c:v>0.1</c:v>
                </c:pt>
                <c:pt idx="54">
                  <c:v>0.1</c:v>
                </c:pt>
                <c:pt idx="55">
                  <c:v>0.1</c:v>
                </c:pt>
                <c:pt idx="56">
                  <c:v>0.1</c:v>
                </c:pt>
                <c:pt idx="57">
                  <c:v>0.1</c:v>
                </c:pt>
                <c:pt idx="58">
                  <c:v>0.1</c:v>
                </c:pt>
                <c:pt idx="59">
                  <c:v>0.1</c:v>
                </c:pt>
                <c:pt idx="60">
                  <c:v>0.1</c:v>
                </c:pt>
                <c:pt idx="61">
                  <c:v>0.1</c:v>
                </c:pt>
                <c:pt idx="62">
                  <c:v>0.1</c:v>
                </c:pt>
                <c:pt idx="63">
                  <c:v>0.1</c:v>
                </c:pt>
                <c:pt idx="64">
                  <c:v>0.1</c:v>
                </c:pt>
                <c:pt idx="65">
                  <c:v>0.1</c:v>
                </c:pt>
                <c:pt idx="66">
                  <c:v>0.1</c:v>
                </c:pt>
                <c:pt idx="67">
                  <c:v>0.1</c:v>
                </c:pt>
                <c:pt idx="68">
                  <c:v>0.1</c:v>
                </c:pt>
                <c:pt idx="69">
                  <c:v>0.1</c:v>
                </c:pt>
                <c:pt idx="70">
                  <c:v>0.1</c:v>
                </c:pt>
                <c:pt idx="71">
                  <c:v>0.1</c:v>
                </c:pt>
                <c:pt idx="72">
                  <c:v>0.1</c:v>
                </c:pt>
                <c:pt idx="73">
                  <c:v>0.1</c:v>
                </c:pt>
                <c:pt idx="74">
                  <c:v>0.1</c:v>
                </c:pt>
                <c:pt idx="75">
                  <c:v>0.1</c:v>
                </c:pt>
                <c:pt idx="76">
                  <c:v>0.1</c:v>
                </c:pt>
                <c:pt idx="77">
                  <c:v>0.1</c:v>
                </c:pt>
                <c:pt idx="78">
                  <c:v>0.1</c:v>
                </c:pt>
                <c:pt idx="79">
                  <c:v>0.1</c:v>
                </c:pt>
                <c:pt idx="80">
                  <c:v>0.1</c:v>
                </c:pt>
                <c:pt idx="81">
                  <c:v>0.1</c:v>
                </c:pt>
                <c:pt idx="82">
                  <c:v>0.1</c:v>
                </c:pt>
                <c:pt idx="83">
                  <c:v>0.1</c:v>
                </c:pt>
                <c:pt idx="84">
                  <c:v>0.1</c:v>
                </c:pt>
                <c:pt idx="85">
                  <c:v>0.1</c:v>
                </c:pt>
                <c:pt idx="86">
                  <c:v>0.1</c:v>
                </c:pt>
                <c:pt idx="87">
                  <c:v>0.1</c:v>
                </c:pt>
                <c:pt idx="88">
                  <c:v>0.1</c:v>
                </c:pt>
                <c:pt idx="89">
                  <c:v>0.1</c:v>
                </c:pt>
                <c:pt idx="90">
                  <c:v>0.1</c:v>
                </c:pt>
                <c:pt idx="91">
                  <c:v>0.1</c:v>
                </c:pt>
                <c:pt idx="92">
                  <c:v>0.1</c:v>
                </c:pt>
                <c:pt idx="93">
                  <c:v>0.1</c:v>
                </c:pt>
                <c:pt idx="94">
                  <c:v>0.1</c:v>
                </c:pt>
                <c:pt idx="95">
                  <c:v>0.1</c:v>
                </c:pt>
                <c:pt idx="96">
                  <c:v>0.1</c:v>
                </c:pt>
                <c:pt idx="97">
                  <c:v>0.1</c:v>
                </c:pt>
                <c:pt idx="98">
                  <c:v>0.1</c:v>
                </c:pt>
                <c:pt idx="99">
                  <c:v>0.1</c:v>
                </c:pt>
                <c:pt idx="100">
                  <c:v>0.1</c:v>
                </c:pt>
                <c:pt idx="101">
                  <c:v>0.1</c:v>
                </c:pt>
                <c:pt idx="102">
                  <c:v>0.1</c:v>
                </c:pt>
                <c:pt idx="103">
                  <c:v>0.1</c:v>
                </c:pt>
                <c:pt idx="104">
                  <c:v>0.1</c:v>
                </c:pt>
                <c:pt idx="105">
                  <c:v>0.1</c:v>
                </c:pt>
                <c:pt idx="106">
                  <c:v>0.1</c:v>
                </c:pt>
                <c:pt idx="107">
                  <c:v>0.1</c:v>
                </c:pt>
                <c:pt idx="108">
                  <c:v>0.1</c:v>
                </c:pt>
                <c:pt idx="109">
                  <c:v>0.1</c:v>
                </c:pt>
                <c:pt idx="110">
                  <c:v>0.1</c:v>
                </c:pt>
                <c:pt idx="111">
                  <c:v>0.1</c:v>
                </c:pt>
                <c:pt idx="112">
                  <c:v>0.1</c:v>
                </c:pt>
                <c:pt idx="113">
                  <c:v>0.1</c:v>
                </c:pt>
                <c:pt idx="114">
                  <c:v>0.1</c:v>
                </c:pt>
                <c:pt idx="115">
                  <c:v>0.1</c:v>
                </c:pt>
                <c:pt idx="116">
                  <c:v>0.1</c:v>
                </c:pt>
                <c:pt idx="117">
                  <c:v>0.1</c:v>
                </c:pt>
                <c:pt idx="118">
                  <c:v>0.1</c:v>
                </c:pt>
                <c:pt idx="119">
                  <c:v>0.1</c:v>
                </c:pt>
                <c:pt idx="120">
                  <c:v>0.1</c:v>
                </c:pt>
                <c:pt idx="121">
                  <c:v>0.1</c:v>
                </c:pt>
                <c:pt idx="122">
                  <c:v>0.1</c:v>
                </c:pt>
                <c:pt idx="123">
                  <c:v>0.1</c:v>
                </c:pt>
                <c:pt idx="124">
                  <c:v>0.1</c:v>
                </c:pt>
                <c:pt idx="125">
                  <c:v>0.1</c:v>
                </c:pt>
                <c:pt idx="126">
                  <c:v>0.1</c:v>
                </c:pt>
                <c:pt idx="127">
                  <c:v>0.1</c:v>
                </c:pt>
                <c:pt idx="128">
                  <c:v>0.1</c:v>
                </c:pt>
                <c:pt idx="129">
                  <c:v>0.1</c:v>
                </c:pt>
                <c:pt idx="130">
                  <c:v>0.1</c:v>
                </c:pt>
                <c:pt idx="131">
                  <c:v>0.1</c:v>
                </c:pt>
                <c:pt idx="132">
                  <c:v>0.1</c:v>
                </c:pt>
                <c:pt idx="133">
                  <c:v>0.1</c:v>
                </c:pt>
                <c:pt idx="134">
                  <c:v>0.1</c:v>
                </c:pt>
                <c:pt idx="135">
                  <c:v>0.1</c:v>
                </c:pt>
                <c:pt idx="136">
                  <c:v>0.1</c:v>
                </c:pt>
                <c:pt idx="137">
                  <c:v>0.1</c:v>
                </c:pt>
                <c:pt idx="138">
                  <c:v>0.1</c:v>
                </c:pt>
                <c:pt idx="139">
                  <c:v>0.1</c:v>
                </c:pt>
                <c:pt idx="140">
                  <c:v>0.1</c:v>
                </c:pt>
                <c:pt idx="141">
                  <c:v>0.1</c:v>
                </c:pt>
                <c:pt idx="142">
                  <c:v>0.1</c:v>
                </c:pt>
                <c:pt idx="143">
                  <c:v>0.1</c:v>
                </c:pt>
                <c:pt idx="144">
                  <c:v>0.1</c:v>
                </c:pt>
                <c:pt idx="145">
                  <c:v>0.1</c:v>
                </c:pt>
                <c:pt idx="146">
                  <c:v>0.1</c:v>
                </c:pt>
                <c:pt idx="147">
                  <c:v>0.1</c:v>
                </c:pt>
                <c:pt idx="148">
                  <c:v>0.1</c:v>
                </c:pt>
                <c:pt idx="149">
                  <c:v>0.1</c:v>
                </c:pt>
                <c:pt idx="150">
                  <c:v>0.1</c:v>
                </c:pt>
                <c:pt idx="151">
                  <c:v>0.1</c:v>
                </c:pt>
                <c:pt idx="152">
                  <c:v>0.1</c:v>
                </c:pt>
                <c:pt idx="153">
                  <c:v>0.1</c:v>
                </c:pt>
                <c:pt idx="154">
                  <c:v>0.1</c:v>
                </c:pt>
                <c:pt idx="155">
                  <c:v>0.1</c:v>
                </c:pt>
                <c:pt idx="156">
                  <c:v>0.1</c:v>
                </c:pt>
                <c:pt idx="157">
                  <c:v>0.1</c:v>
                </c:pt>
                <c:pt idx="158">
                  <c:v>0.1</c:v>
                </c:pt>
                <c:pt idx="159">
                  <c:v>0.1</c:v>
                </c:pt>
                <c:pt idx="160">
                  <c:v>0.1</c:v>
                </c:pt>
                <c:pt idx="161">
                  <c:v>0.1</c:v>
                </c:pt>
                <c:pt idx="162">
                  <c:v>0.1</c:v>
                </c:pt>
                <c:pt idx="163">
                  <c:v>0.1</c:v>
                </c:pt>
                <c:pt idx="164">
                  <c:v>0.1</c:v>
                </c:pt>
                <c:pt idx="165">
                  <c:v>0.1</c:v>
                </c:pt>
                <c:pt idx="166">
                  <c:v>0.1</c:v>
                </c:pt>
                <c:pt idx="167">
                  <c:v>0.1</c:v>
                </c:pt>
                <c:pt idx="168">
                  <c:v>0.1</c:v>
                </c:pt>
                <c:pt idx="169">
                  <c:v>0.1</c:v>
                </c:pt>
                <c:pt idx="170">
                  <c:v>0.1</c:v>
                </c:pt>
                <c:pt idx="171">
                  <c:v>0.1</c:v>
                </c:pt>
                <c:pt idx="172">
                  <c:v>0.1</c:v>
                </c:pt>
                <c:pt idx="173">
                  <c:v>0.1</c:v>
                </c:pt>
                <c:pt idx="174">
                  <c:v>0.1</c:v>
                </c:pt>
                <c:pt idx="175">
                  <c:v>0.1</c:v>
                </c:pt>
                <c:pt idx="176">
                  <c:v>0.1</c:v>
                </c:pt>
                <c:pt idx="177">
                  <c:v>0.1</c:v>
                </c:pt>
                <c:pt idx="178">
                  <c:v>0.1</c:v>
                </c:pt>
                <c:pt idx="179">
                  <c:v>0.1</c:v>
                </c:pt>
                <c:pt idx="180">
                  <c:v>0.1</c:v>
                </c:pt>
                <c:pt idx="181">
                  <c:v>0.1</c:v>
                </c:pt>
                <c:pt idx="182">
                  <c:v>0.1</c:v>
                </c:pt>
                <c:pt idx="183">
                  <c:v>0.1</c:v>
                </c:pt>
                <c:pt idx="184">
                  <c:v>0.1</c:v>
                </c:pt>
                <c:pt idx="185">
                  <c:v>0.1</c:v>
                </c:pt>
                <c:pt idx="186">
                  <c:v>0.1</c:v>
                </c:pt>
                <c:pt idx="187">
                  <c:v>0.1</c:v>
                </c:pt>
                <c:pt idx="188">
                  <c:v>0.1</c:v>
                </c:pt>
                <c:pt idx="189">
                  <c:v>0.1</c:v>
                </c:pt>
                <c:pt idx="190">
                  <c:v>0.1</c:v>
                </c:pt>
                <c:pt idx="191">
                  <c:v>0.1</c:v>
                </c:pt>
                <c:pt idx="192">
                  <c:v>0.1</c:v>
                </c:pt>
                <c:pt idx="193">
                  <c:v>0.1</c:v>
                </c:pt>
                <c:pt idx="194">
                  <c:v>0.1</c:v>
                </c:pt>
                <c:pt idx="195">
                  <c:v>0.1</c:v>
                </c:pt>
                <c:pt idx="196">
                  <c:v>0.1</c:v>
                </c:pt>
                <c:pt idx="197">
                  <c:v>0.1</c:v>
                </c:pt>
                <c:pt idx="198">
                  <c:v>0.1</c:v>
                </c:pt>
                <c:pt idx="199">
                  <c:v>0.1</c:v>
                </c:pt>
                <c:pt idx="200">
                  <c:v>0.1</c:v>
                </c:pt>
                <c:pt idx="201">
                  <c:v>0.1</c:v>
                </c:pt>
                <c:pt idx="202">
                  <c:v>0.1</c:v>
                </c:pt>
                <c:pt idx="203">
                  <c:v>0.1</c:v>
                </c:pt>
                <c:pt idx="204">
                  <c:v>0.1</c:v>
                </c:pt>
                <c:pt idx="205">
                  <c:v>0.1</c:v>
                </c:pt>
                <c:pt idx="206">
                  <c:v>0.1</c:v>
                </c:pt>
                <c:pt idx="207">
                  <c:v>0.1</c:v>
                </c:pt>
                <c:pt idx="208">
                  <c:v>0.1</c:v>
                </c:pt>
                <c:pt idx="209">
                  <c:v>0.1</c:v>
                </c:pt>
                <c:pt idx="210">
                  <c:v>0.1</c:v>
                </c:pt>
                <c:pt idx="211">
                  <c:v>0.1</c:v>
                </c:pt>
                <c:pt idx="212">
                  <c:v>0.1</c:v>
                </c:pt>
                <c:pt idx="213">
                  <c:v>0.1</c:v>
                </c:pt>
                <c:pt idx="214">
                  <c:v>0.1</c:v>
                </c:pt>
                <c:pt idx="215">
                  <c:v>0.1</c:v>
                </c:pt>
                <c:pt idx="216">
                  <c:v>0.1</c:v>
                </c:pt>
                <c:pt idx="217">
                  <c:v>0.1</c:v>
                </c:pt>
                <c:pt idx="218">
                  <c:v>0.1</c:v>
                </c:pt>
                <c:pt idx="219">
                  <c:v>0.1</c:v>
                </c:pt>
                <c:pt idx="220">
                  <c:v>0.1</c:v>
                </c:pt>
                <c:pt idx="221">
                  <c:v>0.1</c:v>
                </c:pt>
                <c:pt idx="222">
                  <c:v>0.1</c:v>
                </c:pt>
                <c:pt idx="223">
                  <c:v>0.1</c:v>
                </c:pt>
                <c:pt idx="224">
                  <c:v>0.1</c:v>
                </c:pt>
                <c:pt idx="225">
                  <c:v>0.1</c:v>
                </c:pt>
                <c:pt idx="226">
                  <c:v>0.1</c:v>
                </c:pt>
                <c:pt idx="227">
                  <c:v>0.1</c:v>
                </c:pt>
                <c:pt idx="228">
                  <c:v>0.1</c:v>
                </c:pt>
                <c:pt idx="229">
                  <c:v>0.1</c:v>
                </c:pt>
                <c:pt idx="230">
                  <c:v>0.1</c:v>
                </c:pt>
                <c:pt idx="231">
                  <c:v>0.1</c:v>
                </c:pt>
                <c:pt idx="232">
                  <c:v>0.1</c:v>
                </c:pt>
                <c:pt idx="233">
                  <c:v>0.1</c:v>
                </c:pt>
                <c:pt idx="234">
                  <c:v>0.1</c:v>
                </c:pt>
                <c:pt idx="235">
                  <c:v>0.1</c:v>
                </c:pt>
                <c:pt idx="236">
                  <c:v>0.1</c:v>
                </c:pt>
                <c:pt idx="237">
                  <c:v>0.1</c:v>
                </c:pt>
                <c:pt idx="238">
                  <c:v>0.1</c:v>
                </c:pt>
                <c:pt idx="239">
                  <c:v>0.1</c:v>
                </c:pt>
                <c:pt idx="240">
                  <c:v>0.1</c:v>
                </c:pt>
                <c:pt idx="241">
                  <c:v>0.1</c:v>
                </c:pt>
                <c:pt idx="242">
                  <c:v>0.1</c:v>
                </c:pt>
                <c:pt idx="243">
                  <c:v>0.1</c:v>
                </c:pt>
                <c:pt idx="244">
                  <c:v>0.1</c:v>
                </c:pt>
                <c:pt idx="245">
                  <c:v>0.1</c:v>
                </c:pt>
                <c:pt idx="246">
                  <c:v>0.1</c:v>
                </c:pt>
                <c:pt idx="247">
                  <c:v>0.1</c:v>
                </c:pt>
                <c:pt idx="248">
                  <c:v>0.1</c:v>
                </c:pt>
                <c:pt idx="249">
                  <c:v>0.1</c:v>
                </c:pt>
                <c:pt idx="250">
                  <c:v>0.1</c:v>
                </c:pt>
                <c:pt idx="251">
                  <c:v>0.1</c:v>
                </c:pt>
                <c:pt idx="252">
                  <c:v>0.1</c:v>
                </c:pt>
                <c:pt idx="253">
                  <c:v>0.1</c:v>
                </c:pt>
                <c:pt idx="254">
                  <c:v>0.1</c:v>
                </c:pt>
                <c:pt idx="255">
                  <c:v>0.1</c:v>
                </c:pt>
                <c:pt idx="256">
                  <c:v>0.1</c:v>
                </c:pt>
                <c:pt idx="257">
                  <c:v>0.1</c:v>
                </c:pt>
                <c:pt idx="258">
                  <c:v>0.1</c:v>
                </c:pt>
                <c:pt idx="259">
                  <c:v>0.1</c:v>
                </c:pt>
                <c:pt idx="260">
                  <c:v>0.1</c:v>
                </c:pt>
                <c:pt idx="261">
                  <c:v>0.1</c:v>
                </c:pt>
                <c:pt idx="262">
                  <c:v>0.1</c:v>
                </c:pt>
                <c:pt idx="263">
                  <c:v>0.1</c:v>
                </c:pt>
                <c:pt idx="264">
                  <c:v>0.1</c:v>
                </c:pt>
                <c:pt idx="265">
                  <c:v>0.1</c:v>
                </c:pt>
                <c:pt idx="266">
                  <c:v>0.1</c:v>
                </c:pt>
                <c:pt idx="267">
                  <c:v>0.1</c:v>
                </c:pt>
                <c:pt idx="268">
                  <c:v>0.1</c:v>
                </c:pt>
                <c:pt idx="269">
                  <c:v>0.1</c:v>
                </c:pt>
                <c:pt idx="270">
                  <c:v>0.1</c:v>
                </c:pt>
                <c:pt idx="271">
                  <c:v>0.1</c:v>
                </c:pt>
                <c:pt idx="272">
                  <c:v>0.1</c:v>
                </c:pt>
                <c:pt idx="273">
                  <c:v>0.1</c:v>
                </c:pt>
                <c:pt idx="274">
                  <c:v>0.1</c:v>
                </c:pt>
                <c:pt idx="275">
                  <c:v>0.1</c:v>
                </c:pt>
                <c:pt idx="276">
                  <c:v>0.1</c:v>
                </c:pt>
                <c:pt idx="277">
                  <c:v>0.1</c:v>
                </c:pt>
                <c:pt idx="278">
                  <c:v>0.1</c:v>
                </c:pt>
                <c:pt idx="279">
                  <c:v>0.1</c:v>
                </c:pt>
                <c:pt idx="280">
                  <c:v>0.1</c:v>
                </c:pt>
                <c:pt idx="281">
                  <c:v>0.1</c:v>
                </c:pt>
                <c:pt idx="282">
                  <c:v>0.1</c:v>
                </c:pt>
                <c:pt idx="283">
                  <c:v>0.1</c:v>
                </c:pt>
                <c:pt idx="284">
                  <c:v>0.1</c:v>
                </c:pt>
                <c:pt idx="285">
                  <c:v>0.1</c:v>
                </c:pt>
                <c:pt idx="286">
                  <c:v>0.1</c:v>
                </c:pt>
                <c:pt idx="287">
                  <c:v>0.1</c:v>
                </c:pt>
                <c:pt idx="288">
                  <c:v>0.1</c:v>
                </c:pt>
                <c:pt idx="289">
                  <c:v>0.1</c:v>
                </c:pt>
                <c:pt idx="290">
                  <c:v>0.1</c:v>
                </c:pt>
                <c:pt idx="291">
                  <c:v>0.1</c:v>
                </c:pt>
                <c:pt idx="292">
                  <c:v>0.1</c:v>
                </c:pt>
                <c:pt idx="293">
                  <c:v>0.1</c:v>
                </c:pt>
                <c:pt idx="294">
                  <c:v>0.1</c:v>
                </c:pt>
                <c:pt idx="295">
                  <c:v>0.1</c:v>
                </c:pt>
                <c:pt idx="296">
                  <c:v>0.1</c:v>
                </c:pt>
                <c:pt idx="297">
                  <c:v>0.1</c:v>
                </c:pt>
                <c:pt idx="298">
                  <c:v>0.1</c:v>
                </c:pt>
                <c:pt idx="299">
                  <c:v>0.1</c:v>
                </c:pt>
                <c:pt idx="300">
                  <c:v>0.1</c:v>
                </c:pt>
                <c:pt idx="301">
                  <c:v>0.1</c:v>
                </c:pt>
                <c:pt idx="302">
                  <c:v>0.1</c:v>
                </c:pt>
                <c:pt idx="303">
                  <c:v>0.1</c:v>
                </c:pt>
                <c:pt idx="304">
                  <c:v>0.1</c:v>
                </c:pt>
                <c:pt idx="305">
                  <c:v>0.1</c:v>
                </c:pt>
                <c:pt idx="306">
                  <c:v>0.1</c:v>
                </c:pt>
                <c:pt idx="307">
                  <c:v>0.1</c:v>
                </c:pt>
                <c:pt idx="308">
                  <c:v>0.1</c:v>
                </c:pt>
                <c:pt idx="309">
                  <c:v>0.1</c:v>
                </c:pt>
                <c:pt idx="310">
                  <c:v>0.1</c:v>
                </c:pt>
                <c:pt idx="311">
                  <c:v>0.1</c:v>
                </c:pt>
                <c:pt idx="312">
                  <c:v>0.1</c:v>
                </c:pt>
                <c:pt idx="313">
                  <c:v>0.1</c:v>
                </c:pt>
                <c:pt idx="314">
                  <c:v>0.1</c:v>
                </c:pt>
                <c:pt idx="315">
                  <c:v>0.1</c:v>
                </c:pt>
                <c:pt idx="316">
                  <c:v>0.1</c:v>
                </c:pt>
                <c:pt idx="317">
                  <c:v>0.1</c:v>
                </c:pt>
                <c:pt idx="318">
                  <c:v>0.1</c:v>
                </c:pt>
                <c:pt idx="319">
                  <c:v>0.1</c:v>
                </c:pt>
                <c:pt idx="320">
                  <c:v>0.1</c:v>
                </c:pt>
                <c:pt idx="321">
                  <c:v>0.1</c:v>
                </c:pt>
                <c:pt idx="322">
                  <c:v>0.1</c:v>
                </c:pt>
                <c:pt idx="323">
                  <c:v>0.1</c:v>
                </c:pt>
                <c:pt idx="324">
                  <c:v>0.1</c:v>
                </c:pt>
                <c:pt idx="325">
                  <c:v>0.1</c:v>
                </c:pt>
                <c:pt idx="326">
                  <c:v>0.1</c:v>
                </c:pt>
                <c:pt idx="327">
                  <c:v>0.1</c:v>
                </c:pt>
                <c:pt idx="328">
                  <c:v>0.1</c:v>
                </c:pt>
                <c:pt idx="329">
                  <c:v>0.1</c:v>
                </c:pt>
                <c:pt idx="330">
                  <c:v>0.1</c:v>
                </c:pt>
                <c:pt idx="331">
                  <c:v>0.1</c:v>
                </c:pt>
                <c:pt idx="332">
                  <c:v>0.1</c:v>
                </c:pt>
                <c:pt idx="333">
                  <c:v>0.1</c:v>
                </c:pt>
                <c:pt idx="334">
                  <c:v>0.1</c:v>
                </c:pt>
                <c:pt idx="335">
                  <c:v>0.1</c:v>
                </c:pt>
                <c:pt idx="336">
                  <c:v>0.1</c:v>
                </c:pt>
                <c:pt idx="337">
                  <c:v>0.1</c:v>
                </c:pt>
                <c:pt idx="338">
                  <c:v>0.1</c:v>
                </c:pt>
                <c:pt idx="339">
                  <c:v>0.1</c:v>
                </c:pt>
                <c:pt idx="340">
                  <c:v>0.1</c:v>
                </c:pt>
                <c:pt idx="341">
                  <c:v>0.1</c:v>
                </c:pt>
                <c:pt idx="342">
                  <c:v>0.1</c:v>
                </c:pt>
                <c:pt idx="343">
                  <c:v>0.1</c:v>
                </c:pt>
                <c:pt idx="344">
                  <c:v>0.1</c:v>
                </c:pt>
                <c:pt idx="345">
                  <c:v>0.1</c:v>
                </c:pt>
                <c:pt idx="346">
                  <c:v>0.1</c:v>
                </c:pt>
                <c:pt idx="347">
                  <c:v>0.1</c:v>
                </c:pt>
                <c:pt idx="348">
                  <c:v>0.1</c:v>
                </c:pt>
                <c:pt idx="349">
                  <c:v>0.1</c:v>
                </c:pt>
                <c:pt idx="350">
                  <c:v>0.1</c:v>
                </c:pt>
                <c:pt idx="351">
                  <c:v>0.1</c:v>
                </c:pt>
                <c:pt idx="352">
                  <c:v>0.1</c:v>
                </c:pt>
                <c:pt idx="353">
                  <c:v>0.1</c:v>
                </c:pt>
                <c:pt idx="354">
                  <c:v>0.1</c:v>
                </c:pt>
                <c:pt idx="355">
                  <c:v>0.1</c:v>
                </c:pt>
                <c:pt idx="356">
                  <c:v>0.1</c:v>
                </c:pt>
                <c:pt idx="357">
                  <c:v>0.1</c:v>
                </c:pt>
                <c:pt idx="358">
                  <c:v>0.1</c:v>
                </c:pt>
                <c:pt idx="359">
                  <c:v>0.1</c:v>
                </c:pt>
                <c:pt idx="360">
                  <c:v>0.1</c:v>
                </c:pt>
                <c:pt idx="361">
                  <c:v>0.1</c:v>
                </c:pt>
                <c:pt idx="362">
                  <c:v>0.1</c:v>
                </c:pt>
                <c:pt idx="363">
                  <c:v>0.1</c:v>
                </c:pt>
                <c:pt idx="364">
                  <c:v>0.1</c:v>
                </c:pt>
                <c:pt idx="365">
                  <c:v>0.1</c:v>
                </c:pt>
                <c:pt idx="366">
                  <c:v>0.1</c:v>
                </c:pt>
                <c:pt idx="367">
                  <c:v>0.1</c:v>
                </c:pt>
                <c:pt idx="368">
                  <c:v>0.1</c:v>
                </c:pt>
                <c:pt idx="369">
                  <c:v>0.1</c:v>
                </c:pt>
                <c:pt idx="370">
                  <c:v>0.1</c:v>
                </c:pt>
                <c:pt idx="371">
                  <c:v>0.1</c:v>
                </c:pt>
                <c:pt idx="372">
                  <c:v>0.1</c:v>
                </c:pt>
                <c:pt idx="373">
                  <c:v>0.1</c:v>
                </c:pt>
                <c:pt idx="374">
                  <c:v>0.1</c:v>
                </c:pt>
                <c:pt idx="375">
                  <c:v>0.1</c:v>
                </c:pt>
                <c:pt idx="376">
                  <c:v>0.1</c:v>
                </c:pt>
                <c:pt idx="377">
                  <c:v>0.1</c:v>
                </c:pt>
                <c:pt idx="378">
                  <c:v>0.1</c:v>
                </c:pt>
                <c:pt idx="379">
                  <c:v>0.1</c:v>
                </c:pt>
                <c:pt idx="380">
                  <c:v>0.1</c:v>
                </c:pt>
                <c:pt idx="381">
                  <c:v>0.1</c:v>
                </c:pt>
                <c:pt idx="382">
                  <c:v>0.1</c:v>
                </c:pt>
                <c:pt idx="383">
                  <c:v>0.1</c:v>
                </c:pt>
                <c:pt idx="384">
                  <c:v>0.1</c:v>
                </c:pt>
                <c:pt idx="385">
                  <c:v>0.1</c:v>
                </c:pt>
                <c:pt idx="386">
                  <c:v>0.1</c:v>
                </c:pt>
                <c:pt idx="387">
                  <c:v>0.1</c:v>
                </c:pt>
                <c:pt idx="388">
                  <c:v>0.1</c:v>
                </c:pt>
                <c:pt idx="389">
                  <c:v>0.1</c:v>
                </c:pt>
                <c:pt idx="390">
                  <c:v>0.1</c:v>
                </c:pt>
                <c:pt idx="391">
                  <c:v>0.1</c:v>
                </c:pt>
                <c:pt idx="392">
                  <c:v>0.1</c:v>
                </c:pt>
                <c:pt idx="393">
                  <c:v>0.1</c:v>
                </c:pt>
                <c:pt idx="394">
                  <c:v>0.1</c:v>
                </c:pt>
                <c:pt idx="395">
                  <c:v>0.1</c:v>
                </c:pt>
                <c:pt idx="396">
                  <c:v>0.1</c:v>
                </c:pt>
                <c:pt idx="397">
                  <c:v>0.1</c:v>
                </c:pt>
                <c:pt idx="398">
                  <c:v>0.1</c:v>
                </c:pt>
                <c:pt idx="399">
                  <c:v>0.1</c:v>
                </c:pt>
                <c:pt idx="400">
                  <c:v>0.1</c:v>
                </c:pt>
                <c:pt idx="401">
                  <c:v>0.1</c:v>
                </c:pt>
                <c:pt idx="402">
                  <c:v>0.1</c:v>
                </c:pt>
                <c:pt idx="403">
                  <c:v>0.1</c:v>
                </c:pt>
                <c:pt idx="404">
                  <c:v>0.1</c:v>
                </c:pt>
                <c:pt idx="405">
                  <c:v>0.1</c:v>
                </c:pt>
                <c:pt idx="406">
                  <c:v>0.1</c:v>
                </c:pt>
                <c:pt idx="407">
                  <c:v>0.1</c:v>
                </c:pt>
                <c:pt idx="408">
                  <c:v>0.1</c:v>
                </c:pt>
                <c:pt idx="409">
                  <c:v>0.1</c:v>
                </c:pt>
                <c:pt idx="410">
                  <c:v>0.1</c:v>
                </c:pt>
                <c:pt idx="411">
                  <c:v>-0.1</c:v>
                </c:pt>
                <c:pt idx="412">
                  <c:v>-0.1</c:v>
                </c:pt>
                <c:pt idx="413">
                  <c:v>-0.1</c:v>
                </c:pt>
                <c:pt idx="414">
                  <c:v>-0.1</c:v>
                </c:pt>
                <c:pt idx="415">
                  <c:v>-0.1</c:v>
                </c:pt>
                <c:pt idx="416">
                  <c:v>-0.1</c:v>
                </c:pt>
                <c:pt idx="417">
                  <c:v>-0.1</c:v>
                </c:pt>
                <c:pt idx="418">
                  <c:v>-0.1</c:v>
                </c:pt>
                <c:pt idx="419">
                  <c:v>-0.1</c:v>
                </c:pt>
                <c:pt idx="420">
                  <c:v>-0.1</c:v>
                </c:pt>
                <c:pt idx="421">
                  <c:v>-0.1</c:v>
                </c:pt>
                <c:pt idx="422">
                  <c:v>-0.1</c:v>
                </c:pt>
                <c:pt idx="423">
                  <c:v>-0.1</c:v>
                </c:pt>
                <c:pt idx="424">
                  <c:v>-0.1</c:v>
                </c:pt>
                <c:pt idx="425">
                  <c:v>-0.1</c:v>
                </c:pt>
                <c:pt idx="426">
                  <c:v>-0.1</c:v>
                </c:pt>
                <c:pt idx="427">
                  <c:v>-0.1</c:v>
                </c:pt>
                <c:pt idx="428">
                  <c:v>-0.1</c:v>
                </c:pt>
                <c:pt idx="429">
                  <c:v>-0.1</c:v>
                </c:pt>
                <c:pt idx="430">
                  <c:v>-0.1</c:v>
                </c:pt>
                <c:pt idx="431">
                  <c:v>-0.1</c:v>
                </c:pt>
                <c:pt idx="432">
                  <c:v>-0.1</c:v>
                </c:pt>
                <c:pt idx="433">
                  <c:v>-0.1</c:v>
                </c:pt>
                <c:pt idx="434">
                  <c:v>-0.1</c:v>
                </c:pt>
                <c:pt idx="435">
                  <c:v>-0.1</c:v>
                </c:pt>
                <c:pt idx="436">
                  <c:v>-0.1</c:v>
                </c:pt>
                <c:pt idx="437">
                  <c:v>-0.1</c:v>
                </c:pt>
                <c:pt idx="438">
                  <c:v>-0.1</c:v>
                </c:pt>
                <c:pt idx="439">
                  <c:v>-0.1</c:v>
                </c:pt>
                <c:pt idx="440">
                  <c:v>-0.1</c:v>
                </c:pt>
                <c:pt idx="441">
                  <c:v>-0.1</c:v>
                </c:pt>
                <c:pt idx="442">
                  <c:v>-0.1</c:v>
                </c:pt>
                <c:pt idx="443">
                  <c:v>-0.1</c:v>
                </c:pt>
                <c:pt idx="444">
                  <c:v>-0.1</c:v>
                </c:pt>
                <c:pt idx="445">
                  <c:v>-0.1</c:v>
                </c:pt>
                <c:pt idx="446">
                  <c:v>-0.1</c:v>
                </c:pt>
                <c:pt idx="447">
                  <c:v>-0.1</c:v>
                </c:pt>
                <c:pt idx="448">
                  <c:v>-0.1</c:v>
                </c:pt>
                <c:pt idx="449">
                  <c:v>-0.1</c:v>
                </c:pt>
                <c:pt idx="450">
                  <c:v>-0.1</c:v>
                </c:pt>
                <c:pt idx="451">
                  <c:v>-0.1</c:v>
                </c:pt>
                <c:pt idx="452">
                  <c:v>-0.1</c:v>
                </c:pt>
                <c:pt idx="453">
                  <c:v>-0.1</c:v>
                </c:pt>
                <c:pt idx="454">
                  <c:v>-0.1</c:v>
                </c:pt>
                <c:pt idx="455">
                  <c:v>-0.1</c:v>
                </c:pt>
                <c:pt idx="456">
                  <c:v>-0.1</c:v>
                </c:pt>
                <c:pt idx="457">
                  <c:v>-0.1</c:v>
                </c:pt>
                <c:pt idx="458">
                  <c:v>-0.1</c:v>
                </c:pt>
                <c:pt idx="459">
                  <c:v>-0.1</c:v>
                </c:pt>
                <c:pt idx="460">
                  <c:v>-0.1</c:v>
                </c:pt>
                <c:pt idx="461">
                  <c:v>-0.1</c:v>
                </c:pt>
                <c:pt idx="462">
                  <c:v>-0.1</c:v>
                </c:pt>
                <c:pt idx="463">
                  <c:v>-0.1</c:v>
                </c:pt>
                <c:pt idx="464">
                  <c:v>-0.1</c:v>
                </c:pt>
                <c:pt idx="465">
                  <c:v>-0.1</c:v>
                </c:pt>
                <c:pt idx="466">
                  <c:v>-0.1</c:v>
                </c:pt>
                <c:pt idx="467">
                  <c:v>-0.1</c:v>
                </c:pt>
                <c:pt idx="468">
                  <c:v>-0.1</c:v>
                </c:pt>
                <c:pt idx="469">
                  <c:v>-0.1</c:v>
                </c:pt>
                <c:pt idx="470">
                  <c:v>-0.1</c:v>
                </c:pt>
                <c:pt idx="471">
                  <c:v>-0.1</c:v>
                </c:pt>
                <c:pt idx="472">
                  <c:v>-0.1</c:v>
                </c:pt>
                <c:pt idx="473">
                  <c:v>-0.1</c:v>
                </c:pt>
                <c:pt idx="474">
                  <c:v>-0.1</c:v>
                </c:pt>
                <c:pt idx="475">
                  <c:v>-0.1</c:v>
                </c:pt>
                <c:pt idx="476">
                  <c:v>-0.1</c:v>
                </c:pt>
                <c:pt idx="477">
                  <c:v>-0.1</c:v>
                </c:pt>
                <c:pt idx="478">
                  <c:v>-0.1</c:v>
                </c:pt>
                <c:pt idx="479">
                  <c:v>-0.1</c:v>
                </c:pt>
                <c:pt idx="480">
                  <c:v>-0.1</c:v>
                </c:pt>
                <c:pt idx="481">
                  <c:v>-0.1</c:v>
                </c:pt>
                <c:pt idx="482">
                  <c:v>-0.1</c:v>
                </c:pt>
                <c:pt idx="483">
                  <c:v>-0.1</c:v>
                </c:pt>
                <c:pt idx="484">
                  <c:v>-0.1</c:v>
                </c:pt>
                <c:pt idx="485">
                  <c:v>-0.1</c:v>
                </c:pt>
                <c:pt idx="486">
                  <c:v>-0.1</c:v>
                </c:pt>
                <c:pt idx="487">
                  <c:v>-0.1</c:v>
                </c:pt>
                <c:pt idx="488">
                  <c:v>-0.1</c:v>
                </c:pt>
                <c:pt idx="489">
                  <c:v>-0.1</c:v>
                </c:pt>
                <c:pt idx="490">
                  <c:v>-0.1</c:v>
                </c:pt>
                <c:pt idx="491">
                  <c:v>-0.1</c:v>
                </c:pt>
                <c:pt idx="492">
                  <c:v>-0.1</c:v>
                </c:pt>
                <c:pt idx="493">
                  <c:v>-0.1</c:v>
                </c:pt>
                <c:pt idx="494">
                  <c:v>-0.1</c:v>
                </c:pt>
                <c:pt idx="495">
                  <c:v>-0.1</c:v>
                </c:pt>
                <c:pt idx="496">
                  <c:v>-0.1</c:v>
                </c:pt>
                <c:pt idx="497">
                  <c:v>-0.1</c:v>
                </c:pt>
                <c:pt idx="498">
                  <c:v>-0.1</c:v>
                </c:pt>
                <c:pt idx="499">
                  <c:v>-0.1</c:v>
                </c:pt>
                <c:pt idx="500">
                  <c:v>-0.1</c:v>
                </c:pt>
                <c:pt idx="501">
                  <c:v>-0.1</c:v>
                </c:pt>
                <c:pt idx="502">
                  <c:v>-0.1</c:v>
                </c:pt>
                <c:pt idx="503">
                  <c:v>-0.1</c:v>
                </c:pt>
                <c:pt idx="504">
                  <c:v>-0.1</c:v>
                </c:pt>
                <c:pt idx="505">
                  <c:v>-0.1</c:v>
                </c:pt>
                <c:pt idx="506">
                  <c:v>-0.1</c:v>
                </c:pt>
                <c:pt idx="507">
                  <c:v>-0.1</c:v>
                </c:pt>
                <c:pt idx="508">
                  <c:v>-0.1</c:v>
                </c:pt>
                <c:pt idx="509">
                  <c:v>-0.1</c:v>
                </c:pt>
                <c:pt idx="510">
                  <c:v>-0.1</c:v>
                </c:pt>
                <c:pt idx="511">
                  <c:v>-0.1</c:v>
                </c:pt>
                <c:pt idx="512">
                  <c:v>-0.1</c:v>
                </c:pt>
                <c:pt idx="513">
                  <c:v>-0.1</c:v>
                </c:pt>
                <c:pt idx="514">
                  <c:v>-0.1</c:v>
                </c:pt>
                <c:pt idx="515">
                  <c:v>-0.1</c:v>
                </c:pt>
                <c:pt idx="516">
                  <c:v>-0.1</c:v>
                </c:pt>
                <c:pt idx="517">
                  <c:v>-0.1</c:v>
                </c:pt>
                <c:pt idx="518">
                  <c:v>-0.1</c:v>
                </c:pt>
                <c:pt idx="519">
                  <c:v>-0.1</c:v>
                </c:pt>
                <c:pt idx="520">
                  <c:v>-0.1</c:v>
                </c:pt>
                <c:pt idx="521">
                  <c:v>-0.1</c:v>
                </c:pt>
                <c:pt idx="522">
                  <c:v>-0.1</c:v>
                </c:pt>
                <c:pt idx="523">
                  <c:v>-0.1</c:v>
                </c:pt>
                <c:pt idx="524">
                  <c:v>-0.1</c:v>
                </c:pt>
                <c:pt idx="525">
                  <c:v>-0.1</c:v>
                </c:pt>
                <c:pt idx="526">
                  <c:v>-0.1</c:v>
                </c:pt>
                <c:pt idx="527">
                  <c:v>-0.1</c:v>
                </c:pt>
                <c:pt idx="528">
                  <c:v>-0.1</c:v>
                </c:pt>
                <c:pt idx="529">
                  <c:v>-0.1</c:v>
                </c:pt>
                <c:pt idx="530">
                  <c:v>-0.1</c:v>
                </c:pt>
                <c:pt idx="531">
                  <c:v>-0.1</c:v>
                </c:pt>
                <c:pt idx="532">
                  <c:v>-0.1</c:v>
                </c:pt>
                <c:pt idx="533">
                  <c:v>-0.1</c:v>
                </c:pt>
                <c:pt idx="534">
                  <c:v>-0.1</c:v>
                </c:pt>
                <c:pt idx="535">
                  <c:v>-0.1</c:v>
                </c:pt>
                <c:pt idx="536">
                  <c:v>-0.1</c:v>
                </c:pt>
                <c:pt idx="537">
                  <c:v>-0.1</c:v>
                </c:pt>
                <c:pt idx="538">
                  <c:v>-0.1</c:v>
                </c:pt>
                <c:pt idx="539">
                  <c:v>-0.1</c:v>
                </c:pt>
                <c:pt idx="540">
                  <c:v>-0.1</c:v>
                </c:pt>
                <c:pt idx="541">
                  <c:v>-0.1</c:v>
                </c:pt>
                <c:pt idx="542">
                  <c:v>-0.1</c:v>
                </c:pt>
                <c:pt idx="543">
                  <c:v>-0.1</c:v>
                </c:pt>
                <c:pt idx="544">
                  <c:v>-0.1</c:v>
                </c:pt>
                <c:pt idx="545">
                  <c:v>-0.1</c:v>
                </c:pt>
                <c:pt idx="546">
                  <c:v>-0.1</c:v>
                </c:pt>
                <c:pt idx="547">
                  <c:v>-0.1</c:v>
                </c:pt>
                <c:pt idx="548">
                  <c:v>-0.1</c:v>
                </c:pt>
                <c:pt idx="549">
                  <c:v>-0.1</c:v>
                </c:pt>
                <c:pt idx="550">
                  <c:v>-0.1</c:v>
                </c:pt>
                <c:pt idx="551">
                  <c:v>-0.1</c:v>
                </c:pt>
                <c:pt idx="552">
                  <c:v>-0.1</c:v>
                </c:pt>
                <c:pt idx="553">
                  <c:v>-0.1</c:v>
                </c:pt>
                <c:pt idx="554">
                  <c:v>-0.1</c:v>
                </c:pt>
                <c:pt idx="555">
                  <c:v>-0.1</c:v>
                </c:pt>
                <c:pt idx="556">
                  <c:v>-0.1</c:v>
                </c:pt>
                <c:pt idx="557">
                  <c:v>-0.1</c:v>
                </c:pt>
                <c:pt idx="558">
                  <c:v>-0.1</c:v>
                </c:pt>
                <c:pt idx="559">
                  <c:v>-0.1</c:v>
                </c:pt>
                <c:pt idx="560">
                  <c:v>-0.1</c:v>
                </c:pt>
                <c:pt idx="561">
                  <c:v>-0.1</c:v>
                </c:pt>
                <c:pt idx="562">
                  <c:v>-0.1</c:v>
                </c:pt>
                <c:pt idx="563">
                  <c:v>-0.1</c:v>
                </c:pt>
                <c:pt idx="564">
                  <c:v>-0.1</c:v>
                </c:pt>
                <c:pt idx="565">
                  <c:v>-0.1</c:v>
                </c:pt>
                <c:pt idx="566">
                  <c:v>-0.1</c:v>
                </c:pt>
                <c:pt idx="567">
                  <c:v>-0.1</c:v>
                </c:pt>
                <c:pt idx="568">
                  <c:v>-0.1</c:v>
                </c:pt>
                <c:pt idx="569">
                  <c:v>-0.1</c:v>
                </c:pt>
                <c:pt idx="570">
                  <c:v>-0.1</c:v>
                </c:pt>
                <c:pt idx="571">
                  <c:v>-0.1</c:v>
                </c:pt>
                <c:pt idx="572">
                  <c:v>-0.1</c:v>
                </c:pt>
                <c:pt idx="573">
                  <c:v>-0.1</c:v>
                </c:pt>
                <c:pt idx="574">
                  <c:v>-0.1</c:v>
                </c:pt>
                <c:pt idx="575">
                  <c:v>-0.1</c:v>
                </c:pt>
                <c:pt idx="576">
                  <c:v>-0.1</c:v>
                </c:pt>
                <c:pt idx="577">
                  <c:v>-0.1</c:v>
                </c:pt>
                <c:pt idx="578">
                  <c:v>-0.1</c:v>
                </c:pt>
                <c:pt idx="579">
                  <c:v>-0.1</c:v>
                </c:pt>
                <c:pt idx="580">
                  <c:v>-0.1</c:v>
                </c:pt>
                <c:pt idx="581">
                  <c:v>-0.1</c:v>
                </c:pt>
                <c:pt idx="582">
                  <c:v>-0.1</c:v>
                </c:pt>
                <c:pt idx="583">
                  <c:v>-0.1</c:v>
                </c:pt>
                <c:pt idx="584">
                  <c:v>-0.1</c:v>
                </c:pt>
                <c:pt idx="585">
                  <c:v>-0.1</c:v>
                </c:pt>
                <c:pt idx="586">
                  <c:v>-0.1</c:v>
                </c:pt>
                <c:pt idx="587">
                  <c:v>-0.1</c:v>
                </c:pt>
                <c:pt idx="588">
                  <c:v>-0.1</c:v>
                </c:pt>
                <c:pt idx="589">
                  <c:v>-0.1</c:v>
                </c:pt>
                <c:pt idx="590">
                  <c:v>-0.1</c:v>
                </c:pt>
                <c:pt idx="591">
                  <c:v>-0.1</c:v>
                </c:pt>
                <c:pt idx="592">
                  <c:v>-0.1</c:v>
                </c:pt>
                <c:pt idx="593">
                  <c:v>-0.1</c:v>
                </c:pt>
                <c:pt idx="594">
                  <c:v>-0.1</c:v>
                </c:pt>
                <c:pt idx="595">
                  <c:v>-0.1</c:v>
                </c:pt>
                <c:pt idx="596">
                  <c:v>-0.1</c:v>
                </c:pt>
                <c:pt idx="597">
                  <c:v>-0.1</c:v>
                </c:pt>
                <c:pt idx="598">
                  <c:v>-0.1</c:v>
                </c:pt>
                <c:pt idx="599">
                  <c:v>-0.1</c:v>
                </c:pt>
                <c:pt idx="600">
                  <c:v>-0.1</c:v>
                </c:pt>
                <c:pt idx="601">
                  <c:v>-0.1</c:v>
                </c:pt>
                <c:pt idx="602">
                  <c:v>-0.1</c:v>
                </c:pt>
                <c:pt idx="603">
                  <c:v>-0.1</c:v>
                </c:pt>
                <c:pt idx="604">
                  <c:v>-0.1</c:v>
                </c:pt>
                <c:pt idx="605">
                  <c:v>-0.1</c:v>
                </c:pt>
                <c:pt idx="606">
                  <c:v>-0.1</c:v>
                </c:pt>
                <c:pt idx="607">
                  <c:v>-0.1</c:v>
                </c:pt>
                <c:pt idx="608">
                  <c:v>-0.1</c:v>
                </c:pt>
                <c:pt idx="609">
                  <c:v>-0.1</c:v>
                </c:pt>
                <c:pt idx="610">
                  <c:v>-0.1</c:v>
                </c:pt>
                <c:pt idx="611">
                  <c:v>-0.1</c:v>
                </c:pt>
                <c:pt idx="612">
                  <c:v>-0.1</c:v>
                </c:pt>
                <c:pt idx="613">
                  <c:v>-0.1</c:v>
                </c:pt>
                <c:pt idx="614">
                  <c:v>-0.1</c:v>
                </c:pt>
                <c:pt idx="615">
                  <c:v>-0.1</c:v>
                </c:pt>
                <c:pt idx="616">
                  <c:v>-0.1</c:v>
                </c:pt>
                <c:pt idx="617">
                  <c:v>-0.1</c:v>
                </c:pt>
                <c:pt idx="618">
                  <c:v>-0.1</c:v>
                </c:pt>
                <c:pt idx="619">
                  <c:v>-0.1</c:v>
                </c:pt>
                <c:pt idx="620">
                  <c:v>-0.1</c:v>
                </c:pt>
                <c:pt idx="621">
                  <c:v>-0.1</c:v>
                </c:pt>
                <c:pt idx="622">
                  <c:v>-0.1</c:v>
                </c:pt>
                <c:pt idx="623">
                  <c:v>-0.1</c:v>
                </c:pt>
                <c:pt idx="624">
                  <c:v>-0.1</c:v>
                </c:pt>
                <c:pt idx="625">
                  <c:v>-0.1</c:v>
                </c:pt>
                <c:pt idx="626">
                  <c:v>-0.1</c:v>
                </c:pt>
                <c:pt idx="627">
                  <c:v>-0.1</c:v>
                </c:pt>
                <c:pt idx="628">
                  <c:v>-0.1</c:v>
                </c:pt>
                <c:pt idx="629">
                  <c:v>-0.1</c:v>
                </c:pt>
                <c:pt idx="630">
                  <c:v>-0.1</c:v>
                </c:pt>
                <c:pt idx="631">
                  <c:v>-0.1</c:v>
                </c:pt>
                <c:pt idx="632">
                  <c:v>-0.1</c:v>
                </c:pt>
                <c:pt idx="633">
                  <c:v>-0.1</c:v>
                </c:pt>
                <c:pt idx="634">
                  <c:v>-0.1</c:v>
                </c:pt>
                <c:pt idx="635">
                  <c:v>-0.1</c:v>
                </c:pt>
                <c:pt idx="636">
                  <c:v>-0.1</c:v>
                </c:pt>
                <c:pt idx="637">
                  <c:v>-0.1</c:v>
                </c:pt>
                <c:pt idx="638">
                  <c:v>-0.1</c:v>
                </c:pt>
                <c:pt idx="639">
                  <c:v>-0.1</c:v>
                </c:pt>
                <c:pt idx="640">
                  <c:v>-0.1</c:v>
                </c:pt>
                <c:pt idx="641">
                  <c:v>-0.1</c:v>
                </c:pt>
                <c:pt idx="642">
                  <c:v>-0.1</c:v>
                </c:pt>
                <c:pt idx="643">
                  <c:v>-0.1</c:v>
                </c:pt>
                <c:pt idx="644">
                  <c:v>-0.1</c:v>
                </c:pt>
                <c:pt idx="645">
                  <c:v>-0.1</c:v>
                </c:pt>
                <c:pt idx="646">
                  <c:v>-0.1</c:v>
                </c:pt>
                <c:pt idx="647">
                  <c:v>-0.1</c:v>
                </c:pt>
                <c:pt idx="648">
                  <c:v>-0.1</c:v>
                </c:pt>
                <c:pt idx="649">
                  <c:v>-0.1</c:v>
                </c:pt>
                <c:pt idx="650">
                  <c:v>-0.1</c:v>
                </c:pt>
                <c:pt idx="651">
                  <c:v>-0.1</c:v>
                </c:pt>
                <c:pt idx="652">
                  <c:v>-0.1</c:v>
                </c:pt>
                <c:pt idx="653">
                  <c:v>-0.1</c:v>
                </c:pt>
                <c:pt idx="654">
                  <c:v>-0.1</c:v>
                </c:pt>
                <c:pt idx="655">
                  <c:v>-0.1</c:v>
                </c:pt>
                <c:pt idx="656">
                  <c:v>-0.1</c:v>
                </c:pt>
                <c:pt idx="657">
                  <c:v>-0.1</c:v>
                </c:pt>
                <c:pt idx="658">
                  <c:v>-0.1</c:v>
                </c:pt>
                <c:pt idx="659">
                  <c:v>-0.1</c:v>
                </c:pt>
                <c:pt idx="660">
                  <c:v>-0.1</c:v>
                </c:pt>
                <c:pt idx="661">
                  <c:v>-0.1</c:v>
                </c:pt>
                <c:pt idx="662">
                  <c:v>-0.1</c:v>
                </c:pt>
                <c:pt idx="663">
                  <c:v>-0.1</c:v>
                </c:pt>
                <c:pt idx="664">
                  <c:v>-0.1</c:v>
                </c:pt>
                <c:pt idx="665">
                  <c:v>-0.1</c:v>
                </c:pt>
                <c:pt idx="666">
                  <c:v>-0.1</c:v>
                </c:pt>
                <c:pt idx="667">
                  <c:v>-0.1</c:v>
                </c:pt>
                <c:pt idx="668">
                  <c:v>-0.1</c:v>
                </c:pt>
                <c:pt idx="669">
                  <c:v>-0.1</c:v>
                </c:pt>
                <c:pt idx="670">
                  <c:v>-0.1</c:v>
                </c:pt>
                <c:pt idx="671">
                  <c:v>-0.1</c:v>
                </c:pt>
                <c:pt idx="672">
                  <c:v>-0.1</c:v>
                </c:pt>
                <c:pt idx="673">
                  <c:v>-0.1</c:v>
                </c:pt>
                <c:pt idx="674">
                  <c:v>-0.1</c:v>
                </c:pt>
                <c:pt idx="675">
                  <c:v>-0.1</c:v>
                </c:pt>
                <c:pt idx="676">
                  <c:v>-0.1</c:v>
                </c:pt>
                <c:pt idx="677">
                  <c:v>-0.1</c:v>
                </c:pt>
                <c:pt idx="678">
                  <c:v>-0.1</c:v>
                </c:pt>
                <c:pt idx="679">
                  <c:v>-0.1</c:v>
                </c:pt>
                <c:pt idx="680">
                  <c:v>-0.1</c:v>
                </c:pt>
                <c:pt idx="681">
                  <c:v>-0.1</c:v>
                </c:pt>
                <c:pt idx="682">
                  <c:v>-0.1</c:v>
                </c:pt>
                <c:pt idx="683">
                  <c:v>-0.1</c:v>
                </c:pt>
                <c:pt idx="684">
                  <c:v>-0.1</c:v>
                </c:pt>
                <c:pt idx="685">
                  <c:v>-0.1</c:v>
                </c:pt>
                <c:pt idx="686">
                  <c:v>-0.1</c:v>
                </c:pt>
                <c:pt idx="687">
                  <c:v>-0.1</c:v>
                </c:pt>
                <c:pt idx="688">
                  <c:v>-0.1</c:v>
                </c:pt>
                <c:pt idx="689">
                  <c:v>-0.1</c:v>
                </c:pt>
                <c:pt idx="690">
                  <c:v>-0.1</c:v>
                </c:pt>
                <c:pt idx="691">
                  <c:v>-0.1</c:v>
                </c:pt>
                <c:pt idx="692">
                  <c:v>-0.1</c:v>
                </c:pt>
                <c:pt idx="693">
                  <c:v>-0.1</c:v>
                </c:pt>
                <c:pt idx="694">
                  <c:v>-0.1</c:v>
                </c:pt>
                <c:pt idx="695">
                  <c:v>-0.1</c:v>
                </c:pt>
                <c:pt idx="696">
                  <c:v>-0.1</c:v>
                </c:pt>
                <c:pt idx="697">
                  <c:v>-0.1</c:v>
                </c:pt>
                <c:pt idx="698">
                  <c:v>-0.1</c:v>
                </c:pt>
                <c:pt idx="699">
                  <c:v>-0.1</c:v>
                </c:pt>
                <c:pt idx="700">
                  <c:v>-0.1</c:v>
                </c:pt>
                <c:pt idx="701">
                  <c:v>-0.1</c:v>
                </c:pt>
                <c:pt idx="702">
                  <c:v>-0.1</c:v>
                </c:pt>
                <c:pt idx="703">
                  <c:v>-0.1</c:v>
                </c:pt>
                <c:pt idx="704">
                  <c:v>-0.1</c:v>
                </c:pt>
                <c:pt idx="705">
                  <c:v>-0.1</c:v>
                </c:pt>
                <c:pt idx="706">
                  <c:v>-0.1</c:v>
                </c:pt>
                <c:pt idx="707">
                  <c:v>-0.1</c:v>
                </c:pt>
                <c:pt idx="708">
                  <c:v>-0.1</c:v>
                </c:pt>
                <c:pt idx="709">
                  <c:v>-0.1</c:v>
                </c:pt>
                <c:pt idx="710">
                  <c:v>-0.1</c:v>
                </c:pt>
                <c:pt idx="711">
                  <c:v>-0.1</c:v>
                </c:pt>
                <c:pt idx="712">
                  <c:v>-0.1</c:v>
                </c:pt>
                <c:pt idx="713">
                  <c:v>-0.1</c:v>
                </c:pt>
                <c:pt idx="714">
                  <c:v>-0.1</c:v>
                </c:pt>
                <c:pt idx="715">
                  <c:v>-0.1</c:v>
                </c:pt>
                <c:pt idx="716">
                  <c:v>-0.1</c:v>
                </c:pt>
                <c:pt idx="717">
                  <c:v>-0.1</c:v>
                </c:pt>
                <c:pt idx="718">
                  <c:v>-0.1</c:v>
                </c:pt>
                <c:pt idx="719">
                  <c:v>-0.1</c:v>
                </c:pt>
                <c:pt idx="720">
                  <c:v>-0.1</c:v>
                </c:pt>
                <c:pt idx="721">
                  <c:v>-0.1</c:v>
                </c:pt>
                <c:pt idx="722">
                  <c:v>-0.1</c:v>
                </c:pt>
                <c:pt idx="723">
                  <c:v>-0.1</c:v>
                </c:pt>
                <c:pt idx="724">
                  <c:v>-0.1</c:v>
                </c:pt>
                <c:pt idx="725">
                  <c:v>-0.1</c:v>
                </c:pt>
                <c:pt idx="726">
                  <c:v>-0.1</c:v>
                </c:pt>
                <c:pt idx="727">
                  <c:v>-0.1</c:v>
                </c:pt>
                <c:pt idx="728">
                  <c:v>-0.1</c:v>
                </c:pt>
                <c:pt idx="729">
                  <c:v>-0.1</c:v>
                </c:pt>
                <c:pt idx="730">
                  <c:v>-0.1</c:v>
                </c:pt>
                <c:pt idx="731">
                  <c:v>-0.1</c:v>
                </c:pt>
                <c:pt idx="732">
                  <c:v>-0.1</c:v>
                </c:pt>
                <c:pt idx="733">
                  <c:v>-0.1</c:v>
                </c:pt>
                <c:pt idx="734">
                  <c:v>-0.1</c:v>
                </c:pt>
                <c:pt idx="735">
                  <c:v>-0.1</c:v>
                </c:pt>
                <c:pt idx="736">
                  <c:v>-0.1</c:v>
                </c:pt>
                <c:pt idx="737">
                  <c:v>-0.1</c:v>
                </c:pt>
                <c:pt idx="738">
                  <c:v>-0.1</c:v>
                </c:pt>
                <c:pt idx="739">
                  <c:v>-0.1</c:v>
                </c:pt>
                <c:pt idx="740">
                  <c:v>-0.1</c:v>
                </c:pt>
                <c:pt idx="741">
                  <c:v>-0.1</c:v>
                </c:pt>
                <c:pt idx="742">
                  <c:v>-0.1</c:v>
                </c:pt>
                <c:pt idx="743">
                  <c:v>-0.1</c:v>
                </c:pt>
                <c:pt idx="744">
                  <c:v>-0.1</c:v>
                </c:pt>
                <c:pt idx="745">
                  <c:v>-0.1</c:v>
                </c:pt>
                <c:pt idx="746">
                  <c:v>-0.1</c:v>
                </c:pt>
                <c:pt idx="747">
                  <c:v>-0.1</c:v>
                </c:pt>
                <c:pt idx="748">
                  <c:v>-0.1</c:v>
                </c:pt>
                <c:pt idx="749">
                  <c:v>-0.1</c:v>
                </c:pt>
                <c:pt idx="750">
                  <c:v>-0.1</c:v>
                </c:pt>
                <c:pt idx="751">
                  <c:v>-0.1</c:v>
                </c:pt>
                <c:pt idx="752">
                  <c:v>-0.1</c:v>
                </c:pt>
                <c:pt idx="753">
                  <c:v>-0.1</c:v>
                </c:pt>
                <c:pt idx="754">
                  <c:v>-0.1</c:v>
                </c:pt>
                <c:pt idx="755">
                  <c:v>-0.1</c:v>
                </c:pt>
                <c:pt idx="756">
                  <c:v>-0.1</c:v>
                </c:pt>
                <c:pt idx="757">
                  <c:v>-0.1</c:v>
                </c:pt>
                <c:pt idx="758">
                  <c:v>-0.1</c:v>
                </c:pt>
                <c:pt idx="759">
                  <c:v>-0.1</c:v>
                </c:pt>
                <c:pt idx="760">
                  <c:v>-0.1</c:v>
                </c:pt>
                <c:pt idx="761">
                  <c:v>-0.1</c:v>
                </c:pt>
                <c:pt idx="762">
                  <c:v>-0.1</c:v>
                </c:pt>
                <c:pt idx="763">
                  <c:v>-0.1</c:v>
                </c:pt>
                <c:pt idx="764">
                  <c:v>-0.1</c:v>
                </c:pt>
                <c:pt idx="765">
                  <c:v>-0.1</c:v>
                </c:pt>
                <c:pt idx="766">
                  <c:v>-0.1</c:v>
                </c:pt>
                <c:pt idx="767">
                  <c:v>-0.1</c:v>
                </c:pt>
                <c:pt idx="768">
                  <c:v>-0.1</c:v>
                </c:pt>
                <c:pt idx="769">
                  <c:v>-0.1</c:v>
                </c:pt>
                <c:pt idx="770">
                  <c:v>-0.1</c:v>
                </c:pt>
                <c:pt idx="771">
                  <c:v>-0.1</c:v>
                </c:pt>
                <c:pt idx="772">
                  <c:v>-0.1</c:v>
                </c:pt>
                <c:pt idx="773">
                  <c:v>-0.1</c:v>
                </c:pt>
                <c:pt idx="774">
                  <c:v>-0.1</c:v>
                </c:pt>
                <c:pt idx="775">
                  <c:v>-0.1</c:v>
                </c:pt>
                <c:pt idx="776">
                  <c:v>-0.1</c:v>
                </c:pt>
                <c:pt idx="777">
                  <c:v>-0.1</c:v>
                </c:pt>
                <c:pt idx="778">
                  <c:v>-0.1</c:v>
                </c:pt>
                <c:pt idx="779">
                  <c:v>-0.1</c:v>
                </c:pt>
                <c:pt idx="780">
                  <c:v>-0.1</c:v>
                </c:pt>
                <c:pt idx="781">
                  <c:v>-0.1</c:v>
                </c:pt>
                <c:pt idx="782">
                  <c:v>-0.1</c:v>
                </c:pt>
                <c:pt idx="783">
                  <c:v>-0.1</c:v>
                </c:pt>
                <c:pt idx="784">
                  <c:v>-0.1</c:v>
                </c:pt>
                <c:pt idx="785">
                  <c:v>-0.1</c:v>
                </c:pt>
                <c:pt idx="786">
                  <c:v>-0.1</c:v>
                </c:pt>
                <c:pt idx="787">
                  <c:v>-0.1</c:v>
                </c:pt>
                <c:pt idx="788">
                  <c:v>-0.1</c:v>
                </c:pt>
                <c:pt idx="789">
                  <c:v>-0.1</c:v>
                </c:pt>
                <c:pt idx="790">
                  <c:v>-0.1</c:v>
                </c:pt>
                <c:pt idx="791">
                  <c:v>-0.1</c:v>
                </c:pt>
                <c:pt idx="792">
                  <c:v>-0.1</c:v>
                </c:pt>
                <c:pt idx="793">
                  <c:v>-0.1</c:v>
                </c:pt>
                <c:pt idx="794">
                  <c:v>-0.1</c:v>
                </c:pt>
                <c:pt idx="795">
                  <c:v>-0.1</c:v>
                </c:pt>
                <c:pt idx="796">
                  <c:v>-0.1</c:v>
                </c:pt>
                <c:pt idx="797">
                  <c:v>-0.1</c:v>
                </c:pt>
                <c:pt idx="798">
                  <c:v>-0.1</c:v>
                </c:pt>
                <c:pt idx="799">
                  <c:v>-0.1</c:v>
                </c:pt>
                <c:pt idx="800">
                  <c:v>-0.1</c:v>
                </c:pt>
                <c:pt idx="801">
                  <c:v>-0.1</c:v>
                </c:pt>
                <c:pt idx="802">
                  <c:v>-0.1</c:v>
                </c:pt>
                <c:pt idx="803">
                  <c:v>-0.1</c:v>
                </c:pt>
                <c:pt idx="804">
                  <c:v>-0.1</c:v>
                </c:pt>
                <c:pt idx="805">
                  <c:v>-0.1</c:v>
                </c:pt>
                <c:pt idx="806">
                  <c:v>-0.1</c:v>
                </c:pt>
                <c:pt idx="807">
                  <c:v>-0.1</c:v>
                </c:pt>
                <c:pt idx="808">
                  <c:v>-0.1</c:v>
                </c:pt>
                <c:pt idx="809">
                  <c:v>-0.1</c:v>
                </c:pt>
                <c:pt idx="810">
                  <c:v>-0.1</c:v>
                </c:pt>
                <c:pt idx="811">
                  <c:v>-0.1</c:v>
                </c:pt>
                <c:pt idx="812">
                  <c:v>-0.1</c:v>
                </c:pt>
                <c:pt idx="813">
                  <c:v>-0.1</c:v>
                </c:pt>
                <c:pt idx="814">
                  <c:v>-0.1</c:v>
                </c:pt>
                <c:pt idx="815">
                  <c:v>-0.1</c:v>
                </c:pt>
                <c:pt idx="816">
                  <c:v>-0.1</c:v>
                </c:pt>
                <c:pt idx="817">
                  <c:v>-0.1</c:v>
                </c:pt>
                <c:pt idx="818">
                  <c:v>-0.1</c:v>
                </c:pt>
                <c:pt idx="819">
                  <c:v>-0.1</c:v>
                </c:pt>
                <c:pt idx="820">
                  <c:v>-0.1</c:v>
                </c:pt>
                <c:pt idx="821">
                  <c:v>-0.1</c:v>
                </c:pt>
                <c:pt idx="822">
                  <c:v>-0.1</c:v>
                </c:pt>
                <c:pt idx="823">
                  <c:v>-0.1</c:v>
                </c:pt>
                <c:pt idx="824">
                  <c:v>-0.1</c:v>
                </c:pt>
                <c:pt idx="825">
                  <c:v>-0.1</c:v>
                </c:pt>
                <c:pt idx="826">
                  <c:v>-0.1</c:v>
                </c:pt>
                <c:pt idx="827">
                  <c:v>-0.1</c:v>
                </c:pt>
                <c:pt idx="828">
                  <c:v>-0.1</c:v>
                </c:pt>
                <c:pt idx="829">
                  <c:v>-0.1</c:v>
                </c:pt>
                <c:pt idx="830">
                  <c:v>-0.1</c:v>
                </c:pt>
                <c:pt idx="831">
                  <c:v>-0.1</c:v>
                </c:pt>
                <c:pt idx="832">
                  <c:v>-0.1</c:v>
                </c:pt>
                <c:pt idx="833">
                  <c:v>-0.1</c:v>
                </c:pt>
                <c:pt idx="834">
                  <c:v>-0.1</c:v>
                </c:pt>
                <c:pt idx="835">
                  <c:v>-0.1</c:v>
                </c:pt>
                <c:pt idx="836">
                  <c:v>-0.1</c:v>
                </c:pt>
                <c:pt idx="837">
                  <c:v>-0.1</c:v>
                </c:pt>
                <c:pt idx="838">
                  <c:v>-0.1</c:v>
                </c:pt>
                <c:pt idx="839">
                  <c:v>-0.1</c:v>
                </c:pt>
                <c:pt idx="840">
                  <c:v>-0.1</c:v>
                </c:pt>
                <c:pt idx="841">
                  <c:v>-0.1</c:v>
                </c:pt>
                <c:pt idx="842">
                  <c:v>-0.1</c:v>
                </c:pt>
                <c:pt idx="843">
                  <c:v>-0.1</c:v>
                </c:pt>
                <c:pt idx="844">
                  <c:v>-0.1</c:v>
                </c:pt>
                <c:pt idx="845">
                  <c:v>-0.1</c:v>
                </c:pt>
                <c:pt idx="846">
                  <c:v>-0.1</c:v>
                </c:pt>
                <c:pt idx="847">
                  <c:v>-0.1</c:v>
                </c:pt>
                <c:pt idx="848">
                  <c:v>-0.1</c:v>
                </c:pt>
                <c:pt idx="849">
                  <c:v>-0.1</c:v>
                </c:pt>
                <c:pt idx="850">
                  <c:v>-0.1</c:v>
                </c:pt>
                <c:pt idx="851">
                  <c:v>-0.1</c:v>
                </c:pt>
                <c:pt idx="852">
                  <c:v>-0.1</c:v>
                </c:pt>
                <c:pt idx="853">
                  <c:v>-0.1</c:v>
                </c:pt>
                <c:pt idx="854">
                  <c:v>-0.1</c:v>
                </c:pt>
                <c:pt idx="855">
                  <c:v>-0.1</c:v>
                </c:pt>
                <c:pt idx="856">
                  <c:v>-0.1</c:v>
                </c:pt>
                <c:pt idx="857">
                  <c:v>-0.1</c:v>
                </c:pt>
                <c:pt idx="858">
                  <c:v>-0.1</c:v>
                </c:pt>
                <c:pt idx="859">
                  <c:v>-0.1</c:v>
                </c:pt>
                <c:pt idx="860">
                  <c:v>-0.1</c:v>
                </c:pt>
                <c:pt idx="861">
                  <c:v>-0.1</c:v>
                </c:pt>
                <c:pt idx="862">
                  <c:v>-0.1</c:v>
                </c:pt>
                <c:pt idx="863">
                  <c:v>-0.1</c:v>
                </c:pt>
                <c:pt idx="864">
                  <c:v>-0.1</c:v>
                </c:pt>
                <c:pt idx="865">
                  <c:v>-0.1</c:v>
                </c:pt>
                <c:pt idx="866">
                  <c:v>-0.1</c:v>
                </c:pt>
                <c:pt idx="867">
                  <c:v>-0.1</c:v>
                </c:pt>
                <c:pt idx="868">
                  <c:v>-0.1</c:v>
                </c:pt>
                <c:pt idx="869">
                  <c:v>-0.1</c:v>
                </c:pt>
                <c:pt idx="870">
                  <c:v>-0.1</c:v>
                </c:pt>
                <c:pt idx="871">
                  <c:v>-0.1</c:v>
                </c:pt>
                <c:pt idx="872">
                  <c:v>-0.1</c:v>
                </c:pt>
                <c:pt idx="873">
                  <c:v>-0.1</c:v>
                </c:pt>
                <c:pt idx="874">
                  <c:v>-0.1</c:v>
                </c:pt>
                <c:pt idx="875">
                  <c:v>-0.1</c:v>
                </c:pt>
                <c:pt idx="876">
                  <c:v>-0.1</c:v>
                </c:pt>
                <c:pt idx="877">
                  <c:v>-0.1</c:v>
                </c:pt>
                <c:pt idx="878">
                  <c:v>-0.1</c:v>
                </c:pt>
                <c:pt idx="879">
                  <c:v>-0.1</c:v>
                </c:pt>
                <c:pt idx="880">
                  <c:v>-0.1</c:v>
                </c:pt>
                <c:pt idx="881">
                  <c:v>-0.1</c:v>
                </c:pt>
                <c:pt idx="882">
                  <c:v>-0.1</c:v>
                </c:pt>
                <c:pt idx="883">
                  <c:v>-0.1</c:v>
                </c:pt>
                <c:pt idx="884">
                  <c:v>-0.1</c:v>
                </c:pt>
                <c:pt idx="885">
                  <c:v>-0.1</c:v>
                </c:pt>
                <c:pt idx="886">
                  <c:v>-0.1</c:v>
                </c:pt>
                <c:pt idx="887">
                  <c:v>-0.1</c:v>
                </c:pt>
                <c:pt idx="888">
                  <c:v>-0.1</c:v>
                </c:pt>
                <c:pt idx="889">
                  <c:v>-0.1</c:v>
                </c:pt>
                <c:pt idx="890">
                  <c:v>-0.1</c:v>
                </c:pt>
                <c:pt idx="891">
                  <c:v>-0.1</c:v>
                </c:pt>
                <c:pt idx="892">
                  <c:v>-0.1</c:v>
                </c:pt>
                <c:pt idx="893">
                  <c:v>-0.1</c:v>
                </c:pt>
                <c:pt idx="894">
                  <c:v>-0.1</c:v>
                </c:pt>
                <c:pt idx="895">
                  <c:v>-0.1</c:v>
                </c:pt>
                <c:pt idx="896">
                  <c:v>-0.1</c:v>
                </c:pt>
                <c:pt idx="897">
                  <c:v>-0.1</c:v>
                </c:pt>
                <c:pt idx="898">
                  <c:v>-0.1</c:v>
                </c:pt>
                <c:pt idx="899">
                  <c:v>-0.1</c:v>
                </c:pt>
                <c:pt idx="900">
                  <c:v>-0.1</c:v>
                </c:pt>
                <c:pt idx="901">
                  <c:v>-0.1</c:v>
                </c:pt>
                <c:pt idx="902">
                  <c:v>-0.1</c:v>
                </c:pt>
                <c:pt idx="903">
                  <c:v>-0.1</c:v>
                </c:pt>
                <c:pt idx="904">
                  <c:v>-0.1</c:v>
                </c:pt>
                <c:pt idx="905">
                  <c:v>-0.1</c:v>
                </c:pt>
                <c:pt idx="906">
                  <c:v>-0.1</c:v>
                </c:pt>
                <c:pt idx="907">
                  <c:v>-0.1</c:v>
                </c:pt>
                <c:pt idx="908">
                  <c:v>-0.1</c:v>
                </c:pt>
                <c:pt idx="909">
                  <c:v>-0.1</c:v>
                </c:pt>
                <c:pt idx="910">
                  <c:v>-0.1</c:v>
                </c:pt>
                <c:pt idx="911">
                  <c:v>-0.1</c:v>
                </c:pt>
                <c:pt idx="912">
                  <c:v>-0.1</c:v>
                </c:pt>
                <c:pt idx="913">
                  <c:v>-0.1</c:v>
                </c:pt>
                <c:pt idx="914">
                  <c:v>-0.1</c:v>
                </c:pt>
                <c:pt idx="915">
                  <c:v>-0.1</c:v>
                </c:pt>
                <c:pt idx="916">
                  <c:v>-0.1</c:v>
                </c:pt>
                <c:pt idx="917">
                  <c:v>-0.1</c:v>
                </c:pt>
                <c:pt idx="918">
                  <c:v>-0.1</c:v>
                </c:pt>
                <c:pt idx="919">
                  <c:v>-0.1</c:v>
                </c:pt>
                <c:pt idx="920">
                  <c:v>-0.1</c:v>
                </c:pt>
                <c:pt idx="921">
                  <c:v>-0.1</c:v>
                </c:pt>
                <c:pt idx="922">
                  <c:v>-0.1</c:v>
                </c:pt>
                <c:pt idx="923">
                  <c:v>-0.1</c:v>
                </c:pt>
                <c:pt idx="924">
                  <c:v>-0.1</c:v>
                </c:pt>
                <c:pt idx="925">
                  <c:v>-0.1</c:v>
                </c:pt>
                <c:pt idx="926">
                  <c:v>-0.1</c:v>
                </c:pt>
                <c:pt idx="927">
                  <c:v>-0.1</c:v>
                </c:pt>
                <c:pt idx="928">
                  <c:v>-0.1</c:v>
                </c:pt>
                <c:pt idx="929">
                  <c:v>-0.1</c:v>
                </c:pt>
                <c:pt idx="930">
                  <c:v>-0.1</c:v>
                </c:pt>
                <c:pt idx="931">
                  <c:v>-0.1</c:v>
                </c:pt>
                <c:pt idx="932">
                  <c:v>-0.1</c:v>
                </c:pt>
                <c:pt idx="933">
                  <c:v>-0.1</c:v>
                </c:pt>
                <c:pt idx="934">
                  <c:v>-0.1</c:v>
                </c:pt>
                <c:pt idx="935">
                  <c:v>-0.1</c:v>
                </c:pt>
                <c:pt idx="936">
                  <c:v>-0.1</c:v>
                </c:pt>
                <c:pt idx="937">
                  <c:v>-0.1</c:v>
                </c:pt>
                <c:pt idx="938">
                  <c:v>-0.1</c:v>
                </c:pt>
                <c:pt idx="939">
                  <c:v>-0.1</c:v>
                </c:pt>
                <c:pt idx="940">
                  <c:v>-0.1</c:v>
                </c:pt>
                <c:pt idx="941">
                  <c:v>-0.1</c:v>
                </c:pt>
                <c:pt idx="942">
                  <c:v>-0.1</c:v>
                </c:pt>
                <c:pt idx="943">
                  <c:v>-0.1</c:v>
                </c:pt>
                <c:pt idx="944">
                  <c:v>-0.1</c:v>
                </c:pt>
                <c:pt idx="945">
                  <c:v>-0.1</c:v>
                </c:pt>
                <c:pt idx="946">
                  <c:v>-0.1</c:v>
                </c:pt>
                <c:pt idx="947">
                  <c:v>-0.1</c:v>
                </c:pt>
                <c:pt idx="948">
                  <c:v>-0.1</c:v>
                </c:pt>
                <c:pt idx="949">
                  <c:v>-0.1</c:v>
                </c:pt>
                <c:pt idx="950">
                  <c:v>-0.1</c:v>
                </c:pt>
                <c:pt idx="951">
                  <c:v>-0.1</c:v>
                </c:pt>
                <c:pt idx="952">
                  <c:v>-0.1</c:v>
                </c:pt>
                <c:pt idx="953">
                  <c:v>-0.1</c:v>
                </c:pt>
                <c:pt idx="954">
                  <c:v>-0.1</c:v>
                </c:pt>
                <c:pt idx="955">
                  <c:v>-0.1</c:v>
                </c:pt>
                <c:pt idx="956">
                  <c:v>-0.1</c:v>
                </c:pt>
                <c:pt idx="957">
                  <c:v>-0.1</c:v>
                </c:pt>
                <c:pt idx="958">
                  <c:v>-0.1</c:v>
                </c:pt>
                <c:pt idx="959">
                  <c:v>-0.1</c:v>
                </c:pt>
                <c:pt idx="960">
                  <c:v>-0.1</c:v>
                </c:pt>
                <c:pt idx="961">
                  <c:v>-0.1</c:v>
                </c:pt>
                <c:pt idx="962">
                  <c:v>-0.1</c:v>
                </c:pt>
                <c:pt idx="963">
                  <c:v>-0.1</c:v>
                </c:pt>
                <c:pt idx="964">
                  <c:v>-0.1</c:v>
                </c:pt>
                <c:pt idx="965">
                  <c:v>-0.1</c:v>
                </c:pt>
                <c:pt idx="966">
                  <c:v>-0.1</c:v>
                </c:pt>
                <c:pt idx="967">
                  <c:v>-0.1</c:v>
                </c:pt>
                <c:pt idx="968">
                  <c:v>-0.1</c:v>
                </c:pt>
                <c:pt idx="969">
                  <c:v>-0.1</c:v>
                </c:pt>
                <c:pt idx="970">
                  <c:v>-0.1</c:v>
                </c:pt>
                <c:pt idx="971">
                  <c:v>-0.1</c:v>
                </c:pt>
                <c:pt idx="972">
                  <c:v>-0.1</c:v>
                </c:pt>
                <c:pt idx="973">
                  <c:v>-0.1</c:v>
                </c:pt>
                <c:pt idx="974">
                  <c:v>-0.1</c:v>
                </c:pt>
                <c:pt idx="975">
                  <c:v>-0.1</c:v>
                </c:pt>
                <c:pt idx="976">
                  <c:v>-0.1</c:v>
                </c:pt>
                <c:pt idx="977">
                  <c:v>-0.1</c:v>
                </c:pt>
                <c:pt idx="978">
                  <c:v>-0.1</c:v>
                </c:pt>
                <c:pt idx="979">
                  <c:v>-0.1</c:v>
                </c:pt>
                <c:pt idx="980">
                  <c:v>-0.1</c:v>
                </c:pt>
                <c:pt idx="981">
                  <c:v>-0.1</c:v>
                </c:pt>
                <c:pt idx="982">
                  <c:v>-0.1</c:v>
                </c:pt>
                <c:pt idx="983">
                  <c:v>-0.1</c:v>
                </c:pt>
                <c:pt idx="984">
                  <c:v>-0.1</c:v>
                </c:pt>
                <c:pt idx="985">
                  <c:v>-0.1</c:v>
                </c:pt>
                <c:pt idx="986">
                  <c:v>-0.1</c:v>
                </c:pt>
                <c:pt idx="987">
                  <c:v>-0.1</c:v>
                </c:pt>
                <c:pt idx="988">
                  <c:v>-0.1</c:v>
                </c:pt>
                <c:pt idx="989">
                  <c:v>-0.1</c:v>
                </c:pt>
                <c:pt idx="990">
                  <c:v>-0.1</c:v>
                </c:pt>
                <c:pt idx="991">
                  <c:v>-0.1</c:v>
                </c:pt>
                <c:pt idx="992">
                  <c:v>-0.1</c:v>
                </c:pt>
                <c:pt idx="993">
                  <c:v>-0.1</c:v>
                </c:pt>
                <c:pt idx="994">
                  <c:v>-0.1</c:v>
                </c:pt>
                <c:pt idx="995">
                  <c:v>-0.1</c:v>
                </c:pt>
                <c:pt idx="996">
                  <c:v>-0.1</c:v>
                </c:pt>
                <c:pt idx="997">
                  <c:v>-0.1</c:v>
                </c:pt>
                <c:pt idx="998">
                  <c:v>-0.1</c:v>
                </c:pt>
                <c:pt idx="999">
                  <c:v>-0.1</c:v>
                </c:pt>
                <c:pt idx="1000">
                  <c:v>-0.1</c:v>
                </c:pt>
                <c:pt idx="1001">
                  <c:v>-0.1</c:v>
                </c:pt>
                <c:pt idx="1002">
                  <c:v>-0.1</c:v>
                </c:pt>
                <c:pt idx="1003">
                  <c:v>-0.1</c:v>
                </c:pt>
                <c:pt idx="1004">
                  <c:v>-0.1</c:v>
                </c:pt>
                <c:pt idx="1005">
                  <c:v>-0.1</c:v>
                </c:pt>
                <c:pt idx="1006">
                  <c:v>-0.1</c:v>
                </c:pt>
                <c:pt idx="1007">
                  <c:v>-0.1</c:v>
                </c:pt>
                <c:pt idx="1008">
                  <c:v>-0.1</c:v>
                </c:pt>
                <c:pt idx="1009">
                  <c:v>-0.1</c:v>
                </c:pt>
                <c:pt idx="1010">
                  <c:v>-0.1</c:v>
                </c:pt>
                <c:pt idx="1011">
                  <c:v>-0.1</c:v>
                </c:pt>
                <c:pt idx="1012">
                  <c:v>-0.1</c:v>
                </c:pt>
                <c:pt idx="1013">
                  <c:v>-0.1</c:v>
                </c:pt>
                <c:pt idx="1014">
                  <c:v>-0.1</c:v>
                </c:pt>
                <c:pt idx="1015">
                  <c:v>-0.1</c:v>
                </c:pt>
                <c:pt idx="1016">
                  <c:v>-0.1</c:v>
                </c:pt>
                <c:pt idx="1017">
                  <c:v>-0.1</c:v>
                </c:pt>
                <c:pt idx="1018">
                  <c:v>-0.1</c:v>
                </c:pt>
                <c:pt idx="1019">
                  <c:v>-0.1</c:v>
                </c:pt>
                <c:pt idx="1020">
                  <c:v>-0.1</c:v>
                </c:pt>
                <c:pt idx="1021">
                  <c:v>-0.1</c:v>
                </c:pt>
                <c:pt idx="1022">
                  <c:v>-0.1</c:v>
                </c:pt>
                <c:pt idx="1023">
                  <c:v>-0.1</c:v>
                </c:pt>
                <c:pt idx="1024">
                  <c:v>-0.1</c:v>
                </c:pt>
                <c:pt idx="1025">
                  <c:v>-0.1</c:v>
                </c:pt>
                <c:pt idx="1026">
                  <c:v>-0.1</c:v>
                </c:pt>
                <c:pt idx="1027">
                  <c:v>-0.1</c:v>
                </c:pt>
                <c:pt idx="1028">
                  <c:v>-0.1</c:v>
                </c:pt>
                <c:pt idx="1029">
                  <c:v>-0.1</c:v>
                </c:pt>
                <c:pt idx="1030">
                  <c:v>-0.1</c:v>
                </c:pt>
                <c:pt idx="1031">
                  <c:v>-0.1</c:v>
                </c:pt>
                <c:pt idx="1032">
                  <c:v>-0.1</c:v>
                </c:pt>
                <c:pt idx="1033">
                  <c:v>-0.1</c:v>
                </c:pt>
                <c:pt idx="1034">
                  <c:v>-0.1</c:v>
                </c:pt>
                <c:pt idx="1035">
                  <c:v>-0.1</c:v>
                </c:pt>
                <c:pt idx="1036">
                  <c:v>-0.1</c:v>
                </c:pt>
                <c:pt idx="1037">
                  <c:v>-0.1</c:v>
                </c:pt>
                <c:pt idx="1038">
                  <c:v>-0.1</c:v>
                </c:pt>
                <c:pt idx="1039">
                  <c:v>-0.1</c:v>
                </c:pt>
                <c:pt idx="1040">
                  <c:v>-0.1</c:v>
                </c:pt>
                <c:pt idx="1041">
                  <c:v>-0.1</c:v>
                </c:pt>
                <c:pt idx="1042">
                  <c:v>-0.1</c:v>
                </c:pt>
                <c:pt idx="1043">
                  <c:v>-0.1</c:v>
                </c:pt>
                <c:pt idx="1044">
                  <c:v>-0.1</c:v>
                </c:pt>
                <c:pt idx="1045">
                  <c:v>-0.1</c:v>
                </c:pt>
                <c:pt idx="1046">
                  <c:v>-0.1</c:v>
                </c:pt>
                <c:pt idx="1047">
                  <c:v>-0.1</c:v>
                </c:pt>
                <c:pt idx="1048">
                  <c:v>-0.1</c:v>
                </c:pt>
                <c:pt idx="1049">
                  <c:v>-0.1</c:v>
                </c:pt>
                <c:pt idx="1050">
                  <c:v>-0.1</c:v>
                </c:pt>
                <c:pt idx="1051">
                  <c:v>-0.1</c:v>
                </c:pt>
                <c:pt idx="1052">
                  <c:v>-0.1</c:v>
                </c:pt>
                <c:pt idx="1053">
                  <c:v>-0.1</c:v>
                </c:pt>
                <c:pt idx="1054">
                  <c:v>-0.1</c:v>
                </c:pt>
                <c:pt idx="1055">
                  <c:v>-0.1</c:v>
                </c:pt>
                <c:pt idx="1056">
                  <c:v>-0.1</c:v>
                </c:pt>
                <c:pt idx="1057">
                  <c:v>-0.1</c:v>
                </c:pt>
                <c:pt idx="1058">
                  <c:v>-0.1</c:v>
                </c:pt>
                <c:pt idx="1059">
                  <c:v>-0.1</c:v>
                </c:pt>
                <c:pt idx="1060">
                  <c:v>-0.1</c:v>
                </c:pt>
                <c:pt idx="1061">
                  <c:v>-0.1</c:v>
                </c:pt>
                <c:pt idx="1062">
                  <c:v>-0.1</c:v>
                </c:pt>
                <c:pt idx="1063">
                  <c:v>-0.1</c:v>
                </c:pt>
                <c:pt idx="1064">
                  <c:v>-0.1</c:v>
                </c:pt>
                <c:pt idx="1065">
                  <c:v>-0.1</c:v>
                </c:pt>
                <c:pt idx="1066">
                  <c:v>-0.1</c:v>
                </c:pt>
                <c:pt idx="1067">
                  <c:v>-0.1</c:v>
                </c:pt>
                <c:pt idx="1068">
                  <c:v>-0.1</c:v>
                </c:pt>
                <c:pt idx="1069">
                  <c:v>-0.1</c:v>
                </c:pt>
                <c:pt idx="1070">
                  <c:v>-0.1</c:v>
                </c:pt>
                <c:pt idx="1071">
                  <c:v>-0.1</c:v>
                </c:pt>
                <c:pt idx="1072">
                  <c:v>-0.1</c:v>
                </c:pt>
                <c:pt idx="1073">
                  <c:v>-0.1</c:v>
                </c:pt>
                <c:pt idx="1074">
                  <c:v>-0.1</c:v>
                </c:pt>
                <c:pt idx="1075">
                  <c:v>-0.1</c:v>
                </c:pt>
                <c:pt idx="1076">
                  <c:v>-0.1</c:v>
                </c:pt>
                <c:pt idx="1077">
                  <c:v>-0.1</c:v>
                </c:pt>
                <c:pt idx="1078">
                  <c:v>-0.1</c:v>
                </c:pt>
                <c:pt idx="1079">
                  <c:v>-0.1</c:v>
                </c:pt>
                <c:pt idx="1080">
                  <c:v>-0.1</c:v>
                </c:pt>
                <c:pt idx="1081">
                  <c:v>-0.1</c:v>
                </c:pt>
                <c:pt idx="1082">
                  <c:v>-0.1</c:v>
                </c:pt>
                <c:pt idx="1083">
                  <c:v>-0.1</c:v>
                </c:pt>
                <c:pt idx="1084">
                  <c:v>-0.1</c:v>
                </c:pt>
                <c:pt idx="1085">
                  <c:v>-0.1</c:v>
                </c:pt>
                <c:pt idx="1086">
                  <c:v>-0.1</c:v>
                </c:pt>
                <c:pt idx="1087">
                  <c:v>-0.1</c:v>
                </c:pt>
                <c:pt idx="1088">
                  <c:v>-0.1</c:v>
                </c:pt>
                <c:pt idx="1089">
                  <c:v>-0.1</c:v>
                </c:pt>
                <c:pt idx="1090">
                  <c:v>-0.1</c:v>
                </c:pt>
                <c:pt idx="1091">
                  <c:v>-0.1</c:v>
                </c:pt>
                <c:pt idx="1092">
                  <c:v>-0.1</c:v>
                </c:pt>
                <c:pt idx="1093">
                  <c:v>-0.1</c:v>
                </c:pt>
                <c:pt idx="1094">
                  <c:v>-0.1</c:v>
                </c:pt>
                <c:pt idx="1095">
                  <c:v>-0.1</c:v>
                </c:pt>
                <c:pt idx="1096">
                  <c:v>-0.1</c:v>
                </c:pt>
                <c:pt idx="1097">
                  <c:v>-0.1</c:v>
                </c:pt>
                <c:pt idx="1098">
                  <c:v>-0.1</c:v>
                </c:pt>
                <c:pt idx="1099">
                  <c:v>-0.1</c:v>
                </c:pt>
                <c:pt idx="1100">
                  <c:v>-0.1</c:v>
                </c:pt>
                <c:pt idx="1101">
                  <c:v>-0.1</c:v>
                </c:pt>
                <c:pt idx="1102">
                  <c:v>-0.1</c:v>
                </c:pt>
                <c:pt idx="1103">
                  <c:v>-0.1</c:v>
                </c:pt>
                <c:pt idx="1104">
                  <c:v>-0.1</c:v>
                </c:pt>
                <c:pt idx="1105">
                  <c:v>-0.1</c:v>
                </c:pt>
                <c:pt idx="1106">
                  <c:v>-0.1</c:v>
                </c:pt>
                <c:pt idx="1107">
                  <c:v>-0.1</c:v>
                </c:pt>
                <c:pt idx="1108">
                  <c:v>-0.1</c:v>
                </c:pt>
                <c:pt idx="1109">
                  <c:v>-0.1</c:v>
                </c:pt>
                <c:pt idx="1110">
                  <c:v>-0.1</c:v>
                </c:pt>
                <c:pt idx="1111">
                  <c:v>-0.1</c:v>
                </c:pt>
                <c:pt idx="1112">
                  <c:v>-0.1</c:v>
                </c:pt>
                <c:pt idx="1113">
                  <c:v>-0.1</c:v>
                </c:pt>
                <c:pt idx="1114">
                  <c:v>-0.1</c:v>
                </c:pt>
                <c:pt idx="1115">
                  <c:v>-0.1</c:v>
                </c:pt>
                <c:pt idx="1116">
                  <c:v>-0.1</c:v>
                </c:pt>
                <c:pt idx="1117">
                  <c:v>-0.1</c:v>
                </c:pt>
                <c:pt idx="1118">
                  <c:v>-0.1</c:v>
                </c:pt>
                <c:pt idx="1119">
                  <c:v>-0.1</c:v>
                </c:pt>
                <c:pt idx="1120">
                  <c:v>-0.1</c:v>
                </c:pt>
                <c:pt idx="1121">
                  <c:v>-0.1</c:v>
                </c:pt>
                <c:pt idx="1122">
                  <c:v>-0.1</c:v>
                </c:pt>
                <c:pt idx="1123">
                  <c:v>-0.1</c:v>
                </c:pt>
                <c:pt idx="1124">
                  <c:v>-0.1</c:v>
                </c:pt>
                <c:pt idx="1125">
                  <c:v>-0.1</c:v>
                </c:pt>
                <c:pt idx="1126">
                  <c:v>-0.1</c:v>
                </c:pt>
                <c:pt idx="1127">
                  <c:v>-0.1</c:v>
                </c:pt>
                <c:pt idx="1128">
                  <c:v>-0.1</c:v>
                </c:pt>
                <c:pt idx="1129">
                  <c:v>-0.1</c:v>
                </c:pt>
                <c:pt idx="1130">
                  <c:v>-0.1</c:v>
                </c:pt>
                <c:pt idx="1131">
                  <c:v>-0.1</c:v>
                </c:pt>
                <c:pt idx="1132">
                  <c:v>-0.1</c:v>
                </c:pt>
                <c:pt idx="1133">
                  <c:v>-0.1</c:v>
                </c:pt>
                <c:pt idx="1134">
                  <c:v>-0.1</c:v>
                </c:pt>
                <c:pt idx="1135">
                  <c:v>-0.1</c:v>
                </c:pt>
                <c:pt idx="1136">
                  <c:v>-0.1</c:v>
                </c:pt>
                <c:pt idx="1137">
                  <c:v>-0.1</c:v>
                </c:pt>
                <c:pt idx="1138">
                  <c:v>-0.1</c:v>
                </c:pt>
                <c:pt idx="1139">
                  <c:v>-0.1</c:v>
                </c:pt>
                <c:pt idx="1140">
                  <c:v>-0.1</c:v>
                </c:pt>
                <c:pt idx="1141">
                  <c:v>-0.1</c:v>
                </c:pt>
                <c:pt idx="1142">
                  <c:v>-0.1</c:v>
                </c:pt>
                <c:pt idx="1143">
                  <c:v>-0.1</c:v>
                </c:pt>
                <c:pt idx="1144">
                  <c:v>-0.1</c:v>
                </c:pt>
                <c:pt idx="1145">
                  <c:v>-0.1</c:v>
                </c:pt>
                <c:pt idx="1146">
                  <c:v>-0.1</c:v>
                </c:pt>
                <c:pt idx="1147">
                  <c:v>-0.1</c:v>
                </c:pt>
                <c:pt idx="1148">
                  <c:v>-0.1</c:v>
                </c:pt>
                <c:pt idx="1149">
                  <c:v>-0.1</c:v>
                </c:pt>
                <c:pt idx="1150">
                  <c:v>-0.1</c:v>
                </c:pt>
                <c:pt idx="1151">
                  <c:v>-0.1</c:v>
                </c:pt>
                <c:pt idx="1152">
                  <c:v>-0.1</c:v>
                </c:pt>
                <c:pt idx="1153">
                  <c:v>-0.1</c:v>
                </c:pt>
                <c:pt idx="1154">
                  <c:v>-0.1</c:v>
                </c:pt>
                <c:pt idx="1155">
                  <c:v>-0.1</c:v>
                </c:pt>
                <c:pt idx="1156">
                  <c:v>-0.1</c:v>
                </c:pt>
                <c:pt idx="1157">
                  <c:v>-0.1</c:v>
                </c:pt>
                <c:pt idx="1158">
                  <c:v>-0.1</c:v>
                </c:pt>
                <c:pt idx="1159">
                  <c:v>-0.1</c:v>
                </c:pt>
                <c:pt idx="1160">
                  <c:v>-0.1</c:v>
                </c:pt>
                <c:pt idx="1161">
                  <c:v>-0.1</c:v>
                </c:pt>
                <c:pt idx="1162">
                  <c:v>-0.1</c:v>
                </c:pt>
                <c:pt idx="1163">
                  <c:v>-0.1</c:v>
                </c:pt>
                <c:pt idx="1164">
                  <c:v>-0.1</c:v>
                </c:pt>
                <c:pt idx="1165">
                  <c:v>-0.1</c:v>
                </c:pt>
                <c:pt idx="1166">
                  <c:v>-0.1</c:v>
                </c:pt>
                <c:pt idx="1167">
                  <c:v>-0.1</c:v>
                </c:pt>
                <c:pt idx="1168">
                  <c:v>-0.1</c:v>
                </c:pt>
                <c:pt idx="1169">
                  <c:v>-0.1</c:v>
                </c:pt>
                <c:pt idx="1170">
                  <c:v>-0.1</c:v>
                </c:pt>
                <c:pt idx="1171">
                  <c:v>-0.1</c:v>
                </c:pt>
                <c:pt idx="1172">
                  <c:v>-0.1</c:v>
                </c:pt>
                <c:pt idx="1173">
                  <c:v>-0.1</c:v>
                </c:pt>
                <c:pt idx="1174">
                  <c:v>-0.1</c:v>
                </c:pt>
                <c:pt idx="1175">
                  <c:v>-0.1</c:v>
                </c:pt>
                <c:pt idx="1176">
                  <c:v>-0.1</c:v>
                </c:pt>
                <c:pt idx="1177">
                  <c:v>-0.1</c:v>
                </c:pt>
                <c:pt idx="1178">
                  <c:v>-0.1</c:v>
                </c:pt>
                <c:pt idx="1179">
                  <c:v>-0.1</c:v>
                </c:pt>
                <c:pt idx="1180">
                  <c:v>-0.1</c:v>
                </c:pt>
                <c:pt idx="1181">
                  <c:v>-0.1</c:v>
                </c:pt>
                <c:pt idx="1182">
                  <c:v>-0.1</c:v>
                </c:pt>
                <c:pt idx="1183">
                  <c:v>-0.1</c:v>
                </c:pt>
                <c:pt idx="1184">
                  <c:v>-0.1</c:v>
                </c:pt>
                <c:pt idx="1185">
                  <c:v>-0.1</c:v>
                </c:pt>
                <c:pt idx="1186">
                  <c:v>-0.1</c:v>
                </c:pt>
                <c:pt idx="1187">
                  <c:v>-0.1</c:v>
                </c:pt>
                <c:pt idx="1188">
                  <c:v>-0.1</c:v>
                </c:pt>
                <c:pt idx="1189">
                  <c:v>-0.1</c:v>
                </c:pt>
                <c:pt idx="1190">
                  <c:v>-0.1</c:v>
                </c:pt>
                <c:pt idx="1191">
                  <c:v>-0.1</c:v>
                </c:pt>
                <c:pt idx="1192">
                  <c:v>-0.1</c:v>
                </c:pt>
                <c:pt idx="1193">
                  <c:v>-0.1</c:v>
                </c:pt>
                <c:pt idx="1194">
                  <c:v>-0.1</c:v>
                </c:pt>
                <c:pt idx="1195">
                  <c:v>-0.1</c:v>
                </c:pt>
                <c:pt idx="1196">
                  <c:v>-0.1</c:v>
                </c:pt>
                <c:pt idx="1197">
                  <c:v>-0.1</c:v>
                </c:pt>
                <c:pt idx="1198">
                  <c:v>-0.1</c:v>
                </c:pt>
                <c:pt idx="1199">
                  <c:v>-0.1</c:v>
                </c:pt>
                <c:pt idx="1200">
                  <c:v>-0.1</c:v>
                </c:pt>
                <c:pt idx="1201">
                  <c:v>-0.1</c:v>
                </c:pt>
                <c:pt idx="1202">
                  <c:v>-0.1</c:v>
                </c:pt>
                <c:pt idx="1203">
                  <c:v>-0.1</c:v>
                </c:pt>
                <c:pt idx="1204">
                  <c:v>-0.1</c:v>
                </c:pt>
                <c:pt idx="1205">
                  <c:v>-0.1</c:v>
                </c:pt>
                <c:pt idx="1206">
                  <c:v>-0.1</c:v>
                </c:pt>
                <c:pt idx="1207">
                  <c:v>-0.1</c:v>
                </c:pt>
                <c:pt idx="1208">
                  <c:v>-0.1</c:v>
                </c:pt>
                <c:pt idx="1209">
                  <c:v>-0.1</c:v>
                </c:pt>
                <c:pt idx="1210">
                  <c:v>-0.1</c:v>
                </c:pt>
                <c:pt idx="1211">
                  <c:v>-0.1</c:v>
                </c:pt>
                <c:pt idx="1212">
                  <c:v>-0.1</c:v>
                </c:pt>
                <c:pt idx="1213">
                  <c:v>-0.1</c:v>
                </c:pt>
                <c:pt idx="1214">
                  <c:v>-0.1</c:v>
                </c:pt>
                <c:pt idx="1215">
                  <c:v>-0.1</c:v>
                </c:pt>
                <c:pt idx="1216">
                  <c:v>-0.1</c:v>
                </c:pt>
                <c:pt idx="1217">
                  <c:v>-0.1</c:v>
                </c:pt>
                <c:pt idx="1218">
                  <c:v>-0.1</c:v>
                </c:pt>
                <c:pt idx="1219">
                  <c:v>-0.1</c:v>
                </c:pt>
                <c:pt idx="1220">
                  <c:v>-0.1</c:v>
                </c:pt>
                <c:pt idx="1221">
                  <c:v>-0.1</c:v>
                </c:pt>
                <c:pt idx="1222">
                  <c:v>-0.1</c:v>
                </c:pt>
                <c:pt idx="1223">
                  <c:v>-0.1</c:v>
                </c:pt>
                <c:pt idx="1224">
                  <c:v>-0.1</c:v>
                </c:pt>
                <c:pt idx="1225">
                  <c:v>-0.1</c:v>
                </c:pt>
                <c:pt idx="1226">
                  <c:v>-0.1</c:v>
                </c:pt>
                <c:pt idx="1227">
                  <c:v>-0.1</c:v>
                </c:pt>
                <c:pt idx="1228">
                  <c:v>-0.1</c:v>
                </c:pt>
                <c:pt idx="1229">
                  <c:v>-0.1</c:v>
                </c:pt>
                <c:pt idx="1230">
                  <c:v>-0.1</c:v>
                </c:pt>
                <c:pt idx="1231">
                  <c:v>-0.1</c:v>
                </c:pt>
                <c:pt idx="1232">
                  <c:v>-0.1</c:v>
                </c:pt>
                <c:pt idx="1233">
                  <c:v>-0.1</c:v>
                </c:pt>
                <c:pt idx="1234">
                  <c:v>-0.1</c:v>
                </c:pt>
                <c:pt idx="1235">
                  <c:v>-0.1</c:v>
                </c:pt>
                <c:pt idx="1236">
                  <c:v>-0.1</c:v>
                </c:pt>
                <c:pt idx="1237">
                  <c:v>-0.1</c:v>
                </c:pt>
                <c:pt idx="1238">
                  <c:v>-0.1</c:v>
                </c:pt>
                <c:pt idx="1239">
                  <c:v>-0.1</c:v>
                </c:pt>
                <c:pt idx="1240">
                  <c:v>-0.1</c:v>
                </c:pt>
                <c:pt idx="1241">
                  <c:v>-0.1</c:v>
                </c:pt>
                <c:pt idx="1242">
                  <c:v>-0.1</c:v>
                </c:pt>
                <c:pt idx="1243">
                  <c:v>-0.1</c:v>
                </c:pt>
                <c:pt idx="1244">
                  <c:v>-0.1</c:v>
                </c:pt>
                <c:pt idx="1245">
                  <c:v>-0.1</c:v>
                </c:pt>
                <c:pt idx="1246">
                  <c:v>-0.1</c:v>
                </c:pt>
                <c:pt idx="1247">
                  <c:v>-0.1</c:v>
                </c:pt>
                <c:pt idx="1248">
                  <c:v>-0.1</c:v>
                </c:pt>
                <c:pt idx="1249">
                  <c:v>-0.1</c:v>
                </c:pt>
                <c:pt idx="1250">
                  <c:v>-0.1</c:v>
                </c:pt>
                <c:pt idx="1251">
                  <c:v>-0.1</c:v>
                </c:pt>
                <c:pt idx="1252">
                  <c:v>-0.1</c:v>
                </c:pt>
                <c:pt idx="1253">
                  <c:v>-0.1</c:v>
                </c:pt>
                <c:pt idx="1254">
                  <c:v>-0.1</c:v>
                </c:pt>
                <c:pt idx="1255">
                  <c:v>-0.1</c:v>
                </c:pt>
                <c:pt idx="1256">
                  <c:v>-0.1</c:v>
                </c:pt>
                <c:pt idx="1257">
                  <c:v>-0.1</c:v>
                </c:pt>
                <c:pt idx="1258">
                  <c:v>-0.1</c:v>
                </c:pt>
                <c:pt idx="1259">
                  <c:v>-0.1</c:v>
                </c:pt>
                <c:pt idx="1260">
                  <c:v>-0.1</c:v>
                </c:pt>
                <c:pt idx="1261">
                  <c:v>-0.1</c:v>
                </c:pt>
                <c:pt idx="1262">
                  <c:v>-0.1</c:v>
                </c:pt>
                <c:pt idx="1263">
                  <c:v>-0.1</c:v>
                </c:pt>
                <c:pt idx="1264">
                  <c:v>-0.1</c:v>
                </c:pt>
                <c:pt idx="1265">
                  <c:v>-0.1</c:v>
                </c:pt>
                <c:pt idx="1266">
                  <c:v>-0.1</c:v>
                </c:pt>
                <c:pt idx="1267">
                  <c:v>-0.1</c:v>
                </c:pt>
                <c:pt idx="1268">
                  <c:v>-0.1</c:v>
                </c:pt>
                <c:pt idx="1269">
                  <c:v>-0.1</c:v>
                </c:pt>
                <c:pt idx="1270">
                  <c:v>-0.1</c:v>
                </c:pt>
                <c:pt idx="1271">
                  <c:v>-0.1</c:v>
                </c:pt>
                <c:pt idx="1272">
                  <c:v>-0.1</c:v>
                </c:pt>
                <c:pt idx="1273">
                  <c:v>-0.1</c:v>
                </c:pt>
                <c:pt idx="1274">
                  <c:v>-0.1</c:v>
                </c:pt>
                <c:pt idx="1275">
                  <c:v>-0.1</c:v>
                </c:pt>
                <c:pt idx="1276">
                  <c:v>-0.1</c:v>
                </c:pt>
                <c:pt idx="1277">
                  <c:v>-0.1</c:v>
                </c:pt>
                <c:pt idx="1278">
                  <c:v>-0.1</c:v>
                </c:pt>
                <c:pt idx="1279">
                  <c:v>-0.1</c:v>
                </c:pt>
                <c:pt idx="1280">
                  <c:v>-0.1</c:v>
                </c:pt>
                <c:pt idx="1281">
                  <c:v>-0.1</c:v>
                </c:pt>
                <c:pt idx="1282">
                  <c:v>-0.1</c:v>
                </c:pt>
                <c:pt idx="1283">
                  <c:v>-0.1</c:v>
                </c:pt>
                <c:pt idx="1284">
                  <c:v>-0.1</c:v>
                </c:pt>
                <c:pt idx="1285">
                  <c:v>-0.1</c:v>
                </c:pt>
                <c:pt idx="1286">
                  <c:v>-0.1</c:v>
                </c:pt>
                <c:pt idx="1287">
                  <c:v>-0.1</c:v>
                </c:pt>
                <c:pt idx="1288">
                  <c:v>-0.1</c:v>
                </c:pt>
                <c:pt idx="1289">
                  <c:v>-0.1</c:v>
                </c:pt>
                <c:pt idx="1290">
                  <c:v>-0.1</c:v>
                </c:pt>
                <c:pt idx="1291">
                  <c:v>-0.1</c:v>
                </c:pt>
                <c:pt idx="1292">
                  <c:v>-0.1</c:v>
                </c:pt>
                <c:pt idx="1293">
                  <c:v>-0.1</c:v>
                </c:pt>
                <c:pt idx="1294">
                  <c:v>-0.1</c:v>
                </c:pt>
                <c:pt idx="1295">
                  <c:v>-0.1</c:v>
                </c:pt>
                <c:pt idx="1296">
                  <c:v>-0.1</c:v>
                </c:pt>
                <c:pt idx="1297">
                  <c:v>-0.1</c:v>
                </c:pt>
                <c:pt idx="1298">
                  <c:v>-0.1</c:v>
                </c:pt>
                <c:pt idx="1299">
                  <c:v>-0.1</c:v>
                </c:pt>
                <c:pt idx="1300">
                  <c:v>-0.1</c:v>
                </c:pt>
                <c:pt idx="1301">
                  <c:v>-0.1</c:v>
                </c:pt>
                <c:pt idx="1302">
                  <c:v>-0.1</c:v>
                </c:pt>
                <c:pt idx="1303">
                  <c:v>-0.1</c:v>
                </c:pt>
                <c:pt idx="1304">
                  <c:v>-0.1</c:v>
                </c:pt>
                <c:pt idx="1305">
                  <c:v>-0.1</c:v>
                </c:pt>
                <c:pt idx="1306">
                  <c:v>-0.1</c:v>
                </c:pt>
                <c:pt idx="1307">
                  <c:v>-0.1</c:v>
                </c:pt>
                <c:pt idx="1308">
                  <c:v>-0.1</c:v>
                </c:pt>
                <c:pt idx="1309">
                  <c:v>-0.1</c:v>
                </c:pt>
                <c:pt idx="1310">
                  <c:v>-0.1</c:v>
                </c:pt>
                <c:pt idx="1311">
                  <c:v>-0.1</c:v>
                </c:pt>
                <c:pt idx="1312">
                  <c:v>-0.1</c:v>
                </c:pt>
                <c:pt idx="1313">
                  <c:v>-0.1</c:v>
                </c:pt>
                <c:pt idx="1314">
                  <c:v>-0.1</c:v>
                </c:pt>
                <c:pt idx="1315">
                  <c:v>-0.1</c:v>
                </c:pt>
                <c:pt idx="1316">
                  <c:v>-0.1</c:v>
                </c:pt>
                <c:pt idx="1317">
                  <c:v>-0.1</c:v>
                </c:pt>
                <c:pt idx="1318">
                  <c:v>-0.1</c:v>
                </c:pt>
                <c:pt idx="1319">
                  <c:v>-0.1</c:v>
                </c:pt>
                <c:pt idx="1320">
                  <c:v>-0.1</c:v>
                </c:pt>
                <c:pt idx="1321">
                  <c:v>-0.1</c:v>
                </c:pt>
                <c:pt idx="1322">
                  <c:v>-0.1</c:v>
                </c:pt>
                <c:pt idx="1323">
                  <c:v>-0.1</c:v>
                </c:pt>
                <c:pt idx="1324">
                  <c:v>-0.1</c:v>
                </c:pt>
                <c:pt idx="1325">
                  <c:v>-0.1</c:v>
                </c:pt>
                <c:pt idx="1326">
                  <c:v>-0.1</c:v>
                </c:pt>
                <c:pt idx="1327">
                  <c:v>-0.1</c:v>
                </c:pt>
                <c:pt idx="1328">
                  <c:v>-0.1</c:v>
                </c:pt>
                <c:pt idx="1329">
                  <c:v>-0.1</c:v>
                </c:pt>
                <c:pt idx="1330">
                  <c:v>-0.1</c:v>
                </c:pt>
                <c:pt idx="1331">
                  <c:v>-0.1</c:v>
                </c:pt>
                <c:pt idx="1332">
                  <c:v>-0.1</c:v>
                </c:pt>
                <c:pt idx="1333">
                  <c:v>-0.1</c:v>
                </c:pt>
                <c:pt idx="1334">
                  <c:v>-0.1</c:v>
                </c:pt>
                <c:pt idx="1335">
                  <c:v>-0.1</c:v>
                </c:pt>
                <c:pt idx="1336">
                  <c:v>-0.1</c:v>
                </c:pt>
                <c:pt idx="1337">
                  <c:v>-0.1</c:v>
                </c:pt>
                <c:pt idx="1338">
                  <c:v>-0.1</c:v>
                </c:pt>
                <c:pt idx="1339">
                  <c:v>-0.1</c:v>
                </c:pt>
                <c:pt idx="1340">
                  <c:v>-0.1</c:v>
                </c:pt>
                <c:pt idx="1341">
                  <c:v>-0.1</c:v>
                </c:pt>
                <c:pt idx="1342">
                  <c:v>-0.1</c:v>
                </c:pt>
                <c:pt idx="1343">
                  <c:v>-0.1</c:v>
                </c:pt>
                <c:pt idx="1344">
                  <c:v>-0.1</c:v>
                </c:pt>
                <c:pt idx="1345">
                  <c:v>-0.1</c:v>
                </c:pt>
                <c:pt idx="1346">
                  <c:v>-0.1</c:v>
                </c:pt>
                <c:pt idx="1347">
                  <c:v>-0.1</c:v>
                </c:pt>
                <c:pt idx="1348">
                  <c:v>-0.1</c:v>
                </c:pt>
                <c:pt idx="1349">
                  <c:v>-0.1</c:v>
                </c:pt>
                <c:pt idx="1350">
                  <c:v>-0.1</c:v>
                </c:pt>
                <c:pt idx="1351">
                  <c:v>-0.1</c:v>
                </c:pt>
                <c:pt idx="1352">
                  <c:v>-0.1</c:v>
                </c:pt>
                <c:pt idx="1353">
                  <c:v>-0.1</c:v>
                </c:pt>
                <c:pt idx="1354">
                  <c:v>-0.1</c:v>
                </c:pt>
                <c:pt idx="1355">
                  <c:v>-0.1</c:v>
                </c:pt>
                <c:pt idx="1356">
                  <c:v>-0.1</c:v>
                </c:pt>
                <c:pt idx="1357">
                  <c:v>-0.1</c:v>
                </c:pt>
                <c:pt idx="1358">
                  <c:v>-0.1</c:v>
                </c:pt>
                <c:pt idx="1359">
                  <c:v>-0.1</c:v>
                </c:pt>
                <c:pt idx="1360">
                  <c:v>-0.1</c:v>
                </c:pt>
                <c:pt idx="1361">
                  <c:v>-0.1</c:v>
                </c:pt>
                <c:pt idx="1362">
                  <c:v>-0.1</c:v>
                </c:pt>
                <c:pt idx="1363">
                  <c:v>-0.1</c:v>
                </c:pt>
                <c:pt idx="1364">
                  <c:v>-0.1</c:v>
                </c:pt>
                <c:pt idx="1365">
                  <c:v>-0.1</c:v>
                </c:pt>
                <c:pt idx="1366">
                  <c:v>-0.1</c:v>
                </c:pt>
                <c:pt idx="1367">
                  <c:v>-0.1</c:v>
                </c:pt>
                <c:pt idx="1368">
                  <c:v>-0.1</c:v>
                </c:pt>
                <c:pt idx="1369">
                  <c:v>-0.1</c:v>
                </c:pt>
                <c:pt idx="1370">
                  <c:v>-0.1</c:v>
                </c:pt>
                <c:pt idx="1371">
                  <c:v>-0.1</c:v>
                </c:pt>
                <c:pt idx="1372">
                  <c:v>-0.1</c:v>
                </c:pt>
                <c:pt idx="1373">
                  <c:v>-0.1</c:v>
                </c:pt>
                <c:pt idx="1374">
                  <c:v>-0.1</c:v>
                </c:pt>
                <c:pt idx="1375">
                  <c:v>-0.1</c:v>
                </c:pt>
                <c:pt idx="1376">
                  <c:v>-0.1</c:v>
                </c:pt>
                <c:pt idx="1377">
                  <c:v>-0.1</c:v>
                </c:pt>
                <c:pt idx="1378">
                  <c:v>-0.1</c:v>
                </c:pt>
                <c:pt idx="1379">
                  <c:v>-0.1</c:v>
                </c:pt>
                <c:pt idx="1380">
                  <c:v>-0.1</c:v>
                </c:pt>
                <c:pt idx="1381">
                  <c:v>-0.1</c:v>
                </c:pt>
                <c:pt idx="1382">
                  <c:v>-0.1</c:v>
                </c:pt>
                <c:pt idx="1383">
                  <c:v>-0.1</c:v>
                </c:pt>
                <c:pt idx="1384">
                  <c:v>-0.1</c:v>
                </c:pt>
                <c:pt idx="1385">
                  <c:v>-0.1</c:v>
                </c:pt>
                <c:pt idx="1386">
                  <c:v>-0.1</c:v>
                </c:pt>
                <c:pt idx="1387">
                  <c:v>-0.1</c:v>
                </c:pt>
                <c:pt idx="1388">
                  <c:v>-0.1</c:v>
                </c:pt>
                <c:pt idx="1389">
                  <c:v>-0.1</c:v>
                </c:pt>
                <c:pt idx="1390">
                  <c:v>-0.1</c:v>
                </c:pt>
                <c:pt idx="1391">
                  <c:v>-0.1</c:v>
                </c:pt>
                <c:pt idx="1392">
                  <c:v>-0.1</c:v>
                </c:pt>
                <c:pt idx="1393">
                  <c:v>-0.1</c:v>
                </c:pt>
                <c:pt idx="1394">
                  <c:v>-0.1</c:v>
                </c:pt>
                <c:pt idx="1395">
                  <c:v>-0.1</c:v>
                </c:pt>
                <c:pt idx="1396">
                  <c:v>-0.1</c:v>
                </c:pt>
                <c:pt idx="1397">
                  <c:v>-0.1</c:v>
                </c:pt>
                <c:pt idx="1398">
                  <c:v>-0.1</c:v>
                </c:pt>
                <c:pt idx="1399">
                  <c:v>-0.1</c:v>
                </c:pt>
                <c:pt idx="1400">
                  <c:v>-0.1</c:v>
                </c:pt>
                <c:pt idx="1401">
                  <c:v>-0.1</c:v>
                </c:pt>
                <c:pt idx="1402">
                  <c:v>-0.1</c:v>
                </c:pt>
                <c:pt idx="1403">
                  <c:v>-0.1</c:v>
                </c:pt>
                <c:pt idx="1404">
                  <c:v>-0.1</c:v>
                </c:pt>
                <c:pt idx="1405">
                  <c:v>-0.1</c:v>
                </c:pt>
                <c:pt idx="1406">
                  <c:v>-0.1</c:v>
                </c:pt>
                <c:pt idx="1407">
                  <c:v>-0.1</c:v>
                </c:pt>
                <c:pt idx="1408">
                  <c:v>-0.1</c:v>
                </c:pt>
                <c:pt idx="1409">
                  <c:v>-0.1</c:v>
                </c:pt>
                <c:pt idx="1410">
                  <c:v>-0.1</c:v>
                </c:pt>
                <c:pt idx="1411">
                  <c:v>-0.1</c:v>
                </c:pt>
                <c:pt idx="1412">
                  <c:v>-0.1</c:v>
                </c:pt>
                <c:pt idx="1413">
                  <c:v>-0.1</c:v>
                </c:pt>
                <c:pt idx="1414">
                  <c:v>-0.1</c:v>
                </c:pt>
                <c:pt idx="1415">
                  <c:v>-0.1</c:v>
                </c:pt>
                <c:pt idx="1416">
                  <c:v>-0.1</c:v>
                </c:pt>
                <c:pt idx="1417">
                  <c:v>-0.1</c:v>
                </c:pt>
                <c:pt idx="1418">
                  <c:v>-0.1</c:v>
                </c:pt>
                <c:pt idx="1419">
                  <c:v>-0.1</c:v>
                </c:pt>
                <c:pt idx="1420">
                  <c:v>-0.1</c:v>
                </c:pt>
                <c:pt idx="1421">
                  <c:v>-0.1</c:v>
                </c:pt>
                <c:pt idx="1422">
                  <c:v>-0.1</c:v>
                </c:pt>
                <c:pt idx="1423">
                  <c:v>-0.1</c:v>
                </c:pt>
                <c:pt idx="1424">
                  <c:v>-0.1</c:v>
                </c:pt>
                <c:pt idx="1425">
                  <c:v>-0.1</c:v>
                </c:pt>
                <c:pt idx="1426">
                  <c:v>-0.1</c:v>
                </c:pt>
                <c:pt idx="1427">
                  <c:v>-0.1</c:v>
                </c:pt>
                <c:pt idx="1428">
                  <c:v>-0.1</c:v>
                </c:pt>
                <c:pt idx="1429">
                  <c:v>-0.1</c:v>
                </c:pt>
                <c:pt idx="1430">
                  <c:v>-0.1</c:v>
                </c:pt>
                <c:pt idx="1431">
                  <c:v>-0.1</c:v>
                </c:pt>
                <c:pt idx="1432">
                  <c:v>-0.1</c:v>
                </c:pt>
                <c:pt idx="1433">
                  <c:v>-0.1</c:v>
                </c:pt>
                <c:pt idx="1434">
                  <c:v>-0.1</c:v>
                </c:pt>
                <c:pt idx="1435">
                  <c:v>-0.1</c:v>
                </c:pt>
                <c:pt idx="1436">
                  <c:v>-0.1</c:v>
                </c:pt>
                <c:pt idx="1437">
                  <c:v>-0.1</c:v>
                </c:pt>
                <c:pt idx="1438">
                  <c:v>-0.1</c:v>
                </c:pt>
                <c:pt idx="1439">
                  <c:v>-0.1</c:v>
                </c:pt>
                <c:pt idx="1440">
                  <c:v>-0.1</c:v>
                </c:pt>
                <c:pt idx="1441">
                  <c:v>-0.1</c:v>
                </c:pt>
                <c:pt idx="1442">
                  <c:v>-0.1</c:v>
                </c:pt>
                <c:pt idx="1443">
                  <c:v>-0.1</c:v>
                </c:pt>
                <c:pt idx="1444">
                  <c:v>-0.1</c:v>
                </c:pt>
                <c:pt idx="1445">
                  <c:v>-0.1</c:v>
                </c:pt>
                <c:pt idx="1446">
                  <c:v>-0.1</c:v>
                </c:pt>
                <c:pt idx="1447">
                  <c:v>-0.1</c:v>
                </c:pt>
                <c:pt idx="1448">
                  <c:v>-0.1</c:v>
                </c:pt>
                <c:pt idx="1449">
                  <c:v>-0.1</c:v>
                </c:pt>
                <c:pt idx="1450">
                  <c:v>-0.1</c:v>
                </c:pt>
                <c:pt idx="1451">
                  <c:v>-0.1</c:v>
                </c:pt>
                <c:pt idx="1452">
                  <c:v>-0.1</c:v>
                </c:pt>
                <c:pt idx="1453">
                  <c:v>-0.1</c:v>
                </c:pt>
                <c:pt idx="1454">
                  <c:v>-0.1</c:v>
                </c:pt>
                <c:pt idx="1455">
                  <c:v>-0.1</c:v>
                </c:pt>
                <c:pt idx="1456">
                  <c:v>-0.1</c:v>
                </c:pt>
                <c:pt idx="1457">
                  <c:v>-0.1</c:v>
                </c:pt>
                <c:pt idx="1458">
                  <c:v>-0.1</c:v>
                </c:pt>
                <c:pt idx="1459">
                  <c:v>-0.1</c:v>
                </c:pt>
                <c:pt idx="1460">
                  <c:v>-0.1</c:v>
                </c:pt>
                <c:pt idx="1461">
                  <c:v>-0.1</c:v>
                </c:pt>
                <c:pt idx="1462">
                  <c:v>-0.1</c:v>
                </c:pt>
                <c:pt idx="1463">
                  <c:v>-0.1</c:v>
                </c:pt>
                <c:pt idx="1464">
                  <c:v>-0.1</c:v>
                </c:pt>
                <c:pt idx="1465">
                  <c:v>-0.1</c:v>
                </c:pt>
                <c:pt idx="1466">
                  <c:v>-0.1</c:v>
                </c:pt>
                <c:pt idx="1467">
                  <c:v>-0.1</c:v>
                </c:pt>
                <c:pt idx="1468">
                  <c:v>-0.1</c:v>
                </c:pt>
                <c:pt idx="1469">
                  <c:v>-0.1</c:v>
                </c:pt>
                <c:pt idx="1470">
                  <c:v>-0.1</c:v>
                </c:pt>
                <c:pt idx="1471">
                  <c:v>-0.1</c:v>
                </c:pt>
                <c:pt idx="1472">
                  <c:v>-0.1</c:v>
                </c:pt>
                <c:pt idx="1473">
                  <c:v>-0.1</c:v>
                </c:pt>
                <c:pt idx="1474">
                  <c:v>-0.1</c:v>
                </c:pt>
                <c:pt idx="1475">
                  <c:v>-0.1</c:v>
                </c:pt>
                <c:pt idx="1476">
                  <c:v>-0.1</c:v>
                </c:pt>
                <c:pt idx="1477">
                  <c:v>-0.1</c:v>
                </c:pt>
                <c:pt idx="1478">
                  <c:v>-0.1</c:v>
                </c:pt>
                <c:pt idx="1479">
                  <c:v>-0.1</c:v>
                </c:pt>
                <c:pt idx="1480">
                  <c:v>-0.1</c:v>
                </c:pt>
                <c:pt idx="1481">
                  <c:v>-0.1</c:v>
                </c:pt>
                <c:pt idx="1482">
                  <c:v>-0.1</c:v>
                </c:pt>
                <c:pt idx="1483">
                  <c:v>-0.1</c:v>
                </c:pt>
                <c:pt idx="1484">
                  <c:v>-0.1</c:v>
                </c:pt>
                <c:pt idx="1485">
                  <c:v>-0.1</c:v>
                </c:pt>
                <c:pt idx="1486">
                  <c:v>-0.1</c:v>
                </c:pt>
                <c:pt idx="1487">
                  <c:v>-0.1</c:v>
                </c:pt>
                <c:pt idx="1488">
                  <c:v>-0.1</c:v>
                </c:pt>
                <c:pt idx="1489">
                  <c:v>-0.1</c:v>
                </c:pt>
                <c:pt idx="1490">
                  <c:v>-0.1</c:v>
                </c:pt>
                <c:pt idx="1491">
                  <c:v>-0.1</c:v>
                </c:pt>
                <c:pt idx="1492">
                  <c:v>-0.1</c:v>
                </c:pt>
                <c:pt idx="1493">
                  <c:v>-0.1</c:v>
                </c:pt>
                <c:pt idx="1494">
                  <c:v>-0.1</c:v>
                </c:pt>
                <c:pt idx="1495">
                  <c:v>-0.1</c:v>
                </c:pt>
                <c:pt idx="1496">
                  <c:v>-0.1</c:v>
                </c:pt>
                <c:pt idx="1497">
                  <c:v>-0.1</c:v>
                </c:pt>
                <c:pt idx="1498">
                  <c:v>-0.1</c:v>
                </c:pt>
                <c:pt idx="1499">
                  <c:v>-0.1</c:v>
                </c:pt>
                <c:pt idx="1500">
                  <c:v>-0.1</c:v>
                </c:pt>
                <c:pt idx="1501">
                  <c:v>-0.1</c:v>
                </c:pt>
                <c:pt idx="1502">
                  <c:v>-0.1</c:v>
                </c:pt>
                <c:pt idx="1503">
                  <c:v>-0.1</c:v>
                </c:pt>
                <c:pt idx="1504">
                  <c:v>-0.1</c:v>
                </c:pt>
                <c:pt idx="1505">
                  <c:v>-0.1</c:v>
                </c:pt>
                <c:pt idx="1506">
                  <c:v>-0.1</c:v>
                </c:pt>
                <c:pt idx="1507">
                  <c:v>-0.1</c:v>
                </c:pt>
                <c:pt idx="1508">
                  <c:v>-0.1</c:v>
                </c:pt>
                <c:pt idx="1509">
                  <c:v>-0.1</c:v>
                </c:pt>
                <c:pt idx="1510">
                  <c:v>-0.1</c:v>
                </c:pt>
                <c:pt idx="1511">
                  <c:v>-0.1</c:v>
                </c:pt>
                <c:pt idx="1512">
                  <c:v>-0.1</c:v>
                </c:pt>
                <c:pt idx="1513">
                  <c:v>-0.1</c:v>
                </c:pt>
                <c:pt idx="1514">
                  <c:v>-0.1</c:v>
                </c:pt>
                <c:pt idx="1515">
                  <c:v>-0.1</c:v>
                </c:pt>
                <c:pt idx="1516">
                  <c:v>-0.1</c:v>
                </c:pt>
                <c:pt idx="1517">
                  <c:v>-0.1</c:v>
                </c:pt>
                <c:pt idx="1518">
                  <c:v>-0.1</c:v>
                </c:pt>
                <c:pt idx="1519">
                  <c:v>-0.1</c:v>
                </c:pt>
                <c:pt idx="1520">
                  <c:v>-0.1</c:v>
                </c:pt>
                <c:pt idx="1521">
                  <c:v>-0.1</c:v>
                </c:pt>
                <c:pt idx="1522">
                  <c:v>-0.1</c:v>
                </c:pt>
                <c:pt idx="1523">
                  <c:v>-0.1</c:v>
                </c:pt>
                <c:pt idx="1524">
                  <c:v>-0.1</c:v>
                </c:pt>
                <c:pt idx="1525">
                  <c:v>-0.1</c:v>
                </c:pt>
                <c:pt idx="1526">
                  <c:v>-0.1</c:v>
                </c:pt>
                <c:pt idx="1527">
                  <c:v>-0.1</c:v>
                </c:pt>
                <c:pt idx="1528">
                  <c:v>-0.1</c:v>
                </c:pt>
                <c:pt idx="1529">
                  <c:v>-0.1</c:v>
                </c:pt>
                <c:pt idx="1530">
                  <c:v>-0.1</c:v>
                </c:pt>
                <c:pt idx="1531">
                  <c:v>-0.1</c:v>
                </c:pt>
                <c:pt idx="1532">
                  <c:v>-0.1</c:v>
                </c:pt>
                <c:pt idx="1533">
                  <c:v>-0.1</c:v>
                </c:pt>
                <c:pt idx="1534">
                  <c:v>-0.1</c:v>
                </c:pt>
                <c:pt idx="1535">
                  <c:v>-0.1</c:v>
                </c:pt>
                <c:pt idx="1536">
                  <c:v>-0.1</c:v>
                </c:pt>
                <c:pt idx="1537">
                  <c:v>-0.1</c:v>
                </c:pt>
                <c:pt idx="1538">
                  <c:v>-0.1</c:v>
                </c:pt>
                <c:pt idx="1539">
                  <c:v>-0.1</c:v>
                </c:pt>
                <c:pt idx="1540">
                  <c:v>-0.1</c:v>
                </c:pt>
                <c:pt idx="1541">
                  <c:v>-0.1</c:v>
                </c:pt>
                <c:pt idx="1542">
                  <c:v>-0.1</c:v>
                </c:pt>
                <c:pt idx="1543">
                  <c:v>-0.1</c:v>
                </c:pt>
                <c:pt idx="1544">
                  <c:v>-0.1</c:v>
                </c:pt>
                <c:pt idx="1545">
                  <c:v>-0.1</c:v>
                </c:pt>
                <c:pt idx="1546">
                  <c:v>-0.1</c:v>
                </c:pt>
                <c:pt idx="1547">
                  <c:v>-0.1</c:v>
                </c:pt>
                <c:pt idx="1548">
                  <c:v>-0.1</c:v>
                </c:pt>
                <c:pt idx="1549">
                  <c:v>-0.1</c:v>
                </c:pt>
                <c:pt idx="1550">
                  <c:v>-0.1</c:v>
                </c:pt>
                <c:pt idx="1551">
                  <c:v>-0.1</c:v>
                </c:pt>
                <c:pt idx="1552">
                  <c:v>-0.1</c:v>
                </c:pt>
                <c:pt idx="1553">
                  <c:v>-0.1</c:v>
                </c:pt>
                <c:pt idx="1554">
                  <c:v>-0.1</c:v>
                </c:pt>
                <c:pt idx="1555">
                  <c:v>-0.1</c:v>
                </c:pt>
                <c:pt idx="1556">
                  <c:v>-0.1</c:v>
                </c:pt>
                <c:pt idx="1557">
                  <c:v>-0.1</c:v>
                </c:pt>
                <c:pt idx="1558">
                  <c:v>-0.1</c:v>
                </c:pt>
                <c:pt idx="1559">
                  <c:v>-0.1</c:v>
                </c:pt>
                <c:pt idx="1560">
                  <c:v>-0.1</c:v>
                </c:pt>
                <c:pt idx="1561">
                  <c:v>-0.1</c:v>
                </c:pt>
                <c:pt idx="1562">
                  <c:v>-0.1</c:v>
                </c:pt>
                <c:pt idx="1563">
                  <c:v>-0.1</c:v>
                </c:pt>
                <c:pt idx="1564">
                  <c:v>-0.1</c:v>
                </c:pt>
                <c:pt idx="1565">
                  <c:v>-0.1</c:v>
                </c:pt>
                <c:pt idx="1566">
                  <c:v>-0.1</c:v>
                </c:pt>
                <c:pt idx="1567">
                  <c:v>-0.1</c:v>
                </c:pt>
                <c:pt idx="1568">
                  <c:v>-0.1</c:v>
                </c:pt>
                <c:pt idx="1569">
                  <c:v>-0.1</c:v>
                </c:pt>
                <c:pt idx="1570">
                  <c:v>-0.1</c:v>
                </c:pt>
                <c:pt idx="1571">
                  <c:v>-0.1</c:v>
                </c:pt>
                <c:pt idx="1572">
                  <c:v>-0.1</c:v>
                </c:pt>
                <c:pt idx="1573">
                  <c:v>-0.1</c:v>
                </c:pt>
                <c:pt idx="1574">
                  <c:v>-0.1</c:v>
                </c:pt>
                <c:pt idx="1575">
                  <c:v>-0.1</c:v>
                </c:pt>
                <c:pt idx="1576">
                  <c:v>-0.1</c:v>
                </c:pt>
                <c:pt idx="1577">
                  <c:v>-0.1</c:v>
                </c:pt>
                <c:pt idx="1578">
                  <c:v>-0.1</c:v>
                </c:pt>
                <c:pt idx="1579">
                  <c:v>-0.1</c:v>
                </c:pt>
                <c:pt idx="1580">
                  <c:v>-0.1</c:v>
                </c:pt>
                <c:pt idx="1581">
                  <c:v>-0.1</c:v>
                </c:pt>
                <c:pt idx="1582">
                  <c:v>-0.1</c:v>
                </c:pt>
                <c:pt idx="1583">
                  <c:v>-0.1</c:v>
                </c:pt>
                <c:pt idx="1584">
                  <c:v>-0.1</c:v>
                </c:pt>
                <c:pt idx="1585">
                  <c:v>-0.1</c:v>
                </c:pt>
                <c:pt idx="1586">
                  <c:v>-0.1</c:v>
                </c:pt>
                <c:pt idx="1587">
                  <c:v>-0.1</c:v>
                </c:pt>
                <c:pt idx="1588">
                  <c:v>-0.1</c:v>
                </c:pt>
                <c:pt idx="1589">
                  <c:v>-0.1</c:v>
                </c:pt>
                <c:pt idx="1590">
                  <c:v>-0.1</c:v>
                </c:pt>
                <c:pt idx="1591">
                  <c:v>-0.1</c:v>
                </c:pt>
                <c:pt idx="1592">
                  <c:v>-0.1</c:v>
                </c:pt>
                <c:pt idx="1593">
                  <c:v>-0.1</c:v>
                </c:pt>
                <c:pt idx="1594">
                  <c:v>-0.1</c:v>
                </c:pt>
                <c:pt idx="1595">
                  <c:v>-0.1</c:v>
                </c:pt>
                <c:pt idx="1596">
                  <c:v>-0.1</c:v>
                </c:pt>
                <c:pt idx="1597">
                  <c:v>-0.1</c:v>
                </c:pt>
                <c:pt idx="1598">
                  <c:v>-0.1</c:v>
                </c:pt>
                <c:pt idx="1599">
                  <c:v>-0.1</c:v>
                </c:pt>
                <c:pt idx="1600">
                  <c:v>-0.1</c:v>
                </c:pt>
                <c:pt idx="1601">
                  <c:v>-0.1</c:v>
                </c:pt>
                <c:pt idx="1602">
                  <c:v>-0.1</c:v>
                </c:pt>
                <c:pt idx="1603">
                  <c:v>-0.1</c:v>
                </c:pt>
                <c:pt idx="1604">
                  <c:v>-0.1</c:v>
                </c:pt>
                <c:pt idx="1605">
                  <c:v>-0.1</c:v>
                </c:pt>
                <c:pt idx="1606">
                  <c:v>-0.1</c:v>
                </c:pt>
                <c:pt idx="1607">
                  <c:v>-0.1</c:v>
                </c:pt>
                <c:pt idx="1608">
                  <c:v>-0.1</c:v>
                </c:pt>
                <c:pt idx="1609">
                  <c:v>-0.1</c:v>
                </c:pt>
                <c:pt idx="1610">
                  <c:v>-0.1</c:v>
                </c:pt>
                <c:pt idx="1611">
                  <c:v>-0.1</c:v>
                </c:pt>
                <c:pt idx="1612">
                  <c:v>-0.1</c:v>
                </c:pt>
                <c:pt idx="1613">
                  <c:v>-0.1</c:v>
                </c:pt>
                <c:pt idx="1614">
                  <c:v>-0.1</c:v>
                </c:pt>
                <c:pt idx="1615">
                  <c:v>-0.1</c:v>
                </c:pt>
                <c:pt idx="1616">
                  <c:v>-0.1</c:v>
                </c:pt>
                <c:pt idx="1617">
                  <c:v>-0.1</c:v>
                </c:pt>
                <c:pt idx="1618">
                  <c:v>-0.1</c:v>
                </c:pt>
                <c:pt idx="1619">
                  <c:v>-0.1</c:v>
                </c:pt>
                <c:pt idx="1620">
                  <c:v>-0.1</c:v>
                </c:pt>
                <c:pt idx="1621">
                  <c:v>-0.1</c:v>
                </c:pt>
                <c:pt idx="1622">
                  <c:v>-0.1</c:v>
                </c:pt>
                <c:pt idx="1623">
                  <c:v>-0.1</c:v>
                </c:pt>
                <c:pt idx="1624">
                  <c:v>-0.1</c:v>
                </c:pt>
                <c:pt idx="1625">
                  <c:v>-0.1</c:v>
                </c:pt>
                <c:pt idx="1626">
                  <c:v>-0.1</c:v>
                </c:pt>
                <c:pt idx="1627">
                  <c:v>-0.1</c:v>
                </c:pt>
                <c:pt idx="1628">
                  <c:v>-0.1</c:v>
                </c:pt>
                <c:pt idx="1629">
                  <c:v>-0.1</c:v>
                </c:pt>
                <c:pt idx="1630">
                  <c:v>-0.1</c:v>
                </c:pt>
                <c:pt idx="1631">
                  <c:v>-0.1</c:v>
                </c:pt>
                <c:pt idx="1632">
                  <c:v>-0.1</c:v>
                </c:pt>
                <c:pt idx="1633">
                  <c:v>-0.1</c:v>
                </c:pt>
                <c:pt idx="1634">
                  <c:v>-0.1</c:v>
                </c:pt>
                <c:pt idx="1635">
                  <c:v>-0.1</c:v>
                </c:pt>
                <c:pt idx="1636">
                  <c:v>-0.1</c:v>
                </c:pt>
                <c:pt idx="1637">
                  <c:v>-0.1</c:v>
                </c:pt>
                <c:pt idx="1638">
                  <c:v>-0.1</c:v>
                </c:pt>
                <c:pt idx="1639">
                  <c:v>-0.1</c:v>
                </c:pt>
                <c:pt idx="1640">
                  <c:v>-0.1</c:v>
                </c:pt>
                <c:pt idx="1641">
                  <c:v>-0.1</c:v>
                </c:pt>
                <c:pt idx="1642">
                  <c:v>-0.1</c:v>
                </c:pt>
                <c:pt idx="1643">
                  <c:v>-0.1</c:v>
                </c:pt>
                <c:pt idx="1644">
                  <c:v>-0.1</c:v>
                </c:pt>
                <c:pt idx="1645">
                  <c:v>-0.1</c:v>
                </c:pt>
                <c:pt idx="1646">
                  <c:v>-0.1</c:v>
                </c:pt>
                <c:pt idx="1647">
                  <c:v>-0.1</c:v>
                </c:pt>
                <c:pt idx="1648">
                  <c:v>-0.1</c:v>
                </c:pt>
                <c:pt idx="1649">
                  <c:v>-0.1</c:v>
                </c:pt>
                <c:pt idx="1650">
                  <c:v>-0.1</c:v>
                </c:pt>
                <c:pt idx="1651">
                  <c:v>-0.1</c:v>
                </c:pt>
                <c:pt idx="1652">
                  <c:v>-0.1</c:v>
                </c:pt>
                <c:pt idx="1653">
                  <c:v>-0.1</c:v>
                </c:pt>
                <c:pt idx="1654">
                  <c:v>-0.1</c:v>
                </c:pt>
                <c:pt idx="1655">
                  <c:v>-0.1</c:v>
                </c:pt>
                <c:pt idx="1656">
                  <c:v>-0.1</c:v>
                </c:pt>
                <c:pt idx="1657">
                  <c:v>-0.1</c:v>
                </c:pt>
                <c:pt idx="1658">
                  <c:v>-0.1</c:v>
                </c:pt>
                <c:pt idx="1659">
                  <c:v>-0.1</c:v>
                </c:pt>
                <c:pt idx="1660">
                  <c:v>-0.1</c:v>
                </c:pt>
                <c:pt idx="1661">
                  <c:v>-0.1</c:v>
                </c:pt>
                <c:pt idx="1662">
                  <c:v>-0.1</c:v>
                </c:pt>
                <c:pt idx="1663">
                  <c:v>-0.1</c:v>
                </c:pt>
                <c:pt idx="1664">
                  <c:v>-0.1</c:v>
                </c:pt>
                <c:pt idx="1665">
                  <c:v>-0.1</c:v>
                </c:pt>
                <c:pt idx="1666">
                  <c:v>-0.1</c:v>
                </c:pt>
                <c:pt idx="1667">
                  <c:v>-0.1</c:v>
                </c:pt>
                <c:pt idx="1668">
                  <c:v>-0.1</c:v>
                </c:pt>
                <c:pt idx="1669">
                  <c:v>-0.1</c:v>
                </c:pt>
                <c:pt idx="1670">
                  <c:v>-0.1</c:v>
                </c:pt>
                <c:pt idx="1671">
                  <c:v>-0.1</c:v>
                </c:pt>
                <c:pt idx="1672">
                  <c:v>-0.1</c:v>
                </c:pt>
                <c:pt idx="1673">
                  <c:v>-0.1</c:v>
                </c:pt>
                <c:pt idx="1674">
                  <c:v>-0.1</c:v>
                </c:pt>
                <c:pt idx="1675">
                  <c:v>-0.1</c:v>
                </c:pt>
                <c:pt idx="1676">
                  <c:v>-0.1</c:v>
                </c:pt>
                <c:pt idx="1677">
                  <c:v>-0.1</c:v>
                </c:pt>
                <c:pt idx="1678">
                  <c:v>-0.1</c:v>
                </c:pt>
                <c:pt idx="1679">
                  <c:v>-0.1</c:v>
                </c:pt>
                <c:pt idx="1680">
                  <c:v>-0.1</c:v>
                </c:pt>
                <c:pt idx="1681">
                  <c:v>-0.1</c:v>
                </c:pt>
                <c:pt idx="1682">
                  <c:v>-0.1</c:v>
                </c:pt>
                <c:pt idx="1683">
                  <c:v>-0.1</c:v>
                </c:pt>
                <c:pt idx="1684">
                  <c:v>-0.1</c:v>
                </c:pt>
                <c:pt idx="1685">
                  <c:v>-0.1</c:v>
                </c:pt>
                <c:pt idx="1686">
                  <c:v>-0.1</c:v>
                </c:pt>
                <c:pt idx="1687">
                  <c:v>-0.1</c:v>
                </c:pt>
                <c:pt idx="1688">
                  <c:v>-0.1</c:v>
                </c:pt>
                <c:pt idx="1689">
                  <c:v>-0.1</c:v>
                </c:pt>
                <c:pt idx="1690">
                  <c:v>-0.1</c:v>
                </c:pt>
                <c:pt idx="1691">
                  <c:v>-0.1</c:v>
                </c:pt>
                <c:pt idx="1692">
                  <c:v>-0.1</c:v>
                </c:pt>
                <c:pt idx="1693">
                  <c:v>-0.1</c:v>
                </c:pt>
                <c:pt idx="1694">
                  <c:v>-0.1</c:v>
                </c:pt>
                <c:pt idx="1695">
                  <c:v>-0.1</c:v>
                </c:pt>
                <c:pt idx="1696">
                  <c:v>-0.1</c:v>
                </c:pt>
                <c:pt idx="1697">
                  <c:v>-0.1</c:v>
                </c:pt>
                <c:pt idx="1698">
                  <c:v>-0.1</c:v>
                </c:pt>
                <c:pt idx="1699">
                  <c:v>-0.1</c:v>
                </c:pt>
                <c:pt idx="1700">
                  <c:v>-0.1</c:v>
                </c:pt>
                <c:pt idx="1701">
                  <c:v>-0.1</c:v>
                </c:pt>
                <c:pt idx="1702">
                  <c:v>-0.1</c:v>
                </c:pt>
                <c:pt idx="1703">
                  <c:v>-0.1</c:v>
                </c:pt>
                <c:pt idx="1704">
                  <c:v>-0.1</c:v>
                </c:pt>
                <c:pt idx="1705">
                  <c:v>-0.1</c:v>
                </c:pt>
                <c:pt idx="1706">
                  <c:v>-0.1</c:v>
                </c:pt>
                <c:pt idx="1707">
                  <c:v>-0.1</c:v>
                </c:pt>
                <c:pt idx="1708">
                  <c:v>-0.1</c:v>
                </c:pt>
                <c:pt idx="1709">
                  <c:v>-0.1</c:v>
                </c:pt>
                <c:pt idx="1710">
                  <c:v>-0.1</c:v>
                </c:pt>
                <c:pt idx="1711">
                  <c:v>-0.1</c:v>
                </c:pt>
                <c:pt idx="1712">
                  <c:v>-0.1</c:v>
                </c:pt>
                <c:pt idx="1713">
                  <c:v>-0.1</c:v>
                </c:pt>
                <c:pt idx="1714">
                  <c:v>-0.1</c:v>
                </c:pt>
                <c:pt idx="1715">
                  <c:v>-0.1</c:v>
                </c:pt>
                <c:pt idx="1716">
                  <c:v>-0.1</c:v>
                </c:pt>
                <c:pt idx="1717">
                  <c:v>-0.1</c:v>
                </c:pt>
                <c:pt idx="1718">
                  <c:v>-0.1</c:v>
                </c:pt>
                <c:pt idx="1719">
                  <c:v>-0.1</c:v>
                </c:pt>
                <c:pt idx="1720">
                  <c:v>-0.1</c:v>
                </c:pt>
                <c:pt idx="1721">
                  <c:v>-0.1</c:v>
                </c:pt>
                <c:pt idx="1722">
                  <c:v>-0.1</c:v>
                </c:pt>
                <c:pt idx="1723">
                  <c:v>-0.1</c:v>
                </c:pt>
                <c:pt idx="1724">
                  <c:v>-0.1</c:v>
                </c:pt>
                <c:pt idx="1725">
                  <c:v>-0.1</c:v>
                </c:pt>
                <c:pt idx="1726">
                  <c:v>-0.1</c:v>
                </c:pt>
                <c:pt idx="1727">
                  <c:v>-0.1</c:v>
                </c:pt>
                <c:pt idx="1728">
                  <c:v>-0.1</c:v>
                </c:pt>
                <c:pt idx="1729">
                  <c:v>-0.1</c:v>
                </c:pt>
                <c:pt idx="1730">
                  <c:v>-0.1</c:v>
                </c:pt>
                <c:pt idx="1731">
                  <c:v>-0.1</c:v>
                </c:pt>
                <c:pt idx="1732">
                  <c:v>-0.1</c:v>
                </c:pt>
                <c:pt idx="1733">
                  <c:v>-0.1</c:v>
                </c:pt>
                <c:pt idx="1734">
                  <c:v>-0.1</c:v>
                </c:pt>
                <c:pt idx="1735">
                  <c:v>-0.1</c:v>
                </c:pt>
                <c:pt idx="1736">
                  <c:v>-0.1</c:v>
                </c:pt>
                <c:pt idx="1737">
                  <c:v>-0.1</c:v>
                </c:pt>
                <c:pt idx="1738">
                  <c:v>-0.1</c:v>
                </c:pt>
                <c:pt idx="1739">
                  <c:v>-0.1</c:v>
                </c:pt>
                <c:pt idx="1740">
                  <c:v>-0.1</c:v>
                </c:pt>
                <c:pt idx="1741">
                  <c:v>-0.1</c:v>
                </c:pt>
                <c:pt idx="1742">
                  <c:v>-0.1</c:v>
                </c:pt>
                <c:pt idx="1743">
                  <c:v>-0.1</c:v>
                </c:pt>
                <c:pt idx="1744">
                  <c:v>-0.1</c:v>
                </c:pt>
                <c:pt idx="1745">
                  <c:v>-0.1</c:v>
                </c:pt>
                <c:pt idx="1746">
                  <c:v>-0.1</c:v>
                </c:pt>
                <c:pt idx="1747">
                  <c:v>-0.1</c:v>
                </c:pt>
                <c:pt idx="1748">
                  <c:v>-0.1</c:v>
                </c:pt>
                <c:pt idx="1749">
                  <c:v>-0.1</c:v>
                </c:pt>
                <c:pt idx="1750">
                  <c:v>-0.1</c:v>
                </c:pt>
                <c:pt idx="1751">
                  <c:v>-0.1</c:v>
                </c:pt>
                <c:pt idx="1752">
                  <c:v>-0.1</c:v>
                </c:pt>
                <c:pt idx="1753">
                  <c:v>-0.1</c:v>
                </c:pt>
                <c:pt idx="1754">
                  <c:v>-0.1</c:v>
                </c:pt>
                <c:pt idx="1755">
                  <c:v>-0.1</c:v>
                </c:pt>
                <c:pt idx="1756">
                  <c:v>-0.1</c:v>
                </c:pt>
                <c:pt idx="1757">
                  <c:v>-0.1</c:v>
                </c:pt>
                <c:pt idx="1758">
                  <c:v>-0.1</c:v>
                </c:pt>
                <c:pt idx="1759">
                  <c:v>-0.1</c:v>
                </c:pt>
                <c:pt idx="1760">
                  <c:v>-0.1</c:v>
                </c:pt>
                <c:pt idx="1761">
                  <c:v>-0.1</c:v>
                </c:pt>
                <c:pt idx="1762">
                  <c:v>-0.1</c:v>
                </c:pt>
                <c:pt idx="1763">
                  <c:v>-0.1</c:v>
                </c:pt>
                <c:pt idx="1764">
                  <c:v>-0.1</c:v>
                </c:pt>
                <c:pt idx="1765">
                  <c:v>-0.1</c:v>
                </c:pt>
                <c:pt idx="1766">
                  <c:v>-0.1</c:v>
                </c:pt>
                <c:pt idx="1767">
                  <c:v>-0.1</c:v>
                </c:pt>
                <c:pt idx="1768">
                  <c:v>-0.1</c:v>
                </c:pt>
                <c:pt idx="1769">
                  <c:v>-0.1</c:v>
                </c:pt>
                <c:pt idx="1770">
                  <c:v>-0.1</c:v>
                </c:pt>
                <c:pt idx="1771">
                  <c:v>-0.1</c:v>
                </c:pt>
                <c:pt idx="1772">
                  <c:v>-0.1</c:v>
                </c:pt>
                <c:pt idx="1773">
                  <c:v>-0.1</c:v>
                </c:pt>
                <c:pt idx="1774">
                  <c:v>-0.1</c:v>
                </c:pt>
                <c:pt idx="1775">
                  <c:v>-0.1</c:v>
                </c:pt>
                <c:pt idx="1776">
                  <c:v>-0.1</c:v>
                </c:pt>
                <c:pt idx="1777">
                  <c:v>-0.1</c:v>
                </c:pt>
                <c:pt idx="1778">
                  <c:v>-0.1</c:v>
                </c:pt>
                <c:pt idx="1779">
                  <c:v>-0.1</c:v>
                </c:pt>
                <c:pt idx="1780">
                  <c:v>-0.1</c:v>
                </c:pt>
                <c:pt idx="1781">
                  <c:v>-0.1</c:v>
                </c:pt>
                <c:pt idx="1782">
                  <c:v>-0.1</c:v>
                </c:pt>
                <c:pt idx="1783">
                  <c:v>-0.1</c:v>
                </c:pt>
                <c:pt idx="1784">
                  <c:v>-0.1</c:v>
                </c:pt>
                <c:pt idx="1785">
                  <c:v>-0.1</c:v>
                </c:pt>
                <c:pt idx="1786">
                  <c:v>-0.1</c:v>
                </c:pt>
                <c:pt idx="1787">
                  <c:v>-0.1</c:v>
                </c:pt>
                <c:pt idx="1788">
                  <c:v>-0.1</c:v>
                </c:pt>
                <c:pt idx="1789">
                  <c:v>-0.1</c:v>
                </c:pt>
                <c:pt idx="1790">
                  <c:v>-0.1</c:v>
                </c:pt>
                <c:pt idx="1791">
                  <c:v>-0.1</c:v>
                </c:pt>
                <c:pt idx="1792">
                  <c:v>-0.1</c:v>
                </c:pt>
                <c:pt idx="1793">
                  <c:v>-0.1</c:v>
                </c:pt>
                <c:pt idx="1794">
                  <c:v>-0.1</c:v>
                </c:pt>
                <c:pt idx="1795">
                  <c:v>-0.1</c:v>
                </c:pt>
                <c:pt idx="1796">
                  <c:v>-0.1</c:v>
                </c:pt>
                <c:pt idx="1797">
                  <c:v>-0.1</c:v>
                </c:pt>
                <c:pt idx="1798">
                  <c:v>-0.1</c:v>
                </c:pt>
                <c:pt idx="1799">
                  <c:v>-0.1</c:v>
                </c:pt>
                <c:pt idx="1800">
                  <c:v>-0.1</c:v>
                </c:pt>
                <c:pt idx="1801">
                  <c:v>-0.1</c:v>
                </c:pt>
                <c:pt idx="1802">
                  <c:v>-0.1</c:v>
                </c:pt>
                <c:pt idx="1803">
                  <c:v>-0.1</c:v>
                </c:pt>
                <c:pt idx="1804">
                  <c:v>-0.1</c:v>
                </c:pt>
                <c:pt idx="1805">
                  <c:v>-0.1</c:v>
                </c:pt>
                <c:pt idx="1806">
                  <c:v>-0.1</c:v>
                </c:pt>
                <c:pt idx="1807">
                  <c:v>-0.1</c:v>
                </c:pt>
                <c:pt idx="1808">
                  <c:v>-0.1</c:v>
                </c:pt>
                <c:pt idx="1809">
                  <c:v>-0.1</c:v>
                </c:pt>
                <c:pt idx="1810">
                  <c:v>-0.1</c:v>
                </c:pt>
                <c:pt idx="1811">
                  <c:v>-0.1</c:v>
                </c:pt>
                <c:pt idx="1812">
                  <c:v>-0.1</c:v>
                </c:pt>
                <c:pt idx="1813">
                  <c:v>-0.1</c:v>
                </c:pt>
                <c:pt idx="1814">
                  <c:v>-0.1</c:v>
                </c:pt>
                <c:pt idx="1815">
                  <c:v>-0.1</c:v>
                </c:pt>
                <c:pt idx="1816">
                  <c:v>-0.1</c:v>
                </c:pt>
                <c:pt idx="1817">
                  <c:v>-0.1</c:v>
                </c:pt>
                <c:pt idx="1818">
                  <c:v>-0.1</c:v>
                </c:pt>
                <c:pt idx="1819">
                  <c:v>-0.1</c:v>
                </c:pt>
                <c:pt idx="1820">
                  <c:v>-0.1</c:v>
                </c:pt>
                <c:pt idx="1821">
                  <c:v>-0.1</c:v>
                </c:pt>
                <c:pt idx="1822">
                  <c:v>-0.1</c:v>
                </c:pt>
                <c:pt idx="1823">
                  <c:v>-0.1</c:v>
                </c:pt>
                <c:pt idx="1824">
                  <c:v>-0.1</c:v>
                </c:pt>
                <c:pt idx="1825">
                  <c:v>-0.1</c:v>
                </c:pt>
                <c:pt idx="1826">
                  <c:v>-0.1</c:v>
                </c:pt>
                <c:pt idx="1827">
                  <c:v>-0.1</c:v>
                </c:pt>
                <c:pt idx="1828">
                  <c:v>-0.1</c:v>
                </c:pt>
                <c:pt idx="1829">
                  <c:v>-0.1</c:v>
                </c:pt>
                <c:pt idx="1830">
                  <c:v>-0.1</c:v>
                </c:pt>
                <c:pt idx="1831">
                  <c:v>-0.1</c:v>
                </c:pt>
                <c:pt idx="1832">
                  <c:v>-0.1</c:v>
                </c:pt>
                <c:pt idx="1833">
                  <c:v>-0.1</c:v>
                </c:pt>
                <c:pt idx="1834">
                  <c:v>-0.1</c:v>
                </c:pt>
                <c:pt idx="1835">
                  <c:v>-0.1</c:v>
                </c:pt>
                <c:pt idx="1836">
                  <c:v>-0.1</c:v>
                </c:pt>
                <c:pt idx="1837">
                  <c:v>-0.1</c:v>
                </c:pt>
                <c:pt idx="1838">
                  <c:v>-0.1</c:v>
                </c:pt>
                <c:pt idx="1839">
                  <c:v>-0.1</c:v>
                </c:pt>
                <c:pt idx="1840">
                  <c:v>-0.1</c:v>
                </c:pt>
                <c:pt idx="1841">
                  <c:v>-0.1</c:v>
                </c:pt>
                <c:pt idx="1842">
                  <c:v>-0.1</c:v>
                </c:pt>
                <c:pt idx="1843">
                  <c:v>-0.1</c:v>
                </c:pt>
                <c:pt idx="1844">
                  <c:v>-0.1</c:v>
                </c:pt>
                <c:pt idx="1845">
                  <c:v>-0.1</c:v>
                </c:pt>
                <c:pt idx="1846">
                  <c:v>-0.1</c:v>
                </c:pt>
                <c:pt idx="1847">
                  <c:v>-0.1</c:v>
                </c:pt>
                <c:pt idx="1848">
                  <c:v>-0.1</c:v>
                </c:pt>
                <c:pt idx="1849">
                  <c:v>-0.1</c:v>
                </c:pt>
                <c:pt idx="1850">
                  <c:v>-0.1</c:v>
                </c:pt>
                <c:pt idx="1851">
                  <c:v>-0.1</c:v>
                </c:pt>
                <c:pt idx="1852">
                  <c:v>-0.1</c:v>
                </c:pt>
                <c:pt idx="1853">
                  <c:v>-0.1</c:v>
                </c:pt>
                <c:pt idx="1854">
                  <c:v>-0.1</c:v>
                </c:pt>
                <c:pt idx="1855">
                  <c:v>-0.1</c:v>
                </c:pt>
                <c:pt idx="1856">
                  <c:v>-0.1</c:v>
                </c:pt>
                <c:pt idx="1857">
                  <c:v>-0.1</c:v>
                </c:pt>
                <c:pt idx="1858">
                  <c:v>-0.1</c:v>
                </c:pt>
                <c:pt idx="1859">
                  <c:v>-0.1</c:v>
                </c:pt>
                <c:pt idx="1860">
                  <c:v>-0.1</c:v>
                </c:pt>
                <c:pt idx="1861">
                  <c:v>-0.1</c:v>
                </c:pt>
                <c:pt idx="1862">
                  <c:v>-0.1</c:v>
                </c:pt>
                <c:pt idx="1863">
                  <c:v>-0.1</c:v>
                </c:pt>
                <c:pt idx="1864">
                  <c:v>-0.1</c:v>
                </c:pt>
                <c:pt idx="1865">
                  <c:v>-0.1</c:v>
                </c:pt>
                <c:pt idx="1866">
                  <c:v>-0.1</c:v>
                </c:pt>
                <c:pt idx="1867">
                  <c:v>-0.1</c:v>
                </c:pt>
                <c:pt idx="1868">
                  <c:v>-0.1</c:v>
                </c:pt>
                <c:pt idx="1869">
                  <c:v>-0.1</c:v>
                </c:pt>
                <c:pt idx="1870">
                  <c:v>-0.1</c:v>
                </c:pt>
                <c:pt idx="1871">
                  <c:v>-0.1</c:v>
                </c:pt>
                <c:pt idx="1872">
                  <c:v>-0.1</c:v>
                </c:pt>
                <c:pt idx="1873">
                  <c:v>-0.1</c:v>
                </c:pt>
                <c:pt idx="1874">
                  <c:v>-0.1</c:v>
                </c:pt>
                <c:pt idx="1875">
                  <c:v>-0.1</c:v>
                </c:pt>
                <c:pt idx="1876">
                  <c:v>-0.1</c:v>
                </c:pt>
                <c:pt idx="1877">
                  <c:v>-0.1</c:v>
                </c:pt>
                <c:pt idx="1878">
                  <c:v>-0.1</c:v>
                </c:pt>
                <c:pt idx="1879">
                  <c:v>-0.1</c:v>
                </c:pt>
                <c:pt idx="1880">
                  <c:v>-0.1</c:v>
                </c:pt>
                <c:pt idx="1881">
                  <c:v>-0.1</c:v>
                </c:pt>
                <c:pt idx="1882">
                  <c:v>-0.1</c:v>
                </c:pt>
                <c:pt idx="1883">
                  <c:v>-0.1</c:v>
                </c:pt>
                <c:pt idx="1884">
                  <c:v>-0.1</c:v>
                </c:pt>
                <c:pt idx="1885">
                  <c:v>-0.1</c:v>
                </c:pt>
                <c:pt idx="1886">
                  <c:v>-0.1</c:v>
                </c:pt>
                <c:pt idx="1887">
                  <c:v>-0.1</c:v>
                </c:pt>
                <c:pt idx="1888">
                  <c:v>-0.1</c:v>
                </c:pt>
                <c:pt idx="1889">
                  <c:v>-0.1</c:v>
                </c:pt>
                <c:pt idx="1890">
                  <c:v>-0.1</c:v>
                </c:pt>
                <c:pt idx="1891">
                  <c:v>-0.1</c:v>
                </c:pt>
                <c:pt idx="1892">
                  <c:v>-0.1</c:v>
                </c:pt>
                <c:pt idx="1893">
                  <c:v>-0.1</c:v>
                </c:pt>
                <c:pt idx="1894">
                  <c:v>-0.1</c:v>
                </c:pt>
                <c:pt idx="1895">
                  <c:v>-0.1</c:v>
                </c:pt>
                <c:pt idx="1896">
                  <c:v>-0.1</c:v>
                </c:pt>
                <c:pt idx="1897">
                  <c:v>-0.1</c:v>
                </c:pt>
                <c:pt idx="1898">
                  <c:v>-0.1</c:v>
                </c:pt>
                <c:pt idx="1899">
                  <c:v>-0.1</c:v>
                </c:pt>
                <c:pt idx="1900">
                  <c:v>-0.1</c:v>
                </c:pt>
                <c:pt idx="1901">
                  <c:v>-0.1</c:v>
                </c:pt>
                <c:pt idx="1902">
                  <c:v>-0.1</c:v>
                </c:pt>
                <c:pt idx="1903">
                  <c:v>-0.1</c:v>
                </c:pt>
                <c:pt idx="1904">
                  <c:v>-0.1</c:v>
                </c:pt>
                <c:pt idx="1905">
                  <c:v>-0.1</c:v>
                </c:pt>
                <c:pt idx="1906">
                  <c:v>-0.1</c:v>
                </c:pt>
                <c:pt idx="1907">
                  <c:v>-0.1</c:v>
                </c:pt>
                <c:pt idx="1908">
                  <c:v>-0.1</c:v>
                </c:pt>
                <c:pt idx="1909">
                  <c:v>-0.1</c:v>
                </c:pt>
                <c:pt idx="1910">
                  <c:v>-0.1</c:v>
                </c:pt>
                <c:pt idx="1911">
                  <c:v>-0.1</c:v>
                </c:pt>
                <c:pt idx="1912">
                  <c:v>-0.1</c:v>
                </c:pt>
                <c:pt idx="1913">
                  <c:v>-0.1</c:v>
                </c:pt>
                <c:pt idx="1914">
                  <c:v>-0.1</c:v>
                </c:pt>
                <c:pt idx="1915">
                  <c:v>-0.1</c:v>
                </c:pt>
                <c:pt idx="1916">
                  <c:v>-0.1</c:v>
                </c:pt>
                <c:pt idx="1917">
                  <c:v>-0.1</c:v>
                </c:pt>
                <c:pt idx="1918">
                  <c:v>-0.1</c:v>
                </c:pt>
                <c:pt idx="1919">
                  <c:v>-0.1</c:v>
                </c:pt>
                <c:pt idx="1920">
                  <c:v>-0.1</c:v>
                </c:pt>
                <c:pt idx="1921">
                  <c:v>-0.1</c:v>
                </c:pt>
                <c:pt idx="1922">
                  <c:v>-0.1</c:v>
                </c:pt>
                <c:pt idx="1923">
                  <c:v>-0.1</c:v>
                </c:pt>
                <c:pt idx="1924">
                  <c:v>-0.1</c:v>
                </c:pt>
                <c:pt idx="1925">
                  <c:v>-0.1</c:v>
                </c:pt>
                <c:pt idx="1926">
                  <c:v>-0.1</c:v>
                </c:pt>
                <c:pt idx="1927">
                  <c:v>-0.1</c:v>
                </c:pt>
                <c:pt idx="1928">
                  <c:v>-0.1</c:v>
                </c:pt>
                <c:pt idx="1929">
                  <c:v>-0.1</c:v>
                </c:pt>
                <c:pt idx="1930">
                  <c:v>-0.1</c:v>
                </c:pt>
                <c:pt idx="1931">
                  <c:v>-0.1</c:v>
                </c:pt>
                <c:pt idx="1932">
                  <c:v>-0.1</c:v>
                </c:pt>
                <c:pt idx="1933">
                  <c:v>-0.1</c:v>
                </c:pt>
                <c:pt idx="1934">
                  <c:v>-0.1</c:v>
                </c:pt>
                <c:pt idx="1935">
                  <c:v>-0.1</c:v>
                </c:pt>
                <c:pt idx="1936">
                  <c:v>-0.1</c:v>
                </c:pt>
                <c:pt idx="1937">
                  <c:v>-0.1</c:v>
                </c:pt>
                <c:pt idx="1938">
                  <c:v>-0.1</c:v>
                </c:pt>
                <c:pt idx="1939">
                  <c:v>-0.1</c:v>
                </c:pt>
                <c:pt idx="1940">
                  <c:v>-0.1</c:v>
                </c:pt>
                <c:pt idx="1941">
                  <c:v>-0.1</c:v>
                </c:pt>
                <c:pt idx="1942">
                  <c:v>-0.1</c:v>
                </c:pt>
                <c:pt idx="1943">
                  <c:v>-0.1</c:v>
                </c:pt>
                <c:pt idx="1944">
                  <c:v>-0.1</c:v>
                </c:pt>
                <c:pt idx="1945">
                  <c:v>-0.1</c:v>
                </c:pt>
                <c:pt idx="1946">
                  <c:v>-0.1</c:v>
                </c:pt>
                <c:pt idx="1947">
                  <c:v>-0.1</c:v>
                </c:pt>
                <c:pt idx="1948">
                  <c:v>-0.1</c:v>
                </c:pt>
                <c:pt idx="1949">
                  <c:v>-0.1</c:v>
                </c:pt>
                <c:pt idx="1950">
                  <c:v>-0.1</c:v>
                </c:pt>
                <c:pt idx="1951">
                  <c:v>-0.1</c:v>
                </c:pt>
                <c:pt idx="1952">
                  <c:v>-0.1</c:v>
                </c:pt>
                <c:pt idx="1953">
                  <c:v>-0.1</c:v>
                </c:pt>
                <c:pt idx="1954">
                  <c:v>-0.1</c:v>
                </c:pt>
                <c:pt idx="1955">
                  <c:v>-0.1</c:v>
                </c:pt>
                <c:pt idx="1956">
                  <c:v>-0.1</c:v>
                </c:pt>
                <c:pt idx="1957">
                  <c:v>-0.1</c:v>
                </c:pt>
                <c:pt idx="1958">
                  <c:v>-0.1</c:v>
                </c:pt>
                <c:pt idx="1959">
                  <c:v>-0.1</c:v>
                </c:pt>
                <c:pt idx="1960">
                  <c:v>-0.1</c:v>
                </c:pt>
                <c:pt idx="1961">
                  <c:v>-0.1</c:v>
                </c:pt>
                <c:pt idx="1962">
                  <c:v>-0.1</c:v>
                </c:pt>
                <c:pt idx="1963">
                  <c:v>-0.1</c:v>
                </c:pt>
                <c:pt idx="1964">
                  <c:v>-0.1</c:v>
                </c:pt>
                <c:pt idx="1965">
                  <c:v>-0.1</c:v>
                </c:pt>
                <c:pt idx="1966">
                  <c:v>-0.1</c:v>
                </c:pt>
                <c:pt idx="1967">
                  <c:v>-0.1</c:v>
                </c:pt>
                <c:pt idx="1968">
                  <c:v>-0.1</c:v>
                </c:pt>
                <c:pt idx="1969">
                  <c:v>-0.1</c:v>
                </c:pt>
                <c:pt idx="1970">
                  <c:v>-0.1</c:v>
                </c:pt>
                <c:pt idx="1971">
                  <c:v>-0.1</c:v>
                </c:pt>
                <c:pt idx="1972">
                  <c:v>-0.1</c:v>
                </c:pt>
                <c:pt idx="1973">
                  <c:v>-0.1</c:v>
                </c:pt>
                <c:pt idx="1974">
                  <c:v>-0.1</c:v>
                </c:pt>
                <c:pt idx="1975">
                  <c:v>-0.1</c:v>
                </c:pt>
                <c:pt idx="1976">
                  <c:v>-0.1</c:v>
                </c:pt>
                <c:pt idx="1977">
                  <c:v>-0.1</c:v>
                </c:pt>
                <c:pt idx="1978">
                  <c:v>-0.1</c:v>
                </c:pt>
                <c:pt idx="1979">
                  <c:v>-0.1</c:v>
                </c:pt>
                <c:pt idx="1980">
                  <c:v>-0.1</c:v>
                </c:pt>
                <c:pt idx="1981">
                  <c:v>-0.1</c:v>
                </c:pt>
                <c:pt idx="1982">
                  <c:v>-0.1</c:v>
                </c:pt>
                <c:pt idx="1983">
                  <c:v>-0.1</c:v>
                </c:pt>
                <c:pt idx="1984">
                  <c:v>-0.1</c:v>
                </c:pt>
                <c:pt idx="1985">
                  <c:v>-0.1</c:v>
                </c:pt>
                <c:pt idx="1986">
                  <c:v>-0.1</c:v>
                </c:pt>
                <c:pt idx="1987">
                  <c:v>-0.1</c:v>
                </c:pt>
                <c:pt idx="1988">
                  <c:v>-0.1</c:v>
                </c:pt>
                <c:pt idx="1989">
                  <c:v>-0.1</c:v>
                </c:pt>
                <c:pt idx="1990">
                  <c:v>-0.1</c:v>
                </c:pt>
                <c:pt idx="1991">
                  <c:v>-0.1</c:v>
                </c:pt>
                <c:pt idx="1992">
                  <c:v>-0.1</c:v>
                </c:pt>
                <c:pt idx="1993">
                  <c:v>-0.1</c:v>
                </c:pt>
                <c:pt idx="1994">
                  <c:v>-0.1</c:v>
                </c:pt>
                <c:pt idx="1995">
                  <c:v>-0.1</c:v>
                </c:pt>
                <c:pt idx="1996">
                  <c:v>-0.1</c:v>
                </c:pt>
                <c:pt idx="1997">
                  <c:v>-0.1</c:v>
                </c:pt>
                <c:pt idx="1998">
                  <c:v>-0.1</c:v>
                </c:pt>
                <c:pt idx="1999">
                  <c:v>-0.1</c:v>
                </c:pt>
                <c:pt idx="2000">
                  <c:v>-0.1</c:v>
                </c:pt>
                <c:pt idx="2001">
                  <c:v>-0.1</c:v>
                </c:pt>
                <c:pt idx="2002">
                  <c:v>-0.1</c:v>
                </c:pt>
                <c:pt idx="2003">
                  <c:v>-0.1</c:v>
                </c:pt>
                <c:pt idx="2004">
                  <c:v>-0.1</c:v>
                </c:pt>
                <c:pt idx="2005">
                  <c:v>-0.1</c:v>
                </c:pt>
                <c:pt idx="2006">
                  <c:v>-0.1</c:v>
                </c:pt>
                <c:pt idx="2007">
                  <c:v>-0.1</c:v>
                </c:pt>
                <c:pt idx="2008">
                  <c:v>-0.1</c:v>
                </c:pt>
                <c:pt idx="2009">
                  <c:v>-0.1</c:v>
                </c:pt>
                <c:pt idx="2010">
                  <c:v>-0.1</c:v>
                </c:pt>
                <c:pt idx="2011">
                  <c:v>-0.1</c:v>
                </c:pt>
                <c:pt idx="2012">
                  <c:v>-0.1</c:v>
                </c:pt>
                <c:pt idx="2013">
                  <c:v>-0.1</c:v>
                </c:pt>
                <c:pt idx="2014">
                  <c:v>-0.1</c:v>
                </c:pt>
                <c:pt idx="2015">
                  <c:v>-0.1</c:v>
                </c:pt>
                <c:pt idx="2016">
                  <c:v>-0.1</c:v>
                </c:pt>
                <c:pt idx="2017">
                  <c:v>-0.1</c:v>
                </c:pt>
                <c:pt idx="2018">
                  <c:v>-0.1</c:v>
                </c:pt>
                <c:pt idx="2019">
                  <c:v>-0.1</c:v>
                </c:pt>
                <c:pt idx="2020">
                  <c:v>-0.1</c:v>
                </c:pt>
                <c:pt idx="2021">
                  <c:v>-0.1</c:v>
                </c:pt>
                <c:pt idx="2022">
                  <c:v>-0.1</c:v>
                </c:pt>
                <c:pt idx="2023">
                  <c:v>-0.1</c:v>
                </c:pt>
                <c:pt idx="2024">
                  <c:v>-0.1</c:v>
                </c:pt>
                <c:pt idx="2025">
                  <c:v>-0.1</c:v>
                </c:pt>
                <c:pt idx="2026">
                  <c:v>-0.1</c:v>
                </c:pt>
                <c:pt idx="2027">
                  <c:v>-0.1</c:v>
                </c:pt>
                <c:pt idx="2028">
                  <c:v>-0.1</c:v>
                </c:pt>
                <c:pt idx="2029">
                  <c:v>-0.1</c:v>
                </c:pt>
                <c:pt idx="2030">
                  <c:v>-0.1</c:v>
                </c:pt>
                <c:pt idx="2031">
                  <c:v>-0.1</c:v>
                </c:pt>
                <c:pt idx="2032">
                  <c:v>-0.1</c:v>
                </c:pt>
                <c:pt idx="2033">
                  <c:v>-0.1</c:v>
                </c:pt>
                <c:pt idx="2034">
                  <c:v>-0.1</c:v>
                </c:pt>
                <c:pt idx="2035">
                  <c:v>-0.1</c:v>
                </c:pt>
                <c:pt idx="2036">
                  <c:v>-0.1</c:v>
                </c:pt>
                <c:pt idx="2037">
                  <c:v>-0.1</c:v>
                </c:pt>
                <c:pt idx="2038">
                  <c:v>-0.1</c:v>
                </c:pt>
                <c:pt idx="2039">
                  <c:v>-0.1</c:v>
                </c:pt>
                <c:pt idx="2040">
                  <c:v>-0.1</c:v>
                </c:pt>
                <c:pt idx="2041">
                  <c:v>-0.1</c:v>
                </c:pt>
                <c:pt idx="2042">
                  <c:v>-0.1</c:v>
                </c:pt>
                <c:pt idx="2043">
                  <c:v>-0.1</c:v>
                </c:pt>
                <c:pt idx="2044">
                  <c:v>-0.1</c:v>
                </c:pt>
                <c:pt idx="2045">
                  <c:v>-0.1</c:v>
                </c:pt>
                <c:pt idx="2046">
                  <c:v>-0.1</c:v>
                </c:pt>
                <c:pt idx="2047">
                  <c:v>-0.1</c:v>
                </c:pt>
                <c:pt idx="2048">
                  <c:v>-0.1</c:v>
                </c:pt>
                <c:pt idx="2049">
                  <c:v>-0.1</c:v>
                </c:pt>
                <c:pt idx="2050">
                  <c:v>-0.1</c:v>
                </c:pt>
                <c:pt idx="2051">
                  <c:v>-0.1</c:v>
                </c:pt>
                <c:pt idx="2052">
                  <c:v>-0.1</c:v>
                </c:pt>
                <c:pt idx="2053">
                  <c:v>-0.1</c:v>
                </c:pt>
                <c:pt idx="2054">
                  <c:v>-0.1</c:v>
                </c:pt>
                <c:pt idx="2055">
                  <c:v>-0.1</c:v>
                </c:pt>
                <c:pt idx="2056">
                  <c:v>-0.1</c:v>
                </c:pt>
                <c:pt idx="2057">
                  <c:v>-0.1</c:v>
                </c:pt>
                <c:pt idx="2058">
                  <c:v>-0.1</c:v>
                </c:pt>
                <c:pt idx="2059">
                  <c:v>-0.1</c:v>
                </c:pt>
                <c:pt idx="2060">
                  <c:v>-0.1</c:v>
                </c:pt>
                <c:pt idx="2061">
                  <c:v>-0.1</c:v>
                </c:pt>
                <c:pt idx="2062">
                  <c:v>-0.1</c:v>
                </c:pt>
                <c:pt idx="2063">
                  <c:v>-0.1</c:v>
                </c:pt>
                <c:pt idx="2064">
                  <c:v>-0.1</c:v>
                </c:pt>
                <c:pt idx="2065">
                  <c:v>-0.1</c:v>
                </c:pt>
                <c:pt idx="2066">
                  <c:v>-0.1</c:v>
                </c:pt>
                <c:pt idx="2067">
                  <c:v>-0.1</c:v>
                </c:pt>
                <c:pt idx="2068">
                  <c:v>-0.1</c:v>
                </c:pt>
                <c:pt idx="2069">
                  <c:v>-0.1</c:v>
                </c:pt>
                <c:pt idx="2070">
                  <c:v>-0.1</c:v>
                </c:pt>
                <c:pt idx="2071">
                  <c:v>-0.1</c:v>
                </c:pt>
                <c:pt idx="2072">
                  <c:v>-0.1</c:v>
                </c:pt>
                <c:pt idx="2073">
                  <c:v>-0.1</c:v>
                </c:pt>
                <c:pt idx="2074">
                  <c:v>-0.1</c:v>
                </c:pt>
                <c:pt idx="2075">
                  <c:v>-0.1</c:v>
                </c:pt>
                <c:pt idx="2076">
                  <c:v>-0.1</c:v>
                </c:pt>
                <c:pt idx="2077">
                  <c:v>-0.1</c:v>
                </c:pt>
                <c:pt idx="2078">
                  <c:v>-0.1</c:v>
                </c:pt>
                <c:pt idx="2079">
                  <c:v>-0.1</c:v>
                </c:pt>
                <c:pt idx="2080">
                  <c:v>-0.1</c:v>
                </c:pt>
                <c:pt idx="2081">
                  <c:v>-0.1</c:v>
                </c:pt>
                <c:pt idx="2082">
                  <c:v>-0.1</c:v>
                </c:pt>
                <c:pt idx="2083">
                  <c:v>-0.1</c:v>
                </c:pt>
                <c:pt idx="2084">
                  <c:v>-0.1</c:v>
                </c:pt>
                <c:pt idx="2085">
                  <c:v>-0.1</c:v>
                </c:pt>
                <c:pt idx="2086">
                  <c:v>-0.1</c:v>
                </c:pt>
                <c:pt idx="2087">
                  <c:v>-0.1</c:v>
                </c:pt>
                <c:pt idx="2088">
                  <c:v>-0.1</c:v>
                </c:pt>
                <c:pt idx="2089">
                  <c:v>-0.1</c:v>
                </c:pt>
                <c:pt idx="2090">
                  <c:v>-0.1</c:v>
                </c:pt>
                <c:pt idx="2091">
                  <c:v>-0.1</c:v>
                </c:pt>
                <c:pt idx="2092">
                  <c:v>-0.1</c:v>
                </c:pt>
                <c:pt idx="2093">
                  <c:v>-0.1</c:v>
                </c:pt>
                <c:pt idx="2094">
                  <c:v>-0.1</c:v>
                </c:pt>
                <c:pt idx="2095">
                  <c:v>-0.1</c:v>
                </c:pt>
                <c:pt idx="2096">
                  <c:v>-0.1</c:v>
                </c:pt>
                <c:pt idx="2097">
                  <c:v>-0.1</c:v>
                </c:pt>
                <c:pt idx="2098">
                  <c:v>-0.1</c:v>
                </c:pt>
                <c:pt idx="2099">
                  <c:v>-0.1</c:v>
                </c:pt>
                <c:pt idx="2100">
                  <c:v>-0.1</c:v>
                </c:pt>
                <c:pt idx="2101">
                  <c:v>-0.1</c:v>
                </c:pt>
                <c:pt idx="2102">
                  <c:v>-0.1</c:v>
                </c:pt>
                <c:pt idx="2103">
                  <c:v>-0.1</c:v>
                </c:pt>
                <c:pt idx="2104">
                  <c:v>-0.1</c:v>
                </c:pt>
                <c:pt idx="2105">
                  <c:v>-0.1</c:v>
                </c:pt>
                <c:pt idx="2106">
                  <c:v>-0.1</c:v>
                </c:pt>
                <c:pt idx="2107">
                  <c:v>-0.1</c:v>
                </c:pt>
                <c:pt idx="2108">
                  <c:v>-0.1</c:v>
                </c:pt>
                <c:pt idx="2109">
                  <c:v>-0.1</c:v>
                </c:pt>
                <c:pt idx="2110">
                  <c:v>-0.1</c:v>
                </c:pt>
                <c:pt idx="2111">
                  <c:v>-0.1</c:v>
                </c:pt>
                <c:pt idx="2112">
                  <c:v>-0.1</c:v>
                </c:pt>
                <c:pt idx="2113">
                  <c:v>-0.1</c:v>
                </c:pt>
                <c:pt idx="2114">
                  <c:v>-0.1</c:v>
                </c:pt>
                <c:pt idx="2115">
                  <c:v>-0.1</c:v>
                </c:pt>
                <c:pt idx="2116">
                  <c:v>-0.1</c:v>
                </c:pt>
                <c:pt idx="2117">
                  <c:v>-0.1</c:v>
                </c:pt>
                <c:pt idx="2118">
                  <c:v>-0.1</c:v>
                </c:pt>
                <c:pt idx="2119">
                  <c:v>-0.1</c:v>
                </c:pt>
                <c:pt idx="2120">
                  <c:v>-0.1</c:v>
                </c:pt>
                <c:pt idx="2121">
                  <c:v>-0.1</c:v>
                </c:pt>
                <c:pt idx="2122">
                  <c:v>-0.1</c:v>
                </c:pt>
                <c:pt idx="2123">
                  <c:v>-0.1</c:v>
                </c:pt>
                <c:pt idx="2124">
                  <c:v>-0.1</c:v>
                </c:pt>
                <c:pt idx="2125">
                  <c:v>-0.1</c:v>
                </c:pt>
                <c:pt idx="2126">
                  <c:v>-0.1</c:v>
                </c:pt>
                <c:pt idx="2127">
                  <c:v>-0.1</c:v>
                </c:pt>
                <c:pt idx="2128">
                  <c:v>-0.1</c:v>
                </c:pt>
                <c:pt idx="2129">
                  <c:v>-0.1</c:v>
                </c:pt>
                <c:pt idx="2130">
                  <c:v>-0.1</c:v>
                </c:pt>
                <c:pt idx="2131">
                  <c:v>-0.1</c:v>
                </c:pt>
                <c:pt idx="2132">
                  <c:v>-0.1</c:v>
                </c:pt>
                <c:pt idx="2133">
                  <c:v>-0.1</c:v>
                </c:pt>
                <c:pt idx="2134">
                  <c:v>-0.1</c:v>
                </c:pt>
                <c:pt idx="2135">
                  <c:v>-0.1</c:v>
                </c:pt>
                <c:pt idx="2136">
                  <c:v>-0.1</c:v>
                </c:pt>
                <c:pt idx="2137">
                  <c:v>-0.1</c:v>
                </c:pt>
                <c:pt idx="2138">
                  <c:v>-0.1</c:v>
                </c:pt>
                <c:pt idx="2139">
                  <c:v>-0.1</c:v>
                </c:pt>
                <c:pt idx="2140">
                  <c:v>-0.1</c:v>
                </c:pt>
                <c:pt idx="2141">
                  <c:v>-0.1</c:v>
                </c:pt>
                <c:pt idx="2142">
                  <c:v>-0.1</c:v>
                </c:pt>
                <c:pt idx="2143">
                  <c:v>-0.1</c:v>
                </c:pt>
                <c:pt idx="2144">
                  <c:v>-0.1</c:v>
                </c:pt>
                <c:pt idx="2145">
                  <c:v>-0.1</c:v>
                </c:pt>
                <c:pt idx="2146">
                  <c:v>-0.1</c:v>
                </c:pt>
                <c:pt idx="2147">
                  <c:v>-0.1</c:v>
                </c:pt>
                <c:pt idx="2148">
                  <c:v>-0.1</c:v>
                </c:pt>
                <c:pt idx="2149">
                  <c:v>-0.1</c:v>
                </c:pt>
                <c:pt idx="2150">
                  <c:v>-0.1</c:v>
                </c:pt>
                <c:pt idx="2151">
                  <c:v>-0.1</c:v>
                </c:pt>
                <c:pt idx="2152">
                  <c:v>-0.1</c:v>
                </c:pt>
                <c:pt idx="2153">
                  <c:v>-0.1</c:v>
                </c:pt>
                <c:pt idx="2154">
                  <c:v>-0.1</c:v>
                </c:pt>
                <c:pt idx="2155">
                  <c:v>-0.1</c:v>
                </c:pt>
                <c:pt idx="2156">
                  <c:v>-0.1</c:v>
                </c:pt>
                <c:pt idx="2157">
                  <c:v>-0.1</c:v>
                </c:pt>
                <c:pt idx="2158">
                  <c:v>-0.1</c:v>
                </c:pt>
                <c:pt idx="2159">
                  <c:v>-0.1</c:v>
                </c:pt>
                <c:pt idx="2160">
                  <c:v>-0.1</c:v>
                </c:pt>
                <c:pt idx="2161">
                  <c:v>-0.1</c:v>
                </c:pt>
                <c:pt idx="2162">
                  <c:v>-0.1</c:v>
                </c:pt>
                <c:pt idx="2163">
                  <c:v>-0.1</c:v>
                </c:pt>
                <c:pt idx="2164">
                  <c:v>-0.1</c:v>
                </c:pt>
                <c:pt idx="2165">
                  <c:v>-0.1</c:v>
                </c:pt>
                <c:pt idx="2166">
                  <c:v>-0.1</c:v>
                </c:pt>
                <c:pt idx="2167">
                  <c:v>-0.1</c:v>
                </c:pt>
                <c:pt idx="2168">
                  <c:v>-0.1</c:v>
                </c:pt>
                <c:pt idx="2169">
                  <c:v>-0.1</c:v>
                </c:pt>
                <c:pt idx="2170">
                  <c:v>-0.1</c:v>
                </c:pt>
                <c:pt idx="2171">
                  <c:v>-0.1</c:v>
                </c:pt>
                <c:pt idx="2172">
                  <c:v>-0.1</c:v>
                </c:pt>
                <c:pt idx="2173">
                  <c:v>-0.1</c:v>
                </c:pt>
                <c:pt idx="2174">
                  <c:v>-0.1</c:v>
                </c:pt>
                <c:pt idx="2175">
                  <c:v>-0.1</c:v>
                </c:pt>
                <c:pt idx="2176">
                  <c:v>-0.1</c:v>
                </c:pt>
                <c:pt idx="2177">
                  <c:v>-0.1</c:v>
                </c:pt>
                <c:pt idx="2178">
                  <c:v>-0.1</c:v>
                </c:pt>
                <c:pt idx="2179">
                  <c:v>-0.1</c:v>
                </c:pt>
                <c:pt idx="2180">
                  <c:v>-0.1</c:v>
                </c:pt>
                <c:pt idx="2181">
                  <c:v>-0.1</c:v>
                </c:pt>
                <c:pt idx="2182">
                  <c:v>-0.1</c:v>
                </c:pt>
                <c:pt idx="2183">
                  <c:v>-0.1</c:v>
                </c:pt>
                <c:pt idx="2184">
                  <c:v>-0.1</c:v>
                </c:pt>
                <c:pt idx="2185">
                  <c:v>-0.1</c:v>
                </c:pt>
                <c:pt idx="2186">
                  <c:v>-0.1</c:v>
                </c:pt>
                <c:pt idx="2187">
                  <c:v>-0.1</c:v>
                </c:pt>
                <c:pt idx="2188">
                  <c:v>-0.1</c:v>
                </c:pt>
                <c:pt idx="2189">
                  <c:v>-0.1</c:v>
                </c:pt>
                <c:pt idx="2190">
                  <c:v>-0.1</c:v>
                </c:pt>
                <c:pt idx="2191">
                  <c:v>-0.1</c:v>
                </c:pt>
                <c:pt idx="2192">
                  <c:v>-0.1</c:v>
                </c:pt>
                <c:pt idx="2193">
                  <c:v>-0.1</c:v>
                </c:pt>
                <c:pt idx="2194">
                  <c:v>-0.1</c:v>
                </c:pt>
                <c:pt idx="2195">
                  <c:v>-0.1</c:v>
                </c:pt>
                <c:pt idx="2196">
                  <c:v>-0.1</c:v>
                </c:pt>
                <c:pt idx="2197">
                  <c:v>-0.1</c:v>
                </c:pt>
                <c:pt idx="2198">
                  <c:v>-0.1</c:v>
                </c:pt>
                <c:pt idx="2199">
                  <c:v>-0.1</c:v>
                </c:pt>
                <c:pt idx="2200">
                  <c:v>-0.1</c:v>
                </c:pt>
                <c:pt idx="2201">
                  <c:v>-0.1</c:v>
                </c:pt>
                <c:pt idx="2202">
                  <c:v>-0.1</c:v>
                </c:pt>
                <c:pt idx="2203">
                  <c:v>-0.1</c:v>
                </c:pt>
                <c:pt idx="2204">
                  <c:v>-0.1</c:v>
                </c:pt>
                <c:pt idx="2205">
                  <c:v>-0.1</c:v>
                </c:pt>
                <c:pt idx="2206">
                  <c:v>-0.1</c:v>
                </c:pt>
                <c:pt idx="2207">
                  <c:v>-0.1</c:v>
                </c:pt>
                <c:pt idx="2208">
                  <c:v>-0.1</c:v>
                </c:pt>
                <c:pt idx="2209">
                  <c:v>-0.1</c:v>
                </c:pt>
                <c:pt idx="2210">
                  <c:v>-0.1</c:v>
                </c:pt>
                <c:pt idx="2211">
                  <c:v>-0.1</c:v>
                </c:pt>
                <c:pt idx="2212">
                  <c:v>-0.1</c:v>
                </c:pt>
                <c:pt idx="2213">
                  <c:v>-0.1</c:v>
                </c:pt>
                <c:pt idx="2214">
                  <c:v>-0.1</c:v>
                </c:pt>
                <c:pt idx="2215">
                  <c:v>-0.1</c:v>
                </c:pt>
                <c:pt idx="2216">
                  <c:v>-0.1</c:v>
                </c:pt>
                <c:pt idx="2217">
                  <c:v>-0.1</c:v>
                </c:pt>
                <c:pt idx="2218">
                  <c:v>-0.1</c:v>
                </c:pt>
                <c:pt idx="2219">
                  <c:v>-0.1</c:v>
                </c:pt>
                <c:pt idx="2220">
                  <c:v>-0.1</c:v>
                </c:pt>
                <c:pt idx="2221">
                  <c:v>-0.1</c:v>
                </c:pt>
                <c:pt idx="2222">
                  <c:v>-0.1</c:v>
                </c:pt>
                <c:pt idx="2223">
                  <c:v>-0.1</c:v>
                </c:pt>
                <c:pt idx="2224">
                  <c:v>-0.1</c:v>
                </c:pt>
                <c:pt idx="2225">
                  <c:v>-0.1</c:v>
                </c:pt>
                <c:pt idx="2226">
                  <c:v>-0.1</c:v>
                </c:pt>
                <c:pt idx="2227">
                  <c:v>-0.1</c:v>
                </c:pt>
                <c:pt idx="2228">
                  <c:v>-0.1</c:v>
                </c:pt>
                <c:pt idx="2229">
                  <c:v>-0.1</c:v>
                </c:pt>
                <c:pt idx="2230">
                  <c:v>-0.1</c:v>
                </c:pt>
                <c:pt idx="2231">
                  <c:v>-0.1</c:v>
                </c:pt>
                <c:pt idx="2232">
                  <c:v>-0.1</c:v>
                </c:pt>
                <c:pt idx="2233">
                  <c:v>-0.1</c:v>
                </c:pt>
                <c:pt idx="2234">
                  <c:v>-0.1</c:v>
                </c:pt>
                <c:pt idx="2235">
                  <c:v>-0.1</c:v>
                </c:pt>
                <c:pt idx="2236">
                  <c:v>-0.1</c:v>
                </c:pt>
                <c:pt idx="2237">
                  <c:v>-0.1</c:v>
                </c:pt>
                <c:pt idx="2238">
                  <c:v>-0.1</c:v>
                </c:pt>
                <c:pt idx="2239">
                  <c:v>-0.1</c:v>
                </c:pt>
                <c:pt idx="2240">
                  <c:v>-0.1</c:v>
                </c:pt>
                <c:pt idx="2241">
                  <c:v>-0.1</c:v>
                </c:pt>
                <c:pt idx="2242">
                  <c:v>-0.1</c:v>
                </c:pt>
                <c:pt idx="2243">
                  <c:v>-0.1</c:v>
                </c:pt>
                <c:pt idx="2244">
                  <c:v>-0.1</c:v>
                </c:pt>
                <c:pt idx="2245">
                  <c:v>-0.1</c:v>
                </c:pt>
                <c:pt idx="2246">
                  <c:v>-0.1</c:v>
                </c:pt>
                <c:pt idx="2247">
                  <c:v>-0.1</c:v>
                </c:pt>
                <c:pt idx="2248">
                  <c:v>-0.1</c:v>
                </c:pt>
                <c:pt idx="2249">
                  <c:v>-0.1</c:v>
                </c:pt>
                <c:pt idx="2250">
                  <c:v>-0.1</c:v>
                </c:pt>
                <c:pt idx="2251">
                  <c:v>-0.1</c:v>
                </c:pt>
                <c:pt idx="2252">
                  <c:v>-0.1</c:v>
                </c:pt>
                <c:pt idx="2253">
                  <c:v>-0.1</c:v>
                </c:pt>
                <c:pt idx="2254">
                  <c:v>-0.1</c:v>
                </c:pt>
                <c:pt idx="2255">
                  <c:v>-0.1</c:v>
                </c:pt>
                <c:pt idx="2256">
                  <c:v>-0.1</c:v>
                </c:pt>
                <c:pt idx="2257">
                  <c:v>-0.1</c:v>
                </c:pt>
                <c:pt idx="2258">
                  <c:v>-0.1</c:v>
                </c:pt>
                <c:pt idx="2259">
                  <c:v>-0.1</c:v>
                </c:pt>
                <c:pt idx="2260">
                  <c:v>-0.1</c:v>
                </c:pt>
                <c:pt idx="2261">
                  <c:v>-0.1</c:v>
                </c:pt>
                <c:pt idx="2262">
                  <c:v>-0.1</c:v>
                </c:pt>
                <c:pt idx="2263">
                  <c:v>-0.1</c:v>
                </c:pt>
                <c:pt idx="2264">
                  <c:v>-0.1</c:v>
                </c:pt>
                <c:pt idx="2265">
                  <c:v>-0.1</c:v>
                </c:pt>
                <c:pt idx="2266">
                  <c:v>-0.1</c:v>
                </c:pt>
                <c:pt idx="2267">
                  <c:v>-0.1</c:v>
                </c:pt>
                <c:pt idx="2268">
                  <c:v>-0.1</c:v>
                </c:pt>
                <c:pt idx="2269">
                  <c:v>-0.1</c:v>
                </c:pt>
                <c:pt idx="2270">
                  <c:v>-0.1</c:v>
                </c:pt>
                <c:pt idx="2271">
                  <c:v>-0.1</c:v>
                </c:pt>
                <c:pt idx="2272">
                  <c:v>-0.1</c:v>
                </c:pt>
                <c:pt idx="2273">
                  <c:v>-0.1</c:v>
                </c:pt>
                <c:pt idx="2274">
                  <c:v>-0.1</c:v>
                </c:pt>
                <c:pt idx="2275">
                  <c:v>-0.1</c:v>
                </c:pt>
                <c:pt idx="2276">
                  <c:v>-0.1</c:v>
                </c:pt>
                <c:pt idx="2277">
                  <c:v>-0.1</c:v>
                </c:pt>
                <c:pt idx="2278">
                  <c:v>-0.1</c:v>
                </c:pt>
                <c:pt idx="2279">
                  <c:v>-0.1</c:v>
                </c:pt>
                <c:pt idx="2280">
                  <c:v>-0.1</c:v>
                </c:pt>
                <c:pt idx="2281">
                  <c:v>-0.1</c:v>
                </c:pt>
                <c:pt idx="2282">
                  <c:v>-0.1</c:v>
                </c:pt>
                <c:pt idx="2283">
                  <c:v>-0.1</c:v>
                </c:pt>
                <c:pt idx="2284">
                  <c:v>-0.1</c:v>
                </c:pt>
                <c:pt idx="2285">
                  <c:v>-0.1</c:v>
                </c:pt>
                <c:pt idx="2286">
                  <c:v>-0.1</c:v>
                </c:pt>
                <c:pt idx="2287">
                  <c:v>-0.1</c:v>
                </c:pt>
                <c:pt idx="2288">
                  <c:v>-0.1</c:v>
                </c:pt>
                <c:pt idx="2289">
                  <c:v>-0.1</c:v>
                </c:pt>
                <c:pt idx="2290">
                  <c:v>-0.1</c:v>
                </c:pt>
                <c:pt idx="2291">
                  <c:v>-0.1</c:v>
                </c:pt>
                <c:pt idx="2292">
                  <c:v>-0.1</c:v>
                </c:pt>
                <c:pt idx="2293">
                  <c:v>-0.1</c:v>
                </c:pt>
                <c:pt idx="2294">
                  <c:v>-0.1</c:v>
                </c:pt>
                <c:pt idx="2295">
                  <c:v>-0.1</c:v>
                </c:pt>
                <c:pt idx="2296">
                  <c:v>-0.1</c:v>
                </c:pt>
                <c:pt idx="2297">
                  <c:v>-0.1</c:v>
                </c:pt>
                <c:pt idx="2298">
                  <c:v>-0.1</c:v>
                </c:pt>
                <c:pt idx="2299">
                  <c:v>-0.1</c:v>
                </c:pt>
                <c:pt idx="2300">
                  <c:v>-0.1</c:v>
                </c:pt>
                <c:pt idx="2301">
                  <c:v>-0.1</c:v>
                </c:pt>
                <c:pt idx="2302">
                  <c:v>-0.1</c:v>
                </c:pt>
                <c:pt idx="2303">
                  <c:v>-0.1</c:v>
                </c:pt>
                <c:pt idx="2304">
                  <c:v>-0.1</c:v>
                </c:pt>
                <c:pt idx="2305">
                  <c:v>-0.1</c:v>
                </c:pt>
                <c:pt idx="2306">
                  <c:v>-0.1</c:v>
                </c:pt>
                <c:pt idx="2307">
                  <c:v>-0.1</c:v>
                </c:pt>
                <c:pt idx="2308">
                  <c:v>-0.1</c:v>
                </c:pt>
                <c:pt idx="2309">
                  <c:v>-0.1</c:v>
                </c:pt>
                <c:pt idx="2310">
                  <c:v>-0.1</c:v>
                </c:pt>
                <c:pt idx="2311">
                  <c:v>-0.1</c:v>
                </c:pt>
                <c:pt idx="2312">
                  <c:v>-0.1</c:v>
                </c:pt>
                <c:pt idx="2313">
                  <c:v>-0.1</c:v>
                </c:pt>
                <c:pt idx="2314">
                  <c:v>-0.1</c:v>
                </c:pt>
                <c:pt idx="2315">
                  <c:v>-0.1</c:v>
                </c:pt>
                <c:pt idx="2316">
                  <c:v>-0.1</c:v>
                </c:pt>
                <c:pt idx="2317">
                  <c:v>-0.1</c:v>
                </c:pt>
                <c:pt idx="2318">
                  <c:v>-0.1</c:v>
                </c:pt>
                <c:pt idx="2319">
                  <c:v>-0.1</c:v>
                </c:pt>
                <c:pt idx="2320">
                  <c:v>-0.1</c:v>
                </c:pt>
                <c:pt idx="2321">
                  <c:v>-0.1</c:v>
                </c:pt>
                <c:pt idx="2322">
                  <c:v>-0.1</c:v>
                </c:pt>
                <c:pt idx="2323">
                  <c:v>-0.1</c:v>
                </c:pt>
                <c:pt idx="2324">
                  <c:v>-0.1</c:v>
                </c:pt>
                <c:pt idx="2325">
                  <c:v>-0.1</c:v>
                </c:pt>
                <c:pt idx="2326">
                  <c:v>-0.1</c:v>
                </c:pt>
                <c:pt idx="2327">
                  <c:v>-0.1</c:v>
                </c:pt>
                <c:pt idx="2328">
                  <c:v>-0.1</c:v>
                </c:pt>
                <c:pt idx="2329">
                  <c:v>-0.1</c:v>
                </c:pt>
                <c:pt idx="2330">
                  <c:v>-0.1</c:v>
                </c:pt>
                <c:pt idx="2331">
                  <c:v>-0.1</c:v>
                </c:pt>
                <c:pt idx="2332">
                  <c:v>-0.1</c:v>
                </c:pt>
                <c:pt idx="2333">
                  <c:v>-0.1</c:v>
                </c:pt>
                <c:pt idx="2334">
                  <c:v>-0.1</c:v>
                </c:pt>
                <c:pt idx="2335">
                  <c:v>-0.1</c:v>
                </c:pt>
                <c:pt idx="2336">
                  <c:v>-0.1</c:v>
                </c:pt>
                <c:pt idx="2337">
                  <c:v>-0.1</c:v>
                </c:pt>
                <c:pt idx="2338">
                  <c:v>-0.1</c:v>
                </c:pt>
                <c:pt idx="2339">
                  <c:v>-0.1</c:v>
                </c:pt>
                <c:pt idx="2340">
                  <c:v>-0.1</c:v>
                </c:pt>
                <c:pt idx="2341">
                  <c:v>-0.1</c:v>
                </c:pt>
                <c:pt idx="2342">
                  <c:v>-0.1</c:v>
                </c:pt>
                <c:pt idx="2343">
                  <c:v>-0.1</c:v>
                </c:pt>
                <c:pt idx="2344">
                  <c:v>-0.1</c:v>
                </c:pt>
                <c:pt idx="2345">
                  <c:v>-0.1</c:v>
                </c:pt>
                <c:pt idx="2346">
                  <c:v>-0.1</c:v>
                </c:pt>
                <c:pt idx="2347">
                  <c:v>-0.1</c:v>
                </c:pt>
                <c:pt idx="2348">
                  <c:v>-0.1</c:v>
                </c:pt>
                <c:pt idx="2349">
                  <c:v>-0.1</c:v>
                </c:pt>
                <c:pt idx="2350">
                  <c:v>-0.1</c:v>
                </c:pt>
                <c:pt idx="2351">
                  <c:v>-0.1</c:v>
                </c:pt>
                <c:pt idx="2352">
                  <c:v>-0.1</c:v>
                </c:pt>
                <c:pt idx="2353">
                  <c:v>-0.1</c:v>
                </c:pt>
                <c:pt idx="2354">
                  <c:v>-0.1</c:v>
                </c:pt>
                <c:pt idx="2355">
                  <c:v>-0.1</c:v>
                </c:pt>
                <c:pt idx="2356">
                  <c:v>-0.1</c:v>
                </c:pt>
                <c:pt idx="2357">
                  <c:v>-0.1</c:v>
                </c:pt>
                <c:pt idx="2358">
                  <c:v>-0.1</c:v>
                </c:pt>
                <c:pt idx="2359">
                  <c:v>-0.1</c:v>
                </c:pt>
                <c:pt idx="2360">
                  <c:v>-0.1</c:v>
                </c:pt>
                <c:pt idx="2361">
                  <c:v>-0.1</c:v>
                </c:pt>
                <c:pt idx="2362">
                  <c:v>-0.1</c:v>
                </c:pt>
                <c:pt idx="2363">
                  <c:v>-0.1</c:v>
                </c:pt>
                <c:pt idx="2364">
                  <c:v>-0.1</c:v>
                </c:pt>
                <c:pt idx="2365">
                  <c:v>-0.1</c:v>
                </c:pt>
                <c:pt idx="2366">
                  <c:v>-0.1</c:v>
                </c:pt>
                <c:pt idx="2367">
                  <c:v>-0.1</c:v>
                </c:pt>
                <c:pt idx="2368">
                  <c:v>-0.1</c:v>
                </c:pt>
                <c:pt idx="2369">
                  <c:v>-0.1</c:v>
                </c:pt>
                <c:pt idx="2370">
                  <c:v>-0.1</c:v>
                </c:pt>
                <c:pt idx="2371">
                  <c:v>-0.1</c:v>
                </c:pt>
                <c:pt idx="2372">
                  <c:v>-0.1</c:v>
                </c:pt>
                <c:pt idx="2373">
                  <c:v>-0.1</c:v>
                </c:pt>
                <c:pt idx="2374">
                  <c:v>-0.1</c:v>
                </c:pt>
                <c:pt idx="2375">
                  <c:v>-0.1</c:v>
                </c:pt>
                <c:pt idx="2376">
                  <c:v>-0.1</c:v>
                </c:pt>
                <c:pt idx="2377">
                  <c:v>-0.1</c:v>
                </c:pt>
                <c:pt idx="2378">
                  <c:v>-0.1</c:v>
                </c:pt>
                <c:pt idx="2379">
                  <c:v>-0.1</c:v>
                </c:pt>
                <c:pt idx="2380">
                  <c:v>-0.1</c:v>
                </c:pt>
                <c:pt idx="2381">
                  <c:v>-0.1</c:v>
                </c:pt>
                <c:pt idx="2382">
                  <c:v>-0.1</c:v>
                </c:pt>
                <c:pt idx="2383">
                  <c:v>-0.1</c:v>
                </c:pt>
                <c:pt idx="2384">
                  <c:v>-0.1</c:v>
                </c:pt>
                <c:pt idx="2385">
                  <c:v>-0.1</c:v>
                </c:pt>
                <c:pt idx="2386">
                  <c:v>-0.1</c:v>
                </c:pt>
                <c:pt idx="2387">
                  <c:v>-0.1</c:v>
                </c:pt>
                <c:pt idx="2388">
                  <c:v>-0.1</c:v>
                </c:pt>
                <c:pt idx="2389">
                  <c:v>-0.1</c:v>
                </c:pt>
                <c:pt idx="2390">
                  <c:v>-0.1</c:v>
                </c:pt>
                <c:pt idx="2391">
                  <c:v>-0.1</c:v>
                </c:pt>
                <c:pt idx="2392">
                  <c:v>-0.1</c:v>
                </c:pt>
                <c:pt idx="2393">
                  <c:v>-0.1</c:v>
                </c:pt>
                <c:pt idx="2394">
                  <c:v>-0.1</c:v>
                </c:pt>
                <c:pt idx="2395">
                  <c:v>-0.1</c:v>
                </c:pt>
                <c:pt idx="2396">
                  <c:v>-0.1</c:v>
                </c:pt>
                <c:pt idx="2397">
                  <c:v>-0.1</c:v>
                </c:pt>
                <c:pt idx="2398">
                  <c:v>-0.1</c:v>
                </c:pt>
                <c:pt idx="2399">
                  <c:v>-0.1</c:v>
                </c:pt>
                <c:pt idx="2400">
                  <c:v>-0.1</c:v>
                </c:pt>
                <c:pt idx="2401">
                  <c:v>-0.1</c:v>
                </c:pt>
                <c:pt idx="2402">
                  <c:v>-0.1</c:v>
                </c:pt>
                <c:pt idx="2403">
                  <c:v>-0.1</c:v>
                </c:pt>
                <c:pt idx="2404">
                  <c:v>-0.1</c:v>
                </c:pt>
                <c:pt idx="2405">
                  <c:v>-0.1</c:v>
                </c:pt>
                <c:pt idx="2406">
                  <c:v>-0.1</c:v>
                </c:pt>
                <c:pt idx="2407">
                  <c:v>-0.1</c:v>
                </c:pt>
                <c:pt idx="2408">
                  <c:v>-0.1</c:v>
                </c:pt>
                <c:pt idx="2409">
                  <c:v>-0.1</c:v>
                </c:pt>
                <c:pt idx="2410">
                  <c:v>-0.1</c:v>
                </c:pt>
                <c:pt idx="2411">
                  <c:v>-0.1</c:v>
                </c:pt>
                <c:pt idx="2412">
                  <c:v>-0.1</c:v>
                </c:pt>
                <c:pt idx="2413">
                  <c:v>-0.1</c:v>
                </c:pt>
                <c:pt idx="2414">
                  <c:v>-0.1</c:v>
                </c:pt>
                <c:pt idx="2415">
                  <c:v>-0.1</c:v>
                </c:pt>
                <c:pt idx="2416">
                  <c:v>-0.1</c:v>
                </c:pt>
                <c:pt idx="2417">
                  <c:v>-0.1</c:v>
                </c:pt>
                <c:pt idx="2418">
                  <c:v>-0.1</c:v>
                </c:pt>
                <c:pt idx="2419">
                  <c:v>-0.1</c:v>
                </c:pt>
                <c:pt idx="2420">
                  <c:v>-0.1</c:v>
                </c:pt>
                <c:pt idx="2421">
                  <c:v>-0.1</c:v>
                </c:pt>
                <c:pt idx="2422">
                  <c:v>-0.1</c:v>
                </c:pt>
                <c:pt idx="2423">
                  <c:v>-0.1</c:v>
                </c:pt>
                <c:pt idx="2424">
                  <c:v>-0.1</c:v>
                </c:pt>
                <c:pt idx="2425">
                  <c:v>-0.1</c:v>
                </c:pt>
                <c:pt idx="2426">
                  <c:v>-0.1</c:v>
                </c:pt>
                <c:pt idx="2427">
                  <c:v>-0.1</c:v>
                </c:pt>
                <c:pt idx="2428">
                  <c:v>-0.1</c:v>
                </c:pt>
                <c:pt idx="2429">
                  <c:v>-0.1</c:v>
                </c:pt>
                <c:pt idx="2430">
                  <c:v>-0.1</c:v>
                </c:pt>
                <c:pt idx="2431">
                  <c:v>-0.1</c:v>
                </c:pt>
                <c:pt idx="2432">
                  <c:v>-0.1</c:v>
                </c:pt>
                <c:pt idx="2433">
                  <c:v>-0.1</c:v>
                </c:pt>
                <c:pt idx="2434">
                  <c:v>-0.1</c:v>
                </c:pt>
                <c:pt idx="2435">
                  <c:v>-0.1</c:v>
                </c:pt>
                <c:pt idx="2436">
                  <c:v>-0.1</c:v>
                </c:pt>
                <c:pt idx="2437">
                  <c:v>-0.1</c:v>
                </c:pt>
                <c:pt idx="2438">
                  <c:v>-0.1</c:v>
                </c:pt>
                <c:pt idx="2439">
                  <c:v>-0.1</c:v>
                </c:pt>
                <c:pt idx="2440">
                  <c:v>-0.1</c:v>
                </c:pt>
                <c:pt idx="2441">
                  <c:v>-0.1</c:v>
                </c:pt>
                <c:pt idx="2442">
                  <c:v>-0.1</c:v>
                </c:pt>
                <c:pt idx="2443">
                  <c:v>-0.1</c:v>
                </c:pt>
                <c:pt idx="2444">
                  <c:v>-0.1</c:v>
                </c:pt>
                <c:pt idx="2445">
                  <c:v>-0.1</c:v>
                </c:pt>
                <c:pt idx="2446">
                  <c:v>-0.1</c:v>
                </c:pt>
                <c:pt idx="2447">
                  <c:v>-0.1</c:v>
                </c:pt>
                <c:pt idx="2448">
                  <c:v>-0.1</c:v>
                </c:pt>
                <c:pt idx="2449">
                  <c:v>-0.1</c:v>
                </c:pt>
                <c:pt idx="2450">
                  <c:v>-0.1</c:v>
                </c:pt>
                <c:pt idx="2451">
                  <c:v>-0.1</c:v>
                </c:pt>
                <c:pt idx="2452">
                  <c:v>-0.1</c:v>
                </c:pt>
                <c:pt idx="2453">
                  <c:v>-0.1</c:v>
                </c:pt>
                <c:pt idx="2454">
                  <c:v>-0.1</c:v>
                </c:pt>
                <c:pt idx="2455">
                  <c:v>-0.1</c:v>
                </c:pt>
                <c:pt idx="2456">
                  <c:v>-0.1</c:v>
                </c:pt>
                <c:pt idx="2457">
                  <c:v>-0.1</c:v>
                </c:pt>
                <c:pt idx="2458">
                  <c:v>-0.1</c:v>
                </c:pt>
                <c:pt idx="2459">
                  <c:v>-0.1</c:v>
                </c:pt>
                <c:pt idx="2460">
                  <c:v>-0.1</c:v>
                </c:pt>
                <c:pt idx="2461">
                  <c:v>-0.1</c:v>
                </c:pt>
                <c:pt idx="2462">
                  <c:v>-0.1</c:v>
                </c:pt>
                <c:pt idx="2463">
                  <c:v>-0.1</c:v>
                </c:pt>
                <c:pt idx="2464">
                  <c:v>-0.1</c:v>
                </c:pt>
                <c:pt idx="2465">
                  <c:v>-0.1</c:v>
                </c:pt>
                <c:pt idx="2466">
                  <c:v>-0.1</c:v>
                </c:pt>
                <c:pt idx="2467">
                  <c:v>-0.1</c:v>
                </c:pt>
                <c:pt idx="2468">
                  <c:v>-0.1</c:v>
                </c:pt>
                <c:pt idx="2469">
                  <c:v>-0.1</c:v>
                </c:pt>
                <c:pt idx="2470">
                  <c:v>-0.1</c:v>
                </c:pt>
                <c:pt idx="2471">
                  <c:v>-0.1</c:v>
                </c:pt>
                <c:pt idx="2472">
                  <c:v>-0.1</c:v>
                </c:pt>
                <c:pt idx="2473">
                  <c:v>-0.1</c:v>
                </c:pt>
                <c:pt idx="2474">
                  <c:v>-0.1</c:v>
                </c:pt>
                <c:pt idx="2475">
                  <c:v>-0.1</c:v>
                </c:pt>
                <c:pt idx="2476">
                  <c:v>-0.1</c:v>
                </c:pt>
                <c:pt idx="2477">
                  <c:v>-0.1</c:v>
                </c:pt>
                <c:pt idx="2478">
                  <c:v>-0.1</c:v>
                </c:pt>
                <c:pt idx="2479">
                  <c:v>-0.1</c:v>
                </c:pt>
                <c:pt idx="2480">
                  <c:v>-0.1</c:v>
                </c:pt>
                <c:pt idx="2481">
                  <c:v>-0.1</c:v>
                </c:pt>
                <c:pt idx="2482">
                  <c:v>-0.1</c:v>
                </c:pt>
                <c:pt idx="2483">
                  <c:v>-0.1</c:v>
                </c:pt>
                <c:pt idx="2484">
                  <c:v>-0.1</c:v>
                </c:pt>
                <c:pt idx="2485">
                  <c:v>-0.1</c:v>
                </c:pt>
                <c:pt idx="2486">
                  <c:v>-0.1</c:v>
                </c:pt>
                <c:pt idx="2487">
                  <c:v>-0.1</c:v>
                </c:pt>
                <c:pt idx="2488">
                  <c:v>-0.1</c:v>
                </c:pt>
                <c:pt idx="2489">
                  <c:v>-0.1</c:v>
                </c:pt>
                <c:pt idx="2490">
                  <c:v>-0.1</c:v>
                </c:pt>
                <c:pt idx="2491">
                  <c:v>-0.1</c:v>
                </c:pt>
                <c:pt idx="2492">
                  <c:v>-0.1</c:v>
                </c:pt>
                <c:pt idx="2493">
                  <c:v>-0.1</c:v>
                </c:pt>
                <c:pt idx="2494">
                  <c:v>-0.1</c:v>
                </c:pt>
                <c:pt idx="2495">
                  <c:v>-0.1</c:v>
                </c:pt>
                <c:pt idx="2496">
                  <c:v>-0.1</c:v>
                </c:pt>
                <c:pt idx="2497">
                  <c:v>-0.1</c:v>
                </c:pt>
                <c:pt idx="2498">
                  <c:v>-0.1</c:v>
                </c:pt>
                <c:pt idx="2499">
                  <c:v>-0.1</c:v>
                </c:pt>
                <c:pt idx="2500">
                  <c:v>-0.1</c:v>
                </c:pt>
                <c:pt idx="2501">
                  <c:v>-0.1</c:v>
                </c:pt>
                <c:pt idx="2502">
                  <c:v>-0.1</c:v>
                </c:pt>
                <c:pt idx="2503">
                  <c:v>-0.1</c:v>
                </c:pt>
                <c:pt idx="2504">
                  <c:v>-0.1</c:v>
                </c:pt>
                <c:pt idx="2505">
                  <c:v>-0.1</c:v>
                </c:pt>
                <c:pt idx="2506">
                  <c:v>-0.1</c:v>
                </c:pt>
                <c:pt idx="2507">
                  <c:v>-0.1</c:v>
                </c:pt>
                <c:pt idx="2508">
                  <c:v>-0.1</c:v>
                </c:pt>
                <c:pt idx="2509">
                  <c:v>-0.1</c:v>
                </c:pt>
                <c:pt idx="2510">
                  <c:v>-0.1</c:v>
                </c:pt>
                <c:pt idx="2511">
                  <c:v>-0.1</c:v>
                </c:pt>
                <c:pt idx="2512">
                  <c:v>-0.1</c:v>
                </c:pt>
                <c:pt idx="2513">
                  <c:v>-0.1</c:v>
                </c:pt>
                <c:pt idx="2514">
                  <c:v>-0.1</c:v>
                </c:pt>
                <c:pt idx="2515">
                  <c:v>-0.1</c:v>
                </c:pt>
                <c:pt idx="2516">
                  <c:v>-0.1</c:v>
                </c:pt>
                <c:pt idx="2517">
                  <c:v>-0.1</c:v>
                </c:pt>
                <c:pt idx="2518">
                  <c:v>-0.1</c:v>
                </c:pt>
                <c:pt idx="2519">
                  <c:v>-0.1</c:v>
                </c:pt>
                <c:pt idx="2520">
                  <c:v>-0.1</c:v>
                </c:pt>
                <c:pt idx="2521">
                  <c:v>-0.1</c:v>
                </c:pt>
                <c:pt idx="2522">
                  <c:v>-0.1</c:v>
                </c:pt>
                <c:pt idx="2523">
                  <c:v>-0.1</c:v>
                </c:pt>
                <c:pt idx="2524">
                  <c:v>-0.1</c:v>
                </c:pt>
                <c:pt idx="2525">
                  <c:v>-0.1</c:v>
                </c:pt>
                <c:pt idx="2526">
                  <c:v>-0.1</c:v>
                </c:pt>
                <c:pt idx="2527">
                  <c:v>-0.1</c:v>
                </c:pt>
                <c:pt idx="2528">
                  <c:v>-0.1</c:v>
                </c:pt>
                <c:pt idx="2529">
                  <c:v>-0.1</c:v>
                </c:pt>
                <c:pt idx="2530">
                  <c:v>-0.1</c:v>
                </c:pt>
                <c:pt idx="2531">
                  <c:v>-0.1</c:v>
                </c:pt>
                <c:pt idx="2532">
                  <c:v>-0.1</c:v>
                </c:pt>
                <c:pt idx="2533">
                  <c:v>-0.1</c:v>
                </c:pt>
                <c:pt idx="2534">
                  <c:v>-0.1</c:v>
                </c:pt>
                <c:pt idx="2535">
                  <c:v>-0.1</c:v>
                </c:pt>
                <c:pt idx="2536">
                  <c:v>-0.1</c:v>
                </c:pt>
                <c:pt idx="2537">
                  <c:v>-0.1</c:v>
                </c:pt>
                <c:pt idx="2538">
                  <c:v>-0.1</c:v>
                </c:pt>
                <c:pt idx="2539">
                  <c:v>-0.1</c:v>
                </c:pt>
                <c:pt idx="2540">
                  <c:v>-0.1</c:v>
                </c:pt>
                <c:pt idx="2541">
                  <c:v>-0.1</c:v>
                </c:pt>
                <c:pt idx="2542">
                  <c:v>-0.1</c:v>
                </c:pt>
                <c:pt idx="2543">
                  <c:v>-0.1</c:v>
                </c:pt>
                <c:pt idx="2544">
                  <c:v>-0.1</c:v>
                </c:pt>
                <c:pt idx="2545">
                  <c:v>-0.1</c:v>
                </c:pt>
                <c:pt idx="2546">
                  <c:v>-0.1</c:v>
                </c:pt>
                <c:pt idx="2547">
                  <c:v>-0.1</c:v>
                </c:pt>
                <c:pt idx="2548">
                  <c:v>-0.1</c:v>
                </c:pt>
                <c:pt idx="2549">
                  <c:v>-0.1</c:v>
                </c:pt>
                <c:pt idx="2550">
                  <c:v>-0.1</c:v>
                </c:pt>
                <c:pt idx="2551">
                  <c:v>-0.1</c:v>
                </c:pt>
                <c:pt idx="2552">
                  <c:v>-0.1</c:v>
                </c:pt>
                <c:pt idx="2553">
                  <c:v>-0.1</c:v>
                </c:pt>
                <c:pt idx="2554">
                  <c:v>-0.1</c:v>
                </c:pt>
                <c:pt idx="2555">
                  <c:v>-0.1</c:v>
                </c:pt>
                <c:pt idx="2556">
                  <c:v>-0.1</c:v>
                </c:pt>
                <c:pt idx="2557">
                  <c:v>-0.1</c:v>
                </c:pt>
                <c:pt idx="2558">
                  <c:v>-0.1</c:v>
                </c:pt>
                <c:pt idx="2559">
                  <c:v>-0.1</c:v>
                </c:pt>
                <c:pt idx="2560">
                  <c:v>-0.1</c:v>
                </c:pt>
                <c:pt idx="2561">
                  <c:v>-0.1</c:v>
                </c:pt>
                <c:pt idx="2562">
                  <c:v>-0.1</c:v>
                </c:pt>
                <c:pt idx="2563">
                  <c:v>-0.1</c:v>
                </c:pt>
                <c:pt idx="2564">
                  <c:v>-0.1</c:v>
                </c:pt>
                <c:pt idx="2565">
                  <c:v>-0.1</c:v>
                </c:pt>
                <c:pt idx="2566">
                  <c:v>-0.1</c:v>
                </c:pt>
                <c:pt idx="2567">
                  <c:v>-0.1</c:v>
                </c:pt>
                <c:pt idx="2568">
                  <c:v>-0.1</c:v>
                </c:pt>
                <c:pt idx="2569">
                  <c:v>-0.1</c:v>
                </c:pt>
                <c:pt idx="2570">
                  <c:v>-0.1</c:v>
                </c:pt>
                <c:pt idx="2571">
                  <c:v>-0.1</c:v>
                </c:pt>
                <c:pt idx="2572">
                  <c:v>-0.1</c:v>
                </c:pt>
                <c:pt idx="2573">
                  <c:v>-0.1</c:v>
                </c:pt>
                <c:pt idx="2574">
                  <c:v>-0.1</c:v>
                </c:pt>
                <c:pt idx="2575">
                  <c:v>-0.1</c:v>
                </c:pt>
                <c:pt idx="2576">
                  <c:v>-0.1</c:v>
                </c:pt>
                <c:pt idx="2577">
                  <c:v>-0.1</c:v>
                </c:pt>
                <c:pt idx="2578">
                  <c:v>-0.1</c:v>
                </c:pt>
                <c:pt idx="2579">
                  <c:v>-0.1</c:v>
                </c:pt>
                <c:pt idx="2580">
                  <c:v>-0.1</c:v>
                </c:pt>
                <c:pt idx="2581">
                  <c:v>-0.1</c:v>
                </c:pt>
                <c:pt idx="2582">
                  <c:v>-0.1</c:v>
                </c:pt>
                <c:pt idx="2583">
                  <c:v>-0.1</c:v>
                </c:pt>
                <c:pt idx="2584">
                  <c:v>-0.1</c:v>
                </c:pt>
                <c:pt idx="2585">
                  <c:v>-0.1</c:v>
                </c:pt>
                <c:pt idx="2586">
                  <c:v>-0.1</c:v>
                </c:pt>
                <c:pt idx="2587">
                  <c:v>-0.1</c:v>
                </c:pt>
                <c:pt idx="2588">
                  <c:v>-0.1</c:v>
                </c:pt>
                <c:pt idx="2589">
                  <c:v>-0.1</c:v>
                </c:pt>
                <c:pt idx="2590">
                  <c:v>-0.1</c:v>
                </c:pt>
                <c:pt idx="2591">
                  <c:v>-0.1</c:v>
                </c:pt>
                <c:pt idx="2592">
                  <c:v>-0.1</c:v>
                </c:pt>
                <c:pt idx="2593">
                  <c:v>-0.1</c:v>
                </c:pt>
                <c:pt idx="2594">
                  <c:v>-0.1</c:v>
                </c:pt>
                <c:pt idx="2595">
                  <c:v>-0.1</c:v>
                </c:pt>
                <c:pt idx="2596">
                  <c:v>-0.1</c:v>
                </c:pt>
                <c:pt idx="2597">
                  <c:v>-0.1</c:v>
                </c:pt>
                <c:pt idx="2598">
                  <c:v>-0.1</c:v>
                </c:pt>
                <c:pt idx="2599">
                  <c:v>-0.1</c:v>
                </c:pt>
                <c:pt idx="2600">
                  <c:v>-0.1</c:v>
                </c:pt>
                <c:pt idx="2601">
                  <c:v>-0.1</c:v>
                </c:pt>
                <c:pt idx="2602">
                  <c:v>-0.1</c:v>
                </c:pt>
                <c:pt idx="2603">
                  <c:v>-0.1</c:v>
                </c:pt>
                <c:pt idx="2604">
                  <c:v>-0.1</c:v>
                </c:pt>
                <c:pt idx="2605">
                  <c:v>-0.1</c:v>
                </c:pt>
                <c:pt idx="2606">
                  <c:v>-0.1</c:v>
                </c:pt>
                <c:pt idx="2607">
                  <c:v>-0.1</c:v>
                </c:pt>
                <c:pt idx="2608">
                  <c:v>-0.1</c:v>
                </c:pt>
                <c:pt idx="2609">
                  <c:v>-0.1</c:v>
                </c:pt>
                <c:pt idx="2610">
                  <c:v>-0.1</c:v>
                </c:pt>
                <c:pt idx="2611">
                  <c:v>-0.1</c:v>
                </c:pt>
                <c:pt idx="2612">
                  <c:v>-0.1</c:v>
                </c:pt>
                <c:pt idx="2613">
                  <c:v>-0.1</c:v>
                </c:pt>
                <c:pt idx="2614">
                  <c:v>-0.1</c:v>
                </c:pt>
                <c:pt idx="2615">
                  <c:v>-0.1</c:v>
                </c:pt>
                <c:pt idx="2616">
                  <c:v>-0.1</c:v>
                </c:pt>
                <c:pt idx="2617">
                  <c:v>-0.1</c:v>
                </c:pt>
                <c:pt idx="2618">
                  <c:v>-0.1</c:v>
                </c:pt>
                <c:pt idx="2619">
                  <c:v>-0.1</c:v>
                </c:pt>
                <c:pt idx="2620">
                  <c:v>-0.1</c:v>
                </c:pt>
                <c:pt idx="2621">
                  <c:v>-0.1</c:v>
                </c:pt>
                <c:pt idx="2622">
                  <c:v>-0.1</c:v>
                </c:pt>
                <c:pt idx="2623">
                  <c:v>-0.1</c:v>
                </c:pt>
                <c:pt idx="2624">
                  <c:v>-0.1</c:v>
                </c:pt>
                <c:pt idx="2625">
                  <c:v>-0.1</c:v>
                </c:pt>
                <c:pt idx="2626">
                  <c:v>-0.1</c:v>
                </c:pt>
                <c:pt idx="2627">
                  <c:v>-0.1</c:v>
                </c:pt>
                <c:pt idx="2628">
                  <c:v>-0.1</c:v>
                </c:pt>
                <c:pt idx="2629">
                  <c:v>-0.1</c:v>
                </c:pt>
                <c:pt idx="2630">
                  <c:v>-0.1</c:v>
                </c:pt>
                <c:pt idx="2631">
                  <c:v>-0.1</c:v>
                </c:pt>
                <c:pt idx="2632">
                  <c:v>-0.1</c:v>
                </c:pt>
                <c:pt idx="2633">
                  <c:v>-0.1</c:v>
                </c:pt>
                <c:pt idx="2634">
                  <c:v>-0.1</c:v>
                </c:pt>
                <c:pt idx="2635">
                  <c:v>-0.1</c:v>
                </c:pt>
                <c:pt idx="2636">
                  <c:v>-0.1</c:v>
                </c:pt>
                <c:pt idx="2637">
                  <c:v>-0.1</c:v>
                </c:pt>
                <c:pt idx="2638">
                  <c:v>-0.1</c:v>
                </c:pt>
                <c:pt idx="2639">
                  <c:v>-0.1</c:v>
                </c:pt>
                <c:pt idx="2640">
                  <c:v>-0.1</c:v>
                </c:pt>
                <c:pt idx="2641">
                  <c:v>-0.1</c:v>
                </c:pt>
                <c:pt idx="2642">
                  <c:v>-0.1</c:v>
                </c:pt>
                <c:pt idx="2643">
                  <c:v>-0.1</c:v>
                </c:pt>
                <c:pt idx="2644">
                  <c:v>-0.1</c:v>
                </c:pt>
                <c:pt idx="2645">
                  <c:v>-0.1</c:v>
                </c:pt>
                <c:pt idx="2646">
                  <c:v>-0.1</c:v>
                </c:pt>
                <c:pt idx="2647">
                  <c:v>-0.1</c:v>
                </c:pt>
                <c:pt idx="2648">
                  <c:v>-0.1</c:v>
                </c:pt>
                <c:pt idx="2649">
                  <c:v>-0.1</c:v>
                </c:pt>
                <c:pt idx="2650">
                  <c:v>-0.1</c:v>
                </c:pt>
                <c:pt idx="2651">
                  <c:v>-0.1</c:v>
                </c:pt>
                <c:pt idx="2652">
                  <c:v>-0.1</c:v>
                </c:pt>
                <c:pt idx="2653">
                  <c:v>-0.1</c:v>
                </c:pt>
                <c:pt idx="2654">
                  <c:v>-0.1</c:v>
                </c:pt>
                <c:pt idx="2655">
                  <c:v>-0.1</c:v>
                </c:pt>
                <c:pt idx="2656">
                  <c:v>-0.1</c:v>
                </c:pt>
                <c:pt idx="2657">
                  <c:v>-0.1</c:v>
                </c:pt>
                <c:pt idx="2658">
                  <c:v>-0.1</c:v>
                </c:pt>
                <c:pt idx="2659">
                  <c:v>-0.1</c:v>
                </c:pt>
                <c:pt idx="2660">
                  <c:v>-0.1</c:v>
                </c:pt>
                <c:pt idx="2661">
                  <c:v>-0.1</c:v>
                </c:pt>
                <c:pt idx="2662">
                  <c:v>-0.1</c:v>
                </c:pt>
                <c:pt idx="2663">
                  <c:v>-0.1</c:v>
                </c:pt>
                <c:pt idx="2664">
                  <c:v>-0.1</c:v>
                </c:pt>
                <c:pt idx="2665">
                  <c:v>-0.1</c:v>
                </c:pt>
                <c:pt idx="2666">
                  <c:v>-0.1</c:v>
                </c:pt>
                <c:pt idx="2667">
                  <c:v>-0.1</c:v>
                </c:pt>
                <c:pt idx="2668">
                  <c:v>-0.1</c:v>
                </c:pt>
                <c:pt idx="2669">
                  <c:v>-0.1</c:v>
                </c:pt>
                <c:pt idx="2670">
                  <c:v>-0.1</c:v>
                </c:pt>
                <c:pt idx="2671">
                  <c:v>-0.1</c:v>
                </c:pt>
                <c:pt idx="2672">
                  <c:v>-0.1</c:v>
                </c:pt>
                <c:pt idx="2673">
                  <c:v>-0.1</c:v>
                </c:pt>
                <c:pt idx="2674">
                  <c:v>-0.1</c:v>
                </c:pt>
                <c:pt idx="2675">
                  <c:v>-0.1</c:v>
                </c:pt>
                <c:pt idx="2676">
                  <c:v>-0.1</c:v>
                </c:pt>
                <c:pt idx="2677">
                  <c:v>-0.1</c:v>
                </c:pt>
                <c:pt idx="2678">
                  <c:v>-0.1</c:v>
                </c:pt>
                <c:pt idx="2679">
                  <c:v>-0.1</c:v>
                </c:pt>
                <c:pt idx="2680">
                  <c:v>-0.1</c:v>
                </c:pt>
                <c:pt idx="2681">
                  <c:v>-0.1</c:v>
                </c:pt>
                <c:pt idx="2682">
                  <c:v>-0.1</c:v>
                </c:pt>
                <c:pt idx="2683">
                  <c:v>-0.1</c:v>
                </c:pt>
                <c:pt idx="2684">
                  <c:v>-0.1</c:v>
                </c:pt>
                <c:pt idx="2685">
                  <c:v>-0.1</c:v>
                </c:pt>
                <c:pt idx="2686">
                  <c:v>-0.1</c:v>
                </c:pt>
                <c:pt idx="2687">
                  <c:v>-0.1</c:v>
                </c:pt>
                <c:pt idx="2688">
                  <c:v>-0.1</c:v>
                </c:pt>
                <c:pt idx="2689">
                  <c:v>-0.1</c:v>
                </c:pt>
                <c:pt idx="2690">
                  <c:v>-0.1</c:v>
                </c:pt>
                <c:pt idx="2691">
                  <c:v>-0.1</c:v>
                </c:pt>
                <c:pt idx="2692">
                  <c:v>-0.1</c:v>
                </c:pt>
                <c:pt idx="2693">
                  <c:v>-0.1</c:v>
                </c:pt>
                <c:pt idx="2694">
                  <c:v>-0.1</c:v>
                </c:pt>
                <c:pt idx="2695">
                  <c:v>-0.1</c:v>
                </c:pt>
                <c:pt idx="2696">
                  <c:v>-0.1</c:v>
                </c:pt>
                <c:pt idx="2697">
                  <c:v>-0.1</c:v>
                </c:pt>
                <c:pt idx="2698">
                  <c:v>-0.1</c:v>
                </c:pt>
                <c:pt idx="2699">
                  <c:v>-0.1</c:v>
                </c:pt>
                <c:pt idx="2700">
                  <c:v>-0.1</c:v>
                </c:pt>
                <c:pt idx="2701">
                  <c:v>-0.1</c:v>
                </c:pt>
                <c:pt idx="2702">
                  <c:v>-0.1</c:v>
                </c:pt>
                <c:pt idx="2703">
                  <c:v>-0.1</c:v>
                </c:pt>
                <c:pt idx="2704">
                  <c:v>-0.1</c:v>
                </c:pt>
                <c:pt idx="2705">
                  <c:v>-0.1</c:v>
                </c:pt>
                <c:pt idx="2706">
                  <c:v>-0.1</c:v>
                </c:pt>
                <c:pt idx="2707">
                  <c:v>-0.1</c:v>
                </c:pt>
                <c:pt idx="2708">
                  <c:v>-0.1</c:v>
                </c:pt>
                <c:pt idx="2709">
                  <c:v>-0.1</c:v>
                </c:pt>
                <c:pt idx="2710">
                  <c:v>-0.1</c:v>
                </c:pt>
                <c:pt idx="2711">
                  <c:v>-0.1</c:v>
                </c:pt>
                <c:pt idx="2712">
                  <c:v>-0.1</c:v>
                </c:pt>
                <c:pt idx="2713">
                  <c:v>-0.1</c:v>
                </c:pt>
                <c:pt idx="2714">
                  <c:v>-0.1</c:v>
                </c:pt>
                <c:pt idx="2715">
                  <c:v>-0.1</c:v>
                </c:pt>
                <c:pt idx="2716">
                  <c:v>-0.1</c:v>
                </c:pt>
                <c:pt idx="2717">
                  <c:v>-0.1</c:v>
                </c:pt>
                <c:pt idx="2718">
                  <c:v>-0.1</c:v>
                </c:pt>
                <c:pt idx="2719">
                  <c:v>-0.1</c:v>
                </c:pt>
                <c:pt idx="2720">
                  <c:v>-0.1</c:v>
                </c:pt>
                <c:pt idx="2721">
                  <c:v>-0.1</c:v>
                </c:pt>
                <c:pt idx="2722">
                  <c:v>-0.1</c:v>
                </c:pt>
                <c:pt idx="2723">
                  <c:v>-0.1</c:v>
                </c:pt>
                <c:pt idx="2724">
                  <c:v>-0.1</c:v>
                </c:pt>
                <c:pt idx="2725">
                  <c:v>-0.1</c:v>
                </c:pt>
                <c:pt idx="2726">
                  <c:v>-0.1</c:v>
                </c:pt>
                <c:pt idx="2727">
                  <c:v>-0.1</c:v>
                </c:pt>
                <c:pt idx="2728">
                  <c:v>-0.1</c:v>
                </c:pt>
                <c:pt idx="2729">
                  <c:v>-0.1</c:v>
                </c:pt>
                <c:pt idx="2730">
                  <c:v>-0.1</c:v>
                </c:pt>
                <c:pt idx="2731">
                  <c:v>-0.1</c:v>
                </c:pt>
                <c:pt idx="2732">
                  <c:v>-0.1</c:v>
                </c:pt>
                <c:pt idx="2733">
                  <c:v>-0.1</c:v>
                </c:pt>
                <c:pt idx="2734">
                  <c:v>-0.1</c:v>
                </c:pt>
                <c:pt idx="2735">
                  <c:v>-0.1</c:v>
                </c:pt>
                <c:pt idx="2736">
                  <c:v>-0.1</c:v>
                </c:pt>
                <c:pt idx="2737">
                  <c:v>-0.1</c:v>
                </c:pt>
                <c:pt idx="2738">
                  <c:v>-0.1</c:v>
                </c:pt>
                <c:pt idx="2739">
                  <c:v>-0.1</c:v>
                </c:pt>
                <c:pt idx="2740">
                  <c:v>-0.1</c:v>
                </c:pt>
                <c:pt idx="2741">
                  <c:v>-0.1</c:v>
                </c:pt>
                <c:pt idx="2742">
                  <c:v>-0.1</c:v>
                </c:pt>
                <c:pt idx="2743">
                  <c:v>-0.1</c:v>
                </c:pt>
                <c:pt idx="2744">
                  <c:v>-0.1</c:v>
                </c:pt>
                <c:pt idx="2745">
                  <c:v>-0.1</c:v>
                </c:pt>
                <c:pt idx="2746">
                  <c:v>-0.1</c:v>
                </c:pt>
                <c:pt idx="2747">
                  <c:v>-0.1</c:v>
                </c:pt>
                <c:pt idx="2748">
                  <c:v>-0.1</c:v>
                </c:pt>
                <c:pt idx="2749">
                  <c:v>-0.1</c:v>
                </c:pt>
                <c:pt idx="2750">
                  <c:v>-0.1</c:v>
                </c:pt>
                <c:pt idx="2751">
                  <c:v>-0.1</c:v>
                </c:pt>
                <c:pt idx="2752">
                  <c:v>-0.1</c:v>
                </c:pt>
                <c:pt idx="2753">
                  <c:v>-0.1</c:v>
                </c:pt>
                <c:pt idx="2754">
                  <c:v>-0.1</c:v>
                </c:pt>
                <c:pt idx="2755">
                  <c:v>-0.1</c:v>
                </c:pt>
                <c:pt idx="2756">
                  <c:v>-0.1</c:v>
                </c:pt>
                <c:pt idx="2757">
                  <c:v>-0.1</c:v>
                </c:pt>
                <c:pt idx="2758">
                  <c:v>-0.1</c:v>
                </c:pt>
                <c:pt idx="2759">
                  <c:v>-0.1</c:v>
                </c:pt>
                <c:pt idx="2760">
                  <c:v>-0.1</c:v>
                </c:pt>
                <c:pt idx="2761">
                  <c:v>-0.1</c:v>
                </c:pt>
                <c:pt idx="2762">
                  <c:v>-0.1</c:v>
                </c:pt>
                <c:pt idx="2763">
                  <c:v>-0.1</c:v>
                </c:pt>
                <c:pt idx="2764">
                  <c:v>-0.1</c:v>
                </c:pt>
                <c:pt idx="2765">
                  <c:v>-0.1</c:v>
                </c:pt>
                <c:pt idx="2766">
                  <c:v>-0.1</c:v>
                </c:pt>
                <c:pt idx="2767">
                  <c:v>-0.1</c:v>
                </c:pt>
                <c:pt idx="2768">
                  <c:v>-0.1</c:v>
                </c:pt>
                <c:pt idx="2769">
                  <c:v>-0.1</c:v>
                </c:pt>
                <c:pt idx="2770">
                  <c:v>-0.1</c:v>
                </c:pt>
                <c:pt idx="2771">
                  <c:v>-0.1</c:v>
                </c:pt>
                <c:pt idx="2772">
                  <c:v>-0.1</c:v>
                </c:pt>
                <c:pt idx="2773">
                  <c:v>-0.1</c:v>
                </c:pt>
                <c:pt idx="2774">
                  <c:v>-0.1</c:v>
                </c:pt>
                <c:pt idx="2775">
                  <c:v>-0.1</c:v>
                </c:pt>
                <c:pt idx="2776">
                  <c:v>-0.1</c:v>
                </c:pt>
                <c:pt idx="2777">
                  <c:v>-0.1</c:v>
                </c:pt>
                <c:pt idx="2778">
                  <c:v>-0.1</c:v>
                </c:pt>
                <c:pt idx="2779">
                  <c:v>-0.1</c:v>
                </c:pt>
                <c:pt idx="2780">
                  <c:v>-0.1</c:v>
                </c:pt>
                <c:pt idx="2781">
                  <c:v>-0.1</c:v>
                </c:pt>
                <c:pt idx="2782">
                  <c:v>-0.1</c:v>
                </c:pt>
                <c:pt idx="2783">
                  <c:v>-0.1</c:v>
                </c:pt>
                <c:pt idx="2784">
                  <c:v>-0.1</c:v>
                </c:pt>
                <c:pt idx="2785">
                  <c:v>-0.1</c:v>
                </c:pt>
                <c:pt idx="2786">
                  <c:v>-0.1</c:v>
                </c:pt>
                <c:pt idx="2787">
                  <c:v>-0.1</c:v>
                </c:pt>
                <c:pt idx="2788">
                  <c:v>-0.1</c:v>
                </c:pt>
                <c:pt idx="2789">
                  <c:v>-0.1</c:v>
                </c:pt>
                <c:pt idx="2790">
                  <c:v>-0.1</c:v>
                </c:pt>
                <c:pt idx="2791">
                  <c:v>-0.1</c:v>
                </c:pt>
                <c:pt idx="2792">
                  <c:v>-0.1</c:v>
                </c:pt>
                <c:pt idx="2793">
                  <c:v>-0.1</c:v>
                </c:pt>
                <c:pt idx="2794">
                  <c:v>-0.1</c:v>
                </c:pt>
                <c:pt idx="2795">
                  <c:v>-0.1</c:v>
                </c:pt>
                <c:pt idx="2796">
                  <c:v>-0.1</c:v>
                </c:pt>
                <c:pt idx="2797">
                  <c:v>-0.1</c:v>
                </c:pt>
                <c:pt idx="2798">
                  <c:v>-0.1</c:v>
                </c:pt>
                <c:pt idx="2799">
                  <c:v>-0.1</c:v>
                </c:pt>
                <c:pt idx="2800">
                  <c:v>-0.1</c:v>
                </c:pt>
                <c:pt idx="2801">
                  <c:v>-0.1</c:v>
                </c:pt>
                <c:pt idx="2802">
                  <c:v>-0.1</c:v>
                </c:pt>
                <c:pt idx="2803">
                  <c:v>-0.1</c:v>
                </c:pt>
                <c:pt idx="2804">
                  <c:v>-0.1</c:v>
                </c:pt>
                <c:pt idx="2805">
                  <c:v>-0.1</c:v>
                </c:pt>
                <c:pt idx="2806">
                  <c:v>-0.1</c:v>
                </c:pt>
                <c:pt idx="2807">
                  <c:v>-0.1</c:v>
                </c:pt>
                <c:pt idx="2808">
                  <c:v>-0.1</c:v>
                </c:pt>
                <c:pt idx="2809">
                  <c:v>-0.1</c:v>
                </c:pt>
                <c:pt idx="2810">
                  <c:v>-0.1</c:v>
                </c:pt>
                <c:pt idx="2811">
                  <c:v>-0.1</c:v>
                </c:pt>
                <c:pt idx="2812">
                  <c:v>-0.1</c:v>
                </c:pt>
                <c:pt idx="2813">
                  <c:v>-0.1</c:v>
                </c:pt>
                <c:pt idx="2814">
                  <c:v>-0.1</c:v>
                </c:pt>
                <c:pt idx="2815">
                  <c:v>-0.1</c:v>
                </c:pt>
                <c:pt idx="2816">
                  <c:v>-0.1</c:v>
                </c:pt>
                <c:pt idx="2817">
                  <c:v>-0.1</c:v>
                </c:pt>
                <c:pt idx="2818">
                  <c:v>-0.1</c:v>
                </c:pt>
                <c:pt idx="2819">
                  <c:v>-0.1</c:v>
                </c:pt>
                <c:pt idx="2820">
                  <c:v>-0.1</c:v>
                </c:pt>
                <c:pt idx="2821">
                  <c:v>-0.1</c:v>
                </c:pt>
                <c:pt idx="2822">
                  <c:v>-0.1</c:v>
                </c:pt>
                <c:pt idx="2823">
                  <c:v>-0.1</c:v>
                </c:pt>
                <c:pt idx="2824">
                  <c:v>-0.1</c:v>
                </c:pt>
                <c:pt idx="2825">
                  <c:v>-0.1</c:v>
                </c:pt>
                <c:pt idx="2826">
                  <c:v>-0.1</c:v>
                </c:pt>
                <c:pt idx="2827">
                  <c:v>-0.1</c:v>
                </c:pt>
                <c:pt idx="2828">
                  <c:v>-0.1</c:v>
                </c:pt>
                <c:pt idx="2829">
                  <c:v>-0.1</c:v>
                </c:pt>
                <c:pt idx="2830">
                  <c:v>-0.1</c:v>
                </c:pt>
                <c:pt idx="2831">
                  <c:v>-0.1</c:v>
                </c:pt>
                <c:pt idx="2832">
                  <c:v>-0.1</c:v>
                </c:pt>
                <c:pt idx="2833">
                  <c:v>-0.1</c:v>
                </c:pt>
                <c:pt idx="2834">
                  <c:v>-0.1</c:v>
                </c:pt>
                <c:pt idx="2835">
                  <c:v>-0.1</c:v>
                </c:pt>
                <c:pt idx="2836">
                  <c:v>-0.1</c:v>
                </c:pt>
                <c:pt idx="2837">
                  <c:v>-0.1</c:v>
                </c:pt>
                <c:pt idx="2838">
                  <c:v>-0.1</c:v>
                </c:pt>
                <c:pt idx="2839">
                  <c:v>-0.1</c:v>
                </c:pt>
                <c:pt idx="2840">
                  <c:v>-0.1</c:v>
                </c:pt>
                <c:pt idx="2841">
                  <c:v>-0.1</c:v>
                </c:pt>
                <c:pt idx="2842">
                  <c:v>-0.1</c:v>
                </c:pt>
                <c:pt idx="2843">
                  <c:v>-0.1</c:v>
                </c:pt>
                <c:pt idx="2844">
                  <c:v>-0.1</c:v>
                </c:pt>
                <c:pt idx="2845">
                  <c:v>-0.1</c:v>
                </c:pt>
                <c:pt idx="2846">
                  <c:v>-0.1</c:v>
                </c:pt>
                <c:pt idx="2847">
                  <c:v>-0.1</c:v>
                </c:pt>
                <c:pt idx="2848">
                  <c:v>-0.1</c:v>
                </c:pt>
                <c:pt idx="2849">
                  <c:v>-0.1</c:v>
                </c:pt>
                <c:pt idx="2850">
                  <c:v>-0.1</c:v>
                </c:pt>
                <c:pt idx="2851">
                  <c:v>-0.1</c:v>
                </c:pt>
                <c:pt idx="2852">
                  <c:v>-0.1</c:v>
                </c:pt>
                <c:pt idx="2853">
                  <c:v>-0.1</c:v>
                </c:pt>
                <c:pt idx="2854">
                  <c:v>-0.1</c:v>
                </c:pt>
                <c:pt idx="2855">
                  <c:v>-0.1</c:v>
                </c:pt>
                <c:pt idx="2856">
                  <c:v>-0.1</c:v>
                </c:pt>
                <c:pt idx="2857">
                  <c:v>-0.1</c:v>
                </c:pt>
                <c:pt idx="2858">
                  <c:v>-0.1</c:v>
                </c:pt>
                <c:pt idx="2859">
                  <c:v>-0.1</c:v>
                </c:pt>
                <c:pt idx="2860">
                  <c:v>-0.1</c:v>
                </c:pt>
                <c:pt idx="2861">
                  <c:v>-0.1</c:v>
                </c:pt>
                <c:pt idx="2862">
                  <c:v>-0.1</c:v>
                </c:pt>
                <c:pt idx="2863">
                  <c:v>-0.1</c:v>
                </c:pt>
                <c:pt idx="2864">
                  <c:v>-0.1</c:v>
                </c:pt>
                <c:pt idx="2865">
                  <c:v>-0.1</c:v>
                </c:pt>
                <c:pt idx="2866">
                  <c:v>-0.1</c:v>
                </c:pt>
                <c:pt idx="2867">
                  <c:v>-0.1</c:v>
                </c:pt>
                <c:pt idx="2868">
                  <c:v>-0.1</c:v>
                </c:pt>
                <c:pt idx="2869">
                  <c:v>-0.1</c:v>
                </c:pt>
                <c:pt idx="2870">
                  <c:v>-0.1</c:v>
                </c:pt>
                <c:pt idx="2871">
                  <c:v>-0.1</c:v>
                </c:pt>
                <c:pt idx="2872">
                  <c:v>-0.1</c:v>
                </c:pt>
                <c:pt idx="2873">
                  <c:v>-0.1</c:v>
                </c:pt>
                <c:pt idx="2874">
                  <c:v>-0.1</c:v>
                </c:pt>
                <c:pt idx="2875">
                  <c:v>-0.1</c:v>
                </c:pt>
                <c:pt idx="2876">
                  <c:v>-0.1</c:v>
                </c:pt>
                <c:pt idx="2877">
                  <c:v>-0.1</c:v>
                </c:pt>
                <c:pt idx="2878">
                  <c:v>-0.1</c:v>
                </c:pt>
                <c:pt idx="2879">
                  <c:v>-0.1</c:v>
                </c:pt>
                <c:pt idx="2880">
                  <c:v>-0.1</c:v>
                </c:pt>
                <c:pt idx="2881">
                  <c:v>-0.1</c:v>
                </c:pt>
                <c:pt idx="2882">
                  <c:v>-0.1</c:v>
                </c:pt>
                <c:pt idx="2883">
                  <c:v>-0.1</c:v>
                </c:pt>
                <c:pt idx="2884">
                  <c:v>-0.1</c:v>
                </c:pt>
                <c:pt idx="2885">
                  <c:v>-0.1</c:v>
                </c:pt>
                <c:pt idx="2886">
                  <c:v>-0.1</c:v>
                </c:pt>
                <c:pt idx="2887">
                  <c:v>-0.1</c:v>
                </c:pt>
                <c:pt idx="2888">
                  <c:v>-0.1</c:v>
                </c:pt>
                <c:pt idx="2889">
                  <c:v>-0.1</c:v>
                </c:pt>
                <c:pt idx="2890">
                  <c:v>-0.1</c:v>
                </c:pt>
                <c:pt idx="2891">
                  <c:v>-0.1</c:v>
                </c:pt>
                <c:pt idx="2892">
                  <c:v>-0.1</c:v>
                </c:pt>
                <c:pt idx="2893">
                  <c:v>-0.1</c:v>
                </c:pt>
                <c:pt idx="2894">
                  <c:v>-0.1</c:v>
                </c:pt>
                <c:pt idx="2895">
                  <c:v>-0.1</c:v>
                </c:pt>
                <c:pt idx="2896">
                  <c:v>-0.1</c:v>
                </c:pt>
                <c:pt idx="2897">
                  <c:v>-0.1</c:v>
                </c:pt>
                <c:pt idx="2898">
                  <c:v>-0.1</c:v>
                </c:pt>
                <c:pt idx="2899">
                  <c:v>-0.1</c:v>
                </c:pt>
                <c:pt idx="2900">
                  <c:v>-0.1</c:v>
                </c:pt>
                <c:pt idx="2901">
                  <c:v>-0.1</c:v>
                </c:pt>
                <c:pt idx="2902">
                  <c:v>-0.1</c:v>
                </c:pt>
                <c:pt idx="2903">
                  <c:v>-0.1</c:v>
                </c:pt>
                <c:pt idx="2904">
                  <c:v>-0.1</c:v>
                </c:pt>
                <c:pt idx="2905">
                  <c:v>-0.1</c:v>
                </c:pt>
                <c:pt idx="2906">
                  <c:v>-0.1</c:v>
                </c:pt>
                <c:pt idx="2907">
                  <c:v>-0.1</c:v>
                </c:pt>
                <c:pt idx="2908">
                  <c:v>-0.1</c:v>
                </c:pt>
                <c:pt idx="2909">
                  <c:v>-0.1</c:v>
                </c:pt>
                <c:pt idx="2910">
                  <c:v>-0.1</c:v>
                </c:pt>
                <c:pt idx="2911">
                  <c:v>-0.1</c:v>
                </c:pt>
                <c:pt idx="2912">
                  <c:v>-0.1</c:v>
                </c:pt>
                <c:pt idx="2913">
                  <c:v>-0.1</c:v>
                </c:pt>
                <c:pt idx="2914">
                  <c:v>-0.1</c:v>
                </c:pt>
                <c:pt idx="2915">
                  <c:v>-0.1</c:v>
                </c:pt>
                <c:pt idx="2916">
                  <c:v>-0.1</c:v>
                </c:pt>
                <c:pt idx="2917">
                  <c:v>-0.1</c:v>
                </c:pt>
                <c:pt idx="2918">
                  <c:v>-0.1</c:v>
                </c:pt>
                <c:pt idx="2919">
                  <c:v>-0.1</c:v>
                </c:pt>
                <c:pt idx="2920">
                  <c:v>-0.1</c:v>
                </c:pt>
                <c:pt idx="2921">
                  <c:v>-0.1</c:v>
                </c:pt>
                <c:pt idx="2922">
                  <c:v>-0.1</c:v>
                </c:pt>
                <c:pt idx="2923">
                  <c:v>-0.1</c:v>
                </c:pt>
                <c:pt idx="2924">
                  <c:v>-0.1</c:v>
                </c:pt>
                <c:pt idx="2925">
                  <c:v>-0.1</c:v>
                </c:pt>
                <c:pt idx="2926">
                  <c:v>-0.1</c:v>
                </c:pt>
                <c:pt idx="2927">
                  <c:v>-0.1</c:v>
                </c:pt>
                <c:pt idx="2928">
                  <c:v>-0.1</c:v>
                </c:pt>
                <c:pt idx="2929">
                  <c:v>-0.1</c:v>
                </c:pt>
                <c:pt idx="2930">
                  <c:v>-0.1</c:v>
                </c:pt>
                <c:pt idx="2931">
                  <c:v>-0.1</c:v>
                </c:pt>
                <c:pt idx="2932">
                  <c:v>-0.1</c:v>
                </c:pt>
                <c:pt idx="2933">
                  <c:v>-0.1</c:v>
                </c:pt>
                <c:pt idx="2934">
                  <c:v>-0.1</c:v>
                </c:pt>
                <c:pt idx="2935">
                  <c:v>-0.1</c:v>
                </c:pt>
                <c:pt idx="2936">
                  <c:v>-0.1</c:v>
                </c:pt>
                <c:pt idx="2937">
                  <c:v>-0.1</c:v>
                </c:pt>
                <c:pt idx="2938">
                  <c:v>-0.1</c:v>
                </c:pt>
                <c:pt idx="2939">
                  <c:v>-0.1</c:v>
                </c:pt>
                <c:pt idx="2940">
                  <c:v>-0.1</c:v>
                </c:pt>
                <c:pt idx="2941">
                  <c:v>-0.1</c:v>
                </c:pt>
                <c:pt idx="2942">
                  <c:v>-0.1</c:v>
                </c:pt>
                <c:pt idx="2943">
                  <c:v>-0.1</c:v>
                </c:pt>
                <c:pt idx="2944">
                  <c:v>-0.1</c:v>
                </c:pt>
                <c:pt idx="2945">
                  <c:v>-0.1</c:v>
                </c:pt>
                <c:pt idx="2946">
                  <c:v>-0.1</c:v>
                </c:pt>
                <c:pt idx="2947">
                  <c:v>-0.1</c:v>
                </c:pt>
                <c:pt idx="2948">
                  <c:v>-0.1</c:v>
                </c:pt>
                <c:pt idx="2949">
                  <c:v>-0.1</c:v>
                </c:pt>
                <c:pt idx="2950">
                  <c:v>-0.1</c:v>
                </c:pt>
                <c:pt idx="2951">
                  <c:v>-0.1</c:v>
                </c:pt>
                <c:pt idx="2952">
                  <c:v>-0.1</c:v>
                </c:pt>
                <c:pt idx="2953">
                  <c:v>-0.1</c:v>
                </c:pt>
                <c:pt idx="2954">
                  <c:v>-0.1</c:v>
                </c:pt>
                <c:pt idx="2955">
                  <c:v>-0.1</c:v>
                </c:pt>
                <c:pt idx="2956">
                  <c:v>-0.1</c:v>
                </c:pt>
                <c:pt idx="2957">
                  <c:v>-0.1</c:v>
                </c:pt>
                <c:pt idx="2958">
                  <c:v>-0.1</c:v>
                </c:pt>
                <c:pt idx="2959">
                  <c:v>-0.1</c:v>
                </c:pt>
                <c:pt idx="2960">
                  <c:v>-0.1</c:v>
                </c:pt>
                <c:pt idx="2961">
                  <c:v>-0.1</c:v>
                </c:pt>
                <c:pt idx="2962">
                  <c:v>-0.1</c:v>
                </c:pt>
                <c:pt idx="2963">
                  <c:v>-0.1</c:v>
                </c:pt>
                <c:pt idx="2964">
                  <c:v>-0.1</c:v>
                </c:pt>
                <c:pt idx="2965">
                  <c:v>-0.1</c:v>
                </c:pt>
                <c:pt idx="2966">
                  <c:v>-0.1</c:v>
                </c:pt>
                <c:pt idx="2967">
                  <c:v>-0.1</c:v>
                </c:pt>
                <c:pt idx="2968">
                  <c:v>-0.1</c:v>
                </c:pt>
                <c:pt idx="2969">
                  <c:v>-0.1</c:v>
                </c:pt>
                <c:pt idx="2970">
                  <c:v>-0.1</c:v>
                </c:pt>
                <c:pt idx="2971">
                  <c:v>-0.1</c:v>
                </c:pt>
                <c:pt idx="2972">
                  <c:v>-0.1</c:v>
                </c:pt>
                <c:pt idx="2973">
                  <c:v>-0.1</c:v>
                </c:pt>
                <c:pt idx="2974">
                  <c:v>-0.1</c:v>
                </c:pt>
                <c:pt idx="2975">
                  <c:v>-0.1</c:v>
                </c:pt>
                <c:pt idx="2976">
                  <c:v>-0.1</c:v>
                </c:pt>
                <c:pt idx="2977">
                  <c:v>-0.1</c:v>
                </c:pt>
                <c:pt idx="2978">
                  <c:v>-0.1</c:v>
                </c:pt>
                <c:pt idx="2979">
                  <c:v>-0.1</c:v>
                </c:pt>
                <c:pt idx="2980">
                  <c:v>-0.1</c:v>
                </c:pt>
                <c:pt idx="2981">
                  <c:v>-0.1</c:v>
                </c:pt>
                <c:pt idx="2982">
                  <c:v>-0.1</c:v>
                </c:pt>
                <c:pt idx="2983">
                  <c:v>-0.1</c:v>
                </c:pt>
                <c:pt idx="2984">
                  <c:v>-0.1</c:v>
                </c:pt>
                <c:pt idx="2985">
                  <c:v>-0.1</c:v>
                </c:pt>
                <c:pt idx="2986">
                  <c:v>-0.1</c:v>
                </c:pt>
                <c:pt idx="2987">
                  <c:v>-0.1</c:v>
                </c:pt>
                <c:pt idx="2988">
                  <c:v>-0.1</c:v>
                </c:pt>
                <c:pt idx="2989">
                  <c:v>-0.1</c:v>
                </c:pt>
                <c:pt idx="2990">
                  <c:v>-0.1</c:v>
                </c:pt>
                <c:pt idx="2991">
                  <c:v>-0.1</c:v>
                </c:pt>
                <c:pt idx="2992">
                  <c:v>-0.1</c:v>
                </c:pt>
                <c:pt idx="2993">
                  <c:v>-0.1</c:v>
                </c:pt>
                <c:pt idx="2994">
                  <c:v>-0.1</c:v>
                </c:pt>
                <c:pt idx="2995">
                  <c:v>-0.1</c:v>
                </c:pt>
                <c:pt idx="2996">
                  <c:v>-0.1</c:v>
                </c:pt>
                <c:pt idx="2997">
                  <c:v>-0.1</c:v>
                </c:pt>
                <c:pt idx="2998">
                  <c:v>-0.1</c:v>
                </c:pt>
                <c:pt idx="2999">
                  <c:v>-0.1</c:v>
                </c:pt>
                <c:pt idx="3000">
                  <c:v>-0.1</c:v>
                </c:pt>
                <c:pt idx="3001">
                  <c:v>-0.1</c:v>
                </c:pt>
                <c:pt idx="3002">
                  <c:v>-0.1</c:v>
                </c:pt>
                <c:pt idx="3003">
                  <c:v>-0.1</c:v>
                </c:pt>
                <c:pt idx="3004">
                  <c:v>-0.1</c:v>
                </c:pt>
                <c:pt idx="3005">
                  <c:v>-0.1</c:v>
                </c:pt>
                <c:pt idx="3006">
                  <c:v>-0.1</c:v>
                </c:pt>
                <c:pt idx="3007">
                  <c:v>-0.1</c:v>
                </c:pt>
                <c:pt idx="3008">
                  <c:v>-0.1</c:v>
                </c:pt>
                <c:pt idx="3009">
                  <c:v>-0.1</c:v>
                </c:pt>
                <c:pt idx="3010">
                  <c:v>-0.1</c:v>
                </c:pt>
                <c:pt idx="3011">
                  <c:v>-0.1</c:v>
                </c:pt>
                <c:pt idx="3012">
                  <c:v>-0.1</c:v>
                </c:pt>
                <c:pt idx="3013">
                  <c:v>-0.1</c:v>
                </c:pt>
                <c:pt idx="3014">
                  <c:v>-0.1</c:v>
                </c:pt>
                <c:pt idx="3015">
                  <c:v>-0.1</c:v>
                </c:pt>
                <c:pt idx="3016">
                  <c:v>-0.1</c:v>
                </c:pt>
                <c:pt idx="3017">
                  <c:v>-0.1</c:v>
                </c:pt>
                <c:pt idx="3018">
                  <c:v>-0.1</c:v>
                </c:pt>
                <c:pt idx="3019">
                  <c:v>-0.1</c:v>
                </c:pt>
                <c:pt idx="3020">
                  <c:v>-0.1</c:v>
                </c:pt>
                <c:pt idx="3021">
                  <c:v>-0.1</c:v>
                </c:pt>
                <c:pt idx="3022">
                  <c:v>-0.1</c:v>
                </c:pt>
                <c:pt idx="3023">
                  <c:v>-0.1</c:v>
                </c:pt>
                <c:pt idx="3024">
                  <c:v>-0.1</c:v>
                </c:pt>
                <c:pt idx="3025">
                  <c:v>-0.1</c:v>
                </c:pt>
                <c:pt idx="3026">
                  <c:v>-0.1</c:v>
                </c:pt>
                <c:pt idx="3027">
                  <c:v>-0.1</c:v>
                </c:pt>
                <c:pt idx="3028">
                  <c:v>-0.1</c:v>
                </c:pt>
                <c:pt idx="3029">
                  <c:v>-0.1</c:v>
                </c:pt>
                <c:pt idx="3030">
                  <c:v>-0.1</c:v>
                </c:pt>
                <c:pt idx="3031">
                  <c:v>-0.1</c:v>
                </c:pt>
                <c:pt idx="3032">
                  <c:v>-0.1</c:v>
                </c:pt>
                <c:pt idx="3033">
                  <c:v>-0.1</c:v>
                </c:pt>
                <c:pt idx="3034">
                  <c:v>-0.1</c:v>
                </c:pt>
                <c:pt idx="3035">
                  <c:v>-0.1</c:v>
                </c:pt>
                <c:pt idx="3036">
                  <c:v>-0.1</c:v>
                </c:pt>
                <c:pt idx="3037">
                  <c:v>-0.1</c:v>
                </c:pt>
                <c:pt idx="3038">
                  <c:v>-0.1</c:v>
                </c:pt>
                <c:pt idx="3039">
                  <c:v>-0.1</c:v>
                </c:pt>
                <c:pt idx="3040">
                  <c:v>-0.1</c:v>
                </c:pt>
                <c:pt idx="3041">
                  <c:v>-0.1</c:v>
                </c:pt>
                <c:pt idx="3042">
                  <c:v>-0.1</c:v>
                </c:pt>
                <c:pt idx="3043">
                  <c:v>-0.1</c:v>
                </c:pt>
                <c:pt idx="3044">
                  <c:v>-0.1</c:v>
                </c:pt>
                <c:pt idx="3045">
                  <c:v>-0.1</c:v>
                </c:pt>
                <c:pt idx="3046">
                  <c:v>-0.1</c:v>
                </c:pt>
                <c:pt idx="3047">
                  <c:v>-0.1</c:v>
                </c:pt>
                <c:pt idx="3048">
                  <c:v>-0.1</c:v>
                </c:pt>
                <c:pt idx="3049">
                  <c:v>-0.1</c:v>
                </c:pt>
                <c:pt idx="3050">
                  <c:v>-0.1</c:v>
                </c:pt>
                <c:pt idx="3051">
                  <c:v>-0.1</c:v>
                </c:pt>
                <c:pt idx="3052">
                  <c:v>-0.1</c:v>
                </c:pt>
                <c:pt idx="3053">
                  <c:v>-0.1</c:v>
                </c:pt>
                <c:pt idx="3054">
                  <c:v>-0.1</c:v>
                </c:pt>
                <c:pt idx="3055">
                  <c:v>-0.1</c:v>
                </c:pt>
                <c:pt idx="3056">
                  <c:v>-0.1</c:v>
                </c:pt>
                <c:pt idx="3057">
                  <c:v>-0.1</c:v>
                </c:pt>
                <c:pt idx="3058">
                  <c:v>-0.1</c:v>
                </c:pt>
                <c:pt idx="3059">
                  <c:v>-0.1</c:v>
                </c:pt>
                <c:pt idx="3060">
                  <c:v>-0.1</c:v>
                </c:pt>
                <c:pt idx="3061">
                  <c:v>-0.1</c:v>
                </c:pt>
                <c:pt idx="3062">
                  <c:v>-0.1</c:v>
                </c:pt>
                <c:pt idx="3063">
                  <c:v>-0.1</c:v>
                </c:pt>
                <c:pt idx="3064">
                  <c:v>-0.1</c:v>
                </c:pt>
                <c:pt idx="3065">
                  <c:v>-0.1</c:v>
                </c:pt>
                <c:pt idx="3066">
                  <c:v>-0.1</c:v>
                </c:pt>
                <c:pt idx="3067">
                  <c:v>-0.1</c:v>
                </c:pt>
                <c:pt idx="3068">
                  <c:v>-0.1</c:v>
                </c:pt>
                <c:pt idx="3069">
                  <c:v>-0.1</c:v>
                </c:pt>
                <c:pt idx="3070">
                  <c:v>-0.1</c:v>
                </c:pt>
                <c:pt idx="3071">
                  <c:v>-0.1</c:v>
                </c:pt>
                <c:pt idx="3072">
                  <c:v>-0.1</c:v>
                </c:pt>
                <c:pt idx="3073">
                  <c:v>-0.1</c:v>
                </c:pt>
                <c:pt idx="3074">
                  <c:v>-0.1</c:v>
                </c:pt>
                <c:pt idx="3075">
                  <c:v>-0.1</c:v>
                </c:pt>
                <c:pt idx="3076">
                  <c:v>-0.1</c:v>
                </c:pt>
                <c:pt idx="3077">
                  <c:v>-0.1</c:v>
                </c:pt>
                <c:pt idx="3078">
                  <c:v>-0.1</c:v>
                </c:pt>
                <c:pt idx="3079">
                  <c:v>-0.1</c:v>
                </c:pt>
                <c:pt idx="3080">
                  <c:v>-0.1</c:v>
                </c:pt>
                <c:pt idx="3081">
                  <c:v>-0.1</c:v>
                </c:pt>
                <c:pt idx="3082">
                  <c:v>-0.1</c:v>
                </c:pt>
                <c:pt idx="3083">
                  <c:v>-0.1</c:v>
                </c:pt>
                <c:pt idx="3084">
                  <c:v>-0.1</c:v>
                </c:pt>
                <c:pt idx="3085">
                  <c:v>-0.1</c:v>
                </c:pt>
                <c:pt idx="3086">
                  <c:v>-0.1</c:v>
                </c:pt>
                <c:pt idx="3087">
                  <c:v>-0.1</c:v>
                </c:pt>
                <c:pt idx="3088">
                  <c:v>-0.1</c:v>
                </c:pt>
                <c:pt idx="3089">
                  <c:v>-0.1</c:v>
                </c:pt>
                <c:pt idx="3090">
                  <c:v>-0.1</c:v>
                </c:pt>
                <c:pt idx="3091">
                  <c:v>-0.1</c:v>
                </c:pt>
                <c:pt idx="3092">
                  <c:v>-0.1</c:v>
                </c:pt>
                <c:pt idx="3093">
                  <c:v>-0.1</c:v>
                </c:pt>
                <c:pt idx="3094">
                  <c:v>-0.1</c:v>
                </c:pt>
                <c:pt idx="3095">
                  <c:v>-0.1</c:v>
                </c:pt>
                <c:pt idx="3096">
                  <c:v>-0.1</c:v>
                </c:pt>
                <c:pt idx="3097">
                  <c:v>-0.1</c:v>
                </c:pt>
                <c:pt idx="3098">
                  <c:v>-0.1</c:v>
                </c:pt>
                <c:pt idx="3099">
                  <c:v>-0.1</c:v>
                </c:pt>
                <c:pt idx="3100">
                  <c:v>-0.1</c:v>
                </c:pt>
                <c:pt idx="3101">
                  <c:v>-0.1</c:v>
                </c:pt>
                <c:pt idx="3102">
                  <c:v>-0.1</c:v>
                </c:pt>
                <c:pt idx="3103">
                  <c:v>-0.1</c:v>
                </c:pt>
                <c:pt idx="3104">
                  <c:v>-0.1</c:v>
                </c:pt>
                <c:pt idx="3105">
                  <c:v>-0.1</c:v>
                </c:pt>
                <c:pt idx="3106">
                  <c:v>-0.1</c:v>
                </c:pt>
                <c:pt idx="3107">
                  <c:v>-0.1</c:v>
                </c:pt>
                <c:pt idx="3108">
                  <c:v>-0.1</c:v>
                </c:pt>
                <c:pt idx="3109">
                  <c:v>-0.1</c:v>
                </c:pt>
                <c:pt idx="3110">
                  <c:v>-0.1</c:v>
                </c:pt>
                <c:pt idx="3111">
                  <c:v>-0.1</c:v>
                </c:pt>
                <c:pt idx="3112">
                  <c:v>-0.1</c:v>
                </c:pt>
                <c:pt idx="3113">
                  <c:v>-0.1</c:v>
                </c:pt>
                <c:pt idx="3114">
                  <c:v>-0.1</c:v>
                </c:pt>
                <c:pt idx="3115">
                  <c:v>-0.1</c:v>
                </c:pt>
                <c:pt idx="3116">
                  <c:v>-0.1</c:v>
                </c:pt>
                <c:pt idx="3117">
                  <c:v>-0.1</c:v>
                </c:pt>
                <c:pt idx="3118">
                  <c:v>-0.1</c:v>
                </c:pt>
                <c:pt idx="3119">
                  <c:v>-0.1</c:v>
                </c:pt>
                <c:pt idx="3120">
                  <c:v>-0.1</c:v>
                </c:pt>
                <c:pt idx="3121">
                  <c:v>-0.1</c:v>
                </c:pt>
                <c:pt idx="3122">
                  <c:v>-0.1</c:v>
                </c:pt>
                <c:pt idx="3123">
                  <c:v>-0.1</c:v>
                </c:pt>
                <c:pt idx="3124">
                  <c:v>-0.1</c:v>
                </c:pt>
                <c:pt idx="3125">
                  <c:v>-0.1</c:v>
                </c:pt>
                <c:pt idx="3126">
                  <c:v>-0.1</c:v>
                </c:pt>
                <c:pt idx="3127">
                  <c:v>-0.1</c:v>
                </c:pt>
                <c:pt idx="3128">
                  <c:v>-0.1</c:v>
                </c:pt>
                <c:pt idx="3129">
                  <c:v>-0.1</c:v>
                </c:pt>
                <c:pt idx="3130">
                  <c:v>-0.1</c:v>
                </c:pt>
                <c:pt idx="3131">
                  <c:v>-0.1</c:v>
                </c:pt>
                <c:pt idx="3132">
                  <c:v>-0.1</c:v>
                </c:pt>
                <c:pt idx="3133">
                  <c:v>-0.1</c:v>
                </c:pt>
                <c:pt idx="3134">
                  <c:v>-0.1</c:v>
                </c:pt>
                <c:pt idx="3135">
                  <c:v>-0.1</c:v>
                </c:pt>
                <c:pt idx="3136">
                  <c:v>-0.1</c:v>
                </c:pt>
                <c:pt idx="3137">
                  <c:v>-0.1</c:v>
                </c:pt>
                <c:pt idx="3138">
                  <c:v>-0.1</c:v>
                </c:pt>
                <c:pt idx="3139">
                  <c:v>-0.1</c:v>
                </c:pt>
                <c:pt idx="3140">
                  <c:v>-0.1</c:v>
                </c:pt>
                <c:pt idx="3141">
                  <c:v>-0.1</c:v>
                </c:pt>
                <c:pt idx="3142">
                  <c:v>-0.1</c:v>
                </c:pt>
                <c:pt idx="3143">
                  <c:v>-0.1</c:v>
                </c:pt>
                <c:pt idx="3144">
                  <c:v>-0.1</c:v>
                </c:pt>
                <c:pt idx="3145">
                  <c:v>-0.1</c:v>
                </c:pt>
                <c:pt idx="3146">
                  <c:v>-0.1</c:v>
                </c:pt>
                <c:pt idx="3147">
                  <c:v>-0.1</c:v>
                </c:pt>
                <c:pt idx="3148">
                  <c:v>-0.1</c:v>
                </c:pt>
                <c:pt idx="3149">
                  <c:v>-0.1</c:v>
                </c:pt>
                <c:pt idx="3150">
                  <c:v>-0.1</c:v>
                </c:pt>
                <c:pt idx="3151">
                  <c:v>-0.1</c:v>
                </c:pt>
                <c:pt idx="3152">
                  <c:v>-0.1</c:v>
                </c:pt>
                <c:pt idx="3153">
                  <c:v>-0.1</c:v>
                </c:pt>
                <c:pt idx="3154">
                  <c:v>-0.1</c:v>
                </c:pt>
                <c:pt idx="3155">
                  <c:v>-0.1</c:v>
                </c:pt>
                <c:pt idx="3156">
                  <c:v>-0.1</c:v>
                </c:pt>
                <c:pt idx="3157">
                  <c:v>-0.1</c:v>
                </c:pt>
                <c:pt idx="3158">
                  <c:v>-0.1</c:v>
                </c:pt>
                <c:pt idx="3159">
                  <c:v>-0.1</c:v>
                </c:pt>
                <c:pt idx="3160">
                  <c:v>-0.1</c:v>
                </c:pt>
                <c:pt idx="3161">
                  <c:v>-0.1</c:v>
                </c:pt>
                <c:pt idx="3162">
                  <c:v>-0.1</c:v>
                </c:pt>
                <c:pt idx="3163">
                  <c:v>-0.1</c:v>
                </c:pt>
                <c:pt idx="3164">
                  <c:v>-0.1</c:v>
                </c:pt>
                <c:pt idx="3165">
                  <c:v>-0.1</c:v>
                </c:pt>
                <c:pt idx="3166">
                  <c:v>-0.1</c:v>
                </c:pt>
                <c:pt idx="3167">
                  <c:v>-0.1</c:v>
                </c:pt>
                <c:pt idx="3168">
                  <c:v>-0.1</c:v>
                </c:pt>
                <c:pt idx="3169">
                  <c:v>-0.1</c:v>
                </c:pt>
                <c:pt idx="3170">
                  <c:v>-0.1</c:v>
                </c:pt>
                <c:pt idx="3171">
                  <c:v>-0.1</c:v>
                </c:pt>
                <c:pt idx="3172">
                  <c:v>-0.1</c:v>
                </c:pt>
                <c:pt idx="3173">
                  <c:v>-0.1</c:v>
                </c:pt>
                <c:pt idx="3174">
                  <c:v>-0.1</c:v>
                </c:pt>
                <c:pt idx="3175">
                  <c:v>-0.1</c:v>
                </c:pt>
                <c:pt idx="3176">
                  <c:v>-0.1</c:v>
                </c:pt>
                <c:pt idx="3177">
                  <c:v>-0.1</c:v>
                </c:pt>
                <c:pt idx="3178">
                  <c:v>-0.1</c:v>
                </c:pt>
                <c:pt idx="3179">
                  <c:v>-0.1</c:v>
                </c:pt>
                <c:pt idx="3180">
                  <c:v>-0.1</c:v>
                </c:pt>
                <c:pt idx="3181">
                  <c:v>-0.1</c:v>
                </c:pt>
                <c:pt idx="3182">
                  <c:v>-0.1</c:v>
                </c:pt>
                <c:pt idx="3183">
                  <c:v>-0.1</c:v>
                </c:pt>
                <c:pt idx="3184">
                  <c:v>-0.1</c:v>
                </c:pt>
                <c:pt idx="3185">
                  <c:v>-0.1</c:v>
                </c:pt>
                <c:pt idx="3186">
                  <c:v>-0.1</c:v>
                </c:pt>
                <c:pt idx="3187">
                  <c:v>-0.1</c:v>
                </c:pt>
                <c:pt idx="3188">
                  <c:v>-0.1</c:v>
                </c:pt>
                <c:pt idx="3189">
                  <c:v>-0.1</c:v>
                </c:pt>
                <c:pt idx="3190">
                  <c:v>-0.1</c:v>
                </c:pt>
                <c:pt idx="3191">
                  <c:v>-0.1</c:v>
                </c:pt>
                <c:pt idx="3192">
                  <c:v>-0.1</c:v>
                </c:pt>
                <c:pt idx="3193">
                  <c:v>-0.1</c:v>
                </c:pt>
                <c:pt idx="3194">
                  <c:v>-0.1</c:v>
                </c:pt>
                <c:pt idx="3195">
                  <c:v>-0.1</c:v>
                </c:pt>
                <c:pt idx="3196">
                  <c:v>-0.1</c:v>
                </c:pt>
                <c:pt idx="3197">
                  <c:v>-0.1</c:v>
                </c:pt>
                <c:pt idx="3198">
                  <c:v>-0.1</c:v>
                </c:pt>
                <c:pt idx="3199">
                  <c:v>-0.1</c:v>
                </c:pt>
                <c:pt idx="3200">
                  <c:v>-0.1</c:v>
                </c:pt>
                <c:pt idx="3201">
                  <c:v>-0.1</c:v>
                </c:pt>
                <c:pt idx="3202">
                  <c:v>-0.1</c:v>
                </c:pt>
                <c:pt idx="3203">
                  <c:v>-0.1</c:v>
                </c:pt>
                <c:pt idx="3204">
                  <c:v>-0.1</c:v>
                </c:pt>
                <c:pt idx="3205">
                  <c:v>-0.1</c:v>
                </c:pt>
                <c:pt idx="3206">
                  <c:v>-0.1</c:v>
                </c:pt>
                <c:pt idx="3207">
                  <c:v>-0.1</c:v>
                </c:pt>
                <c:pt idx="3208">
                  <c:v>-0.1</c:v>
                </c:pt>
                <c:pt idx="3209">
                  <c:v>-0.1</c:v>
                </c:pt>
                <c:pt idx="3210">
                  <c:v>-0.1</c:v>
                </c:pt>
                <c:pt idx="3211">
                  <c:v>-0.1</c:v>
                </c:pt>
                <c:pt idx="3212">
                  <c:v>-0.1</c:v>
                </c:pt>
                <c:pt idx="3213">
                  <c:v>-0.1</c:v>
                </c:pt>
                <c:pt idx="3214">
                  <c:v>-0.1</c:v>
                </c:pt>
                <c:pt idx="3215">
                  <c:v>-0.1</c:v>
                </c:pt>
                <c:pt idx="3216">
                  <c:v>-0.1</c:v>
                </c:pt>
                <c:pt idx="3217">
                  <c:v>-0.1</c:v>
                </c:pt>
                <c:pt idx="3218">
                  <c:v>-0.1</c:v>
                </c:pt>
                <c:pt idx="3219">
                  <c:v>-0.1</c:v>
                </c:pt>
                <c:pt idx="3220">
                  <c:v>-0.1</c:v>
                </c:pt>
                <c:pt idx="3221">
                  <c:v>-0.1</c:v>
                </c:pt>
                <c:pt idx="3222">
                  <c:v>-0.1</c:v>
                </c:pt>
                <c:pt idx="3223">
                  <c:v>-0.1</c:v>
                </c:pt>
                <c:pt idx="3224">
                  <c:v>-0.1</c:v>
                </c:pt>
                <c:pt idx="3225">
                  <c:v>-0.1</c:v>
                </c:pt>
                <c:pt idx="3226">
                  <c:v>-0.1</c:v>
                </c:pt>
                <c:pt idx="3227">
                  <c:v>-0.1</c:v>
                </c:pt>
                <c:pt idx="3228">
                  <c:v>-0.1</c:v>
                </c:pt>
                <c:pt idx="3229">
                  <c:v>-0.1</c:v>
                </c:pt>
                <c:pt idx="3230">
                  <c:v>-0.1</c:v>
                </c:pt>
                <c:pt idx="3231">
                  <c:v>-0.1</c:v>
                </c:pt>
                <c:pt idx="3232">
                  <c:v>-0.1</c:v>
                </c:pt>
                <c:pt idx="3233">
                  <c:v>-0.1</c:v>
                </c:pt>
                <c:pt idx="3234">
                  <c:v>-0.1</c:v>
                </c:pt>
                <c:pt idx="3235">
                  <c:v>-0.1</c:v>
                </c:pt>
                <c:pt idx="3236">
                  <c:v>-0.1</c:v>
                </c:pt>
                <c:pt idx="3237">
                  <c:v>-0.1</c:v>
                </c:pt>
                <c:pt idx="3238">
                  <c:v>-0.1</c:v>
                </c:pt>
                <c:pt idx="3239">
                  <c:v>-0.1</c:v>
                </c:pt>
                <c:pt idx="3240">
                  <c:v>-0.1</c:v>
                </c:pt>
                <c:pt idx="3241">
                  <c:v>-0.1</c:v>
                </c:pt>
                <c:pt idx="3242">
                  <c:v>-0.1</c:v>
                </c:pt>
                <c:pt idx="3243">
                  <c:v>-0.1</c:v>
                </c:pt>
                <c:pt idx="3244">
                  <c:v>-0.1</c:v>
                </c:pt>
                <c:pt idx="3245">
                  <c:v>-0.1</c:v>
                </c:pt>
                <c:pt idx="3246">
                  <c:v>-0.1</c:v>
                </c:pt>
                <c:pt idx="3247">
                  <c:v>-0.1</c:v>
                </c:pt>
                <c:pt idx="3248">
                  <c:v>-0.1</c:v>
                </c:pt>
                <c:pt idx="3249">
                  <c:v>-0.1</c:v>
                </c:pt>
                <c:pt idx="3250">
                  <c:v>-0.1</c:v>
                </c:pt>
                <c:pt idx="3251">
                  <c:v>-0.1</c:v>
                </c:pt>
                <c:pt idx="3252">
                  <c:v>-0.1</c:v>
                </c:pt>
                <c:pt idx="3253">
                  <c:v>-0.1</c:v>
                </c:pt>
                <c:pt idx="3254">
                  <c:v>-0.1</c:v>
                </c:pt>
                <c:pt idx="3255">
                  <c:v>-0.1</c:v>
                </c:pt>
                <c:pt idx="3256">
                  <c:v>-0.1</c:v>
                </c:pt>
                <c:pt idx="3257">
                  <c:v>-0.1</c:v>
                </c:pt>
                <c:pt idx="3258">
                  <c:v>-0.1</c:v>
                </c:pt>
                <c:pt idx="3259">
                  <c:v>-0.1</c:v>
                </c:pt>
                <c:pt idx="3260">
                  <c:v>-0.1</c:v>
                </c:pt>
                <c:pt idx="3261">
                  <c:v>-0.1</c:v>
                </c:pt>
                <c:pt idx="3262">
                  <c:v>-0.1</c:v>
                </c:pt>
                <c:pt idx="3263">
                  <c:v>-0.1</c:v>
                </c:pt>
                <c:pt idx="3264">
                  <c:v>-0.1</c:v>
                </c:pt>
                <c:pt idx="3265">
                  <c:v>-0.1</c:v>
                </c:pt>
                <c:pt idx="3266">
                  <c:v>-0.1</c:v>
                </c:pt>
                <c:pt idx="3267">
                  <c:v>-0.1</c:v>
                </c:pt>
                <c:pt idx="3268">
                  <c:v>-0.1</c:v>
                </c:pt>
                <c:pt idx="3269">
                  <c:v>-0.1</c:v>
                </c:pt>
                <c:pt idx="3270">
                  <c:v>-0.1</c:v>
                </c:pt>
                <c:pt idx="3271">
                  <c:v>-0.1</c:v>
                </c:pt>
                <c:pt idx="3272">
                  <c:v>-0.1</c:v>
                </c:pt>
                <c:pt idx="3273">
                  <c:v>-0.1</c:v>
                </c:pt>
                <c:pt idx="3274">
                  <c:v>-0.1</c:v>
                </c:pt>
                <c:pt idx="3275">
                  <c:v>-0.1</c:v>
                </c:pt>
                <c:pt idx="3276">
                  <c:v>-0.1</c:v>
                </c:pt>
                <c:pt idx="3277">
                  <c:v>-0.1</c:v>
                </c:pt>
                <c:pt idx="3278">
                  <c:v>-0.1</c:v>
                </c:pt>
                <c:pt idx="3279">
                  <c:v>-0.1</c:v>
                </c:pt>
                <c:pt idx="3280">
                  <c:v>-0.1</c:v>
                </c:pt>
                <c:pt idx="3281">
                  <c:v>-0.1</c:v>
                </c:pt>
                <c:pt idx="3282">
                  <c:v>-0.1</c:v>
                </c:pt>
                <c:pt idx="3283">
                  <c:v>-0.1</c:v>
                </c:pt>
                <c:pt idx="3284">
                  <c:v>-0.1</c:v>
                </c:pt>
                <c:pt idx="3285">
                  <c:v>-0.1</c:v>
                </c:pt>
                <c:pt idx="3286">
                  <c:v>-0.1</c:v>
                </c:pt>
                <c:pt idx="3287">
                  <c:v>-0.1</c:v>
                </c:pt>
                <c:pt idx="3288">
                  <c:v>-0.1</c:v>
                </c:pt>
                <c:pt idx="3289">
                  <c:v>-0.1</c:v>
                </c:pt>
                <c:pt idx="3290">
                  <c:v>-0.1</c:v>
                </c:pt>
                <c:pt idx="3291">
                  <c:v>-0.1</c:v>
                </c:pt>
                <c:pt idx="3292">
                  <c:v>-0.1</c:v>
                </c:pt>
                <c:pt idx="3293">
                  <c:v>-0.1</c:v>
                </c:pt>
                <c:pt idx="3294">
                  <c:v>-0.1</c:v>
                </c:pt>
                <c:pt idx="3295">
                  <c:v>-0.1</c:v>
                </c:pt>
                <c:pt idx="3296">
                  <c:v>-0.1</c:v>
                </c:pt>
                <c:pt idx="3297">
                  <c:v>-0.1</c:v>
                </c:pt>
                <c:pt idx="3298">
                  <c:v>-0.1</c:v>
                </c:pt>
                <c:pt idx="3299">
                  <c:v>-0.1</c:v>
                </c:pt>
                <c:pt idx="3300">
                  <c:v>-0.1</c:v>
                </c:pt>
                <c:pt idx="3301">
                  <c:v>-0.1</c:v>
                </c:pt>
                <c:pt idx="3302">
                  <c:v>-0.1</c:v>
                </c:pt>
                <c:pt idx="3303">
                  <c:v>-0.1</c:v>
                </c:pt>
                <c:pt idx="3304">
                  <c:v>-0.1</c:v>
                </c:pt>
                <c:pt idx="3305">
                  <c:v>-0.1</c:v>
                </c:pt>
                <c:pt idx="3306">
                  <c:v>-0.1</c:v>
                </c:pt>
                <c:pt idx="3307">
                  <c:v>-0.1</c:v>
                </c:pt>
                <c:pt idx="3308">
                  <c:v>-0.1</c:v>
                </c:pt>
                <c:pt idx="3309">
                  <c:v>-0.1</c:v>
                </c:pt>
                <c:pt idx="3310">
                  <c:v>-0.1</c:v>
                </c:pt>
                <c:pt idx="3311">
                  <c:v>-0.1</c:v>
                </c:pt>
                <c:pt idx="3312">
                  <c:v>-0.1</c:v>
                </c:pt>
                <c:pt idx="3313">
                  <c:v>-0.1</c:v>
                </c:pt>
                <c:pt idx="3314">
                  <c:v>-0.1</c:v>
                </c:pt>
                <c:pt idx="3315">
                  <c:v>-0.1</c:v>
                </c:pt>
                <c:pt idx="3316">
                  <c:v>-0.1</c:v>
                </c:pt>
                <c:pt idx="3317">
                  <c:v>-0.1</c:v>
                </c:pt>
                <c:pt idx="3318">
                  <c:v>-0.1</c:v>
                </c:pt>
                <c:pt idx="3319">
                  <c:v>-0.1</c:v>
                </c:pt>
                <c:pt idx="3320">
                  <c:v>-0.1</c:v>
                </c:pt>
                <c:pt idx="3321">
                  <c:v>-0.1</c:v>
                </c:pt>
                <c:pt idx="3322">
                  <c:v>-0.1</c:v>
                </c:pt>
                <c:pt idx="3323">
                  <c:v>-0.1</c:v>
                </c:pt>
                <c:pt idx="3324">
                  <c:v>-0.1</c:v>
                </c:pt>
                <c:pt idx="3325">
                  <c:v>-0.1</c:v>
                </c:pt>
                <c:pt idx="3326">
                  <c:v>-0.1</c:v>
                </c:pt>
                <c:pt idx="3327">
                  <c:v>-0.1</c:v>
                </c:pt>
                <c:pt idx="3328">
                  <c:v>-0.1</c:v>
                </c:pt>
                <c:pt idx="3329">
                  <c:v>-0.1</c:v>
                </c:pt>
                <c:pt idx="3330">
                  <c:v>-0.1</c:v>
                </c:pt>
                <c:pt idx="3331">
                  <c:v>-0.1</c:v>
                </c:pt>
                <c:pt idx="3332">
                  <c:v>-0.1</c:v>
                </c:pt>
                <c:pt idx="3333">
                  <c:v>-0.1</c:v>
                </c:pt>
                <c:pt idx="3334">
                  <c:v>-0.1</c:v>
                </c:pt>
                <c:pt idx="3335">
                  <c:v>-0.1</c:v>
                </c:pt>
                <c:pt idx="3336">
                  <c:v>-0.1</c:v>
                </c:pt>
                <c:pt idx="3337">
                  <c:v>-0.1</c:v>
                </c:pt>
                <c:pt idx="3338">
                  <c:v>-0.1</c:v>
                </c:pt>
                <c:pt idx="3339">
                  <c:v>-0.1</c:v>
                </c:pt>
                <c:pt idx="3340">
                  <c:v>-0.1</c:v>
                </c:pt>
                <c:pt idx="3341">
                  <c:v>-0.1</c:v>
                </c:pt>
                <c:pt idx="3342">
                  <c:v>-0.1</c:v>
                </c:pt>
                <c:pt idx="3343">
                  <c:v>-0.1</c:v>
                </c:pt>
                <c:pt idx="3344">
                  <c:v>-0.1</c:v>
                </c:pt>
                <c:pt idx="3345">
                  <c:v>-0.1</c:v>
                </c:pt>
                <c:pt idx="3346">
                  <c:v>-0.1</c:v>
                </c:pt>
                <c:pt idx="3347">
                  <c:v>-0.1</c:v>
                </c:pt>
                <c:pt idx="3348">
                  <c:v>-0.1</c:v>
                </c:pt>
                <c:pt idx="3349">
                  <c:v>-0.1</c:v>
                </c:pt>
                <c:pt idx="3350">
                  <c:v>-0.1</c:v>
                </c:pt>
                <c:pt idx="3351">
                  <c:v>-0.1</c:v>
                </c:pt>
                <c:pt idx="3352">
                  <c:v>-0.1</c:v>
                </c:pt>
                <c:pt idx="3353">
                  <c:v>-0.1</c:v>
                </c:pt>
                <c:pt idx="3354">
                  <c:v>-0.1</c:v>
                </c:pt>
                <c:pt idx="3355">
                  <c:v>-0.1</c:v>
                </c:pt>
                <c:pt idx="3356">
                  <c:v>-0.1</c:v>
                </c:pt>
                <c:pt idx="3357">
                  <c:v>-0.1</c:v>
                </c:pt>
                <c:pt idx="3358">
                  <c:v>-0.1</c:v>
                </c:pt>
                <c:pt idx="3359">
                  <c:v>-0.1</c:v>
                </c:pt>
                <c:pt idx="3360">
                  <c:v>-0.1</c:v>
                </c:pt>
                <c:pt idx="3361">
                  <c:v>-0.1</c:v>
                </c:pt>
                <c:pt idx="3362">
                  <c:v>-0.1</c:v>
                </c:pt>
                <c:pt idx="3363">
                  <c:v>-0.1</c:v>
                </c:pt>
                <c:pt idx="3364">
                  <c:v>-0.1</c:v>
                </c:pt>
                <c:pt idx="3365">
                  <c:v>0.1</c:v>
                </c:pt>
                <c:pt idx="3366">
                  <c:v>0.1</c:v>
                </c:pt>
                <c:pt idx="3367">
                  <c:v>0.1</c:v>
                </c:pt>
                <c:pt idx="3368">
                  <c:v>0.1</c:v>
                </c:pt>
                <c:pt idx="3369">
                  <c:v>0.1</c:v>
                </c:pt>
                <c:pt idx="3370">
                  <c:v>0.1</c:v>
                </c:pt>
                <c:pt idx="3371">
                  <c:v>0.1</c:v>
                </c:pt>
                <c:pt idx="3372">
                  <c:v>0.1</c:v>
                </c:pt>
                <c:pt idx="3373">
                  <c:v>0.1</c:v>
                </c:pt>
                <c:pt idx="3374">
                  <c:v>0.1</c:v>
                </c:pt>
                <c:pt idx="3375">
                  <c:v>0.1</c:v>
                </c:pt>
                <c:pt idx="3376">
                  <c:v>0.1</c:v>
                </c:pt>
                <c:pt idx="3377">
                  <c:v>0.1</c:v>
                </c:pt>
                <c:pt idx="3378">
                  <c:v>0.1</c:v>
                </c:pt>
                <c:pt idx="3379">
                  <c:v>0.1</c:v>
                </c:pt>
                <c:pt idx="3380">
                  <c:v>0.1</c:v>
                </c:pt>
                <c:pt idx="3381">
                  <c:v>0.1</c:v>
                </c:pt>
                <c:pt idx="3382">
                  <c:v>0.1</c:v>
                </c:pt>
                <c:pt idx="3383">
                  <c:v>0.1</c:v>
                </c:pt>
                <c:pt idx="3384">
                  <c:v>0.1</c:v>
                </c:pt>
                <c:pt idx="3385">
                  <c:v>0.1</c:v>
                </c:pt>
                <c:pt idx="3386">
                  <c:v>0.1</c:v>
                </c:pt>
                <c:pt idx="3387">
                  <c:v>0.1</c:v>
                </c:pt>
                <c:pt idx="3388">
                  <c:v>0.1</c:v>
                </c:pt>
                <c:pt idx="3389">
                  <c:v>0.1</c:v>
                </c:pt>
                <c:pt idx="3390">
                  <c:v>0.1</c:v>
                </c:pt>
                <c:pt idx="3391">
                  <c:v>0.1</c:v>
                </c:pt>
                <c:pt idx="3392">
                  <c:v>0.1</c:v>
                </c:pt>
                <c:pt idx="3393">
                  <c:v>0.1</c:v>
                </c:pt>
                <c:pt idx="3394">
                  <c:v>0.1</c:v>
                </c:pt>
                <c:pt idx="3395">
                  <c:v>0.1</c:v>
                </c:pt>
                <c:pt idx="3396">
                  <c:v>0.1</c:v>
                </c:pt>
                <c:pt idx="3397">
                  <c:v>0.1</c:v>
                </c:pt>
                <c:pt idx="3398">
                  <c:v>0.1</c:v>
                </c:pt>
                <c:pt idx="3399">
                  <c:v>0.1</c:v>
                </c:pt>
                <c:pt idx="3400">
                  <c:v>0.1</c:v>
                </c:pt>
                <c:pt idx="3401">
                  <c:v>0.1</c:v>
                </c:pt>
                <c:pt idx="3402">
                  <c:v>0.1</c:v>
                </c:pt>
                <c:pt idx="3403">
                  <c:v>0.1</c:v>
                </c:pt>
                <c:pt idx="3404">
                  <c:v>0.1</c:v>
                </c:pt>
                <c:pt idx="3405">
                  <c:v>0.1</c:v>
                </c:pt>
                <c:pt idx="3406">
                  <c:v>0.1</c:v>
                </c:pt>
                <c:pt idx="3407">
                  <c:v>0.1</c:v>
                </c:pt>
                <c:pt idx="3408">
                  <c:v>0.1</c:v>
                </c:pt>
                <c:pt idx="3409">
                  <c:v>0.1</c:v>
                </c:pt>
                <c:pt idx="3410">
                  <c:v>0.1</c:v>
                </c:pt>
                <c:pt idx="3411">
                  <c:v>0.1</c:v>
                </c:pt>
                <c:pt idx="3412">
                  <c:v>0.1</c:v>
                </c:pt>
                <c:pt idx="3413">
                  <c:v>0.1</c:v>
                </c:pt>
                <c:pt idx="3414">
                  <c:v>0.1</c:v>
                </c:pt>
                <c:pt idx="3415">
                  <c:v>0.1</c:v>
                </c:pt>
                <c:pt idx="3416">
                  <c:v>0.1</c:v>
                </c:pt>
                <c:pt idx="3417">
                  <c:v>0.1</c:v>
                </c:pt>
                <c:pt idx="3418">
                  <c:v>0.1</c:v>
                </c:pt>
                <c:pt idx="3419">
                  <c:v>0.1</c:v>
                </c:pt>
                <c:pt idx="3420">
                  <c:v>0.1</c:v>
                </c:pt>
                <c:pt idx="3421">
                  <c:v>0.1</c:v>
                </c:pt>
                <c:pt idx="3422">
                  <c:v>0.1</c:v>
                </c:pt>
                <c:pt idx="3423">
                  <c:v>0.1</c:v>
                </c:pt>
                <c:pt idx="3424">
                  <c:v>0.1</c:v>
                </c:pt>
                <c:pt idx="3425">
                  <c:v>0.1</c:v>
                </c:pt>
                <c:pt idx="3426">
                  <c:v>0.1</c:v>
                </c:pt>
                <c:pt idx="3427">
                  <c:v>0.1</c:v>
                </c:pt>
                <c:pt idx="3428">
                  <c:v>0.1</c:v>
                </c:pt>
                <c:pt idx="3429">
                  <c:v>0.1</c:v>
                </c:pt>
                <c:pt idx="3430">
                  <c:v>0.1</c:v>
                </c:pt>
                <c:pt idx="3431">
                  <c:v>0.1</c:v>
                </c:pt>
                <c:pt idx="3432">
                  <c:v>0.1</c:v>
                </c:pt>
                <c:pt idx="3433">
                  <c:v>0.1</c:v>
                </c:pt>
                <c:pt idx="3434">
                  <c:v>0.1</c:v>
                </c:pt>
                <c:pt idx="3435">
                  <c:v>0.1</c:v>
                </c:pt>
                <c:pt idx="3436">
                  <c:v>0.1</c:v>
                </c:pt>
                <c:pt idx="3437">
                  <c:v>0.1</c:v>
                </c:pt>
                <c:pt idx="3438">
                  <c:v>0.1</c:v>
                </c:pt>
                <c:pt idx="3439">
                  <c:v>0.1</c:v>
                </c:pt>
                <c:pt idx="3440">
                  <c:v>0.1</c:v>
                </c:pt>
                <c:pt idx="3441">
                  <c:v>0.1</c:v>
                </c:pt>
                <c:pt idx="3442">
                  <c:v>0.1</c:v>
                </c:pt>
                <c:pt idx="3443">
                  <c:v>0.1</c:v>
                </c:pt>
                <c:pt idx="3444">
                  <c:v>0.1</c:v>
                </c:pt>
                <c:pt idx="3445">
                  <c:v>0.1</c:v>
                </c:pt>
                <c:pt idx="3446">
                  <c:v>0.1</c:v>
                </c:pt>
                <c:pt idx="3447">
                  <c:v>0.1</c:v>
                </c:pt>
                <c:pt idx="3448">
                  <c:v>0.1</c:v>
                </c:pt>
                <c:pt idx="3449">
                  <c:v>0.1</c:v>
                </c:pt>
                <c:pt idx="3450">
                  <c:v>0.1</c:v>
                </c:pt>
                <c:pt idx="3451">
                  <c:v>0.1</c:v>
                </c:pt>
                <c:pt idx="3452">
                  <c:v>0.1</c:v>
                </c:pt>
                <c:pt idx="3453">
                  <c:v>0.1</c:v>
                </c:pt>
                <c:pt idx="3454">
                  <c:v>0.1</c:v>
                </c:pt>
                <c:pt idx="3455">
                  <c:v>0.1</c:v>
                </c:pt>
                <c:pt idx="3456">
                  <c:v>0.1</c:v>
                </c:pt>
                <c:pt idx="3457">
                  <c:v>0.1</c:v>
                </c:pt>
                <c:pt idx="3458">
                  <c:v>0.1</c:v>
                </c:pt>
                <c:pt idx="3459">
                  <c:v>0.1</c:v>
                </c:pt>
                <c:pt idx="3460">
                  <c:v>0.1</c:v>
                </c:pt>
                <c:pt idx="3461">
                  <c:v>0.1</c:v>
                </c:pt>
                <c:pt idx="3462">
                  <c:v>0.1</c:v>
                </c:pt>
                <c:pt idx="3463">
                  <c:v>0.1</c:v>
                </c:pt>
                <c:pt idx="3464">
                  <c:v>0.1</c:v>
                </c:pt>
                <c:pt idx="3465">
                  <c:v>0.1</c:v>
                </c:pt>
                <c:pt idx="3466">
                  <c:v>0.1</c:v>
                </c:pt>
                <c:pt idx="3467">
                  <c:v>0.1</c:v>
                </c:pt>
                <c:pt idx="3468">
                  <c:v>0.1</c:v>
                </c:pt>
                <c:pt idx="3469">
                  <c:v>0.1</c:v>
                </c:pt>
                <c:pt idx="3470">
                  <c:v>0.1</c:v>
                </c:pt>
                <c:pt idx="3471">
                  <c:v>0.1</c:v>
                </c:pt>
                <c:pt idx="3472">
                  <c:v>0.1</c:v>
                </c:pt>
                <c:pt idx="3473">
                  <c:v>0.1</c:v>
                </c:pt>
                <c:pt idx="3474">
                  <c:v>0.1</c:v>
                </c:pt>
                <c:pt idx="3475">
                  <c:v>0.1</c:v>
                </c:pt>
                <c:pt idx="3476">
                  <c:v>0.1</c:v>
                </c:pt>
                <c:pt idx="3477">
                  <c:v>0.1</c:v>
                </c:pt>
                <c:pt idx="3478">
                  <c:v>0.1</c:v>
                </c:pt>
                <c:pt idx="3479">
                  <c:v>0.1</c:v>
                </c:pt>
                <c:pt idx="3480">
                  <c:v>0.1</c:v>
                </c:pt>
                <c:pt idx="3481">
                  <c:v>0.1</c:v>
                </c:pt>
                <c:pt idx="3482">
                  <c:v>0.1</c:v>
                </c:pt>
                <c:pt idx="3483">
                  <c:v>0.1</c:v>
                </c:pt>
                <c:pt idx="3484">
                  <c:v>0.1</c:v>
                </c:pt>
                <c:pt idx="3485">
                  <c:v>0.1</c:v>
                </c:pt>
                <c:pt idx="3486">
                  <c:v>0.1</c:v>
                </c:pt>
                <c:pt idx="3487">
                  <c:v>0.1</c:v>
                </c:pt>
                <c:pt idx="3488">
                  <c:v>0.1</c:v>
                </c:pt>
                <c:pt idx="3489">
                  <c:v>0.1</c:v>
                </c:pt>
                <c:pt idx="3490">
                  <c:v>0.1</c:v>
                </c:pt>
                <c:pt idx="3491">
                  <c:v>0.1</c:v>
                </c:pt>
                <c:pt idx="3492">
                  <c:v>0.1</c:v>
                </c:pt>
                <c:pt idx="3493">
                  <c:v>0.1</c:v>
                </c:pt>
                <c:pt idx="3494">
                  <c:v>0.1</c:v>
                </c:pt>
                <c:pt idx="3495">
                  <c:v>0.1</c:v>
                </c:pt>
                <c:pt idx="3496">
                  <c:v>0.1</c:v>
                </c:pt>
                <c:pt idx="3497">
                  <c:v>0.1</c:v>
                </c:pt>
                <c:pt idx="3498">
                  <c:v>0.1</c:v>
                </c:pt>
                <c:pt idx="3499">
                  <c:v>0.25</c:v>
                </c:pt>
                <c:pt idx="3500">
                  <c:v>0.25</c:v>
                </c:pt>
                <c:pt idx="3501">
                  <c:v>0.25</c:v>
                </c:pt>
                <c:pt idx="3502">
                  <c:v>0.25</c:v>
                </c:pt>
                <c:pt idx="3503">
                  <c:v>0.25</c:v>
                </c:pt>
                <c:pt idx="3504">
                  <c:v>0.25</c:v>
                </c:pt>
                <c:pt idx="3505">
                  <c:v>0.25</c:v>
                </c:pt>
                <c:pt idx="3506">
                  <c:v>0.25</c:v>
                </c:pt>
                <c:pt idx="3507">
                  <c:v>0.25</c:v>
                </c:pt>
                <c:pt idx="3508">
                  <c:v>0.25</c:v>
                </c:pt>
                <c:pt idx="3509">
                  <c:v>0.25</c:v>
                </c:pt>
                <c:pt idx="3510">
                  <c:v>0.25</c:v>
                </c:pt>
                <c:pt idx="3511">
                  <c:v>0.25</c:v>
                </c:pt>
                <c:pt idx="3512">
                  <c:v>0.25</c:v>
                </c:pt>
                <c:pt idx="3513">
                  <c:v>0.25</c:v>
                </c:pt>
                <c:pt idx="3514">
                  <c:v>0.25</c:v>
                </c:pt>
                <c:pt idx="3515">
                  <c:v>0.25</c:v>
                </c:pt>
                <c:pt idx="3516">
                  <c:v>0.25</c:v>
                </c:pt>
                <c:pt idx="3517">
                  <c:v>0.25</c:v>
                </c:pt>
                <c:pt idx="3518">
                  <c:v>0.25</c:v>
                </c:pt>
                <c:pt idx="3519">
                  <c:v>0.25</c:v>
                </c:pt>
                <c:pt idx="3520">
                  <c:v>0.25</c:v>
                </c:pt>
                <c:pt idx="3521">
                  <c:v>0.25</c:v>
                </c:pt>
                <c:pt idx="3522">
                  <c:v>0.25</c:v>
                </c:pt>
                <c:pt idx="3523">
                  <c:v>0.25</c:v>
                </c:pt>
                <c:pt idx="3524">
                  <c:v>0.25</c:v>
                </c:pt>
                <c:pt idx="3525">
                  <c:v>0.25</c:v>
                </c:pt>
                <c:pt idx="3526">
                  <c:v>0.25</c:v>
                </c:pt>
                <c:pt idx="3527">
                  <c:v>0.25</c:v>
                </c:pt>
                <c:pt idx="3528">
                  <c:v>0.25</c:v>
                </c:pt>
                <c:pt idx="3529">
                  <c:v>0.25</c:v>
                </c:pt>
                <c:pt idx="3530">
                  <c:v>0.25</c:v>
                </c:pt>
                <c:pt idx="3531">
                  <c:v>0.25</c:v>
                </c:pt>
                <c:pt idx="3532">
                  <c:v>0.25</c:v>
                </c:pt>
                <c:pt idx="3533">
                  <c:v>0.25</c:v>
                </c:pt>
                <c:pt idx="3534">
                  <c:v>0.25</c:v>
                </c:pt>
                <c:pt idx="3535">
                  <c:v>0.25</c:v>
                </c:pt>
                <c:pt idx="3536">
                  <c:v>0.25</c:v>
                </c:pt>
                <c:pt idx="3537">
                  <c:v>0.25</c:v>
                </c:pt>
                <c:pt idx="3538">
                  <c:v>0.25</c:v>
                </c:pt>
                <c:pt idx="3539">
                  <c:v>0.25</c:v>
                </c:pt>
                <c:pt idx="3540">
                  <c:v>0.25</c:v>
                </c:pt>
                <c:pt idx="3541">
                  <c:v>0.25</c:v>
                </c:pt>
                <c:pt idx="3542">
                  <c:v>0.25</c:v>
                </c:pt>
                <c:pt idx="3543">
                  <c:v>0.25</c:v>
                </c:pt>
                <c:pt idx="3544">
                  <c:v>0.25</c:v>
                </c:pt>
                <c:pt idx="3545">
                  <c:v>0.25</c:v>
                </c:pt>
                <c:pt idx="3546">
                  <c:v>0.25</c:v>
                </c:pt>
                <c:pt idx="3547">
                  <c:v>0.25</c:v>
                </c:pt>
                <c:pt idx="3548">
                  <c:v>0.25</c:v>
                </c:pt>
                <c:pt idx="3549">
                  <c:v>0.25</c:v>
                </c:pt>
                <c:pt idx="3550">
                  <c:v>0.25</c:v>
                </c:pt>
                <c:pt idx="3551">
                  <c:v>0.25</c:v>
                </c:pt>
                <c:pt idx="3552">
                  <c:v>0.25</c:v>
                </c:pt>
                <c:pt idx="3553">
                  <c:v>0.25</c:v>
                </c:pt>
                <c:pt idx="3554">
                  <c:v>0.25</c:v>
                </c:pt>
                <c:pt idx="3555">
                  <c:v>0.25</c:v>
                </c:pt>
                <c:pt idx="3556">
                  <c:v>0.25</c:v>
                </c:pt>
                <c:pt idx="3557">
                  <c:v>0.25</c:v>
                </c:pt>
                <c:pt idx="3558">
                  <c:v>0.25</c:v>
                </c:pt>
                <c:pt idx="3559">
                  <c:v>0.25</c:v>
                </c:pt>
                <c:pt idx="3560">
                  <c:v>0.25</c:v>
                </c:pt>
                <c:pt idx="3561">
                  <c:v>0.25</c:v>
                </c:pt>
                <c:pt idx="3562">
                  <c:v>0.25</c:v>
                </c:pt>
                <c:pt idx="3563">
                  <c:v>0.25</c:v>
                </c:pt>
                <c:pt idx="3564">
                  <c:v>0.25</c:v>
                </c:pt>
                <c:pt idx="3565">
                  <c:v>0.25</c:v>
                </c:pt>
                <c:pt idx="3566">
                  <c:v>0.25</c:v>
                </c:pt>
                <c:pt idx="3567">
                  <c:v>0.25</c:v>
                </c:pt>
                <c:pt idx="3568">
                  <c:v>0.25</c:v>
                </c:pt>
                <c:pt idx="3569">
                  <c:v>0.25</c:v>
                </c:pt>
                <c:pt idx="3570">
                  <c:v>0.25</c:v>
                </c:pt>
                <c:pt idx="3571">
                  <c:v>0.25</c:v>
                </c:pt>
                <c:pt idx="3572">
                  <c:v>0.25</c:v>
                </c:pt>
                <c:pt idx="3573">
                  <c:v>0.25</c:v>
                </c:pt>
                <c:pt idx="3574">
                  <c:v>0.25</c:v>
                </c:pt>
                <c:pt idx="3575">
                  <c:v>0.25</c:v>
                </c:pt>
                <c:pt idx="3576">
                  <c:v>0.25</c:v>
                </c:pt>
                <c:pt idx="3577">
                  <c:v>0.25</c:v>
                </c:pt>
                <c:pt idx="3578">
                  <c:v>0.25</c:v>
                </c:pt>
                <c:pt idx="3579">
                  <c:v>0.25</c:v>
                </c:pt>
                <c:pt idx="3580">
                  <c:v>0.25</c:v>
                </c:pt>
                <c:pt idx="3581">
                  <c:v>0.25</c:v>
                </c:pt>
                <c:pt idx="3582">
                  <c:v>0.25</c:v>
                </c:pt>
                <c:pt idx="3583">
                  <c:v>0.25</c:v>
                </c:pt>
                <c:pt idx="3584">
                  <c:v>0.25</c:v>
                </c:pt>
                <c:pt idx="3585">
                  <c:v>0.25</c:v>
                </c:pt>
                <c:pt idx="3586">
                  <c:v>0.25</c:v>
                </c:pt>
                <c:pt idx="3587">
                  <c:v>0.25</c:v>
                </c:pt>
                <c:pt idx="3588">
                  <c:v>0.25</c:v>
                </c:pt>
                <c:pt idx="3589">
                  <c:v>0.25</c:v>
                </c:pt>
                <c:pt idx="3590">
                  <c:v>0.25</c:v>
                </c:pt>
                <c:pt idx="3591">
                  <c:v>0.25</c:v>
                </c:pt>
                <c:pt idx="3592">
                  <c:v>0.25</c:v>
                </c:pt>
                <c:pt idx="3593">
                  <c:v>0.25</c:v>
                </c:pt>
                <c:pt idx="3594">
                  <c:v>0.25</c:v>
                </c:pt>
                <c:pt idx="3595">
                  <c:v>0.25</c:v>
                </c:pt>
                <c:pt idx="3596">
                  <c:v>0.25</c:v>
                </c:pt>
                <c:pt idx="3597">
                  <c:v>0.25</c:v>
                </c:pt>
                <c:pt idx="3598">
                  <c:v>0.25</c:v>
                </c:pt>
                <c:pt idx="3599">
                  <c:v>0.25</c:v>
                </c:pt>
                <c:pt idx="3600">
                  <c:v>0.25</c:v>
                </c:pt>
                <c:pt idx="3601">
                  <c:v>0.25</c:v>
                </c:pt>
                <c:pt idx="3602">
                  <c:v>0.25</c:v>
                </c:pt>
                <c:pt idx="3603">
                  <c:v>0.25</c:v>
                </c:pt>
                <c:pt idx="3604">
                  <c:v>0.25</c:v>
                </c:pt>
                <c:pt idx="3605">
                  <c:v>0.25</c:v>
                </c:pt>
                <c:pt idx="3606">
                  <c:v>0.25</c:v>
                </c:pt>
                <c:pt idx="3607">
                  <c:v>0.25</c:v>
                </c:pt>
                <c:pt idx="3608">
                  <c:v>0.25</c:v>
                </c:pt>
                <c:pt idx="3609">
                  <c:v>0.25</c:v>
                </c:pt>
                <c:pt idx="3610">
                  <c:v>0.25</c:v>
                </c:pt>
                <c:pt idx="3611">
                  <c:v>0.25</c:v>
                </c:pt>
                <c:pt idx="3612">
                  <c:v>0.25</c:v>
                </c:pt>
                <c:pt idx="3613">
                  <c:v>0.25</c:v>
                </c:pt>
                <c:pt idx="3614">
                  <c:v>0.25</c:v>
                </c:pt>
                <c:pt idx="3615">
                  <c:v>0.25</c:v>
                </c:pt>
                <c:pt idx="3616">
                  <c:v>0.25</c:v>
                </c:pt>
                <c:pt idx="3617">
                  <c:v>0.25</c:v>
                </c:pt>
                <c:pt idx="3618">
                  <c:v>0.25</c:v>
                </c:pt>
                <c:pt idx="3619">
                  <c:v>0.25</c:v>
                </c:pt>
                <c:pt idx="3620">
                  <c:v>0.25</c:v>
                </c:pt>
                <c:pt idx="3621">
                  <c:v>0.25</c:v>
                </c:pt>
                <c:pt idx="3622">
                  <c:v>0.25</c:v>
                </c:pt>
                <c:pt idx="3623">
                  <c:v>0.25</c:v>
                </c:pt>
                <c:pt idx="3624">
                  <c:v>0.25</c:v>
                </c:pt>
                <c:pt idx="3625">
                  <c:v>0.25</c:v>
                </c:pt>
                <c:pt idx="3626">
                  <c:v>0.25</c:v>
                </c:pt>
                <c:pt idx="3627">
                  <c:v>0.25</c:v>
                </c:pt>
                <c:pt idx="3628">
                  <c:v>0.25</c:v>
                </c:pt>
                <c:pt idx="3629">
                  <c:v>0.25</c:v>
                </c:pt>
                <c:pt idx="3630">
                  <c:v>0.25</c:v>
                </c:pt>
                <c:pt idx="3631">
                  <c:v>0.25</c:v>
                </c:pt>
                <c:pt idx="3632">
                  <c:v>0.25</c:v>
                </c:pt>
                <c:pt idx="3633">
                  <c:v>0.25</c:v>
                </c:pt>
                <c:pt idx="3634">
                  <c:v>0.25</c:v>
                </c:pt>
                <c:pt idx="3635">
                  <c:v>0.25</c:v>
                </c:pt>
                <c:pt idx="3636">
                  <c:v>0.25</c:v>
                </c:pt>
                <c:pt idx="3637">
                  <c:v>0.25</c:v>
                </c:pt>
                <c:pt idx="3638">
                  <c:v>0.25</c:v>
                </c:pt>
                <c:pt idx="3639">
                  <c:v>0.25</c:v>
                </c:pt>
                <c:pt idx="3640">
                  <c:v>0.25</c:v>
                </c:pt>
                <c:pt idx="3641">
                  <c:v>0.25</c:v>
                </c:pt>
                <c:pt idx="3642">
                  <c:v>0.25</c:v>
                </c:pt>
                <c:pt idx="3643">
                  <c:v>0.25</c:v>
                </c:pt>
                <c:pt idx="3644">
                  <c:v>0.25</c:v>
                </c:pt>
                <c:pt idx="3645">
                  <c:v>0.25</c:v>
                </c:pt>
                <c:pt idx="3646">
                  <c:v>0.25</c:v>
                </c:pt>
                <c:pt idx="3647">
                  <c:v>0.25</c:v>
                </c:pt>
                <c:pt idx="3648">
                  <c:v>0.25</c:v>
                </c:pt>
                <c:pt idx="3649">
                  <c:v>0.25</c:v>
                </c:pt>
                <c:pt idx="3650">
                  <c:v>0.25</c:v>
                </c:pt>
                <c:pt idx="3651">
                  <c:v>0.25</c:v>
                </c:pt>
                <c:pt idx="3652">
                  <c:v>0.25</c:v>
                </c:pt>
                <c:pt idx="3653">
                  <c:v>0.25</c:v>
                </c:pt>
                <c:pt idx="3654">
                  <c:v>0.25</c:v>
                </c:pt>
                <c:pt idx="3655">
                  <c:v>0.25</c:v>
                </c:pt>
                <c:pt idx="3656">
                  <c:v>0.25</c:v>
                </c:pt>
                <c:pt idx="3657">
                  <c:v>0.25</c:v>
                </c:pt>
                <c:pt idx="3658">
                  <c:v>0.25</c:v>
                </c:pt>
                <c:pt idx="3659">
                  <c:v>0.25</c:v>
                </c:pt>
                <c:pt idx="3660">
                  <c:v>0.25</c:v>
                </c:pt>
                <c:pt idx="3661">
                  <c:v>0.25</c:v>
                </c:pt>
                <c:pt idx="3662">
                  <c:v>0.25</c:v>
                </c:pt>
                <c:pt idx="3663">
                  <c:v>0.25</c:v>
                </c:pt>
                <c:pt idx="3664">
                  <c:v>0.25</c:v>
                </c:pt>
                <c:pt idx="3665">
                  <c:v>0.25</c:v>
                </c:pt>
                <c:pt idx="3666">
                  <c:v>0.25</c:v>
                </c:pt>
                <c:pt idx="3667">
                  <c:v>0.25</c:v>
                </c:pt>
                <c:pt idx="3668">
                  <c:v>0.25</c:v>
                </c:pt>
                <c:pt idx="3669">
                  <c:v>0.25</c:v>
                </c:pt>
                <c:pt idx="3670">
                  <c:v>0.25</c:v>
                </c:pt>
                <c:pt idx="3671">
                  <c:v>0.25</c:v>
                </c:pt>
                <c:pt idx="3672">
                  <c:v>0.25</c:v>
                </c:pt>
                <c:pt idx="3673">
                  <c:v>0.25</c:v>
                </c:pt>
                <c:pt idx="3674">
                  <c:v>0.25</c:v>
                </c:pt>
                <c:pt idx="3675">
                  <c:v>0.25</c:v>
                </c:pt>
                <c:pt idx="3676">
                  <c:v>0.5</c:v>
                </c:pt>
                <c:pt idx="3677">
                  <c:v>0.5</c:v>
                </c:pt>
                <c:pt idx="3678">
                  <c:v>0.5</c:v>
                </c:pt>
                <c:pt idx="3679">
                  <c:v>0.5</c:v>
                </c:pt>
                <c:pt idx="3680">
                  <c:v>0.5</c:v>
                </c:pt>
                <c:pt idx="3681">
                  <c:v>0.5</c:v>
                </c:pt>
                <c:pt idx="3682">
                  <c:v>0.5</c:v>
                </c:pt>
                <c:pt idx="3683">
                  <c:v>0.5</c:v>
                </c:pt>
                <c:pt idx="3684">
                  <c:v>0.5</c:v>
                </c:pt>
                <c:pt idx="3685">
                  <c:v>0.5</c:v>
                </c:pt>
                <c:pt idx="3686">
                  <c:v>0.5</c:v>
                </c:pt>
                <c:pt idx="3687">
                  <c:v>0.5</c:v>
                </c:pt>
                <c:pt idx="3688">
                  <c:v>0.5</c:v>
                </c:pt>
                <c:pt idx="3689">
                  <c:v>0.5</c:v>
                </c:pt>
                <c:pt idx="3690">
                  <c:v>0.5</c:v>
                </c:pt>
                <c:pt idx="3691">
                  <c:v>0.5</c:v>
                </c:pt>
                <c:pt idx="3692">
                  <c:v>0.5</c:v>
                </c:pt>
                <c:pt idx="3693">
                  <c:v>0.5</c:v>
                </c:pt>
                <c:pt idx="3694">
                  <c:v>0.5</c:v>
                </c:pt>
                <c:pt idx="3695">
                  <c:v>0.5</c:v>
                </c:pt>
                <c:pt idx="3696">
                  <c:v>0.5</c:v>
                </c:pt>
                <c:pt idx="3697">
                  <c:v>0.5</c:v>
                </c:pt>
                <c:pt idx="3698">
                  <c:v>0.5</c:v>
                </c:pt>
                <c:pt idx="3699">
                  <c:v>0.5</c:v>
                </c:pt>
                <c:pt idx="3700">
                  <c:v>0.5</c:v>
                </c:pt>
                <c:pt idx="3701">
                  <c:v>0.5</c:v>
                </c:pt>
                <c:pt idx="3702">
                  <c:v>0.5</c:v>
                </c:pt>
                <c:pt idx="3703">
                  <c:v>0.5</c:v>
                </c:pt>
                <c:pt idx="3704">
                  <c:v>0.5</c:v>
                </c:pt>
                <c:pt idx="3705">
                  <c:v>0.5</c:v>
                </c:pt>
                <c:pt idx="3706">
                  <c:v>0.5</c:v>
                </c:pt>
                <c:pt idx="3707">
                  <c:v>0.5</c:v>
                </c:pt>
                <c:pt idx="3708">
                  <c:v>0.5</c:v>
                </c:pt>
                <c:pt idx="3709">
                  <c:v>0.5</c:v>
                </c:pt>
                <c:pt idx="3710">
                  <c:v>0.5</c:v>
                </c:pt>
                <c:pt idx="3711">
                  <c:v>0.5</c:v>
                </c:pt>
                <c:pt idx="3712">
                  <c:v>0.5</c:v>
                </c:pt>
                <c:pt idx="3713">
                  <c:v>0.5</c:v>
                </c:pt>
                <c:pt idx="3714">
                  <c:v>0.5</c:v>
                </c:pt>
                <c:pt idx="3715">
                  <c:v>0.5</c:v>
                </c:pt>
                <c:pt idx="3716">
                  <c:v>0.5</c:v>
                </c:pt>
                <c:pt idx="3717">
                  <c:v>0.5</c:v>
                </c:pt>
                <c:pt idx="3718">
                  <c:v>0.5</c:v>
                </c:pt>
                <c:pt idx="3719">
                  <c:v>0.5</c:v>
                </c:pt>
                <c:pt idx="3720">
                  <c:v>0.5</c:v>
                </c:pt>
                <c:pt idx="3721">
                  <c:v>0.5</c:v>
                </c:pt>
                <c:pt idx="3722">
                  <c:v>0.5</c:v>
                </c:pt>
                <c:pt idx="3723">
                  <c:v>0.5</c:v>
                </c:pt>
                <c:pt idx="3724">
                  <c:v>0.5</c:v>
                </c:pt>
                <c:pt idx="3725">
                  <c:v>0.5</c:v>
                </c:pt>
                <c:pt idx="3726">
                  <c:v>0.5</c:v>
                </c:pt>
                <c:pt idx="3727">
                  <c:v>0.5</c:v>
                </c:pt>
                <c:pt idx="3728">
                  <c:v>0.5</c:v>
                </c:pt>
                <c:pt idx="3729">
                  <c:v>0.5</c:v>
                </c:pt>
                <c:pt idx="3730">
                  <c:v>0.5</c:v>
                </c:pt>
                <c:pt idx="3731">
                  <c:v>0.5</c:v>
                </c:pt>
                <c:pt idx="3732">
                  <c:v>0.5</c:v>
                </c:pt>
                <c:pt idx="3733">
                  <c:v>0.5</c:v>
                </c:pt>
                <c:pt idx="3734">
                  <c:v>0.5</c:v>
                </c:pt>
                <c:pt idx="3735">
                  <c:v>0.5</c:v>
                </c:pt>
                <c:pt idx="3736">
                  <c:v>0.5</c:v>
                </c:pt>
                <c:pt idx="3737">
                  <c:v>0.5</c:v>
                </c:pt>
                <c:pt idx="3738">
                  <c:v>0.5</c:v>
                </c:pt>
                <c:pt idx="3739">
                  <c:v>0.5</c:v>
                </c:pt>
                <c:pt idx="3740">
                  <c:v>0.5</c:v>
                </c:pt>
                <c:pt idx="3741">
                  <c:v>0.5</c:v>
                </c:pt>
                <c:pt idx="3742">
                  <c:v>0.5</c:v>
                </c:pt>
                <c:pt idx="3743">
                  <c:v>0.5</c:v>
                </c:pt>
                <c:pt idx="3744">
                  <c:v>0.5</c:v>
                </c:pt>
                <c:pt idx="3745">
                  <c:v>0.5</c:v>
                </c:pt>
                <c:pt idx="3746">
                  <c:v>0.5</c:v>
                </c:pt>
                <c:pt idx="3747">
                  <c:v>0.5</c:v>
                </c:pt>
                <c:pt idx="3748">
                  <c:v>0.5</c:v>
                </c:pt>
                <c:pt idx="3749">
                  <c:v>0.5</c:v>
                </c:pt>
                <c:pt idx="3750">
                  <c:v>0.5</c:v>
                </c:pt>
                <c:pt idx="3751">
                  <c:v>0.5</c:v>
                </c:pt>
                <c:pt idx="3752">
                  <c:v>0.5</c:v>
                </c:pt>
                <c:pt idx="3753">
                  <c:v>0.5</c:v>
                </c:pt>
                <c:pt idx="3754">
                  <c:v>0.5</c:v>
                </c:pt>
                <c:pt idx="3755">
                  <c:v>0.5</c:v>
                </c:pt>
                <c:pt idx="3756">
                  <c:v>0.5</c:v>
                </c:pt>
                <c:pt idx="3757">
                  <c:v>0.5</c:v>
                </c:pt>
                <c:pt idx="3758">
                  <c:v>0.5</c:v>
                </c:pt>
                <c:pt idx="3759">
                  <c:v>0.5</c:v>
                </c:pt>
                <c:pt idx="3760">
                  <c:v>0.5</c:v>
                </c:pt>
                <c:pt idx="3761">
                  <c:v>0.5</c:v>
                </c:pt>
                <c:pt idx="3762">
                  <c:v>0.5</c:v>
                </c:pt>
                <c:pt idx="3763">
                  <c:v>0.5</c:v>
                </c:pt>
                <c:pt idx="3764">
                  <c:v>0.5</c:v>
                </c:pt>
                <c:pt idx="3765">
                  <c:v>0.5</c:v>
                </c:pt>
                <c:pt idx="3766">
                  <c:v>0.5</c:v>
                </c:pt>
                <c:pt idx="3767">
                  <c:v>0.5</c:v>
                </c:pt>
                <c:pt idx="3768">
                  <c:v>0.5</c:v>
                </c:pt>
                <c:pt idx="3769">
                  <c:v>0.5</c:v>
                </c:pt>
                <c:pt idx="3770">
                  <c:v>0.5</c:v>
                </c:pt>
                <c:pt idx="3771">
                  <c:v>0.5</c:v>
                </c:pt>
                <c:pt idx="3772">
                  <c:v>0.5</c:v>
                </c:pt>
                <c:pt idx="3773">
                  <c:v>0.5</c:v>
                </c:pt>
                <c:pt idx="3774">
                  <c:v>0.5</c:v>
                </c:pt>
                <c:pt idx="3775">
                  <c:v>0.5</c:v>
                </c:pt>
                <c:pt idx="3776">
                  <c:v>0.5</c:v>
                </c:pt>
                <c:pt idx="3777">
                  <c:v>0.5</c:v>
                </c:pt>
                <c:pt idx="3778">
                  <c:v>0.5</c:v>
                </c:pt>
                <c:pt idx="3779">
                  <c:v>0.5</c:v>
                </c:pt>
                <c:pt idx="3780">
                  <c:v>0.5</c:v>
                </c:pt>
                <c:pt idx="3781">
                  <c:v>0.5</c:v>
                </c:pt>
                <c:pt idx="3782">
                  <c:v>0.5</c:v>
                </c:pt>
                <c:pt idx="3783">
                  <c:v>0.5</c:v>
                </c:pt>
                <c:pt idx="3784">
                  <c:v>0.5</c:v>
                </c:pt>
                <c:pt idx="3785">
                  <c:v>0.5</c:v>
                </c:pt>
                <c:pt idx="3786">
                  <c:v>0.5</c:v>
                </c:pt>
                <c:pt idx="3787">
                  <c:v>0.5</c:v>
                </c:pt>
                <c:pt idx="3788">
                  <c:v>0.5</c:v>
                </c:pt>
                <c:pt idx="3789">
                  <c:v>0.5</c:v>
                </c:pt>
                <c:pt idx="3790">
                  <c:v>0.5</c:v>
                </c:pt>
                <c:pt idx="3791">
                  <c:v>0.5</c:v>
                </c:pt>
                <c:pt idx="3792">
                  <c:v>0.5</c:v>
                </c:pt>
                <c:pt idx="3793">
                  <c:v>0.5</c:v>
                </c:pt>
                <c:pt idx="3794">
                  <c:v>0.5</c:v>
                </c:pt>
                <c:pt idx="3795">
                  <c:v>0.5</c:v>
                </c:pt>
                <c:pt idx="3796">
                  <c:v>0.5</c:v>
                </c:pt>
                <c:pt idx="3797">
                  <c:v>0.5</c:v>
                </c:pt>
                <c:pt idx="3798">
                  <c:v>0.5</c:v>
                </c:pt>
                <c:pt idx="3799">
                  <c:v>0.5</c:v>
                </c:pt>
                <c:pt idx="3800">
                  <c:v>0.5</c:v>
                </c:pt>
                <c:pt idx="3801">
                  <c:v>0.5</c:v>
                </c:pt>
                <c:pt idx="3802">
                  <c:v>0.5</c:v>
                </c:pt>
                <c:pt idx="3803">
                  <c:v>0.5</c:v>
                </c:pt>
                <c:pt idx="3804">
                  <c:v>0.5</c:v>
                </c:pt>
                <c:pt idx="3805">
                  <c:v>0.5</c:v>
                </c:pt>
                <c:pt idx="3806">
                  <c:v>0.5</c:v>
                </c:pt>
                <c:pt idx="3807">
                  <c:v>0.5</c:v>
                </c:pt>
                <c:pt idx="3808">
                  <c:v>0.5</c:v>
                </c:pt>
                <c:pt idx="3809">
                  <c:v>0.5</c:v>
                </c:pt>
                <c:pt idx="3810">
                  <c:v>0.5</c:v>
                </c:pt>
                <c:pt idx="3811">
                  <c:v>0.5</c:v>
                </c:pt>
                <c:pt idx="3812">
                  <c:v>0.5</c:v>
                </c:pt>
                <c:pt idx="3813">
                  <c:v>0.5</c:v>
                </c:pt>
                <c:pt idx="3814">
                  <c:v>0.5</c:v>
                </c:pt>
                <c:pt idx="3815">
                  <c:v>0.5</c:v>
                </c:pt>
                <c:pt idx="3816">
                  <c:v>0.5</c:v>
                </c:pt>
                <c:pt idx="3817">
                  <c:v>0.5</c:v>
                </c:pt>
                <c:pt idx="3818">
                  <c:v>0.5</c:v>
                </c:pt>
                <c:pt idx="3819">
                  <c:v>0.5</c:v>
                </c:pt>
                <c:pt idx="3820">
                  <c:v>0.5</c:v>
                </c:pt>
                <c:pt idx="3821">
                  <c:v>0.5</c:v>
                </c:pt>
                <c:pt idx="3822">
                  <c:v>0.5</c:v>
                </c:pt>
                <c:pt idx="3823">
                  <c:v>0.5</c:v>
                </c:pt>
                <c:pt idx="3824">
                  <c:v>0.5</c:v>
                </c:pt>
                <c:pt idx="3825">
                  <c:v>0.5</c:v>
                </c:pt>
                <c:pt idx="3826">
                  <c:v>0.5</c:v>
                </c:pt>
                <c:pt idx="3827">
                  <c:v>0.5</c:v>
                </c:pt>
                <c:pt idx="3828">
                  <c:v>0.5</c:v>
                </c:pt>
                <c:pt idx="3829">
                  <c:v>0.5</c:v>
                </c:pt>
                <c:pt idx="3830">
                  <c:v>0.5</c:v>
                </c:pt>
                <c:pt idx="3831">
                  <c:v>0.5</c:v>
                </c:pt>
                <c:pt idx="3832">
                  <c:v>0.5</c:v>
                </c:pt>
                <c:pt idx="3833">
                  <c:v>0.5</c:v>
                </c:pt>
                <c:pt idx="3834">
                  <c:v>0.5</c:v>
                </c:pt>
                <c:pt idx="3835">
                  <c:v>0.5</c:v>
                </c:pt>
                <c:pt idx="3836">
                  <c:v>0.5</c:v>
                </c:pt>
                <c:pt idx="3837">
                  <c:v>0.5</c:v>
                </c:pt>
                <c:pt idx="3838">
                  <c:v>0.5</c:v>
                </c:pt>
                <c:pt idx="3839">
                  <c:v>0.5</c:v>
                </c:pt>
                <c:pt idx="3840">
                  <c:v>0.5</c:v>
                </c:pt>
                <c:pt idx="3841">
                  <c:v>0.5</c:v>
                </c:pt>
                <c:pt idx="3842">
                  <c:v>0.5</c:v>
                </c:pt>
                <c:pt idx="3843">
                  <c:v>0.5</c:v>
                </c:pt>
                <c:pt idx="3844">
                  <c:v>0.5</c:v>
                </c:pt>
                <c:pt idx="3845">
                  <c:v>0.5</c:v>
                </c:pt>
                <c:pt idx="3846">
                  <c:v>0.5</c:v>
                </c:pt>
                <c:pt idx="3847">
                  <c:v>0.5</c:v>
                </c:pt>
                <c:pt idx="3848">
                  <c:v>0.5</c:v>
                </c:pt>
                <c:pt idx="3849">
                  <c:v>0.5</c:v>
                </c:pt>
                <c:pt idx="3850">
                  <c:v>0.5</c:v>
                </c:pt>
                <c:pt idx="3851">
                  <c:v>0.5</c:v>
                </c:pt>
                <c:pt idx="3852">
                  <c:v>0.5</c:v>
                </c:pt>
                <c:pt idx="3853">
                  <c:v>0.5</c:v>
                </c:pt>
                <c:pt idx="3854">
                  <c:v>0.5</c:v>
                </c:pt>
                <c:pt idx="3855">
                  <c:v>0.5</c:v>
                </c:pt>
                <c:pt idx="3856">
                  <c:v>0.5</c:v>
                </c:pt>
                <c:pt idx="3857">
                  <c:v>0.5</c:v>
                </c:pt>
                <c:pt idx="3858">
                  <c:v>0.5</c:v>
                </c:pt>
                <c:pt idx="3859">
                  <c:v>0.5</c:v>
                </c:pt>
                <c:pt idx="3860">
                  <c:v>0.5</c:v>
                </c:pt>
                <c:pt idx="3861">
                  <c:v>0.5</c:v>
                </c:pt>
                <c:pt idx="3862">
                  <c:v>0.5</c:v>
                </c:pt>
                <c:pt idx="3863">
                  <c:v>0.5</c:v>
                </c:pt>
                <c:pt idx="3864">
                  <c:v>0.5</c:v>
                </c:pt>
                <c:pt idx="3865">
                  <c:v>0.5</c:v>
                </c:pt>
                <c:pt idx="3866">
                  <c:v>0.5</c:v>
                </c:pt>
                <c:pt idx="3867">
                  <c:v>0.5</c:v>
                </c:pt>
                <c:pt idx="3868">
                  <c:v>0.5</c:v>
                </c:pt>
                <c:pt idx="3869">
                  <c:v>0.5</c:v>
                </c:pt>
                <c:pt idx="3870">
                  <c:v>0.5</c:v>
                </c:pt>
                <c:pt idx="3871">
                  <c:v>0.5</c:v>
                </c:pt>
                <c:pt idx="3872">
                  <c:v>0.5</c:v>
                </c:pt>
                <c:pt idx="3873">
                  <c:v>0.5</c:v>
                </c:pt>
                <c:pt idx="3874">
                  <c:v>0.5</c:v>
                </c:pt>
                <c:pt idx="3875">
                  <c:v>0.5</c:v>
                </c:pt>
                <c:pt idx="3876">
                  <c:v>0.5</c:v>
                </c:pt>
                <c:pt idx="3877">
                  <c:v>0.5</c:v>
                </c:pt>
                <c:pt idx="3878">
                  <c:v>0.5</c:v>
                </c:pt>
                <c:pt idx="3879">
                  <c:v>0.5</c:v>
                </c:pt>
                <c:pt idx="3880">
                  <c:v>0.5</c:v>
                </c:pt>
                <c:pt idx="3881">
                  <c:v>0.5</c:v>
                </c:pt>
                <c:pt idx="3882">
                  <c:v>0.5</c:v>
                </c:pt>
                <c:pt idx="3883">
                  <c:v>0.5</c:v>
                </c:pt>
                <c:pt idx="3884">
                  <c:v>0.5</c:v>
                </c:pt>
                <c:pt idx="3885">
                  <c:v>0.5</c:v>
                </c:pt>
                <c:pt idx="3886">
                  <c:v>0.5</c:v>
                </c:pt>
                <c:pt idx="3887">
                  <c:v>0.5</c:v>
                </c:pt>
                <c:pt idx="3888">
                  <c:v>0.5</c:v>
                </c:pt>
                <c:pt idx="3889">
                  <c:v>0.5</c:v>
                </c:pt>
                <c:pt idx="3890">
                  <c:v>0.5</c:v>
                </c:pt>
                <c:pt idx="3891">
                  <c:v>0.5</c:v>
                </c:pt>
                <c:pt idx="3892">
                  <c:v>0.5</c:v>
                </c:pt>
                <c:pt idx="3893">
                  <c:v>0.5</c:v>
                </c:pt>
                <c:pt idx="3894">
                  <c:v>0.5</c:v>
                </c:pt>
                <c:pt idx="3895">
                  <c:v>0.5</c:v>
                </c:pt>
                <c:pt idx="3896">
                  <c:v>0.5</c:v>
                </c:pt>
                <c:pt idx="3897">
                  <c:v>0.5</c:v>
                </c:pt>
                <c:pt idx="3898">
                  <c:v>0.5</c:v>
                </c:pt>
                <c:pt idx="3899">
                  <c:v>0.5</c:v>
                </c:pt>
                <c:pt idx="3900">
                  <c:v>0.5</c:v>
                </c:pt>
                <c:pt idx="3901">
                  <c:v>0.5</c:v>
                </c:pt>
                <c:pt idx="3902">
                  <c:v>0.5</c:v>
                </c:pt>
                <c:pt idx="3903">
                  <c:v>0.5</c:v>
                </c:pt>
                <c:pt idx="3904">
                  <c:v>0.5</c:v>
                </c:pt>
                <c:pt idx="3905">
                  <c:v>0.5</c:v>
                </c:pt>
                <c:pt idx="3906">
                  <c:v>0.5</c:v>
                </c:pt>
                <c:pt idx="3907">
                  <c:v>0.5</c:v>
                </c:pt>
                <c:pt idx="3908">
                  <c:v>0.5</c:v>
                </c:pt>
                <c:pt idx="3909">
                  <c:v>0.5</c:v>
                </c:pt>
                <c:pt idx="3910">
                  <c:v>0.5</c:v>
                </c:pt>
                <c:pt idx="3911">
                  <c:v>0.5</c:v>
                </c:pt>
                <c:pt idx="3912">
                  <c:v>0.5</c:v>
                </c:pt>
                <c:pt idx="3913">
                  <c:v>0.5</c:v>
                </c:pt>
                <c:pt idx="3914">
                  <c:v>0.5</c:v>
                </c:pt>
                <c:pt idx="3915">
                  <c:v>0.5</c:v>
                </c:pt>
                <c:pt idx="3916">
                  <c:v>0.5</c:v>
                </c:pt>
                <c:pt idx="3917">
                  <c:v>0.5</c:v>
                </c:pt>
                <c:pt idx="3918">
                  <c:v>0.5</c:v>
                </c:pt>
                <c:pt idx="3919">
                  <c:v>0.5</c:v>
                </c:pt>
                <c:pt idx="3920">
                  <c:v>0.5</c:v>
                </c:pt>
                <c:pt idx="3921">
                  <c:v>0.5</c:v>
                </c:pt>
                <c:pt idx="3922">
                  <c:v>0.5</c:v>
                </c:pt>
                <c:pt idx="3923">
                  <c:v>0.5</c:v>
                </c:pt>
                <c:pt idx="3924">
                  <c:v>0.5</c:v>
                </c:pt>
                <c:pt idx="3925">
                  <c:v>0.5</c:v>
                </c:pt>
                <c:pt idx="3926">
                  <c:v>0.5</c:v>
                </c:pt>
                <c:pt idx="3927">
                  <c:v>0.5</c:v>
                </c:pt>
                <c:pt idx="3928">
                  <c:v>0.5</c:v>
                </c:pt>
                <c:pt idx="3929">
                  <c:v>0.5</c:v>
                </c:pt>
                <c:pt idx="3930">
                  <c:v>0.5</c:v>
                </c:pt>
                <c:pt idx="3931">
                  <c:v>0.5</c:v>
                </c:pt>
                <c:pt idx="3932">
                  <c:v>0.5</c:v>
                </c:pt>
                <c:pt idx="3933">
                  <c:v>0.5</c:v>
                </c:pt>
                <c:pt idx="3934">
                  <c:v>0.5</c:v>
                </c:pt>
                <c:pt idx="3935">
                  <c:v>0.5</c:v>
                </c:pt>
                <c:pt idx="3936">
                  <c:v>0.5</c:v>
                </c:pt>
                <c:pt idx="3937">
                  <c:v>0.5</c:v>
                </c:pt>
                <c:pt idx="3938">
                  <c:v>0.5</c:v>
                </c:pt>
                <c:pt idx="3939">
                  <c:v>0.5</c:v>
                </c:pt>
                <c:pt idx="3940">
                  <c:v>0.5</c:v>
                </c:pt>
                <c:pt idx="3941">
                  <c:v>0.5</c:v>
                </c:pt>
                <c:pt idx="3942">
                  <c:v>0.5</c:v>
                </c:pt>
                <c:pt idx="3943">
                  <c:v>0.5</c:v>
                </c:pt>
                <c:pt idx="3944">
                  <c:v>0.5</c:v>
                </c:pt>
                <c:pt idx="3945">
                  <c:v>0.5</c:v>
                </c:pt>
                <c:pt idx="3946">
                  <c:v>0.5</c:v>
                </c:pt>
                <c:pt idx="3947">
                  <c:v>0.5</c:v>
                </c:pt>
                <c:pt idx="3948">
                  <c:v>0.5</c:v>
                </c:pt>
                <c:pt idx="3949">
                  <c:v>0.5</c:v>
                </c:pt>
                <c:pt idx="3950">
                  <c:v>0.5</c:v>
                </c:pt>
                <c:pt idx="3951">
                  <c:v>0.5</c:v>
                </c:pt>
                <c:pt idx="3952">
                  <c:v>0.5</c:v>
                </c:pt>
                <c:pt idx="3953">
                  <c:v>0.5</c:v>
                </c:pt>
                <c:pt idx="3954">
                  <c:v>0.5</c:v>
                </c:pt>
                <c:pt idx="3955">
                  <c:v>0.5</c:v>
                </c:pt>
                <c:pt idx="3956">
                  <c:v>0.5</c:v>
                </c:pt>
                <c:pt idx="3957">
                  <c:v>0.5</c:v>
                </c:pt>
                <c:pt idx="3958">
                  <c:v>0.5</c:v>
                </c:pt>
                <c:pt idx="3959">
                  <c:v>0.5</c:v>
                </c:pt>
                <c:pt idx="3960">
                  <c:v>0.5</c:v>
                </c:pt>
                <c:pt idx="3961">
                  <c:v>0.5</c:v>
                </c:pt>
                <c:pt idx="3962">
                  <c:v>0.5</c:v>
                </c:pt>
                <c:pt idx="3963">
                  <c:v>0.5</c:v>
                </c:pt>
                <c:pt idx="3964">
                  <c:v>0.5</c:v>
                </c:pt>
                <c:pt idx="3965">
                  <c:v>0.5</c:v>
                </c:pt>
                <c:pt idx="3966">
                  <c:v>0.5</c:v>
                </c:pt>
                <c:pt idx="3967">
                  <c:v>0.5</c:v>
                </c:pt>
                <c:pt idx="3968">
                  <c:v>0.5</c:v>
                </c:pt>
                <c:pt idx="3969">
                  <c:v>0.5</c:v>
                </c:pt>
                <c:pt idx="3970">
                  <c:v>0.5</c:v>
                </c:pt>
                <c:pt idx="3971">
                  <c:v>0.5</c:v>
                </c:pt>
                <c:pt idx="3972">
                  <c:v>0.5</c:v>
                </c:pt>
                <c:pt idx="3973">
                  <c:v>0.5</c:v>
                </c:pt>
                <c:pt idx="3974">
                  <c:v>0.5</c:v>
                </c:pt>
                <c:pt idx="3975">
                  <c:v>0.5</c:v>
                </c:pt>
                <c:pt idx="3976">
                  <c:v>0.5</c:v>
                </c:pt>
                <c:pt idx="3977">
                  <c:v>0.5</c:v>
                </c:pt>
                <c:pt idx="3978">
                  <c:v>0.5</c:v>
                </c:pt>
                <c:pt idx="3979">
                  <c:v>0.5</c:v>
                </c:pt>
                <c:pt idx="3980">
                  <c:v>0.5</c:v>
                </c:pt>
                <c:pt idx="3981">
                  <c:v>0.5</c:v>
                </c:pt>
                <c:pt idx="3982">
                  <c:v>0.5</c:v>
                </c:pt>
                <c:pt idx="3983">
                  <c:v>0.5</c:v>
                </c:pt>
                <c:pt idx="3984">
                  <c:v>0.5</c:v>
                </c:pt>
                <c:pt idx="3985">
                  <c:v>0.5</c:v>
                </c:pt>
                <c:pt idx="3986">
                  <c:v>0.5</c:v>
                </c:pt>
                <c:pt idx="3987">
                  <c:v>0.5</c:v>
                </c:pt>
                <c:pt idx="3988">
                  <c:v>0.5</c:v>
                </c:pt>
                <c:pt idx="3989">
                  <c:v>0.5</c:v>
                </c:pt>
                <c:pt idx="3990">
                  <c:v>0.5</c:v>
                </c:pt>
                <c:pt idx="3991">
                  <c:v>0.5</c:v>
                </c:pt>
                <c:pt idx="3992">
                  <c:v>0.5</c:v>
                </c:pt>
                <c:pt idx="3993">
                  <c:v>0.5</c:v>
                </c:pt>
                <c:pt idx="3994">
                  <c:v>0.5</c:v>
                </c:pt>
                <c:pt idx="3995">
                  <c:v>0.5</c:v>
                </c:pt>
                <c:pt idx="3996">
                  <c:v>0.5</c:v>
                </c:pt>
                <c:pt idx="3997">
                  <c:v>0.5</c:v>
                </c:pt>
                <c:pt idx="3998">
                  <c:v>0.5</c:v>
                </c:pt>
                <c:pt idx="3999">
                  <c:v>0.5</c:v>
                </c:pt>
                <c:pt idx="4000">
                  <c:v>0.5</c:v>
                </c:pt>
                <c:pt idx="4001">
                  <c:v>0.5</c:v>
                </c:pt>
                <c:pt idx="4002">
                  <c:v>0.5</c:v>
                </c:pt>
                <c:pt idx="4003">
                  <c:v>0.5</c:v>
                </c:pt>
                <c:pt idx="4004">
                  <c:v>0.5</c:v>
                </c:pt>
                <c:pt idx="4005">
                  <c:v>0.75</c:v>
                </c:pt>
                <c:pt idx="4006">
                  <c:v>0.75</c:v>
                </c:pt>
                <c:pt idx="4007">
                  <c:v>0.75</c:v>
                </c:pt>
                <c:pt idx="4008">
                  <c:v>0.75</c:v>
                </c:pt>
                <c:pt idx="4009">
                  <c:v>0.75</c:v>
                </c:pt>
                <c:pt idx="4010">
                  <c:v>0.75</c:v>
                </c:pt>
                <c:pt idx="4011">
                  <c:v>0.75</c:v>
                </c:pt>
                <c:pt idx="4012">
                  <c:v>0.75</c:v>
                </c:pt>
                <c:pt idx="4013">
                  <c:v>0.75</c:v>
                </c:pt>
                <c:pt idx="4014">
                  <c:v>0.75</c:v>
                </c:pt>
                <c:pt idx="4015">
                  <c:v>0.75</c:v>
                </c:pt>
                <c:pt idx="4016">
                  <c:v>0.75</c:v>
                </c:pt>
                <c:pt idx="4017">
                  <c:v>0.75</c:v>
                </c:pt>
                <c:pt idx="4018">
                  <c:v>0.75</c:v>
                </c:pt>
                <c:pt idx="4019">
                  <c:v>0.75</c:v>
                </c:pt>
                <c:pt idx="4020">
                  <c:v>0.75</c:v>
                </c:pt>
                <c:pt idx="4021">
                  <c:v>0.75</c:v>
                </c:pt>
                <c:pt idx="4022">
                  <c:v>0.75</c:v>
                </c:pt>
                <c:pt idx="4023">
                  <c:v>0.75</c:v>
                </c:pt>
                <c:pt idx="4024">
                  <c:v>0.75</c:v>
                </c:pt>
                <c:pt idx="4025">
                  <c:v>0.75</c:v>
                </c:pt>
                <c:pt idx="4026">
                  <c:v>0.75</c:v>
                </c:pt>
                <c:pt idx="4027">
                  <c:v>0.75</c:v>
                </c:pt>
                <c:pt idx="4028">
                  <c:v>0.75</c:v>
                </c:pt>
                <c:pt idx="4029">
                  <c:v>0.75</c:v>
                </c:pt>
                <c:pt idx="4030">
                  <c:v>0.75</c:v>
                </c:pt>
                <c:pt idx="4031">
                  <c:v>0.75</c:v>
                </c:pt>
                <c:pt idx="4032">
                  <c:v>0.75</c:v>
                </c:pt>
                <c:pt idx="4033">
                  <c:v>0.75</c:v>
                </c:pt>
                <c:pt idx="4034">
                  <c:v>0.75</c:v>
                </c:pt>
                <c:pt idx="4035">
                  <c:v>0.75</c:v>
                </c:pt>
                <c:pt idx="4036">
                  <c:v>0.75</c:v>
                </c:pt>
                <c:pt idx="4037">
                  <c:v>0.75</c:v>
                </c:pt>
                <c:pt idx="4038">
                  <c:v>0.75</c:v>
                </c:pt>
                <c:pt idx="4039">
                  <c:v>0.75</c:v>
                </c:pt>
                <c:pt idx="4040">
                  <c:v>0.75</c:v>
                </c:pt>
                <c:pt idx="4041">
                  <c:v>0.75</c:v>
                </c:pt>
                <c:pt idx="4042">
                  <c:v>0.75</c:v>
                </c:pt>
                <c:pt idx="4043">
                  <c:v>0.75</c:v>
                </c:pt>
                <c:pt idx="4044">
                  <c:v>0.75</c:v>
                </c:pt>
                <c:pt idx="4045">
                  <c:v>0.75</c:v>
                </c:pt>
                <c:pt idx="4046">
                  <c:v>0.75</c:v>
                </c:pt>
                <c:pt idx="4047">
                  <c:v>0.75</c:v>
                </c:pt>
                <c:pt idx="4048">
                  <c:v>0.75</c:v>
                </c:pt>
                <c:pt idx="4049">
                  <c:v>0.75</c:v>
                </c:pt>
                <c:pt idx="4050">
                  <c:v>0.75</c:v>
                </c:pt>
                <c:pt idx="4051">
                  <c:v>0.75</c:v>
                </c:pt>
                <c:pt idx="4052">
                  <c:v>0.75</c:v>
                </c:pt>
                <c:pt idx="4053">
                  <c:v>0.75</c:v>
                </c:pt>
                <c:pt idx="4054">
                  <c:v>0.75</c:v>
                </c:pt>
                <c:pt idx="4055">
                  <c:v>0.75</c:v>
                </c:pt>
                <c:pt idx="4056">
                  <c:v>0.75</c:v>
                </c:pt>
                <c:pt idx="4057">
                  <c:v>0.75</c:v>
                </c:pt>
                <c:pt idx="4058">
                  <c:v>0.75</c:v>
                </c:pt>
                <c:pt idx="4059">
                  <c:v>0.75</c:v>
                </c:pt>
                <c:pt idx="4060">
                  <c:v>0.75</c:v>
                </c:pt>
                <c:pt idx="4061">
                  <c:v>0.75</c:v>
                </c:pt>
                <c:pt idx="4062">
                  <c:v>0.75</c:v>
                </c:pt>
                <c:pt idx="4063">
                  <c:v>0.75</c:v>
                </c:pt>
                <c:pt idx="4064">
                  <c:v>0.75</c:v>
                </c:pt>
                <c:pt idx="4065">
                  <c:v>0.75</c:v>
                </c:pt>
                <c:pt idx="4066">
                  <c:v>0.75</c:v>
                </c:pt>
                <c:pt idx="4067">
                  <c:v>0.75</c:v>
                </c:pt>
                <c:pt idx="4068">
                  <c:v>0.75</c:v>
                </c:pt>
                <c:pt idx="4069">
                  <c:v>0.75</c:v>
                </c:pt>
                <c:pt idx="4070">
                  <c:v>0.75</c:v>
                </c:pt>
                <c:pt idx="4071">
                  <c:v>0.75</c:v>
                </c:pt>
                <c:pt idx="4072">
                  <c:v>0.75</c:v>
                </c:pt>
                <c:pt idx="4073">
                  <c:v>0.75</c:v>
                </c:pt>
                <c:pt idx="4074">
                  <c:v>0.75</c:v>
                </c:pt>
                <c:pt idx="4075">
                  <c:v>0.75</c:v>
                </c:pt>
                <c:pt idx="4076">
                  <c:v>0.75</c:v>
                </c:pt>
                <c:pt idx="4077">
                  <c:v>0.75</c:v>
                </c:pt>
                <c:pt idx="4078">
                  <c:v>0.75</c:v>
                </c:pt>
                <c:pt idx="4079">
                  <c:v>0.75</c:v>
                </c:pt>
                <c:pt idx="4080">
                  <c:v>0.75</c:v>
                </c:pt>
                <c:pt idx="4081">
                  <c:v>0.75</c:v>
                </c:pt>
                <c:pt idx="4082">
                  <c:v>0.75</c:v>
                </c:pt>
                <c:pt idx="4083">
                  <c:v>0.75</c:v>
                </c:pt>
                <c:pt idx="4084">
                  <c:v>0.75</c:v>
                </c:pt>
                <c:pt idx="4085">
                  <c:v>0.75</c:v>
                </c:pt>
                <c:pt idx="4086">
                  <c:v>0.75</c:v>
                </c:pt>
                <c:pt idx="4087">
                  <c:v>0.75</c:v>
                </c:pt>
                <c:pt idx="4088">
                  <c:v>0.75</c:v>
                </c:pt>
                <c:pt idx="4089">
                  <c:v>0.75</c:v>
                </c:pt>
                <c:pt idx="4090">
                  <c:v>0.75</c:v>
                </c:pt>
                <c:pt idx="4091">
                  <c:v>0.75</c:v>
                </c:pt>
                <c:pt idx="4092">
                  <c:v>0.75</c:v>
                </c:pt>
                <c:pt idx="4093">
                  <c:v>0.75</c:v>
                </c:pt>
                <c:pt idx="4094">
                  <c:v>0.75</c:v>
                </c:pt>
                <c:pt idx="4095">
                  <c:v>0.75</c:v>
                </c:pt>
                <c:pt idx="4096">
                  <c:v>0.75</c:v>
                </c:pt>
                <c:pt idx="4097">
                  <c:v>0.75</c:v>
                </c:pt>
                <c:pt idx="4098">
                  <c:v>0.75</c:v>
                </c:pt>
                <c:pt idx="4099">
                  <c:v>0.75</c:v>
                </c:pt>
                <c:pt idx="4100">
                  <c:v>0.75</c:v>
                </c:pt>
                <c:pt idx="4101">
                  <c:v>0.75</c:v>
                </c:pt>
                <c:pt idx="4102">
                  <c:v>0.75</c:v>
                </c:pt>
                <c:pt idx="4103">
                  <c:v>0.75</c:v>
                </c:pt>
                <c:pt idx="4104">
                  <c:v>0.75</c:v>
                </c:pt>
                <c:pt idx="4105">
                  <c:v>0.75</c:v>
                </c:pt>
                <c:pt idx="4106">
                  <c:v>0.75</c:v>
                </c:pt>
                <c:pt idx="4107">
                  <c:v>0.75</c:v>
                </c:pt>
                <c:pt idx="4108">
                  <c:v>0.75</c:v>
                </c:pt>
                <c:pt idx="4109">
                  <c:v>0.75</c:v>
                </c:pt>
                <c:pt idx="4110">
                  <c:v>0.75</c:v>
                </c:pt>
                <c:pt idx="4111">
                  <c:v>0.75</c:v>
                </c:pt>
                <c:pt idx="4112">
                  <c:v>0.75</c:v>
                </c:pt>
                <c:pt idx="4113">
                  <c:v>0.75</c:v>
                </c:pt>
                <c:pt idx="4114">
                  <c:v>0.75</c:v>
                </c:pt>
                <c:pt idx="4115">
                  <c:v>0.75</c:v>
                </c:pt>
                <c:pt idx="4116">
                  <c:v>0.75</c:v>
                </c:pt>
                <c:pt idx="4117">
                  <c:v>0.75</c:v>
                </c:pt>
                <c:pt idx="4118">
                  <c:v>0.75</c:v>
                </c:pt>
                <c:pt idx="4119">
                  <c:v>0.75</c:v>
                </c:pt>
                <c:pt idx="4120">
                  <c:v>0.75</c:v>
                </c:pt>
                <c:pt idx="4121">
                  <c:v>0.75</c:v>
                </c:pt>
                <c:pt idx="4122">
                  <c:v>0.75</c:v>
                </c:pt>
                <c:pt idx="4123">
                  <c:v>0.75</c:v>
                </c:pt>
                <c:pt idx="4124">
                  <c:v>0.75</c:v>
                </c:pt>
                <c:pt idx="4125">
                  <c:v>0.75</c:v>
                </c:pt>
                <c:pt idx="4126">
                  <c:v>0.75</c:v>
                </c:pt>
                <c:pt idx="4127">
                  <c:v>0.75</c:v>
                </c:pt>
                <c:pt idx="4128">
                  <c:v>0.75</c:v>
                </c:pt>
                <c:pt idx="4129">
                  <c:v>0.75</c:v>
                </c:pt>
                <c:pt idx="4130">
                  <c:v>0.75</c:v>
                </c:pt>
                <c:pt idx="4131">
                  <c:v>0.75</c:v>
                </c:pt>
                <c:pt idx="4132">
                  <c:v>0.75</c:v>
                </c:pt>
                <c:pt idx="4133">
                  <c:v>0.75</c:v>
                </c:pt>
                <c:pt idx="4134">
                  <c:v>0.75</c:v>
                </c:pt>
                <c:pt idx="4135">
                  <c:v>0.75</c:v>
                </c:pt>
                <c:pt idx="4136">
                  <c:v>0.75</c:v>
                </c:pt>
                <c:pt idx="4137">
                  <c:v>0.75</c:v>
                </c:pt>
                <c:pt idx="4138">
                  <c:v>0.75</c:v>
                </c:pt>
                <c:pt idx="4139">
                  <c:v>0.75</c:v>
                </c:pt>
                <c:pt idx="4140">
                  <c:v>0.75</c:v>
                </c:pt>
                <c:pt idx="4141">
                  <c:v>0.75</c:v>
                </c:pt>
                <c:pt idx="4142">
                  <c:v>0.75</c:v>
                </c:pt>
                <c:pt idx="4143">
                  <c:v>0.75</c:v>
                </c:pt>
                <c:pt idx="4144">
                  <c:v>0.75</c:v>
                </c:pt>
                <c:pt idx="4145">
                  <c:v>0.75</c:v>
                </c:pt>
                <c:pt idx="4146">
                  <c:v>0.75</c:v>
                </c:pt>
                <c:pt idx="4147">
                  <c:v>0.75</c:v>
                </c:pt>
                <c:pt idx="4148">
                  <c:v>0.75</c:v>
                </c:pt>
                <c:pt idx="4149">
                  <c:v>0.75</c:v>
                </c:pt>
                <c:pt idx="4150">
                  <c:v>0.75</c:v>
                </c:pt>
                <c:pt idx="4151">
                  <c:v>0.75</c:v>
                </c:pt>
                <c:pt idx="4152">
                  <c:v>0.75</c:v>
                </c:pt>
                <c:pt idx="4153">
                  <c:v>0.75</c:v>
                </c:pt>
                <c:pt idx="4154">
                  <c:v>0.75</c:v>
                </c:pt>
                <c:pt idx="4155">
                  <c:v>0.75</c:v>
                </c:pt>
                <c:pt idx="4156">
                  <c:v>0.75</c:v>
                </c:pt>
                <c:pt idx="4157">
                  <c:v>0.75</c:v>
                </c:pt>
                <c:pt idx="4158">
                  <c:v>0.75</c:v>
                </c:pt>
                <c:pt idx="4159">
                  <c:v>0.75</c:v>
                </c:pt>
                <c:pt idx="4160">
                  <c:v>0.75</c:v>
                </c:pt>
                <c:pt idx="4161">
                  <c:v>0.75</c:v>
                </c:pt>
                <c:pt idx="4162">
                  <c:v>0.75</c:v>
                </c:pt>
                <c:pt idx="4163">
                  <c:v>0.75</c:v>
                </c:pt>
                <c:pt idx="4164">
                  <c:v>0.75</c:v>
                </c:pt>
                <c:pt idx="4165">
                  <c:v>0.75</c:v>
                </c:pt>
                <c:pt idx="4166">
                  <c:v>0.75</c:v>
                </c:pt>
                <c:pt idx="4167">
                  <c:v>0.75</c:v>
                </c:pt>
                <c:pt idx="4168">
                  <c:v>0.75</c:v>
                </c:pt>
                <c:pt idx="4169">
                  <c:v>0.75</c:v>
                </c:pt>
                <c:pt idx="4170">
                  <c:v>0.75</c:v>
                </c:pt>
                <c:pt idx="4171">
                  <c:v>0.75</c:v>
                </c:pt>
                <c:pt idx="4172">
                  <c:v>0.75</c:v>
                </c:pt>
                <c:pt idx="4173">
                  <c:v>0.75</c:v>
                </c:pt>
                <c:pt idx="4174">
                  <c:v>0.75</c:v>
                </c:pt>
                <c:pt idx="4175">
                  <c:v>0.75</c:v>
                </c:pt>
                <c:pt idx="4176">
                  <c:v>0.75</c:v>
                </c:pt>
                <c:pt idx="4177">
                  <c:v>0.75</c:v>
                </c:pt>
                <c:pt idx="4178">
                  <c:v>0.75</c:v>
                </c:pt>
                <c:pt idx="4179">
                  <c:v>0.75</c:v>
                </c:pt>
                <c:pt idx="4180">
                  <c:v>0.75</c:v>
                </c:pt>
                <c:pt idx="4181">
                  <c:v>0.75</c:v>
                </c:pt>
                <c:pt idx="4182">
                  <c:v>0.75</c:v>
                </c:pt>
                <c:pt idx="4183">
                  <c:v>0.75</c:v>
                </c:pt>
                <c:pt idx="4184">
                  <c:v>1</c:v>
                </c:pt>
                <c:pt idx="4185">
                  <c:v>1</c:v>
                </c:pt>
                <c:pt idx="4186">
                  <c:v>1</c:v>
                </c:pt>
                <c:pt idx="4187">
                  <c:v>1</c:v>
                </c:pt>
                <c:pt idx="4188">
                  <c:v>1</c:v>
                </c:pt>
                <c:pt idx="4189">
                  <c:v>1</c:v>
                </c:pt>
                <c:pt idx="4190">
                  <c:v>1</c:v>
                </c:pt>
                <c:pt idx="4191">
                  <c:v>1</c:v>
                </c:pt>
                <c:pt idx="4192">
                  <c:v>1</c:v>
                </c:pt>
                <c:pt idx="4193">
                  <c:v>1</c:v>
                </c:pt>
                <c:pt idx="4194">
                  <c:v>1</c:v>
                </c:pt>
                <c:pt idx="4195">
                  <c:v>1</c:v>
                </c:pt>
                <c:pt idx="4196">
                  <c:v>1</c:v>
                </c:pt>
                <c:pt idx="4197">
                  <c:v>1</c:v>
                </c:pt>
                <c:pt idx="4198">
                  <c:v>1</c:v>
                </c:pt>
                <c:pt idx="4199">
                  <c:v>1</c:v>
                </c:pt>
                <c:pt idx="4200">
                  <c:v>1</c:v>
                </c:pt>
                <c:pt idx="4201">
                  <c:v>1</c:v>
                </c:pt>
                <c:pt idx="4202">
                  <c:v>1</c:v>
                </c:pt>
                <c:pt idx="4203">
                  <c:v>1</c:v>
                </c:pt>
                <c:pt idx="4204">
                  <c:v>1</c:v>
                </c:pt>
                <c:pt idx="4205">
                  <c:v>1</c:v>
                </c:pt>
                <c:pt idx="4206">
                  <c:v>1</c:v>
                </c:pt>
                <c:pt idx="4207">
                  <c:v>1</c:v>
                </c:pt>
                <c:pt idx="4208">
                  <c:v>1</c:v>
                </c:pt>
                <c:pt idx="4209">
                  <c:v>1</c:v>
                </c:pt>
                <c:pt idx="4210">
                  <c:v>1</c:v>
                </c:pt>
                <c:pt idx="4211">
                  <c:v>1</c:v>
                </c:pt>
                <c:pt idx="4212">
                  <c:v>1</c:v>
                </c:pt>
                <c:pt idx="4213">
                  <c:v>1</c:v>
                </c:pt>
                <c:pt idx="4214">
                  <c:v>1</c:v>
                </c:pt>
                <c:pt idx="4215">
                  <c:v>1</c:v>
                </c:pt>
                <c:pt idx="4216">
                  <c:v>1</c:v>
                </c:pt>
                <c:pt idx="4217">
                  <c:v>1</c:v>
                </c:pt>
                <c:pt idx="4218">
                  <c:v>1</c:v>
                </c:pt>
                <c:pt idx="4219">
                  <c:v>1</c:v>
                </c:pt>
                <c:pt idx="4220">
                  <c:v>1</c:v>
                </c:pt>
                <c:pt idx="4221">
                  <c:v>1</c:v>
                </c:pt>
                <c:pt idx="4222">
                  <c:v>1</c:v>
                </c:pt>
                <c:pt idx="4223">
                  <c:v>1</c:v>
                </c:pt>
                <c:pt idx="4224">
                  <c:v>1</c:v>
                </c:pt>
                <c:pt idx="4225">
                  <c:v>1</c:v>
                </c:pt>
                <c:pt idx="4226">
                  <c:v>1</c:v>
                </c:pt>
                <c:pt idx="4227">
                  <c:v>1</c:v>
                </c:pt>
                <c:pt idx="4228">
                  <c:v>1</c:v>
                </c:pt>
                <c:pt idx="4229">
                  <c:v>1</c:v>
                </c:pt>
                <c:pt idx="4230">
                  <c:v>1</c:v>
                </c:pt>
                <c:pt idx="4231">
                  <c:v>1</c:v>
                </c:pt>
                <c:pt idx="4232">
                  <c:v>1</c:v>
                </c:pt>
                <c:pt idx="4233">
                  <c:v>1</c:v>
                </c:pt>
                <c:pt idx="4234">
                  <c:v>1</c:v>
                </c:pt>
                <c:pt idx="4235">
                  <c:v>1</c:v>
                </c:pt>
                <c:pt idx="4236">
                  <c:v>1</c:v>
                </c:pt>
                <c:pt idx="4237">
                  <c:v>1</c:v>
                </c:pt>
                <c:pt idx="4238">
                  <c:v>1</c:v>
                </c:pt>
                <c:pt idx="4239">
                  <c:v>1</c:v>
                </c:pt>
                <c:pt idx="4240">
                  <c:v>1</c:v>
                </c:pt>
                <c:pt idx="4241">
                  <c:v>1</c:v>
                </c:pt>
                <c:pt idx="4242">
                  <c:v>1</c:v>
                </c:pt>
                <c:pt idx="4243">
                  <c:v>1</c:v>
                </c:pt>
                <c:pt idx="4244">
                  <c:v>1</c:v>
                </c:pt>
                <c:pt idx="4245">
                  <c:v>1</c:v>
                </c:pt>
                <c:pt idx="4246">
                  <c:v>1</c:v>
                </c:pt>
                <c:pt idx="4247">
                  <c:v>1</c:v>
                </c:pt>
                <c:pt idx="4248">
                  <c:v>1</c:v>
                </c:pt>
                <c:pt idx="4249">
                  <c:v>1</c:v>
                </c:pt>
                <c:pt idx="4250">
                  <c:v>1</c:v>
                </c:pt>
                <c:pt idx="4251">
                  <c:v>1</c:v>
                </c:pt>
                <c:pt idx="4252">
                  <c:v>1</c:v>
                </c:pt>
                <c:pt idx="4253">
                  <c:v>1</c:v>
                </c:pt>
                <c:pt idx="4254">
                  <c:v>1</c:v>
                </c:pt>
                <c:pt idx="4255">
                  <c:v>1</c:v>
                </c:pt>
                <c:pt idx="4256">
                  <c:v>1</c:v>
                </c:pt>
                <c:pt idx="4257">
                  <c:v>1</c:v>
                </c:pt>
                <c:pt idx="4258">
                  <c:v>1</c:v>
                </c:pt>
                <c:pt idx="4259">
                  <c:v>1</c:v>
                </c:pt>
                <c:pt idx="4260">
                  <c:v>1</c:v>
                </c:pt>
                <c:pt idx="4261">
                  <c:v>1</c:v>
                </c:pt>
                <c:pt idx="4262">
                  <c:v>1</c:v>
                </c:pt>
                <c:pt idx="4263">
                  <c:v>1</c:v>
                </c:pt>
                <c:pt idx="4264">
                  <c:v>1</c:v>
                </c:pt>
                <c:pt idx="426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20-4B82-B474-FF9C049E0BAE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Planilha1!$A$2:$A$4267</c:f>
              <c:numCache>
                <c:formatCode>yyyy\-mm\-dd</c:formatCode>
                <c:ptCount val="4266"/>
                <c:pt idx="0">
                  <c:v>42005</c:v>
                </c:pt>
                <c:pt idx="1">
                  <c:v>42006</c:v>
                </c:pt>
                <c:pt idx="2">
                  <c:v>42007</c:v>
                </c:pt>
                <c:pt idx="3">
                  <c:v>42008</c:v>
                </c:pt>
                <c:pt idx="4">
                  <c:v>42009</c:v>
                </c:pt>
                <c:pt idx="5">
                  <c:v>42010</c:v>
                </c:pt>
                <c:pt idx="6">
                  <c:v>42011</c:v>
                </c:pt>
                <c:pt idx="7">
                  <c:v>42012</c:v>
                </c:pt>
                <c:pt idx="8">
                  <c:v>42013</c:v>
                </c:pt>
                <c:pt idx="9">
                  <c:v>42014</c:v>
                </c:pt>
                <c:pt idx="10">
                  <c:v>42015</c:v>
                </c:pt>
                <c:pt idx="11">
                  <c:v>42016</c:v>
                </c:pt>
                <c:pt idx="12">
                  <c:v>42017</c:v>
                </c:pt>
                <c:pt idx="13">
                  <c:v>42018</c:v>
                </c:pt>
                <c:pt idx="14">
                  <c:v>42019</c:v>
                </c:pt>
                <c:pt idx="15">
                  <c:v>42020</c:v>
                </c:pt>
                <c:pt idx="16">
                  <c:v>42021</c:v>
                </c:pt>
                <c:pt idx="17">
                  <c:v>42022</c:v>
                </c:pt>
                <c:pt idx="18">
                  <c:v>42023</c:v>
                </c:pt>
                <c:pt idx="19">
                  <c:v>42024</c:v>
                </c:pt>
                <c:pt idx="20">
                  <c:v>42025</c:v>
                </c:pt>
                <c:pt idx="21">
                  <c:v>42026</c:v>
                </c:pt>
                <c:pt idx="22">
                  <c:v>42027</c:v>
                </c:pt>
                <c:pt idx="23">
                  <c:v>42028</c:v>
                </c:pt>
                <c:pt idx="24">
                  <c:v>42029</c:v>
                </c:pt>
                <c:pt idx="25">
                  <c:v>42030</c:v>
                </c:pt>
                <c:pt idx="26">
                  <c:v>42031</c:v>
                </c:pt>
                <c:pt idx="27">
                  <c:v>42032</c:v>
                </c:pt>
                <c:pt idx="28">
                  <c:v>42033</c:v>
                </c:pt>
                <c:pt idx="29">
                  <c:v>42034</c:v>
                </c:pt>
                <c:pt idx="30">
                  <c:v>42035</c:v>
                </c:pt>
                <c:pt idx="31">
                  <c:v>42036</c:v>
                </c:pt>
                <c:pt idx="32">
                  <c:v>42037</c:v>
                </c:pt>
                <c:pt idx="33">
                  <c:v>42038</c:v>
                </c:pt>
                <c:pt idx="34">
                  <c:v>42039</c:v>
                </c:pt>
                <c:pt idx="35">
                  <c:v>42040</c:v>
                </c:pt>
                <c:pt idx="36">
                  <c:v>42041</c:v>
                </c:pt>
                <c:pt idx="37">
                  <c:v>42042</c:v>
                </c:pt>
                <c:pt idx="38">
                  <c:v>42043</c:v>
                </c:pt>
                <c:pt idx="39">
                  <c:v>42044</c:v>
                </c:pt>
                <c:pt idx="40">
                  <c:v>42045</c:v>
                </c:pt>
                <c:pt idx="41">
                  <c:v>42046</c:v>
                </c:pt>
                <c:pt idx="42">
                  <c:v>42047</c:v>
                </c:pt>
                <c:pt idx="43">
                  <c:v>42048</c:v>
                </c:pt>
                <c:pt idx="44">
                  <c:v>42049</c:v>
                </c:pt>
                <c:pt idx="45">
                  <c:v>42050</c:v>
                </c:pt>
                <c:pt idx="46">
                  <c:v>42051</c:v>
                </c:pt>
                <c:pt idx="47">
                  <c:v>42052</c:v>
                </c:pt>
                <c:pt idx="48">
                  <c:v>42053</c:v>
                </c:pt>
                <c:pt idx="49">
                  <c:v>42054</c:v>
                </c:pt>
                <c:pt idx="50">
                  <c:v>42055</c:v>
                </c:pt>
                <c:pt idx="51">
                  <c:v>42056</c:v>
                </c:pt>
                <c:pt idx="52">
                  <c:v>42057</c:v>
                </c:pt>
                <c:pt idx="53">
                  <c:v>42058</c:v>
                </c:pt>
                <c:pt idx="54">
                  <c:v>42059</c:v>
                </c:pt>
                <c:pt idx="55">
                  <c:v>42060</c:v>
                </c:pt>
                <c:pt idx="56">
                  <c:v>42061</c:v>
                </c:pt>
                <c:pt idx="57">
                  <c:v>42062</c:v>
                </c:pt>
                <c:pt idx="58">
                  <c:v>42063</c:v>
                </c:pt>
                <c:pt idx="59">
                  <c:v>42064</c:v>
                </c:pt>
                <c:pt idx="60">
                  <c:v>42065</c:v>
                </c:pt>
                <c:pt idx="61">
                  <c:v>42066</c:v>
                </c:pt>
                <c:pt idx="62">
                  <c:v>42067</c:v>
                </c:pt>
                <c:pt idx="63">
                  <c:v>42068</c:v>
                </c:pt>
                <c:pt idx="64">
                  <c:v>42069</c:v>
                </c:pt>
                <c:pt idx="65">
                  <c:v>42070</c:v>
                </c:pt>
                <c:pt idx="66">
                  <c:v>42071</c:v>
                </c:pt>
                <c:pt idx="67">
                  <c:v>42072</c:v>
                </c:pt>
                <c:pt idx="68">
                  <c:v>42073</c:v>
                </c:pt>
                <c:pt idx="69">
                  <c:v>42074</c:v>
                </c:pt>
                <c:pt idx="70">
                  <c:v>42075</c:v>
                </c:pt>
                <c:pt idx="71">
                  <c:v>42076</c:v>
                </c:pt>
                <c:pt idx="72">
                  <c:v>42077</c:v>
                </c:pt>
                <c:pt idx="73">
                  <c:v>42078</c:v>
                </c:pt>
                <c:pt idx="74">
                  <c:v>42079</c:v>
                </c:pt>
                <c:pt idx="75">
                  <c:v>42080</c:v>
                </c:pt>
                <c:pt idx="76">
                  <c:v>42081</c:v>
                </c:pt>
                <c:pt idx="77">
                  <c:v>42082</c:v>
                </c:pt>
                <c:pt idx="78">
                  <c:v>42083</c:v>
                </c:pt>
                <c:pt idx="79">
                  <c:v>42084</c:v>
                </c:pt>
                <c:pt idx="80">
                  <c:v>42085</c:v>
                </c:pt>
                <c:pt idx="81">
                  <c:v>42086</c:v>
                </c:pt>
                <c:pt idx="82">
                  <c:v>42087</c:v>
                </c:pt>
                <c:pt idx="83">
                  <c:v>42088</c:v>
                </c:pt>
                <c:pt idx="84">
                  <c:v>42089</c:v>
                </c:pt>
                <c:pt idx="85">
                  <c:v>42090</c:v>
                </c:pt>
                <c:pt idx="86">
                  <c:v>42091</c:v>
                </c:pt>
                <c:pt idx="87">
                  <c:v>42092</c:v>
                </c:pt>
                <c:pt idx="88">
                  <c:v>42093</c:v>
                </c:pt>
                <c:pt idx="89">
                  <c:v>42094</c:v>
                </c:pt>
                <c:pt idx="90">
                  <c:v>42095</c:v>
                </c:pt>
                <c:pt idx="91">
                  <c:v>42096</c:v>
                </c:pt>
                <c:pt idx="92">
                  <c:v>42097</c:v>
                </c:pt>
                <c:pt idx="93">
                  <c:v>42098</c:v>
                </c:pt>
                <c:pt idx="94">
                  <c:v>42099</c:v>
                </c:pt>
                <c:pt idx="95">
                  <c:v>42100</c:v>
                </c:pt>
                <c:pt idx="96">
                  <c:v>42101</c:v>
                </c:pt>
                <c:pt idx="97">
                  <c:v>42102</c:v>
                </c:pt>
                <c:pt idx="98">
                  <c:v>42103</c:v>
                </c:pt>
                <c:pt idx="99">
                  <c:v>42104</c:v>
                </c:pt>
                <c:pt idx="100">
                  <c:v>42105</c:v>
                </c:pt>
                <c:pt idx="101">
                  <c:v>42106</c:v>
                </c:pt>
                <c:pt idx="102">
                  <c:v>42107</c:v>
                </c:pt>
                <c:pt idx="103">
                  <c:v>42108</c:v>
                </c:pt>
                <c:pt idx="104">
                  <c:v>42109</c:v>
                </c:pt>
                <c:pt idx="105">
                  <c:v>42110</c:v>
                </c:pt>
                <c:pt idx="106">
                  <c:v>42111</c:v>
                </c:pt>
                <c:pt idx="107">
                  <c:v>42112</c:v>
                </c:pt>
                <c:pt idx="108">
                  <c:v>42113</c:v>
                </c:pt>
                <c:pt idx="109">
                  <c:v>42114</c:v>
                </c:pt>
                <c:pt idx="110">
                  <c:v>42115</c:v>
                </c:pt>
                <c:pt idx="111">
                  <c:v>42116</c:v>
                </c:pt>
                <c:pt idx="112">
                  <c:v>42117</c:v>
                </c:pt>
                <c:pt idx="113">
                  <c:v>42118</c:v>
                </c:pt>
                <c:pt idx="114">
                  <c:v>42119</c:v>
                </c:pt>
                <c:pt idx="115">
                  <c:v>42120</c:v>
                </c:pt>
                <c:pt idx="116">
                  <c:v>42121</c:v>
                </c:pt>
                <c:pt idx="117">
                  <c:v>42122</c:v>
                </c:pt>
                <c:pt idx="118">
                  <c:v>42123</c:v>
                </c:pt>
                <c:pt idx="119">
                  <c:v>42124</c:v>
                </c:pt>
                <c:pt idx="120">
                  <c:v>42125</c:v>
                </c:pt>
                <c:pt idx="121">
                  <c:v>42126</c:v>
                </c:pt>
                <c:pt idx="122">
                  <c:v>42127</c:v>
                </c:pt>
                <c:pt idx="123">
                  <c:v>42128</c:v>
                </c:pt>
                <c:pt idx="124">
                  <c:v>42129</c:v>
                </c:pt>
                <c:pt idx="125">
                  <c:v>42130</c:v>
                </c:pt>
                <c:pt idx="126">
                  <c:v>42131</c:v>
                </c:pt>
                <c:pt idx="127">
                  <c:v>42132</c:v>
                </c:pt>
                <c:pt idx="128">
                  <c:v>42133</c:v>
                </c:pt>
                <c:pt idx="129">
                  <c:v>42134</c:v>
                </c:pt>
                <c:pt idx="130">
                  <c:v>42135</c:v>
                </c:pt>
                <c:pt idx="131">
                  <c:v>42136</c:v>
                </c:pt>
                <c:pt idx="132">
                  <c:v>42137</c:v>
                </c:pt>
                <c:pt idx="133">
                  <c:v>42138</c:v>
                </c:pt>
                <c:pt idx="134">
                  <c:v>42139</c:v>
                </c:pt>
                <c:pt idx="135">
                  <c:v>42140</c:v>
                </c:pt>
                <c:pt idx="136">
                  <c:v>42141</c:v>
                </c:pt>
                <c:pt idx="137">
                  <c:v>42142</c:v>
                </c:pt>
                <c:pt idx="138">
                  <c:v>42143</c:v>
                </c:pt>
                <c:pt idx="139">
                  <c:v>42144</c:v>
                </c:pt>
                <c:pt idx="140">
                  <c:v>42145</c:v>
                </c:pt>
                <c:pt idx="141">
                  <c:v>42146</c:v>
                </c:pt>
                <c:pt idx="142">
                  <c:v>42147</c:v>
                </c:pt>
                <c:pt idx="143">
                  <c:v>42148</c:v>
                </c:pt>
                <c:pt idx="144">
                  <c:v>42149</c:v>
                </c:pt>
                <c:pt idx="145">
                  <c:v>42150</c:v>
                </c:pt>
                <c:pt idx="146">
                  <c:v>42151</c:v>
                </c:pt>
                <c:pt idx="147">
                  <c:v>42152</c:v>
                </c:pt>
                <c:pt idx="148">
                  <c:v>42153</c:v>
                </c:pt>
                <c:pt idx="149">
                  <c:v>42154</c:v>
                </c:pt>
                <c:pt idx="150">
                  <c:v>42155</c:v>
                </c:pt>
                <c:pt idx="151">
                  <c:v>42156</c:v>
                </c:pt>
                <c:pt idx="152">
                  <c:v>42157</c:v>
                </c:pt>
                <c:pt idx="153">
                  <c:v>42158</c:v>
                </c:pt>
                <c:pt idx="154">
                  <c:v>42159</c:v>
                </c:pt>
                <c:pt idx="155">
                  <c:v>42160</c:v>
                </c:pt>
                <c:pt idx="156">
                  <c:v>42161</c:v>
                </c:pt>
                <c:pt idx="157">
                  <c:v>42162</c:v>
                </c:pt>
                <c:pt idx="158">
                  <c:v>42163</c:v>
                </c:pt>
                <c:pt idx="159">
                  <c:v>42164</c:v>
                </c:pt>
                <c:pt idx="160">
                  <c:v>42165</c:v>
                </c:pt>
                <c:pt idx="161">
                  <c:v>42166</c:v>
                </c:pt>
                <c:pt idx="162">
                  <c:v>42167</c:v>
                </c:pt>
                <c:pt idx="163">
                  <c:v>42168</c:v>
                </c:pt>
                <c:pt idx="164">
                  <c:v>42169</c:v>
                </c:pt>
                <c:pt idx="165">
                  <c:v>42170</c:v>
                </c:pt>
                <c:pt idx="166">
                  <c:v>42171</c:v>
                </c:pt>
                <c:pt idx="167">
                  <c:v>42172</c:v>
                </c:pt>
                <c:pt idx="168">
                  <c:v>42173</c:v>
                </c:pt>
                <c:pt idx="169">
                  <c:v>42174</c:v>
                </c:pt>
                <c:pt idx="170">
                  <c:v>42175</c:v>
                </c:pt>
                <c:pt idx="171">
                  <c:v>42176</c:v>
                </c:pt>
                <c:pt idx="172">
                  <c:v>42177</c:v>
                </c:pt>
                <c:pt idx="173">
                  <c:v>42178</c:v>
                </c:pt>
                <c:pt idx="174">
                  <c:v>42179</c:v>
                </c:pt>
                <c:pt idx="175">
                  <c:v>42180</c:v>
                </c:pt>
                <c:pt idx="176">
                  <c:v>42181</c:v>
                </c:pt>
                <c:pt idx="177">
                  <c:v>42182</c:v>
                </c:pt>
                <c:pt idx="178">
                  <c:v>42183</c:v>
                </c:pt>
                <c:pt idx="179">
                  <c:v>42184</c:v>
                </c:pt>
                <c:pt idx="180">
                  <c:v>42185</c:v>
                </c:pt>
                <c:pt idx="181">
                  <c:v>42186</c:v>
                </c:pt>
                <c:pt idx="182">
                  <c:v>42187</c:v>
                </c:pt>
                <c:pt idx="183">
                  <c:v>42188</c:v>
                </c:pt>
                <c:pt idx="184">
                  <c:v>42189</c:v>
                </c:pt>
                <c:pt idx="185">
                  <c:v>42190</c:v>
                </c:pt>
                <c:pt idx="186">
                  <c:v>42191</c:v>
                </c:pt>
                <c:pt idx="187">
                  <c:v>42192</c:v>
                </c:pt>
                <c:pt idx="188">
                  <c:v>42193</c:v>
                </c:pt>
                <c:pt idx="189">
                  <c:v>42194</c:v>
                </c:pt>
                <c:pt idx="190">
                  <c:v>42195</c:v>
                </c:pt>
                <c:pt idx="191">
                  <c:v>42196</c:v>
                </c:pt>
                <c:pt idx="192">
                  <c:v>42197</c:v>
                </c:pt>
                <c:pt idx="193">
                  <c:v>42198</c:v>
                </c:pt>
                <c:pt idx="194">
                  <c:v>42199</c:v>
                </c:pt>
                <c:pt idx="195">
                  <c:v>42200</c:v>
                </c:pt>
                <c:pt idx="196">
                  <c:v>42201</c:v>
                </c:pt>
                <c:pt idx="197">
                  <c:v>42202</c:v>
                </c:pt>
                <c:pt idx="198">
                  <c:v>42203</c:v>
                </c:pt>
                <c:pt idx="199">
                  <c:v>42204</c:v>
                </c:pt>
                <c:pt idx="200">
                  <c:v>42205</c:v>
                </c:pt>
                <c:pt idx="201">
                  <c:v>42206</c:v>
                </c:pt>
                <c:pt idx="202">
                  <c:v>42207</c:v>
                </c:pt>
                <c:pt idx="203">
                  <c:v>42208</c:v>
                </c:pt>
                <c:pt idx="204">
                  <c:v>42209</c:v>
                </c:pt>
                <c:pt idx="205">
                  <c:v>42210</c:v>
                </c:pt>
                <c:pt idx="206">
                  <c:v>42211</c:v>
                </c:pt>
                <c:pt idx="207">
                  <c:v>42212</c:v>
                </c:pt>
                <c:pt idx="208">
                  <c:v>42213</c:v>
                </c:pt>
                <c:pt idx="209">
                  <c:v>42214</c:v>
                </c:pt>
                <c:pt idx="210">
                  <c:v>42215</c:v>
                </c:pt>
                <c:pt idx="211">
                  <c:v>42216</c:v>
                </c:pt>
                <c:pt idx="212">
                  <c:v>42217</c:v>
                </c:pt>
                <c:pt idx="213">
                  <c:v>42218</c:v>
                </c:pt>
                <c:pt idx="214">
                  <c:v>42219</c:v>
                </c:pt>
                <c:pt idx="215">
                  <c:v>42220</c:v>
                </c:pt>
                <c:pt idx="216">
                  <c:v>42221</c:v>
                </c:pt>
                <c:pt idx="217">
                  <c:v>42222</c:v>
                </c:pt>
                <c:pt idx="218">
                  <c:v>42223</c:v>
                </c:pt>
                <c:pt idx="219">
                  <c:v>42224</c:v>
                </c:pt>
                <c:pt idx="220">
                  <c:v>42225</c:v>
                </c:pt>
                <c:pt idx="221">
                  <c:v>42226</c:v>
                </c:pt>
                <c:pt idx="222">
                  <c:v>42227</c:v>
                </c:pt>
                <c:pt idx="223">
                  <c:v>42228</c:v>
                </c:pt>
                <c:pt idx="224">
                  <c:v>42229</c:v>
                </c:pt>
                <c:pt idx="225">
                  <c:v>42230</c:v>
                </c:pt>
                <c:pt idx="226">
                  <c:v>42231</c:v>
                </c:pt>
                <c:pt idx="227">
                  <c:v>42232</c:v>
                </c:pt>
                <c:pt idx="228">
                  <c:v>42233</c:v>
                </c:pt>
                <c:pt idx="229">
                  <c:v>42234</c:v>
                </c:pt>
                <c:pt idx="230">
                  <c:v>42235</c:v>
                </c:pt>
                <c:pt idx="231">
                  <c:v>42236</c:v>
                </c:pt>
                <c:pt idx="232">
                  <c:v>42237</c:v>
                </c:pt>
                <c:pt idx="233">
                  <c:v>42238</c:v>
                </c:pt>
                <c:pt idx="234">
                  <c:v>42239</c:v>
                </c:pt>
                <c:pt idx="235">
                  <c:v>42240</c:v>
                </c:pt>
                <c:pt idx="236">
                  <c:v>42241</c:v>
                </c:pt>
                <c:pt idx="237">
                  <c:v>42242</c:v>
                </c:pt>
                <c:pt idx="238">
                  <c:v>42243</c:v>
                </c:pt>
                <c:pt idx="239">
                  <c:v>42244</c:v>
                </c:pt>
                <c:pt idx="240">
                  <c:v>42245</c:v>
                </c:pt>
                <c:pt idx="241">
                  <c:v>42246</c:v>
                </c:pt>
                <c:pt idx="242">
                  <c:v>42247</c:v>
                </c:pt>
                <c:pt idx="243">
                  <c:v>42248</c:v>
                </c:pt>
                <c:pt idx="244">
                  <c:v>42249</c:v>
                </c:pt>
                <c:pt idx="245">
                  <c:v>42250</c:v>
                </c:pt>
                <c:pt idx="246">
                  <c:v>42251</c:v>
                </c:pt>
                <c:pt idx="247">
                  <c:v>42252</c:v>
                </c:pt>
                <c:pt idx="248">
                  <c:v>42253</c:v>
                </c:pt>
                <c:pt idx="249">
                  <c:v>42254</c:v>
                </c:pt>
                <c:pt idx="250">
                  <c:v>42255</c:v>
                </c:pt>
                <c:pt idx="251">
                  <c:v>42256</c:v>
                </c:pt>
                <c:pt idx="252">
                  <c:v>42257</c:v>
                </c:pt>
                <c:pt idx="253">
                  <c:v>42258</c:v>
                </c:pt>
                <c:pt idx="254">
                  <c:v>42259</c:v>
                </c:pt>
                <c:pt idx="255">
                  <c:v>42260</c:v>
                </c:pt>
                <c:pt idx="256">
                  <c:v>42261</c:v>
                </c:pt>
                <c:pt idx="257">
                  <c:v>42262</c:v>
                </c:pt>
                <c:pt idx="258">
                  <c:v>42263</c:v>
                </c:pt>
                <c:pt idx="259">
                  <c:v>42264</c:v>
                </c:pt>
                <c:pt idx="260">
                  <c:v>42265</c:v>
                </c:pt>
                <c:pt idx="261">
                  <c:v>42266</c:v>
                </c:pt>
                <c:pt idx="262">
                  <c:v>42267</c:v>
                </c:pt>
                <c:pt idx="263">
                  <c:v>42268</c:v>
                </c:pt>
                <c:pt idx="264">
                  <c:v>42269</c:v>
                </c:pt>
                <c:pt idx="265">
                  <c:v>42270</c:v>
                </c:pt>
                <c:pt idx="266">
                  <c:v>42271</c:v>
                </c:pt>
                <c:pt idx="267">
                  <c:v>42272</c:v>
                </c:pt>
                <c:pt idx="268">
                  <c:v>42273</c:v>
                </c:pt>
                <c:pt idx="269">
                  <c:v>42274</c:v>
                </c:pt>
                <c:pt idx="270">
                  <c:v>42275</c:v>
                </c:pt>
                <c:pt idx="271">
                  <c:v>42276</c:v>
                </c:pt>
                <c:pt idx="272">
                  <c:v>42277</c:v>
                </c:pt>
                <c:pt idx="273">
                  <c:v>42278</c:v>
                </c:pt>
                <c:pt idx="274">
                  <c:v>42279</c:v>
                </c:pt>
                <c:pt idx="275">
                  <c:v>42280</c:v>
                </c:pt>
                <c:pt idx="276">
                  <c:v>42281</c:v>
                </c:pt>
                <c:pt idx="277">
                  <c:v>42282</c:v>
                </c:pt>
                <c:pt idx="278">
                  <c:v>42283</c:v>
                </c:pt>
                <c:pt idx="279">
                  <c:v>42284</c:v>
                </c:pt>
                <c:pt idx="280">
                  <c:v>42285</c:v>
                </c:pt>
                <c:pt idx="281">
                  <c:v>42286</c:v>
                </c:pt>
                <c:pt idx="282">
                  <c:v>42287</c:v>
                </c:pt>
                <c:pt idx="283">
                  <c:v>42288</c:v>
                </c:pt>
                <c:pt idx="284">
                  <c:v>42289</c:v>
                </c:pt>
                <c:pt idx="285">
                  <c:v>42290</c:v>
                </c:pt>
                <c:pt idx="286">
                  <c:v>42291</c:v>
                </c:pt>
                <c:pt idx="287">
                  <c:v>42292</c:v>
                </c:pt>
                <c:pt idx="288">
                  <c:v>42293</c:v>
                </c:pt>
                <c:pt idx="289">
                  <c:v>42294</c:v>
                </c:pt>
                <c:pt idx="290">
                  <c:v>42295</c:v>
                </c:pt>
                <c:pt idx="291">
                  <c:v>42296</c:v>
                </c:pt>
                <c:pt idx="292">
                  <c:v>42297</c:v>
                </c:pt>
                <c:pt idx="293">
                  <c:v>42298</c:v>
                </c:pt>
                <c:pt idx="294">
                  <c:v>42299</c:v>
                </c:pt>
                <c:pt idx="295">
                  <c:v>42300</c:v>
                </c:pt>
                <c:pt idx="296">
                  <c:v>42301</c:v>
                </c:pt>
                <c:pt idx="297">
                  <c:v>42302</c:v>
                </c:pt>
                <c:pt idx="298">
                  <c:v>42303</c:v>
                </c:pt>
                <c:pt idx="299">
                  <c:v>42304</c:v>
                </c:pt>
                <c:pt idx="300">
                  <c:v>42305</c:v>
                </c:pt>
                <c:pt idx="301">
                  <c:v>42306</c:v>
                </c:pt>
                <c:pt idx="302">
                  <c:v>42307</c:v>
                </c:pt>
                <c:pt idx="303">
                  <c:v>42308</c:v>
                </c:pt>
                <c:pt idx="304">
                  <c:v>42309</c:v>
                </c:pt>
                <c:pt idx="305">
                  <c:v>42310</c:v>
                </c:pt>
                <c:pt idx="306">
                  <c:v>42311</c:v>
                </c:pt>
                <c:pt idx="307">
                  <c:v>42312</c:v>
                </c:pt>
                <c:pt idx="308">
                  <c:v>42313</c:v>
                </c:pt>
                <c:pt idx="309">
                  <c:v>42314</c:v>
                </c:pt>
                <c:pt idx="310">
                  <c:v>42315</c:v>
                </c:pt>
                <c:pt idx="311">
                  <c:v>42316</c:v>
                </c:pt>
                <c:pt idx="312">
                  <c:v>42317</c:v>
                </c:pt>
                <c:pt idx="313">
                  <c:v>42318</c:v>
                </c:pt>
                <c:pt idx="314">
                  <c:v>42319</c:v>
                </c:pt>
                <c:pt idx="315">
                  <c:v>42320</c:v>
                </c:pt>
                <c:pt idx="316">
                  <c:v>42321</c:v>
                </c:pt>
                <c:pt idx="317">
                  <c:v>42322</c:v>
                </c:pt>
                <c:pt idx="318">
                  <c:v>42323</c:v>
                </c:pt>
                <c:pt idx="319">
                  <c:v>42324</c:v>
                </c:pt>
                <c:pt idx="320">
                  <c:v>42325</c:v>
                </c:pt>
                <c:pt idx="321">
                  <c:v>42326</c:v>
                </c:pt>
                <c:pt idx="322">
                  <c:v>42327</c:v>
                </c:pt>
                <c:pt idx="323">
                  <c:v>42328</c:v>
                </c:pt>
                <c:pt idx="324">
                  <c:v>42329</c:v>
                </c:pt>
                <c:pt idx="325">
                  <c:v>42330</c:v>
                </c:pt>
                <c:pt idx="326">
                  <c:v>42331</c:v>
                </c:pt>
                <c:pt idx="327">
                  <c:v>42332</c:v>
                </c:pt>
                <c:pt idx="328">
                  <c:v>42333</c:v>
                </c:pt>
                <c:pt idx="329">
                  <c:v>42334</c:v>
                </c:pt>
                <c:pt idx="330">
                  <c:v>42335</c:v>
                </c:pt>
                <c:pt idx="331">
                  <c:v>42336</c:v>
                </c:pt>
                <c:pt idx="332">
                  <c:v>42337</c:v>
                </c:pt>
                <c:pt idx="333">
                  <c:v>42338</c:v>
                </c:pt>
                <c:pt idx="334">
                  <c:v>42339</c:v>
                </c:pt>
                <c:pt idx="335">
                  <c:v>42340</c:v>
                </c:pt>
                <c:pt idx="336">
                  <c:v>42341</c:v>
                </c:pt>
                <c:pt idx="337">
                  <c:v>42342</c:v>
                </c:pt>
                <c:pt idx="338">
                  <c:v>42343</c:v>
                </c:pt>
                <c:pt idx="339">
                  <c:v>42344</c:v>
                </c:pt>
                <c:pt idx="340">
                  <c:v>42345</c:v>
                </c:pt>
                <c:pt idx="341">
                  <c:v>42346</c:v>
                </c:pt>
                <c:pt idx="342">
                  <c:v>42347</c:v>
                </c:pt>
                <c:pt idx="343">
                  <c:v>42348</c:v>
                </c:pt>
                <c:pt idx="344">
                  <c:v>42349</c:v>
                </c:pt>
                <c:pt idx="345">
                  <c:v>42350</c:v>
                </c:pt>
                <c:pt idx="346">
                  <c:v>42351</c:v>
                </c:pt>
                <c:pt idx="347">
                  <c:v>42352</c:v>
                </c:pt>
                <c:pt idx="348">
                  <c:v>42353</c:v>
                </c:pt>
                <c:pt idx="349">
                  <c:v>42354</c:v>
                </c:pt>
                <c:pt idx="350">
                  <c:v>42355</c:v>
                </c:pt>
                <c:pt idx="351">
                  <c:v>42356</c:v>
                </c:pt>
                <c:pt idx="352">
                  <c:v>42357</c:v>
                </c:pt>
                <c:pt idx="353">
                  <c:v>42358</c:v>
                </c:pt>
                <c:pt idx="354">
                  <c:v>42359</c:v>
                </c:pt>
                <c:pt idx="355">
                  <c:v>42360</c:v>
                </c:pt>
                <c:pt idx="356">
                  <c:v>42361</c:v>
                </c:pt>
                <c:pt idx="357">
                  <c:v>42362</c:v>
                </c:pt>
                <c:pt idx="358">
                  <c:v>42363</c:v>
                </c:pt>
                <c:pt idx="359">
                  <c:v>42364</c:v>
                </c:pt>
                <c:pt idx="360">
                  <c:v>42365</c:v>
                </c:pt>
                <c:pt idx="361">
                  <c:v>42366</c:v>
                </c:pt>
                <c:pt idx="362">
                  <c:v>42367</c:v>
                </c:pt>
                <c:pt idx="363">
                  <c:v>42368</c:v>
                </c:pt>
                <c:pt idx="364">
                  <c:v>42369</c:v>
                </c:pt>
                <c:pt idx="365">
                  <c:v>42370</c:v>
                </c:pt>
                <c:pt idx="366">
                  <c:v>42371</c:v>
                </c:pt>
                <c:pt idx="367">
                  <c:v>42372</c:v>
                </c:pt>
                <c:pt idx="368">
                  <c:v>42373</c:v>
                </c:pt>
                <c:pt idx="369">
                  <c:v>42374</c:v>
                </c:pt>
                <c:pt idx="370">
                  <c:v>42375</c:v>
                </c:pt>
                <c:pt idx="371">
                  <c:v>42376</c:v>
                </c:pt>
                <c:pt idx="372">
                  <c:v>42377</c:v>
                </c:pt>
                <c:pt idx="373">
                  <c:v>42378</c:v>
                </c:pt>
                <c:pt idx="374">
                  <c:v>42379</c:v>
                </c:pt>
                <c:pt idx="375">
                  <c:v>42380</c:v>
                </c:pt>
                <c:pt idx="376">
                  <c:v>42381</c:v>
                </c:pt>
                <c:pt idx="377">
                  <c:v>42382</c:v>
                </c:pt>
                <c:pt idx="378">
                  <c:v>42383</c:v>
                </c:pt>
                <c:pt idx="379">
                  <c:v>42384</c:v>
                </c:pt>
                <c:pt idx="380">
                  <c:v>42385</c:v>
                </c:pt>
                <c:pt idx="381">
                  <c:v>42386</c:v>
                </c:pt>
                <c:pt idx="382">
                  <c:v>42387</c:v>
                </c:pt>
                <c:pt idx="383">
                  <c:v>42388</c:v>
                </c:pt>
                <c:pt idx="384">
                  <c:v>42389</c:v>
                </c:pt>
                <c:pt idx="385">
                  <c:v>42390</c:v>
                </c:pt>
                <c:pt idx="386">
                  <c:v>42391</c:v>
                </c:pt>
                <c:pt idx="387">
                  <c:v>42392</c:v>
                </c:pt>
                <c:pt idx="388">
                  <c:v>42393</c:v>
                </c:pt>
                <c:pt idx="389">
                  <c:v>42394</c:v>
                </c:pt>
                <c:pt idx="390">
                  <c:v>42395</c:v>
                </c:pt>
                <c:pt idx="391">
                  <c:v>42396</c:v>
                </c:pt>
                <c:pt idx="392">
                  <c:v>42397</c:v>
                </c:pt>
                <c:pt idx="393">
                  <c:v>42398</c:v>
                </c:pt>
                <c:pt idx="394">
                  <c:v>42399</c:v>
                </c:pt>
                <c:pt idx="395">
                  <c:v>42400</c:v>
                </c:pt>
                <c:pt idx="396">
                  <c:v>42401</c:v>
                </c:pt>
                <c:pt idx="397">
                  <c:v>42402</c:v>
                </c:pt>
                <c:pt idx="398">
                  <c:v>42403</c:v>
                </c:pt>
                <c:pt idx="399">
                  <c:v>42404</c:v>
                </c:pt>
                <c:pt idx="400">
                  <c:v>42405</c:v>
                </c:pt>
                <c:pt idx="401">
                  <c:v>42406</c:v>
                </c:pt>
                <c:pt idx="402">
                  <c:v>42407</c:v>
                </c:pt>
                <c:pt idx="403">
                  <c:v>42408</c:v>
                </c:pt>
                <c:pt idx="404">
                  <c:v>42409</c:v>
                </c:pt>
                <c:pt idx="405">
                  <c:v>42410</c:v>
                </c:pt>
                <c:pt idx="406">
                  <c:v>42411</c:v>
                </c:pt>
                <c:pt idx="407">
                  <c:v>42412</c:v>
                </c:pt>
                <c:pt idx="408">
                  <c:v>42413</c:v>
                </c:pt>
                <c:pt idx="409">
                  <c:v>42414</c:v>
                </c:pt>
                <c:pt idx="410">
                  <c:v>42415</c:v>
                </c:pt>
                <c:pt idx="411">
                  <c:v>42416</c:v>
                </c:pt>
                <c:pt idx="412">
                  <c:v>42417</c:v>
                </c:pt>
                <c:pt idx="413">
                  <c:v>42418</c:v>
                </c:pt>
                <c:pt idx="414">
                  <c:v>42419</c:v>
                </c:pt>
                <c:pt idx="415">
                  <c:v>42420</c:v>
                </c:pt>
                <c:pt idx="416">
                  <c:v>42421</c:v>
                </c:pt>
                <c:pt idx="417">
                  <c:v>42422</c:v>
                </c:pt>
                <c:pt idx="418">
                  <c:v>42423</c:v>
                </c:pt>
                <c:pt idx="419">
                  <c:v>42424</c:v>
                </c:pt>
                <c:pt idx="420">
                  <c:v>42425</c:v>
                </c:pt>
                <c:pt idx="421">
                  <c:v>42426</c:v>
                </c:pt>
                <c:pt idx="422">
                  <c:v>42427</c:v>
                </c:pt>
                <c:pt idx="423">
                  <c:v>42428</c:v>
                </c:pt>
                <c:pt idx="424">
                  <c:v>42429</c:v>
                </c:pt>
                <c:pt idx="425">
                  <c:v>42430</c:v>
                </c:pt>
                <c:pt idx="426">
                  <c:v>42431</c:v>
                </c:pt>
                <c:pt idx="427">
                  <c:v>42432</c:v>
                </c:pt>
                <c:pt idx="428">
                  <c:v>42433</c:v>
                </c:pt>
                <c:pt idx="429">
                  <c:v>42434</c:v>
                </c:pt>
                <c:pt idx="430">
                  <c:v>42435</c:v>
                </c:pt>
                <c:pt idx="431">
                  <c:v>42436</c:v>
                </c:pt>
                <c:pt idx="432">
                  <c:v>42437</c:v>
                </c:pt>
                <c:pt idx="433">
                  <c:v>42438</c:v>
                </c:pt>
                <c:pt idx="434">
                  <c:v>42439</c:v>
                </c:pt>
                <c:pt idx="435">
                  <c:v>42440</c:v>
                </c:pt>
                <c:pt idx="436">
                  <c:v>42441</c:v>
                </c:pt>
                <c:pt idx="437">
                  <c:v>42442</c:v>
                </c:pt>
                <c:pt idx="438">
                  <c:v>42443</c:v>
                </c:pt>
                <c:pt idx="439">
                  <c:v>42444</c:v>
                </c:pt>
                <c:pt idx="440">
                  <c:v>42445</c:v>
                </c:pt>
                <c:pt idx="441">
                  <c:v>42446</c:v>
                </c:pt>
                <c:pt idx="442">
                  <c:v>42447</c:v>
                </c:pt>
                <c:pt idx="443">
                  <c:v>42448</c:v>
                </c:pt>
                <c:pt idx="444">
                  <c:v>42449</c:v>
                </c:pt>
                <c:pt idx="445">
                  <c:v>42450</c:v>
                </c:pt>
                <c:pt idx="446">
                  <c:v>42451</c:v>
                </c:pt>
                <c:pt idx="447">
                  <c:v>42452</c:v>
                </c:pt>
                <c:pt idx="448">
                  <c:v>42453</c:v>
                </c:pt>
                <c:pt idx="449">
                  <c:v>42454</c:v>
                </c:pt>
                <c:pt idx="450">
                  <c:v>42455</c:v>
                </c:pt>
                <c:pt idx="451">
                  <c:v>42456</c:v>
                </c:pt>
                <c:pt idx="452">
                  <c:v>42457</c:v>
                </c:pt>
                <c:pt idx="453">
                  <c:v>42458</c:v>
                </c:pt>
                <c:pt idx="454">
                  <c:v>42459</c:v>
                </c:pt>
                <c:pt idx="455">
                  <c:v>42460</c:v>
                </c:pt>
                <c:pt idx="456">
                  <c:v>42461</c:v>
                </c:pt>
                <c:pt idx="457">
                  <c:v>42462</c:v>
                </c:pt>
                <c:pt idx="458">
                  <c:v>42463</c:v>
                </c:pt>
                <c:pt idx="459">
                  <c:v>42464</c:v>
                </c:pt>
                <c:pt idx="460">
                  <c:v>42465</c:v>
                </c:pt>
                <c:pt idx="461">
                  <c:v>42466</c:v>
                </c:pt>
                <c:pt idx="462">
                  <c:v>42467</c:v>
                </c:pt>
                <c:pt idx="463">
                  <c:v>42468</c:v>
                </c:pt>
                <c:pt idx="464">
                  <c:v>42469</c:v>
                </c:pt>
                <c:pt idx="465">
                  <c:v>42470</c:v>
                </c:pt>
                <c:pt idx="466">
                  <c:v>42471</c:v>
                </c:pt>
                <c:pt idx="467">
                  <c:v>42472</c:v>
                </c:pt>
                <c:pt idx="468">
                  <c:v>42473</c:v>
                </c:pt>
                <c:pt idx="469">
                  <c:v>42474</c:v>
                </c:pt>
                <c:pt idx="470">
                  <c:v>42475</c:v>
                </c:pt>
                <c:pt idx="471">
                  <c:v>42476</c:v>
                </c:pt>
                <c:pt idx="472">
                  <c:v>42477</c:v>
                </c:pt>
                <c:pt idx="473">
                  <c:v>42478</c:v>
                </c:pt>
                <c:pt idx="474">
                  <c:v>42479</c:v>
                </c:pt>
                <c:pt idx="475">
                  <c:v>42480</c:v>
                </c:pt>
                <c:pt idx="476">
                  <c:v>42481</c:v>
                </c:pt>
                <c:pt idx="477">
                  <c:v>42482</c:v>
                </c:pt>
                <c:pt idx="478">
                  <c:v>42483</c:v>
                </c:pt>
                <c:pt idx="479">
                  <c:v>42484</c:v>
                </c:pt>
                <c:pt idx="480">
                  <c:v>42485</c:v>
                </c:pt>
                <c:pt idx="481">
                  <c:v>42486</c:v>
                </c:pt>
                <c:pt idx="482">
                  <c:v>42487</c:v>
                </c:pt>
                <c:pt idx="483">
                  <c:v>42488</c:v>
                </c:pt>
                <c:pt idx="484">
                  <c:v>42489</c:v>
                </c:pt>
                <c:pt idx="485">
                  <c:v>42490</c:v>
                </c:pt>
                <c:pt idx="486">
                  <c:v>42491</c:v>
                </c:pt>
                <c:pt idx="487">
                  <c:v>42492</c:v>
                </c:pt>
                <c:pt idx="488">
                  <c:v>42493</c:v>
                </c:pt>
                <c:pt idx="489">
                  <c:v>42494</c:v>
                </c:pt>
                <c:pt idx="490">
                  <c:v>42495</c:v>
                </c:pt>
                <c:pt idx="491">
                  <c:v>42496</c:v>
                </c:pt>
                <c:pt idx="492">
                  <c:v>42497</c:v>
                </c:pt>
                <c:pt idx="493">
                  <c:v>42498</c:v>
                </c:pt>
                <c:pt idx="494">
                  <c:v>42499</c:v>
                </c:pt>
                <c:pt idx="495">
                  <c:v>42500</c:v>
                </c:pt>
                <c:pt idx="496">
                  <c:v>42501</c:v>
                </c:pt>
                <c:pt idx="497">
                  <c:v>42502</c:v>
                </c:pt>
                <c:pt idx="498">
                  <c:v>42503</c:v>
                </c:pt>
                <c:pt idx="499">
                  <c:v>42504</c:v>
                </c:pt>
                <c:pt idx="500">
                  <c:v>42505</c:v>
                </c:pt>
                <c:pt idx="501">
                  <c:v>42506</c:v>
                </c:pt>
                <c:pt idx="502">
                  <c:v>42507</c:v>
                </c:pt>
                <c:pt idx="503">
                  <c:v>42508</c:v>
                </c:pt>
                <c:pt idx="504">
                  <c:v>42509</c:v>
                </c:pt>
                <c:pt idx="505">
                  <c:v>42510</c:v>
                </c:pt>
                <c:pt idx="506">
                  <c:v>42511</c:v>
                </c:pt>
                <c:pt idx="507">
                  <c:v>42512</c:v>
                </c:pt>
                <c:pt idx="508">
                  <c:v>42513</c:v>
                </c:pt>
                <c:pt idx="509">
                  <c:v>42514</c:v>
                </c:pt>
                <c:pt idx="510">
                  <c:v>42515</c:v>
                </c:pt>
                <c:pt idx="511">
                  <c:v>42516</c:v>
                </c:pt>
                <c:pt idx="512">
                  <c:v>42517</c:v>
                </c:pt>
                <c:pt idx="513">
                  <c:v>42518</c:v>
                </c:pt>
                <c:pt idx="514">
                  <c:v>42519</c:v>
                </c:pt>
                <c:pt idx="515">
                  <c:v>42520</c:v>
                </c:pt>
                <c:pt idx="516">
                  <c:v>42521</c:v>
                </c:pt>
                <c:pt idx="517">
                  <c:v>42522</c:v>
                </c:pt>
                <c:pt idx="518">
                  <c:v>42523</c:v>
                </c:pt>
                <c:pt idx="519">
                  <c:v>42524</c:v>
                </c:pt>
                <c:pt idx="520">
                  <c:v>42525</c:v>
                </c:pt>
                <c:pt idx="521">
                  <c:v>42526</c:v>
                </c:pt>
                <c:pt idx="522">
                  <c:v>42527</c:v>
                </c:pt>
                <c:pt idx="523">
                  <c:v>42528</c:v>
                </c:pt>
                <c:pt idx="524">
                  <c:v>42529</c:v>
                </c:pt>
                <c:pt idx="525">
                  <c:v>42530</c:v>
                </c:pt>
                <c:pt idx="526">
                  <c:v>42531</c:v>
                </c:pt>
                <c:pt idx="527">
                  <c:v>42532</c:v>
                </c:pt>
                <c:pt idx="528">
                  <c:v>42533</c:v>
                </c:pt>
                <c:pt idx="529">
                  <c:v>42534</c:v>
                </c:pt>
                <c:pt idx="530">
                  <c:v>42535</c:v>
                </c:pt>
                <c:pt idx="531">
                  <c:v>42536</c:v>
                </c:pt>
                <c:pt idx="532">
                  <c:v>42537</c:v>
                </c:pt>
                <c:pt idx="533">
                  <c:v>42538</c:v>
                </c:pt>
                <c:pt idx="534">
                  <c:v>42539</c:v>
                </c:pt>
                <c:pt idx="535">
                  <c:v>42540</c:v>
                </c:pt>
                <c:pt idx="536">
                  <c:v>42541</c:v>
                </c:pt>
                <c:pt idx="537">
                  <c:v>42542</c:v>
                </c:pt>
                <c:pt idx="538">
                  <c:v>42543</c:v>
                </c:pt>
                <c:pt idx="539">
                  <c:v>42544</c:v>
                </c:pt>
                <c:pt idx="540">
                  <c:v>42545</c:v>
                </c:pt>
                <c:pt idx="541">
                  <c:v>42546</c:v>
                </c:pt>
                <c:pt idx="542">
                  <c:v>42547</c:v>
                </c:pt>
                <c:pt idx="543">
                  <c:v>42548</c:v>
                </c:pt>
                <c:pt idx="544">
                  <c:v>42549</c:v>
                </c:pt>
                <c:pt idx="545">
                  <c:v>42550</c:v>
                </c:pt>
                <c:pt idx="546">
                  <c:v>42551</c:v>
                </c:pt>
                <c:pt idx="547">
                  <c:v>42552</c:v>
                </c:pt>
                <c:pt idx="548">
                  <c:v>42553</c:v>
                </c:pt>
                <c:pt idx="549">
                  <c:v>42554</c:v>
                </c:pt>
                <c:pt idx="550">
                  <c:v>42555</c:v>
                </c:pt>
                <c:pt idx="551">
                  <c:v>42556</c:v>
                </c:pt>
                <c:pt idx="552">
                  <c:v>42557</c:v>
                </c:pt>
                <c:pt idx="553">
                  <c:v>42558</c:v>
                </c:pt>
                <c:pt idx="554">
                  <c:v>42559</c:v>
                </c:pt>
                <c:pt idx="555">
                  <c:v>42560</c:v>
                </c:pt>
                <c:pt idx="556">
                  <c:v>42561</c:v>
                </c:pt>
                <c:pt idx="557">
                  <c:v>42562</c:v>
                </c:pt>
                <c:pt idx="558">
                  <c:v>42563</c:v>
                </c:pt>
                <c:pt idx="559">
                  <c:v>42564</c:v>
                </c:pt>
                <c:pt idx="560">
                  <c:v>42565</c:v>
                </c:pt>
                <c:pt idx="561">
                  <c:v>42566</c:v>
                </c:pt>
                <c:pt idx="562">
                  <c:v>42567</c:v>
                </c:pt>
                <c:pt idx="563">
                  <c:v>42568</c:v>
                </c:pt>
                <c:pt idx="564">
                  <c:v>42569</c:v>
                </c:pt>
                <c:pt idx="565">
                  <c:v>42570</c:v>
                </c:pt>
                <c:pt idx="566">
                  <c:v>42571</c:v>
                </c:pt>
                <c:pt idx="567">
                  <c:v>42572</c:v>
                </c:pt>
                <c:pt idx="568">
                  <c:v>42573</c:v>
                </c:pt>
                <c:pt idx="569">
                  <c:v>42574</c:v>
                </c:pt>
                <c:pt idx="570">
                  <c:v>42575</c:v>
                </c:pt>
                <c:pt idx="571">
                  <c:v>42576</c:v>
                </c:pt>
                <c:pt idx="572">
                  <c:v>42577</c:v>
                </c:pt>
                <c:pt idx="573">
                  <c:v>42578</c:v>
                </c:pt>
                <c:pt idx="574">
                  <c:v>42579</c:v>
                </c:pt>
                <c:pt idx="575">
                  <c:v>42580</c:v>
                </c:pt>
                <c:pt idx="576">
                  <c:v>42581</c:v>
                </c:pt>
                <c:pt idx="577">
                  <c:v>42582</c:v>
                </c:pt>
                <c:pt idx="578">
                  <c:v>42583</c:v>
                </c:pt>
                <c:pt idx="579">
                  <c:v>42584</c:v>
                </c:pt>
                <c:pt idx="580">
                  <c:v>42585</c:v>
                </c:pt>
                <c:pt idx="581">
                  <c:v>42586</c:v>
                </c:pt>
                <c:pt idx="582">
                  <c:v>42587</c:v>
                </c:pt>
                <c:pt idx="583">
                  <c:v>42588</c:v>
                </c:pt>
                <c:pt idx="584">
                  <c:v>42589</c:v>
                </c:pt>
                <c:pt idx="585">
                  <c:v>42590</c:v>
                </c:pt>
                <c:pt idx="586">
                  <c:v>42591</c:v>
                </c:pt>
                <c:pt idx="587">
                  <c:v>42592</c:v>
                </c:pt>
                <c:pt idx="588">
                  <c:v>42593</c:v>
                </c:pt>
                <c:pt idx="589">
                  <c:v>42594</c:v>
                </c:pt>
                <c:pt idx="590">
                  <c:v>42595</c:v>
                </c:pt>
                <c:pt idx="591">
                  <c:v>42596</c:v>
                </c:pt>
                <c:pt idx="592">
                  <c:v>42597</c:v>
                </c:pt>
                <c:pt idx="593">
                  <c:v>42598</c:v>
                </c:pt>
                <c:pt idx="594">
                  <c:v>42599</c:v>
                </c:pt>
                <c:pt idx="595">
                  <c:v>42600</c:v>
                </c:pt>
                <c:pt idx="596">
                  <c:v>42601</c:v>
                </c:pt>
                <c:pt idx="597">
                  <c:v>42602</c:v>
                </c:pt>
                <c:pt idx="598">
                  <c:v>42603</c:v>
                </c:pt>
                <c:pt idx="599">
                  <c:v>42604</c:v>
                </c:pt>
                <c:pt idx="600">
                  <c:v>42605</c:v>
                </c:pt>
                <c:pt idx="601">
                  <c:v>42606</c:v>
                </c:pt>
                <c:pt idx="602">
                  <c:v>42607</c:v>
                </c:pt>
                <c:pt idx="603">
                  <c:v>42608</c:v>
                </c:pt>
                <c:pt idx="604">
                  <c:v>42609</c:v>
                </c:pt>
                <c:pt idx="605">
                  <c:v>42610</c:v>
                </c:pt>
                <c:pt idx="606">
                  <c:v>42611</c:v>
                </c:pt>
                <c:pt idx="607">
                  <c:v>42612</c:v>
                </c:pt>
                <c:pt idx="608">
                  <c:v>42613</c:v>
                </c:pt>
                <c:pt idx="609">
                  <c:v>42614</c:v>
                </c:pt>
                <c:pt idx="610">
                  <c:v>42615</c:v>
                </c:pt>
                <c:pt idx="611">
                  <c:v>42616</c:v>
                </c:pt>
                <c:pt idx="612">
                  <c:v>42617</c:v>
                </c:pt>
                <c:pt idx="613">
                  <c:v>42618</c:v>
                </c:pt>
                <c:pt idx="614">
                  <c:v>42619</c:v>
                </c:pt>
                <c:pt idx="615">
                  <c:v>42620</c:v>
                </c:pt>
                <c:pt idx="616">
                  <c:v>42621</c:v>
                </c:pt>
                <c:pt idx="617">
                  <c:v>42622</c:v>
                </c:pt>
                <c:pt idx="618">
                  <c:v>42623</c:v>
                </c:pt>
                <c:pt idx="619">
                  <c:v>42624</c:v>
                </c:pt>
                <c:pt idx="620">
                  <c:v>42625</c:v>
                </c:pt>
                <c:pt idx="621">
                  <c:v>42626</c:v>
                </c:pt>
                <c:pt idx="622">
                  <c:v>42627</c:v>
                </c:pt>
                <c:pt idx="623">
                  <c:v>42628</c:v>
                </c:pt>
                <c:pt idx="624">
                  <c:v>42629</c:v>
                </c:pt>
                <c:pt idx="625">
                  <c:v>42630</c:v>
                </c:pt>
                <c:pt idx="626">
                  <c:v>42631</c:v>
                </c:pt>
                <c:pt idx="627">
                  <c:v>42632</c:v>
                </c:pt>
                <c:pt idx="628">
                  <c:v>42633</c:v>
                </c:pt>
                <c:pt idx="629">
                  <c:v>42634</c:v>
                </c:pt>
                <c:pt idx="630">
                  <c:v>42635</c:v>
                </c:pt>
                <c:pt idx="631">
                  <c:v>42636</c:v>
                </c:pt>
                <c:pt idx="632">
                  <c:v>42637</c:v>
                </c:pt>
                <c:pt idx="633">
                  <c:v>42638</c:v>
                </c:pt>
                <c:pt idx="634">
                  <c:v>42639</c:v>
                </c:pt>
                <c:pt idx="635">
                  <c:v>42640</c:v>
                </c:pt>
                <c:pt idx="636">
                  <c:v>42641</c:v>
                </c:pt>
                <c:pt idx="637">
                  <c:v>42642</c:v>
                </c:pt>
                <c:pt idx="638">
                  <c:v>42643</c:v>
                </c:pt>
                <c:pt idx="639">
                  <c:v>42644</c:v>
                </c:pt>
                <c:pt idx="640">
                  <c:v>42645</c:v>
                </c:pt>
                <c:pt idx="641">
                  <c:v>42646</c:v>
                </c:pt>
                <c:pt idx="642">
                  <c:v>42647</c:v>
                </c:pt>
                <c:pt idx="643">
                  <c:v>42648</c:v>
                </c:pt>
                <c:pt idx="644">
                  <c:v>42649</c:v>
                </c:pt>
                <c:pt idx="645">
                  <c:v>42650</c:v>
                </c:pt>
                <c:pt idx="646">
                  <c:v>42651</c:v>
                </c:pt>
                <c:pt idx="647">
                  <c:v>42652</c:v>
                </c:pt>
                <c:pt idx="648">
                  <c:v>42653</c:v>
                </c:pt>
                <c:pt idx="649">
                  <c:v>42654</c:v>
                </c:pt>
                <c:pt idx="650">
                  <c:v>42655</c:v>
                </c:pt>
                <c:pt idx="651">
                  <c:v>42656</c:v>
                </c:pt>
                <c:pt idx="652">
                  <c:v>42657</c:v>
                </c:pt>
                <c:pt idx="653">
                  <c:v>42658</c:v>
                </c:pt>
                <c:pt idx="654">
                  <c:v>42659</c:v>
                </c:pt>
                <c:pt idx="655">
                  <c:v>42660</c:v>
                </c:pt>
                <c:pt idx="656">
                  <c:v>42661</c:v>
                </c:pt>
                <c:pt idx="657">
                  <c:v>42662</c:v>
                </c:pt>
                <c:pt idx="658">
                  <c:v>42663</c:v>
                </c:pt>
                <c:pt idx="659">
                  <c:v>42664</c:v>
                </c:pt>
                <c:pt idx="660">
                  <c:v>42665</c:v>
                </c:pt>
                <c:pt idx="661">
                  <c:v>42666</c:v>
                </c:pt>
                <c:pt idx="662">
                  <c:v>42667</c:v>
                </c:pt>
                <c:pt idx="663">
                  <c:v>42668</c:v>
                </c:pt>
                <c:pt idx="664">
                  <c:v>42669</c:v>
                </c:pt>
                <c:pt idx="665">
                  <c:v>42670</c:v>
                </c:pt>
                <c:pt idx="666">
                  <c:v>42671</c:v>
                </c:pt>
                <c:pt idx="667">
                  <c:v>42672</c:v>
                </c:pt>
                <c:pt idx="668">
                  <c:v>42673</c:v>
                </c:pt>
                <c:pt idx="669">
                  <c:v>42674</c:v>
                </c:pt>
                <c:pt idx="670">
                  <c:v>42675</c:v>
                </c:pt>
                <c:pt idx="671">
                  <c:v>42676</c:v>
                </c:pt>
                <c:pt idx="672">
                  <c:v>42677</c:v>
                </c:pt>
                <c:pt idx="673">
                  <c:v>42678</c:v>
                </c:pt>
                <c:pt idx="674">
                  <c:v>42679</c:v>
                </c:pt>
                <c:pt idx="675">
                  <c:v>42680</c:v>
                </c:pt>
                <c:pt idx="676">
                  <c:v>42681</c:v>
                </c:pt>
                <c:pt idx="677">
                  <c:v>42682</c:v>
                </c:pt>
                <c:pt idx="678">
                  <c:v>42683</c:v>
                </c:pt>
                <c:pt idx="679">
                  <c:v>42684</c:v>
                </c:pt>
                <c:pt idx="680">
                  <c:v>42685</c:v>
                </c:pt>
                <c:pt idx="681">
                  <c:v>42686</c:v>
                </c:pt>
                <c:pt idx="682">
                  <c:v>42687</c:v>
                </c:pt>
                <c:pt idx="683">
                  <c:v>42688</c:v>
                </c:pt>
                <c:pt idx="684">
                  <c:v>42689</c:v>
                </c:pt>
                <c:pt idx="685">
                  <c:v>42690</c:v>
                </c:pt>
                <c:pt idx="686">
                  <c:v>42691</c:v>
                </c:pt>
                <c:pt idx="687">
                  <c:v>42692</c:v>
                </c:pt>
                <c:pt idx="688">
                  <c:v>42693</c:v>
                </c:pt>
                <c:pt idx="689">
                  <c:v>42694</c:v>
                </c:pt>
                <c:pt idx="690">
                  <c:v>42695</c:v>
                </c:pt>
                <c:pt idx="691">
                  <c:v>42696</c:v>
                </c:pt>
                <c:pt idx="692">
                  <c:v>42697</c:v>
                </c:pt>
                <c:pt idx="693">
                  <c:v>42698</c:v>
                </c:pt>
                <c:pt idx="694">
                  <c:v>42699</c:v>
                </c:pt>
                <c:pt idx="695">
                  <c:v>42700</c:v>
                </c:pt>
                <c:pt idx="696">
                  <c:v>42701</c:v>
                </c:pt>
                <c:pt idx="697">
                  <c:v>42702</c:v>
                </c:pt>
                <c:pt idx="698">
                  <c:v>42703</c:v>
                </c:pt>
                <c:pt idx="699">
                  <c:v>42704</c:v>
                </c:pt>
                <c:pt idx="700">
                  <c:v>42705</c:v>
                </c:pt>
                <c:pt idx="701">
                  <c:v>42706</c:v>
                </c:pt>
                <c:pt idx="702">
                  <c:v>42707</c:v>
                </c:pt>
                <c:pt idx="703">
                  <c:v>42708</c:v>
                </c:pt>
                <c:pt idx="704">
                  <c:v>42709</c:v>
                </c:pt>
                <c:pt idx="705">
                  <c:v>42710</c:v>
                </c:pt>
                <c:pt idx="706">
                  <c:v>42711</c:v>
                </c:pt>
                <c:pt idx="707">
                  <c:v>42712</c:v>
                </c:pt>
                <c:pt idx="708">
                  <c:v>42713</c:v>
                </c:pt>
                <c:pt idx="709">
                  <c:v>42714</c:v>
                </c:pt>
                <c:pt idx="710">
                  <c:v>42715</c:v>
                </c:pt>
                <c:pt idx="711">
                  <c:v>42716</c:v>
                </c:pt>
                <c:pt idx="712">
                  <c:v>42717</c:v>
                </c:pt>
                <c:pt idx="713">
                  <c:v>42718</c:v>
                </c:pt>
                <c:pt idx="714">
                  <c:v>42719</c:v>
                </c:pt>
                <c:pt idx="715">
                  <c:v>42720</c:v>
                </c:pt>
                <c:pt idx="716">
                  <c:v>42721</c:v>
                </c:pt>
                <c:pt idx="717">
                  <c:v>42722</c:v>
                </c:pt>
                <c:pt idx="718">
                  <c:v>42723</c:v>
                </c:pt>
                <c:pt idx="719">
                  <c:v>42724</c:v>
                </c:pt>
                <c:pt idx="720">
                  <c:v>42725</c:v>
                </c:pt>
                <c:pt idx="721">
                  <c:v>42726</c:v>
                </c:pt>
                <c:pt idx="722">
                  <c:v>42727</c:v>
                </c:pt>
                <c:pt idx="723">
                  <c:v>42728</c:v>
                </c:pt>
                <c:pt idx="724">
                  <c:v>42729</c:v>
                </c:pt>
                <c:pt idx="725">
                  <c:v>42730</c:v>
                </c:pt>
                <c:pt idx="726">
                  <c:v>42731</c:v>
                </c:pt>
                <c:pt idx="727">
                  <c:v>42732</c:v>
                </c:pt>
                <c:pt idx="728">
                  <c:v>42733</c:v>
                </c:pt>
                <c:pt idx="729">
                  <c:v>42734</c:v>
                </c:pt>
                <c:pt idx="730">
                  <c:v>42735</c:v>
                </c:pt>
                <c:pt idx="731">
                  <c:v>42736</c:v>
                </c:pt>
                <c:pt idx="732">
                  <c:v>42737</c:v>
                </c:pt>
                <c:pt idx="733">
                  <c:v>42738</c:v>
                </c:pt>
                <c:pt idx="734">
                  <c:v>42739</c:v>
                </c:pt>
                <c:pt idx="735">
                  <c:v>42740</c:v>
                </c:pt>
                <c:pt idx="736">
                  <c:v>42741</c:v>
                </c:pt>
                <c:pt idx="737">
                  <c:v>42742</c:v>
                </c:pt>
                <c:pt idx="738">
                  <c:v>42743</c:v>
                </c:pt>
                <c:pt idx="739">
                  <c:v>42744</c:v>
                </c:pt>
                <c:pt idx="740">
                  <c:v>42745</c:v>
                </c:pt>
                <c:pt idx="741">
                  <c:v>42746</c:v>
                </c:pt>
                <c:pt idx="742">
                  <c:v>42747</c:v>
                </c:pt>
                <c:pt idx="743">
                  <c:v>42748</c:v>
                </c:pt>
                <c:pt idx="744">
                  <c:v>42749</c:v>
                </c:pt>
                <c:pt idx="745">
                  <c:v>42750</c:v>
                </c:pt>
                <c:pt idx="746">
                  <c:v>42751</c:v>
                </c:pt>
                <c:pt idx="747">
                  <c:v>42752</c:v>
                </c:pt>
                <c:pt idx="748">
                  <c:v>42753</c:v>
                </c:pt>
                <c:pt idx="749">
                  <c:v>42754</c:v>
                </c:pt>
                <c:pt idx="750">
                  <c:v>42755</c:v>
                </c:pt>
                <c:pt idx="751">
                  <c:v>42756</c:v>
                </c:pt>
                <c:pt idx="752">
                  <c:v>42757</c:v>
                </c:pt>
                <c:pt idx="753">
                  <c:v>42758</c:v>
                </c:pt>
                <c:pt idx="754">
                  <c:v>42759</c:v>
                </c:pt>
                <c:pt idx="755">
                  <c:v>42760</c:v>
                </c:pt>
                <c:pt idx="756">
                  <c:v>42761</c:v>
                </c:pt>
                <c:pt idx="757">
                  <c:v>42762</c:v>
                </c:pt>
                <c:pt idx="758">
                  <c:v>42763</c:v>
                </c:pt>
                <c:pt idx="759">
                  <c:v>42764</c:v>
                </c:pt>
                <c:pt idx="760">
                  <c:v>42765</c:v>
                </c:pt>
                <c:pt idx="761">
                  <c:v>42766</c:v>
                </c:pt>
                <c:pt idx="762">
                  <c:v>42767</c:v>
                </c:pt>
                <c:pt idx="763">
                  <c:v>42768</c:v>
                </c:pt>
                <c:pt idx="764">
                  <c:v>42769</c:v>
                </c:pt>
                <c:pt idx="765">
                  <c:v>42770</c:v>
                </c:pt>
                <c:pt idx="766">
                  <c:v>42771</c:v>
                </c:pt>
                <c:pt idx="767">
                  <c:v>42772</c:v>
                </c:pt>
                <c:pt idx="768">
                  <c:v>42773</c:v>
                </c:pt>
                <c:pt idx="769">
                  <c:v>42774</c:v>
                </c:pt>
                <c:pt idx="770">
                  <c:v>42775</c:v>
                </c:pt>
                <c:pt idx="771">
                  <c:v>42776</c:v>
                </c:pt>
                <c:pt idx="772">
                  <c:v>42777</c:v>
                </c:pt>
                <c:pt idx="773">
                  <c:v>42778</c:v>
                </c:pt>
                <c:pt idx="774">
                  <c:v>42779</c:v>
                </c:pt>
                <c:pt idx="775">
                  <c:v>42780</c:v>
                </c:pt>
                <c:pt idx="776">
                  <c:v>42781</c:v>
                </c:pt>
                <c:pt idx="777">
                  <c:v>42782</c:v>
                </c:pt>
                <c:pt idx="778">
                  <c:v>42783</c:v>
                </c:pt>
                <c:pt idx="779">
                  <c:v>42784</c:v>
                </c:pt>
                <c:pt idx="780">
                  <c:v>42785</c:v>
                </c:pt>
                <c:pt idx="781">
                  <c:v>42786</c:v>
                </c:pt>
                <c:pt idx="782">
                  <c:v>42787</c:v>
                </c:pt>
                <c:pt idx="783">
                  <c:v>42788</c:v>
                </c:pt>
                <c:pt idx="784">
                  <c:v>42789</c:v>
                </c:pt>
                <c:pt idx="785">
                  <c:v>42790</c:v>
                </c:pt>
                <c:pt idx="786">
                  <c:v>42791</c:v>
                </c:pt>
                <c:pt idx="787">
                  <c:v>42792</c:v>
                </c:pt>
                <c:pt idx="788">
                  <c:v>42793</c:v>
                </c:pt>
                <c:pt idx="789">
                  <c:v>42794</c:v>
                </c:pt>
                <c:pt idx="790">
                  <c:v>42795</c:v>
                </c:pt>
                <c:pt idx="791">
                  <c:v>42796</c:v>
                </c:pt>
                <c:pt idx="792">
                  <c:v>42797</c:v>
                </c:pt>
                <c:pt idx="793">
                  <c:v>42798</c:v>
                </c:pt>
                <c:pt idx="794">
                  <c:v>42799</c:v>
                </c:pt>
                <c:pt idx="795">
                  <c:v>42800</c:v>
                </c:pt>
                <c:pt idx="796">
                  <c:v>42801</c:v>
                </c:pt>
                <c:pt idx="797">
                  <c:v>42802</c:v>
                </c:pt>
                <c:pt idx="798">
                  <c:v>42803</c:v>
                </c:pt>
                <c:pt idx="799">
                  <c:v>42804</c:v>
                </c:pt>
                <c:pt idx="800">
                  <c:v>42805</c:v>
                </c:pt>
                <c:pt idx="801">
                  <c:v>42806</c:v>
                </c:pt>
                <c:pt idx="802">
                  <c:v>42807</c:v>
                </c:pt>
                <c:pt idx="803">
                  <c:v>42808</c:v>
                </c:pt>
                <c:pt idx="804">
                  <c:v>42809</c:v>
                </c:pt>
                <c:pt idx="805">
                  <c:v>42810</c:v>
                </c:pt>
                <c:pt idx="806">
                  <c:v>42811</c:v>
                </c:pt>
                <c:pt idx="807">
                  <c:v>42812</c:v>
                </c:pt>
                <c:pt idx="808">
                  <c:v>42813</c:v>
                </c:pt>
                <c:pt idx="809">
                  <c:v>42814</c:v>
                </c:pt>
                <c:pt idx="810">
                  <c:v>42815</c:v>
                </c:pt>
                <c:pt idx="811">
                  <c:v>42816</c:v>
                </c:pt>
                <c:pt idx="812">
                  <c:v>42817</c:v>
                </c:pt>
                <c:pt idx="813">
                  <c:v>42818</c:v>
                </c:pt>
                <c:pt idx="814">
                  <c:v>42819</c:v>
                </c:pt>
                <c:pt idx="815">
                  <c:v>42820</c:v>
                </c:pt>
                <c:pt idx="816">
                  <c:v>42821</c:v>
                </c:pt>
                <c:pt idx="817">
                  <c:v>42822</c:v>
                </c:pt>
                <c:pt idx="818">
                  <c:v>42823</c:v>
                </c:pt>
                <c:pt idx="819">
                  <c:v>42824</c:v>
                </c:pt>
                <c:pt idx="820">
                  <c:v>42825</c:v>
                </c:pt>
                <c:pt idx="821">
                  <c:v>42826</c:v>
                </c:pt>
                <c:pt idx="822">
                  <c:v>42827</c:v>
                </c:pt>
                <c:pt idx="823">
                  <c:v>42828</c:v>
                </c:pt>
                <c:pt idx="824">
                  <c:v>42829</c:v>
                </c:pt>
                <c:pt idx="825">
                  <c:v>42830</c:v>
                </c:pt>
                <c:pt idx="826">
                  <c:v>42831</c:v>
                </c:pt>
                <c:pt idx="827">
                  <c:v>42832</c:v>
                </c:pt>
                <c:pt idx="828">
                  <c:v>42833</c:v>
                </c:pt>
                <c:pt idx="829">
                  <c:v>42834</c:v>
                </c:pt>
                <c:pt idx="830">
                  <c:v>42835</c:v>
                </c:pt>
                <c:pt idx="831">
                  <c:v>42836</c:v>
                </c:pt>
                <c:pt idx="832">
                  <c:v>42837</c:v>
                </c:pt>
                <c:pt idx="833">
                  <c:v>42838</c:v>
                </c:pt>
                <c:pt idx="834">
                  <c:v>42839</c:v>
                </c:pt>
                <c:pt idx="835">
                  <c:v>42840</c:v>
                </c:pt>
                <c:pt idx="836">
                  <c:v>42841</c:v>
                </c:pt>
                <c:pt idx="837">
                  <c:v>42842</c:v>
                </c:pt>
                <c:pt idx="838">
                  <c:v>42843</c:v>
                </c:pt>
                <c:pt idx="839">
                  <c:v>42844</c:v>
                </c:pt>
                <c:pt idx="840">
                  <c:v>42845</c:v>
                </c:pt>
                <c:pt idx="841">
                  <c:v>42846</c:v>
                </c:pt>
                <c:pt idx="842">
                  <c:v>42847</c:v>
                </c:pt>
                <c:pt idx="843">
                  <c:v>42848</c:v>
                </c:pt>
                <c:pt idx="844">
                  <c:v>42849</c:v>
                </c:pt>
                <c:pt idx="845">
                  <c:v>42850</c:v>
                </c:pt>
                <c:pt idx="846">
                  <c:v>42851</c:v>
                </c:pt>
                <c:pt idx="847">
                  <c:v>42852</c:v>
                </c:pt>
                <c:pt idx="848">
                  <c:v>42853</c:v>
                </c:pt>
                <c:pt idx="849">
                  <c:v>42854</c:v>
                </c:pt>
                <c:pt idx="850">
                  <c:v>42855</c:v>
                </c:pt>
                <c:pt idx="851">
                  <c:v>42856</c:v>
                </c:pt>
                <c:pt idx="852">
                  <c:v>42857</c:v>
                </c:pt>
                <c:pt idx="853">
                  <c:v>42858</c:v>
                </c:pt>
                <c:pt idx="854">
                  <c:v>42859</c:v>
                </c:pt>
                <c:pt idx="855">
                  <c:v>42860</c:v>
                </c:pt>
                <c:pt idx="856">
                  <c:v>42861</c:v>
                </c:pt>
                <c:pt idx="857">
                  <c:v>42862</c:v>
                </c:pt>
                <c:pt idx="858">
                  <c:v>42863</c:v>
                </c:pt>
                <c:pt idx="859">
                  <c:v>42864</c:v>
                </c:pt>
                <c:pt idx="860">
                  <c:v>42865</c:v>
                </c:pt>
                <c:pt idx="861">
                  <c:v>42866</c:v>
                </c:pt>
                <c:pt idx="862">
                  <c:v>42867</c:v>
                </c:pt>
                <c:pt idx="863">
                  <c:v>42868</c:v>
                </c:pt>
                <c:pt idx="864">
                  <c:v>42869</c:v>
                </c:pt>
                <c:pt idx="865">
                  <c:v>42870</c:v>
                </c:pt>
                <c:pt idx="866">
                  <c:v>42871</c:v>
                </c:pt>
                <c:pt idx="867">
                  <c:v>42872</c:v>
                </c:pt>
                <c:pt idx="868">
                  <c:v>42873</c:v>
                </c:pt>
                <c:pt idx="869">
                  <c:v>42874</c:v>
                </c:pt>
                <c:pt idx="870">
                  <c:v>42875</c:v>
                </c:pt>
                <c:pt idx="871">
                  <c:v>42876</c:v>
                </c:pt>
                <c:pt idx="872">
                  <c:v>42877</c:v>
                </c:pt>
                <c:pt idx="873">
                  <c:v>42878</c:v>
                </c:pt>
                <c:pt idx="874">
                  <c:v>42879</c:v>
                </c:pt>
                <c:pt idx="875">
                  <c:v>42880</c:v>
                </c:pt>
                <c:pt idx="876">
                  <c:v>42881</c:v>
                </c:pt>
                <c:pt idx="877">
                  <c:v>42882</c:v>
                </c:pt>
                <c:pt idx="878">
                  <c:v>42883</c:v>
                </c:pt>
                <c:pt idx="879">
                  <c:v>42884</c:v>
                </c:pt>
                <c:pt idx="880">
                  <c:v>42885</c:v>
                </c:pt>
                <c:pt idx="881">
                  <c:v>42886</c:v>
                </c:pt>
                <c:pt idx="882">
                  <c:v>42887</c:v>
                </c:pt>
                <c:pt idx="883">
                  <c:v>42888</c:v>
                </c:pt>
                <c:pt idx="884">
                  <c:v>42889</c:v>
                </c:pt>
                <c:pt idx="885">
                  <c:v>42890</c:v>
                </c:pt>
                <c:pt idx="886">
                  <c:v>42891</c:v>
                </c:pt>
                <c:pt idx="887">
                  <c:v>42892</c:v>
                </c:pt>
                <c:pt idx="888">
                  <c:v>42893</c:v>
                </c:pt>
                <c:pt idx="889">
                  <c:v>42894</c:v>
                </c:pt>
                <c:pt idx="890">
                  <c:v>42895</c:v>
                </c:pt>
                <c:pt idx="891">
                  <c:v>42896</c:v>
                </c:pt>
                <c:pt idx="892">
                  <c:v>42897</c:v>
                </c:pt>
                <c:pt idx="893">
                  <c:v>42898</c:v>
                </c:pt>
                <c:pt idx="894">
                  <c:v>42899</c:v>
                </c:pt>
                <c:pt idx="895">
                  <c:v>42900</c:v>
                </c:pt>
                <c:pt idx="896">
                  <c:v>42901</c:v>
                </c:pt>
                <c:pt idx="897">
                  <c:v>42902</c:v>
                </c:pt>
                <c:pt idx="898">
                  <c:v>42903</c:v>
                </c:pt>
                <c:pt idx="899">
                  <c:v>42904</c:v>
                </c:pt>
                <c:pt idx="900">
                  <c:v>42905</c:v>
                </c:pt>
                <c:pt idx="901">
                  <c:v>42906</c:v>
                </c:pt>
                <c:pt idx="902">
                  <c:v>42907</c:v>
                </c:pt>
                <c:pt idx="903">
                  <c:v>42908</c:v>
                </c:pt>
                <c:pt idx="904">
                  <c:v>42909</c:v>
                </c:pt>
                <c:pt idx="905">
                  <c:v>42910</c:v>
                </c:pt>
                <c:pt idx="906">
                  <c:v>42911</c:v>
                </c:pt>
                <c:pt idx="907">
                  <c:v>42912</c:v>
                </c:pt>
                <c:pt idx="908">
                  <c:v>42913</c:v>
                </c:pt>
                <c:pt idx="909">
                  <c:v>42914</c:v>
                </c:pt>
                <c:pt idx="910">
                  <c:v>42915</c:v>
                </c:pt>
                <c:pt idx="911">
                  <c:v>42916</c:v>
                </c:pt>
                <c:pt idx="912">
                  <c:v>42917</c:v>
                </c:pt>
                <c:pt idx="913">
                  <c:v>42918</c:v>
                </c:pt>
                <c:pt idx="914">
                  <c:v>42919</c:v>
                </c:pt>
                <c:pt idx="915">
                  <c:v>42920</c:v>
                </c:pt>
                <c:pt idx="916">
                  <c:v>42921</c:v>
                </c:pt>
                <c:pt idx="917">
                  <c:v>42922</c:v>
                </c:pt>
                <c:pt idx="918">
                  <c:v>42923</c:v>
                </c:pt>
                <c:pt idx="919">
                  <c:v>42924</c:v>
                </c:pt>
                <c:pt idx="920">
                  <c:v>42925</c:v>
                </c:pt>
                <c:pt idx="921">
                  <c:v>42926</c:v>
                </c:pt>
                <c:pt idx="922">
                  <c:v>42927</c:v>
                </c:pt>
                <c:pt idx="923">
                  <c:v>42928</c:v>
                </c:pt>
                <c:pt idx="924">
                  <c:v>42929</c:v>
                </c:pt>
                <c:pt idx="925">
                  <c:v>42930</c:v>
                </c:pt>
                <c:pt idx="926">
                  <c:v>42931</c:v>
                </c:pt>
                <c:pt idx="927">
                  <c:v>42932</c:v>
                </c:pt>
                <c:pt idx="928">
                  <c:v>42933</c:v>
                </c:pt>
                <c:pt idx="929">
                  <c:v>42934</c:v>
                </c:pt>
                <c:pt idx="930">
                  <c:v>42935</c:v>
                </c:pt>
                <c:pt idx="931">
                  <c:v>42936</c:v>
                </c:pt>
                <c:pt idx="932">
                  <c:v>42937</c:v>
                </c:pt>
                <c:pt idx="933">
                  <c:v>42938</c:v>
                </c:pt>
                <c:pt idx="934">
                  <c:v>42939</c:v>
                </c:pt>
                <c:pt idx="935">
                  <c:v>42940</c:v>
                </c:pt>
                <c:pt idx="936">
                  <c:v>42941</c:v>
                </c:pt>
                <c:pt idx="937">
                  <c:v>42942</c:v>
                </c:pt>
                <c:pt idx="938">
                  <c:v>42943</c:v>
                </c:pt>
                <c:pt idx="939">
                  <c:v>42944</c:v>
                </c:pt>
                <c:pt idx="940">
                  <c:v>42945</c:v>
                </c:pt>
                <c:pt idx="941">
                  <c:v>42946</c:v>
                </c:pt>
                <c:pt idx="942">
                  <c:v>42947</c:v>
                </c:pt>
                <c:pt idx="943">
                  <c:v>42948</c:v>
                </c:pt>
                <c:pt idx="944">
                  <c:v>42949</c:v>
                </c:pt>
                <c:pt idx="945">
                  <c:v>42950</c:v>
                </c:pt>
                <c:pt idx="946">
                  <c:v>42951</c:v>
                </c:pt>
                <c:pt idx="947">
                  <c:v>42952</c:v>
                </c:pt>
                <c:pt idx="948">
                  <c:v>42953</c:v>
                </c:pt>
                <c:pt idx="949">
                  <c:v>42954</c:v>
                </c:pt>
                <c:pt idx="950">
                  <c:v>42955</c:v>
                </c:pt>
                <c:pt idx="951">
                  <c:v>42956</c:v>
                </c:pt>
                <c:pt idx="952">
                  <c:v>42957</c:v>
                </c:pt>
                <c:pt idx="953">
                  <c:v>42958</c:v>
                </c:pt>
                <c:pt idx="954">
                  <c:v>42959</c:v>
                </c:pt>
                <c:pt idx="955">
                  <c:v>42960</c:v>
                </c:pt>
                <c:pt idx="956">
                  <c:v>42961</c:v>
                </c:pt>
                <c:pt idx="957">
                  <c:v>42962</c:v>
                </c:pt>
                <c:pt idx="958">
                  <c:v>42963</c:v>
                </c:pt>
                <c:pt idx="959">
                  <c:v>42964</c:v>
                </c:pt>
                <c:pt idx="960">
                  <c:v>42965</c:v>
                </c:pt>
                <c:pt idx="961">
                  <c:v>42966</c:v>
                </c:pt>
                <c:pt idx="962">
                  <c:v>42967</c:v>
                </c:pt>
                <c:pt idx="963">
                  <c:v>42968</c:v>
                </c:pt>
                <c:pt idx="964">
                  <c:v>42969</c:v>
                </c:pt>
                <c:pt idx="965">
                  <c:v>42970</c:v>
                </c:pt>
                <c:pt idx="966">
                  <c:v>42971</c:v>
                </c:pt>
                <c:pt idx="967">
                  <c:v>42972</c:v>
                </c:pt>
                <c:pt idx="968">
                  <c:v>42973</c:v>
                </c:pt>
                <c:pt idx="969">
                  <c:v>42974</c:v>
                </c:pt>
                <c:pt idx="970">
                  <c:v>42975</c:v>
                </c:pt>
                <c:pt idx="971">
                  <c:v>42976</c:v>
                </c:pt>
                <c:pt idx="972">
                  <c:v>42977</c:v>
                </c:pt>
                <c:pt idx="973">
                  <c:v>42978</c:v>
                </c:pt>
                <c:pt idx="974">
                  <c:v>42979</c:v>
                </c:pt>
                <c:pt idx="975">
                  <c:v>42980</c:v>
                </c:pt>
                <c:pt idx="976">
                  <c:v>42981</c:v>
                </c:pt>
                <c:pt idx="977">
                  <c:v>42982</c:v>
                </c:pt>
                <c:pt idx="978">
                  <c:v>42983</c:v>
                </c:pt>
                <c:pt idx="979">
                  <c:v>42984</c:v>
                </c:pt>
                <c:pt idx="980">
                  <c:v>42985</c:v>
                </c:pt>
                <c:pt idx="981">
                  <c:v>42986</c:v>
                </c:pt>
                <c:pt idx="982">
                  <c:v>42987</c:v>
                </c:pt>
                <c:pt idx="983">
                  <c:v>42988</c:v>
                </c:pt>
                <c:pt idx="984">
                  <c:v>42989</c:v>
                </c:pt>
                <c:pt idx="985">
                  <c:v>42990</c:v>
                </c:pt>
                <c:pt idx="986">
                  <c:v>42991</c:v>
                </c:pt>
                <c:pt idx="987">
                  <c:v>42992</c:v>
                </c:pt>
                <c:pt idx="988">
                  <c:v>42993</c:v>
                </c:pt>
                <c:pt idx="989">
                  <c:v>42994</c:v>
                </c:pt>
                <c:pt idx="990">
                  <c:v>42995</c:v>
                </c:pt>
                <c:pt idx="991">
                  <c:v>42996</c:v>
                </c:pt>
                <c:pt idx="992">
                  <c:v>42997</c:v>
                </c:pt>
                <c:pt idx="993">
                  <c:v>42998</c:v>
                </c:pt>
                <c:pt idx="994">
                  <c:v>42999</c:v>
                </c:pt>
                <c:pt idx="995">
                  <c:v>43000</c:v>
                </c:pt>
                <c:pt idx="996">
                  <c:v>43001</c:v>
                </c:pt>
                <c:pt idx="997">
                  <c:v>43002</c:v>
                </c:pt>
                <c:pt idx="998">
                  <c:v>43003</c:v>
                </c:pt>
                <c:pt idx="999">
                  <c:v>43004</c:v>
                </c:pt>
                <c:pt idx="1000">
                  <c:v>43005</c:v>
                </c:pt>
                <c:pt idx="1001">
                  <c:v>43006</c:v>
                </c:pt>
                <c:pt idx="1002">
                  <c:v>43007</c:v>
                </c:pt>
                <c:pt idx="1003">
                  <c:v>43008</c:v>
                </c:pt>
                <c:pt idx="1004">
                  <c:v>43009</c:v>
                </c:pt>
                <c:pt idx="1005">
                  <c:v>43010</c:v>
                </c:pt>
                <c:pt idx="1006">
                  <c:v>43011</c:v>
                </c:pt>
                <c:pt idx="1007">
                  <c:v>43012</c:v>
                </c:pt>
                <c:pt idx="1008">
                  <c:v>43013</c:v>
                </c:pt>
                <c:pt idx="1009">
                  <c:v>43014</c:v>
                </c:pt>
                <c:pt idx="1010">
                  <c:v>43015</c:v>
                </c:pt>
                <c:pt idx="1011">
                  <c:v>43016</c:v>
                </c:pt>
                <c:pt idx="1012">
                  <c:v>43017</c:v>
                </c:pt>
                <c:pt idx="1013">
                  <c:v>43018</c:v>
                </c:pt>
                <c:pt idx="1014">
                  <c:v>43019</c:v>
                </c:pt>
                <c:pt idx="1015">
                  <c:v>43020</c:v>
                </c:pt>
                <c:pt idx="1016">
                  <c:v>43021</c:v>
                </c:pt>
                <c:pt idx="1017">
                  <c:v>43022</c:v>
                </c:pt>
                <c:pt idx="1018">
                  <c:v>43023</c:v>
                </c:pt>
                <c:pt idx="1019">
                  <c:v>43024</c:v>
                </c:pt>
                <c:pt idx="1020">
                  <c:v>43025</c:v>
                </c:pt>
                <c:pt idx="1021">
                  <c:v>43026</c:v>
                </c:pt>
                <c:pt idx="1022">
                  <c:v>43027</c:v>
                </c:pt>
                <c:pt idx="1023">
                  <c:v>43028</c:v>
                </c:pt>
                <c:pt idx="1024">
                  <c:v>43029</c:v>
                </c:pt>
                <c:pt idx="1025">
                  <c:v>43030</c:v>
                </c:pt>
                <c:pt idx="1026">
                  <c:v>43031</c:v>
                </c:pt>
                <c:pt idx="1027">
                  <c:v>43032</c:v>
                </c:pt>
                <c:pt idx="1028">
                  <c:v>43033</c:v>
                </c:pt>
                <c:pt idx="1029">
                  <c:v>43034</c:v>
                </c:pt>
                <c:pt idx="1030">
                  <c:v>43035</c:v>
                </c:pt>
                <c:pt idx="1031">
                  <c:v>43036</c:v>
                </c:pt>
                <c:pt idx="1032">
                  <c:v>43037</c:v>
                </c:pt>
                <c:pt idx="1033">
                  <c:v>43038</c:v>
                </c:pt>
                <c:pt idx="1034">
                  <c:v>43039</c:v>
                </c:pt>
                <c:pt idx="1035">
                  <c:v>43040</c:v>
                </c:pt>
                <c:pt idx="1036">
                  <c:v>43041</c:v>
                </c:pt>
                <c:pt idx="1037">
                  <c:v>43042</c:v>
                </c:pt>
                <c:pt idx="1038">
                  <c:v>43043</c:v>
                </c:pt>
                <c:pt idx="1039">
                  <c:v>43044</c:v>
                </c:pt>
                <c:pt idx="1040">
                  <c:v>43045</c:v>
                </c:pt>
                <c:pt idx="1041">
                  <c:v>43046</c:v>
                </c:pt>
                <c:pt idx="1042">
                  <c:v>43047</c:v>
                </c:pt>
                <c:pt idx="1043">
                  <c:v>43048</c:v>
                </c:pt>
                <c:pt idx="1044">
                  <c:v>43049</c:v>
                </c:pt>
                <c:pt idx="1045">
                  <c:v>43050</c:v>
                </c:pt>
                <c:pt idx="1046">
                  <c:v>43051</c:v>
                </c:pt>
                <c:pt idx="1047">
                  <c:v>43052</c:v>
                </c:pt>
                <c:pt idx="1048">
                  <c:v>43053</c:v>
                </c:pt>
                <c:pt idx="1049">
                  <c:v>43054</c:v>
                </c:pt>
                <c:pt idx="1050">
                  <c:v>43055</c:v>
                </c:pt>
                <c:pt idx="1051">
                  <c:v>43056</c:v>
                </c:pt>
                <c:pt idx="1052">
                  <c:v>43057</c:v>
                </c:pt>
                <c:pt idx="1053">
                  <c:v>43058</c:v>
                </c:pt>
                <c:pt idx="1054">
                  <c:v>43059</c:v>
                </c:pt>
                <c:pt idx="1055">
                  <c:v>43060</c:v>
                </c:pt>
                <c:pt idx="1056">
                  <c:v>43061</c:v>
                </c:pt>
                <c:pt idx="1057">
                  <c:v>43062</c:v>
                </c:pt>
                <c:pt idx="1058">
                  <c:v>43063</c:v>
                </c:pt>
                <c:pt idx="1059">
                  <c:v>43064</c:v>
                </c:pt>
                <c:pt idx="1060">
                  <c:v>43065</c:v>
                </c:pt>
                <c:pt idx="1061">
                  <c:v>43066</c:v>
                </c:pt>
                <c:pt idx="1062">
                  <c:v>43067</c:v>
                </c:pt>
                <c:pt idx="1063">
                  <c:v>43068</c:v>
                </c:pt>
                <c:pt idx="1064">
                  <c:v>43069</c:v>
                </c:pt>
                <c:pt idx="1065">
                  <c:v>43070</c:v>
                </c:pt>
                <c:pt idx="1066">
                  <c:v>43071</c:v>
                </c:pt>
                <c:pt idx="1067">
                  <c:v>43072</c:v>
                </c:pt>
                <c:pt idx="1068">
                  <c:v>43073</c:v>
                </c:pt>
                <c:pt idx="1069">
                  <c:v>43074</c:v>
                </c:pt>
                <c:pt idx="1070">
                  <c:v>43075</c:v>
                </c:pt>
                <c:pt idx="1071">
                  <c:v>43076</c:v>
                </c:pt>
                <c:pt idx="1072">
                  <c:v>43077</c:v>
                </c:pt>
                <c:pt idx="1073">
                  <c:v>43078</c:v>
                </c:pt>
                <c:pt idx="1074">
                  <c:v>43079</c:v>
                </c:pt>
                <c:pt idx="1075">
                  <c:v>43080</c:v>
                </c:pt>
                <c:pt idx="1076">
                  <c:v>43081</c:v>
                </c:pt>
                <c:pt idx="1077">
                  <c:v>43082</c:v>
                </c:pt>
                <c:pt idx="1078">
                  <c:v>43083</c:v>
                </c:pt>
                <c:pt idx="1079">
                  <c:v>43084</c:v>
                </c:pt>
                <c:pt idx="1080">
                  <c:v>43085</c:v>
                </c:pt>
                <c:pt idx="1081">
                  <c:v>43086</c:v>
                </c:pt>
                <c:pt idx="1082">
                  <c:v>43087</c:v>
                </c:pt>
                <c:pt idx="1083">
                  <c:v>43088</c:v>
                </c:pt>
                <c:pt idx="1084">
                  <c:v>43089</c:v>
                </c:pt>
                <c:pt idx="1085">
                  <c:v>43090</c:v>
                </c:pt>
                <c:pt idx="1086">
                  <c:v>43091</c:v>
                </c:pt>
                <c:pt idx="1087">
                  <c:v>43092</c:v>
                </c:pt>
                <c:pt idx="1088">
                  <c:v>43093</c:v>
                </c:pt>
                <c:pt idx="1089">
                  <c:v>43094</c:v>
                </c:pt>
                <c:pt idx="1090">
                  <c:v>43095</c:v>
                </c:pt>
                <c:pt idx="1091">
                  <c:v>43096</c:v>
                </c:pt>
                <c:pt idx="1092">
                  <c:v>43097</c:v>
                </c:pt>
                <c:pt idx="1093">
                  <c:v>43098</c:v>
                </c:pt>
                <c:pt idx="1094">
                  <c:v>43099</c:v>
                </c:pt>
                <c:pt idx="1095">
                  <c:v>43100</c:v>
                </c:pt>
                <c:pt idx="1096">
                  <c:v>43101</c:v>
                </c:pt>
                <c:pt idx="1097">
                  <c:v>43102</c:v>
                </c:pt>
                <c:pt idx="1098">
                  <c:v>43103</c:v>
                </c:pt>
                <c:pt idx="1099">
                  <c:v>43104</c:v>
                </c:pt>
                <c:pt idx="1100">
                  <c:v>43105</c:v>
                </c:pt>
                <c:pt idx="1101">
                  <c:v>43106</c:v>
                </c:pt>
                <c:pt idx="1102">
                  <c:v>43107</c:v>
                </c:pt>
                <c:pt idx="1103">
                  <c:v>43108</c:v>
                </c:pt>
                <c:pt idx="1104">
                  <c:v>43109</c:v>
                </c:pt>
                <c:pt idx="1105">
                  <c:v>43110</c:v>
                </c:pt>
                <c:pt idx="1106">
                  <c:v>43111</c:v>
                </c:pt>
                <c:pt idx="1107">
                  <c:v>43112</c:v>
                </c:pt>
                <c:pt idx="1108">
                  <c:v>43113</c:v>
                </c:pt>
                <c:pt idx="1109">
                  <c:v>43114</c:v>
                </c:pt>
                <c:pt idx="1110">
                  <c:v>43115</c:v>
                </c:pt>
                <c:pt idx="1111">
                  <c:v>43116</c:v>
                </c:pt>
                <c:pt idx="1112">
                  <c:v>43117</c:v>
                </c:pt>
                <c:pt idx="1113">
                  <c:v>43118</c:v>
                </c:pt>
                <c:pt idx="1114">
                  <c:v>43119</c:v>
                </c:pt>
                <c:pt idx="1115">
                  <c:v>43120</c:v>
                </c:pt>
                <c:pt idx="1116">
                  <c:v>43121</c:v>
                </c:pt>
                <c:pt idx="1117">
                  <c:v>43122</c:v>
                </c:pt>
                <c:pt idx="1118">
                  <c:v>43123</c:v>
                </c:pt>
                <c:pt idx="1119">
                  <c:v>43124</c:v>
                </c:pt>
                <c:pt idx="1120">
                  <c:v>43125</c:v>
                </c:pt>
                <c:pt idx="1121">
                  <c:v>43126</c:v>
                </c:pt>
                <c:pt idx="1122">
                  <c:v>43127</c:v>
                </c:pt>
                <c:pt idx="1123">
                  <c:v>43128</c:v>
                </c:pt>
                <c:pt idx="1124">
                  <c:v>43129</c:v>
                </c:pt>
                <c:pt idx="1125">
                  <c:v>43130</c:v>
                </c:pt>
                <c:pt idx="1126">
                  <c:v>43131</c:v>
                </c:pt>
                <c:pt idx="1127">
                  <c:v>43132</c:v>
                </c:pt>
                <c:pt idx="1128">
                  <c:v>43133</c:v>
                </c:pt>
                <c:pt idx="1129">
                  <c:v>43134</c:v>
                </c:pt>
                <c:pt idx="1130">
                  <c:v>43135</c:v>
                </c:pt>
                <c:pt idx="1131">
                  <c:v>43136</c:v>
                </c:pt>
                <c:pt idx="1132">
                  <c:v>43137</c:v>
                </c:pt>
                <c:pt idx="1133">
                  <c:v>43138</c:v>
                </c:pt>
                <c:pt idx="1134">
                  <c:v>43139</c:v>
                </c:pt>
                <c:pt idx="1135">
                  <c:v>43140</c:v>
                </c:pt>
                <c:pt idx="1136">
                  <c:v>43141</c:v>
                </c:pt>
                <c:pt idx="1137">
                  <c:v>43142</c:v>
                </c:pt>
                <c:pt idx="1138">
                  <c:v>43143</c:v>
                </c:pt>
                <c:pt idx="1139">
                  <c:v>43144</c:v>
                </c:pt>
                <c:pt idx="1140">
                  <c:v>43145</c:v>
                </c:pt>
                <c:pt idx="1141">
                  <c:v>43146</c:v>
                </c:pt>
                <c:pt idx="1142">
                  <c:v>43147</c:v>
                </c:pt>
                <c:pt idx="1143">
                  <c:v>43148</c:v>
                </c:pt>
                <c:pt idx="1144">
                  <c:v>43149</c:v>
                </c:pt>
                <c:pt idx="1145">
                  <c:v>43150</c:v>
                </c:pt>
                <c:pt idx="1146">
                  <c:v>43151</c:v>
                </c:pt>
                <c:pt idx="1147">
                  <c:v>43152</c:v>
                </c:pt>
                <c:pt idx="1148">
                  <c:v>43153</c:v>
                </c:pt>
                <c:pt idx="1149">
                  <c:v>43154</c:v>
                </c:pt>
                <c:pt idx="1150">
                  <c:v>43155</c:v>
                </c:pt>
                <c:pt idx="1151">
                  <c:v>43156</c:v>
                </c:pt>
                <c:pt idx="1152">
                  <c:v>43157</c:v>
                </c:pt>
                <c:pt idx="1153">
                  <c:v>43158</c:v>
                </c:pt>
                <c:pt idx="1154">
                  <c:v>43159</c:v>
                </c:pt>
                <c:pt idx="1155">
                  <c:v>43160</c:v>
                </c:pt>
                <c:pt idx="1156">
                  <c:v>43161</c:v>
                </c:pt>
                <c:pt idx="1157">
                  <c:v>43162</c:v>
                </c:pt>
                <c:pt idx="1158">
                  <c:v>43163</c:v>
                </c:pt>
                <c:pt idx="1159">
                  <c:v>43164</c:v>
                </c:pt>
                <c:pt idx="1160">
                  <c:v>43165</c:v>
                </c:pt>
                <c:pt idx="1161">
                  <c:v>43166</c:v>
                </c:pt>
                <c:pt idx="1162">
                  <c:v>43167</c:v>
                </c:pt>
                <c:pt idx="1163">
                  <c:v>43168</c:v>
                </c:pt>
                <c:pt idx="1164">
                  <c:v>43169</c:v>
                </c:pt>
                <c:pt idx="1165">
                  <c:v>43170</c:v>
                </c:pt>
                <c:pt idx="1166">
                  <c:v>43171</c:v>
                </c:pt>
                <c:pt idx="1167">
                  <c:v>43172</c:v>
                </c:pt>
                <c:pt idx="1168">
                  <c:v>43173</c:v>
                </c:pt>
                <c:pt idx="1169">
                  <c:v>43174</c:v>
                </c:pt>
                <c:pt idx="1170">
                  <c:v>43175</c:v>
                </c:pt>
                <c:pt idx="1171">
                  <c:v>43176</c:v>
                </c:pt>
                <c:pt idx="1172">
                  <c:v>43177</c:v>
                </c:pt>
                <c:pt idx="1173">
                  <c:v>43178</c:v>
                </c:pt>
                <c:pt idx="1174">
                  <c:v>43179</c:v>
                </c:pt>
                <c:pt idx="1175">
                  <c:v>43180</c:v>
                </c:pt>
                <c:pt idx="1176">
                  <c:v>43181</c:v>
                </c:pt>
                <c:pt idx="1177">
                  <c:v>43182</c:v>
                </c:pt>
                <c:pt idx="1178">
                  <c:v>43183</c:v>
                </c:pt>
                <c:pt idx="1179">
                  <c:v>43184</c:v>
                </c:pt>
                <c:pt idx="1180">
                  <c:v>43185</c:v>
                </c:pt>
                <c:pt idx="1181">
                  <c:v>43186</c:v>
                </c:pt>
                <c:pt idx="1182">
                  <c:v>43187</c:v>
                </c:pt>
                <c:pt idx="1183">
                  <c:v>43188</c:v>
                </c:pt>
                <c:pt idx="1184">
                  <c:v>43189</c:v>
                </c:pt>
                <c:pt idx="1185">
                  <c:v>43190</c:v>
                </c:pt>
                <c:pt idx="1186">
                  <c:v>43191</c:v>
                </c:pt>
                <c:pt idx="1187">
                  <c:v>43192</c:v>
                </c:pt>
                <c:pt idx="1188">
                  <c:v>43193</c:v>
                </c:pt>
                <c:pt idx="1189">
                  <c:v>43194</c:v>
                </c:pt>
                <c:pt idx="1190">
                  <c:v>43195</c:v>
                </c:pt>
                <c:pt idx="1191">
                  <c:v>43196</c:v>
                </c:pt>
                <c:pt idx="1192">
                  <c:v>43197</c:v>
                </c:pt>
                <c:pt idx="1193">
                  <c:v>43198</c:v>
                </c:pt>
                <c:pt idx="1194">
                  <c:v>43199</c:v>
                </c:pt>
                <c:pt idx="1195">
                  <c:v>43200</c:v>
                </c:pt>
                <c:pt idx="1196">
                  <c:v>43201</c:v>
                </c:pt>
                <c:pt idx="1197">
                  <c:v>43202</c:v>
                </c:pt>
                <c:pt idx="1198">
                  <c:v>43203</c:v>
                </c:pt>
                <c:pt idx="1199">
                  <c:v>43204</c:v>
                </c:pt>
                <c:pt idx="1200">
                  <c:v>43205</c:v>
                </c:pt>
                <c:pt idx="1201">
                  <c:v>43206</c:v>
                </c:pt>
                <c:pt idx="1202">
                  <c:v>43207</c:v>
                </c:pt>
                <c:pt idx="1203">
                  <c:v>43208</c:v>
                </c:pt>
                <c:pt idx="1204">
                  <c:v>43209</c:v>
                </c:pt>
                <c:pt idx="1205">
                  <c:v>43210</c:v>
                </c:pt>
                <c:pt idx="1206">
                  <c:v>43211</c:v>
                </c:pt>
                <c:pt idx="1207">
                  <c:v>43212</c:v>
                </c:pt>
                <c:pt idx="1208">
                  <c:v>43213</c:v>
                </c:pt>
                <c:pt idx="1209">
                  <c:v>43214</c:v>
                </c:pt>
                <c:pt idx="1210">
                  <c:v>43215</c:v>
                </c:pt>
                <c:pt idx="1211">
                  <c:v>43216</c:v>
                </c:pt>
                <c:pt idx="1212">
                  <c:v>43217</c:v>
                </c:pt>
                <c:pt idx="1213">
                  <c:v>43218</c:v>
                </c:pt>
                <c:pt idx="1214">
                  <c:v>43219</c:v>
                </c:pt>
                <c:pt idx="1215">
                  <c:v>43220</c:v>
                </c:pt>
                <c:pt idx="1216">
                  <c:v>43221</c:v>
                </c:pt>
                <c:pt idx="1217">
                  <c:v>43222</c:v>
                </c:pt>
                <c:pt idx="1218">
                  <c:v>43223</c:v>
                </c:pt>
                <c:pt idx="1219">
                  <c:v>43224</c:v>
                </c:pt>
                <c:pt idx="1220">
                  <c:v>43225</c:v>
                </c:pt>
                <c:pt idx="1221">
                  <c:v>43226</c:v>
                </c:pt>
                <c:pt idx="1222">
                  <c:v>43227</c:v>
                </c:pt>
                <c:pt idx="1223">
                  <c:v>43228</c:v>
                </c:pt>
                <c:pt idx="1224">
                  <c:v>43229</c:v>
                </c:pt>
                <c:pt idx="1225">
                  <c:v>43230</c:v>
                </c:pt>
                <c:pt idx="1226">
                  <c:v>43231</c:v>
                </c:pt>
                <c:pt idx="1227">
                  <c:v>43232</c:v>
                </c:pt>
                <c:pt idx="1228">
                  <c:v>43233</c:v>
                </c:pt>
                <c:pt idx="1229">
                  <c:v>43234</c:v>
                </c:pt>
                <c:pt idx="1230">
                  <c:v>43235</c:v>
                </c:pt>
                <c:pt idx="1231">
                  <c:v>43236</c:v>
                </c:pt>
                <c:pt idx="1232">
                  <c:v>43237</c:v>
                </c:pt>
                <c:pt idx="1233">
                  <c:v>43238</c:v>
                </c:pt>
                <c:pt idx="1234">
                  <c:v>43239</c:v>
                </c:pt>
                <c:pt idx="1235">
                  <c:v>43240</c:v>
                </c:pt>
                <c:pt idx="1236">
                  <c:v>43241</c:v>
                </c:pt>
                <c:pt idx="1237">
                  <c:v>43242</c:v>
                </c:pt>
                <c:pt idx="1238">
                  <c:v>43243</c:v>
                </c:pt>
                <c:pt idx="1239">
                  <c:v>43244</c:v>
                </c:pt>
                <c:pt idx="1240">
                  <c:v>43245</c:v>
                </c:pt>
                <c:pt idx="1241">
                  <c:v>43246</c:v>
                </c:pt>
                <c:pt idx="1242">
                  <c:v>43247</c:v>
                </c:pt>
                <c:pt idx="1243">
                  <c:v>43248</c:v>
                </c:pt>
                <c:pt idx="1244">
                  <c:v>43249</c:v>
                </c:pt>
                <c:pt idx="1245">
                  <c:v>43250</c:v>
                </c:pt>
                <c:pt idx="1246">
                  <c:v>43251</c:v>
                </c:pt>
                <c:pt idx="1247">
                  <c:v>43252</c:v>
                </c:pt>
                <c:pt idx="1248">
                  <c:v>43253</c:v>
                </c:pt>
                <c:pt idx="1249">
                  <c:v>43254</c:v>
                </c:pt>
                <c:pt idx="1250">
                  <c:v>43255</c:v>
                </c:pt>
                <c:pt idx="1251">
                  <c:v>43256</c:v>
                </c:pt>
                <c:pt idx="1252">
                  <c:v>43257</c:v>
                </c:pt>
                <c:pt idx="1253">
                  <c:v>43258</c:v>
                </c:pt>
                <c:pt idx="1254">
                  <c:v>43259</c:v>
                </c:pt>
                <c:pt idx="1255">
                  <c:v>43260</c:v>
                </c:pt>
                <c:pt idx="1256">
                  <c:v>43261</c:v>
                </c:pt>
                <c:pt idx="1257">
                  <c:v>43262</c:v>
                </c:pt>
                <c:pt idx="1258">
                  <c:v>43263</c:v>
                </c:pt>
                <c:pt idx="1259">
                  <c:v>43264</c:v>
                </c:pt>
                <c:pt idx="1260">
                  <c:v>43265</c:v>
                </c:pt>
                <c:pt idx="1261">
                  <c:v>43266</c:v>
                </c:pt>
                <c:pt idx="1262">
                  <c:v>43267</c:v>
                </c:pt>
                <c:pt idx="1263">
                  <c:v>43268</c:v>
                </c:pt>
                <c:pt idx="1264">
                  <c:v>43269</c:v>
                </c:pt>
                <c:pt idx="1265">
                  <c:v>43270</c:v>
                </c:pt>
                <c:pt idx="1266">
                  <c:v>43271</c:v>
                </c:pt>
                <c:pt idx="1267">
                  <c:v>43272</c:v>
                </c:pt>
                <c:pt idx="1268">
                  <c:v>43273</c:v>
                </c:pt>
                <c:pt idx="1269">
                  <c:v>43274</c:v>
                </c:pt>
                <c:pt idx="1270">
                  <c:v>43275</c:v>
                </c:pt>
                <c:pt idx="1271">
                  <c:v>43276</c:v>
                </c:pt>
                <c:pt idx="1272">
                  <c:v>43277</c:v>
                </c:pt>
                <c:pt idx="1273">
                  <c:v>43278</c:v>
                </c:pt>
                <c:pt idx="1274">
                  <c:v>43279</c:v>
                </c:pt>
                <c:pt idx="1275">
                  <c:v>43280</c:v>
                </c:pt>
                <c:pt idx="1276">
                  <c:v>43281</c:v>
                </c:pt>
                <c:pt idx="1277">
                  <c:v>43282</c:v>
                </c:pt>
                <c:pt idx="1278">
                  <c:v>43283</c:v>
                </c:pt>
                <c:pt idx="1279">
                  <c:v>43284</c:v>
                </c:pt>
                <c:pt idx="1280">
                  <c:v>43285</c:v>
                </c:pt>
                <c:pt idx="1281">
                  <c:v>43286</c:v>
                </c:pt>
                <c:pt idx="1282">
                  <c:v>43287</c:v>
                </c:pt>
                <c:pt idx="1283">
                  <c:v>43288</c:v>
                </c:pt>
                <c:pt idx="1284">
                  <c:v>43289</c:v>
                </c:pt>
                <c:pt idx="1285">
                  <c:v>43290</c:v>
                </c:pt>
                <c:pt idx="1286">
                  <c:v>43291</c:v>
                </c:pt>
                <c:pt idx="1287">
                  <c:v>43292</c:v>
                </c:pt>
                <c:pt idx="1288">
                  <c:v>43293</c:v>
                </c:pt>
                <c:pt idx="1289">
                  <c:v>43294</c:v>
                </c:pt>
                <c:pt idx="1290">
                  <c:v>43295</c:v>
                </c:pt>
                <c:pt idx="1291">
                  <c:v>43296</c:v>
                </c:pt>
                <c:pt idx="1292">
                  <c:v>43297</c:v>
                </c:pt>
                <c:pt idx="1293">
                  <c:v>43298</c:v>
                </c:pt>
                <c:pt idx="1294">
                  <c:v>43299</c:v>
                </c:pt>
                <c:pt idx="1295">
                  <c:v>43300</c:v>
                </c:pt>
                <c:pt idx="1296">
                  <c:v>43301</c:v>
                </c:pt>
                <c:pt idx="1297">
                  <c:v>43302</c:v>
                </c:pt>
                <c:pt idx="1298">
                  <c:v>43303</c:v>
                </c:pt>
                <c:pt idx="1299">
                  <c:v>43304</c:v>
                </c:pt>
                <c:pt idx="1300">
                  <c:v>43305</c:v>
                </c:pt>
                <c:pt idx="1301">
                  <c:v>43306</c:v>
                </c:pt>
                <c:pt idx="1302">
                  <c:v>43307</c:v>
                </c:pt>
                <c:pt idx="1303">
                  <c:v>43308</c:v>
                </c:pt>
                <c:pt idx="1304">
                  <c:v>43309</c:v>
                </c:pt>
                <c:pt idx="1305">
                  <c:v>43310</c:v>
                </c:pt>
                <c:pt idx="1306">
                  <c:v>43311</c:v>
                </c:pt>
                <c:pt idx="1307">
                  <c:v>43312</c:v>
                </c:pt>
                <c:pt idx="1308">
                  <c:v>43313</c:v>
                </c:pt>
                <c:pt idx="1309">
                  <c:v>43314</c:v>
                </c:pt>
                <c:pt idx="1310">
                  <c:v>43315</c:v>
                </c:pt>
                <c:pt idx="1311">
                  <c:v>43316</c:v>
                </c:pt>
                <c:pt idx="1312">
                  <c:v>43317</c:v>
                </c:pt>
                <c:pt idx="1313">
                  <c:v>43318</c:v>
                </c:pt>
                <c:pt idx="1314">
                  <c:v>43319</c:v>
                </c:pt>
                <c:pt idx="1315">
                  <c:v>43320</c:v>
                </c:pt>
                <c:pt idx="1316">
                  <c:v>43321</c:v>
                </c:pt>
                <c:pt idx="1317">
                  <c:v>43322</c:v>
                </c:pt>
                <c:pt idx="1318">
                  <c:v>43323</c:v>
                </c:pt>
                <c:pt idx="1319">
                  <c:v>43324</c:v>
                </c:pt>
                <c:pt idx="1320">
                  <c:v>43325</c:v>
                </c:pt>
                <c:pt idx="1321">
                  <c:v>43326</c:v>
                </c:pt>
                <c:pt idx="1322">
                  <c:v>43327</c:v>
                </c:pt>
                <c:pt idx="1323">
                  <c:v>43328</c:v>
                </c:pt>
                <c:pt idx="1324">
                  <c:v>43329</c:v>
                </c:pt>
                <c:pt idx="1325">
                  <c:v>43330</c:v>
                </c:pt>
                <c:pt idx="1326">
                  <c:v>43331</c:v>
                </c:pt>
                <c:pt idx="1327">
                  <c:v>43332</c:v>
                </c:pt>
                <c:pt idx="1328">
                  <c:v>43333</c:v>
                </c:pt>
                <c:pt idx="1329">
                  <c:v>43334</c:v>
                </c:pt>
                <c:pt idx="1330">
                  <c:v>43335</c:v>
                </c:pt>
                <c:pt idx="1331">
                  <c:v>43336</c:v>
                </c:pt>
                <c:pt idx="1332">
                  <c:v>43337</c:v>
                </c:pt>
                <c:pt idx="1333">
                  <c:v>43338</c:v>
                </c:pt>
                <c:pt idx="1334">
                  <c:v>43339</c:v>
                </c:pt>
                <c:pt idx="1335">
                  <c:v>43340</c:v>
                </c:pt>
                <c:pt idx="1336">
                  <c:v>43341</c:v>
                </c:pt>
                <c:pt idx="1337">
                  <c:v>43342</c:v>
                </c:pt>
                <c:pt idx="1338">
                  <c:v>43343</c:v>
                </c:pt>
                <c:pt idx="1339">
                  <c:v>43344</c:v>
                </c:pt>
                <c:pt idx="1340">
                  <c:v>43345</c:v>
                </c:pt>
                <c:pt idx="1341">
                  <c:v>43346</c:v>
                </c:pt>
                <c:pt idx="1342">
                  <c:v>43347</c:v>
                </c:pt>
                <c:pt idx="1343">
                  <c:v>43348</c:v>
                </c:pt>
                <c:pt idx="1344">
                  <c:v>43349</c:v>
                </c:pt>
                <c:pt idx="1345">
                  <c:v>43350</c:v>
                </c:pt>
                <c:pt idx="1346">
                  <c:v>43351</c:v>
                </c:pt>
                <c:pt idx="1347">
                  <c:v>43352</c:v>
                </c:pt>
                <c:pt idx="1348">
                  <c:v>43353</c:v>
                </c:pt>
                <c:pt idx="1349">
                  <c:v>43354</c:v>
                </c:pt>
                <c:pt idx="1350">
                  <c:v>43355</c:v>
                </c:pt>
                <c:pt idx="1351">
                  <c:v>43356</c:v>
                </c:pt>
                <c:pt idx="1352">
                  <c:v>43357</c:v>
                </c:pt>
                <c:pt idx="1353">
                  <c:v>43358</c:v>
                </c:pt>
                <c:pt idx="1354">
                  <c:v>43359</c:v>
                </c:pt>
                <c:pt idx="1355">
                  <c:v>43360</c:v>
                </c:pt>
                <c:pt idx="1356">
                  <c:v>43361</c:v>
                </c:pt>
                <c:pt idx="1357">
                  <c:v>43362</c:v>
                </c:pt>
                <c:pt idx="1358">
                  <c:v>43363</c:v>
                </c:pt>
                <c:pt idx="1359">
                  <c:v>43364</c:v>
                </c:pt>
                <c:pt idx="1360">
                  <c:v>43365</c:v>
                </c:pt>
                <c:pt idx="1361">
                  <c:v>43366</c:v>
                </c:pt>
                <c:pt idx="1362">
                  <c:v>43367</c:v>
                </c:pt>
                <c:pt idx="1363">
                  <c:v>43368</c:v>
                </c:pt>
                <c:pt idx="1364">
                  <c:v>43369</c:v>
                </c:pt>
                <c:pt idx="1365">
                  <c:v>43370</c:v>
                </c:pt>
                <c:pt idx="1366">
                  <c:v>43371</c:v>
                </c:pt>
                <c:pt idx="1367">
                  <c:v>43372</c:v>
                </c:pt>
                <c:pt idx="1368">
                  <c:v>43373</c:v>
                </c:pt>
                <c:pt idx="1369">
                  <c:v>43374</c:v>
                </c:pt>
                <c:pt idx="1370">
                  <c:v>43375</c:v>
                </c:pt>
                <c:pt idx="1371">
                  <c:v>43376</c:v>
                </c:pt>
                <c:pt idx="1372">
                  <c:v>43377</c:v>
                </c:pt>
                <c:pt idx="1373">
                  <c:v>43378</c:v>
                </c:pt>
                <c:pt idx="1374">
                  <c:v>43379</c:v>
                </c:pt>
                <c:pt idx="1375">
                  <c:v>43380</c:v>
                </c:pt>
                <c:pt idx="1376">
                  <c:v>43381</c:v>
                </c:pt>
                <c:pt idx="1377">
                  <c:v>43382</c:v>
                </c:pt>
                <c:pt idx="1378">
                  <c:v>43383</c:v>
                </c:pt>
                <c:pt idx="1379">
                  <c:v>43384</c:v>
                </c:pt>
                <c:pt idx="1380">
                  <c:v>43385</c:v>
                </c:pt>
                <c:pt idx="1381">
                  <c:v>43386</c:v>
                </c:pt>
                <c:pt idx="1382">
                  <c:v>43387</c:v>
                </c:pt>
                <c:pt idx="1383">
                  <c:v>43388</c:v>
                </c:pt>
                <c:pt idx="1384">
                  <c:v>43389</c:v>
                </c:pt>
                <c:pt idx="1385">
                  <c:v>43390</c:v>
                </c:pt>
                <c:pt idx="1386">
                  <c:v>43391</c:v>
                </c:pt>
                <c:pt idx="1387">
                  <c:v>43392</c:v>
                </c:pt>
                <c:pt idx="1388">
                  <c:v>43393</c:v>
                </c:pt>
                <c:pt idx="1389">
                  <c:v>43394</c:v>
                </c:pt>
                <c:pt idx="1390">
                  <c:v>43395</c:v>
                </c:pt>
                <c:pt idx="1391">
                  <c:v>43396</c:v>
                </c:pt>
                <c:pt idx="1392">
                  <c:v>43397</c:v>
                </c:pt>
                <c:pt idx="1393">
                  <c:v>43398</c:v>
                </c:pt>
                <c:pt idx="1394">
                  <c:v>43399</c:v>
                </c:pt>
                <c:pt idx="1395">
                  <c:v>43400</c:v>
                </c:pt>
                <c:pt idx="1396">
                  <c:v>43401</c:v>
                </c:pt>
                <c:pt idx="1397">
                  <c:v>43402</c:v>
                </c:pt>
                <c:pt idx="1398">
                  <c:v>43403</c:v>
                </c:pt>
                <c:pt idx="1399">
                  <c:v>43404</c:v>
                </c:pt>
                <c:pt idx="1400">
                  <c:v>43405</c:v>
                </c:pt>
                <c:pt idx="1401">
                  <c:v>43406</c:v>
                </c:pt>
                <c:pt idx="1402">
                  <c:v>43407</c:v>
                </c:pt>
                <c:pt idx="1403">
                  <c:v>43408</c:v>
                </c:pt>
                <c:pt idx="1404">
                  <c:v>43409</c:v>
                </c:pt>
                <c:pt idx="1405">
                  <c:v>43410</c:v>
                </c:pt>
                <c:pt idx="1406">
                  <c:v>43411</c:v>
                </c:pt>
                <c:pt idx="1407">
                  <c:v>43412</c:v>
                </c:pt>
                <c:pt idx="1408">
                  <c:v>43413</c:v>
                </c:pt>
                <c:pt idx="1409">
                  <c:v>43414</c:v>
                </c:pt>
                <c:pt idx="1410">
                  <c:v>43415</c:v>
                </c:pt>
                <c:pt idx="1411">
                  <c:v>43416</c:v>
                </c:pt>
                <c:pt idx="1412">
                  <c:v>43417</c:v>
                </c:pt>
                <c:pt idx="1413">
                  <c:v>43418</c:v>
                </c:pt>
                <c:pt idx="1414">
                  <c:v>43419</c:v>
                </c:pt>
                <c:pt idx="1415">
                  <c:v>43420</c:v>
                </c:pt>
                <c:pt idx="1416">
                  <c:v>43421</c:v>
                </c:pt>
                <c:pt idx="1417">
                  <c:v>43422</c:v>
                </c:pt>
                <c:pt idx="1418">
                  <c:v>43423</c:v>
                </c:pt>
                <c:pt idx="1419">
                  <c:v>43424</c:v>
                </c:pt>
                <c:pt idx="1420">
                  <c:v>43425</c:v>
                </c:pt>
                <c:pt idx="1421">
                  <c:v>43426</c:v>
                </c:pt>
                <c:pt idx="1422">
                  <c:v>43427</c:v>
                </c:pt>
                <c:pt idx="1423">
                  <c:v>43428</c:v>
                </c:pt>
                <c:pt idx="1424">
                  <c:v>43429</c:v>
                </c:pt>
                <c:pt idx="1425">
                  <c:v>43430</c:v>
                </c:pt>
                <c:pt idx="1426">
                  <c:v>43431</c:v>
                </c:pt>
                <c:pt idx="1427">
                  <c:v>43432</c:v>
                </c:pt>
                <c:pt idx="1428">
                  <c:v>43433</c:v>
                </c:pt>
                <c:pt idx="1429">
                  <c:v>43434</c:v>
                </c:pt>
                <c:pt idx="1430">
                  <c:v>43435</c:v>
                </c:pt>
                <c:pt idx="1431">
                  <c:v>43436</c:v>
                </c:pt>
                <c:pt idx="1432">
                  <c:v>43437</c:v>
                </c:pt>
                <c:pt idx="1433">
                  <c:v>43438</c:v>
                </c:pt>
                <c:pt idx="1434">
                  <c:v>43439</c:v>
                </c:pt>
                <c:pt idx="1435">
                  <c:v>43440</c:v>
                </c:pt>
                <c:pt idx="1436">
                  <c:v>43441</c:v>
                </c:pt>
                <c:pt idx="1437">
                  <c:v>43442</c:v>
                </c:pt>
                <c:pt idx="1438">
                  <c:v>43443</c:v>
                </c:pt>
                <c:pt idx="1439">
                  <c:v>43444</c:v>
                </c:pt>
                <c:pt idx="1440">
                  <c:v>43445</c:v>
                </c:pt>
                <c:pt idx="1441">
                  <c:v>43446</c:v>
                </c:pt>
                <c:pt idx="1442">
                  <c:v>43447</c:v>
                </c:pt>
                <c:pt idx="1443">
                  <c:v>43448</c:v>
                </c:pt>
                <c:pt idx="1444">
                  <c:v>43449</c:v>
                </c:pt>
                <c:pt idx="1445">
                  <c:v>43450</c:v>
                </c:pt>
                <c:pt idx="1446">
                  <c:v>43451</c:v>
                </c:pt>
                <c:pt idx="1447">
                  <c:v>43452</c:v>
                </c:pt>
                <c:pt idx="1448">
                  <c:v>43453</c:v>
                </c:pt>
                <c:pt idx="1449">
                  <c:v>43454</c:v>
                </c:pt>
                <c:pt idx="1450">
                  <c:v>43455</c:v>
                </c:pt>
                <c:pt idx="1451">
                  <c:v>43456</c:v>
                </c:pt>
                <c:pt idx="1452">
                  <c:v>43457</c:v>
                </c:pt>
                <c:pt idx="1453">
                  <c:v>43458</c:v>
                </c:pt>
                <c:pt idx="1454">
                  <c:v>43459</c:v>
                </c:pt>
                <c:pt idx="1455">
                  <c:v>43460</c:v>
                </c:pt>
                <c:pt idx="1456">
                  <c:v>43461</c:v>
                </c:pt>
                <c:pt idx="1457">
                  <c:v>43462</c:v>
                </c:pt>
                <c:pt idx="1458">
                  <c:v>43463</c:v>
                </c:pt>
                <c:pt idx="1459">
                  <c:v>43464</c:v>
                </c:pt>
                <c:pt idx="1460">
                  <c:v>43465</c:v>
                </c:pt>
                <c:pt idx="1461">
                  <c:v>43466</c:v>
                </c:pt>
                <c:pt idx="1462">
                  <c:v>43467</c:v>
                </c:pt>
                <c:pt idx="1463">
                  <c:v>43468</c:v>
                </c:pt>
                <c:pt idx="1464">
                  <c:v>43469</c:v>
                </c:pt>
                <c:pt idx="1465">
                  <c:v>43470</c:v>
                </c:pt>
                <c:pt idx="1466">
                  <c:v>43471</c:v>
                </c:pt>
                <c:pt idx="1467">
                  <c:v>43472</c:v>
                </c:pt>
                <c:pt idx="1468">
                  <c:v>43473</c:v>
                </c:pt>
                <c:pt idx="1469">
                  <c:v>43474</c:v>
                </c:pt>
                <c:pt idx="1470">
                  <c:v>43475</c:v>
                </c:pt>
                <c:pt idx="1471">
                  <c:v>43476</c:v>
                </c:pt>
                <c:pt idx="1472">
                  <c:v>43477</c:v>
                </c:pt>
                <c:pt idx="1473">
                  <c:v>43478</c:v>
                </c:pt>
                <c:pt idx="1474">
                  <c:v>43479</c:v>
                </c:pt>
                <c:pt idx="1475">
                  <c:v>43480</c:v>
                </c:pt>
                <c:pt idx="1476">
                  <c:v>43481</c:v>
                </c:pt>
                <c:pt idx="1477">
                  <c:v>43482</c:v>
                </c:pt>
                <c:pt idx="1478">
                  <c:v>43483</c:v>
                </c:pt>
                <c:pt idx="1479">
                  <c:v>43484</c:v>
                </c:pt>
                <c:pt idx="1480">
                  <c:v>43485</c:v>
                </c:pt>
                <c:pt idx="1481">
                  <c:v>43486</c:v>
                </c:pt>
                <c:pt idx="1482">
                  <c:v>43487</c:v>
                </c:pt>
                <c:pt idx="1483">
                  <c:v>43488</c:v>
                </c:pt>
                <c:pt idx="1484">
                  <c:v>43489</c:v>
                </c:pt>
                <c:pt idx="1485">
                  <c:v>43490</c:v>
                </c:pt>
                <c:pt idx="1486">
                  <c:v>43491</c:v>
                </c:pt>
                <c:pt idx="1487">
                  <c:v>43492</c:v>
                </c:pt>
                <c:pt idx="1488">
                  <c:v>43493</c:v>
                </c:pt>
                <c:pt idx="1489">
                  <c:v>43494</c:v>
                </c:pt>
                <c:pt idx="1490">
                  <c:v>43495</c:v>
                </c:pt>
                <c:pt idx="1491">
                  <c:v>43496</c:v>
                </c:pt>
                <c:pt idx="1492">
                  <c:v>43497</c:v>
                </c:pt>
                <c:pt idx="1493">
                  <c:v>43498</c:v>
                </c:pt>
                <c:pt idx="1494">
                  <c:v>43499</c:v>
                </c:pt>
                <c:pt idx="1495">
                  <c:v>43500</c:v>
                </c:pt>
                <c:pt idx="1496">
                  <c:v>43501</c:v>
                </c:pt>
                <c:pt idx="1497">
                  <c:v>43502</c:v>
                </c:pt>
                <c:pt idx="1498">
                  <c:v>43503</c:v>
                </c:pt>
                <c:pt idx="1499">
                  <c:v>43504</c:v>
                </c:pt>
                <c:pt idx="1500">
                  <c:v>43505</c:v>
                </c:pt>
                <c:pt idx="1501">
                  <c:v>43506</c:v>
                </c:pt>
                <c:pt idx="1502">
                  <c:v>43507</c:v>
                </c:pt>
                <c:pt idx="1503">
                  <c:v>43508</c:v>
                </c:pt>
                <c:pt idx="1504">
                  <c:v>43509</c:v>
                </c:pt>
                <c:pt idx="1505">
                  <c:v>43510</c:v>
                </c:pt>
                <c:pt idx="1506">
                  <c:v>43511</c:v>
                </c:pt>
                <c:pt idx="1507">
                  <c:v>43512</c:v>
                </c:pt>
                <c:pt idx="1508">
                  <c:v>43513</c:v>
                </c:pt>
                <c:pt idx="1509">
                  <c:v>43514</c:v>
                </c:pt>
                <c:pt idx="1510">
                  <c:v>43515</c:v>
                </c:pt>
                <c:pt idx="1511">
                  <c:v>43516</c:v>
                </c:pt>
                <c:pt idx="1512">
                  <c:v>43517</c:v>
                </c:pt>
                <c:pt idx="1513">
                  <c:v>43518</c:v>
                </c:pt>
                <c:pt idx="1514">
                  <c:v>43519</c:v>
                </c:pt>
                <c:pt idx="1515">
                  <c:v>43520</c:v>
                </c:pt>
                <c:pt idx="1516">
                  <c:v>43521</c:v>
                </c:pt>
                <c:pt idx="1517">
                  <c:v>43522</c:v>
                </c:pt>
                <c:pt idx="1518">
                  <c:v>43523</c:v>
                </c:pt>
                <c:pt idx="1519">
                  <c:v>43524</c:v>
                </c:pt>
                <c:pt idx="1520">
                  <c:v>43525</c:v>
                </c:pt>
                <c:pt idx="1521">
                  <c:v>43526</c:v>
                </c:pt>
                <c:pt idx="1522">
                  <c:v>43527</c:v>
                </c:pt>
                <c:pt idx="1523">
                  <c:v>43528</c:v>
                </c:pt>
                <c:pt idx="1524">
                  <c:v>43529</c:v>
                </c:pt>
                <c:pt idx="1525">
                  <c:v>43530</c:v>
                </c:pt>
                <c:pt idx="1526">
                  <c:v>43531</c:v>
                </c:pt>
                <c:pt idx="1527">
                  <c:v>43532</c:v>
                </c:pt>
                <c:pt idx="1528">
                  <c:v>43533</c:v>
                </c:pt>
                <c:pt idx="1529">
                  <c:v>43534</c:v>
                </c:pt>
                <c:pt idx="1530">
                  <c:v>43535</c:v>
                </c:pt>
                <c:pt idx="1531">
                  <c:v>43536</c:v>
                </c:pt>
                <c:pt idx="1532">
                  <c:v>43537</c:v>
                </c:pt>
                <c:pt idx="1533">
                  <c:v>43538</c:v>
                </c:pt>
                <c:pt idx="1534">
                  <c:v>43539</c:v>
                </c:pt>
                <c:pt idx="1535">
                  <c:v>43540</c:v>
                </c:pt>
                <c:pt idx="1536">
                  <c:v>43541</c:v>
                </c:pt>
                <c:pt idx="1537">
                  <c:v>43542</c:v>
                </c:pt>
                <c:pt idx="1538">
                  <c:v>43543</c:v>
                </c:pt>
                <c:pt idx="1539">
                  <c:v>43544</c:v>
                </c:pt>
                <c:pt idx="1540">
                  <c:v>43545</c:v>
                </c:pt>
                <c:pt idx="1541">
                  <c:v>43546</c:v>
                </c:pt>
                <c:pt idx="1542">
                  <c:v>43547</c:v>
                </c:pt>
                <c:pt idx="1543">
                  <c:v>43548</c:v>
                </c:pt>
                <c:pt idx="1544">
                  <c:v>43549</c:v>
                </c:pt>
                <c:pt idx="1545">
                  <c:v>43550</c:v>
                </c:pt>
                <c:pt idx="1546">
                  <c:v>43551</c:v>
                </c:pt>
                <c:pt idx="1547">
                  <c:v>43552</c:v>
                </c:pt>
                <c:pt idx="1548">
                  <c:v>43553</c:v>
                </c:pt>
                <c:pt idx="1549">
                  <c:v>43554</c:v>
                </c:pt>
                <c:pt idx="1550">
                  <c:v>43555</c:v>
                </c:pt>
                <c:pt idx="1551">
                  <c:v>43556</c:v>
                </c:pt>
                <c:pt idx="1552">
                  <c:v>43557</c:v>
                </c:pt>
                <c:pt idx="1553">
                  <c:v>43558</c:v>
                </c:pt>
                <c:pt idx="1554">
                  <c:v>43559</c:v>
                </c:pt>
                <c:pt idx="1555">
                  <c:v>43560</c:v>
                </c:pt>
                <c:pt idx="1556">
                  <c:v>43561</c:v>
                </c:pt>
                <c:pt idx="1557">
                  <c:v>43562</c:v>
                </c:pt>
                <c:pt idx="1558">
                  <c:v>43563</c:v>
                </c:pt>
                <c:pt idx="1559">
                  <c:v>43564</c:v>
                </c:pt>
                <c:pt idx="1560">
                  <c:v>43565</c:v>
                </c:pt>
                <c:pt idx="1561">
                  <c:v>43566</c:v>
                </c:pt>
                <c:pt idx="1562">
                  <c:v>43567</c:v>
                </c:pt>
                <c:pt idx="1563">
                  <c:v>43568</c:v>
                </c:pt>
                <c:pt idx="1564">
                  <c:v>43569</c:v>
                </c:pt>
                <c:pt idx="1565">
                  <c:v>43570</c:v>
                </c:pt>
                <c:pt idx="1566">
                  <c:v>43571</c:v>
                </c:pt>
                <c:pt idx="1567">
                  <c:v>43572</c:v>
                </c:pt>
                <c:pt idx="1568">
                  <c:v>43573</c:v>
                </c:pt>
                <c:pt idx="1569">
                  <c:v>43574</c:v>
                </c:pt>
                <c:pt idx="1570">
                  <c:v>43575</c:v>
                </c:pt>
                <c:pt idx="1571">
                  <c:v>43576</c:v>
                </c:pt>
                <c:pt idx="1572">
                  <c:v>43577</c:v>
                </c:pt>
                <c:pt idx="1573">
                  <c:v>43578</c:v>
                </c:pt>
                <c:pt idx="1574">
                  <c:v>43579</c:v>
                </c:pt>
                <c:pt idx="1575">
                  <c:v>43580</c:v>
                </c:pt>
                <c:pt idx="1576">
                  <c:v>43581</c:v>
                </c:pt>
                <c:pt idx="1577">
                  <c:v>43582</c:v>
                </c:pt>
                <c:pt idx="1578">
                  <c:v>43583</c:v>
                </c:pt>
                <c:pt idx="1579">
                  <c:v>43584</c:v>
                </c:pt>
                <c:pt idx="1580">
                  <c:v>43585</c:v>
                </c:pt>
                <c:pt idx="1581">
                  <c:v>43586</c:v>
                </c:pt>
                <c:pt idx="1582">
                  <c:v>43587</c:v>
                </c:pt>
                <c:pt idx="1583">
                  <c:v>43588</c:v>
                </c:pt>
                <c:pt idx="1584">
                  <c:v>43589</c:v>
                </c:pt>
                <c:pt idx="1585">
                  <c:v>43590</c:v>
                </c:pt>
                <c:pt idx="1586">
                  <c:v>43591</c:v>
                </c:pt>
                <c:pt idx="1587">
                  <c:v>43592</c:v>
                </c:pt>
                <c:pt idx="1588">
                  <c:v>43593</c:v>
                </c:pt>
                <c:pt idx="1589">
                  <c:v>43594</c:v>
                </c:pt>
                <c:pt idx="1590">
                  <c:v>43595</c:v>
                </c:pt>
                <c:pt idx="1591">
                  <c:v>43596</c:v>
                </c:pt>
                <c:pt idx="1592">
                  <c:v>43597</c:v>
                </c:pt>
                <c:pt idx="1593">
                  <c:v>43598</c:v>
                </c:pt>
                <c:pt idx="1594">
                  <c:v>43599</c:v>
                </c:pt>
                <c:pt idx="1595">
                  <c:v>43600</c:v>
                </c:pt>
                <c:pt idx="1596">
                  <c:v>43601</c:v>
                </c:pt>
                <c:pt idx="1597">
                  <c:v>43602</c:v>
                </c:pt>
                <c:pt idx="1598">
                  <c:v>43603</c:v>
                </c:pt>
                <c:pt idx="1599">
                  <c:v>43604</c:v>
                </c:pt>
                <c:pt idx="1600">
                  <c:v>43605</c:v>
                </c:pt>
                <c:pt idx="1601">
                  <c:v>43606</c:v>
                </c:pt>
                <c:pt idx="1602">
                  <c:v>43607</c:v>
                </c:pt>
                <c:pt idx="1603">
                  <c:v>43608</c:v>
                </c:pt>
                <c:pt idx="1604">
                  <c:v>43609</c:v>
                </c:pt>
                <c:pt idx="1605">
                  <c:v>43610</c:v>
                </c:pt>
                <c:pt idx="1606">
                  <c:v>43611</c:v>
                </c:pt>
                <c:pt idx="1607">
                  <c:v>43612</c:v>
                </c:pt>
                <c:pt idx="1608">
                  <c:v>43613</c:v>
                </c:pt>
                <c:pt idx="1609">
                  <c:v>43614</c:v>
                </c:pt>
                <c:pt idx="1610">
                  <c:v>43615</c:v>
                </c:pt>
                <c:pt idx="1611">
                  <c:v>43616</c:v>
                </c:pt>
                <c:pt idx="1612">
                  <c:v>43617</c:v>
                </c:pt>
                <c:pt idx="1613">
                  <c:v>43618</c:v>
                </c:pt>
                <c:pt idx="1614">
                  <c:v>43619</c:v>
                </c:pt>
                <c:pt idx="1615">
                  <c:v>43620</c:v>
                </c:pt>
                <c:pt idx="1616">
                  <c:v>43621</c:v>
                </c:pt>
                <c:pt idx="1617">
                  <c:v>43622</c:v>
                </c:pt>
                <c:pt idx="1618">
                  <c:v>43623</c:v>
                </c:pt>
                <c:pt idx="1619">
                  <c:v>43624</c:v>
                </c:pt>
                <c:pt idx="1620">
                  <c:v>43625</c:v>
                </c:pt>
                <c:pt idx="1621">
                  <c:v>43626</c:v>
                </c:pt>
                <c:pt idx="1622">
                  <c:v>43627</c:v>
                </c:pt>
                <c:pt idx="1623">
                  <c:v>43628</c:v>
                </c:pt>
                <c:pt idx="1624">
                  <c:v>43629</c:v>
                </c:pt>
                <c:pt idx="1625">
                  <c:v>43630</c:v>
                </c:pt>
                <c:pt idx="1626">
                  <c:v>43631</c:v>
                </c:pt>
                <c:pt idx="1627">
                  <c:v>43632</c:v>
                </c:pt>
                <c:pt idx="1628">
                  <c:v>43633</c:v>
                </c:pt>
                <c:pt idx="1629">
                  <c:v>43634</c:v>
                </c:pt>
                <c:pt idx="1630">
                  <c:v>43635</c:v>
                </c:pt>
                <c:pt idx="1631">
                  <c:v>43636</c:v>
                </c:pt>
                <c:pt idx="1632">
                  <c:v>43637</c:v>
                </c:pt>
                <c:pt idx="1633">
                  <c:v>43638</c:v>
                </c:pt>
                <c:pt idx="1634">
                  <c:v>43639</c:v>
                </c:pt>
                <c:pt idx="1635">
                  <c:v>43640</c:v>
                </c:pt>
                <c:pt idx="1636">
                  <c:v>43641</c:v>
                </c:pt>
                <c:pt idx="1637">
                  <c:v>43642</c:v>
                </c:pt>
                <c:pt idx="1638">
                  <c:v>43643</c:v>
                </c:pt>
                <c:pt idx="1639">
                  <c:v>43644</c:v>
                </c:pt>
                <c:pt idx="1640">
                  <c:v>43645</c:v>
                </c:pt>
                <c:pt idx="1641">
                  <c:v>43646</c:v>
                </c:pt>
                <c:pt idx="1642">
                  <c:v>43647</c:v>
                </c:pt>
                <c:pt idx="1643">
                  <c:v>43648</c:v>
                </c:pt>
                <c:pt idx="1644">
                  <c:v>43649</c:v>
                </c:pt>
                <c:pt idx="1645">
                  <c:v>43650</c:v>
                </c:pt>
                <c:pt idx="1646">
                  <c:v>43651</c:v>
                </c:pt>
                <c:pt idx="1647">
                  <c:v>43652</c:v>
                </c:pt>
                <c:pt idx="1648">
                  <c:v>43653</c:v>
                </c:pt>
                <c:pt idx="1649">
                  <c:v>43654</c:v>
                </c:pt>
                <c:pt idx="1650">
                  <c:v>43655</c:v>
                </c:pt>
                <c:pt idx="1651">
                  <c:v>43656</c:v>
                </c:pt>
                <c:pt idx="1652">
                  <c:v>43657</c:v>
                </c:pt>
                <c:pt idx="1653">
                  <c:v>43658</c:v>
                </c:pt>
                <c:pt idx="1654">
                  <c:v>43659</c:v>
                </c:pt>
                <c:pt idx="1655">
                  <c:v>43660</c:v>
                </c:pt>
                <c:pt idx="1656">
                  <c:v>43661</c:v>
                </c:pt>
                <c:pt idx="1657">
                  <c:v>43662</c:v>
                </c:pt>
                <c:pt idx="1658">
                  <c:v>43663</c:v>
                </c:pt>
                <c:pt idx="1659">
                  <c:v>43664</c:v>
                </c:pt>
                <c:pt idx="1660">
                  <c:v>43665</c:v>
                </c:pt>
                <c:pt idx="1661">
                  <c:v>43666</c:v>
                </c:pt>
                <c:pt idx="1662">
                  <c:v>43667</c:v>
                </c:pt>
                <c:pt idx="1663">
                  <c:v>43668</c:v>
                </c:pt>
                <c:pt idx="1664">
                  <c:v>43669</c:v>
                </c:pt>
                <c:pt idx="1665">
                  <c:v>43670</c:v>
                </c:pt>
                <c:pt idx="1666">
                  <c:v>43671</c:v>
                </c:pt>
                <c:pt idx="1667">
                  <c:v>43672</c:v>
                </c:pt>
                <c:pt idx="1668">
                  <c:v>43673</c:v>
                </c:pt>
                <c:pt idx="1669">
                  <c:v>43674</c:v>
                </c:pt>
                <c:pt idx="1670">
                  <c:v>43675</c:v>
                </c:pt>
                <c:pt idx="1671">
                  <c:v>43676</c:v>
                </c:pt>
                <c:pt idx="1672">
                  <c:v>43677</c:v>
                </c:pt>
                <c:pt idx="1673">
                  <c:v>43678</c:v>
                </c:pt>
                <c:pt idx="1674">
                  <c:v>43679</c:v>
                </c:pt>
                <c:pt idx="1675">
                  <c:v>43680</c:v>
                </c:pt>
                <c:pt idx="1676">
                  <c:v>43681</c:v>
                </c:pt>
                <c:pt idx="1677">
                  <c:v>43682</c:v>
                </c:pt>
                <c:pt idx="1678">
                  <c:v>43683</c:v>
                </c:pt>
                <c:pt idx="1679">
                  <c:v>43684</c:v>
                </c:pt>
                <c:pt idx="1680">
                  <c:v>43685</c:v>
                </c:pt>
                <c:pt idx="1681">
                  <c:v>43686</c:v>
                </c:pt>
                <c:pt idx="1682">
                  <c:v>43687</c:v>
                </c:pt>
                <c:pt idx="1683">
                  <c:v>43688</c:v>
                </c:pt>
                <c:pt idx="1684">
                  <c:v>43689</c:v>
                </c:pt>
                <c:pt idx="1685">
                  <c:v>43690</c:v>
                </c:pt>
                <c:pt idx="1686">
                  <c:v>43691</c:v>
                </c:pt>
                <c:pt idx="1687">
                  <c:v>43692</c:v>
                </c:pt>
                <c:pt idx="1688">
                  <c:v>43693</c:v>
                </c:pt>
                <c:pt idx="1689">
                  <c:v>43694</c:v>
                </c:pt>
                <c:pt idx="1690">
                  <c:v>43695</c:v>
                </c:pt>
                <c:pt idx="1691">
                  <c:v>43696</c:v>
                </c:pt>
                <c:pt idx="1692">
                  <c:v>43697</c:v>
                </c:pt>
                <c:pt idx="1693">
                  <c:v>43698</c:v>
                </c:pt>
                <c:pt idx="1694">
                  <c:v>43699</c:v>
                </c:pt>
                <c:pt idx="1695">
                  <c:v>43700</c:v>
                </c:pt>
                <c:pt idx="1696">
                  <c:v>43701</c:v>
                </c:pt>
                <c:pt idx="1697">
                  <c:v>43702</c:v>
                </c:pt>
                <c:pt idx="1698">
                  <c:v>43703</c:v>
                </c:pt>
                <c:pt idx="1699">
                  <c:v>43704</c:v>
                </c:pt>
                <c:pt idx="1700">
                  <c:v>43705</c:v>
                </c:pt>
                <c:pt idx="1701">
                  <c:v>43706</c:v>
                </c:pt>
                <c:pt idx="1702">
                  <c:v>43707</c:v>
                </c:pt>
                <c:pt idx="1703">
                  <c:v>43708</c:v>
                </c:pt>
                <c:pt idx="1704">
                  <c:v>43709</c:v>
                </c:pt>
                <c:pt idx="1705">
                  <c:v>43710</c:v>
                </c:pt>
                <c:pt idx="1706">
                  <c:v>43711</c:v>
                </c:pt>
                <c:pt idx="1707">
                  <c:v>43712</c:v>
                </c:pt>
                <c:pt idx="1708">
                  <c:v>43713</c:v>
                </c:pt>
                <c:pt idx="1709">
                  <c:v>43714</c:v>
                </c:pt>
                <c:pt idx="1710">
                  <c:v>43715</c:v>
                </c:pt>
                <c:pt idx="1711">
                  <c:v>43716</c:v>
                </c:pt>
                <c:pt idx="1712">
                  <c:v>43717</c:v>
                </c:pt>
                <c:pt idx="1713">
                  <c:v>43718</c:v>
                </c:pt>
                <c:pt idx="1714">
                  <c:v>43719</c:v>
                </c:pt>
                <c:pt idx="1715">
                  <c:v>43720</c:v>
                </c:pt>
                <c:pt idx="1716">
                  <c:v>43721</c:v>
                </c:pt>
                <c:pt idx="1717">
                  <c:v>43722</c:v>
                </c:pt>
                <c:pt idx="1718">
                  <c:v>43723</c:v>
                </c:pt>
                <c:pt idx="1719">
                  <c:v>43724</c:v>
                </c:pt>
                <c:pt idx="1720">
                  <c:v>43725</c:v>
                </c:pt>
                <c:pt idx="1721">
                  <c:v>43726</c:v>
                </c:pt>
                <c:pt idx="1722">
                  <c:v>43727</c:v>
                </c:pt>
                <c:pt idx="1723">
                  <c:v>43728</c:v>
                </c:pt>
                <c:pt idx="1724">
                  <c:v>43729</c:v>
                </c:pt>
                <c:pt idx="1725">
                  <c:v>43730</c:v>
                </c:pt>
                <c:pt idx="1726">
                  <c:v>43731</c:v>
                </c:pt>
                <c:pt idx="1727">
                  <c:v>43732</c:v>
                </c:pt>
                <c:pt idx="1728">
                  <c:v>43733</c:v>
                </c:pt>
                <c:pt idx="1729">
                  <c:v>43734</c:v>
                </c:pt>
                <c:pt idx="1730">
                  <c:v>43735</c:v>
                </c:pt>
                <c:pt idx="1731">
                  <c:v>43736</c:v>
                </c:pt>
                <c:pt idx="1732">
                  <c:v>43737</c:v>
                </c:pt>
                <c:pt idx="1733">
                  <c:v>43738</c:v>
                </c:pt>
                <c:pt idx="1734">
                  <c:v>43739</c:v>
                </c:pt>
                <c:pt idx="1735">
                  <c:v>43740</c:v>
                </c:pt>
                <c:pt idx="1736">
                  <c:v>43741</c:v>
                </c:pt>
                <c:pt idx="1737">
                  <c:v>43742</c:v>
                </c:pt>
                <c:pt idx="1738">
                  <c:v>43743</c:v>
                </c:pt>
                <c:pt idx="1739">
                  <c:v>43744</c:v>
                </c:pt>
                <c:pt idx="1740">
                  <c:v>43745</c:v>
                </c:pt>
                <c:pt idx="1741">
                  <c:v>43746</c:v>
                </c:pt>
                <c:pt idx="1742">
                  <c:v>43747</c:v>
                </c:pt>
                <c:pt idx="1743">
                  <c:v>43748</c:v>
                </c:pt>
                <c:pt idx="1744">
                  <c:v>43749</c:v>
                </c:pt>
                <c:pt idx="1745">
                  <c:v>43750</c:v>
                </c:pt>
                <c:pt idx="1746">
                  <c:v>43751</c:v>
                </c:pt>
                <c:pt idx="1747">
                  <c:v>43752</c:v>
                </c:pt>
                <c:pt idx="1748">
                  <c:v>43753</c:v>
                </c:pt>
                <c:pt idx="1749">
                  <c:v>43754</c:v>
                </c:pt>
                <c:pt idx="1750">
                  <c:v>43755</c:v>
                </c:pt>
                <c:pt idx="1751">
                  <c:v>43756</c:v>
                </c:pt>
                <c:pt idx="1752">
                  <c:v>43757</c:v>
                </c:pt>
                <c:pt idx="1753">
                  <c:v>43758</c:v>
                </c:pt>
                <c:pt idx="1754">
                  <c:v>43759</c:v>
                </c:pt>
                <c:pt idx="1755">
                  <c:v>43760</c:v>
                </c:pt>
                <c:pt idx="1756">
                  <c:v>43761</c:v>
                </c:pt>
                <c:pt idx="1757">
                  <c:v>43762</c:v>
                </c:pt>
                <c:pt idx="1758">
                  <c:v>43763</c:v>
                </c:pt>
                <c:pt idx="1759">
                  <c:v>43764</c:v>
                </c:pt>
                <c:pt idx="1760">
                  <c:v>43765</c:v>
                </c:pt>
                <c:pt idx="1761">
                  <c:v>43766</c:v>
                </c:pt>
                <c:pt idx="1762">
                  <c:v>43767</c:v>
                </c:pt>
                <c:pt idx="1763">
                  <c:v>43768</c:v>
                </c:pt>
                <c:pt idx="1764">
                  <c:v>43769</c:v>
                </c:pt>
                <c:pt idx="1765">
                  <c:v>43770</c:v>
                </c:pt>
                <c:pt idx="1766">
                  <c:v>43771</c:v>
                </c:pt>
                <c:pt idx="1767">
                  <c:v>43772</c:v>
                </c:pt>
                <c:pt idx="1768">
                  <c:v>43773</c:v>
                </c:pt>
                <c:pt idx="1769">
                  <c:v>43774</c:v>
                </c:pt>
                <c:pt idx="1770">
                  <c:v>43775</c:v>
                </c:pt>
                <c:pt idx="1771">
                  <c:v>43776</c:v>
                </c:pt>
                <c:pt idx="1772">
                  <c:v>43777</c:v>
                </c:pt>
                <c:pt idx="1773">
                  <c:v>43778</c:v>
                </c:pt>
                <c:pt idx="1774">
                  <c:v>43779</c:v>
                </c:pt>
                <c:pt idx="1775">
                  <c:v>43780</c:v>
                </c:pt>
                <c:pt idx="1776">
                  <c:v>43781</c:v>
                </c:pt>
                <c:pt idx="1777">
                  <c:v>43782</c:v>
                </c:pt>
                <c:pt idx="1778">
                  <c:v>43783</c:v>
                </c:pt>
                <c:pt idx="1779">
                  <c:v>43784</c:v>
                </c:pt>
                <c:pt idx="1780">
                  <c:v>43785</c:v>
                </c:pt>
                <c:pt idx="1781">
                  <c:v>43786</c:v>
                </c:pt>
                <c:pt idx="1782">
                  <c:v>43787</c:v>
                </c:pt>
                <c:pt idx="1783">
                  <c:v>43788</c:v>
                </c:pt>
                <c:pt idx="1784">
                  <c:v>43789</c:v>
                </c:pt>
                <c:pt idx="1785">
                  <c:v>43790</c:v>
                </c:pt>
                <c:pt idx="1786">
                  <c:v>43791</c:v>
                </c:pt>
                <c:pt idx="1787">
                  <c:v>43792</c:v>
                </c:pt>
                <c:pt idx="1788">
                  <c:v>43793</c:v>
                </c:pt>
                <c:pt idx="1789">
                  <c:v>43794</c:v>
                </c:pt>
                <c:pt idx="1790">
                  <c:v>43795</c:v>
                </c:pt>
                <c:pt idx="1791">
                  <c:v>43796</c:v>
                </c:pt>
                <c:pt idx="1792">
                  <c:v>43797</c:v>
                </c:pt>
                <c:pt idx="1793">
                  <c:v>43798</c:v>
                </c:pt>
                <c:pt idx="1794">
                  <c:v>43799</c:v>
                </c:pt>
                <c:pt idx="1795">
                  <c:v>43800</c:v>
                </c:pt>
                <c:pt idx="1796">
                  <c:v>43801</c:v>
                </c:pt>
                <c:pt idx="1797">
                  <c:v>43802</c:v>
                </c:pt>
                <c:pt idx="1798">
                  <c:v>43803</c:v>
                </c:pt>
                <c:pt idx="1799">
                  <c:v>43804</c:v>
                </c:pt>
                <c:pt idx="1800">
                  <c:v>43805</c:v>
                </c:pt>
                <c:pt idx="1801">
                  <c:v>43806</c:v>
                </c:pt>
                <c:pt idx="1802">
                  <c:v>43807</c:v>
                </c:pt>
                <c:pt idx="1803">
                  <c:v>43808</c:v>
                </c:pt>
                <c:pt idx="1804">
                  <c:v>43809</c:v>
                </c:pt>
                <c:pt idx="1805">
                  <c:v>43810</c:v>
                </c:pt>
                <c:pt idx="1806">
                  <c:v>43811</c:v>
                </c:pt>
                <c:pt idx="1807">
                  <c:v>43812</c:v>
                </c:pt>
                <c:pt idx="1808">
                  <c:v>43813</c:v>
                </c:pt>
                <c:pt idx="1809">
                  <c:v>43814</c:v>
                </c:pt>
                <c:pt idx="1810">
                  <c:v>43815</c:v>
                </c:pt>
                <c:pt idx="1811">
                  <c:v>43816</c:v>
                </c:pt>
                <c:pt idx="1812">
                  <c:v>43817</c:v>
                </c:pt>
                <c:pt idx="1813">
                  <c:v>43818</c:v>
                </c:pt>
                <c:pt idx="1814">
                  <c:v>43819</c:v>
                </c:pt>
                <c:pt idx="1815">
                  <c:v>43820</c:v>
                </c:pt>
                <c:pt idx="1816">
                  <c:v>43821</c:v>
                </c:pt>
                <c:pt idx="1817">
                  <c:v>43822</c:v>
                </c:pt>
                <c:pt idx="1818">
                  <c:v>43823</c:v>
                </c:pt>
                <c:pt idx="1819">
                  <c:v>43824</c:v>
                </c:pt>
                <c:pt idx="1820">
                  <c:v>43825</c:v>
                </c:pt>
                <c:pt idx="1821">
                  <c:v>43826</c:v>
                </c:pt>
                <c:pt idx="1822">
                  <c:v>43827</c:v>
                </c:pt>
                <c:pt idx="1823">
                  <c:v>43828</c:v>
                </c:pt>
                <c:pt idx="1824">
                  <c:v>43829</c:v>
                </c:pt>
                <c:pt idx="1825">
                  <c:v>43830</c:v>
                </c:pt>
                <c:pt idx="1826">
                  <c:v>43831</c:v>
                </c:pt>
                <c:pt idx="1827">
                  <c:v>43832</c:v>
                </c:pt>
                <c:pt idx="1828">
                  <c:v>43833</c:v>
                </c:pt>
                <c:pt idx="1829">
                  <c:v>43834</c:v>
                </c:pt>
                <c:pt idx="1830">
                  <c:v>43835</c:v>
                </c:pt>
                <c:pt idx="1831">
                  <c:v>43836</c:v>
                </c:pt>
                <c:pt idx="1832">
                  <c:v>43837</c:v>
                </c:pt>
                <c:pt idx="1833">
                  <c:v>43838</c:v>
                </c:pt>
                <c:pt idx="1834">
                  <c:v>43839</c:v>
                </c:pt>
                <c:pt idx="1835">
                  <c:v>43840</c:v>
                </c:pt>
                <c:pt idx="1836">
                  <c:v>43841</c:v>
                </c:pt>
                <c:pt idx="1837">
                  <c:v>43842</c:v>
                </c:pt>
                <c:pt idx="1838">
                  <c:v>43843</c:v>
                </c:pt>
                <c:pt idx="1839">
                  <c:v>43844</c:v>
                </c:pt>
                <c:pt idx="1840">
                  <c:v>43845</c:v>
                </c:pt>
                <c:pt idx="1841">
                  <c:v>43846</c:v>
                </c:pt>
                <c:pt idx="1842">
                  <c:v>43847</c:v>
                </c:pt>
                <c:pt idx="1843">
                  <c:v>43848</c:v>
                </c:pt>
                <c:pt idx="1844">
                  <c:v>43849</c:v>
                </c:pt>
                <c:pt idx="1845">
                  <c:v>43850</c:v>
                </c:pt>
                <c:pt idx="1846">
                  <c:v>43851</c:v>
                </c:pt>
                <c:pt idx="1847">
                  <c:v>43852</c:v>
                </c:pt>
                <c:pt idx="1848">
                  <c:v>43853</c:v>
                </c:pt>
                <c:pt idx="1849">
                  <c:v>43854</c:v>
                </c:pt>
                <c:pt idx="1850">
                  <c:v>43855</c:v>
                </c:pt>
                <c:pt idx="1851">
                  <c:v>43856</c:v>
                </c:pt>
                <c:pt idx="1852">
                  <c:v>43857</c:v>
                </c:pt>
                <c:pt idx="1853">
                  <c:v>43858</c:v>
                </c:pt>
                <c:pt idx="1854">
                  <c:v>43859</c:v>
                </c:pt>
                <c:pt idx="1855">
                  <c:v>43860</c:v>
                </c:pt>
                <c:pt idx="1856">
                  <c:v>43861</c:v>
                </c:pt>
                <c:pt idx="1857">
                  <c:v>43862</c:v>
                </c:pt>
                <c:pt idx="1858">
                  <c:v>43863</c:v>
                </c:pt>
                <c:pt idx="1859">
                  <c:v>43864</c:v>
                </c:pt>
                <c:pt idx="1860">
                  <c:v>43865</c:v>
                </c:pt>
                <c:pt idx="1861">
                  <c:v>43866</c:v>
                </c:pt>
                <c:pt idx="1862">
                  <c:v>43867</c:v>
                </c:pt>
                <c:pt idx="1863">
                  <c:v>43868</c:v>
                </c:pt>
                <c:pt idx="1864">
                  <c:v>43869</c:v>
                </c:pt>
                <c:pt idx="1865">
                  <c:v>43870</c:v>
                </c:pt>
                <c:pt idx="1866">
                  <c:v>43871</c:v>
                </c:pt>
                <c:pt idx="1867">
                  <c:v>43872</c:v>
                </c:pt>
                <c:pt idx="1868">
                  <c:v>43873</c:v>
                </c:pt>
                <c:pt idx="1869">
                  <c:v>43874</c:v>
                </c:pt>
                <c:pt idx="1870">
                  <c:v>43875</c:v>
                </c:pt>
                <c:pt idx="1871">
                  <c:v>43876</c:v>
                </c:pt>
                <c:pt idx="1872">
                  <c:v>43877</c:v>
                </c:pt>
                <c:pt idx="1873">
                  <c:v>43878</c:v>
                </c:pt>
                <c:pt idx="1874">
                  <c:v>43879</c:v>
                </c:pt>
                <c:pt idx="1875">
                  <c:v>43880</c:v>
                </c:pt>
                <c:pt idx="1876">
                  <c:v>43881</c:v>
                </c:pt>
                <c:pt idx="1877">
                  <c:v>43882</c:v>
                </c:pt>
                <c:pt idx="1878">
                  <c:v>43883</c:v>
                </c:pt>
                <c:pt idx="1879">
                  <c:v>43884</c:v>
                </c:pt>
                <c:pt idx="1880">
                  <c:v>43885</c:v>
                </c:pt>
                <c:pt idx="1881">
                  <c:v>43886</c:v>
                </c:pt>
                <c:pt idx="1882">
                  <c:v>43887</c:v>
                </c:pt>
                <c:pt idx="1883">
                  <c:v>43888</c:v>
                </c:pt>
                <c:pt idx="1884">
                  <c:v>43889</c:v>
                </c:pt>
                <c:pt idx="1885">
                  <c:v>43890</c:v>
                </c:pt>
                <c:pt idx="1886">
                  <c:v>43891</c:v>
                </c:pt>
                <c:pt idx="1887">
                  <c:v>43892</c:v>
                </c:pt>
                <c:pt idx="1888">
                  <c:v>43893</c:v>
                </c:pt>
                <c:pt idx="1889">
                  <c:v>43894</c:v>
                </c:pt>
                <c:pt idx="1890">
                  <c:v>43895</c:v>
                </c:pt>
                <c:pt idx="1891">
                  <c:v>43896</c:v>
                </c:pt>
                <c:pt idx="1892">
                  <c:v>43897</c:v>
                </c:pt>
                <c:pt idx="1893">
                  <c:v>43898</c:v>
                </c:pt>
                <c:pt idx="1894">
                  <c:v>43899</c:v>
                </c:pt>
                <c:pt idx="1895">
                  <c:v>43900</c:v>
                </c:pt>
                <c:pt idx="1896">
                  <c:v>43901</c:v>
                </c:pt>
                <c:pt idx="1897">
                  <c:v>43902</c:v>
                </c:pt>
                <c:pt idx="1898">
                  <c:v>43903</c:v>
                </c:pt>
                <c:pt idx="1899">
                  <c:v>43904</c:v>
                </c:pt>
                <c:pt idx="1900">
                  <c:v>43905</c:v>
                </c:pt>
                <c:pt idx="1901">
                  <c:v>43906</c:v>
                </c:pt>
                <c:pt idx="1902">
                  <c:v>43907</c:v>
                </c:pt>
                <c:pt idx="1903">
                  <c:v>43908</c:v>
                </c:pt>
                <c:pt idx="1904">
                  <c:v>43909</c:v>
                </c:pt>
                <c:pt idx="1905">
                  <c:v>43910</c:v>
                </c:pt>
                <c:pt idx="1906">
                  <c:v>43911</c:v>
                </c:pt>
                <c:pt idx="1907">
                  <c:v>43912</c:v>
                </c:pt>
                <c:pt idx="1908">
                  <c:v>43913</c:v>
                </c:pt>
                <c:pt idx="1909">
                  <c:v>43914</c:v>
                </c:pt>
                <c:pt idx="1910">
                  <c:v>43915</c:v>
                </c:pt>
                <c:pt idx="1911">
                  <c:v>43916</c:v>
                </c:pt>
                <c:pt idx="1912">
                  <c:v>43917</c:v>
                </c:pt>
                <c:pt idx="1913">
                  <c:v>43918</c:v>
                </c:pt>
                <c:pt idx="1914">
                  <c:v>43919</c:v>
                </c:pt>
                <c:pt idx="1915">
                  <c:v>43920</c:v>
                </c:pt>
                <c:pt idx="1916">
                  <c:v>43921</c:v>
                </c:pt>
                <c:pt idx="1917">
                  <c:v>43922</c:v>
                </c:pt>
                <c:pt idx="1918">
                  <c:v>43923</c:v>
                </c:pt>
                <c:pt idx="1919">
                  <c:v>43924</c:v>
                </c:pt>
                <c:pt idx="1920">
                  <c:v>43925</c:v>
                </c:pt>
                <c:pt idx="1921">
                  <c:v>43926</c:v>
                </c:pt>
                <c:pt idx="1922">
                  <c:v>43927</c:v>
                </c:pt>
                <c:pt idx="1923">
                  <c:v>43928</c:v>
                </c:pt>
                <c:pt idx="1924">
                  <c:v>43929</c:v>
                </c:pt>
                <c:pt idx="1925">
                  <c:v>43930</c:v>
                </c:pt>
                <c:pt idx="1926">
                  <c:v>43931</c:v>
                </c:pt>
                <c:pt idx="1927">
                  <c:v>43932</c:v>
                </c:pt>
                <c:pt idx="1928">
                  <c:v>43933</c:v>
                </c:pt>
                <c:pt idx="1929">
                  <c:v>43934</c:v>
                </c:pt>
                <c:pt idx="1930">
                  <c:v>43935</c:v>
                </c:pt>
                <c:pt idx="1931">
                  <c:v>43936</c:v>
                </c:pt>
                <c:pt idx="1932">
                  <c:v>43937</c:v>
                </c:pt>
                <c:pt idx="1933">
                  <c:v>43938</c:v>
                </c:pt>
                <c:pt idx="1934">
                  <c:v>43939</c:v>
                </c:pt>
                <c:pt idx="1935">
                  <c:v>43940</c:v>
                </c:pt>
                <c:pt idx="1936">
                  <c:v>43941</c:v>
                </c:pt>
                <c:pt idx="1937">
                  <c:v>43942</c:v>
                </c:pt>
                <c:pt idx="1938">
                  <c:v>43943</c:v>
                </c:pt>
                <c:pt idx="1939">
                  <c:v>43944</c:v>
                </c:pt>
                <c:pt idx="1940">
                  <c:v>43945</c:v>
                </c:pt>
                <c:pt idx="1941">
                  <c:v>43946</c:v>
                </c:pt>
                <c:pt idx="1942">
                  <c:v>43947</c:v>
                </c:pt>
                <c:pt idx="1943">
                  <c:v>43948</c:v>
                </c:pt>
                <c:pt idx="1944">
                  <c:v>43949</c:v>
                </c:pt>
                <c:pt idx="1945">
                  <c:v>43950</c:v>
                </c:pt>
                <c:pt idx="1946">
                  <c:v>43951</c:v>
                </c:pt>
                <c:pt idx="1947">
                  <c:v>43952</c:v>
                </c:pt>
                <c:pt idx="1948">
                  <c:v>43953</c:v>
                </c:pt>
                <c:pt idx="1949">
                  <c:v>43954</c:v>
                </c:pt>
                <c:pt idx="1950">
                  <c:v>43955</c:v>
                </c:pt>
                <c:pt idx="1951">
                  <c:v>43956</c:v>
                </c:pt>
                <c:pt idx="1952">
                  <c:v>43957</c:v>
                </c:pt>
                <c:pt idx="1953">
                  <c:v>43958</c:v>
                </c:pt>
                <c:pt idx="1954">
                  <c:v>43959</c:v>
                </c:pt>
                <c:pt idx="1955">
                  <c:v>43960</c:v>
                </c:pt>
                <c:pt idx="1956">
                  <c:v>43961</c:v>
                </c:pt>
                <c:pt idx="1957">
                  <c:v>43962</c:v>
                </c:pt>
                <c:pt idx="1958">
                  <c:v>43963</c:v>
                </c:pt>
                <c:pt idx="1959">
                  <c:v>43964</c:v>
                </c:pt>
                <c:pt idx="1960">
                  <c:v>43965</c:v>
                </c:pt>
                <c:pt idx="1961">
                  <c:v>43966</c:v>
                </c:pt>
                <c:pt idx="1962">
                  <c:v>43967</c:v>
                </c:pt>
                <c:pt idx="1963">
                  <c:v>43968</c:v>
                </c:pt>
                <c:pt idx="1964">
                  <c:v>43969</c:v>
                </c:pt>
                <c:pt idx="1965">
                  <c:v>43970</c:v>
                </c:pt>
                <c:pt idx="1966">
                  <c:v>43971</c:v>
                </c:pt>
                <c:pt idx="1967">
                  <c:v>43972</c:v>
                </c:pt>
                <c:pt idx="1968">
                  <c:v>43973</c:v>
                </c:pt>
                <c:pt idx="1969">
                  <c:v>43974</c:v>
                </c:pt>
                <c:pt idx="1970">
                  <c:v>43975</c:v>
                </c:pt>
                <c:pt idx="1971">
                  <c:v>43976</c:v>
                </c:pt>
                <c:pt idx="1972">
                  <c:v>43977</c:v>
                </c:pt>
                <c:pt idx="1973">
                  <c:v>43978</c:v>
                </c:pt>
                <c:pt idx="1974">
                  <c:v>43979</c:v>
                </c:pt>
                <c:pt idx="1975">
                  <c:v>43980</c:v>
                </c:pt>
                <c:pt idx="1976">
                  <c:v>43981</c:v>
                </c:pt>
                <c:pt idx="1977">
                  <c:v>43982</c:v>
                </c:pt>
                <c:pt idx="1978">
                  <c:v>43983</c:v>
                </c:pt>
                <c:pt idx="1979">
                  <c:v>43984</c:v>
                </c:pt>
                <c:pt idx="1980">
                  <c:v>43985</c:v>
                </c:pt>
                <c:pt idx="1981">
                  <c:v>43986</c:v>
                </c:pt>
                <c:pt idx="1982">
                  <c:v>43987</c:v>
                </c:pt>
                <c:pt idx="1983">
                  <c:v>43988</c:v>
                </c:pt>
                <c:pt idx="1984">
                  <c:v>43989</c:v>
                </c:pt>
                <c:pt idx="1985">
                  <c:v>43990</c:v>
                </c:pt>
                <c:pt idx="1986">
                  <c:v>43991</c:v>
                </c:pt>
                <c:pt idx="1987">
                  <c:v>43992</c:v>
                </c:pt>
                <c:pt idx="1988">
                  <c:v>43993</c:v>
                </c:pt>
                <c:pt idx="1989">
                  <c:v>43994</c:v>
                </c:pt>
                <c:pt idx="1990">
                  <c:v>43995</c:v>
                </c:pt>
                <c:pt idx="1991">
                  <c:v>43996</c:v>
                </c:pt>
                <c:pt idx="1992">
                  <c:v>43997</c:v>
                </c:pt>
                <c:pt idx="1993">
                  <c:v>43998</c:v>
                </c:pt>
                <c:pt idx="1994">
                  <c:v>43999</c:v>
                </c:pt>
                <c:pt idx="1995">
                  <c:v>44000</c:v>
                </c:pt>
                <c:pt idx="1996">
                  <c:v>44001</c:v>
                </c:pt>
                <c:pt idx="1997">
                  <c:v>44002</c:v>
                </c:pt>
                <c:pt idx="1998">
                  <c:v>44003</c:v>
                </c:pt>
                <c:pt idx="1999">
                  <c:v>44004</c:v>
                </c:pt>
                <c:pt idx="2000">
                  <c:v>44005</c:v>
                </c:pt>
                <c:pt idx="2001">
                  <c:v>44006</c:v>
                </c:pt>
                <c:pt idx="2002">
                  <c:v>44007</c:v>
                </c:pt>
                <c:pt idx="2003">
                  <c:v>44008</c:v>
                </c:pt>
                <c:pt idx="2004">
                  <c:v>44009</c:v>
                </c:pt>
                <c:pt idx="2005">
                  <c:v>44010</c:v>
                </c:pt>
                <c:pt idx="2006">
                  <c:v>44011</c:v>
                </c:pt>
                <c:pt idx="2007">
                  <c:v>44012</c:v>
                </c:pt>
                <c:pt idx="2008">
                  <c:v>44013</c:v>
                </c:pt>
                <c:pt idx="2009">
                  <c:v>44014</c:v>
                </c:pt>
                <c:pt idx="2010">
                  <c:v>44015</c:v>
                </c:pt>
                <c:pt idx="2011">
                  <c:v>44016</c:v>
                </c:pt>
                <c:pt idx="2012">
                  <c:v>44017</c:v>
                </c:pt>
                <c:pt idx="2013">
                  <c:v>44018</c:v>
                </c:pt>
                <c:pt idx="2014">
                  <c:v>44019</c:v>
                </c:pt>
                <c:pt idx="2015">
                  <c:v>44020</c:v>
                </c:pt>
                <c:pt idx="2016">
                  <c:v>44021</c:v>
                </c:pt>
                <c:pt idx="2017">
                  <c:v>44022</c:v>
                </c:pt>
                <c:pt idx="2018">
                  <c:v>44023</c:v>
                </c:pt>
                <c:pt idx="2019">
                  <c:v>44024</c:v>
                </c:pt>
                <c:pt idx="2020">
                  <c:v>44025</c:v>
                </c:pt>
                <c:pt idx="2021">
                  <c:v>44026</c:v>
                </c:pt>
                <c:pt idx="2022">
                  <c:v>44027</c:v>
                </c:pt>
                <c:pt idx="2023">
                  <c:v>44028</c:v>
                </c:pt>
                <c:pt idx="2024">
                  <c:v>44029</c:v>
                </c:pt>
                <c:pt idx="2025">
                  <c:v>44030</c:v>
                </c:pt>
                <c:pt idx="2026">
                  <c:v>44031</c:v>
                </c:pt>
                <c:pt idx="2027">
                  <c:v>44032</c:v>
                </c:pt>
                <c:pt idx="2028">
                  <c:v>44033</c:v>
                </c:pt>
                <c:pt idx="2029">
                  <c:v>44034</c:v>
                </c:pt>
                <c:pt idx="2030">
                  <c:v>44035</c:v>
                </c:pt>
                <c:pt idx="2031">
                  <c:v>44036</c:v>
                </c:pt>
                <c:pt idx="2032">
                  <c:v>44037</c:v>
                </c:pt>
                <c:pt idx="2033">
                  <c:v>44038</c:v>
                </c:pt>
                <c:pt idx="2034">
                  <c:v>44039</c:v>
                </c:pt>
                <c:pt idx="2035">
                  <c:v>44040</c:v>
                </c:pt>
                <c:pt idx="2036">
                  <c:v>44041</c:v>
                </c:pt>
                <c:pt idx="2037">
                  <c:v>44042</c:v>
                </c:pt>
                <c:pt idx="2038">
                  <c:v>44043</c:v>
                </c:pt>
                <c:pt idx="2039">
                  <c:v>44044</c:v>
                </c:pt>
                <c:pt idx="2040">
                  <c:v>44045</c:v>
                </c:pt>
                <c:pt idx="2041">
                  <c:v>44046</c:v>
                </c:pt>
                <c:pt idx="2042">
                  <c:v>44047</c:v>
                </c:pt>
                <c:pt idx="2043">
                  <c:v>44048</c:v>
                </c:pt>
                <c:pt idx="2044">
                  <c:v>44049</c:v>
                </c:pt>
                <c:pt idx="2045">
                  <c:v>44050</c:v>
                </c:pt>
                <c:pt idx="2046">
                  <c:v>44051</c:v>
                </c:pt>
                <c:pt idx="2047">
                  <c:v>44052</c:v>
                </c:pt>
                <c:pt idx="2048">
                  <c:v>44053</c:v>
                </c:pt>
                <c:pt idx="2049">
                  <c:v>44054</c:v>
                </c:pt>
                <c:pt idx="2050">
                  <c:v>44055</c:v>
                </c:pt>
                <c:pt idx="2051">
                  <c:v>44056</c:v>
                </c:pt>
                <c:pt idx="2052">
                  <c:v>44057</c:v>
                </c:pt>
                <c:pt idx="2053">
                  <c:v>44058</c:v>
                </c:pt>
                <c:pt idx="2054">
                  <c:v>44059</c:v>
                </c:pt>
                <c:pt idx="2055">
                  <c:v>44060</c:v>
                </c:pt>
                <c:pt idx="2056">
                  <c:v>44061</c:v>
                </c:pt>
                <c:pt idx="2057">
                  <c:v>44062</c:v>
                </c:pt>
                <c:pt idx="2058">
                  <c:v>44063</c:v>
                </c:pt>
                <c:pt idx="2059">
                  <c:v>44064</c:v>
                </c:pt>
                <c:pt idx="2060">
                  <c:v>44065</c:v>
                </c:pt>
                <c:pt idx="2061">
                  <c:v>44066</c:v>
                </c:pt>
                <c:pt idx="2062">
                  <c:v>44067</c:v>
                </c:pt>
                <c:pt idx="2063">
                  <c:v>44068</c:v>
                </c:pt>
                <c:pt idx="2064">
                  <c:v>44069</c:v>
                </c:pt>
                <c:pt idx="2065">
                  <c:v>44070</c:v>
                </c:pt>
                <c:pt idx="2066">
                  <c:v>44071</c:v>
                </c:pt>
                <c:pt idx="2067">
                  <c:v>44072</c:v>
                </c:pt>
                <c:pt idx="2068">
                  <c:v>44073</c:v>
                </c:pt>
                <c:pt idx="2069">
                  <c:v>44074</c:v>
                </c:pt>
                <c:pt idx="2070">
                  <c:v>44075</c:v>
                </c:pt>
                <c:pt idx="2071">
                  <c:v>44076</c:v>
                </c:pt>
                <c:pt idx="2072">
                  <c:v>44077</c:v>
                </c:pt>
                <c:pt idx="2073">
                  <c:v>44078</c:v>
                </c:pt>
                <c:pt idx="2074">
                  <c:v>44079</c:v>
                </c:pt>
                <c:pt idx="2075">
                  <c:v>44080</c:v>
                </c:pt>
                <c:pt idx="2076">
                  <c:v>44081</c:v>
                </c:pt>
                <c:pt idx="2077">
                  <c:v>44082</c:v>
                </c:pt>
                <c:pt idx="2078">
                  <c:v>44083</c:v>
                </c:pt>
                <c:pt idx="2079">
                  <c:v>44084</c:v>
                </c:pt>
                <c:pt idx="2080">
                  <c:v>44085</c:v>
                </c:pt>
                <c:pt idx="2081">
                  <c:v>44086</c:v>
                </c:pt>
                <c:pt idx="2082">
                  <c:v>44087</c:v>
                </c:pt>
                <c:pt idx="2083">
                  <c:v>44088</c:v>
                </c:pt>
                <c:pt idx="2084">
                  <c:v>44089</c:v>
                </c:pt>
                <c:pt idx="2085">
                  <c:v>44090</c:v>
                </c:pt>
                <c:pt idx="2086">
                  <c:v>44091</c:v>
                </c:pt>
                <c:pt idx="2087">
                  <c:v>44092</c:v>
                </c:pt>
                <c:pt idx="2088">
                  <c:v>44093</c:v>
                </c:pt>
                <c:pt idx="2089">
                  <c:v>44094</c:v>
                </c:pt>
                <c:pt idx="2090">
                  <c:v>44095</c:v>
                </c:pt>
                <c:pt idx="2091">
                  <c:v>44096</c:v>
                </c:pt>
                <c:pt idx="2092">
                  <c:v>44097</c:v>
                </c:pt>
                <c:pt idx="2093">
                  <c:v>44098</c:v>
                </c:pt>
                <c:pt idx="2094">
                  <c:v>44099</c:v>
                </c:pt>
                <c:pt idx="2095">
                  <c:v>44100</c:v>
                </c:pt>
                <c:pt idx="2096">
                  <c:v>44101</c:v>
                </c:pt>
                <c:pt idx="2097">
                  <c:v>44102</c:v>
                </c:pt>
                <c:pt idx="2098">
                  <c:v>44103</c:v>
                </c:pt>
                <c:pt idx="2099">
                  <c:v>44104</c:v>
                </c:pt>
                <c:pt idx="2100">
                  <c:v>44105</c:v>
                </c:pt>
                <c:pt idx="2101">
                  <c:v>44106</c:v>
                </c:pt>
                <c:pt idx="2102">
                  <c:v>44107</c:v>
                </c:pt>
                <c:pt idx="2103">
                  <c:v>44108</c:v>
                </c:pt>
                <c:pt idx="2104">
                  <c:v>44109</c:v>
                </c:pt>
                <c:pt idx="2105">
                  <c:v>44110</c:v>
                </c:pt>
                <c:pt idx="2106">
                  <c:v>44111</c:v>
                </c:pt>
                <c:pt idx="2107">
                  <c:v>44112</c:v>
                </c:pt>
                <c:pt idx="2108">
                  <c:v>44113</c:v>
                </c:pt>
                <c:pt idx="2109">
                  <c:v>44114</c:v>
                </c:pt>
                <c:pt idx="2110">
                  <c:v>44115</c:v>
                </c:pt>
                <c:pt idx="2111">
                  <c:v>44116</c:v>
                </c:pt>
                <c:pt idx="2112">
                  <c:v>44117</c:v>
                </c:pt>
                <c:pt idx="2113">
                  <c:v>44118</c:v>
                </c:pt>
                <c:pt idx="2114">
                  <c:v>44119</c:v>
                </c:pt>
                <c:pt idx="2115">
                  <c:v>44120</c:v>
                </c:pt>
                <c:pt idx="2116">
                  <c:v>44121</c:v>
                </c:pt>
                <c:pt idx="2117">
                  <c:v>44122</c:v>
                </c:pt>
                <c:pt idx="2118">
                  <c:v>44123</c:v>
                </c:pt>
                <c:pt idx="2119">
                  <c:v>44124</c:v>
                </c:pt>
                <c:pt idx="2120">
                  <c:v>44125</c:v>
                </c:pt>
                <c:pt idx="2121">
                  <c:v>44126</c:v>
                </c:pt>
                <c:pt idx="2122">
                  <c:v>44127</c:v>
                </c:pt>
                <c:pt idx="2123">
                  <c:v>44128</c:v>
                </c:pt>
                <c:pt idx="2124">
                  <c:v>44129</c:v>
                </c:pt>
                <c:pt idx="2125">
                  <c:v>44130</c:v>
                </c:pt>
                <c:pt idx="2126">
                  <c:v>44131</c:v>
                </c:pt>
                <c:pt idx="2127">
                  <c:v>44132</c:v>
                </c:pt>
                <c:pt idx="2128">
                  <c:v>44133</c:v>
                </c:pt>
                <c:pt idx="2129">
                  <c:v>44134</c:v>
                </c:pt>
                <c:pt idx="2130">
                  <c:v>44135</c:v>
                </c:pt>
                <c:pt idx="2131">
                  <c:v>44136</c:v>
                </c:pt>
                <c:pt idx="2132">
                  <c:v>44137</c:v>
                </c:pt>
                <c:pt idx="2133">
                  <c:v>44138</c:v>
                </c:pt>
                <c:pt idx="2134">
                  <c:v>44139</c:v>
                </c:pt>
                <c:pt idx="2135">
                  <c:v>44140</c:v>
                </c:pt>
                <c:pt idx="2136">
                  <c:v>44141</c:v>
                </c:pt>
                <c:pt idx="2137">
                  <c:v>44142</c:v>
                </c:pt>
                <c:pt idx="2138">
                  <c:v>44143</c:v>
                </c:pt>
                <c:pt idx="2139">
                  <c:v>44144</c:v>
                </c:pt>
                <c:pt idx="2140">
                  <c:v>44145</c:v>
                </c:pt>
                <c:pt idx="2141">
                  <c:v>44146</c:v>
                </c:pt>
                <c:pt idx="2142">
                  <c:v>44147</c:v>
                </c:pt>
                <c:pt idx="2143">
                  <c:v>44148</c:v>
                </c:pt>
                <c:pt idx="2144">
                  <c:v>44149</c:v>
                </c:pt>
                <c:pt idx="2145">
                  <c:v>44150</c:v>
                </c:pt>
                <c:pt idx="2146">
                  <c:v>44151</c:v>
                </c:pt>
                <c:pt idx="2147">
                  <c:v>44152</c:v>
                </c:pt>
                <c:pt idx="2148">
                  <c:v>44153</c:v>
                </c:pt>
                <c:pt idx="2149">
                  <c:v>44154</c:v>
                </c:pt>
                <c:pt idx="2150">
                  <c:v>44155</c:v>
                </c:pt>
                <c:pt idx="2151">
                  <c:v>44156</c:v>
                </c:pt>
                <c:pt idx="2152">
                  <c:v>44157</c:v>
                </c:pt>
                <c:pt idx="2153">
                  <c:v>44158</c:v>
                </c:pt>
                <c:pt idx="2154">
                  <c:v>44159</c:v>
                </c:pt>
                <c:pt idx="2155">
                  <c:v>44160</c:v>
                </c:pt>
                <c:pt idx="2156">
                  <c:v>44161</c:v>
                </c:pt>
                <c:pt idx="2157">
                  <c:v>44162</c:v>
                </c:pt>
                <c:pt idx="2158">
                  <c:v>44163</c:v>
                </c:pt>
                <c:pt idx="2159">
                  <c:v>44164</c:v>
                </c:pt>
                <c:pt idx="2160">
                  <c:v>44165</c:v>
                </c:pt>
                <c:pt idx="2161">
                  <c:v>44166</c:v>
                </c:pt>
                <c:pt idx="2162">
                  <c:v>44167</c:v>
                </c:pt>
                <c:pt idx="2163">
                  <c:v>44168</c:v>
                </c:pt>
                <c:pt idx="2164">
                  <c:v>44169</c:v>
                </c:pt>
                <c:pt idx="2165">
                  <c:v>44170</c:v>
                </c:pt>
                <c:pt idx="2166">
                  <c:v>44171</c:v>
                </c:pt>
                <c:pt idx="2167">
                  <c:v>44172</c:v>
                </c:pt>
                <c:pt idx="2168">
                  <c:v>44173</c:v>
                </c:pt>
                <c:pt idx="2169">
                  <c:v>44174</c:v>
                </c:pt>
                <c:pt idx="2170">
                  <c:v>44175</c:v>
                </c:pt>
                <c:pt idx="2171">
                  <c:v>44176</c:v>
                </c:pt>
                <c:pt idx="2172">
                  <c:v>44177</c:v>
                </c:pt>
                <c:pt idx="2173">
                  <c:v>44178</c:v>
                </c:pt>
                <c:pt idx="2174">
                  <c:v>44179</c:v>
                </c:pt>
                <c:pt idx="2175">
                  <c:v>44180</c:v>
                </c:pt>
                <c:pt idx="2176">
                  <c:v>44181</c:v>
                </c:pt>
                <c:pt idx="2177">
                  <c:v>44182</c:v>
                </c:pt>
                <c:pt idx="2178">
                  <c:v>44183</c:v>
                </c:pt>
                <c:pt idx="2179">
                  <c:v>44184</c:v>
                </c:pt>
                <c:pt idx="2180">
                  <c:v>44185</c:v>
                </c:pt>
                <c:pt idx="2181">
                  <c:v>44186</c:v>
                </c:pt>
                <c:pt idx="2182">
                  <c:v>44187</c:v>
                </c:pt>
                <c:pt idx="2183">
                  <c:v>44188</c:v>
                </c:pt>
                <c:pt idx="2184">
                  <c:v>44189</c:v>
                </c:pt>
                <c:pt idx="2185">
                  <c:v>44190</c:v>
                </c:pt>
                <c:pt idx="2186">
                  <c:v>44191</c:v>
                </c:pt>
                <c:pt idx="2187">
                  <c:v>44192</c:v>
                </c:pt>
                <c:pt idx="2188">
                  <c:v>44193</c:v>
                </c:pt>
                <c:pt idx="2189">
                  <c:v>44194</c:v>
                </c:pt>
                <c:pt idx="2190">
                  <c:v>44195</c:v>
                </c:pt>
                <c:pt idx="2191">
                  <c:v>44196</c:v>
                </c:pt>
                <c:pt idx="2192">
                  <c:v>44197</c:v>
                </c:pt>
                <c:pt idx="2193">
                  <c:v>44198</c:v>
                </c:pt>
                <c:pt idx="2194">
                  <c:v>44199</c:v>
                </c:pt>
                <c:pt idx="2195">
                  <c:v>44200</c:v>
                </c:pt>
                <c:pt idx="2196">
                  <c:v>44201</c:v>
                </c:pt>
                <c:pt idx="2197">
                  <c:v>44202</c:v>
                </c:pt>
                <c:pt idx="2198">
                  <c:v>44203</c:v>
                </c:pt>
                <c:pt idx="2199">
                  <c:v>44204</c:v>
                </c:pt>
                <c:pt idx="2200">
                  <c:v>44205</c:v>
                </c:pt>
                <c:pt idx="2201">
                  <c:v>44206</c:v>
                </c:pt>
                <c:pt idx="2202">
                  <c:v>44207</c:v>
                </c:pt>
                <c:pt idx="2203">
                  <c:v>44208</c:v>
                </c:pt>
                <c:pt idx="2204">
                  <c:v>44209</c:v>
                </c:pt>
                <c:pt idx="2205">
                  <c:v>44210</c:v>
                </c:pt>
                <c:pt idx="2206">
                  <c:v>44211</c:v>
                </c:pt>
                <c:pt idx="2207">
                  <c:v>44212</c:v>
                </c:pt>
                <c:pt idx="2208">
                  <c:v>44213</c:v>
                </c:pt>
                <c:pt idx="2209">
                  <c:v>44214</c:v>
                </c:pt>
                <c:pt idx="2210">
                  <c:v>44215</c:v>
                </c:pt>
                <c:pt idx="2211">
                  <c:v>44216</c:v>
                </c:pt>
                <c:pt idx="2212">
                  <c:v>44217</c:v>
                </c:pt>
                <c:pt idx="2213">
                  <c:v>44218</c:v>
                </c:pt>
                <c:pt idx="2214">
                  <c:v>44219</c:v>
                </c:pt>
                <c:pt idx="2215">
                  <c:v>44220</c:v>
                </c:pt>
                <c:pt idx="2216">
                  <c:v>44221</c:v>
                </c:pt>
                <c:pt idx="2217">
                  <c:v>44222</c:v>
                </c:pt>
                <c:pt idx="2218">
                  <c:v>44223</c:v>
                </c:pt>
                <c:pt idx="2219">
                  <c:v>44224</c:v>
                </c:pt>
                <c:pt idx="2220">
                  <c:v>44225</c:v>
                </c:pt>
                <c:pt idx="2221">
                  <c:v>44226</c:v>
                </c:pt>
                <c:pt idx="2222">
                  <c:v>44227</c:v>
                </c:pt>
                <c:pt idx="2223">
                  <c:v>44228</c:v>
                </c:pt>
                <c:pt idx="2224">
                  <c:v>44229</c:v>
                </c:pt>
                <c:pt idx="2225">
                  <c:v>44230</c:v>
                </c:pt>
                <c:pt idx="2226">
                  <c:v>44231</c:v>
                </c:pt>
                <c:pt idx="2227">
                  <c:v>44232</c:v>
                </c:pt>
                <c:pt idx="2228">
                  <c:v>44233</c:v>
                </c:pt>
                <c:pt idx="2229">
                  <c:v>44234</c:v>
                </c:pt>
                <c:pt idx="2230">
                  <c:v>44235</c:v>
                </c:pt>
                <c:pt idx="2231">
                  <c:v>44236</c:v>
                </c:pt>
                <c:pt idx="2232">
                  <c:v>44237</c:v>
                </c:pt>
                <c:pt idx="2233">
                  <c:v>44238</c:v>
                </c:pt>
                <c:pt idx="2234">
                  <c:v>44239</c:v>
                </c:pt>
                <c:pt idx="2235">
                  <c:v>44240</c:v>
                </c:pt>
                <c:pt idx="2236">
                  <c:v>44241</c:v>
                </c:pt>
                <c:pt idx="2237">
                  <c:v>44242</c:v>
                </c:pt>
                <c:pt idx="2238">
                  <c:v>44243</c:v>
                </c:pt>
                <c:pt idx="2239">
                  <c:v>44244</c:v>
                </c:pt>
                <c:pt idx="2240">
                  <c:v>44245</c:v>
                </c:pt>
                <c:pt idx="2241">
                  <c:v>44246</c:v>
                </c:pt>
                <c:pt idx="2242">
                  <c:v>44247</c:v>
                </c:pt>
                <c:pt idx="2243">
                  <c:v>44248</c:v>
                </c:pt>
                <c:pt idx="2244">
                  <c:v>44249</c:v>
                </c:pt>
                <c:pt idx="2245">
                  <c:v>44250</c:v>
                </c:pt>
                <c:pt idx="2246">
                  <c:v>44251</c:v>
                </c:pt>
                <c:pt idx="2247">
                  <c:v>44252</c:v>
                </c:pt>
                <c:pt idx="2248">
                  <c:v>44253</c:v>
                </c:pt>
                <c:pt idx="2249">
                  <c:v>44254</c:v>
                </c:pt>
                <c:pt idx="2250">
                  <c:v>44255</c:v>
                </c:pt>
                <c:pt idx="2251">
                  <c:v>44256</c:v>
                </c:pt>
                <c:pt idx="2252">
                  <c:v>44257</c:v>
                </c:pt>
                <c:pt idx="2253">
                  <c:v>44258</c:v>
                </c:pt>
                <c:pt idx="2254">
                  <c:v>44259</c:v>
                </c:pt>
                <c:pt idx="2255">
                  <c:v>44260</c:v>
                </c:pt>
                <c:pt idx="2256">
                  <c:v>44261</c:v>
                </c:pt>
                <c:pt idx="2257">
                  <c:v>44262</c:v>
                </c:pt>
                <c:pt idx="2258">
                  <c:v>44263</c:v>
                </c:pt>
                <c:pt idx="2259">
                  <c:v>44264</c:v>
                </c:pt>
                <c:pt idx="2260">
                  <c:v>44265</c:v>
                </c:pt>
                <c:pt idx="2261">
                  <c:v>44266</c:v>
                </c:pt>
                <c:pt idx="2262">
                  <c:v>44267</c:v>
                </c:pt>
                <c:pt idx="2263">
                  <c:v>44268</c:v>
                </c:pt>
                <c:pt idx="2264">
                  <c:v>44269</c:v>
                </c:pt>
                <c:pt idx="2265">
                  <c:v>44270</c:v>
                </c:pt>
                <c:pt idx="2266">
                  <c:v>44271</c:v>
                </c:pt>
                <c:pt idx="2267">
                  <c:v>44272</c:v>
                </c:pt>
                <c:pt idx="2268">
                  <c:v>44273</c:v>
                </c:pt>
                <c:pt idx="2269">
                  <c:v>44274</c:v>
                </c:pt>
                <c:pt idx="2270">
                  <c:v>44275</c:v>
                </c:pt>
                <c:pt idx="2271">
                  <c:v>44276</c:v>
                </c:pt>
                <c:pt idx="2272">
                  <c:v>44277</c:v>
                </c:pt>
                <c:pt idx="2273">
                  <c:v>44278</c:v>
                </c:pt>
                <c:pt idx="2274">
                  <c:v>44279</c:v>
                </c:pt>
                <c:pt idx="2275">
                  <c:v>44280</c:v>
                </c:pt>
                <c:pt idx="2276">
                  <c:v>44281</c:v>
                </c:pt>
                <c:pt idx="2277">
                  <c:v>44282</c:v>
                </c:pt>
                <c:pt idx="2278">
                  <c:v>44283</c:v>
                </c:pt>
                <c:pt idx="2279">
                  <c:v>44284</c:v>
                </c:pt>
                <c:pt idx="2280">
                  <c:v>44285</c:v>
                </c:pt>
                <c:pt idx="2281">
                  <c:v>44286</c:v>
                </c:pt>
                <c:pt idx="2282">
                  <c:v>44287</c:v>
                </c:pt>
                <c:pt idx="2283">
                  <c:v>44288</c:v>
                </c:pt>
                <c:pt idx="2284">
                  <c:v>44289</c:v>
                </c:pt>
                <c:pt idx="2285">
                  <c:v>44290</c:v>
                </c:pt>
                <c:pt idx="2286">
                  <c:v>44291</c:v>
                </c:pt>
                <c:pt idx="2287">
                  <c:v>44292</c:v>
                </c:pt>
                <c:pt idx="2288">
                  <c:v>44293</c:v>
                </c:pt>
                <c:pt idx="2289">
                  <c:v>44294</c:v>
                </c:pt>
                <c:pt idx="2290">
                  <c:v>44295</c:v>
                </c:pt>
                <c:pt idx="2291">
                  <c:v>44296</c:v>
                </c:pt>
                <c:pt idx="2292">
                  <c:v>44297</c:v>
                </c:pt>
                <c:pt idx="2293">
                  <c:v>44298</c:v>
                </c:pt>
                <c:pt idx="2294">
                  <c:v>44299</c:v>
                </c:pt>
                <c:pt idx="2295">
                  <c:v>44300</c:v>
                </c:pt>
                <c:pt idx="2296">
                  <c:v>44301</c:v>
                </c:pt>
                <c:pt idx="2297">
                  <c:v>44302</c:v>
                </c:pt>
                <c:pt idx="2298">
                  <c:v>44303</c:v>
                </c:pt>
                <c:pt idx="2299">
                  <c:v>44304</c:v>
                </c:pt>
                <c:pt idx="2300">
                  <c:v>44305</c:v>
                </c:pt>
                <c:pt idx="2301">
                  <c:v>44306</c:v>
                </c:pt>
                <c:pt idx="2302">
                  <c:v>44307</c:v>
                </c:pt>
                <c:pt idx="2303">
                  <c:v>44308</c:v>
                </c:pt>
                <c:pt idx="2304">
                  <c:v>44309</c:v>
                </c:pt>
                <c:pt idx="2305">
                  <c:v>44310</c:v>
                </c:pt>
                <c:pt idx="2306">
                  <c:v>44311</c:v>
                </c:pt>
                <c:pt idx="2307">
                  <c:v>44312</c:v>
                </c:pt>
                <c:pt idx="2308">
                  <c:v>44313</c:v>
                </c:pt>
                <c:pt idx="2309">
                  <c:v>44314</c:v>
                </c:pt>
                <c:pt idx="2310">
                  <c:v>44315</c:v>
                </c:pt>
                <c:pt idx="2311">
                  <c:v>44316</c:v>
                </c:pt>
                <c:pt idx="2312">
                  <c:v>44317</c:v>
                </c:pt>
                <c:pt idx="2313">
                  <c:v>44318</c:v>
                </c:pt>
                <c:pt idx="2314">
                  <c:v>44319</c:v>
                </c:pt>
                <c:pt idx="2315">
                  <c:v>44320</c:v>
                </c:pt>
                <c:pt idx="2316">
                  <c:v>44321</c:v>
                </c:pt>
                <c:pt idx="2317">
                  <c:v>44322</c:v>
                </c:pt>
                <c:pt idx="2318">
                  <c:v>44323</c:v>
                </c:pt>
                <c:pt idx="2319">
                  <c:v>44324</c:v>
                </c:pt>
                <c:pt idx="2320">
                  <c:v>44325</c:v>
                </c:pt>
                <c:pt idx="2321">
                  <c:v>44326</c:v>
                </c:pt>
                <c:pt idx="2322">
                  <c:v>44327</c:v>
                </c:pt>
                <c:pt idx="2323">
                  <c:v>44328</c:v>
                </c:pt>
                <c:pt idx="2324">
                  <c:v>44329</c:v>
                </c:pt>
                <c:pt idx="2325">
                  <c:v>44330</c:v>
                </c:pt>
                <c:pt idx="2326">
                  <c:v>44331</c:v>
                </c:pt>
                <c:pt idx="2327">
                  <c:v>44332</c:v>
                </c:pt>
                <c:pt idx="2328">
                  <c:v>44333</c:v>
                </c:pt>
                <c:pt idx="2329">
                  <c:v>44334</c:v>
                </c:pt>
                <c:pt idx="2330">
                  <c:v>44335</c:v>
                </c:pt>
                <c:pt idx="2331">
                  <c:v>44336</c:v>
                </c:pt>
                <c:pt idx="2332">
                  <c:v>44337</c:v>
                </c:pt>
                <c:pt idx="2333">
                  <c:v>44338</c:v>
                </c:pt>
                <c:pt idx="2334">
                  <c:v>44339</c:v>
                </c:pt>
                <c:pt idx="2335">
                  <c:v>44340</c:v>
                </c:pt>
                <c:pt idx="2336">
                  <c:v>44341</c:v>
                </c:pt>
                <c:pt idx="2337">
                  <c:v>44342</c:v>
                </c:pt>
                <c:pt idx="2338">
                  <c:v>44343</c:v>
                </c:pt>
                <c:pt idx="2339">
                  <c:v>44344</c:v>
                </c:pt>
                <c:pt idx="2340">
                  <c:v>44345</c:v>
                </c:pt>
                <c:pt idx="2341">
                  <c:v>44346</c:v>
                </c:pt>
                <c:pt idx="2342">
                  <c:v>44347</c:v>
                </c:pt>
                <c:pt idx="2343">
                  <c:v>44348</c:v>
                </c:pt>
                <c:pt idx="2344">
                  <c:v>44349</c:v>
                </c:pt>
                <c:pt idx="2345">
                  <c:v>44350</c:v>
                </c:pt>
                <c:pt idx="2346">
                  <c:v>44351</c:v>
                </c:pt>
                <c:pt idx="2347">
                  <c:v>44352</c:v>
                </c:pt>
                <c:pt idx="2348">
                  <c:v>44353</c:v>
                </c:pt>
                <c:pt idx="2349">
                  <c:v>44354</c:v>
                </c:pt>
                <c:pt idx="2350">
                  <c:v>44355</c:v>
                </c:pt>
                <c:pt idx="2351">
                  <c:v>44356</c:v>
                </c:pt>
                <c:pt idx="2352">
                  <c:v>44357</c:v>
                </c:pt>
                <c:pt idx="2353">
                  <c:v>44358</c:v>
                </c:pt>
                <c:pt idx="2354">
                  <c:v>44359</c:v>
                </c:pt>
                <c:pt idx="2355">
                  <c:v>44360</c:v>
                </c:pt>
                <c:pt idx="2356">
                  <c:v>44361</c:v>
                </c:pt>
                <c:pt idx="2357">
                  <c:v>44362</c:v>
                </c:pt>
                <c:pt idx="2358">
                  <c:v>44363</c:v>
                </c:pt>
                <c:pt idx="2359">
                  <c:v>44364</c:v>
                </c:pt>
                <c:pt idx="2360">
                  <c:v>44365</c:v>
                </c:pt>
                <c:pt idx="2361">
                  <c:v>44366</c:v>
                </c:pt>
                <c:pt idx="2362">
                  <c:v>44367</c:v>
                </c:pt>
                <c:pt idx="2363">
                  <c:v>44368</c:v>
                </c:pt>
                <c:pt idx="2364">
                  <c:v>44369</c:v>
                </c:pt>
                <c:pt idx="2365">
                  <c:v>44370</c:v>
                </c:pt>
                <c:pt idx="2366">
                  <c:v>44371</c:v>
                </c:pt>
                <c:pt idx="2367">
                  <c:v>44372</c:v>
                </c:pt>
                <c:pt idx="2368">
                  <c:v>44373</c:v>
                </c:pt>
                <c:pt idx="2369">
                  <c:v>44374</c:v>
                </c:pt>
                <c:pt idx="2370">
                  <c:v>44375</c:v>
                </c:pt>
                <c:pt idx="2371">
                  <c:v>44376</c:v>
                </c:pt>
                <c:pt idx="2372">
                  <c:v>44377</c:v>
                </c:pt>
                <c:pt idx="2373">
                  <c:v>44378</c:v>
                </c:pt>
                <c:pt idx="2374">
                  <c:v>44379</c:v>
                </c:pt>
                <c:pt idx="2375">
                  <c:v>44380</c:v>
                </c:pt>
                <c:pt idx="2376">
                  <c:v>44381</c:v>
                </c:pt>
                <c:pt idx="2377">
                  <c:v>44382</c:v>
                </c:pt>
                <c:pt idx="2378">
                  <c:v>44383</c:v>
                </c:pt>
                <c:pt idx="2379">
                  <c:v>44384</c:v>
                </c:pt>
                <c:pt idx="2380">
                  <c:v>44385</c:v>
                </c:pt>
                <c:pt idx="2381">
                  <c:v>44386</c:v>
                </c:pt>
                <c:pt idx="2382">
                  <c:v>44387</c:v>
                </c:pt>
                <c:pt idx="2383">
                  <c:v>44388</c:v>
                </c:pt>
                <c:pt idx="2384">
                  <c:v>44389</c:v>
                </c:pt>
                <c:pt idx="2385">
                  <c:v>44390</c:v>
                </c:pt>
                <c:pt idx="2386">
                  <c:v>44391</c:v>
                </c:pt>
                <c:pt idx="2387">
                  <c:v>44392</c:v>
                </c:pt>
                <c:pt idx="2388">
                  <c:v>44393</c:v>
                </c:pt>
                <c:pt idx="2389">
                  <c:v>44394</c:v>
                </c:pt>
                <c:pt idx="2390">
                  <c:v>44395</c:v>
                </c:pt>
                <c:pt idx="2391">
                  <c:v>44396</c:v>
                </c:pt>
                <c:pt idx="2392">
                  <c:v>44397</c:v>
                </c:pt>
                <c:pt idx="2393">
                  <c:v>44398</c:v>
                </c:pt>
                <c:pt idx="2394">
                  <c:v>44399</c:v>
                </c:pt>
                <c:pt idx="2395">
                  <c:v>44400</c:v>
                </c:pt>
                <c:pt idx="2396">
                  <c:v>44401</c:v>
                </c:pt>
                <c:pt idx="2397">
                  <c:v>44402</c:v>
                </c:pt>
                <c:pt idx="2398">
                  <c:v>44403</c:v>
                </c:pt>
                <c:pt idx="2399">
                  <c:v>44404</c:v>
                </c:pt>
                <c:pt idx="2400">
                  <c:v>44405</c:v>
                </c:pt>
                <c:pt idx="2401">
                  <c:v>44406</c:v>
                </c:pt>
                <c:pt idx="2402">
                  <c:v>44407</c:v>
                </c:pt>
                <c:pt idx="2403">
                  <c:v>44408</c:v>
                </c:pt>
                <c:pt idx="2404">
                  <c:v>44409</c:v>
                </c:pt>
                <c:pt idx="2405">
                  <c:v>44410</c:v>
                </c:pt>
                <c:pt idx="2406">
                  <c:v>44411</c:v>
                </c:pt>
                <c:pt idx="2407">
                  <c:v>44412</c:v>
                </c:pt>
                <c:pt idx="2408">
                  <c:v>44413</c:v>
                </c:pt>
                <c:pt idx="2409">
                  <c:v>44414</c:v>
                </c:pt>
                <c:pt idx="2410">
                  <c:v>44415</c:v>
                </c:pt>
                <c:pt idx="2411">
                  <c:v>44416</c:v>
                </c:pt>
                <c:pt idx="2412">
                  <c:v>44417</c:v>
                </c:pt>
                <c:pt idx="2413">
                  <c:v>44418</c:v>
                </c:pt>
                <c:pt idx="2414">
                  <c:v>44419</c:v>
                </c:pt>
                <c:pt idx="2415">
                  <c:v>44420</c:v>
                </c:pt>
                <c:pt idx="2416">
                  <c:v>44421</c:v>
                </c:pt>
                <c:pt idx="2417">
                  <c:v>44422</c:v>
                </c:pt>
                <c:pt idx="2418">
                  <c:v>44423</c:v>
                </c:pt>
                <c:pt idx="2419">
                  <c:v>44424</c:v>
                </c:pt>
                <c:pt idx="2420">
                  <c:v>44425</c:v>
                </c:pt>
                <c:pt idx="2421">
                  <c:v>44426</c:v>
                </c:pt>
                <c:pt idx="2422">
                  <c:v>44427</c:v>
                </c:pt>
                <c:pt idx="2423">
                  <c:v>44428</c:v>
                </c:pt>
                <c:pt idx="2424">
                  <c:v>44429</c:v>
                </c:pt>
                <c:pt idx="2425">
                  <c:v>44430</c:v>
                </c:pt>
                <c:pt idx="2426">
                  <c:v>44431</c:v>
                </c:pt>
                <c:pt idx="2427">
                  <c:v>44432</c:v>
                </c:pt>
                <c:pt idx="2428">
                  <c:v>44433</c:v>
                </c:pt>
                <c:pt idx="2429">
                  <c:v>44434</c:v>
                </c:pt>
                <c:pt idx="2430">
                  <c:v>44435</c:v>
                </c:pt>
                <c:pt idx="2431">
                  <c:v>44436</c:v>
                </c:pt>
                <c:pt idx="2432">
                  <c:v>44437</c:v>
                </c:pt>
                <c:pt idx="2433">
                  <c:v>44438</c:v>
                </c:pt>
                <c:pt idx="2434">
                  <c:v>44439</c:v>
                </c:pt>
                <c:pt idx="2435">
                  <c:v>44440</c:v>
                </c:pt>
                <c:pt idx="2436">
                  <c:v>44441</c:v>
                </c:pt>
                <c:pt idx="2437">
                  <c:v>44442</c:v>
                </c:pt>
                <c:pt idx="2438">
                  <c:v>44443</c:v>
                </c:pt>
                <c:pt idx="2439">
                  <c:v>44444</c:v>
                </c:pt>
                <c:pt idx="2440">
                  <c:v>44445</c:v>
                </c:pt>
                <c:pt idx="2441">
                  <c:v>44446</c:v>
                </c:pt>
                <c:pt idx="2442">
                  <c:v>44447</c:v>
                </c:pt>
                <c:pt idx="2443">
                  <c:v>44448</c:v>
                </c:pt>
                <c:pt idx="2444">
                  <c:v>44449</c:v>
                </c:pt>
                <c:pt idx="2445">
                  <c:v>44450</c:v>
                </c:pt>
                <c:pt idx="2446">
                  <c:v>44451</c:v>
                </c:pt>
                <c:pt idx="2447">
                  <c:v>44452</c:v>
                </c:pt>
                <c:pt idx="2448">
                  <c:v>44453</c:v>
                </c:pt>
                <c:pt idx="2449">
                  <c:v>44454</c:v>
                </c:pt>
                <c:pt idx="2450">
                  <c:v>44455</c:v>
                </c:pt>
                <c:pt idx="2451">
                  <c:v>44456</c:v>
                </c:pt>
                <c:pt idx="2452">
                  <c:v>44457</c:v>
                </c:pt>
                <c:pt idx="2453">
                  <c:v>44458</c:v>
                </c:pt>
                <c:pt idx="2454">
                  <c:v>44459</c:v>
                </c:pt>
                <c:pt idx="2455">
                  <c:v>44460</c:v>
                </c:pt>
                <c:pt idx="2456">
                  <c:v>44461</c:v>
                </c:pt>
                <c:pt idx="2457">
                  <c:v>44462</c:v>
                </c:pt>
                <c:pt idx="2458">
                  <c:v>44463</c:v>
                </c:pt>
                <c:pt idx="2459">
                  <c:v>44464</c:v>
                </c:pt>
                <c:pt idx="2460">
                  <c:v>44465</c:v>
                </c:pt>
                <c:pt idx="2461">
                  <c:v>44466</c:v>
                </c:pt>
                <c:pt idx="2462">
                  <c:v>44467</c:v>
                </c:pt>
                <c:pt idx="2463">
                  <c:v>44468</c:v>
                </c:pt>
                <c:pt idx="2464">
                  <c:v>44469</c:v>
                </c:pt>
                <c:pt idx="2465">
                  <c:v>44470</c:v>
                </c:pt>
                <c:pt idx="2466">
                  <c:v>44471</c:v>
                </c:pt>
                <c:pt idx="2467">
                  <c:v>44472</c:v>
                </c:pt>
                <c:pt idx="2468">
                  <c:v>44473</c:v>
                </c:pt>
                <c:pt idx="2469">
                  <c:v>44474</c:v>
                </c:pt>
                <c:pt idx="2470">
                  <c:v>44475</c:v>
                </c:pt>
                <c:pt idx="2471">
                  <c:v>44476</c:v>
                </c:pt>
                <c:pt idx="2472">
                  <c:v>44477</c:v>
                </c:pt>
                <c:pt idx="2473">
                  <c:v>44478</c:v>
                </c:pt>
                <c:pt idx="2474">
                  <c:v>44479</c:v>
                </c:pt>
                <c:pt idx="2475">
                  <c:v>44480</c:v>
                </c:pt>
                <c:pt idx="2476">
                  <c:v>44481</c:v>
                </c:pt>
                <c:pt idx="2477">
                  <c:v>44482</c:v>
                </c:pt>
                <c:pt idx="2478">
                  <c:v>44483</c:v>
                </c:pt>
                <c:pt idx="2479">
                  <c:v>44484</c:v>
                </c:pt>
                <c:pt idx="2480">
                  <c:v>44485</c:v>
                </c:pt>
                <c:pt idx="2481">
                  <c:v>44486</c:v>
                </c:pt>
                <c:pt idx="2482">
                  <c:v>44487</c:v>
                </c:pt>
                <c:pt idx="2483">
                  <c:v>44488</c:v>
                </c:pt>
                <c:pt idx="2484">
                  <c:v>44489</c:v>
                </c:pt>
                <c:pt idx="2485">
                  <c:v>44490</c:v>
                </c:pt>
                <c:pt idx="2486">
                  <c:v>44491</c:v>
                </c:pt>
                <c:pt idx="2487">
                  <c:v>44492</c:v>
                </c:pt>
                <c:pt idx="2488">
                  <c:v>44493</c:v>
                </c:pt>
                <c:pt idx="2489">
                  <c:v>44494</c:v>
                </c:pt>
                <c:pt idx="2490">
                  <c:v>44495</c:v>
                </c:pt>
                <c:pt idx="2491">
                  <c:v>44496</c:v>
                </c:pt>
                <c:pt idx="2492">
                  <c:v>44497</c:v>
                </c:pt>
                <c:pt idx="2493">
                  <c:v>44498</c:v>
                </c:pt>
                <c:pt idx="2494">
                  <c:v>44499</c:v>
                </c:pt>
                <c:pt idx="2495">
                  <c:v>44500</c:v>
                </c:pt>
                <c:pt idx="2496">
                  <c:v>44501</c:v>
                </c:pt>
                <c:pt idx="2497">
                  <c:v>44502</c:v>
                </c:pt>
                <c:pt idx="2498">
                  <c:v>44503</c:v>
                </c:pt>
                <c:pt idx="2499">
                  <c:v>44504</c:v>
                </c:pt>
                <c:pt idx="2500">
                  <c:v>44505</c:v>
                </c:pt>
                <c:pt idx="2501">
                  <c:v>44506</c:v>
                </c:pt>
                <c:pt idx="2502">
                  <c:v>44507</c:v>
                </c:pt>
                <c:pt idx="2503">
                  <c:v>44508</c:v>
                </c:pt>
                <c:pt idx="2504">
                  <c:v>44509</c:v>
                </c:pt>
                <c:pt idx="2505">
                  <c:v>44510</c:v>
                </c:pt>
                <c:pt idx="2506">
                  <c:v>44511</c:v>
                </c:pt>
                <c:pt idx="2507">
                  <c:v>44512</c:v>
                </c:pt>
                <c:pt idx="2508">
                  <c:v>44513</c:v>
                </c:pt>
                <c:pt idx="2509">
                  <c:v>44514</c:v>
                </c:pt>
                <c:pt idx="2510">
                  <c:v>44515</c:v>
                </c:pt>
                <c:pt idx="2511">
                  <c:v>44516</c:v>
                </c:pt>
                <c:pt idx="2512">
                  <c:v>44517</c:v>
                </c:pt>
                <c:pt idx="2513">
                  <c:v>44518</c:v>
                </c:pt>
                <c:pt idx="2514">
                  <c:v>44519</c:v>
                </c:pt>
                <c:pt idx="2515">
                  <c:v>44520</c:v>
                </c:pt>
                <c:pt idx="2516">
                  <c:v>44521</c:v>
                </c:pt>
                <c:pt idx="2517">
                  <c:v>44522</c:v>
                </c:pt>
                <c:pt idx="2518">
                  <c:v>44523</c:v>
                </c:pt>
                <c:pt idx="2519">
                  <c:v>44524</c:v>
                </c:pt>
                <c:pt idx="2520">
                  <c:v>44525</c:v>
                </c:pt>
                <c:pt idx="2521">
                  <c:v>44526</c:v>
                </c:pt>
                <c:pt idx="2522">
                  <c:v>44527</c:v>
                </c:pt>
                <c:pt idx="2523">
                  <c:v>44528</c:v>
                </c:pt>
                <c:pt idx="2524">
                  <c:v>44529</c:v>
                </c:pt>
                <c:pt idx="2525">
                  <c:v>44530</c:v>
                </c:pt>
                <c:pt idx="2526">
                  <c:v>44531</c:v>
                </c:pt>
                <c:pt idx="2527">
                  <c:v>44532</c:v>
                </c:pt>
                <c:pt idx="2528">
                  <c:v>44533</c:v>
                </c:pt>
                <c:pt idx="2529">
                  <c:v>44534</c:v>
                </c:pt>
                <c:pt idx="2530">
                  <c:v>44535</c:v>
                </c:pt>
                <c:pt idx="2531">
                  <c:v>44536</c:v>
                </c:pt>
                <c:pt idx="2532">
                  <c:v>44537</c:v>
                </c:pt>
                <c:pt idx="2533">
                  <c:v>44538</c:v>
                </c:pt>
                <c:pt idx="2534">
                  <c:v>44539</c:v>
                </c:pt>
                <c:pt idx="2535">
                  <c:v>44540</c:v>
                </c:pt>
                <c:pt idx="2536">
                  <c:v>44541</c:v>
                </c:pt>
                <c:pt idx="2537">
                  <c:v>44542</c:v>
                </c:pt>
                <c:pt idx="2538">
                  <c:v>44543</c:v>
                </c:pt>
                <c:pt idx="2539">
                  <c:v>44544</c:v>
                </c:pt>
                <c:pt idx="2540">
                  <c:v>44545</c:v>
                </c:pt>
                <c:pt idx="2541">
                  <c:v>44546</c:v>
                </c:pt>
                <c:pt idx="2542">
                  <c:v>44547</c:v>
                </c:pt>
                <c:pt idx="2543">
                  <c:v>44548</c:v>
                </c:pt>
                <c:pt idx="2544">
                  <c:v>44549</c:v>
                </c:pt>
                <c:pt idx="2545">
                  <c:v>44550</c:v>
                </c:pt>
                <c:pt idx="2546">
                  <c:v>44551</c:v>
                </c:pt>
                <c:pt idx="2547">
                  <c:v>44552</c:v>
                </c:pt>
                <c:pt idx="2548">
                  <c:v>44553</c:v>
                </c:pt>
                <c:pt idx="2549">
                  <c:v>44554</c:v>
                </c:pt>
                <c:pt idx="2550">
                  <c:v>44555</c:v>
                </c:pt>
                <c:pt idx="2551">
                  <c:v>44556</c:v>
                </c:pt>
                <c:pt idx="2552">
                  <c:v>44557</c:v>
                </c:pt>
                <c:pt idx="2553">
                  <c:v>44558</c:v>
                </c:pt>
                <c:pt idx="2554">
                  <c:v>44559</c:v>
                </c:pt>
                <c:pt idx="2555">
                  <c:v>44560</c:v>
                </c:pt>
                <c:pt idx="2556">
                  <c:v>44561</c:v>
                </c:pt>
                <c:pt idx="2557">
                  <c:v>44562</c:v>
                </c:pt>
                <c:pt idx="2558">
                  <c:v>44563</c:v>
                </c:pt>
                <c:pt idx="2559">
                  <c:v>44564</c:v>
                </c:pt>
                <c:pt idx="2560">
                  <c:v>44565</c:v>
                </c:pt>
                <c:pt idx="2561">
                  <c:v>44566</c:v>
                </c:pt>
                <c:pt idx="2562">
                  <c:v>44567</c:v>
                </c:pt>
                <c:pt idx="2563">
                  <c:v>44568</c:v>
                </c:pt>
                <c:pt idx="2564">
                  <c:v>44569</c:v>
                </c:pt>
                <c:pt idx="2565">
                  <c:v>44570</c:v>
                </c:pt>
                <c:pt idx="2566">
                  <c:v>44571</c:v>
                </c:pt>
                <c:pt idx="2567">
                  <c:v>44572</c:v>
                </c:pt>
                <c:pt idx="2568">
                  <c:v>44573</c:v>
                </c:pt>
                <c:pt idx="2569">
                  <c:v>44574</c:v>
                </c:pt>
                <c:pt idx="2570">
                  <c:v>44575</c:v>
                </c:pt>
                <c:pt idx="2571">
                  <c:v>44576</c:v>
                </c:pt>
                <c:pt idx="2572">
                  <c:v>44577</c:v>
                </c:pt>
                <c:pt idx="2573">
                  <c:v>44578</c:v>
                </c:pt>
                <c:pt idx="2574">
                  <c:v>44579</c:v>
                </c:pt>
                <c:pt idx="2575">
                  <c:v>44580</c:v>
                </c:pt>
                <c:pt idx="2576">
                  <c:v>44581</c:v>
                </c:pt>
                <c:pt idx="2577">
                  <c:v>44582</c:v>
                </c:pt>
                <c:pt idx="2578">
                  <c:v>44583</c:v>
                </c:pt>
                <c:pt idx="2579">
                  <c:v>44584</c:v>
                </c:pt>
                <c:pt idx="2580">
                  <c:v>44585</c:v>
                </c:pt>
                <c:pt idx="2581">
                  <c:v>44586</c:v>
                </c:pt>
                <c:pt idx="2582">
                  <c:v>44587</c:v>
                </c:pt>
                <c:pt idx="2583">
                  <c:v>44588</c:v>
                </c:pt>
                <c:pt idx="2584">
                  <c:v>44589</c:v>
                </c:pt>
                <c:pt idx="2585">
                  <c:v>44590</c:v>
                </c:pt>
                <c:pt idx="2586">
                  <c:v>44591</c:v>
                </c:pt>
                <c:pt idx="2587">
                  <c:v>44592</c:v>
                </c:pt>
                <c:pt idx="2588">
                  <c:v>44593</c:v>
                </c:pt>
                <c:pt idx="2589">
                  <c:v>44594</c:v>
                </c:pt>
                <c:pt idx="2590">
                  <c:v>44595</c:v>
                </c:pt>
                <c:pt idx="2591">
                  <c:v>44596</c:v>
                </c:pt>
                <c:pt idx="2592">
                  <c:v>44597</c:v>
                </c:pt>
                <c:pt idx="2593">
                  <c:v>44598</c:v>
                </c:pt>
                <c:pt idx="2594">
                  <c:v>44599</c:v>
                </c:pt>
                <c:pt idx="2595">
                  <c:v>44600</c:v>
                </c:pt>
                <c:pt idx="2596">
                  <c:v>44601</c:v>
                </c:pt>
                <c:pt idx="2597">
                  <c:v>44602</c:v>
                </c:pt>
                <c:pt idx="2598">
                  <c:v>44603</c:v>
                </c:pt>
                <c:pt idx="2599">
                  <c:v>44604</c:v>
                </c:pt>
                <c:pt idx="2600">
                  <c:v>44605</c:v>
                </c:pt>
                <c:pt idx="2601">
                  <c:v>44606</c:v>
                </c:pt>
                <c:pt idx="2602">
                  <c:v>44607</c:v>
                </c:pt>
                <c:pt idx="2603">
                  <c:v>44608</c:v>
                </c:pt>
                <c:pt idx="2604">
                  <c:v>44609</c:v>
                </c:pt>
                <c:pt idx="2605">
                  <c:v>44610</c:v>
                </c:pt>
                <c:pt idx="2606">
                  <c:v>44611</c:v>
                </c:pt>
                <c:pt idx="2607">
                  <c:v>44612</c:v>
                </c:pt>
                <c:pt idx="2608">
                  <c:v>44613</c:v>
                </c:pt>
                <c:pt idx="2609">
                  <c:v>44614</c:v>
                </c:pt>
                <c:pt idx="2610">
                  <c:v>44615</c:v>
                </c:pt>
                <c:pt idx="2611">
                  <c:v>44616</c:v>
                </c:pt>
                <c:pt idx="2612">
                  <c:v>44617</c:v>
                </c:pt>
                <c:pt idx="2613">
                  <c:v>44618</c:v>
                </c:pt>
                <c:pt idx="2614">
                  <c:v>44619</c:v>
                </c:pt>
                <c:pt idx="2615">
                  <c:v>44620</c:v>
                </c:pt>
                <c:pt idx="2616">
                  <c:v>44621</c:v>
                </c:pt>
                <c:pt idx="2617">
                  <c:v>44622</c:v>
                </c:pt>
                <c:pt idx="2618">
                  <c:v>44623</c:v>
                </c:pt>
                <c:pt idx="2619">
                  <c:v>44624</c:v>
                </c:pt>
                <c:pt idx="2620">
                  <c:v>44625</c:v>
                </c:pt>
                <c:pt idx="2621">
                  <c:v>44626</c:v>
                </c:pt>
                <c:pt idx="2622">
                  <c:v>44627</c:v>
                </c:pt>
                <c:pt idx="2623">
                  <c:v>44628</c:v>
                </c:pt>
                <c:pt idx="2624">
                  <c:v>44629</c:v>
                </c:pt>
                <c:pt idx="2625">
                  <c:v>44630</c:v>
                </c:pt>
                <c:pt idx="2626">
                  <c:v>44631</c:v>
                </c:pt>
                <c:pt idx="2627">
                  <c:v>44632</c:v>
                </c:pt>
                <c:pt idx="2628">
                  <c:v>44633</c:v>
                </c:pt>
                <c:pt idx="2629">
                  <c:v>44634</c:v>
                </c:pt>
                <c:pt idx="2630">
                  <c:v>44635</c:v>
                </c:pt>
                <c:pt idx="2631">
                  <c:v>44636</c:v>
                </c:pt>
                <c:pt idx="2632">
                  <c:v>44637</c:v>
                </c:pt>
                <c:pt idx="2633">
                  <c:v>44638</c:v>
                </c:pt>
                <c:pt idx="2634">
                  <c:v>44639</c:v>
                </c:pt>
                <c:pt idx="2635">
                  <c:v>44640</c:v>
                </c:pt>
                <c:pt idx="2636">
                  <c:v>44641</c:v>
                </c:pt>
                <c:pt idx="2637">
                  <c:v>44642</c:v>
                </c:pt>
                <c:pt idx="2638">
                  <c:v>44643</c:v>
                </c:pt>
                <c:pt idx="2639">
                  <c:v>44644</c:v>
                </c:pt>
                <c:pt idx="2640">
                  <c:v>44645</c:v>
                </c:pt>
                <c:pt idx="2641">
                  <c:v>44646</c:v>
                </c:pt>
                <c:pt idx="2642">
                  <c:v>44647</c:v>
                </c:pt>
                <c:pt idx="2643">
                  <c:v>44648</c:v>
                </c:pt>
                <c:pt idx="2644">
                  <c:v>44649</c:v>
                </c:pt>
                <c:pt idx="2645">
                  <c:v>44650</c:v>
                </c:pt>
                <c:pt idx="2646">
                  <c:v>44651</c:v>
                </c:pt>
                <c:pt idx="2647">
                  <c:v>44652</c:v>
                </c:pt>
                <c:pt idx="2648">
                  <c:v>44653</c:v>
                </c:pt>
                <c:pt idx="2649">
                  <c:v>44654</c:v>
                </c:pt>
                <c:pt idx="2650">
                  <c:v>44655</c:v>
                </c:pt>
                <c:pt idx="2651">
                  <c:v>44656</c:v>
                </c:pt>
                <c:pt idx="2652">
                  <c:v>44657</c:v>
                </c:pt>
                <c:pt idx="2653">
                  <c:v>44658</c:v>
                </c:pt>
                <c:pt idx="2654">
                  <c:v>44659</c:v>
                </c:pt>
                <c:pt idx="2655">
                  <c:v>44660</c:v>
                </c:pt>
                <c:pt idx="2656">
                  <c:v>44661</c:v>
                </c:pt>
                <c:pt idx="2657">
                  <c:v>44662</c:v>
                </c:pt>
                <c:pt idx="2658">
                  <c:v>44663</c:v>
                </c:pt>
                <c:pt idx="2659">
                  <c:v>44664</c:v>
                </c:pt>
                <c:pt idx="2660">
                  <c:v>44665</c:v>
                </c:pt>
                <c:pt idx="2661">
                  <c:v>44666</c:v>
                </c:pt>
                <c:pt idx="2662">
                  <c:v>44667</c:v>
                </c:pt>
                <c:pt idx="2663">
                  <c:v>44668</c:v>
                </c:pt>
                <c:pt idx="2664">
                  <c:v>44669</c:v>
                </c:pt>
                <c:pt idx="2665">
                  <c:v>44670</c:v>
                </c:pt>
                <c:pt idx="2666">
                  <c:v>44671</c:v>
                </c:pt>
                <c:pt idx="2667">
                  <c:v>44672</c:v>
                </c:pt>
                <c:pt idx="2668">
                  <c:v>44673</c:v>
                </c:pt>
                <c:pt idx="2669">
                  <c:v>44674</c:v>
                </c:pt>
                <c:pt idx="2670">
                  <c:v>44675</c:v>
                </c:pt>
                <c:pt idx="2671">
                  <c:v>44676</c:v>
                </c:pt>
                <c:pt idx="2672">
                  <c:v>44677</c:v>
                </c:pt>
                <c:pt idx="2673">
                  <c:v>44678</c:v>
                </c:pt>
                <c:pt idx="2674">
                  <c:v>44679</c:v>
                </c:pt>
                <c:pt idx="2675">
                  <c:v>44680</c:v>
                </c:pt>
                <c:pt idx="2676">
                  <c:v>44681</c:v>
                </c:pt>
                <c:pt idx="2677">
                  <c:v>44682</c:v>
                </c:pt>
                <c:pt idx="2678">
                  <c:v>44683</c:v>
                </c:pt>
                <c:pt idx="2679">
                  <c:v>44684</c:v>
                </c:pt>
                <c:pt idx="2680">
                  <c:v>44685</c:v>
                </c:pt>
                <c:pt idx="2681">
                  <c:v>44686</c:v>
                </c:pt>
                <c:pt idx="2682">
                  <c:v>44687</c:v>
                </c:pt>
                <c:pt idx="2683">
                  <c:v>44688</c:v>
                </c:pt>
                <c:pt idx="2684">
                  <c:v>44689</c:v>
                </c:pt>
                <c:pt idx="2685">
                  <c:v>44690</c:v>
                </c:pt>
                <c:pt idx="2686">
                  <c:v>44691</c:v>
                </c:pt>
                <c:pt idx="2687">
                  <c:v>44692</c:v>
                </c:pt>
                <c:pt idx="2688">
                  <c:v>44693</c:v>
                </c:pt>
                <c:pt idx="2689">
                  <c:v>44694</c:v>
                </c:pt>
                <c:pt idx="2690">
                  <c:v>44695</c:v>
                </c:pt>
                <c:pt idx="2691">
                  <c:v>44696</c:v>
                </c:pt>
                <c:pt idx="2692">
                  <c:v>44697</c:v>
                </c:pt>
                <c:pt idx="2693">
                  <c:v>44698</c:v>
                </c:pt>
                <c:pt idx="2694">
                  <c:v>44699</c:v>
                </c:pt>
                <c:pt idx="2695">
                  <c:v>44700</c:v>
                </c:pt>
                <c:pt idx="2696">
                  <c:v>44701</c:v>
                </c:pt>
                <c:pt idx="2697">
                  <c:v>44702</c:v>
                </c:pt>
                <c:pt idx="2698">
                  <c:v>44703</c:v>
                </c:pt>
                <c:pt idx="2699">
                  <c:v>44704</c:v>
                </c:pt>
                <c:pt idx="2700">
                  <c:v>44705</c:v>
                </c:pt>
                <c:pt idx="2701">
                  <c:v>44706</c:v>
                </c:pt>
                <c:pt idx="2702">
                  <c:v>44707</c:v>
                </c:pt>
                <c:pt idx="2703">
                  <c:v>44708</c:v>
                </c:pt>
                <c:pt idx="2704">
                  <c:v>44709</c:v>
                </c:pt>
                <c:pt idx="2705">
                  <c:v>44710</c:v>
                </c:pt>
                <c:pt idx="2706">
                  <c:v>44711</c:v>
                </c:pt>
                <c:pt idx="2707">
                  <c:v>44712</c:v>
                </c:pt>
                <c:pt idx="2708">
                  <c:v>44713</c:v>
                </c:pt>
                <c:pt idx="2709">
                  <c:v>44714</c:v>
                </c:pt>
                <c:pt idx="2710">
                  <c:v>44715</c:v>
                </c:pt>
                <c:pt idx="2711">
                  <c:v>44716</c:v>
                </c:pt>
                <c:pt idx="2712">
                  <c:v>44717</c:v>
                </c:pt>
                <c:pt idx="2713">
                  <c:v>44718</c:v>
                </c:pt>
                <c:pt idx="2714">
                  <c:v>44719</c:v>
                </c:pt>
                <c:pt idx="2715">
                  <c:v>44720</c:v>
                </c:pt>
                <c:pt idx="2716">
                  <c:v>44721</c:v>
                </c:pt>
                <c:pt idx="2717">
                  <c:v>44722</c:v>
                </c:pt>
                <c:pt idx="2718">
                  <c:v>44723</c:v>
                </c:pt>
                <c:pt idx="2719">
                  <c:v>44724</c:v>
                </c:pt>
                <c:pt idx="2720">
                  <c:v>44725</c:v>
                </c:pt>
                <c:pt idx="2721">
                  <c:v>44726</c:v>
                </c:pt>
                <c:pt idx="2722">
                  <c:v>44727</c:v>
                </c:pt>
                <c:pt idx="2723">
                  <c:v>44728</c:v>
                </c:pt>
                <c:pt idx="2724">
                  <c:v>44729</c:v>
                </c:pt>
                <c:pt idx="2725">
                  <c:v>44730</c:v>
                </c:pt>
                <c:pt idx="2726">
                  <c:v>44731</c:v>
                </c:pt>
                <c:pt idx="2727">
                  <c:v>44732</c:v>
                </c:pt>
                <c:pt idx="2728">
                  <c:v>44733</c:v>
                </c:pt>
                <c:pt idx="2729">
                  <c:v>44734</c:v>
                </c:pt>
                <c:pt idx="2730">
                  <c:v>44735</c:v>
                </c:pt>
                <c:pt idx="2731">
                  <c:v>44736</c:v>
                </c:pt>
                <c:pt idx="2732">
                  <c:v>44737</c:v>
                </c:pt>
                <c:pt idx="2733">
                  <c:v>44738</c:v>
                </c:pt>
                <c:pt idx="2734">
                  <c:v>44739</c:v>
                </c:pt>
                <c:pt idx="2735">
                  <c:v>44740</c:v>
                </c:pt>
                <c:pt idx="2736">
                  <c:v>44741</c:v>
                </c:pt>
                <c:pt idx="2737">
                  <c:v>44742</c:v>
                </c:pt>
                <c:pt idx="2738">
                  <c:v>44743</c:v>
                </c:pt>
                <c:pt idx="2739">
                  <c:v>44744</c:v>
                </c:pt>
                <c:pt idx="2740">
                  <c:v>44745</c:v>
                </c:pt>
                <c:pt idx="2741">
                  <c:v>44746</c:v>
                </c:pt>
                <c:pt idx="2742">
                  <c:v>44747</c:v>
                </c:pt>
                <c:pt idx="2743">
                  <c:v>44748</c:v>
                </c:pt>
                <c:pt idx="2744">
                  <c:v>44749</c:v>
                </c:pt>
                <c:pt idx="2745">
                  <c:v>44750</c:v>
                </c:pt>
                <c:pt idx="2746">
                  <c:v>44751</c:v>
                </c:pt>
                <c:pt idx="2747">
                  <c:v>44752</c:v>
                </c:pt>
                <c:pt idx="2748">
                  <c:v>44753</c:v>
                </c:pt>
                <c:pt idx="2749">
                  <c:v>44754</c:v>
                </c:pt>
                <c:pt idx="2750">
                  <c:v>44755</c:v>
                </c:pt>
                <c:pt idx="2751">
                  <c:v>44756</c:v>
                </c:pt>
                <c:pt idx="2752">
                  <c:v>44757</c:v>
                </c:pt>
                <c:pt idx="2753">
                  <c:v>44758</c:v>
                </c:pt>
                <c:pt idx="2754">
                  <c:v>44759</c:v>
                </c:pt>
                <c:pt idx="2755">
                  <c:v>44760</c:v>
                </c:pt>
                <c:pt idx="2756">
                  <c:v>44761</c:v>
                </c:pt>
                <c:pt idx="2757">
                  <c:v>44762</c:v>
                </c:pt>
                <c:pt idx="2758">
                  <c:v>44763</c:v>
                </c:pt>
                <c:pt idx="2759">
                  <c:v>44764</c:v>
                </c:pt>
                <c:pt idx="2760">
                  <c:v>44765</c:v>
                </c:pt>
                <c:pt idx="2761">
                  <c:v>44766</c:v>
                </c:pt>
                <c:pt idx="2762">
                  <c:v>44767</c:v>
                </c:pt>
                <c:pt idx="2763">
                  <c:v>44768</c:v>
                </c:pt>
                <c:pt idx="2764">
                  <c:v>44769</c:v>
                </c:pt>
                <c:pt idx="2765">
                  <c:v>44770</c:v>
                </c:pt>
                <c:pt idx="2766">
                  <c:v>44771</c:v>
                </c:pt>
                <c:pt idx="2767">
                  <c:v>44772</c:v>
                </c:pt>
                <c:pt idx="2768">
                  <c:v>44773</c:v>
                </c:pt>
                <c:pt idx="2769">
                  <c:v>44774</c:v>
                </c:pt>
                <c:pt idx="2770">
                  <c:v>44775</c:v>
                </c:pt>
                <c:pt idx="2771">
                  <c:v>44776</c:v>
                </c:pt>
                <c:pt idx="2772">
                  <c:v>44777</c:v>
                </c:pt>
                <c:pt idx="2773">
                  <c:v>44778</c:v>
                </c:pt>
                <c:pt idx="2774">
                  <c:v>44779</c:v>
                </c:pt>
                <c:pt idx="2775">
                  <c:v>44780</c:v>
                </c:pt>
                <c:pt idx="2776">
                  <c:v>44781</c:v>
                </c:pt>
                <c:pt idx="2777">
                  <c:v>44782</c:v>
                </c:pt>
                <c:pt idx="2778">
                  <c:v>44783</c:v>
                </c:pt>
                <c:pt idx="2779">
                  <c:v>44784</c:v>
                </c:pt>
                <c:pt idx="2780">
                  <c:v>44785</c:v>
                </c:pt>
                <c:pt idx="2781">
                  <c:v>44786</c:v>
                </c:pt>
                <c:pt idx="2782">
                  <c:v>44787</c:v>
                </c:pt>
                <c:pt idx="2783">
                  <c:v>44788</c:v>
                </c:pt>
                <c:pt idx="2784">
                  <c:v>44789</c:v>
                </c:pt>
                <c:pt idx="2785">
                  <c:v>44790</c:v>
                </c:pt>
                <c:pt idx="2786">
                  <c:v>44791</c:v>
                </c:pt>
                <c:pt idx="2787">
                  <c:v>44792</c:v>
                </c:pt>
                <c:pt idx="2788">
                  <c:v>44793</c:v>
                </c:pt>
                <c:pt idx="2789">
                  <c:v>44794</c:v>
                </c:pt>
                <c:pt idx="2790">
                  <c:v>44795</c:v>
                </c:pt>
                <c:pt idx="2791">
                  <c:v>44796</c:v>
                </c:pt>
                <c:pt idx="2792">
                  <c:v>44797</c:v>
                </c:pt>
                <c:pt idx="2793">
                  <c:v>44798</c:v>
                </c:pt>
                <c:pt idx="2794">
                  <c:v>44799</c:v>
                </c:pt>
                <c:pt idx="2795">
                  <c:v>44800</c:v>
                </c:pt>
                <c:pt idx="2796">
                  <c:v>44801</c:v>
                </c:pt>
                <c:pt idx="2797">
                  <c:v>44802</c:v>
                </c:pt>
                <c:pt idx="2798">
                  <c:v>44803</c:v>
                </c:pt>
                <c:pt idx="2799">
                  <c:v>44804</c:v>
                </c:pt>
                <c:pt idx="2800">
                  <c:v>44805</c:v>
                </c:pt>
                <c:pt idx="2801">
                  <c:v>44806</c:v>
                </c:pt>
                <c:pt idx="2802">
                  <c:v>44807</c:v>
                </c:pt>
                <c:pt idx="2803">
                  <c:v>44808</c:v>
                </c:pt>
                <c:pt idx="2804">
                  <c:v>44809</c:v>
                </c:pt>
                <c:pt idx="2805">
                  <c:v>44810</c:v>
                </c:pt>
                <c:pt idx="2806">
                  <c:v>44811</c:v>
                </c:pt>
                <c:pt idx="2807">
                  <c:v>44812</c:v>
                </c:pt>
                <c:pt idx="2808">
                  <c:v>44813</c:v>
                </c:pt>
                <c:pt idx="2809">
                  <c:v>44814</c:v>
                </c:pt>
                <c:pt idx="2810">
                  <c:v>44815</c:v>
                </c:pt>
                <c:pt idx="2811">
                  <c:v>44816</c:v>
                </c:pt>
                <c:pt idx="2812">
                  <c:v>44817</c:v>
                </c:pt>
                <c:pt idx="2813">
                  <c:v>44818</c:v>
                </c:pt>
                <c:pt idx="2814">
                  <c:v>44819</c:v>
                </c:pt>
                <c:pt idx="2815">
                  <c:v>44820</c:v>
                </c:pt>
                <c:pt idx="2816">
                  <c:v>44821</c:v>
                </c:pt>
                <c:pt idx="2817">
                  <c:v>44822</c:v>
                </c:pt>
                <c:pt idx="2818">
                  <c:v>44823</c:v>
                </c:pt>
                <c:pt idx="2819">
                  <c:v>44824</c:v>
                </c:pt>
                <c:pt idx="2820">
                  <c:v>44825</c:v>
                </c:pt>
                <c:pt idx="2821">
                  <c:v>44826</c:v>
                </c:pt>
                <c:pt idx="2822">
                  <c:v>44827</c:v>
                </c:pt>
                <c:pt idx="2823">
                  <c:v>44828</c:v>
                </c:pt>
                <c:pt idx="2824">
                  <c:v>44829</c:v>
                </c:pt>
                <c:pt idx="2825">
                  <c:v>44830</c:v>
                </c:pt>
                <c:pt idx="2826">
                  <c:v>44831</c:v>
                </c:pt>
                <c:pt idx="2827">
                  <c:v>44832</c:v>
                </c:pt>
                <c:pt idx="2828">
                  <c:v>44833</c:v>
                </c:pt>
                <c:pt idx="2829">
                  <c:v>44834</c:v>
                </c:pt>
                <c:pt idx="2830">
                  <c:v>44835</c:v>
                </c:pt>
                <c:pt idx="2831">
                  <c:v>44836</c:v>
                </c:pt>
                <c:pt idx="2832">
                  <c:v>44837</c:v>
                </c:pt>
                <c:pt idx="2833">
                  <c:v>44838</c:v>
                </c:pt>
                <c:pt idx="2834">
                  <c:v>44839</c:v>
                </c:pt>
                <c:pt idx="2835">
                  <c:v>44840</c:v>
                </c:pt>
                <c:pt idx="2836">
                  <c:v>44841</c:v>
                </c:pt>
                <c:pt idx="2837">
                  <c:v>44842</c:v>
                </c:pt>
                <c:pt idx="2838">
                  <c:v>44843</c:v>
                </c:pt>
                <c:pt idx="2839">
                  <c:v>44844</c:v>
                </c:pt>
                <c:pt idx="2840">
                  <c:v>44845</c:v>
                </c:pt>
                <c:pt idx="2841">
                  <c:v>44846</c:v>
                </c:pt>
                <c:pt idx="2842">
                  <c:v>44847</c:v>
                </c:pt>
                <c:pt idx="2843">
                  <c:v>44848</c:v>
                </c:pt>
                <c:pt idx="2844">
                  <c:v>44849</c:v>
                </c:pt>
                <c:pt idx="2845">
                  <c:v>44850</c:v>
                </c:pt>
                <c:pt idx="2846">
                  <c:v>44851</c:v>
                </c:pt>
                <c:pt idx="2847">
                  <c:v>44852</c:v>
                </c:pt>
                <c:pt idx="2848">
                  <c:v>44853</c:v>
                </c:pt>
                <c:pt idx="2849">
                  <c:v>44854</c:v>
                </c:pt>
                <c:pt idx="2850">
                  <c:v>44855</c:v>
                </c:pt>
                <c:pt idx="2851">
                  <c:v>44856</c:v>
                </c:pt>
                <c:pt idx="2852">
                  <c:v>44857</c:v>
                </c:pt>
                <c:pt idx="2853">
                  <c:v>44858</c:v>
                </c:pt>
                <c:pt idx="2854">
                  <c:v>44859</c:v>
                </c:pt>
                <c:pt idx="2855">
                  <c:v>44860</c:v>
                </c:pt>
                <c:pt idx="2856">
                  <c:v>44861</c:v>
                </c:pt>
                <c:pt idx="2857">
                  <c:v>44862</c:v>
                </c:pt>
                <c:pt idx="2858">
                  <c:v>44863</c:v>
                </c:pt>
                <c:pt idx="2859">
                  <c:v>44864</c:v>
                </c:pt>
                <c:pt idx="2860">
                  <c:v>44865</c:v>
                </c:pt>
                <c:pt idx="2861">
                  <c:v>44866</c:v>
                </c:pt>
                <c:pt idx="2862">
                  <c:v>44867</c:v>
                </c:pt>
                <c:pt idx="2863">
                  <c:v>44868</c:v>
                </c:pt>
                <c:pt idx="2864">
                  <c:v>44869</c:v>
                </c:pt>
                <c:pt idx="2865">
                  <c:v>44870</c:v>
                </c:pt>
                <c:pt idx="2866">
                  <c:v>44871</c:v>
                </c:pt>
                <c:pt idx="2867">
                  <c:v>44872</c:v>
                </c:pt>
                <c:pt idx="2868">
                  <c:v>44873</c:v>
                </c:pt>
                <c:pt idx="2869">
                  <c:v>44874</c:v>
                </c:pt>
                <c:pt idx="2870">
                  <c:v>44875</c:v>
                </c:pt>
                <c:pt idx="2871">
                  <c:v>44876</c:v>
                </c:pt>
                <c:pt idx="2872">
                  <c:v>44877</c:v>
                </c:pt>
                <c:pt idx="2873">
                  <c:v>44878</c:v>
                </c:pt>
                <c:pt idx="2874">
                  <c:v>44879</c:v>
                </c:pt>
                <c:pt idx="2875">
                  <c:v>44880</c:v>
                </c:pt>
                <c:pt idx="2876">
                  <c:v>44881</c:v>
                </c:pt>
                <c:pt idx="2877">
                  <c:v>44882</c:v>
                </c:pt>
                <c:pt idx="2878">
                  <c:v>44883</c:v>
                </c:pt>
                <c:pt idx="2879">
                  <c:v>44884</c:v>
                </c:pt>
                <c:pt idx="2880">
                  <c:v>44885</c:v>
                </c:pt>
                <c:pt idx="2881">
                  <c:v>44886</c:v>
                </c:pt>
                <c:pt idx="2882">
                  <c:v>44887</c:v>
                </c:pt>
                <c:pt idx="2883">
                  <c:v>44888</c:v>
                </c:pt>
                <c:pt idx="2884">
                  <c:v>44889</c:v>
                </c:pt>
                <c:pt idx="2885">
                  <c:v>44890</c:v>
                </c:pt>
                <c:pt idx="2886">
                  <c:v>44891</c:v>
                </c:pt>
                <c:pt idx="2887">
                  <c:v>44892</c:v>
                </c:pt>
                <c:pt idx="2888">
                  <c:v>44893</c:v>
                </c:pt>
                <c:pt idx="2889">
                  <c:v>44894</c:v>
                </c:pt>
                <c:pt idx="2890">
                  <c:v>44895</c:v>
                </c:pt>
                <c:pt idx="2891">
                  <c:v>44896</c:v>
                </c:pt>
                <c:pt idx="2892">
                  <c:v>44897</c:v>
                </c:pt>
                <c:pt idx="2893">
                  <c:v>44898</c:v>
                </c:pt>
                <c:pt idx="2894">
                  <c:v>44899</c:v>
                </c:pt>
                <c:pt idx="2895">
                  <c:v>44900</c:v>
                </c:pt>
                <c:pt idx="2896">
                  <c:v>44901</c:v>
                </c:pt>
                <c:pt idx="2897">
                  <c:v>44902</c:v>
                </c:pt>
                <c:pt idx="2898">
                  <c:v>44903</c:v>
                </c:pt>
                <c:pt idx="2899">
                  <c:v>44904</c:v>
                </c:pt>
                <c:pt idx="2900">
                  <c:v>44905</c:v>
                </c:pt>
                <c:pt idx="2901">
                  <c:v>44906</c:v>
                </c:pt>
                <c:pt idx="2902">
                  <c:v>44907</c:v>
                </c:pt>
                <c:pt idx="2903">
                  <c:v>44908</c:v>
                </c:pt>
                <c:pt idx="2904">
                  <c:v>44909</c:v>
                </c:pt>
                <c:pt idx="2905">
                  <c:v>44910</c:v>
                </c:pt>
                <c:pt idx="2906">
                  <c:v>44911</c:v>
                </c:pt>
                <c:pt idx="2907">
                  <c:v>44912</c:v>
                </c:pt>
                <c:pt idx="2908">
                  <c:v>44913</c:v>
                </c:pt>
                <c:pt idx="2909">
                  <c:v>44914</c:v>
                </c:pt>
                <c:pt idx="2910">
                  <c:v>44915</c:v>
                </c:pt>
                <c:pt idx="2911">
                  <c:v>44916</c:v>
                </c:pt>
                <c:pt idx="2912">
                  <c:v>44917</c:v>
                </c:pt>
                <c:pt idx="2913">
                  <c:v>44918</c:v>
                </c:pt>
                <c:pt idx="2914">
                  <c:v>44919</c:v>
                </c:pt>
                <c:pt idx="2915">
                  <c:v>44920</c:v>
                </c:pt>
                <c:pt idx="2916">
                  <c:v>44921</c:v>
                </c:pt>
                <c:pt idx="2917">
                  <c:v>44922</c:v>
                </c:pt>
                <c:pt idx="2918">
                  <c:v>44923</c:v>
                </c:pt>
                <c:pt idx="2919">
                  <c:v>44924</c:v>
                </c:pt>
                <c:pt idx="2920">
                  <c:v>44925</c:v>
                </c:pt>
                <c:pt idx="2921">
                  <c:v>44926</c:v>
                </c:pt>
                <c:pt idx="2922">
                  <c:v>44927</c:v>
                </c:pt>
                <c:pt idx="2923">
                  <c:v>44928</c:v>
                </c:pt>
                <c:pt idx="2924">
                  <c:v>44929</c:v>
                </c:pt>
                <c:pt idx="2925">
                  <c:v>44930</c:v>
                </c:pt>
                <c:pt idx="2926">
                  <c:v>44931</c:v>
                </c:pt>
                <c:pt idx="2927">
                  <c:v>44932</c:v>
                </c:pt>
                <c:pt idx="2928">
                  <c:v>44933</c:v>
                </c:pt>
                <c:pt idx="2929">
                  <c:v>44934</c:v>
                </c:pt>
                <c:pt idx="2930">
                  <c:v>44935</c:v>
                </c:pt>
                <c:pt idx="2931">
                  <c:v>44936</c:v>
                </c:pt>
                <c:pt idx="2932">
                  <c:v>44937</c:v>
                </c:pt>
                <c:pt idx="2933">
                  <c:v>44938</c:v>
                </c:pt>
                <c:pt idx="2934">
                  <c:v>44939</c:v>
                </c:pt>
                <c:pt idx="2935">
                  <c:v>44940</c:v>
                </c:pt>
                <c:pt idx="2936">
                  <c:v>44941</c:v>
                </c:pt>
                <c:pt idx="2937">
                  <c:v>44942</c:v>
                </c:pt>
                <c:pt idx="2938">
                  <c:v>44943</c:v>
                </c:pt>
                <c:pt idx="2939">
                  <c:v>44944</c:v>
                </c:pt>
                <c:pt idx="2940">
                  <c:v>44945</c:v>
                </c:pt>
                <c:pt idx="2941">
                  <c:v>44946</c:v>
                </c:pt>
                <c:pt idx="2942">
                  <c:v>44947</c:v>
                </c:pt>
                <c:pt idx="2943">
                  <c:v>44948</c:v>
                </c:pt>
                <c:pt idx="2944">
                  <c:v>44949</c:v>
                </c:pt>
                <c:pt idx="2945">
                  <c:v>44950</c:v>
                </c:pt>
                <c:pt idx="2946">
                  <c:v>44951</c:v>
                </c:pt>
                <c:pt idx="2947">
                  <c:v>44952</c:v>
                </c:pt>
                <c:pt idx="2948">
                  <c:v>44953</c:v>
                </c:pt>
                <c:pt idx="2949">
                  <c:v>44954</c:v>
                </c:pt>
                <c:pt idx="2950">
                  <c:v>44955</c:v>
                </c:pt>
                <c:pt idx="2951">
                  <c:v>44956</c:v>
                </c:pt>
                <c:pt idx="2952">
                  <c:v>44957</c:v>
                </c:pt>
                <c:pt idx="2953">
                  <c:v>44958</c:v>
                </c:pt>
                <c:pt idx="2954">
                  <c:v>44959</c:v>
                </c:pt>
                <c:pt idx="2955">
                  <c:v>44960</c:v>
                </c:pt>
                <c:pt idx="2956">
                  <c:v>44961</c:v>
                </c:pt>
                <c:pt idx="2957">
                  <c:v>44962</c:v>
                </c:pt>
                <c:pt idx="2958">
                  <c:v>44963</c:v>
                </c:pt>
                <c:pt idx="2959">
                  <c:v>44964</c:v>
                </c:pt>
                <c:pt idx="2960">
                  <c:v>44965</c:v>
                </c:pt>
                <c:pt idx="2961">
                  <c:v>44966</c:v>
                </c:pt>
                <c:pt idx="2962">
                  <c:v>44967</c:v>
                </c:pt>
                <c:pt idx="2963">
                  <c:v>44968</c:v>
                </c:pt>
                <c:pt idx="2964">
                  <c:v>44969</c:v>
                </c:pt>
                <c:pt idx="2965">
                  <c:v>44970</c:v>
                </c:pt>
                <c:pt idx="2966">
                  <c:v>44971</c:v>
                </c:pt>
                <c:pt idx="2967">
                  <c:v>44972</c:v>
                </c:pt>
                <c:pt idx="2968">
                  <c:v>44973</c:v>
                </c:pt>
                <c:pt idx="2969">
                  <c:v>44974</c:v>
                </c:pt>
                <c:pt idx="2970">
                  <c:v>44975</c:v>
                </c:pt>
                <c:pt idx="2971">
                  <c:v>44976</c:v>
                </c:pt>
                <c:pt idx="2972">
                  <c:v>44977</c:v>
                </c:pt>
                <c:pt idx="2973">
                  <c:v>44978</c:v>
                </c:pt>
                <c:pt idx="2974">
                  <c:v>44979</c:v>
                </c:pt>
                <c:pt idx="2975">
                  <c:v>44980</c:v>
                </c:pt>
                <c:pt idx="2976">
                  <c:v>44981</c:v>
                </c:pt>
                <c:pt idx="2977">
                  <c:v>44982</c:v>
                </c:pt>
                <c:pt idx="2978">
                  <c:v>44983</c:v>
                </c:pt>
                <c:pt idx="2979">
                  <c:v>44984</c:v>
                </c:pt>
                <c:pt idx="2980">
                  <c:v>44985</c:v>
                </c:pt>
                <c:pt idx="2981">
                  <c:v>44986</c:v>
                </c:pt>
                <c:pt idx="2982">
                  <c:v>44987</c:v>
                </c:pt>
                <c:pt idx="2983">
                  <c:v>44988</c:v>
                </c:pt>
                <c:pt idx="2984">
                  <c:v>44989</c:v>
                </c:pt>
                <c:pt idx="2985">
                  <c:v>44990</c:v>
                </c:pt>
                <c:pt idx="2986">
                  <c:v>44991</c:v>
                </c:pt>
                <c:pt idx="2987">
                  <c:v>44992</c:v>
                </c:pt>
                <c:pt idx="2988">
                  <c:v>44993</c:v>
                </c:pt>
                <c:pt idx="2989">
                  <c:v>44994</c:v>
                </c:pt>
                <c:pt idx="2990">
                  <c:v>44995</c:v>
                </c:pt>
                <c:pt idx="2991">
                  <c:v>44996</c:v>
                </c:pt>
                <c:pt idx="2992">
                  <c:v>44997</c:v>
                </c:pt>
                <c:pt idx="2993">
                  <c:v>44998</c:v>
                </c:pt>
                <c:pt idx="2994">
                  <c:v>44999</c:v>
                </c:pt>
                <c:pt idx="2995">
                  <c:v>45000</c:v>
                </c:pt>
                <c:pt idx="2996">
                  <c:v>45001</c:v>
                </c:pt>
                <c:pt idx="2997">
                  <c:v>45002</c:v>
                </c:pt>
                <c:pt idx="2998">
                  <c:v>45003</c:v>
                </c:pt>
                <c:pt idx="2999">
                  <c:v>45004</c:v>
                </c:pt>
                <c:pt idx="3000">
                  <c:v>45005</c:v>
                </c:pt>
                <c:pt idx="3001">
                  <c:v>45006</c:v>
                </c:pt>
                <c:pt idx="3002">
                  <c:v>45007</c:v>
                </c:pt>
                <c:pt idx="3003">
                  <c:v>45008</c:v>
                </c:pt>
                <c:pt idx="3004">
                  <c:v>45009</c:v>
                </c:pt>
                <c:pt idx="3005">
                  <c:v>45010</c:v>
                </c:pt>
                <c:pt idx="3006">
                  <c:v>45011</c:v>
                </c:pt>
                <c:pt idx="3007">
                  <c:v>45012</c:v>
                </c:pt>
                <c:pt idx="3008">
                  <c:v>45013</c:v>
                </c:pt>
                <c:pt idx="3009">
                  <c:v>45014</c:v>
                </c:pt>
                <c:pt idx="3010">
                  <c:v>45015</c:v>
                </c:pt>
                <c:pt idx="3011">
                  <c:v>45016</c:v>
                </c:pt>
                <c:pt idx="3012">
                  <c:v>45017</c:v>
                </c:pt>
                <c:pt idx="3013">
                  <c:v>45018</c:v>
                </c:pt>
                <c:pt idx="3014">
                  <c:v>45019</c:v>
                </c:pt>
                <c:pt idx="3015">
                  <c:v>45020</c:v>
                </c:pt>
                <c:pt idx="3016">
                  <c:v>45021</c:v>
                </c:pt>
                <c:pt idx="3017">
                  <c:v>45022</c:v>
                </c:pt>
                <c:pt idx="3018">
                  <c:v>45023</c:v>
                </c:pt>
                <c:pt idx="3019">
                  <c:v>45024</c:v>
                </c:pt>
                <c:pt idx="3020">
                  <c:v>45025</c:v>
                </c:pt>
                <c:pt idx="3021">
                  <c:v>45026</c:v>
                </c:pt>
                <c:pt idx="3022">
                  <c:v>45027</c:v>
                </c:pt>
                <c:pt idx="3023">
                  <c:v>45028</c:v>
                </c:pt>
                <c:pt idx="3024">
                  <c:v>45029</c:v>
                </c:pt>
                <c:pt idx="3025">
                  <c:v>45030</c:v>
                </c:pt>
                <c:pt idx="3026">
                  <c:v>45031</c:v>
                </c:pt>
                <c:pt idx="3027">
                  <c:v>45032</c:v>
                </c:pt>
                <c:pt idx="3028">
                  <c:v>45033</c:v>
                </c:pt>
                <c:pt idx="3029">
                  <c:v>45034</c:v>
                </c:pt>
                <c:pt idx="3030">
                  <c:v>45035</c:v>
                </c:pt>
                <c:pt idx="3031">
                  <c:v>45036</c:v>
                </c:pt>
                <c:pt idx="3032">
                  <c:v>45037</c:v>
                </c:pt>
                <c:pt idx="3033">
                  <c:v>45038</c:v>
                </c:pt>
                <c:pt idx="3034">
                  <c:v>45039</c:v>
                </c:pt>
                <c:pt idx="3035">
                  <c:v>45040</c:v>
                </c:pt>
                <c:pt idx="3036">
                  <c:v>45041</c:v>
                </c:pt>
                <c:pt idx="3037">
                  <c:v>45042</c:v>
                </c:pt>
                <c:pt idx="3038">
                  <c:v>45043</c:v>
                </c:pt>
                <c:pt idx="3039">
                  <c:v>45044</c:v>
                </c:pt>
                <c:pt idx="3040">
                  <c:v>45045</c:v>
                </c:pt>
                <c:pt idx="3041">
                  <c:v>45046</c:v>
                </c:pt>
                <c:pt idx="3042">
                  <c:v>45047</c:v>
                </c:pt>
                <c:pt idx="3043">
                  <c:v>45048</c:v>
                </c:pt>
                <c:pt idx="3044">
                  <c:v>45049</c:v>
                </c:pt>
                <c:pt idx="3045">
                  <c:v>45050</c:v>
                </c:pt>
                <c:pt idx="3046">
                  <c:v>45051</c:v>
                </c:pt>
                <c:pt idx="3047">
                  <c:v>45052</c:v>
                </c:pt>
                <c:pt idx="3048">
                  <c:v>45053</c:v>
                </c:pt>
                <c:pt idx="3049">
                  <c:v>45054</c:v>
                </c:pt>
                <c:pt idx="3050">
                  <c:v>45055</c:v>
                </c:pt>
                <c:pt idx="3051">
                  <c:v>45056</c:v>
                </c:pt>
                <c:pt idx="3052">
                  <c:v>45057</c:v>
                </c:pt>
                <c:pt idx="3053">
                  <c:v>45058</c:v>
                </c:pt>
                <c:pt idx="3054">
                  <c:v>45059</c:v>
                </c:pt>
                <c:pt idx="3055">
                  <c:v>45060</c:v>
                </c:pt>
                <c:pt idx="3056">
                  <c:v>45061</c:v>
                </c:pt>
                <c:pt idx="3057">
                  <c:v>45062</c:v>
                </c:pt>
                <c:pt idx="3058">
                  <c:v>45063</c:v>
                </c:pt>
                <c:pt idx="3059">
                  <c:v>45064</c:v>
                </c:pt>
                <c:pt idx="3060">
                  <c:v>45065</c:v>
                </c:pt>
                <c:pt idx="3061">
                  <c:v>45066</c:v>
                </c:pt>
                <c:pt idx="3062">
                  <c:v>45067</c:v>
                </c:pt>
                <c:pt idx="3063">
                  <c:v>45068</c:v>
                </c:pt>
                <c:pt idx="3064">
                  <c:v>45069</c:v>
                </c:pt>
                <c:pt idx="3065">
                  <c:v>45070</c:v>
                </c:pt>
                <c:pt idx="3066">
                  <c:v>45071</c:v>
                </c:pt>
                <c:pt idx="3067">
                  <c:v>45072</c:v>
                </c:pt>
                <c:pt idx="3068">
                  <c:v>45073</c:v>
                </c:pt>
                <c:pt idx="3069">
                  <c:v>45074</c:v>
                </c:pt>
                <c:pt idx="3070">
                  <c:v>45075</c:v>
                </c:pt>
                <c:pt idx="3071">
                  <c:v>45076</c:v>
                </c:pt>
                <c:pt idx="3072">
                  <c:v>45077</c:v>
                </c:pt>
                <c:pt idx="3073">
                  <c:v>45078</c:v>
                </c:pt>
                <c:pt idx="3074">
                  <c:v>45079</c:v>
                </c:pt>
                <c:pt idx="3075">
                  <c:v>45080</c:v>
                </c:pt>
                <c:pt idx="3076">
                  <c:v>45081</c:v>
                </c:pt>
                <c:pt idx="3077">
                  <c:v>45082</c:v>
                </c:pt>
                <c:pt idx="3078">
                  <c:v>45083</c:v>
                </c:pt>
                <c:pt idx="3079">
                  <c:v>45084</c:v>
                </c:pt>
                <c:pt idx="3080">
                  <c:v>45085</c:v>
                </c:pt>
                <c:pt idx="3081">
                  <c:v>45086</c:v>
                </c:pt>
                <c:pt idx="3082">
                  <c:v>45087</c:v>
                </c:pt>
                <c:pt idx="3083">
                  <c:v>45088</c:v>
                </c:pt>
                <c:pt idx="3084">
                  <c:v>45089</c:v>
                </c:pt>
                <c:pt idx="3085">
                  <c:v>45090</c:v>
                </c:pt>
                <c:pt idx="3086">
                  <c:v>45091</c:v>
                </c:pt>
                <c:pt idx="3087">
                  <c:v>45092</c:v>
                </c:pt>
                <c:pt idx="3088">
                  <c:v>45093</c:v>
                </c:pt>
                <c:pt idx="3089">
                  <c:v>45094</c:v>
                </c:pt>
                <c:pt idx="3090">
                  <c:v>45095</c:v>
                </c:pt>
                <c:pt idx="3091">
                  <c:v>45096</c:v>
                </c:pt>
                <c:pt idx="3092">
                  <c:v>45097</c:v>
                </c:pt>
                <c:pt idx="3093">
                  <c:v>45098</c:v>
                </c:pt>
                <c:pt idx="3094">
                  <c:v>45099</c:v>
                </c:pt>
                <c:pt idx="3095">
                  <c:v>45100</c:v>
                </c:pt>
                <c:pt idx="3096">
                  <c:v>45101</c:v>
                </c:pt>
                <c:pt idx="3097">
                  <c:v>45102</c:v>
                </c:pt>
                <c:pt idx="3098">
                  <c:v>45103</c:v>
                </c:pt>
                <c:pt idx="3099">
                  <c:v>45104</c:v>
                </c:pt>
                <c:pt idx="3100">
                  <c:v>45105</c:v>
                </c:pt>
                <c:pt idx="3101">
                  <c:v>45106</c:v>
                </c:pt>
                <c:pt idx="3102">
                  <c:v>45107</c:v>
                </c:pt>
                <c:pt idx="3103">
                  <c:v>45108</c:v>
                </c:pt>
                <c:pt idx="3104">
                  <c:v>45109</c:v>
                </c:pt>
                <c:pt idx="3105">
                  <c:v>45110</c:v>
                </c:pt>
                <c:pt idx="3106">
                  <c:v>45111</c:v>
                </c:pt>
                <c:pt idx="3107">
                  <c:v>45112</c:v>
                </c:pt>
                <c:pt idx="3108">
                  <c:v>45113</c:v>
                </c:pt>
                <c:pt idx="3109">
                  <c:v>45114</c:v>
                </c:pt>
                <c:pt idx="3110">
                  <c:v>45115</c:v>
                </c:pt>
                <c:pt idx="3111">
                  <c:v>45116</c:v>
                </c:pt>
                <c:pt idx="3112">
                  <c:v>45117</c:v>
                </c:pt>
                <c:pt idx="3113">
                  <c:v>45118</c:v>
                </c:pt>
                <c:pt idx="3114">
                  <c:v>45119</c:v>
                </c:pt>
                <c:pt idx="3115">
                  <c:v>45120</c:v>
                </c:pt>
                <c:pt idx="3116">
                  <c:v>45121</c:v>
                </c:pt>
                <c:pt idx="3117">
                  <c:v>45122</c:v>
                </c:pt>
                <c:pt idx="3118">
                  <c:v>45123</c:v>
                </c:pt>
                <c:pt idx="3119">
                  <c:v>45124</c:v>
                </c:pt>
                <c:pt idx="3120">
                  <c:v>45125</c:v>
                </c:pt>
                <c:pt idx="3121">
                  <c:v>45126</c:v>
                </c:pt>
                <c:pt idx="3122">
                  <c:v>45127</c:v>
                </c:pt>
                <c:pt idx="3123">
                  <c:v>45128</c:v>
                </c:pt>
                <c:pt idx="3124">
                  <c:v>45129</c:v>
                </c:pt>
                <c:pt idx="3125">
                  <c:v>45130</c:v>
                </c:pt>
                <c:pt idx="3126">
                  <c:v>45131</c:v>
                </c:pt>
                <c:pt idx="3127">
                  <c:v>45132</c:v>
                </c:pt>
                <c:pt idx="3128">
                  <c:v>45133</c:v>
                </c:pt>
                <c:pt idx="3129">
                  <c:v>45134</c:v>
                </c:pt>
                <c:pt idx="3130">
                  <c:v>45135</c:v>
                </c:pt>
                <c:pt idx="3131">
                  <c:v>45136</c:v>
                </c:pt>
                <c:pt idx="3132">
                  <c:v>45137</c:v>
                </c:pt>
                <c:pt idx="3133">
                  <c:v>45138</c:v>
                </c:pt>
                <c:pt idx="3134">
                  <c:v>45139</c:v>
                </c:pt>
                <c:pt idx="3135">
                  <c:v>45140</c:v>
                </c:pt>
                <c:pt idx="3136">
                  <c:v>45141</c:v>
                </c:pt>
                <c:pt idx="3137">
                  <c:v>45142</c:v>
                </c:pt>
                <c:pt idx="3138">
                  <c:v>45143</c:v>
                </c:pt>
                <c:pt idx="3139">
                  <c:v>45144</c:v>
                </c:pt>
                <c:pt idx="3140">
                  <c:v>45145</c:v>
                </c:pt>
                <c:pt idx="3141">
                  <c:v>45146</c:v>
                </c:pt>
                <c:pt idx="3142">
                  <c:v>45147</c:v>
                </c:pt>
                <c:pt idx="3143">
                  <c:v>45148</c:v>
                </c:pt>
                <c:pt idx="3144">
                  <c:v>45149</c:v>
                </c:pt>
                <c:pt idx="3145">
                  <c:v>45150</c:v>
                </c:pt>
                <c:pt idx="3146">
                  <c:v>45151</c:v>
                </c:pt>
                <c:pt idx="3147">
                  <c:v>45152</c:v>
                </c:pt>
                <c:pt idx="3148">
                  <c:v>45153</c:v>
                </c:pt>
                <c:pt idx="3149">
                  <c:v>45154</c:v>
                </c:pt>
                <c:pt idx="3150">
                  <c:v>45155</c:v>
                </c:pt>
                <c:pt idx="3151">
                  <c:v>45156</c:v>
                </c:pt>
                <c:pt idx="3152">
                  <c:v>45157</c:v>
                </c:pt>
                <c:pt idx="3153">
                  <c:v>45158</c:v>
                </c:pt>
                <c:pt idx="3154">
                  <c:v>45159</c:v>
                </c:pt>
                <c:pt idx="3155">
                  <c:v>45160</c:v>
                </c:pt>
                <c:pt idx="3156">
                  <c:v>45161</c:v>
                </c:pt>
                <c:pt idx="3157">
                  <c:v>45162</c:v>
                </c:pt>
                <c:pt idx="3158">
                  <c:v>45163</c:v>
                </c:pt>
                <c:pt idx="3159">
                  <c:v>45164</c:v>
                </c:pt>
                <c:pt idx="3160">
                  <c:v>45165</c:v>
                </c:pt>
                <c:pt idx="3161">
                  <c:v>45166</c:v>
                </c:pt>
                <c:pt idx="3162">
                  <c:v>45167</c:v>
                </c:pt>
                <c:pt idx="3163">
                  <c:v>45168</c:v>
                </c:pt>
                <c:pt idx="3164">
                  <c:v>45169</c:v>
                </c:pt>
                <c:pt idx="3165">
                  <c:v>45170</c:v>
                </c:pt>
                <c:pt idx="3166">
                  <c:v>45171</c:v>
                </c:pt>
                <c:pt idx="3167">
                  <c:v>45172</c:v>
                </c:pt>
                <c:pt idx="3168">
                  <c:v>45173</c:v>
                </c:pt>
                <c:pt idx="3169">
                  <c:v>45174</c:v>
                </c:pt>
                <c:pt idx="3170">
                  <c:v>45175</c:v>
                </c:pt>
                <c:pt idx="3171">
                  <c:v>45176</c:v>
                </c:pt>
                <c:pt idx="3172">
                  <c:v>45177</c:v>
                </c:pt>
                <c:pt idx="3173">
                  <c:v>45178</c:v>
                </c:pt>
                <c:pt idx="3174">
                  <c:v>45179</c:v>
                </c:pt>
                <c:pt idx="3175">
                  <c:v>45180</c:v>
                </c:pt>
                <c:pt idx="3176">
                  <c:v>45181</c:v>
                </c:pt>
                <c:pt idx="3177">
                  <c:v>45182</c:v>
                </c:pt>
                <c:pt idx="3178">
                  <c:v>45183</c:v>
                </c:pt>
                <c:pt idx="3179">
                  <c:v>45184</c:v>
                </c:pt>
                <c:pt idx="3180">
                  <c:v>45185</c:v>
                </c:pt>
                <c:pt idx="3181">
                  <c:v>45186</c:v>
                </c:pt>
                <c:pt idx="3182">
                  <c:v>45187</c:v>
                </c:pt>
                <c:pt idx="3183">
                  <c:v>45188</c:v>
                </c:pt>
                <c:pt idx="3184">
                  <c:v>45189</c:v>
                </c:pt>
                <c:pt idx="3185">
                  <c:v>45190</c:v>
                </c:pt>
                <c:pt idx="3186">
                  <c:v>45191</c:v>
                </c:pt>
                <c:pt idx="3187">
                  <c:v>45192</c:v>
                </c:pt>
                <c:pt idx="3188">
                  <c:v>45193</c:v>
                </c:pt>
                <c:pt idx="3189">
                  <c:v>45194</c:v>
                </c:pt>
                <c:pt idx="3190">
                  <c:v>45195</c:v>
                </c:pt>
                <c:pt idx="3191">
                  <c:v>45196</c:v>
                </c:pt>
                <c:pt idx="3192">
                  <c:v>45197</c:v>
                </c:pt>
                <c:pt idx="3193">
                  <c:v>45198</c:v>
                </c:pt>
                <c:pt idx="3194">
                  <c:v>45199</c:v>
                </c:pt>
                <c:pt idx="3195">
                  <c:v>45200</c:v>
                </c:pt>
                <c:pt idx="3196">
                  <c:v>45201</c:v>
                </c:pt>
                <c:pt idx="3197">
                  <c:v>45202</c:v>
                </c:pt>
                <c:pt idx="3198">
                  <c:v>45203</c:v>
                </c:pt>
                <c:pt idx="3199">
                  <c:v>45204</c:v>
                </c:pt>
                <c:pt idx="3200">
                  <c:v>45205</c:v>
                </c:pt>
                <c:pt idx="3201">
                  <c:v>45206</c:v>
                </c:pt>
                <c:pt idx="3202">
                  <c:v>45207</c:v>
                </c:pt>
                <c:pt idx="3203">
                  <c:v>45208</c:v>
                </c:pt>
                <c:pt idx="3204">
                  <c:v>45209</c:v>
                </c:pt>
                <c:pt idx="3205">
                  <c:v>45210</c:v>
                </c:pt>
                <c:pt idx="3206">
                  <c:v>45211</c:v>
                </c:pt>
                <c:pt idx="3207">
                  <c:v>45212</c:v>
                </c:pt>
                <c:pt idx="3208">
                  <c:v>45213</c:v>
                </c:pt>
                <c:pt idx="3209">
                  <c:v>45214</c:v>
                </c:pt>
                <c:pt idx="3210">
                  <c:v>45215</c:v>
                </c:pt>
                <c:pt idx="3211">
                  <c:v>45216</c:v>
                </c:pt>
                <c:pt idx="3212">
                  <c:v>45217</c:v>
                </c:pt>
                <c:pt idx="3213">
                  <c:v>45218</c:v>
                </c:pt>
                <c:pt idx="3214">
                  <c:v>45219</c:v>
                </c:pt>
                <c:pt idx="3215">
                  <c:v>45220</c:v>
                </c:pt>
                <c:pt idx="3216">
                  <c:v>45221</c:v>
                </c:pt>
                <c:pt idx="3217">
                  <c:v>45222</c:v>
                </c:pt>
                <c:pt idx="3218">
                  <c:v>45223</c:v>
                </c:pt>
                <c:pt idx="3219">
                  <c:v>45224</c:v>
                </c:pt>
                <c:pt idx="3220">
                  <c:v>45225</c:v>
                </c:pt>
                <c:pt idx="3221">
                  <c:v>45226</c:v>
                </c:pt>
                <c:pt idx="3222">
                  <c:v>45227</c:v>
                </c:pt>
                <c:pt idx="3223">
                  <c:v>45228</c:v>
                </c:pt>
                <c:pt idx="3224">
                  <c:v>45229</c:v>
                </c:pt>
                <c:pt idx="3225">
                  <c:v>45230</c:v>
                </c:pt>
                <c:pt idx="3226">
                  <c:v>45231</c:v>
                </c:pt>
                <c:pt idx="3227">
                  <c:v>45232</c:v>
                </c:pt>
                <c:pt idx="3228">
                  <c:v>45233</c:v>
                </c:pt>
                <c:pt idx="3229">
                  <c:v>45234</c:v>
                </c:pt>
                <c:pt idx="3230">
                  <c:v>45235</c:v>
                </c:pt>
                <c:pt idx="3231">
                  <c:v>45236</c:v>
                </c:pt>
                <c:pt idx="3232">
                  <c:v>45237</c:v>
                </c:pt>
                <c:pt idx="3233">
                  <c:v>45238</c:v>
                </c:pt>
                <c:pt idx="3234">
                  <c:v>45239</c:v>
                </c:pt>
                <c:pt idx="3235">
                  <c:v>45240</c:v>
                </c:pt>
                <c:pt idx="3236">
                  <c:v>45241</c:v>
                </c:pt>
                <c:pt idx="3237">
                  <c:v>45242</c:v>
                </c:pt>
                <c:pt idx="3238">
                  <c:v>45243</c:v>
                </c:pt>
                <c:pt idx="3239">
                  <c:v>45244</c:v>
                </c:pt>
                <c:pt idx="3240">
                  <c:v>45245</c:v>
                </c:pt>
                <c:pt idx="3241">
                  <c:v>45246</c:v>
                </c:pt>
                <c:pt idx="3242">
                  <c:v>45247</c:v>
                </c:pt>
                <c:pt idx="3243">
                  <c:v>45248</c:v>
                </c:pt>
                <c:pt idx="3244">
                  <c:v>45249</c:v>
                </c:pt>
                <c:pt idx="3245">
                  <c:v>45250</c:v>
                </c:pt>
                <c:pt idx="3246">
                  <c:v>45251</c:v>
                </c:pt>
                <c:pt idx="3247">
                  <c:v>45252</c:v>
                </c:pt>
                <c:pt idx="3248">
                  <c:v>45253</c:v>
                </c:pt>
                <c:pt idx="3249">
                  <c:v>45254</c:v>
                </c:pt>
                <c:pt idx="3250">
                  <c:v>45255</c:v>
                </c:pt>
                <c:pt idx="3251">
                  <c:v>45256</c:v>
                </c:pt>
                <c:pt idx="3252">
                  <c:v>45257</c:v>
                </c:pt>
                <c:pt idx="3253">
                  <c:v>45258</c:v>
                </c:pt>
                <c:pt idx="3254">
                  <c:v>45259</c:v>
                </c:pt>
                <c:pt idx="3255">
                  <c:v>45260</c:v>
                </c:pt>
                <c:pt idx="3256">
                  <c:v>45261</c:v>
                </c:pt>
                <c:pt idx="3257">
                  <c:v>45262</c:v>
                </c:pt>
                <c:pt idx="3258">
                  <c:v>45263</c:v>
                </c:pt>
                <c:pt idx="3259">
                  <c:v>45264</c:v>
                </c:pt>
                <c:pt idx="3260">
                  <c:v>45265</c:v>
                </c:pt>
                <c:pt idx="3261">
                  <c:v>45266</c:v>
                </c:pt>
                <c:pt idx="3262">
                  <c:v>45267</c:v>
                </c:pt>
                <c:pt idx="3263">
                  <c:v>45268</c:v>
                </c:pt>
                <c:pt idx="3264">
                  <c:v>45269</c:v>
                </c:pt>
                <c:pt idx="3265">
                  <c:v>45270</c:v>
                </c:pt>
                <c:pt idx="3266">
                  <c:v>45271</c:v>
                </c:pt>
                <c:pt idx="3267">
                  <c:v>45272</c:v>
                </c:pt>
                <c:pt idx="3268">
                  <c:v>45273</c:v>
                </c:pt>
                <c:pt idx="3269">
                  <c:v>45274</c:v>
                </c:pt>
                <c:pt idx="3270">
                  <c:v>45275</c:v>
                </c:pt>
                <c:pt idx="3271">
                  <c:v>45276</c:v>
                </c:pt>
                <c:pt idx="3272">
                  <c:v>45277</c:v>
                </c:pt>
                <c:pt idx="3273">
                  <c:v>45278</c:v>
                </c:pt>
                <c:pt idx="3274">
                  <c:v>45279</c:v>
                </c:pt>
                <c:pt idx="3275">
                  <c:v>45280</c:v>
                </c:pt>
                <c:pt idx="3276">
                  <c:v>45281</c:v>
                </c:pt>
                <c:pt idx="3277">
                  <c:v>45282</c:v>
                </c:pt>
                <c:pt idx="3278">
                  <c:v>45283</c:v>
                </c:pt>
                <c:pt idx="3279">
                  <c:v>45284</c:v>
                </c:pt>
                <c:pt idx="3280">
                  <c:v>45285</c:v>
                </c:pt>
                <c:pt idx="3281">
                  <c:v>45286</c:v>
                </c:pt>
                <c:pt idx="3282">
                  <c:v>45287</c:v>
                </c:pt>
                <c:pt idx="3283">
                  <c:v>45288</c:v>
                </c:pt>
                <c:pt idx="3284">
                  <c:v>45289</c:v>
                </c:pt>
                <c:pt idx="3285">
                  <c:v>45290</c:v>
                </c:pt>
                <c:pt idx="3286">
                  <c:v>45291</c:v>
                </c:pt>
                <c:pt idx="3287">
                  <c:v>45292</c:v>
                </c:pt>
                <c:pt idx="3288">
                  <c:v>45293</c:v>
                </c:pt>
                <c:pt idx="3289">
                  <c:v>45294</c:v>
                </c:pt>
                <c:pt idx="3290">
                  <c:v>45295</c:v>
                </c:pt>
                <c:pt idx="3291">
                  <c:v>45296</c:v>
                </c:pt>
                <c:pt idx="3292">
                  <c:v>45297</c:v>
                </c:pt>
                <c:pt idx="3293">
                  <c:v>45298</c:v>
                </c:pt>
                <c:pt idx="3294">
                  <c:v>45299</c:v>
                </c:pt>
                <c:pt idx="3295">
                  <c:v>45300</c:v>
                </c:pt>
                <c:pt idx="3296">
                  <c:v>45301</c:v>
                </c:pt>
                <c:pt idx="3297">
                  <c:v>45302</c:v>
                </c:pt>
                <c:pt idx="3298">
                  <c:v>45303</c:v>
                </c:pt>
                <c:pt idx="3299">
                  <c:v>45304</c:v>
                </c:pt>
                <c:pt idx="3300">
                  <c:v>45305</c:v>
                </c:pt>
                <c:pt idx="3301">
                  <c:v>45306</c:v>
                </c:pt>
                <c:pt idx="3302">
                  <c:v>45307</c:v>
                </c:pt>
                <c:pt idx="3303">
                  <c:v>45308</c:v>
                </c:pt>
                <c:pt idx="3304">
                  <c:v>45309</c:v>
                </c:pt>
                <c:pt idx="3305">
                  <c:v>45310</c:v>
                </c:pt>
                <c:pt idx="3306">
                  <c:v>45311</c:v>
                </c:pt>
                <c:pt idx="3307">
                  <c:v>45312</c:v>
                </c:pt>
                <c:pt idx="3308">
                  <c:v>45313</c:v>
                </c:pt>
                <c:pt idx="3309">
                  <c:v>45314</c:v>
                </c:pt>
                <c:pt idx="3310">
                  <c:v>45315</c:v>
                </c:pt>
                <c:pt idx="3311">
                  <c:v>45316</c:v>
                </c:pt>
                <c:pt idx="3312">
                  <c:v>45317</c:v>
                </c:pt>
                <c:pt idx="3313">
                  <c:v>45318</c:v>
                </c:pt>
                <c:pt idx="3314">
                  <c:v>45319</c:v>
                </c:pt>
                <c:pt idx="3315">
                  <c:v>45320</c:v>
                </c:pt>
                <c:pt idx="3316">
                  <c:v>45321</c:v>
                </c:pt>
                <c:pt idx="3317">
                  <c:v>45322</c:v>
                </c:pt>
                <c:pt idx="3318">
                  <c:v>45323</c:v>
                </c:pt>
                <c:pt idx="3319">
                  <c:v>45324</c:v>
                </c:pt>
                <c:pt idx="3320">
                  <c:v>45325</c:v>
                </c:pt>
                <c:pt idx="3321">
                  <c:v>45326</c:v>
                </c:pt>
                <c:pt idx="3322">
                  <c:v>45327</c:v>
                </c:pt>
                <c:pt idx="3323">
                  <c:v>45328</c:v>
                </c:pt>
                <c:pt idx="3324">
                  <c:v>45329</c:v>
                </c:pt>
                <c:pt idx="3325">
                  <c:v>45330</c:v>
                </c:pt>
                <c:pt idx="3326">
                  <c:v>45331</c:v>
                </c:pt>
                <c:pt idx="3327">
                  <c:v>45332</c:v>
                </c:pt>
                <c:pt idx="3328">
                  <c:v>45333</c:v>
                </c:pt>
                <c:pt idx="3329">
                  <c:v>45334</c:v>
                </c:pt>
                <c:pt idx="3330">
                  <c:v>45335</c:v>
                </c:pt>
                <c:pt idx="3331">
                  <c:v>45336</c:v>
                </c:pt>
                <c:pt idx="3332">
                  <c:v>45337</c:v>
                </c:pt>
                <c:pt idx="3333">
                  <c:v>45338</c:v>
                </c:pt>
                <c:pt idx="3334">
                  <c:v>45339</c:v>
                </c:pt>
                <c:pt idx="3335">
                  <c:v>45340</c:v>
                </c:pt>
                <c:pt idx="3336">
                  <c:v>45341</c:v>
                </c:pt>
                <c:pt idx="3337">
                  <c:v>45342</c:v>
                </c:pt>
                <c:pt idx="3338">
                  <c:v>45343</c:v>
                </c:pt>
                <c:pt idx="3339">
                  <c:v>45344</c:v>
                </c:pt>
                <c:pt idx="3340">
                  <c:v>45345</c:v>
                </c:pt>
                <c:pt idx="3341">
                  <c:v>45346</c:v>
                </c:pt>
                <c:pt idx="3342">
                  <c:v>45347</c:v>
                </c:pt>
                <c:pt idx="3343">
                  <c:v>45348</c:v>
                </c:pt>
                <c:pt idx="3344">
                  <c:v>45349</c:v>
                </c:pt>
                <c:pt idx="3345">
                  <c:v>45350</c:v>
                </c:pt>
                <c:pt idx="3346">
                  <c:v>45351</c:v>
                </c:pt>
                <c:pt idx="3347">
                  <c:v>45352</c:v>
                </c:pt>
                <c:pt idx="3348">
                  <c:v>45353</c:v>
                </c:pt>
                <c:pt idx="3349">
                  <c:v>45354</c:v>
                </c:pt>
                <c:pt idx="3350">
                  <c:v>45355</c:v>
                </c:pt>
                <c:pt idx="3351">
                  <c:v>45356</c:v>
                </c:pt>
                <c:pt idx="3352">
                  <c:v>45357</c:v>
                </c:pt>
                <c:pt idx="3353">
                  <c:v>45358</c:v>
                </c:pt>
                <c:pt idx="3354">
                  <c:v>45359</c:v>
                </c:pt>
                <c:pt idx="3355">
                  <c:v>45360</c:v>
                </c:pt>
                <c:pt idx="3356">
                  <c:v>45361</c:v>
                </c:pt>
                <c:pt idx="3357">
                  <c:v>45362</c:v>
                </c:pt>
                <c:pt idx="3358">
                  <c:v>45363</c:v>
                </c:pt>
                <c:pt idx="3359">
                  <c:v>45364</c:v>
                </c:pt>
                <c:pt idx="3360">
                  <c:v>45365</c:v>
                </c:pt>
                <c:pt idx="3361">
                  <c:v>45366</c:v>
                </c:pt>
                <c:pt idx="3362">
                  <c:v>45367</c:v>
                </c:pt>
                <c:pt idx="3363">
                  <c:v>45368</c:v>
                </c:pt>
                <c:pt idx="3364">
                  <c:v>45369</c:v>
                </c:pt>
                <c:pt idx="3365">
                  <c:v>45370</c:v>
                </c:pt>
                <c:pt idx="3366">
                  <c:v>45371</c:v>
                </c:pt>
                <c:pt idx="3367">
                  <c:v>45372</c:v>
                </c:pt>
                <c:pt idx="3368">
                  <c:v>45373</c:v>
                </c:pt>
                <c:pt idx="3369">
                  <c:v>45374</c:v>
                </c:pt>
                <c:pt idx="3370">
                  <c:v>45375</c:v>
                </c:pt>
                <c:pt idx="3371">
                  <c:v>45376</c:v>
                </c:pt>
                <c:pt idx="3372">
                  <c:v>45377</c:v>
                </c:pt>
                <c:pt idx="3373">
                  <c:v>45378</c:v>
                </c:pt>
                <c:pt idx="3374">
                  <c:v>45379</c:v>
                </c:pt>
                <c:pt idx="3375">
                  <c:v>45380</c:v>
                </c:pt>
                <c:pt idx="3376">
                  <c:v>45381</c:v>
                </c:pt>
                <c:pt idx="3377">
                  <c:v>45382</c:v>
                </c:pt>
                <c:pt idx="3378">
                  <c:v>45383</c:v>
                </c:pt>
                <c:pt idx="3379">
                  <c:v>45384</c:v>
                </c:pt>
                <c:pt idx="3380">
                  <c:v>45385</c:v>
                </c:pt>
                <c:pt idx="3381">
                  <c:v>45386</c:v>
                </c:pt>
                <c:pt idx="3382">
                  <c:v>45387</c:v>
                </c:pt>
                <c:pt idx="3383">
                  <c:v>45388</c:v>
                </c:pt>
                <c:pt idx="3384">
                  <c:v>45389</c:v>
                </c:pt>
                <c:pt idx="3385">
                  <c:v>45390</c:v>
                </c:pt>
                <c:pt idx="3386">
                  <c:v>45391</c:v>
                </c:pt>
                <c:pt idx="3387">
                  <c:v>45392</c:v>
                </c:pt>
                <c:pt idx="3388">
                  <c:v>45393</c:v>
                </c:pt>
                <c:pt idx="3389">
                  <c:v>45394</c:v>
                </c:pt>
                <c:pt idx="3390">
                  <c:v>45395</c:v>
                </c:pt>
                <c:pt idx="3391">
                  <c:v>45396</c:v>
                </c:pt>
                <c:pt idx="3392">
                  <c:v>45397</c:v>
                </c:pt>
                <c:pt idx="3393">
                  <c:v>45398</c:v>
                </c:pt>
                <c:pt idx="3394">
                  <c:v>45399</c:v>
                </c:pt>
                <c:pt idx="3395">
                  <c:v>45400</c:v>
                </c:pt>
                <c:pt idx="3396">
                  <c:v>45401</c:v>
                </c:pt>
                <c:pt idx="3397">
                  <c:v>45402</c:v>
                </c:pt>
                <c:pt idx="3398">
                  <c:v>45403</c:v>
                </c:pt>
                <c:pt idx="3399">
                  <c:v>45404</c:v>
                </c:pt>
                <c:pt idx="3400">
                  <c:v>45405</c:v>
                </c:pt>
                <c:pt idx="3401">
                  <c:v>45406</c:v>
                </c:pt>
                <c:pt idx="3402">
                  <c:v>45407</c:v>
                </c:pt>
                <c:pt idx="3403">
                  <c:v>45408</c:v>
                </c:pt>
                <c:pt idx="3404">
                  <c:v>45409</c:v>
                </c:pt>
                <c:pt idx="3405">
                  <c:v>45410</c:v>
                </c:pt>
                <c:pt idx="3406">
                  <c:v>45411</c:v>
                </c:pt>
                <c:pt idx="3407">
                  <c:v>45412</c:v>
                </c:pt>
                <c:pt idx="3408">
                  <c:v>45413</c:v>
                </c:pt>
                <c:pt idx="3409">
                  <c:v>45414</c:v>
                </c:pt>
                <c:pt idx="3410">
                  <c:v>45415</c:v>
                </c:pt>
                <c:pt idx="3411">
                  <c:v>45416</c:v>
                </c:pt>
                <c:pt idx="3412">
                  <c:v>45417</c:v>
                </c:pt>
                <c:pt idx="3413">
                  <c:v>45418</c:v>
                </c:pt>
                <c:pt idx="3414">
                  <c:v>45419</c:v>
                </c:pt>
                <c:pt idx="3415">
                  <c:v>45420</c:v>
                </c:pt>
                <c:pt idx="3416">
                  <c:v>45421</c:v>
                </c:pt>
                <c:pt idx="3417">
                  <c:v>45422</c:v>
                </c:pt>
                <c:pt idx="3418">
                  <c:v>45423</c:v>
                </c:pt>
                <c:pt idx="3419">
                  <c:v>45424</c:v>
                </c:pt>
                <c:pt idx="3420">
                  <c:v>45425</c:v>
                </c:pt>
                <c:pt idx="3421">
                  <c:v>45426</c:v>
                </c:pt>
                <c:pt idx="3422">
                  <c:v>45427</c:v>
                </c:pt>
                <c:pt idx="3423">
                  <c:v>45428</c:v>
                </c:pt>
                <c:pt idx="3424">
                  <c:v>45429</c:v>
                </c:pt>
                <c:pt idx="3425">
                  <c:v>45430</c:v>
                </c:pt>
                <c:pt idx="3426">
                  <c:v>45431</c:v>
                </c:pt>
                <c:pt idx="3427">
                  <c:v>45432</c:v>
                </c:pt>
                <c:pt idx="3428">
                  <c:v>45433</c:v>
                </c:pt>
                <c:pt idx="3429">
                  <c:v>45434</c:v>
                </c:pt>
                <c:pt idx="3430">
                  <c:v>45435</c:v>
                </c:pt>
                <c:pt idx="3431">
                  <c:v>45436</c:v>
                </c:pt>
                <c:pt idx="3432">
                  <c:v>45437</c:v>
                </c:pt>
                <c:pt idx="3433">
                  <c:v>45438</c:v>
                </c:pt>
                <c:pt idx="3434">
                  <c:v>45439</c:v>
                </c:pt>
                <c:pt idx="3435">
                  <c:v>45440</c:v>
                </c:pt>
                <c:pt idx="3436">
                  <c:v>45441</c:v>
                </c:pt>
                <c:pt idx="3437">
                  <c:v>45442</c:v>
                </c:pt>
                <c:pt idx="3438">
                  <c:v>45443</c:v>
                </c:pt>
                <c:pt idx="3439">
                  <c:v>45444</c:v>
                </c:pt>
                <c:pt idx="3440">
                  <c:v>45445</c:v>
                </c:pt>
                <c:pt idx="3441">
                  <c:v>45446</c:v>
                </c:pt>
                <c:pt idx="3442">
                  <c:v>45447</c:v>
                </c:pt>
                <c:pt idx="3443">
                  <c:v>45448</c:v>
                </c:pt>
                <c:pt idx="3444">
                  <c:v>45449</c:v>
                </c:pt>
                <c:pt idx="3445">
                  <c:v>45450</c:v>
                </c:pt>
                <c:pt idx="3446">
                  <c:v>45451</c:v>
                </c:pt>
                <c:pt idx="3447">
                  <c:v>45452</c:v>
                </c:pt>
                <c:pt idx="3448">
                  <c:v>45453</c:v>
                </c:pt>
                <c:pt idx="3449">
                  <c:v>45454</c:v>
                </c:pt>
                <c:pt idx="3450">
                  <c:v>45455</c:v>
                </c:pt>
                <c:pt idx="3451">
                  <c:v>45456</c:v>
                </c:pt>
                <c:pt idx="3452">
                  <c:v>45457</c:v>
                </c:pt>
                <c:pt idx="3453">
                  <c:v>45458</c:v>
                </c:pt>
                <c:pt idx="3454">
                  <c:v>45459</c:v>
                </c:pt>
                <c:pt idx="3455">
                  <c:v>45460</c:v>
                </c:pt>
                <c:pt idx="3456">
                  <c:v>45461</c:v>
                </c:pt>
                <c:pt idx="3457">
                  <c:v>45462</c:v>
                </c:pt>
                <c:pt idx="3458">
                  <c:v>45463</c:v>
                </c:pt>
                <c:pt idx="3459">
                  <c:v>45464</c:v>
                </c:pt>
                <c:pt idx="3460">
                  <c:v>45465</c:v>
                </c:pt>
                <c:pt idx="3461">
                  <c:v>45466</c:v>
                </c:pt>
                <c:pt idx="3462">
                  <c:v>45467</c:v>
                </c:pt>
                <c:pt idx="3463">
                  <c:v>45468</c:v>
                </c:pt>
                <c:pt idx="3464">
                  <c:v>45469</c:v>
                </c:pt>
                <c:pt idx="3465">
                  <c:v>45470</c:v>
                </c:pt>
                <c:pt idx="3466">
                  <c:v>45471</c:v>
                </c:pt>
                <c:pt idx="3467">
                  <c:v>45472</c:v>
                </c:pt>
                <c:pt idx="3468">
                  <c:v>45473</c:v>
                </c:pt>
                <c:pt idx="3469">
                  <c:v>45474</c:v>
                </c:pt>
                <c:pt idx="3470">
                  <c:v>45475</c:v>
                </c:pt>
                <c:pt idx="3471">
                  <c:v>45476</c:v>
                </c:pt>
                <c:pt idx="3472">
                  <c:v>45477</c:v>
                </c:pt>
                <c:pt idx="3473">
                  <c:v>45478</c:v>
                </c:pt>
                <c:pt idx="3474">
                  <c:v>45479</c:v>
                </c:pt>
                <c:pt idx="3475">
                  <c:v>45480</c:v>
                </c:pt>
                <c:pt idx="3476">
                  <c:v>45481</c:v>
                </c:pt>
                <c:pt idx="3477">
                  <c:v>45482</c:v>
                </c:pt>
                <c:pt idx="3478">
                  <c:v>45483</c:v>
                </c:pt>
                <c:pt idx="3479">
                  <c:v>45484</c:v>
                </c:pt>
                <c:pt idx="3480">
                  <c:v>45485</c:v>
                </c:pt>
                <c:pt idx="3481">
                  <c:v>45486</c:v>
                </c:pt>
                <c:pt idx="3482">
                  <c:v>45487</c:v>
                </c:pt>
                <c:pt idx="3483">
                  <c:v>45488</c:v>
                </c:pt>
                <c:pt idx="3484">
                  <c:v>45489</c:v>
                </c:pt>
                <c:pt idx="3485">
                  <c:v>45490</c:v>
                </c:pt>
                <c:pt idx="3486">
                  <c:v>45491</c:v>
                </c:pt>
                <c:pt idx="3487">
                  <c:v>45492</c:v>
                </c:pt>
                <c:pt idx="3488">
                  <c:v>45493</c:v>
                </c:pt>
                <c:pt idx="3489">
                  <c:v>45494</c:v>
                </c:pt>
                <c:pt idx="3490">
                  <c:v>45495</c:v>
                </c:pt>
                <c:pt idx="3491">
                  <c:v>45496</c:v>
                </c:pt>
                <c:pt idx="3492">
                  <c:v>45497</c:v>
                </c:pt>
                <c:pt idx="3493">
                  <c:v>45498</c:v>
                </c:pt>
                <c:pt idx="3494">
                  <c:v>45499</c:v>
                </c:pt>
                <c:pt idx="3495">
                  <c:v>45500</c:v>
                </c:pt>
                <c:pt idx="3496">
                  <c:v>45501</c:v>
                </c:pt>
                <c:pt idx="3497">
                  <c:v>45502</c:v>
                </c:pt>
                <c:pt idx="3498">
                  <c:v>45503</c:v>
                </c:pt>
                <c:pt idx="3499">
                  <c:v>45504</c:v>
                </c:pt>
                <c:pt idx="3500">
                  <c:v>45505</c:v>
                </c:pt>
                <c:pt idx="3501">
                  <c:v>45506</c:v>
                </c:pt>
                <c:pt idx="3502">
                  <c:v>45507</c:v>
                </c:pt>
                <c:pt idx="3503">
                  <c:v>45508</c:v>
                </c:pt>
                <c:pt idx="3504">
                  <c:v>45509</c:v>
                </c:pt>
                <c:pt idx="3505">
                  <c:v>45510</c:v>
                </c:pt>
                <c:pt idx="3506">
                  <c:v>45511</c:v>
                </c:pt>
                <c:pt idx="3507">
                  <c:v>45512</c:v>
                </c:pt>
                <c:pt idx="3508">
                  <c:v>45513</c:v>
                </c:pt>
                <c:pt idx="3509">
                  <c:v>45514</c:v>
                </c:pt>
                <c:pt idx="3510">
                  <c:v>45515</c:v>
                </c:pt>
                <c:pt idx="3511">
                  <c:v>45516</c:v>
                </c:pt>
                <c:pt idx="3512">
                  <c:v>45517</c:v>
                </c:pt>
                <c:pt idx="3513">
                  <c:v>45518</c:v>
                </c:pt>
                <c:pt idx="3514">
                  <c:v>45519</c:v>
                </c:pt>
                <c:pt idx="3515">
                  <c:v>45520</c:v>
                </c:pt>
                <c:pt idx="3516">
                  <c:v>45521</c:v>
                </c:pt>
                <c:pt idx="3517">
                  <c:v>45522</c:v>
                </c:pt>
                <c:pt idx="3518">
                  <c:v>45523</c:v>
                </c:pt>
                <c:pt idx="3519">
                  <c:v>45524</c:v>
                </c:pt>
                <c:pt idx="3520">
                  <c:v>45525</c:v>
                </c:pt>
                <c:pt idx="3521">
                  <c:v>45526</c:v>
                </c:pt>
                <c:pt idx="3522">
                  <c:v>45527</c:v>
                </c:pt>
                <c:pt idx="3523">
                  <c:v>45528</c:v>
                </c:pt>
                <c:pt idx="3524">
                  <c:v>45529</c:v>
                </c:pt>
                <c:pt idx="3525">
                  <c:v>45530</c:v>
                </c:pt>
                <c:pt idx="3526">
                  <c:v>45531</c:v>
                </c:pt>
                <c:pt idx="3527">
                  <c:v>45532</c:v>
                </c:pt>
                <c:pt idx="3528">
                  <c:v>45533</c:v>
                </c:pt>
                <c:pt idx="3529">
                  <c:v>45534</c:v>
                </c:pt>
                <c:pt idx="3530">
                  <c:v>45535</c:v>
                </c:pt>
                <c:pt idx="3531">
                  <c:v>45536</c:v>
                </c:pt>
                <c:pt idx="3532">
                  <c:v>45537</c:v>
                </c:pt>
                <c:pt idx="3533">
                  <c:v>45538</c:v>
                </c:pt>
                <c:pt idx="3534">
                  <c:v>45539</c:v>
                </c:pt>
                <c:pt idx="3535">
                  <c:v>45540</c:v>
                </c:pt>
                <c:pt idx="3536">
                  <c:v>45541</c:v>
                </c:pt>
                <c:pt idx="3537">
                  <c:v>45542</c:v>
                </c:pt>
                <c:pt idx="3538">
                  <c:v>45543</c:v>
                </c:pt>
                <c:pt idx="3539">
                  <c:v>45544</c:v>
                </c:pt>
                <c:pt idx="3540">
                  <c:v>45545</c:v>
                </c:pt>
                <c:pt idx="3541">
                  <c:v>45546</c:v>
                </c:pt>
                <c:pt idx="3542">
                  <c:v>45547</c:v>
                </c:pt>
                <c:pt idx="3543">
                  <c:v>45548</c:v>
                </c:pt>
                <c:pt idx="3544">
                  <c:v>45549</c:v>
                </c:pt>
                <c:pt idx="3545">
                  <c:v>45550</c:v>
                </c:pt>
                <c:pt idx="3546">
                  <c:v>45551</c:v>
                </c:pt>
                <c:pt idx="3547">
                  <c:v>45552</c:v>
                </c:pt>
                <c:pt idx="3548">
                  <c:v>45553</c:v>
                </c:pt>
                <c:pt idx="3549">
                  <c:v>45554</c:v>
                </c:pt>
                <c:pt idx="3550">
                  <c:v>45555</c:v>
                </c:pt>
                <c:pt idx="3551">
                  <c:v>45556</c:v>
                </c:pt>
                <c:pt idx="3552">
                  <c:v>45557</c:v>
                </c:pt>
                <c:pt idx="3553">
                  <c:v>45558</c:v>
                </c:pt>
                <c:pt idx="3554">
                  <c:v>45559</c:v>
                </c:pt>
                <c:pt idx="3555">
                  <c:v>45560</c:v>
                </c:pt>
                <c:pt idx="3556">
                  <c:v>45561</c:v>
                </c:pt>
                <c:pt idx="3557">
                  <c:v>45562</c:v>
                </c:pt>
                <c:pt idx="3558">
                  <c:v>45563</c:v>
                </c:pt>
                <c:pt idx="3559">
                  <c:v>45564</c:v>
                </c:pt>
                <c:pt idx="3560">
                  <c:v>45565</c:v>
                </c:pt>
                <c:pt idx="3561">
                  <c:v>45566</c:v>
                </c:pt>
                <c:pt idx="3562">
                  <c:v>45567</c:v>
                </c:pt>
                <c:pt idx="3563">
                  <c:v>45568</c:v>
                </c:pt>
                <c:pt idx="3564">
                  <c:v>45569</c:v>
                </c:pt>
                <c:pt idx="3565">
                  <c:v>45570</c:v>
                </c:pt>
                <c:pt idx="3566">
                  <c:v>45571</c:v>
                </c:pt>
                <c:pt idx="3567">
                  <c:v>45572</c:v>
                </c:pt>
                <c:pt idx="3568">
                  <c:v>45573</c:v>
                </c:pt>
                <c:pt idx="3569">
                  <c:v>45574</c:v>
                </c:pt>
                <c:pt idx="3570">
                  <c:v>45575</c:v>
                </c:pt>
                <c:pt idx="3571">
                  <c:v>45576</c:v>
                </c:pt>
                <c:pt idx="3572">
                  <c:v>45577</c:v>
                </c:pt>
                <c:pt idx="3573">
                  <c:v>45578</c:v>
                </c:pt>
                <c:pt idx="3574">
                  <c:v>45579</c:v>
                </c:pt>
                <c:pt idx="3575">
                  <c:v>45580</c:v>
                </c:pt>
                <c:pt idx="3576">
                  <c:v>45581</c:v>
                </c:pt>
                <c:pt idx="3577">
                  <c:v>45582</c:v>
                </c:pt>
                <c:pt idx="3578">
                  <c:v>45583</c:v>
                </c:pt>
                <c:pt idx="3579">
                  <c:v>45584</c:v>
                </c:pt>
                <c:pt idx="3580">
                  <c:v>45585</c:v>
                </c:pt>
                <c:pt idx="3581">
                  <c:v>45586</c:v>
                </c:pt>
                <c:pt idx="3582">
                  <c:v>45587</c:v>
                </c:pt>
                <c:pt idx="3583">
                  <c:v>45588</c:v>
                </c:pt>
                <c:pt idx="3584">
                  <c:v>45589</c:v>
                </c:pt>
                <c:pt idx="3585">
                  <c:v>45590</c:v>
                </c:pt>
                <c:pt idx="3586">
                  <c:v>45591</c:v>
                </c:pt>
                <c:pt idx="3587">
                  <c:v>45592</c:v>
                </c:pt>
                <c:pt idx="3588">
                  <c:v>45593</c:v>
                </c:pt>
                <c:pt idx="3589">
                  <c:v>45594</c:v>
                </c:pt>
                <c:pt idx="3590">
                  <c:v>45595</c:v>
                </c:pt>
                <c:pt idx="3591">
                  <c:v>45596</c:v>
                </c:pt>
                <c:pt idx="3592">
                  <c:v>45597</c:v>
                </c:pt>
                <c:pt idx="3593">
                  <c:v>45598</c:v>
                </c:pt>
                <c:pt idx="3594">
                  <c:v>45599</c:v>
                </c:pt>
                <c:pt idx="3595">
                  <c:v>45600</c:v>
                </c:pt>
                <c:pt idx="3596">
                  <c:v>45601</c:v>
                </c:pt>
                <c:pt idx="3597">
                  <c:v>45602</c:v>
                </c:pt>
                <c:pt idx="3598">
                  <c:v>45603</c:v>
                </c:pt>
                <c:pt idx="3599">
                  <c:v>45604</c:v>
                </c:pt>
                <c:pt idx="3600">
                  <c:v>45605</c:v>
                </c:pt>
                <c:pt idx="3601">
                  <c:v>45606</c:v>
                </c:pt>
                <c:pt idx="3602">
                  <c:v>45607</c:v>
                </c:pt>
                <c:pt idx="3603">
                  <c:v>45608</c:v>
                </c:pt>
                <c:pt idx="3604">
                  <c:v>45609</c:v>
                </c:pt>
                <c:pt idx="3605">
                  <c:v>45610</c:v>
                </c:pt>
                <c:pt idx="3606">
                  <c:v>45611</c:v>
                </c:pt>
                <c:pt idx="3607">
                  <c:v>45612</c:v>
                </c:pt>
                <c:pt idx="3608">
                  <c:v>45613</c:v>
                </c:pt>
                <c:pt idx="3609">
                  <c:v>45614</c:v>
                </c:pt>
                <c:pt idx="3610">
                  <c:v>45615</c:v>
                </c:pt>
                <c:pt idx="3611">
                  <c:v>45616</c:v>
                </c:pt>
                <c:pt idx="3612">
                  <c:v>45617</c:v>
                </c:pt>
                <c:pt idx="3613">
                  <c:v>45618</c:v>
                </c:pt>
                <c:pt idx="3614">
                  <c:v>45619</c:v>
                </c:pt>
                <c:pt idx="3615">
                  <c:v>45620</c:v>
                </c:pt>
                <c:pt idx="3616">
                  <c:v>45621</c:v>
                </c:pt>
                <c:pt idx="3617">
                  <c:v>45622</c:v>
                </c:pt>
                <c:pt idx="3618">
                  <c:v>45623</c:v>
                </c:pt>
                <c:pt idx="3619">
                  <c:v>45624</c:v>
                </c:pt>
                <c:pt idx="3620">
                  <c:v>45625</c:v>
                </c:pt>
                <c:pt idx="3621">
                  <c:v>45626</c:v>
                </c:pt>
                <c:pt idx="3622">
                  <c:v>45627</c:v>
                </c:pt>
                <c:pt idx="3623">
                  <c:v>45628</c:v>
                </c:pt>
                <c:pt idx="3624">
                  <c:v>45629</c:v>
                </c:pt>
                <c:pt idx="3625">
                  <c:v>45630</c:v>
                </c:pt>
                <c:pt idx="3626">
                  <c:v>45631</c:v>
                </c:pt>
                <c:pt idx="3627">
                  <c:v>45632</c:v>
                </c:pt>
                <c:pt idx="3628">
                  <c:v>45633</c:v>
                </c:pt>
                <c:pt idx="3629">
                  <c:v>45634</c:v>
                </c:pt>
                <c:pt idx="3630">
                  <c:v>45635</c:v>
                </c:pt>
                <c:pt idx="3631">
                  <c:v>45636</c:v>
                </c:pt>
                <c:pt idx="3632">
                  <c:v>45637</c:v>
                </c:pt>
                <c:pt idx="3633">
                  <c:v>45638</c:v>
                </c:pt>
                <c:pt idx="3634">
                  <c:v>45639</c:v>
                </c:pt>
                <c:pt idx="3635">
                  <c:v>45640</c:v>
                </c:pt>
                <c:pt idx="3636">
                  <c:v>45641</c:v>
                </c:pt>
                <c:pt idx="3637">
                  <c:v>45642</c:v>
                </c:pt>
                <c:pt idx="3638">
                  <c:v>45643</c:v>
                </c:pt>
                <c:pt idx="3639">
                  <c:v>45644</c:v>
                </c:pt>
                <c:pt idx="3640">
                  <c:v>45645</c:v>
                </c:pt>
                <c:pt idx="3641">
                  <c:v>45646</c:v>
                </c:pt>
                <c:pt idx="3642">
                  <c:v>45647</c:v>
                </c:pt>
                <c:pt idx="3643">
                  <c:v>45648</c:v>
                </c:pt>
                <c:pt idx="3644">
                  <c:v>45649</c:v>
                </c:pt>
                <c:pt idx="3645">
                  <c:v>45650</c:v>
                </c:pt>
                <c:pt idx="3646">
                  <c:v>45651</c:v>
                </c:pt>
                <c:pt idx="3647">
                  <c:v>45652</c:v>
                </c:pt>
                <c:pt idx="3648">
                  <c:v>45653</c:v>
                </c:pt>
                <c:pt idx="3649">
                  <c:v>45654</c:v>
                </c:pt>
                <c:pt idx="3650">
                  <c:v>45655</c:v>
                </c:pt>
                <c:pt idx="3651">
                  <c:v>45656</c:v>
                </c:pt>
                <c:pt idx="3652">
                  <c:v>45657</c:v>
                </c:pt>
                <c:pt idx="3653">
                  <c:v>45658</c:v>
                </c:pt>
                <c:pt idx="3654">
                  <c:v>45659</c:v>
                </c:pt>
                <c:pt idx="3655">
                  <c:v>45660</c:v>
                </c:pt>
                <c:pt idx="3656">
                  <c:v>45661</c:v>
                </c:pt>
                <c:pt idx="3657">
                  <c:v>45662</c:v>
                </c:pt>
                <c:pt idx="3658">
                  <c:v>45663</c:v>
                </c:pt>
                <c:pt idx="3659">
                  <c:v>45664</c:v>
                </c:pt>
                <c:pt idx="3660">
                  <c:v>45665</c:v>
                </c:pt>
                <c:pt idx="3661">
                  <c:v>45666</c:v>
                </c:pt>
                <c:pt idx="3662">
                  <c:v>45667</c:v>
                </c:pt>
                <c:pt idx="3663">
                  <c:v>45668</c:v>
                </c:pt>
                <c:pt idx="3664">
                  <c:v>45669</c:v>
                </c:pt>
                <c:pt idx="3665">
                  <c:v>45670</c:v>
                </c:pt>
                <c:pt idx="3666">
                  <c:v>45671</c:v>
                </c:pt>
                <c:pt idx="3667">
                  <c:v>45672</c:v>
                </c:pt>
                <c:pt idx="3668">
                  <c:v>45673</c:v>
                </c:pt>
                <c:pt idx="3669">
                  <c:v>45674</c:v>
                </c:pt>
                <c:pt idx="3670">
                  <c:v>45675</c:v>
                </c:pt>
                <c:pt idx="3671">
                  <c:v>45676</c:v>
                </c:pt>
                <c:pt idx="3672">
                  <c:v>45677</c:v>
                </c:pt>
                <c:pt idx="3673">
                  <c:v>45678</c:v>
                </c:pt>
                <c:pt idx="3674">
                  <c:v>45679</c:v>
                </c:pt>
                <c:pt idx="3675">
                  <c:v>45680</c:v>
                </c:pt>
                <c:pt idx="3676">
                  <c:v>45681</c:v>
                </c:pt>
                <c:pt idx="3677">
                  <c:v>45682</c:v>
                </c:pt>
                <c:pt idx="3678">
                  <c:v>45683</c:v>
                </c:pt>
                <c:pt idx="3679">
                  <c:v>45684</c:v>
                </c:pt>
                <c:pt idx="3680">
                  <c:v>45685</c:v>
                </c:pt>
                <c:pt idx="3681">
                  <c:v>45686</c:v>
                </c:pt>
                <c:pt idx="3682">
                  <c:v>45687</c:v>
                </c:pt>
                <c:pt idx="3683">
                  <c:v>45688</c:v>
                </c:pt>
                <c:pt idx="3684">
                  <c:v>45689</c:v>
                </c:pt>
                <c:pt idx="3685">
                  <c:v>45690</c:v>
                </c:pt>
                <c:pt idx="3686">
                  <c:v>45691</c:v>
                </c:pt>
                <c:pt idx="3687">
                  <c:v>45692</c:v>
                </c:pt>
                <c:pt idx="3688">
                  <c:v>45693</c:v>
                </c:pt>
                <c:pt idx="3689">
                  <c:v>45694</c:v>
                </c:pt>
                <c:pt idx="3690">
                  <c:v>45695</c:v>
                </c:pt>
                <c:pt idx="3691">
                  <c:v>45696</c:v>
                </c:pt>
                <c:pt idx="3692">
                  <c:v>45697</c:v>
                </c:pt>
                <c:pt idx="3693">
                  <c:v>45698</c:v>
                </c:pt>
                <c:pt idx="3694">
                  <c:v>45699</c:v>
                </c:pt>
                <c:pt idx="3695">
                  <c:v>45700</c:v>
                </c:pt>
                <c:pt idx="3696">
                  <c:v>45701</c:v>
                </c:pt>
                <c:pt idx="3697">
                  <c:v>45702</c:v>
                </c:pt>
                <c:pt idx="3698">
                  <c:v>45703</c:v>
                </c:pt>
                <c:pt idx="3699">
                  <c:v>45704</c:v>
                </c:pt>
                <c:pt idx="3700">
                  <c:v>45705</c:v>
                </c:pt>
                <c:pt idx="3701">
                  <c:v>45706</c:v>
                </c:pt>
                <c:pt idx="3702">
                  <c:v>45707</c:v>
                </c:pt>
                <c:pt idx="3703">
                  <c:v>45708</c:v>
                </c:pt>
                <c:pt idx="3704">
                  <c:v>45709</c:v>
                </c:pt>
                <c:pt idx="3705">
                  <c:v>45710</c:v>
                </c:pt>
                <c:pt idx="3706">
                  <c:v>45711</c:v>
                </c:pt>
                <c:pt idx="3707">
                  <c:v>45712</c:v>
                </c:pt>
                <c:pt idx="3708">
                  <c:v>45713</c:v>
                </c:pt>
                <c:pt idx="3709">
                  <c:v>45714</c:v>
                </c:pt>
                <c:pt idx="3710">
                  <c:v>45715</c:v>
                </c:pt>
                <c:pt idx="3711">
                  <c:v>45716</c:v>
                </c:pt>
                <c:pt idx="3712">
                  <c:v>45717</c:v>
                </c:pt>
                <c:pt idx="3713">
                  <c:v>45718</c:v>
                </c:pt>
                <c:pt idx="3714">
                  <c:v>45719</c:v>
                </c:pt>
                <c:pt idx="3715">
                  <c:v>45720</c:v>
                </c:pt>
                <c:pt idx="3716">
                  <c:v>45721</c:v>
                </c:pt>
                <c:pt idx="3717">
                  <c:v>45722</c:v>
                </c:pt>
                <c:pt idx="3718">
                  <c:v>45723</c:v>
                </c:pt>
                <c:pt idx="3719">
                  <c:v>45724</c:v>
                </c:pt>
                <c:pt idx="3720">
                  <c:v>45725</c:v>
                </c:pt>
                <c:pt idx="3721">
                  <c:v>45726</c:v>
                </c:pt>
                <c:pt idx="3722">
                  <c:v>45727</c:v>
                </c:pt>
                <c:pt idx="3723">
                  <c:v>45728</c:v>
                </c:pt>
                <c:pt idx="3724">
                  <c:v>45729</c:v>
                </c:pt>
                <c:pt idx="3725">
                  <c:v>45730</c:v>
                </c:pt>
                <c:pt idx="3726">
                  <c:v>45731</c:v>
                </c:pt>
                <c:pt idx="3727">
                  <c:v>45732</c:v>
                </c:pt>
                <c:pt idx="3728">
                  <c:v>45733</c:v>
                </c:pt>
                <c:pt idx="3729">
                  <c:v>45734</c:v>
                </c:pt>
                <c:pt idx="3730">
                  <c:v>45735</c:v>
                </c:pt>
                <c:pt idx="3731">
                  <c:v>45736</c:v>
                </c:pt>
                <c:pt idx="3732">
                  <c:v>45737</c:v>
                </c:pt>
                <c:pt idx="3733">
                  <c:v>45738</c:v>
                </c:pt>
                <c:pt idx="3734">
                  <c:v>45739</c:v>
                </c:pt>
                <c:pt idx="3735">
                  <c:v>45740</c:v>
                </c:pt>
                <c:pt idx="3736">
                  <c:v>45741</c:v>
                </c:pt>
                <c:pt idx="3737">
                  <c:v>45742</c:v>
                </c:pt>
                <c:pt idx="3738">
                  <c:v>45743</c:v>
                </c:pt>
                <c:pt idx="3739">
                  <c:v>45744</c:v>
                </c:pt>
                <c:pt idx="3740">
                  <c:v>45745</c:v>
                </c:pt>
                <c:pt idx="3741">
                  <c:v>45746</c:v>
                </c:pt>
                <c:pt idx="3742">
                  <c:v>45747</c:v>
                </c:pt>
                <c:pt idx="3743">
                  <c:v>45748</c:v>
                </c:pt>
                <c:pt idx="3744">
                  <c:v>45749</c:v>
                </c:pt>
                <c:pt idx="3745">
                  <c:v>45750</c:v>
                </c:pt>
                <c:pt idx="3746">
                  <c:v>45751</c:v>
                </c:pt>
                <c:pt idx="3747">
                  <c:v>45752</c:v>
                </c:pt>
                <c:pt idx="3748">
                  <c:v>45753</c:v>
                </c:pt>
                <c:pt idx="3749">
                  <c:v>45754</c:v>
                </c:pt>
                <c:pt idx="3750">
                  <c:v>45755</c:v>
                </c:pt>
                <c:pt idx="3751">
                  <c:v>45756</c:v>
                </c:pt>
                <c:pt idx="3752">
                  <c:v>45757</c:v>
                </c:pt>
                <c:pt idx="3753">
                  <c:v>45758</c:v>
                </c:pt>
                <c:pt idx="3754">
                  <c:v>45759</c:v>
                </c:pt>
                <c:pt idx="3755">
                  <c:v>45760</c:v>
                </c:pt>
                <c:pt idx="3756">
                  <c:v>45761</c:v>
                </c:pt>
                <c:pt idx="3757">
                  <c:v>45762</c:v>
                </c:pt>
                <c:pt idx="3758">
                  <c:v>45763</c:v>
                </c:pt>
                <c:pt idx="3759">
                  <c:v>45764</c:v>
                </c:pt>
                <c:pt idx="3760">
                  <c:v>45765</c:v>
                </c:pt>
                <c:pt idx="3761">
                  <c:v>45766</c:v>
                </c:pt>
                <c:pt idx="3762">
                  <c:v>45767</c:v>
                </c:pt>
                <c:pt idx="3763">
                  <c:v>45768</c:v>
                </c:pt>
                <c:pt idx="3764">
                  <c:v>45769</c:v>
                </c:pt>
                <c:pt idx="3765">
                  <c:v>45770</c:v>
                </c:pt>
                <c:pt idx="3766">
                  <c:v>45771</c:v>
                </c:pt>
                <c:pt idx="3767">
                  <c:v>45772</c:v>
                </c:pt>
                <c:pt idx="3768">
                  <c:v>45773</c:v>
                </c:pt>
                <c:pt idx="3769">
                  <c:v>45774</c:v>
                </c:pt>
                <c:pt idx="3770">
                  <c:v>45775</c:v>
                </c:pt>
                <c:pt idx="3771">
                  <c:v>45776</c:v>
                </c:pt>
                <c:pt idx="3772">
                  <c:v>45777</c:v>
                </c:pt>
                <c:pt idx="3773">
                  <c:v>45778</c:v>
                </c:pt>
                <c:pt idx="3774">
                  <c:v>45779</c:v>
                </c:pt>
                <c:pt idx="3775">
                  <c:v>45780</c:v>
                </c:pt>
                <c:pt idx="3776">
                  <c:v>45781</c:v>
                </c:pt>
                <c:pt idx="3777">
                  <c:v>45782</c:v>
                </c:pt>
                <c:pt idx="3778">
                  <c:v>45783</c:v>
                </c:pt>
                <c:pt idx="3779">
                  <c:v>45784</c:v>
                </c:pt>
                <c:pt idx="3780">
                  <c:v>45785</c:v>
                </c:pt>
                <c:pt idx="3781">
                  <c:v>45786</c:v>
                </c:pt>
                <c:pt idx="3782">
                  <c:v>45787</c:v>
                </c:pt>
                <c:pt idx="3783">
                  <c:v>45788</c:v>
                </c:pt>
                <c:pt idx="3784">
                  <c:v>45789</c:v>
                </c:pt>
                <c:pt idx="3785">
                  <c:v>45790</c:v>
                </c:pt>
                <c:pt idx="3786">
                  <c:v>45791</c:v>
                </c:pt>
                <c:pt idx="3787">
                  <c:v>45792</c:v>
                </c:pt>
                <c:pt idx="3788">
                  <c:v>45793</c:v>
                </c:pt>
                <c:pt idx="3789">
                  <c:v>45794</c:v>
                </c:pt>
                <c:pt idx="3790">
                  <c:v>45795</c:v>
                </c:pt>
                <c:pt idx="3791">
                  <c:v>45796</c:v>
                </c:pt>
                <c:pt idx="3792">
                  <c:v>45797</c:v>
                </c:pt>
                <c:pt idx="3793">
                  <c:v>45798</c:v>
                </c:pt>
                <c:pt idx="3794">
                  <c:v>45799</c:v>
                </c:pt>
                <c:pt idx="3795">
                  <c:v>45800</c:v>
                </c:pt>
                <c:pt idx="3796">
                  <c:v>45801</c:v>
                </c:pt>
                <c:pt idx="3797">
                  <c:v>45802</c:v>
                </c:pt>
                <c:pt idx="3798">
                  <c:v>45803</c:v>
                </c:pt>
                <c:pt idx="3799">
                  <c:v>45804</c:v>
                </c:pt>
                <c:pt idx="3800">
                  <c:v>45805</c:v>
                </c:pt>
                <c:pt idx="3801">
                  <c:v>45806</c:v>
                </c:pt>
                <c:pt idx="3802">
                  <c:v>45807</c:v>
                </c:pt>
                <c:pt idx="3803">
                  <c:v>45808</c:v>
                </c:pt>
                <c:pt idx="3804">
                  <c:v>45809</c:v>
                </c:pt>
                <c:pt idx="3805">
                  <c:v>45810</c:v>
                </c:pt>
                <c:pt idx="3806">
                  <c:v>45811</c:v>
                </c:pt>
                <c:pt idx="3807">
                  <c:v>45812</c:v>
                </c:pt>
                <c:pt idx="3808">
                  <c:v>45813</c:v>
                </c:pt>
                <c:pt idx="3809">
                  <c:v>45814</c:v>
                </c:pt>
                <c:pt idx="3810">
                  <c:v>45815</c:v>
                </c:pt>
                <c:pt idx="3811">
                  <c:v>45816</c:v>
                </c:pt>
                <c:pt idx="3812">
                  <c:v>45817</c:v>
                </c:pt>
                <c:pt idx="3813">
                  <c:v>45818</c:v>
                </c:pt>
                <c:pt idx="3814">
                  <c:v>45819</c:v>
                </c:pt>
                <c:pt idx="3815">
                  <c:v>45820</c:v>
                </c:pt>
                <c:pt idx="3816">
                  <c:v>45821</c:v>
                </c:pt>
                <c:pt idx="3817">
                  <c:v>45822</c:v>
                </c:pt>
                <c:pt idx="3818">
                  <c:v>45823</c:v>
                </c:pt>
                <c:pt idx="3819">
                  <c:v>45824</c:v>
                </c:pt>
                <c:pt idx="3820">
                  <c:v>45825</c:v>
                </c:pt>
                <c:pt idx="3821">
                  <c:v>45826</c:v>
                </c:pt>
                <c:pt idx="3822">
                  <c:v>45827</c:v>
                </c:pt>
                <c:pt idx="3823">
                  <c:v>45828</c:v>
                </c:pt>
                <c:pt idx="3824">
                  <c:v>45829</c:v>
                </c:pt>
                <c:pt idx="3825">
                  <c:v>45830</c:v>
                </c:pt>
                <c:pt idx="3826">
                  <c:v>45831</c:v>
                </c:pt>
                <c:pt idx="3827">
                  <c:v>45832</c:v>
                </c:pt>
                <c:pt idx="3828">
                  <c:v>45833</c:v>
                </c:pt>
                <c:pt idx="3829">
                  <c:v>45834</c:v>
                </c:pt>
                <c:pt idx="3830">
                  <c:v>45835</c:v>
                </c:pt>
                <c:pt idx="3831">
                  <c:v>45836</c:v>
                </c:pt>
                <c:pt idx="3832">
                  <c:v>45837</c:v>
                </c:pt>
                <c:pt idx="3833">
                  <c:v>45838</c:v>
                </c:pt>
                <c:pt idx="3834">
                  <c:v>45839</c:v>
                </c:pt>
                <c:pt idx="3835">
                  <c:v>45840</c:v>
                </c:pt>
                <c:pt idx="3836">
                  <c:v>45841</c:v>
                </c:pt>
                <c:pt idx="3837">
                  <c:v>45842</c:v>
                </c:pt>
                <c:pt idx="3838">
                  <c:v>45843</c:v>
                </c:pt>
                <c:pt idx="3839">
                  <c:v>45844</c:v>
                </c:pt>
                <c:pt idx="3840">
                  <c:v>45845</c:v>
                </c:pt>
                <c:pt idx="3841">
                  <c:v>45846</c:v>
                </c:pt>
                <c:pt idx="3842">
                  <c:v>45847</c:v>
                </c:pt>
                <c:pt idx="3843">
                  <c:v>45848</c:v>
                </c:pt>
                <c:pt idx="3844">
                  <c:v>45849</c:v>
                </c:pt>
                <c:pt idx="3845">
                  <c:v>45850</c:v>
                </c:pt>
                <c:pt idx="3846">
                  <c:v>45851</c:v>
                </c:pt>
                <c:pt idx="3847">
                  <c:v>45852</c:v>
                </c:pt>
                <c:pt idx="3848">
                  <c:v>45853</c:v>
                </c:pt>
                <c:pt idx="3849">
                  <c:v>45854</c:v>
                </c:pt>
                <c:pt idx="3850">
                  <c:v>45855</c:v>
                </c:pt>
                <c:pt idx="3851">
                  <c:v>45856</c:v>
                </c:pt>
                <c:pt idx="3852">
                  <c:v>45857</c:v>
                </c:pt>
                <c:pt idx="3853">
                  <c:v>45858</c:v>
                </c:pt>
                <c:pt idx="3854">
                  <c:v>45859</c:v>
                </c:pt>
                <c:pt idx="3855">
                  <c:v>45860</c:v>
                </c:pt>
                <c:pt idx="3856">
                  <c:v>45861</c:v>
                </c:pt>
                <c:pt idx="3857">
                  <c:v>45862</c:v>
                </c:pt>
                <c:pt idx="3858">
                  <c:v>45863</c:v>
                </c:pt>
                <c:pt idx="3859">
                  <c:v>45864</c:v>
                </c:pt>
                <c:pt idx="3860">
                  <c:v>45865</c:v>
                </c:pt>
                <c:pt idx="3861">
                  <c:v>45866</c:v>
                </c:pt>
                <c:pt idx="3862">
                  <c:v>45867</c:v>
                </c:pt>
                <c:pt idx="3863">
                  <c:v>45868</c:v>
                </c:pt>
                <c:pt idx="3864">
                  <c:v>45869</c:v>
                </c:pt>
                <c:pt idx="3865">
                  <c:v>45870</c:v>
                </c:pt>
                <c:pt idx="3866">
                  <c:v>45871</c:v>
                </c:pt>
                <c:pt idx="3867">
                  <c:v>45872</c:v>
                </c:pt>
                <c:pt idx="3868">
                  <c:v>45873</c:v>
                </c:pt>
                <c:pt idx="3869">
                  <c:v>45874</c:v>
                </c:pt>
                <c:pt idx="3870">
                  <c:v>45875</c:v>
                </c:pt>
                <c:pt idx="3871">
                  <c:v>45876</c:v>
                </c:pt>
                <c:pt idx="3872">
                  <c:v>45877</c:v>
                </c:pt>
                <c:pt idx="3873">
                  <c:v>45878</c:v>
                </c:pt>
                <c:pt idx="3874">
                  <c:v>45879</c:v>
                </c:pt>
                <c:pt idx="3875">
                  <c:v>45880</c:v>
                </c:pt>
                <c:pt idx="3876">
                  <c:v>45881</c:v>
                </c:pt>
                <c:pt idx="3877">
                  <c:v>45882</c:v>
                </c:pt>
                <c:pt idx="3878">
                  <c:v>45883</c:v>
                </c:pt>
                <c:pt idx="3879">
                  <c:v>45884</c:v>
                </c:pt>
                <c:pt idx="3880">
                  <c:v>45885</c:v>
                </c:pt>
                <c:pt idx="3881">
                  <c:v>45886</c:v>
                </c:pt>
                <c:pt idx="3882">
                  <c:v>45887</c:v>
                </c:pt>
                <c:pt idx="3883">
                  <c:v>45888</c:v>
                </c:pt>
                <c:pt idx="3884">
                  <c:v>45889</c:v>
                </c:pt>
                <c:pt idx="3885">
                  <c:v>45890</c:v>
                </c:pt>
                <c:pt idx="3886">
                  <c:v>45891</c:v>
                </c:pt>
                <c:pt idx="3887">
                  <c:v>45892</c:v>
                </c:pt>
                <c:pt idx="3888">
                  <c:v>45893</c:v>
                </c:pt>
                <c:pt idx="3889">
                  <c:v>45894</c:v>
                </c:pt>
                <c:pt idx="3890">
                  <c:v>45895</c:v>
                </c:pt>
                <c:pt idx="3891">
                  <c:v>45896</c:v>
                </c:pt>
                <c:pt idx="3892">
                  <c:v>45897</c:v>
                </c:pt>
                <c:pt idx="3893">
                  <c:v>45898</c:v>
                </c:pt>
                <c:pt idx="3894">
                  <c:v>45899</c:v>
                </c:pt>
                <c:pt idx="3895">
                  <c:v>45900</c:v>
                </c:pt>
                <c:pt idx="3896">
                  <c:v>45901</c:v>
                </c:pt>
                <c:pt idx="3897">
                  <c:v>45902</c:v>
                </c:pt>
                <c:pt idx="3898">
                  <c:v>45903</c:v>
                </c:pt>
                <c:pt idx="3899">
                  <c:v>45904</c:v>
                </c:pt>
                <c:pt idx="3900">
                  <c:v>45905</c:v>
                </c:pt>
                <c:pt idx="3901">
                  <c:v>45906</c:v>
                </c:pt>
                <c:pt idx="3902">
                  <c:v>45907</c:v>
                </c:pt>
                <c:pt idx="3903">
                  <c:v>45908</c:v>
                </c:pt>
                <c:pt idx="3904">
                  <c:v>45909</c:v>
                </c:pt>
                <c:pt idx="3905">
                  <c:v>45910</c:v>
                </c:pt>
                <c:pt idx="3906">
                  <c:v>45911</c:v>
                </c:pt>
                <c:pt idx="3907">
                  <c:v>45912</c:v>
                </c:pt>
                <c:pt idx="3908">
                  <c:v>45913</c:v>
                </c:pt>
                <c:pt idx="3909">
                  <c:v>45914</c:v>
                </c:pt>
                <c:pt idx="3910">
                  <c:v>45915</c:v>
                </c:pt>
                <c:pt idx="3911">
                  <c:v>45916</c:v>
                </c:pt>
                <c:pt idx="3912">
                  <c:v>45917</c:v>
                </c:pt>
                <c:pt idx="3913">
                  <c:v>45918</c:v>
                </c:pt>
                <c:pt idx="3914">
                  <c:v>45919</c:v>
                </c:pt>
                <c:pt idx="3915">
                  <c:v>45920</c:v>
                </c:pt>
                <c:pt idx="3916">
                  <c:v>45921</c:v>
                </c:pt>
                <c:pt idx="3917">
                  <c:v>45922</c:v>
                </c:pt>
                <c:pt idx="3918">
                  <c:v>45923</c:v>
                </c:pt>
                <c:pt idx="3919">
                  <c:v>45924</c:v>
                </c:pt>
                <c:pt idx="3920">
                  <c:v>45925</c:v>
                </c:pt>
                <c:pt idx="3921">
                  <c:v>45926</c:v>
                </c:pt>
                <c:pt idx="3922">
                  <c:v>45927</c:v>
                </c:pt>
                <c:pt idx="3923">
                  <c:v>45928</c:v>
                </c:pt>
                <c:pt idx="3924">
                  <c:v>45929</c:v>
                </c:pt>
                <c:pt idx="3925">
                  <c:v>45930</c:v>
                </c:pt>
                <c:pt idx="3926">
                  <c:v>45931</c:v>
                </c:pt>
                <c:pt idx="3927">
                  <c:v>45932</c:v>
                </c:pt>
                <c:pt idx="3928">
                  <c:v>45933</c:v>
                </c:pt>
                <c:pt idx="3929">
                  <c:v>45934</c:v>
                </c:pt>
                <c:pt idx="3930">
                  <c:v>45935</c:v>
                </c:pt>
                <c:pt idx="3931">
                  <c:v>45936</c:v>
                </c:pt>
                <c:pt idx="3932">
                  <c:v>45937</c:v>
                </c:pt>
                <c:pt idx="3933">
                  <c:v>45938</c:v>
                </c:pt>
                <c:pt idx="3934">
                  <c:v>45939</c:v>
                </c:pt>
                <c:pt idx="3935">
                  <c:v>45940</c:v>
                </c:pt>
                <c:pt idx="3936">
                  <c:v>45941</c:v>
                </c:pt>
                <c:pt idx="3937">
                  <c:v>45942</c:v>
                </c:pt>
                <c:pt idx="3938">
                  <c:v>45943</c:v>
                </c:pt>
                <c:pt idx="3939">
                  <c:v>45944</c:v>
                </c:pt>
                <c:pt idx="3940">
                  <c:v>45945</c:v>
                </c:pt>
                <c:pt idx="3941">
                  <c:v>45946</c:v>
                </c:pt>
                <c:pt idx="3942">
                  <c:v>45947</c:v>
                </c:pt>
                <c:pt idx="3943">
                  <c:v>45948</c:v>
                </c:pt>
                <c:pt idx="3944">
                  <c:v>45949</c:v>
                </c:pt>
                <c:pt idx="3945">
                  <c:v>45950</c:v>
                </c:pt>
                <c:pt idx="3946">
                  <c:v>45951</c:v>
                </c:pt>
                <c:pt idx="3947">
                  <c:v>45952</c:v>
                </c:pt>
                <c:pt idx="3948">
                  <c:v>45953</c:v>
                </c:pt>
                <c:pt idx="3949">
                  <c:v>45954</c:v>
                </c:pt>
                <c:pt idx="3950">
                  <c:v>45955</c:v>
                </c:pt>
                <c:pt idx="3951">
                  <c:v>45956</c:v>
                </c:pt>
                <c:pt idx="3952">
                  <c:v>45957</c:v>
                </c:pt>
                <c:pt idx="3953">
                  <c:v>45958</c:v>
                </c:pt>
                <c:pt idx="3954">
                  <c:v>45959</c:v>
                </c:pt>
                <c:pt idx="3955">
                  <c:v>45960</c:v>
                </c:pt>
                <c:pt idx="3956">
                  <c:v>45961</c:v>
                </c:pt>
                <c:pt idx="3957">
                  <c:v>45962</c:v>
                </c:pt>
                <c:pt idx="3958">
                  <c:v>45963</c:v>
                </c:pt>
                <c:pt idx="3959">
                  <c:v>45964</c:v>
                </c:pt>
                <c:pt idx="3960">
                  <c:v>45965</c:v>
                </c:pt>
                <c:pt idx="3961">
                  <c:v>45966</c:v>
                </c:pt>
                <c:pt idx="3962">
                  <c:v>45967</c:v>
                </c:pt>
                <c:pt idx="3963">
                  <c:v>45968</c:v>
                </c:pt>
                <c:pt idx="3964">
                  <c:v>45969</c:v>
                </c:pt>
                <c:pt idx="3965">
                  <c:v>45970</c:v>
                </c:pt>
                <c:pt idx="3966">
                  <c:v>45971</c:v>
                </c:pt>
                <c:pt idx="3967">
                  <c:v>45972</c:v>
                </c:pt>
                <c:pt idx="3968">
                  <c:v>45973</c:v>
                </c:pt>
                <c:pt idx="3969">
                  <c:v>45974</c:v>
                </c:pt>
                <c:pt idx="3970">
                  <c:v>45975</c:v>
                </c:pt>
                <c:pt idx="3971">
                  <c:v>45976</c:v>
                </c:pt>
                <c:pt idx="3972">
                  <c:v>45977</c:v>
                </c:pt>
                <c:pt idx="3973">
                  <c:v>45978</c:v>
                </c:pt>
                <c:pt idx="3974">
                  <c:v>45979</c:v>
                </c:pt>
                <c:pt idx="3975">
                  <c:v>45980</c:v>
                </c:pt>
                <c:pt idx="3976">
                  <c:v>45981</c:v>
                </c:pt>
                <c:pt idx="3977">
                  <c:v>45982</c:v>
                </c:pt>
                <c:pt idx="3978">
                  <c:v>45983</c:v>
                </c:pt>
                <c:pt idx="3979">
                  <c:v>45984</c:v>
                </c:pt>
                <c:pt idx="3980">
                  <c:v>45985</c:v>
                </c:pt>
                <c:pt idx="3981">
                  <c:v>45986</c:v>
                </c:pt>
                <c:pt idx="3982">
                  <c:v>45987</c:v>
                </c:pt>
                <c:pt idx="3983">
                  <c:v>45988</c:v>
                </c:pt>
                <c:pt idx="3984">
                  <c:v>45989</c:v>
                </c:pt>
                <c:pt idx="3985">
                  <c:v>45990</c:v>
                </c:pt>
                <c:pt idx="3986">
                  <c:v>45991</c:v>
                </c:pt>
                <c:pt idx="3987">
                  <c:v>45992</c:v>
                </c:pt>
                <c:pt idx="3988">
                  <c:v>45993</c:v>
                </c:pt>
                <c:pt idx="3989">
                  <c:v>45994</c:v>
                </c:pt>
                <c:pt idx="3990">
                  <c:v>45995</c:v>
                </c:pt>
                <c:pt idx="3991">
                  <c:v>45996</c:v>
                </c:pt>
                <c:pt idx="3992">
                  <c:v>45997</c:v>
                </c:pt>
                <c:pt idx="3993">
                  <c:v>45998</c:v>
                </c:pt>
                <c:pt idx="3994">
                  <c:v>45999</c:v>
                </c:pt>
                <c:pt idx="3995">
                  <c:v>46000</c:v>
                </c:pt>
                <c:pt idx="3996">
                  <c:v>46001</c:v>
                </c:pt>
                <c:pt idx="3997">
                  <c:v>46002</c:v>
                </c:pt>
                <c:pt idx="3998">
                  <c:v>46003</c:v>
                </c:pt>
                <c:pt idx="3999">
                  <c:v>46004</c:v>
                </c:pt>
                <c:pt idx="4000">
                  <c:v>46005</c:v>
                </c:pt>
                <c:pt idx="4001">
                  <c:v>46006</c:v>
                </c:pt>
                <c:pt idx="4002">
                  <c:v>46007</c:v>
                </c:pt>
                <c:pt idx="4003">
                  <c:v>46008</c:v>
                </c:pt>
                <c:pt idx="4004">
                  <c:v>46009</c:v>
                </c:pt>
                <c:pt idx="4005">
                  <c:v>46010</c:v>
                </c:pt>
                <c:pt idx="4006">
                  <c:v>46011</c:v>
                </c:pt>
                <c:pt idx="4007">
                  <c:v>46012</c:v>
                </c:pt>
                <c:pt idx="4008">
                  <c:v>46013</c:v>
                </c:pt>
                <c:pt idx="4009">
                  <c:v>46014</c:v>
                </c:pt>
                <c:pt idx="4010">
                  <c:v>46015</c:v>
                </c:pt>
                <c:pt idx="4011">
                  <c:v>46016</c:v>
                </c:pt>
                <c:pt idx="4012">
                  <c:v>46017</c:v>
                </c:pt>
                <c:pt idx="4013">
                  <c:v>46018</c:v>
                </c:pt>
                <c:pt idx="4014">
                  <c:v>46019</c:v>
                </c:pt>
                <c:pt idx="4015">
                  <c:v>46020</c:v>
                </c:pt>
                <c:pt idx="4016">
                  <c:v>46021</c:v>
                </c:pt>
                <c:pt idx="4017">
                  <c:v>46022</c:v>
                </c:pt>
                <c:pt idx="4018">
                  <c:v>46023</c:v>
                </c:pt>
                <c:pt idx="4019">
                  <c:v>46024</c:v>
                </c:pt>
                <c:pt idx="4020">
                  <c:v>46025</c:v>
                </c:pt>
                <c:pt idx="4021">
                  <c:v>46026</c:v>
                </c:pt>
                <c:pt idx="4022">
                  <c:v>46027</c:v>
                </c:pt>
                <c:pt idx="4023">
                  <c:v>46028</c:v>
                </c:pt>
                <c:pt idx="4024">
                  <c:v>46029</c:v>
                </c:pt>
                <c:pt idx="4025">
                  <c:v>46030</c:v>
                </c:pt>
                <c:pt idx="4026">
                  <c:v>46031</c:v>
                </c:pt>
                <c:pt idx="4027">
                  <c:v>46032</c:v>
                </c:pt>
                <c:pt idx="4028">
                  <c:v>46033</c:v>
                </c:pt>
                <c:pt idx="4029">
                  <c:v>46034</c:v>
                </c:pt>
                <c:pt idx="4030">
                  <c:v>46035</c:v>
                </c:pt>
                <c:pt idx="4031">
                  <c:v>46036</c:v>
                </c:pt>
                <c:pt idx="4032">
                  <c:v>46037</c:v>
                </c:pt>
                <c:pt idx="4033">
                  <c:v>46038</c:v>
                </c:pt>
                <c:pt idx="4034">
                  <c:v>46039</c:v>
                </c:pt>
                <c:pt idx="4035">
                  <c:v>46040</c:v>
                </c:pt>
                <c:pt idx="4036">
                  <c:v>46041</c:v>
                </c:pt>
                <c:pt idx="4037">
                  <c:v>46042</c:v>
                </c:pt>
                <c:pt idx="4038">
                  <c:v>46043</c:v>
                </c:pt>
                <c:pt idx="4039">
                  <c:v>46044</c:v>
                </c:pt>
                <c:pt idx="4040">
                  <c:v>46045</c:v>
                </c:pt>
                <c:pt idx="4041">
                  <c:v>46046</c:v>
                </c:pt>
                <c:pt idx="4042">
                  <c:v>46047</c:v>
                </c:pt>
                <c:pt idx="4043">
                  <c:v>46048</c:v>
                </c:pt>
                <c:pt idx="4044">
                  <c:v>46049</c:v>
                </c:pt>
                <c:pt idx="4045">
                  <c:v>46050</c:v>
                </c:pt>
                <c:pt idx="4046">
                  <c:v>46051</c:v>
                </c:pt>
                <c:pt idx="4047">
                  <c:v>46052</c:v>
                </c:pt>
                <c:pt idx="4048">
                  <c:v>46053</c:v>
                </c:pt>
                <c:pt idx="4049">
                  <c:v>46054</c:v>
                </c:pt>
                <c:pt idx="4050">
                  <c:v>46055</c:v>
                </c:pt>
                <c:pt idx="4051">
                  <c:v>46056</c:v>
                </c:pt>
                <c:pt idx="4052">
                  <c:v>46057</c:v>
                </c:pt>
                <c:pt idx="4053">
                  <c:v>46058</c:v>
                </c:pt>
                <c:pt idx="4054">
                  <c:v>46059</c:v>
                </c:pt>
                <c:pt idx="4055">
                  <c:v>46060</c:v>
                </c:pt>
                <c:pt idx="4056">
                  <c:v>46061</c:v>
                </c:pt>
                <c:pt idx="4057">
                  <c:v>46062</c:v>
                </c:pt>
                <c:pt idx="4058">
                  <c:v>46063</c:v>
                </c:pt>
                <c:pt idx="4059">
                  <c:v>46064</c:v>
                </c:pt>
                <c:pt idx="4060">
                  <c:v>46065</c:v>
                </c:pt>
                <c:pt idx="4061">
                  <c:v>46066</c:v>
                </c:pt>
                <c:pt idx="4062">
                  <c:v>46067</c:v>
                </c:pt>
                <c:pt idx="4063">
                  <c:v>46068</c:v>
                </c:pt>
                <c:pt idx="4064">
                  <c:v>46069</c:v>
                </c:pt>
                <c:pt idx="4065">
                  <c:v>46070</c:v>
                </c:pt>
                <c:pt idx="4066">
                  <c:v>46071</c:v>
                </c:pt>
                <c:pt idx="4067">
                  <c:v>46072</c:v>
                </c:pt>
                <c:pt idx="4068">
                  <c:v>46073</c:v>
                </c:pt>
                <c:pt idx="4069">
                  <c:v>46074</c:v>
                </c:pt>
                <c:pt idx="4070">
                  <c:v>46075</c:v>
                </c:pt>
                <c:pt idx="4071">
                  <c:v>46076</c:v>
                </c:pt>
                <c:pt idx="4072">
                  <c:v>46077</c:v>
                </c:pt>
                <c:pt idx="4073">
                  <c:v>46078</c:v>
                </c:pt>
                <c:pt idx="4074">
                  <c:v>46079</c:v>
                </c:pt>
                <c:pt idx="4075">
                  <c:v>46080</c:v>
                </c:pt>
                <c:pt idx="4076">
                  <c:v>46081</c:v>
                </c:pt>
                <c:pt idx="4077">
                  <c:v>46082</c:v>
                </c:pt>
                <c:pt idx="4078">
                  <c:v>46083</c:v>
                </c:pt>
                <c:pt idx="4079">
                  <c:v>46084</c:v>
                </c:pt>
                <c:pt idx="4080">
                  <c:v>46085</c:v>
                </c:pt>
                <c:pt idx="4081">
                  <c:v>46086</c:v>
                </c:pt>
                <c:pt idx="4082">
                  <c:v>46087</c:v>
                </c:pt>
                <c:pt idx="4083">
                  <c:v>46088</c:v>
                </c:pt>
                <c:pt idx="4084">
                  <c:v>46089</c:v>
                </c:pt>
                <c:pt idx="4085">
                  <c:v>46090</c:v>
                </c:pt>
                <c:pt idx="4086">
                  <c:v>46091</c:v>
                </c:pt>
                <c:pt idx="4087">
                  <c:v>46092</c:v>
                </c:pt>
                <c:pt idx="4088">
                  <c:v>46093</c:v>
                </c:pt>
                <c:pt idx="4089">
                  <c:v>46094</c:v>
                </c:pt>
                <c:pt idx="4090">
                  <c:v>46095</c:v>
                </c:pt>
                <c:pt idx="4091">
                  <c:v>46096</c:v>
                </c:pt>
                <c:pt idx="4092">
                  <c:v>46097</c:v>
                </c:pt>
                <c:pt idx="4093">
                  <c:v>46098</c:v>
                </c:pt>
                <c:pt idx="4094">
                  <c:v>46099</c:v>
                </c:pt>
                <c:pt idx="4095">
                  <c:v>46100</c:v>
                </c:pt>
                <c:pt idx="4096">
                  <c:v>46101</c:v>
                </c:pt>
                <c:pt idx="4097">
                  <c:v>46102</c:v>
                </c:pt>
                <c:pt idx="4098">
                  <c:v>46103</c:v>
                </c:pt>
                <c:pt idx="4099">
                  <c:v>46104</c:v>
                </c:pt>
                <c:pt idx="4100">
                  <c:v>46105</c:v>
                </c:pt>
                <c:pt idx="4101">
                  <c:v>46106</c:v>
                </c:pt>
                <c:pt idx="4102">
                  <c:v>46107</c:v>
                </c:pt>
                <c:pt idx="4103">
                  <c:v>46108</c:v>
                </c:pt>
                <c:pt idx="4104">
                  <c:v>46109</c:v>
                </c:pt>
                <c:pt idx="4105">
                  <c:v>46110</c:v>
                </c:pt>
                <c:pt idx="4106">
                  <c:v>46111</c:v>
                </c:pt>
                <c:pt idx="4107">
                  <c:v>46112</c:v>
                </c:pt>
                <c:pt idx="4108">
                  <c:v>46113</c:v>
                </c:pt>
                <c:pt idx="4109">
                  <c:v>46114</c:v>
                </c:pt>
                <c:pt idx="4110">
                  <c:v>46115</c:v>
                </c:pt>
                <c:pt idx="4111">
                  <c:v>46116</c:v>
                </c:pt>
                <c:pt idx="4112">
                  <c:v>46117</c:v>
                </c:pt>
                <c:pt idx="4113">
                  <c:v>46118</c:v>
                </c:pt>
                <c:pt idx="4114">
                  <c:v>46119</c:v>
                </c:pt>
                <c:pt idx="4115">
                  <c:v>46120</c:v>
                </c:pt>
                <c:pt idx="4116">
                  <c:v>46121</c:v>
                </c:pt>
                <c:pt idx="4117">
                  <c:v>46122</c:v>
                </c:pt>
                <c:pt idx="4118">
                  <c:v>46123</c:v>
                </c:pt>
                <c:pt idx="4119">
                  <c:v>46124</c:v>
                </c:pt>
                <c:pt idx="4120">
                  <c:v>46125</c:v>
                </c:pt>
                <c:pt idx="4121">
                  <c:v>46126</c:v>
                </c:pt>
                <c:pt idx="4122">
                  <c:v>46127</c:v>
                </c:pt>
                <c:pt idx="4123">
                  <c:v>46128</c:v>
                </c:pt>
                <c:pt idx="4124">
                  <c:v>46129</c:v>
                </c:pt>
                <c:pt idx="4125">
                  <c:v>46130</c:v>
                </c:pt>
                <c:pt idx="4126">
                  <c:v>46131</c:v>
                </c:pt>
                <c:pt idx="4127">
                  <c:v>46132</c:v>
                </c:pt>
                <c:pt idx="4128">
                  <c:v>46133</c:v>
                </c:pt>
                <c:pt idx="4129">
                  <c:v>46134</c:v>
                </c:pt>
                <c:pt idx="4130">
                  <c:v>46135</c:v>
                </c:pt>
                <c:pt idx="4131">
                  <c:v>46136</c:v>
                </c:pt>
                <c:pt idx="4132">
                  <c:v>46137</c:v>
                </c:pt>
                <c:pt idx="4133">
                  <c:v>46138</c:v>
                </c:pt>
                <c:pt idx="4134">
                  <c:v>46139</c:v>
                </c:pt>
                <c:pt idx="4135">
                  <c:v>46140</c:v>
                </c:pt>
                <c:pt idx="4136">
                  <c:v>46141</c:v>
                </c:pt>
                <c:pt idx="4137">
                  <c:v>46142</c:v>
                </c:pt>
                <c:pt idx="4138">
                  <c:v>46143</c:v>
                </c:pt>
                <c:pt idx="4139">
                  <c:v>46144</c:v>
                </c:pt>
                <c:pt idx="4140">
                  <c:v>46145</c:v>
                </c:pt>
                <c:pt idx="4141">
                  <c:v>46146</c:v>
                </c:pt>
                <c:pt idx="4142">
                  <c:v>46147</c:v>
                </c:pt>
                <c:pt idx="4143">
                  <c:v>46148</c:v>
                </c:pt>
                <c:pt idx="4144">
                  <c:v>46149</c:v>
                </c:pt>
                <c:pt idx="4145">
                  <c:v>46150</c:v>
                </c:pt>
                <c:pt idx="4146">
                  <c:v>46151</c:v>
                </c:pt>
                <c:pt idx="4147">
                  <c:v>46152</c:v>
                </c:pt>
                <c:pt idx="4148">
                  <c:v>46153</c:v>
                </c:pt>
                <c:pt idx="4149">
                  <c:v>46154</c:v>
                </c:pt>
                <c:pt idx="4150">
                  <c:v>46155</c:v>
                </c:pt>
                <c:pt idx="4151">
                  <c:v>46156</c:v>
                </c:pt>
                <c:pt idx="4152">
                  <c:v>46157</c:v>
                </c:pt>
                <c:pt idx="4153">
                  <c:v>46158</c:v>
                </c:pt>
                <c:pt idx="4154">
                  <c:v>46159</c:v>
                </c:pt>
                <c:pt idx="4155">
                  <c:v>46160</c:v>
                </c:pt>
                <c:pt idx="4156">
                  <c:v>46161</c:v>
                </c:pt>
                <c:pt idx="4157">
                  <c:v>46162</c:v>
                </c:pt>
                <c:pt idx="4158">
                  <c:v>46163</c:v>
                </c:pt>
                <c:pt idx="4159">
                  <c:v>46164</c:v>
                </c:pt>
                <c:pt idx="4160">
                  <c:v>46165</c:v>
                </c:pt>
                <c:pt idx="4161">
                  <c:v>46166</c:v>
                </c:pt>
                <c:pt idx="4162">
                  <c:v>46167</c:v>
                </c:pt>
                <c:pt idx="4163">
                  <c:v>46168</c:v>
                </c:pt>
                <c:pt idx="4164">
                  <c:v>46169</c:v>
                </c:pt>
                <c:pt idx="4165">
                  <c:v>46170</c:v>
                </c:pt>
                <c:pt idx="4166">
                  <c:v>46171</c:v>
                </c:pt>
                <c:pt idx="4167">
                  <c:v>46172</c:v>
                </c:pt>
                <c:pt idx="4168">
                  <c:v>46173</c:v>
                </c:pt>
                <c:pt idx="4169">
                  <c:v>46174</c:v>
                </c:pt>
                <c:pt idx="4170">
                  <c:v>46175</c:v>
                </c:pt>
                <c:pt idx="4171">
                  <c:v>46176</c:v>
                </c:pt>
                <c:pt idx="4172">
                  <c:v>46177</c:v>
                </c:pt>
                <c:pt idx="4173">
                  <c:v>46178</c:v>
                </c:pt>
                <c:pt idx="4174">
                  <c:v>46179</c:v>
                </c:pt>
                <c:pt idx="4175">
                  <c:v>46180</c:v>
                </c:pt>
                <c:pt idx="4176">
                  <c:v>46181</c:v>
                </c:pt>
                <c:pt idx="4177">
                  <c:v>46182</c:v>
                </c:pt>
                <c:pt idx="4178">
                  <c:v>46183</c:v>
                </c:pt>
                <c:pt idx="4179">
                  <c:v>46184</c:v>
                </c:pt>
                <c:pt idx="4180">
                  <c:v>46185</c:v>
                </c:pt>
                <c:pt idx="4181">
                  <c:v>46186</c:v>
                </c:pt>
                <c:pt idx="4182">
                  <c:v>46187</c:v>
                </c:pt>
                <c:pt idx="4183">
                  <c:v>46188</c:v>
                </c:pt>
                <c:pt idx="4184">
                  <c:v>46189</c:v>
                </c:pt>
                <c:pt idx="4185">
                  <c:v>46190</c:v>
                </c:pt>
                <c:pt idx="4186">
                  <c:v>46191</c:v>
                </c:pt>
                <c:pt idx="4187">
                  <c:v>46192</c:v>
                </c:pt>
                <c:pt idx="4188">
                  <c:v>46193</c:v>
                </c:pt>
                <c:pt idx="4189">
                  <c:v>46194</c:v>
                </c:pt>
                <c:pt idx="4190">
                  <c:v>46195</c:v>
                </c:pt>
                <c:pt idx="4191">
                  <c:v>46196</c:v>
                </c:pt>
                <c:pt idx="4192">
                  <c:v>46197</c:v>
                </c:pt>
                <c:pt idx="4193">
                  <c:v>46198</c:v>
                </c:pt>
                <c:pt idx="4194">
                  <c:v>46199</c:v>
                </c:pt>
                <c:pt idx="4195">
                  <c:v>46200</c:v>
                </c:pt>
                <c:pt idx="4196">
                  <c:v>46201</c:v>
                </c:pt>
                <c:pt idx="4197">
                  <c:v>46202</c:v>
                </c:pt>
                <c:pt idx="4198">
                  <c:v>46203</c:v>
                </c:pt>
                <c:pt idx="4199">
                  <c:v>46204</c:v>
                </c:pt>
                <c:pt idx="4200">
                  <c:v>46205</c:v>
                </c:pt>
                <c:pt idx="4201">
                  <c:v>46206</c:v>
                </c:pt>
                <c:pt idx="4202">
                  <c:v>46207</c:v>
                </c:pt>
                <c:pt idx="4203">
                  <c:v>46208</c:v>
                </c:pt>
                <c:pt idx="4204">
                  <c:v>46209</c:v>
                </c:pt>
                <c:pt idx="4205">
                  <c:v>46210</c:v>
                </c:pt>
                <c:pt idx="4206">
                  <c:v>46211</c:v>
                </c:pt>
                <c:pt idx="4207">
                  <c:v>46212</c:v>
                </c:pt>
                <c:pt idx="4208">
                  <c:v>46213</c:v>
                </c:pt>
                <c:pt idx="4209">
                  <c:v>46214</c:v>
                </c:pt>
                <c:pt idx="4210">
                  <c:v>46215</c:v>
                </c:pt>
                <c:pt idx="4211">
                  <c:v>46216</c:v>
                </c:pt>
                <c:pt idx="4212">
                  <c:v>46217</c:v>
                </c:pt>
                <c:pt idx="4213">
                  <c:v>46218</c:v>
                </c:pt>
                <c:pt idx="4214">
                  <c:v>46219</c:v>
                </c:pt>
                <c:pt idx="4215">
                  <c:v>46220</c:v>
                </c:pt>
                <c:pt idx="4216">
                  <c:v>46221</c:v>
                </c:pt>
                <c:pt idx="4217">
                  <c:v>46222</c:v>
                </c:pt>
                <c:pt idx="4218">
                  <c:v>46223</c:v>
                </c:pt>
                <c:pt idx="4219">
                  <c:v>46224</c:v>
                </c:pt>
                <c:pt idx="4220">
                  <c:v>46225</c:v>
                </c:pt>
                <c:pt idx="4221">
                  <c:v>46226</c:v>
                </c:pt>
                <c:pt idx="4222">
                  <c:v>46227</c:v>
                </c:pt>
                <c:pt idx="4223">
                  <c:v>46228</c:v>
                </c:pt>
                <c:pt idx="4224">
                  <c:v>46229</c:v>
                </c:pt>
                <c:pt idx="4225">
                  <c:v>46230</c:v>
                </c:pt>
                <c:pt idx="4226">
                  <c:v>46231</c:v>
                </c:pt>
                <c:pt idx="4227">
                  <c:v>46232</c:v>
                </c:pt>
                <c:pt idx="4228">
                  <c:v>46233</c:v>
                </c:pt>
                <c:pt idx="4229">
                  <c:v>46234</c:v>
                </c:pt>
                <c:pt idx="4230">
                  <c:v>46235</c:v>
                </c:pt>
                <c:pt idx="4231">
                  <c:v>46236</c:v>
                </c:pt>
                <c:pt idx="4232">
                  <c:v>46237</c:v>
                </c:pt>
                <c:pt idx="4233">
                  <c:v>46238</c:v>
                </c:pt>
                <c:pt idx="4234">
                  <c:v>46239</c:v>
                </c:pt>
                <c:pt idx="4235">
                  <c:v>46240</c:v>
                </c:pt>
                <c:pt idx="4236">
                  <c:v>46241</c:v>
                </c:pt>
                <c:pt idx="4237">
                  <c:v>46242</c:v>
                </c:pt>
                <c:pt idx="4238">
                  <c:v>46243</c:v>
                </c:pt>
                <c:pt idx="4239">
                  <c:v>46244</c:v>
                </c:pt>
                <c:pt idx="4240">
                  <c:v>46245</c:v>
                </c:pt>
                <c:pt idx="4241">
                  <c:v>46246</c:v>
                </c:pt>
                <c:pt idx="4242">
                  <c:v>46247</c:v>
                </c:pt>
                <c:pt idx="4243">
                  <c:v>46248</c:v>
                </c:pt>
                <c:pt idx="4244">
                  <c:v>46249</c:v>
                </c:pt>
                <c:pt idx="4245">
                  <c:v>46250</c:v>
                </c:pt>
                <c:pt idx="4246">
                  <c:v>46251</c:v>
                </c:pt>
                <c:pt idx="4247">
                  <c:v>46252</c:v>
                </c:pt>
                <c:pt idx="4248">
                  <c:v>46253</c:v>
                </c:pt>
                <c:pt idx="4249">
                  <c:v>46254</c:v>
                </c:pt>
                <c:pt idx="4250">
                  <c:v>46255</c:v>
                </c:pt>
                <c:pt idx="4251">
                  <c:v>46256</c:v>
                </c:pt>
                <c:pt idx="4252">
                  <c:v>46257</c:v>
                </c:pt>
                <c:pt idx="4253">
                  <c:v>46258</c:v>
                </c:pt>
                <c:pt idx="4254">
                  <c:v>46259</c:v>
                </c:pt>
                <c:pt idx="4255">
                  <c:v>46260</c:v>
                </c:pt>
                <c:pt idx="4256">
                  <c:v>46261</c:v>
                </c:pt>
                <c:pt idx="4257">
                  <c:v>46262</c:v>
                </c:pt>
                <c:pt idx="4258">
                  <c:v>46263</c:v>
                </c:pt>
                <c:pt idx="4259">
                  <c:v>46264</c:v>
                </c:pt>
                <c:pt idx="4260">
                  <c:v>46265</c:v>
                </c:pt>
                <c:pt idx="4261">
                  <c:v>46266</c:v>
                </c:pt>
                <c:pt idx="4262">
                  <c:v>46267</c:v>
                </c:pt>
                <c:pt idx="4263">
                  <c:v>46268</c:v>
                </c:pt>
                <c:pt idx="4264">
                  <c:v>46269</c:v>
                </c:pt>
                <c:pt idx="4265">
                  <c:v>46270</c:v>
                </c:pt>
              </c:numCache>
            </c:numRef>
          </c:cat>
          <c:val>
            <c:numRef>
              <c:f>Planilha1!$D$2:$D$4267</c:f>
              <c:numCache>
                <c:formatCode>General</c:formatCode>
                <c:ptCount val="426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20-4B82-B474-FF9C049E0B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79459327"/>
        <c:axId val="2079644143"/>
      </c:lineChart>
      <c:dateAx>
        <c:axId val="2079459327"/>
        <c:scaling>
          <c:orientation val="minMax"/>
        </c:scaling>
        <c:delete val="0"/>
        <c:axPos val="b"/>
        <c:numFmt formatCode="yyyy\-mm\-dd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2079644143"/>
        <c:crossesAt val="-2"/>
        <c:auto val="1"/>
        <c:lblOffset val="100"/>
        <c:baseTimeUnit val="days"/>
        <c:majorUnit val="3"/>
        <c:majorTimeUnit val="years"/>
      </c:dateAx>
      <c:valAx>
        <c:axId val="2079644143"/>
        <c:scaling>
          <c:orientation val="minMax"/>
          <c:min val="-1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2079459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237277077744738E-2"/>
          <c:y val="6.4472776981418733E-2"/>
          <c:w val="0.8874865092777996"/>
          <c:h val="0.79909922715739201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Abertura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300"/>
              <c:layout>
                <c:manualLayout>
                  <c:x val="-1.5425404548151901E-2"/>
                  <c:y val="5.861161543765339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865-44EA-83FC-307305E36EED}"/>
                </c:ext>
              </c:extLst>
            </c:dLbl>
            <c:spPr>
              <a:solidFill>
                <a:srgbClr val="992937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Planilha1!$A$2:$A$1306</c:f>
              <c:numCache>
                <c:formatCode>[$-409]mmm\-yy;@</c:formatCode>
                <c:ptCount val="1305"/>
                <c:pt idx="0">
                  <c:v>44434</c:v>
                </c:pt>
                <c:pt idx="1">
                  <c:v>44435</c:v>
                </c:pt>
                <c:pt idx="2">
                  <c:v>44438</c:v>
                </c:pt>
                <c:pt idx="3">
                  <c:v>44439</c:v>
                </c:pt>
                <c:pt idx="4">
                  <c:v>44440</c:v>
                </c:pt>
                <c:pt idx="5">
                  <c:v>44441</c:v>
                </c:pt>
                <c:pt idx="6">
                  <c:v>44442</c:v>
                </c:pt>
                <c:pt idx="7">
                  <c:v>44445</c:v>
                </c:pt>
                <c:pt idx="8">
                  <c:v>44446</c:v>
                </c:pt>
                <c:pt idx="9">
                  <c:v>44447</c:v>
                </c:pt>
                <c:pt idx="10">
                  <c:v>44448</c:v>
                </c:pt>
                <c:pt idx="11">
                  <c:v>44449</c:v>
                </c:pt>
                <c:pt idx="12">
                  <c:v>44452</c:v>
                </c:pt>
                <c:pt idx="13">
                  <c:v>44453</c:v>
                </c:pt>
                <c:pt idx="14">
                  <c:v>44454</c:v>
                </c:pt>
                <c:pt idx="15">
                  <c:v>44455</c:v>
                </c:pt>
                <c:pt idx="16">
                  <c:v>44456</c:v>
                </c:pt>
                <c:pt idx="17">
                  <c:v>44459</c:v>
                </c:pt>
                <c:pt idx="18">
                  <c:v>44460</c:v>
                </c:pt>
                <c:pt idx="19">
                  <c:v>44461</c:v>
                </c:pt>
                <c:pt idx="20">
                  <c:v>44462</c:v>
                </c:pt>
                <c:pt idx="21">
                  <c:v>44463</c:v>
                </c:pt>
                <c:pt idx="22">
                  <c:v>44466</c:v>
                </c:pt>
                <c:pt idx="23">
                  <c:v>44467</c:v>
                </c:pt>
                <c:pt idx="24">
                  <c:v>44468</c:v>
                </c:pt>
                <c:pt idx="25">
                  <c:v>44469</c:v>
                </c:pt>
                <c:pt idx="26">
                  <c:v>44470</c:v>
                </c:pt>
                <c:pt idx="27">
                  <c:v>44473</c:v>
                </c:pt>
                <c:pt idx="28">
                  <c:v>44474</c:v>
                </c:pt>
                <c:pt idx="29">
                  <c:v>44475</c:v>
                </c:pt>
                <c:pt idx="30">
                  <c:v>44476</c:v>
                </c:pt>
                <c:pt idx="31">
                  <c:v>44477</c:v>
                </c:pt>
                <c:pt idx="32">
                  <c:v>44480</c:v>
                </c:pt>
                <c:pt idx="33">
                  <c:v>44481</c:v>
                </c:pt>
                <c:pt idx="34">
                  <c:v>44482</c:v>
                </c:pt>
                <c:pt idx="35">
                  <c:v>44483</c:v>
                </c:pt>
                <c:pt idx="36">
                  <c:v>44484</c:v>
                </c:pt>
                <c:pt idx="37">
                  <c:v>44487</c:v>
                </c:pt>
                <c:pt idx="38">
                  <c:v>44488</c:v>
                </c:pt>
                <c:pt idx="39">
                  <c:v>44489</c:v>
                </c:pt>
                <c:pt idx="40">
                  <c:v>44490</c:v>
                </c:pt>
                <c:pt idx="41">
                  <c:v>44491</c:v>
                </c:pt>
                <c:pt idx="42">
                  <c:v>44494</c:v>
                </c:pt>
                <c:pt idx="43">
                  <c:v>44495</c:v>
                </c:pt>
                <c:pt idx="44">
                  <c:v>44496</c:v>
                </c:pt>
                <c:pt idx="45">
                  <c:v>44497</c:v>
                </c:pt>
                <c:pt idx="46">
                  <c:v>44498</c:v>
                </c:pt>
                <c:pt idx="47">
                  <c:v>44501</c:v>
                </c:pt>
                <c:pt idx="48">
                  <c:v>44502</c:v>
                </c:pt>
                <c:pt idx="49">
                  <c:v>44503</c:v>
                </c:pt>
                <c:pt idx="50">
                  <c:v>44504</c:v>
                </c:pt>
                <c:pt idx="51">
                  <c:v>44505</c:v>
                </c:pt>
                <c:pt idx="52">
                  <c:v>44508</c:v>
                </c:pt>
                <c:pt idx="53">
                  <c:v>44509</c:v>
                </c:pt>
                <c:pt idx="54">
                  <c:v>44510</c:v>
                </c:pt>
                <c:pt idx="55">
                  <c:v>44511</c:v>
                </c:pt>
                <c:pt idx="56">
                  <c:v>44512</c:v>
                </c:pt>
                <c:pt idx="57">
                  <c:v>44515</c:v>
                </c:pt>
                <c:pt idx="58">
                  <c:v>44516</c:v>
                </c:pt>
                <c:pt idx="59">
                  <c:v>44517</c:v>
                </c:pt>
                <c:pt idx="60">
                  <c:v>44518</c:v>
                </c:pt>
                <c:pt idx="61">
                  <c:v>44519</c:v>
                </c:pt>
                <c:pt idx="62">
                  <c:v>44522</c:v>
                </c:pt>
                <c:pt idx="63">
                  <c:v>44523</c:v>
                </c:pt>
                <c:pt idx="64">
                  <c:v>44524</c:v>
                </c:pt>
                <c:pt idx="65">
                  <c:v>44525</c:v>
                </c:pt>
                <c:pt idx="66">
                  <c:v>44526</c:v>
                </c:pt>
                <c:pt idx="67">
                  <c:v>44529</c:v>
                </c:pt>
                <c:pt idx="68">
                  <c:v>44530</c:v>
                </c:pt>
                <c:pt idx="69">
                  <c:v>44531</c:v>
                </c:pt>
                <c:pt idx="70">
                  <c:v>44532</c:v>
                </c:pt>
                <c:pt idx="71">
                  <c:v>44533</c:v>
                </c:pt>
                <c:pt idx="72">
                  <c:v>44536</c:v>
                </c:pt>
                <c:pt idx="73">
                  <c:v>44537</c:v>
                </c:pt>
                <c:pt idx="74">
                  <c:v>44538</c:v>
                </c:pt>
                <c:pt idx="75">
                  <c:v>44539</c:v>
                </c:pt>
                <c:pt idx="76">
                  <c:v>44540</c:v>
                </c:pt>
                <c:pt idx="77">
                  <c:v>44543</c:v>
                </c:pt>
                <c:pt idx="78">
                  <c:v>44544</c:v>
                </c:pt>
                <c:pt idx="79">
                  <c:v>44545</c:v>
                </c:pt>
                <c:pt idx="80">
                  <c:v>44546</c:v>
                </c:pt>
                <c:pt idx="81">
                  <c:v>44547</c:v>
                </c:pt>
                <c:pt idx="82">
                  <c:v>44550</c:v>
                </c:pt>
                <c:pt idx="83">
                  <c:v>44551</c:v>
                </c:pt>
                <c:pt idx="84">
                  <c:v>44552</c:v>
                </c:pt>
                <c:pt idx="85">
                  <c:v>44553</c:v>
                </c:pt>
                <c:pt idx="86">
                  <c:v>44554</c:v>
                </c:pt>
                <c:pt idx="87">
                  <c:v>44557</c:v>
                </c:pt>
                <c:pt idx="88">
                  <c:v>44558</c:v>
                </c:pt>
                <c:pt idx="89">
                  <c:v>44559</c:v>
                </c:pt>
                <c:pt idx="90">
                  <c:v>44560</c:v>
                </c:pt>
                <c:pt idx="91">
                  <c:v>44561</c:v>
                </c:pt>
                <c:pt idx="92">
                  <c:v>44564</c:v>
                </c:pt>
                <c:pt idx="93">
                  <c:v>44565</c:v>
                </c:pt>
                <c:pt idx="94">
                  <c:v>44566</c:v>
                </c:pt>
                <c:pt idx="95">
                  <c:v>44567</c:v>
                </c:pt>
                <c:pt idx="96">
                  <c:v>44568</c:v>
                </c:pt>
                <c:pt idx="97">
                  <c:v>44571</c:v>
                </c:pt>
                <c:pt idx="98">
                  <c:v>44572</c:v>
                </c:pt>
                <c:pt idx="99">
                  <c:v>44573</c:v>
                </c:pt>
                <c:pt idx="100">
                  <c:v>44574</c:v>
                </c:pt>
                <c:pt idx="101">
                  <c:v>44575</c:v>
                </c:pt>
                <c:pt idx="102">
                  <c:v>44578</c:v>
                </c:pt>
                <c:pt idx="103">
                  <c:v>44579</c:v>
                </c:pt>
                <c:pt idx="104">
                  <c:v>44580</c:v>
                </c:pt>
                <c:pt idx="105">
                  <c:v>44581</c:v>
                </c:pt>
                <c:pt idx="106">
                  <c:v>44582</c:v>
                </c:pt>
                <c:pt idx="107">
                  <c:v>44585</c:v>
                </c:pt>
                <c:pt idx="108">
                  <c:v>44586</c:v>
                </c:pt>
                <c:pt idx="109">
                  <c:v>44587</c:v>
                </c:pt>
                <c:pt idx="110">
                  <c:v>44588</c:v>
                </c:pt>
                <c:pt idx="111">
                  <c:v>44589</c:v>
                </c:pt>
                <c:pt idx="112">
                  <c:v>44592</c:v>
                </c:pt>
                <c:pt idx="113">
                  <c:v>44593</c:v>
                </c:pt>
                <c:pt idx="114">
                  <c:v>44594</c:v>
                </c:pt>
                <c:pt idx="115">
                  <c:v>44595</c:v>
                </c:pt>
                <c:pt idx="116">
                  <c:v>44596</c:v>
                </c:pt>
                <c:pt idx="117">
                  <c:v>44599</c:v>
                </c:pt>
                <c:pt idx="118">
                  <c:v>44600</c:v>
                </c:pt>
                <c:pt idx="119">
                  <c:v>44601</c:v>
                </c:pt>
                <c:pt idx="120">
                  <c:v>44602</c:v>
                </c:pt>
                <c:pt idx="121">
                  <c:v>44603</c:v>
                </c:pt>
                <c:pt idx="122">
                  <c:v>44606</c:v>
                </c:pt>
                <c:pt idx="123">
                  <c:v>44607</c:v>
                </c:pt>
                <c:pt idx="124">
                  <c:v>44608</c:v>
                </c:pt>
                <c:pt idx="125">
                  <c:v>44609</c:v>
                </c:pt>
                <c:pt idx="126">
                  <c:v>44610</c:v>
                </c:pt>
                <c:pt idx="127">
                  <c:v>44613</c:v>
                </c:pt>
                <c:pt idx="128">
                  <c:v>44614</c:v>
                </c:pt>
                <c:pt idx="129">
                  <c:v>44615</c:v>
                </c:pt>
                <c:pt idx="130">
                  <c:v>44616</c:v>
                </c:pt>
                <c:pt idx="131">
                  <c:v>44617</c:v>
                </c:pt>
                <c:pt idx="132">
                  <c:v>44620</c:v>
                </c:pt>
                <c:pt idx="133">
                  <c:v>44621</c:v>
                </c:pt>
                <c:pt idx="134">
                  <c:v>44622</c:v>
                </c:pt>
                <c:pt idx="135">
                  <c:v>44623</c:v>
                </c:pt>
                <c:pt idx="136">
                  <c:v>44624</c:v>
                </c:pt>
                <c:pt idx="137">
                  <c:v>44627</c:v>
                </c:pt>
                <c:pt idx="138">
                  <c:v>44628</c:v>
                </c:pt>
                <c:pt idx="139">
                  <c:v>44629</c:v>
                </c:pt>
                <c:pt idx="140">
                  <c:v>44630</c:v>
                </c:pt>
                <c:pt idx="141">
                  <c:v>44631</c:v>
                </c:pt>
                <c:pt idx="142">
                  <c:v>44634</c:v>
                </c:pt>
                <c:pt idx="143">
                  <c:v>44635</c:v>
                </c:pt>
                <c:pt idx="144">
                  <c:v>44636</c:v>
                </c:pt>
                <c:pt idx="145">
                  <c:v>44637</c:v>
                </c:pt>
                <c:pt idx="146">
                  <c:v>44638</c:v>
                </c:pt>
                <c:pt idx="147">
                  <c:v>44641</c:v>
                </c:pt>
                <c:pt idx="148">
                  <c:v>44642</c:v>
                </c:pt>
                <c:pt idx="149">
                  <c:v>44643</c:v>
                </c:pt>
                <c:pt idx="150">
                  <c:v>44644</c:v>
                </c:pt>
                <c:pt idx="151">
                  <c:v>44645</c:v>
                </c:pt>
                <c:pt idx="152">
                  <c:v>44648</c:v>
                </c:pt>
                <c:pt idx="153">
                  <c:v>44649</c:v>
                </c:pt>
                <c:pt idx="154">
                  <c:v>44650</c:v>
                </c:pt>
                <c:pt idx="155">
                  <c:v>44651</c:v>
                </c:pt>
                <c:pt idx="156">
                  <c:v>44652</c:v>
                </c:pt>
                <c:pt idx="157">
                  <c:v>44655</c:v>
                </c:pt>
                <c:pt idx="158">
                  <c:v>44656</c:v>
                </c:pt>
                <c:pt idx="159">
                  <c:v>44657</c:v>
                </c:pt>
                <c:pt idx="160">
                  <c:v>44658</c:v>
                </c:pt>
                <c:pt idx="161">
                  <c:v>44659</c:v>
                </c:pt>
                <c:pt idx="162">
                  <c:v>44662</c:v>
                </c:pt>
                <c:pt idx="163">
                  <c:v>44663</c:v>
                </c:pt>
                <c:pt idx="164">
                  <c:v>44664</c:v>
                </c:pt>
                <c:pt idx="165">
                  <c:v>44665</c:v>
                </c:pt>
                <c:pt idx="166">
                  <c:v>44666</c:v>
                </c:pt>
                <c:pt idx="167">
                  <c:v>44669</c:v>
                </c:pt>
                <c:pt idx="168">
                  <c:v>44670</c:v>
                </c:pt>
                <c:pt idx="169">
                  <c:v>44671</c:v>
                </c:pt>
                <c:pt idx="170">
                  <c:v>44672</c:v>
                </c:pt>
                <c:pt idx="171">
                  <c:v>44673</c:v>
                </c:pt>
                <c:pt idx="172">
                  <c:v>44676</c:v>
                </c:pt>
                <c:pt idx="173">
                  <c:v>44677</c:v>
                </c:pt>
                <c:pt idx="174">
                  <c:v>44678</c:v>
                </c:pt>
                <c:pt idx="175">
                  <c:v>44679</c:v>
                </c:pt>
                <c:pt idx="176">
                  <c:v>44680</c:v>
                </c:pt>
                <c:pt idx="177">
                  <c:v>44683</c:v>
                </c:pt>
                <c:pt idx="178">
                  <c:v>44684</c:v>
                </c:pt>
                <c:pt idx="179">
                  <c:v>44685</c:v>
                </c:pt>
                <c:pt idx="180">
                  <c:v>44686</c:v>
                </c:pt>
                <c:pt idx="181">
                  <c:v>44687</c:v>
                </c:pt>
                <c:pt idx="182">
                  <c:v>44690</c:v>
                </c:pt>
                <c:pt idx="183">
                  <c:v>44691</c:v>
                </c:pt>
                <c:pt idx="184">
                  <c:v>44692</c:v>
                </c:pt>
                <c:pt idx="185">
                  <c:v>44693</c:v>
                </c:pt>
                <c:pt idx="186">
                  <c:v>44694</c:v>
                </c:pt>
                <c:pt idx="187">
                  <c:v>44697</c:v>
                </c:pt>
                <c:pt idx="188">
                  <c:v>44698</c:v>
                </c:pt>
                <c:pt idx="189">
                  <c:v>44699</c:v>
                </c:pt>
                <c:pt idx="190">
                  <c:v>44700</c:v>
                </c:pt>
                <c:pt idx="191">
                  <c:v>44701</c:v>
                </c:pt>
                <c:pt idx="192">
                  <c:v>44704</c:v>
                </c:pt>
                <c:pt idx="193">
                  <c:v>44705</c:v>
                </c:pt>
                <c:pt idx="194">
                  <c:v>44706</c:v>
                </c:pt>
                <c:pt idx="195">
                  <c:v>44707</c:v>
                </c:pt>
                <c:pt idx="196">
                  <c:v>44708</c:v>
                </c:pt>
                <c:pt idx="197">
                  <c:v>44711</c:v>
                </c:pt>
                <c:pt idx="198">
                  <c:v>44712</c:v>
                </c:pt>
                <c:pt idx="199">
                  <c:v>44713</c:v>
                </c:pt>
                <c:pt idx="200">
                  <c:v>44714</c:v>
                </c:pt>
                <c:pt idx="201">
                  <c:v>44715</c:v>
                </c:pt>
                <c:pt idx="202">
                  <c:v>44718</c:v>
                </c:pt>
                <c:pt idx="203">
                  <c:v>44719</c:v>
                </c:pt>
                <c:pt idx="204">
                  <c:v>44720</c:v>
                </c:pt>
                <c:pt idx="205">
                  <c:v>44721</c:v>
                </c:pt>
                <c:pt idx="206">
                  <c:v>44722</c:v>
                </c:pt>
                <c:pt idx="207">
                  <c:v>44725</c:v>
                </c:pt>
                <c:pt idx="208">
                  <c:v>44726</c:v>
                </c:pt>
                <c:pt idx="209">
                  <c:v>44727</c:v>
                </c:pt>
                <c:pt idx="210">
                  <c:v>44728</c:v>
                </c:pt>
                <c:pt idx="211">
                  <c:v>44729</c:v>
                </c:pt>
                <c:pt idx="212">
                  <c:v>44732</c:v>
                </c:pt>
                <c:pt idx="213">
                  <c:v>44733</c:v>
                </c:pt>
                <c:pt idx="214">
                  <c:v>44734</c:v>
                </c:pt>
                <c:pt idx="215">
                  <c:v>44735</c:v>
                </c:pt>
                <c:pt idx="216">
                  <c:v>44736</c:v>
                </c:pt>
                <c:pt idx="217">
                  <c:v>44739</c:v>
                </c:pt>
                <c:pt idx="218">
                  <c:v>44740</c:v>
                </c:pt>
                <c:pt idx="219">
                  <c:v>44741</c:v>
                </c:pt>
                <c:pt idx="220">
                  <c:v>44742</c:v>
                </c:pt>
                <c:pt idx="221">
                  <c:v>44743</c:v>
                </c:pt>
                <c:pt idx="222">
                  <c:v>44746</c:v>
                </c:pt>
                <c:pt idx="223">
                  <c:v>44747</c:v>
                </c:pt>
                <c:pt idx="224">
                  <c:v>44748</c:v>
                </c:pt>
                <c:pt idx="225">
                  <c:v>44749</c:v>
                </c:pt>
                <c:pt idx="226">
                  <c:v>44750</c:v>
                </c:pt>
                <c:pt idx="227">
                  <c:v>44753</c:v>
                </c:pt>
                <c:pt idx="228">
                  <c:v>44754</c:v>
                </c:pt>
                <c:pt idx="229">
                  <c:v>44755</c:v>
                </c:pt>
                <c:pt idx="230">
                  <c:v>44756</c:v>
                </c:pt>
                <c:pt idx="231">
                  <c:v>44757</c:v>
                </c:pt>
                <c:pt idx="232">
                  <c:v>44760</c:v>
                </c:pt>
                <c:pt idx="233">
                  <c:v>44761</c:v>
                </c:pt>
                <c:pt idx="234">
                  <c:v>44762</c:v>
                </c:pt>
                <c:pt idx="235">
                  <c:v>44763</c:v>
                </c:pt>
                <c:pt idx="236">
                  <c:v>44764</c:v>
                </c:pt>
                <c:pt idx="237">
                  <c:v>44767</c:v>
                </c:pt>
                <c:pt idx="238">
                  <c:v>44768</c:v>
                </c:pt>
                <c:pt idx="239">
                  <c:v>44769</c:v>
                </c:pt>
                <c:pt idx="240">
                  <c:v>44770</c:v>
                </c:pt>
                <c:pt idx="241">
                  <c:v>44771</c:v>
                </c:pt>
                <c:pt idx="242">
                  <c:v>44774</c:v>
                </c:pt>
                <c:pt idx="243">
                  <c:v>44775</c:v>
                </c:pt>
                <c:pt idx="244">
                  <c:v>44776</c:v>
                </c:pt>
                <c:pt idx="245">
                  <c:v>44777</c:v>
                </c:pt>
                <c:pt idx="246">
                  <c:v>44778</c:v>
                </c:pt>
                <c:pt idx="247">
                  <c:v>44781</c:v>
                </c:pt>
                <c:pt idx="248">
                  <c:v>44782</c:v>
                </c:pt>
                <c:pt idx="249">
                  <c:v>44783</c:v>
                </c:pt>
                <c:pt idx="250">
                  <c:v>44784</c:v>
                </c:pt>
                <c:pt idx="251">
                  <c:v>44785</c:v>
                </c:pt>
                <c:pt idx="252">
                  <c:v>44788</c:v>
                </c:pt>
                <c:pt idx="253">
                  <c:v>44789</c:v>
                </c:pt>
                <c:pt idx="254">
                  <c:v>44790</c:v>
                </c:pt>
                <c:pt idx="255">
                  <c:v>44791</c:v>
                </c:pt>
                <c:pt idx="256">
                  <c:v>44792</c:v>
                </c:pt>
                <c:pt idx="257">
                  <c:v>44795</c:v>
                </c:pt>
                <c:pt idx="258">
                  <c:v>44796</c:v>
                </c:pt>
                <c:pt idx="259">
                  <c:v>44797</c:v>
                </c:pt>
                <c:pt idx="260">
                  <c:v>44798</c:v>
                </c:pt>
                <c:pt idx="261">
                  <c:v>44799</c:v>
                </c:pt>
                <c:pt idx="262">
                  <c:v>44802</c:v>
                </c:pt>
                <c:pt idx="263">
                  <c:v>44803</c:v>
                </c:pt>
                <c:pt idx="264">
                  <c:v>44804</c:v>
                </c:pt>
                <c:pt idx="265">
                  <c:v>44805</c:v>
                </c:pt>
                <c:pt idx="266">
                  <c:v>44806</c:v>
                </c:pt>
                <c:pt idx="267">
                  <c:v>44809</c:v>
                </c:pt>
                <c:pt idx="268">
                  <c:v>44810</c:v>
                </c:pt>
                <c:pt idx="269">
                  <c:v>44811</c:v>
                </c:pt>
                <c:pt idx="270">
                  <c:v>44812</c:v>
                </c:pt>
                <c:pt idx="271">
                  <c:v>44813</c:v>
                </c:pt>
                <c:pt idx="272">
                  <c:v>44816</c:v>
                </c:pt>
                <c:pt idx="273">
                  <c:v>44817</c:v>
                </c:pt>
                <c:pt idx="274">
                  <c:v>44818</c:v>
                </c:pt>
                <c:pt idx="275">
                  <c:v>44819</c:v>
                </c:pt>
                <c:pt idx="276">
                  <c:v>44820</c:v>
                </c:pt>
                <c:pt idx="277">
                  <c:v>44823</c:v>
                </c:pt>
                <c:pt idx="278">
                  <c:v>44824</c:v>
                </c:pt>
                <c:pt idx="279">
                  <c:v>44825</c:v>
                </c:pt>
                <c:pt idx="280">
                  <c:v>44826</c:v>
                </c:pt>
                <c:pt idx="281">
                  <c:v>44827</c:v>
                </c:pt>
                <c:pt idx="282">
                  <c:v>44830</c:v>
                </c:pt>
                <c:pt idx="283">
                  <c:v>44831</c:v>
                </c:pt>
                <c:pt idx="284">
                  <c:v>44832</c:v>
                </c:pt>
                <c:pt idx="285">
                  <c:v>44833</c:v>
                </c:pt>
                <c:pt idx="286">
                  <c:v>44834</c:v>
                </c:pt>
                <c:pt idx="287">
                  <c:v>44837</c:v>
                </c:pt>
                <c:pt idx="288">
                  <c:v>44838</c:v>
                </c:pt>
                <c:pt idx="289">
                  <c:v>44839</c:v>
                </c:pt>
                <c:pt idx="290">
                  <c:v>44840</c:v>
                </c:pt>
                <c:pt idx="291">
                  <c:v>44841</c:v>
                </c:pt>
                <c:pt idx="292">
                  <c:v>44844</c:v>
                </c:pt>
                <c:pt idx="293">
                  <c:v>44845</c:v>
                </c:pt>
                <c:pt idx="294">
                  <c:v>44846</c:v>
                </c:pt>
                <c:pt idx="295">
                  <c:v>44847</c:v>
                </c:pt>
                <c:pt idx="296">
                  <c:v>44848</c:v>
                </c:pt>
                <c:pt idx="297">
                  <c:v>44851</c:v>
                </c:pt>
                <c:pt idx="298">
                  <c:v>44852</c:v>
                </c:pt>
                <c:pt idx="299">
                  <c:v>44853</c:v>
                </c:pt>
                <c:pt idx="300">
                  <c:v>44854</c:v>
                </c:pt>
                <c:pt idx="301">
                  <c:v>44855</c:v>
                </c:pt>
                <c:pt idx="302">
                  <c:v>44858</c:v>
                </c:pt>
                <c:pt idx="303">
                  <c:v>44859</c:v>
                </c:pt>
                <c:pt idx="304">
                  <c:v>44860</c:v>
                </c:pt>
                <c:pt idx="305">
                  <c:v>44861</c:v>
                </c:pt>
                <c:pt idx="306">
                  <c:v>44862</c:v>
                </c:pt>
                <c:pt idx="307">
                  <c:v>44865</c:v>
                </c:pt>
                <c:pt idx="308">
                  <c:v>44866</c:v>
                </c:pt>
                <c:pt idx="309">
                  <c:v>44867</c:v>
                </c:pt>
                <c:pt idx="310">
                  <c:v>44868</c:v>
                </c:pt>
                <c:pt idx="311">
                  <c:v>44869</c:v>
                </c:pt>
                <c:pt idx="312">
                  <c:v>44872</c:v>
                </c:pt>
                <c:pt idx="313">
                  <c:v>44873</c:v>
                </c:pt>
                <c:pt idx="314">
                  <c:v>44874</c:v>
                </c:pt>
                <c:pt idx="315">
                  <c:v>44875</c:v>
                </c:pt>
                <c:pt idx="316">
                  <c:v>44876</c:v>
                </c:pt>
                <c:pt idx="317">
                  <c:v>44879</c:v>
                </c:pt>
                <c:pt idx="318">
                  <c:v>44880</c:v>
                </c:pt>
                <c:pt idx="319">
                  <c:v>44881</c:v>
                </c:pt>
                <c:pt idx="320">
                  <c:v>44882</c:v>
                </c:pt>
                <c:pt idx="321">
                  <c:v>44883</c:v>
                </c:pt>
                <c:pt idx="322">
                  <c:v>44886</c:v>
                </c:pt>
                <c:pt idx="323">
                  <c:v>44887</c:v>
                </c:pt>
                <c:pt idx="324">
                  <c:v>44888</c:v>
                </c:pt>
                <c:pt idx="325">
                  <c:v>44889</c:v>
                </c:pt>
                <c:pt idx="326">
                  <c:v>44890</c:v>
                </c:pt>
                <c:pt idx="327">
                  <c:v>44893</c:v>
                </c:pt>
                <c:pt idx="328">
                  <c:v>44894</c:v>
                </c:pt>
                <c:pt idx="329">
                  <c:v>44895</c:v>
                </c:pt>
                <c:pt idx="330">
                  <c:v>44896</c:v>
                </c:pt>
                <c:pt idx="331">
                  <c:v>44897</c:v>
                </c:pt>
                <c:pt idx="332">
                  <c:v>44900</c:v>
                </c:pt>
                <c:pt idx="333">
                  <c:v>44901</c:v>
                </c:pt>
                <c:pt idx="334">
                  <c:v>44902</c:v>
                </c:pt>
                <c:pt idx="335">
                  <c:v>44903</c:v>
                </c:pt>
                <c:pt idx="336">
                  <c:v>44904</c:v>
                </c:pt>
                <c:pt idx="337">
                  <c:v>44907</c:v>
                </c:pt>
                <c:pt idx="338">
                  <c:v>44908</c:v>
                </c:pt>
                <c:pt idx="339">
                  <c:v>44909</c:v>
                </c:pt>
                <c:pt idx="340">
                  <c:v>44910</c:v>
                </c:pt>
                <c:pt idx="341">
                  <c:v>44911</c:v>
                </c:pt>
                <c:pt idx="342">
                  <c:v>44914</c:v>
                </c:pt>
                <c:pt idx="343">
                  <c:v>44915</c:v>
                </c:pt>
                <c:pt idx="344">
                  <c:v>44916</c:v>
                </c:pt>
                <c:pt idx="345">
                  <c:v>44917</c:v>
                </c:pt>
                <c:pt idx="346">
                  <c:v>44918</c:v>
                </c:pt>
                <c:pt idx="347">
                  <c:v>44921</c:v>
                </c:pt>
                <c:pt idx="348">
                  <c:v>44922</c:v>
                </c:pt>
                <c:pt idx="349">
                  <c:v>44923</c:v>
                </c:pt>
                <c:pt idx="350">
                  <c:v>44924</c:v>
                </c:pt>
                <c:pt idx="351">
                  <c:v>44925</c:v>
                </c:pt>
                <c:pt idx="352">
                  <c:v>44928</c:v>
                </c:pt>
                <c:pt idx="353">
                  <c:v>44929</c:v>
                </c:pt>
                <c:pt idx="354">
                  <c:v>44930</c:v>
                </c:pt>
                <c:pt idx="355">
                  <c:v>44931</c:v>
                </c:pt>
                <c:pt idx="356">
                  <c:v>44932</c:v>
                </c:pt>
                <c:pt idx="357">
                  <c:v>44935</c:v>
                </c:pt>
                <c:pt idx="358">
                  <c:v>44936</c:v>
                </c:pt>
                <c:pt idx="359">
                  <c:v>44937</c:v>
                </c:pt>
                <c:pt idx="360">
                  <c:v>44938</c:v>
                </c:pt>
                <c:pt idx="361">
                  <c:v>44939</c:v>
                </c:pt>
                <c:pt idx="362">
                  <c:v>44942</c:v>
                </c:pt>
                <c:pt idx="363">
                  <c:v>44943</c:v>
                </c:pt>
                <c:pt idx="364">
                  <c:v>44944</c:v>
                </c:pt>
                <c:pt idx="365">
                  <c:v>44945</c:v>
                </c:pt>
                <c:pt idx="366">
                  <c:v>44946</c:v>
                </c:pt>
                <c:pt idx="367">
                  <c:v>44949</c:v>
                </c:pt>
                <c:pt idx="368">
                  <c:v>44950</c:v>
                </c:pt>
                <c:pt idx="369">
                  <c:v>44951</c:v>
                </c:pt>
                <c:pt idx="370">
                  <c:v>44952</c:v>
                </c:pt>
                <c:pt idx="371">
                  <c:v>44953</c:v>
                </c:pt>
                <c:pt idx="372">
                  <c:v>44956</c:v>
                </c:pt>
                <c:pt idx="373">
                  <c:v>44957</c:v>
                </c:pt>
                <c:pt idx="374">
                  <c:v>44958</c:v>
                </c:pt>
                <c:pt idx="375">
                  <c:v>44959</c:v>
                </c:pt>
                <c:pt idx="376">
                  <c:v>44960</c:v>
                </c:pt>
                <c:pt idx="377">
                  <c:v>44963</c:v>
                </c:pt>
                <c:pt idx="378">
                  <c:v>44964</c:v>
                </c:pt>
                <c:pt idx="379">
                  <c:v>44965</c:v>
                </c:pt>
                <c:pt idx="380">
                  <c:v>44966</c:v>
                </c:pt>
                <c:pt idx="381">
                  <c:v>44967</c:v>
                </c:pt>
                <c:pt idx="382">
                  <c:v>44970</c:v>
                </c:pt>
                <c:pt idx="383">
                  <c:v>44971</c:v>
                </c:pt>
                <c:pt idx="384">
                  <c:v>44972</c:v>
                </c:pt>
                <c:pt idx="385">
                  <c:v>44973</c:v>
                </c:pt>
                <c:pt idx="386">
                  <c:v>44974</c:v>
                </c:pt>
                <c:pt idx="387">
                  <c:v>44977</c:v>
                </c:pt>
                <c:pt idx="388">
                  <c:v>44978</c:v>
                </c:pt>
                <c:pt idx="389">
                  <c:v>44979</c:v>
                </c:pt>
                <c:pt idx="390">
                  <c:v>44980</c:v>
                </c:pt>
                <c:pt idx="391">
                  <c:v>44981</c:v>
                </c:pt>
                <c:pt idx="392">
                  <c:v>44984</c:v>
                </c:pt>
                <c:pt idx="393">
                  <c:v>44985</c:v>
                </c:pt>
                <c:pt idx="394">
                  <c:v>44986</c:v>
                </c:pt>
                <c:pt idx="395">
                  <c:v>44987</c:v>
                </c:pt>
                <c:pt idx="396">
                  <c:v>44988</c:v>
                </c:pt>
                <c:pt idx="397">
                  <c:v>44991</c:v>
                </c:pt>
                <c:pt idx="398">
                  <c:v>44992</c:v>
                </c:pt>
                <c:pt idx="399">
                  <c:v>44993</c:v>
                </c:pt>
                <c:pt idx="400">
                  <c:v>44994</c:v>
                </c:pt>
                <c:pt idx="401">
                  <c:v>44995</c:v>
                </c:pt>
                <c:pt idx="402">
                  <c:v>44998</c:v>
                </c:pt>
                <c:pt idx="403">
                  <c:v>44999</c:v>
                </c:pt>
                <c:pt idx="404">
                  <c:v>45000</c:v>
                </c:pt>
                <c:pt idx="405">
                  <c:v>45001</c:v>
                </c:pt>
                <c:pt idx="406">
                  <c:v>45002</c:v>
                </c:pt>
                <c:pt idx="407">
                  <c:v>45005</c:v>
                </c:pt>
                <c:pt idx="408">
                  <c:v>45006</c:v>
                </c:pt>
                <c:pt idx="409">
                  <c:v>45007</c:v>
                </c:pt>
                <c:pt idx="410">
                  <c:v>45008</c:v>
                </c:pt>
                <c:pt idx="411">
                  <c:v>45009</c:v>
                </c:pt>
                <c:pt idx="412">
                  <c:v>45012</c:v>
                </c:pt>
                <c:pt idx="413">
                  <c:v>45013</c:v>
                </c:pt>
                <c:pt idx="414">
                  <c:v>45014</c:v>
                </c:pt>
                <c:pt idx="415">
                  <c:v>45015</c:v>
                </c:pt>
                <c:pt idx="416">
                  <c:v>45016</c:v>
                </c:pt>
                <c:pt idx="417">
                  <c:v>45019</c:v>
                </c:pt>
                <c:pt idx="418">
                  <c:v>45020</c:v>
                </c:pt>
                <c:pt idx="419">
                  <c:v>45021</c:v>
                </c:pt>
                <c:pt idx="420">
                  <c:v>45022</c:v>
                </c:pt>
                <c:pt idx="421">
                  <c:v>45023</c:v>
                </c:pt>
                <c:pt idx="422">
                  <c:v>45026</c:v>
                </c:pt>
                <c:pt idx="423">
                  <c:v>45027</c:v>
                </c:pt>
                <c:pt idx="424">
                  <c:v>45028</c:v>
                </c:pt>
                <c:pt idx="425">
                  <c:v>45029</c:v>
                </c:pt>
                <c:pt idx="426">
                  <c:v>45030</c:v>
                </c:pt>
                <c:pt idx="427">
                  <c:v>45033</c:v>
                </c:pt>
                <c:pt idx="428">
                  <c:v>45034</c:v>
                </c:pt>
                <c:pt idx="429">
                  <c:v>45035</c:v>
                </c:pt>
                <c:pt idx="430">
                  <c:v>45036</c:v>
                </c:pt>
                <c:pt idx="431">
                  <c:v>45037</c:v>
                </c:pt>
                <c:pt idx="432">
                  <c:v>45040</c:v>
                </c:pt>
                <c:pt idx="433">
                  <c:v>45041</c:v>
                </c:pt>
                <c:pt idx="434">
                  <c:v>45042</c:v>
                </c:pt>
                <c:pt idx="435">
                  <c:v>45043</c:v>
                </c:pt>
                <c:pt idx="436">
                  <c:v>45044</c:v>
                </c:pt>
                <c:pt idx="437">
                  <c:v>45047</c:v>
                </c:pt>
                <c:pt idx="438">
                  <c:v>45048</c:v>
                </c:pt>
                <c:pt idx="439">
                  <c:v>45049</c:v>
                </c:pt>
                <c:pt idx="440">
                  <c:v>45050</c:v>
                </c:pt>
                <c:pt idx="441">
                  <c:v>45051</c:v>
                </c:pt>
                <c:pt idx="442">
                  <c:v>45054</c:v>
                </c:pt>
                <c:pt idx="443">
                  <c:v>45055</c:v>
                </c:pt>
                <c:pt idx="444">
                  <c:v>45056</c:v>
                </c:pt>
                <c:pt idx="445">
                  <c:v>45057</c:v>
                </c:pt>
                <c:pt idx="446">
                  <c:v>45058</c:v>
                </c:pt>
                <c:pt idx="447">
                  <c:v>45061</c:v>
                </c:pt>
                <c:pt idx="448">
                  <c:v>45062</c:v>
                </c:pt>
                <c:pt idx="449">
                  <c:v>45063</c:v>
                </c:pt>
                <c:pt idx="450">
                  <c:v>45064</c:v>
                </c:pt>
                <c:pt idx="451">
                  <c:v>45065</c:v>
                </c:pt>
                <c:pt idx="452">
                  <c:v>45068</c:v>
                </c:pt>
                <c:pt idx="453">
                  <c:v>45069</c:v>
                </c:pt>
                <c:pt idx="454">
                  <c:v>45070</c:v>
                </c:pt>
                <c:pt idx="455">
                  <c:v>45071</c:v>
                </c:pt>
                <c:pt idx="456">
                  <c:v>45072</c:v>
                </c:pt>
                <c:pt idx="457">
                  <c:v>45075</c:v>
                </c:pt>
                <c:pt idx="458">
                  <c:v>45076</c:v>
                </c:pt>
                <c:pt idx="459">
                  <c:v>45077</c:v>
                </c:pt>
                <c:pt idx="460">
                  <c:v>45078</c:v>
                </c:pt>
                <c:pt idx="461">
                  <c:v>45079</c:v>
                </c:pt>
                <c:pt idx="462">
                  <c:v>45082</c:v>
                </c:pt>
                <c:pt idx="463">
                  <c:v>45083</c:v>
                </c:pt>
                <c:pt idx="464">
                  <c:v>45084</c:v>
                </c:pt>
                <c:pt idx="465">
                  <c:v>45085</c:v>
                </c:pt>
                <c:pt idx="466">
                  <c:v>45086</c:v>
                </c:pt>
                <c:pt idx="467">
                  <c:v>45089</c:v>
                </c:pt>
                <c:pt idx="468">
                  <c:v>45090</c:v>
                </c:pt>
                <c:pt idx="469">
                  <c:v>45091</c:v>
                </c:pt>
                <c:pt idx="470">
                  <c:v>45092</c:v>
                </c:pt>
                <c:pt idx="471">
                  <c:v>45093</c:v>
                </c:pt>
                <c:pt idx="472">
                  <c:v>45096</c:v>
                </c:pt>
                <c:pt idx="473">
                  <c:v>45097</c:v>
                </c:pt>
                <c:pt idx="474">
                  <c:v>45098</c:v>
                </c:pt>
                <c:pt idx="475">
                  <c:v>45099</c:v>
                </c:pt>
                <c:pt idx="476">
                  <c:v>45100</c:v>
                </c:pt>
                <c:pt idx="477">
                  <c:v>45103</c:v>
                </c:pt>
                <c:pt idx="478">
                  <c:v>45104</c:v>
                </c:pt>
                <c:pt idx="479">
                  <c:v>45105</c:v>
                </c:pt>
                <c:pt idx="480">
                  <c:v>45106</c:v>
                </c:pt>
                <c:pt idx="481">
                  <c:v>45107</c:v>
                </c:pt>
                <c:pt idx="482">
                  <c:v>45110</c:v>
                </c:pt>
                <c:pt idx="483">
                  <c:v>45111</c:v>
                </c:pt>
                <c:pt idx="484">
                  <c:v>45112</c:v>
                </c:pt>
                <c:pt idx="485">
                  <c:v>45113</c:v>
                </c:pt>
                <c:pt idx="486">
                  <c:v>45114</c:v>
                </c:pt>
                <c:pt idx="487">
                  <c:v>45117</c:v>
                </c:pt>
                <c:pt idx="488">
                  <c:v>45118</c:v>
                </c:pt>
                <c:pt idx="489">
                  <c:v>45119</c:v>
                </c:pt>
                <c:pt idx="490">
                  <c:v>45120</c:v>
                </c:pt>
                <c:pt idx="491">
                  <c:v>45121</c:v>
                </c:pt>
                <c:pt idx="492">
                  <c:v>45124</c:v>
                </c:pt>
                <c:pt idx="493">
                  <c:v>45125</c:v>
                </c:pt>
                <c:pt idx="494">
                  <c:v>45126</c:v>
                </c:pt>
                <c:pt idx="495">
                  <c:v>45127</c:v>
                </c:pt>
                <c:pt idx="496">
                  <c:v>45128</c:v>
                </c:pt>
                <c:pt idx="497">
                  <c:v>45131</c:v>
                </c:pt>
                <c:pt idx="498">
                  <c:v>45132</c:v>
                </c:pt>
                <c:pt idx="499">
                  <c:v>45133</c:v>
                </c:pt>
                <c:pt idx="500">
                  <c:v>45134</c:v>
                </c:pt>
                <c:pt idx="501">
                  <c:v>45135</c:v>
                </c:pt>
                <c:pt idx="502">
                  <c:v>45138</c:v>
                </c:pt>
                <c:pt idx="503">
                  <c:v>45139</c:v>
                </c:pt>
                <c:pt idx="504">
                  <c:v>45140</c:v>
                </c:pt>
                <c:pt idx="505">
                  <c:v>45141</c:v>
                </c:pt>
                <c:pt idx="506">
                  <c:v>45142</c:v>
                </c:pt>
                <c:pt idx="507">
                  <c:v>45145</c:v>
                </c:pt>
                <c:pt idx="508">
                  <c:v>45146</c:v>
                </c:pt>
                <c:pt idx="509">
                  <c:v>45147</c:v>
                </c:pt>
                <c:pt idx="510">
                  <c:v>45148</c:v>
                </c:pt>
                <c:pt idx="511">
                  <c:v>45149</c:v>
                </c:pt>
                <c:pt idx="512">
                  <c:v>45152</c:v>
                </c:pt>
                <c:pt idx="513">
                  <c:v>45153</c:v>
                </c:pt>
                <c:pt idx="514">
                  <c:v>45154</c:v>
                </c:pt>
                <c:pt idx="515">
                  <c:v>45155</c:v>
                </c:pt>
                <c:pt idx="516">
                  <c:v>45156</c:v>
                </c:pt>
                <c:pt idx="517">
                  <c:v>45159</c:v>
                </c:pt>
                <c:pt idx="518">
                  <c:v>45160</c:v>
                </c:pt>
                <c:pt idx="519">
                  <c:v>45161</c:v>
                </c:pt>
                <c:pt idx="520">
                  <c:v>45162</c:v>
                </c:pt>
                <c:pt idx="521">
                  <c:v>45163</c:v>
                </c:pt>
                <c:pt idx="522">
                  <c:v>45166</c:v>
                </c:pt>
                <c:pt idx="523">
                  <c:v>45167</c:v>
                </c:pt>
                <c:pt idx="524">
                  <c:v>45168</c:v>
                </c:pt>
                <c:pt idx="525">
                  <c:v>45169</c:v>
                </c:pt>
                <c:pt idx="526">
                  <c:v>45170</c:v>
                </c:pt>
                <c:pt idx="527">
                  <c:v>45173</c:v>
                </c:pt>
                <c:pt idx="528">
                  <c:v>45174</c:v>
                </c:pt>
                <c:pt idx="529">
                  <c:v>45175</c:v>
                </c:pt>
                <c:pt idx="530">
                  <c:v>45176</c:v>
                </c:pt>
                <c:pt idx="531">
                  <c:v>45177</c:v>
                </c:pt>
                <c:pt idx="532">
                  <c:v>45180</c:v>
                </c:pt>
                <c:pt idx="533">
                  <c:v>45181</c:v>
                </c:pt>
                <c:pt idx="534">
                  <c:v>45182</c:v>
                </c:pt>
                <c:pt idx="535">
                  <c:v>45183</c:v>
                </c:pt>
                <c:pt idx="536">
                  <c:v>45184</c:v>
                </c:pt>
                <c:pt idx="537">
                  <c:v>45187</c:v>
                </c:pt>
                <c:pt idx="538">
                  <c:v>45188</c:v>
                </c:pt>
                <c:pt idx="539">
                  <c:v>45189</c:v>
                </c:pt>
                <c:pt idx="540">
                  <c:v>45190</c:v>
                </c:pt>
                <c:pt idx="541">
                  <c:v>45191</c:v>
                </c:pt>
                <c:pt idx="542">
                  <c:v>45194</c:v>
                </c:pt>
                <c:pt idx="543">
                  <c:v>45195</c:v>
                </c:pt>
                <c:pt idx="544">
                  <c:v>45196</c:v>
                </c:pt>
                <c:pt idx="545">
                  <c:v>45197</c:v>
                </c:pt>
                <c:pt idx="546">
                  <c:v>45198</c:v>
                </c:pt>
                <c:pt idx="547">
                  <c:v>45201</c:v>
                </c:pt>
                <c:pt idx="548">
                  <c:v>45202</c:v>
                </c:pt>
                <c:pt idx="549">
                  <c:v>45203</c:v>
                </c:pt>
                <c:pt idx="550">
                  <c:v>45204</c:v>
                </c:pt>
                <c:pt idx="551">
                  <c:v>45205</c:v>
                </c:pt>
                <c:pt idx="552">
                  <c:v>45208</c:v>
                </c:pt>
                <c:pt idx="553">
                  <c:v>45209</c:v>
                </c:pt>
                <c:pt idx="554">
                  <c:v>45210</c:v>
                </c:pt>
                <c:pt idx="555">
                  <c:v>45211</c:v>
                </c:pt>
                <c:pt idx="556">
                  <c:v>45212</c:v>
                </c:pt>
                <c:pt idx="557">
                  <c:v>45215</c:v>
                </c:pt>
                <c:pt idx="558">
                  <c:v>45216</c:v>
                </c:pt>
                <c:pt idx="559">
                  <c:v>45217</c:v>
                </c:pt>
                <c:pt idx="560">
                  <c:v>45218</c:v>
                </c:pt>
                <c:pt idx="561">
                  <c:v>45219</c:v>
                </c:pt>
                <c:pt idx="562">
                  <c:v>45222</c:v>
                </c:pt>
                <c:pt idx="563">
                  <c:v>45223</c:v>
                </c:pt>
                <c:pt idx="564">
                  <c:v>45224</c:v>
                </c:pt>
                <c:pt idx="565">
                  <c:v>45225</c:v>
                </c:pt>
                <c:pt idx="566">
                  <c:v>45226</c:v>
                </c:pt>
                <c:pt idx="567">
                  <c:v>45229</c:v>
                </c:pt>
                <c:pt idx="568">
                  <c:v>45230</c:v>
                </c:pt>
                <c:pt idx="569">
                  <c:v>45231</c:v>
                </c:pt>
                <c:pt idx="570">
                  <c:v>45232</c:v>
                </c:pt>
                <c:pt idx="571">
                  <c:v>45233</c:v>
                </c:pt>
                <c:pt idx="572">
                  <c:v>45236</c:v>
                </c:pt>
                <c:pt idx="573">
                  <c:v>45237</c:v>
                </c:pt>
                <c:pt idx="574">
                  <c:v>45238</c:v>
                </c:pt>
                <c:pt idx="575">
                  <c:v>45239</c:v>
                </c:pt>
                <c:pt idx="576">
                  <c:v>45240</c:v>
                </c:pt>
                <c:pt idx="577">
                  <c:v>45243</c:v>
                </c:pt>
                <c:pt idx="578">
                  <c:v>45244</c:v>
                </c:pt>
                <c:pt idx="579">
                  <c:v>45245</c:v>
                </c:pt>
                <c:pt idx="580">
                  <c:v>45246</c:v>
                </c:pt>
                <c:pt idx="581">
                  <c:v>45247</c:v>
                </c:pt>
                <c:pt idx="582">
                  <c:v>45250</c:v>
                </c:pt>
                <c:pt idx="583">
                  <c:v>45251</c:v>
                </c:pt>
                <c:pt idx="584">
                  <c:v>45252</c:v>
                </c:pt>
                <c:pt idx="585">
                  <c:v>45253</c:v>
                </c:pt>
                <c:pt idx="586">
                  <c:v>45254</c:v>
                </c:pt>
                <c:pt idx="587">
                  <c:v>45257</c:v>
                </c:pt>
                <c:pt idx="588">
                  <c:v>45258</c:v>
                </c:pt>
                <c:pt idx="589">
                  <c:v>45259</c:v>
                </c:pt>
                <c:pt idx="590">
                  <c:v>45260</c:v>
                </c:pt>
                <c:pt idx="591">
                  <c:v>45261</c:v>
                </c:pt>
                <c:pt idx="592">
                  <c:v>45264</c:v>
                </c:pt>
                <c:pt idx="593">
                  <c:v>45265</c:v>
                </c:pt>
                <c:pt idx="594">
                  <c:v>45266</c:v>
                </c:pt>
                <c:pt idx="595">
                  <c:v>45267</c:v>
                </c:pt>
                <c:pt idx="596">
                  <c:v>45268</c:v>
                </c:pt>
                <c:pt idx="597">
                  <c:v>45271</c:v>
                </c:pt>
                <c:pt idx="598">
                  <c:v>45272</c:v>
                </c:pt>
                <c:pt idx="599">
                  <c:v>45273</c:v>
                </c:pt>
                <c:pt idx="600">
                  <c:v>45274</c:v>
                </c:pt>
                <c:pt idx="601">
                  <c:v>45275</c:v>
                </c:pt>
                <c:pt idx="602">
                  <c:v>45278</c:v>
                </c:pt>
                <c:pt idx="603">
                  <c:v>45279</c:v>
                </c:pt>
                <c:pt idx="604">
                  <c:v>45280</c:v>
                </c:pt>
                <c:pt idx="605">
                  <c:v>45281</c:v>
                </c:pt>
                <c:pt idx="606">
                  <c:v>45282</c:v>
                </c:pt>
                <c:pt idx="607">
                  <c:v>45285</c:v>
                </c:pt>
                <c:pt idx="608">
                  <c:v>45286</c:v>
                </c:pt>
                <c:pt idx="609">
                  <c:v>45287</c:v>
                </c:pt>
                <c:pt idx="610">
                  <c:v>45288</c:v>
                </c:pt>
                <c:pt idx="611">
                  <c:v>45289</c:v>
                </c:pt>
                <c:pt idx="612">
                  <c:v>45292</c:v>
                </c:pt>
                <c:pt idx="613">
                  <c:v>45293</c:v>
                </c:pt>
                <c:pt idx="614">
                  <c:v>45294</c:v>
                </c:pt>
                <c:pt idx="615">
                  <c:v>45295</c:v>
                </c:pt>
                <c:pt idx="616">
                  <c:v>45296</c:v>
                </c:pt>
                <c:pt idx="617">
                  <c:v>45299</c:v>
                </c:pt>
                <c:pt idx="618">
                  <c:v>45300</c:v>
                </c:pt>
                <c:pt idx="619">
                  <c:v>45301</c:v>
                </c:pt>
                <c:pt idx="620">
                  <c:v>45302</c:v>
                </c:pt>
                <c:pt idx="621">
                  <c:v>45303</c:v>
                </c:pt>
                <c:pt idx="622">
                  <c:v>45306</c:v>
                </c:pt>
                <c:pt idx="623">
                  <c:v>45307</c:v>
                </c:pt>
                <c:pt idx="624">
                  <c:v>45308</c:v>
                </c:pt>
                <c:pt idx="625">
                  <c:v>45309</c:v>
                </c:pt>
                <c:pt idx="626">
                  <c:v>45310</c:v>
                </c:pt>
                <c:pt idx="627">
                  <c:v>45313</c:v>
                </c:pt>
                <c:pt idx="628">
                  <c:v>45314</c:v>
                </c:pt>
                <c:pt idx="629">
                  <c:v>45315</c:v>
                </c:pt>
                <c:pt idx="630">
                  <c:v>45316</c:v>
                </c:pt>
                <c:pt idx="631">
                  <c:v>45317</c:v>
                </c:pt>
                <c:pt idx="632">
                  <c:v>45320</c:v>
                </c:pt>
                <c:pt idx="633">
                  <c:v>45321</c:v>
                </c:pt>
                <c:pt idx="634">
                  <c:v>45322</c:v>
                </c:pt>
                <c:pt idx="635">
                  <c:v>45323</c:v>
                </c:pt>
                <c:pt idx="636">
                  <c:v>45324</c:v>
                </c:pt>
                <c:pt idx="637">
                  <c:v>45327</c:v>
                </c:pt>
                <c:pt idx="638">
                  <c:v>45328</c:v>
                </c:pt>
                <c:pt idx="639">
                  <c:v>45329</c:v>
                </c:pt>
                <c:pt idx="640">
                  <c:v>45330</c:v>
                </c:pt>
                <c:pt idx="641">
                  <c:v>45331</c:v>
                </c:pt>
                <c:pt idx="642">
                  <c:v>45334</c:v>
                </c:pt>
                <c:pt idx="643">
                  <c:v>45335</c:v>
                </c:pt>
                <c:pt idx="644">
                  <c:v>45336</c:v>
                </c:pt>
                <c:pt idx="645">
                  <c:v>45337</c:v>
                </c:pt>
                <c:pt idx="646">
                  <c:v>45338</c:v>
                </c:pt>
                <c:pt idx="647">
                  <c:v>45341</c:v>
                </c:pt>
                <c:pt idx="648">
                  <c:v>45342</c:v>
                </c:pt>
                <c:pt idx="649">
                  <c:v>45343</c:v>
                </c:pt>
                <c:pt idx="650">
                  <c:v>45344</c:v>
                </c:pt>
                <c:pt idx="651">
                  <c:v>45345</c:v>
                </c:pt>
                <c:pt idx="652">
                  <c:v>45348</c:v>
                </c:pt>
                <c:pt idx="653">
                  <c:v>45349</c:v>
                </c:pt>
                <c:pt idx="654">
                  <c:v>45350</c:v>
                </c:pt>
                <c:pt idx="655">
                  <c:v>45351</c:v>
                </c:pt>
                <c:pt idx="656">
                  <c:v>45352</c:v>
                </c:pt>
                <c:pt idx="657">
                  <c:v>45355</c:v>
                </c:pt>
                <c:pt idx="658">
                  <c:v>45356</c:v>
                </c:pt>
                <c:pt idx="659">
                  <c:v>45357</c:v>
                </c:pt>
                <c:pt idx="660">
                  <c:v>45358</c:v>
                </c:pt>
                <c:pt idx="661">
                  <c:v>45359</c:v>
                </c:pt>
                <c:pt idx="662">
                  <c:v>45362</c:v>
                </c:pt>
                <c:pt idx="663">
                  <c:v>45363</c:v>
                </c:pt>
                <c:pt idx="664">
                  <c:v>45364</c:v>
                </c:pt>
                <c:pt idx="665">
                  <c:v>45365</c:v>
                </c:pt>
                <c:pt idx="666">
                  <c:v>45366</c:v>
                </c:pt>
                <c:pt idx="667">
                  <c:v>45369</c:v>
                </c:pt>
                <c:pt idx="668">
                  <c:v>45370</c:v>
                </c:pt>
                <c:pt idx="669">
                  <c:v>45371</c:v>
                </c:pt>
                <c:pt idx="670">
                  <c:v>45372</c:v>
                </c:pt>
                <c:pt idx="671">
                  <c:v>45373</c:v>
                </c:pt>
                <c:pt idx="672">
                  <c:v>45376</c:v>
                </c:pt>
                <c:pt idx="673">
                  <c:v>45377</c:v>
                </c:pt>
                <c:pt idx="674">
                  <c:v>45378</c:v>
                </c:pt>
                <c:pt idx="675">
                  <c:v>45379</c:v>
                </c:pt>
                <c:pt idx="676">
                  <c:v>45380</c:v>
                </c:pt>
                <c:pt idx="677">
                  <c:v>45383</c:v>
                </c:pt>
                <c:pt idx="678">
                  <c:v>45384</c:v>
                </c:pt>
                <c:pt idx="679">
                  <c:v>45385</c:v>
                </c:pt>
                <c:pt idx="680">
                  <c:v>45386</c:v>
                </c:pt>
                <c:pt idx="681">
                  <c:v>45387</c:v>
                </c:pt>
                <c:pt idx="682">
                  <c:v>45390</c:v>
                </c:pt>
                <c:pt idx="683">
                  <c:v>45391</c:v>
                </c:pt>
                <c:pt idx="684">
                  <c:v>45392</c:v>
                </c:pt>
                <c:pt idx="685">
                  <c:v>45393</c:v>
                </c:pt>
                <c:pt idx="686">
                  <c:v>45394</c:v>
                </c:pt>
                <c:pt idx="687">
                  <c:v>45397</c:v>
                </c:pt>
                <c:pt idx="688">
                  <c:v>45398</c:v>
                </c:pt>
                <c:pt idx="689">
                  <c:v>45399</c:v>
                </c:pt>
                <c:pt idx="690">
                  <c:v>45400</c:v>
                </c:pt>
                <c:pt idx="691">
                  <c:v>45401</c:v>
                </c:pt>
                <c:pt idx="692">
                  <c:v>45404</c:v>
                </c:pt>
                <c:pt idx="693">
                  <c:v>45405</c:v>
                </c:pt>
                <c:pt idx="694">
                  <c:v>45406</c:v>
                </c:pt>
                <c:pt idx="695">
                  <c:v>45407</c:v>
                </c:pt>
                <c:pt idx="696">
                  <c:v>45408</c:v>
                </c:pt>
                <c:pt idx="697">
                  <c:v>45411</c:v>
                </c:pt>
                <c:pt idx="698">
                  <c:v>45412</c:v>
                </c:pt>
                <c:pt idx="699">
                  <c:v>45413</c:v>
                </c:pt>
                <c:pt idx="700">
                  <c:v>45414</c:v>
                </c:pt>
                <c:pt idx="701">
                  <c:v>45415</c:v>
                </c:pt>
                <c:pt idx="702">
                  <c:v>45418</c:v>
                </c:pt>
                <c:pt idx="703">
                  <c:v>45419</c:v>
                </c:pt>
                <c:pt idx="704">
                  <c:v>45420</c:v>
                </c:pt>
                <c:pt idx="705">
                  <c:v>45421</c:v>
                </c:pt>
                <c:pt idx="706">
                  <c:v>45422</c:v>
                </c:pt>
                <c:pt idx="707">
                  <c:v>45425</c:v>
                </c:pt>
                <c:pt idx="708">
                  <c:v>45426</c:v>
                </c:pt>
                <c:pt idx="709">
                  <c:v>45427</c:v>
                </c:pt>
                <c:pt idx="710">
                  <c:v>45428</c:v>
                </c:pt>
                <c:pt idx="711">
                  <c:v>45429</c:v>
                </c:pt>
                <c:pt idx="712">
                  <c:v>45432</c:v>
                </c:pt>
                <c:pt idx="713">
                  <c:v>45433</c:v>
                </c:pt>
                <c:pt idx="714">
                  <c:v>45434</c:v>
                </c:pt>
                <c:pt idx="715">
                  <c:v>45435</c:v>
                </c:pt>
                <c:pt idx="716">
                  <c:v>45436</c:v>
                </c:pt>
                <c:pt idx="717">
                  <c:v>45439</c:v>
                </c:pt>
                <c:pt idx="718">
                  <c:v>45440</c:v>
                </c:pt>
                <c:pt idx="719">
                  <c:v>45441</c:v>
                </c:pt>
                <c:pt idx="720">
                  <c:v>45442</c:v>
                </c:pt>
                <c:pt idx="721">
                  <c:v>45443</c:v>
                </c:pt>
                <c:pt idx="722">
                  <c:v>45446</c:v>
                </c:pt>
                <c:pt idx="723">
                  <c:v>45447</c:v>
                </c:pt>
                <c:pt idx="724">
                  <c:v>45448</c:v>
                </c:pt>
                <c:pt idx="725">
                  <c:v>45449</c:v>
                </c:pt>
                <c:pt idx="726">
                  <c:v>45450</c:v>
                </c:pt>
                <c:pt idx="727">
                  <c:v>45453</c:v>
                </c:pt>
                <c:pt idx="728">
                  <c:v>45454</c:v>
                </c:pt>
                <c:pt idx="729">
                  <c:v>45455</c:v>
                </c:pt>
                <c:pt idx="730">
                  <c:v>45456</c:v>
                </c:pt>
                <c:pt idx="731">
                  <c:v>45457</c:v>
                </c:pt>
                <c:pt idx="732">
                  <c:v>45460</c:v>
                </c:pt>
                <c:pt idx="733">
                  <c:v>45461</c:v>
                </c:pt>
                <c:pt idx="734">
                  <c:v>45462</c:v>
                </c:pt>
                <c:pt idx="735">
                  <c:v>45463</c:v>
                </c:pt>
                <c:pt idx="736">
                  <c:v>45464</c:v>
                </c:pt>
                <c:pt idx="737">
                  <c:v>45467</c:v>
                </c:pt>
                <c:pt idx="738">
                  <c:v>45468</c:v>
                </c:pt>
                <c:pt idx="739">
                  <c:v>45469</c:v>
                </c:pt>
                <c:pt idx="740">
                  <c:v>45470</c:v>
                </c:pt>
                <c:pt idx="741">
                  <c:v>45471</c:v>
                </c:pt>
                <c:pt idx="742">
                  <c:v>45474</c:v>
                </c:pt>
                <c:pt idx="743">
                  <c:v>45475</c:v>
                </c:pt>
                <c:pt idx="744">
                  <c:v>45476</c:v>
                </c:pt>
                <c:pt idx="745">
                  <c:v>45477</c:v>
                </c:pt>
                <c:pt idx="746">
                  <c:v>45478</c:v>
                </c:pt>
                <c:pt idx="747">
                  <c:v>45481</c:v>
                </c:pt>
                <c:pt idx="748">
                  <c:v>45482</c:v>
                </c:pt>
                <c:pt idx="749">
                  <c:v>45483</c:v>
                </c:pt>
                <c:pt idx="750">
                  <c:v>45484</c:v>
                </c:pt>
                <c:pt idx="751">
                  <c:v>45485</c:v>
                </c:pt>
                <c:pt idx="752">
                  <c:v>45488</c:v>
                </c:pt>
                <c:pt idx="753">
                  <c:v>45489</c:v>
                </c:pt>
                <c:pt idx="754">
                  <c:v>45490</c:v>
                </c:pt>
                <c:pt idx="755">
                  <c:v>45491</c:v>
                </c:pt>
                <c:pt idx="756">
                  <c:v>45492</c:v>
                </c:pt>
                <c:pt idx="757">
                  <c:v>45495</c:v>
                </c:pt>
                <c:pt idx="758">
                  <c:v>45496</c:v>
                </c:pt>
                <c:pt idx="759">
                  <c:v>45497</c:v>
                </c:pt>
                <c:pt idx="760">
                  <c:v>45498</c:v>
                </c:pt>
                <c:pt idx="761">
                  <c:v>45499</c:v>
                </c:pt>
                <c:pt idx="762">
                  <c:v>45502</c:v>
                </c:pt>
                <c:pt idx="763">
                  <c:v>45503</c:v>
                </c:pt>
                <c:pt idx="764">
                  <c:v>45504</c:v>
                </c:pt>
                <c:pt idx="765">
                  <c:v>45505</c:v>
                </c:pt>
                <c:pt idx="766">
                  <c:v>45506</c:v>
                </c:pt>
                <c:pt idx="767">
                  <c:v>45509</c:v>
                </c:pt>
                <c:pt idx="768">
                  <c:v>45510</c:v>
                </c:pt>
                <c:pt idx="769">
                  <c:v>45511</c:v>
                </c:pt>
                <c:pt idx="770">
                  <c:v>45512</c:v>
                </c:pt>
                <c:pt idx="771">
                  <c:v>45513</c:v>
                </c:pt>
                <c:pt idx="772">
                  <c:v>45516</c:v>
                </c:pt>
                <c:pt idx="773">
                  <c:v>45517</c:v>
                </c:pt>
                <c:pt idx="774">
                  <c:v>45518</c:v>
                </c:pt>
                <c:pt idx="775">
                  <c:v>45519</c:v>
                </c:pt>
                <c:pt idx="776">
                  <c:v>45520</c:v>
                </c:pt>
                <c:pt idx="777">
                  <c:v>45523</c:v>
                </c:pt>
                <c:pt idx="778">
                  <c:v>45524</c:v>
                </c:pt>
                <c:pt idx="779">
                  <c:v>45525</c:v>
                </c:pt>
                <c:pt idx="780">
                  <c:v>45526</c:v>
                </c:pt>
                <c:pt idx="781">
                  <c:v>45527</c:v>
                </c:pt>
                <c:pt idx="782">
                  <c:v>45530</c:v>
                </c:pt>
                <c:pt idx="783">
                  <c:v>45531</c:v>
                </c:pt>
                <c:pt idx="784">
                  <c:v>45532</c:v>
                </c:pt>
                <c:pt idx="785">
                  <c:v>45533</c:v>
                </c:pt>
                <c:pt idx="786">
                  <c:v>45534</c:v>
                </c:pt>
                <c:pt idx="787">
                  <c:v>45537</c:v>
                </c:pt>
                <c:pt idx="788">
                  <c:v>45538</c:v>
                </c:pt>
                <c:pt idx="789">
                  <c:v>45539</c:v>
                </c:pt>
                <c:pt idx="790">
                  <c:v>45540</c:v>
                </c:pt>
                <c:pt idx="791">
                  <c:v>45541</c:v>
                </c:pt>
                <c:pt idx="792">
                  <c:v>45544</c:v>
                </c:pt>
                <c:pt idx="793">
                  <c:v>45545</c:v>
                </c:pt>
                <c:pt idx="794">
                  <c:v>45546</c:v>
                </c:pt>
                <c:pt idx="795">
                  <c:v>45547</c:v>
                </c:pt>
                <c:pt idx="796">
                  <c:v>45548</c:v>
                </c:pt>
                <c:pt idx="797">
                  <c:v>45551</c:v>
                </c:pt>
                <c:pt idx="798">
                  <c:v>45552</c:v>
                </c:pt>
                <c:pt idx="799">
                  <c:v>45553</c:v>
                </c:pt>
                <c:pt idx="800">
                  <c:v>45554</c:v>
                </c:pt>
                <c:pt idx="801">
                  <c:v>45555</c:v>
                </c:pt>
                <c:pt idx="802">
                  <c:v>45558</c:v>
                </c:pt>
                <c:pt idx="803">
                  <c:v>45559</c:v>
                </c:pt>
                <c:pt idx="804">
                  <c:v>45560</c:v>
                </c:pt>
                <c:pt idx="805">
                  <c:v>45561</c:v>
                </c:pt>
                <c:pt idx="806">
                  <c:v>45562</c:v>
                </c:pt>
                <c:pt idx="807">
                  <c:v>45565</c:v>
                </c:pt>
                <c:pt idx="808">
                  <c:v>45566</c:v>
                </c:pt>
                <c:pt idx="809">
                  <c:v>45567</c:v>
                </c:pt>
                <c:pt idx="810">
                  <c:v>45568</c:v>
                </c:pt>
                <c:pt idx="811">
                  <c:v>45569</c:v>
                </c:pt>
                <c:pt idx="812">
                  <c:v>45572</c:v>
                </c:pt>
                <c:pt idx="813">
                  <c:v>45573</c:v>
                </c:pt>
                <c:pt idx="814">
                  <c:v>45574</c:v>
                </c:pt>
                <c:pt idx="815">
                  <c:v>45575</c:v>
                </c:pt>
                <c:pt idx="816">
                  <c:v>45576</c:v>
                </c:pt>
                <c:pt idx="817">
                  <c:v>45579</c:v>
                </c:pt>
                <c:pt idx="818">
                  <c:v>45580</c:v>
                </c:pt>
                <c:pt idx="819">
                  <c:v>45581</c:v>
                </c:pt>
                <c:pt idx="820">
                  <c:v>45582</c:v>
                </c:pt>
                <c:pt idx="821">
                  <c:v>45583</c:v>
                </c:pt>
                <c:pt idx="822">
                  <c:v>45586</c:v>
                </c:pt>
                <c:pt idx="823">
                  <c:v>45587</c:v>
                </c:pt>
                <c:pt idx="824">
                  <c:v>45588</c:v>
                </c:pt>
                <c:pt idx="825">
                  <c:v>45589</c:v>
                </c:pt>
                <c:pt idx="826">
                  <c:v>45590</c:v>
                </c:pt>
                <c:pt idx="827">
                  <c:v>45593</c:v>
                </c:pt>
                <c:pt idx="828">
                  <c:v>45594</c:v>
                </c:pt>
                <c:pt idx="829">
                  <c:v>45595</c:v>
                </c:pt>
                <c:pt idx="830">
                  <c:v>45596</c:v>
                </c:pt>
                <c:pt idx="831">
                  <c:v>45597</c:v>
                </c:pt>
                <c:pt idx="832">
                  <c:v>45600</c:v>
                </c:pt>
                <c:pt idx="833">
                  <c:v>45601</c:v>
                </c:pt>
                <c:pt idx="834">
                  <c:v>45602</c:v>
                </c:pt>
                <c:pt idx="835">
                  <c:v>45603</c:v>
                </c:pt>
                <c:pt idx="836">
                  <c:v>45604</c:v>
                </c:pt>
                <c:pt idx="837">
                  <c:v>45607</c:v>
                </c:pt>
                <c:pt idx="838">
                  <c:v>45608</c:v>
                </c:pt>
                <c:pt idx="839">
                  <c:v>45609</c:v>
                </c:pt>
                <c:pt idx="840">
                  <c:v>45610</c:v>
                </c:pt>
                <c:pt idx="841">
                  <c:v>45611</c:v>
                </c:pt>
                <c:pt idx="842">
                  <c:v>45614</c:v>
                </c:pt>
                <c:pt idx="843">
                  <c:v>45615</c:v>
                </c:pt>
                <c:pt idx="844">
                  <c:v>45616</c:v>
                </c:pt>
                <c:pt idx="845">
                  <c:v>45617</c:v>
                </c:pt>
                <c:pt idx="846">
                  <c:v>45618</c:v>
                </c:pt>
                <c:pt idx="847">
                  <c:v>45621</c:v>
                </c:pt>
                <c:pt idx="848">
                  <c:v>45622</c:v>
                </c:pt>
                <c:pt idx="849">
                  <c:v>45623</c:v>
                </c:pt>
                <c:pt idx="850">
                  <c:v>45624</c:v>
                </c:pt>
                <c:pt idx="851">
                  <c:v>45625</c:v>
                </c:pt>
                <c:pt idx="852">
                  <c:v>45628</c:v>
                </c:pt>
                <c:pt idx="853">
                  <c:v>45629</c:v>
                </c:pt>
                <c:pt idx="854">
                  <c:v>45630</c:v>
                </c:pt>
                <c:pt idx="855">
                  <c:v>45631</c:v>
                </c:pt>
                <c:pt idx="856">
                  <c:v>45632</c:v>
                </c:pt>
                <c:pt idx="857">
                  <c:v>45635</c:v>
                </c:pt>
                <c:pt idx="858">
                  <c:v>45636</c:v>
                </c:pt>
                <c:pt idx="859">
                  <c:v>45637</c:v>
                </c:pt>
                <c:pt idx="860">
                  <c:v>45638</c:v>
                </c:pt>
                <c:pt idx="861">
                  <c:v>45639</c:v>
                </c:pt>
                <c:pt idx="862">
                  <c:v>45642</c:v>
                </c:pt>
                <c:pt idx="863">
                  <c:v>45643</c:v>
                </c:pt>
                <c:pt idx="864">
                  <c:v>45644</c:v>
                </c:pt>
                <c:pt idx="865">
                  <c:v>45645</c:v>
                </c:pt>
                <c:pt idx="866">
                  <c:v>45646</c:v>
                </c:pt>
                <c:pt idx="867">
                  <c:v>45649</c:v>
                </c:pt>
                <c:pt idx="868">
                  <c:v>45650</c:v>
                </c:pt>
                <c:pt idx="869">
                  <c:v>45651</c:v>
                </c:pt>
                <c:pt idx="870">
                  <c:v>45652</c:v>
                </c:pt>
                <c:pt idx="871">
                  <c:v>45653</c:v>
                </c:pt>
                <c:pt idx="872">
                  <c:v>45656</c:v>
                </c:pt>
                <c:pt idx="873">
                  <c:v>45657</c:v>
                </c:pt>
                <c:pt idx="874">
                  <c:v>45658</c:v>
                </c:pt>
                <c:pt idx="875">
                  <c:v>45659</c:v>
                </c:pt>
                <c:pt idx="876">
                  <c:v>45660</c:v>
                </c:pt>
                <c:pt idx="877">
                  <c:v>45663</c:v>
                </c:pt>
                <c:pt idx="878">
                  <c:v>45664</c:v>
                </c:pt>
                <c:pt idx="879">
                  <c:v>45665</c:v>
                </c:pt>
                <c:pt idx="880">
                  <c:v>45666</c:v>
                </c:pt>
                <c:pt idx="881">
                  <c:v>45667</c:v>
                </c:pt>
                <c:pt idx="882">
                  <c:v>45670</c:v>
                </c:pt>
                <c:pt idx="883">
                  <c:v>45671</c:v>
                </c:pt>
                <c:pt idx="884">
                  <c:v>45672</c:v>
                </c:pt>
                <c:pt idx="885">
                  <c:v>45673</c:v>
                </c:pt>
                <c:pt idx="886">
                  <c:v>45674</c:v>
                </c:pt>
                <c:pt idx="887">
                  <c:v>45677</c:v>
                </c:pt>
                <c:pt idx="888">
                  <c:v>45678</c:v>
                </c:pt>
                <c:pt idx="889">
                  <c:v>45679</c:v>
                </c:pt>
                <c:pt idx="890">
                  <c:v>45680</c:v>
                </c:pt>
                <c:pt idx="891">
                  <c:v>45681</c:v>
                </c:pt>
                <c:pt idx="892">
                  <c:v>45684</c:v>
                </c:pt>
                <c:pt idx="893">
                  <c:v>45685</c:v>
                </c:pt>
                <c:pt idx="894">
                  <c:v>45686</c:v>
                </c:pt>
                <c:pt idx="895">
                  <c:v>45687</c:v>
                </c:pt>
                <c:pt idx="896">
                  <c:v>45688</c:v>
                </c:pt>
                <c:pt idx="897">
                  <c:v>45691</c:v>
                </c:pt>
                <c:pt idx="898">
                  <c:v>45692</c:v>
                </c:pt>
                <c:pt idx="899">
                  <c:v>45693</c:v>
                </c:pt>
                <c:pt idx="900">
                  <c:v>45694</c:v>
                </c:pt>
                <c:pt idx="901">
                  <c:v>45695</c:v>
                </c:pt>
                <c:pt idx="902">
                  <c:v>45698</c:v>
                </c:pt>
                <c:pt idx="903">
                  <c:v>45699</c:v>
                </c:pt>
                <c:pt idx="904">
                  <c:v>45700</c:v>
                </c:pt>
                <c:pt idx="905">
                  <c:v>45701</c:v>
                </c:pt>
                <c:pt idx="906">
                  <c:v>45702</c:v>
                </c:pt>
                <c:pt idx="907">
                  <c:v>45705</c:v>
                </c:pt>
                <c:pt idx="908">
                  <c:v>45706</c:v>
                </c:pt>
                <c:pt idx="909">
                  <c:v>45707</c:v>
                </c:pt>
                <c:pt idx="910">
                  <c:v>45708</c:v>
                </c:pt>
                <c:pt idx="911">
                  <c:v>45709</c:v>
                </c:pt>
                <c:pt idx="912">
                  <c:v>45712</c:v>
                </c:pt>
                <c:pt idx="913">
                  <c:v>45713</c:v>
                </c:pt>
                <c:pt idx="914">
                  <c:v>45714</c:v>
                </c:pt>
                <c:pt idx="915">
                  <c:v>45715</c:v>
                </c:pt>
                <c:pt idx="916">
                  <c:v>45716</c:v>
                </c:pt>
                <c:pt idx="917">
                  <c:v>45719</c:v>
                </c:pt>
                <c:pt idx="918">
                  <c:v>45720</c:v>
                </c:pt>
                <c:pt idx="919">
                  <c:v>45721</c:v>
                </c:pt>
                <c:pt idx="920">
                  <c:v>45722</c:v>
                </c:pt>
                <c:pt idx="921">
                  <c:v>45723</c:v>
                </c:pt>
                <c:pt idx="922">
                  <c:v>45726</c:v>
                </c:pt>
                <c:pt idx="923">
                  <c:v>45727</c:v>
                </c:pt>
                <c:pt idx="924">
                  <c:v>45728</c:v>
                </c:pt>
                <c:pt idx="925">
                  <c:v>45729</c:v>
                </c:pt>
                <c:pt idx="926">
                  <c:v>45730</c:v>
                </c:pt>
                <c:pt idx="927">
                  <c:v>45733</c:v>
                </c:pt>
                <c:pt idx="928">
                  <c:v>45734</c:v>
                </c:pt>
                <c:pt idx="929">
                  <c:v>45735</c:v>
                </c:pt>
                <c:pt idx="930">
                  <c:v>45736</c:v>
                </c:pt>
                <c:pt idx="931">
                  <c:v>45737</c:v>
                </c:pt>
                <c:pt idx="932">
                  <c:v>45740</c:v>
                </c:pt>
                <c:pt idx="933">
                  <c:v>45741</c:v>
                </c:pt>
                <c:pt idx="934">
                  <c:v>45742</c:v>
                </c:pt>
                <c:pt idx="935">
                  <c:v>45743</c:v>
                </c:pt>
                <c:pt idx="936">
                  <c:v>45744</c:v>
                </c:pt>
                <c:pt idx="937">
                  <c:v>45747</c:v>
                </c:pt>
                <c:pt idx="938">
                  <c:v>45748</c:v>
                </c:pt>
                <c:pt idx="939">
                  <c:v>45749</c:v>
                </c:pt>
                <c:pt idx="940">
                  <c:v>45750</c:v>
                </c:pt>
                <c:pt idx="941">
                  <c:v>45751</c:v>
                </c:pt>
                <c:pt idx="942">
                  <c:v>45754</c:v>
                </c:pt>
                <c:pt idx="943">
                  <c:v>45755</c:v>
                </c:pt>
                <c:pt idx="944">
                  <c:v>45756</c:v>
                </c:pt>
                <c:pt idx="945">
                  <c:v>45757</c:v>
                </c:pt>
                <c:pt idx="946">
                  <c:v>45758</c:v>
                </c:pt>
                <c:pt idx="947">
                  <c:v>45761</c:v>
                </c:pt>
                <c:pt idx="948">
                  <c:v>45762</c:v>
                </c:pt>
                <c:pt idx="949">
                  <c:v>45763</c:v>
                </c:pt>
                <c:pt idx="950">
                  <c:v>45764</c:v>
                </c:pt>
                <c:pt idx="951">
                  <c:v>45765</c:v>
                </c:pt>
                <c:pt idx="952">
                  <c:v>45768</c:v>
                </c:pt>
                <c:pt idx="953">
                  <c:v>45769</c:v>
                </c:pt>
                <c:pt idx="954">
                  <c:v>45770</c:v>
                </c:pt>
                <c:pt idx="955">
                  <c:v>45771</c:v>
                </c:pt>
                <c:pt idx="956">
                  <c:v>45772</c:v>
                </c:pt>
                <c:pt idx="957">
                  <c:v>45775</c:v>
                </c:pt>
                <c:pt idx="958">
                  <c:v>45776</c:v>
                </c:pt>
                <c:pt idx="959">
                  <c:v>45777</c:v>
                </c:pt>
                <c:pt idx="960">
                  <c:v>45778</c:v>
                </c:pt>
                <c:pt idx="961">
                  <c:v>45779</c:v>
                </c:pt>
                <c:pt idx="962">
                  <c:v>45782</c:v>
                </c:pt>
                <c:pt idx="963">
                  <c:v>45783</c:v>
                </c:pt>
                <c:pt idx="964">
                  <c:v>45784</c:v>
                </c:pt>
                <c:pt idx="965">
                  <c:v>45785</c:v>
                </c:pt>
                <c:pt idx="966">
                  <c:v>45786</c:v>
                </c:pt>
                <c:pt idx="967">
                  <c:v>45789</c:v>
                </c:pt>
                <c:pt idx="968">
                  <c:v>45790</c:v>
                </c:pt>
                <c:pt idx="969">
                  <c:v>45791</c:v>
                </c:pt>
                <c:pt idx="970">
                  <c:v>45792</c:v>
                </c:pt>
                <c:pt idx="971">
                  <c:v>45793</c:v>
                </c:pt>
                <c:pt idx="972">
                  <c:v>45796</c:v>
                </c:pt>
                <c:pt idx="973">
                  <c:v>45797</c:v>
                </c:pt>
                <c:pt idx="974">
                  <c:v>45798</c:v>
                </c:pt>
                <c:pt idx="975">
                  <c:v>45799</c:v>
                </c:pt>
                <c:pt idx="976">
                  <c:v>45800</c:v>
                </c:pt>
                <c:pt idx="977">
                  <c:v>45803</c:v>
                </c:pt>
                <c:pt idx="978">
                  <c:v>45804</c:v>
                </c:pt>
                <c:pt idx="979">
                  <c:v>45805</c:v>
                </c:pt>
                <c:pt idx="980">
                  <c:v>45806</c:v>
                </c:pt>
                <c:pt idx="981">
                  <c:v>45807</c:v>
                </c:pt>
                <c:pt idx="982">
                  <c:v>45810</c:v>
                </c:pt>
                <c:pt idx="983">
                  <c:v>45811</c:v>
                </c:pt>
                <c:pt idx="984">
                  <c:v>45812</c:v>
                </c:pt>
                <c:pt idx="985">
                  <c:v>45813</c:v>
                </c:pt>
                <c:pt idx="986">
                  <c:v>45814</c:v>
                </c:pt>
                <c:pt idx="987">
                  <c:v>45817</c:v>
                </c:pt>
                <c:pt idx="988">
                  <c:v>45818</c:v>
                </c:pt>
                <c:pt idx="989">
                  <c:v>45819</c:v>
                </c:pt>
                <c:pt idx="990">
                  <c:v>45820</c:v>
                </c:pt>
                <c:pt idx="991">
                  <c:v>45821</c:v>
                </c:pt>
                <c:pt idx="992">
                  <c:v>45824</c:v>
                </c:pt>
                <c:pt idx="993">
                  <c:v>45825</c:v>
                </c:pt>
                <c:pt idx="994">
                  <c:v>45826</c:v>
                </c:pt>
                <c:pt idx="995">
                  <c:v>45827</c:v>
                </c:pt>
                <c:pt idx="996">
                  <c:v>45828</c:v>
                </c:pt>
                <c:pt idx="997">
                  <c:v>45831</c:v>
                </c:pt>
                <c:pt idx="998">
                  <c:v>45832</c:v>
                </c:pt>
                <c:pt idx="999">
                  <c:v>45833</c:v>
                </c:pt>
                <c:pt idx="1000">
                  <c:v>45834</c:v>
                </c:pt>
                <c:pt idx="1001">
                  <c:v>45835</c:v>
                </c:pt>
                <c:pt idx="1002">
                  <c:v>45838</c:v>
                </c:pt>
                <c:pt idx="1003">
                  <c:v>45839</c:v>
                </c:pt>
                <c:pt idx="1004">
                  <c:v>45840</c:v>
                </c:pt>
                <c:pt idx="1005">
                  <c:v>45841</c:v>
                </c:pt>
                <c:pt idx="1006">
                  <c:v>45842</c:v>
                </c:pt>
                <c:pt idx="1007">
                  <c:v>45845</c:v>
                </c:pt>
                <c:pt idx="1008">
                  <c:v>45846</c:v>
                </c:pt>
                <c:pt idx="1009">
                  <c:v>45847</c:v>
                </c:pt>
                <c:pt idx="1010">
                  <c:v>45848</c:v>
                </c:pt>
                <c:pt idx="1011">
                  <c:v>45849</c:v>
                </c:pt>
                <c:pt idx="1012">
                  <c:v>45852</c:v>
                </c:pt>
                <c:pt idx="1013">
                  <c:v>45853</c:v>
                </c:pt>
                <c:pt idx="1014">
                  <c:v>45854</c:v>
                </c:pt>
                <c:pt idx="1015">
                  <c:v>45855</c:v>
                </c:pt>
                <c:pt idx="1016">
                  <c:v>45856</c:v>
                </c:pt>
                <c:pt idx="1017">
                  <c:v>45859</c:v>
                </c:pt>
                <c:pt idx="1018">
                  <c:v>45860</c:v>
                </c:pt>
                <c:pt idx="1019">
                  <c:v>45861</c:v>
                </c:pt>
                <c:pt idx="1020">
                  <c:v>45862</c:v>
                </c:pt>
                <c:pt idx="1021">
                  <c:v>45863</c:v>
                </c:pt>
                <c:pt idx="1022">
                  <c:v>45866</c:v>
                </c:pt>
                <c:pt idx="1023">
                  <c:v>45867</c:v>
                </c:pt>
                <c:pt idx="1024">
                  <c:v>45868</c:v>
                </c:pt>
                <c:pt idx="1025">
                  <c:v>45869</c:v>
                </c:pt>
                <c:pt idx="1026">
                  <c:v>45870</c:v>
                </c:pt>
                <c:pt idx="1027">
                  <c:v>45873</c:v>
                </c:pt>
                <c:pt idx="1028">
                  <c:v>45874</c:v>
                </c:pt>
                <c:pt idx="1029">
                  <c:v>45875</c:v>
                </c:pt>
                <c:pt idx="1030">
                  <c:v>45876</c:v>
                </c:pt>
                <c:pt idx="1031">
                  <c:v>45877</c:v>
                </c:pt>
                <c:pt idx="1032">
                  <c:v>45880</c:v>
                </c:pt>
                <c:pt idx="1033">
                  <c:v>45881</c:v>
                </c:pt>
                <c:pt idx="1034">
                  <c:v>45882</c:v>
                </c:pt>
                <c:pt idx="1035">
                  <c:v>45883</c:v>
                </c:pt>
                <c:pt idx="1036">
                  <c:v>45884</c:v>
                </c:pt>
                <c:pt idx="1037">
                  <c:v>45887</c:v>
                </c:pt>
                <c:pt idx="1038">
                  <c:v>45888</c:v>
                </c:pt>
                <c:pt idx="1039">
                  <c:v>45889</c:v>
                </c:pt>
                <c:pt idx="1040">
                  <c:v>45890</c:v>
                </c:pt>
                <c:pt idx="1041">
                  <c:v>45891</c:v>
                </c:pt>
                <c:pt idx="1042">
                  <c:v>45894</c:v>
                </c:pt>
                <c:pt idx="1043">
                  <c:v>45895</c:v>
                </c:pt>
                <c:pt idx="1044">
                  <c:v>45896</c:v>
                </c:pt>
                <c:pt idx="1045">
                  <c:v>45897</c:v>
                </c:pt>
                <c:pt idx="1046">
                  <c:v>45898</c:v>
                </c:pt>
                <c:pt idx="1047">
                  <c:v>45901</c:v>
                </c:pt>
                <c:pt idx="1048">
                  <c:v>45902</c:v>
                </c:pt>
                <c:pt idx="1049">
                  <c:v>45903</c:v>
                </c:pt>
                <c:pt idx="1050">
                  <c:v>45904</c:v>
                </c:pt>
                <c:pt idx="1051">
                  <c:v>45905</c:v>
                </c:pt>
                <c:pt idx="1052">
                  <c:v>45908</c:v>
                </c:pt>
                <c:pt idx="1053">
                  <c:v>45909</c:v>
                </c:pt>
                <c:pt idx="1054">
                  <c:v>45910</c:v>
                </c:pt>
                <c:pt idx="1055">
                  <c:v>45911</c:v>
                </c:pt>
                <c:pt idx="1056">
                  <c:v>45912</c:v>
                </c:pt>
                <c:pt idx="1057">
                  <c:v>45915</c:v>
                </c:pt>
                <c:pt idx="1058">
                  <c:v>45916</c:v>
                </c:pt>
                <c:pt idx="1059">
                  <c:v>45917</c:v>
                </c:pt>
                <c:pt idx="1060">
                  <c:v>45918</c:v>
                </c:pt>
                <c:pt idx="1061">
                  <c:v>45919</c:v>
                </c:pt>
                <c:pt idx="1062">
                  <c:v>45922</c:v>
                </c:pt>
                <c:pt idx="1063">
                  <c:v>45923</c:v>
                </c:pt>
                <c:pt idx="1064">
                  <c:v>45924</c:v>
                </c:pt>
                <c:pt idx="1065">
                  <c:v>45925</c:v>
                </c:pt>
                <c:pt idx="1066">
                  <c:v>45926</c:v>
                </c:pt>
                <c:pt idx="1067">
                  <c:v>45929</c:v>
                </c:pt>
                <c:pt idx="1068">
                  <c:v>45930</c:v>
                </c:pt>
                <c:pt idx="1069">
                  <c:v>45931</c:v>
                </c:pt>
                <c:pt idx="1070">
                  <c:v>45932</c:v>
                </c:pt>
                <c:pt idx="1071">
                  <c:v>45933</c:v>
                </c:pt>
                <c:pt idx="1072">
                  <c:v>45936</c:v>
                </c:pt>
                <c:pt idx="1073">
                  <c:v>45937</c:v>
                </c:pt>
                <c:pt idx="1074">
                  <c:v>45938</c:v>
                </c:pt>
                <c:pt idx="1075">
                  <c:v>45939</c:v>
                </c:pt>
                <c:pt idx="1076">
                  <c:v>45940</c:v>
                </c:pt>
                <c:pt idx="1077">
                  <c:v>45943</c:v>
                </c:pt>
                <c:pt idx="1078">
                  <c:v>45944</c:v>
                </c:pt>
                <c:pt idx="1079">
                  <c:v>45945</c:v>
                </c:pt>
                <c:pt idx="1080">
                  <c:v>45946</c:v>
                </c:pt>
                <c:pt idx="1081">
                  <c:v>45947</c:v>
                </c:pt>
                <c:pt idx="1082">
                  <c:v>45950</c:v>
                </c:pt>
                <c:pt idx="1083">
                  <c:v>45951</c:v>
                </c:pt>
                <c:pt idx="1084">
                  <c:v>45952</c:v>
                </c:pt>
                <c:pt idx="1085">
                  <c:v>45953</c:v>
                </c:pt>
                <c:pt idx="1086">
                  <c:v>45954</c:v>
                </c:pt>
                <c:pt idx="1087">
                  <c:v>45957</c:v>
                </c:pt>
                <c:pt idx="1088">
                  <c:v>45958</c:v>
                </c:pt>
                <c:pt idx="1089">
                  <c:v>45959</c:v>
                </c:pt>
                <c:pt idx="1090">
                  <c:v>45960</c:v>
                </c:pt>
                <c:pt idx="1091">
                  <c:v>45961</c:v>
                </c:pt>
                <c:pt idx="1092">
                  <c:v>45964</c:v>
                </c:pt>
                <c:pt idx="1093">
                  <c:v>45965</c:v>
                </c:pt>
                <c:pt idx="1094">
                  <c:v>45966</c:v>
                </c:pt>
                <c:pt idx="1095">
                  <c:v>45967</c:v>
                </c:pt>
                <c:pt idx="1096">
                  <c:v>45968</c:v>
                </c:pt>
                <c:pt idx="1097">
                  <c:v>45971</c:v>
                </c:pt>
                <c:pt idx="1098">
                  <c:v>45972</c:v>
                </c:pt>
                <c:pt idx="1099">
                  <c:v>45973</c:v>
                </c:pt>
                <c:pt idx="1100">
                  <c:v>45974</c:v>
                </c:pt>
                <c:pt idx="1101">
                  <c:v>45975</c:v>
                </c:pt>
                <c:pt idx="1102">
                  <c:v>45978</c:v>
                </c:pt>
                <c:pt idx="1103">
                  <c:v>45979</c:v>
                </c:pt>
                <c:pt idx="1104">
                  <c:v>45980</c:v>
                </c:pt>
                <c:pt idx="1105">
                  <c:v>45981</c:v>
                </c:pt>
                <c:pt idx="1106">
                  <c:v>45982</c:v>
                </c:pt>
                <c:pt idx="1107">
                  <c:v>45985</c:v>
                </c:pt>
                <c:pt idx="1108">
                  <c:v>45986</c:v>
                </c:pt>
                <c:pt idx="1109">
                  <c:v>45987</c:v>
                </c:pt>
                <c:pt idx="1110">
                  <c:v>45988</c:v>
                </c:pt>
                <c:pt idx="1111">
                  <c:v>45989</c:v>
                </c:pt>
                <c:pt idx="1112">
                  <c:v>45992</c:v>
                </c:pt>
                <c:pt idx="1113">
                  <c:v>45993</c:v>
                </c:pt>
                <c:pt idx="1114">
                  <c:v>45994</c:v>
                </c:pt>
                <c:pt idx="1115">
                  <c:v>45995</c:v>
                </c:pt>
                <c:pt idx="1116">
                  <c:v>45996</c:v>
                </c:pt>
                <c:pt idx="1117">
                  <c:v>45999</c:v>
                </c:pt>
                <c:pt idx="1118">
                  <c:v>46000</c:v>
                </c:pt>
                <c:pt idx="1119">
                  <c:v>46001</c:v>
                </c:pt>
                <c:pt idx="1120">
                  <c:v>46002</c:v>
                </c:pt>
                <c:pt idx="1121">
                  <c:v>46003</c:v>
                </c:pt>
                <c:pt idx="1122">
                  <c:v>46006</c:v>
                </c:pt>
                <c:pt idx="1123">
                  <c:v>46007</c:v>
                </c:pt>
                <c:pt idx="1124">
                  <c:v>46008</c:v>
                </c:pt>
                <c:pt idx="1125">
                  <c:v>46009</c:v>
                </c:pt>
                <c:pt idx="1126">
                  <c:v>46010</c:v>
                </c:pt>
                <c:pt idx="1127">
                  <c:v>46013</c:v>
                </c:pt>
                <c:pt idx="1128">
                  <c:v>46014</c:v>
                </c:pt>
                <c:pt idx="1129">
                  <c:v>46015</c:v>
                </c:pt>
                <c:pt idx="1130">
                  <c:v>46016</c:v>
                </c:pt>
                <c:pt idx="1131">
                  <c:v>46017</c:v>
                </c:pt>
                <c:pt idx="1132">
                  <c:v>46020</c:v>
                </c:pt>
                <c:pt idx="1133">
                  <c:v>46021</c:v>
                </c:pt>
                <c:pt idx="1134">
                  <c:v>46022</c:v>
                </c:pt>
                <c:pt idx="1135">
                  <c:v>46023</c:v>
                </c:pt>
                <c:pt idx="1136">
                  <c:v>46024</c:v>
                </c:pt>
                <c:pt idx="1137">
                  <c:v>46027</c:v>
                </c:pt>
                <c:pt idx="1138">
                  <c:v>46028</c:v>
                </c:pt>
                <c:pt idx="1139">
                  <c:v>46029</c:v>
                </c:pt>
                <c:pt idx="1140">
                  <c:v>46030</c:v>
                </c:pt>
                <c:pt idx="1141">
                  <c:v>46031</c:v>
                </c:pt>
                <c:pt idx="1142">
                  <c:v>46034</c:v>
                </c:pt>
                <c:pt idx="1143">
                  <c:v>46035</c:v>
                </c:pt>
                <c:pt idx="1144">
                  <c:v>46036</c:v>
                </c:pt>
                <c:pt idx="1145">
                  <c:v>46037</c:v>
                </c:pt>
                <c:pt idx="1146">
                  <c:v>46038</c:v>
                </c:pt>
                <c:pt idx="1147">
                  <c:v>46041</c:v>
                </c:pt>
                <c:pt idx="1148">
                  <c:v>46042</c:v>
                </c:pt>
                <c:pt idx="1149">
                  <c:v>46043</c:v>
                </c:pt>
                <c:pt idx="1150">
                  <c:v>46044</c:v>
                </c:pt>
                <c:pt idx="1151">
                  <c:v>46045</c:v>
                </c:pt>
                <c:pt idx="1152">
                  <c:v>46048</c:v>
                </c:pt>
                <c:pt idx="1153">
                  <c:v>46049</c:v>
                </c:pt>
                <c:pt idx="1154">
                  <c:v>46050</c:v>
                </c:pt>
                <c:pt idx="1155">
                  <c:v>46051</c:v>
                </c:pt>
                <c:pt idx="1156">
                  <c:v>46052</c:v>
                </c:pt>
                <c:pt idx="1157">
                  <c:v>46055</c:v>
                </c:pt>
                <c:pt idx="1158">
                  <c:v>46056</c:v>
                </c:pt>
                <c:pt idx="1159">
                  <c:v>46057</c:v>
                </c:pt>
                <c:pt idx="1160">
                  <c:v>46058</c:v>
                </c:pt>
                <c:pt idx="1161">
                  <c:v>46059</c:v>
                </c:pt>
                <c:pt idx="1162">
                  <c:v>46062</c:v>
                </c:pt>
                <c:pt idx="1163">
                  <c:v>46063</c:v>
                </c:pt>
                <c:pt idx="1164">
                  <c:v>46064</c:v>
                </c:pt>
                <c:pt idx="1165">
                  <c:v>46065</c:v>
                </c:pt>
                <c:pt idx="1166">
                  <c:v>46066</c:v>
                </c:pt>
                <c:pt idx="1167">
                  <c:v>46069</c:v>
                </c:pt>
                <c:pt idx="1168">
                  <c:v>46070</c:v>
                </c:pt>
                <c:pt idx="1169">
                  <c:v>46071</c:v>
                </c:pt>
                <c:pt idx="1170">
                  <c:v>46072</c:v>
                </c:pt>
                <c:pt idx="1171">
                  <c:v>46073</c:v>
                </c:pt>
                <c:pt idx="1172">
                  <c:v>46076</c:v>
                </c:pt>
                <c:pt idx="1173">
                  <c:v>46077</c:v>
                </c:pt>
                <c:pt idx="1174">
                  <c:v>46078</c:v>
                </c:pt>
                <c:pt idx="1175">
                  <c:v>46079</c:v>
                </c:pt>
                <c:pt idx="1176">
                  <c:v>46080</c:v>
                </c:pt>
                <c:pt idx="1177">
                  <c:v>46083</c:v>
                </c:pt>
                <c:pt idx="1178">
                  <c:v>46084</c:v>
                </c:pt>
                <c:pt idx="1179">
                  <c:v>46085</c:v>
                </c:pt>
                <c:pt idx="1180">
                  <c:v>46086</c:v>
                </c:pt>
                <c:pt idx="1181">
                  <c:v>46087</c:v>
                </c:pt>
                <c:pt idx="1182">
                  <c:v>46090</c:v>
                </c:pt>
                <c:pt idx="1183">
                  <c:v>46091</c:v>
                </c:pt>
                <c:pt idx="1184">
                  <c:v>46092</c:v>
                </c:pt>
                <c:pt idx="1185">
                  <c:v>46093</c:v>
                </c:pt>
                <c:pt idx="1186">
                  <c:v>46094</c:v>
                </c:pt>
                <c:pt idx="1187">
                  <c:v>46097</c:v>
                </c:pt>
                <c:pt idx="1188">
                  <c:v>46098</c:v>
                </c:pt>
                <c:pt idx="1189">
                  <c:v>46099</c:v>
                </c:pt>
                <c:pt idx="1190">
                  <c:v>46100</c:v>
                </c:pt>
                <c:pt idx="1191">
                  <c:v>46101</c:v>
                </c:pt>
                <c:pt idx="1192">
                  <c:v>46104</c:v>
                </c:pt>
                <c:pt idx="1193">
                  <c:v>46105</c:v>
                </c:pt>
                <c:pt idx="1194">
                  <c:v>46106</c:v>
                </c:pt>
                <c:pt idx="1195">
                  <c:v>46107</c:v>
                </c:pt>
                <c:pt idx="1196">
                  <c:v>46108</c:v>
                </c:pt>
                <c:pt idx="1197">
                  <c:v>46111</c:v>
                </c:pt>
                <c:pt idx="1198">
                  <c:v>46112</c:v>
                </c:pt>
                <c:pt idx="1199">
                  <c:v>46113</c:v>
                </c:pt>
                <c:pt idx="1200">
                  <c:v>46114</c:v>
                </c:pt>
                <c:pt idx="1201">
                  <c:v>46115</c:v>
                </c:pt>
                <c:pt idx="1202">
                  <c:v>46118</c:v>
                </c:pt>
                <c:pt idx="1203">
                  <c:v>46119</c:v>
                </c:pt>
                <c:pt idx="1204">
                  <c:v>46120</c:v>
                </c:pt>
                <c:pt idx="1205">
                  <c:v>46121</c:v>
                </c:pt>
                <c:pt idx="1206">
                  <c:v>46122</c:v>
                </c:pt>
                <c:pt idx="1207">
                  <c:v>46125</c:v>
                </c:pt>
                <c:pt idx="1208">
                  <c:v>46126</c:v>
                </c:pt>
                <c:pt idx="1209">
                  <c:v>46127</c:v>
                </c:pt>
                <c:pt idx="1210">
                  <c:v>46128</c:v>
                </c:pt>
                <c:pt idx="1211">
                  <c:v>46129</c:v>
                </c:pt>
                <c:pt idx="1212">
                  <c:v>46132</c:v>
                </c:pt>
                <c:pt idx="1213">
                  <c:v>46133</c:v>
                </c:pt>
                <c:pt idx="1214">
                  <c:v>46134</c:v>
                </c:pt>
                <c:pt idx="1215">
                  <c:v>46135</c:v>
                </c:pt>
                <c:pt idx="1216">
                  <c:v>46136</c:v>
                </c:pt>
                <c:pt idx="1217">
                  <c:v>46139</c:v>
                </c:pt>
                <c:pt idx="1218">
                  <c:v>46140</c:v>
                </c:pt>
                <c:pt idx="1219">
                  <c:v>46141</c:v>
                </c:pt>
                <c:pt idx="1220">
                  <c:v>46142</c:v>
                </c:pt>
                <c:pt idx="1221">
                  <c:v>46143</c:v>
                </c:pt>
                <c:pt idx="1222">
                  <c:v>46146</c:v>
                </c:pt>
                <c:pt idx="1223">
                  <c:v>46147</c:v>
                </c:pt>
                <c:pt idx="1224">
                  <c:v>46148</c:v>
                </c:pt>
                <c:pt idx="1225">
                  <c:v>46149</c:v>
                </c:pt>
                <c:pt idx="1226">
                  <c:v>46150</c:v>
                </c:pt>
                <c:pt idx="1227">
                  <c:v>46153</c:v>
                </c:pt>
                <c:pt idx="1228">
                  <c:v>46154</c:v>
                </c:pt>
                <c:pt idx="1229">
                  <c:v>46155</c:v>
                </c:pt>
                <c:pt idx="1230">
                  <c:v>46156</c:v>
                </c:pt>
                <c:pt idx="1231">
                  <c:v>46157</c:v>
                </c:pt>
                <c:pt idx="1232">
                  <c:v>46160</c:v>
                </c:pt>
                <c:pt idx="1233">
                  <c:v>46161</c:v>
                </c:pt>
                <c:pt idx="1234">
                  <c:v>46162</c:v>
                </c:pt>
                <c:pt idx="1235">
                  <c:v>46163</c:v>
                </c:pt>
                <c:pt idx="1236">
                  <c:v>46164</c:v>
                </c:pt>
                <c:pt idx="1237">
                  <c:v>46167</c:v>
                </c:pt>
                <c:pt idx="1238">
                  <c:v>46168</c:v>
                </c:pt>
                <c:pt idx="1239">
                  <c:v>46169</c:v>
                </c:pt>
                <c:pt idx="1240">
                  <c:v>46170</c:v>
                </c:pt>
                <c:pt idx="1241">
                  <c:v>46171</c:v>
                </c:pt>
                <c:pt idx="1242">
                  <c:v>46174</c:v>
                </c:pt>
                <c:pt idx="1243">
                  <c:v>46175</c:v>
                </c:pt>
                <c:pt idx="1244">
                  <c:v>46176</c:v>
                </c:pt>
                <c:pt idx="1245">
                  <c:v>46177</c:v>
                </c:pt>
                <c:pt idx="1246">
                  <c:v>46178</c:v>
                </c:pt>
                <c:pt idx="1247">
                  <c:v>46181</c:v>
                </c:pt>
                <c:pt idx="1248">
                  <c:v>46182</c:v>
                </c:pt>
                <c:pt idx="1249">
                  <c:v>46183</c:v>
                </c:pt>
                <c:pt idx="1250">
                  <c:v>46184</c:v>
                </c:pt>
                <c:pt idx="1251">
                  <c:v>46185</c:v>
                </c:pt>
                <c:pt idx="1252">
                  <c:v>46188</c:v>
                </c:pt>
                <c:pt idx="1253">
                  <c:v>46189</c:v>
                </c:pt>
                <c:pt idx="1254">
                  <c:v>46190</c:v>
                </c:pt>
                <c:pt idx="1255">
                  <c:v>46191</c:v>
                </c:pt>
                <c:pt idx="1256">
                  <c:v>46192</c:v>
                </c:pt>
                <c:pt idx="1257">
                  <c:v>46195</c:v>
                </c:pt>
                <c:pt idx="1258">
                  <c:v>46196</c:v>
                </c:pt>
                <c:pt idx="1259">
                  <c:v>46197</c:v>
                </c:pt>
                <c:pt idx="1260">
                  <c:v>46198</c:v>
                </c:pt>
                <c:pt idx="1261">
                  <c:v>46199</c:v>
                </c:pt>
                <c:pt idx="1262">
                  <c:v>46202</c:v>
                </c:pt>
                <c:pt idx="1263">
                  <c:v>46203</c:v>
                </c:pt>
                <c:pt idx="1264">
                  <c:v>46204</c:v>
                </c:pt>
                <c:pt idx="1265">
                  <c:v>46205</c:v>
                </c:pt>
                <c:pt idx="1266">
                  <c:v>46206</c:v>
                </c:pt>
                <c:pt idx="1267">
                  <c:v>46209</c:v>
                </c:pt>
                <c:pt idx="1268">
                  <c:v>46210</c:v>
                </c:pt>
                <c:pt idx="1269">
                  <c:v>46211</c:v>
                </c:pt>
                <c:pt idx="1270">
                  <c:v>46212</c:v>
                </c:pt>
                <c:pt idx="1271">
                  <c:v>46213</c:v>
                </c:pt>
                <c:pt idx="1272">
                  <c:v>46216</c:v>
                </c:pt>
                <c:pt idx="1273">
                  <c:v>46217</c:v>
                </c:pt>
                <c:pt idx="1274">
                  <c:v>46218</c:v>
                </c:pt>
                <c:pt idx="1275">
                  <c:v>46219</c:v>
                </c:pt>
                <c:pt idx="1276">
                  <c:v>46220</c:v>
                </c:pt>
                <c:pt idx="1277">
                  <c:v>46223</c:v>
                </c:pt>
                <c:pt idx="1278">
                  <c:v>46224</c:v>
                </c:pt>
                <c:pt idx="1279">
                  <c:v>46225</c:v>
                </c:pt>
                <c:pt idx="1280">
                  <c:v>46226</c:v>
                </c:pt>
                <c:pt idx="1281">
                  <c:v>46227</c:v>
                </c:pt>
                <c:pt idx="1282">
                  <c:v>46230</c:v>
                </c:pt>
                <c:pt idx="1283">
                  <c:v>46231</c:v>
                </c:pt>
                <c:pt idx="1284">
                  <c:v>46232</c:v>
                </c:pt>
                <c:pt idx="1285">
                  <c:v>46233</c:v>
                </c:pt>
                <c:pt idx="1286">
                  <c:v>46234</c:v>
                </c:pt>
                <c:pt idx="1287">
                  <c:v>46237</c:v>
                </c:pt>
                <c:pt idx="1288">
                  <c:v>46238</c:v>
                </c:pt>
                <c:pt idx="1289">
                  <c:v>46239</c:v>
                </c:pt>
                <c:pt idx="1290">
                  <c:v>46240</c:v>
                </c:pt>
                <c:pt idx="1291">
                  <c:v>46241</c:v>
                </c:pt>
                <c:pt idx="1292">
                  <c:v>46244</c:v>
                </c:pt>
                <c:pt idx="1293">
                  <c:v>46245</c:v>
                </c:pt>
                <c:pt idx="1294">
                  <c:v>46246</c:v>
                </c:pt>
                <c:pt idx="1295">
                  <c:v>46247</c:v>
                </c:pt>
                <c:pt idx="1296">
                  <c:v>46248</c:v>
                </c:pt>
                <c:pt idx="1297">
                  <c:v>46251</c:v>
                </c:pt>
                <c:pt idx="1298">
                  <c:v>46252</c:v>
                </c:pt>
                <c:pt idx="1299">
                  <c:v>46253</c:v>
                </c:pt>
                <c:pt idx="1300">
                  <c:v>46254</c:v>
                </c:pt>
                <c:pt idx="1301">
                  <c:v>46255</c:v>
                </c:pt>
                <c:pt idx="1302">
                  <c:v>46258</c:v>
                </c:pt>
                <c:pt idx="1303">
                  <c:v>46259</c:v>
                </c:pt>
                <c:pt idx="1304">
                  <c:v>46259</c:v>
                </c:pt>
              </c:numCache>
            </c:numRef>
          </c:cat>
          <c:val>
            <c:numRef>
              <c:f>Planilha1!$B$2:$B$1306</c:f>
              <c:numCache>
                <c:formatCode>0.00</c:formatCode>
                <c:ptCount val="1305"/>
                <c:pt idx="0">
                  <c:v>110</c:v>
                </c:pt>
                <c:pt idx="1">
                  <c:v>110.1</c:v>
                </c:pt>
                <c:pt idx="2">
                  <c:v>109.86</c:v>
                </c:pt>
                <c:pt idx="3">
                  <c:v>109.94</c:v>
                </c:pt>
                <c:pt idx="4">
                  <c:v>110.03</c:v>
                </c:pt>
                <c:pt idx="5">
                  <c:v>110.01</c:v>
                </c:pt>
                <c:pt idx="6">
                  <c:v>109.96</c:v>
                </c:pt>
                <c:pt idx="7">
                  <c:v>109.75</c:v>
                </c:pt>
                <c:pt idx="8">
                  <c:v>109.86</c:v>
                </c:pt>
                <c:pt idx="9">
                  <c:v>110.29</c:v>
                </c:pt>
                <c:pt idx="10">
                  <c:v>110.24</c:v>
                </c:pt>
                <c:pt idx="11">
                  <c:v>109.72</c:v>
                </c:pt>
                <c:pt idx="12">
                  <c:v>109.89</c:v>
                </c:pt>
                <c:pt idx="13">
                  <c:v>110</c:v>
                </c:pt>
                <c:pt idx="14">
                  <c:v>109.68</c:v>
                </c:pt>
                <c:pt idx="15">
                  <c:v>109.38</c:v>
                </c:pt>
                <c:pt idx="16">
                  <c:v>109.78</c:v>
                </c:pt>
                <c:pt idx="17">
                  <c:v>109.98</c:v>
                </c:pt>
                <c:pt idx="18">
                  <c:v>109.41</c:v>
                </c:pt>
                <c:pt idx="19">
                  <c:v>109.24</c:v>
                </c:pt>
                <c:pt idx="20">
                  <c:v>109.79</c:v>
                </c:pt>
                <c:pt idx="21">
                  <c:v>110.33</c:v>
                </c:pt>
                <c:pt idx="22">
                  <c:v>110.69</c:v>
                </c:pt>
                <c:pt idx="23">
                  <c:v>111.01</c:v>
                </c:pt>
                <c:pt idx="24">
                  <c:v>111.5</c:v>
                </c:pt>
                <c:pt idx="25">
                  <c:v>111.98</c:v>
                </c:pt>
                <c:pt idx="26">
                  <c:v>111.28</c:v>
                </c:pt>
                <c:pt idx="27">
                  <c:v>111.04</c:v>
                </c:pt>
                <c:pt idx="28">
                  <c:v>110.89</c:v>
                </c:pt>
                <c:pt idx="29">
                  <c:v>111.48</c:v>
                </c:pt>
                <c:pt idx="30">
                  <c:v>111.42</c:v>
                </c:pt>
                <c:pt idx="31">
                  <c:v>111.63</c:v>
                </c:pt>
                <c:pt idx="32">
                  <c:v>112.18</c:v>
                </c:pt>
                <c:pt idx="33">
                  <c:v>113.31</c:v>
                </c:pt>
                <c:pt idx="34">
                  <c:v>113.61</c:v>
                </c:pt>
                <c:pt idx="35">
                  <c:v>113.28</c:v>
                </c:pt>
                <c:pt idx="36">
                  <c:v>113.68</c:v>
                </c:pt>
                <c:pt idx="37">
                  <c:v>114.22</c:v>
                </c:pt>
                <c:pt idx="38">
                  <c:v>114.33</c:v>
                </c:pt>
                <c:pt idx="39">
                  <c:v>114.38</c:v>
                </c:pt>
                <c:pt idx="40">
                  <c:v>114.28</c:v>
                </c:pt>
                <c:pt idx="41">
                  <c:v>113.98</c:v>
                </c:pt>
                <c:pt idx="42">
                  <c:v>113.6</c:v>
                </c:pt>
                <c:pt idx="43">
                  <c:v>113.71</c:v>
                </c:pt>
                <c:pt idx="44">
                  <c:v>114.16</c:v>
                </c:pt>
                <c:pt idx="45">
                  <c:v>113.83</c:v>
                </c:pt>
                <c:pt idx="46">
                  <c:v>113.59</c:v>
                </c:pt>
                <c:pt idx="47">
                  <c:v>113.98</c:v>
                </c:pt>
                <c:pt idx="48">
                  <c:v>114</c:v>
                </c:pt>
                <c:pt idx="49">
                  <c:v>113.96</c:v>
                </c:pt>
                <c:pt idx="50">
                  <c:v>114.01</c:v>
                </c:pt>
                <c:pt idx="51">
                  <c:v>113.75</c:v>
                </c:pt>
                <c:pt idx="52">
                  <c:v>113.44</c:v>
                </c:pt>
                <c:pt idx="53">
                  <c:v>113.23</c:v>
                </c:pt>
                <c:pt idx="54">
                  <c:v>112.88</c:v>
                </c:pt>
                <c:pt idx="55">
                  <c:v>113.93</c:v>
                </c:pt>
                <c:pt idx="56">
                  <c:v>114.07</c:v>
                </c:pt>
                <c:pt idx="57">
                  <c:v>113.91</c:v>
                </c:pt>
                <c:pt idx="58">
                  <c:v>114.13</c:v>
                </c:pt>
                <c:pt idx="59">
                  <c:v>114.83</c:v>
                </c:pt>
                <c:pt idx="60">
                  <c:v>114.07</c:v>
                </c:pt>
                <c:pt idx="61">
                  <c:v>114.25</c:v>
                </c:pt>
                <c:pt idx="62">
                  <c:v>113.97</c:v>
                </c:pt>
                <c:pt idx="63">
                  <c:v>114.92</c:v>
                </c:pt>
                <c:pt idx="64">
                  <c:v>115.11</c:v>
                </c:pt>
                <c:pt idx="65">
                  <c:v>115.42</c:v>
                </c:pt>
                <c:pt idx="66">
                  <c:v>115.37</c:v>
                </c:pt>
                <c:pt idx="67">
                  <c:v>113.35</c:v>
                </c:pt>
                <c:pt idx="68">
                  <c:v>113.53</c:v>
                </c:pt>
                <c:pt idx="69">
                  <c:v>113.18</c:v>
                </c:pt>
                <c:pt idx="70">
                  <c:v>112.77</c:v>
                </c:pt>
                <c:pt idx="71">
                  <c:v>113.17</c:v>
                </c:pt>
                <c:pt idx="72">
                  <c:v>112.78</c:v>
                </c:pt>
                <c:pt idx="73">
                  <c:v>113.47</c:v>
                </c:pt>
                <c:pt idx="74">
                  <c:v>113.59</c:v>
                </c:pt>
                <c:pt idx="75">
                  <c:v>113.68</c:v>
                </c:pt>
                <c:pt idx="76">
                  <c:v>113.52</c:v>
                </c:pt>
                <c:pt idx="77">
                  <c:v>113.28</c:v>
                </c:pt>
                <c:pt idx="78">
                  <c:v>113.58</c:v>
                </c:pt>
                <c:pt idx="79">
                  <c:v>113.73</c:v>
                </c:pt>
                <c:pt idx="80">
                  <c:v>114.03</c:v>
                </c:pt>
                <c:pt idx="81">
                  <c:v>113.66</c:v>
                </c:pt>
                <c:pt idx="82">
                  <c:v>113.63</c:v>
                </c:pt>
                <c:pt idx="83">
                  <c:v>113.6</c:v>
                </c:pt>
                <c:pt idx="84">
                  <c:v>114.12</c:v>
                </c:pt>
                <c:pt idx="85">
                  <c:v>114.1</c:v>
                </c:pt>
                <c:pt idx="86">
                  <c:v>114.38</c:v>
                </c:pt>
                <c:pt idx="87">
                  <c:v>114.39</c:v>
                </c:pt>
                <c:pt idx="88">
                  <c:v>114.87</c:v>
                </c:pt>
                <c:pt idx="89">
                  <c:v>114.82</c:v>
                </c:pt>
                <c:pt idx="90">
                  <c:v>114.96</c:v>
                </c:pt>
                <c:pt idx="91">
                  <c:v>115.08</c:v>
                </c:pt>
                <c:pt idx="92">
                  <c:v>115.1</c:v>
                </c:pt>
                <c:pt idx="93">
                  <c:v>115.34</c:v>
                </c:pt>
                <c:pt idx="94">
                  <c:v>116.16</c:v>
                </c:pt>
                <c:pt idx="95">
                  <c:v>116.13</c:v>
                </c:pt>
                <c:pt idx="96">
                  <c:v>115.84</c:v>
                </c:pt>
                <c:pt idx="97">
                  <c:v>115.64</c:v>
                </c:pt>
                <c:pt idx="98">
                  <c:v>115.21</c:v>
                </c:pt>
                <c:pt idx="99">
                  <c:v>115.3</c:v>
                </c:pt>
                <c:pt idx="100">
                  <c:v>114.65</c:v>
                </c:pt>
                <c:pt idx="101">
                  <c:v>114.2</c:v>
                </c:pt>
                <c:pt idx="102">
                  <c:v>114.21</c:v>
                </c:pt>
                <c:pt idx="103">
                  <c:v>114.64</c:v>
                </c:pt>
                <c:pt idx="104">
                  <c:v>114.62</c:v>
                </c:pt>
                <c:pt idx="105">
                  <c:v>114.32</c:v>
                </c:pt>
                <c:pt idx="106">
                  <c:v>114.11</c:v>
                </c:pt>
                <c:pt idx="107">
                  <c:v>113.66</c:v>
                </c:pt>
                <c:pt idx="108">
                  <c:v>113.98</c:v>
                </c:pt>
                <c:pt idx="109">
                  <c:v>113.9</c:v>
                </c:pt>
                <c:pt idx="110">
                  <c:v>114.65</c:v>
                </c:pt>
                <c:pt idx="111">
                  <c:v>115.37</c:v>
                </c:pt>
                <c:pt idx="112">
                  <c:v>115.23</c:v>
                </c:pt>
                <c:pt idx="113">
                  <c:v>115.13</c:v>
                </c:pt>
                <c:pt idx="114">
                  <c:v>114.73</c:v>
                </c:pt>
                <c:pt idx="115">
                  <c:v>114.47</c:v>
                </c:pt>
                <c:pt idx="116">
                  <c:v>114.98</c:v>
                </c:pt>
                <c:pt idx="117">
                  <c:v>115.23</c:v>
                </c:pt>
                <c:pt idx="118">
                  <c:v>115.1</c:v>
                </c:pt>
                <c:pt idx="119">
                  <c:v>115.55</c:v>
                </c:pt>
                <c:pt idx="120">
                  <c:v>115.51</c:v>
                </c:pt>
                <c:pt idx="121">
                  <c:v>116.02</c:v>
                </c:pt>
                <c:pt idx="122">
                  <c:v>115.28</c:v>
                </c:pt>
                <c:pt idx="123">
                  <c:v>115.55</c:v>
                </c:pt>
                <c:pt idx="124">
                  <c:v>115.64</c:v>
                </c:pt>
                <c:pt idx="125">
                  <c:v>115.5</c:v>
                </c:pt>
                <c:pt idx="126">
                  <c:v>114.94</c:v>
                </c:pt>
                <c:pt idx="127">
                  <c:v>114.93</c:v>
                </c:pt>
                <c:pt idx="128">
                  <c:v>114.74</c:v>
                </c:pt>
                <c:pt idx="129">
                  <c:v>115.09</c:v>
                </c:pt>
                <c:pt idx="130">
                  <c:v>114.99</c:v>
                </c:pt>
                <c:pt idx="131">
                  <c:v>115.54</c:v>
                </c:pt>
                <c:pt idx="132">
                  <c:v>114.98</c:v>
                </c:pt>
                <c:pt idx="133">
                  <c:v>115.01</c:v>
                </c:pt>
                <c:pt idx="134">
                  <c:v>114.91</c:v>
                </c:pt>
                <c:pt idx="135">
                  <c:v>115.53</c:v>
                </c:pt>
                <c:pt idx="136">
                  <c:v>115.47</c:v>
                </c:pt>
                <c:pt idx="137">
                  <c:v>114.82</c:v>
                </c:pt>
                <c:pt idx="138">
                  <c:v>115.32</c:v>
                </c:pt>
                <c:pt idx="139">
                  <c:v>115.68</c:v>
                </c:pt>
                <c:pt idx="140">
                  <c:v>115.84</c:v>
                </c:pt>
                <c:pt idx="141">
                  <c:v>116.15</c:v>
                </c:pt>
                <c:pt idx="142">
                  <c:v>117.34</c:v>
                </c:pt>
                <c:pt idx="143">
                  <c:v>118.18</c:v>
                </c:pt>
                <c:pt idx="144">
                  <c:v>118.31</c:v>
                </c:pt>
                <c:pt idx="145">
                  <c:v>118.73</c:v>
                </c:pt>
                <c:pt idx="146">
                  <c:v>118.6</c:v>
                </c:pt>
                <c:pt idx="147">
                  <c:v>119.17</c:v>
                </c:pt>
                <c:pt idx="148">
                  <c:v>119.48</c:v>
                </c:pt>
                <c:pt idx="149">
                  <c:v>120.79</c:v>
                </c:pt>
                <c:pt idx="150">
                  <c:v>121.16</c:v>
                </c:pt>
                <c:pt idx="151">
                  <c:v>122.36</c:v>
                </c:pt>
                <c:pt idx="152">
                  <c:v>121.97</c:v>
                </c:pt>
                <c:pt idx="153">
                  <c:v>123.72</c:v>
                </c:pt>
                <c:pt idx="154">
                  <c:v>122.86</c:v>
                </c:pt>
                <c:pt idx="155">
                  <c:v>121.88</c:v>
                </c:pt>
                <c:pt idx="156">
                  <c:v>121.67</c:v>
                </c:pt>
                <c:pt idx="157">
                  <c:v>122.64</c:v>
                </c:pt>
                <c:pt idx="158">
                  <c:v>122.81</c:v>
                </c:pt>
                <c:pt idx="159">
                  <c:v>123.62</c:v>
                </c:pt>
                <c:pt idx="160">
                  <c:v>123.8</c:v>
                </c:pt>
                <c:pt idx="161">
                  <c:v>123.93</c:v>
                </c:pt>
                <c:pt idx="162">
                  <c:v>124.06</c:v>
                </c:pt>
                <c:pt idx="163">
                  <c:v>125.37</c:v>
                </c:pt>
                <c:pt idx="164">
                  <c:v>125.36</c:v>
                </c:pt>
                <c:pt idx="165">
                  <c:v>125.67</c:v>
                </c:pt>
                <c:pt idx="166">
                  <c:v>125.87</c:v>
                </c:pt>
                <c:pt idx="167">
                  <c:v>126.43</c:v>
                </c:pt>
                <c:pt idx="168">
                  <c:v>127</c:v>
                </c:pt>
                <c:pt idx="169">
                  <c:v>128.91999999999999</c:v>
                </c:pt>
                <c:pt idx="170">
                  <c:v>127.89</c:v>
                </c:pt>
                <c:pt idx="171">
                  <c:v>128.38999999999999</c:v>
                </c:pt>
                <c:pt idx="172">
                  <c:v>128.6</c:v>
                </c:pt>
                <c:pt idx="173">
                  <c:v>128.13999999999999</c:v>
                </c:pt>
                <c:pt idx="174">
                  <c:v>127.23</c:v>
                </c:pt>
                <c:pt idx="175">
                  <c:v>128.44</c:v>
                </c:pt>
                <c:pt idx="176">
                  <c:v>130.87</c:v>
                </c:pt>
                <c:pt idx="177">
                  <c:v>129.78</c:v>
                </c:pt>
                <c:pt idx="178">
                  <c:v>130.13999999999999</c:v>
                </c:pt>
                <c:pt idx="179">
                  <c:v>130.11000000000001</c:v>
                </c:pt>
                <c:pt idx="180">
                  <c:v>129.07</c:v>
                </c:pt>
                <c:pt idx="181">
                  <c:v>130.19</c:v>
                </c:pt>
                <c:pt idx="182">
                  <c:v>130.51</c:v>
                </c:pt>
                <c:pt idx="183">
                  <c:v>130.26</c:v>
                </c:pt>
                <c:pt idx="184">
                  <c:v>130.44999999999999</c:v>
                </c:pt>
                <c:pt idx="185">
                  <c:v>129.88999999999999</c:v>
                </c:pt>
                <c:pt idx="186">
                  <c:v>128.35</c:v>
                </c:pt>
                <c:pt idx="187">
                  <c:v>129.27000000000001</c:v>
                </c:pt>
                <c:pt idx="188">
                  <c:v>129.18</c:v>
                </c:pt>
                <c:pt idx="189">
                  <c:v>129.38999999999999</c:v>
                </c:pt>
                <c:pt idx="190">
                  <c:v>128.22999999999999</c:v>
                </c:pt>
                <c:pt idx="191">
                  <c:v>127.82</c:v>
                </c:pt>
                <c:pt idx="192">
                  <c:v>127.93</c:v>
                </c:pt>
                <c:pt idx="193">
                  <c:v>127.9</c:v>
                </c:pt>
                <c:pt idx="194">
                  <c:v>126.83</c:v>
                </c:pt>
                <c:pt idx="195">
                  <c:v>127.34</c:v>
                </c:pt>
                <c:pt idx="196">
                  <c:v>127.14</c:v>
                </c:pt>
                <c:pt idx="197">
                  <c:v>127.07</c:v>
                </c:pt>
                <c:pt idx="198">
                  <c:v>127.57</c:v>
                </c:pt>
                <c:pt idx="199">
                  <c:v>128.65</c:v>
                </c:pt>
                <c:pt idx="200">
                  <c:v>130.12</c:v>
                </c:pt>
                <c:pt idx="201">
                  <c:v>129.86000000000001</c:v>
                </c:pt>
                <c:pt idx="202">
                  <c:v>130.86000000000001</c:v>
                </c:pt>
                <c:pt idx="203">
                  <c:v>131.88</c:v>
                </c:pt>
                <c:pt idx="204">
                  <c:v>132.57</c:v>
                </c:pt>
                <c:pt idx="205">
                  <c:v>134.27000000000001</c:v>
                </c:pt>
                <c:pt idx="206">
                  <c:v>134.35</c:v>
                </c:pt>
                <c:pt idx="207">
                  <c:v>134.38999999999999</c:v>
                </c:pt>
                <c:pt idx="208">
                  <c:v>134.43</c:v>
                </c:pt>
                <c:pt idx="209">
                  <c:v>135.47999999999999</c:v>
                </c:pt>
                <c:pt idx="210">
                  <c:v>133.83000000000001</c:v>
                </c:pt>
                <c:pt idx="211">
                  <c:v>132.21</c:v>
                </c:pt>
                <c:pt idx="212">
                  <c:v>134.88999999999999</c:v>
                </c:pt>
                <c:pt idx="213">
                  <c:v>135.1</c:v>
                </c:pt>
                <c:pt idx="214">
                  <c:v>136.65</c:v>
                </c:pt>
                <c:pt idx="215">
                  <c:v>136.26</c:v>
                </c:pt>
                <c:pt idx="216">
                  <c:v>134.94999999999999</c:v>
                </c:pt>
                <c:pt idx="217">
                  <c:v>135.12</c:v>
                </c:pt>
                <c:pt idx="218">
                  <c:v>135.46</c:v>
                </c:pt>
                <c:pt idx="219">
                  <c:v>136.13</c:v>
                </c:pt>
                <c:pt idx="220">
                  <c:v>136.59</c:v>
                </c:pt>
                <c:pt idx="221">
                  <c:v>135.72999999999999</c:v>
                </c:pt>
                <c:pt idx="222">
                  <c:v>135.32</c:v>
                </c:pt>
                <c:pt idx="223">
                  <c:v>135.71</c:v>
                </c:pt>
                <c:pt idx="224">
                  <c:v>135.88999999999999</c:v>
                </c:pt>
                <c:pt idx="225">
                  <c:v>135.94999999999999</c:v>
                </c:pt>
                <c:pt idx="226">
                  <c:v>136.02000000000001</c:v>
                </c:pt>
                <c:pt idx="227">
                  <c:v>136.03</c:v>
                </c:pt>
                <c:pt idx="228">
                  <c:v>137.44</c:v>
                </c:pt>
                <c:pt idx="229">
                  <c:v>136.88</c:v>
                </c:pt>
                <c:pt idx="230">
                  <c:v>137.43</c:v>
                </c:pt>
                <c:pt idx="231">
                  <c:v>138.97</c:v>
                </c:pt>
                <c:pt idx="232">
                  <c:v>138.55000000000001</c:v>
                </c:pt>
                <c:pt idx="233">
                  <c:v>138.13999999999999</c:v>
                </c:pt>
                <c:pt idx="234">
                  <c:v>138.19</c:v>
                </c:pt>
                <c:pt idx="235">
                  <c:v>138.24</c:v>
                </c:pt>
                <c:pt idx="236">
                  <c:v>137.38999999999999</c:v>
                </c:pt>
                <c:pt idx="237">
                  <c:v>136.07</c:v>
                </c:pt>
                <c:pt idx="238">
                  <c:v>136.69999999999999</c:v>
                </c:pt>
                <c:pt idx="239">
                  <c:v>136.93</c:v>
                </c:pt>
                <c:pt idx="240">
                  <c:v>136.57</c:v>
                </c:pt>
                <c:pt idx="241">
                  <c:v>134.28</c:v>
                </c:pt>
                <c:pt idx="242">
                  <c:v>133.22999999999999</c:v>
                </c:pt>
                <c:pt idx="243">
                  <c:v>131.62</c:v>
                </c:pt>
                <c:pt idx="244">
                  <c:v>133.16999999999999</c:v>
                </c:pt>
                <c:pt idx="245">
                  <c:v>133.86000000000001</c:v>
                </c:pt>
                <c:pt idx="246">
                  <c:v>132.87</c:v>
                </c:pt>
                <c:pt idx="247">
                  <c:v>135.01</c:v>
                </c:pt>
                <c:pt idx="248">
                  <c:v>135.01</c:v>
                </c:pt>
                <c:pt idx="249">
                  <c:v>135.16</c:v>
                </c:pt>
                <c:pt idx="250">
                  <c:v>132.9</c:v>
                </c:pt>
                <c:pt idx="251">
                  <c:v>133.04</c:v>
                </c:pt>
                <c:pt idx="252">
                  <c:v>133.44999999999999</c:v>
                </c:pt>
                <c:pt idx="253">
                  <c:v>133.31</c:v>
                </c:pt>
                <c:pt idx="254">
                  <c:v>134.24</c:v>
                </c:pt>
                <c:pt idx="255">
                  <c:v>135.02000000000001</c:v>
                </c:pt>
                <c:pt idx="256">
                  <c:v>135.88999999999999</c:v>
                </c:pt>
                <c:pt idx="257">
                  <c:v>136.88</c:v>
                </c:pt>
                <c:pt idx="258">
                  <c:v>137.49</c:v>
                </c:pt>
                <c:pt idx="259">
                  <c:v>136.79</c:v>
                </c:pt>
                <c:pt idx="260">
                  <c:v>137.12</c:v>
                </c:pt>
                <c:pt idx="261">
                  <c:v>136.51</c:v>
                </c:pt>
                <c:pt idx="262">
                  <c:v>137.66</c:v>
                </c:pt>
                <c:pt idx="263">
                  <c:v>138.69999999999999</c:v>
                </c:pt>
                <c:pt idx="264">
                  <c:v>138.81</c:v>
                </c:pt>
                <c:pt idx="265">
                  <c:v>138.97</c:v>
                </c:pt>
                <c:pt idx="266">
                  <c:v>140.19999999999999</c:v>
                </c:pt>
                <c:pt idx="267">
                  <c:v>140.18</c:v>
                </c:pt>
                <c:pt idx="268">
                  <c:v>140.62</c:v>
                </c:pt>
                <c:pt idx="269">
                  <c:v>142.80000000000001</c:v>
                </c:pt>
                <c:pt idx="270">
                  <c:v>143.72999999999999</c:v>
                </c:pt>
                <c:pt idx="271">
                  <c:v>144.12</c:v>
                </c:pt>
                <c:pt idx="272">
                  <c:v>142.25</c:v>
                </c:pt>
                <c:pt idx="273">
                  <c:v>142.85</c:v>
                </c:pt>
                <c:pt idx="274">
                  <c:v>144.58000000000001</c:v>
                </c:pt>
                <c:pt idx="275">
                  <c:v>143.16999999999999</c:v>
                </c:pt>
                <c:pt idx="276">
                  <c:v>143.51</c:v>
                </c:pt>
                <c:pt idx="277">
                  <c:v>142.96</c:v>
                </c:pt>
                <c:pt idx="278">
                  <c:v>143.19999999999999</c:v>
                </c:pt>
                <c:pt idx="279">
                  <c:v>143.75</c:v>
                </c:pt>
                <c:pt idx="280">
                  <c:v>144.05000000000001</c:v>
                </c:pt>
                <c:pt idx="281">
                  <c:v>142.38</c:v>
                </c:pt>
                <c:pt idx="282">
                  <c:v>143.38999999999999</c:v>
                </c:pt>
                <c:pt idx="283">
                  <c:v>144.76</c:v>
                </c:pt>
                <c:pt idx="284">
                  <c:v>144.77000000000001</c:v>
                </c:pt>
                <c:pt idx="285">
                  <c:v>144.13999999999999</c:v>
                </c:pt>
                <c:pt idx="286">
                  <c:v>144.44999999999999</c:v>
                </c:pt>
                <c:pt idx="287">
                  <c:v>144.61000000000001</c:v>
                </c:pt>
                <c:pt idx="288">
                  <c:v>144.54</c:v>
                </c:pt>
                <c:pt idx="289">
                  <c:v>144.13999999999999</c:v>
                </c:pt>
                <c:pt idx="290">
                  <c:v>144.66</c:v>
                </c:pt>
                <c:pt idx="291">
                  <c:v>145.13</c:v>
                </c:pt>
                <c:pt idx="292">
                  <c:v>145.36000000000001</c:v>
                </c:pt>
                <c:pt idx="293">
                  <c:v>145.69</c:v>
                </c:pt>
                <c:pt idx="294">
                  <c:v>145.86000000000001</c:v>
                </c:pt>
                <c:pt idx="295">
                  <c:v>146.91999999999999</c:v>
                </c:pt>
                <c:pt idx="296">
                  <c:v>147.19999999999999</c:v>
                </c:pt>
                <c:pt idx="297">
                  <c:v>148.44999999999999</c:v>
                </c:pt>
                <c:pt idx="298">
                  <c:v>149.02000000000001</c:v>
                </c:pt>
                <c:pt idx="299">
                  <c:v>149.27000000000001</c:v>
                </c:pt>
                <c:pt idx="300">
                  <c:v>149.88</c:v>
                </c:pt>
                <c:pt idx="301">
                  <c:v>150.15</c:v>
                </c:pt>
                <c:pt idx="302">
                  <c:v>147.57</c:v>
                </c:pt>
                <c:pt idx="303">
                  <c:v>148.97999999999999</c:v>
                </c:pt>
                <c:pt idx="304">
                  <c:v>147.93</c:v>
                </c:pt>
                <c:pt idx="305">
                  <c:v>146.37</c:v>
                </c:pt>
                <c:pt idx="306">
                  <c:v>146.29</c:v>
                </c:pt>
                <c:pt idx="307">
                  <c:v>147.76</c:v>
                </c:pt>
                <c:pt idx="308">
                  <c:v>148.71</c:v>
                </c:pt>
                <c:pt idx="309">
                  <c:v>148.30000000000001</c:v>
                </c:pt>
                <c:pt idx="310">
                  <c:v>147.88999999999999</c:v>
                </c:pt>
                <c:pt idx="311">
                  <c:v>148.26</c:v>
                </c:pt>
                <c:pt idx="312">
                  <c:v>147.13999999999999</c:v>
                </c:pt>
                <c:pt idx="313">
                  <c:v>146.63999999999999</c:v>
                </c:pt>
                <c:pt idx="314">
                  <c:v>145.69</c:v>
                </c:pt>
                <c:pt idx="315">
                  <c:v>146.44999999999999</c:v>
                </c:pt>
                <c:pt idx="316">
                  <c:v>141.01</c:v>
                </c:pt>
                <c:pt idx="317">
                  <c:v>138.55000000000001</c:v>
                </c:pt>
                <c:pt idx="318">
                  <c:v>139.9</c:v>
                </c:pt>
                <c:pt idx="319">
                  <c:v>139.29</c:v>
                </c:pt>
                <c:pt idx="320">
                  <c:v>139.56</c:v>
                </c:pt>
                <c:pt idx="321">
                  <c:v>140.19999999999999</c:v>
                </c:pt>
                <c:pt idx="322">
                  <c:v>140.30000000000001</c:v>
                </c:pt>
                <c:pt idx="323">
                  <c:v>142.13999999999999</c:v>
                </c:pt>
                <c:pt idx="324">
                  <c:v>141.26</c:v>
                </c:pt>
                <c:pt idx="325">
                  <c:v>139.61000000000001</c:v>
                </c:pt>
                <c:pt idx="326">
                  <c:v>138.63</c:v>
                </c:pt>
                <c:pt idx="327">
                  <c:v>139.34</c:v>
                </c:pt>
                <c:pt idx="328">
                  <c:v>138.96</c:v>
                </c:pt>
                <c:pt idx="329">
                  <c:v>138.69999999999999</c:v>
                </c:pt>
                <c:pt idx="330">
                  <c:v>138.07</c:v>
                </c:pt>
                <c:pt idx="331">
                  <c:v>135.29</c:v>
                </c:pt>
                <c:pt idx="332">
                  <c:v>134.56</c:v>
                </c:pt>
                <c:pt idx="333">
                  <c:v>136.76</c:v>
                </c:pt>
                <c:pt idx="334">
                  <c:v>137.06</c:v>
                </c:pt>
                <c:pt idx="335">
                  <c:v>136.63</c:v>
                </c:pt>
                <c:pt idx="336">
                  <c:v>136.66999999999999</c:v>
                </c:pt>
                <c:pt idx="337">
                  <c:v>136.61000000000001</c:v>
                </c:pt>
                <c:pt idx="338">
                  <c:v>137.68</c:v>
                </c:pt>
                <c:pt idx="339">
                  <c:v>135.58000000000001</c:v>
                </c:pt>
                <c:pt idx="340">
                  <c:v>135.47999999999999</c:v>
                </c:pt>
                <c:pt idx="341">
                  <c:v>137.77000000000001</c:v>
                </c:pt>
                <c:pt idx="342">
                  <c:v>136.06</c:v>
                </c:pt>
                <c:pt idx="343">
                  <c:v>136.9</c:v>
                </c:pt>
                <c:pt idx="344">
                  <c:v>131.72999999999999</c:v>
                </c:pt>
                <c:pt idx="345">
                  <c:v>132.5</c:v>
                </c:pt>
                <c:pt idx="346">
                  <c:v>132.37</c:v>
                </c:pt>
                <c:pt idx="347">
                  <c:v>132.79</c:v>
                </c:pt>
                <c:pt idx="348">
                  <c:v>132.88999999999999</c:v>
                </c:pt>
                <c:pt idx="349">
                  <c:v>133.49</c:v>
                </c:pt>
                <c:pt idx="350">
                  <c:v>134.47999999999999</c:v>
                </c:pt>
                <c:pt idx="351">
                  <c:v>133.01</c:v>
                </c:pt>
                <c:pt idx="352">
                  <c:v>131.13</c:v>
                </c:pt>
                <c:pt idx="353">
                  <c:v>130.86000000000001</c:v>
                </c:pt>
                <c:pt idx="354">
                  <c:v>131.01</c:v>
                </c:pt>
                <c:pt idx="355">
                  <c:v>132.63</c:v>
                </c:pt>
                <c:pt idx="356">
                  <c:v>133.41999999999999</c:v>
                </c:pt>
                <c:pt idx="357">
                  <c:v>131.93</c:v>
                </c:pt>
                <c:pt idx="358">
                  <c:v>131.88999999999999</c:v>
                </c:pt>
                <c:pt idx="359">
                  <c:v>132.26</c:v>
                </c:pt>
                <c:pt idx="360">
                  <c:v>132.47999999999999</c:v>
                </c:pt>
                <c:pt idx="361">
                  <c:v>129.27000000000001</c:v>
                </c:pt>
                <c:pt idx="362">
                  <c:v>127.84</c:v>
                </c:pt>
                <c:pt idx="363">
                  <c:v>128.57</c:v>
                </c:pt>
                <c:pt idx="364">
                  <c:v>128.11000000000001</c:v>
                </c:pt>
                <c:pt idx="365">
                  <c:v>128.91999999999999</c:v>
                </c:pt>
                <c:pt idx="366">
                  <c:v>128.44</c:v>
                </c:pt>
                <c:pt idx="367">
                  <c:v>129.51</c:v>
                </c:pt>
                <c:pt idx="368">
                  <c:v>130.63999999999999</c:v>
                </c:pt>
                <c:pt idx="369">
                  <c:v>130.18</c:v>
                </c:pt>
                <c:pt idx="370">
                  <c:v>129.61000000000001</c:v>
                </c:pt>
                <c:pt idx="371">
                  <c:v>130.21</c:v>
                </c:pt>
                <c:pt idx="372">
                  <c:v>129.72</c:v>
                </c:pt>
                <c:pt idx="373">
                  <c:v>130.44999999999999</c:v>
                </c:pt>
                <c:pt idx="374">
                  <c:v>130.08000000000001</c:v>
                </c:pt>
                <c:pt idx="375">
                  <c:v>128.94999999999999</c:v>
                </c:pt>
                <c:pt idx="376">
                  <c:v>128.66999999999999</c:v>
                </c:pt>
                <c:pt idx="377">
                  <c:v>132.15</c:v>
                </c:pt>
                <c:pt idx="378">
                  <c:v>132.63999999999999</c:v>
                </c:pt>
                <c:pt idx="379">
                  <c:v>131.07</c:v>
                </c:pt>
                <c:pt idx="380">
                  <c:v>131.38</c:v>
                </c:pt>
                <c:pt idx="381">
                  <c:v>131.57</c:v>
                </c:pt>
                <c:pt idx="382">
                  <c:v>131.41</c:v>
                </c:pt>
                <c:pt idx="383">
                  <c:v>132.41999999999999</c:v>
                </c:pt>
                <c:pt idx="384">
                  <c:v>133.12</c:v>
                </c:pt>
                <c:pt idx="385">
                  <c:v>134.16</c:v>
                </c:pt>
                <c:pt idx="386">
                  <c:v>133.94999999999999</c:v>
                </c:pt>
                <c:pt idx="387">
                  <c:v>134.16999999999999</c:v>
                </c:pt>
                <c:pt idx="388">
                  <c:v>134.26</c:v>
                </c:pt>
                <c:pt idx="389">
                  <c:v>135.01</c:v>
                </c:pt>
                <c:pt idx="390">
                  <c:v>134.88</c:v>
                </c:pt>
                <c:pt idx="391">
                  <c:v>134.72999999999999</c:v>
                </c:pt>
                <c:pt idx="392">
                  <c:v>136.51</c:v>
                </c:pt>
                <c:pt idx="393">
                  <c:v>136.22999999999999</c:v>
                </c:pt>
                <c:pt idx="394">
                  <c:v>136.22</c:v>
                </c:pt>
                <c:pt idx="395">
                  <c:v>136.16999999999999</c:v>
                </c:pt>
                <c:pt idx="396">
                  <c:v>136.77000000000001</c:v>
                </c:pt>
                <c:pt idx="397">
                  <c:v>135.88</c:v>
                </c:pt>
                <c:pt idx="398">
                  <c:v>135.94</c:v>
                </c:pt>
                <c:pt idx="399">
                  <c:v>137.16999999999999</c:v>
                </c:pt>
                <c:pt idx="400">
                  <c:v>137.35</c:v>
                </c:pt>
                <c:pt idx="401">
                  <c:v>136.13999999999999</c:v>
                </c:pt>
                <c:pt idx="402">
                  <c:v>134.97999999999999</c:v>
                </c:pt>
                <c:pt idx="403">
                  <c:v>133.19</c:v>
                </c:pt>
                <c:pt idx="404">
                  <c:v>134.22999999999999</c:v>
                </c:pt>
                <c:pt idx="405">
                  <c:v>133.38999999999999</c:v>
                </c:pt>
                <c:pt idx="406">
                  <c:v>133.75</c:v>
                </c:pt>
                <c:pt idx="407">
                  <c:v>132.49</c:v>
                </c:pt>
                <c:pt idx="408">
                  <c:v>131.32</c:v>
                </c:pt>
                <c:pt idx="409">
                  <c:v>132.51</c:v>
                </c:pt>
                <c:pt idx="410">
                  <c:v>131.44999999999999</c:v>
                </c:pt>
                <c:pt idx="411">
                  <c:v>130.82</c:v>
                </c:pt>
                <c:pt idx="412">
                  <c:v>130.54</c:v>
                </c:pt>
                <c:pt idx="413">
                  <c:v>131.57</c:v>
                </c:pt>
                <c:pt idx="414">
                  <c:v>130.88999999999999</c:v>
                </c:pt>
                <c:pt idx="415">
                  <c:v>132.86000000000001</c:v>
                </c:pt>
                <c:pt idx="416">
                  <c:v>132.66999999999999</c:v>
                </c:pt>
                <c:pt idx="417">
                  <c:v>132.99</c:v>
                </c:pt>
                <c:pt idx="418">
                  <c:v>132.41999999999999</c:v>
                </c:pt>
                <c:pt idx="419">
                  <c:v>131.69999999999999</c:v>
                </c:pt>
                <c:pt idx="420">
                  <c:v>131.32</c:v>
                </c:pt>
                <c:pt idx="421">
                  <c:v>131.78</c:v>
                </c:pt>
                <c:pt idx="422">
                  <c:v>132.13</c:v>
                </c:pt>
                <c:pt idx="423">
                  <c:v>133.61000000000001</c:v>
                </c:pt>
                <c:pt idx="424">
                  <c:v>133.71</c:v>
                </c:pt>
                <c:pt idx="425">
                  <c:v>133.13999999999999</c:v>
                </c:pt>
                <c:pt idx="426">
                  <c:v>132.58000000000001</c:v>
                </c:pt>
                <c:pt idx="427">
                  <c:v>133.83000000000001</c:v>
                </c:pt>
                <c:pt idx="428">
                  <c:v>134.44999999999999</c:v>
                </c:pt>
                <c:pt idx="429">
                  <c:v>134.12</c:v>
                </c:pt>
                <c:pt idx="430">
                  <c:v>134.72</c:v>
                </c:pt>
                <c:pt idx="431">
                  <c:v>134.24</c:v>
                </c:pt>
                <c:pt idx="432">
                  <c:v>134.1</c:v>
                </c:pt>
                <c:pt idx="433">
                  <c:v>134.25</c:v>
                </c:pt>
                <c:pt idx="434">
                  <c:v>133.72</c:v>
                </c:pt>
                <c:pt idx="435">
                  <c:v>133.68</c:v>
                </c:pt>
                <c:pt idx="436">
                  <c:v>133.96</c:v>
                </c:pt>
                <c:pt idx="437">
                  <c:v>136.30000000000001</c:v>
                </c:pt>
                <c:pt idx="438">
                  <c:v>137.5</c:v>
                </c:pt>
                <c:pt idx="439">
                  <c:v>136.56</c:v>
                </c:pt>
                <c:pt idx="440">
                  <c:v>134.69999999999999</c:v>
                </c:pt>
                <c:pt idx="441">
                  <c:v>134.29</c:v>
                </c:pt>
                <c:pt idx="442">
                  <c:v>134.82</c:v>
                </c:pt>
                <c:pt idx="443">
                  <c:v>135.1</c:v>
                </c:pt>
                <c:pt idx="444">
                  <c:v>135.22999999999999</c:v>
                </c:pt>
                <c:pt idx="445">
                  <c:v>134.36000000000001</c:v>
                </c:pt>
                <c:pt idx="446">
                  <c:v>134.51</c:v>
                </c:pt>
                <c:pt idx="447">
                  <c:v>135.61000000000001</c:v>
                </c:pt>
                <c:pt idx="448">
                  <c:v>136.12</c:v>
                </c:pt>
                <c:pt idx="449">
                  <c:v>136.38999999999999</c:v>
                </c:pt>
                <c:pt idx="450">
                  <c:v>137.66999999999999</c:v>
                </c:pt>
                <c:pt idx="451">
                  <c:v>138.72999999999999</c:v>
                </c:pt>
                <c:pt idx="452">
                  <c:v>138.03</c:v>
                </c:pt>
                <c:pt idx="453">
                  <c:v>138.61000000000001</c:v>
                </c:pt>
                <c:pt idx="454">
                  <c:v>138.59</c:v>
                </c:pt>
                <c:pt idx="455">
                  <c:v>139.47999999999999</c:v>
                </c:pt>
                <c:pt idx="456">
                  <c:v>140.06</c:v>
                </c:pt>
                <c:pt idx="457">
                  <c:v>140.69</c:v>
                </c:pt>
                <c:pt idx="458">
                  <c:v>140.44999999999999</c:v>
                </c:pt>
                <c:pt idx="459">
                  <c:v>139.81</c:v>
                </c:pt>
                <c:pt idx="460">
                  <c:v>139.35</c:v>
                </c:pt>
                <c:pt idx="461">
                  <c:v>138.79</c:v>
                </c:pt>
                <c:pt idx="462">
                  <c:v>139.99</c:v>
                </c:pt>
                <c:pt idx="463">
                  <c:v>139.56</c:v>
                </c:pt>
                <c:pt idx="464">
                  <c:v>139.63999999999999</c:v>
                </c:pt>
                <c:pt idx="465">
                  <c:v>140.13</c:v>
                </c:pt>
                <c:pt idx="466">
                  <c:v>138.93</c:v>
                </c:pt>
                <c:pt idx="467">
                  <c:v>139.4</c:v>
                </c:pt>
                <c:pt idx="468">
                  <c:v>139.61000000000001</c:v>
                </c:pt>
                <c:pt idx="469">
                  <c:v>140.19999999999999</c:v>
                </c:pt>
                <c:pt idx="470">
                  <c:v>140.08000000000001</c:v>
                </c:pt>
                <c:pt idx="471">
                  <c:v>140.32</c:v>
                </c:pt>
                <c:pt idx="472">
                  <c:v>141.81</c:v>
                </c:pt>
                <c:pt idx="473">
                  <c:v>141.99</c:v>
                </c:pt>
                <c:pt idx="474">
                  <c:v>141.47999999999999</c:v>
                </c:pt>
                <c:pt idx="475">
                  <c:v>141.88999999999999</c:v>
                </c:pt>
                <c:pt idx="476">
                  <c:v>143.11000000000001</c:v>
                </c:pt>
                <c:pt idx="477">
                  <c:v>143.57</c:v>
                </c:pt>
                <c:pt idx="478">
                  <c:v>143.51</c:v>
                </c:pt>
                <c:pt idx="479">
                  <c:v>144.05000000000001</c:v>
                </c:pt>
                <c:pt idx="480">
                  <c:v>144.49</c:v>
                </c:pt>
                <c:pt idx="481">
                  <c:v>144.77000000000001</c:v>
                </c:pt>
                <c:pt idx="482">
                  <c:v>144.37</c:v>
                </c:pt>
                <c:pt idx="483">
                  <c:v>144.69999999999999</c:v>
                </c:pt>
                <c:pt idx="484">
                  <c:v>144.47999999999999</c:v>
                </c:pt>
                <c:pt idx="485">
                  <c:v>144.66</c:v>
                </c:pt>
                <c:pt idx="486">
                  <c:v>144.09</c:v>
                </c:pt>
                <c:pt idx="487">
                  <c:v>142.19999999999999</c:v>
                </c:pt>
                <c:pt idx="488">
                  <c:v>141.36000000000001</c:v>
                </c:pt>
                <c:pt idx="489">
                  <c:v>140.38</c:v>
                </c:pt>
                <c:pt idx="490">
                  <c:v>138.51</c:v>
                </c:pt>
                <c:pt idx="491">
                  <c:v>138.01</c:v>
                </c:pt>
                <c:pt idx="492">
                  <c:v>138.76</c:v>
                </c:pt>
                <c:pt idx="493">
                  <c:v>138.71</c:v>
                </c:pt>
                <c:pt idx="494">
                  <c:v>138.83000000000001</c:v>
                </c:pt>
                <c:pt idx="495">
                  <c:v>139.69</c:v>
                </c:pt>
                <c:pt idx="496">
                  <c:v>140.08000000000001</c:v>
                </c:pt>
                <c:pt idx="497">
                  <c:v>141.69</c:v>
                </c:pt>
                <c:pt idx="498">
                  <c:v>141.47</c:v>
                </c:pt>
                <c:pt idx="499">
                  <c:v>140.88999999999999</c:v>
                </c:pt>
                <c:pt idx="500">
                  <c:v>140.22999999999999</c:v>
                </c:pt>
                <c:pt idx="501">
                  <c:v>139.44999999999999</c:v>
                </c:pt>
                <c:pt idx="502">
                  <c:v>141</c:v>
                </c:pt>
                <c:pt idx="503">
                  <c:v>142.31</c:v>
                </c:pt>
                <c:pt idx="504">
                  <c:v>143.34</c:v>
                </c:pt>
                <c:pt idx="505">
                  <c:v>143.33000000000001</c:v>
                </c:pt>
                <c:pt idx="506">
                  <c:v>142.57</c:v>
                </c:pt>
                <c:pt idx="507">
                  <c:v>141.80000000000001</c:v>
                </c:pt>
                <c:pt idx="508">
                  <c:v>142.47999999999999</c:v>
                </c:pt>
                <c:pt idx="509">
                  <c:v>143.38</c:v>
                </c:pt>
                <c:pt idx="510">
                  <c:v>143.72999999999999</c:v>
                </c:pt>
                <c:pt idx="511">
                  <c:v>144.72999999999999</c:v>
                </c:pt>
                <c:pt idx="512">
                  <c:v>144.99</c:v>
                </c:pt>
                <c:pt idx="513">
                  <c:v>145.56</c:v>
                </c:pt>
                <c:pt idx="514">
                  <c:v>145.59</c:v>
                </c:pt>
                <c:pt idx="515">
                  <c:v>146.36000000000001</c:v>
                </c:pt>
                <c:pt idx="516">
                  <c:v>145.86000000000001</c:v>
                </c:pt>
                <c:pt idx="517">
                  <c:v>145.34</c:v>
                </c:pt>
                <c:pt idx="518">
                  <c:v>146.19</c:v>
                </c:pt>
                <c:pt idx="519">
                  <c:v>145.88999999999999</c:v>
                </c:pt>
                <c:pt idx="520">
                  <c:v>144.83000000000001</c:v>
                </c:pt>
                <c:pt idx="521">
                  <c:v>145.84</c:v>
                </c:pt>
                <c:pt idx="522">
                  <c:v>146.43</c:v>
                </c:pt>
                <c:pt idx="523">
                  <c:v>146.55000000000001</c:v>
                </c:pt>
                <c:pt idx="524">
                  <c:v>145.9</c:v>
                </c:pt>
                <c:pt idx="525">
                  <c:v>146.22999999999999</c:v>
                </c:pt>
                <c:pt idx="526">
                  <c:v>145.54</c:v>
                </c:pt>
                <c:pt idx="527">
                  <c:v>146.19999999999999</c:v>
                </c:pt>
                <c:pt idx="528">
                  <c:v>146.49</c:v>
                </c:pt>
                <c:pt idx="529">
                  <c:v>147.74</c:v>
                </c:pt>
                <c:pt idx="530">
                  <c:v>147.66</c:v>
                </c:pt>
                <c:pt idx="531">
                  <c:v>147.30000000000001</c:v>
                </c:pt>
                <c:pt idx="532">
                  <c:v>147.02000000000001</c:v>
                </c:pt>
                <c:pt idx="533">
                  <c:v>146.59</c:v>
                </c:pt>
                <c:pt idx="534">
                  <c:v>147.07</c:v>
                </c:pt>
                <c:pt idx="535">
                  <c:v>147.44999999999999</c:v>
                </c:pt>
                <c:pt idx="536">
                  <c:v>147.49</c:v>
                </c:pt>
                <c:pt idx="537">
                  <c:v>147.74</c:v>
                </c:pt>
                <c:pt idx="538">
                  <c:v>147.61000000000001</c:v>
                </c:pt>
                <c:pt idx="539">
                  <c:v>147.85</c:v>
                </c:pt>
                <c:pt idx="540">
                  <c:v>148.33000000000001</c:v>
                </c:pt>
                <c:pt idx="541">
                  <c:v>147.57</c:v>
                </c:pt>
                <c:pt idx="542">
                  <c:v>148.37</c:v>
                </c:pt>
                <c:pt idx="543">
                  <c:v>148.91999999999999</c:v>
                </c:pt>
                <c:pt idx="544">
                  <c:v>149.06</c:v>
                </c:pt>
                <c:pt idx="545">
                  <c:v>149.63999999999999</c:v>
                </c:pt>
                <c:pt idx="546">
                  <c:v>149.31</c:v>
                </c:pt>
                <c:pt idx="547">
                  <c:v>149.47999999999999</c:v>
                </c:pt>
                <c:pt idx="548">
                  <c:v>149.87</c:v>
                </c:pt>
                <c:pt idx="549">
                  <c:v>149.02000000000001</c:v>
                </c:pt>
                <c:pt idx="550">
                  <c:v>149.12</c:v>
                </c:pt>
                <c:pt idx="551">
                  <c:v>148.51</c:v>
                </c:pt>
                <c:pt idx="552">
                  <c:v>149.07</c:v>
                </c:pt>
                <c:pt idx="553">
                  <c:v>148.56</c:v>
                </c:pt>
                <c:pt idx="554">
                  <c:v>148.71</c:v>
                </c:pt>
                <c:pt idx="555">
                  <c:v>149.16999999999999</c:v>
                </c:pt>
                <c:pt idx="556">
                  <c:v>149.80000000000001</c:v>
                </c:pt>
                <c:pt idx="557">
                  <c:v>149.49</c:v>
                </c:pt>
                <c:pt idx="558">
                  <c:v>149.51</c:v>
                </c:pt>
                <c:pt idx="559">
                  <c:v>149.82</c:v>
                </c:pt>
                <c:pt idx="560">
                  <c:v>149.94</c:v>
                </c:pt>
                <c:pt idx="561">
                  <c:v>149.78</c:v>
                </c:pt>
                <c:pt idx="562">
                  <c:v>149.80000000000001</c:v>
                </c:pt>
                <c:pt idx="563">
                  <c:v>149.72</c:v>
                </c:pt>
                <c:pt idx="564">
                  <c:v>149.91</c:v>
                </c:pt>
                <c:pt idx="565">
                  <c:v>150.19999999999999</c:v>
                </c:pt>
                <c:pt idx="566">
                  <c:v>150.38</c:v>
                </c:pt>
                <c:pt idx="567">
                  <c:v>149.54</c:v>
                </c:pt>
                <c:pt idx="568">
                  <c:v>149.11000000000001</c:v>
                </c:pt>
                <c:pt idx="569">
                  <c:v>151.72</c:v>
                </c:pt>
                <c:pt idx="570">
                  <c:v>150.94999999999999</c:v>
                </c:pt>
                <c:pt idx="571">
                  <c:v>150.46</c:v>
                </c:pt>
                <c:pt idx="572">
                  <c:v>149.38</c:v>
                </c:pt>
                <c:pt idx="573">
                  <c:v>150.07</c:v>
                </c:pt>
                <c:pt idx="574">
                  <c:v>150.36000000000001</c:v>
                </c:pt>
                <c:pt idx="575">
                  <c:v>150.97</c:v>
                </c:pt>
                <c:pt idx="576">
                  <c:v>151.35</c:v>
                </c:pt>
                <c:pt idx="577">
                  <c:v>151.51</c:v>
                </c:pt>
                <c:pt idx="578">
                  <c:v>151.72999999999999</c:v>
                </c:pt>
                <c:pt idx="579">
                  <c:v>150.37</c:v>
                </c:pt>
                <c:pt idx="580">
                  <c:v>151.35</c:v>
                </c:pt>
                <c:pt idx="581">
                  <c:v>150.69999999999999</c:v>
                </c:pt>
                <c:pt idx="582">
                  <c:v>149.63999999999999</c:v>
                </c:pt>
                <c:pt idx="583">
                  <c:v>148.38</c:v>
                </c:pt>
                <c:pt idx="584">
                  <c:v>148.4</c:v>
                </c:pt>
                <c:pt idx="585">
                  <c:v>149.54</c:v>
                </c:pt>
                <c:pt idx="586">
                  <c:v>149.57</c:v>
                </c:pt>
                <c:pt idx="587">
                  <c:v>149.44999999999999</c:v>
                </c:pt>
                <c:pt idx="588">
                  <c:v>148.68</c:v>
                </c:pt>
                <c:pt idx="589">
                  <c:v>147.47999999999999</c:v>
                </c:pt>
                <c:pt idx="590">
                  <c:v>147.25</c:v>
                </c:pt>
                <c:pt idx="591">
                  <c:v>148.19999999999999</c:v>
                </c:pt>
                <c:pt idx="592">
                  <c:v>146.72999999999999</c:v>
                </c:pt>
                <c:pt idx="593">
                  <c:v>147.18</c:v>
                </c:pt>
                <c:pt idx="594">
                  <c:v>147.19</c:v>
                </c:pt>
                <c:pt idx="595">
                  <c:v>147.30000000000001</c:v>
                </c:pt>
                <c:pt idx="596">
                  <c:v>144.11000000000001</c:v>
                </c:pt>
                <c:pt idx="597">
                  <c:v>144.86000000000001</c:v>
                </c:pt>
                <c:pt idx="598">
                  <c:v>146.13</c:v>
                </c:pt>
                <c:pt idx="599">
                  <c:v>145.44999999999999</c:v>
                </c:pt>
                <c:pt idx="600">
                  <c:v>142.88999999999999</c:v>
                </c:pt>
                <c:pt idx="601">
                  <c:v>141.87</c:v>
                </c:pt>
                <c:pt idx="602">
                  <c:v>142.13999999999999</c:v>
                </c:pt>
                <c:pt idx="603">
                  <c:v>142.82</c:v>
                </c:pt>
                <c:pt idx="604">
                  <c:v>143.83000000000001</c:v>
                </c:pt>
                <c:pt idx="605">
                  <c:v>143.57</c:v>
                </c:pt>
                <c:pt idx="606">
                  <c:v>142.12</c:v>
                </c:pt>
                <c:pt idx="607">
                  <c:v>142.4</c:v>
                </c:pt>
                <c:pt idx="608">
                  <c:v>142.32</c:v>
                </c:pt>
                <c:pt idx="609">
                  <c:v>142.38999999999999</c:v>
                </c:pt>
                <c:pt idx="610">
                  <c:v>141.83000000000001</c:v>
                </c:pt>
                <c:pt idx="611">
                  <c:v>141.4</c:v>
                </c:pt>
                <c:pt idx="612">
                  <c:v>140.83000000000001</c:v>
                </c:pt>
                <c:pt idx="613">
                  <c:v>140.88</c:v>
                </c:pt>
                <c:pt idx="614">
                  <c:v>142</c:v>
                </c:pt>
                <c:pt idx="615">
                  <c:v>143.30000000000001</c:v>
                </c:pt>
                <c:pt idx="616">
                  <c:v>144.63</c:v>
                </c:pt>
                <c:pt idx="617">
                  <c:v>144.6</c:v>
                </c:pt>
                <c:pt idx="618">
                  <c:v>144.27000000000001</c:v>
                </c:pt>
                <c:pt idx="619">
                  <c:v>144.47999999999999</c:v>
                </c:pt>
                <c:pt idx="620">
                  <c:v>145.75</c:v>
                </c:pt>
                <c:pt idx="621">
                  <c:v>145.29</c:v>
                </c:pt>
                <c:pt idx="622">
                  <c:v>144.91999999999999</c:v>
                </c:pt>
                <c:pt idx="623">
                  <c:v>145.74</c:v>
                </c:pt>
                <c:pt idx="624">
                  <c:v>147.19999999999999</c:v>
                </c:pt>
                <c:pt idx="625">
                  <c:v>148.15</c:v>
                </c:pt>
                <c:pt idx="626">
                  <c:v>148.13</c:v>
                </c:pt>
                <c:pt idx="627">
                  <c:v>148.28</c:v>
                </c:pt>
                <c:pt idx="628">
                  <c:v>148.1</c:v>
                </c:pt>
                <c:pt idx="629">
                  <c:v>148.36000000000001</c:v>
                </c:pt>
                <c:pt idx="630">
                  <c:v>147.51</c:v>
                </c:pt>
                <c:pt idx="631">
                  <c:v>147.63</c:v>
                </c:pt>
                <c:pt idx="632">
                  <c:v>148.12</c:v>
                </c:pt>
                <c:pt idx="633">
                  <c:v>147.51</c:v>
                </c:pt>
                <c:pt idx="634">
                  <c:v>147.61000000000001</c:v>
                </c:pt>
                <c:pt idx="635">
                  <c:v>146.88999999999999</c:v>
                </c:pt>
                <c:pt idx="636">
                  <c:v>146.44</c:v>
                </c:pt>
                <c:pt idx="637">
                  <c:v>148.36000000000001</c:v>
                </c:pt>
                <c:pt idx="638">
                  <c:v>148.66999999999999</c:v>
                </c:pt>
                <c:pt idx="639">
                  <c:v>147.94999999999999</c:v>
                </c:pt>
                <c:pt idx="640">
                  <c:v>148.19</c:v>
                </c:pt>
                <c:pt idx="641">
                  <c:v>149.33000000000001</c:v>
                </c:pt>
                <c:pt idx="642">
                  <c:v>149.25</c:v>
                </c:pt>
                <c:pt idx="643">
                  <c:v>149.35</c:v>
                </c:pt>
                <c:pt idx="644">
                  <c:v>150.79</c:v>
                </c:pt>
                <c:pt idx="645">
                  <c:v>150.57</c:v>
                </c:pt>
                <c:pt idx="646">
                  <c:v>149.93</c:v>
                </c:pt>
                <c:pt idx="647">
                  <c:v>150.1</c:v>
                </c:pt>
                <c:pt idx="648">
                  <c:v>150.13</c:v>
                </c:pt>
                <c:pt idx="649">
                  <c:v>150.01</c:v>
                </c:pt>
                <c:pt idx="650">
                  <c:v>150.31</c:v>
                </c:pt>
                <c:pt idx="651">
                  <c:v>150.54</c:v>
                </c:pt>
                <c:pt idx="652">
                  <c:v>150.47999999999999</c:v>
                </c:pt>
                <c:pt idx="653">
                  <c:v>150.69999999999999</c:v>
                </c:pt>
                <c:pt idx="654">
                  <c:v>150.51</c:v>
                </c:pt>
                <c:pt idx="655">
                  <c:v>150.69999999999999</c:v>
                </c:pt>
                <c:pt idx="656">
                  <c:v>149.97999999999999</c:v>
                </c:pt>
                <c:pt idx="657">
                  <c:v>150.11000000000001</c:v>
                </c:pt>
                <c:pt idx="658">
                  <c:v>150.52000000000001</c:v>
                </c:pt>
                <c:pt idx="659">
                  <c:v>150.04</c:v>
                </c:pt>
                <c:pt idx="660">
                  <c:v>149.36000000000001</c:v>
                </c:pt>
                <c:pt idx="661">
                  <c:v>148.04</c:v>
                </c:pt>
                <c:pt idx="662">
                  <c:v>147.07</c:v>
                </c:pt>
                <c:pt idx="663">
                  <c:v>146.94999999999999</c:v>
                </c:pt>
                <c:pt idx="664">
                  <c:v>147.69999999999999</c:v>
                </c:pt>
                <c:pt idx="665">
                  <c:v>147.76</c:v>
                </c:pt>
                <c:pt idx="666">
                  <c:v>148.36000000000001</c:v>
                </c:pt>
                <c:pt idx="667">
                  <c:v>149.01</c:v>
                </c:pt>
                <c:pt idx="668">
                  <c:v>149.16</c:v>
                </c:pt>
                <c:pt idx="669">
                  <c:v>150.88999999999999</c:v>
                </c:pt>
                <c:pt idx="670">
                  <c:v>151.26</c:v>
                </c:pt>
                <c:pt idx="671">
                  <c:v>151.63999999999999</c:v>
                </c:pt>
                <c:pt idx="672">
                  <c:v>151.44</c:v>
                </c:pt>
                <c:pt idx="673">
                  <c:v>151.41999999999999</c:v>
                </c:pt>
                <c:pt idx="674">
                  <c:v>151.57</c:v>
                </c:pt>
                <c:pt idx="675">
                  <c:v>151.32</c:v>
                </c:pt>
                <c:pt idx="676">
                  <c:v>151.38</c:v>
                </c:pt>
                <c:pt idx="677">
                  <c:v>151.32</c:v>
                </c:pt>
                <c:pt idx="678">
                  <c:v>151.65</c:v>
                </c:pt>
                <c:pt idx="679">
                  <c:v>151.56</c:v>
                </c:pt>
                <c:pt idx="680">
                  <c:v>151.69999999999999</c:v>
                </c:pt>
                <c:pt idx="681">
                  <c:v>151.35</c:v>
                </c:pt>
                <c:pt idx="682">
                  <c:v>151.57</c:v>
                </c:pt>
                <c:pt idx="683">
                  <c:v>151.81</c:v>
                </c:pt>
                <c:pt idx="684">
                  <c:v>151.75</c:v>
                </c:pt>
                <c:pt idx="685">
                  <c:v>153.16</c:v>
                </c:pt>
                <c:pt idx="686">
                  <c:v>153.27000000000001</c:v>
                </c:pt>
                <c:pt idx="687">
                  <c:v>153.09</c:v>
                </c:pt>
                <c:pt idx="688">
                  <c:v>154.27000000000001</c:v>
                </c:pt>
                <c:pt idx="689">
                  <c:v>154.72</c:v>
                </c:pt>
                <c:pt idx="690">
                  <c:v>154.38999999999999</c:v>
                </c:pt>
                <c:pt idx="691">
                  <c:v>154.65</c:v>
                </c:pt>
                <c:pt idx="692">
                  <c:v>154.63999999999999</c:v>
                </c:pt>
                <c:pt idx="693">
                  <c:v>154.85</c:v>
                </c:pt>
                <c:pt idx="694">
                  <c:v>154.83000000000001</c:v>
                </c:pt>
                <c:pt idx="695">
                  <c:v>155.32</c:v>
                </c:pt>
                <c:pt idx="696">
                  <c:v>155.62</c:v>
                </c:pt>
                <c:pt idx="697">
                  <c:v>157.82</c:v>
                </c:pt>
                <c:pt idx="698">
                  <c:v>156.35</c:v>
                </c:pt>
                <c:pt idx="699">
                  <c:v>157.81</c:v>
                </c:pt>
                <c:pt idx="700">
                  <c:v>154.93</c:v>
                </c:pt>
                <c:pt idx="701">
                  <c:v>153.65</c:v>
                </c:pt>
                <c:pt idx="702">
                  <c:v>152.88</c:v>
                </c:pt>
                <c:pt idx="703">
                  <c:v>153.9</c:v>
                </c:pt>
                <c:pt idx="704">
                  <c:v>154.69999999999999</c:v>
                </c:pt>
                <c:pt idx="705">
                  <c:v>155.5</c:v>
                </c:pt>
                <c:pt idx="706">
                  <c:v>155.47</c:v>
                </c:pt>
                <c:pt idx="707">
                  <c:v>155.74</c:v>
                </c:pt>
                <c:pt idx="708">
                  <c:v>156.18</c:v>
                </c:pt>
                <c:pt idx="709">
                  <c:v>156.43</c:v>
                </c:pt>
                <c:pt idx="710">
                  <c:v>154.88</c:v>
                </c:pt>
                <c:pt idx="711">
                  <c:v>155.38999999999999</c:v>
                </c:pt>
                <c:pt idx="712">
                  <c:v>155.61000000000001</c:v>
                </c:pt>
                <c:pt idx="713">
                  <c:v>156.26</c:v>
                </c:pt>
                <c:pt idx="714">
                  <c:v>156.16999999999999</c:v>
                </c:pt>
                <c:pt idx="715">
                  <c:v>156.79</c:v>
                </c:pt>
                <c:pt idx="716">
                  <c:v>156.94</c:v>
                </c:pt>
                <c:pt idx="717">
                  <c:v>157.04</c:v>
                </c:pt>
                <c:pt idx="718">
                  <c:v>156.85</c:v>
                </c:pt>
                <c:pt idx="719">
                  <c:v>157.13999999999999</c:v>
                </c:pt>
                <c:pt idx="720">
                  <c:v>157.63999999999999</c:v>
                </c:pt>
                <c:pt idx="721">
                  <c:v>156.82</c:v>
                </c:pt>
                <c:pt idx="722">
                  <c:v>157.32</c:v>
                </c:pt>
                <c:pt idx="723">
                  <c:v>156.12</c:v>
                </c:pt>
                <c:pt idx="724">
                  <c:v>154.86000000000001</c:v>
                </c:pt>
                <c:pt idx="725">
                  <c:v>156.1</c:v>
                </c:pt>
                <c:pt idx="726">
                  <c:v>155.62</c:v>
                </c:pt>
                <c:pt idx="727">
                  <c:v>156.74</c:v>
                </c:pt>
                <c:pt idx="728">
                  <c:v>157.05000000000001</c:v>
                </c:pt>
                <c:pt idx="729">
                  <c:v>157.07</c:v>
                </c:pt>
                <c:pt idx="730">
                  <c:v>156.72</c:v>
                </c:pt>
                <c:pt idx="731">
                  <c:v>157.04</c:v>
                </c:pt>
                <c:pt idx="732">
                  <c:v>157.38</c:v>
                </c:pt>
                <c:pt idx="733">
                  <c:v>157.74</c:v>
                </c:pt>
                <c:pt idx="734">
                  <c:v>157.85</c:v>
                </c:pt>
                <c:pt idx="735">
                  <c:v>158.1</c:v>
                </c:pt>
                <c:pt idx="736">
                  <c:v>158.94</c:v>
                </c:pt>
                <c:pt idx="737">
                  <c:v>159.84</c:v>
                </c:pt>
                <c:pt idx="738">
                  <c:v>159.58000000000001</c:v>
                </c:pt>
                <c:pt idx="739">
                  <c:v>159.71</c:v>
                </c:pt>
                <c:pt idx="740">
                  <c:v>160.82</c:v>
                </c:pt>
                <c:pt idx="741">
                  <c:v>160.76</c:v>
                </c:pt>
                <c:pt idx="742">
                  <c:v>160.88999999999999</c:v>
                </c:pt>
                <c:pt idx="743">
                  <c:v>161.51</c:v>
                </c:pt>
                <c:pt idx="744">
                  <c:v>161.46</c:v>
                </c:pt>
                <c:pt idx="745">
                  <c:v>161.69999999999999</c:v>
                </c:pt>
                <c:pt idx="746">
                  <c:v>161.26</c:v>
                </c:pt>
                <c:pt idx="747">
                  <c:v>160.69999999999999</c:v>
                </c:pt>
                <c:pt idx="748">
                  <c:v>160.79</c:v>
                </c:pt>
                <c:pt idx="749">
                  <c:v>161.35</c:v>
                </c:pt>
                <c:pt idx="750">
                  <c:v>161.63999999999999</c:v>
                </c:pt>
                <c:pt idx="751">
                  <c:v>158.82</c:v>
                </c:pt>
                <c:pt idx="752">
                  <c:v>157.88</c:v>
                </c:pt>
                <c:pt idx="753">
                  <c:v>158.07</c:v>
                </c:pt>
                <c:pt idx="754">
                  <c:v>158.36000000000001</c:v>
                </c:pt>
                <c:pt idx="755">
                  <c:v>156.15</c:v>
                </c:pt>
                <c:pt idx="756">
                  <c:v>157.38</c:v>
                </c:pt>
                <c:pt idx="757">
                  <c:v>157.44999999999999</c:v>
                </c:pt>
                <c:pt idx="758">
                  <c:v>157.03</c:v>
                </c:pt>
                <c:pt idx="759">
                  <c:v>155.56</c:v>
                </c:pt>
                <c:pt idx="760">
                  <c:v>153.9</c:v>
                </c:pt>
                <c:pt idx="761">
                  <c:v>153.94999999999999</c:v>
                </c:pt>
                <c:pt idx="762">
                  <c:v>153.81</c:v>
                </c:pt>
                <c:pt idx="763">
                  <c:v>154.02000000000001</c:v>
                </c:pt>
                <c:pt idx="764">
                  <c:v>152.81</c:v>
                </c:pt>
                <c:pt idx="765">
                  <c:v>149.99</c:v>
                </c:pt>
                <c:pt idx="766">
                  <c:v>149.38</c:v>
                </c:pt>
                <c:pt idx="767">
                  <c:v>146.51</c:v>
                </c:pt>
                <c:pt idx="768">
                  <c:v>144.16999999999999</c:v>
                </c:pt>
                <c:pt idx="769">
                  <c:v>144.35</c:v>
                </c:pt>
                <c:pt idx="770">
                  <c:v>146.66999999999999</c:v>
                </c:pt>
                <c:pt idx="771">
                  <c:v>147.29</c:v>
                </c:pt>
                <c:pt idx="772">
                  <c:v>146.74</c:v>
                </c:pt>
                <c:pt idx="773">
                  <c:v>147.19999999999999</c:v>
                </c:pt>
                <c:pt idx="774">
                  <c:v>146.84</c:v>
                </c:pt>
                <c:pt idx="775">
                  <c:v>147.33000000000001</c:v>
                </c:pt>
                <c:pt idx="776">
                  <c:v>149.29</c:v>
                </c:pt>
                <c:pt idx="777">
                  <c:v>147.66</c:v>
                </c:pt>
                <c:pt idx="778">
                  <c:v>146.6</c:v>
                </c:pt>
                <c:pt idx="779">
                  <c:v>145.26</c:v>
                </c:pt>
                <c:pt idx="780">
                  <c:v>145.25</c:v>
                </c:pt>
                <c:pt idx="781">
                  <c:v>146.29</c:v>
                </c:pt>
                <c:pt idx="782">
                  <c:v>144.24</c:v>
                </c:pt>
                <c:pt idx="783">
                  <c:v>144.53</c:v>
                </c:pt>
                <c:pt idx="784">
                  <c:v>143.97999999999999</c:v>
                </c:pt>
                <c:pt idx="785">
                  <c:v>144.61000000000001</c:v>
                </c:pt>
                <c:pt idx="786">
                  <c:v>144.97999999999999</c:v>
                </c:pt>
                <c:pt idx="787">
                  <c:v>146.19</c:v>
                </c:pt>
                <c:pt idx="788">
                  <c:v>146.9</c:v>
                </c:pt>
                <c:pt idx="789">
                  <c:v>145.47999999999999</c:v>
                </c:pt>
                <c:pt idx="790">
                  <c:v>143.74</c:v>
                </c:pt>
                <c:pt idx="791">
                  <c:v>143.44999999999999</c:v>
                </c:pt>
                <c:pt idx="792">
                  <c:v>142.22999999999999</c:v>
                </c:pt>
                <c:pt idx="793">
                  <c:v>143.15</c:v>
                </c:pt>
                <c:pt idx="794">
                  <c:v>142.47</c:v>
                </c:pt>
                <c:pt idx="795">
                  <c:v>142.36000000000001</c:v>
                </c:pt>
                <c:pt idx="796">
                  <c:v>141.82</c:v>
                </c:pt>
                <c:pt idx="797">
                  <c:v>140.75</c:v>
                </c:pt>
                <c:pt idx="798">
                  <c:v>140.62</c:v>
                </c:pt>
                <c:pt idx="799">
                  <c:v>142.41999999999999</c:v>
                </c:pt>
                <c:pt idx="800">
                  <c:v>142.29</c:v>
                </c:pt>
                <c:pt idx="801">
                  <c:v>142.63</c:v>
                </c:pt>
                <c:pt idx="802">
                  <c:v>143.94</c:v>
                </c:pt>
                <c:pt idx="803">
                  <c:v>143.62</c:v>
                </c:pt>
                <c:pt idx="804">
                  <c:v>143.22999999999999</c:v>
                </c:pt>
                <c:pt idx="805">
                  <c:v>144.76</c:v>
                </c:pt>
                <c:pt idx="806">
                  <c:v>144.82</c:v>
                </c:pt>
                <c:pt idx="807">
                  <c:v>142.24</c:v>
                </c:pt>
                <c:pt idx="808">
                  <c:v>143.63</c:v>
                </c:pt>
                <c:pt idx="809">
                  <c:v>143.57</c:v>
                </c:pt>
                <c:pt idx="810">
                  <c:v>146.47</c:v>
                </c:pt>
                <c:pt idx="811">
                  <c:v>146.94</c:v>
                </c:pt>
                <c:pt idx="812">
                  <c:v>148.72999999999999</c:v>
                </c:pt>
                <c:pt idx="813">
                  <c:v>148.19</c:v>
                </c:pt>
                <c:pt idx="814">
                  <c:v>148.19999999999999</c:v>
                </c:pt>
                <c:pt idx="815">
                  <c:v>149.31</c:v>
                </c:pt>
                <c:pt idx="816">
                  <c:v>148.57</c:v>
                </c:pt>
                <c:pt idx="817">
                  <c:v>149.13999999999999</c:v>
                </c:pt>
                <c:pt idx="818">
                  <c:v>149.76</c:v>
                </c:pt>
                <c:pt idx="819">
                  <c:v>149.19999999999999</c:v>
                </c:pt>
                <c:pt idx="820">
                  <c:v>149.63999999999999</c:v>
                </c:pt>
                <c:pt idx="821">
                  <c:v>150.21</c:v>
                </c:pt>
                <c:pt idx="822">
                  <c:v>149.47999999999999</c:v>
                </c:pt>
                <c:pt idx="823">
                  <c:v>150.84</c:v>
                </c:pt>
                <c:pt idx="824">
                  <c:v>151.07</c:v>
                </c:pt>
                <c:pt idx="825">
                  <c:v>152.72999999999999</c:v>
                </c:pt>
                <c:pt idx="826">
                  <c:v>151.83000000000001</c:v>
                </c:pt>
                <c:pt idx="827">
                  <c:v>152.36000000000001</c:v>
                </c:pt>
                <c:pt idx="828">
                  <c:v>153.29</c:v>
                </c:pt>
                <c:pt idx="829">
                  <c:v>153.36000000000001</c:v>
                </c:pt>
                <c:pt idx="830">
                  <c:v>153.41999999999999</c:v>
                </c:pt>
                <c:pt idx="831">
                  <c:v>152.04</c:v>
                </c:pt>
                <c:pt idx="832">
                  <c:v>152.97999999999999</c:v>
                </c:pt>
                <c:pt idx="833">
                  <c:v>152.13</c:v>
                </c:pt>
                <c:pt idx="834">
                  <c:v>151.62</c:v>
                </c:pt>
                <c:pt idx="835">
                  <c:v>154.63999999999999</c:v>
                </c:pt>
                <c:pt idx="836">
                  <c:v>152.94</c:v>
                </c:pt>
                <c:pt idx="837">
                  <c:v>152.68</c:v>
                </c:pt>
                <c:pt idx="838">
                  <c:v>153.71</c:v>
                </c:pt>
                <c:pt idx="839">
                  <c:v>154.62</c:v>
                </c:pt>
                <c:pt idx="840">
                  <c:v>155.46</c:v>
                </c:pt>
                <c:pt idx="841">
                  <c:v>156.28</c:v>
                </c:pt>
                <c:pt idx="842">
                  <c:v>154.41999999999999</c:v>
                </c:pt>
                <c:pt idx="843">
                  <c:v>154.69999999999999</c:v>
                </c:pt>
                <c:pt idx="844">
                  <c:v>154.66999999999999</c:v>
                </c:pt>
                <c:pt idx="845">
                  <c:v>155.43</c:v>
                </c:pt>
                <c:pt idx="846">
                  <c:v>154.54</c:v>
                </c:pt>
                <c:pt idx="847">
                  <c:v>154.26</c:v>
                </c:pt>
                <c:pt idx="848">
                  <c:v>154.19999999999999</c:v>
                </c:pt>
                <c:pt idx="849">
                  <c:v>153.07</c:v>
                </c:pt>
                <c:pt idx="850">
                  <c:v>151.07</c:v>
                </c:pt>
                <c:pt idx="851">
                  <c:v>151.55000000000001</c:v>
                </c:pt>
                <c:pt idx="852">
                  <c:v>149.75</c:v>
                </c:pt>
                <c:pt idx="853">
                  <c:v>149.61000000000001</c:v>
                </c:pt>
                <c:pt idx="854">
                  <c:v>149.6</c:v>
                </c:pt>
                <c:pt idx="855">
                  <c:v>150.61000000000001</c:v>
                </c:pt>
                <c:pt idx="856">
                  <c:v>150.11000000000001</c:v>
                </c:pt>
                <c:pt idx="857">
                  <c:v>150.07</c:v>
                </c:pt>
                <c:pt idx="858">
                  <c:v>151.16999999999999</c:v>
                </c:pt>
                <c:pt idx="859">
                  <c:v>151.97</c:v>
                </c:pt>
                <c:pt idx="860">
                  <c:v>152.44999999999999</c:v>
                </c:pt>
                <c:pt idx="861">
                  <c:v>152.63</c:v>
                </c:pt>
                <c:pt idx="862">
                  <c:v>153.63999999999999</c:v>
                </c:pt>
                <c:pt idx="863">
                  <c:v>154.12</c:v>
                </c:pt>
                <c:pt idx="864">
                  <c:v>153.44999999999999</c:v>
                </c:pt>
                <c:pt idx="865">
                  <c:v>154.82</c:v>
                </c:pt>
                <c:pt idx="866">
                  <c:v>157.44999999999999</c:v>
                </c:pt>
                <c:pt idx="867">
                  <c:v>156.47999999999999</c:v>
                </c:pt>
                <c:pt idx="868">
                  <c:v>157.13999999999999</c:v>
                </c:pt>
                <c:pt idx="869">
                  <c:v>157.16999999999999</c:v>
                </c:pt>
                <c:pt idx="870">
                  <c:v>157.22</c:v>
                </c:pt>
                <c:pt idx="871">
                  <c:v>157.88999999999999</c:v>
                </c:pt>
                <c:pt idx="872">
                  <c:v>157.74</c:v>
                </c:pt>
                <c:pt idx="873">
                  <c:v>156.85</c:v>
                </c:pt>
                <c:pt idx="874">
                  <c:v>157.19999999999999</c:v>
                </c:pt>
                <c:pt idx="875">
                  <c:v>157.26</c:v>
                </c:pt>
                <c:pt idx="876">
                  <c:v>157.55000000000001</c:v>
                </c:pt>
                <c:pt idx="877">
                  <c:v>157.24</c:v>
                </c:pt>
                <c:pt idx="878">
                  <c:v>157.63</c:v>
                </c:pt>
                <c:pt idx="879">
                  <c:v>158.05000000000001</c:v>
                </c:pt>
                <c:pt idx="880">
                  <c:v>158.36000000000001</c:v>
                </c:pt>
                <c:pt idx="881">
                  <c:v>158.12</c:v>
                </c:pt>
                <c:pt idx="882">
                  <c:v>157.78</c:v>
                </c:pt>
                <c:pt idx="883">
                  <c:v>157.47999999999999</c:v>
                </c:pt>
                <c:pt idx="884">
                  <c:v>157.97999999999999</c:v>
                </c:pt>
                <c:pt idx="885">
                  <c:v>156.47999999999999</c:v>
                </c:pt>
                <c:pt idx="886">
                  <c:v>155.16999999999999</c:v>
                </c:pt>
                <c:pt idx="887">
                  <c:v>156.32</c:v>
                </c:pt>
                <c:pt idx="888">
                  <c:v>155.61000000000001</c:v>
                </c:pt>
                <c:pt idx="889">
                  <c:v>155.51</c:v>
                </c:pt>
                <c:pt idx="890">
                  <c:v>156.5</c:v>
                </c:pt>
                <c:pt idx="891">
                  <c:v>156.06</c:v>
                </c:pt>
                <c:pt idx="892">
                  <c:v>155.72</c:v>
                </c:pt>
                <c:pt idx="893">
                  <c:v>154.51</c:v>
                </c:pt>
                <c:pt idx="894">
                  <c:v>155.54</c:v>
                </c:pt>
                <c:pt idx="895">
                  <c:v>155.22999999999999</c:v>
                </c:pt>
                <c:pt idx="896">
                  <c:v>154.30000000000001</c:v>
                </c:pt>
                <c:pt idx="897">
                  <c:v>154.94</c:v>
                </c:pt>
                <c:pt idx="898">
                  <c:v>154.76</c:v>
                </c:pt>
                <c:pt idx="899">
                  <c:v>154.34</c:v>
                </c:pt>
                <c:pt idx="900">
                  <c:v>152.61000000000001</c:v>
                </c:pt>
                <c:pt idx="901">
                  <c:v>151.41</c:v>
                </c:pt>
                <c:pt idx="902">
                  <c:v>151.26</c:v>
                </c:pt>
                <c:pt idx="903">
                  <c:v>152</c:v>
                </c:pt>
                <c:pt idx="904">
                  <c:v>152.49</c:v>
                </c:pt>
                <c:pt idx="905">
                  <c:v>154.41999999999999</c:v>
                </c:pt>
                <c:pt idx="906">
                  <c:v>152.80000000000001</c:v>
                </c:pt>
                <c:pt idx="907">
                  <c:v>152.24</c:v>
                </c:pt>
                <c:pt idx="908">
                  <c:v>151.5</c:v>
                </c:pt>
                <c:pt idx="909">
                  <c:v>152.07</c:v>
                </c:pt>
                <c:pt idx="910">
                  <c:v>151.47999999999999</c:v>
                </c:pt>
                <c:pt idx="911">
                  <c:v>149.63999999999999</c:v>
                </c:pt>
                <c:pt idx="912">
                  <c:v>149.38999999999999</c:v>
                </c:pt>
                <c:pt idx="913">
                  <c:v>149.72</c:v>
                </c:pt>
                <c:pt idx="914">
                  <c:v>149.04</c:v>
                </c:pt>
                <c:pt idx="915">
                  <c:v>149.1</c:v>
                </c:pt>
                <c:pt idx="916">
                  <c:v>149.81</c:v>
                </c:pt>
                <c:pt idx="917">
                  <c:v>150.49</c:v>
                </c:pt>
                <c:pt idx="918">
                  <c:v>149.51</c:v>
                </c:pt>
                <c:pt idx="919">
                  <c:v>149.81</c:v>
                </c:pt>
                <c:pt idx="920">
                  <c:v>148.88999999999999</c:v>
                </c:pt>
                <c:pt idx="921">
                  <c:v>147.99</c:v>
                </c:pt>
                <c:pt idx="922">
                  <c:v>147.88999999999999</c:v>
                </c:pt>
                <c:pt idx="923">
                  <c:v>147.27000000000001</c:v>
                </c:pt>
                <c:pt idx="924">
                  <c:v>147.79</c:v>
                </c:pt>
                <c:pt idx="925">
                  <c:v>148.26</c:v>
                </c:pt>
                <c:pt idx="926">
                  <c:v>147.82</c:v>
                </c:pt>
                <c:pt idx="927">
                  <c:v>148.32</c:v>
                </c:pt>
                <c:pt idx="928">
                  <c:v>149.22999999999999</c:v>
                </c:pt>
                <c:pt idx="929">
                  <c:v>149.27000000000001</c:v>
                </c:pt>
                <c:pt idx="930">
                  <c:v>148.72999999999999</c:v>
                </c:pt>
                <c:pt idx="931">
                  <c:v>148.76</c:v>
                </c:pt>
                <c:pt idx="932">
                  <c:v>149.37</c:v>
                </c:pt>
                <c:pt idx="933">
                  <c:v>150.69999999999999</c:v>
                </c:pt>
                <c:pt idx="934">
                  <c:v>149.91</c:v>
                </c:pt>
                <c:pt idx="935">
                  <c:v>150.61000000000001</c:v>
                </c:pt>
                <c:pt idx="936">
                  <c:v>151.05000000000001</c:v>
                </c:pt>
                <c:pt idx="937">
                  <c:v>149.80000000000001</c:v>
                </c:pt>
                <c:pt idx="938">
                  <c:v>149.96</c:v>
                </c:pt>
                <c:pt idx="939">
                  <c:v>149.58000000000001</c:v>
                </c:pt>
                <c:pt idx="940">
                  <c:v>149.26</c:v>
                </c:pt>
                <c:pt idx="941">
                  <c:v>146.07</c:v>
                </c:pt>
                <c:pt idx="942">
                  <c:v>147.06</c:v>
                </c:pt>
                <c:pt idx="943">
                  <c:v>147.83000000000001</c:v>
                </c:pt>
                <c:pt idx="944">
                  <c:v>146.27000000000001</c:v>
                </c:pt>
                <c:pt idx="945">
                  <c:v>147.55000000000001</c:v>
                </c:pt>
                <c:pt idx="946">
                  <c:v>144.44999999999999</c:v>
                </c:pt>
                <c:pt idx="947">
                  <c:v>144.12</c:v>
                </c:pt>
                <c:pt idx="948">
                  <c:v>143</c:v>
                </c:pt>
                <c:pt idx="949">
                  <c:v>143.26</c:v>
                </c:pt>
                <c:pt idx="950">
                  <c:v>141.91999999999999</c:v>
                </c:pt>
                <c:pt idx="951">
                  <c:v>142.44999999999999</c:v>
                </c:pt>
                <c:pt idx="952">
                  <c:v>142.13999999999999</c:v>
                </c:pt>
                <c:pt idx="953">
                  <c:v>140.87</c:v>
                </c:pt>
                <c:pt idx="954">
                  <c:v>141.55000000000001</c:v>
                </c:pt>
                <c:pt idx="955">
                  <c:v>143.43</c:v>
                </c:pt>
                <c:pt idx="956">
                  <c:v>142.68</c:v>
                </c:pt>
                <c:pt idx="957">
                  <c:v>143.74</c:v>
                </c:pt>
                <c:pt idx="958">
                  <c:v>142.01</c:v>
                </c:pt>
                <c:pt idx="959">
                  <c:v>142.36000000000001</c:v>
                </c:pt>
                <c:pt idx="960">
                  <c:v>143.07</c:v>
                </c:pt>
                <c:pt idx="961">
                  <c:v>145.44</c:v>
                </c:pt>
                <c:pt idx="962">
                  <c:v>144.94999999999999</c:v>
                </c:pt>
                <c:pt idx="963">
                  <c:v>143.71</c:v>
                </c:pt>
                <c:pt idx="964">
                  <c:v>142.43</c:v>
                </c:pt>
                <c:pt idx="965">
                  <c:v>143.82</c:v>
                </c:pt>
                <c:pt idx="966">
                  <c:v>145.91999999999999</c:v>
                </c:pt>
                <c:pt idx="967">
                  <c:v>145.82</c:v>
                </c:pt>
                <c:pt idx="968">
                  <c:v>148.46</c:v>
                </c:pt>
                <c:pt idx="969">
                  <c:v>147.49</c:v>
                </c:pt>
                <c:pt idx="970">
                  <c:v>146.74</c:v>
                </c:pt>
                <c:pt idx="971">
                  <c:v>145.66999999999999</c:v>
                </c:pt>
                <c:pt idx="972">
                  <c:v>145.38</c:v>
                </c:pt>
                <c:pt idx="973">
                  <c:v>144.86000000000001</c:v>
                </c:pt>
                <c:pt idx="974">
                  <c:v>144.54</c:v>
                </c:pt>
                <c:pt idx="975">
                  <c:v>143.68</c:v>
                </c:pt>
                <c:pt idx="976">
                  <c:v>144.01</c:v>
                </c:pt>
                <c:pt idx="977">
                  <c:v>142.44999999999999</c:v>
                </c:pt>
                <c:pt idx="978">
                  <c:v>142.85</c:v>
                </c:pt>
                <c:pt idx="979">
                  <c:v>144.32</c:v>
                </c:pt>
                <c:pt idx="980">
                  <c:v>144.84</c:v>
                </c:pt>
                <c:pt idx="981">
                  <c:v>144.22999999999999</c:v>
                </c:pt>
                <c:pt idx="982">
                  <c:v>144.06</c:v>
                </c:pt>
                <c:pt idx="983">
                  <c:v>142.72</c:v>
                </c:pt>
                <c:pt idx="984">
                  <c:v>143.97999999999999</c:v>
                </c:pt>
                <c:pt idx="985">
                  <c:v>142.76</c:v>
                </c:pt>
                <c:pt idx="986">
                  <c:v>143.51</c:v>
                </c:pt>
                <c:pt idx="987">
                  <c:v>144.9</c:v>
                </c:pt>
                <c:pt idx="988">
                  <c:v>144.56</c:v>
                </c:pt>
                <c:pt idx="989">
                  <c:v>144.86000000000001</c:v>
                </c:pt>
                <c:pt idx="990">
                  <c:v>144.55000000000001</c:v>
                </c:pt>
                <c:pt idx="991">
                  <c:v>143.47999999999999</c:v>
                </c:pt>
                <c:pt idx="992">
                  <c:v>143.97</c:v>
                </c:pt>
                <c:pt idx="993">
                  <c:v>144.74</c:v>
                </c:pt>
                <c:pt idx="994">
                  <c:v>145.29</c:v>
                </c:pt>
                <c:pt idx="995">
                  <c:v>145.13999999999999</c:v>
                </c:pt>
                <c:pt idx="996">
                  <c:v>145.46</c:v>
                </c:pt>
                <c:pt idx="997">
                  <c:v>145.99</c:v>
                </c:pt>
                <c:pt idx="998">
                  <c:v>146.18</c:v>
                </c:pt>
                <c:pt idx="999">
                  <c:v>144.94999999999999</c:v>
                </c:pt>
                <c:pt idx="1000">
                  <c:v>145.22999999999999</c:v>
                </c:pt>
                <c:pt idx="1001">
                  <c:v>144.41999999999999</c:v>
                </c:pt>
                <c:pt idx="1002">
                  <c:v>144.47</c:v>
                </c:pt>
                <c:pt idx="1003">
                  <c:v>144.04</c:v>
                </c:pt>
                <c:pt idx="1004">
                  <c:v>143.41999999999999</c:v>
                </c:pt>
                <c:pt idx="1005">
                  <c:v>143.69</c:v>
                </c:pt>
                <c:pt idx="1006">
                  <c:v>144.91999999999999</c:v>
                </c:pt>
                <c:pt idx="1007">
                  <c:v>144.44</c:v>
                </c:pt>
                <c:pt idx="1008">
                  <c:v>146.04</c:v>
                </c:pt>
                <c:pt idx="1009">
                  <c:v>146.57</c:v>
                </c:pt>
                <c:pt idx="1010">
                  <c:v>146.32</c:v>
                </c:pt>
                <c:pt idx="1011">
                  <c:v>146.27000000000001</c:v>
                </c:pt>
                <c:pt idx="1012">
                  <c:v>147.31</c:v>
                </c:pt>
                <c:pt idx="1013">
                  <c:v>147.72</c:v>
                </c:pt>
                <c:pt idx="1014">
                  <c:v>148.9</c:v>
                </c:pt>
                <c:pt idx="1015">
                  <c:v>147.86000000000001</c:v>
                </c:pt>
                <c:pt idx="1016">
                  <c:v>148.62</c:v>
                </c:pt>
                <c:pt idx="1017">
                  <c:v>148.07</c:v>
                </c:pt>
                <c:pt idx="1018">
                  <c:v>147.31</c:v>
                </c:pt>
                <c:pt idx="1019">
                  <c:v>146.63</c:v>
                </c:pt>
                <c:pt idx="1020">
                  <c:v>146.47999999999999</c:v>
                </c:pt>
                <c:pt idx="1021">
                  <c:v>147.01</c:v>
                </c:pt>
                <c:pt idx="1022">
                  <c:v>147.79</c:v>
                </c:pt>
                <c:pt idx="1023">
                  <c:v>148.54</c:v>
                </c:pt>
                <c:pt idx="1024">
                  <c:v>148.51</c:v>
                </c:pt>
                <c:pt idx="1025">
                  <c:v>149.51</c:v>
                </c:pt>
                <c:pt idx="1026">
                  <c:v>150.76</c:v>
                </c:pt>
                <c:pt idx="1027">
                  <c:v>147.35</c:v>
                </c:pt>
                <c:pt idx="1028">
                  <c:v>147.16999999999999</c:v>
                </c:pt>
                <c:pt idx="1029">
                  <c:v>147.57</c:v>
                </c:pt>
                <c:pt idx="1030">
                  <c:v>147.36000000000001</c:v>
                </c:pt>
                <c:pt idx="1031">
                  <c:v>147.15</c:v>
                </c:pt>
                <c:pt idx="1032">
                  <c:v>147.61000000000001</c:v>
                </c:pt>
                <c:pt idx="1033">
                  <c:v>148.15</c:v>
                </c:pt>
                <c:pt idx="1034">
                  <c:v>147.77000000000001</c:v>
                </c:pt>
                <c:pt idx="1035">
                  <c:v>147.38</c:v>
                </c:pt>
                <c:pt idx="1036">
                  <c:v>147.76</c:v>
                </c:pt>
                <c:pt idx="1037">
                  <c:v>147.15</c:v>
                </c:pt>
                <c:pt idx="1038">
                  <c:v>147.80000000000001</c:v>
                </c:pt>
                <c:pt idx="1039">
                  <c:v>147.66</c:v>
                </c:pt>
                <c:pt idx="1040">
                  <c:v>147.33000000000001</c:v>
                </c:pt>
                <c:pt idx="1041">
                  <c:v>148.33000000000001</c:v>
                </c:pt>
                <c:pt idx="1042">
                  <c:v>146.93</c:v>
                </c:pt>
                <c:pt idx="1043">
                  <c:v>147.79</c:v>
                </c:pt>
                <c:pt idx="1044">
                  <c:v>147.41999999999999</c:v>
                </c:pt>
                <c:pt idx="1045">
                  <c:v>147.41999999999999</c:v>
                </c:pt>
                <c:pt idx="1046">
                  <c:v>146.93</c:v>
                </c:pt>
                <c:pt idx="1047">
                  <c:v>147.08000000000001</c:v>
                </c:pt>
                <c:pt idx="1048">
                  <c:v>147.18</c:v>
                </c:pt>
                <c:pt idx="1049">
                  <c:v>148.34</c:v>
                </c:pt>
                <c:pt idx="1050">
                  <c:v>148.1</c:v>
                </c:pt>
                <c:pt idx="1051">
                  <c:v>148.49</c:v>
                </c:pt>
                <c:pt idx="1052">
                  <c:v>148.24</c:v>
                </c:pt>
                <c:pt idx="1053">
                  <c:v>147.52000000000001</c:v>
                </c:pt>
                <c:pt idx="1054">
                  <c:v>147.41999999999999</c:v>
                </c:pt>
                <c:pt idx="1055">
                  <c:v>147.47</c:v>
                </c:pt>
                <c:pt idx="1056">
                  <c:v>147.19999999999999</c:v>
                </c:pt>
                <c:pt idx="1057">
                  <c:v>147.76</c:v>
                </c:pt>
                <c:pt idx="1058">
                  <c:v>147.41999999999999</c:v>
                </c:pt>
                <c:pt idx="1059">
                  <c:v>146.5</c:v>
                </c:pt>
                <c:pt idx="1060">
                  <c:v>146.94999999999999</c:v>
                </c:pt>
                <c:pt idx="1061">
                  <c:v>148</c:v>
                </c:pt>
                <c:pt idx="1062">
                  <c:v>147.96</c:v>
                </c:pt>
                <c:pt idx="1063">
                  <c:v>147.72</c:v>
                </c:pt>
                <c:pt idx="1064">
                  <c:v>147.63999999999999</c:v>
                </c:pt>
                <c:pt idx="1065">
                  <c:v>148.9</c:v>
                </c:pt>
                <c:pt idx="1066">
                  <c:v>149.85</c:v>
                </c:pt>
                <c:pt idx="1067">
                  <c:v>149.5</c:v>
                </c:pt>
                <c:pt idx="1068">
                  <c:v>148.6</c:v>
                </c:pt>
                <c:pt idx="1069">
                  <c:v>147.91999999999999</c:v>
                </c:pt>
                <c:pt idx="1070">
                  <c:v>147.07</c:v>
                </c:pt>
                <c:pt idx="1071">
                  <c:v>147.26</c:v>
                </c:pt>
                <c:pt idx="1072">
                  <c:v>149.22999999999999</c:v>
                </c:pt>
                <c:pt idx="1073">
                  <c:v>150.34</c:v>
                </c:pt>
                <c:pt idx="1074">
                  <c:v>151.91</c:v>
                </c:pt>
                <c:pt idx="1075">
                  <c:v>152.74</c:v>
                </c:pt>
                <c:pt idx="1076">
                  <c:v>153.08000000000001</c:v>
                </c:pt>
                <c:pt idx="1077">
                  <c:v>151.80000000000001</c:v>
                </c:pt>
                <c:pt idx="1078">
                  <c:v>152.28</c:v>
                </c:pt>
                <c:pt idx="1079">
                  <c:v>151.85</c:v>
                </c:pt>
                <c:pt idx="1080">
                  <c:v>151.04</c:v>
                </c:pt>
                <c:pt idx="1081">
                  <c:v>150.4</c:v>
                </c:pt>
                <c:pt idx="1082">
                  <c:v>150.46</c:v>
                </c:pt>
                <c:pt idx="1083">
                  <c:v>150.75</c:v>
                </c:pt>
                <c:pt idx="1084">
                  <c:v>151.93</c:v>
                </c:pt>
                <c:pt idx="1085">
                  <c:v>151.97999999999999</c:v>
                </c:pt>
                <c:pt idx="1086">
                  <c:v>152.57</c:v>
                </c:pt>
                <c:pt idx="1087">
                  <c:v>153.05000000000001</c:v>
                </c:pt>
                <c:pt idx="1088">
                  <c:v>152.87</c:v>
                </c:pt>
                <c:pt idx="1089">
                  <c:v>152.12</c:v>
                </c:pt>
                <c:pt idx="1090">
                  <c:v>152.74</c:v>
                </c:pt>
                <c:pt idx="1091">
                  <c:v>154.13</c:v>
                </c:pt>
                <c:pt idx="1092">
                  <c:v>154.11000000000001</c:v>
                </c:pt>
                <c:pt idx="1093">
                  <c:v>154.22</c:v>
                </c:pt>
                <c:pt idx="1094">
                  <c:v>153.68</c:v>
                </c:pt>
                <c:pt idx="1095">
                  <c:v>154.13999999999999</c:v>
                </c:pt>
                <c:pt idx="1096">
                  <c:v>153.07</c:v>
                </c:pt>
                <c:pt idx="1097">
                  <c:v>153.32</c:v>
                </c:pt>
                <c:pt idx="1098">
                  <c:v>154.09</c:v>
                </c:pt>
                <c:pt idx="1099">
                  <c:v>154.15</c:v>
                </c:pt>
                <c:pt idx="1100">
                  <c:v>154.82</c:v>
                </c:pt>
                <c:pt idx="1101">
                  <c:v>154.55000000000001</c:v>
                </c:pt>
                <c:pt idx="1102">
                  <c:v>154.41</c:v>
                </c:pt>
                <c:pt idx="1103">
                  <c:v>155.26</c:v>
                </c:pt>
                <c:pt idx="1104">
                  <c:v>155.51</c:v>
                </c:pt>
                <c:pt idx="1105">
                  <c:v>157.16</c:v>
                </c:pt>
                <c:pt idx="1106">
                  <c:v>157.47999999999999</c:v>
                </c:pt>
                <c:pt idx="1107">
                  <c:v>156.66</c:v>
                </c:pt>
                <c:pt idx="1108">
                  <c:v>156.88999999999999</c:v>
                </c:pt>
                <c:pt idx="1109">
                  <c:v>156.06</c:v>
                </c:pt>
                <c:pt idx="1110">
                  <c:v>156.47999999999999</c:v>
                </c:pt>
                <c:pt idx="1111">
                  <c:v>156.30000000000001</c:v>
                </c:pt>
                <c:pt idx="1112">
                  <c:v>156.11000000000001</c:v>
                </c:pt>
                <c:pt idx="1113">
                  <c:v>155.44999999999999</c:v>
                </c:pt>
                <c:pt idx="1114">
                  <c:v>155.88</c:v>
                </c:pt>
                <c:pt idx="1115">
                  <c:v>155.26</c:v>
                </c:pt>
                <c:pt idx="1116">
                  <c:v>155.1</c:v>
                </c:pt>
                <c:pt idx="1117">
                  <c:v>155.19</c:v>
                </c:pt>
                <c:pt idx="1118">
                  <c:v>155.91</c:v>
                </c:pt>
                <c:pt idx="1119">
                  <c:v>156.87</c:v>
                </c:pt>
                <c:pt idx="1120">
                  <c:v>156.03</c:v>
                </c:pt>
                <c:pt idx="1121">
                  <c:v>155.62</c:v>
                </c:pt>
                <c:pt idx="1122">
                  <c:v>155.87</c:v>
                </c:pt>
                <c:pt idx="1123">
                  <c:v>155.24</c:v>
                </c:pt>
                <c:pt idx="1124">
                  <c:v>154.69999999999999</c:v>
                </c:pt>
                <c:pt idx="1125">
                  <c:v>155.66999999999999</c:v>
                </c:pt>
                <c:pt idx="1126">
                  <c:v>155.51</c:v>
                </c:pt>
                <c:pt idx="1127">
                  <c:v>157.69999999999999</c:v>
                </c:pt>
                <c:pt idx="1128">
                  <c:v>157.08000000000001</c:v>
                </c:pt>
                <c:pt idx="1129">
                  <c:v>156.26</c:v>
                </c:pt>
                <c:pt idx="1130">
                  <c:v>155.85</c:v>
                </c:pt>
                <c:pt idx="1131">
                  <c:v>155.91999999999999</c:v>
                </c:pt>
                <c:pt idx="1132">
                  <c:v>156.51</c:v>
                </c:pt>
                <c:pt idx="1133">
                  <c:v>156.07</c:v>
                </c:pt>
                <c:pt idx="1134">
                  <c:v>156.37</c:v>
                </c:pt>
                <c:pt idx="1135">
                  <c:v>156.68</c:v>
                </c:pt>
                <c:pt idx="1136">
                  <c:v>156.68</c:v>
                </c:pt>
                <c:pt idx="1137">
                  <c:v>156.76</c:v>
                </c:pt>
                <c:pt idx="1138">
                  <c:v>156.36000000000001</c:v>
                </c:pt>
                <c:pt idx="1139">
                  <c:v>156.63999999999999</c:v>
                </c:pt>
                <c:pt idx="1140">
                  <c:v>156.76</c:v>
                </c:pt>
                <c:pt idx="1141">
                  <c:v>156.88</c:v>
                </c:pt>
                <c:pt idx="1142">
                  <c:v>158.07</c:v>
                </c:pt>
                <c:pt idx="1143">
                  <c:v>158.18</c:v>
                </c:pt>
                <c:pt idx="1144">
                  <c:v>159.13999999999999</c:v>
                </c:pt>
                <c:pt idx="1145">
                  <c:v>158.41</c:v>
                </c:pt>
                <c:pt idx="1146">
                  <c:v>158.63999999999999</c:v>
                </c:pt>
                <c:pt idx="1147">
                  <c:v>157.94</c:v>
                </c:pt>
                <c:pt idx="1148">
                  <c:v>158.1</c:v>
                </c:pt>
                <c:pt idx="1149">
                  <c:v>158.16999999999999</c:v>
                </c:pt>
                <c:pt idx="1150">
                  <c:v>158.29</c:v>
                </c:pt>
                <c:pt idx="1151">
                  <c:v>158.38999999999999</c:v>
                </c:pt>
                <c:pt idx="1152">
                  <c:v>155.12</c:v>
                </c:pt>
                <c:pt idx="1153">
                  <c:v>154.15</c:v>
                </c:pt>
                <c:pt idx="1154">
                  <c:v>152.19999999999999</c:v>
                </c:pt>
                <c:pt idx="1155">
                  <c:v>153.41</c:v>
                </c:pt>
                <c:pt idx="1156">
                  <c:v>153.07</c:v>
                </c:pt>
                <c:pt idx="1157">
                  <c:v>154.72999999999999</c:v>
                </c:pt>
                <c:pt idx="1158">
                  <c:v>155.63999999999999</c:v>
                </c:pt>
                <c:pt idx="1159">
                  <c:v>155.75</c:v>
                </c:pt>
                <c:pt idx="1160">
                  <c:v>156.83000000000001</c:v>
                </c:pt>
                <c:pt idx="1161">
                  <c:v>157.04</c:v>
                </c:pt>
                <c:pt idx="1162">
                  <c:v>157.21</c:v>
                </c:pt>
                <c:pt idx="1163">
                  <c:v>155.85</c:v>
                </c:pt>
                <c:pt idx="1164">
                  <c:v>154.4</c:v>
                </c:pt>
                <c:pt idx="1165">
                  <c:v>153.26</c:v>
                </c:pt>
                <c:pt idx="1166">
                  <c:v>152.74</c:v>
                </c:pt>
                <c:pt idx="1167">
                  <c:v>152.63999999999999</c:v>
                </c:pt>
                <c:pt idx="1168">
                  <c:v>153.51</c:v>
                </c:pt>
                <c:pt idx="1169">
                  <c:v>153.32</c:v>
                </c:pt>
                <c:pt idx="1170">
                  <c:v>154.80000000000001</c:v>
                </c:pt>
                <c:pt idx="1171">
                  <c:v>155.05000000000001</c:v>
                </c:pt>
                <c:pt idx="1172">
                  <c:v>154.93</c:v>
                </c:pt>
                <c:pt idx="1173">
                  <c:v>154.63999999999999</c:v>
                </c:pt>
                <c:pt idx="1174">
                  <c:v>155.88999999999999</c:v>
                </c:pt>
                <c:pt idx="1175">
                  <c:v>156.36000000000001</c:v>
                </c:pt>
                <c:pt idx="1176">
                  <c:v>156.13</c:v>
                </c:pt>
                <c:pt idx="1177">
                  <c:v>155.65</c:v>
                </c:pt>
                <c:pt idx="1178">
                  <c:v>157.4</c:v>
                </c:pt>
                <c:pt idx="1179">
                  <c:v>157.47999999999999</c:v>
                </c:pt>
                <c:pt idx="1180">
                  <c:v>157.07</c:v>
                </c:pt>
                <c:pt idx="1181">
                  <c:v>157.54</c:v>
                </c:pt>
                <c:pt idx="1182">
                  <c:v>157.79</c:v>
                </c:pt>
                <c:pt idx="1183">
                  <c:v>157.68</c:v>
                </c:pt>
                <c:pt idx="1184">
                  <c:v>158.06</c:v>
                </c:pt>
                <c:pt idx="1185">
                  <c:v>158.94999999999999</c:v>
                </c:pt>
                <c:pt idx="1186">
                  <c:v>159.35</c:v>
                </c:pt>
                <c:pt idx="1187">
                  <c:v>159.65</c:v>
                </c:pt>
                <c:pt idx="1188">
                  <c:v>159.11000000000001</c:v>
                </c:pt>
                <c:pt idx="1189">
                  <c:v>159.04</c:v>
                </c:pt>
                <c:pt idx="1190">
                  <c:v>159.86000000000001</c:v>
                </c:pt>
                <c:pt idx="1191">
                  <c:v>157.71</c:v>
                </c:pt>
                <c:pt idx="1192">
                  <c:v>159.22999999999999</c:v>
                </c:pt>
                <c:pt idx="1193">
                  <c:v>158.43</c:v>
                </c:pt>
                <c:pt idx="1194">
                  <c:v>158.69999999999999</c:v>
                </c:pt>
                <c:pt idx="1195">
                  <c:v>159.49</c:v>
                </c:pt>
                <c:pt idx="1196">
                  <c:v>159.72</c:v>
                </c:pt>
                <c:pt idx="1197">
                  <c:v>159.97999999999999</c:v>
                </c:pt>
                <c:pt idx="1198">
                  <c:v>159.75</c:v>
                </c:pt>
                <c:pt idx="1199">
                  <c:v>158.71</c:v>
                </c:pt>
                <c:pt idx="1200">
                  <c:v>158.83000000000001</c:v>
                </c:pt>
                <c:pt idx="1201">
                  <c:v>159.63999999999999</c:v>
                </c:pt>
                <c:pt idx="1202">
                  <c:v>159.59</c:v>
                </c:pt>
                <c:pt idx="1203">
                  <c:v>159.68</c:v>
                </c:pt>
                <c:pt idx="1204">
                  <c:v>159.61000000000001</c:v>
                </c:pt>
                <c:pt idx="1205">
                  <c:v>158.57</c:v>
                </c:pt>
                <c:pt idx="1206">
                  <c:v>158.97</c:v>
                </c:pt>
                <c:pt idx="1207">
                  <c:v>159.44</c:v>
                </c:pt>
                <c:pt idx="1208">
                  <c:v>159.44999999999999</c:v>
                </c:pt>
                <c:pt idx="1209">
                  <c:v>158.81</c:v>
                </c:pt>
                <c:pt idx="1210">
                  <c:v>159.01</c:v>
                </c:pt>
                <c:pt idx="1211">
                  <c:v>159.19999999999999</c:v>
                </c:pt>
                <c:pt idx="1212">
                  <c:v>158.6</c:v>
                </c:pt>
                <c:pt idx="1213">
                  <c:v>158.77000000000001</c:v>
                </c:pt>
                <c:pt idx="1214">
                  <c:v>159.38999999999999</c:v>
                </c:pt>
                <c:pt idx="1215">
                  <c:v>159.5</c:v>
                </c:pt>
                <c:pt idx="1216">
                  <c:v>159.66999999999999</c:v>
                </c:pt>
                <c:pt idx="1217">
                  <c:v>159.61000000000001</c:v>
                </c:pt>
                <c:pt idx="1218">
                  <c:v>159.41999999999999</c:v>
                </c:pt>
                <c:pt idx="1219">
                  <c:v>159.6</c:v>
                </c:pt>
                <c:pt idx="1220">
                  <c:v>160.41999999999999</c:v>
                </c:pt>
                <c:pt idx="1221">
                  <c:v>156.58000000000001</c:v>
                </c:pt>
                <c:pt idx="1222">
                  <c:v>156.78</c:v>
                </c:pt>
                <c:pt idx="1223">
                  <c:v>157.22999999999999</c:v>
                </c:pt>
                <c:pt idx="1224">
                  <c:v>157.88</c:v>
                </c:pt>
                <c:pt idx="1225">
                  <c:v>156.38999999999999</c:v>
                </c:pt>
                <c:pt idx="1226">
                  <c:v>156.88999999999999</c:v>
                </c:pt>
                <c:pt idx="1227">
                  <c:v>156.46</c:v>
                </c:pt>
                <c:pt idx="1228">
                  <c:v>157.18</c:v>
                </c:pt>
                <c:pt idx="1229">
                  <c:v>157.6</c:v>
                </c:pt>
                <c:pt idx="1230">
                  <c:v>157.85</c:v>
                </c:pt>
                <c:pt idx="1231">
                  <c:v>158.37</c:v>
                </c:pt>
                <c:pt idx="1232">
                  <c:v>158.58000000000001</c:v>
                </c:pt>
                <c:pt idx="1233">
                  <c:v>158.80000000000001</c:v>
                </c:pt>
                <c:pt idx="1234">
                  <c:v>159.07</c:v>
                </c:pt>
                <c:pt idx="1235">
                  <c:v>158.88999999999999</c:v>
                </c:pt>
                <c:pt idx="1236">
                  <c:v>158.96</c:v>
                </c:pt>
                <c:pt idx="1237">
                  <c:v>158.94999999999999</c:v>
                </c:pt>
                <c:pt idx="1238">
                  <c:v>158.9</c:v>
                </c:pt>
                <c:pt idx="1239">
                  <c:v>159.30000000000001</c:v>
                </c:pt>
                <c:pt idx="1240">
                  <c:v>159.52000000000001</c:v>
                </c:pt>
                <c:pt idx="1241">
                  <c:v>159.22</c:v>
                </c:pt>
                <c:pt idx="1242">
                  <c:v>159.31</c:v>
                </c:pt>
                <c:pt idx="1243">
                  <c:v>159.66</c:v>
                </c:pt>
                <c:pt idx="1244">
                  <c:v>159.9</c:v>
                </c:pt>
                <c:pt idx="1245">
                  <c:v>160.06</c:v>
                </c:pt>
                <c:pt idx="1246">
                  <c:v>160.02000000000001</c:v>
                </c:pt>
                <c:pt idx="1247">
                  <c:v>160.18</c:v>
                </c:pt>
                <c:pt idx="1248">
                  <c:v>160.13999999999999</c:v>
                </c:pt>
                <c:pt idx="1249">
                  <c:v>160.36000000000001</c:v>
                </c:pt>
                <c:pt idx="1250">
                  <c:v>160.51</c:v>
                </c:pt>
                <c:pt idx="1251">
                  <c:v>159.93</c:v>
                </c:pt>
                <c:pt idx="1252">
                  <c:v>160.22999999999999</c:v>
                </c:pt>
                <c:pt idx="1253">
                  <c:v>160.32</c:v>
                </c:pt>
                <c:pt idx="1254">
                  <c:v>160.38999999999999</c:v>
                </c:pt>
                <c:pt idx="1255">
                  <c:v>160.66999999999999</c:v>
                </c:pt>
                <c:pt idx="1256">
                  <c:v>161.38</c:v>
                </c:pt>
                <c:pt idx="1257">
                  <c:v>161.26</c:v>
                </c:pt>
                <c:pt idx="1258">
                  <c:v>161.54</c:v>
                </c:pt>
                <c:pt idx="1259">
                  <c:v>161.53</c:v>
                </c:pt>
                <c:pt idx="1260">
                  <c:v>161.76</c:v>
                </c:pt>
                <c:pt idx="1261">
                  <c:v>161.79</c:v>
                </c:pt>
                <c:pt idx="1262">
                  <c:v>161.76</c:v>
                </c:pt>
                <c:pt idx="1263">
                  <c:v>161.94</c:v>
                </c:pt>
                <c:pt idx="1264">
                  <c:v>162.53</c:v>
                </c:pt>
                <c:pt idx="1265">
                  <c:v>162.61000000000001</c:v>
                </c:pt>
                <c:pt idx="1266">
                  <c:v>161.1</c:v>
                </c:pt>
                <c:pt idx="1267">
                  <c:v>161.36000000000001</c:v>
                </c:pt>
                <c:pt idx="1268">
                  <c:v>162.09</c:v>
                </c:pt>
                <c:pt idx="1269">
                  <c:v>162.11000000000001</c:v>
                </c:pt>
                <c:pt idx="1270">
                  <c:v>162.59</c:v>
                </c:pt>
                <c:pt idx="1271">
                  <c:v>162.38</c:v>
                </c:pt>
                <c:pt idx="1272">
                  <c:v>161.69</c:v>
                </c:pt>
                <c:pt idx="1273">
                  <c:v>162.44</c:v>
                </c:pt>
                <c:pt idx="1274">
                  <c:v>162.22</c:v>
                </c:pt>
                <c:pt idx="1275">
                  <c:v>162.19</c:v>
                </c:pt>
                <c:pt idx="1276">
                  <c:v>162.38999999999999</c:v>
                </c:pt>
                <c:pt idx="1277">
                  <c:v>162.44999999999999</c:v>
                </c:pt>
                <c:pt idx="1278">
                  <c:v>162.51</c:v>
                </c:pt>
                <c:pt idx="1279">
                  <c:v>163.16999999999999</c:v>
                </c:pt>
                <c:pt idx="1280">
                  <c:v>163.13999999999999</c:v>
                </c:pt>
                <c:pt idx="1281">
                  <c:v>163.86</c:v>
                </c:pt>
                <c:pt idx="1282">
                  <c:v>163.69999999999999</c:v>
                </c:pt>
                <c:pt idx="1283">
                  <c:v>163.71</c:v>
                </c:pt>
                <c:pt idx="1284">
                  <c:v>163.82</c:v>
                </c:pt>
                <c:pt idx="1285">
                  <c:v>163.4</c:v>
                </c:pt>
                <c:pt idx="1286">
                  <c:v>159.53</c:v>
                </c:pt>
                <c:pt idx="1287">
                  <c:v>157.25</c:v>
                </c:pt>
                <c:pt idx="1288">
                  <c:v>157.19</c:v>
                </c:pt>
                <c:pt idx="1289">
                  <c:v>157.77000000000001</c:v>
                </c:pt>
                <c:pt idx="1290">
                  <c:v>157.75</c:v>
                </c:pt>
                <c:pt idx="1291">
                  <c:v>158.43</c:v>
                </c:pt>
                <c:pt idx="1292">
                  <c:v>157.78</c:v>
                </c:pt>
                <c:pt idx="1293">
                  <c:v>159.27000000000001</c:v>
                </c:pt>
                <c:pt idx="1294">
                  <c:v>159.28</c:v>
                </c:pt>
                <c:pt idx="1295">
                  <c:v>159.43</c:v>
                </c:pt>
                <c:pt idx="1296">
                  <c:v>159.51</c:v>
                </c:pt>
                <c:pt idx="1297">
                  <c:v>159.31</c:v>
                </c:pt>
                <c:pt idx="1298">
                  <c:v>159.49</c:v>
                </c:pt>
                <c:pt idx="1299">
                  <c:v>159.62</c:v>
                </c:pt>
                <c:pt idx="1300">
                  <c:v>158.18</c:v>
                </c:pt>
                <c:pt idx="1301">
                  <c:v>159.02000000000001</c:v>
                </c:pt>
                <c:pt idx="1302">
                  <c:v>158.96</c:v>
                </c:pt>
                <c:pt idx="1303">
                  <c:v>159.13</c:v>
                </c:pt>
                <c:pt idx="1304">
                  <c:v>159.13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CB-46B0-A7DC-CC32765A296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Planilha1!$A$2:$A$1306</c:f>
              <c:numCache>
                <c:formatCode>[$-409]mmm\-yy;@</c:formatCode>
                <c:ptCount val="1305"/>
                <c:pt idx="0">
                  <c:v>44434</c:v>
                </c:pt>
                <c:pt idx="1">
                  <c:v>44435</c:v>
                </c:pt>
                <c:pt idx="2">
                  <c:v>44438</c:v>
                </c:pt>
                <c:pt idx="3">
                  <c:v>44439</c:v>
                </c:pt>
                <c:pt idx="4">
                  <c:v>44440</c:v>
                </c:pt>
                <c:pt idx="5">
                  <c:v>44441</c:v>
                </c:pt>
                <c:pt idx="6">
                  <c:v>44442</c:v>
                </c:pt>
                <c:pt idx="7">
                  <c:v>44445</c:v>
                </c:pt>
                <c:pt idx="8">
                  <c:v>44446</c:v>
                </c:pt>
                <c:pt idx="9">
                  <c:v>44447</c:v>
                </c:pt>
                <c:pt idx="10">
                  <c:v>44448</c:v>
                </c:pt>
                <c:pt idx="11">
                  <c:v>44449</c:v>
                </c:pt>
                <c:pt idx="12">
                  <c:v>44452</c:v>
                </c:pt>
                <c:pt idx="13">
                  <c:v>44453</c:v>
                </c:pt>
                <c:pt idx="14">
                  <c:v>44454</c:v>
                </c:pt>
                <c:pt idx="15">
                  <c:v>44455</c:v>
                </c:pt>
                <c:pt idx="16">
                  <c:v>44456</c:v>
                </c:pt>
                <c:pt idx="17">
                  <c:v>44459</c:v>
                </c:pt>
                <c:pt idx="18">
                  <c:v>44460</c:v>
                </c:pt>
                <c:pt idx="19">
                  <c:v>44461</c:v>
                </c:pt>
                <c:pt idx="20">
                  <c:v>44462</c:v>
                </c:pt>
                <c:pt idx="21">
                  <c:v>44463</c:v>
                </c:pt>
                <c:pt idx="22">
                  <c:v>44466</c:v>
                </c:pt>
                <c:pt idx="23">
                  <c:v>44467</c:v>
                </c:pt>
                <c:pt idx="24">
                  <c:v>44468</c:v>
                </c:pt>
                <c:pt idx="25">
                  <c:v>44469</c:v>
                </c:pt>
                <c:pt idx="26">
                  <c:v>44470</c:v>
                </c:pt>
                <c:pt idx="27">
                  <c:v>44473</c:v>
                </c:pt>
                <c:pt idx="28">
                  <c:v>44474</c:v>
                </c:pt>
                <c:pt idx="29">
                  <c:v>44475</c:v>
                </c:pt>
                <c:pt idx="30">
                  <c:v>44476</c:v>
                </c:pt>
                <c:pt idx="31">
                  <c:v>44477</c:v>
                </c:pt>
                <c:pt idx="32">
                  <c:v>44480</c:v>
                </c:pt>
                <c:pt idx="33">
                  <c:v>44481</c:v>
                </c:pt>
                <c:pt idx="34">
                  <c:v>44482</c:v>
                </c:pt>
                <c:pt idx="35">
                  <c:v>44483</c:v>
                </c:pt>
                <c:pt idx="36">
                  <c:v>44484</c:v>
                </c:pt>
                <c:pt idx="37">
                  <c:v>44487</c:v>
                </c:pt>
                <c:pt idx="38">
                  <c:v>44488</c:v>
                </c:pt>
                <c:pt idx="39">
                  <c:v>44489</c:v>
                </c:pt>
                <c:pt idx="40">
                  <c:v>44490</c:v>
                </c:pt>
                <c:pt idx="41">
                  <c:v>44491</c:v>
                </c:pt>
                <c:pt idx="42">
                  <c:v>44494</c:v>
                </c:pt>
                <c:pt idx="43">
                  <c:v>44495</c:v>
                </c:pt>
                <c:pt idx="44">
                  <c:v>44496</c:v>
                </c:pt>
                <c:pt idx="45">
                  <c:v>44497</c:v>
                </c:pt>
                <c:pt idx="46">
                  <c:v>44498</c:v>
                </c:pt>
                <c:pt idx="47">
                  <c:v>44501</c:v>
                </c:pt>
                <c:pt idx="48">
                  <c:v>44502</c:v>
                </c:pt>
                <c:pt idx="49">
                  <c:v>44503</c:v>
                </c:pt>
                <c:pt idx="50">
                  <c:v>44504</c:v>
                </c:pt>
                <c:pt idx="51">
                  <c:v>44505</c:v>
                </c:pt>
                <c:pt idx="52">
                  <c:v>44508</c:v>
                </c:pt>
                <c:pt idx="53">
                  <c:v>44509</c:v>
                </c:pt>
                <c:pt idx="54">
                  <c:v>44510</c:v>
                </c:pt>
                <c:pt idx="55">
                  <c:v>44511</c:v>
                </c:pt>
                <c:pt idx="56">
                  <c:v>44512</c:v>
                </c:pt>
                <c:pt idx="57">
                  <c:v>44515</c:v>
                </c:pt>
                <c:pt idx="58">
                  <c:v>44516</c:v>
                </c:pt>
                <c:pt idx="59">
                  <c:v>44517</c:v>
                </c:pt>
                <c:pt idx="60">
                  <c:v>44518</c:v>
                </c:pt>
                <c:pt idx="61">
                  <c:v>44519</c:v>
                </c:pt>
                <c:pt idx="62">
                  <c:v>44522</c:v>
                </c:pt>
                <c:pt idx="63">
                  <c:v>44523</c:v>
                </c:pt>
                <c:pt idx="64">
                  <c:v>44524</c:v>
                </c:pt>
                <c:pt idx="65">
                  <c:v>44525</c:v>
                </c:pt>
                <c:pt idx="66">
                  <c:v>44526</c:v>
                </c:pt>
                <c:pt idx="67">
                  <c:v>44529</c:v>
                </c:pt>
                <c:pt idx="68">
                  <c:v>44530</c:v>
                </c:pt>
                <c:pt idx="69">
                  <c:v>44531</c:v>
                </c:pt>
                <c:pt idx="70">
                  <c:v>44532</c:v>
                </c:pt>
                <c:pt idx="71">
                  <c:v>44533</c:v>
                </c:pt>
                <c:pt idx="72">
                  <c:v>44536</c:v>
                </c:pt>
                <c:pt idx="73">
                  <c:v>44537</c:v>
                </c:pt>
                <c:pt idx="74">
                  <c:v>44538</c:v>
                </c:pt>
                <c:pt idx="75">
                  <c:v>44539</c:v>
                </c:pt>
                <c:pt idx="76">
                  <c:v>44540</c:v>
                </c:pt>
                <c:pt idx="77">
                  <c:v>44543</c:v>
                </c:pt>
                <c:pt idx="78">
                  <c:v>44544</c:v>
                </c:pt>
                <c:pt idx="79">
                  <c:v>44545</c:v>
                </c:pt>
                <c:pt idx="80">
                  <c:v>44546</c:v>
                </c:pt>
                <c:pt idx="81">
                  <c:v>44547</c:v>
                </c:pt>
                <c:pt idx="82">
                  <c:v>44550</c:v>
                </c:pt>
                <c:pt idx="83">
                  <c:v>44551</c:v>
                </c:pt>
                <c:pt idx="84">
                  <c:v>44552</c:v>
                </c:pt>
                <c:pt idx="85">
                  <c:v>44553</c:v>
                </c:pt>
                <c:pt idx="86">
                  <c:v>44554</c:v>
                </c:pt>
                <c:pt idx="87">
                  <c:v>44557</c:v>
                </c:pt>
                <c:pt idx="88">
                  <c:v>44558</c:v>
                </c:pt>
                <c:pt idx="89">
                  <c:v>44559</c:v>
                </c:pt>
                <c:pt idx="90">
                  <c:v>44560</c:v>
                </c:pt>
                <c:pt idx="91">
                  <c:v>44561</c:v>
                </c:pt>
                <c:pt idx="92">
                  <c:v>44564</c:v>
                </c:pt>
                <c:pt idx="93">
                  <c:v>44565</c:v>
                </c:pt>
                <c:pt idx="94">
                  <c:v>44566</c:v>
                </c:pt>
                <c:pt idx="95">
                  <c:v>44567</c:v>
                </c:pt>
                <c:pt idx="96">
                  <c:v>44568</c:v>
                </c:pt>
                <c:pt idx="97">
                  <c:v>44571</c:v>
                </c:pt>
                <c:pt idx="98">
                  <c:v>44572</c:v>
                </c:pt>
                <c:pt idx="99">
                  <c:v>44573</c:v>
                </c:pt>
                <c:pt idx="100">
                  <c:v>44574</c:v>
                </c:pt>
                <c:pt idx="101">
                  <c:v>44575</c:v>
                </c:pt>
                <c:pt idx="102">
                  <c:v>44578</c:v>
                </c:pt>
                <c:pt idx="103">
                  <c:v>44579</c:v>
                </c:pt>
                <c:pt idx="104">
                  <c:v>44580</c:v>
                </c:pt>
                <c:pt idx="105">
                  <c:v>44581</c:v>
                </c:pt>
                <c:pt idx="106">
                  <c:v>44582</c:v>
                </c:pt>
                <c:pt idx="107">
                  <c:v>44585</c:v>
                </c:pt>
                <c:pt idx="108">
                  <c:v>44586</c:v>
                </c:pt>
                <c:pt idx="109">
                  <c:v>44587</c:v>
                </c:pt>
                <c:pt idx="110">
                  <c:v>44588</c:v>
                </c:pt>
                <c:pt idx="111">
                  <c:v>44589</c:v>
                </c:pt>
                <c:pt idx="112">
                  <c:v>44592</c:v>
                </c:pt>
                <c:pt idx="113">
                  <c:v>44593</c:v>
                </c:pt>
                <c:pt idx="114">
                  <c:v>44594</c:v>
                </c:pt>
                <c:pt idx="115">
                  <c:v>44595</c:v>
                </c:pt>
                <c:pt idx="116">
                  <c:v>44596</c:v>
                </c:pt>
                <c:pt idx="117">
                  <c:v>44599</c:v>
                </c:pt>
                <c:pt idx="118">
                  <c:v>44600</c:v>
                </c:pt>
                <c:pt idx="119">
                  <c:v>44601</c:v>
                </c:pt>
                <c:pt idx="120">
                  <c:v>44602</c:v>
                </c:pt>
                <c:pt idx="121">
                  <c:v>44603</c:v>
                </c:pt>
                <c:pt idx="122">
                  <c:v>44606</c:v>
                </c:pt>
                <c:pt idx="123">
                  <c:v>44607</c:v>
                </c:pt>
                <c:pt idx="124">
                  <c:v>44608</c:v>
                </c:pt>
                <c:pt idx="125">
                  <c:v>44609</c:v>
                </c:pt>
                <c:pt idx="126">
                  <c:v>44610</c:v>
                </c:pt>
                <c:pt idx="127">
                  <c:v>44613</c:v>
                </c:pt>
                <c:pt idx="128">
                  <c:v>44614</c:v>
                </c:pt>
                <c:pt idx="129">
                  <c:v>44615</c:v>
                </c:pt>
                <c:pt idx="130">
                  <c:v>44616</c:v>
                </c:pt>
                <c:pt idx="131">
                  <c:v>44617</c:v>
                </c:pt>
                <c:pt idx="132">
                  <c:v>44620</c:v>
                </c:pt>
                <c:pt idx="133">
                  <c:v>44621</c:v>
                </c:pt>
                <c:pt idx="134">
                  <c:v>44622</c:v>
                </c:pt>
                <c:pt idx="135">
                  <c:v>44623</c:v>
                </c:pt>
                <c:pt idx="136">
                  <c:v>44624</c:v>
                </c:pt>
                <c:pt idx="137">
                  <c:v>44627</c:v>
                </c:pt>
                <c:pt idx="138">
                  <c:v>44628</c:v>
                </c:pt>
                <c:pt idx="139">
                  <c:v>44629</c:v>
                </c:pt>
                <c:pt idx="140">
                  <c:v>44630</c:v>
                </c:pt>
                <c:pt idx="141">
                  <c:v>44631</c:v>
                </c:pt>
                <c:pt idx="142">
                  <c:v>44634</c:v>
                </c:pt>
                <c:pt idx="143">
                  <c:v>44635</c:v>
                </c:pt>
                <c:pt idx="144">
                  <c:v>44636</c:v>
                </c:pt>
                <c:pt idx="145">
                  <c:v>44637</c:v>
                </c:pt>
                <c:pt idx="146">
                  <c:v>44638</c:v>
                </c:pt>
                <c:pt idx="147">
                  <c:v>44641</c:v>
                </c:pt>
                <c:pt idx="148">
                  <c:v>44642</c:v>
                </c:pt>
                <c:pt idx="149">
                  <c:v>44643</c:v>
                </c:pt>
                <c:pt idx="150">
                  <c:v>44644</c:v>
                </c:pt>
                <c:pt idx="151">
                  <c:v>44645</c:v>
                </c:pt>
                <c:pt idx="152">
                  <c:v>44648</c:v>
                </c:pt>
                <c:pt idx="153">
                  <c:v>44649</c:v>
                </c:pt>
                <c:pt idx="154">
                  <c:v>44650</c:v>
                </c:pt>
                <c:pt idx="155">
                  <c:v>44651</c:v>
                </c:pt>
                <c:pt idx="156">
                  <c:v>44652</c:v>
                </c:pt>
                <c:pt idx="157">
                  <c:v>44655</c:v>
                </c:pt>
                <c:pt idx="158">
                  <c:v>44656</c:v>
                </c:pt>
                <c:pt idx="159">
                  <c:v>44657</c:v>
                </c:pt>
                <c:pt idx="160">
                  <c:v>44658</c:v>
                </c:pt>
                <c:pt idx="161">
                  <c:v>44659</c:v>
                </c:pt>
                <c:pt idx="162">
                  <c:v>44662</c:v>
                </c:pt>
                <c:pt idx="163">
                  <c:v>44663</c:v>
                </c:pt>
                <c:pt idx="164">
                  <c:v>44664</c:v>
                </c:pt>
                <c:pt idx="165">
                  <c:v>44665</c:v>
                </c:pt>
                <c:pt idx="166">
                  <c:v>44666</c:v>
                </c:pt>
                <c:pt idx="167">
                  <c:v>44669</c:v>
                </c:pt>
                <c:pt idx="168">
                  <c:v>44670</c:v>
                </c:pt>
                <c:pt idx="169">
                  <c:v>44671</c:v>
                </c:pt>
                <c:pt idx="170">
                  <c:v>44672</c:v>
                </c:pt>
                <c:pt idx="171">
                  <c:v>44673</c:v>
                </c:pt>
                <c:pt idx="172">
                  <c:v>44676</c:v>
                </c:pt>
                <c:pt idx="173">
                  <c:v>44677</c:v>
                </c:pt>
                <c:pt idx="174">
                  <c:v>44678</c:v>
                </c:pt>
                <c:pt idx="175">
                  <c:v>44679</c:v>
                </c:pt>
                <c:pt idx="176">
                  <c:v>44680</c:v>
                </c:pt>
                <c:pt idx="177">
                  <c:v>44683</c:v>
                </c:pt>
                <c:pt idx="178">
                  <c:v>44684</c:v>
                </c:pt>
                <c:pt idx="179">
                  <c:v>44685</c:v>
                </c:pt>
                <c:pt idx="180">
                  <c:v>44686</c:v>
                </c:pt>
                <c:pt idx="181">
                  <c:v>44687</c:v>
                </c:pt>
                <c:pt idx="182">
                  <c:v>44690</c:v>
                </c:pt>
                <c:pt idx="183">
                  <c:v>44691</c:v>
                </c:pt>
                <c:pt idx="184">
                  <c:v>44692</c:v>
                </c:pt>
                <c:pt idx="185">
                  <c:v>44693</c:v>
                </c:pt>
                <c:pt idx="186">
                  <c:v>44694</c:v>
                </c:pt>
                <c:pt idx="187">
                  <c:v>44697</c:v>
                </c:pt>
                <c:pt idx="188">
                  <c:v>44698</c:v>
                </c:pt>
                <c:pt idx="189">
                  <c:v>44699</c:v>
                </c:pt>
                <c:pt idx="190">
                  <c:v>44700</c:v>
                </c:pt>
                <c:pt idx="191">
                  <c:v>44701</c:v>
                </c:pt>
                <c:pt idx="192">
                  <c:v>44704</c:v>
                </c:pt>
                <c:pt idx="193">
                  <c:v>44705</c:v>
                </c:pt>
                <c:pt idx="194">
                  <c:v>44706</c:v>
                </c:pt>
                <c:pt idx="195">
                  <c:v>44707</c:v>
                </c:pt>
                <c:pt idx="196">
                  <c:v>44708</c:v>
                </c:pt>
                <c:pt idx="197">
                  <c:v>44711</c:v>
                </c:pt>
                <c:pt idx="198">
                  <c:v>44712</c:v>
                </c:pt>
                <c:pt idx="199">
                  <c:v>44713</c:v>
                </c:pt>
                <c:pt idx="200">
                  <c:v>44714</c:v>
                </c:pt>
                <c:pt idx="201">
                  <c:v>44715</c:v>
                </c:pt>
                <c:pt idx="202">
                  <c:v>44718</c:v>
                </c:pt>
                <c:pt idx="203">
                  <c:v>44719</c:v>
                </c:pt>
                <c:pt idx="204">
                  <c:v>44720</c:v>
                </c:pt>
                <c:pt idx="205">
                  <c:v>44721</c:v>
                </c:pt>
                <c:pt idx="206">
                  <c:v>44722</c:v>
                </c:pt>
                <c:pt idx="207">
                  <c:v>44725</c:v>
                </c:pt>
                <c:pt idx="208">
                  <c:v>44726</c:v>
                </c:pt>
                <c:pt idx="209">
                  <c:v>44727</c:v>
                </c:pt>
                <c:pt idx="210">
                  <c:v>44728</c:v>
                </c:pt>
                <c:pt idx="211">
                  <c:v>44729</c:v>
                </c:pt>
                <c:pt idx="212">
                  <c:v>44732</c:v>
                </c:pt>
                <c:pt idx="213">
                  <c:v>44733</c:v>
                </c:pt>
                <c:pt idx="214">
                  <c:v>44734</c:v>
                </c:pt>
                <c:pt idx="215">
                  <c:v>44735</c:v>
                </c:pt>
                <c:pt idx="216">
                  <c:v>44736</c:v>
                </c:pt>
                <c:pt idx="217">
                  <c:v>44739</c:v>
                </c:pt>
                <c:pt idx="218">
                  <c:v>44740</c:v>
                </c:pt>
                <c:pt idx="219">
                  <c:v>44741</c:v>
                </c:pt>
                <c:pt idx="220">
                  <c:v>44742</c:v>
                </c:pt>
                <c:pt idx="221">
                  <c:v>44743</c:v>
                </c:pt>
                <c:pt idx="222">
                  <c:v>44746</c:v>
                </c:pt>
                <c:pt idx="223">
                  <c:v>44747</c:v>
                </c:pt>
                <c:pt idx="224">
                  <c:v>44748</c:v>
                </c:pt>
                <c:pt idx="225">
                  <c:v>44749</c:v>
                </c:pt>
                <c:pt idx="226">
                  <c:v>44750</c:v>
                </c:pt>
                <c:pt idx="227">
                  <c:v>44753</c:v>
                </c:pt>
                <c:pt idx="228">
                  <c:v>44754</c:v>
                </c:pt>
                <c:pt idx="229">
                  <c:v>44755</c:v>
                </c:pt>
                <c:pt idx="230">
                  <c:v>44756</c:v>
                </c:pt>
                <c:pt idx="231">
                  <c:v>44757</c:v>
                </c:pt>
                <c:pt idx="232">
                  <c:v>44760</c:v>
                </c:pt>
                <c:pt idx="233">
                  <c:v>44761</c:v>
                </c:pt>
                <c:pt idx="234">
                  <c:v>44762</c:v>
                </c:pt>
                <c:pt idx="235">
                  <c:v>44763</c:v>
                </c:pt>
                <c:pt idx="236">
                  <c:v>44764</c:v>
                </c:pt>
                <c:pt idx="237">
                  <c:v>44767</c:v>
                </c:pt>
                <c:pt idx="238">
                  <c:v>44768</c:v>
                </c:pt>
                <c:pt idx="239">
                  <c:v>44769</c:v>
                </c:pt>
                <c:pt idx="240">
                  <c:v>44770</c:v>
                </c:pt>
                <c:pt idx="241">
                  <c:v>44771</c:v>
                </c:pt>
                <c:pt idx="242">
                  <c:v>44774</c:v>
                </c:pt>
                <c:pt idx="243">
                  <c:v>44775</c:v>
                </c:pt>
                <c:pt idx="244">
                  <c:v>44776</c:v>
                </c:pt>
                <c:pt idx="245">
                  <c:v>44777</c:v>
                </c:pt>
                <c:pt idx="246">
                  <c:v>44778</c:v>
                </c:pt>
                <c:pt idx="247">
                  <c:v>44781</c:v>
                </c:pt>
                <c:pt idx="248">
                  <c:v>44782</c:v>
                </c:pt>
                <c:pt idx="249">
                  <c:v>44783</c:v>
                </c:pt>
                <c:pt idx="250">
                  <c:v>44784</c:v>
                </c:pt>
                <c:pt idx="251">
                  <c:v>44785</c:v>
                </c:pt>
                <c:pt idx="252">
                  <c:v>44788</c:v>
                </c:pt>
                <c:pt idx="253">
                  <c:v>44789</c:v>
                </c:pt>
                <c:pt idx="254">
                  <c:v>44790</c:v>
                </c:pt>
                <c:pt idx="255">
                  <c:v>44791</c:v>
                </c:pt>
                <c:pt idx="256">
                  <c:v>44792</c:v>
                </c:pt>
                <c:pt idx="257">
                  <c:v>44795</c:v>
                </c:pt>
                <c:pt idx="258">
                  <c:v>44796</c:v>
                </c:pt>
                <c:pt idx="259">
                  <c:v>44797</c:v>
                </c:pt>
                <c:pt idx="260">
                  <c:v>44798</c:v>
                </c:pt>
                <c:pt idx="261">
                  <c:v>44799</c:v>
                </c:pt>
                <c:pt idx="262">
                  <c:v>44802</c:v>
                </c:pt>
                <c:pt idx="263">
                  <c:v>44803</c:v>
                </c:pt>
                <c:pt idx="264">
                  <c:v>44804</c:v>
                </c:pt>
                <c:pt idx="265">
                  <c:v>44805</c:v>
                </c:pt>
                <c:pt idx="266">
                  <c:v>44806</c:v>
                </c:pt>
                <c:pt idx="267">
                  <c:v>44809</c:v>
                </c:pt>
                <c:pt idx="268">
                  <c:v>44810</c:v>
                </c:pt>
                <c:pt idx="269">
                  <c:v>44811</c:v>
                </c:pt>
                <c:pt idx="270">
                  <c:v>44812</c:v>
                </c:pt>
                <c:pt idx="271">
                  <c:v>44813</c:v>
                </c:pt>
                <c:pt idx="272">
                  <c:v>44816</c:v>
                </c:pt>
                <c:pt idx="273">
                  <c:v>44817</c:v>
                </c:pt>
                <c:pt idx="274">
                  <c:v>44818</c:v>
                </c:pt>
                <c:pt idx="275">
                  <c:v>44819</c:v>
                </c:pt>
                <c:pt idx="276">
                  <c:v>44820</c:v>
                </c:pt>
                <c:pt idx="277">
                  <c:v>44823</c:v>
                </c:pt>
                <c:pt idx="278">
                  <c:v>44824</c:v>
                </c:pt>
                <c:pt idx="279">
                  <c:v>44825</c:v>
                </c:pt>
                <c:pt idx="280">
                  <c:v>44826</c:v>
                </c:pt>
                <c:pt idx="281">
                  <c:v>44827</c:v>
                </c:pt>
                <c:pt idx="282">
                  <c:v>44830</c:v>
                </c:pt>
                <c:pt idx="283">
                  <c:v>44831</c:v>
                </c:pt>
                <c:pt idx="284">
                  <c:v>44832</c:v>
                </c:pt>
                <c:pt idx="285">
                  <c:v>44833</c:v>
                </c:pt>
                <c:pt idx="286">
                  <c:v>44834</c:v>
                </c:pt>
                <c:pt idx="287">
                  <c:v>44837</c:v>
                </c:pt>
                <c:pt idx="288">
                  <c:v>44838</c:v>
                </c:pt>
                <c:pt idx="289">
                  <c:v>44839</c:v>
                </c:pt>
                <c:pt idx="290">
                  <c:v>44840</c:v>
                </c:pt>
                <c:pt idx="291">
                  <c:v>44841</c:v>
                </c:pt>
                <c:pt idx="292">
                  <c:v>44844</c:v>
                </c:pt>
                <c:pt idx="293">
                  <c:v>44845</c:v>
                </c:pt>
                <c:pt idx="294">
                  <c:v>44846</c:v>
                </c:pt>
                <c:pt idx="295">
                  <c:v>44847</c:v>
                </c:pt>
                <c:pt idx="296">
                  <c:v>44848</c:v>
                </c:pt>
                <c:pt idx="297">
                  <c:v>44851</c:v>
                </c:pt>
                <c:pt idx="298">
                  <c:v>44852</c:v>
                </c:pt>
                <c:pt idx="299">
                  <c:v>44853</c:v>
                </c:pt>
                <c:pt idx="300">
                  <c:v>44854</c:v>
                </c:pt>
                <c:pt idx="301">
                  <c:v>44855</c:v>
                </c:pt>
                <c:pt idx="302">
                  <c:v>44858</c:v>
                </c:pt>
                <c:pt idx="303">
                  <c:v>44859</c:v>
                </c:pt>
                <c:pt idx="304">
                  <c:v>44860</c:v>
                </c:pt>
                <c:pt idx="305">
                  <c:v>44861</c:v>
                </c:pt>
                <c:pt idx="306">
                  <c:v>44862</c:v>
                </c:pt>
                <c:pt idx="307">
                  <c:v>44865</c:v>
                </c:pt>
                <c:pt idx="308">
                  <c:v>44866</c:v>
                </c:pt>
                <c:pt idx="309">
                  <c:v>44867</c:v>
                </c:pt>
                <c:pt idx="310">
                  <c:v>44868</c:v>
                </c:pt>
                <c:pt idx="311">
                  <c:v>44869</c:v>
                </c:pt>
                <c:pt idx="312">
                  <c:v>44872</c:v>
                </c:pt>
                <c:pt idx="313">
                  <c:v>44873</c:v>
                </c:pt>
                <c:pt idx="314">
                  <c:v>44874</c:v>
                </c:pt>
                <c:pt idx="315">
                  <c:v>44875</c:v>
                </c:pt>
                <c:pt idx="316">
                  <c:v>44876</c:v>
                </c:pt>
                <c:pt idx="317">
                  <c:v>44879</c:v>
                </c:pt>
                <c:pt idx="318">
                  <c:v>44880</c:v>
                </c:pt>
                <c:pt idx="319">
                  <c:v>44881</c:v>
                </c:pt>
                <c:pt idx="320">
                  <c:v>44882</c:v>
                </c:pt>
                <c:pt idx="321">
                  <c:v>44883</c:v>
                </c:pt>
                <c:pt idx="322">
                  <c:v>44886</c:v>
                </c:pt>
                <c:pt idx="323">
                  <c:v>44887</c:v>
                </c:pt>
                <c:pt idx="324">
                  <c:v>44888</c:v>
                </c:pt>
                <c:pt idx="325">
                  <c:v>44889</c:v>
                </c:pt>
                <c:pt idx="326">
                  <c:v>44890</c:v>
                </c:pt>
                <c:pt idx="327">
                  <c:v>44893</c:v>
                </c:pt>
                <c:pt idx="328">
                  <c:v>44894</c:v>
                </c:pt>
                <c:pt idx="329">
                  <c:v>44895</c:v>
                </c:pt>
                <c:pt idx="330">
                  <c:v>44896</c:v>
                </c:pt>
                <c:pt idx="331">
                  <c:v>44897</c:v>
                </c:pt>
                <c:pt idx="332">
                  <c:v>44900</c:v>
                </c:pt>
                <c:pt idx="333">
                  <c:v>44901</c:v>
                </c:pt>
                <c:pt idx="334">
                  <c:v>44902</c:v>
                </c:pt>
                <c:pt idx="335">
                  <c:v>44903</c:v>
                </c:pt>
                <c:pt idx="336">
                  <c:v>44904</c:v>
                </c:pt>
                <c:pt idx="337">
                  <c:v>44907</c:v>
                </c:pt>
                <c:pt idx="338">
                  <c:v>44908</c:v>
                </c:pt>
                <c:pt idx="339">
                  <c:v>44909</c:v>
                </c:pt>
                <c:pt idx="340">
                  <c:v>44910</c:v>
                </c:pt>
                <c:pt idx="341">
                  <c:v>44911</c:v>
                </c:pt>
                <c:pt idx="342">
                  <c:v>44914</c:v>
                </c:pt>
                <c:pt idx="343">
                  <c:v>44915</c:v>
                </c:pt>
                <c:pt idx="344">
                  <c:v>44916</c:v>
                </c:pt>
                <c:pt idx="345">
                  <c:v>44917</c:v>
                </c:pt>
                <c:pt idx="346">
                  <c:v>44918</c:v>
                </c:pt>
                <c:pt idx="347">
                  <c:v>44921</c:v>
                </c:pt>
                <c:pt idx="348">
                  <c:v>44922</c:v>
                </c:pt>
                <c:pt idx="349">
                  <c:v>44923</c:v>
                </c:pt>
                <c:pt idx="350">
                  <c:v>44924</c:v>
                </c:pt>
                <c:pt idx="351">
                  <c:v>44925</c:v>
                </c:pt>
                <c:pt idx="352">
                  <c:v>44928</c:v>
                </c:pt>
                <c:pt idx="353">
                  <c:v>44929</c:v>
                </c:pt>
                <c:pt idx="354">
                  <c:v>44930</c:v>
                </c:pt>
                <c:pt idx="355">
                  <c:v>44931</c:v>
                </c:pt>
                <c:pt idx="356">
                  <c:v>44932</c:v>
                </c:pt>
                <c:pt idx="357">
                  <c:v>44935</c:v>
                </c:pt>
                <c:pt idx="358">
                  <c:v>44936</c:v>
                </c:pt>
                <c:pt idx="359">
                  <c:v>44937</c:v>
                </c:pt>
                <c:pt idx="360">
                  <c:v>44938</c:v>
                </c:pt>
                <c:pt idx="361">
                  <c:v>44939</c:v>
                </c:pt>
                <c:pt idx="362">
                  <c:v>44942</c:v>
                </c:pt>
                <c:pt idx="363">
                  <c:v>44943</c:v>
                </c:pt>
                <c:pt idx="364">
                  <c:v>44944</c:v>
                </c:pt>
                <c:pt idx="365">
                  <c:v>44945</c:v>
                </c:pt>
                <c:pt idx="366">
                  <c:v>44946</c:v>
                </c:pt>
                <c:pt idx="367">
                  <c:v>44949</c:v>
                </c:pt>
                <c:pt idx="368">
                  <c:v>44950</c:v>
                </c:pt>
                <c:pt idx="369">
                  <c:v>44951</c:v>
                </c:pt>
                <c:pt idx="370">
                  <c:v>44952</c:v>
                </c:pt>
                <c:pt idx="371">
                  <c:v>44953</c:v>
                </c:pt>
                <c:pt idx="372">
                  <c:v>44956</c:v>
                </c:pt>
                <c:pt idx="373">
                  <c:v>44957</c:v>
                </c:pt>
                <c:pt idx="374">
                  <c:v>44958</c:v>
                </c:pt>
                <c:pt idx="375">
                  <c:v>44959</c:v>
                </c:pt>
                <c:pt idx="376">
                  <c:v>44960</c:v>
                </c:pt>
                <c:pt idx="377">
                  <c:v>44963</c:v>
                </c:pt>
                <c:pt idx="378">
                  <c:v>44964</c:v>
                </c:pt>
                <c:pt idx="379">
                  <c:v>44965</c:v>
                </c:pt>
                <c:pt idx="380">
                  <c:v>44966</c:v>
                </c:pt>
                <c:pt idx="381">
                  <c:v>44967</c:v>
                </c:pt>
                <c:pt idx="382">
                  <c:v>44970</c:v>
                </c:pt>
                <c:pt idx="383">
                  <c:v>44971</c:v>
                </c:pt>
                <c:pt idx="384">
                  <c:v>44972</c:v>
                </c:pt>
                <c:pt idx="385">
                  <c:v>44973</c:v>
                </c:pt>
                <c:pt idx="386">
                  <c:v>44974</c:v>
                </c:pt>
                <c:pt idx="387">
                  <c:v>44977</c:v>
                </c:pt>
                <c:pt idx="388">
                  <c:v>44978</c:v>
                </c:pt>
                <c:pt idx="389">
                  <c:v>44979</c:v>
                </c:pt>
                <c:pt idx="390">
                  <c:v>44980</c:v>
                </c:pt>
                <c:pt idx="391">
                  <c:v>44981</c:v>
                </c:pt>
                <c:pt idx="392">
                  <c:v>44984</c:v>
                </c:pt>
                <c:pt idx="393">
                  <c:v>44985</c:v>
                </c:pt>
                <c:pt idx="394">
                  <c:v>44986</c:v>
                </c:pt>
                <c:pt idx="395">
                  <c:v>44987</c:v>
                </c:pt>
                <c:pt idx="396">
                  <c:v>44988</c:v>
                </c:pt>
                <c:pt idx="397">
                  <c:v>44991</c:v>
                </c:pt>
                <c:pt idx="398">
                  <c:v>44992</c:v>
                </c:pt>
                <c:pt idx="399">
                  <c:v>44993</c:v>
                </c:pt>
                <c:pt idx="400">
                  <c:v>44994</c:v>
                </c:pt>
                <c:pt idx="401">
                  <c:v>44995</c:v>
                </c:pt>
                <c:pt idx="402">
                  <c:v>44998</c:v>
                </c:pt>
                <c:pt idx="403">
                  <c:v>44999</c:v>
                </c:pt>
                <c:pt idx="404">
                  <c:v>45000</c:v>
                </c:pt>
                <c:pt idx="405">
                  <c:v>45001</c:v>
                </c:pt>
                <c:pt idx="406">
                  <c:v>45002</c:v>
                </c:pt>
                <c:pt idx="407">
                  <c:v>45005</c:v>
                </c:pt>
                <c:pt idx="408">
                  <c:v>45006</c:v>
                </c:pt>
                <c:pt idx="409">
                  <c:v>45007</c:v>
                </c:pt>
                <c:pt idx="410">
                  <c:v>45008</c:v>
                </c:pt>
                <c:pt idx="411">
                  <c:v>45009</c:v>
                </c:pt>
                <c:pt idx="412">
                  <c:v>45012</c:v>
                </c:pt>
                <c:pt idx="413">
                  <c:v>45013</c:v>
                </c:pt>
                <c:pt idx="414">
                  <c:v>45014</c:v>
                </c:pt>
                <c:pt idx="415">
                  <c:v>45015</c:v>
                </c:pt>
                <c:pt idx="416">
                  <c:v>45016</c:v>
                </c:pt>
                <c:pt idx="417">
                  <c:v>45019</c:v>
                </c:pt>
                <c:pt idx="418">
                  <c:v>45020</c:v>
                </c:pt>
                <c:pt idx="419">
                  <c:v>45021</c:v>
                </c:pt>
                <c:pt idx="420">
                  <c:v>45022</c:v>
                </c:pt>
                <c:pt idx="421">
                  <c:v>45023</c:v>
                </c:pt>
                <c:pt idx="422">
                  <c:v>45026</c:v>
                </c:pt>
                <c:pt idx="423">
                  <c:v>45027</c:v>
                </c:pt>
                <c:pt idx="424">
                  <c:v>45028</c:v>
                </c:pt>
                <c:pt idx="425">
                  <c:v>45029</c:v>
                </c:pt>
                <c:pt idx="426">
                  <c:v>45030</c:v>
                </c:pt>
                <c:pt idx="427">
                  <c:v>45033</c:v>
                </c:pt>
                <c:pt idx="428">
                  <c:v>45034</c:v>
                </c:pt>
                <c:pt idx="429">
                  <c:v>45035</c:v>
                </c:pt>
                <c:pt idx="430">
                  <c:v>45036</c:v>
                </c:pt>
                <c:pt idx="431">
                  <c:v>45037</c:v>
                </c:pt>
                <c:pt idx="432">
                  <c:v>45040</c:v>
                </c:pt>
                <c:pt idx="433">
                  <c:v>45041</c:v>
                </c:pt>
                <c:pt idx="434">
                  <c:v>45042</c:v>
                </c:pt>
                <c:pt idx="435">
                  <c:v>45043</c:v>
                </c:pt>
                <c:pt idx="436">
                  <c:v>45044</c:v>
                </c:pt>
                <c:pt idx="437">
                  <c:v>45047</c:v>
                </c:pt>
                <c:pt idx="438">
                  <c:v>45048</c:v>
                </c:pt>
                <c:pt idx="439">
                  <c:v>45049</c:v>
                </c:pt>
                <c:pt idx="440">
                  <c:v>45050</c:v>
                </c:pt>
                <c:pt idx="441">
                  <c:v>45051</c:v>
                </c:pt>
                <c:pt idx="442">
                  <c:v>45054</c:v>
                </c:pt>
                <c:pt idx="443">
                  <c:v>45055</c:v>
                </c:pt>
                <c:pt idx="444">
                  <c:v>45056</c:v>
                </c:pt>
                <c:pt idx="445">
                  <c:v>45057</c:v>
                </c:pt>
                <c:pt idx="446">
                  <c:v>45058</c:v>
                </c:pt>
                <c:pt idx="447">
                  <c:v>45061</c:v>
                </c:pt>
                <c:pt idx="448">
                  <c:v>45062</c:v>
                </c:pt>
                <c:pt idx="449">
                  <c:v>45063</c:v>
                </c:pt>
                <c:pt idx="450">
                  <c:v>45064</c:v>
                </c:pt>
                <c:pt idx="451">
                  <c:v>45065</c:v>
                </c:pt>
                <c:pt idx="452">
                  <c:v>45068</c:v>
                </c:pt>
                <c:pt idx="453">
                  <c:v>45069</c:v>
                </c:pt>
                <c:pt idx="454">
                  <c:v>45070</c:v>
                </c:pt>
                <c:pt idx="455">
                  <c:v>45071</c:v>
                </c:pt>
                <c:pt idx="456">
                  <c:v>45072</c:v>
                </c:pt>
                <c:pt idx="457">
                  <c:v>45075</c:v>
                </c:pt>
                <c:pt idx="458">
                  <c:v>45076</c:v>
                </c:pt>
                <c:pt idx="459">
                  <c:v>45077</c:v>
                </c:pt>
                <c:pt idx="460">
                  <c:v>45078</c:v>
                </c:pt>
                <c:pt idx="461">
                  <c:v>45079</c:v>
                </c:pt>
                <c:pt idx="462">
                  <c:v>45082</c:v>
                </c:pt>
                <c:pt idx="463">
                  <c:v>45083</c:v>
                </c:pt>
                <c:pt idx="464">
                  <c:v>45084</c:v>
                </c:pt>
                <c:pt idx="465">
                  <c:v>45085</c:v>
                </c:pt>
                <c:pt idx="466">
                  <c:v>45086</c:v>
                </c:pt>
                <c:pt idx="467">
                  <c:v>45089</c:v>
                </c:pt>
                <c:pt idx="468">
                  <c:v>45090</c:v>
                </c:pt>
                <c:pt idx="469">
                  <c:v>45091</c:v>
                </c:pt>
                <c:pt idx="470">
                  <c:v>45092</c:v>
                </c:pt>
                <c:pt idx="471">
                  <c:v>45093</c:v>
                </c:pt>
                <c:pt idx="472">
                  <c:v>45096</c:v>
                </c:pt>
                <c:pt idx="473">
                  <c:v>45097</c:v>
                </c:pt>
                <c:pt idx="474">
                  <c:v>45098</c:v>
                </c:pt>
                <c:pt idx="475">
                  <c:v>45099</c:v>
                </c:pt>
                <c:pt idx="476">
                  <c:v>45100</c:v>
                </c:pt>
                <c:pt idx="477">
                  <c:v>45103</c:v>
                </c:pt>
                <c:pt idx="478">
                  <c:v>45104</c:v>
                </c:pt>
                <c:pt idx="479">
                  <c:v>45105</c:v>
                </c:pt>
                <c:pt idx="480">
                  <c:v>45106</c:v>
                </c:pt>
                <c:pt idx="481">
                  <c:v>45107</c:v>
                </c:pt>
                <c:pt idx="482">
                  <c:v>45110</c:v>
                </c:pt>
                <c:pt idx="483">
                  <c:v>45111</c:v>
                </c:pt>
                <c:pt idx="484">
                  <c:v>45112</c:v>
                </c:pt>
                <c:pt idx="485">
                  <c:v>45113</c:v>
                </c:pt>
                <c:pt idx="486">
                  <c:v>45114</c:v>
                </c:pt>
                <c:pt idx="487">
                  <c:v>45117</c:v>
                </c:pt>
                <c:pt idx="488">
                  <c:v>45118</c:v>
                </c:pt>
                <c:pt idx="489">
                  <c:v>45119</c:v>
                </c:pt>
                <c:pt idx="490">
                  <c:v>45120</c:v>
                </c:pt>
                <c:pt idx="491">
                  <c:v>45121</c:v>
                </c:pt>
                <c:pt idx="492">
                  <c:v>45124</c:v>
                </c:pt>
                <c:pt idx="493">
                  <c:v>45125</c:v>
                </c:pt>
                <c:pt idx="494">
                  <c:v>45126</c:v>
                </c:pt>
                <c:pt idx="495">
                  <c:v>45127</c:v>
                </c:pt>
                <c:pt idx="496">
                  <c:v>45128</c:v>
                </c:pt>
                <c:pt idx="497">
                  <c:v>45131</c:v>
                </c:pt>
                <c:pt idx="498">
                  <c:v>45132</c:v>
                </c:pt>
                <c:pt idx="499">
                  <c:v>45133</c:v>
                </c:pt>
                <c:pt idx="500">
                  <c:v>45134</c:v>
                </c:pt>
                <c:pt idx="501">
                  <c:v>45135</c:v>
                </c:pt>
                <c:pt idx="502">
                  <c:v>45138</c:v>
                </c:pt>
                <c:pt idx="503">
                  <c:v>45139</c:v>
                </c:pt>
                <c:pt idx="504">
                  <c:v>45140</c:v>
                </c:pt>
                <c:pt idx="505">
                  <c:v>45141</c:v>
                </c:pt>
                <c:pt idx="506">
                  <c:v>45142</c:v>
                </c:pt>
                <c:pt idx="507">
                  <c:v>45145</c:v>
                </c:pt>
                <c:pt idx="508">
                  <c:v>45146</c:v>
                </c:pt>
                <c:pt idx="509">
                  <c:v>45147</c:v>
                </c:pt>
                <c:pt idx="510">
                  <c:v>45148</c:v>
                </c:pt>
                <c:pt idx="511">
                  <c:v>45149</c:v>
                </c:pt>
                <c:pt idx="512">
                  <c:v>45152</c:v>
                </c:pt>
                <c:pt idx="513">
                  <c:v>45153</c:v>
                </c:pt>
                <c:pt idx="514">
                  <c:v>45154</c:v>
                </c:pt>
                <c:pt idx="515">
                  <c:v>45155</c:v>
                </c:pt>
                <c:pt idx="516">
                  <c:v>45156</c:v>
                </c:pt>
                <c:pt idx="517">
                  <c:v>45159</c:v>
                </c:pt>
                <c:pt idx="518">
                  <c:v>45160</c:v>
                </c:pt>
                <c:pt idx="519">
                  <c:v>45161</c:v>
                </c:pt>
                <c:pt idx="520">
                  <c:v>45162</c:v>
                </c:pt>
                <c:pt idx="521">
                  <c:v>45163</c:v>
                </c:pt>
                <c:pt idx="522">
                  <c:v>45166</c:v>
                </c:pt>
                <c:pt idx="523">
                  <c:v>45167</c:v>
                </c:pt>
                <c:pt idx="524">
                  <c:v>45168</c:v>
                </c:pt>
                <c:pt idx="525">
                  <c:v>45169</c:v>
                </c:pt>
                <c:pt idx="526">
                  <c:v>45170</c:v>
                </c:pt>
                <c:pt idx="527">
                  <c:v>45173</c:v>
                </c:pt>
                <c:pt idx="528">
                  <c:v>45174</c:v>
                </c:pt>
                <c:pt idx="529">
                  <c:v>45175</c:v>
                </c:pt>
                <c:pt idx="530">
                  <c:v>45176</c:v>
                </c:pt>
                <c:pt idx="531">
                  <c:v>45177</c:v>
                </c:pt>
                <c:pt idx="532">
                  <c:v>45180</c:v>
                </c:pt>
                <c:pt idx="533">
                  <c:v>45181</c:v>
                </c:pt>
                <c:pt idx="534">
                  <c:v>45182</c:v>
                </c:pt>
                <c:pt idx="535">
                  <c:v>45183</c:v>
                </c:pt>
                <c:pt idx="536">
                  <c:v>45184</c:v>
                </c:pt>
                <c:pt idx="537">
                  <c:v>45187</c:v>
                </c:pt>
                <c:pt idx="538">
                  <c:v>45188</c:v>
                </c:pt>
                <c:pt idx="539">
                  <c:v>45189</c:v>
                </c:pt>
                <c:pt idx="540">
                  <c:v>45190</c:v>
                </c:pt>
                <c:pt idx="541">
                  <c:v>45191</c:v>
                </c:pt>
                <c:pt idx="542">
                  <c:v>45194</c:v>
                </c:pt>
                <c:pt idx="543">
                  <c:v>45195</c:v>
                </c:pt>
                <c:pt idx="544">
                  <c:v>45196</c:v>
                </c:pt>
                <c:pt idx="545">
                  <c:v>45197</c:v>
                </c:pt>
                <c:pt idx="546">
                  <c:v>45198</c:v>
                </c:pt>
                <c:pt idx="547">
                  <c:v>45201</c:v>
                </c:pt>
                <c:pt idx="548">
                  <c:v>45202</c:v>
                </c:pt>
                <c:pt idx="549">
                  <c:v>45203</c:v>
                </c:pt>
                <c:pt idx="550">
                  <c:v>45204</c:v>
                </c:pt>
                <c:pt idx="551">
                  <c:v>45205</c:v>
                </c:pt>
                <c:pt idx="552">
                  <c:v>45208</c:v>
                </c:pt>
                <c:pt idx="553">
                  <c:v>45209</c:v>
                </c:pt>
                <c:pt idx="554">
                  <c:v>45210</c:v>
                </c:pt>
                <c:pt idx="555">
                  <c:v>45211</c:v>
                </c:pt>
                <c:pt idx="556">
                  <c:v>45212</c:v>
                </c:pt>
                <c:pt idx="557">
                  <c:v>45215</c:v>
                </c:pt>
                <c:pt idx="558">
                  <c:v>45216</c:v>
                </c:pt>
                <c:pt idx="559">
                  <c:v>45217</c:v>
                </c:pt>
                <c:pt idx="560">
                  <c:v>45218</c:v>
                </c:pt>
                <c:pt idx="561">
                  <c:v>45219</c:v>
                </c:pt>
                <c:pt idx="562">
                  <c:v>45222</c:v>
                </c:pt>
                <c:pt idx="563">
                  <c:v>45223</c:v>
                </c:pt>
                <c:pt idx="564">
                  <c:v>45224</c:v>
                </c:pt>
                <c:pt idx="565">
                  <c:v>45225</c:v>
                </c:pt>
                <c:pt idx="566">
                  <c:v>45226</c:v>
                </c:pt>
                <c:pt idx="567">
                  <c:v>45229</c:v>
                </c:pt>
                <c:pt idx="568">
                  <c:v>45230</c:v>
                </c:pt>
                <c:pt idx="569">
                  <c:v>45231</c:v>
                </c:pt>
                <c:pt idx="570">
                  <c:v>45232</c:v>
                </c:pt>
                <c:pt idx="571">
                  <c:v>45233</c:v>
                </c:pt>
                <c:pt idx="572">
                  <c:v>45236</c:v>
                </c:pt>
                <c:pt idx="573">
                  <c:v>45237</c:v>
                </c:pt>
                <c:pt idx="574">
                  <c:v>45238</c:v>
                </c:pt>
                <c:pt idx="575">
                  <c:v>45239</c:v>
                </c:pt>
                <c:pt idx="576">
                  <c:v>45240</c:v>
                </c:pt>
                <c:pt idx="577">
                  <c:v>45243</c:v>
                </c:pt>
                <c:pt idx="578">
                  <c:v>45244</c:v>
                </c:pt>
                <c:pt idx="579">
                  <c:v>45245</c:v>
                </c:pt>
                <c:pt idx="580">
                  <c:v>45246</c:v>
                </c:pt>
                <c:pt idx="581">
                  <c:v>45247</c:v>
                </c:pt>
                <c:pt idx="582">
                  <c:v>45250</c:v>
                </c:pt>
                <c:pt idx="583">
                  <c:v>45251</c:v>
                </c:pt>
                <c:pt idx="584">
                  <c:v>45252</c:v>
                </c:pt>
                <c:pt idx="585">
                  <c:v>45253</c:v>
                </c:pt>
                <c:pt idx="586">
                  <c:v>45254</c:v>
                </c:pt>
                <c:pt idx="587">
                  <c:v>45257</c:v>
                </c:pt>
                <c:pt idx="588">
                  <c:v>45258</c:v>
                </c:pt>
                <c:pt idx="589">
                  <c:v>45259</c:v>
                </c:pt>
                <c:pt idx="590">
                  <c:v>45260</c:v>
                </c:pt>
                <c:pt idx="591">
                  <c:v>45261</c:v>
                </c:pt>
                <c:pt idx="592">
                  <c:v>45264</c:v>
                </c:pt>
                <c:pt idx="593">
                  <c:v>45265</c:v>
                </c:pt>
                <c:pt idx="594">
                  <c:v>45266</c:v>
                </c:pt>
                <c:pt idx="595">
                  <c:v>45267</c:v>
                </c:pt>
                <c:pt idx="596">
                  <c:v>45268</c:v>
                </c:pt>
                <c:pt idx="597">
                  <c:v>45271</c:v>
                </c:pt>
                <c:pt idx="598">
                  <c:v>45272</c:v>
                </c:pt>
                <c:pt idx="599">
                  <c:v>45273</c:v>
                </c:pt>
                <c:pt idx="600">
                  <c:v>45274</c:v>
                </c:pt>
                <c:pt idx="601">
                  <c:v>45275</c:v>
                </c:pt>
                <c:pt idx="602">
                  <c:v>45278</c:v>
                </c:pt>
                <c:pt idx="603">
                  <c:v>45279</c:v>
                </c:pt>
                <c:pt idx="604">
                  <c:v>45280</c:v>
                </c:pt>
                <c:pt idx="605">
                  <c:v>45281</c:v>
                </c:pt>
                <c:pt idx="606">
                  <c:v>45282</c:v>
                </c:pt>
                <c:pt idx="607">
                  <c:v>45285</c:v>
                </c:pt>
                <c:pt idx="608">
                  <c:v>45286</c:v>
                </c:pt>
                <c:pt idx="609">
                  <c:v>45287</c:v>
                </c:pt>
                <c:pt idx="610">
                  <c:v>45288</c:v>
                </c:pt>
                <c:pt idx="611">
                  <c:v>45289</c:v>
                </c:pt>
                <c:pt idx="612">
                  <c:v>45292</c:v>
                </c:pt>
                <c:pt idx="613">
                  <c:v>45293</c:v>
                </c:pt>
                <c:pt idx="614">
                  <c:v>45294</c:v>
                </c:pt>
                <c:pt idx="615">
                  <c:v>45295</c:v>
                </c:pt>
                <c:pt idx="616">
                  <c:v>45296</c:v>
                </c:pt>
                <c:pt idx="617">
                  <c:v>45299</c:v>
                </c:pt>
                <c:pt idx="618">
                  <c:v>45300</c:v>
                </c:pt>
                <c:pt idx="619">
                  <c:v>45301</c:v>
                </c:pt>
                <c:pt idx="620">
                  <c:v>45302</c:v>
                </c:pt>
                <c:pt idx="621">
                  <c:v>45303</c:v>
                </c:pt>
                <c:pt idx="622">
                  <c:v>45306</c:v>
                </c:pt>
                <c:pt idx="623">
                  <c:v>45307</c:v>
                </c:pt>
                <c:pt idx="624">
                  <c:v>45308</c:v>
                </c:pt>
                <c:pt idx="625">
                  <c:v>45309</c:v>
                </c:pt>
                <c:pt idx="626">
                  <c:v>45310</c:v>
                </c:pt>
                <c:pt idx="627">
                  <c:v>45313</c:v>
                </c:pt>
                <c:pt idx="628">
                  <c:v>45314</c:v>
                </c:pt>
                <c:pt idx="629">
                  <c:v>45315</c:v>
                </c:pt>
                <c:pt idx="630">
                  <c:v>45316</c:v>
                </c:pt>
                <c:pt idx="631">
                  <c:v>45317</c:v>
                </c:pt>
                <c:pt idx="632">
                  <c:v>45320</c:v>
                </c:pt>
                <c:pt idx="633">
                  <c:v>45321</c:v>
                </c:pt>
                <c:pt idx="634">
                  <c:v>45322</c:v>
                </c:pt>
                <c:pt idx="635">
                  <c:v>45323</c:v>
                </c:pt>
                <c:pt idx="636">
                  <c:v>45324</c:v>
                </c:pt>
                <c:pt idx="637">
                  <c:v>45327</c:v>
                </c:pt>
                <c:pt idx="638">
                  <c:v>45328</c:v>
                </c:pt>
                <c:pt idx="639">
                  <c:v>45329</c:v>
                </c:pt>
                <c:pt idx="640">
                  <c:v>45330</c:v>
                </c:pt>
                <c:pt idx="641">
                  <c:v>45331</c:v>
                </c:pt>
                <c:pt idx="642">
                  <c:v>45334</c:v>
                </c:pt>
                <c:pt idx="643">
                  <c:v>45335</c:v>
                </c:pt>
                <c:pt idx="644">
                  <c:v>45336</c:v>
                </c:pt>
                <c:pt idx="645">
                  <c:v>45337</c:v>
                </c:pt>
                <c:pt idx="646">
                  <c:v>45338</c:v>
                </c:pt>
                <c:pt idx="647">
                  <c:v>45341</c:v>
                </c:pt>
                <c:pt idx="648">
                  <c:v>45342</c:v>
                </c:pt>
                <c:pt idx="649">
                  <c:v>45343</c:v>
                </c:pt>
                <c:pt idx="650">
                  <c:v>45344</c:v>
                </c:pt>
                <c:pt idx="651">
                  <c:v>45345</c:v>
                </c:pt>
                <c:pt idx="652">
                  <c:v>45348</c:v>
                </c:pt>
                <c:pt idx="653">
                  <c:v>45349</c:v>
                </c:pt>
                <c:pt idx="654">
                  <c:v>45350</c:v>
                </c:pt>
                <c:pt idx="655">
                  <c:v>45351</c:v>
                </c:pt>
                <c:pt idx="656">
                  <c:v>45352</c:v>
                </c:pt>
                <c:pt idx="657">
                  <c:v>45355</c:v>
                </c:pt>
                <c:pt idx="658">
                  <c:v>45356</c:v>
                </c:pt>
                <c:pt idx="659">
                  <c:v>45357</c:v>
                </c:pt>
                <c:pt idx="660">
                  <c:v>45358</c:v>
                </c:pt>
                <c:pt idx="661">
                  <c:v>45359</c:v>
                </c:pt>
                <c:pt idx="662">
                  <c:v>45362</c:v>
                </c:pt>
                <c:pt idx="663">
                  <c:v>45363</c:v>
                </c:pt>
                <c:pt idx="664">
                  <c:v>45364</c:v>
                </c:pt>
                <c:pt idx="665">
                  <c:v>45365</c:v>
                </c:pt>
                <c:pt idx="666">
                  <c:v>45366</c:v>
                </c:pt>
                <c:pt idx="667">
                  <c:v>45369</c:v>
                </c:pt>
                <c:pt idx="668">
                  <c:v>45370</c:v>
                </c:pt>
                <c:pt idx="669">
                  <c:v>45371</c:v>
                </c:pt>
                <c:pt idx="670">
                  <c:v>45372</c:v>
                </c:pt>
                <c:pt idx="671">
                  <c:v>45373</c:v>
                </c:pt>
                <c:pt idx="672">
                  <c:v>45376</c:v>
                </c:pt>
                <c:pt idx="673">
                  <c:v>45377</c:v>
                </c:pt>
                <c:pt idx="674">
                  <c:v>45378</c:v>
                </c:pt>
                <c:pt idx="675">
                  <c:v>45379</c:v>
                </c:pt>
                <c:pt idx="676">
                  <c:v>45380</c:v>
                </c:pt>
                <c:pt idx="677">
                  <c:v>45383</c:v>
                </c:pt>
                <c:pt idx="678">
                  <c:v>45384</c:v>
                </c:pt>
                <c:pt idx="679">
                  <c:v>45385</c:v>
                </c:pt>
                <c:pt idx="680">
                  <c:v>45386</c:v>
                </c:pt>
                <c:pt idx="681">
                  <c:v>45387</c:v>
                </c:pt>
                <c:pt idx="682">
                  <c:v>45390</c:v>
                </c:pt>
                <c:pt idx="683">
                  <c:v>45391</c:v>
                </c:pt>
                <c:pt idx="684">
                  <c:v>45392</c:v>
                </c:pt>
                <c:pt idx="685">
                  <c:v>45393</c:v>
                </c:pt>
                <c:pt idx="686">
                  <c:v>45394</c:v>
                </c:pt>
                <c:pt idx="687">
                  <c:v>45397</c:v>
                </c:pt>
                <c:pt idx="688">
                  <c:v>45398</c:v>
                </c:pt>
                <c:pt idx="689">
                  <c:v>45399</c:v>
                </c:pt>
                <c:pt idx="690">
                  <c:v>45400</c:v>
                </c:pt>
                <c:pt idx="691">
                  <c:v>45401</c:v>
                </c:pt>
                <c:pt idx="692">
                  <c:v>45404</c:v>
                </c:pt>
                <c:pt idx="693">
                  <c:v>45405</c:v>
                </c:pt>
                <c:pt idx="694">
                  <c:v>45406</c:v>
                </c:pt>
                <c:pt idx="695">
                  <c:v>45407</c:v>
                </c:pt>
                <c:pt idx="696">
                  <c:v>45408</c:v>
                </c:pt>
                <c:pt idx="697">
                  <c:v>45411</c:v>
                </c:pt>
                <c:pt idx="698">
                  <c:v>45412</c:v>
                </c:pt>
                <c:pt idx="699">
                  <c:v>45413</c:v>
                </c:pt>
                <c:pt idx="700">
                  <c:v>45414</c:v>
                </c:pt>
                <c:pt idx="701">
                  <c:v>45415</c:v>
                </c:pt>
                <c:pt idx="702">
                  <c:v>45418</c:v>
                </c:pt>
                <c:pt idx="703">
                  <c:v>45419</c:v>
                </c:pt>
                <c:pt idx="704">
                  <c:v>45420</c:v>
                </c:pt>
                <c:pt idx="705">
                  <c:v>45421</c:v>
                </c:pt>
                <c:pt idx="706">
                  <c:v>45422</c:v>
                </c:pt>
                <c:pt idx="707">
                  <c:v>45425</c:v>
                </c:pt>
                <c:pt idx="708">
                  <c:v>45426</c:v>
                </c:pt>
                <c:pt idx="709">
                  <c:v>45427</c:v>
                </c:pt>
                <c:pt idx="710">
                  <c:v>45428</c:v>
                </c:pt>
                <c:pt idx="711">
                  <c:v>45429</c:v>
                </c:pt>
                <c:pt idx="712">
                  <c:v>45432</c:v>
                </c:pt>
                <c:pt idx="713">
                  <c:v>45433</c:v>
                </c:pt>
                <c:pt idx="714">
                  <c:v>45434</c:v>
                </c:pt>
                <c:pt idx="715">
                  <c:v>45435</c:v>
                </c:pt>
                <c:pt idx="716">
                  <c:v>45436</c:v>
                </c:pt>
                <c:pt idx="717">
                  <c:v>45439</c:v>
                </c:pt>
                <c:pt idx="718">
                  <c:v>45440</c:v>
                </c:pt>
                <c:pt idx="719">
                  <c:v>45441</c:v>
                </c:pt>
                <c:pt idx="720">
                  <c:v>45442</c:v>
                </c:pt>
                <c:pt idx="721">
                  <c:v>45443</c:v>
                </c:pt>
                <c:pt idx="722">
                  <c:v>45446</c:v>
                </c:pt>
                <c:pt idx="723">
                  <c:v>45447</c:v>
                </c:pt>
                <c:pt idx="724">
                  <c:v>45448</c:v>
                </c:pt>
                <c:pt idx="725">
                  <c:v>45449</c:v>
                </c:pt>
                <c:pt idx="726">
                  <c:v>45450</c:v>
                </c:pt>
                <c:pt idx="727">
                  <c:v>45453</c:v>
                </c:pt>
                <c:pt idx="728">
                  <c:v>45454</c:v>
                </c:pt>
                <c:pt idx="729">
                  <c:v>45455</c:v>
                </c:pt>
                <c:pt idx="730">
                  <c:v>45456</c:v>
                </c:pt>
                <c:pt idx="731">
                  <c:v>45457</c:v>
                </c:pt>
                <c:pt idx="732">
                  <c:v>45460</c:v>
                </c:pt>
                <c:pt idx="733">
                  <c:v>45461</c:v>
                </c:pt>
                <c:pt idx="734">
                  <c:v>45462</c:v>
                </c:pt>
                <c:pt idx="735">
                  <c:v>45463</c:v>
                </c:pt>
                <c:pt idx="736">
                  <c:v>45464</c:v>
                </c:pt>
                <c:pt idx="737">
                  <c:v>45467</c:v>
                </c:pt>
                <c:pt idx="738">
                  <c:v>45468</c:v>
                </c:pt>
                <c:pt idx="739">
                  <c:v>45469</c:v>
                </c:pt>
                <c:pt idx="740">
                  <c:v>45470</c:v>
                </c:pt>
                <c:pt idx="741">
                  <c:v>45471</c:v>
                </c:pt>
                <c:pt idx="742">
                  <c:v>45474</c:v>
                </c:pt>
                <c:pt idx="743">
                  <c:v>45475</c:v>
                </c:pt>
                <c:pt idx="744">
                  <c:v>45476</c:v>
                </c:pt>
                <c:pt idx="745">
                  <c:v>45477</c:v>
                </c:pt>
                <c:pt idx="746">
                  <c:v>45478</c:v>
                </c:pt>
                <c:pt idx="747">
                  <c:v>45481</c:v>
                </c:pt>
                <c:pt idx="748">
                  <c:v>45482</c:v>
                </c:pt>
                <c:pt idx="749">
                  <c:v>45483</c:v>
                </c:pt>
                <c:pt idx="750">
                  <c:v>45484</c:v>
                </c:pt>
                <c:pt idx="751">
                  <c:v>45485</c:v>
                </c:pt>
                <c:pt idx="752">
                  <c:v>45488</c:v>
                </c:pt>
                <c:pt idx="753">
                  <c:v>45489</c:v>
                </c:pt>
                <c:pt idx="754">
                  <c:v>45490</c:v>
                </c:pt>
                <c:pt idx="755">
                  <c:v>45491</c:v>
                </c:pt>
                <c:pt idx="756">
                  <c:v>45492</c:v>
                </c:pt>
                <c:pt idx="757">
                  <c:v>45495</c:v>
                </c:pt>
                <c:pt idx="758">
                  <c:v>45496</c:v>
                </c:pt>
                <c:pt idx="759">
                  <c:v>45497</c:v>
                </c:pt>
                <c:pt idx="760">
                  <c:v>45498</c:v>
                </c:pt>
                <c:pt idx="761">
                  <c:v>45499</c:v>
                </c:pt>
                <c:pt idx="762">
                  <c:v>45502</c:v>
                </c:pt>
                <c:pt idx="763">
                  <c:v>45503</c:v>
                </c:pt>
                <c:pt idx="764">
                  <c:v>45504</c:v>
                </c:pt>
                <c:pt idx="765">
                  <c:v>45505</c:v>
                </c:pt>
                <c:pt idx="766">
                  <c:v>45506</c:v>
                </c:pt>
                <c:pt idx="767">
                  <c:v>45509</c:v>
                </c:pt>
                <c:pt idx="768">
                  <c:v>45510</c:v>
                </c:pt>
                <c:pt idx="769">
                  <c:v>45511</c:v>
                </c:pt>
                <c:pt idx="770">
                  <c:v>45512</c:v>
                </c:pt>
                <c:pt idx="771">
                  <c:v>45513</c:v>
                </c:pt>
                <c:pt idx="772">
                  <c:v>45516</c:v>
                </c:pt>
                <c:pt idx="773">
                  <c:v>45517</c:v>
                </c:pt>
                <c:pt idx="774">
                  <c:v>45518</c:v>
                </c:pt>
                <c:pt idx="775">
                  <c:v>45519</c:v>
                </c:pt>
                <c:pt idx="776">
                  <c:v>45520</c:v>
                </c:pt>
                <c:pt idx="777">
                  <c:v>45523</c:v>
                </c:pt>
                <c:pt idx="778">
                  <c:v>45524</c:v>
                </c:pt>
                <c:pt idx="779">
                  <c:v>45525</c:v>
                </c:pt>
                <c:pt idx="780">
                  <c:v>45526</c:v>
                </c:pt>
                <c:pt idx="781">
                  <c:v>45527</c:v>
                </c:pt>
                <c:pt idx="782">
                  <c:v>45530</c:v>
                </c:pt>
                <c:pt idx="783">
                  <c:v>45531</c:v>
                </c:pt>
                <c:pt idx="784">
                  <c:v>45532</c:v>
                </c:pt>
                <c:pt idx="785">
                  <c:v>45533</c:v>
                </c:pt>
                <c:pt idx="786">
                  <c:v>45534</c:v>
                </c:pt>
                <c:pt idx="787">
                  <c:v>45537</c:v>
                </c:pt>
                <c:pt idx="788">
                  <c:v>45538</c:v>
                </c:pt>
                <c:pt idx="789">
                  <c:v>45539</c:v>
                </c:pt>
                <c:pt idx="790">
                  <c:v>45540</c:v>
                </c:pt>
                <c:pt idx="791">
                  <c:v>45541</c:v>
                </c:pt>
                <c:pt idx="792">
                  <c:v>45544</c:v>
                </c:pt>
                <c:pt idx="793">
                  <c:v>45545</c:v>
                </c:pt>
                <c:pt idx="794">
                  <c:v>45546</c:v>
                </c:pt>
                <c:pt idx="795">
                  <c:v>45547</c:v>
                </c:pt>
                <c:pt idx="796">
                  <c:v>45548</c:v>
                </c:pt>
                <c:pt idx="797">
                  <c:v>45551</c:v>
                </c:pt>
                <c:pt idx="798">
                  <c:v>45552</c:v>
                </c:pt>
                <c:pt idx="799">
                  <c:v>45553</c:v>
                </c:pt>
                <c:pt idx="800">
                  <c:v>45554</c:v>
                </c:pt>
                <c:pt idx="801">
                  <c:v>45555</c:v>
                </c:pt>
                <c:pt idx="802">
                  <c:v>45558</c:v>
                </c:pt>
                <c:pt idx="803">
                  <c:v>45559</c:v>
                </c:pt>
                <c:pt idx="804">
                  <c:v>45560</c:v>
                </c:pt>
                <c:pt idx="805">
                  <c:v>45561</c:v>
                </c:pt>
                <c:pt idx="806">
                  <c:v>45562</c:v>
                </c:pt>
                <c:pt idx="807">
                  <c:v>45565</c:v>
                </c:pt>
                <c:pt idx="808">
                  <c:v>45566</c:v>
                </c:pt>
                <c:pt idx="809">
                  <c:v>45567</c:v>
                </c:pt>
                <c:pt idx="810">
                  <c:v>45568</c:v>
                </c:pt>
                <c:pt idx="811">
                  <c:v>45569</c:v>
                </c:pt>
                <c:pt idx="812">
                  <c:v>45572</c:v>
                </c:pt>
                <c:pt idx="813">
                  <c:v>45573</c:v>
                </c:pt>
                <c:pt idx="814">
                  <c:v>45574</c:v>
                </c:pt>
                <c:pt idx="815">
                  <c:v>45575</c:v>
                </c:pt>
                <c:pt idx="816">
                  <c:v>45576</c:v>
                </c:pt>
                <c:pt idx="817">
                  <c:v>45579</c:v>
                </c:pt>
                <c:pt idx="818">
                  <c:v>45580</c:v>
                </c:pt>
                <c:pt idx="819">
                  <c:v>45581</c:v>
                </c:pt>
                <c:pt idx="820">
                  <c:v>45582</c:v>
                </c:pt>
                <c:pt idx="821">
                  <c:v>45583</c:v>
                </c:pt>
                <c:pt idx="822">
                  <c:v>45586</c:v>
                </c:pt>
                <c:pt idx="823">
                  <c:v>45587</c:v>
                </c:pt>
                <c:pt idx="824">
                  <c:v>45588</c:v>
                </c:pt>
                <c:pt idx="825">
                  <c:v>45589</c:v>
                </c:pt>
                <c:pt idx="826">
                  <c:v>45590</c:v>
                </c:pt>
                <c:pt idx="827">
                  <c:v>45593</c:v>
                </c:pt>
                <c:pt idx="828">
                  <c:v>45594</c:v>
                </c:pt>
                <c:pt idx="829">
                  <c:v>45595</c:v>
                </c:pt>
                <c:pt idx="830">
                  <c:v>45596</c:v>
                </c:pt>
                <c:pt idx="831">
                  <c:v>45597</c:v>
                </c:pt>
                <c:pt idx="832">
                  <c:v>45600</c:v>
                </c:pt>
                <c:pt idx="833">
                  <c:v>45601</c:v>
                </c:pt>
                <c:pt idx="834">
                  <c:v>45602</c:v>
                </c:pt>
                <c:pt idx="835">
                  <c:v>45603</c:v>
                </c:pt>
                <c:pt idx="836">
                  <c:v>45604</c:v>
                </c:pt>
                <c:pt idx="837">
                  <c:v>45607</c:v>
                </c:pt>
                <c:pt idx="838">
                  <c:v>45608</c:v>
                </c:pt>
                <c:pt idx="839">
                  <c:v>45609</c:v>
                </c:pt>
                <c:pt idx="840">
                  <c:v>45610</c:v>
                </c:pt>
                <c:pt idx="841">
                  <c:v>45611</c:v>
                </c:pt>
                <c:pt idx="842">
                  <c:v>45614</c:v>
                </c:pt>
                <c:pt idx="843">
                  <c:v>45615</c:v>
                </c:pt>
                <c:pt idx="844">
                  <c:v>45616</c:v>
                </c:pt>
                <c:pt idx="845">
                  <c:v>45617</c:v>
                </c:pt>
                <c:pt idx="846">
                  <c:v>45618</c:v>
                </c:pt>
                <c:pt idx="847">
                  <c:v>45621</c:v>
                </c:pt>
                <c:pt idx="848">
                  <c:v>45622</c:v>
                </c:pt>
                <c:pt idx="849">
                  <c:v>45623</c:v>
                </c:pt>
                <c:pt idx="850">
                  <c:v>45624</c:v>
                </c:pt>
                <c:pt idx="851">
                  <c:v>45625</c:v>
                </c:pt>
                <c:pt idx="852">
                  <c:v>45628</c:v>
                </c:pt>
                <c:pt idx="853">
                  <c:v>45629</c:v>
                </c:pt>
                <c:pt idx="854">
                  <c:v>45630</c:v>
                </c:pt>
                <c:pt idx="855">
                  <c:v>45631</c:v>
                </c:pt>
                <c:pt idx="856">
                  <c:v>45632</c:v>
                </c:pt>
                <c:pt idx="857">
                  <c:v>45635</c:v>
                </c:pt>
                <c:pt idx="858">
                  <c:v>45636</c:v>
                </c:pt>
                <c:pt idx="859">
                  <c:v>45637</c:v>
                </c:pt>
                <c:pt idx="860">
                  <c:v>45638</c:v>
                </c:pt>
                <c:pt idx="861">
                  <c:v>45639</c:v>
                </c:pt>
                <c:pt idx="862">
                  <c:v>45642</c:v>
                </c:pt>
                <c:pt idx="863">
                  <c:v>45643</c:v>
                </c:pt>
                <c:pt idx="864">
                  <c:v>45644</c:v>
                </c:pt>
                <c:pt idx="865">
                  <c:v>45645</c:v>
                </c:pt>
                <c:pt idx="866">
                  <c:v>45646</c:v>
                </c:pt>
                <c:pt idx="867">
                  <c:v>45649</c:v>
                </c:pt>
                <c:pt idx="868">
                  <c:v>45650</c:v>
                </c:pt>
                <c:pt idx="869">
                  <c:v>45651</c:v>
                </c:pt>
                <c:pt idx="870">
                  <c:v>45652</c:v>
                </c:pt>
                <c:pt idx="871">
                  <c:v>45653</c:v>
                </c:pt>
                <c:pt idx="872">
                  <c:v>45656</c:v>
                </c:pt>
                <c:pt idx="873">
                  <c:v>45657</c:v>
                </c:pt>
                <c:pt idx="874">
                  <c:v>45658</c:v>
                </c:pt>
                <c:pt idx="875">
                  <c:v>45659</c:v>
                </c:pt>
                <c:pt idx="876">
                  <c:v>45660</c:v>
                </c:pt>
                <c:pt idx="877">
                  <c:v>45663</c:v>
                </c:pt>
                <c:pt idx="878">
                  <c:v>45664</c:v>
                </c:pt>
                <c:pt idx="879">
                  <c:v>45665</c:v>
                </c:pt>
                <c:pt idx="880">
                  <c:v>45666</c:v>
                </c:pt>
                <c:pt idx="881">
                  <c:v>45667</c:v>
                </c:pt>
                <c:pt idx="882">
                  <c:v>45670</c:v>
                </c:pt>
                <c:pt idx="883">
                  <c:v>45671</c:v>
                </c:pt>
                <c:pt idx="884">
                  <c:v>45672</c:v>
                </c:pt>
                <c:pt idx="885">
                  <c:v>45673</c:v>
                </c:pt>
                <c:pt idx="886">
                  <c:v>45674</c:v>
                </c:pt>
                <c:pt idx="887">
                  <c:v>45677</c:v>
                </c:pt>
                <c:pt idx="888">
                  <c:v>45678</c:v>
                </c:pt>
                <c:pt idx="889">
                  <c:v>45679</c:v>
                </c:pt>
                <c:pt idx="890">
                  <c:v>45680</c:v>
                </c:pt>
                <c:pt idx="891">
                  <c:v>45681</c:v>
                </c:pt>
                <c:pt idx="892">
                  <c:v>45684</c:v>
                </c:pt>
                <c:pt idx="893">
                  <c:v>45685</c:v>
                </c:pt>
                <c:pt idx="894">
                  <c:v>45686</c:v>
                </c:pt>
                <c:pt idx="895">
                  <c:v>45687</c:v>
                </c:pt>
                <c:pt idx="896">
                  <c:v>45688</c:v>
                </c:pt>
                <c:pt idx="897">
                  <c:v>45691</c:v>
                </c:pt>
                <c:pt idx="898">
                  <c:v>45692</c:v>
                </c:pt>
                <c:pt idx="899">
                  <c:v>45693</c:v>
                </c:pt>
                <c:pt idx="900">
                  <c:v>45694</c:v>
                </c:pt>
                <c:pt idx="901">
                  <c:v>45695</c:v>
                </c:pt>
                <c:pt idx="902">
                  <c:v>45698</c:v>
                </c:pt>
                <c:pt idx="903">
                  <c:v>45699</c:v>
                </c:pt>
                <c:pt idx="904">
                  <c:v>45700</c:v>
                </c:pt>
                <c:pt idx="905">
                  <c:v>45701</c:v>
                </c:pt>
                <c:pt idx="906">
                  <c:v>45702</c:v>
                </c:pt>
                <c:pt idx="907">
                  <c:v>45705</c:v>
                </c:pt>
                <c:pt idx="908">
                  <c:v>45706</c:v>
                </c:pt>
                <c:pt idx="909">
                  <c:v>45707</c:v>
                </c:pt>
                <c:pt idx="910">
                  <c:v>45708</c:v>
                </c:pt>
                <c:pt idx="911">
                  <c:v>45709</c:v>
                </c:pt>
                <c:pt idx="912">
                  <c:v>45712</c:v>
                </c:pt>
                <c:pt idx="913">
                  <c:v>45713</c:v>
                </c:pt>
                <c:pt idx="914">
                  <c:v>45714</c:v>
                </c:pt>
                <c:pt idx="915">
                  <c:v>45715</c:v>
                </c:pt>
                <c:pt idx="916">
                  <c:v>45716</c:v>
                </c:pt>
                <c:pt idx="917">
                  <c:v>45719</c:v>
                </c:pt>
                <c:pt idx="918">
                  <c:v>45720</c:v>
                </c:pt>
                <c:pt idx="919">
                  <c:v>45721</c:v>
                </c:pt>
                <c:pt idx="920">
                  <c:v>45722</c:v>
                </c:pt>
                <c:pt idx="921">
                  <c:v>45723</c:v>
                </c:pt>
                <c:pt idx="922">
                  <c:v>45726</c:v>
                </c:pt>
                <c:pt idx="923">
                  <c:v>45727</c:v>
                </c:pt>
                <c:pt idx="924">
                  <c:v>45728</c:v>
                </c:pt>
                <c:pt idx="925">
                  <c:v>45729</c:v>
                </c:pt>
                <c:pt idx="926">
                  <c:v>45730</c:v>
                </c:pt>
                <c:pt idx="927">
                  <c:v>45733</c:v>
                </c:pt>
                <c:pt idx="928">
                  <c:v>45734</c:v>
                </c:pt>
                <c:pt idx="929">
                  <c:v>45735</c:v>
                </c:pt>
                <c:pt idx="930">
                  <c:v>45736</c:v>
                </c:pt>
                <c:pt idx="931">
                  <c:v>45737</c:v>
                </c:pt>
                <c:pt idx="932">
                  <c:v>45740</c:v>
                </c:pt>
                <c:pt idx="933">
                  <c:v>45741</c:v>
                </c:pt>
                <c:pt idx="934">
                  <c:v>45742</c:v>
                </c:pt>
                <c:pt idx="935">
                  <c:v>45743</c:v>
                </c:pt>
                <c:pt idx="936">
                  <c:v>45744</c:v>
                </c:pt>
                <c:pt idx="937">
                  <c:v>45747</c:v>
                </c:pt>
                <c:pt idx="938">
                  <c:v>45748</c:v>
                </c:pt>
                <c:pt idx="939">
                  <c:v>45749</c:v>
                </c:pt>
                <c:pt idx="940">
                  <c:v>45750</c:v>
                </c:pt>
                <c:pt idx="941">
                  <c:v>45751</c:v>
                </c:pt>
                <c:pt idx="942">
                  <c:v>45754</c:v>
                </c:pt>
                <c:pt idx="943">
                  <c:v>45755</c:v>
                </c:pt>
                <c:pt idx="944">
                  <c:v>45756</c:v>
                </c:pt>
                <c:pt idx="945">
                  <c:v>45757</c:v>
                </c:pt>
                <c:pt idx="946">
                  <c:v>45758</c:v>
                </c:pt>
                <c:pt idx="947">
                  <c:v>45761</c:v>
                </c:pt>
                <c:pt idx="948">
                  <c:v>45762</c:v>
                </c:pt>
                <c:pt idx="949">
                  <c:v>45763</c:v>
                </c:pt>
                <c:pt idx="950">
                  <c:v>45764</c:v>
                </c:pt>
                <c:pt idx="951">
                  <c:v>45765</c:v>
                </c:pt>
                <c:pt idx="952">
                  <c:v>45768</c:v>
                </c:pt>
                <c:pt idx="953">
                  <c:v>45769</c:v>
                </c:pt>
                <c:pt idx="954">
                  <c:v>45770</c:v>
                </c:pt>
                <c:pt idx="955">
                  <c:v>45771</c:v>
                </c:pt>
                <c:pt idx="956">
                  <c:v>45772</c:v>
                </c:pt>
                <c:pt idx="957">
                  <c:v>45775</c:v>
                </c:pt>
                <c:pt idx="958">
                  <c:v>45776</c:v>
                </c:pt>
                <c:pt idx="959">
                  <c:v>45777</c:v>
                </c:pt>
                <c:pt idx="960">
                  <c:v>45778</c:v>
                </c:pt>
                <c:pt idx="961">
                  <c:v>45779</c:v>
                </c:pt>
                <c:pt idx="962">
                  <c:v>45782</c:v>
                </c:pt>
                <c:pt idx="963">
                  <c:v>45783</c:v>
                </c:pt>
                <c:pt idx="964">
                  <c:v>45784</c:v>
                </c:pt>
                <c:pt idx="965">
                  <c:v>45785</c:v>
                </c:pt>
                <c:pt idx="966">
                  <c:v>45786</c:v>
                </c:pt>
                <c:pt idx="967">
                  <c:v>45789</c:v>
                </c:pt>
                <c:pt idx="968">
                  <c:v>45790</c:v>
                </c:pt>
                <c:pt idx="969">
                  <c:v>45791</c:v>
                </c:pt>
                <c:pt idx="970">
                  <c:v>45792</c:v>
                </c:pt>
                <c:pt idx="971">
                  <c:v>45793</c:v>
                </c:pt>
                <c:pt idx="972">
                  <c:v>45796</c:v>
                </c:pt>
                <c:pt idx="973">
                  <c:v>45797</c:v>
                </c:pt>
                <c:pt idx="974">
                  <c:v>45798</c:v>
                </c:pt>
                <c:pt idx="975">
                  <c:v>45799</c:v>
                </c:pt>
                <c:pt idx="976">
                  <c:v>45800</c:v>
                </c:pt>
                <c:pt idx="977">
                  <c:v>45803</c:v>
                </c:pt>
                <c:pt idx="978">
                  <c:v>45804</c:v>
                </c:pt>
                <c:pt idx="979">
                  <c:v>45805</c:v>
                </c:pt>
                <c:pt idx="980">
                  <c:v>45806</c:v>
                </c:pt>
                <c:pt idx="981">
                  <c:v>45807</c:v>
                </c:pt>
                <c:pt idx="982">
                  <c:v>45810</c:v>
                </c:pt>
                <c:pt idx="983">
                  <c:v>45811</c:v>
                </c:pt>
                <c:pt idx="984">
                  <c:v>45812</c:v>
                </c:pt>
                <c:pt idx="985">
                  <c:v>45813</c:v>
                </c:pt>
                <c:pt idx="986">
                  <c:v>45814</c:v>
                </c:pt>
                <c:pt idx="987">
                  <c:v>45817</c:v>
                </c:pt>
                <c:pt idx="988">
                  <c:v>45818</c:v>
                </c:pt>
                <c:pt idx="989">
                  <c:v>45819</c:v>
                </c:pt>
                <c:pt idx="990">
                  <c:v>45820</c:v>
                </c:pt>
                <c:pt idx="991">
                  <c:v>45821</c:v>
                </c:pt>
                <c:pt idx="992">
                  <c:v>45824</c:v>
                </c:pt>
                <c:pt idx="993">
                  <c:v>45825</c:v>
                </c:pt>
                <c:pt idx="994">
                  <c:v>45826</c:v>
                </c:pt>
                <c:pt idx="995">
                  <c:v>45827</c:v>
                </c:pt>
                <c:pt idx="996">
                  <c:v>45828</c:v>
                </c:pt>
                <c:pt idx="997">
                  <c:v>45831</c:v>
                </c:pt>
                <c:pt idx="998">
                  <c:v>45832</c:v>
                </c:pt>
                <c:pt idx="999">
                  <c:v>45833</c:v>
                </c:pt>
                <c:pt idx="1000">
                  <c:v>45834</c:v>
                </c:pt>
                <c:pt idx="1001">
                  <c:v>45835</c:v>
                </c:pt>
                <c:pt idx="1002">
                  <c:v>45838</c:v>
                </c:pt>
                <c:pt idx="1003">
                  <c:v>45839</c:v>
                </c:pt>
                <c:pt idx="1004">
                  <c:v>45840</c:v>
                </c:pt>
                <c:pt idx="1005">
                  <c:v>45841</c:v>
                </c:pt>
                <c:pt idx="1006">
                  <c:v>45842</c:v>
                </c:pt>
                <c:pt idx="1007">
                  <c:v>45845</c:v>
                </c:pt>
                <c:pt idx="1008">
                  <c:v>45846</c:v>
                </c:pt>
                <c:pt idx="1009">
                  <c:v>45847</c:v>
                </c:pt>
                <c:pt idx="1010">
                  <c:v>45848</c:v>
                </c:pt>
                <c:pt idx="1011">
                  <c:v>45849</c:v>
                </c:pt>
                <c:pt idx="1012">
                  <c:v>45852</c:v>
                </c:pt>
                <c:pt idx="1013">
                  <c:v>45853</c:v>
                </c:pt>
                <c:pt idx="1014">
                  <c:v>45854</c:v>
                </c:pt>
                <c:pt idx="1015">
                  <c:v>45855</c:v>
                </c:pt>
                <c:pt idx="1016">
                  <c:v>45856</c:v>
                </c:pt>
                <c:pt idx="1017">
                  <c:v>45859</c:v>
                </c:pt>
                <c:pt idx="1018">
                  <c:v>45860</c:v>
                </c:pt>
                <c:pt idx="1019">
                  <c:v>45861</c:v>
                </c:pt>
                <c:pt idx="1020">
                  <c:v>45862</c:v>
                </c:pt>
                <c:pt idx="1021">
                  <c:v>45863</c:v>
                </c:pt>
                <c:pt idx="1022">
                  <c:v>45866</c:v>
                </c:pt>
                <c:pt idx="1023">
                  <c:v>45867</c:v>
                </c:pt>
                <c:pt idx="1024">
                  <c:v>45868</c:v>
                </c:pt>
                <c:pt idx="1025">
                  <c:v>45869</c:v>
                </c:pt>
                <c:pt idx="1026">
                  <c:v>45870</c:v>
                </c:pt>
                <c:pt idx="1027">
                  <c:v>45873</c:v>
                </c:pt>
                <c:pt idx="1028">
                  <c:v>45874</c:v>
                </c:pt>
                <c:pt idx="1029">
                  <c:v>45875</c:v>
                </c:pt>
                <c:pt idx="1030">
                  <c:v>45876</c:v>
                </c:pt>
                <c:pt idx="1031">
                  <c:v>45877</c:v>
                </c:pt>
                <c:pt idx="1032">
                  <c:v>45880</c:v>
                </c:pt>
                <c:pt idx="1033">
                  <c:v>45881</c:v>
                </c:pt>
                <c:pt idx="1034">
                  <c:v>45882</c:v>
                </c:pt>
                <c:pt idx="1035">
                  <c:v>45883</c:v>
                </c:pt>
                <c:pt idx="1036">
                  <c:v>45884</c:v>
                </c:pt>
                <c:pt idx="1037">
                  <c:v>45887</c:v>
                </c:pt>
                <c:pt idx="1038">
                  <c:v>45888</c:v>
                </c:pt>
                <c:pt idx="1039">
                  <c:v>45889</c:v>
                </c:pt>
                <c:pt idx="1040">
                  <c:v>45890</c:v>
                </c:pt>
                <c:pt idx="1041">
                  <c:v>45891</c:v>
                </c:pt>
                <c:pt idx="1042">
                  <c:v>45894</c:v>
                </c:pt>
                <c:pt idx="1043">
                  <c:v>45895</c:v>
                </c:pt>
                <c:pt idx="1044">
                  <c:v>45896</c:v>
                </c:pt>
                <c:pt idx="1045">
                  <c:v>45897</c:v>
                </c:pt>
                <c:pt idx="1046">
                  <c:v>45898</c:v>
                </c:pt>
                <c:pt idx="1047">
                  <c:v>45901</c:v>
                </c:pt>
                <c:pt idx="1048">
                  <c:v>45902</c:v>
                </c:pt>
                <c:pt idx="1049">
                  <c:v>45903</c:v>
                </c:pt>
                <c:pt idx="1050">
                  <c:v>45904</c:v>
                </c:pt>
                <c:pt idx="1051">
                  <c:v>45905</c:v>
                </c:pt>
                <c:pt idx="1052">
                  <c:v>45908</c:v>
                </c:pt>
                <c:pt idx="1053">
                  <c:v>45909</c:v>
                </c:pt>
                <c:pt idx="1054">
                  <c:v>45910</c:v>
                </c:pt>
                <c:pt idx="1055">
                  <c:v>45911</c:v>
                </c:pt>
                <c:pt idx="1056">
                  <c:v>45912</c:v>
                </c:pt>
                <c:pt idx="1057">
                  <c:v>45915</c:v>
                </c:pt>
                <c:pt idx="1058">
                  <c:v>45916</c:v>
                </c:pt>
                <c:pt idx="1059">
                  <c:v>45917</c:v>
                </c:pt>
                <c:pt idx="1060">
                  <c:v>45918</c:v>
                </c:pt>
                <c:pt idx="1061">
                  <c:v>45919</c:v>
                </c:pt>
                <c:pt idx="1062">
                  <c:v>45922</c:v>
                </c:pt>
                <c:pt idx="1063">
                  <c:v>45923</c:v>
                </c:pt>
                <c:pt idx="1064">
                  <c:v>45924</c:v>
                </c:pt>
                <c:pt idx="1065">
                  <c:v>45925</c:v>
                </c:pt>
                <c:pt idx="1066">
                  <c:v>45926</c:v>
                </c:pt>
                <c:pt idx="1067">
                  <c:v>45929</c:v>
                </c:pt>
                <c:pt idx="1068">
                  <c:v>45930</c:v>
                </c:pt>
                <c:pt idx="1069">
                  <c:v>45931</c:v>
                </c:pt>
                <c:pt idx="1070">
                  <c:v>45932</c:v>
                </c:pt>
                <c:pt idx="1071">
                  <c:v>45933</c:v>
                </c:pt>
                <c:pt idx="1072">
                  <c:v>45936</c:v>
                </c:pt>
                <c:pt idx="1073">
                  <c:v>45937</c:v>
                </c:pt>
                <c:pt idx="1074">
                  <c:v>45938</c:v>
                </c:pt>
                <c:pt idx="1075">
                  <c:v>45939</c:v>
                </c:pt>
                <c:pt idx="1076">
                  <c:v>45940</c:v>
                </c:pt>
                <c:pt idx="1077">
                  <c:v>45943</c:v>
                </c:pt>
                <c:pt idx="1078">
                  <c:v>45944</c:v>
                </c:pt>
                <c:pt idx="1079">
                  <c:v>45945</c:v>
                </c:pt>
                <c:pt idx="1080">
                  <c:v>45946</c:v>
                </c:pt>
                <c:pt idx="1081">
                  <c:v>45947</c:v>
                </c:pt>
                <c:pt idx="1082">
                  <c:v>45950</c:v>
                </c:pt>
                <c:pt idx="1083">
                  <c:v>45951</c:v>
                </c:pt>
                <c:pt idx="1084">
                  <c:v>45952</c:v>
                </c:pt>
                <c:pt idx="1085">
                  <c:v>45953</c:v>
                </c:pt>
                <c:pt idx="1086">
                  <c:v>45954</c:v>
                </c:pt>
                <c:pt idx="1087">
                  <c:v>45957</c:v>
                </c:pt>
                <c:pt idx="1088">
                  <c:v>45958</c:v>
                </c:pt>
                <c:pt idx="1089">
                  <c:v>45959</c:v>
                </c:pt>
                <c:pt idx="1090">
                  <c:v>45960</c:v>
                </c:pt>
                <c:pt idx="1091">
                  <c:v>45961</c:v>
                </c:pt>
                <c:pt idx="1092">
                  <c:v>45964</c:v>
                </c:pt>
                <c:pt idx="1093">
                  <c:v>45965</c:v>
                </c:pt>
                <c:pt idx="1094">
                  <c:v>45966</c:v>
                </c:pt>
                <c:pt idx="1095">
                  <c:v>45967</c:v>
                </c:pt>
                <c:pt idx="1096">
                  <c:v>45968</c:v>
                </c:pt>
                <c:pt idx="1097">
                  <c:v>45971</c:v>
                </c:pt>
                <c:pt idx="1098">
                  <c:v>45972</c:v>
                </c:pt>
                <c:pt idx="1099">
                  <c:v>45973</c:v>
                </c:pt>
                <c:pt idx="1100">
                  <c:v>45974</c:v>
                </c:pt>
                <c:pt idx="1101">
                  <c:v>45975</c:v>
                </c:pt>
                <c:pt idx="1102">
                  <c:v>45978</c:v>
                </c:pt>
                <c:pt idx="1103">
                  <c:v>45979</c:v>
                </c:pt>
                <c:pt idx="1104">
                  <c:v>45980</c:v>
                </c:pt>
                <c:pt idx="1105">
                  <c:v>45981</c:v>
                </c:pt>
                <c:pt idx="1106">
                  <c:v>45982</c:v>
                </c:pt>
                <c:pt idx="1107">
                  <c:v>45985</c:v>
                </c:pt>
                <c:pt idx="1108">
                  <c:v>45986</c:v>
                </c:pt>
                <c:pt idx="1109">
                  <c:v>45987</c:v>
                </c:pt>
                <c:pt idx="1110">
                  <c:v>45988</c:v>
                </c:pt>
                <c:pt idx="1111">
                  <c:v>45989</c:v>
                </c:pt>
                <c:pt idx="1112">
                  <c:v>45992</c:v>
                </c:pt>
                <c:pt idx="1113">
                  <c:v>45993</c:v>
                </c:pt>
                <c:pt idx="1114">
                  <c:v>45994</c:v>
                </c:pt>
                <c:pt idx="1115">
                  <c:v>45995</c:v>
                </c:pt>
                <c:pt idx="1116">
                  <c:v>45996</c:v>
                </c:pt>
                <c:pt idx="1117">
                  <c:v>45999</c:v>
                </c:pt>
                <c:pt idx="1118">
                  <c:v>46000</c:v>
                </c:pt>
                <c:pt idx="1119">
                  <c:v>46001</c:v>
                </c:pt>
                <c:pt idx="1120">
                  <c:v>46002</c:v>
                </c:pt>
                <c:pt idx="1121">
                  <c:v>46003</c:v>
                </c:pt>
                <c:pt idx="1122">
                  <c:v>46006</c:v>
                </c:pt>
                <c:pt idx="1123">
                  <c:v>46007</c:v>
                </c:pt>
                <c:pt idx="1124">
                  <c:v>46008</c:v>
                </c:pt>
                <c:pt idx="1125">
                  <c:v>46009</c:v>
                </c:pt>
                <c:pt idx="1126">
                  <c:v>46010</c:v>
                </c:pt>
                <c:pt idx="1127">
                  <c:v>46013</c:v>
                </c:pt>
                <c:pt idx="1128">
                  <c:v>46014</c:v>
                </c:pt>
                <c:pt idx="1129">
                  <c:v>46015</c:v>
                </c:pt>
                <c:pt idx="1130">
                  <c:v>46016</c:v>
                </c:pt>
                <c:pt idx="1131">
                  <c:v>46017</c:v>
                </c:pt>
                <c:pt idx="1132">
                  <c:v>46020</c:v>
                </c:pt>
                <c:pt idx="1133">
                  <c:v>46021</c:v>
                </c:pt>
                <c:pt idx="1134">
                  <c:v>46022</c:v>
                </c:pt>
                <c:pt idx="1135">
                  <c:v>46023</c:v>
                </c:pt>
                <c:pt idx="1136">
                  <c:v>46024</c:v>
                </c:pt>
                <c:pt idx="1137">
                  <c:v>46027</c:v>
                </c:pt>
                <c:pt idx="1138">
                  <c:v>46028</c:v>
                </c:pt>
                <c:pt idx="1139">
                  <c:v>46029</c:v>
                </c:pt>
                <c:pt idx="1140">
                  <c:v>46030</c:v>
                </c:pt>
                <c:pt idx="1141">
                  <c:v>46031</c:v>
                </c:pt>
                <c:pt idx="1142">
                  <c:v>46034</c:v>
                </c:pt>
                <c:pt idx="1143">
                  <c:v>46035</c:v>
                </c:pt>
                <c:pt idx="1144">
                  <c:v>46036</c:v>
                </c:pt>
                <c:pt idx="1145">
                  <c:v>46037</c:v>
                </c:pt>
                <c:pt idx="1146">
                  <c:v>46038</c:v>
                </c:pt>
                <c:pt idx="1147">
                  <c:v>46041</c:v>
                </c:pt>
                <c:pt idx="1148">
                  <c:v>46042</c:v>
                </c:pt>
                <c:pt idx="1149">
                  <c:v>46043</c:v>
                </c:pt>
                <c:pt idx="1150">
                  <c:v>46044</c:v>
                </c:pt>
                <c:pt idx="1151">
                  <c:v>46045</c:v>
                </c:pt>
                <c:pt idx="1152">
                  <c:v>46048</c:v>
                </c:pt>
                <c:pt idx="1153">
                  <c:v>46049</c:v>
                </c:pt>
                <c:pt idx="1154">
                  <c:v>46050</c:v>
                </c:pt>
                <c:pt idx="1155">
                  <c:v>46051</c:v>
                </c:pt>
                <c:pt idx="1156">
                  <c:v>46052</c:v>
                </c:pt>
                <c:pt idx="1157">
                  <c:v>46055</c:v>
                </c:pt>
                <c:pt idx="1158">
                  <c:v>46056</c:v>
                </c:pt>
                <c:pt idx="1159">
                  <c:v>46057</c:v>
                </c:pt>
                <c:pt idx="1160">
                  <c:v>46058</c:v>
                </c:pt>
                <c:pt idx="1161">
                  <c:v>46059</c:v>
                </c:pt>
                <c:pt idx="1162">
                  <c:v>46062</c:v>
                </c:pt>
                <c:pt idx="1163">
                  <c:v>46063</c:v>
                </c:pt>
                <c:pt idx="1164">
                  <c:v>46064</c:v>
                </c:pt>
                <c:pt idx="1165">
                  <c:v>46065</c:v>
                </c:pt>
                <c:pt idx="1166">
                  <c:v>46066</c:v>
                </c:pt>
                <c:pt idx="1167">
                  <c:v>46069</c:v>
                </c:pt>
                <c:pt idx="1168">
                  <c:v>46070</c:v>
                </c:pt>
                <c:pt idx="1169">
                  <c:v>46071</c:v>
                </c:pt>
                <c:pt idx="1170">
                  <c:v>46072</c:v>
                </c:pt>
                <c:pt idx="1171">
                  <c:v>46073</c:v>
                </c:pt>
                <c:pt idx="1172">
                  <c:v>46076</c:v>
                </c:pt>
                <c:pt idx="1173">
                  <c:v>46077</c:v>
                </c:pt>
                <c:pt idx="1174">
                  <c:v>46078</c:v>
                </c:pt>
                <c:pt idx="1175">
                  <c:v>46079</c:v>
                </c:pt>
                <c:pt idx="1176">
                  <c:v>46080</c:v>
                </c:pt>
                <c:pt idx="1177">
                  <c:v>46083</c:v>
                </c:pt>
                <c:pt idx="1178">
                  <c:v>46084</c:v>
                </c:pt>
                <c:pt idx="1179">
                  <c:v>46085</c:v>
                </c:pt>
                <c:pt idx="1180">
                  <c:v>46086</c:v>
                </c:pt>
                <c:pt idx="1181">
                  <c:v>46087</c:v>
                </c:pt>
                <c:pt idx="1182">
                  <c:v>46090</c:v>
                </c:pt>
                <c:pt idx="1183">
                  <c:v>46091</c:v>
                </c:pt>
                <c:pt idx="1184">
                  <c:v>46092</c:v>
                </c:pt>
                <c:pt idx="1185">
                  <c:v>46093</c:v>
                </c:pt>
                <c:pt idx="1186">
                  <c:v>46094</c:v>
                </c:pt>
                <c:pt idx="1187">
                  <c:v>46097</c:v>
                </c:pt>
                <c:pt idx="1188">
                  <c:v>46098</c:v>
                </c:pt>
                <c:pt idx="1189">
                  <c:v>46099</c:v>
                </c:pt>
                <c:pt idx="1190">
                  <c:v>46100</c:v>
                </c:pt>
                <c:pt idx="1191">
                  <c:v>46101</c:v>
                </c:pt>
                <c:pt idx="1192">
                  <c:v>46104</c:v>
                </c:pt>
                <c:pt idx="1193">
                  <c:v>46105</c:v>
                </c:pt>
                <c:pt idx="1194">
                  <c:v>46106</c:v>
                </c:pt>
                <c:pt idx="1195">
                  <c:v>46107</c:v>
                </c:pt>
                <c:pt idx="1196">
                  <c:v>46108</c:v>
                </c:pt>
                <c:pt idx="1197">
                  <c:v>46111</c:v>
                </c:pt>
                <c:pt idx="1198">
                  <c:v>46112</c:v>
                </c:pt>
                <c:pt idx="1199">
                  <c:v>46113</c:v>
                </c:pt>
                <c:pt idx="1200">
                  <c:v>46114</c:v>
                </c:pt>
                <c:pt idx="1201">
                  <c:v>46115</c:v>
                </c:pt>
                <c:pt idx="1202">
                  <c:v>46118</c:v>
                </c:pt>
                <c:pt idx="1203">
                  <c:v>46119</c:v>
                </c:pt>
                <c:pt idx="1204">
                  <c:v>46120</c:v>
                </c:pt>
                <c:pt idx="1205">
                  <c:v>46121</c:v>
                </c:pt>
                <c:pt idx="1206">
                  <c:v>46122</c:v>
                </c:pt>
                <c:pt idx="1207">
                  <c:v>46125</c:v>
                </c:pt>
                <c:pt idx="1208">
                  <c:v>46126</c:v>
                </c:pt>
                <c:pt idx="1209">
                  <c:v>46127</c:v>
                </c:pt>
                <c:pt idx="1210">
                  <c:v>46128</c:v>
                </c:pt>
                <c:pt idx="1211">
                  <c:v>46129</c:v>
                </c:pt>
                <c:pt idx="1212">
                  <c:v>46132</c:v>
                </c:pt>
                <c:pt idx="1213">
                  <c:v>46133</c:v>
                </c:pt>
                <c:pt idx="1214">
                  <c:v>46134</c:v>
                </c:pt>
                <c:pt idx="1215">
                  <c:v>46135</c:v>
                </c:pt>
                <c:pt idx="1216">
                  <c:v>46136</c:v>
                </c:pt>
                <c:pt idx="1217">
                  <c:v>46139</c:v>
                </c:pt>
                <c:pt idx="1218">
                  <c:v>46140</c:v>
                </c:pt>
                <c:pt idx="1219">
                  <c:v>46141</c:v>
                </c:pt>
                <c:pt idx="1220">
                  <c:v>46142</c:v>
                </c:pt>
                <c:pt idx="1221">
                  <c:v>46143</c:v>
                </c:pt>
                <c:pt idx="1222">
                  <c:v>46146</c:v>
                </c:pt>
                <c:pt idx="1223">
                  <c:v>46147</c:v>
                </c:pt>
                <c:pt idx="1224">
                  <c:v>46148</c:v>
                </c:pt>
                <c:pt idx="1225">
                  <c:v>46149</c:v>
                </c:pt>
                <c:pt idx="1226">
                  <c:v>46150</c:v>
                </c:pt>
                <c:pt idx="1227">
                  <c:v>46153</c:v>
                </c:pt>
                <c:pt idx="1228">
                  <c:v>46154</c:v>
                </c:pt>
                <c:pt idx="1229">
                  <c:v>46155</c:v>
                </c:pt>
                <c:pt idx="1230">
                  <c:v>46156</c:v>
                </c:pt>
                <c:pt idx="1231">
                  <c:v>46157</c:v>
                </c:pt>
                <c:pt idx="1232">
                  <c:v>46160</c:v>
                </c:pt>
                <c:pt idx="1233">
                  <c:v>46161</c:v>
                </c:pt>
                <c:pt idx="1234">
                  <c:v>46162</c:v>
                </c:pt>
                <c:pt idx="1235">
                  <c:v>46163</c:v>
                </c:pt>
                <c:pt idx="1236">
                  <c:v>46164</c:v>
                </c:pt>
                <c:pt idx="1237">
                  <c:v>46167</c:v>
                </c:pt>
                <c:pt idx="1238">
                  <c:v>46168</c:v>
                </c:pt>
                <c:pt idx="1239">
                  <c:v>46169</c:v>
                </c:pt>
                <c:pt idx="1240">
                  <c:v>46170</c:v>
                </c:pt>
                <c:pt idx="1241">
                  <c:v>46171</c:v>
                </c:pt>
                <c:pt idx="1242">
                  <c:v>46174</c:v>
                </c:pt>
                <c:pt idx="1243">
                  <c:v>46175</c:v>
                </c:pt>
                <c:pt idx="1244">
                  <c:v>46176</c:v>
                </c:pt>
                <c:pt idx="1245">
                  <c:v>46177</c:v>
                </c:pt>
                <c:pt idx="1246">
                  <c:v>46178</c:v>
                </c:pt>
                <c:pt idx="1247">
                  <c:v>46181</c:v>
                </c:pt>
                <c:pt idx="1248">
                  <c:v>46182</c:v>
                </c:pt>
                <c:pt idx="1249">
                  <c:v>46183</c:v>
                </c:pt>
                <c:pt idx="1250">
                  <c:v>46184</c:v>
                </c:pt>
                <c:pt idx="1251">
                  <c:v>46185</c:v>
                </c:pt>
                <c:pt idx="1252">
                  <c:v>46188</c:v>
                </c:pt>
                <c:pt idx="1253">
                  <c:v>46189</c:v>
                </c:pt>
                <c:pt idx="1254">
                  <c:v>46190</c:v>
                </c:pt>
                <c:pt idx="1255">
                  <c:v>46191</c:v>
                </c:pt>
                <c:pt idx="1256">
                  <c:v>46192</c:v>
                </c:pt>
                <c:pt idx="1257">
                  <c:v>46195</c:v>
                </c:pt>
                <c:pt idx="1258">
                  <c:v>46196</c:v>
                </c:pt>
                <c:pt idx="1259">
                  <c:v>46197</c:v>
                </c:pt>
                <c:pt idx="1260">
                  <c:v>46198</c:v>
                </c:pt>
                <c:pt idx="1261">
                  <c:v>46199</c:v>
                </c:pt>
                <c:pt idx="1262">
                  <c:v>46202</c:v>
                </c:pt>
                <c:pt idx="1263">
                  <c:v>46203</c:v>
                </c:pt>
                <c:pt idx="1264">
                  <c:v>46204</c:v>
                </c:pt>
                <c:pt idx="1265">
                  <c:v>46205</c:v>
                </c:pt>
                <c:pt idx="1266">
                  <c:v>46206</c:v>
                </c:pt>
                <c:pt idx="1267">
                  <c:v>46209</c:v>
                </c:pt>
                <c:pt idx="1268">
                  <c:v>46210</c:v>
                </c:pt>
                <c:pt idx="1269">
                  <c:v>46211</c:v>
                </c:pt>
                <c:pt idx="1270">
                  <c:v>46212</c:v>
                </c:pt>
                <c:pt idx="1271">
                  <c:v>46213</c:v>
                </c:pt>
                <c:pt idx="1272">
                  <c:v>46216</c:v>
                </c:pt>
                <c:pt idx="1273">
                  <c:v>46217</c:v>
                </c:pt>
                <c:pt idx="1274">
                  <c:v>46218</c:v>
                </c:pt>
                <c:pt idx="1275">
                  <c:v>46219</c:v>
                </c:pt>
                <c:pt idx="1276">
                  <c:v>46220</c:v>
                </c:pt>
                <c:pt idx="1277">
                  <c:v>46223</c:v>
                </c:pt>
                <c:pt idx="1278">
                  <c:v>46224</c:v>
                </c:pt>
                <c:pt idx="1279">
                  <c:v>46225</c:v>
                </c:pt>
                <c:pt idx="1280">
                  <c:v>46226</c:v>
                </c:pt>
                <c:pt idx="1281">
                  <c:v>46227</c:v>
                </c:pt>
                <c:pt idx="1282">
                  <c:v>46230</c:v>
                </c:pt>
                <c:pt idx="1283">
                  <c:v>46231</c:v>
                </c:pt>
                <c:pt idx="1284">
                  <c:v>46232</c:v>
                </c:pt>
                <c:pt idx="1285">
                  <c:v>46233</c:v>
                </c:pt>
                <c:pt idx="1286">
                  <c:v>46234</c:v>
                </c:pt>
                <c:pt idx="1287">
                  <c:v>46237</c:v>
                </c:pt>
                <c:pt idx="1288">
                  <c:v>46238</c:v>
                </c:pt>
                <c:pt idx="1289">
                  <c:v>46239</c:v>
                </c:pt>
                <c:pt idx="1290">
                  <c:v>46240</c:v>
                </c:pt>
                <c:pt idx="1291">
                  <c:v>46241</c:v>
                </c:pt>
                <c:pt idx="1292">
                  <c:v>46244</c:v>
                </c:pt>
                <c:pt idx="1293">
                  <c:v>46245</c:v>
                </c:pt>
                <c:pt idx="1294">
                  <c:v>46246</c:v>
                </c:pt>
                <c:pt idx="1295">
                  <c:v>46247</c:v>
                </c:pt>
                <c:pt idx="1296">
                  <c:v>46248</c:v>
                </c:pt>
                <c:pt idx="1297">
                  <c:v>46251</c:v>
                </c:pt>
                <c:pt idx="1298">
                  <c:v>46252</c:v>
                </c:pt>
                <c:pt idx="1299">
                  <c:v>46253</c:v>
                </c:pt>
                <c:pt idx="1300">
                  <c:v>46254</c:v>
                </c:pt>
                <c:pt idx="1301">
                  <c:v>46255</c:v>
                </c:pt>
                <c:pt idx="1302">
                  <c:v>46258</c:v>
                </c:pt>
                <c:pt idx="1303">
                  <c:v>46259</c:v>
                </c:pt>
                <c:pt idx="1304">
                  <c:v>46259</c:v>
                </c:pt>
              </c:numCache>
            </c:numRef>
          </c:cat>
          <c:val>
            <c:numRef>
              <c:f>Planilha1!$C$2:$C$1306</c:f>
              <c:numCache>
                <c:formatCode>General</c:formatCode>
                <c:ptCount val="130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CB-46B0-A7DC-CC32765A2965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Planilha1!$A$2:$A$1306</c:f>
              <c:numCache>
                <c:formatCode>[$-409]mmm\-yy;@</c:formatCode>
                <c:ptCount val="1305"/>
                <c:pt idx="0">
                  <c:v>44434</c:v>
                </c:pt>
                <c:pt idx="1">
                  <c:v>44435</c:v>
                </c:pt>
                <c:pt idx="2">
                  <c:v>44438</c:v>
                </c:pt>
                <c:pt idx="3">
                  <c:v>44439</c:v>
                </c:pt>
                <c:pt idx="4">
                  <c:v>44440</c:v>
                </c:pt>
                <c:pt idx="5">
                  <c:v>44441</c:v>
                </c:pt>
                <c:pt idx="6">
                  <c:v>44442</c:v>
                </c:pt>
                <c:pt idx="7">
                  <c:v>44445</c:v>
                </c:pt>
                <c:pt idx="8">
                  <c:v>44446</c:v>
                </c:pt>
                <c:pt idx="9">
                  <c:v>44447</c:v>
                </c:pt>
                <c:pt idx="10">
                  <c:v>44448</c:v>
                </c:pt>
                <c:pt idx="11">
                  <c:v>44449</c:v>
                </c:pt>
                <c:pt idx="12">
                  <c:v>44452</c:v>
                </c:pt>
                <c:pt idx="13">
                  <c:v>44453</c:v>
                </c:pt>
                <c:pt idx="14">
                  <c:v>44454</c:v>
                </c:pt>
                <c:pt idx="15">
                  <c:v>44455</c:v>
                </c:pt>
                <c:pt idx="16">
                  <c:v>44456</c:v>
                </c:pt>
                <c:pt idx="17">
                  <c:v>44459</c:v>
                </c:pt>
                <c:pt idx="18">
                  <c:v>44460</c:v>
                </c:pt>
                <c:pt idx="19">
                  <c:v>44461</c:v>
                </c:pt>
                <c:pt idx="20">
                  <c:v>44462</c:v>
                </c:pt>
                <c:pt idx="21">
                  <c:v>44463</c:v>
                </c:pt>
                <c:pt idx="22">
                  <c:v>44466</c:v>
                </c:pt>
                <c:pt idx="23">
                  <c:v>44467</c:v>
                </c:pt>
                <c:pt idx="24">
                  <c:v>44468</c:v>
                </c:pt>
                <c:pt idx="25">
                  <c:v>44469</c:v>
                </c:pt>
                <c:pt idx="26">
                  <c:v>44470</c:v>
                </c:pt>
                <c:pt idx="27">
                  <c:v>44473</c:v>
                </c:pt>
                <c:pt idx="28">
                  <c:v>44474</c:v>
                </c:pt>
                <c:pt idx="29">
                  <c:v>44475</c:v>
                </c:pt>
                <c:pt idx="30">
                  <c:v>44476</c:v>
                </c:pt>
                <c:pt idx="31">
                  <c:v>44477</c:v>
                </c:pt>
                <c:pt idx="32">
                  <c:v>44480</c:v>
                </c:pt>
                <c:pt idx="33">
                  <c:v>44481</c:v>
                </c:pt>
                <c:pt idx="34">
                  <c:v>44482</c:v>
                </c:pt>
                <c:pt idx="35">
                  <c:v>44483</c:v>
                </c:pt>
                <c:pt idx="36">
                  <c:v>44484</c:v>
                </c:pt>
                <c:pt idx="37">
                  <c:v>44487</c:v>
                </c:pt>
                <c:pt idx="38">
                  <c:v>44488</c:v>
                </c:pt>
                <c:pt idx="39">
                  <c:v>44489</c:v>
                </c:pt>
                <c:pt idx="40">
                  <c:v>44490</c:v>
                </c:pt>
                <c:pt idx="41">
                  <c:v>44491</c:v>
                </c:pt>
                <c:pt idx="42">
                  <c:v>44494</c:v>
                </c:pt>
                <c:pt idx="43">
                  <c:v>44495</c:v>
                </c:pt>
                <c:pt idx="44">
                  <c:v>44496</c:v>
                </c:pt>
                <c:pt idx="45">
                  <c:v>44497</c:v>
                </c:pt>
                <c:pt idx="46">
                  <c:v>44498</c:v>
                </c:pt>
                <c:pt idx="47">
                  <c:v>44501</c:v>
                </c:pt>
                <c:pt idx="48">
                  <c:v>44502</c:v>
                </c:pt>
                <c:pt idx="49">
                  <c:v>44503</c:v>
                </c:pt>
                <c:pt idx="50">
                  <c:v>44504</c:v>
                </c:pt>
                <c:pt idx="51">
                  <c:v>44505</c:v>
                </c:pt>
                <c:pt idx="52">
                  <c:v>44508</c:v>
                </c:pt>
                <c:pt idx="53">
                  <c:v>44509</c:v>
                </c:pt>
                <c:pt idx="54">
                  <c:v>44510</c:v>
                </c:pt>
                <c:pt idx="55">
                  <c:v>44511</c:v>
                </c:pt>
                <c:pt idx="56">
                  <c:v>44512</c:v>
                </c:pt>
                <c:pt idx="57">
                  <c:v>44515</c:v>
                </c:pt>
                <c:pt idx="58">
                  <c:v>44516</c:v>
                </c:pt>
                <c:pt idx="59">
                  <c:v>44517</c:v>
                </c:pt>
                <c:pt idx="60">
                  <c:v>44518</c:v>
                </c:pt>
                <c:pt idx="61">
                  <c:v>44519</c:v>
                </c:pt>
                <c:pt idx="62">
                  <c:v>44522</c:v>
                </c:pt>
                <c:pt idx="63">
                  <c:v>44523</c:v>
                </c:pt>
                <c:pt idx="64">
                  <c:v>44524</c:v>
                </c:pt>
                <c:pt idx="65">
                  <c:v>44525</c:v>
                </c:pt>
                <c:pt idx="66">
                  <c:v>44526</c:v>
                </c:pt>
                <c:pt idx="67">
                  <c:v>44529</c:v>
                </c:pt>
                <c:pt idx="68">
                  <c:v>44530</c:v>
                </c:pt>
                <c:pt idx="69">
                  <c:v>44531</c:v>
                </c:pt>
                <c:pt idx="70">
                  <c:v>44532</c:v>
                </c:pt>
                <c:pt idx="71">
                  <c:v>44533</c:v>
                </c:pt>
                <c:pt idx="72">
                  <c:v>44536</c:v>
                </c:pt>
                <c:pt idx="73">
                  <c:v>44537</c:v>
                </c:pt>
                <c:pt idx="74">
                  <c:v>44538</c:v>
                </c:pt>
                <c:pt idx="75">
                  <c:v>44539</c:v>
                </c:pt>
                <c:pt idx="76">
                  <c:v>44540</c:v>
                </c:pt>
                <c:pt idx="77">
                  <c:v>44543</c:v>
                </c:pt>
                <c:pt idx="78">
                  <c:v>44544</c:v>
                </c:pt>
                <c:pt idx="79">
                  <c:v>44545</c:v>
                </c:pt>
                <c:pt idx="80">
                  <c:v>44546</c:v>
                </c:pt>
                <c:pt idx="81">
                  <c:v>44547</c:v>
                </c:pt>
                <c:pt idx="82">
                  <c:v>44550</c:v>
                </c:pt>
                <c:pt idx="83">
                  <c:v>44551</c:v>
                </c:pt>
                <c:pt idx="84">
                  <c:v>44552</c:v>
                </c:pt>
                <c:pt idx="85">
                  <c:v>44553</c:v>
                </c:pt>
                <c:pt idx="86">
                  <c:v>44554</c:v>
                </c:pt>
                <c:pt idx="87">
                  <c:v>44557</c:v>
                </c:pt>
                <c:pt idx="88">
                  <c:v>44558</c:v>
                </c:pt>
                <c:pt idx="89">
                  <c:v>44559</c:v>
                </c:pt>
                <c:pt idx="90">
                  <c:v>44560</c:v>
                </c:pt>
                <c:pt idx="91">
                  <c:v>44561</c:v>
                </c:pt>
                <c:pt idx="92">
                  <c:v>44564</c:v>
                </c:pt>
                <c:pt idx="93">
                  <c:v>44565</c:v>
                </c:pt>
                <c:pt idx="94">
                  <c:v>44566</c:v>
                </c:pt>
                <c:pt idx="95">
                  <c:v>44567</c:v>
                </c:pt>
                <c:pt idx="96">
                  <c:v>44568</c:v>
                </c:pt>
                <c:pt idx="97">
                  <c:v>44571</c:v>
                </c:pt>
                <c:pt idx="98">
                  <c:v>44572</c:v>
                </c:pt>
                <c:pt idx="99">
                  <c:v>44573</c:v>
                </c:pt>
                <c:pt idx="100">
                  <c:v>44574</c:v>
                </c:pt>
                <c:pt idx="101">
                  <c:v>44575</c:v>
                </c:pt>
                <c:pt idx="102">
                  <c:v>44578</c:v>
                </c:pt>
                <c:pt idx="103">
                  <c:v>44579</c:v>
                </c:pt>
                <c:pt idx="104">
                  <c:v>44580</c:v>
                </c:pt>
                <c:pt idx="105">
                  <c:v>44581</c:v>
                </c:pt>
                <c:pt idx="106">
                  <c:v>44582</c:v>
                </c:pt>
                <c:pt idx="107">
                  <c:v>44585</c:v>
                </c:pt>
                <c:pt idx="108">
                  <c:v>44586</c:v>
                </c:pt>
                <c:pt idx="109">
                  <c:v>44587</c:v>
                </c:pt>
                <c:pt idx="110">
                  <c:v>44588</c:v>
                </c:pt>
                <c:pt idx="111">
                  <c:v>44589</c:v>
                </c:pt>
                <c:pt idx="112">
                  <c:v>44592</c:v>
                </c:pt>
                <c:pt idx="113">
                  <c:v>44593</c:v>
                </c:pt>
                <c:pt idx="114">
                  <c:v>44594</c:v>
                </c:pt>
                <c:pt idx="115">
                  <c:v>44595</c:v>
                </c:pt>
                <c:pt idx="116">
                  <c:v>44596</c:v>
                </c:pt>
                <c:pt idx="117">
                  <c:v>44599</c:v>
                </c:pt>
                <c:pt idx="118">
                  <c:v>44600</c:v>
                </c:pt>
                <c:pt idx="119">
                  <c:v>44601</c:v>
                </c:pt>
                <c:pt idx="120">
                  <c:v>44602</c:v>
                </c:pt>
                <c:pt idx="121">
                  <c:v>44603</c:v>
                </c:pt>
                <c:pt idx="122">
                  <c:v>44606</c:v>
                </c:pt>
                <c:pt idx="123">
                  <c:v>44607</c:v>
                </c:pt>
                <c:pt idx="124">
                  <c:v>44608</c:v>
                </c:pt>
                <c:pt idx="125">
                  <c:v>44609</c:v>
                </c:pt>
                <c:pt idx="126">
                  <c:v>44610</c:v>
                </c:pt>
                <c:pt idx="127">
                  <c:v>44613</c:v>
                </c:pt>
                <c:pt idx="128">
                  <c:v>44614</c:v>
                </c:pt>
                <c:pt idx="129">
                  <c:v>44615</c:v>
                </c:pt>
                <c:pt idx="130">
                  <c:v>44616</c:v>
                </c:pt>
                <c:pt idx="131">
                  <c:v>44617</c:v>
                </c:pt>
                <c:pt idx="132">
                  <c:v>44620</c:v>
                </c:pt>
                <c:pt idx="133">
                  <c:v>44621</c:v>
                </c:pt>
                <c:pt idx="134">
                  <c:v>44622</c:v>
                </c:pt>
                <c:pt idx="135">
                  <c:v>44623</c:v>
                </c:pt>
                <c:pt idx="136">
                  <c:v>44624</c:v>
                </c:pt>
                <c:pt idx="137">
                  <c:v>44627</c:v>
                </c:pt>
                <c:pt idx="138">
                  <c:v>44628</c:v>
                </c:pt>
                <c:pt idx="139">
                  <c:v>44629</c:v>
                </c:pt>
                <c:pt idx="140">
                  <c:v>44630</c:v>
                </c:pt>
                <c:pt idx="141">
                  <c:v>44631</c:v>
                </c:pt>
                <c:pt idx="142">
                  <c:v>44634</c:v>
                </c:pt>
                <c:pt idx="143">
                  <c:v>44635</c:v>
                </c:pt>
                <c:pt idx="144">
                  <c:v>44636</c:v>
                </c:pt>
                <c:pt idx="145">
                  <c:v>44637</c:v>
                </c:pt>
                <c:pt idx="146">
                  <c:v>44638</c:v>
                </c:pt>
                <c:pt idx="147">
                  <c:v>44641</c:v>
                </c:pt>
                <c:pt idx="148">
                  <c:v>44642</c:v>
                </c:pt>
                <c:pt idx="149">
                  <c:v>44643</c:v>
                </c:pt>
                <c:pt idx="150">
                  <c:v>44644</c:v>
                </c:pt>
                <c:pt idx="151">
                  <c:v>44645</c:v>
                </c:pt>
                <c:pt idx="152">
                  <c:v>44648</c:v>
                </c:pt>
                <c:pt idx="153">
                  <c:v>44649</c:v>
                </c:pt>
                <c:pt idx="154">
                  <c:v>44650</c:v>
                </c:pt>
                <c:pt idx="155">
                  <c:v>44651</c:v>
                </c:pt>
                <c:pt idx="156">
                  <c:v>44652</c:v>
                </c:pt>
                <c:pt idx="157">
                  <c:v>44655</c:v>
                </c:pt>
                <c:pt idx="158">
                  <c:v>44656</c:v>
                </c:pt>
                <c:pt idx="159">
                  <c:v>44657</c:v>
                </c:pt>
                <c:pt idx="160">
                  <c:v>44658</c:v>
                </c:pt>
                <c:pt idx="161">
                  <c:v>44659</c:v>
                </c:pt>
                <c:pt idx="162">
                  <c:v>44662</c:v>
                </c:pt>
                <c:pt idx="163">
                  <c:v>44663</c:v>
                </c:pt>
                <c:pt idx="164">
                  <c:v>44664</c:v>
                </c:pt>
                <c:pt idx="165">
                  <c:v>44665</c:v>
                </c:pt>
                <c:pt idx="166">
                  <c:v>44666</c:v>
                </c:pt>
                <c:pt idx="167">
                  <c:v>44669</c:v>
                </c:pt>
                <c:pt idx="168">
                  <c:v>44670</c:v>
                </c:pt>
                <c:pt idx="169">
                  <c:v>44671</c:v>
                </c:pt>
                <c:pt idx="170">
                  <c:v>44672</c:v>
                </c:pt>
                <c:pt idx="171">
                  <c:v>44673</c:v>
                </c:pt>
                <c:pt idx="172">
                  <c:v>44676</c:v>
                </c:pt>
                <c:pt idx="173">
                  <c:v>44677</c:v>
                </c:pt>
                <c:pt idx="174">
                  <c:v>44678</c:v>
                </c:pt>
                <c:pt idx="175">
                  <c:v>44679</c:v>
                </c:pt>
                <c:pt idx="176">
                  <c:v>44680</c:v>
                </c:pt>
                <c:pt idx="177">
                  <c:v>44683</c:v>
                </c:pt>
                <c:pt idx="178">
                  <c:v>44684</c:v>
                </c:pt>
                <c:pt idx="179">
                  <c:v>44685</c:v>
                </c:pt>
                <c:pt idx="180">
                  <c:v>44686</c:v>
                </c:pt>
                <c:pt idx="181">
                  <c:v>44687</c:v>
                </c:pt>
                <c:pt idx="182">
                  <c:v>44690</c:v>
                </c:pt>
                <c:pt idx="183">
                  <c:v>44691</c:v>
                </c:pt>
                <c:pt idx="184">
                  <c:v>44692</c:v>
                </c:pt>
                <c:pt idx="185">
                  <c:v>44693</c:v>
                </c:pt>
                <c:pt idx="186">
                  <c:v>44694</c:v>
                </c:pt>
                <c:pt idx="187">
                  <c:v>44697</c:v>
                </c:pt>
                <c:pt idx="188">
                  <c:v>44698</c:v>
                </c:pt>
                <c:pt idx="189">
                  <c:v>44699</c:v>
                </c:pt>
                <c:pt idx="190">
                  <c:v>44700</c:v>
                </c:pt>
                <c:pt idx="191">
                  <c:v>44701</c:v>
                </c:pt>
                <c:pt idx="192">
                  <c:v>44704</c:v>
                </c:pt>
                <c:pt idx="193">
                  <c:v>44705</c:v>
                </c:pt>
                <c:pt idx="194">
                  <c:v>44706</c:v>
                </c:pt>
                <c:pt idx="195">
                  <c:v>44707</c:v>
                </c:pt>
                <c:pt idx="196">
                  <c:v>44708</c:v>
                </c:pt>
                <c:pt idx="197">
                  <c:v>44711</c:v>
                </c:pt>
                <c:pt idx="198">
                  <c:v>44712</c:v>
                </c:pt>
                <c:pt idx="199">
                  <c:v>44713</c:v>
                </c:pt>
                <c:pt idx="200">
                  <c:v>44714</c:v>
                </c:pt>
                <c:pt idx="201">
                  <c:v>44715</c:v>
                </c:pt>
                <c:pt idx="202">
                  <c:v>44718</c:v>
                </c:pt>
                <c:pt idx="203">
                  <c:v>44719</c:v>
                </c:pt>
                <c:pt idx="204">
                  <c:v>44720</c:v>
                </c:pt>
                <c:pt idx="205">
                  <c:v>44721</c:v>
                </c:pt>
                <c:pt idx="206">
                  <c:v>44722</c:v>
                </c:pt>
                <c:pt idx="207">
                  <c:v>44725</c:v>
                </c:pt>
                <c:pt idx="208">
                  <c:v>44726</c:v>
                </c:pt>
                <c:pt idx="209">
                  <c:v>44727</c:v>
                </c:pt>
                <c:pt idx="210">
                  <c:v>44728</c:v>
                </c:pt>
                <c:pt idx="211">
                  <c:v>44729</c:v>
                </c:pt>
                <c:pt idx="212">
                  <c:v>44732</c:v>
                </c:pt>
                <c:pt idx="213">
                  <c:v>44733</c:v>
                </c:pt>
                <c:pt idx="214">
                  <c:v>44734</c:v>
                </c:pt>
                <c:pt idx="215">
                  <c:v>44735</c:v>
                </c:pt>
                <c:pt idx="216">
                  <c:v>44736</c:v>
                </c:pt>
                <c:pt idx="217">
                  <c:v>44739</c:v>
                </c:pt>
                <c:pt idx="218">
                  <c:v>44740</c:v>
                </c:pt>
                <c:pt idx="219">
                  <c:v>44741</c:v>
                </c:pt>
                <c:pt idx="220">
                  <c:v>44742</c:v>
                </c:pt>
                <c:pt idx="221">
                  <c:v>44743</c:v>
                </c:pt>
                <c:pt idx="222">
                  <c:v>44746</c:v>
                </c:pt>
                <c:pt idx="223">
                  <c:v>44747</c:v>
                </c:pt>
                <c:pt idx="224">
                  <c:v>44748</c:v>
                </c:pt>
                <c:pt idx="225">
                  <c:v>44749</c:v>
                </c:pt>
                <c:pt idx="226">
                  <c:v>44750</c:v>
                </c:pt>
                <c:pt idx="227">
                  <c:v>44753</c:v>
                </c:pt>
                <c:pt idx="228">
                  <c:v>44754</c:v>
                </c:pt>
                <c:pt idx="229">
                  <c:v>44755</c:v>
                </c:pt>
                <c:pt idx="230">
                  <c:v>44756</c:v>
                </c:pt>
                <c:pt idx="231">
                  <c:v>44757</c:v>
                </c:pt>
                <c:pt idx="232">
                  <c:v>44760</c:v>
                </c:pt>
                <c:pt idx="233">
                  <c:v>44761</c:v>
                </c:pt>
                <c:pt idx="234">
                  <c:v>44762</c:v>
                </c:pt>
                <c:pt idx="235">
                  <c:v>44763</c:v>
                </c:pt>
                <c:pt idx="236">
                  <c:v>44764</c:v>
                </c:pt>
                <c:pt idx="237">
                  <c:v>44767</c:v>
                </c:pt>
                <c:pt idx="238">
                  <c:v>44768</c:v>
                </c:pt>
                <c:pt idx="239">
                  <c:v>44769</c:v>
                </c:pt>
                <c:pt idx="240">
                  <c:v>44770</c:v>
                </c:pt>
                <c:pt idx="241">
                  <c:v>44771</c:v>
                </c:pt>
                <c:pt idx="242">
                  <c:v>44774</c:v>
                </c:pt>
                <c:pt idx="243">
                  <c:v>44775</c:v>
                </c:pt>
                <c:pt idx="244">
                  <c:v>44776</c:v>
                </c:pt>
                <c:pt idx="245">
                  <c:v>44777</c:v>
                </c:pt>
                <c:pt idx="246">
                  <c:v>44778</c:v>
                </c:pt>
                <c:pt idx="247">
                  <c:v>44781</c:v>
                </c:pt>
                <c:pt idx="248">
                  <c:v>44782</c:v>
                </c:pt>
                <c:pt idx="249">
                  <c:v>44783</c:v>
                </c:pt>
                <c:pt idx="250">
                  <c:v>44784</c:v>
                </c:pt>
                <c:pt idx="251">
                  <c:v>44785</c:v>
                </c:pt>
                <c:pt idx="252">
                  <c:v>44788</c:v>
                </c:pt>
                <c:pt idx="253">
                  <c:v>44789</c:v>
                </c:pt>
                <c:pt idx="254">
                  <c:v>44790</c:v>
                </c:pt>
                <c:pt idx="255">
                  <c:v>44791</c:v>
                </c:pt>
                <c:pt idx="256">
                  <c:v>44792</c:v>
                </c:pt>
                <c:pt idx="257">
                  <c:v>44795</c:v>
                </c:pt>
                <c:pt idx="258">
                  <c:v>44796</c:v>
                </c:pt>
                <c:pt idx="259">
                  <c:v>44797</c:v>
                </c:pt>
                <c:pt idx="260">
                  <c:v>44798</c:v>
                </c:pt>
                <c:pt idx="261">
                  <c:v>44799</c:v>
                </c:pt>
                <c:pt idx="262">
                  <c:v>44802</c:v>
                </c:pt>
                <c:pt idx="263">
                  <c:v>44803</c:v>
                </c:pt>
                <c:pt idx="264">
                  <c:v>44804</c:v>
                </c:pt>
                <c:pt idx="265">
                  <c:v>44805</c:v>
                </c:pt>
                <c:pt idx="266">
                  <c:v>44806</c:v>
                </c:pt>
                <c:pt idx="267">
                  <c:v>44809</c:v>
                </c:pt>
                <c:pt idx="268">
                  <c:v>44810</c:v>
                </c:pt>
                <c:pt idx="269">
                  <c:v>44811</c:v>
                </c:pt>
                <c:pt idx="270">
                  <c:v>44812</c:v>
                </c:pt>
                <c:pt idx="271">
                  <c:v>44813</c:v>
                </c:pt>
                <c:pt idx="272">
                  <c:v>44816</c:v>
                </c:pt>
                <c:pt idx="273">
                  <c:v>44817</c:v>
                </c:pt>
                <c:pt idx="274">
                  <c:v>44818</c:v>
                </c:pt>
                <c:pt idx="275">
                  <c:v>44819</c:v>
                </c:pt>
                <c:pt idx="276">
                  <c:v>44820</c:v>
                </c:pt>
                <c:pt idx="277">
                  <c:v>44823</c:v>
                </c:pt>
                <c:pt idx="278">
                  <c:v>44824</c:v>
                </c:pt>
                <c:pt idx="279">
                  <c:v>44825</c:v>
                </c:pt>
                <c:pt idx="280">
                  <c:v>44826</c:v>
                </c:pt>
                <c:pt idx="281">
                  <c:v>44827</c:v>
                </c:pt>
                <c:pt idx="282">
                  <c:v>44830</c:v>
                </c:pt>
                <c:pt idx="283">
                  <c:v>44831</c:v>
                </c:pt>
                <c:pt idx="284">
                  <c:v>44832</c:v>
                </c:pt>
                <c:pt idx="285">
                  <c:v>44833</c:v>
                </c:pt>
                <c:pt idx="286">
                  <c:v>44834</c:v>
                </c:pt>
                <c:pt idx="287">
                  <c:v>44837</c:v>
                </c:pt>
                <c:pt idx="288">
                  <c:v>44838</c:v>
                </c:pt>
                <c:pt idx="289">
                  <c:v>44839</c:v>
                </c:pt>
                <c:pt idx="290">
                  <c:v>44840</c:v>
                </c:pt>
                <c:pt idx="291">
                  <c:v>44841</c:v>
                </c:pt>
                <c:pt idx="292">
                  <c:v>44844</c:v>
                </c:pt>
                <c:pt idx="293">
                  <c:v>44845</c:v>
                </c:pt>
                <c:pt idx="294">
                  <c:v>44846</c:v>
                </c:pt>
                <c:pt idx="295">
                  <c:v>44847</c:v>
                </c:pt>
                <c:pt idx="296">
                  <c:v>44848</c:v>
                </c:pt>
                <c:pt idx="297">
                  <c:v>44851</c:v>
                </c:pt>
                <c:pt idx="298">
                  <c:v>44852</c:v>
                </c:pt>
                <c:pt idx="299">
                  <c:v>44853</c:v>
                </c:pt>
                <c:pt idx="300">
                  <c:v>44854</c:v>
                </c:pt>
                <c:pt idx="301">
                  <c:v>44855</c:v>
                </c:pt>
                <c:pt idx="302">
                  <c:v>44858</c:v>
                </c:pt>
                <c:pt idx="303">
                  <c:v>44859</c:v>
                </c:pt>
                <c:pt idx="304">
                  <c:v>44860</c:v>
                </c:pt>
                <c:pt idx="305">
                  <c:v>44861</c:v>
                </c:pt>
                <c:pt idx="306">
                  <c:v>44862</c:v>
                </c:pt>
                <c:pt idx="307">
                  <c:v>44865</c:v>
                </c:pt>
                <c:pt idx="308">
                  <c:v>44866</c:v>
                </c:pt>
                <c:pt idx="309">
                  <c:v>44867</c:v>
                </c:pt>
                <c:pt idx="310">
                  <c:v>44868</c:v>
                </c:pt>
                <c:pt idx="311">
                  <c:v>44869</c:v>
                </c:pt>
                <c:pt idx="312">
                  <c:v>44872</c:v>
                </c:pt>
                <c:pt idx="313">
                  <c:v>44873</c:v>
                </c:pt>
                <c:pt idx="314">
                  <c:v>44874</c:v>
                </c:pt>
                <c:pt idx="315">
                  <c:v>44875</c:v>
                </c:pt>
                <c:pt idx="316">
                  <c:v>44876</c:v>
                </c:pt>
                <c:pt idx="317">
                  <c:v>44879</c:v>
                </c:pt>
                <c:pt idx="318">
                  <c:v>44880</c:v>
                </c:pt>
                <c:pt idx="319">
                  <c:v>44881</c:v>
                </c:pt>
                <c:pt idx="320">
                  <c:v>44882</c:v>
                </c:pt>
                <c:pt idx="321">
                  <c:v>44883</c:v>
                </c:pt>
                <c:pt idx="322">
                  <c:v>44886</c:v>
                </c:pt>
                <c:pt idx="323">
                  <c:v>44887</c:v>
                </c:pt>
                <c:pt idx="324">
                  <c:v>44888</c:v>
                </c:pt>
                <c:pt idx="325">
                  <c:v>44889</c:v>
                </c:pt>
                <c:pt idx="326">
                  <c:v>44890</c:v>
                </c:pt>
                <c:pt idx="327">
                  <c:v>44893</c:v>
                </c:pt>
                <c:pt idx="328">
                  <c:v>44894</c:v>
                </c:pt>
                <c:pt idx="329">
                  <c:v>44895</c:v>
                </c:pt>
                <c:pt idx="330">
                  <c:v>44896</c:v>
                </c:pt>
                <c:pt idx="331">
                  <c:v>44897</c:v>
                </c:pt>
                <c:pt idx="332">
                  <c:v>44900</c:v>
                </c:pt>
                <c:pt idx="333">
                  <c:v>44901</c:v>
                </c:pt>
                <c:pt idx="334">
                  <c:v>44902</c:v>
                </c:pt>
                <c:pt idx="335">
                  <c:v>44903</c:v>
                </c:pt>
                <c:pt idx="336">
                  <c:v>44904</c:v>
                </c:pt>
                <c:pt idx="337">
                  <c:v>44907</c:v>
                </c:pt>
                <c:pt idx="338">
                  <c:v>44908</c:v>
                </c:pt>
                <c:pt idx="339">
                  <c:v>44909</c:v>
                </c:pt>
                <c:pt idx="340">
                  <c:v>44910</c:v>
                </c:pt>
                <c:pt idx="341">
                  <c:v>44911</c:v>
                </c:pt>
                <c:pt idx="342">
                  <c:v>44914</c:v>
                </c:pt>
                <c:pt idx="343">
                  <c:v>44915</c:v>
                </c:pt>
                <c:pt idx="344">
                  <c:v>44916</c:v>
                </c:pt>
                <c:pt idx="345">
                  <c:v>44917</c:v>
                </c:pt>
                <c:pt idx="346">
                  <c:v>44918</c:v>
                </c:pt>
                <c:pt idx="347">
                  <c:v>44921</c:v>
                </c:pt>
                <c:pt idx="348">
                  <c:v>44922</c:v>
                </c:pt>
                <c:pt idx="349">
                  <c:v>44923</c:v>
                </c:pt>
                <c:pt idx="350">
                  <c:v>44924</c:v>
                </c:pt>
                <c:pt idx="351">
                  <c:v>44925</c:v>
                </c:pt>
                <c:pt idx="352">
                  <c:v>44928</c:v>
                </c:pt>
                <c:pt idx="353">
                  <c:v>44929</c:v>
                </c:pt>
                <c:pt idx="354">
                  <c:v>44930</c:v>
                </c:pt>
                <c:pt idx="355">
                  <c:v>44931</c:v>
                </c:pt>
                <c:pt idx="356">
                  <c:v>44932</c:v>
                </c:pt>
                <c:pt idx="357">
                  <c:v>44935</c:v>
                </c:pt>
                <c:pt idx="358">
                  <c:v>44936</c:v>
                </c:pt>
                <c:pt idx="359">
                  <c:v>44937</c:v>
                </c:pt>
                <c:pt idx="360">
                  <c:v>44938</c:v>
                </c:pt>
                <c:pt idx="361">
                  <c:v>44939</c:v>
                </c:pt>
                <c:pt idx="362">
                  <c:v>44942</c:v>
                </c:pt>
                <c:pt idx="363">
                  <c:v>44943</c:v>
                </c:pt>
                <c:pt idx="364">
                  <c:v>44944</c:v>
                </c:pt>
                <c:pt idx="365">
                  <c:v>44945</c:v>
                </c:pt>
                <c:pt idx="366">
                  <c:v>44946</c:v>
                </c:pt>
                <c:pt idx="367">
                  <c:v>44949</c:v>
                </c:pt>
                <c:pt idx="368">
                  <c:v>44950</c:v>
                </c:pt>
                <c:pt idx="369">
                  <c:v>44951</c:v>
                </c:pt>
                <c:pt idx="370">
                  <c:v>44952</c:v>
                </c:pt>
                <c:pt idx="371">
                  <c:v>44953</c:v>
                </c:pt>
                <c:pt idx="372">
                  <c:v>44956</c:v>
                </c:pt>
                <c:pt idx="373">
                  <c:v>44957</c:v>
                </c:pt>
                <c:pt idx="374">
                  <c:v>44958</c:v>
                </c:pt>
                <c:pt idx="375">
                  <c:v>44959</c:v>
                </c:pt>
                <c:pt idx="376">
                  <c:v>44960</c:v>
                </c:pt>
                <c:pt idx="377">
                  <c:v>44963</c:v>
                </c:pt>
                <c:pt idx="378">
                  <c:v>44964</c:v>
                </c:pt>
                <c:pt idx="379">
                  <c:v>44965</c:v>
                </c:pt>
                <c:pt idx="380">
                  <c:v>44966</c:v>
                </c:pt>
                <c:pt idx="381">
                  <c:v>44967</c:v>
                </c:pt>
                <c:pt idx="382">
                  <c:v>44970</c:v>
                </c:pt>
                <c:pt idx="383">
                  <c:v>44971</c:v>
                </c:pt>
                <c:pt idx="384">
                  <c:v>44972</c:v>
                </c:pt>
                <c:pt idx="385">
                  <c:v>44973</c:v>
                </c:pt>
                <c:pt idx="386">
                  <c:v>44974</c:v>
                </c:pt>
                <c:pt idx="387">
                  <c:v>44977</c:v>
                </c:pt>
                <c:pt idx="388">
                  <c:v>44978</c:v>
                </c:pt>
                <c:pt idx="389">
                  <c:v>44979</c:v>
                </c:pt>
                <c:pt idx="390">
                  <c:v>44980</c:v>
                </c:pt>
                <c:pt idx="391">
                  <c:v>44981</c:v>
                </c:pt>
                <c:pt idx="392">
                  <c:v>44984</c:v>
                </c:pt>
                <c:pt idx="393">
                  <c:v>44985</c:v>
                </c:pt>
                <c:pt idx="394">
                  <c:v>44986</c:v>
                </c:pt>
                <c:pt idx="395">
                  <c:v>44987</c:v>
                </c:pt>
                <c:pt idx="396">
                  <c:v>44988</c:v>
                </c:pt>
                <c:pt idx="397">
                  <c:v>44991</c:v>
                </c:pt>
                <c:pt idx="398">
                  <c:v>44992</c:v>
                </c:pt>
                <c:pt idx="399">
                  <c:v>44993</c:v>
                </c:pt>
                <c:pt idx="400">
                  <c:v>44994</c:v>
                </c:pt>
                <c:pt idx="401">
                  <c:v>44995</c:v>
                </c:pt>
                <c:pt idx="402">
                  <c:v>44998</c:v>
                </c:pt>
                <c:pt idx="403">
                  <c:v>44999</c:v>
                </c:pt>
                <c:pt idx="404">
                  <c:v>45000</c:v>
                </c:pt>
                <c:pt idx="405">
                  <c:v>45001</c:v>
                </c:pt>
                <c:pt idx="406">
                  <c:v>45002</c:v>
                </c:pt>
                <c:pt idx="407">
                  <c:v>45005</c:v>
                </c:pt>
                <c:pt idx="408">
                  <c:v>45006</c:v>
                </c:pt>
                <c:pt idx="409">
                  <c:v>45007</c:v>
                </c:pt>
                <c:pt idx="410">
                  <c:v>45008</c:v>
                </c:pt>
                <c:pt idx="411">
                  <c:v>45009</c:v>
                </c:pt>
                <c:pt idx="412">
                  <c:v>45012</c:v>
                </c:pt>
                <c:pt idx="413">
                  <c:v>45013</c:v>
                </c:pt>
                <c:pt idx="414">
                  <c:v>45014</c:v>
                </c:pt>
                <c:pt idx="415">
                  <c:v>45015</c:v>
                </c:pt>
                <c:pt idx="416">
                  <c:v>45016</c:v>
                </c:pt>
                <c:pt idx="417">
                  <c:v>45019</c:v>
                </c:pt>
                <c:pt idx="418">
                  <c:v>45020</c:v>
                </c:pt>
                <c:pt idx="419">
                  <c:v>45021</c:v>
                </c:pt>
                <c:pt idx="420">
                  <c:v>45022</c:v>
                </c:pt>
                <c:pt idx="421">
                  <c:v>45023</c:v>
                </c:pt>
                <c:pt idx="422">
                  <c:v>45026</c:v>
                </c:pt>
                <c:pt idx="423">
                  <c:v>45027</c:v>
                </c:pt>
                <c:pt idx="424">
                  <c:v>45028</c:v>
                </c:pt>
                <c:pt idx="425">
                  <c:v>45029</c:v>
                </c:pt>
                <c:pt idx="426">
                  <c:v>45030</c:v>
                </c:pt>
                <c:pt idx="427">
                  <c:v>45033</c:v>
                </c:pt>
                <c:pt idx="428">
                  <c:v>45034</c:v>
                </c:pt>
                <c:pt idx="429">
                  <c:v>45035</c:v>
                </c:pt>
                <c:pt idx="430">
                  <c:v>45036</c:v>
                </c:pt>
                <c:pt idx="431">
                  <c:v>45037</c:v>
                </c:pt>
                <c:pt idx="432">
                  <c:v>45040</c:v>
                </c:pt>
                <c:pt idx="433">
                  <c:v>45041</c:v>
                </c:pt>
                <c:pt idx="434">
                  <c:v>45042</c:v>
                </c:pt>
                <c:pt idx="435">
                  <c:v>45043</c:v>
                </c:pt>
                <c:pt idx="436">
                  <c:v>45044</c:v>
                </c:pt>
                <c:pt idx="437">
                  <c:v>45047</c:v>
                </c:pt>
                <c:pt idx="438">
                  <c:v>45048</c:v>
                </c:pt>
                <c:pt idx="439">
                  <c:v>45049</c:v>
                </c:pt>
                <c:pt idx="440">
                  <c:v>45050</c:v>
                </c:pt>
                <c:pt idx="441">
                  <c:v>45051</c:v>
                </c:pt>
                <c:pt idx="442">
                  <c:v>45054</c:v>
                </c:pt>
                <c:pt idx="443">
                  <c:v>45055</c:v>
                </c:pt>
                <c:pt idx="444">
                  <c:v>45056</c:v>
                </c:pt>
                <c:pt idx="445">
                  <c:v>45057</c:v>
                </c:pt>
                <c:pt idx="446">
                  <c:v>45058</c:v>
                </c:pt>
                <c:pt idx="447">
                  <c:v>45061</c:v>
                </c:pt>
                <c:pt idx="448">
                  <c:v>45062</c:v>
                </c:pt>
                <c:pt idx="449">
                  <c:v>45063</c:v>
                </c:pt>
                <c:pt idx="450">
                  <c:v>45064</c:v>
                </c:pt>
                <c:pt idx="451">
                  <c:v>45065</c:v>
                </c:pt>
                <c:pt idx="452">
                  <c:v>45068</c:v>
                </c:pt>
                <c:pt idx="453">
                  <c:v>45069</c:v>
                </c:pt>
                <c:pt idx="454">
                  <c:v>45070</c:v>
                </c:pt>
                <c:pt idx="455">
                  <c:v>45071</c:v>
                </c:pt>
                <c:pt idx="456">
                  <c:v>45072</c:v>
                </c:pt>
                <c:pt idx="457">
                  <c:v>45075</c:v>
                </c:pt>
                <c:pt idx="458">
                  <c:v>45076</c:v>
                </c:pt>
                <c:pt idx="459">
                  <c:v>45077</c:v>
                </c:pt>
                <c:pt idx="460">
                  <c:v>45078</c:v>
                </c:pt>
                <c:pt idx="461">
                  <c:v>45079</c:v>
                </c:pt>
                <c:pt idx="462">
                  <c:v>45082</c:v>
                </c:pt>
                <c:pt idx="463">
                  <c:v>45083</c:v>
                </c:pt>
                <c:pt idx="464">
                  <c:v>45084</c:v>
                </c:pt>
                <c:pt idx="465">
                  <c:v>45085</c:v>
                </c:pt>
                <c:pt idx="466">
                  <c:v>45086</c:v>
                </c:pt>
                <c:pt idx="467">
                  <c:v>45089</c:v>
                </c:pt>
                <c:pt idx="468">
                  <c:v>45090</c:v>
                </c:pt>
                <c:pt idx="469">
                  <c:v>45091</c:v>
                </c:pt>
                <c:pt idx="470">
                  <c:v>45092</c:v>
                </c:pt>
                <c:pt idx="471">
                  <c:v>45093</c:v>
                </c:pt>
                <c:pt idx="472">
                  <c:v>45096</c:v>
                </c:pt>
                <c:pt idx="473">
                  <c:v>45097</c:v>
                </c:pt>
                <c:pt idx="474">
                  <c:v>45098</c:v>
                </c:pt>
                <c:pt idx="475">
                  <c:v>45099</c:v>
                </c:pt>
                <c:pt idx="476">
                  <c:v>45100</c:v>
                </c:pt>
                <c:pt idx="477">
                  <c:v>45103</c:v>
                </c:pt>
                <c:pt idx="478">
                  <c:v>45104</c:v>
                </c:pt>
                <c:pt idx="479">
                  <c:v>45105</c:v>
                </c:pt>
                <c:pt idx="480">
                  <c:v>45106</c:v>
                </c:pt>
                <c:pt idx="481">
                  <c:v>45107</c:v>
                </c:pt>
                <c:pt idx="482">
                  <c:v>45110</c:v>
                </c:pt>
                <c:pt idx="483">
                  <c:v>45111</c:v>
                </c:pt>
                <c:pt idx="484">
                  <c:v>45112</c:v>
                </c:pt>
                <c:pt idx="485">
                  <c:v>45113</c:v>
                </c:pt>
                <c:pt idx="486">
                  <c:v>45114</c:v>
                </c:pt>
                <c:pt idx="487">
                  <c:v>45117</c:v>
                </c:pt>
                <c:pt idx="488">
                  <c:v>45118</c:v>
                </c:pt>
                <c:pt idx="489">
                  <c:v>45119</c:v>
                </c:pt>
                <c:pt idx="490">
                  <c:v>45120</c:v>
                </c:pt>
                <c:pt idx="491">
                  <c:v>45121</c:v>
                </c:pt>
                <c:pt idx="492">
                  <c:v>45124</c:v>
                </c:pt>
                <c:pt idx="493">
                  <c:v>45125</c:v>
                </c:pt>
                <c:pt idx="494">
                  <c:v>45126</c:v>
                </c:pt>
                <c:pt idx="495">
                  <c:v>45127</c:v>
                </c:pt>
                <c:pt idx="496">
                  <c:v>45128</c:v>
                </c:pt>
                <c:pt idx="497">
                  <c:v>45131</c:v>
                </c:pt>
                <c:pt idx="498">
                  <c:v>45132</c:v>
                </c:pt>
                <c:pt idx="499">
                  <c:v>45133</c:v>
                </c:pt>
                <c:pt idx="500">
                  <c:v>45134</c:v>
                </c:pt>
                <c:pt idx="501">
                  <c:v>45135</c:v>
                </c:pt>
                <c:pt idx="502">
                  <c:v>45138</c:v>
                </c:pt>
                <c:pt idx="503">
                  <c:v>45139</c:v>
                </c:pt>
                <c:pt idx="504">
                  <c:v>45140</c:v>
                </c:pt>
                <c:pt idx="505">
                  <c:v>45141</c:v>
                </c:pt>
                <c:pt idx="506">
                  <c:v>45142</c:v>
                </c:pt>
                <c:pt idx="507">
                  <c:v>45145</c:v>
                </c:pt>
                <c:pt idx="508">
                  <c:v>45146</c:v>
                </c:pt>
                <c:pt idx="509">
                  <c:v>45147</c:v>
                </c:pt>
                <c:pt idx="510">
                  <c:v>45148</c:v>
                </c:pt>
                <c:pt idx="511">
                  <c:v>45149</c:v>
                </c:pt>
                <c:pt idx="512">
                  <c:v>45152</c:v>
                </c:pt>
                <c:pt idx="513">
                  <c:v>45153</c:v>
                </c:pt>
                <c:pt idx="514">
                  <c:v>45154</c:v>
                </c:pt>
                <c:pt idx="515">
                  <c:v>45155</c:v>
                </c:pt>
                <c:pt idx="516">
                  <c:v>45156</c:v>
                </c:pt>
                <c:pt idx="517">
                  <c:v>45159</c:v>
                </c:pt>
                <c:pt idx="518">
                  <c:v>45160</c:v>
                </c:pt>
                <c:pt idx="519">
                  <c:v>45161</c:v>
                </c:pt>
                <c:pt idx="520">
                  <c:v>45162</c:v>
                </c:pt>
                <c:pt idx="521">
                  <c:v>45163</c:v>
                </c:pt>
                <c:pt idx="522">
                  <c:v>45166</c:v>
                </c:pt>
                <c:pt idx="523">
                  <c:v>45167</c:v>
                </c:pt>
                <c:pt idx="524">
                  <c:v>45168</c:v>
                </c:pt>
                <c:pt idx="525">
                  <c:v>45169</c:v>
                </c:pt>
                <c:pt idx="526">
                  <c:v>45170</c:v>
                </c:pt>
                <c:pt idx="527">
                  <c:v>45173</c:v>
                </c:pt>
                <c:pt idx="528">
                  <c:v>45174</c:v>
                </c:pt>
                <c:pt idx="529">
                  <c:v>45175</c:v>
                </c:pt>
                <c:pt idx="530">
                  <c:v>45176</c:v>
                </c:pt>
                <c:pt idx="531">
                  <c:v>45177</c:v>
                </c:pt>
                <c:pt idx="532">
                  <c:v>45180</c:v>
                </c:pt>
                <c:pt idx="533">
                  <c:v>45181</c:v>
                </c:pt>
                <c:pt idx="534">
                  <c:v>45182</c:v>
                </c:pt>
                <c:pt idx="535">
                  <c:v>45183</c:v>
                </c:pt>
                <c:pt idx="536">
                  <c:v>45184</c:v>
                </c:pt>
                <c:pt idx="537">
                  <c:v>45187</c:v>
                </c:pt>
                <c:pt idx="538">
                  <c:v>45188</c:v>
                </c:pt>
                <c:pt idx="539">
                  <c:v>45189</c:v>
                </c:pt>
                <c:pt idx="540">
                  <c:v>45190</c:v>
                </c:pt>
                <c:pt idx="541">
                  <c:v>45191</c:v>
                </c:pt>
                <c:pt idx="542">
                  <c:v>45194</c:v>
                </c:pt>
                <c:pt idx="543">
                  <c:v>45195</c:v>
                </c:pt>
                <c:pt idx="544">
                  <c:v>45196</c:v>
                </c:pt>
                <c:pt idx="545">
                  <c:v>45197</c:v>
                </c:pt>
                <c:pt idx="546">
                  <c:v>45198</c:v>
                </c:pt>
                <c:pt idx="547">
                  <c:v>45201</c:v>
                </c:pt>
                <c:pt idx="548">
                  <c:v>45202</c:v>
                </c:pt>
                <c:pt idx="549">
                  <c:v>45203</c:v>
                </c:pt>
                <c:pt idx="550">
                  <c:v>45204</c:v>
                </c:pt>
                <c:pt idx="551">
                  <c:v>45205</c:v>
                </c:pt>
                <c:pt idx="552">
                  <c:v>45208</c:v>
                </c:pt>
                <c:pt idx="553">
                  <c:v>45209</c:v>
                </c:pt>
                <c:pt idx="554">
                  <c:v>45210</c:v>
                </c:pt>
                <c:pt idx="555">
                  <c:v>45211</c:v>
                </c:pt>
                <c:pt idx="556">
                  <c:v>45212</c:v>
                </c:pt>
                <c:pt idx="557">
                  <c:v>45215</c:v>
                </c:pt>
                <c:pt idx="558">
                  <c:v>45216</c:v>
                </c:pt>
                <c:pt idx="559">
                  <c:v>45217</c:v>
                </c:pt>
                <c:pt idx="560">
                  <c:v>45218</c:v>
                </c:pt>
                <c:pt idx="561">
                  <c:v>45219</c:v>
                </c:pt>
                <c:pt idx="562">
                  <c:v>45222</c:v>
                </c:pt>
                <c:pt idx="563">
                  <c:v>45223</c:v>
                </c:pt>
                <c:pt idx="564">
                  <c:v>45224</c:v>
                </c:pt>
                <c:pt idx="565">
                  <c:v>45225</c:v>
                </c:pt>
                <c:pt idx="566">
                  <c:v>45226</c:v>
                </c:pt>
                <c:pt idx="567">
                  <c:v>45229</c:v>
                </c:pt>
                <c:pt idx="568">
                  <c:v>45230</c:v>
                </c:pt>
                <c:pt idx="569">
                  <c:v>45231</c:v>
                </c:pt>
                <c:pt idx="570">
                  <c:v>45232</c:v>
                </c:pt>
                <c:pt idx="571">
                  <c:v>45233</c:v>
                </c:pt>
                <c:pt idx="572">
                  <c:v>45236</c:v>
                </c:pt>
                <c:pt idx="573">
                  <c:v>45237</c:v>
                </c:pt>
                <c:pt idx="574">
                  <c:v>45238</c:v>
                </c:pt>
                <c:pt idx="575">
                  <c:v>45239</c:v>
                </c:pt>
                <c:pt idx="576">
                  <c:v>45240</c:v>
                </c:pt>
                <c:pt idx="577">
                  <c:v>45243</c:v>
                </c:pt>
                <c:pt idx="578">
                  <c:v>45244</c:v>
                </c:pt>
                <c:pt idx="579">
                  <c:v>45245</c:v>
                </c:pt>
                <c:pt idx="580">
                  <c:v>45246</c:v>
                </c:pt>
                <c:pt idx="581">
                  <c:v>45247</c:v>
                </c:pt>
                <c:pt idx="582">
                  <c:v>45250</c:v>
                </c:pt>
                <c:pt idx="583">
                  <c:v>45251</c:v>
                </c:pt>
                <c:pt idx="584">
                  <c:v>45252</c:v>
                </c:pt>
                <c:pt idx="585">
                  <c:v>45253</c:v>
                </c:pt>
                <c:pt idx="586">
                  <c:v>45254</c:v>
                </c:pt>
                <c:pt idx="587">
                  <c:v>45257</c:v>
                </c:pt>
                <c:pt idx="588">
                  <c:v>45258</c:v>
                </c:pt>
                <c:pt idx="589">
                  <c:v>45259</c:v>
                </c:pt>
                <c:pt idx="590">
                  <c:v>45260</c:v>
                </c:pt>
                <c:pt idx="591">
                  <c:v>45261</c:v>
                </c:pt>
                <c:pt idx="592">
                  <c:v>45264</c:v>
                </c:pt>
                <c:pt idx="593">
                  <c:v>45265</c:v>
                </c:pt>
                <c:pt idx="594">
                  <c:v>45266</c:v>
                </c:pt>
                <c:pt idx="595">
                  <c:v>45267</c:v>
                </c:pt>
                <c:pt idx="596">
                  <c:v>45268</c:v>
                </c:pt>
                <c:pt idx="597">
                  <c:v>45271</c:v>
                </c:pt>
                <c:pt idx="598">
                  <c:v>45272</c:v>
                </c:pt>
                <c:pt idx="599">
                  <c:v>45273</c:v>
                </c:pt>
                <c:pt idx="600">
                  <c:v>45274</c:v>
                </c:pt>
                <c:pt idx="601">
                  <c:v>45275</c:v>
                </c:pt>
                <c:pt idx="602">
                  <c:v>45278</c:v>
                </c:pt>
                <c:pt idx="603">
                  <c:v>45279</c:v>
                </c:pt>
                <c:pt idx="604">
                  <c:v>45280</c:v>
                </c:pt>
                <c:pt idx="605">
                  <c:v>45281</c:v>
                </c:pt>
                <c:pt idx="606">
                  <c:v>45282</c:v>
                </c:pt>
                <c:pt idx="607">
                  <c:v>45285</c:v>
                </c:pt>
                <c:pt idx="608">
                  <c:v>45286</c:v>
                </c:pt>
                <c:pt idx="609">
                  <c:v>45287</c:v>
                </c:pt>
                <c:pt idx="610">
                  <c:v>45288</c:v>
                </c:pt>
                <c:pt idx="611">
                  <c:v>45289</c:v>
                </c:pt>
                <c:pt idx="612">
                  <c:v>45292</c:v>
                </c:pt>
                <c:pt idx="613">
                  <c:v>45293</c:v>
                </c:pt>
                <c:pt idx="614">
                  <c:v>45294</c:v>
                </c:pt>
                <c:pt idx="615">
                  <c:v>45295</c:v>
                </c:pt>
                <c:pt idx="616">
                  <c:v>45296</c:v>
                </c:pt>
                <c:pt idx="617">
                  <c:v>45299</c:v>
                </c:pt>
                <c:pt idx="618">
                  <c:v>45300</c:v>
                </c:pt>
                <c:pt idx="619">
                  <c:v>45301</c:v>
                </c:pt>
                <c:pt idx="620">
                  <c:v>45302</c:v>
                </c:pt>
                <c:pt idx="621">
                  <c:v>45303</c:v>
                </c:pt>
                <c:pt idx="622">
                  <c:v>45306</c:v>
                </c:pt>
                <c:pt idx="623">
                  <c:v>45307</c:v>
                </c:pt>
                <c:pt idx="624">
                  <c:v>45308</c:v>
                </c:pt>
                <c:pt idx="625">
                  <c:v>45309</c:v>
                </c:pt>
                <c:pt idx="626">
                  <c:v>45310</c:v>
                </c:pt>
                <c:pt idx="627">
                  <c:v>45313</c:v>
                </c:pt>
                <c:pt idx="628">
                  <c:v>45314</c:v>
                </c:pt>
                <c:pt idx="629">
                  <c:v>45315</c:v>
                </c:pt>
                <c:pt idx="630">
                  <c:v>45316</c:v>
                </c:pt>
                <c:pt idx="631">
                  <c:v>45317</c:v>
                </c:pt>
                <c:pt idx="632">
                  <c:v>45320</c:v>
                </c:pt>
                <c:pt idx="633">
                  <c:v>45321</c:v>
                </c:pt>
                <c:pt idx="634">
                  <c:v>45322</c:v>
                </c:pt>
                <c:pt idx="635">
                  <c:v>45323</c:v>
                </c:pt>
                <c:pt idx="636">
                  <c:v>45324</c:v>
                </c:pt>
                <c:pt idx="637">
                  <c:v>45327</c:v>
                </c:pt>
                <c:pt idx="638">
                  <c:v>45328</c:v>
                </c:pt>
                <c:pt idx="639">
                  <c:v>45329</c:v>
                </c:pt>
                <c:pt idx="640">
                  <c:v>45330</c:v>
                </c:pt>
                <c:pt idx="641">
                  <c:v>45331</c:v>
                </c:pt>
                <c:pt idx="642">
                  <c:v>45334</c:v>
                </c:pt>
                <c:pt idx="643">
                  <c:v>45335</c:v>
                </c:pt>
                <c:pt idx="644">
                  <c:v>45336</c:v>
                </c:pt>
                <c:pt idx="645">
                  <c:v>45337</c:v>
                </c:pt>
                <c:pt idx="646">
                  <c:v>45338</c:v>
                </c:pt>
                <c:pt idx="647">
                  <c:v>45341</c:v>
                </c:pt>
                <c:pt idx="648">
                  <c:v>45342</c:v>
                </c:pt>
                <c:pt idx="649">
                  <c:v>45343</c:v>
                </c:pt>
                <c:pt idx="650">
                  <c:v>45344</c:v>
                </c:pt>
                <c:pt idx="651">
                  <c:v>45345</c:v>
                </c:pt>
                <c:pt idx="652">
                  <c:v>45348</c:v>
                </c:pt>
                <c:pt idx="653">
                  <c:v>45349</c:v>
                </c:pt>
                <c:pt idx="654">
                  <c:v>45350</c:v>
                </c:pt>
                <c:pt idx="655">
                  <c:v>45351</c:v>
                </c:pt>
                <c:pt idx="656">
                  <c:v>45352</c:v>
                </c:pt>
                <c:pt idx="657">
                  <c:v>45355</c:v>
                </c:pt>
                <c:pt idx="658">
                  <c:v>45356</c:v>
                </c:pt>
                <c:pt idx="659">
                  <c:v>45357</c:v>
                </c:pt>
                <c:pt idx="660">
                  <c:v>45358</c:v>
                </c:pt>
                <c:pt idx="661">
                  <c:v>45359</c:v>
                </c:pt>
                <c:pt idx="662">
                  <c:v>45362</c:v>
                </c:pt>
                <c:pt idx="663">
                  <c:v>45363</c:v>
                </c:pt>
                <c:pt idx="664">
                  <c:v>45364</c:v>
                </c:pt>
                <c:pt idx="665">
                  <c:v>45365</c:v>
                </c:pt>
                <c:pt idx="666">
                  <c:v>45366</c:v>
                </c:pt>
                <c:pt idx="667">
                  <c:v>45369</c:v>
                </c:pt>
                <c:pt idx="668">
                  <c:v>45370</c:v>
                </c:pt>
                <c:pt idx="669">
                  <c:v>45371</c:v>
                </c:pt>
                <c:pt idx="670">
                  <c:v>45372</c:v>
                </c:pt>
                <c:pt idx="671">
                  <c:v>45373</c:v>
                </c:pt>
                <c:pt idx="672">
                  <c:v>45376</c:v>
                </c:pt>
                <c:pt idx="673">
                  <c:v>45377</c:v>
                </c:pt>
                <c:pt idx="674">
                  <c:v>45378</c:v>
                </c:pt>
                <c:pt idx="675">
                  <c:v>45379</c:v>
                </c:pt>
                <c:pt idx="676">
                  <c:v>45380</c:v>
                </c:pt>
                <c:pt idx="677">
                  <c:v>45383</c:v>
                </c:pt>
                <c:pt idx="678">
                  <c:v>45384</c:v>
                </c:pt>
                <c:pt idx="679">
                  <c:v>45385</c:v>
                </c:pt>
                <c:pt idx="680">
                  <c:v>45386</c:v>
                </c:pt>
                <c:pt idx="681">
                  <c:v>45387</c:v>
                </c:pt>
                <c:pt idx="682">
                  <c:v>45390</c:v>
                </c:pt>
                <c:pt idx="683">
                  <c:v>45391</c:v>
                </c:pt>
                <c:pt idx="684">
                  <c:v>45392</c:v>
                </c:pt>
                <c:pt idx="685">
                  <c:v>45393</c:v>
                </c:pt>
                <c:pt idx="686">
                  <c:v>45394</c:v>
                </c:pt>
                <c:pt idx="687">
                  <c:v>45397</c:v>
                </c:pt>
                <c:pt idx="688">
                  <c:v>45398</c:v>
                </c:pt>
                <c:pt idx="689">
                  <c:v>45399</c:v>
                </c:pt>
                <c:pt idx="690">
                  <c:v>45400</c:v>
                </c:pt>
                <c:pt idx="691">
                  <c:v>45401</c:v>
                </c:pt>
                <c:pt idx="692">
                  <c:v>45404</c:v>
                </c:pt>
                <c:pt idx="693">
                  <c:v>45405</c:v>
                </c:pt>
                <c:pt idx="694">
                  <c:v>45406</c:v>
                </c:pt>
                <c:pt idx="695">
                  <c:v>45407</c:v>
                </c:pt>
                <c:pt idx="696">
                  <c:v>45408</c:v>
                </c:pt>
                <c:pt idx="697">
                  <c:v>45411</c:v>
                </c:pt>
                <c:pt idx="698">
                  <c:v>45412</c:v>
                </c:pt>
                <c:pt idx="699">
                  <c:v>45413</c:v>
                </c:pt>
                <c:pt idx="700">
                  <c:v>45414</c:v>
                </c:pt>
                <c:pt idx="701">
                  <c:v>45415</c:v>
                </c:pt>
                <c:pt idx="702">
                  <c:v>45418</c:v>
                </c:pt>
                <c:pt idx="703">
                  <c:v>45419</c:v>
                </c:pt>
                <c:pt idx="704">
                  <c:v>45420</c:v>
                </c:pt>
                <c:pt idx="705">
                  <c:v>45421</c:v>
                </c:pt>
                <c:pt idx="706">
                  <c:v>45422</c:v>
                </c:pt>
                <c:pt idx="707">
                  <c:v>45425</c:v>
                </c:pt>
                <c:pt idx="708">
                  <c:v>45426</c:v>
                </c:pt>
                <c:pt idx="709">
                  <c:v>45427</c:v>
                </c:pt>
                <c:pt idx="710">
                  <c:v>45428</c:v>
                </c:pt>
                <c:pt idx="711">
                  <c:v>45429</c:v>
                </c:pt>
                <c:pt idx="712">
                  <c:v>45432</c:v>
                </c:pt>
                <c:pt idx="713">
                  <c:v>45433</c:v>
                </c:pt>
                <c:pt idx="714">
                  <c:v>45434</c:v>
                </c:pt>
                <c:pt idx="715">
                  <c:v>45435</c:v>
                </c:pt>
                <c:pt idx="716">
                  <c:v>45436</c:v>
                </c:pt>
                <c:pt idx="717">
                  <c:v>45439</c:v>
                </c:pt>
                <c:pt idx="718">
                  <c:v>45440</c:v>
                </c:pt>
                <c:pt idx="719">
                  <c:v>45441</c:v>
                </c:pt>
                <c:pt idx="720">
                  <c:v>45442</c:v>
                </c:pt>
                <c:pt idx="721">
                  <c:v>45443</c:v>
                </c:pt>
                <c:pt idx="722">
                  <c:v>45446</c:v>
                </c:pt>
                <c:pt idx="723">
                  <c:v>45447</c:v>
                </c:pt>
                <c:pt idx="724">
                  <c:v>45448</c:v>
                </c:pt>
                <c:pt idx="725">
                  <c:v>45449</c:v>
                </c:pt>
                <c:pt idx="726">
                  <c:v>45450</c:v>
                </c:pt>
                <c:pt idx="727">
                  <c:v>45453</c:v>
                </c:pt>
                <c:pt idx="728">
                  <c:v>45454</c:v>
                </c:pt>
                <c:pt idx="729">
                  <c:v>45455</c:v>
                </c:pt>
                <c:pt idx="730">
                  <c:v>45456</c:v>
                </c:pt>
                <c:pt idx="731">
                  <c:v>45457</c:v>
                </c:pt>
                <c:pt idx="732">
                  <c:v>45460</c:v>
                </c:pt>
                <c:pt idx="733">
                  <c:v>45461</c:v>
                </c:pt>
                <c:pt idx="734">
                  <c:v>45462</c:v>
                </c:pt>
                <c:pt idx="735">
                  <c:v>45463</c:v>
                </c:pt>
                <c:pt idx="736">
                  <c:v>45464</c:v>
                </c:pt>
                <c:pt idx="737">
                  <c:v>45467</c:v>
                </c:pt>
                <c:pt idx="738">
                  <c:v>45468</c:v>
                </c:pt>
                <c:pt idx="739">
                  <c:v>45469</c:v>
                </c:pt>
                <c:pt idx="740">
                  <c:v>45470</c:v>
                </c:pt>
                <c:pt idx="741">
                  <c:v>45471</c:v>
                </c:pt>
                <c:pt idx="742">
                  <c:v>45474</c:v>
                </c:pt>
                <c:pt idx="743">
                  <c:v>45475</c:v>
                </c:pt>
                <c:pt idx="744">
                  <c:v>45476</c:v>
                </c:pt>
                <c:pt idx="745">
                  <c:v>45477</c:v>
                </c:pt>
                <c:pt idx="746">
                  <c:v>45478</c:v>
                </c:pt>
                <c:pt idx="747">
                  <c:v>45481</c:v>
                </c:pt>
                <c:pt idx="748">
                  <c:v>45482</c:v>
                </c:pt>
                <c:pt idx="749">
                  <c:v>45483</c:v>
                </c:pt>
                <c:pt idx="750">
                  <c:v>45484</c:v>
                </c:pt>
                <c:pt idx="751">
                  <c:v>45485</c:v>
                </c:pt>
                <c:pt idx="752">
                  <c:v>45488</c:v>
                </c:pt>
                <c:pt idx="753">
                  <c:v>45489</c:v>
                </c:pt>
                <c:pt idx="754">
                  <c:v>45490</c:v>
                </c:pt>
                <c:pt idx="755">
                  <c:v>45491</c:v>
                </c:pt>
                <c:pt idx="756">
                  <c:v>45492</c:v>
                </c:pt>
                <c:pt idx="757">
                  <c:v>45495</c:v>
                </c:pt>
                <c:pt idx="758">
                  <c:v>45496</c:v>
                </c:pt>
                <c:pt idx="759">
                  <c:v>45497</c:v>
                </c:pt>
                <c:pt idx="760">
                  <c:v>45498</c:v>
                </c:pt>
                <c:pt idx="761">
                  <c:v>45499</c:v>
                </c:pt>
                <c:pt idx="762">
                  <c:v>45502</c:v>
                </c:pt>
                <c:pt idx="763">
                  <c:v>45503</c:v>
                </c:pt>
                <c:pt idx="764">
                  <c:v>45504</c:v>
                </c:pt>
                <c:pt idx="765">
                  <c:v>45505</c:v>
                </c:pt>
                <c:pt idx="766">
                  <c:v>45506</c:v>
                </c:pt>
                <c:pt idx="767">
                  <c:v>45509</c:v>
                </c:pt>
                <c:pt idx="768">
                  <c:v>45510</c:v>
                </c:pt>
                <c:pt idx="769">
                  <c:v>45511</c:v>
                </c:pt>
                <c:pt idx="770">
                  <c:v>45512</c:v>
                </c:pt>
                <c:pt idx="771">
                  <c:v>45513</c:v>
                </c:pt>
                <c:pt idx="772">
                  <c:v>45516</c:v>
                </c:pt>
                <c:pt idx="773">
                  <c:v>45517</c:v>
                </c:pt>
                <c:pt idx="774">
                  <c:v>45518</c:v>
                </c:pt>
                <c:pt idx="775">
                  <c:v>45519</c:v>
                </c:pt>
                <c:pt idx="776">
                  <c:v>45520</c:v>
                </c:pt>
                <c:pt idx="777">
                  <c:v>45523</c:v>
                </c:pt>
                <c:pt idx="778">
                  <c:v>45524</c:v>
                </c:pt>
                <c:pt idx="779">
                  <c:v>45525</c:v>
                </c:pt>
                <c:pt idx="780">
                  <c:v>45526</c:v>
                </c:pt>
                <c:pt idx="781">
                  <c:v>45527</c:v>
                </c:pt>
                <c:pt idx="782">
                  <c:v>45530</c:v>
                </c:pt>
                <c:pt idx="783">
                  <c:v>45531</c:v>
                </c:pt>
                <c:pt idx="784">
                  <c:v>45532</c:v>
                </c:pt>
                <c:pt idx="785">
                  <c:v>45533</c:v>
                </c:pt>
                <c:pt idx="786">
                  <c:v>45534</c:v>
                </c:pt>
                <c:pt idx="787">
                  <c:v>45537</c:v>
                </c:pt>
                <c:pt idx="788">
                  <c:v>45538</c:v>
                </c:pt>
                <c:pt idx="789">
                  <c:v>45539</c:v>
                </c:pt>
                <c:pt idx="790">
                  <c:v>45540</c:v>
                </c:pt>
                <c:pt idx="791">
                  <c:v>45541</c:v>
                </c:pt>
                <c:pt idx="792">
                  <c:v>45544</c:v>
                </c:pt>
                <c:pt idx="793">
                  <c:v>45545</c:v>
                </c:pt>
                <c:pt idx="794">
                  <c:v>45546</c:v>
                </c:pt>
                <c:pt idx="795">
                  <c:v>45547</c:v>
                </c:pt>
                <c:pt idx="796">
                  <c:v>45548</c:v>
                </c:pt>
                <c:pt idx="797">
                  <c:v>45551</c:v>
                </c:pt>
                <c:pt idx="798">
                  <c:v>45552</c:v>
                </c:pt>
                <c:pt idx="799">
                  <c:v>45553</c:v>
                </c:pt>
                <c:pt idx="800">
                  <c:v>45554</c:v>
                </c:pt>
                <c:pt idx="801">
                  <c:v>45555</c:v>
                </c:pt>
                <c:pt idx="802">
                  <c:v>45558</c:v>
                </c:pt>
                <c:pt idx="803">
                  <c:v>45559</c:v>
                </c:pt>
                <c:pt idx="804">
                  <c:v>45560</c:v>
                </c:pt>
                <c:pt idx="805">
                  <c:v>45561</c:v>
                </c:pt>
                <c:pt idx="806">
                  <c:v>45562</c:v>
                </c:pt>
                <c:pt idx="807">
                  <c:v>45565</c:v>
                </c:pt>
                <c:pt idx="808">
                  <c:v>45566</c:v>
                </c:pt>
                <c:pt idx="809">
                  <c:v>45567</c:v>
                </c:pt>
                <c:pt idx="810">
                  <c:v>45568</c:v>
                </c:pt>
                <c:pt idx="811">
                  <c:v>45569</c:v>
                </c:pt>
                <c:pt idx="812">
                  <c:v>45572</c:v>
                </c:pt>
                <c:pt idx="813">
                  <c:v>45573</c:v>
                </c:pt>
                <c:pt idx="814">
                  <c:v>45574</c:v>
                </c:pt>
                <c:pt idx="815">
                  <c:v>45575</c:v>
                </c:pt>
                <c:pt idx="816">
                  <c:v>45576</c:v>
                </c:pt>
                <c:pt idx="817">
                  <c:v>45579</c:v>
                </c:pt>
                <c:pt idx="818">
                  <c:v>45580</c:v>
                </c:pt>
                <c:pt idx="819">
                  <c:v>45581</c:v>
                </c:pt>
                <c:pt idx="820">
                  <c:v>45582</c:v>
                </c:pt>
                <c:pt idx="821">
                  <c:v>45583</c:v>
                </c:pt>
                <c:pt idx="822">
                  <c:v>45586</c:v>
                </c:pt>
                <c:pt idx="823">
                  <c:v>45587</c:v>
                </c:pt>
                <c:pt idx="824">
                  <c:v>45588</c:v>
                </c:pt>
                <c:pt idx="825">
                  <c:v>45589</c:v>
                </c:pt>
                <c:pt idx="826">
                  <c:v>45590</c:v>
                </c:pt>
                <c:pt idx="827">
                  <c:v>45593</c:v>
                </c:pt>
                <c:pt idx="828">
                  <c:v>45594</c:v>
                </c:pt>
                <c:pt idx="829">
                  <c:v>45595</c:v>
                </c:pt>
                <c:pt idx="830">
                  <c:v>45596</c:v>
                </c:pt>
                <c:pt idx="831">
                  <c:v>45597</c:v>
                </c:pt>
                <c:pt idx="832">
                  <c:v>45600</c:v>
                </c:pt>
                <c:pt idx="833">
                  <c:v>45601</c:v>
                </c:pt>
                <c:pt idx="834">
                  <c:v>45602</c:v>
                </c:pt>
                <c:pt idx="835">
                  <c:v>45603</c:v>
                </c:pt>
                <c:pt idx="836">
                  <c:v>45604</c:v>
                </c:pt>
                <c:pt idx="837">
                  <c:v>45607</c:v>
                </c:pt>
                <c:pt idx="838">
                  <c:v>45608</c:v>
                </c:pt>
                <c:pt idx="839">
                  <c:v>45609</c:v>
                </c:pt>
                <c:pt idx="840">
                  <c:v>45610</c:v>
                </c:pt>
                <c:pt idx="841">
                  <c:v>45611</c:v>
                </c:pt>
                <c:pt idx="842">
                  <c:v>45614</c:v>
                </c:pt>
                <c:pt idx="843">
                  <c:v>45615</c:v>
                </c:pt>
                <c:pt idx="844">
                  <c:v>45616</c:v>
                </c:pt>
                <c:pt idx="845">
                  <c:v>45617</c:v>
                </c:pt>
                <c:pt idx="846">
                  <c:v>45618</c:v>
                </c:pt>
                <c:pt idx="847">
                  <c:v>45621</c:v>
                </c:pt>
                <c:pt idx="848">
                  <c:v>45622</c:v>
                </c:pt>
                <c:pt idx="849">
                  <c:v>45623</c:v>
                </c:pt>
                <c:pt idx="850">
                  <c:v>45624</c:v>
                </c:pt>
                <c:pt idx="851">
                  <c:v>45625</c:v>
                </c:pt>
                <c:pt idx="852">
                  <c:v>45628</c:v>
                </c:pt>
                <c:pt idx="853">
                  <c:v>45629</c:v>
                </c:pt>
                <c:pt idx="854">
                  <c:v>45630</c:v>
                </c:pt>
                <c:pt idx="855">
                  <c:v>45631</c:v>
                </c:pt>
                <c:pt idx="856">
                  <c:v>45632</c:v>
                </c:pt>
                <c:pt idx="857">
                  <c:v>45635</c:v>
                </c:pt>
                <c:pt idx="858">
                  <c:v>45636</c:v>
                </c:pt>
                <c:pt idx="859">
                  <c:v>45637</c:v>
                </c:pt>
                <c:pt idx="860">
                  <c:v>45638</c:v>
                </c:pt>
                <c:pt idx="861">
                  <c:v>45639</c:v>
                </c:pt>
                <c:pt idx="862">
                  <c:v>45642</c:v>
                </c:pt>
                <c:pt idx="863">
                  <c:v>45643</c:v>
                </c:pt>
                <c:pt idx="864">
                  <c:v>45644</c:v>
                </c:pt>
                <c:pt idx="865">
                  <c:v>45645</c:v>
                </c:pt>
                <c:pt idx="866">
                  <c:v>45646</c:v>
                </c:pt>
                <c:pt idx="867">
                  <c:v>45649</c:v>
                </c:pt>
                <c:pt idx="868">
                  <c:v>45650</c:v>
                </c:pt>
                <c:pt idx="869">
                  <c:v>45651</c:v>
                </c:pt>
                <c:pt idx="870">
                  <c:v>45652</c:v>
                </c:pt>
                <c:pt idx="871">
                  <c:v>45653</c:v>
                </c:pt>
                <c:pt idx="872">
                  <c:v>45656</c:v>
                </c:pt>
                <c:pt idx="873">
                  <c:v>45657</c:v>
                </c:pt>
                <c:pt idx="874">
                  <c:v>45658</c:v>
                </c:pt>
                <c:pt idx="875">
                  <c:v>45659</c:v>
                </c:pt>
                <c:pt idx="876">
                  <c:v>45660</c:v>
                </c:pt>
                <c:pt idx="877">
                  <c:v>45663</c:v>
                </c:pt>
                <c:pt idx="878">
                  <c:v>45664</c:v>
                </c:pt>
                <c:pt idx="879">
                  <c:v>45665</c:v>
                </c:pt>
                <c:pt idx="880">
                  <c:v>45666</c:v>
                </c:pt>
                <c:pt idx="881">
                  <c:v>45667</c:v>
                </c:pt>
                <c:pt idx="882">
                  <c:v>45670</c:v>
                </c:pt>
                <c:pt idx="883">
                  <c:v>45671</c:v>
                </c:pt>
                <c:pt idx="884">
                  <c:v>45672</c:v>
                </c:pt>
                <c:pt idx="885">
                  <c:v>45673</c:v>
                </c:pt>
                <c:pt idx="886">
                  <c:v>45674</c:v>
                </c:pt>
                <c:pt idx="887">
                  <c:v>45677</c:v>
                </c:pt>
                <c:pt idx="888">
                  <c:v>45678</c:v>
                </c:pt>
                <c:pt idx="889">
                  <c:v>45679</c:v>
                </c:pt>
                <c:pt idx="890">
                  <c:v>45680</c:v>
                </c:pt>
                <c:pt idx="891">
                  <c:v>45681</c:v>
                </c:pt>
                <c:pt idx="892">
                  <c:v>45684</c:v>
                </c:pt>
                <c:pt idx="893">
                  <c:v>45685</c:v>
                </c:pt>
                <c:pt idx="894">
                  <c:v>45686</c:v>
                </c:pt>
                <c:pt idx="895">
                  <c:v>45687</c:v>
                </c:pt>
                <c:pt idx="896">
                  <c:v>45688</c:v>
                </c:pt>
                <c:pt idx="897">
                  <c:v>45691</c:v>
                </c:pt>
                <c:pt idx="898">
                  <c:v>45692</c:v>
                </c:pt>
                <c:pt idx="899">
                  <c:v>45693</c:v>
                </c:pt>
                <c:pt idx="900">
                  <c:v>45694</c:v>
                </c:pt>
                <c:pt idx="901">
                  <c:v>45695</c:v>
                </c:pt>
                <c:pt idx="902">
                  <c:v>45698</c:v>
                </c:pt>
                <c:pt idx="903">
                  <c:v>45699</c:v>
                </c:pt>
                <c:pt idx="904">
                  <c:v>45700</c:v>
                </c:pt>
                <c:pt idx="905">
                  <c:v>45701</c:v>
                </c:pt>
                <c:pt idx="906">
                  <c:v>45702</c:v>
                </c:pt>
                <c:pt idx="907">
                  <c:v>45705</c:v>
                </c:pt>
                <c:pt idx="908">
                  <c:v>45706</c:v>
                </c:pt>
                <c:pt idx="909">
                  <c:v>45707</c:v>
                </c:pt>
                <c:pt idx="910">
                  <c:v>45708</c:v>
                </c:pt>
                <c:pt idx="911">
                  <c:v>45709</c:v>
                </c:pt>
                <c:pt idx="912">
                  <c:v>45712</c:v>
                </c:pt>
                <c:pt idx="913">
                  <c:v>45713</c:v>
                </c:pt>
                <c:pt idx="914">
                  <c:v>45714</c:v>
                </c:pt>
                <c:pt idx="915">
                  <c:v>45715</c:v>
                </c:pt>
                <c:pt idx="916">
                  <c:v>45716</c:v>
                </c:pt>
                <c:pt idx="917">
                  <c:v>45719</c:v>
                </c:pt>
                <c:pt idx="918">
                  <c:v>45720</c:v>
                </c:pt>
                <c:pt idx="919">
                  <c:v>45721</c:v>
                </c:pt>
                <c:pt idx="920">
                  <c:v>45722</c:v>
                </c:pt>
                <c:pt idx="921">
                  <c:v>45723</c:v>
                </c:pt>
                <c:pt idx="922">
                  <c:v>45726</c:v>
                </c:pt>
                <c:pt idx="923">
                  <c:v>45727</c:v>
                </c:pt>
                <c:pt idx="924">
                  <c:v>45728</c:v>
                </c:pt>
                <c:pt idx="925">
                  <c:v>45729</c:v>
                </c:pt>
                <c:pt idx="926">
                  <c:v>45730</c:v>
                </c:pt>
                <c:pt idx="927">
                  <c:v>45733</c:v>
                </c:pt>
                <c:pt idx="928">
                  <c:v>45734</c:v>
                </c:pt>
                <c:pt idx="929">
                  <c:v>45735</c:v>
                </c:pt>
                <c:pt idx="930">
                  <c:v>45736</c:v>
                </c:pt>
                <c:pt idx="931">
                  <c:v>45737</c:v>
                </c:pt>
                <c:pt idx="932">
                  <c:v>45740</c:v>
                </c:pt>
                <c:pt idx="933">
                  <c:v>45741</c:v>
                </c:pt>
                <c:pt idx="934">
                  <c:v>45742</c:v>
                </c:pt>
                <c:pt idx="935">
                  <c:v>45743</c:v>
                </c:pt>
                <c:pt idx="936">
                  <c:v>45744</c:v>
                </c:pt>
                <c:pt idx="937">
                  <c:v>45747</c:v>
                </c:pt>
                <c:pt idx="938">
                  <c:v>45748</c:v>
                </c:pt>
                <c:pt idx="939">
                  <c:v>45749</c:v>
                </c:pt>
                <c:pt idx="940">
                  <c:v>45750</c:v>
                </c:pt>
                <c:pt idx="941">
                  <c:v>45751</c:v>
                </c:pt>
                <c:pt idx="942">
                  <c:v>45754</c:v>
                </c:pt>
                <c:pt idx="943">
                  <c:v>45755</c:v>
                </c:pt>
                <c:pt idx="944">
                  <c:v>45756</c:v>
                </c:pt>
                <c:pt idx="945">
                  <c:v>45757</c:v>
                </c:pt>
                <c:pt idx="946">
                  <c:v>45758</c:v>
                </c:pt>
                <c:pt idx="947">
                  <c:v>45761</c:v>
                </c:pt>
                <c:pt idx="948">
                  <c:v>45762</c:v>
                </c:pt>
                <c:pt idx="949">
                  <c:v>45763</c:v>
                </c:pt>
                <c:pt idx="950">
                  <c:v>45764</c:v>
                </c:pt>
                <c:pt idx="951">
                  <c:v>45765</c:v>
                </c:pt>
                <c:pt idx="952">
                  <c:v>45768</c:v>
                </c:pt>
                <c:pt idx="953">
                  <c:v>45769</c:v>
                </c:pt>
                <c:pt idx="954">
                  <c:v>45770</c:v>
                </c:pt>
                <c:pt idx="955">
                  <c:v>45771</c:v>
                </c:pt>
                <c:pt idx="956">
                  <c:v>45772</c:v>
                </c:pt>
                <c:pt idx="957">
                  <c:v>45775</c:v>
                </c:pt>
                <c:pt idx="958">
                  <c:v>45776</c:v>
                </c:pt>
                <c:pt idx="959">
                  <c:v>45777</c:v>
                </c:pt>
                <c:pt idx="960">
                  <c:v>45778</c:v>
                </c:pt>
                <c:pt idx="961">
                  <c:v>45779</c:v>
                </c:pt>
                <c:pt idx="962">
                  <c:v>45782</c:v>
                </c:pt>
                <c:pt idx="963">
                  <c:v>45783</c:v>
                </c:pt>
                <c:pt idx="964">
                  <c:v>45784</c:v>
                </c:pt>
                <c:pt idx="965">
                  <c:v>45785</c:v>
                </c:pt>
                <c:pt idx="966">
                  <c:v>45786</c:v>
                </c:pt>
                <c:pt idx="967">
                  <c:v>45789</c:v>
                </c:pt>
                <c:pt idx="968">
                  <c:v>45790</c:v>
                </c:pt>
                <c:pt idx="969">
                  <c:v>45791</c:v>
                </c:pt>
                <c:pt idx="970">
                  <c:v>45792</c:v>
                </c:pt>
                <c:pt idx="971">
                  <c:v>45793</c:v>
                </c:pt>
                <c:pt idx="972">
                  <c:v>45796</c:v>
                </c:pt>
                <c:pt idx="973">
                  <c:v>45797</c:v>
                </c:pt>
                <c:pt idx="974">
                  <c:v>45798</c:v>
                </c:pt>
                <c:pt idx="975">
                  <c:v>45799</c:v>
                </c:pt>
                <c:pt idx="976">
                  <c:v>45800</c:v>
                </c:pt>
                <c:pt idx="977">
                  <c:v>45803</c:v>
                </c:pt>
                <c:pt idx="978">
                  <c:v>45804</c:v>
                </c:pt>
                <c:pt idx="979">
                  <c:v>45805</c:v>
                </c:pt>
                <c:pt idx="980">
                  <c:v>45806</c:v>
                </c:pt>
                <c:pt idx="981">
                  <c:v>45807</c:v>
                </c:pt>
                <c:pt idx="982">
                  <c:v>45810</c:v>
                </c:pt>
                <c:pt idx="983">
                  <c:v>45811</c:v>
                </c:pt>
                <c:pt idx="984">
                  <c:v>45812</c:v>
                </c:pt>
                <c:pt idx="985">
                  <c:v>45813</c:v>
                </c:pt>
                <c:pt idx="986">
                  <c:v>45814</c:v>
                </c:pt>
                <c:pt idx="987">
                  <c:v>45817</c:v>
                </c:pt>
                <c:pt idx="988">
                  <c:v>45818</c:v>
                </c:pt>
                <c:pt idx="989">
                  <c:v>45819</c:v>
                </c:pt>
                <c:pt idx="990">
                  <c:v>45820</c:v>
                </c:pt>
                <c:pt idx="991">
                  <c:v>45821</c:v>
                </c:pt>
                <c:pt idx="992">
                  <c:v>45824</c:v>
                </c:pt>
                <c:pt idx="993">
                  <c:v>45825</c:v>
                </c:pt>
                <c:pt idx="994">
                  <c:v>45826</c:v>
                </c:pt>
                <c:pt idx="995">
                  <c:v>45827</c:v>
                </c:pt>
                <c:pt idx="996">
                  <c:v>45828</c:v>
                </c:pt>
                <c:pt idx="997">
                  <c:v>45831</c:v>
                </c:pt>
                <c:pt idx="998">
                  <c:v>45832</c:v>
                </c:pt>
                <c:pt idx="999">
                  <c:v>45833</c:v>
                </c:pt>
                <c:pt idx="1000">
                  <c:v>45834</c:v>
                </c:pt>
                <c:pt idx="1001">
                  <c:v>45835</c:v>
                </c:pt>
                <c:pt idx="1002">
                  <c:v>45838</c:v>
                </c:pt>
                <c:pt idx="1003">
                  <c:v>45839</c:v>
                </c:pt>
                <c:pt idx="1004">
                  <c:v>45840</c:v>
                </c:pt>
                <c:pt idx="1005">
                  <c:v>45841</c:v>
                </c:pt>
                <c:pt idx="1006">
                  <c:v>45842</c:v>
                </c:pt>
                <c:pt idx="1007">
                  <c:v>45845</c:v>
                </c:pt>
                <c:pt idx="1008">
                  <c:v>45846</c:v>
                </c:pt>
                <c:pt idx="1009">
                  <c:v>45847</c:v>
                </c:pt>
                <c:pt idx="1010">
                  <c:v>45848</c:v>
                </c:pt>
                <c:pt idx="1011">
                  <c:v>45849</c:v>
                </c:pt>
                <c:pt idx="1012">
                  <c:v>45852</c:v>
                </c:pt>
                <c:pt idx="1013">
                  <c:v>45853</c:v>
                </c:pt>
                <c:pt idx="1014">
                  <c:v>45854</c:v>
                </c:pt>
                <c:pt idx="1015">
                  <c:v>45855</c:v>
                </c:pt>
                <c:pt idx="1016">
                  <c:v>45856</c:v>
                </c:pt>
                <c:pt idx="1017">
                  <c:v>45859</c:v>
                </c:pt>
                <c:pt idx="1018">
                  <c:v>45860</c:v>
                </c:pt>
                <c:pt idx="1019">
                  <c:v>45861</c:v>
                </c:pt>
                <c:pt idx="1020">
                  <c:v>45862</c:v>
                </c:pt>
                <c:pt idx="1021">
                  <c:v>45863</c:v>
                </c:pt>
                <c:pt idx="1022">
                  <c:v>45866</c:v>
                </c:pt>
                <c:pt idx="1023">
                  <c:v>45867</c:v>
                </c:pt>
                <c:pt idx="1024">
                  <c:v>45868</c:v>
                </c:pt>
                <c:pt idx="1025">
                  <c:v>45869</c:v>
                </c:pt>
                <c:pt idx="1026">
                  <c:v>45870</c:v>
                </c:pt>
                <c:pt idx="1027">
                  <c:v>45873</c:v>
                </c:pt>
                <c:pt idx="1028">
                  <c:v>45874</c:v>
                </c:pt>
                <c:pt idx="1029">
                  <c:v>45875</c:v>
                </c:pt>
                <c:pt idx="1030">
                  <c:v>45876</c:v>
                </c:pt>
                <c:pt idx="1031">
                  <c:v>45877</c:v>
                </c:pt>
                <c:pt idx="1032">
                  <c:v>45880</c:v>
                </c:pt>
                <c:pt idx="1033">
                  <c:v>45881</c:v>
                </c:pt>
                <c:pt idx="1034">
                  <c:v>45882</c:v>
                </c:pt>
                <c:pt idx="1035">
                  <c:v>45883</c:v>
                </c:pt>
                <c:pt idx="1036">
                  <c:v>45884</c:v>
                </c:pt>
                <c:pt idx="1037">
                  <c:v>45887</c:v>
                </c:pt>
                <c:pt idx="1038">
                  <c:v>45888</c:v>
                </c:pt>
                <c:pt idx="1039">
                  <c:v>45889</c:v>
                </c:pt>
                <c:pt idx="1040">
                  <c:v>45890</c:v>
                </c:pt>
                <c:pt idx="1041">
                  <c:v>45891</c:v>
                </c:pt>
                <c:pt idx="1042">
                  <c:v>45894</c:v>
                </c:pt>
                <c:pt idx="1043">
                  <c:v>45895</c:v>
                </c:pt>
                <c:pt idx="1044">
                  <c:v>45896</c:v>
                </c:pt>
                <c:pt idx="1045">
                  <c:v>45897</c:v>
                </c:pt>
                <c:pt idx="1046">
                  <c:v>45898</c:v>
                </c:pt>
                <c:pt idx="1047">
                  <c:v>45901</c:v>
                </c:pt>
                <c:pt idx="1048">
                  <c:v>45902</c:v>
                </c:pt>
                <c:pt idx="1049">
                  <c:v>45903</c:v>
                </c:pt>
                <c:pt idx="1050">
                  <c:v>45904</c:v>
                </c:pt>
                <c:pt idx="1051">
                  <c:v>45905</c:v>
                </c:pt>
                <c:pt idx="1052">
                  <c:v>45908</c:v>
                </c:pt>
                <c:pt idx="1053">
                  <c:v>45909</c:v>
                </c:pt>
                <c:pt idx="1054">
                  <c:v>45910</c:v>
                </c:pt>
                <c:pt idx="1055">
                  <c:v>45911</c:v>
                </c:pt>
                <c:pt idx="1056">
                  <c:v>45912</c:v>
                </c:pt>
                <c:pt idx="1057">
                  <c:v>45915</c:v>
                </c:pt>
                <c:pt idx="1058">
                  <c:v>45916</c:v>
                </c:pt>
                <c:pt idx="1059">
                  <c:v>45917</c:v>
                </c:pt>
                <c:pt idx="1060">
                  <c:v>45918</c:v>
                </c:pt>
                <c:pt idx="1061">
                  <c:v>45919</c:v>
                </c:pt>
                <c:pt idx="1062">
                  <c:v>45922</c:v>
                </c:pt>
                <c:pt idx="1063">
                  <c:v>45923</c:v>
                </c:pt>
                <c:pt idx="1064">
                  <c:v>45924</c:v>
                </c:pt>
                <c:pt idx="1065">
                  <c:v>45925</c:v>
                </c:pt>
                <c:pt idx="1066">
                  <c:v>45926</c:v>
                </c:pt>
                <c:pt idx="1067">
                  <c:v>45929</c:v>
                </c:pt>
                <c:pt idx="1068">
                  <c:v>45930</c:v>
                </c:pt>
                <c:pt idx="1069">
                  <c:v>45931</c:v>
                </c:pt>
                <c:pt idx="1070">
                  <c:v>45932</c:v>
                </c:pt>
                <c:pt idx="1071">
                  <c:v>45933</c:v>
                </c:pt>
                <c:pt idx="1072">
                  <c:v>45936</c:v>
                </c:pt>
                <c:pt idx="1073">
                  <c:v>45937</c:v>
                </c:pt>
                <c:pt idx="1074">
                  <c:v>45938</c:v>
                </c:pt>
                <c:pt idx="1075">
                  <c:v>45939</c:v>
                </c:pt>
                <c:pt idx="1076">
                  <c:v>45940</c:v>
                </c:pt>
                <c:pt idx="1077">
                  <c:v>45943</c:v>
                </c:pt>
                <c:pt idx="1078">
                  <c:v>45944</c:v>
                </c:pt>
                <c:pt idx="1079">
                  <c:v>45945</c:v>
                </c:pt>
                <c:pt idx="1080">
                  <c:v>45946</c:v>
                </c:pt>
                <c:pt idx="1081">
                  <c:v>45947</c:v>
                </c:pt>
                <c:pt idx="1082">
                  <c:v>45950</c:v>
                </c:pt>
                <c:pt idx="1083">
                  <c:v>45951</c:v>
                </c:pt>
                <c:pt idx="1084">
                  <c:v>45952</c:v>
                </c:pt>
                <c:pt idx="1085">
                  <c:v>45953</c:v>
                </c:pt>
                <c:pt idx="1086">
                  <c:v>45954</c:v>
                </c:pt>
                <c:pt idx="1087">
                  <c:v>45957</c:v>
                </c:pt>
                <c:pt idx="1088">
                  <c:v>45958</c:v>
                </c:pt>
                <c:pt idx="1089">
                  <c:v>45959</c:v>
                </c:pt>
                <c:pt idx="1090">
                  <c:v>45960</c:v>
                </c:pt>
                <c:pt idx="1091">
                  <c:v>45961</c:v>
                </c:pt>
                <c:pt idx="1092">
                  <c:v>45964</c:v>
                </c:pt>
                <c:pt idx="1093">
                  <c:v>45965</c:v>
                </c:pt>
                <c:pt idx="1094">
                  <c:v>45966</c:v>
                </c:pt>
                <c:pt idx="1095">
                  <c:v>45967</c:v>
                </c:pt>
                <c:pt idx="1096">
                  <c:v>45968</c:v>
                </c:pt>
                <c:pt idx="1097">
                  <c:v>45971</c:v>
                </c:pt>
                <c:pt idx="1098">
                  <c:v>45972</c:v>
                </c:pt>
                <c:pt idx="1099">
                  <c:v>45973</c:v>
                </c:pt>
                <c:pt idx="1100">
                  <c:v>45974</c:v>
                </c:pt>
                <c:pt idx="1101">
                  <c:v>45975</c:v>
                </c:pt>
                <c:pt idx="1102">
                  <c:v>45978</c:v>
                </c:pt>
                <c:pt idx="1103">
                  <c:v>45979</c:v>
                </c:pt>
                <c:pt idx="1104">
                  <c:v>45980</c:v>
                </c:pt>
                <c:pt idx="1105">
                  <c:v>45981</c:v>
                </c:pt>
                <c:pt idx="1106">
                  <c:v>45982</c:v>
                </c:pt>
                <c:pt idx="1107">
                  <c:v>45985</c:v>
                </c:pt>
                <c:pt idx="1108">
                  <c:v>45986</c:v>
                </c:pt>
                <c:pt idx="1109">
                  <c:v>45987</c:v>
                </c:pt>
                <c:pt idx="1110">
                  <c:v>45988</c:v>
                </c:pt>
                <c:pt idx="1111">
                  <c:v>45989</c:v>
                </c:pt>
                <c:pt idx="1112">
                  <c:v>45992</c:v>
                </c:pt>
                <c:pt idx="1113">
                  <c:v>45993</c:v>
                </c:pt>
                <c:pt idx="1114">
                  <c:v>45994</c:v>
                </c:pt>
                <c:pt idx="1115">
                  <c:v>45995</c:v>
                </c:pt>
                <c:pt idx="1116">
                  <c:v>45996</c:v>
                </c:pt>
                <c:pt idx="1117">
                  <c:v>45999</c:v>
                </c:pt>
                <c:pt idx="1118">
                  <c:v>46000</c:v>
                </c:pt>
                <c:pt idx="1119">
                  <c:v>46001</c:v>
                </c:pt>
                <c:pt idx="1120">
                  <c:v>46002</c:v>
                </c:pt>
                <c:pt idx="1121">
                  <c:v>46003</c:v>
                </c:pt>
                <c:pt idx="1122">
                  <c:v>46006</c:v>
                </c:pt>
                <c:pt idx="1123">
                  <c:v>46007</c:v>
                </c:pt>
                <c:pt idx="1124">
                  <c:v>46008</c:v>
                </c:pt>
                <c:pt idx="1125">
                  <c:v>46009</c:v>
                </c:pt>
                <c:pt idx="1126">
                  <c:v>46010</c:v>
                </c:pt>
                <c:pt idx="1127">
                  <c:v>46013</c:v>
                </c:pt>
                <c:pt idx="1128">
                  <c:v>46014</c:v>
                </c:pt>
                <c:pt idx="1129">
                  <c:v>46015</c:v>
                </c:pt>
                <c:pt idx="1130">
                  <c:v>46016</c:v>
                </c:pt>
                <c:pt idx="1131">
                  <c:v>46017</c:v>
                </c:pt>
                <c:pt idx="1132">
                  <c:v>46020</c:v>
                </c:pt>
                <c:pt idx="1133">
                  <c:v>46021</c:v>
                </c:pt>
                <c:pt idx="1134">
                  <c:v>46022</c:v>
                </c:pt>
                <c:pt idx="1135">
                  <c:v>46023</c:v>
                </c:pt>
                <c:pt idx="1136">
                  <c:v>46024</c:v>
                </c:pt>
                <c:pt idx="1137">
                  <c:v>46027</c:v>
                </c:pt>
                <c:pt idx="1138">
                  <c:v>46028</c:v>
                </c:pt>
                <c:pt idx="1139">
                  <c:v>46029</c:v>
                </c:pt>
                <c:pt idx="1140">
                  <c:v>46030</c:v>
                </c:pt>
                <c:pt idx="1141">
                  <c:v>46031</c:v>
                </c:pt>
                <c:pt idx="1142">
                  <c:v>46034</c:v>
                </c:pt>
                <c:pt idx="1143">
                  <c:v>46035</c:v>
                </c:pt>
                <c:pt idx="1144">
                  <c:v>46036</c:v>
                </c:pt>
                <c:pt idx="1145">
                  <c:v>46037</c:v>
                </c:pt>
                <c:pt idx="1146">
                  <c:v>46038</c:v>
                </c:pt>
                <c:pt idx="1147">
                  <c:v>46041</c:v>
                </c:pt>
                <c:pt idx="1148">
                  <c:v>46042</c:v>
                </c:pt>
                <c:pt idx="1149">
                  <c:v>46043</c:v>
                </c:pt>
                <c:pt idx="1150">
                  <c:v>46044</c:v>
                </c:pt>
                <c:pt idx="1151">
                  <c:v>46045</c:v>
                </c:pt>
                <c:pt idx="1152">
                  <c:v>46048</c:v>
                </c:pt>
                <c:pt idx="1153">
                  <c:v>46049</c:v>
                </c:pt>
                <c:pt idx="1154">
                  <c:v>46050</c:v>
                </c:pt>
                <c:pt idx="1155">
                  <c:v>46051</c:v>
                </c:pt>
                <c:pt idx="1156">
                  <c:v>46052</c:v>
                </c:pt>
                <c:pt idx="1157">
                  <c:v>46055</c:v>
                </c:pt>
                <c:pt idx="1158">
                  <c:v>46056</c:v>
                </c:pt>
                <c:pt idx="1159">
                  <c:v>46057</c:v>
                </c:pt>
                <c:pt idx="1160">
                  <c:v>46058</c:v>
                </c:pt>
                <c:pt idx="1161">
                  <c:v>46059</c:v>
                </c:pt>
                <c:pt idx="1162">
                  <c:v>46062</c:v>
                </c:pt>
                <c:pt idx="1163">
                  <c:v>46063</c:v>
                </c:pt>
                <c:pt idx="1164">
                  <c:v>46064</c:v>
                </c:pt>
                <c:pt idx="1165">
                  <c:v>46065</c:v>
                </c:pt>
                <c:pt idx="1166">
                  <c:v>46066</c:v>
                </c:pt>
                <c:pt idx="1167">
                  <c:v>46069</c:v>
                </c:pt>
                <c:pt idx="1168">
                  <c:v>46070</c:v>
                </c:pt>
                <c:pt idx="1169">
                  <c:v>46071</c:v>
                </c:pt>
                <c:pt idx="1170">
                  <c:v>46072</c:v>
                </c:pt>
                <c:pt idx="1171">
                  <c:v>46073</c:v>
                </c:pt>
                <c:pt idx="1172">
                  <c:v>46076</c:v>
                </c:pt>
                <c:pt idx="1173">
                  <c:v>46077</c:v>
                </c:pt>
                <c:pt idx="1174">
                  <c:v>46078</c:v>
                </c:pt>
                <c:pt idx="1175">
                  <c:v>46079</c:v>
                </c:pt>
                <c:pt idx="1176">
                  <c:v>46080</c:v>
                </c:pt>
                <c:pt idx="1177">
                  <c:v>46083</c:v>
                </c:pt>
                <c:pt idx="1178">
                  <c:v>46084</c:v>
                </c:pt>
                <c:pt idx="1179">
                  <c:v>46085</c:v>
                </c:pt>
                <c:pt idx="1180">
                  <c:v>46086</c:v>
                </c:pt>
                <c:pt idx="1181">
                  <c:v>46087</c:v>
                </c:pt>
                <c:pt idx="1182">
                  <c:v>46090</c:v>
                </c:pt>
                <c:pt idx="1183">
                  <c:v>46091</c:v>
                </c:pt>
                <c:pt idx="1184">
                  <c:v>46092</c:v>
                </c:pt>
                <c:pt idx="1185">
                  <c:v>46093</c:v>
                </c:pt>
                <c:pt idx="1186">
                  <c:v>46094</c:v>
                </c:pt>
                <c:pt idx="1187">
                  <c:v>46097</c:v>
                </c:pt>
                <c:pt idx="1188">
                  <c:v>46098</c:v>
                </c:pt>
                <c:pt idx="1189">
                  <c:v>46099</c:v>
                </c:pt>
                <c:pt idx="1190">
                  <c:v>46100</c:v>
                </c:pt>
                <c:pt idx="1191">
                  <c:v>46101</c:v>
                </c:pt>
                <c:pt idx="1192">
                  <c:v>46104</c:v>
                </c:pt>
                <c:pt idx="1193">
                  <c:v>46105</c:v>
                </c:pt>
                <c:pt idx="1194">
                  <c:v>46106</c:v>
                </c:pt>
                <c:pt idx="1195">
                  <c:v>46107</c:v>
                </c:pt>
                <c:pt idx="1196">
                  <c:v>46108</c:v>
                </c:pt>
                <c:pt idx="1197">
                  <c:v>46111</c:v>
                </c:pt>
                <c:pt idx="1198">
                  <c:v>46112</c:v>
                </c:pt>
                <c:pt idx="1199">
                  <c:v>46113</c:v>
                </c:pt>
                <c:pt idx="1200">
                  <c:v>46114</c:v>
                </c:pt>
                <c:pt idx="1201">
                  <c:v>46115</c:v>
                </c:pt>
                <c:pt idx="1202">
                  <c:v>46118</c:v>
                </c:pt>
                <c:pt idx="1203">
                  <c:v>46119</c:v>
                </c:pt>
                <c:pt idx="1204">
                  <c:v>46120</c:v>
                </c:pt>
                <c:pt idx="1205">
                  <c:v>46121</c:v>
                </c:pt>
                <c:pt idx="1206">
                  <c:v>46122</c:v>
                </c:pt>
                <c:pt idx="1207">
                  <c:v>46125</c:v>
                </c:pt>
                <c:pt idx="1208">
                  <c:v>46126</c:v>
                </c:pt>
                <c:pt idx="1209">
                  <c:v>46127</c:v>
                </c:pt>
                <c:pt idx="1210">
                  <c:v>46128</c:v>
                </c:pt>
                <c:pt idx="1211">
                  <c:v>46129</c:v>
                </c:pt>
                <c:pt idx="1212">
                  <c:v>46132</c:v>
                </c:pt>
                <c:pt idx="1213">
                  <c:v>46133</c:v>
                </c:pt>
                <c:pt idx="1214">
                  <c:v>46134</c:v>
                </c:pt>
                <c:pt idx="1215">
                  <c:v>46135</c:v>
                </c:pt>
                <c:pt idx="1216">
                  <c:v>46136</c:v>
                </c:pt>
                <c:pt idx="1217">
                  <c:v>46139</c:v>
                </c:pt>
                <c:pt idx="1218">
                  <c:v>46140</c:v>
                </c:pt>
                <c:pt idx="1219">
                  <c:v>46141</c:v>
                </c:pt>
                <c:pt idx="1220">
                  <c:v>46142</c:v>
                </c:pt>
                <c:pt idx="1221">
                  <c:v>46143</c:v>
                </c:pt>
                <c:pt idx="1222">
                  <c:v>46146</c:v>
                </c:pt>
                <c:pt idx="1223">
                  <c:v>46147</c:v>
                </c:pt>
                <c:pt idx="1224">
                  <c:v>46148</c:v>
                </c:pt>
                <c:pt idx="1225">
                  <c:v>46149</c:v>
                </c:pt>
                <c:pt idx="1226">
                  <c:v>46150</c:v>
                </c:pt>
                <c:pt idx="1227">
                  <c:v>46153</c:v>
                </c:pt>
                <c:pt idx="1228">
                  <c:v>46154</c:v>
                </c:pt>
                <c:pt idx="1229">
                  <c:v>46155</c:v>
                </c:pt>
                <c:pt idx="1230">
                  <c:v>46156</c:v>
                </c:pt>
                <c:pt idx="1231">
                  <c:v>46157</c:v>
                </c:pt>
                <c:pt idx="1232">
                  <c:v>46160</c:v>
                </c:pt>
                <c:pt idx="1233">
                  <c:v>46161</c:v>
                </c:pt>
                <c:pt idx="1234">
                  <c:v>46162</c:v>
                </c:pt>
                <c:pt idx="1235">
                  <c:v>46163</c:v>
                </c:pt>
                <c:pt idx="1236">
                  <c:v>46164</c:v>
                </c:pt>
                <c:pt idx="1237">
                  <c:v>46167</c:v>
                </c:pt>
                <c:pt idx="1238">
                  <c:v>46168</c:v>
                </c:pt>
                <c:pt idx="1239">
                  <c:v>46169</c:v>
                </c:pt>
                <c:pt idx="1240">
                  <c:v>46170</c:v>
                </c:pt>
                <c:pt idx="1241">
                  <c:v>46171</c:v>
                </c:pt>
                <c:pt idx="1242">
                  <c:v>46174</c:v>
                </c:pt>
                <c:pt idx="1243">
                  <c:v>46175</c:v>
                </c:pt>
                <c:pt idx="1244">
                  <c:v>46176</c:v>
                </c:pt>
                <c:pt idx="1245">
                  <c:v>46177</c:v>
                </c:pt>
                <c:pt idx="1246">
                  <c:v>46178</c:v>
                </c:pt>
                <c:pt idx="1247">
                  <c:v>46181</c:v>
                </c:pt>
                <c:pt idx="1248">
                  <c:v>46182</c:v>
                </c:pt>
                <c:pt idx="1249">
                  <c:v>46183</c:v>
                </c:pt>
                <c:pt idx="1250">
                  <c:v>46184</c:v>
                </c:pt>
                <c:pt idx="1251">
                  <c:v>46185</c:v>
                </c:pt>
                <c:pt idx="1252">
                  <c:v>46188</c:v>
                </c:pt>
                <c:pt idx="1253">
                  <c:v>46189</c:v>
                </c:pt>
                <c:pt idx="1254">
                  <c:v>46190</c:v>
                </c:pt>
                <c:pt idx="1255">
                  <c:v>46191</c:v>
                </c:pt>
                <c:pt idx="1256">
                  <c:v>46192</c:v>
                </c:pt>
                <c:pt idx="1257">
                  <c:v>46195</c:v>
                </c:pt>
                <c:pt idx="1258">
                  <c:v>46196</c:v>
                </c:pt>
                <c:pt idx="1259">
                  <c:v>46197</c:v>
                </c:pt>
                <c:pt idx="1260">
                  <c:v>46198</c:v>
                </c:pt>
                <c:pt idx="1261">
                  <c:v>46199</c:v>
                </c:pt>
                <c:pt idx="1262">
                  <c:v>46202</c:v>
                </c:pt>
                <c:pt idx="1263">
                  <c:v>46203</c:v>
                </c:pt>
                <c:pt idx="1264">
                  <c:v>46204</c:v>
                </c:pt>
                <c:pt idx="1265">
                  <c:v>46205</c:v>
                </c:pt>
                <c:pt idx="1266">
                  <c:v>46206</c:v>
                </c:pt>
                <c:pt idx="1267">
                  <c:v>46209</c:v>
                </c:pt>
                <c:pt idx="1268">
                  <c:v>46210</c:v>
                </c:pt>
                <c:pt idx="1269">
                  <c:v>46211</c:v>
                </c:pt>
                <c:pt idx="1270">
                  <c:v>46212</c:v>
                </c:pt>
                <c:pt idx="1271">
                  <c:v>46213</c:v>
                </c:pt>
                <c:pt idx="1272">
                  <c:v>46216</c:v>
                </c:pt>
                <c:pt idx="1273">
                  <c:v>46217</c:v>
                </c:pt>
                <c:pt idx="1274">
                  <c:v>46218</c:v>
                </c:pt>
                <c:pt idx="1275">
                  <c:v>46219</c:v>
                </c:pt>
                <c:pt idx="1276">
                  <c:v>46220</c:v>
                </c:pt>
                <c:pt idx="1277">
                  <c:v>46223</c:v>
                </c:pt>
                <c:pt idx="1278">
                  <c:v>46224</c:v>
                </c:pt>
                <c:pt idx="1279">
                  <c:v>46225</c:v>
                </c:pt>
                <c:pt idx="1280">
                  <c:v>46226</c:v>
                </c:pt>
                <c:pt idx="1281">
                  <c:v>46227</c:v>
                </c:pt>
                <c:pt idx="1282">
                  <c:v>46230</c:v>
                </c:pt>
                <c:pt idx="1283">
                  <c:v>46231</c:v>
                </c:pt>
                <c:pt idx="1284">
                  <c:v>46232</c:v>
                </c:pt>
                <c:pt idx="1285">
                  <c:v>46233</c:v>
                </c:pt>
                <c:pt idx="1286">
                  <c:v>46234</c:v>
                </c:pt>
                <c:pt idx="1287">
                  <c:v>46237</c:v>
                </c:pt>
                <c:pt idx="1288">
                  <c:v>46238</c:v>
                </c:pt>
                <c:pt idx="1289">
                  <c:v>46239</c:v>
                </c:pt>
                <c:pt idx="1290">
                  <c:v>46240</c:v>
                </c:pt>
                <c:pt idx="1291">
                  <c:v>46241</c:v>
                </c:pt>
                <c:pt idx="1292">
                  <c:v>46244</c:v>
                </c:pt>
                <c:pt idx="1293">
                  <c:v>46245</c:v>
                </c:pt>
                <c:pt idx="1294">
                  <c:v>46246</c:v>
                </c:pt>
                <c:pt idx="1295">
                  <c:v>46247</c:v>
                </c:pt>
                <c:pt idx="1296">
                  <c:v>46248</c:v>
                </c:pt>
                <c:pt idx="1297">
                  <c:v>46251</c:v>
                </c:pt>
                <c:pt idx="1298">
                  <c:v>46252</c:v>
                </c:pt>
                <c:pt idx="1299">
                  <c:v>46253</c:v>
                </c:pt>
                <c:pt idx="1300">
                  <c:v>46254</c:v>
                </c:pt>
                <c:pt idx="1301">
                  <c:v>46255</c:v>
                </c:pt>
                <c:pt idx="1302">
                  <c:v>46258</c:v>
                </c:pt>
                <c:pt idx="1303">
                  <c:v>46259</c:v>
                </c:pt>
                <c:pt idx="1304">
                  <c:v>46259</c:v>
                </c:pt>
              </c:numCache>
            </c:numRef>
          </c:cat>
          <c:val>
            <c:numRef>
              <c:f>Planilha1!$D$2:$D$1306</c:f>
              <c:numCache>
                <c:formatCode>General</c:formatCode>
                <c:ptCount val="130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CB-46B0-A7DC-CC32765A2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33871504"/>
        <c:axId val="2079691183"/>
      </c:lineChart>
      <c:dateAx>
        <c:axId val="1433871504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2079691183"/>
        <c:crosses val="autoZero"/>
        <c:auto val="1"/>
        <c:lblOffset val="100"/>
        <c:baseTimeUnit val="days"/>
        <c:majorUnit val="1"/>
        <c:majorTimeUnit val="years"/>
      </c:dateAx>
      <c:valAx>
        <c:axId val="2079691183"/>
        <c:scaling>
          <c:orientation val="minMax"/>
          <c:min val="100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433871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 b="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738690080965641"/>
          <c:y val="2.7793322867859412E-2"/>
          <c:w val="0.67649941347765241"/>
          <c:h val="0.90636616376469459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Treasuries EUA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Planilha1!$A$2:$A$15</c:f>
              <c:strCache>
                <c:ptCount val="14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9m</c:v>
                </c:pt>
                <c:pt idx="4">
                  <c:v>1a</c:v>
                </c:pt>
                <c:pt idx="5">
                  <c:v>2a</c:v>
                </c:pt>
                <c:pt idx="6">
                  <c:v>3a</c:v>
                </c:pt>
                <c:pt idx="7">
                  <c:v>5a</c:v>
                </c:pt>
                <c:pt idx="8">
                  <c:v>7a</c:v>
                </c:pt>
                <c:pt idx="9">
                  <c:v>10a</c:v>
                </c:pt>
                <c:pt idx="10">
                  <c:v>15a</c:v>
                </c:pt>
                <c:pt idx="11">
                  <c:v>20a</c:v>
                </c:pt>
                <c:pt idx="12">
                  <c:v>30a</c:v>
                </c:pt>
                <c:pt idx="13">
                  <c:v>40a</c:v>
                </c:pt>
              </c:strCache>
            </c:strRef>
          </c:cat>
          <c:val>
            <c:numRef>
              <c:f>Planilha1!$B$2:$B$15</c:f>
              <c:numCache>
                <c:formatCode>General</c:formatCode>
                <c:ptCount val="14"/>
                <c:pt idx="0">
                  <c:v>3.83</c:v>
                </c:pt>
                <c:pt idx="1">
                  <c:v>3.92</c:v>
                </c:pt>
                <c:pt idx="2">
                  <c:v>4</c:v>
                </c:pt>
                <c:pt idx="4">
                  <c:v>4.16</c:v>
                </c:pt>
                <c:pt idx="5">
                  <c:v>4.3899999999999997</c:v>
                </c:pt>
                <c:pt idx="6">
                  <c:v>4.45</c:v>
                </c:pt>
                <c:pt idx="7">
                  <c:v>4.54</c:v>
                </c:pt>
                <c:pt idx="8">
                  <c:v>4.66</c:v>
                </c:pt>
                <c:pt idx="9">
                  <c:v>4.79</c:v>
                </c:pt>
                <c:pt idx="11">
                  <c:v>5.27</c:v>
                </c:pt>
                <c:pt idx="12">
                  <c:v>5.27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58-4480-A31E-64E6461D4603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JGB Japão (%)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Planilha1!$A$2:$A$15</c:f>
              <c:strCache>
                <c:ptCount val="14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9m</c:v>
                </c:pt>
                <c:pt idx="4">
                  <c:v>1a</c:v>
                </c:pt>
                <c:pt idx="5">
                  <c:v>2a</c:v>
                </c:pt>
                <c:pt idx="6">
                  <c:v>3a</c:v>
                </c:pt>
                <c:pt idx="7">
                  <c:v>5a</c:v>
                </c:pt>
                <c:pt idx="8">
                  <c:v>7a</c:v>
                </c:pt>
                <c:pt idx="9">
                  <c:v>10a</c:v>
                </c:pt>
                <c:pt idx="10">
                  <c:v>15a</c:v>
                </c:pt>
                <c:pt idx="11">
                  <c:v>20a</c:v>
                </c:pt>
                <c:pt idx="12">
                  <c:v>30a</c:v>
                </c:pt>
                <c:pt idx="13">
                  <c:v>40a</c:v>
                </c:pt>
              </c:strCache>
            </c:strRef>
          </c:cat>
          <c:val>
            <c:numRef>
              <c:f>Planilha1!$C$2:$C$15</c:f>
              <c:numCache>
                <c:formatCode>General</c:formatCode>
                <c:ptCount val="14"/>
                <c:pt idx="0">
                  <c:v>1.05</c:v>
                </c:pt>
                <c:pt idx="1">
                  <c:v>1.03</c:v>
                </c:pt>
                <c:pt idx="2">
                  <c:v>1.19</c:v>
                </c:pt>
                <c:pt idx="3">
                  <c:v>1.4</c:v>
                </c:pt>
                <c:pt idx="4">
                  <c:v>1.54</c:v>
                </c:pt>
                <c:pt idx="5">
                  <c:v>1.83</c:v>
                </c:pt>
                <c:pt idx="6">
                  <c:v>2</c:v>
                </c:pt>
                <c:pt idx="7">
                  <c:v>2.23</c:v>
                </c:pt>
                <c:pt idx="8">
                  <c:v>2.65</c:v>
                </c:pt>
                <c:pt idx="9">
                  <c:v>2.91</c:v>
                </c:pt>
                <c:pt idx="10">
                  <c:v>4.2</c:v>
                </c:pt>
                <c:pt idx="11">
                  <c:v>3.72</c:v>
                </c:pt>
                <c:pt idx="12">
                  <c:v>3.98</c:v>
                </c:pt>
                <c:pt idx="13">
                  <c:v>4.03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58-4480-A31E-64E6461D4603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Planilha1!$A$2:$A$15</c:f>
              <c:strCache>
                <c:ptCount val="14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9m</c:v>
                </c:pt>
                <c:pt idx="4">
                  <c:v>1a</c:v>
                </c:pt>
                <c:pt idx="5">
                  <c:v>2a</c:v>
                </c:pt>
                <c:pt idx="6">
                  <c:v>3a</c:v>
                </c:pt>
                <c:pt idx="7">
                  <c:v>5a</c:v>
                </c:pt>
                <c:pt idx="8">
                  <c:v>7a</c:v>
                </c:pt>
                <c:pt idx="9">
                  <c:v>10a</c:v>
                </c:pt>
                <c:pt idx="10">
                  <c:v>15a</c:v>
                </c:pt>
                <c:pt idx="11">
                  <c:v>20a</c:v>
                </c:pt>
                <c:pt idx="12">
                  <c:v>30a</c:v>
                </c:pt>
                <c:pt idx="13">
                  <c:v>40a</c:v>
                </c:pt>
              </c:strCache>
            </c:strRef>
          </c:cat>
          <c:val>
            <c:numRef>
              <c:f>Planilha1!$D$2:$D$15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58-4480-A31E-64E6461D4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1243392"/>
        <c:axId val="1716800368"/>
      </c:lineChart>
      <c:catAx>
        <c:axId val="3412433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16800368"/>
        <c:crossesAt val="-2"/>
        <c:auto val="1"/>
        <c:lblAlgn val="ctr"/>
        <c:lblOffset val="100"/>
        <c:noMultiLvlLbl val="0"/>
      </c:catAx>
      <c:valAx>
        <c:axId val="1716800368"/>
        <c:scaling>
          <c:orientation val="minMax"/>
          <c:max val="5.6"/>
          <c:min val="-0.5"/>
        </c:scaling>
        <c:delete val="1"/>
        <c:axPos val="l"/>
        <c:numFmt formatCode="General" sourceLinked="1"/>
        <c:majorTickMark val="out"/>
        <c:minorTickMark val="none"/>
        <c:tickLblPos val="nextTo"/>
        <c:crossAx val="341243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'BOJ Rate'!$D$2:$D$92</c:f>
              <c:numCache>
                <c:formatCode>[$-409]mmm\-yy;@</c:formatCode>
                <c:ptCount val="91"/>
                <c:pt idx="0">
                  <c:v>42356</c:v>
                </c:pt>
                <c:pt idx="1">
                  <c:v>42398</c:v>
                </c:pt>
                <c:pt idx="2">
                  <c:v>42444</c:v>
                </c:pt>
                <c:pt idx="3">
                  <c:v>42488</c:v>
                </c:pt>
                <c:pt idx="4">
                  <c:v>42536</c:v>
                </c:pt>
                <c:pt idx="5">
                  <c:v>42580</c:v>
                </c:pt>
                <c:pt idx="6">
                  <c:v>42634</c:v>
                </c:pt>
                <c:pt idx="7">
                  <c:v>42675</c:v>
                </c:pt>
                <c:pt idx="8">
                  <c:v>42724</c:v>
                </c:pt>
                <c:pt idx="9">
                  <c:v>42766</c:v>
                </c:pt>
                <c:pt idx="10">
                  <c:v>42809</c:v>
                </c:pt>
                <c:pt idx="11">
                  <c:v>42852</c:v>
                </c:pt>
                <c:pt idx="12">
                  <c:v>42901</c:v>
                </c:pt>
                <c:pt idx="13">
                  <c:v>42936</c:v>
                </c:pt>
                <c:pt idx="14">
                  <c:v>42999</c:v>
                </c:pt>
                <c:pt idx="15">
                  <c:v>43039</c:v>
                </c:pt>
                <c:pt idx="16">
                  <c:v>43090</c:v>
                </c:pt>
                <c:pt idx="17">
                  <c:v>43123</c:v>
                </c:pt>
                <c:pt idx="18">
                  <c:v>43168</c:v>
                </c:pt>
                <c:pt idx="19">
                  <c:v>43217</c:v>
                </c:pt>
                <c:pt idx="20">
                  <c:v>43266</c:v>
                </c:pt>
                <c:pt idx="21">
                  <c:v>43312</c:v>
                </c:pt>
                <c:pt idx="22">
                  <c:v>43362</c:v>
                </c:pt>
                <c:pt idx="23">
                  <c:v>43404</c:v>
                </c:pt>
                <c:pt idx="24">
                  <c:v>43454</c:v>
                </c:pt>
                <c:pt idx="25">
                  <c:v>43488</c:v>
                </c:pt>
                <c:pt idx="26">
                  <c:v>43539</c:v>
                </c:pt>
                <c:pt idx="27">
                  <c:v>43580</c:v>
                </c:pt>
                <c:pt idx="28">
                  <c:v>43636</c:v>
                </c:pt>
                <c:pt idx="29">
                  <c:v>43676</c:v>
                </c:pt>
                <c:pt idx="30">
                  <c:v>43727</c:v>
                </c:pt>
                <c:pt idx="31">
                  <c:v>43769</c:v>
                </c:pt>
                <c:pt idx="32">
                  <c:v>43818</c:v>
                </c:pt>
                <c:pt idx="33">
                  <c:v>43851</c:v>
                </c:pt>
                <c:pt idx="34">
                  <c:v>43906</c:v>
                </c:pt>
                <c:pt idx="35">
                  <c:v>43948</c:v>
                </c:pt>
                <c:pt idx="36">
                  <c:v>43972</c:v>
                </c:pt>
                <c:pt idx="37">
                  <c:v>43997</c:v>
                </c:pt>
                <c:pt idx="38">
                  <c:v>44026</c:v>
                </c:pt>
                <c:pt idx="39">
                  <c:v>44091</c:v>
                </c:pt>
                <c:pt idx="40">
                  <c:v>44133</c:v>
                </c:pt>
                <c:pt idx="41">
                  <c:v>44183</c:v>
                </c:pt>
                <c:pt idx="42">
                  <c:v>44216</c:v>
                </c:pt>
                <c:pt idx="43">
                  <c:v>44274</c:v>
                </c:pt>
                <c:pt idx="44">
                  <c:v>44313</c:v>
                </c:pt>
                <c:pt idx="45">
                  <c:v>44365</c:v>
                </c:pt>
                <c:pt idx="46">
                  <c:v>44393</c:v>
                </c:pt>
                <c:pt idx="47">
                  <c:v>44460</c:v>
                </c:pt>
                <c:pt idx="48">
                  <c:v>44496</c:v>
                </c:pt>
                <c:pt idx="49">
                  <c:v>44546</c:v>
                </c:pt>
                <c:pt idx="50">
                  <c:v>44578</c:v>
                </c:pt>
                <c:pt idx="51">
                  <c:v>44637</c:v>
                </c:pt>
                <c:pt idx="52">
                  <c:v>44679</c:v>
                </c:pt>
                <c:pt idx="53">
                  <c:v>44728</c:v>
                </c:pt>
                <c:pt idx="54">
                  <c:v>44729</c:v>
                </c:pt>
                <c:pt idx="55">
                  <c:v>44763</c:v>
                </c:pt>
                <c:pt idx="56">
                  <c:v>44825</c:v>
                </c:pt>
                <c:pt idx="57">
                  <c:v>44861</c:v>
                </c:pt>
                <c:pt idx="58">
                  <c:v>44915</c:v>
                </c:pt>
                <c:pt idx="59">
                  <c:v>44943</c:v>
                </c:pt>
                <c:pt idx="60">
                  <c:v>44994</c:v>
                </c:pt>
                <c:pt idx="61">
                  <c:v>45044</c:v>
                </c:pt>
                <c:pt idx="62">
                  <c:v>45092</c:v>
                </c:pt>
                <c:pt idx="63">
                  <c:v>45135</c:v>
                </c:pt>
                <c:pt idx="64">
                  <c:v>45190</c:v>
                </c:pt>
                <c:pt idx="65">
                  <c:v>45230</c:v>
                </c:pt>
                <c:pt idx="66">
                  <c:v>45278</c:v>
                </c:pt>
                <c:pt idx="67">
                  <c:v>45314</c:v>
                </c:pt>
                <c:pt idx="68">
                  <c:v>45370</c:v>
                </c:pt>
                <c:pt idx="69">
                  <c:v>45408</c:v>
                </c:pt>
                <c:pt idx="70">
                  <c:v>45457</c:v>
                </c:pt>
                <c:pt idx="71">
                  <c:v>45504</c:v>
                </c:pt>
                <c:pt idx="72">
                  <c:v>45555</c:v>
                </c:pt>
                <c:pt idx="73">
                  <c:v>45596</c:v>
                </c:pt>
                <c:pt idx="74">
                  <c:v>45644</c:v>
                </c:pt>
                <c:pt idx="75">
                  <c:v>45681</c:v>
                </c:pt>
                <c:pt idx="76">
                  <c:v>45734</c:v>
                </c:pt>
                <c:pt idx="77">
                  <c:v>45778</c:v>
                </c:pt>
                <c:pt idx="78">
                  <c:v>45825</c:v>
                </c:pt>
                <c:pt idx="79">
                  <c:v>45869</c:v>
                </c:pt>
                <c:pt idx="80">
                  <c:v>45919</c:v>
                </c:pt>
                <c:pt idx="81">
                  <c:v>45960</c:v>
                </c:pt>
                <c:pt idx="82">
                  <c:v>46010</c:v>
                </c:pt>
                <c:pt idx="83">
                  <c:v>46045</c:v>
                </c:pt>
                <c:pt idx="84">
                  <c:v>46099</c:v>
                </c:pt>
                <c:pt idx="85">
                  <c:v>46140</c:v>
                </c:pt>
                <c:pt idx="86">
                  <c:v>46189</c:v>
                </c:pt>
                <c:pt idx="87">
                  <c:v>46234</c:v>
                </c:pt>
                <c:pt idx="88">
                  <c:v>46283</c:v>
                </c:pt>
                <c:pt idx="89">
                  <c:v>46325</c:v>
                </c:pt>
                <c:pt idx="90">
                  <c:v>46374</c:v>
                </c:pt>
              </c:numCache>
            </c:numRef>
          </c:cat>
          <c:val>
            <c:numRef>
              <c:f>'BOJ Rate'!$E$2:$E$92</c:f>
              <c:numCache>
                <c:formatCode>0.00%</c:formatCode>
                <c:ptCount val="91"/>
                <c:pt idx="0">
                  <c:v>1E-3</c:v>
                </c:pt>
                <c:pt idx="1">
                  <c:v>-1E-3</c:v>
                </c:pt>
                <c:pt idx="2">
                  <c:v>-1E-3</c:v>
                </c:pt>
                <c:pt idx="3">
                  <c:v>-1E-3</c:v>
                </c:pt>
                <c:pt idx="4">
                  <c:v>-1E-3</c:v>
                </c:pt>
                <c:pt idx="5">
                  <c:v>-1E-3</c:v>
                </c:pt>
                <c:pt idx="6">
                  <c:v>-1E-3</c:v>
                </c:pt>
                <c:pt idx="7">
                  <c:v>-1E-3</c:v>
                </c:pt>
                <c:pt idx="8">
                  <c:v>-1E-3</c:v>
                </c:pt>
                <c:pt idx="9">
                  <c:v>-1E-3</c:v>
                </c:pt>
                <c:pt idx="10">
                  <c:v>-1E-3</c:v>
                </c:pt>
                <c:pt idx="11">
                  <c:v>-1E-3</c:v>
                </c:pt>
                <c:pt idx="12">
                  <c:v>-1E-3</c:v>
                </c:pt>
                <c:pt idx="13">
                  <c:v>-1E-3</c:v>
                </c:pt>
                <c:pt idx="14">
                  <c:v>-1E-3</c:v>
                </c:pt>
                <c:pt idx="15">
                  <c:v>-1E-3</c:v>
                </c:pt>
                <c:pt idx="16">
                  <c:v>-1E-3</c:v>
                </c:pt>
                <c:pt idx="17">
                  <c:v>-1E-3</c:v>
                </c:pt>
                <c:pt idx="18">
                  <c:v>-1E-3</c:v>
                </c:pt>
                <c:pt idx="19">
                  <c:v>-1E-3</c:v>
                </c:pt>
                <c:pt idx="20">
                  <c:v>-1E-3</c:v>
                </c:pt>
                <c:pt idx="21">
                  <c:v>-1E-3</c:v>
                </c:pt>
                <c:pt idx="22">
                  <c:v>-1E-3</c:v>
                </c:pt>
                <c:pt idx="23">
                  <c:v>-1E-3</c:v>
                </c:pt>
                <c:pt idx="24">
                  <c:v>-1E-3</c:v>
                </c:pt>
                <c:pt idx="25">
                  <c:v>-1E-3</c:v>
                </c:pt>
                <c:pt idx="26">
                  <c:v>-1E-3</c:v>
                </c:pt>
                <c:pt idx="27">
                  <c:v>-1E-3</c:v>
                </c:pt>
                <c:pt idx="28">
                  <c:v>-1E-3</c:v>
                </c:pt>
                <c:pt idx="29">
                  <c:v>-1E-3</c:v>
                </c:pt>
                <c:pt idx="30">
                  <c:v>-1E-3</c:v>
                </c:pt>
                <c:pt idx="31">
                  <c:v>-1E-3</c:v>
                </c:pt>
                <c:pt idx="32">
                  <c:v>-1E-3</c:v>
                </c:pt>
                <c:pt idx="33">
                  <c:v>-1E-3</c:v>
                </c:pt>
                <c:pt idx="34">
                  <c:v>-1E-3</c:v>
                </c:pt>
                <c:pt idx="35">
                  <c:v>-1E-3</c:v>
                </c:pt>
                <c:pt idx="36">
                  <c:v>-1E-3</c:v>
                </c:pt>
                <c:pt idx="37">
                  <c:v>-1E-3</c:v>
                </c:pt>
                <c:pt idx="38">
                  <c:v>-1E-3</c:v>
                </c:pt>
                <c:pt idx="39">
                  <c:v>-1E-3</c:v>
                </c:pt>
                <c:pt idx="40">
                  <c:v>-1E-3</c:v>
                </c:pt>
                <c:pt idx="41">
                  <c:v>-1E-3</c:v>
                </c:pt>
                <c:pt idx="42">
                  <c:v>-1E-3</c:v>
                </c:pt>
                <c:pt idx="43">
                  <c:v>-1E-3</c:v>
                </c:pt>
                <c:pt idx="44">
                  <c:v>-1E-3</c:v>
                </c:pt>
                <c:pt idx="45">
                  <c:v>-1E-3</c:v>
                </c:pt>
                <c:pt idx="46">
                  <c:v>-1E-3</c:v>
                </c:pt>
                <c:pt idx="47">
                  <c:v>-1E-3</c:v>
                </c:pt>
                <c:pt idx="48">
                  <c:v>-1E-3</c:v>
                </c:pt>
                <c:pt idx="49">
                  <c:v>-1E-3</c:v>
                </c:pt>
                <c:pt idx="50">
                  <c:v>-1E-3</c:v>
                </c:pt>
                <c:pt idx="51">
                  <c:v>-1E-3</c:v>
                </c:pt>
                <c:pt idx="52">
                  <c:v>-1E-3</c:v>
                </c:pt>
                <c:pt idx="53">
                  <c:v>-1E-3</c:v>
                </c:pt>
                <c:pt idx="54">
                  <c:v>-1E-3</c:v>
                </c:pt>
                <c:pt idx="55">
                  <c:v>-1E-3</c:v>
                </c:pt>
                <c:pt idx="56">
                  <c:v>-1E-3</c:v>
                </c:pt>
                <c:pt idx="57">
                  <c:v>-1E-3</c:v>
                </c:pt>
                <c:pt idx="58">
                  <c:v>-1E-3</c:v>
                </c:pt>
                <c:pt idx="59">
                  <c:v>-1E-3</c:v>
                </c:pt>
                <c:pt idx="60">
                  <c:v>-1E-3</c:v>
                </c:pt>
                <c:pt idx="61">
                  <c:v>-1E-3</c:v>
                </c:pt>
                <c:pt idx="62">
                  <c:v>-1E-3</c:v>
                </c:pt>
                <c:pt idx="63">
                  <c:v>-1E-3</c:v>
                </c:pt>
                <c:pt idx="64">
                  <c:v>-1E-3</c:v>
                </c:pt>
                <c:pt idx="65">
                  <c:v>-1E-3</c:v>
                </c:pt>
                <c:pt idx="66">
                  <c:v>-1E-3</c:v>
                </c:pt>
                <c:pt idx="67">
                  <c:v>-1E-3</c:v>
                </c:pt>
                <c:pt idx="68">
                  <c:v>1E-3</c:v>
                </c:pt>
                <c:pt idx="69">
                  <c:v>1E-3</c:v>
                </c:pt>
                <c:pt idx="70">
                  <c:v>1E-3</c:v>
                </c:pt>
                <c:pt idx="71">
                  <c:v>2.5000000000000001E-3</c:v>
                </c:pt>
                <c:pt idx="72">
                  <c:v>2.5000000000000001E-3</c:v>
                </c:pt>
                <c:pt idx="73">
                  <c:v>2.5000000000000001E-3</c:v>
                </c:pt>
                <c:pt idx="74">
                  <c:v>2.5000000000000001E-3</c:v>
                </c:pt>
                <c:pt idx="75">
                  <c:v>5.0000000000000001E-3</c:v>
                </c:pt>
                <c:pt idx="76">
                  <c:v>5.0000000000000001E-3</c:v>
                </c:pt>
                <c:pt idx="77">
                  <c:v>5.0000000000000001E-3</c:v>
                </c:pt>
                <c:pt idx="78">
                  <c:v>5.0000000000000001E-3</c:v>
                </c:pt>
                <c:pt idx="79">
                  <c:v>5.0000000000000001E-3</c:v>
                </c:pt>
                <c:pt idx="80">
                  <c:v>5.0000000000000001E-3</c:v>
                </c:pt>
                <c:pt idx="81">
                  <c:v>5.0000000000000001E-3</c:v>
                </c:pt>
                <c:pt idx="82">
                  <c:v>7.4999999999999997E-3</c:v>
                </c:pt>
                <c:pt idx="83">
                  <c:v>7.4999999999999997E-3</c:v>
                </c:pt>
                <c:pt idx="84">
                  <c:v>7.4999999999999997E-3</c:v>
                </c:pt>
                <c:pt idx="85">
                  <c:v>7.4999999999999997E-3</c:v>
                </c:pt>
                <c:pt idx="86">
                  <c:v>0.01</c:v>
                </c:pt>
                <c:pt idx="87">
                  <c:v>0.01</c:v>
                </c:pt>
                <c:pt idx="88">
                  <c:v>1.2500000000000001E-2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9-4D83-9255-B5E276971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1157311"/>
        <c:axId val="1280507503"/>
      </c:areaChart>
      <c:dateAx>
        <c:axId val="391157311"/>
        <c:scaling>
          <c:orientation val="minMax"/>
          <c:min val="42631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280507503"/>
        <c:crosses val="autoZero"/>
        <c:auto val="1"/>
        <c:lblOffset val="100"/>
        <c:baseTimeUnit val="days"/>
        <c:majorUnit val="2"/>
        <c:majorTimeUnit val="years"/>
      </c:dateAx>
      <c:valAx>
        <c:axId val="1280507503"/>
        <c:scaling>
          <c:orientation val="minMax"/>
          <c:max val="1.3000000000000003E-2"/>
        </c:scaling>
        <c:delete val="0"/>
        <c:axPos val="l"/>
        <c:numFmt formatCode="0.0%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3911573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443843894171892E-2"/>
          <c:y val="4.3041606886657105E-2"/>
          <c:w val="0.84342480661538755"/>
          <c:h val="0.83897197211898011"/>
        </c:manualLayout>
      </c:layout>
      <c:lineChart>
        <c:grouping val="standard"/>
        <c:varyColors val="0"/>
        <c:ser>
          <c:idx val="0"/>
          <c:order val="0"/>
          <c:tx>
            <c:strRef>
              <c:f>'Japan 30-Year Bond Yield Histor'!$B$1</c:f>
              <c:strCache>
                <c:ptCount val="1"/>
                <c:pt idx="0">
                  <c:v>10Y Yield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'Japan 30-Year Bond Yield Histor'!$A$2:$A$121</c:f>
              <c:numCache>
                <c:formatCode>[$-409]mmm\-yy;@</c:formatCode>
                <c:ptCount val="120"/>
                <c:pt idx="0">
                  <c:v>42644</c:v>
                </c:pt>
                <c:pt idx="1">
                  <c:v>42675</c:v>
                </c:pt>
                <c:pt idx="2">
                  <c:v>42705</c:v>
                </c:pt>
                <c:pt idx="3">
                  <c:v>42736</c:v>
                </c:pt>
                <c:pt idx="4">
                  <c:v>42767</c:v>
                </c:pt>
                <c:pt idx="5">
                  <c:v>42795</c:v>
                </c:pt>
                <c:pt idx="6">
                  <c:v>42826</c:v>
                </c:pt>
                <c:pt idx="7">
                  <c:v>42856</c:v>
                </c:pt>
                <c:pt idx="8">
                  <c:v>42887</c:v>
                </c:pt>
                <c:pt idx="9">
                  <c:v>42917</c:v>
                </c:pt>
                <c:pt idx="10">
                  <c:v>42948</c:v>
                </c:pt>
                <c:pt idx="11">
                  <c:v>42979</c:v>
                </c:pt>
                <c:pt idx="12">
                  <c:v>43009</c:v>
                </c:pt>
                <c:pt idx="13">
                  <c:v>43040</c:v>
                </c:pt>
                <c:pt idx="14">
                  <c:v>43070</c:v>
                </c:pt>
                <c:pt idx="15">
                  <c:v>43101</c:v>
                </c:pt>
                <c:pt idx="16">
                  <c:v>43132</c:v>
                </c:pt>
                <c:pt idx="17">
                  <c:v>43160</c:v>
                </c:pt>
                <c:pt idx="18">
                  <c:v>43191</c:v>
                </c:pt>
                <c:pt idx="19">
                  <c:v>43221</c:v>
                </c:pt>
                <c:pt idx="20">
                  <c:v>43252</c:v>
                </c:pt>
                <c:pt idx="21">
                  <c:v>43282</c:v>
                </c:pt>
                <c:pt idx="22">
                  <c:v>43313</c:v>
                </c:pt>
                <c:pt idx="23">
                  <c:v>43344</c:v>
                </c:pt>
                <c:pt idx="24">
                  <c:v>43374</c:v>
                </c:pt>
                <c:pt idx="25">
                  <c:v>43405</c:v>
                </c:pt>
                <c:pt idx="26">
                  <c:v>43435</c:v>
                </c:pt>
                <c:pt idx="27">
                  <c:v>43466</c:v>
                </c:pt>
                <c:pt idx="28">
                  <c:v>43497</c:v>
                </c:pt>
                <c:pt idx="29">
                  <c:v>43525</c:v>
                </c:pt>
                <c:pt idx="30">
                  <c:v>43556</c:v>
                </c:pt>
                <c:pt idx="31">
                  <c:v>43586</c:v>
                </c:pt>
                <c:pt idx="32">
                  <c:v>43617</c:v>
                </c:pt>
                <c:pt idx="33">
                  <c:v>43647</c:v>
                </c:pt>
                <c:pt idx="34">
                  <c:v>43678</c:v>
                </c:pt>
                <c:pt idx="35">
                  <c:v>43709</c:v>
                </c:pt>
                <c:pt idx="36">
                  <c:v>43739</c:v>
                </c:pt>
                <c:pt idx="37">
                  <c:v>43770</c:v>
                </c:pt>
                <c:pt idx="38">
                  <c:v>43800</c:v>
                </c:pt>
                <c:pt idx="39">
                  <c:v>43831</c:v>
                </c:pt>
                <c:pt idx="40">
                  <c:v>43862</c:v>
                </c:pt>
                <c:pt idx="41">
                  <c:v>43891</c:v>
                </c:pt>
                <c:pt idx="42">
                  <c:v>43922</c:v>
                </c:pt>
                <c:pt idx="43">
                  <c:v>43952</c:v>
                </c:pt>
                <c:pt idx="44">
                  <c:v>43983</c:v>
                </c:pt>
                <c:pt idx="45">
                  <c:v>44013</c:v>
                </c:pt>
                <c:pt idx="46">
                  <c:v>44044</c:v>
                </c:pt>
                <c:pt idx="47">
                  <c:v>44075</c:v>
                </c:pt>
                <c:pt idx="48">
                  <c:v>44105</c:v>
                </c:pt>
                <c:pt idx="49">
                  <c:v>44136</c:v>
                </c:pt>
                <c:pt idx="50">
                  <c:v>44166</c:v>
                </c:pt>
                <c:pt idx="51">
                  <c:v>44197</c:v>
                </c:pt>
                <c:pt idx="52">
                  <c:v>44228</c:v>
                </c:pt>
                <c:pt idx="53">
                  <c:v>44256</c:v>
                </c:pt>
                <c:pt idx="54">
                  <c:v>44287</c:v>
                </c:pt>
                <c:pt idx="55">
                  <c:v>44317</c:v>
                </c:pt>
                <c:pt idx="56">
                  <c:v>44348</c:v>
                </c:pt>
                <c:pt idx="57">
                  <c:v>44378</c:v>
                </c:pt>
                <c:pt idx="58">
                  <c:v>44409</c:v>
                </c:pt>
                <c:pt idx="59">
                  <c:v>44440</c:v>
                </c:pt>
                <c:pt idx="60">
                  <c:v>44470</c:v>
                </c:pt>
                <c:pt idx="61">
                  <c:v>44501</c:v>
                </c:pt>
                <c:pt idx="62">
                  <c:v>44531</c:v>
                </c:pt>
                <c:pt idx="63">
                  <c:v>44562</c:v>
                </c:pt>
                <c:pt idx="64">
                  <c:v>44593</c:v>
                </c:pt>
                <c:pt idx="65">
                  <c:v>44621</c:v>
                </c:pt>
                <c:pt idx="66">
                  <c:v>44652</c:v>
                </c:pt>
                <c:pt idx="67">
                  <c:v>44682</c:v>
                </c:pt>
                <c:pt idx="68">
                  <c:v>44713</c:v>
                </c:pt>
                <c:pt idx="69">
                  <c:v>44743</c:v>
                </c:pt>
                <c:pt idx="70">
                  <c:v>44774</c:v>
                </c:pt>
                <c:pt idx="71">
                  <c:v>44805</c:v>
                </c:pt>
                <c:pt idx="72">
                  <c:v>44835</c:v>
                </c:pt>
                <c:pt idx="73">
                  <c:v>44866</c:v>
                </c:pt>
                <c:pt idx="74">
                  <c:v>44896</c:v>
                </c:pt>
                <c:pt idx="75">
                  <c:v>44927</c:v>
                </c:pt>
                <c:pt idx="76">
                  <c:v>44958</c:v>
                </c:pt>
                <c:pt idx="77">
                  <c:v>44986</c:v>
                </c:pt>
                <c:pt idx="78">
                  <c:v>45017</c:v>
                </c:pt>
                <c:pt idx="79">
                  <c:v>45047</c:v>
                </c:pt>
                <c:pt idx="80">
                  <c:v>45078</c:v>
                </c:pt>
                <c:pt idx="81">
                  <c:v>45108</c:v>
                </c:pt>
                <c:pt idx="82">
                  <c:v>45139</c:v>
                </c:pt>
                <c:pt idx="83">
                  <c:v>45170</c:v>
                </c:pt>
                <c:pt idx="84">
                  <c:v>45200</c:v>
                </c:pt>
                <c:pt idx="85">
                  <c:v>45231</c:v>
                </c:pt>
                <c:pt idx="86">
                  <c:v>45261</c:v>
                </c:pt>
                <c:pt idx="87">
                  <c:v>45292</c:v>
                </c:pt>
                <c:pt idx="88">
                  <c:v>45323</c:v>
                </c:pt>
                <c:pt idx="89">
                  <c:v>45352</c:v>
                </c:pt>
                <c:pt idx="90">
                  <c:v>45383</c:v>
                </c:pt>
                <c:pt idx="91">
                  <c:v>45413</c:v>
                </c:pt>
                <c:pt idx="92">
                  <c:v>45444</c:v>
                </c:pt>
                <c:pt idx="93">
                  <c:v>45474</c:v>
                </c:pt>
                <c:pt idx="94">
                  <c:v>45505</c:v>
                </c:pt>
                <c:pt idx="95">
                  <c:v>45536</c:v>
                </c:pt>
                <c:pt idx="96">
                  <c:v>45566</c:v>
                </c:pt>
                <c:pt idx="97">
                  <c:v>45597</c:v>
                </c:pt>
                <c:pt idx="98">
                  <c:v>45627</c:v>
                </c:pt>
                <c:pt idx="99">
                  <c:v>45658</c:v>
                </c:pt>
                <c:pt idx="100">
                  <c:v>45689</c:v>
                </c:pt>
                <c:pt idx="101">
                  <c:v>45717</c:v>
                </c:pt>
                <c:pt idx="102">
                  <c:v>45748</c:v>
                </c:pt>
                <c:pt idx="103">
                  <c:v>45778</c:v>
                </c:pt>
                <c:pt idx="104">
                  <c:v>45809</c:v>
                </c:pt>
                <c:pt idx="105">
                  <c:v>45839</c:v>
                </c:pt>
                <c:pt idx="106">
                  <c:v>45870</c:v>
                </c:pt>
                <c:pt idx="107">
                  <c:v>45901</c:v>
                </c:pt>
                <c:pt idx="108">
                  <c:v>45931</c:v>
                </c:pt>
                <c:pt idx="109">
                  <c:v>45962</c:v>
                </c:pt>
                <c:pt idx="110">
                  <c:v>45992</c:v>
                </c:pt>
                <c:pt idx="111">
                  <c:v>46023</c:v>
                </c:pt>
                <c:pt idx="112">
                  <c:v>46054</c:v>
                </c:pt>
                <c:pt idx="113">
                  <c:v>46082</c:v>
                </c:pt>
                <c:pt idx="114">
                  <c:v>46113</c:v>
                </c:pt>
                <c:pt idx="115">
                  <c:v>46143</c:v>
                </c:pt>
                <c:pt idx="116">
                  <c:v>46174</c:v>
                </c:pt>
                <c:pt idx="117">
                  <c:v>46204</c:v>
                </c:pt>
                <c:pt idx="118">
                  <c:v>46235</c:v>
                </c:pt>
                <c:pt idx="119">
                  <c:v>46266</c:v>
                </c:pt>
              </c:numCache>
            </c:numRef>
          </c:cat>
          <c:val>
            <c:numRef>
              <c:f>'Japan 30-Year Bond Yield Histor'!$B$2:$B$121</c:f>
              <c:numCache>
                <c:formatCode>0.0%</c:formatCode>
                <c:ptCount val="120"/>
                <c:pt idx="0">
                  <c:v>-4.8999999999999998E-4</c:v>
                </c:pt>
                <c:pt idx="1">
                  <c:v>2.0000000000000001E-4</c:v>
                </c:pt>
                <c:pt idx="2">
                  <c:v>4.8999999999999998E-4</c:v>
                </c:pt>
                <c:pt idx="3">
                  <c:v>8.7999999999999992E-4</c:v>
                </c:pt>
                <c:pt idx="4">
                  <c:v>5.2999999999999998E-4</c:v>
                </c:pt>
                <c:pt idx="5">
                  <c:v>7.0999999999999991E-4</c:v>
                </c:pt>
                <c:pt idx="6">
                  <c:v>1.6000000000000001E-4</c:v>
                </c:pt>
                <c:pt idx="7">
                  <c:v>4.4999999999999999E-4</c:v>
                </c:pt>
                <c:pt idx="8">
                  <c:v>8.4000000000000003E-4</c:v>
                </c:pt>
                <c:pt idx="9">
                  <c:v>7.5999999999999993E-4</c:v>
                </c:pt>
                <c:pt idx="10">
                  <c:v>6.0000000000000002E-5</c:v>
                </c:pt>
                <c:pt idx="11">
                  <c:v>6.4000000000000005E-4</c:v>
                </c:pt>
                <c:pt idx="12">
                  <c:v>6.4999999999999997E-4</c:v>
                </c:pt>
                <c:pt idx="13">
                  <c:v>3.5999999999999997E-4</c:v>
                </c:pt>
                <c:pt idx="14">
                  <c:v>5.0000000000000001E-4</c:v>
                </c:pt>
                <c:pt idx="15">
                  <c:v>8.4000000000000003E-4</c:v>
                </c:pt>
                <c:pt idx="16">
                  <c:v>4.6999999999999999E-4</c:v>
                </c:pt>
                <c:pt idx="17">
                  <c:v>4.6000000000000001E-4</c:v>
                </c:pt>
                <c:pt idx="18">
                  <c:v>5.6000000000000006E-4</c:v>
                </c:pt>
                <c:pt idx="19">
                  <c:v>3.6999999999999999E-4</c:v>
                </c:pt>
                <c:pt idx="20">
                  <c:v>3.1E-4</c:v>
                </c:pt>
                <c:pt idx="21">
                  <c:v>5.6000000000000006E-4</c:v>
                </c:pt>
                <c:pt idx="22">
                  <c:v>1.0299999999999999E-3</c:v>
                </c:pt>
                <c:pt idx="23">
                  <c:v>1.2600000000000001E-3</c:v>
                </c:pt>
                <c:pt idx="24">
                  <c:v>1.2600000000000001E-3</c:v>
                </c:pt>
                <c:pt idx="25">
                  <c:v>8.5999999999999998E-4</c:v>
                </c:pt>
                <c:pt idx="26">
                  <c:v>2.0000000000000002E-5</c:v>
                </c:pt>
                <c:pt idx="27">
                  <c:v>0</c:v>
                </c:pt>
                <c:pt idx="28">
                  <c:v>-2.3000000000000001E-4</c:v>
                </c:pt>
                <c:pt idx="29">
                  <c:v>-9.2000000000000003E-4</c:v>
                </c:pt>
                <c:pt idx="30">
                  <c:v>-4.3999999999999996E-4</c:v>
                </c:pt>
                <c:pt idx="31">
                  <c:v>-9.7999999999999997E-4</c:v>
                </c:pt>
                <c:pt idx="32">
                  <c:v>-1.5900000000000001E-3</c:v>
                </c:pt>
                <c:pt idx="33">
                  <c:v>-1.5499999999999999E-3</c:v>
                </c:pt>
                <c:pt idx="34">
                  <c:v>-2.7500000000000003E-3</c:v>
                </c:pt>
                <c:pt idx="35">
                  <c:v>-2.2300000000000002E-3</c:v>
                </c:pt>
                <c:pt idx="36">
                  <c:v>-1.3900000000000002E-3</c:v>
                </c:pt>
                <c:pt idx="37">
                  <c:v>-7.9000000000000001E-4</c:v>
                </c:pt>
                <c:pt idx="38">
                  <c:v>-2.1999999999999998E-4</c:v>
                </c:pt>
                <c:pt idx="39">
                  <c:v>-6.3000000000000003E-4</c:v>
                </c:pt>
                <c:pt idx="40">
                  <c:v>-1.5299999999999999E-3</c:v>
                </c:pt>
                <c:pt idx="41">
                  <c:v>1.7000000000000001E-4</c:v>
                </c:pt>
                <c:pt idx="42">
                  <c:v>-3.7999999999999997E-4</c:v>
                </c:pt>
                <c:pt idx="43">
                  <c:v>7.0000000000000007E-5</c:v>
                </c:pt>
                <c:pt idx="44">
                  <c:v>2.7E-4</c:v>
                </c:pt>
                <c:pt idx="45">
                  <c:v>1.6000000000000001E-4</c:v>
                </c:pt>
                <c:pt idx="46">
                  <c:v>4.6999999999999999E-4</c:v>
                </c:pt>
                <c:pt idx="47">
                  <c:v>1.6000000000000001E-4</c:v>
                </c:pt>
                <c:pt idx="48">
                  <c:v>4.0999999999999999E-4</c:v>
                </c:pt>
                <c:pt idx="49">
                  <c:v>3.1E-4</c:v>
                </c:pt>
                <c:pt idx="50">
                  <c:v>2.1000000000000001E-4</c:v>
                </c:pt>
                <c:pt idx="51">
                  <c:v>5.0999999999999993E-4</c:v>
                </c:pt>
                <c:pt idx="52">
                  <c:v>1.65E-3</c:v>
                </c:pt>
                <c:pt idx="53">
                  <c:v>9.5E-4</c:v>
                </c:pt>
                <c:pt idx="54">
                  <c:v>8.8999999999999995E-4</c:v>
                </c:pt>
                <c:pt idx="55">
                  <c:v>7.9000000000000001E-4</c:v>
                </c:pt>
                <c:pt idx="56">
                  <c:v>5.4000000000000001E-4</c:v>
                </c:pt>
                <c:pt idx="57">
                  <c:v>1.8999999999999998E-4</c:v>
                </c:pt>
                <c:pt idx="58">
                  <c:v>2.4000000000000001E-4</c:v>
                </c:pt>
                <c:pt idx="59">
                  <c:v>6.4999999999999997E-4</c:v>
                </c:pt>
                <c:pt idx="60">
                  <c:v>9.3999999999999997E-4</c:v>
                </c:pt>
                <c:pt idx="61">
                  <c:v>5.8999999999999992E-4</c:v>
                </c:pt>
                <c:pt idx="62">
                  <c:v>7.000000000000001E-4</c:v>
                </c:pt>
                <c:pt idx="63">
                  <c:v>1.7399999999999998E-3</c:v>
                </c:pt>
                <c:pt idx="64">
                  <c:v>1.8400000000000001E-3</c:v>
                </c:pt>
                <c:pt idx="65">
                  <c:v>2.14E-3</c:v>
                </c:pt>
                <c:pt idx="66">
                  <c:v>2.1700000000000001E-3</c:v>
                </c:pt>
                <c:pt idx="67">
                  <c:v>2.4099999999999998E-3</c:v>
                </c:pt>
                <c:pt idx="68">
                  <c:v>2.2500000000000003E-3</c:v>
                </c:pt>
                <c:pt idx="69">
                  <c:v>1.7499999999999998E-3</c:v>
                </c:pt>
                <c:pt idx="70">
                  <c:v>2.2500000000000003E-3</c:v>
                </c:pt>
                <c:pt idx="71">
                  <c:v>2.4499999999999999E-3</c:v>
                </c:pt>
                <c:pt idx="72">
                  <c:v>2.3999999999999998E-3</c:v>
                </c:pt>
                <c:pt idx="73">
                  <c:v>2.5100000000000001E-3</c:v>
                </c:pt>
                <c:pt idx="74">
                  <c:v>4.1799999999999997E-3</c:v>
                </c:pt>
                <c:pt idx="75">
                  <c:v>4.8999999999999998E-3</c:v>
                </c:pt>
                <c:pt idx="76">
                  <c:v>5.0099999999999997E-3</c:v>
                </c:pt>
                <c:pt idx="77">
                  <c:v>3.2400000000000003E-3</c:v>
                </c:pt>
                <c:pt idx="78">
                  <c:v>3.98E-3</c:v>
                </c:pt>
                <c:pt idx="79">
                  <c:v>4.3099999999999996E-3</c:v>
                </c:pt>
                <c:pt idx="80">
                  <c:v>3.96E-3</c:v>
                </c:pt>
                <c:pt idx="81">
                  <c:v>6.0400000000000002E-3</c:v>
                </c:pt>
                <c:pt idx="82">
                  <c:v>6.5100000000000002E-3</c:v>
                </c:pt>
                <c:pt idx="83">
                  <c:v>7.7099999999999998E-3</c:v>
                </c:pt>
                <c:pt idx="84">
                  <c:v>9.5099999999999994E-3</c:v>
                </c:pt>
                <c:pt idx="85">
                  <c:v>6.7600000000000004E-3</c:v>
                </c:pt>
                <c:pt idx="86">
                  <c:v>6.1599999999999997E-3</c:v>
                </c:pt>
                <c:pt idx="87">
                  <c:v>7.3600000000000002E-3</c:v>
                </c:pt>
                <c:pt idx="88">
                  <c:v>7.1500000000000001E-3</c:v>
                </c:pt>
                <c:pt idx="89">
                  <c:v>7.26E-3</c:v>
                </c:pt>
                <c:pt idx="90">
                  <c:v>8.7200000000000003E-3</c:v>
                </c:pt>
                <c:pt idx="91">
                  <c:v>1.0749999999999999E-2</c:v>
                </c:pt>
                <c:pt idx="92">
                  <c:v>1.0460000000000001E-2</c:v>
                </c:pt>
                <c:pt idx="93">
                  <c:v>1.061E-2</c:v>
                </c:pt>
                <c:pt idx="94">
                  <c:v>8.9099999999999995E-3</c:v>
                </c:pt>
                <c:pt idx="95">
                  <c:v>8.6499999999999997E-3</c:v>
                </c:pt>
                <c:pt idx="96">
                  <c:v>9.3699999999999999E-3</c:v>
                </c:pt>
                <c:pt idx="97">
                  <c:v>1.044E-2</c:v>
                </c:pt>
                <c:pt idx="98">
                  <c:v>1.082E-2</c:v>
                </c:pt>
                <c:pt idx="99">
                  <c:v>1.242E-2</c:v>
                </c:pt>
                <c:pt idx="100">
                  <c:v>1.3599999999999999E-2</c:v>
                </c:pt>
                <c:pt idx="101">
                  <c:v>1.469E-2</c:v>
                </c:pt>
                <c:pt idx="102">
                  <c:v>1.312E-2</c:v>
                </c:pt>
                <c:pt idx="103">
                  <c:v>1.504E-2</c:v>
                </c:pt>
                <c:pt idx="104">
                  <c:v>1.431E-2</c:v>
                </c:pt>
                <c:pt idx="105">
                  <c:v>1.553E-2</c:v>
                </c:pt>
                <c:pt idx="106">
                  <c:v>1.6029999999999999E-2</c:v>
                </c:pt>
                <c:pt idx="107">
                  <c:v>1.6480000000000002E-2</c:v>
                </c:pt>
                <c:pt idx="108">
                  <c:v>1.6590000000000001E-2</c:v>
                </c:pt>
                <c:pt idx="109">
                  <c:v>1.8069999999999999E-2</c:v>
                </c:pt>
                <c:pt idx="110">
                  <c:v>2.07E-2</c:v>
                </c:pt>
                <c:pt idx="111">
                  <c:v>2.2450000000000001E-2</c:v>
                </c:pt>
                <c:pt idx="112">
                  <c:v>2.1160000000000002E-2</c:v>
                </c:pt>
                <c:pt idx="113">
                  <c:v>2.359E-2</c:v>
                </c:pt>
                <c:pt idx="114">
                  <c:v>2.5170000000000001E-2</c:v>
                </c:pt>
                <c:pt idx="115">
                  <c:v>2.6589999999999999E-2</c:v>
                </c:pt>
                <c:pt idx="116">
                  <c:v>2.6780000000000002E-2</c:v>
                </c:pt>
                <c:pt idx="117">
                  <c:v>2.7959999999999999E-2</c:v>
                </c:pt>
                <c:pt idx="118">
                  <c:v>2.9409999999999999E-2</c:v>
                </c:pt>
                <c:pt idx="119">
                  <c:v>2.9080000000000002E-2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190-4272-866A-E8EBAA03CD31}"/>
            </c:ext>
          </c:extLst>
        </c:ser>
        <c:ser>
          <c:idx val="1"/>
          <c:order val="1"/>
          <c:tx>
            <c:strRef>
              <c:f>'Japan 30-Year Bond Yield Histor'!$C$1</c:f>
              <c:strCache>
                <c:ptCount val="1"/>
                <c:pt idx="0">
                  <c:v>30Y Yield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'Japan 30-Year Bond Yield Histor'!$A$2:$A$121</c:f>
              <c:numCache>
                <c:formatCode>[$-409]mmm\-yy;@</c:formatCode>
                <c:ptCount val="120"/>
                <c:pt idx="0">
                  <c:v>42644</c:v>
                </c:pt>
                <c:pt idx="1">
                  <c:v>42675</c:v>
                </c:pt>
                <c:pt idx="2">
                  <c:v>42705</c:v>
                </c:pt>
                <c:pt idx="3">
                  <c:v>42736</c:v>
                </c:pt>
                <c:pt idx="4">
                  <c:v>42767</c:v>
                </c:pt>
                <c:pt idx="5">
                  <c:v>42795</c:v>
                </c:pt>
                <c:pt idx="6">
                  <c:v>42826</c:v>
                </c:pt>
                <c:pt idx="7">
                  <c:v>42856</c:v>
                </c:pt>
                <c:pt idx="8">
                  <c:v>42887</c:v>
                </c:pt>
                <c:pt idx="9">
                  <c:v>42917</c:v>
                </c:pt>
                <c:pt idx="10">
                  <c:v>42948</c:v>
                </c:pt>
                <c:pt idx="11">
                  <c:v>42979</c:v>
                </c:pt>
                <c:pt idx="12">
                  <c:v>43009</c:v>
                </c:pt>
                <c:pt idx="13">
                  <c:v>43040</c:v>
                </c:pt>
                <c:pt idx="14">
                  <c:v>43070</c:v>
                </c:pt>
                <c:pt idx="15">
                  <c:v>43101</c:v>
                </c:pt>
                <c:pt idx="16">
                  <c:v>43132</c:v>
                </c:pt>
                <c:pt idx="17">
                  <c:v>43160</c:v>
                </c:pt>
                <c:pt idx="18">
                  <c:v>43191</c:v>
                </c:pt>
                <c:pt idx="19">
                  <c:v>43221</c:v>
                </c:pt>
                <c:pt idx="20">
                  <c:v>43252</c:v>
                </c:pt>
                <c:pt idx="21">
                  <c:v>43282</c:v>
                </c:pt>
                <c:pt idx="22">
                  <c:v>43313</c:v>
                </c:pt>
                <c:pt idx="23">
                  <c:v>43344</c:v>
                </c:pt>
                <c:pt idx="24">
                  <c:v>43374</c:v>
                </c:pt>
                <c:pt idx="25">
                  <c:v>43405</c:v>
                </c:pt>
                <c:pt idx="26">
                  <c:v>43435</c:v>
                </c:pt>
                <c:pt idx="27">
                  <c:v>43466</c:v>
                </c:pt>
                <c:pt idx="28">
                  <c:v>43497</c:v>
                </c:pt>
                <c:pt idx="29">
                  <c:v>43525</c:v>
                </c:pt>
                <c:pt idx="30">
                  <c:v>43556</c:v>
                </c:pt>
                <c:pt idx="31">
                  <c:v>43586</c:v>
                </c:pt>
                <c:pt idx="32">
                  <c:v>43617</c:v>
                </c:pt>
                <c:pt idx="33">
                  <c:v>43647</c:v>
                </c:pt>
                <c:pt idx="34">
                  <c:v>43678</c:v>
                </c:pt>
                <c:pt idx="35">
                  <c:v>43709</c:v>
                </c:pt>
                <c:pt idx="36">
                  <c:v>43739</c:v>
                </c:pt>
                <c:pt idx="37">
                  <c:v>43770</c:v>
                </c:pt>
                <c:pt idx="38">
                  <c:v>43800</c:v>
                </c:pt>
                <c:pt idx="39">
                  <c:v>43831</c:v>
                </c:pt>
                <c:pt idx="40">
                  <c:v>43862</c:v>
                </c:pt>
                <c:pt idx="41">
                  <c:v>43891</c:v>
                </c:pt>
                <c:pt idx="42">
                  <c:v>43922</c:v>
                </c:pt>
                <c:pt idx="43">
                  <c:v>43952</c:v>
                </c:pt>
                <c:pt idx="44">
                  <c:v>43983</c:v>
                </c:pt>
                <c:pt idx="45">
                  <c:v>44013</c:v>
                </c:pt>
                <c:pt idx="46">
                  <c:v>44044</c:v>
                </c:pt>
                <c:pt idx="47">
                  <c:v>44075</c:v>
                </c:pt>
                <c:pt idx="48">
                  <c:v>44105</c:v>
                </c:pt>
                <c:pt idx="49">
                  <c:v>44136</c:v>
                </c:pt>
                <c:pt idx="50">
                  <c:v>44166</c:v>
                </c:pt>
                <c:pt idx="51">
                  <c:v>44197</c:v>
                </c:pt>
                <c:pt idx="52">
                  <c:v>44228</c:v>
                </c:pt>
                <c:pt idx="53">
                  <c:v>44256</c:v>
                </c:pt>
                <c:pt idx="54">
                  <c:v>44287</c:v>
                </c:pt>
                <c:pt idx="55">
                  <c:v>44317</c:v>
                </c:pt>
                <c:pt idx="56">
                  <c:v>44348</c:v>
                </c:pt>
                <c:pt idx="57">
                  <c:v>44378</c:v>
                </c:pt>
                <c:pt idx="58">
                  <c:v>44409</c:v>
                </c:pt>
                <c:pt idx="59">
                  <c:v>44440</c:v>
                </c:pt>
                <c:pt idx="60">
                  <c:v>44470</c:v>
                </c:pt>
                <c:pt idx="61">
                  <c:v>44501</c:v>
                </c:pt>
                <c:pt idx="62">
                  <c:v>44531</c:v>
                </c:pt>
                <c:pt idx="63">
                  <c:v>44562</c:v>
                </c:pt>
                <c:pt idx="64">
                  <c:v>44593</c:v>
                </c:pt>
                <c:pt idx="65">
                  <c:v>44621</c:v>
                </c:pt>
                <c:pt idx="66">
                  <c:v>44652</c:v>
                </c:pt>
                <c:pt idx="67">
                  <c:v>44682</c:v>
                </c:pt>
                <c:pt idx="68">
                  <c:v>44713</c:v>
                </c:pt>
                <c:pt idx="69">
                  <c:v>44743</c:v>
                </c:pt>
                <c:pt idx="70">
                  <c:v>44774</c:v>
                </c:pt>
                <c:pt idx="71">
                  <c:v>44805</c:v>
                </c:pt>
                <c:pt idx="72">
                  <c:v>44835</c:v>
                </c:pt>
                <c:pt idx="73">
                  <c:v>44866</c:v>
                </c:pt>
                <c:pt idx="74">
                  <c:v>44896</c:v>
                </c:pt>
                <c:pt idx="75">
                  <c:v>44927</c:v>
                </c:pt>
                <c:pt idx="76">
                  <c:v>44958</c:v>
                </c:pt>
                <c:pt idx="77">
                  <c:v>44986</c:v>
                </c:pt>
                <c:pt idx="78">
                  <c:v>45017</c:v>
                </c:pt>
                <c:pt idx="79">
                  <c:v>45047</c:v>
                </c:pt>
                <c:pt idx="80">
                  <c:v>45078</c:v>
                </c:pt>
                <c:pt idx="81">
                  <c:v>45108</c:v>
                </c:pt>
                <c:pt idx="82">
                  <c:v>45139</c:v>
                </c:pt>
                <c:pt idx="83">
                  <c:v>45170</c:v>
                </c:pt>
                <c:pt idx="84">
                  <c:v>45200</c:v>
                </c:pt>
                <c:pt idx="85">
                  <c:v>45231</c:v>
                </c:pt>
                <c:pt idx="86">
                  <c:v>45261</c:v>
                </c:pt>
                <c:pt idx="87">
                  <c:v>45292</c:v>
                </c:pt>
                <c:pt idx="88">
                  <c:v>45323</c:v>
                </c:pt>
                <c:pt idx="89">
                  <c:v>45352</c:v>
                </c:pt>
                <c:pt idx="90">
                  <c:v>45383</c:v>
                </c:pt>
                <c:pt idx="91">
                  <c:v>45413</c:v>
                </c:pt>
                <c:pt idx="92">
                  <c:v>45444</c:v>
                </c:pt>
                <c:pt idx="93">
                  <c:v>45474</c:v>
                </c:pt>
                <c:pt idx="94">
                  <c:v>45505</c:v>
                </c:pt>
                <c:pt idx="95">
                  <c:v>45536</c:v>
                </c:pt>
                <c:pt idx="96">
                  <c:v>45566</c:v>
                </c:pt>
                <c:pt idx="97">
                  <c:v>45597</c:v>
                </c:pt>
                <c:pt idx="98">
                  <c:v>45627</c:v>
                </c:pt>
                <c:pt idx="99">
                  <c:v>45658</c:v>
                </c:pt>
                <c:pt idx="100">
                  <c:v>45689</c:v>
                </c:pt>
                <c:pt idx="101">
                  <c:v>45717</c:v>
                </c:pt>
                <c:pt idx="102">
                  <c:v>45748</c:v>
                </c:pt>
                <c:pt idx="103">
                  <c:v>45778</c:v>
                </c:pt>
                <c:pt idx="104">
                  <c:v>45809</c:v>
                </c:pt>
                <c:pt idx="105">
                  <c:v>45839</c:v>
                </c:pt>
                <c:pt idx="106">
                  <c:v>45870</c:v>
                </c:pt>
                <c:pt idx="107">
                  <c:v>45901</c:v>
                </c:pt>
                <c:pt idx="108">
                  <c:v>45931</c:v>
                </c:pt>
                <c:pt idx="109">
                  <c:v>45962</c:v>
                </c:pt>
                <c:pt idx="110">
                  <c:v>45992</c:v>
                </c:pt>
                <c:pt idx="111">
                  <c:v>46023</c:v>
                </c:pt>
                <c:pt idx="112">
                  <c:v>46054</c:v>
                </c:pt>
                <c:pt idx="113">
                  <c:v>46082</c:v>
                </c:pt>
                <c:pt idx="114">
                  <c:v>46113</c:v>
                </c:pt>
                <c:pt idx="115">
                  <c:v>46143</c:v>
                </c:pt>
                <c:pt idx="116">
                  <c:v>46174</c:v>
                </c:pt>
                <c:pt idx="117">
                  <c:v>46204</c:v>
                </c:pt>
                <c:pt idx="118">
                  <c:v>46235</c:v>
                </c:pt>
                <c:pt idx="119">
                  <c:v>46266</c:v>
                </c:pt>
              </c:numCache>
            </c:numRef>
          </c:cat>
          <c:val>
            <c:numRef>
              <c:f>'Japan 30-Year Bond Yield Histor'!$C$2:$C$121</c:f>
              <c:numCache>
                <c:formatCode>0.0%</c:formatCode>
                <c:ptCount val="120"/>
                <c:pt idx="0">
                  <c:v>5.13E-3</c:v>
                </c:pt>
                <c:pt idx="1">
                  <c:v>5.6599999999999992E-3</c:v>
                </c:pt>
                <c:pt idx="2">
                  <c:v>7.0699999999999999E-3</c:v>
                </c:pt>
                <c:pt idx="3">
                  <c:v>8.09E-3</c:v>
                </c:pt>
                <c:pt idx="4">
                  <c:v>7.8700000000000003E-3</c:v>
                </c:pt>
                <c:pt idx="5">
                  <c:v>8.3899999999999999E-3</c:v>
                </c:pt>
                <c:pt idx="6">
                  <c:v>7.8600000000000007E-3</c:v>
                </c:pt>
                <c:pt idx="7">
                  <c:v>8.0200000000000011E-3</c:v>
                </c:pt>
                <c:pt idx="8">
                  <c:v>8.4600000000000005E-3</c:v>
                </c:pt>
                <c:pt idx="9">
                  <c:v>8.6800000000000002E-3</c:v>
                </c:pt>
                <c:pt idx="10">
                  <c:v>8.26E-3</c:v>
                </c:pt>
                <c:pt idx="11">
                  <c:v>8.6099999999999996E-3</c:v>
                </c:pt>
                <c:pt idx="12">
                  <c:v>8.6400000000000001E-3</c:v>
                </c:pt>
                <c:pt idx="13">
                  <c:v>8.2500000000000004E-3</c:v>
                </c:pt>
                <c:pt idx="14">
                  <c:v>8.1000000000000013E-3</c:v>
                </c:pt>
                <c:pt idx="15">
                  <c:v>8.1399999999999997E-3</c:v>
                </c:pt>
                <c:pt idx="16">
                  <c:v>7.6400000000000001E-3</c:v>
                </c:pt>
                <c:pt idx="17">
                  <c:v>7.4599999999999996E-3</c:v>
                </c:pt>
                <c:pt idx="18">
                  <c:v>7.4999999999999997E-3</c:v>
                </c:pt>
                <c:pt idx="19">
                  <c:v>7.2299999999999994E-3</c:v>
                </c:pt>
                <c:pt idx="20">
                  <c:v>7.1799999999999998E-3</c:v>
                </c:pt>
                <c:pt idx="21">
                  <c:v>7.43E-3</c:v>
                </c:pt>
                <c:pt idx="22">
                  <c:v>8.3099999999999997E-3</c:v>
                </c:pt>
                <c:pt idx="23">
                  <c:v>8.8500000000000002E-3</c:v>
                </c:pt>
                <c:pt idx="24">
                  <c:v>8.7299999999999999E-3</c:v>
                </c:pt>
                <c:pt idx="25">
                  <c:v>8.199999999999999E-3</c:v>
                </c:pt>
                <c:pt idx="26">
                  <c:v>7.2399999999999999E-3</c:v>
                </c:pt>
                <c:pt idx="27">
                  <c:v>6.5300000000000002E-3</c:v>
                </c:pt>
                <c:pt idx="28">
                  <c:v>6.11E-3</c:v>
                </c:pt>
                <c:pt idx="29">
                  <c:v>5.1500000000000001E-3</c:v>
                </c:pt>
                <c:pt idx="30">
                  <c:v>5.5900000000000004E-3</c:v>
                </c:pt>
                <c:pt idx="31">
                  <c:v>4.6100000000000004E-3</c:v>
                </c:pt>
                <c:pt idx="32">
                  <c:v>3.63E-3</c:v>
                </c:pt>
                <c:pt idx="33">
                  <c:v>3.5299999999999997E-3</c:v>
                </c:pt>
                <c:pt idx="34">
                  <c:v>1.47E-3</c:v>
                </c:pt>
                <c:pt idx="35">
                  <c:v>3.5699999999999998E-3</c:v>
                </c:pt>
                <c:pt idx="36">
                  <c:v>3.8700000000000002E-3</c:v>
                </c:pt>
                <c:pt idx="37">
                  <c:v>4.0999999999999995E-3</c:v>
                </c:pt>
                <c:pt idx="38">
                  <c:v>4.13E-3</c:v>
                </c:pt>
                <c:pt idx="39">
                  <c:v>3.6900000000000001E-3</c:v>
                </c:pt>
                <c:pt idx="40">
                  <c:v>3.0000000000000001E-3</c:v>
                </c:pt>
                <c:pt idx="41">
                  <c:v>4.1900000000000001E-3</c:v>
                </c:pt>
                <c:pt idx="42">
                  <c:v>4.2199999999999998E-3</c:v>
                </c:pt>
                <c:pt idx="43">
                  <c:v>4.9199999999999999E-3</c:v>
                </c:pt>
                <c:pt idx="44">
                  <c:v>5.8499999999999993E-3</c:v>
                </c:pt>
                <c:pt idx="45">
                  <c:v>5.2900000000000004E-3</c:v>
                </c:pt>
                <c:pt idx="46">
                  <c:v>6.0899999999999999E-3</c:v>
                </c:pt>
                <c:pt idx="47">
                  <c:v>5.96E-3</c:v>
                </c:pt>
                <c:pt idx="48">
                  <c:v>6.3699999999999998E-3</c:v>
                </c:pt>
                <c:pt idx="49">
                  <c:v>6.4600000000000005E-3</c:v>
                </c:pt>
                <c:pt idx="50">
                  <c:v>6.4200000000000004E-3</c:v>
                </c:pt>
                <c:pt idx="51">
                  <c:v>6.6300000000000005E-3</c:v>
                </c:pt>
                <c:pt idx="52">
                  <c:v>7.4999999999999997E-3</c:v>
                </c:pt>
                <c:pt idx="53">
                  <c:v>6.6700000000000006E-3</c:v>
                </c:pt>
                <c:pt idx="54">
                  <c:v>6.62E-3</c:v>
                </c:pt>
                <c:pt idx="55">
                  <c:v>6.7600000000000004E-3</c:v>
                </c:pt>
                <c:pt idx="56">
                  <c:v>6.8600000000000006E-3</c:v>
                </c:pt>
                <c:pt idx="57">
                  <c:v>6.3899999999999998E-3</c:v>
                </c:pt>
                <c:pt idx="58">
                  <c:v>6.5300000000000002E-3</c:v>
                </c:pt>
                <c:pt idx="59">
                  <c:v>6.7600000000000004E-3</c:v>
                </c:pt>
                <c:pt idx="60">
                  <c:v>6.7200000000000003E-3</c:v>
                </c:pt>
                <c:pt idx="61">
                  <c:v>6.7000000000000002E-3</c:v>
                </c:pt>
                <c:pt idx="62">
                  <c:v>6.8999999999999999E-3</c:v>
                </c:pt>
                <c:pt idx="63">
                  <c:v>7.7099999999999998E-3</c:v>
                </c:pt>
                <c:pt idx="64">
                  <c:v>8.6899999999999998E-3</c:v>
                </c:pt>
                <c:pt idx="65">
                  <c:v>8.9899999999999997E-3</c:v>
                </c:pt>
                <c:pt idx="66">
                  <c:v>9.7299999999999991E-3</c:v>
                </c:pt>
                <c:pt idx="67">
                  <c:v>1.021E-2</c:v>
                </c:pt>
                <c:pt idx="68">
                  <c:v>1.206E-2</c:v>
                </c:pt>
                <c:pt idx="69">
                  <c:v>1.2120000000000001E-2</c:v>
                </c:pt>
                <c:pt idx="70">
                  <c:v>1.206E-2</c:v>
                </c:pt>
                <c:pt idx="71">
                  <c:v>1.392E-2</c:v>
                </c:pt>
                <c:pt idx="72">
                  <c:v>1.4160000000000001E-2</c:v>
                </c:pt>
                <c:pt idx="73">
                  <c:v>1.511E-2</c:v>
                </c:pt>
                <c:pt idx="74">
                  <c:v>1.5779999999999999E-2</c:v>
                </c:pt>
                <c:pt idx="75">
                  <c:v>1.5990000000000001E-2</c:v>
                </c:pt>
                <c:pt idx="76">
                  <c:v>1.397E-2</c:v>
                </c:pt>
                <c:pt idx="77">
                  <c:v>1.2829999999999999E-2</c:v>
                </c:pt>
                <c:pt idx="78">
                  <c:v>1.255E-2</c:v>
                </c:pt>
                <c:pt idx="79">
                  <c:v>1.2749999999999999E-2</c:v>
                </c:pt>
                <c:pt idx="80">
                  <c:v>1.2630000000000001E-2</c:v>
                </c:pt>
                <c:pt idx="81">
                  <c:v>1.4619999999999999E-2</c:v>
                </c:pt>
                <c:pt idx="82">
                  <c:v>1.5980000000000001E-2</c:v>
                </c:pt>
                <c:pt idx="83">
                  <c:v>1.652E-2</c:v>
                </c:pt>
                <c:pt idx="84">
                  <c:v>1.8669999999999999E-2</c:v>
                </c:pt>
                <c:pt idx="85">
                  <c:v>1.685E-2</c:v>
                </c:pt>
                <c:pt idx="86">
                  <c:v>1.6639999999999999E-2</c:v>
                </c:pt>
                <c:pt idx="87">
                  <c:v>1.7909999999999999E-2</c:v>
                </c:pt>
                <c:pt idx="88">
                  <c:v>1.7340000000000001E-2</c:v>
                </c:pt>
                <c:pt idx="89">
                  <c:v>1.779E-2</c:v>
                </c:pt>
                <c:pt idx="90">
                  <c:v>1.9140000000000001E-2</c:v>
                </c:pt>
                <c:pt idx="91">
                  <c:v>2.1530000000000001E-2</c:v>
                </c:pt>
                <c:pt idx="92">
                  <c:v>2.1559999999999999E-2</c:v>
                </c:pt>
                <c:pt idx="93">
                  <c:v>2.1729999999999999E-2</c:v>
                </c:pt>
                <c:pt idx="94">
                  <c:v>2.1100000000000001E-2</c:v>
                </c:pt>
                <c:pt idx="95">
                  <c:v>2.0979999999999999E-2</c:v>
                </c:pt>
                <c:pt idx="96">
                  <c:v>2.1899999999999999E-2</c:v>
                </c:pt>
                <c:pt idx="97">
                  <c:v>2.2460000000000001E-2</c:v>
                </c:pt>
                <c:pt idx="98">
                  <c:v>2.2519999999999998E-2</c:v>
                </c:pt>
                <c:pt idx="99">
                  <c:v>2.29E-2</c:v>
                </c:pt>
                <c:pt idx="100">
                  <c:v>2.3439999999999999E-2</c:v>
                </c:pt>
                <c:pt idx="101">
                  <c:v>2.479E-2</c:v>
                </c:pt>
                <c:pt idx="102">
                  <c:v>2.6939999999999999E-2</c:v>
                </c:pt>
                <c:pt idx="103">
                  <c:v>2.9669999999999998E-2</c:v>
                </c:pt>
                <c:pt idx="104">
                  <c:v>2.9159999999999998E-2</c:v>
                </c:pt>
                <c:pt idx="105">
                  <c:v>3.0859999999999999E-2</c:v>
                </c:pt>
                <c:pt idx="106">
                  <c:v>3.177E-2</c:v>
                </c:pt>
                <c:pt idx="107">
                  <c:v>3.1460000000000002E-2</c:v>
                </c:pt>
                <c:pt idx="108">
                  <c:v>3.0519999999999999E-2</c:v>
                </c:pt>
                <c:pt idx="109">
                  <c:v>3.3439999999999998E-2</c:v>
                </c:pt>
                <c:pt idx="110">
                  <c:v>3.406E-2</c:v>
                </c:pt>
                <c:pt idx="111">
                  <c:v>3.635E-2</c:v>
                </c:pt>
                <c:pt idx="112">
                  <c:v>3.3360000000000001E-2</c:v>
                </c:pt>
                <c:pt idx="113">
                  <c:v>3.721E-2</c:v>
                </c:pt>
                <c:pt idx="114">
                  <c:v>3.7260000000000001E-2</c:v>
                </c:pt>
                <c:pt idx="115">
                  <c:v>3.9210000000000002E-2</c:v>
                </c:pt>
                <c:pt idx="116">
                  <c:v>3.934E-2</c:v>
                </c:pt>
                <c:pt idx="117">
                  <c:v>3.9809999999999998E-2</c:v>
                </c:pt>
                <c:pt idx="118">
                  <c:v>4.1360000000000001E-2</c:v>
                </c:pt>
                <c:pt idx="119">
                  <c:v>3.9780000000000003E-2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190-4272-866A-E8EBAA03C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3433455"/>
        <c:axId val="1562979535"/>
      </c:lineChart>
      <c:dateAx>
        <c:axId val="2123433455"/>
        <c:scaling>
          <c:orientation val="minMax"/>
          <c:min val="42614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562979535"/>
        <c:crosses val="autoZero"/>
        <c:auto val="1"/>
        <c:lblOffset val="100"/>
        <c:baseTimeUnit val="months"/>
        <c:majorUnit val="2"/>
        <c:majorTimeUnit val="years"/>
        <c:minorUnit val="1"/>
        <c:minorTimeUnit val="years"/>
      </c:dateAx>
      <c:valAx>
        <c:axId val="1562979535"/>
        <c:scaling>
          <c:orientation val="minMax"/>
        </c:scaling>
        <c:delete val="0"/>
        <c:axPos val="l"/>
        <c:numFmt formatCode="0.0%" sourceLinked="0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2123433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1783622152363258"/>
          <c:y val="4.6986748607643555E-2"/>
          <c:w val="0.50981833172284718"/>
          <c:h val="5.38026864289022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Taxa de juros real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Sheet1!$A$2:$A$89</c:f>
              <c:numCache>
                <c:formatCode>[$-409]mmm\-yy;@</c:formatCode>
                <c:ptCount val="88"/>
                <c:pt idx="0">
                  <c:v>42398</c:v>
                </c:pt>
                <c:pt idx="1">
                  <c:v>42444</c:v>
                </c:pt>
                <c:pt idx="2">
                  <c:v>42488</c:v>
                </c:pt>
                <c:pt idx="3">
                  <c:v>42536</c:v>
                </c:pt>
                <c:pt idx="4">
                  <c:v>42580</c:v>
                </c:pt>
                <c:pt idx="5">
                  <c:v>42634</c:v>
                </c:pt>
                <c:pt idx="6">
                  <c:v>42675</c:v>
                </c:pt>
                <c:pt idx="7">
                  <c:v>42724</c:v>
                </c:pt>
                <c:pt idx="8">
                  <c:v>42766</c:v>
                </c:pt>
                <c:pt idx="9">
                  <c:v>42809</c:v>
                </c:pt>
                <c:pt idx="10">
                  <c:v>42852</c:v>
                </c:pt>
                <c:pt idx="11">
                  <c:v>42901</c:v>
                </c:pt>
                <c:pt idx="12">
                  <c:v>42936</c:v>
                </c:pt>
                <c:pt idx="13">
                  <c:v>42999</c:v>
                </c:pt>
                <c:pt idx="14">
                  <c:v>43039</c:v>
                </c:pt>
                <c:pt idx="15">
                  <c:v>43090</c:v>
                </c:pt>
                <c:pt idx="16">
                  <c:v>43123</c:v>
                </c:pt>
                <c:pt idx="17">
                  <c:v>43168</c:v>
                </c:pt>
                <c:pt idx="18">
                  <c:v>43217</c:v>
                </c:pt>
                <c:pt idx="19">
                  <c:v>43266</c:v>
                </c:pt>
                <c:pt idx="20">
                  <c:v>43312</c:v>
                </c:pt>
                <c:pt idx="21">
                  <c:v>43362</c:v>
                </c:pt>
                <c:pt idx="22">
                  <c:v>43404</c:v>
                </c:pt>
                <c:pt idx="23">
                  <c:v>43454</c:v>
                </c:pt>
                <c:pt idx="24">
                  <c:v>43488</c:v>
                </c:pt>
                <c:pt idx="25">
                  <c:v>43539</c:v>
                </c:pt>
                <c:pt idx="26">
                  <c:v>43580</c:v>
                </c:pt>
                <c:pt idx="27">
                  <c:v>43636</c:v>
                </c:pt>
                <c:pt idx="28">
                  <c:v>43676</c:v>
                </c:pt>
                <c:pt idx="29">
                  <c:v>43727</c:v>
                </c:pt>
                <c:pt idx="30">
                  <c:v>43769</c:v>
                </c:pt>
                <c:pt idx="31">
                  <c:v>43818</c:v>
                </c:pt>
                <c:pt idx="32">
                  <c:v>43851</c:v>
                </c:pt>
                <c:pt idx="33">
                  <c:v>43906</c:v>
                </c:pt>
                <c:pt idx="34">
                  <c:v>43948</c:v>
                </c:pt>
                <c:pt idx="35">
                  <c:v>43972</c:v>
                </c:pt>
                <c:pt idx="36">
                  <c:v>43997</c:v>
                </c:pt>
                <c:pt idx="37">
                  <c:v>44026</c:v>
                </c:pt>
                <c:pt idx="38">
                  <c:v>44091</c:v>
                </c:pt>
                <c:pt idx="39">
                  <c:v>44133</c:v>
                </c:pt>
                <c:pt idx="40">
                  <c:v>44183</c:v>
                </c:pt>
                <c:pt idx="41">
                  <c:v>44216</c:v>
                </c:pt>
                <c:pt idx="42">
                  <c:v>44274</c:v>
                </c:pt>
                <c:pt idx="43">
                  <c:v>44313</c:v>
                </c:pt>
                <c:pt idx="44">
                  <c:v>44365</c:v>
                </c:pt>
                <c:pt idx="45">
                  <c:v>44393</c:v>
                </c:pt>
                <c:pt idx="46">
                  <c:v>44460</c:v>
                </c:pt>
                <c:pt idx="47">
                  <c:v>44496</c:v>
                </c:pt>
                <c:pt idx="48">
                  <c:v>44546</c:v>
                </c:pt>
                <c:pt idx="49">
                  <c:v>44578</c:v>
                </c:pt>
                <c:pt idx="50">
                  <c:v>44637</c:v>
                </c:pt>
                <c:pt idx="51">
                  <c:v>44679</c:v>
                </c:pt>
                <c:pt idx="52">
                  <c:v>44728</c:v>
                </c:pt>
                <c:pt idx="53">
                  <c:v>44729</c:v>
                </c:pt>
                <c:pt idx="54">
                  <c:v>44763</c:v>
                </c:pt>
                <c:pt idx="55">
                  <c:v>44825</c:v>
                </c:pt>
                <c:pt idx="56">
                  <c:v>44861</c:v>
                </c:pt>
                <c:pt idx="57">
                  <c:v>44915</c:v>
                </c:pt>
                <c:pt idx="58">
                  <c:v>44943</c:v>
                </c:pt>
                <c:pt idx="59">
                  <c:v>44994</c:v>
                </c:pt>
                <c:pt idx="60">
                  <c:v>45044</c:v>
                </c:pt>
                <c:pt idx="61">
                  <c:v>45092</c:v>
                </c:pt>
                <c:pt idx="62">
                  <c:v>45135</c:v>
                </c:pt>
                <c:pt idx="63">
                  <c:v>45190</c:v>
                </c:pt>
                <c:pt idx="64">
                  <c:v>45230</c:v>
                </c:pt>
                <c:pt idx="65">
                  <c:v>45278</c:v>
                </c:pt>
                <c:pt idx="66">
                  <c:v>45314</c:v>
                </c:pt>
                <c:pt idx="67">
                  <c:v>45370</c:v>
                </c:pt>
                <c:pt idx="68">
                  <c:v>45408</c:v>
                </c:pt>
                <c:pt idx="69">
                  <c:v>45457</c:v>
                </c:pt>
                <c:pt idx="70">
                  <c:v>45504</c:v>
                </c:pt>
                <c:pt idx="71">
                  <c:v>45555</c:v>
                </c:pt>
                <c:pt idx="72">
                  <c:v>45596</c:v>
                </c:pt>
                <c:pt idx="73">
                  <c:v>45644</c:v>
                </c:pt>
                <c:pt idx="74">
                  <c:v>45681</c:v>
                </c:pt>
                <c:pt idx="75">
                  <c:v>45734</c:v>
                </c:pt>
                <c:pt idx="76">
                  <c:v>45778</c:v>
                </c:pt>
                <c:pt idx="77">
                  <c:v>45825</c:v>
                </c:pt>
                <c:pt idx="78">
                  <c:v>45869</c:v>
                </c:pt>
                <c:pt idx="79">
                  <c:v>45919</c:v>
                </c:pt>
                <c:pt idx="80">
                  <c:v>45960</c:v>
                </c:pt>
                <c:pt idx="81">
                  <c:v>46010</c:v>
                </c:pt>
                <c:pt idx="82">
                  <c:v>46045</c:v>
                </c:pt>
                <c:pt idx="83">
                  <c:v>46099</c:v>
                </c:pt>
                <c:pt idx="84">
                  <c:v>46140</c:v>
                </c:pt>
                <c:pt idx="85">
                  <c:v>46189</c:v>
                </c:pt>
                <c:pt idx="86">
                  <c:v>46234</c:v>
                </c:pt>
                <c:pt idx="87">
                  <c:v>46283</c:v>
                </c:pt>
              </c:numCache>
            </c:numRef>
          </c:cat>
          <c:val>
            <c:numRef>
              <c:f>Sheet1!$D$2:$D$89</c:f>
              <c:numCache>
                <c:formatCode>General</c:formatCode>
                <c:ptCount val="88"/>
                <c:pt idx="0">
                  <c:v>-0.10000000000000009</c:v>
                </c:pt>
                <c:pt idx="1">
                  <c:v>0</c:v>
                </c:pt>
                <c:pt idx="2">
                  <c:v>0.20060180541625616</c:v>
                </c:pt>
                <c:pt idx="3">
                  <c:v>0.10020040080160886</c:v>
                </c:pt>
                <c:pt idx="4">
                  <c:v>0.10020040080160886</c:v>
                </c:pt>
                <c:pt idx="5">
                  <c:v>-0.10000000000000009</c:v>
                </c:pt>
                <c:pt idx="6">
                  <c:v>-0.10000000000000009</c:v>
                </c:pt>
                <c:pt idx="7">
                  <c:v>-0.19980019980019303</c:v>
                </c:pt>
                <c:pt idx="8">
                  <c:v>-0.19980019980019303</c:v>
                </c:pt>
                <c:pt idx="9">
                  <c:v>-0.39880358923228831</c:v>
                </c:pt>
                <c:pt idx="10">
                  <c:v>-0.39880358923228831</c:v>
                </c:pt>
                <c:pt idx="11">
                  <c:v>-0.19980019980019303</c:v>
                </c:pt>
                <c:pt idx="12">
                  <c:v>-0.10000000000000009</c:v>
                </c:pt>
                <c:pt idx="13">
                  <c:v>-0.29940119760478723</c:v>
                </c:pt>
                <c:pt idx="14">
                  <c:v>-0.19980019980019303</c:v>
                </c:pt>
                <c:pt idx="15">
                  <c:v>-0.19980019980019303</c:v>
                </c:pt>
                <c:pt idx="16">
                  <c:v>-0.19980019980019303</c:v>
                </c:pt>
                <c:pt idx="17">
                  <c:v>-0.39880358923228831</c:v>
                </c:pt>
                <c:pt idx="18">
                  <c:v>-0.39880358923228831</c:v>
                </c:pt>
                <c:pt idx="19">
                  <c:v>-0.39880358923228831</c:v>
                </c:pt>
                <c:pt idx="20">
                  <c:v>-0.39880358923228831</c:v>
                </c:pt>
                <c:pt idx="21">
                  <c:v>-0.4980079681274896</c:v>
                </c:pt>
                <c:pt idx="22">
                  <c:v>-0.39880358923228831</c:v>
                </c:pt>
                <c:pt idx="23">
                  <c:v>-0.59701492537312939</c:v>
                </c:pt>
                <c:pt idx="24">
                  <c:v>-0.59701492537312939</c:v>
                </c:pt>
                <c:pt idx="25">
                  <c:v>-0.29940119760478723</c:v>
                </c:pt>
                <c:pt idx="26">
                  <c:v>-0.39880358923228831</c:v>
                </c:pt>
                <c:pt idx="27">
                  <c:v>-0.19980019980019303</c:v>
                </c:pt>
                <c:pt idx="28">
                  <c:v>-0.29940119760478723</c:v>
                </c:pt>
                <c:pt idx="29">
                  <c:v>0.30120481927711218</c:v>
                </c:pt>
                <c:pt idx="30">
                  <c:v>0.20060180541625616</c:v>
                </c:pt>
                <c:pt idx="31">
                  <c:v>0.30120481927711218</c:v>
                </c:pt>
                <c:pt idx="32">
                  <c:v>0.4020100502512669</c:v>
                </c:pt>
                <c:pt idx="33">
                  <c:v>-0.39880358923228831</c:v>
                </c:pt>
                <c:pt idx="34">
                  <c:v>-0.4980079681274896</c:v>
                </c:pt>
                <c:pt idx="35">
                  <c:v>0.10020040080160886</c:v>
                </c:pt>
                <c:pt idx="36">
                  <c:v>0.20060180541625616</c:v>
                </c:pt>
                <c:pt idx="37">
                  <c:v>0.20060180541625616</c:v>
                </c:pt>
                <c:pt idx="38">
                  <c:v>0.60422960725075026</c:v>
                </c:pt>
                <c:pt idx="39">
                  <c:v>0.70564516129032473</c:v>
                </c:pt>
                <c:pt idx="40">
                  <c:v>1.1133603238866474</c:v>
                </c:pt>
                <c:pt idx="41">
                  <c:v>1.2158054711246313</c:v>
                </c:pt>
                <c:pt idx="42">
                  <c:v>1.731160896130346</c:v>
                </c:pt>
                <c:pt idx="43">
                  <c:v>1.5243902439024515</c:v>
                </c:pt>
                <c:pt idx="44">
                  <c:v>-0.29940119760478723</c:v>
                </c:pt>
                <c:pt idx="45">
                  <c:v>-0.29940119760478723</c:v>
                </c:pt>
                <c:pt idx="46">
                  <c:v>-0.79443892750743483</c:v>
                </c:pt>
                <c:pt idx="47">
                  <c:v>-0.99108027750246519</c:v>
                </c:pt>
                <c:pt idx="48">
                  <c:v>-1.5763546798029493</c:v>
                </c:pt>
                <c:pt idx="49">
                  <c:v>-1.6732283464566899</c:v>
                </c:pt>
                <c:pt idx="50">
                  <c:v>-2.1547502448579725</c:v>
                </c:pt>
                <c:pt idx="51">
                  <c:v>-2.3460410557184619</c:v>
                </c:pt>
                <c:pt idx="52">
                  <c:v>-2.6315789473684181</c:v>
                </c:pt>
                <c:pt idx="53">
                  <c:v>-2.6315789473684181</c:v>
                </c:pt>
                <c:pt idx="54">
                  <c:v>-2.6315789473684181</c:v>
                </c:pt>
                <c:pt idx="55">
                  <c:v>-2.7263875365141077</c:v>
                </c:pt>
                <c:pt idx="56">
                  <c:v>-2.6315789473684181</c:v>
                </c:pt>
                <c:pt idx="57">
                  <c:v>-2.7263875365141077</c:v>
                </c:pt>
                <c:pt idx="58">
                  <c:v>-2.8210116731517521</c:v>
                </c:pt>
                <c:pt idx="59">
                  <c:v>-2.5365853658536497</c:v>
                </c:pt>
                <c:pt idx="60">
                  <c:v>-2.2504892367906093</c:v>
                </c:pt>
                <c:pt idx="61">
                  <c:v>-1.7699115044247704</c:v>
                </c:pt>
                <c:pt idx="62">
                  <c:v>-1.9627085377821318</c:v>
                </c:pt>
                <c:pt idx="63">
                  <c:v>-1.7699115044247704</c:v>
                </c:pt>
                <c:pt idx="64">
                  <c:v>-1.7699115044247704</c:v>
                </c:pt>
                <c:pt idx="65">
                  <c:v>-1.7699115044247704</c:v>
                </c:pt>
                <c:pt idx="66">
                  <c:v>-1.6732283464566899</c:v>
                </c:pt>
                <c:pt idx="67">
                  <c:v>-1.379310344827589</c:v>
                </c:pt>
                <c:pt idx="68">
                  <c:v>-1.476377952755914</c:v>
                </c:pt>
                <c:pt idx="69">
                  <c:v>-1.476377952755914</c:v>
                </c:pt>
                <c:pt idx="70">
                  <c:v>-1.3287401574803237</c:v>
                </c:pt>
                <c:pt idx="71">
                  <c:v>-1.3287401574803237</c:v>
                </c:pt>
                <c:pt idx="72">
                  <c:v>-1.036525172754188</c:v>
                </c:pt>
                <c:pt idx="73">
                  <c:v>-1.3287401574803237</c:v>
                </c:pt>
                <c:pt idx="74">
                  <c:v>-0.98522167487684609</c:v>
                </c:pt>
                <c:pt idx="75">
                  <c:v>-0.98522167487684609</c:v>
                </c:pt>
                <c:pt idx="76">
                  <c:v>-0.69169960474309011</c:v>
                </c:pt>
                <c:pt idx="77">
                  <c:v>-0.69169960474309011</c:v>
                </c:pt>
                <c:pt idx="78">
                  <c:v>-0.69169960474309011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93-49CC-BAD5-9263260F8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6801440"/>
        <c:axId val="724406928"/>
      </c:areaChart>
      <c:dateAx>
        <c:axId val="276801440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724406928"/>
        <c:crosses val="autoZero"/>
        <c:auto val="1"/>
        <c:lblOffset val="100"/>
        <c:baseTimeUnit val="days"/>
        <c:majorUnit val="2"/>
        <c:majorTimeUnit val="years"/>
      </c:dateAx>
      <c:valAx>
        <c:axId val="724406928"/>
        <c:scaling>
          <c:orientation val="minMax"/>
          <c:min val="-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276801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518319603113192E-2"/>
          <c:y val="3.1563845050215207E-2"/>
          <c:w val="0.90461462837376538"/>
          <c:h val="0.90697748505970466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getDataCode!$H$20:$H$140</c:f>
              <c:numCache>
                <c:formatCode>[$-409]mmm\-yy;@</c:formatCode>
                <c:ptCount val="121"/>
                <c:pt idx="0">
                  <c:v>42583</c:v>
                </c:pt>
                <c:pt idx="1">
                  <c:v>42614</c:v>
                </c:pt>
                <c:pt idx="2">
                  <c:v>42644</c:v>
                </c:pt>
                <c:pt idx="3">
                  <c:v>42675</c:v>
                </c:pt>
                <c:pt idx="4">
                  <c:v>42705</c:v>
                </c:pt>
                <c:pt idx="5">
                  <c:v>42736</c:v>
                </c:pt>
                <c:pt idx="6">
                  <c:v>42767</c:v>
                </c:pt>
                <c:pt idx="7">
                  <c:v>42795</c:v>
                </c:pt>
                <c:pt idx="8">
                  <c:v>42826</c:v>
                </c:pt>
                <c:pt idx="9">
                  <c:v>42856</c:v>
                </c:pt>
                <c:pt idx="10">
                  <c:v>42887</c:v>
                </c:pt>
                <c:pt idx="11">
                  <c:v>42917</c:v>
                </c:pt>
                <c:pt idx="12">
                  <c:v>42948</c:v>
                </c:pt>
                <c:pt idx="13">
                  <c:v>42979</c:v>
                </c:pt>
                <c:pt idx="14">
                  <c:v>43009</c:v>
                </c:pt>
                <c:pt idx="15">
                  <c:v>43040</c:v>
                </c:pt>
                <c:pt idx="16">
                  <c:v>43070</c:v>
                </c:pt>
                <c:pt idx="17">
                  <c:v>43101</c:v>
                </c:pt>
                <c:pt idx="18">
                  <c:v>43132</c:v>
                </c:pt>
                <c:pt idx="19">
                  <c:v>43160</c:v>
                </c:pt>
                <c:pt idx="20">
                  <c:v>43191</c:v>
                </c:pt>
                <c:pt idx="21">
                  <c:v>43221</c:v>
                </c:pt>
                <c:pt idx="22">
                  <c:v>43252</c:v>
                </c:pt>
                <c:pt idx="23">
                  <c:v>43282</c:v>
                </c:pt>
                <c:pt idx="24">
                  <c:v>43313</c:v>
                </c:pt>
                <c:pt idx="25">
                  <c:v>43344</c:v>
                </c:pt>
                <c:pt idx="26">
                  <c:v>43374</c:v>
                </c:pt>
                <c:pt idx="27">
                  <c:v>43405</c:v>
                </c:pt>
                <c:pt idx="28">
                  <c:v>43435</c:v>
                </c:pt>
                <c:pt idx="29">
                  <c:v>43466</c:v>
                </c:pt>
                <c:pt idx="30">
                  <c:v>43497</c:v>
                </c:pt>
                <c:pt idx="31">
                  <c:v>43525</c:v>
                </c:pt>
                <c:pt idx="32">
                  <c:v>43556</c:v>
                </c:pt>
                <c:pt idx="33">
                  <c:v>43586</c:v>
                </c:pt>
                <c:pt idx="34">
                  <c:v>43617</c:v>
                </c:pt>
                <c:pt idx="35">
                  <c:v>43647</c:v>
                </c:pt>
                <c:pt idx="36">
                  <c:v>43678</c:v>
                </c:pt>
                <c:pt idx="37">
                  <c:v>43709</c:v>
                </c:pt>
                <c:pt idx="38">
                  <c:v>43739</c:v>
                </c:pt>
                <c:pt idx="39">
                  <c:v>43770</c:v>
                </c:pt>
                <c:pt idx="40">
                  <c:v>43800</c:v>
                </c:pt>
                <c:pt idx="41">
                  <c:v>43831</c:v>
                </c:pt>
                <c:pt idx="42">
                  <c:v>43862</c:v>
                </c:pt>
                <c:pt idx="43">
                  <c:v>43891</c:v>
                </c:pt>
                <c:pt idx="44">
                  <c:v>43922</c:v>
                </c:pt>
                <c:pt idx="45">
                  <c:v>43952</c:v>
                </c:pt>
                <c:pt idx="46">
                  <c:v>43983</c:v>
                </c:pt>
                <c:pt idx="47">
                  <c:v>44013</c:v>
                </c:pt>
                <c:pt idx="48">
                  <c:v>44044</c:v>
                </c:pt>
                <c:pt idx="49">
                  <c:v>44075</c:v>
                </c:pt>
                <c:pt idx="50">
                  <c:v>44105</c:v>
                </c:pt>
                <c:pt idx="51">
                  <c:v>44136</c:v>
                </c:pt>
                <c:pt idx="52">
                  <c:v>44166</c:v>
                </c:pt>
                <c:pt idx="53">
                  <c:v>44197</c:v>
                </c:pt>
                <c:pt idx="54">
                  <c:v>44228</c:v>
                </c:pt>
                <c:pt idx="55">
                  <c:v>44256</c:v>
                </c:pt>
                <c:pt idx="56">
                  <c:v>44287</c:v>
                </c:pt>
                <c:pt idx="57">
                  <c:v>44317</c:v>
                </c:pt>
                <c:pt idx="58">
                  <c:v>44348</c:v>
                </c:pt>
                <c:pt idx="59">
                  <c:v>44378</c:v>
                </c:pt>
                <c:pt idx="60">
                  <c:v>44409</c:v>
                </c:pt>
                <c:pt idx="61">
                  <c:v>44440</c:v>
                </c:pt>
                <c:pt idx="62">
                  <c:v>44470</c:v>
                </c:pt>
                <c:pt idx="63">
                  <c:v>44501</c:v>
                </c:pt>
                <c:pt idx="64">
                  <c:v>44531</c:v>
                </c:pt>
                <c:pt idx="65">
                  <c:v>44562</c:v>
                </c:pt>
                <c:pt idx="66">
                  <c:v>44593</c:v>
                </c:pt>
                <c:pt idx="67">
                  <c:v>44621</c:v>
                </c:pt>
                <c:pt idx="68">
                  <c:v>44652</c:v>
                </c:pt>
                <c:pt idx="69">
                  <c:v>44682</c:v>
                </c:pt>
                <c:pt idx="70">
                  <c:v>44713</c:v>
                </c:pt>
                <c:pt idx="71">
                  <c:v>44743</c:v>
                </c:pt>
                <c:pt idx="72">
                  <c:v>44774</c:v>
                </c:pt>
                <c:pt idx="73">
                  <c:v>44805</c:v>
                </c:pt>
                <c:pt idx="74">
                  <c:v>44835</c:v>
                </c:pt>
                <c:pt idx="75">
                  <c:v>44866</c:v>
                </c:pt>
                <c:pt idx="76">
                  <c:v>44896</c:v>
                </c:pt>
                <c:pt idx="77">
                  <c:v>44927</c:v>
                </c:pt>
                <c:pt idx="78">
                  <c:v>44958</c:v>
                </c:pt>
                <c:pt idx="79">
                  <c:v>44986</c:v>
                </c:pt>
                <c:pt idx="80">
                  <c:v>45017</c:v>
                </c:pt>
                <c:pt idx="81">
                  <c:v>45047</c:v>
                </c:pt>
                <c:pt idx="82">
                  <c:v>45078</c:v>
                </c:pt>
                <c:pt idx="83">
                  <c:v>45108</c:v>
                </c:pt>
                <c:pt idx="84">
                  <c:v>45139</c:v>
                </c:pt>
                <c:pt idx="85">
                  <c:v>45170</c:v>
                </c:pt>
                <c:pt idx="86">
                  <c:v>45200</c:v>
                </c:pt>
                <c:pt idx="87">
                  <c:v>45231</c:v>
                </c:pt>
                <c:pt idx="88">
                  <c:v>45261</c:v>
                </c:pt>
                <c:pt idx="89">
                  <c:v>45292</c:v>
                </c:pt>
                <c:pt idx="90">
                  <c:v>45323</c:v>
                </c:pt>
                <c:pt idx="91">
                  <c:v>45352</c:v>
                </c:pt>
                <c:pt idx="92">
                  <c:v>45383</c:v>
                </c:pt>
                <c:pt idx="93">
                  <c:v>45413</c:v>
                </c:pt>
                <c:pt idx="94">
                  <c:v>45444</c:v>
                </c:pt>
                <c:pt idx="95">
                  <c:v>45474</c:v>
                </c:pt>
                <c:pt idx="96">
                  <c:v>45505</c:v>
                </c:pt>
                <c:pt idx="97">
                  <c:v>45536</c:v>
                </c:pt>
                <c:pt idx="98">
                  <c:v>45566</c:v>
                </c:pt>
                <c:pt idx="99">
                  <c:v>45597</c:v>
                </c:pt>
                <c:pt idx="100">
                  <c:v>45627</c:v>
                </c:pt>
                <c:pt idx="101">
                  <c:v>45658</c:v>
                </c:pt>
                <c:pt idx="102">
                  <c:v>45689</c:v>
                </c:pt>
                <c:pt idx="103">
                  <c:v>45717</c:v>
                </c:pt>
                <c:pt idx="104">
                  <c:v>45748</c:v>
                </c:pt>
                <c:pt idx="105">
                  <c:v>45778</c:v>
                </c:pt>
                <c:pt idx="106">
                  <c:v>45809</c:v>
                </c:pt>
                <c:pt idx="107">
                  <c:v>45839</c:v>
                </c:pt>
                <c:pt idx="108">
                  <c:v>45870</c:v>
                </c:pt>
                <c:pt idx="109">
                  <c:v>45901</c:v>
                </c:pt>
                <c:pt idx="110">
                  <c:v>45931</c:v>
                </c:pt>
                <c:pt idx="111">
                  <c:v>45962</c:v>
                </c:pt>
                <c:pt idx="112">
                  <c:v>45992</c:v>
                </c:pt>
                <c:pt idx="113">
                  <c:v>46023</c:v>
                </c:pt>
                <c:pt idx="114">
                  <c:v>46054</c:v>
                </c:pt>
                <c:pt idx="115">
                  <c:v>46082</c:v>
                </c:pt>
                <c:pt idx="116">
                  <c:v>46113</c:v>
                </c:pt>
                <c:pt idx="117">
                  <c:v>46143</c:v>
                </c:pt>
                <c:pt idx="118">
                  <c:v>46174</c:v>
                </c:pt>
                <c:pt idx="119">
                  <c:v>46204</c:v>
                </c:pt>
                <c:pt idx="120">
                  <c:v>46235</c:v>
                </c:pt>
              </c:numCache>
            </c:numRef>
          </c:cat>
          <c:val>
            <c:numRef>
              <c:f>getDataCode!$I$20:$I$140</c:f>
              <c:numCache>
                <c:formatCode>General</c:formatCode>
                <c:ptCount val="121"/>
                <c:pt idx="0">
                  <c:v>2</c:v>
                </c:pt>
                <c:pt idx="1">
                  <c:v>2.2000000000000002</c:v>
                </c:pt>
                <c:pt idx="2">
                  <c:v>2.4</c:v>
                </c:pt>
                <c:pt idx="3">
                  <c:v>2.4</c:v>
                </c:pt>
                <c:pt idx="4">
                  <c:v>2.6</c:v>
                </c:pt>
                <c:pt idx="5">
                  <c:v>2.6</c:v>
                </c:pt>
                <c:pt idx="6">
                  <c:v>2.9</c:v>
                </c:pt>
                <c:pt idx="7">
                  <c:v>3</c:v>
                </c:pt>
                <c:pt idx="8">
                  <c:v>3</c:v>
                </c:pt>
                <c:pt idx="9">
                  <c:v>3.2</c:v>
                </c:pt>
                <c:pt idx="10">
                  <c:v>3.3</c:v>
                </c:pt>
                <c:pt idx="11">
                  <c:v>3.4</c:v>
                </c:pt>
                <c:pt idx="12">
                  <c:v>3.2</c:v>
                </c:pt>
                <c:pt idx="13">
                  <c:v>3</c:v>
                </c:pt>
                <c:pt idx="14">
                  <c:v>2.8</c:v>
                </c:pt>
                <c:pt idx="15">
                  <c:v>2.7</c:v>
                </c:pt>
                <c:pt idx="16">
                  <c:v>2.4</c:v>
                </c:pt>
                <c:pt idx="17">
                  <c:v>2.2999999999999998</c:v>
                </c:pt>
                <c:pt idx="18">
                  <c:v>2.1</c:v>
                </c:pt>
                <c:pt idx="19">
                  <c:v>1.9</c:v>
                </c:pt>
                <c:pt idx="20">
                  <c:v>2</c:v>
                </c:pt>
                <c:pt idx="21">
                  <c:v>1.9</c:v>
                </c:pt>
                <c:pt idx="22">
                  <c:v>2.1</c:v>
                </c:pt>
                <c:pt idx="23">
                  <c:v>2</c:v>
                </c:pt>
                <c:pt idx="24">
                  <c:v>2.2000000000000002</c:v>
                </c:pt>
                <c:pt idx="25">
                  <c:v>2.2999999999999998</c:v>
                </c:pt>
                <c:pt idx="26">
                  <c:v>2.2000000000000002</c:v>
                </c:pt>
                <c:pt idx="27">
                  <c:v>2.2000000000000002</c:v>
                </c:pt>
                <c:pt idx="28">
                  <c:v>2.5</c:v>
                </c:pt>
                <c:pt idx="29">
                  <c:v>2.4</c:v>
                </c:pt>
                <c:pt idx="30">
                  <c:v>2.4</c:v>
                </c:pt>
                <c:pt idx="31">
                  <c:v>2.5</c:v>
                </c:pt>
                <c:pt idx="32">
                  <c:v>2.5</c:v>
                </c:pt>
                <c:pt idx="33">
                  <c:v>2.7</c:v>
                </c:pt>
                <c:pt idx="34">
                  <c:v>2.2999999999999998</c:v>
                </c:pt>
                <c:pt idx="35">
                  <c:v>2.4</c:v>
                </c:pt>
                <c:pt idx="36">
                  <c:v>2.2000000000000002</c:v>
                </c:pt>
                <c:pt idx="37">
                  <c:v>2.1</c:v>
                </c:pt>
                <c:pt idx="38">
                  <c:v>2.1</c:v>
                </c:pt>
                <c:pt idx="39">
                  <c:v>2.2000000000000002</c:v>
                </c:pt>
                <c:pt idx="40">
                  <c:v>1.8</c:v>
                </c:pt>
                <c:pt idx="41">
                  <c:v>1.9</c:v>
                </c:pt>
                <c:pt idx="42">
                  <c:v>2.2000000000000002</c:v>
                </c:pt>
                <c:pt idx="43">
                  <c:v>2.1</c:v>
                </c:pt>
                <c:pt idx="44">
                  <c:v>3.1</c:v>
                </c:pt>
                <c:pt idx="45">
                  <c:v>5.0999999999999996</c:v>
                </c:pt>
                <c:pt idx="46">
                  <c:v>6.6</c:v>
                </c:pt>
                <c:pt idx="47">
                  <c:v>6.5</c:v>
                </c:pt>
                <c:pt idx="48">
                  <c:v>6.6</c:v>
                </c:pt>
                <c:pt idx="49">
                  <c:v>6.2</c:v>
                </c:pt>
                <c:pt idx="50">
                  <c:v>5.9</c:v>
                </c:pt>
                <c:pt idx="51">
                  <c:v>6</c:v>
                </c:pt>
                <c:pt idx="52">
                  <c:v>5.9</c:v>
                </c:pt>
                <c:pt idx="53">
                  <c:v>5.7</c:v>
                </c:pt>
                <c:pt idx="54">
                  <c:v>5.8</c:v>
                </c:pt>
                <c:pt idx="55">
                  <c:v>5.9</c:v>
                </c:pt>
                <c:pt idx="56">
                  <c:v>4.3</c:v>
                </c:pt>
                <c:pt idx="57">
                  <c:v>2.2000000000000002</c:v>
                </c:pt>
                <c:pt idx="58">
                  <c:v>0.7</c:v>
                </c:pt>
                <c:pt idx="59">
                  <c:v>0.5</c:v>
                </c:pt>
                <c:pt idx="60">
                  <c:v>0.3</c:v>
                </c:pt>
                <c:pt idx="61">
                  <c:v>0.4</c:v>
                </c:pt>
                <c:pt idx="62">
                  <c:v>0.8</c:v>
                </c:pt>
                <c:pt idx="63">
                  <c:v>0.5</c:v>
                </c:pt>
                <c:pt idx="64">
                  <c:v>0.5</c:v>
                </c:pt>
                <c:pt idx="65">
                  <c:v>0.5</c:v>
                </c:pt>
                <c:pt idx="66">
                  <c:v>0.3</c:v>
                </c:pt>
                <c:pt idx="67">
                  <c:v>0.5</c:v>
                </c:pt>
                <c:pt idx="68">
                  <c:v>1</c:v>
                </c:pt>
                <c:pt idx="69">
                  <c:v>0.9</c:v>
                </c:pt>
                <c:pt idx="70">
                  <c:v>1.5</c:v>
                </c:pt>
                <c:pt idx="71">
                  <c:v>2</c:v>
                </c:pt>
                <c:pt idx="72">
                  <c:v>2.2000000000000002</c:v>
                </c:pt>
                <c:pt idx="73">
                  <c:v>2.6</c:v>
                </c:pt>
                <c:pt idx="74">
                  <c:v>3</c:v>
                </c:pt>
                <c:pt idx="75">
                  <c:v>3</c:v>
                </c:pt>
                <c:pt idx="76">
                  <c:v>3</c:v>
                </c:pt>
                <c:pt idx="77">
                  <c:v>3.4</c:v>
                </c:pt>
                <c:pt idx="78">
                  <c:v>3.6</c:v>
                </c:pt>
                <c:pt idx="79">
                  <c:v>3.3</c:v>
                </c:pt>
                <c:pt idx="80">
                  <c:v>3.5</c:v>
                </c:pt>
                <c:pt idx="81">
                  <c:v>3.7</c:v>
                </c:pt>
                <c:pt idx="82">
                  <c:v>3.4</c:v>
                </c:pt>
                <c:pt idx="83">
                  <c:v>3.2</c:v>
                </c:pt>
                <c:pt idx="84">
                  <c:v>3.4</c:v>
                </c:pt>
                <c:pt idx="85">
                  <c:v>3.2</c:v>
                </c:pt>
                <c:pt idx="86">
                  <c:v>3</c:v>
                </c:pt>
                <c:pt idx="87">
                  <c:v>3.1</c:v>
                </c:pt>
                <c:pt idx="88">
                  <c:v>3.4</c:v>
                </c:pt>
                <c:pt idx="89">
                  <c:v>3.4</c:v>
                </c:pt>
                <c:pt idx="90">
                  <c:v>3.4</c:v>
                </c:pt>
                <c:pt idx="91">
                  <c:v>3.6</c:v>
                </c:pt>
                <c:pt idx="92">
                  <c:v>3.5</c:v>
                </c:pt>
                <c:pt idx="93">
                  <c:v>3.3</c:v>
                </c:pt>
                <c:pt idx="94">
                  <c:v>3.6</c:v>
                </c:pt>
                <c:pt idx="95">
                  <c:v>3.5</c:v>
                </c:pt>
                <c:pt idx="96">
                  <c:v>3.3</c:v>
                </c:pt>
                <c:pt idx="97">
                  <c:v>3</c:v>
                </c:pt>
                <c:pt idx="98">
                  <c:v>2.9</c:v>
                </c:pt>
                <c:pt idx="99">
                  <c:v>3.2</c:v>
                </c:pt>
                <c:pt idx="100">
                  <c:v>3.3</c:v>
                </c:pt>
                <c:pt idx="101">
                  <c:v>3.2</c:v>
                </c:pt>
                <c:pt idx="102">
                  <c:v>3.3</c:v>
                </c:pt>
                <c:pt idx="103">
                  <c:v>3</c:v>
                </c:pt>
                <c:pt idx="104">
                  <c:v>2.5</c:v>
                </c:pt>
                <c:pt idx="105">
                  <c:v>2.6</c:v>
                </c:pt>
                <c:pt idx="106">
                  <c:v>3</c:v>
                </c:pt>
                <c:pt idx="107">
                  <c:v>3.5</c:v>
                </c:pt>
                <c:pt idx="108">
                  <c:v>3.8</c:v>
                </c:pt>
                <c:pt idx="109">
                  <c:v>4.2</c:v>
                </c:pt>
                <c:pt idx="110">
                  <c:v>4.4000000000000004</c:v>
                </c:pt>
                <c:pt idx="111">
                  <c:v>4.5</c:v>
                </c:pt>
                <c:pt idx="112">
                  <c:v>4.8</c:v>
                </c:pt>
                <c:pt idx="113">
                  <c:v>4.9000000000000004</c:v>
                </c:pt>
                <c:pt idx="114">
                  <c:v>4.9000000000000004</c:v>
                </c:pt>
                <c:pt idx="115">
                  <c:v>5.2</c:v>
                </c:pt>
                <c:pt idx="116">
                  <c:v>5.9</c:v>
                </c:pt>
                <c:pt idx="117">
                  <c:v>6.2</c:v>
                </c:pt>
                <c:pt idx="118">
                  <c:v>6.2</c:v>
                </c:pt>
                <c:pt idx="119">
                  <c:v>5.9</c:v>
                </c:pt>
                <c:pt idx="120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D21-4724-932F-B28041267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3999231"/>
        <c:axId val="1472536303"/>
      </c:lineChart>
      <c:dateAx>
        <c:axId val="1483999231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472536303"/>
        <c:crosses val="autoZero"/>
        <c:auto val="1"/>
        <c:lblOffset val="100"/>
        <c:baseTimeUnit val="months"/>
        <c:majorUnit val="2"/>
        <c:majorTimeUnit val="years"/>
      </c:dateAx>
      <c:valAx>
        <c:axId val="1472536303"/>
        <c:scaling>
          <c:orientation val="minMax"/>
          <c:max val="8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483999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050020481543848E-2"/>
          <c:y val="3.1563845050215207E-2"/>
          <c:w val="0.91214073096354287"/>
          <c:h val="0.85423581378009239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992937"/>
              </a:solidFill>
              <a:prstDash val="dash"/>
              <a:round/>
            </a:ln>
            <a:effectLst/>
          </c:spPr>
          <c:marker>
            <c:symbol val="none"/>
          </c:marker>
          <c:dPt>
            <c:idx val="7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1F23-4196-A608-25F0BAC88F49}"/>
              </c:ext>
            </c:extLst>
          </c:dPt>
          <c:cat>
            <c:numRef>
              <c:f>Sheet1!$C$3:$C$14</c:f>
              <c:numCache>
                <c:formatCode>[$-409]mmm\-yy;@</c:formatCode>
                <c:ptCount val="12"/>
                <c:pt idx="0">
                  <c:v>45901</c:v>
                </c:pt>
                <c:pt idx="1">
                  <c:v>45992</c:v>
                </c:pt>
                <c:pt idx="2">
                  <c:v>46023</c:v>
                </c:pt>
                <c:pt idx="3">
                  <c:v>46082</c:v>
                </c:pt>
                <c:pt idx="4">
                  <c:v>46113</c:v>
                </c:pt>
                <c:pt idx="5">
                  <c:v>46174</c:v>
                </c:pt>
                <c:pt idx="6">
                  <c:v>46204</c:v>
                </c:pt>
                <c:pt idx="7">
                  <c:v>46266</c:v>
                </c:pt>
                <c:pt idx="8">
                  <c:v>46327</c:v>
                </c:pt>
                <c:pt idx="9">
                  <c:v>46357</c:v>
                </c:pt>
                <c:pt idx="10">
                  <c:v>46419</c:v>
                </c:pt>
                <c:pt idx="11">
                  <c:v>46508</c:v>
                </c:pt>
              </c:numCache>
            </c:numRef>
          </c:cat>
          <c:val>
            <c:numRef>
              <c:f>Sheet1!$D$3:$D$14</c:f>
              <c:numCache>
                <c:formatCode>General</c:formatCode>
                <c:ptCount val="12"/>
                <c:pt idx="0">
                  <c:v>0.5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  <c:pt idx="4">
                  <c:v>0.75</c:v>
                </c:pt>
                <c:pt idx="5">
                  <c:v>1</c:v>
                </c:pt>
                <c:pt idx="6">
                  <c:v>1</c:v>
                </c:pt>
                <c:pt idx="7">
                  <c:v>1.25</c:v>
                </c:pt>
                <c:pt idx="8">
                  <c:v>1.75</c:v>
                </c:pt>
                <c:pt idx="9">
                  <c:v>2</c:v>
                </c:pt>
                <c:pt idx="10">
                  <c:v>2.25</c:v>
                </c:pt>
                <c:pt idx="11">
                  <c:v>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78-4512-88CB-F4982BEBD929}"/>
            </c:ext>
          </c:extLst>
        </c:ser>
        <c:ser>
          <c:idx val="1"/>
          <c:order val="1"/>
          <c:spPr>
            <a:ln w="28575" cap="rnd">
              <a:solidFill>
                <a:srgbClr val="992937"/>
              </a:solidFill>
              <a:round/>
            </a:ln>
            <a:effectLst/>
          </c:spPr>
          <c:marker>
            <c:symbol val="none"/>
          </c:marker>
          <c:dPt>
            <c:idx val="8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D078-4512-88CB-F4982BEBD929}"/>
              </c:ext>
            </c:extLst>
          </c:dPt>
          <c:dPt>
            <c:idx val="9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78-4512-88CB-F4982BEBD929}"/>
              </c:ext>
            </c:extLst>
          </c:dPt>
          <c:dPt>
            <c:idx val="10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D078-4512-88CB-F4982BEBD929}"/>
              </c:ext>
            </c:extLst>
          </c:dPt>
          <c:dPt>
            <c:idx val="11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078-4512-88CB-F4982BEBD929}"/>
              </c:ext>
            </c:extLst>
          </c:dPt>
          <c:cat>
            <c:numRef>
              <c:f>Sheet1!$C$3:$C$14</c:f>
              <c:numCache>
                <c:formatCode>[$-409]mmm\-yy;@</c:formatCode>
                <c:ptCount val="12"/>
                <c:pt idx="0">
                  <c:v>45901</c:v>
                </c:pt>
                <c:pt idx="1">
                  <c:v>45992</c:v>
                </c:pt>
                <c:pt idx="2">
                  <c:v>46023</c:v>
                </c:pt>
                <c:pt idx="3">
                  <c:v>46082</c:v>
                </c:pt>
                <c:pt idx="4">
                  <c:v>46113</c:v>
                </c:pt>
                <c:pt idx="5">
                  <c:v>46174</c:v>
                </c:pt>
                <c:pt idx="6">
                  <c:v>46204</c:v>
                </c:pt>
                <c:pt idx="7">
                  <c:v>46266</c:v>
                </c:pt>
                <c:pt idx="8">
                  <c:v>46327</c:v>
                </c:pt>
                <c:pt idx="9">
                  <c:v>46357</c:v>
                </c:pt>
                <c:pt idx="10">
                  <c:v>46419</c:v>
                </c:pt>
                <c:pt idx="11">
                  <c:v>46508</c:v>
                </c:pt>
              </c:numCache>
            </c:numRef>
          </c:cat>
          <c:val>
            <c:numRef>
              <c:f>Sheet1!$E$3:$E$14</c:f>
              <c:numCache>
                <c:formatCode>General</c:formatCode>
                <c:ptCount val="12"/>
                <c:pt idx="0">
                  <c:v>0.5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  <c:pt idx="4">
                  <c:v>0.75</c:v>
                </c:pt>
                <c:pt idx="5">
                  <c:v>1</c:v>
                </c:pt>
                <c:pt idx="6">
                  <c:v>1</c:v>
                </c:pt>
                <c:pt idx="7">
                  <c:v>1.25</c:v>
                </c:pt>
                <c:pt idx="8">
                  <c:v>1.25</c:v>
                </c:pt>
                <c:pt idx="9">
                  <c:v>1.25</c:v>
                </c:pt>
                <c:pt idx="10">
                  <c:v>1.25</c:v>
                </c:pt>
                <c:pt idx="11">
                  <c:v>1.1000000000000001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078-4512-88CB-F4982BEBD9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1280159"/>
        <c:axId val="507837775"/>
      </c:lineChart>
      <c:dateAx>
        <c:axId val="1251280159"/>
        <c:scaling>
          <c:orientation val="minMax"/>
          <c:max val="46478"/>
          <c:min val="4596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507837775"/>
        <c:crosses val="autoZero"/>
        <c:auto val="1"/>
        <c:lblOffset val="100"/>
        <c:baseTimeUnit val="months"/>
        <c:majorUnit val="4"/>
        <c:majorTimeUnit val="months"/>
      </c:dateAx>
      <c:valAx>
        <c:axId val="507837775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251280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050020481543848E-2"/>
          <c:y val="3.1563845050215207E-2"/>
          <c:w val="0.91214073096354287"/>
          <c:h val="0.85423581378009239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992937"/>
              </a:solidFill>
              <a:prstDash val="dash"/>
              <a:round/>
            </a:ln>
            <a:effectLst/>
          </c:spPr>
          <c:marker>
            <c:symbol val="none"/>
          </c:marker>
          <c:dPt>
            <c:idx val="7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1F23-4196-A608-25F0BAC88F49}"/>
              </c:ext>
            </c:extLst>
          </c:dPt>
          <c:cat>
            <c:numRef>
              <c:f>Sheet1!$C$3:$C$14</c:f>
              <c:numCache>
                <c:formatCode>[$-409]mmm\-yy;@</c:formatCode>
                <c:ptCount val="12"/>
                <c:pt idx="0">
                  <c:v>45901</c:v>
                </c:pt>
                <c:pt idx="1">
                  <c:v>45992</c:v>
                </c:pt>
                <c:pt idx="2">
                  <c:v>46023</c:v>
                </c:pt>
                <c:pt idx="3">
                  <c:v>46082</c:v>
                </c:pt>
                <c:pt idx="4">
                  <c:v>46113</c:v>
                </c:pt>
                <c:pt idx="5">
                  <c:v>46174</c:v>
                </c:pt>
                <c:pt idx="6">
                  <c:v>46204</c:v>
                </c:pt>
                <c:pt idx="7">
                  <c:v>46266</c:v>
                </c:pt>
                <c:pt idx="8">
                  <c:v>46327</c:v>
                </c:pt>
                <c:pt idx="9">
                  <c:v>46357</c:v>
                </c:pt>
                <c:pt idx="10">
                  <c:v>46419</c:v>
                </c:pt>
                <c:pt idx="11">
                  <c:v>46508</c:v>
                </c:pt>
              </c:numCache>
            </c:numRef>
          </c:cat>
          <c:val>
            <c:numRef>
              <c:f>Sheet1!$D$3:$D$14</c:f>
              <c:numCache>
                <c:formatCode>General</c:formatCode>
                <c:ptCount val="12"/>
                <c:pt idx="0">
                  <c:v>0.5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  <c:pt idx="4">
                  <c:v>0.75</c:v>
                </c:pt>
                <c:pt idx="5">
                  <c:v>1</c:v>
                </c:pt>
                <c:pt idx="6">
                  <c:v>1</c:v>
                </c:pt>
                <c:pt idx="7">
                  <c:v>1.25</c:v>
                </c:pt>
                <c:pt idx="8">
                  <c:v>1.75</c:v>
                </c:pt>
                <c:pt idx="9">
                  <c:v>2</c:v>
                </c:pt>
                <c:pt idx="10">
                  <c:v>2.25</c:v>
                </c:pt>
                <c:pt idx="11">
                  <c:v>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78-4512-88CB-F4982BEBD929}"/>
            </c:ext>
          </c:extLst>
        </c:ser>
        <c:ser>
          <c:idx val="1"/>
          <c:order val="1"/>
          <c:spPr>
            <a:ln w="28575" cap="rnd">
              <a:solidFill>
                <a:srgbClr val="992937"/>
              </a:solidFill>
              <a:round/>
            </a:ln>
            <a:effectLst/>
          </c:spPr>
          <c:marker>
            <c:symbol val="none"/>
          </c:marker>
          <c:dPt>
            <c:idx val="8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D078-4512-88CB-F4982BEBD929}"/>
              </c:ext>
            </c:extLst>
          </c:dPt>
          <c:dPt>
            <c:idx val="9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78-4512-88CB-F4982BEBD929}"/>
              </c:ext>
            </c:extLst>
          </c:dPt>
          <c:dPt>
            <c:idx val="10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D078-4512-88CB-F4982BEBD929}"/>
              </c:ext>
            </c:extLst>
          </c:dPt>
          <c:dPt>
            <c:idx val="11"/>
            <c:marker>
              <c:symbol val="none"/>
            </c:marker>
            <c:bubble3D val="0"/>
            <c:spPr>
              <a:ln w="28575" cap="rnd">
                <a:solidFill>
                  <a:srgbClr val="992937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078-4512-88CB-F4982BEBD929}"/>
              </c:ext>
            </c:extLst>
          </c:dPt>
          <c:cat>
            <c:numRef>
              <c:f>Sheet1!$C$3:$C$14</c:f>
              <c:numCache>
                <c:formatCode>[$-409]mmm\-yy;@</c:formatCode>
                <c:ptCount val="12"/>
                <c:pt idx="0">
                  <c:v>45901</c:v>
                </c:pt>
                <c:pt idx="1">
                  <c:v>45992</c:v>
                </c:pt>
                <c:pt idx="2">
                  <c:v>46023</c:v>
                </c:pt>
                <c:pt idx="3">
                  <c:v>46082</c:v>
                </c:pt>
                <c:pt idx="4">
                  <c:v>46113</c:v>
                </c:pt>
                <c:pt idx="5">
                  <c:v>46174</c:v>
                </c:pt>
                <c:pt idx="6">
                  <c:v>46204</c:v>
                </c:pt>
                <c:pt idx="7">
                  <c:v>46266</c:v>
                </c:pt>
                <c:pt idx="8">
                  <c:v>46327</c:v>
                </c:pt>
                <c:pt idx="9">
                  <c:v>46357</c:v>
                </c:pt>
                <c:pt idx="10">
                  <c:v>46419</c:v>
                </c:pt>
                <c:pt idx="11">
                  <c:v>46508</c:v>
                </c:pt>
              </c:numCache>
            </c:numRef>
          </c:cat>
          <c:val>
            <c:numRef>
              <c:f>Sheet1!$E$3:$E$14</c:f>
              <c:numCache>
                <c:formatCode>General</c:formatCode>
                <c:ptCount val="12"/>
                <c:pt idx="0">
                  <c:v>0.5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  <c:pt idx="4">
                  <c:v>0.75</c:v>
                </c:pt>
                <c:pt idx="5">
                  <c:v>1</c:v>
                </c:pt>
                <c:pt idx="6">
                  <c:v>1</c:v>
                </c:pt>
                <c:pt idx="7">
                  <c:v>1.25</c:v>
                </c:pt>
                <c:pt idx="8">
                  <c:v>1.25</c:v>
                </c:pt>
                <c:pt idx="9">
                  <c:v>1.25</c:v>
                </c:pt>
                <c:pt idx="10">
                  <c:v>1.25</c:v>
                </c:pt>
                <c:pt idx="11">
                  <c:v>1.1000000000000001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078-4512-88CB-F4982BEBD9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1280159"/>
        <c:axId val="507837775"/>
      </c:lineChart>
      <c:dateAx>
        <c:axId val="1251280159"/>
        <c:scaling>
          <c:orientation val="minMax"/>
          <c:max val="46478"/>
          <c:min val="45962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507837775"/>
        <c:crosses val="autoZero"/>
        <c:auto val="1"/>
        <c:lblOffset val="100"/>
        <c:baseTimeUnit val="months"/>
        <c:majorUnit val="4"/>
        <c:majorTimeUnit val="months"/>
      </c:dateAx>
      <c:valAx>
        <c:axId val="507837775"/>
        <c:scaling>
          <c:orientation val="minMax"/>
          <c:max val="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251280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191955244348779E-2"/>
          <c:y val="3.1563845050215207E-2"/>
          <c:w val="0.90538793377471416"/>
          <c:h val="0.90697748505970466"/>
        </c:manualLayout>
      </c:layout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October meeting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Sheet1!$B$2:$B$22</c:f>
              <c:numCache>
                <c:formatCode>mm/dd/yy;@</c:formatCode>
                <c:ptCount val="21"/>
                <c:pt idx="0">
                  <c:v>46293</c:v>
                </c:pt>
                <c:pt idx="1">
                  <c:v>46290</c:v>
                </c:pt>
                <c:pt idx="2">
                  <c:v>46289</c:v>
                </c:pt>
                <c:pt idx="3">
                  <c:v>46288</c:v>
                </c:pt>
                <c:pt idx="4">
                  <c:v>46287</c:v>
                </c:pt>
                <c:pt idx="5">
                  <c:v>46286</c:v>
                </c:pt>
                <c:pt idx="6">
                  <c:v>46283</c:v>
                </c:pt>
                <c:pt idx="7">
                  <c:v>46282</c:v>
                </c:pt>
                <c:pt idx="8">
                  <c:v>46281</c:v>
                </c:pt>
                <c:pt idx="9">
                  <c:v>46280</c:v>
                </c:pt>
                <c:pt idx="10">
                  <c:v>46279</c:v>
                </c:pt>
                <c:pt idx="11">
                  <c:v>46276</c:v>
                </c:pt>
                <c:pt idx="12">
                  <c:v>46275</c:v>
                </c:pt>
                <c:pt idx="13">
                  <c:v>46274</c:v>
                </c:pt>
                <c:pt idx="14">
                  <c:v>46273</c:v>
                </c:pt>
                <c:pt idx="15">
                  <c:v>46272</c:v>
                </c:pt>
                <c:pt idx="16">
                  <c:v>46269</c:v>
                </c:pt>
                <c:pt idx="17">
                  <c:v>46268</c:v>
                </c:pt>
                <c:pt idx="18">
                  <c:v>46267</c:v>
                </c:pt>
                <c:pt idx="19">
                  <c:v>46266</c:v>
                </c:pt>
                <c:pt idx="20">
                  <c:v>46265</c:v>
                </c:pt>
              </c:numCache>
            </c:num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39.200000000000003</c:v>
                </c:pt>
                <c:pt idx="1">
                  <c:v>31.2</c:v>
                </c:pt>
                <c:pt idx="2">
                  <c:v>24.1</c:v>
                </c:pt>
                <c:pt idx="3">
                  <c:v>18.100000000000001</c:v>
                </c:pt>
                <c:pt idx="4">
                  <c:v>18.100000000000001</c:v>
                </c:pt>
                <c:pt idx="5">
                  <c:v>18.8</c:v>
                </c:pt>
                <c:pt idx="6">
                  <c:v>17.600000000000001</c:v>
                </c:pt>
                <c:pt idx="7">
                  <c:v>28</c:v>
                </c:pt>
                <c:pt idx="8">
                  <c:v>22.1</c:v>
                </c:pt>
                <c:pt idx="9">
                  <c:v>27</c:v>
                </c:pt>
                <c:pt idx="10">
                  <c:v>25.6</c:v>
                </c:pt>
                <c:pt idx="11">
                  <c:v>24.4</c:v>
                </c:pt>
                <c:pt idx="12">
                  <c:v>22.6</c:v>
                </c:pt>
                <c:pt idx="13">
                  <c:v>20</c:v>
                </c:pt>
                <c:pt idx="14">
                  <c:v>26.3</c:v>
                </c:pt>
                <c:pt idx="15">
                  <c:v>29.3</c:v>
                </c:pt>
                <c:pt idx="16">
                  <c:v>27.1</c:v>
                </c:pt>
                <c:pt idx="17">
                  <c:v>25.5</c:v>
                </c:pt>
                <c:pt idx="18">
                  <c:v>26.9</c:v>
                </c:pt>
                <c:pt idx="19">
                  <c:v>17.600000000000001</c:v>
                </c:pt>
                <c:pt idx="20">
                  <c:v>19.600000000000001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BF0-402B-9343-19EFC7839AF7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December meeting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Sheet1!$B$2:$B$22</c:f>
              <c:numCache>
                <c:formatCode>mm/dd/yy;@</c:formatCode>
                <c:ptCount val="21"/>
                <c:pt idx="0">
                  <c:v>46293</c:v>
                </c:pt>
                <c:pt idx="1">
                  <c:v>46290</c:v>
                </c:pt>
                <c:pt idx="2">
                  <c:v>46289</c:v>
                </c:pt>
                <c:pt idx="3">
                  <c:v>46288</c:v>
                </c:pt>
                <c:pt idx="4">
                  <c:v>46287</c:v>
                </c:pt>
                <c:pt idx="5">
                  <c:v>46286</c:v>
                </c:pt>
                <c:pt idx="6">
                  <c:v>46283</c:v>
                </c:pt>
                <c:pt idx="7">
                  <c:v>46282</c:v>
                </c:pt>
                <c:pt idx="8">
                  <c:v>46281</c:v>
                </c:pt>
                <c:pt idx="9">
                  <c:v>46280</c:v>
                </c:pt>
                <c:pt idx="10">
                  <c:v>46279</c:v>
                </c:pt>
                <c:pt idx="11">
                  <c:v>46276</c:v>
                </c:pt>
                <c:pt idx="12">
                  <c:v>46275</c:v>
                </c:pt>
                <c:pt idx="13">
                  <c:v>46274</c:v>
                </c:pt>
                <c:pt idx="14">
                  <c:v>46273</c:v>
                </c:pt>
                <c:pt idx="15">
                  <c:v>46272</c:v>
                </c:pt>
                <c:pt idx="16">
                  <c:v>46269</c:v>
                </c:pt>
                <c:pt idx="17">
                  <c:v>46268</c:v>
                </c:pt>
                <c:pt idx="18">
                  <c:v>46267</c:v>
                </c:pt>
                <c:pt idx="19">
                  <c:v>46266</c:v>
                </c:pt>
                <c:pt idx="20">
                  <c:v>46265</c:v>
                </c:pt>
              </c:numCache>
            </c:num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45.9</c:v>
                </c:pt>
                <c:pt idx="1">
                  <c:v>56.6</c:v>
                </c:pt>
                <c:pt idx="2">
                  <c:v>71.099999999999994</c:v>
                </c:pt>
                <c:pt idx="3">
                  <c:v>72.099999999999994</c:v>
                </c:pt>
                <c:pt idx="4">
                  <c:v>72.099999999999994</c:v>
                </c:pt>
                <c:pt idx="5">
                  <c:v>69.8</c:v>
                </c:pt>
                <c:pt idx="6">
                  <c:v>68.3</c:v>
                </c:pt>
                <c:pt idx="7">
                  <c:v>60.6</c:v>
                </c:pt>
                <c:pt idx="8">
                  <c:v>66.900000000000006</c:v>
                </c:pt>
                <c:pt idx="9">
                  <c:v>61.3</c:v>
                </c:pt>
                <c:pt idx="10">
                  <c:v>64.2</c:v>
                </c:pt>
                <c:pt idx="11">
                  <c:v>67.900000000000006</c:v>
                </c:pt>
                <c:pt idx="12">
                  <c:v>67.599999999999994</c:v>
                </c:pt>
                <c:pt idx="13">
                  <c:v>53.8</c:v>
                </c:pt>
                <c:pt idx="14">
                  <c:v>67.7</c:v>
                </c:pt>
                <c:pt idx="15">
                  <c:v>59.7</c:v>
                </c:pt>
                <c:pt idx="16">
                  <c:v>54.9</c:v>
                </c:pt>
                <c:pt idx="17">
                  <c:v>60.6</c:v>
                </c:pt>
                <c:pt idx="18">
                  <c:v>71.7</c:v>
                </c:pt>
                <c:pt idx="19">
                  <c:v>65.8</c:v>
                </c:pt>
                <c:pt idx="20">
                  <c:v>63.4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BF0-402B-9343-19EFC7839A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427808"/>
        <c:axId val="2055840176"/>
      </c:lineChart>
      <c:dateAx>
        <c:axId val="36427808"/>
        <c:scaling>
          <c:orientation val="minMax"/>
        </c:scaling>
        <c:delete val="0"/>
        <c:axPos val="b"/>
        <c:numFmt formatCode="mm/dd/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2055840176"/>
        <c:crosses val="autoZero"/>
        <c:auto val="1"/>
        <c:lblOffset val="100"/>
        <c:baseTimeUnit val="days"/>
        <c:majorUnit val="7"/>
        <c:majorTimeUnit val="days"/>
      </c:dateAx>
      <c:valAx>
        <c:axId val="2055840176"/>
        <c:scaling>
          <c:orientation val="minMax"/>
          <c:min val="1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36427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4877712085297296"/>
          <c:y val="0.83608287486302357"/>
          <c:w val="0.51496062992125979"/>
          <c:h val="8.9856415006947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52956484742415E-2"/>
          <c:y val="7.8431372549019607E-2"/>
          <c:w val="0.94372202568149821"/>
          <c:h val="0.78023533078781282"/>
        </c:manualLayout>
      </c:layout>
      <c:lineChart>
        <c:grouping val="standard"/>
        <c:varyColors val="0"/>
        <c:ser>
          <c:idx val="1"/>
          <c:order val="1"/>
          <c:tx>
            <c:strRef>
              <c:f>'EUA a 10 anos Dados Históricos '!$C$1</c:f>
              <c:strCache>
                <c:ptCount val="1"/>
                <c:pt idx="0">
                  <c:v>USD/JPY</c:v>
                </c:pt>
              </c:strCache>
            </c:strRef>
          </c:tx>
          <c:spPr>
            <a:ln w="28575" cap="rnd">
              <a:solidFill>
                <a:srgbClr val="992937"/>
              </a:solidFill>
              <a:round/>
            </a:ln>
            <a:effectLst/>
          </c:spPr>
          <c:marker>
            <c:symbol val="none"/>
          </c:marker>
          <c:cat>
            <c:numRef>
              <c:f>'EUA a 10 anos Dados Históricos '!$A$2:$A$264</c:f>
              <c:numCache>
                <c:formatCode>[$-409]mmm\-yy;@</c:formatCode>
                <c:ptCount val="263"/>
                <c:pt idx="0">
                  <c:v>45915</c:v>
                </c:pt>
                <c:pt idx="1">
                  <c:v>45916</c:v>
                </c:pt>
                <c:pt idx="2">
                  <c:v>45917</c:v>
                </c:pt>
                <c:pt idx="3">
                  <c:v>45918</c:v>
                </c:pt>
                <c:pt idx="4">
                  <c:v>45919</c:v>
                </c:pt>
                <c:pt idx="5">
                  <c:v>45922</c:v>
                </c:pt>
                <c:pt idx="6">
                  <c:v>45923</c:v>
                </c:pt>
                <c:pt idx="7">
                  <c:v>45924</c:v>
                </c:pt>
                <c:pt idx="8">
                  <c:v>45925</c:v>
                </c:pt>
                <c:pt idx="9">
                  <c:v>45926</c:v>
                </c:pt>
                <c:pt idx="10">
                  <c:v>45929</c:v>
                </c:pt>
                <c:pt idx="11">
                  <c:v>45930</c:v>
                </c:pt>
                <c:pt idx="12">
                  <c:v>45931</c:v>
                </c:pt>
                <c:pt idx="13">
                  <c:v>45932</c:v>
                </c:pt>
                <c:pt idx="14">
                  <c:v>45933</c:v>
                </c:pt>
                <c:pt idx="15">
                  <c:v>45936</c:v>
                </c:pt>
                <c:pt idx="16">
                  <c:v>45937</c:v>
                </c:pt>
                <c:pt idx="17">
                  <c:v>45938</c:v>
                </c:pt>
                <c:pt idx="18">
                  <c:v>45939</c:v>
                </c:pt>
                <c:pt idx="19">
                  <c:v>45940</c:v>
                </c:pt>
                <c:pt idx="20">
                  <c:v>45943</c:v>
                </c:pt>
                <c:pt idx="21">
                  <c:v>45944</c:v>
                </c:pt>
                <c:pt idx="22">
                  <c:v>45945</c:v>
                </c:pt>
                <c:pt idx="23">
                  <c:v>45946</c:v>
                </c:pt>
                <c:pt idx="24">
                  <c:v>45947</c:v>
                </c:pt>
                <c:pt idx="25">
                  <c:v>45950</c:v>
                </c:pt>
                <c:pt idx="26">
                  <c:v>45951</c:v>
                </c:pt>
                <c:pt idx="27">
                  <c:v>45952</c:v>
                </c:pt>
                <c:pt idx="28">
                  <c:v>45953</c:v>
                </c:pt>
                <c:pt idx="29">
                  <c:v>45954</c:v>
                </c:pt>
                <c:pt idx="30">
                  <c:v>45957</c:v>
                </c:pt>
                <c:pt idx="31">
                  <c:v>45958</c:v>
                </c:pt>
                <c:pt idx="32">
                  <c:v>45959</c:v>
                </c:pt>
                <c:pt idx="33">
                  <c:v>45960</c:v>
                </c:pt>
                <c:pt idx="34">
                  <c:v>45961</c:v>
                </c:pt>
                <c:pt idx="35">
                  <c:v>45964</c:v>
                </c:pt>
                <c:pt idx="36">
                  <c:v>45965</c:v>
                </c:pt>
                <c:pt idx="37">
                  <c:v>45966</c:v>
                </c:pt>
                <c:pt idx="38">
                  <c:v>45967</c:v>
                </c:pt>
                <c:pt idx="39">
                  <c:v>45968</c:v>
                </c:pt>
                <c:pt idx="40">
                  <c:v>45971</c:v>
                </c:pt>
                <c:pt idx="41">
                  <c:v>45972</c:v>
                </c:pt>
                <c:pt idx="42">
                  <c:v>45973</c:v>
                </c:pt>
                <c:pt idx="43">
                  <c:v>45974</c:v>
                </c:pt>
                <c:pt idx="44">
                  <c:v>45975</c:v>
                </c:pt>
                <c:pt idx="45">
                  <c:v>45978</c:v>
                </c:pt>
                <c:pt idx="46">
                  <c:v>45979</c:v>
                </c:pt>
                <c:pt idx="47">
                  <c:v>45980</c:v>
                </c:pt>
                <c:pt idx="48">
                  <c:v>45981</c:v>
                </c:pt>
                <c:pt idx="49">
                  <c:v>45982</c:v>
                </c:pt>
                <c:pt idx="50">
                  <c:v>45985</c:v>
                </c:pt>
                <c:pt idx="51">
                  <c:v>45986</c:v>
                </c:pt>
                <c:pt idx="52">
                  <c:v>45987</c:v>
                </c:pt>
                <c:pt idx="53">
                  <c:v>45988</c:v>
                </c:pt>
                <c:pt idx="54">
                  <c:v>45989</c:v>
                </c:pt>
                <c:pt idx="55">
                  <c:v>45992</c:v>
                </c:pt>
                <c:pt idx="56">
                  <c:v>45993</c:v>
                </c:pt>
                <c:pt idx="57">
                  <c:v>45994</c:v>
                </c:pt>
                <c:pt idx="58">
                  <c:v>45995</c:v>
                </c:pt>
                <c:pt idx="59">
                  <c:v>45996</c:v>
                </c:pt>
                <c:pt idx="60">
                  <c:v>45999</c:v>
                </c:pt>
                <c:pt idx="61">
                  <c:v>46000</c:v>
                </c:pt>
                <c:pt idx="62">
                  <c:v>46001</c:v>
                </c:pt>
                <c:pt idx="63">
                  <c:v>46002</c:v>
                </c:pt>
                <c:pt idx="64">
                  <c:v>46003</c:v>
                </c:pt>
                <c:pt idx="65">
                  <c:v>46006</c:v>
                </c:pt>
                <c:pt idx="66">
                  <c:v>46007</c:v>
                </c:pt>
                <c:pt idx="67">
                  <c:v>46008</c:v>
                </c:pt>
                <c:pt idx="68">
                  <c:v>46009</c:v>
                </c:pt>
                <c:pt idx="69">
                  <c:v>46010</c:v>
                </c:pt>
                <c:pt idx="70">
                  <c:v>46013</c:v>
                </c:pt>
                <c:pt idx="71">
                  <c:v>46014</c:v>
                </c:pt>
                <c:pt idx="72">
                  <c:v>46015</c:v>
                </c:pt>
                <c:pt idx="73">
                  <c:v>46016</c:v>
                </c:pt>
                <c:pt idx="74">
                  <c:v>46017</c:v>
                </c:pt>
                <c:pt idx="75">
                  <c:v>46020</c:v>
                </c:pt>
                <c:pt idx="76">
                  <c:v>46021</c:v>
                </c:pt>
                <c:pt idx="77">
                  <c:v>46022</c:v>
                </c:pt>
                <c:pt idx="78">
                  <c:v>46024</c:v>
                </c:pt>
                <c:pt idx="79">
                  <c:v>46027</c:v>
                </c:pt>
                <c:pt idx="80">
                  <c:v>46028</c:v>
                </c:pt>
                <c:pt idx="81">
                  <c:v>46029</c:v>
                </c:pt>
                <c:pt idx="82">
                  <c:v>46030</c:v>
                </c:pt>
                <c:pt idx="83">
                  <c:v>46031</c:v>
                </c:pt>
                <c:pt idx="84">
                  <c:v>46034</c:v>
                </c:pt>
                <c:pt idx="85">
                  <c:v>46035</c:v>
                </c:pt>
                <c:pt idx="86">
                  <c:v>46036</c:v>
                </c:pt>
                <c:pt idx="87">
                  <c:v>46037</c:v>
                </c:pt>
                <c:pt idx="88">
                  <c:v>46038</c:v>
                </c:pt>
                <c:pt idx="89">
                  <c:v>46042</c:v>
                </c:pt>
                <c:pt idx="90">
                  <c:v>46043</c:v>
                </c:pt>
                <c:pt idx="91">
                  <c:v>46044</c:v>
                </c:pt>
                <c:pt idx="92">
                  <c:v>46045</c:v>
                </c:pt>
                <c:pt idx="93">
                  <c:v>46048</c:v>
                </c:pt>
                <c:pt idx="94">
                  <c:v>46049</c:v>
                </c:pt>
                <c:pt idx="95">
                  <c:v>46050</c:v>
                </c:pt>
                <c:pt idx="96">
                  <c:v>46051</c:v>
                </c:pt>
                <c:pt idx="97">
                  <c:v>46052</c:v>
                </c:pt>
                <c:pt idx="98">
                  <c:v>46055</c:v>
                </c:pt>
                <c:pt idx="99">
                  <c:v>46056</c:v>
                </c:pt>
                <c:pt idx="100">
                  <c:v>46057</c:v>
                </c:pt>
                <c:pt idx="101">
                  <c:v>46058</c:v>
                </c:pt>
                <c:pt idx="102">
                  <c:v>46059</c:v>
                </c:pt>
                <c:pt idx="103">
                  <c:v>46062</c:v>
                </c:pt>
                <c:pt idx="104">
                  <c:v>46063</c:v>
                </c:pt>
                <c:pt idx="105">
                  <c:v>46064</c:v>
                </c:pt>
                <c:pt idx="106">
                  <c:v>46065</c:v>
                </c:pt>
                <c:pt idx="107">
                  <c:v>46066</c:v>
                </c:pt>
                <c:pt idx="108">
                  <c:v>46070</c:v>
                </c:pt>
                <c:pt idx="109">
                  <c:v>46071</c:v>
                </c:pt>
                <c:pt idx="110">
                  <c:v>46072</c:v>
                </c:pt>
                <c:pt idx="111">
                  <c:v>46073</c:v>
                </c:pt>
                <c:pt idx="112">
                  <c:v>46076</c:v>
                </c:pt>
                <c:pt idx="113">
                  <c:v>46077</c:v>
                </c:pt>
                <c:pt idx="114">
                  <c:v>46078</c:v>
                </c:pt>
                <c:pt idx="115">
                  <c:v>46079</c:v>
                </c:pt>
                <c:pt idx="116">
                  <c:v>46080</c:v>
                </c:pt>
                <c:pt idx="117">
                  <c:v>46083</c:v>
                </c:pt>
                <c:pt idx="118">
                  <c:v>46084</c:v>
                </c:pt>
                <c:pt idx="119">
                  <c:v>46085</c:v>
                </c:pt>
                <c:pt idx="120">
                  <c:v>46086</c:v>
                </c:pt>
                <c:pt idx="121">
                  <c:v>46087</c:v>
                </c:pt>
                <c:pt idx="122">
                  <c:v>46090</c:v>
                </c:pt>
                <c:pt idx="123">
                  <c:v>46091</c:v>
                </c:pt>
                <c:pt idx="124">
                  <c:v>46092</c:v>
                </c:pt>
                <c:pt idx="125">
                  <c:v>46093</c:v>
                </c:pt>
                <c:pt idx="126">
                  <c:v>46094</c:v>
                </c:pt>
                <c:pt idx="127">
                  <c:v>46097</c:v>
                </c:pt>
                <c:pt idx="128">
                  <c:v>46098</c:v>
                </c:pt>
                <c:pt idx="129">
                  <c:v>46099</c:v>
                </c:pt>
                <c:pt idx="130">
                  <c:v>46100</c:v>
                </c:pt>
                <c:pt idx="131">
                  <c:v>46101</c:v>
                </c:pt>
                <c:pt idx="132">
                  <c:v>46104</c:v>
                </c:pt>
                <c:pt idx="133">
                  <c:v>46105</c:v>
                </c:pt>
                <c:pt idx="134">
                  <c:v>46106</c:v>
                </c:pt>
                <c:pt idx="135">
                  <c:v>46107</c:v>
                </c:pt>
                <c:pt idx="136">
                  <c:v>46108</c:v>
                </c:pt>
                <c:pt idx="137">
                  <c:v>46111</c:v>
                </c:pt>
                <c:pt idx="138">
                  <c:v>46112</c:v>
                </c:pt>
                <c:pt idx="139">
                  <c:v>46113</c:v>
                </c:pt>
                <c:pt idx="140">
                  <c:v>46114</c:v>
                </c:pt>
                <c:pt idx="141">
                  <c:v>46115</c:v>
                </c:pt>
                <c:pt idx="142">
                  <c:v>46118</c:v>
                </c:pt>
                <c:pt idx="143">
                  <c:v>46119</c:v>
                </c:pt>
                <c:pt idx="144">
                  <c:v>46120</c:v>
                </c:pt>
                <c:pt idx="145">
                  <c:v>46121</c:v>
                </c:pt>
                <c:pt idx="146">
                  <c:v>46122</c:v>
                </c:pt>
                <c:pt idx="147">
                  <c:v>46125</c:v>
                </c:pt>
                <c:pt idx="148">
                  <c:v>46126</c:v>
                </c:pt>
                <c:pt idx="149">
                  <c:v>46127</c:v>
                </c:pt>
                <c:pt idx="150">
                  <c:v>46128</c:v>
                </c:pt>
                <c:pt idx="151">
                  <c:v>46129</c:v>
                </c:pt>
                <c:pt idx="152">
                  <c:v>46132</c:v>
                </c:pt>
                <c:pt idx="153">
                  <c:v>46133</c:v>
                </c:pt>
                <c:pt idx="154">
                  <c:v>46134</c:v>
                </c:pt>
                <c:pt idx="155">
                  <c:v>46135</c:v>
                </c:pt>
                <c:pt idx="156">
                  <c:v>46136</c:v>
                </c:pt>
                <c:pt idx="157">
                  <c:v>46139</c:v>
                </c:pt>
                <c:pt idx="158">
                  <c:v>46140</c:v>
                </c:pt>
                <c:pt idx="159">
                  <c:v>46141</c:v>
                </c:pt>
                <c:pt idx="160">
                  <c:v>46142</c:v>
                </c:pt>
                <c:pt idx="161">
                  <c:v>46143</c:v>
                </c:pt>
                <c:pt idx="162">
                  <c:v>46146</c:v>
                </c:pt>
                <c:pt idx="163">
                  <c:v>46147</c:v>
                </c:pt>
                <c:pt idx="164">
                  <c:v>46148</c:v>
                </c:pt>
                <c:pt idx="165">
                  <c:v>46149</c:v>
                </c:pt>
                <c:pt idx="166">
                  <c:v>46150</c:v>
                </c:pt>
                <c:pt idx="167">
                  <c:v>46153</c:v>
                </c:pt>
                <c:pt idx="168">
                  <c:v>46154</c:v>
                </c:pt>
                <c:pt idx="169">
                  <c:v>46155</c:v>
                </c:pt>
                <c:pt idx="170">
                  <c:v>46156</c:v>
                </c:pt>
                <c:pt idx="171">
                  <c:v>46157</c:v>
                </c:pt>
                <c:pt idx="172">
                  <c:v>46160</c:v>
                </c:pt>
                <c:pt idx="173">
                  <c:v>46161</c:v>
                </c:pt>
                <c:pt idx="174">
                  <c:v>46162</c:v>
                </c:pt>
                <c:pt idx="175">
                  <c:v>46163</c:v>
                </c:pt>
                <c:pt idx="176">
                  <c:v>46164</c:v>
                </c:pt>
                <c:pt idx="177">
                  <c:v>46168</c:v>
                </c:pt>
                <c:pt idx="178">
                  <c:v>46169</c:v>
                </c:pt>
                <c:pt idx="179">
                  <c:v>46170</c:v>
                </c:pt>
                <c:pt idx="180">
                  <c:v>46171</c:v>
                </c:pt>
                <c:pt idx="181">
                  <c:v>46174</c:v>
                </c:pt>
                <c:pt idx="182">
                  <c:v>46175</c:v>
                </c:pt>
                <c:pt idx="183">
                  <c:v>46176</c:v>
                </c:pt>
                <c:pt idx="184">
                  <c:v>46177</c:v>
                </c:pt>
                <c:pt idx="185">
                  <c:v>46178</c:v>
                </c:pt>
                <c:pt idx="186">
                  <c:v>46181</c:v>
                </c:pt>
                <c:pt idx="187">
                  <c:v>46182</c:v>
                </c:pt>
                <c:pt idx="188">
                  <c:v>46183</c:v>
                </c:pt>
                <c:pt idx="189">
                  <c:v>46184</c:v>
                </c:pt>
                <c:pt idx="190">
                  <c:v>46185</c:v>
                </c:pt>
                <c:pt idx="191">
                  <c:v>46188</c:v>
                </c:pt>
                <c:pt idx="192">
                  <c:v>46189</c:v>
                </c:pt>
                <c:pt idx="193">
                  <c:v>46190</c:v>
                </c:pt>
                <c:pt idx="194">
                  <c:v>46191</c:v>
                </c:pt>
                <c:pt idx="195">
                  <c:v>46195</c:v>
                </c:pt>
                <c:pt idx="196">
                  <c:v>46196</c:v>
                </c:pt>
                <c:pt idx="197">
                  <c:v>46197</c:v>
                </c:pt>
                <c:pt idx="198">
                  <c:v>46198</c:v>
                </c:pt>
                <c:pt idx="199">
                  <c:v>46199</c:v>
                </c:pt>
                <c:pt idx="200">
                  <c:v>46202</c:v>
                </c:pt>
                <c:pt idx="201">
                  <c:v>46203</c:v>
                </c:pt>
                <c:pt idx="202">
                  <c:v>46204</c:v>
                </c:pt>
                <c:pt idx="203">
                  <c:v>46205</c:v>
                </c:pt>
                <c:pt idx="204">
                  <c:v>46209</c:v>
                </c:pt>
                <c:pt idx="205">
                  <c:v>46210</c:v>
                </c:pt>
                <c:pt idx="206">
                  <c:v>46211</c:v>
                </c:pt>
                <c:pt idx="207">
                  <c:v>46212</c:v>
                </c:pt>
                <c:pt idx="208">
                  <c:v>46213</c:v>
                </c:pt>
                <c:pt idx="209">
                  <c:v>46216</c:v>
                </c:pt>
                <c:pt idx="210">
                  <c:v>46217</c:v>
                </c:pt>
                <c:pt idx="211">
                  <c:v>46218</c:v>
                </c:pt>
                <c:pt idx="212">
                  <c:v>46219</c:v>
                </c:pt>
                <c:pt idx="213">
                  <c:v>46220</c:v>
                </c:pt>
                <c:pt idx="214">
                  <c:v>46223</c:v>
                </c:pt>
                <c:pt idx="215">
                  <c:v>46224</c:v>
                </c:pt>
                <c:pt idx="216">
                  <c:v>46225</c:v>
                </c:pt>
                <c:pt idx="217">
                  <c:v>46226</c:v>
                </c:pt>
                <c:pt idx="218">
                  <c:v>46227</c:v>
                </c:pt>
                <c:pt idx="219">
                  <c:v>46230</c:v>
                </c:pt>
                <c:pt idx="220">
                  <c:v>46231</c:v>
                </c:pt>
                <c:pt idx="221">
                  <c:v>46232</c:v>
                </c:pt>
                <c:pt idx="222">
                  <c:v>46233</c:v>
                </c:pt>
                <c:pt idx="223">
                  <c:v>46234</c:v>
                </c:pt>
                <c:pt idx="224">
                  <c:v>46237</c:v>
                </c:pt>
                <c:pt idx="225">
                  <c:v>46238</c:v>
                </c:pt>
                <c:pt idx="226">
                  <c:v>46239</c:v>
                </c:pt>
                <c:pt idx="227">
                  <c:v>46240</c:v>
                </c:pt>
                <c:pt idx="228">
                  <c:v>46241</c:v>
                </c:pt>
                <c:pt idx="229">
                  <c:v>46244</c:v>
                </c:pt>
                <c:pt idx="230">
                  <c:v>46245</c:v>
                </c:pt>
                <c:pt idx="231">
                  <c:v>46246</c:v>
                </c:pt>
                <c:pt idx="232">
                  <c:v>46247</c:v>
                </c:pt>
                <c:pt idx="233">
                  <c:v>46248</c:v>
                </c:pt>
                <c:pt idx="234">
                  <c:v>46251</c:v>
                </c:pt>
                <c:pt idx="235">
                  <c:v>46252</c:v>
                </c:pt>
                <c:pt idx="236">
                  <c:v>46253</c:v>
                </c:pt>
                <c:pt idx="237">
                  <c:v>46254</c:v>
                </c:pt>
                <c:pt idx="238">
                  <c:v>46255</c:v>
                </c:pt>
                <c:pt idx="239">
                  <c:v>46258</c:v>
                </c:pt>
                <c:pt idx="240">
                  <c:v>46259</c:v>
                </c:pt>
                <c:pt idx="241">
                  <c:v>46260</c:v>
                </c:pt>
                <c:pt idx="242">
                  <c:v>46261</c:v>
                </c:pt>
                <c:pt idx="243">
                  <c:v>46262</c:v>
                </c:pt>
                <c:pt idx="244">
                  <c:v>46265</c:v>
                </c:pt>
                <c:pt idx="245">
                  <c:v>46266</c:v>
                </c:pt>
                <c:pt idx="246">
                  <c:v>46267</c:v>
                </c:pt>
                <c:pt idx="247">
                  <c:v>46268</c:v>
                </c:pt>
                <c:pt idx="248">
                  <c:v>46269</c:v>
                </c:pt>
                <c:pt idx="249">
                  <c:v>46273</c:v>
                </c:pt>
                <c:pt idx="250">
                  <c:v>46274</c:v>
                </c:pt>
                <c:pt idx="251">
                  <c:v>46275</c:v>
                </c:pt>
                <c:pt idx="252">
                  <c:v>46276</c:v>
                </c:pt>
                <c:pt idx="253">
                  <c:v>46279</c:v>
                </c:pt>
                <c:pt idx="254">
                  <c:v>46280</c:v>
                </c:pt>
                <c:pt idx="255">
                  <c:v>46281</c:v>
                </c:pt>
                <c:pt idx="256">
                  <c:v>46282</c:v>
                </c:pt>
                <c:pt idx="257">
                  <c:v>46283</c:v>
                </c:pt>
                <c:pt idx="258">
                  <c:v>46286</c:v>
                </c:pt>
                <c:pt idx="259">
                  <c:v>46287</c:v>
                </c:pt>
                <c:pt idx="260">
                  <c:v>46288</c:v>
                </c:pt>
                <c:pt idx="261">
                  <c:v>46289</c:v>
                </c:pt>
                <c:pt idx="262">
                  <c:v>46290</c:v>
                </c:pt>
              </c:numCache>
            </c:numRef>
          </c:cat>
          <c:val>
            <c:numRef>
              <c:f>'EUA a 10 anos Dados Históricos '!$C$2:$C$264</c:f>
              <c:numCache>
                <c:formatCode>General</c:formatCode>
                <c:ptCount val="263"/>
                <c:pt idx="0">
                  <c:v>147.41</c:v>
                </c:pt>
                <c:pt idx="1">
                  <c:v>146.5</c:v>
                </c:pt>
                <c:pt idx="2">
                  <c:v>146.99</c:v>
                </c:pt>
                <c:pt idx="3">
                  <c:v>148</c:v>
                </c:pt>
                <c:pt idx="4">
                  <c:v>147.97</c:v>
                </c:pt>
                <c:pt idx="5">
                  <c:v>147.72</c:v>
                </c:pt>
                <c:pt idx="6">
                  <c:v>147.63999999999999</c:v>
                </c:pt>
                <c:pt idx="7">
                  <c:v>148.91</c:v>
                </c:pt>
                <c:pt idx="8">
                  <c:v>149.80000000000001</c:v>
                </c:pt>
                <c:pt idx="9">
                  <c:v>149.51</c:v>
                </c:pt>
                <c:pt idx="10">
                  <c:v>148.6</c:v>
                </c:pt>
                <c:pt idx="11">
                  <c:v>147.91999999999999</c:v>
                </c:pt>
                <c:pt idx="12">
                  <c:v>147.07</c:v>
                </c:pt>
                <c:pt idx="13">
                  <c:v>147.26</c:v>
                </c:pt>
                <c:pt idx="14">
                  <c:v>147.44999999999999</c:v>
                </c:pt>
                <c:pt idx="15">
                  <c:v>150.36000000000001</c:v>
                </c:pt>
                <c:pt idx="16">
                  <c:v>151.91</c:v>
                </c:pt>
                <c:pt idx="17">
                  <c:v>152.69</c:v>
                </c:pt>
                <c:pt idx="18">
                  <c:v>153.07</c:v>
                </c:pt>
                <c:pt idx="19">
                  <c:v>151.18</c:v>
                </c:pt>
                <c:pt idx="20">
                  <c:v>152.28</c:v>
                </c:pt>
                <c:pt idx="21">
                  <c:v>151.85</c:v>
                </c:pt>
                <c:pt idx="22">
                  <c:v>151.05000000000001</c:v>
                </c:pt>
                <c:pt idx="23">
                  <c:v>150.43</c:v>
                </c:pt>
                <c:pt idx="24">
                  <c:v>150.63999999999999</c:v>
                </c:pt>
                <c:pt idx="25">
                  <c:v>150.75</c:v>
                </c:pt>
                <c:pt idx="26">
                  <c:v>151.94</c:v>
                </c:pt>
                <c:pt idx="27">
                  <c:v>151.99</c:v>
                </c:pt>
                <c:pt idx="28">
                  <c:v>152.59</c:v>
                </c:pt>
                <c:pt idx="29">
                  <c:v>152.87</c:v>
                </c:pt>
                <c:pt idx="30">
                  <c:v>152.88</c:v>
                </c:pt>
                <c:pt idx="31">
                  <c:v>152.11000000000001</c:v>
                </c:pt>
                <c:pt idx="32">
                  <c:v>152.72999999999999</c:v>
                </c:pt>
                <c:pt idx="33">
                  <c:v>154.13</c:v>
                </c:pt>
                <c:pt idx="34">
                  <c:v>154.01</c:v>
                </c:pt>
                <c:pt idx="35">
                  <c:v>154.22</c:v>
                </c:pt>
                <c:pt idx="36">
                  <c:v>153.68</c:v>
                </c:pt>
                <c:pt idx="37">
                  <c:v>154.12</c:v>
                </c:pt>
                <c:pt idx="38">
                  <c:v>153.07</c:v>
                </c:pt>
                <c:pt idx="39">
                  <c:v>153.43</c:v>
                </c:pt>
                <c:pt idx="40">
                  <c:v>154.15</c:v>
                </c:pt>
                <c:pt idx="41">
                  <c:v>154.16</c:v>
                </c:pt>
                <c:pt idx="42">
                  <c:v>154.79</c:v>
                </c:pt>
                <c:pt idx="43">
                  <c:v>154.57</c:v>
                </c:pt>
                <c:pt idx="44">
                  <c:v>154.55000000000001</c:v>
                </c:pt>
                <c:pt idx="45">
                  <c:v>155.26</c:v>
                </c:pt>
                <c:pt idx="46">
                  <c:v>155.51</c:v>
                </c:pt>
                <c:pt idx="47">
                  <c:v>157.16</c:v>
                </c:pt>
                <c:pt idx="48">
                  <c:v>157.47999999999999</c:v>
                </c:pt>
                <c:pt idx="49">
                  <c:v>156.38999999999999</c:v>
                </c:pt>
                <c:pt idx="50">
                  <c:v>156.91</c:v>
                </c:pt>
                <c:pt idx="51">
                  <c:v>156.06</c:v>
                </c:pt>
                <c:pt idx="52">
                  <c:v>156.47999999999999</c:v>
                </c:pt>
                <c:pt idx="53">
                  <c:v>156.31</c:v>
                </c:pt>
                <c:pt idx="54">
                  <c:v>156.18</c:v>
                </c:pt>
                <c:pt idx="55">
                  <c:v>155.44999999999999</c:v>
                </c:pt>
                <c:pt idx="56">
                  <c:v>155.87</c:v>
                </c:pt>
                <c:pt idx="57">
                  <c:v>155.26</c:v>
                </c:pt>
                <c:pt idx="58">
                  <c:v>155.1</c:v>
                </c:pt>
                <c:pt idx="59">
                  <c:v>155.35</c:v>
                </c:pt>
                <c:pt idx="60">
                  <c:v>155.93</c:v>
                </c:pt>
                <c:pt idx="61">
                  <c:v>156.88</c:v>
                </c:pt>
                <c:pt idx="62">
                  <c:v>156.02000000000001</c:v>
                </c:pt>
                <c:pt idx="63">
                  <c:v>155.59</c:v>
                </c:pt>
                <c:pt idx="64">
                  <c:v>155.82</c:v>
                </c:pt>
                <c:pt idx="65">
                  <c:v>155.22</c:v>
                </c:pt>
                <c:pt idx="66">
                  <c:v>154.72</c:v>
                </c:pt>
                <c:pt idx="67">
                  <c:v>155.69</c:v>
                </c:pt>
                <c:pt idx="68">
                  <c:v>155.56</c:v>
                </c:pt>
                <c:pt idx="69">
                  <c:v>157.76</c:v>
                </c:pt>
                <c:pt idx="70">
                  <c:v>157.07</c:v>
                </c:pt>
                <c:pt idx="71">
                  <c:v>156.22999999999999</c:v>
                </c:pt>
                <c:pt idx="72">
                  <c:v>155.94</c:v>
                </c:pt>
                <c:pt idx="73">
                  <c:v>155.80000000000001</c:v>
                </c:pt>
                <c:pt idx="74">
                  <c:v>156.57</c:v>
                </c:pt>
                <c:pt idx="75">
                  <c:v>156.06</c:v>
                </c:pt>
                <c:pt idx="76">
                  <c:v>156.41</c:v>
                </c:pt>
                <c:pt idx="77">
                  <c:v>156.66999999999999</c:v>
                </c:pt>
                <c:pt idx="78">
                  <c:v>156.84</c:v>
                </c:pt>
                <c:pt idx="79">
                  <c:v>156.38999999999999</c:v>
                </c:pt>
                <c:pt idx="80">
                  <c:v>156.63999999999999</c:v>
                </c:pt>
                <c:pt idx="81">
                  <c:v>156.77000000000001</c:v>
                </c:pt>
                <c:pt idx="82">
                  <c:v>156.88</c:v>
                </c:pt>
                <c:pt idx="83">
                  <c:v>157.88999999999999</c:v>
                </c:pt>
                <c:pt idx="84">
                  <c:v>158.16</c:v>
                </c:pt>
                <c:pt idx="85">
                  <c:v>159.13999999999999</c:v>
                </c:pt>
                <c:pt idx="86">
                  <c:v>158.44999999999999</c:v>
                </c:pt>
                <c:pt idx="87">
                  <c:v>158.63999999999999</c:v>
                </c:pt>
                <c:pt idx="88">
                  <c:v>158.12</c:v>
                </c:pt>
                <c:pt idx="89">
                  <c:v>158.16</c:v>
                </c:pt>
                <c:pt idx="90">
                  <c:v>158.27000000000001</c:v>
                </c:pt>
                <c:pt idx="91">
                  <c:v>158.41</c:v>
                </c:pt>
                <c:pt idx="92">
                  <c:v>155.72</c:v>
                </c:pt>
                <c:pt idx="93">
                  <c:v>154.16999999999999</c:v>
                </c:pt>
                <c:pt idx="94">
                  <c:v>152.19999999999999</c:v>
                </c:pt>
                <c:pt idx="95">
                  <c:v>153.41</c:v>
                </c:pt>
                <c:pt idx="96">
                  <c:v>153.12</c:v>
                </c:pt>
                <c:pt idx="97">
                  <c:v>154.77000000000001</c:v>
                </c:pt>
                <c:pt idx="98">
                  <c:v>155.62</c:v>
                </c:pt>
                <c:pt idx="99">
                  <c:v>155.75</c:v>
                </c:pt>
                <c:pt idx="100">
                  <c:v>156.87</c:v>
                </c:pt>
                <c:pt idx="101">
                  <c:v>157.04</c:v>
                </c:pt>
                <c:pt idx="102">
                  <c:v>157.21</c:v>
                </c:pt>
                <c:pt idx="103">
                  <c:v>155.88999999999999</c:v>
                </c:pt>
                <c:pt idx="104">
                  <c:v>154.38999999999999</c:v>
                </c:pt>
                <c:pt idx="105">
                  <c:v>153.26</c:v>
                </c:pt>
                <c:pt idx="106">
                  <c:v>152.75</c:v>
                </c:pt>
                <c:pt idx="107">
                  <c:v>152.69999999999999</c:v>
                </c:pt>
                <c:pt idx="108">
                  <c:v>153.29</c:v>
                </c:pt>
                <c:pt idx="109">
                  <c:v>154.83000000000001</c:v>
                </c:pt>
                <c:pt idx="110">
                  <c:v>155</c:v>
                </c:pt>
                <c:pt idx="111">
                  <c:v>155.07</c:v>
                </c:pt>
                <c:pt idx="112">
                  <c:v>154.63999999999999</c:v>
                </c:pt>
                <c:pt idx="113">
                  <c:v>155.88999999999999</c:v>
                </c:pt>
                <c:pt idx="114">
                  <c:v>156.36000000000001</c:v>
                </c:pt>
                <c:pt idx="115">
                  <c:v>156.13</c:v>
                </c:pt>
                <c:pt idx="116">
                  <c:v>156.06</c:v>
                </c:pt>
                <c:pt idx="117">
                  <c:v>157.37</c:v>
                </c:pt>
                <c:pt idx="118">
                  <c:v>157.74</c:v>
                </c:pt>
                <c:pt idx="119">
                  <c:v>157.06</c:v>
                </c:pt>
                <c:pt idx="120">
                  <c:v>157.59</c:v>
                </c:pt>
                <c:pt idx="121">
                  <c:v>157.80000000000001</c:v>
                </c:pt>
                <c:pt idx="122">
                  <c:v>157.66999999999999</c:v>
                </c:pt>
                <c:pt idx="123">
                  <c:v>158.05000000000001</c:v>
                </c:pt>
                <c:pt idx="124">
                  <c:v>158.94999999999999</c:v>
                </c:pt>
                <c:pt idx="125">
                  <c:v>159.35</c:v>
                </c:pt>
                <c:pt idx="126">
                  <c:v>159.72999999999999</c:v>
                </c:pt>
                <c:pt idx="127">
                  <c:v>159.07</c:v>
                </c:pt>
                <c:pt idx="128">
                  <c:v>159.01</c:v>
                </c:pt>
                <c:pt idx="129">
                  <c:v>159.88</c:v>
                </c:pt>
                <c:pt idx="130">
                  <c:v>157.74</c:v>
                </c:pt>
                <c:pt idx="131">
                  <c:v>159.22999999999999</c:v>
                </c:pt>
                <c:pt idx="132">
                  <c:v>158.44</c:v>
                </c:pt>
                <c:pt idx="133">
                  <c:v>158.69999999999999</c:v>
                </c:pt>
                <c:pt idx="134">
                  <c:v>159.47</c:v>
                </c:pt>
                <c:pt idx="135">
                  <c:v>159.82</c:v>
                </c:pt>
                <c:pt idx="136">
                  <c:v>160.32</c:v>
                </c:pt>
                <c:pt idx="137">
                  <c:v>159.72999999999999</c:v>
                </c:pt>
                <c:pt idx="138">
                  <c:v>158.72</c:v>
                </c:pt>
                <c:pt idx="139">
                  <c:v>158.81</c:v>
                </c:pt>
                <c:pt idx="140">
                  <c:v>159.62</c:v>
                </c:pt>
                <c:pt idx="141">
                  <c:v>159.59</c:v>
                </c:pt>
                <c:pt idx="142">
                  <c:v>159.69</c:v>
                </c:pt>
                <c:pt idx="143">
                  <c:v>159.63</c:v>
                </c:pt>
                <c:pt idx="144">
                  <c:v>158.6</c:v>
                </c:pt>
                <c:pt idx="145">
                  <c:v>158.97</c:v>
                </c:pt>
                <c:pt idx="146">
                  <c:v>159.30000000000001</c:v>
                </c:pt>
                <c:pt idx="147">
                  <c:v>159.44999999999999</c:v>
                </c:pt>
                <c:pt idx="148">
                  <c:v>158.80000000000001</c:v>
                </c:pt>
                <c:pt idx="149">
                  <c:v>158.99</c:v>
                </c:pt>
                <c:pt idx="150">
                  <c:v>159.19</c:v>
                </c:pt>
                <c:pt idx="151">
                  <c:v>158.63999999999999</c:v>
                </c:pt>
                <c:pt idx="152">
                  <c:v>158.82</c:v>
                </c:pt>
                <c:pt idx="153">
                  <c:v>159.38999999999999</c:v>
                </c:pt>
                <c:pt idx="154">
                  <c:v>159.49</c:v>
                </c:pt>
                <c:pt idx="155">
                  <c:v>159.72999999999999</c:v>
                </c:pt>
                <c:pt idx="156">
                  <c:v>159.38</c:v>
                </c:pt>
                <c:pt idx="157">
                  <c:v>159.43</c:v>
                </c:pt>
                <c:pt idx="158">
                  <c:v>159.62</c:v>
                </c:pt>
                <c:pt idx="159">
                  <c:v>160.41999999999999</c:v>
                </c:pt>
                <c:pt idx="160">
                  <c:v>156.58000000000001</c:v>
                </c:pt>
                <c:pt idx="161">
                  <c:v>157.06</c:v>
                </c:pt>
                <c:pt idx="162">
                  <c:v>157.22999999999999</c:v>
                </c:pt>
                <c:pt idx="163">
                  <c:v>157.88</c:v>
                </c:pt>
                <c:pt idx="164">
                  <c:v>156.38999999999999</c:v>
                </c:pt>
                <c:pt idx="165">
                  <c:v>156.93</c:v>
                </c:pt>
                <c:pt idx="166">
                  <c:v>156.66999999999999</c:v>
                </c:pt>
                <c:pt idx="167">
                  <c:v>157.18</c:v>
                </c:pt>
                <c:pt idx="168">
                  <c:v>157.63</c:v>
                </c:pt>
                <c:pt idx="169">
                  <c:v>157.86000000000001</c:v>
                </c:pt>
                <c:pt idx="170">
                  <c:v>158.37</c:v>
                </c:pt>
                <c:pt idx="171">
                  <c:v>158.77000000000001</c:v>
                </c:pt>
                <c:pt idx="172">
                  <c:v>158.84</c:v>
                </c:pt>
                <c:pt idx="173">
                  <c:v>159.07</c:v>
                </c:pt>
                <c:pt idx="174">
                  <c:v>158.91999999999999</c:v>
                </c:pt>
                <c:pt idx="175">
                  <c:v>158.97999999999999</c:v>
                </c:pt>
                <c:pt idx="176">
                  <c:v>159.19999999999999</c:v>
                </c:pt>
                <c:pt idx="177">
                  <c:v>159.30000000000001</c:v>
                </c:pt>
                <c:pt idx="178">
                  <c:v>159.51</c:v>
                </c:pt>
                <c:pt idx="179">
                  <c:v>159.24</c:v>
                </c:pt>
                <c:pt idx="180">
                  <c:v>159.27000000000001</c:v>
                </c:pt>
                <c:pt idx="181">
                  <c:v>159.66</c:v>
                </c:pt>
                <c:pt idx="182">
                  <c:v>159.9</c:v>
                </c:pt>
                <c:pt idx="183">
                  <c:v>160.06</c:v>
                </c:pt>
                <c:pt idx="184">
                  <c:v>160.02000000000001</c:v>
                </c:pt>
                <c:pt idx="185">
                  <c:v>160.32</c:v>
                </c:pt>
                <c:pt idx="186">
                  <c:v>160.18</c:v>
                </c:pt>
                <c:pt idx="187">
                  <c:v>160.37</c:v>
                </c:pt>
                <c:pt idx="188">
                  <c:v>160.55000000000001</c:v>
                </c:pt>
                <c:pt idx="189">
                  <c:v>159.94</c:v>
                </c:pt>
                <c:pt idx="190">
                  <c:v>160.22999999999999</c:v>
                </c:pt>
                <c:pt idx="191">
                  <c:v>160.33000000000001</c:v>
                </c:pt>
                <c:pt idx="192">
                  <c:v>160.44999999999999</c:v>
                </c:pt>
                <c:pt idx="193">
                  <c:v>160.63999999999999</c:v>
                </c:pt>
                <c:pt idx="194">
                  <c:v>161.38</c:v>
                </c:pt>
                <c:pt idx="195">
                  <c:v>161.57</c:v>
                </c:pt>
                <c:pt idx="196">
                  <c:v>161.58000000000001</c:v>
                </c:pt>
                <c:pt idx="197">
                  <c:v>161.79</c:v>
                </c:pt>
                <c:pt idx="198">
                  <c:v>161.79</c:v>
                </c:pt>
                <c:pt idx="199">
                  <c:v>161.76</c:v>
                </c:pt>
                <c:pt idx="200">
                  <c:v>161.94999999999999</c:v>
                </c:pt>
                <c:pt idx="201">
                  <c:v>162.57</c:v>
                </c:pt>
                <c:pt idx="202">
                  <c:v>162.57</c:v>
                </c:pt>
                <c:pt idx="203">
                  <c:v>161.1</c:v>
                </c:pt>
                <c:pt idx="204">
                  <c:v>162.09</c:v>
                </c:pt>
                <c:pt idx="205">
                  <c:v>162.11000000000001</c:v>
                </c:pt>
                <c:pt idx="206">
                  <c:v>162.59</c:v>
                </c:pt>
                <c:pt idx="207">
                  <c:v>162.38999999999999</c:v>
                </c:pt>
                <c:pt idx="208">
                  <c:v>161.69999999999999</c:v>
                </c:pt>
                <c:pt idx="209">
                  <c:v>162.44</c:v>
                </c:pt>
                <c:pt idx="210">
                  <c:v>162.25</c:v>
                </c:pt>
                <c:pt idx="211">
                  <c:v>162.19</c:v>
                </c:pt>
                <c:pt idx="212">
                  <c:v>162.38999999999999</c:v>
                </c:pt>
                <c:pt idx="213">
                  <c:v>162.38999999999999</c:v>
                </c:pt>
                <c:pt idx="214">
                  <c:v>162.5</c:v>
                </c:pt>
                <c:pt idx="215">
                  <c:v>163.18</c:v>
                </c:pt>
                <c:pt idx="216">
                  <c:v>163.13999999999999</c:v>
                </c:pt>
                <c:pt idx="217">
                  <c:v>163.86</c:v>
                </c:pt>
                <c:pt idx="218">
                  <c:v>163.85</c:v>
                </c:pt>
                <c:pt idx="219">
                  <c:v>163.75</c:v>
                </c:pt>
                <c:pt idx="220">
                  <c:v>163.85</c:v>
                </c:pt>
                <c:pt idx="221">
                  <c:v>163.4</c:v>
                </c:pt>
                <c:pt idx="222">
                  <c:v>159.54</c:v>
                </c:pt>
                <c:pt idx="223">
                  <c:v>157.58000000000001</c:v>
                </c:pt>
                <c:pt idx="224">
                  <c:v>157.18</c:v>
                </c:pt>
                <c:pt idx="225">
                  <c:v>157.74</c:v>
                </c:pt>
                <c:pt idx="226">
                  <c:v>157.75</c:v>
                </c:pt>
                <c:pt idx="227">
                  <c:v>158.44</c:v>
                </c:pt>
                <c:pt idx="228">
                  <c:v>157.81</c:v>
                </c:pt>
                <c:pt idx="229">
                  <c:v>159.31</c:v>
                </c:pt>
                <c:pt idx="230">
                  <c:v>159.29</c:v>
                </c:pt>
                <c:pt idx="231">
                  <c:v>159.43</c:v>
                </c:pt>
                <c:pt idx="232">
                  <c:v>159.49</c:v>
                </c:pt>
                <c:pt idx="233">
                  <c:v>159.32</c:v>
                </c:pt>
                <c:pt idx="234">
                  <c:v>159.44999999999999</c:v>
                </c:pt>
                <c:pt idx="235">
                  <c:v>159.63</c:v>
                </c:pt>
                <c:pt idx="236">
                  <c:v>158.18</c:v>
                </c:pt>
                <c:pt idx="237">
                  <c:v>159.06</c:v>
                </c:pt>
                <c:pt idx="238">
                  <c:v>158.94999999999999</c:v>
                </c:pt>
                <c:pt idx="239">
                  <c:v>159.11000000000001</c:v>
                </c:pt>
                <c:pt idx="240">
                  <c:v>159.18</c:v>
                </c:pt>
                <c:pt idx="241">
                  <c:v>159.31</c:v>
                </c:pt>
                <c:pt idx="242">
                  <c:v>159.38999999999999</c:v>
                </c:pt>
                <c:pt idx="243">
                  <c:v>160.07</c:v>
                </c:pt>
                <c:pt idx="244">
                  <c:v>159.74</c:v>
                </c:pt>
                <c:pt idx="245">
                  <c:v>160.18</c:v>
                </c:pt>
                <c:pt idx="246">
                  <c:v>158.72</c:v>
                </c:pt>
                <c:pt idx="247">
                  <c:v>155.82</c:v>
                </c:pt>
                <c:pt idx="248">
                  <c:v>156.25</c:v>
                </c:pt>
                <c:pt idx="249">
                  <c:v>153.99</c:v>
                </c:pt>
                <c:pt idx="250">
                  <c:v>153.55000000000001</c:v>
                </c:pt>
                <c:pt idx="251">
                  <c:v>154.43</c:v>
                </c:pt>
                <c:pt idx="252">
                  <c:v>153.55000000000001</c:v>
                </c:pt>
                <c:pt idx="253">
                  <c:v>154.36000000000001</c:v>
                </c:pt>
                <c:pt idx="254">
                  <c:v>155.1</c:v>
                </c:pt>
                <c:pt idx="255">
                  <c:v>156.29</c:v>
                </c:pt>
                <c:pt idx="256">
                  <c:v>155.97999999999999</c:v>
                </c:pt>
                <c:pt idx="257">
                  <c:v>156.88999999999999</c:v>
                </c:pt>
                <c:pt idx="258">
                  <c:v>157.38</c:v>
                </c:pt>
                <c:pt idx="259">
                  <c:v>157.38999999999999</c:v>
                </c:pt>
                <c:pt idx="260">
                  <c:v>158.31</c:v>
                </c:pt>
                <c:pt idx="261">
                  <c:v>158.86000000000001</c:v>
                </c:pt>
                <c:pt idx="262">
                  <c:v>157.28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DD2-42D2-AC74-04D748AAB7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26293519"/>
        <c:axId val="1152752303"/>
      </c:lineChart>
      <c:lineChart>
        <c:grouping val="standard"/>
        <c:varyColors val="0"/>
        <c:ser>
          <c:idx val="0"/>
          <c:order val="0"/>
          <c:tx>
            <c:strRef>
              <c:f>'EUA a 10 anos Dados Históricos '!$B$1</c:f>
              <c:strCache>
                <c:ptCount val="1"/>
                <c:pt idx="0">
                  <c:v>10Y UST Yield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'EUA a 10 anos Dados Históricos '!$A$2:$A$264</c:f>
              <c:numCache>
                <c:formatCode>[$-409]mmm\-yy;@</c:formatCode>
                <c:ptCount val="263"/>
                <c:pt idx="0">
                  <c:v>45915</c:v>
                </c:pt>
                <c:pt idx="1">
                  <c:v>45916</c:v>
                </c:pt>
                <c:pt idx="2">
                  <c:v>45917</c:v>
                </c:pt>
                <c:pt idx="3">
                  <c:v>45918</c:v>
                </c:pt>
                <c:pt idx="4">
                  <c:v>45919</c:v>
                </c:pt>
                <c:pt idx="5">
                  <c:v>45922</c:v>
                </c:pt>
                <c:pt idx="6">
                  <c:v>45923</c:v>
                </c:pt>
                <c:pt idx="7">
                  <c:v>45924</c:v>
                </c:pt>
                <c:pt idx="8">
                  <c:v>45925</c:v>
                </c:pt>
                <c:pt idx="9">
                  <c:v>45926</c:v>
                </c:pt>
                <c:pt idx="10">
                  <c:v>45929</c:v>
                </c:pt>
                <c:pt idx="11">
                  <c:v>45930</c:v>
                </c:pt>
                <c:pt idx="12">
                  <c:v>45931</c:v>
                </c:pt>
                <c:pt idx="13">
                  <c:v>45932</c:v>
                </c:pt>
                <c:pt idx="14">
                  <c:v>45933</c:v>
                </c:pt>
                <c:pt idx="15">
                  <c:v>45936</c:v>
                </c:pt>
                <c:pt idx="16">
                  <c:v>45937</c:v>
                </c:pt>
                <c:pt idx="17">
                  <c:v>45938</c:v>
                </c:pt>
                <c:pt idx="18">
                  <c:v>45939</c:v>
                </c:pt>
                <c:pt idx="19">
                  <c:v>45940</c:v>
                </c:pt>
                <c:pt idx="20">
                  <c:v>45943</c:v>
                </c:pt>
                <c:pt idx="21">
                  <c:v>45944</c:v>
                </c:pt>
                <c:pt idx="22">
                  <c:v>45945</c:v>
                </c:pt>
                <c:pt idx="23">
                  <c:v>45946</c:v>
                </c:pt>
                <c:pt idx="24">
                  <c:v>45947</c:v>
                </c:pt>
                <c:pt idx="25">
                  <c:v>45950</c:v>
                </c:pt>
                <c:pt idx="26">
                  <c:v>45951</c:v>
                </c:pt>
                <c:pt idx="27">
                  <c:v>45952</c:v>
                </c:pt>
                <c:pt idx="28">
                  <c:v>45953</c:v>
                </c:pt>
                <c:pt idx="29">
                  <c:v>45954</c:v>
                </c:pt>
                <c:pt idx="30">
                  <c:v>45957</c:v>
                </c:pt>
                <c:pt idx="31">
                  <c:v>45958</c:v>
                </c:pt>
                <c:pt idx="32">
                  <c:v>45959</c:v>
                </c:pt>
                <c:pt idx="33">
                  <c:v>45960</c:v>
                </c:pt>
                <c:pt idx="34">
                  <c:v>45961</c:v>
                </c:pt>
                <c:pt idx="35">
                  <c:v>45964</c:v>
                </c:pt>
                <c:pt idx="36">
                  <c:v>45965</c:v>
                </c:pt>
                <c:pt idx="37">
                  <c:v>45966</c:v>
                </c:pt>
                <c:pt idx="38">
                  <c:v>45967</c:v>
                </c:pt>
                <c:pt idx="39">
                  <c:v>45968</c:v>
                </c:pt>
                <c:pt idx="40">
                  <c:v>45971</c:v>
                </c:pt>
                <c:pt idx="41">
                  <c:v>45972</c:v>
                </c:pt>
                <c:pt idx="42">
                  <c:v>45973</c:v>
                </c:pt>
                <c:pt idx="43">
                  <c:v>45974</c:v>
                </c:pt>
                <c:pt idx="44">
                  <c:v>45975</c:v>
                </c:pt>
                <c:pt idx="45">
                  <c:v>45978</c:v>
                </c:pt>
                <c:pt idx="46">
                  <c:v>45979</c:v>
                </c:pt>
                <c:pt idx="47">
                  <c:v>45980</c:v>
                </c:pt>
                <c:pt idx="48">
                  <c:v>45981</c:v>
                </c:pt>
                <c:pt idx="49">
                  <c:v>45982</c:v>
                </c:pt>
                <c:pt idx="50">
                  <c:v>45985</c:v>
                </c:pt>
                <c:pt idx="51">
                  <c:v>45986</c:v>
                </c:pt>
                <c:pt idx="52">
                  <c:v>45987</c:v>
                </c:pt>
                <c:pt idx="53">
                  <c:v>45988</c:v>
                </c:pt>
                <c:pt idx="54">
                  <c:v>45989</c:v>
                </c:pt>
                <c:pt idx="55">
                  <c:v>45992</c:v>
                </c:pt>
                <c:pt idx="56">
                  <c:v>45993</c:v>
                </c:pt>
                <c:pt idx="57">
                  <c:v>45994</c:v>
                </c:pt>
                <c:pt idx="58">
                  <c:v>45995</c:v>
                </c:pt>
                <c:pt idx="59">
                  <c:v>45996</c:v>
                </c:pt>
                <c:pt idx="60">
                  <c:v>45999</c:v>
                </c:pt>
                <c:pt idx="61">
                  <c:v>46000</c:v>
                </c:pt>
                <c:pt idx="62">
                  <c:v>46001</c:v>
                </c:pt>
                <c:pt idx="63">
                  <c:v>46002</c:v>
                </c:pt>
                <c:pt idx="64">
                  <c:v>46003</c:v>
                </c:pt>
                <c:pt idx="65">
                  <c:v>46006</c:v>
                </c:pt>
                <c:pt idx="66">
                  <c:v>46007</c:v>
                </c:pt>
                <c:pt idx="67">
                  <c:v>46008</c:v>
                </c:pt>
                <c:pt idx="68">
                  <c:v>46009</c:v>
                </c:pt>
                <c:pt idx="69">
                  <c:v>46010</c:v>
                </c:pt>
                <c:pt idx="70">
                  <c:v>46013</c:v>
                </c:pt>
                <c:pt idx="71">
                  <c:v>46014</c:v>
                </c:pt>
                <c:pt idx="72">
                  <c:v>46015</c:v>
                </c:pt>
                <c:pt idx="73">
                  <c:v>46016</c:v>
                </c:pt>
                <c:pt idx="74">
                  <c:v>46017</c:v>
                </c:pt>
                <c:pt idx="75">
                  <c:v>46020</c:v>
                </c:pt>
                <c:pt idx="76">
                  <c:v>46021</c:v>
                </c:pt>
                <c:pt idx="77">
                  <c:v>46022</c:v>
                </c:pt>
                <c:pt idx="78">
                  <c:v>46024</c:v>
                </c:pt>
                <c:pt idx="79">
                  <c:v>46027</c:v>
                </c:pt>
                <c:pt idx="80">
                  <c:v>46028</c:v>
                </c:pt>
                <c:pt idx="81">
                  <c:v>46029</c:v>
                </c:pt>
                <c:pt idx="82">
                  <c:v>46030</c:v>
                </c:pt>
                <c:pt idx="83">
                  <c:v>46031</c:v>
                </c:pt>
                <c:pt idx="84">
                  <c:v>46034</c:v>
                </c:pt>
                <c:pt idx="85">
                  <c:v>46035</c:v>
                </c:pt>
                <c:pt idx="86">
                  <c:v>46036</c:v>
                </c:pt>
                <c:pt idx="87">
                  <c:v>46037</c:v>
                </c:pt>
                <c:pt idx="88">
                  <c:v>46038</c:v>
                </c:pt>
                <c:pt idx="89">
                  <c:v>46042</c:v>
                </c:pt>
                <c:pt idx="90">
                  <c:v>46043</c:v>
                </c:pt>
                <c:pt idx="91">
                  <c:v>46044</c:v>
                </c:pt>
                <c:pt idx="92">
                  <c:v>46045</c:v>
                </c:pt>
                <c:pt idx="93">
                  <c:v>46048</c:v>
                </c:pt>
                <c:pt idx="94">
                  <c:v>46049</c:v>
                </c:pt>
                <c:pt idx="95">
                  <c:v>46050</c:v>
                </c:pt>
                <c:pt idx="96">
                  <c:v>46051</c:v>
                </c:pt>
                <c:pt idx="97">
                  <c:v>46052</c:v>
                </c:pt>
                <c:pt idx="98">
                  <c:v>46055</c:v>
                </c:pt>
                <c:pt idx="99">
                  <c:v>46056</c:v>
                </c:pt>
                <c:pt idx="100">
                  <c:v>46057</c:v>
                </c:pt>
                <c:pt idx="101">
                  <c:v>46058</c:v>
                </c:pt>
                <c:pt idx="102">
                  <c:v>46059</c:v>
                </c:pt>
                <c:pt idx="103">
                  <c:v>46062</c:v>
                </c:pt>
                <c:pt idx="104">
                  <c:v>46063</c:v>
                </c:pt>
                <c:pt idx="105">
                  <c:v>46064</c:v>
                </c:pt>
                <c:pt idx="106">
                  <c:v>46065</c:v>
                </c:pt>
                <c:pt idx="107">
                  <c:v>46066</c:v>
                </c:pt>
                <c:pt idx="108">
                  <c:v>46070</c:v>
                </c:pt>
                <c:pt idx="109">
                  <c:v>46071</c:v>
                </c:pt>
                <c:pt idx="110">
                  <c:v>46072</c:v>
                </c:pt>
                <c:pt idx="111">
                  <c:v>46073</c:v>
                </c:pt>
                <c:pt idx="112">
                  <c:v>46076</c:v>
                </c:pt>
                <c:pt idx="113">
                  <c:v>46077</c:v>
                </c:pt>
                <c:pt idx="114">
                  <c:v>46078</c:v>
                </c:pt>
                <c:pt idx="115">
                  <c:v>46079</c:v>
                </c:pt>
                <c:pt idx="116">
                  <c:v>46080</c:v>
                </c:pt>
                <c:pt idx="117">
                  <c:v>46083</c:v>
                </c:pt>
                <c:pt idx="118">
                  <c:v>46084</c:v>
                </c:pt>
                <c:pt idx="119">
                  <c:v>46085</c:v>
                </c:pt>
                <c:pt idx="120">
                  <c:v>46086</c:v>
                </c:pt>
                <c:pt idx="121">
                  <c:v>46087</c:v>
                </c:pt>
                <c:pt idx="122">
                  <c:v>46090</c:v>
                </c:pt>
                <c:pt idx="123">
                  <c:v>46091</c:v>
                </c:pt>
                <c:pt idx="124">
                  <c:v>46092</c:v>
                </c:pt>
                <c:pt idx="125">
                  <c:v>46093</c:v>
                </c:pt>
                <c:pt idx="126">
                  <c:v>46094</c:v>
                </c:pt>
                <c:pt idx="127">
                  <c:v>46097</c:v>
                </c:pt>
                <c:pt idx="128">
                  <c:v>46098</c:v>
                </c:pt>
                <c:pt idx="129">
                  <c:v>46099</c:v>
                </c:pt>
                <c:pt idx="130">
                  <c:v>46100</c:v>
                </c:pt>
                <c:pt idx="131">
                  <c:v>46101</c:v>
                </c:pt>
                <c:pt idx="132">
                  <c:v>46104</c:v>
                </c:pt>
                <c:pt idx="133">
                  <c:v>46105</c:v>
                </c:pt>
                <c:pt idx="134">
                  <c:v>46106</c:v>
                </c:pt>
                <c:pt idx="135">
                  <c:v>46107</c:v>
                </c:pt>
                <c:pt idx="136">
                  <c:v>46108</c:v>
                </c:pt>
                <c:pt idx="137">
                  <c:v>46111</c:v>
                </c:pt>
                <c:pt idx="138">
                  <c:v>46112</c:v>
                </c:pt>
                <c:pt idx="139">
                  <c:v>46113</c:v>
                </c:pt>
                <c:pt idx="140">
                  <c:v>46114</c:v>
                </c:pt>
                <c:pt idx="141">
                  <c:v>46115</c:v>
                </c:pt>
                <c:pt idx="142">
                  <c:v>46118</c:v>
                </c:pt>
                <c:pt idx="143">
                  <c:v>46119</c:v>
                </c:pt>
                <c:pt idx="144">
                  <c:v>46120</c:v>
                </c:pt>
                <c:pt idx="145">
                  <c:v>46121</c:v>
                </c:pt>
                <c:pt idx="146">
                  <c:v>46122</c:v>
                </c:pt>
                <c:pt idx="147">
                  <c:v>46125</c:v>
                </c:pt>
                <c:pt idx="148">
                  <c:v>46126</c:v>
                </c:pt>
                <c:pt idx="149">
                  <c:v>46127</c:v>
                </c:pt>
                <c:pt idx="150">
                  <c:v>46128</c:v>
                </c:pt>
                <c:pt idx="151">
                  <c:v>46129</c:v>
                </c:pt>
                <c:pt idx="152">
                  <c:v>46132</c:v>
                </c:pt>
                <c:pt idx="153">
                  <c:v>46133</c:v>
                </c:pt>
                <c:pt idx="154">
                  <c:v>46134</c:v>
                </c:pt>
                <c:pt idx="155">
                  <c:v>46135</c:v>
                </c:pt>
                <c:pt idx="156">
                  <c:v>46136</c:v>
                </c:pt>
                <c:pt idx="157">
                  <c:v>46139</c:v>
                </c:pt>
                <c:pt idx="158">
                  <c:v>46140</c:v>
                </c:pt>
                <c:pt idx="159">
                  <c:v>46141</c:v>
                </c:pt>
                <c:pt idx="160">
                  <c:v>46142</c:v>
                </c:pt>
                <c:pt idx="161">
                  <c:v>46143</c:v>
                </c:pt>
                <c:pt idx="162">
                  <c:v>46146</c:v>
                </c:pt>
                <c:pt idx="163">
                  <c:v>46147</c:v>
                </c:pt>
                <c:pt idx="164">
                  <c:v>46148</c:v>
                </c:pt>
                <c:pt idx="165">
                  <c:v>46149</c:v>
                </c:pt>
                <c:pt idx="166">
                  <c:v>46150</c:v>
                </c:pt>
                <c:pt idx="167">
                  <c:v>46153</c:v>
                </c:pt>
                <c:pt idx="168">
                  <c:v>46154</c:v>
                </c:pt>
                <c:pt idx="169">
                  <c:v>46155</c:v>
                </c:pt>
                <c:pt idx="170">
                  <c:v>46156</c:v>
                </c:pt>
                <c:pt idx="171">
                  <c:v>46157</c:v>
                </c:pt>
                <c:pt idx="172">
                  <c:v>46160</c:v>
                </c:pt>
                <c:pt idx="173">
                  <c:v>46161</c:v>
                </c:pt>
                <c:pt idx="174">
                  <c:v>46162</c:v>
                </c:pt>
                <c:pt idx="175">
                  <c:v>46163</c:v>
                </c:pt>
                <c:pt idx="176">
                  <c:v>46164</c:v>
                </c:pt>
                <c:pt idx="177">
                  <c:v>46168</c:v>
                </c:pt>
                <c:pt idx="178">
                  <c:v>46169</c:v>
                </c:pt>
                <c:pt idx="179">
                  <c:v>46170</c:v>
                </c:pt>
                <c:pt idx="180">
                  <c:v>46171</c:v>
                </c:pt>
                <c:pt idx="181">
                  <c:v>46174</c:v>
                </c:pt>
                <c:pt idx="182">
                  <c:v>46175</c:v>
                </c:pt>
                <c:pt idx="183">
                  <c:v>46176</c:v>
                </c:pt>
                <c:pt idx="184">
                  <c:v>46177</c:v>
                </c:pt>
                <c:pt idx="185">
                  <c:v>46178</c:v>
                </c:pt>
                <c:pt idx="186">
                  <c:v>46181</c:v>
                </c:pt>
                <c:pt idx="187">
                  <c:v>46182</c:v>
                </c:pt>
                <c:pt idx="188">
                  <c:v>46183</c:v>
                </c:pt>
                <c:pt idx="189">
                  <c:v>46184</c:v>
                </c:pt>
                <c:pt idx="190">
                  <c:v>46185</c:v>
                </c:pt>
                <c:pt idx="191">
                  <c:v>46188</c:v>
                </c:pt>
                <c:pt idx="192">
                  <c:v>46189</c:v>
                </c:pt>
                <c:pt idx="193">
                  <c:v>46190</c:v>
                </c:pt>
                <c:pt idx="194">
                  <c:v>46191</c:v>
                </c:pt>
                <c:pt idx="195">
                  <c:v>46195</c:v>
                </c:pt>
                <c:pt idx="196">
                  <c:v>46196</c:v>
                </c:pt>
                <c:pt idx="197">
                  <c:v>46197</c:v>
                </c:pt>
                <c:pt idx="198">
                  <c:v>46198</c:v>
                </c:pt>
                <c:pt idx="199">
                  <c:v>46199</c:v>
                </c:pt>
                <c:pt idx="200">
                  <c:v>46202</c:v>
                </c:pt>
                <c:pt idx="201">
                  <c:v>46203</c:v>
                </c:pt>
                <c:pt idx="202">
                  <c:v>46204</c:v>
                </c:pt>
                <c:pt idx="203">
                  <c:v>46205</c:v>
                </c:pt>
                <c:pt idx="204">
                  <c:v>46209</c:v>
                </c:pt>
                <c:pt idx="205">
                  <c:v>46210</c:v>
                </c:pt>
                <c:pt idx="206">
                  <c:v>46211</c:v>
                </c:pt>
                <c:pt idx="207">
                  <c:v>46212</c:v>
                </c:pt>
                <c:pt idx="208">
                  <c:v>46213</c:v>
                </c:pt>
                <c:pt idx="209">
                  <c:v>46216</c:v>
                </c:pt>
                <c:pt idx="210">
                  <c:v>46217</c:v>
                </c:pt>
                <c:pt idx="211">
                  <c:v>46218</c:v>
                </c:pt>
                <c:pt idx="212">
                  <c:v>46219</c:v>
                </c:pt>
                <c:pt idx="213">
                  <c:v>46220</c:v>
                </c:pt>
                <c:pt idx="214">
                  <c:v>46223</c:v>
                </c:pt>
                <c:pt idx="215">
                  <c:v>46224</c:v>
                </c:pt>
                <c:pt idx="216">
                  <c:v>46225</c:v>
                </c:pt>
                <c:pt idx="217">
                  <c:v>46226</c:v>
                </c:pt>
                <c:pt idx="218">
                  <c:v>46227</c:v>
                </c:pt>
                <c:pt idx="219">
                  <c:v>46230</c:v>
                </c:pt>
                <c:pt idx="220">
                  <c:v>46231</c:v>
                </c:pt>
                <c:pt idx="221">
                  <c:v>46232</c:v>
                </c:pt>
                <c:pt idx="222">
                  <c:v>46233</c:v>
                </c:pt>
                <c:pt idx="223">
                  <c:v>46234</c:v>
                </c:pt>
                <c:pt idx="224">
                  <c:v>46237</c:v>
                </c:pt>
                <c:pt idx="225">
                  <c:v>46238</c:v>
                </c:pt>
                <c:pt idx="226">
                  <c:v>46239</c:v>
                </c:pt>
                <c:pt idx="227">
                  <c:v>46240</c:v>
                </c:pt>
                <c:pt idx="228">
                  <c:v>46241</c:v>
                </c:pt>
                <c:pt idx="229">
                  <c:v>46244</c:v>
                </c:pt>
                <c:pt idx="230">
                  <c:v>46245</c:v>
                </c:pt>
                <c:pt idx="231">
                  <c:v>46246</c:v>
                </c:pt>
                <c:pt idx="232">
                  <c:v>46247</c:v>
                </c:pt>
                <c:pt idx="233">
                  <c:v>46248</c:v>
                </c:pt>
                <c:pt idx="234">
                  <c:v>46251</c:v>
                </c:pt>
                <c:pt idx="235">
                  <c:v>46252</c:v>
                </c:pt>
                <c:pt idx="236">
                  <c:v>46253</c:v>
                </c:pt>
                <c:pt idx="237">
                  <c:v>46254</c:v>
                </c:pt>
                <c:pt idx="238">
                  <c:v>46255</c:v>
                </c:pt>
                <c:pt idx="239">
                  <c:v>46258</c:v>
                </c:pt>
                <c:pt idx="240">
                  <c:v>46259</c:v>
                </c:pt>
                <c:pt idx="241">
                  <c:v>46260</c:v>
                </c:pt>
                <c:pt idx="242">
                  <c:v>46261</c:v>
                </c:pt>
                <c:pt idx="243">
                  <c:v>46262</c:v>
                </c:pt>
                <c:pt idx="244">
                  <c:v>46265</c:v>
                </c:pt>
                <c:pt idx="245">
                  <c:v>46266</c:v>
                </c:pt>
                <c:pt idx="246">
                  <c:v>46267</c:v>
                </c:pt>
                <c:pt idx="247">
                  <c:v>46268</c:v>
                </c:pt>
                <c:pt idx="248">
                  <c:v>46269</c:v>
                </c:pt>
                <c:pt idx="249">
                  <c:v>46273</c:v>
                </c:pt>
                <c:pt idx="250">
                  <c:v>46274</c:v>
                </c:pt>
                <c:pt idx="251">
                  <c:v>46275</c:v>
                </c:pt>
                <c:pt idx="252">
                  <c:v>46276</c:v>
                </c:pt>
                <c:pt idx="253">
                  <c:v>46279</c:v>
                </c:pt>
                <c:pt idx="254">
                  <c:v>46280</c:v>
                </c:pt>
                <c:pt idx="255">
                  <c:v>46281</c:v>
                </c:pt>
                <c:pt idx="256">
                  <c:v>46282</c:v>
                </c:pt>
                <c:pt idx="257">
                  <c:v>46283</c:v>
                </c:pt>
                <c:pt idx="258">
                  <c:v>46286</c:v>
                </c:pt>
                <c:pt idx="259">
                  <c:v>46287</c:v>
                </c:pt>
                <c:pt idx="260">
                  <c:v>46288</c:v>
                </c:pt>
                <c:pt idx="261">
                  <c:v>46289</c:v>
                </c:pt>
                <c:pt idx="262">
                  <c:v>46290</c:v>
                </c:pt>
              </c:numCache>
            </c:numRef>
          </c:cat>
          <c:val>
            <c:numRef>
              <c:f>'EUA a 10 anos Dados Históricos '!$B$2:$B$264</c:f>
              <c:numCache>
                <c:formatCode>General</c:formatCode>
                <c:ptCount val="263"/>
                <c:pt idx="0">
                  <c:v>4.0339999999999998</c:v>
                </c:pt>
                <c:pt idx="1">
                  <c:v>4.0259999999999998</c:v>
                </c:pt>
                <c:pt idx="2">
                  <c:v>4.0759999999999996</c:v>
                </c:pt>
                <c:pt idx="3">
                  <c:v>4.1040000000000001</c:v>
                </c:pt>
                <c:pt idx="4">
                  <c:v>4.1390000000000002</c:v>
                </c:pt>
                <c:pt idx="5">
                  <c:v>4.1449999999999996</c:v>
                </c:pt>
                <c:pt idx="6">
                  <c:v>4.1180000000000003</c:v>
                </c:pt>
                <c:pt idx="7">
                  <c:v>4.1470000000000002</c:v>
                </c:pt>
                <c:pt idx="8">
                  <c:v>4.1740000000000004</c:v>
                </c:pt>
                <c:pt idx="9">
                  <c:v>4.1870000000000003</c:v>
                </c:pt>
                <c:pt idx="10">
                  <c:v>4.141</c:v>
                </c:pt>
                <c:pt idx="11">
                  <c:v>4.1500000000000004</c:v>
                </c:pt>
                <c:pt idx="12">
                  <c:v>4.1059999999999999</c:v>
                </c:pt>
                <c:pt idx="13">
                  <c:v>4.09</c:v>
                </c:pt>
                <c:pt idx="14">
                  <c:v>4.1189999999999998</c:v>
                </c:pt>
                <c:pt idx="15">
                  <c:v>4.1619999999999999</c:v>
                </c:pt>
                <c:pt idx="16">
                  <c:v>4.1269999999999998</c:v>
                </c:pt>
                <c:pt idx="17">
                  <c:v>4.1310000000000002</c:v>
                </c:pt>
                <c:pt idx="18">
                  <c:v>4.1479999999999997</c:v>
                </c:pt>
                <c:pt idx="19">
                  <c:v>4.0510000000000002</c:v>
                </c:pt>
                <c:pt idx="20">
                  <c:v>4.0549999999999997</c:v>
                </c:pt>
                <c:pt idx="21">
                  <c:v>4.0220000000000002</c:v>
                </c:pt>
                <c:pt idx="22">
                  <c:v>4.0449999999999999</c:v>
                </c:pt>
                <c:pt idx="23">
                  <c:v>3.976</c:v>
                </c:pt>
                <c:pt idx="24">
                  <c:v>4.0090000000000003</c:v>
                </c:pt>
                <c:pt idx="25">
                  <c:v>3.988</c:v>
                </c:pt>
                <c:pt idx="26">
                  <c:v>3.9630000000000001</c:v>
                </c:pt>
                <c:pt idx="27">
                  <c:v>3.9529999999999998</c:v>
                </c:pt>
                <c:pt idx="28">
                  <c:v>3.9889999999999999</c:v>
                </c:pt>
                <c:pt idx="29">
                  <c:v>3.9969999999999999</c:v>
                </c:pt>
                <c:pt idx="30">
                  <c:v>3.9969999999999999</c:v>
                </c:pt>
                <c:pt idx="31">
                  <c:v>3.9830000000000001</c:v>
                </c:pt>
                <c:pt idx="32">
                  <c:v>4.0579999999999998</c:v>
                </c:pt>
                <c:pt idx="33">
                  <c:v>4.093</c:v>
                </c:pt>
                <c:pt idx="34">
                  <c:v>4.101</c:v>
                </c:pt>
                <c:pt idx="35">
                  <c:v>4.1070000000000002</c:v>
                </c:pt>
                <c:pt idx="36">
                  <c:v>4.0910000000000002</c:v>
                </c:pt>
                <c:pt idx="37">
                  <c:v>4.157</c:v>
                </c:pt>
                <c:pt idx="38">
                  <c:v>4.093</c:v>
                </c:pt>
                <c:pt idx="39">
                  <c:v>4.093</c:v>
                </c:pt>
                <c:pt idx="40">
                  <c:v>4.1100000000000003</c:v>
                </c:pt>
                <c:pt idx="41">
                  <c:v>4.069</c:v>
                </c:pt>
                <c:pt idx="42">
                  <c:v>4.0670000000000002</c:v>
                </c:pt>
                <c:pt idx="43">
                  <c:v>4.1109999999999998</c:v>
                </c:pt>
                <c:pt idx="44">
                  <c:v>4.1479999999999997</c:v>
                </c:pt>
                <c:pt idx="45">
                  <c:v>4.133</c:v>
                </c:pt>
                <c:pt idx="46">
                  <c:v>4.1210000000000004</c:v>
                </c:pt>
                <c:pt idx="47">
                  <c:v>4.1310000000000002</c:v>
                </c:pt>
                <c:pt idx="48">
                  <c:v>4.1040000000000001</c:v>
                </c:pt>
                <c:pt idx="49">
                  <c:v>4.0629999999999997</c:v>
                </c:pt>
                <c:pt idx="50">
                  <c:v>4.0359999999999996</c:v>
                </c:pt>
                <c:pt idx="51">
                  <c:v>4.0019999999999998</c:v>
                </c:pt>
                <c:pt idx="52">
                  <c:v>3.9980000000000002</c:v>
                </c:pt>
                <c:pt idx="53">
                  <c:v>4.0049999999999999</c:v>
                </c:pt>
                <c:pt idx="54">
                  <c:v>4.0190000000000001</c:v>
                </c:pt>
                <c:pt idx="55">
                  <c:v>4.0960000000000001</c:v>
                </c:pt>
                <c:pt idx="56">
                  <c:v>4.0880000000000001</c:v>
                </c:pt>
                <c:pt idx="57">
                  <c:v>4.0579999999999998</c:v>
                </c:pt>
                <c:pt idx="58">
                  <c:v>4.1079999999999997</c:v>
                </c:pt>
                <c:pt idx="59">
                  <c:v>4.1390000000000002</c:v>
                </c:pt>
                <c:pt idx="60">
                  <c:v>4.1719999999999997</c:v>
                </c:pt>
                <c:pt idx="61">
                  <c:v>4.1859999999999999</c:v>
                </c:pt>
                <c:pt idx="62">
                  <c:v>4.1639999999999997</c:v>
                </c:pt>
                <c:pt idx="63">
                  <c:v>4.141</c:v>
                </c:pt>
                <c:pt idx="64">
                  <c:v>4.1959999999999997</c:v>
                </c:pt>
                <c:pt idx="65">
                  <c:v>4.1820000000000004</c:v>
                </c:pt>
                <c:pt idx="66">
                  <c:v>4.149</c:v>
                </c:pt>
                <c:pt idx="67">
                  <c:v>4.1509999999999998</c:v>
                </c:pt>
                <c:pt idx="68">
                  <c:v>4.1159999999999997</c:v>
                </c:pt>
                <c:pt idx="69">
                  <c:v>4.1509999999999998</c:v>
                </c:pt>
                <c:pt idx="70">
                  <c:v>4.1710000000000003</c:v>
                </c:pt>
                <c:pt idx="71">
                  <c:v>4.1689999999999996</c:v>
                </c:pt>
                <c:pt idx="72">
                  <c:v>4.1340000000000003</c:v>
                </c:pt>
                <c:pt idx="73">
                  <c:v>4.133</c:v>
                </c:pt>
                <c:pt idx="74">
                  <c:v>4.1340000000000003</c:v>
                </c:pt>
                <c:pt idx="75">
                  <c:v>4.1159999999999997</c:v>
                </c:pt>
                <c:pt idx="76">
                  <c:v>4.1280000000000001</c:v>
                </c:pt>
                <c:pt idx="77">
                  <c:v>4.1529999999999996</c:v>
                </c:pt>
                <c:pt idx="78">
                  <c:v>4.1890000000000001</c:v>
                </c:pt>
                <c:pt idx="79">
                  <c:v>4.1630000000000003</c:v>
                </c:pt>
                <c:pt idx="80">
                  <c:v>4.1790000000000003</c:v>
                </c:pt>
                <c:pt idx="81">
                  <c:v>4.1379999999999999</c:v>
                </c:pt>
                <c:pt idx="82">
                  <c:v>4.1829999999999998</c:v>
                </c:pt>
                <c:pt idx="83">
                  <c:v>4.1710000000000003</c:v>
                </c:pt>
                <c:pt idx="84">
                  <c:v>4.1870000000000003</c:v>
                </c:pt>
                <c:pt idx="85">
                  <c:v>4.1710000000000003</c:v>
                </c:pt>
                <c:pt idx="86">
                  <c:v>4.1399999999999997</c:v>
                </c:pt>
                <c:pt idx="87">
                  <c:v>4.16</c:v>
                </c:pt>
                <c:pt idx="88">
                  <c:v>4.2309999999999999</c:v>
                </c:pt>
                <c:pt idx="89">
                  <c:v>4.2949999999999999</c:v>
                </c:pt>
                <c:pt idx="90">
                  <c:v>4.2530000000000001</c:v>
                </c:pt>
                <c:pt idx="91">
                  <c:v>4.2510000000000003</c:v>
                </c:pt>
                <c:pt idx="92">
                  <c:v>4.2389999999999999</c:v>
                </c:pt>
                <c:pt idx="93">
                  <c:v>4.2110000000000003</c:v>
                </c:pt>
                <c:pt idx="94">
                  <c:v>4.2229999999999999</c:v>
                </c:pt>
                <c:pt idx="95">
                  <c:v>4.2510000000000003</c:v>
                </c:pt>
                <c:pt idx="96">
                  <c:v>4.2270000000000003</c:v>
                </c:pt>
                <c:pt idx="97">
                  <c:v>4.2409999999999997</c:v>
                </c:pt>
                <c:pt idx="98">
                  <c:v>4.2770000000000001</c:v>
                </c:pt>
                <c:pt idx="99">
                  <c:v>4.2729999999999997</c:v>
                </c:pt>
                <c:pt idx="100">
                  <c:v>4.2779999999999996</c:v>
                </c:pt>
                <c:pt idx="101">
                  <c:v>4.21</c:v>
                </c:pt>
                <c:pt idx="102">
                  <c:v>4.2060000000000004</c:v>
                </c:pt>
                <c:pt idx="103">
                  <c:v>4.1980000000000004</c:v>
                </c:pt>
                <c:pt idx="104">
                  <c:v>4.1449999999999996</c:v>
                </c:pt>
                <c:pt idx="105">
                  <c:v>4.1719999999999997</c:v>
                </c:pt>
                <c:pt idx="106">
                  <c:v>4.1040000000000001</c:v>
                </c:pt>
                <c:pt idx="107">
                  <c:v>4.056</c:v>
                </c:pt>
                <c:pt idx="108">
                  <c:v>4.0540000000000003</c:v>
                </c:pt>
                <c:pt idx="109">
                  <c:v>4.0810000000000004</c:v>
                </c:pt>
                <c:pt idx="110">
                  <c:v>4.0750000000000002</c:v>
                </c:pt>
                <c:pt idx="111">
                  <c:v>4.085</c:v>
                </c:pt>
                <c:pt idx="112">
                  <c:v>4.0270000000000001</c:v>
                </c:pt>
                <c:pt idx="113">
                  <c:v>4.0330000000000004</c:v>
                </c:pt>
                <c:pt idx="114">
                  <c:v>4.048</c:v>
                </c:pt>
                <c:pt idx="115">
                  <c:v>4.0170000000000003</c:v>
                </c:pt>
                <c:pt idx="116">
                  <c:v>3.9620000000000002</c:v>
                </c:pt>
                <c:pt idx="117">
                  <c:v>4.0519999999999996</c:v>
                </c:pt>
                <c:pt idx="118">
                  <c:v>4.0570000000000004</c:v>
                </c:pt>
                <c:pt idx="119">
                  <c:v>4.0819999999999999</c:v>
                </c:pt>
                <c:pt idx="120">
                  <c:v>4.1459999999999999</c:v>
                </c:pt>
                <c:pt idx="121">
                  <c:v>4.1319999999999997</c:v>
                </c:pt>
                <c:pt idx="122">
                  <c:v>4.1340000000000003</c:v>
                </c:pt>
                <c:pt idx="123">
                  <c:v>4.1360000000000001</c:v>
                </c:pt>
                <c:pt idx="124">
                  <c:v>4.2060000000000004</c:v>
                </c:pt>
                <c:pt idx="125">
                  <c:v>4.2729999999999997</c:v>
                </c:pt>
                <c:pt idx="126">
                  <c:v>4.2850000000000001</c:v>
                </c:pt>
                <c:pt idx="127">
                  <c:v>4.22</c:v>
                </c:pt>
                <c:pt idx="128">
                  <c:v>4.202</c:v>
                </c:pt>
                <c:pt idx="129">
                  <c:v>4.2569999999999997</c:v>
                </c:pt>
                <c:pt idx="130">
                  <c:v>4.2830000000000004</c:v>
                </c:pt>
                <c:pt idx="131">
                  <c:v>4.3920000000000003</c:v>
                </c:pt>
                <c:pt idx="132">
                  <c:v>4.3360000000000003</c:v>
                </c:pt>
                <c:pt idx="133">
                  <c:v>4.3920000000000003</c:v>
                </c:pt>
                <c:pt idx="134">
                  <c:v>4.3280000000000003</c:v>
                </c:pt>
                <c:pt idx="135">
                  <c:v>4.4160000000000004</c:v>
                </c:pt>
                <c:pt idx="136">
                  <c:v>4.4400000000000004</c:v>
                </c:pt>
                <c:pt idx="137">
                  <c:v>4.3419999999999996</c:v>
                </c:pt>
                <c:pt idx="138">
                  <c:v>4.3109999999999999</c:v>
                </c:pt>
                <c:pt idx="139">
                  <c:v>4.3209999999999997</c:v>
                </c:pt>
                <c:pt idx="140">
                  <c:v>4.3129999999999997</c:v>
                </c:pt>
                <c:pt idx="141">
                  <c:v>4.3460000000000001</c:v>
                </c:pt>
                <c:pt idx="142">
                  <c:v>4.335</c:v>
                </c:pt>
                <c:pt idx="143">
                  <c:v>4.343</c:v>
                </c:pt>
                <c:pt idx="144">
                  <c:v>4.2910000000000004</c:v>
                </c:pt>
                <c:pt idx="145">
                  <c:v>4.2930000000000001</c:v>
                </c:pt>
                <c:pt idx="146">
                  <c:v>4.3170000000000002</c:v>
                </c:pt>
                <c:pt idx="147">
                  <c:v>4.2969999999999997</c:v>
                </c:pt>
                <c:pt idx="148">
                  <c:v>4.2560000000000002</c:v>
                </c:pt>
                <c:pt idx="149">
                  <c:v>4.2789999999999999</c:v>
                </c:pt>
                <c:pt idx="150">
                  <c:v>4.3090000000000002</c:v>
                </c:pt>
                <c:pt idx="151">
                  <c:v>4.2439999999999998</c:v>
                </c:pt>
                <c:pt idx="152">
                  <c:v>4.25</c:v>
                </c:pt>
                <c:pt idx="153">
                  <c:v>4.2919999999999998</c:v>
                </c:pt>
                <c:pt idx="154">
                  <c:v>4.2939999999999996</c:v>
                </c:pt>
                <c:pt idx="155">
                  <c:v>4.3230000000000004</c:v>
                </c:pt>
                <c:pt idx="156">
                  <c:v>4.3099999999999996</c:v>
                </c:pt>
                <c:pt idx="157">
                  <c:v>4.3360000000000003</c:v>
                </c:pt>
                <c:pt idx="158">
                  <c:v>4.3540000000000001</c:v>
                </c:pt>
                <c:pt idx="159">
                  <c:v>4.4160000000000004</c:v>
                </c:pt>
                <c:pt idx="160">
                  <c:v>4.3899999999999997</c:v>
                </c:pt>
                <c:pt idx="161">
                  <c:v>4.3780000000000001</c:v>
                </c:pt>
                <c:pt idx="162">
                  <c:v>4.4459999999999997</c:v>
                </c:pt>
                <c:pt idx="163">
                  <c:v>4.4160000000000004</c:v>
                </c:pt>
                <c:pt idx="164">
                  <c:v>4.3540000000000001</c:v>
                </c:pt>
                <c:pt idx="165">
                  <c:v>4.3940000000000001</c:v>
                </c:pt>
                <c:pt idx="166">
                  <c:v>4.3639999999999999</c:v>
                </c:pt>
                <c:pt idx="167">
                  <c:v>4.4119999999999999</c:v>
                </c:pt>
                <c:pt idx="168">
                  <c:v>4.4630000000000001</c:v>
                </c:pt>
                <c:pt idx="169">
                  <c:v>4.4790000000000001</c:v>
                </c:pt>
                <c:pt idx="170">
                  <c:v>4.4589999999999996</c:v>
                </c:pt>
                <c:pt idx="171">
                  <c:v>4.5949999999999998</c:v>
                </c:pt>
                <c:pt idx="172">
                  <c:v>4.6230000000000002</c:v>
                </c:pt>
                <c:pt idx="173">
                  <c:v>4.6689999999999996</c:v>
                </c:pt>
                <c:pt idx="174">
                  <c:v>4.57</c:v>
                </c:pt>
                <c:pt idx="175">
                  <c:v>4.5839999999999996</c:v>
                </c:pt>
                <c:pt idx="176">
                  <c:v>4.5720000000000001</c:v>
                </c:pt>
                <c:pt idx="177">
                  <c:v>4.4909999999999997</c:v>
                </c:pt>
                <c:pt idx="178">
                  <c:v>4.4809999999999999</c:v>
                </c:pt>
                <c:pt idx="179">
                  <c:v>4.4550000000000001</c:v>
                </c:pt>
                <c:pt idx="180">
                  <c:v>4.4530000000000003</c:v>
                </c:pt>
                <c:pt idx="181">
                  <c:v>4.4770000000000003</c:v>
                </c:pt>
                <c:pt idx="182">
                  <c:v>4.4550000000000001</c:v>
                </c:pt>
                <c:pt idx="183">
                  <c:v>4.4909999999999997</c:v>
                </c:pt>
                <c:pt idx="184">
                  <c:v>4.4770000000000003</c:v>
                </c:pt>
                <c:pt idx="185">
                  <c:v>4.5359999999999996</c:v>
                </c:pt>
                <c:pt idx="186">
                  <c:v>4.55</c:v>
                </c:pt>
                <c:pt idx="187">
                  <c:v>4.5279999999999996</c:v>
                </c:pt>
                <c:pt idx="188">
                  <c:v>4.54</c:v>
                </c:pt>
                <c:pt idx="189">
                  <c:v>4.4649999999999999</c:v>
                </c:pt>
                <c:pt idx="190">
                  <c:v>4.4850000000000003</c:v>
                </c:pt>
                <c:pt idx="191">
                  <c:v>4.4690000000000003</c:v>
                </c:pt>
                <c:pt idx="192">
                  <c:v>4.4279999999999999</c:v>
                </c:pt>
                <c:pt idx="193">
                  <c:v>4.4630000000000001</c:v>
                </c:pt>
                <c:pt idx="194">
                  <c:v>4.4509999999999996</c:v>
                </c:pt>
                <c:pt idx="195">
                  <c:v>4.5069999999999997</c:v>
                </c:pt>
                <c:pt idx="196">
                  <c:v>4.4930000000000003</c:v>
                </c:pt>
                <c:pt idx="197">
                  <c:v>4.4000000000000004</c:v>
                </c:pt>
                <c:pt idx="198">
                  <c:v>4.3920000000000003</c:v>
                </c:pt>
                <c:pt idx="199">
                  <c:v>4.3719999999999999</c:v>
                </c:pt>
                <c:pt idx="200">
                  <c:v>4.3739999999999997</c:v>
                </c:pt>
                <c:pt idx="201">
                  <c:v>4.4219999999999997</c:v>
                </c:pt>
                <c:pt idx="202">
                  <c:v>4.4749999999999996</c:v>
                </c:pt>
                <c:pt idx="203">
                  <c:v>4.4790000000000001</c:v>
                </c:pt>
                <c:pt idx="204">
                  <c:v>4.4790000000000001</c:v>
                </c:pt>
                <c:pt idx="205">
                  <c:v>4.5289999999999999</c:v>
                </c:pt>
                <c:pt idx="206">
                  <c:v>4.5670000000000002</c:v>
                </c:pt>
                <c:pt idx="207">
                  <c:v>4.5389999999999997</c:v>
                </c:pt>
                <c:pt idx="208">
                  <c:v>4.569</c:v>
                </c:pt>
                <c:pt idx="209">
                  <c:v>4.6100000000000003</c:v>
                </c:pt>
                <c:pt idx="210">
                  <c:v>4.585</c:v>
                </c:pt>
                <c:pt idx="211">
                  <c:v>4.5449999999999999</c:v>
                </c:pt>
                <c:pt idx="212">
                  <c:v>4.569</c:v>
                </c:pt>
                <c:pt idx="213">
                  <c:v>4.5410000000000004</c:v>
                </c:pt>
                <c:pt idx="214">
                  <c:v>4.5979999999999999</c:v>
                </c:pt>
                <c:pt idx="215">
                  <c:v>4.6280000000000001</c:v>
                </c:pt>
                <c:pt idx="216">
                  <c:v>4.657</c:v>
                </c:pt>
                <c:pt idx="217">
                  <c:v>4.7030000000000003</c:v>
                </c:pt>
                <c:pt idx="218">
                  <c:v>4.6790000000000003</c:v>
                </c:pt>
                <c:pt idx="219">
                  <c:v>4.641</c:v>
                </c:pt>
                <c:pt idx="220">
                  <c:v>4.6040000000000001</c:v>
                </c:pt>
                <c:pt idx="221">
                  <c:v>4.6219999999999999</c:v>
                </c:pt>
                <c:pt idx="222">
                  <c:v>4.6630000000000003</c:v>
                </c:pt>
                <c:pt idx="223">
                  <c:v>4.7450000000000001</c:v>
                </c:pt>
                <c:pt idx="224">
                  <c:v>4.6840000000000002</c:v>
                </c:pt>
                <c:pt idx="225">
                  <c:v>4.6269999999999998</c:v>
                </c:pt>
                <c:pt idx="226">
                  <c:v>4.617</c:v>
                </c:pt>
                <c:pt idx="227">
                  <c:v>4.67</c:v>
                </c:pt>
                <c:pt idx="228">
                  <c:v>4.6580000000000004</c:v>
                </c:pt>
                <c:pt idx="229">
                  <c:v>4.6980000000000004</c:v>
                </c:pt>
                <c:pt idx="230">
                  <c:v>4.6840000000000002</c:v>
                </c:pt>
                <c:pt idx="231">
                  <c:v>4.6820000000000004</c:v>
                </c:pt>
                <c:pt idx="232">
                  <c:v>4.641</c:v>
                </c:pt>
                <c:pt idx="233">
                  <c:v>4.6959999999999997</c:v>
                </c:pt>
                <c:pt idx="234">
                  <c:v>4.7240000000000002</c:v>
                </c:pt>
                <c:pt idx="235">
                  <c:v>4.7060000000000004</c:v>
                </c:pt>
                <c:pt idx="236">
                  <c:v>4.6529999999999996</c:v>
                </c:pt>
                <c:pt idx="237">
                  <c:v>4.6980000000000004</c:v>
                </c:pt>
                <c:pt idx="238">
                  <c:v>4.7380000000000004</c:v>
                </c:pt>
                <c:pt idx="239">
                  <c:v>4.7039999999999997</c:v>
                </c:pt>
                <c:pt idx="240">
                  <c:v>4.6390000000000002</c:v>
                </c:pt>
                <c:pt idx="241">
                  <c:v>4.6639999999999997</c:v>
                </c:pt>
                <c:pt idx="242">
                  <c:v>4.6719999999999997</c:v>
                </c:pt>
                <c:pt idx="243">
                  <c:v>4.7220000000000004</c:v>
                </c:pt>
                <c:pt idx="244">
                  <c:v>4.758</c:v>
                </c:pt>
                <c:pt idx="245">
                  <c:v>4.7960000000000003</c:v>
                </c:pt>
                <c:pt idx="246">
                  <c:v>4.7939999999999996</c:v>
                </c:pt>
                <c:pt idx="247">
                  <c:v>4.7619999999999996</c:v>
                </c:pt>
                <c:pt idx="248">
                  <c:v>4.7839999999999998</c:v>
                </c:pt>
                <c:pt idx="249">
                  <c:v>4.8040000000000003</c:v>
                </c:pt>
                <c:pt idx="250">
                  <c:v>4.8369999999999997</c:v>
                </c:pt>
                <c:pt idx="251">
                  <c:v>4.944</c:v>
                </c:pt>
                <c:pt idx="252">
                  <c:v>4.9749999999999996</c:v>
                </c:pt>
                <c:pt idx="253">
                  <c:v>4.9610000000000003</c:v>
                </c:pt>
                <c:pt idx="254">
                  <c:v>4.9960000000000004</c:v>
                </c:pt>
                <c:pt idx="255">
                  <c:v>5.0039999999999996</c:v>
                </c:pt>
                <c:pt idx="256">
                  <c:v>4.9470000000000001</c:v>
                </c:pt>
                <c:pt idx="257">
                  <c:v>4.9960000000000004</c:v>
                </c:pt>
                <c:pt idx="258">
                  <c:v>4.9630000000000001</c:v>
                </c:pt>
                <c:pt idx="259">
                  <c:v>4.9550000000000001</c:v>
                </c:pt>
                <c:pt idx="260">
                  <c:v>5.1100000000000003</c:v>
                </c:pt>
                <c:pt idx="261">
                  <c:v>5.1929999999999996</c:v>
                </c:pt>
                <c:pt idx="262">
                  <c:v>5.1669999999999998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DD2-42D2-AC74-04D748AAB7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1211423"/>
        <c:axId val="1152747023"/>
      </c:lineChart>
      <c:dateAx>
        <c:axId val="1626293519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Montserrat (corpo)"/>
                <a:ea typeface="+mn-ea"/>
                <a:cs typeface="+mn-cs"/>
              </a:defRPr>
            </a:pPr>
            <a:endParaRPr lang="pt-BR"/>
          </a:p>
        </c:txPr>
        <c:crossAx val="1152752303"/>
        <c:crosses val="autoZero"/>
        <c:auto val="1"/>
        <c:lblOffset val="100"/>
        <c:baseTimeUnit val="days"/>
        <c:majorUnit val="2"/>
        <c:majorTimeUnit val="months"/>
      </c:dateAx>
      <c:valAx>
        <c:axId val="1152752303"/>
        <c:scaling>
          <c:orientation val="minMax"/>
          <c:max val="170"/>
          <c:min val="1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626293519"/>
        <c:crosses val="autoZero"/>
        <c:crossBetween val="between"/>
      </c:valAx>
      <c:valAx>
        <c:axId val="1152747023"/>
        <c:scaling>
          <c:orientation val="minMax"/>
          <c:min val="3.5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831211423"/>
        <c:crosses val="max"/>
        <c:crossBetween val="between"/>
      </c:valAx>
      <c:dateAx>
        <c:axId val="1831211423"/>
        <c:scaling>
          <c:orientation val="minMax"/>
        </c:scaling>
        <c:delete val="1"/>
        <c:axPos val="t"/>
        <c:numFmt formatCode="[$-409]mmm\-yy;@" sourceLinked="1"/>
        <c:majorTickMark val="out"/>
        <c:minorTickMark val="none"/>
        <c:tickLblPos val="nextTo"/>
        <c:crossAx val="1152747023"/>
        <c:crosses val="max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0155881898845688"/>
          <c:y val="0.70746782320659118"/>
          <c:w val="0.33096860751234269"/>
          <c:h val="0.190859725484520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 (corpo)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Sheet4!$C$2</c:f>
              <c:strCache>
                <c:ptCount val="1"/>
                <c:pt idx="0">
                  <c:v>CPI ex. food and energy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Sheet4!$B$3:$B$45</c:f>
              <c:numCache>
                <c:formatCode>[$-409]mmm\-yy;@</c:formatCode>
                <c:ptCount val="43"/>
                <c:pt idx="0">
                  <c:v>42460</c:v>
                </c:pt>
                <c:pt idx="1">
                  <c:v>42551</c:v>
                </c:pt>
                <c:pt idx="2">
                  <c:v>42643</c:v>
                </c:pt>
                <c:pt idx="3">
                  <c:v>42734</c:v>
                </c:pt>
                <c:pt idx="4">
                  <c:v>42825</c:v>
                </c:pt>
                <c:pt idx="5">
                  <c:v>42916</c:v>
                </c:pt>
                <c:pt idx="6">
                  <c:v>43007</c:v>
                </c:pt>
                <c:pt idx="7">
                  <c:v>43098</c:v>
                </c:pt>
                <c:pt idx="8">
                  <c:v>43189</c:v>
                </c:pt>
                <c:pt idx="9">
                  <c:v>43280</c:v>
                </c:pt>
                <c:pt idx="10">
                  <c:v>43371</c:v>
                </c:pt>
                <c:pt idx="11">
                  <c:v>43465</c:v>
                </c:pt>
                <c:pt idx="12">
                  <c:v>43553</c:v>
                </c:pt>
                <c:pt idx="13">
                  <c:v>43644</c:v>
                </c:pt>
                <c:pt idx="14">
                  <c:v>43738</c:v>
                </c:pt>
                <c:pt idx="15">
                  <c:v>43830</c:v>
                </c:pt>
                <c:pt idx="16">
                  <c:v>43921</c:v>
                </c:pt>
                <c:pt idx="17">
                  <c:v>44012</c:v>
                </c:pt>
                <c:pt idx="18">
                  <c:v>44104</c:v>
                </c:pt>
                <c:pt idx="19">
                  <c:v>44196</c:v>
                </c:pt>
                <c:pt idx="20">
                  <c:v>44286</c:v>
                </c:pt>
                <c:pt idx="21">
                  <c:v>44377</c:v>
                </c:pt>
                <c:pt idx="22">
                  <c:v>44469</c:v>
                </c:pt>
                <c:pt idx="23">
                  <c:v>44561</c:v>
                </c:pt>
                <c:pt idx="24">
                  <c:v>44651</c:v>
                </c:pt>
                <c:pt idx="25">
                  <c:v>44742</c:v>
                </c:pt>
                <c:pt idx="26">
                  <c:v>44834</c:v>
                </c:pt>
                <c:pt idx="27">
                  <c:v>44925</c:v>
                </c:pt>
                <c:pt idx="28">
                  <c:v>45016</c:v>
                </c:pt>
                <c:pt idx="29">
                  <c:v>45107</c:v>
                </c:pt>
                <c:pt idx="30">
                  <c:v>45198</c:v>
                </c:pt>
                <c:pt idx="31">
                  <c:v>45289</c:v>
                </c:pt>
                <c:pt idx="32">
                  <c:v>45380</c:v>
                </c:pt>
                <c:pt idx="33">
                  <c:v>45471</c:v>
                </c:pt>
                <c:pt idx="34">
                  <c:v>45565</c:v>
                </c:pt>
                <c:pt idx="35">
                  <c:v>45657</c:v>
                </c:pt>
                <c:pt idx="36">
                  <c:v>45747</c:v>
                </c:pt>
                <c:pt idx="37">
                  <c:v>45838</c:v>
                </c:pt>
                <c:pt idx="38">
                  <c:v>45930</c:v>
                </c:pt>
                <c:pt idx="39">
                  <c:v>46022</c:v>
                </c:pt>
                <c:pt idx="40">
                  <c:v>46112</c:v>
                </c:pt>
                <c:pt idx="41">
                  <c:v>46203</c:v>
                </c:pt>
                <c:pt idx="42">
                  <c:v>46234</c:v>
                </c:pt>
              </c:numCache>
            </c:numRef>
          </c:cat>
          <c:val>
            <c:numRef>
              <c:f>Sheet4!$C$3:$C$45</c:f>
              <c:numCache>
                <c:formatCode>General</c:formatCode>
                <c:ptCount val="43"/>
                <c:pt idx="0">
                  <c:v>0.6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  <c:pt idx="4">
                  <c:v>-0.3</c:v>
                </c:pt>
                <c:pt idx="5">
                  <c:v>-0.2</c:v>
                </c:pt>
                <c:pt idx="6">
                  <c:v>0</c:v>
                </c:pt>
                <c:pt idx="7">
                  <c:v>0.1</c:v>
                </c:pt>
                <c:pt idx="8">
                  <c:v>0.3</c:v>
                </c:pt>
                <c:pt idx="9">
                  <c:v>0</c:v>
                </c:pt>
                <c:pt idx="10">
                  <c:v>0.1</c:v>
                </c:pt>
                <c:pt idx="11">
                  <c:v>0.1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0.5</c:v>
                </c:pt>
                <c:pt idx="16">
                  <c:v>0.3</c:v>
                </c:pt>
                <c:pt idx="17">
                  <c:v>0.2</c:v>
                </c:pt>
                <c:pt idx="18">
                  <c:v>-0.3</c:v>
                </c:pt>
                <c:pt idx="19">
                  <c:v>-0.5</c:v>
                </c:pt>
                <c:pt idx="20">
                  <c:v>0</c:v>
                </c:pt>
                <c:pt idx="21">
                  <c:v>-1.1000000000000001</c:v>
                </c:pt>
                <c:pt idx="22">
                  <c:v>-0.8</c:v>
                </c:pt>
                <c:pt idx="23">
                  <c:v>-1.3</c:v>
                </c:pt>
                <c:pt idx="24">
                  <c:v>-1.6</c:v>
                </c:pt>
                <c:pt idx="25">
                  <c:v>0.2</c:v>
                </c:pt>
                <c:pt idx="26">
                  <c:v>0.9</c:v>
                </c:pt>
                <c:pt idx="27">
                  <c:v>1.6</c:v>
                </c:pt>
                <c:pt idx="28">
                  <c:v>2.2999999999999998</c:v>
                </c:pt>
                <c:pt idx="29">
                  <c:v>2.6</c:v>
                </c:pt>
                <c:pt idx="30">
                  <c:v>2.6</c:v>
                </c:pt>
                <c:pt idx="31">
                  <c:v>2.8</c:v>
                </c:pt>
                <c:pt idx="32">
                  <c:v>2.2000000000000002</c:v>
                </c:pt>
                <c:pt idx="33">
                  <c:v>1.9</c:v>
                </c:pt>
                <c:pt idx="34">
                  <c:v>1.7</c:v>
                </c:pt>
                <c:pt idx="35">
                  <c:v>1.6</c:v>
                </c:pt>
                <c:pt idx="36">
                  <c:v>1.6</c:v>
                </c:pt>
                <c:pt idx="37">
                  <c:v>1.6</c:v>
                </c:pt>
                <c:pt idx="38">
                  <c:v>1.3</c:v>
                </c:pt>
                <c:pt idx="39">
                  <c:v>1.5</c:v>
                </c:pt>
                <c:pt idx="40">
                  <c:v>1.6</c:v>
                </c:pt>
                <c:pt idx="41">
                  <c:v>1.2</c:v>
                </c:pt>
                <c:pt idx="42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36-4C33-9931-60A9A3757468}"/>
            </c:ext>
          </c:extLst>
        </c:ser>
        <c:ser>
          <c:idx val="1"/>
          <c:order val="1"/>
          <c:tx>
            <c:strRef>
              <c:f>Sheet4!$D$2</c:f>
              <c:strCache>
                <c:ptCount val="1"/>
                <c:pt idx="0">
                  <c:v>CPI ex. food, energy, and institutional factors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Sheet4!$B$3:$B$45</c:f>
              <c:numCache>
                <c:formatCode>[$-409]mmm\-yy;@</c:formatCode>
                <c:ptCount val="43"/>
                <c:pt idx="0">
                  <c:v>42460</c:v>
                </c:pt>
                <c:pt idx="1">
                  <c:v>42551</c:v>
                </c:pt>
                <c:pt idx="2">
                  <c:v>42643</c:v>
                </c:pt>
                <c:pt idx="3">
                  <c:v>42734</c:v>
                </c:pt>
                <c:pt idx="4">
                  <c:v>42825</c:v>
                </c:pt>
                <c:pt idx="5">
                  <c:v>42916</c:v>
                </c:pt>
                <c:pt idx="6">
                  <c:v>43007</c:v>
                </c:pt>
                <c:pt idx="7">
                  <c:v>43098</c:v>
                </c:pt>
                <c:pt idx="8">
                  <c:v>43189</c:v>
                </c:pt>
                <c:pt idx="9">
                  <c:v>43280</c:v>
                </c:pt>
                <c:pt idx="10">
                  <c:v>43371</c:v>
                </c:pt>
                <c:pt idx="11">
                  <c:v>43465</c:v>
                </c:pt>
                <c:pt idx="12">
                  <c:v>43553</c:v>
                </c:pt>
                <c:pt idx="13">
                  <c:v>43644</c:v>
                </c:pt>
                <c:pt idx="14">
                  <c:v>43738</c:v>
                </c:pt>
                <c:pt idx="15">
                  <c:v>43830</c:v>
                </c:pt>
                <c:pt idx="16">
                  <c:v>43921</c:v>
                </c:pt>
                <c:pt idx="17">
                  <c:v>44012</c:v>
                </c:pt>
                <c:pt idx="18">
                  <c:v>44104</c:v>
                </c:pt>
                <c:pt idx="19">
                  <c:v>44196</c:v>
                </c:pt>
                <c:pt idx="20">
                  <c:v>44286</c:v>
                </c:pt>
                <c:pt idx="21">
                  <c:v>44377</c:v>
                </c:pt>
                <c:pt idx="22">
                  <c:v>44469</c:v>
                </c:pt>
                <c:pt idx="23">
                  <c:v>44561</c:v>
                </c:pt>
                <c:pt idx="24">
                  <c:v>44651</c:v>
                </c:pt>
                <c:pt idx="25">
                  <c:v>44742</c:v>
                </c:pt>
                <c:pt idx="26">
                  <c:v>44834</c:v>
                </c:pt>
                <c:pt idx="27">
                  <c:v>44925</c:v>
                </c:pt>
                <c:pt idx="28">
                  <c:v>45016</c:v>
                </c:pt>
                <c:pt idx="29">
                  <c:v>45107</c:v>
                </c:pt>
                <c:pt idx="30">
                  <c:v>45198</c:v>
                </c:pt>
                <c:pt idx="31">
                  <c:v>45289</c:v>
                </c:pt>
                <c:pt idx="32">
                  <c:v>45380</c:v>
                </c:pt>
                <c:pt idx="33">
                  <c:v>45471</c:v>
                </c:pt>
                <c:pt idx="34">
                  <c:v>45565</c:v>
                </c:pt>
                <c:pt idx="35">
                  <c:v>45657</c:v>
                </c:pt>
                <c:pt idx="36">
                  <c:v>45747</c:v>
                </c:pt>
                <c:pt idx="37">
                  <c:v>45838</c:v>
                </c:pt>
                <c:pt idx="38">
                  <c:v>45930</c:v>
                </c:pt>
                <c:pt idx="39">
                  <c:v>46022</c:v>
                </c:pt>
                <c:pt idx="40">
                  <c:v>46112</c:v>
                </c:pt>
                <c:pt idx="41">
                  <c:v>46203</c:v>
                </c:pt>
                <c:pt idx="42">
                  <c:v>46234</c:v>
                </c:pt>
              </c:numCache>
            </c:numRef>
          </c:cat>
          <c:val>
            <c:numRef>
              <c:f>Sheet4!$D$3:$D$45</c:f>
              <c:numCache>
                <c:formatCode>0.0</c:formatCode>
                <c:ptCount val="43"/>
                <c:pt idx="0">
                  <c:v>0.6</c:v>
                </c:pt>
                <c:pt idx="1">
                  <c:v>0.5</c:v>
                </c:pt>
                <c:pt idx="2">
                  <c:v>0.2</c:v>
                </c:pt>
                <c:pt idx="3">
                  <c:v>0.1</c:v>
                </c:pt>
                <c:pt idx="4">
                  <c:v>-0.1</c:v>
                </c:pt>
                <c:pt idx="5">
                  <c:v>-0.2</c:v>
                </c:pt>
                <c:pt idx="6">
                  <c:v>0</c:v>
                </c:pt>
                <c:pt idx="7">
                  <c:v>0.1</c:v>
                </c:pt>
                <c:pt idx="8">
                  <c:v>0.3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0.3</c:v>
                </c:pt>
                <c:pt idx="13">
                  <c:v>0.4</c:v>
                </c:pt>
                <c:pt idx="14">
                  <c:v>0.4</c:v>
                </c:pt>
                <c:pt idx="15">
                  <c:v>0.3</c:v>
                </c:pt>
                <c:pt idx="16">
                  <c:v>0.1</c:v>
                </c:pt>
                <c:pt idx="17">
                  <c:v>-0.1</c:v>
                </c:pt>
                <c:pt idx="18">
                  <c:v>0</c:v>
                </c:pt>
                <c:pt idx="19">
                  <c:v>0.29999999999999993</c:v>
                </c:pt>
                <c:pt idx="20">
                  <c:v>0.2</c:v>
                </c:pt>
                <c:pt idx="21">
                  <c:v>0.40000000000000013</c:v>
                </c:pt>
                <c:pt idx="22">
                  <c:v>0.7</c:v>
                </c:pt>
                <c:pt idx="23">
                  <c:v>0.39999999999999991</c:v>
                </c:pt>
                <c:pt idx="24">
                  <c:v>0.40000000000000013</c:v>
                </c:pt>
                <c:pt idx="25">
                  <c:v>0.8</c:v>
                </c:pt>
                <c:pt idx="26">
                  <c:v>1.2</c:v>
                </c:pt>
                <c:pt idx="27">
                  <c:v>1.9</c:v>
                </c:pt>
                <c:pt idx="28">
                  <c:v>2.3000000000000003</c:v>
                </c:pt>
                <c:pt idx="29">
                  <c:v>2.7</c:v>
                </c:pt>
                <c:pt idx="30">
                  <c:v>2.7</c:v>
                </c:pt>
                <c:pt idx="31">
                  <c:v>2.3000000000000003</c:v>
                </c:pt>
                <c:pt idx="32">
                  <c:v>2.1999999999999997</c:v>
                </c:pt>
                <c:pt idx="33">
                  <c:v>1.9</c:v>
                </c:pt>
                <c:pt idx="34">
                  <c:v>1.8</c:v>
                </c:pt>
                <c:pt idx="35">
                  <c:v>1.7000000000000002</c:v>
                </c:pt>
                <c:pt idx="36">
                  <c:v>1.6</c:v>
                </c:pt>
                <c:pt idx="37">
                  <c:v>1.9000000000000001</c:v>
                </c:pt>
                <c:pt idx="38">
                  <c:v>1.8</c:v>
                </c:pt>
                <c:pt idx="39">
                  <c:v>1.8</c:v>
                </c:pt>
                <c:pt idx="40">
                  <c:v>1.7</c:v>
                </c:pt>
                <c:pt idx="41">
                  <c:v>1.4</c:v>
                </c:pt>
                <c:pt idx="42">
                  <c:v>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36-4C33-9931-60A9A37574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5979472"/>
        <c:axId val="640784816"/>
      </c:lineChart>
      <c:dateAx>
        <c:axId val="64597947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640784816"/>
        <c:crosses val="autoZero"/>
        <c:auto val="1"/>
        <c:lblOffset val="100"/>
        <c:baseTimeUnit val="months"/>
        <c:majorUnit val="15"/>
        <c:majorTimeUnit val="months"/>
      </c:dateAx>
      <c:valAx>
        <c:axId val="640784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645979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034910861055856E-2"/>
          <c:y val="7.8431372549019607E-2"/>
          <c:w val="0.89059023331426113"/>
          <c:h val="0.68003480848316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BoJ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12121212121212122"/>
                </c:manualLayout>
              </c:layout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chemeClr val="bg1"/>
                        </a:solidFill>
                        <a:latin typeface="Montserrat (corpo)"/>
                      </a:rPr>
                      <a:t>578.50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651-4648-9EB7-E0170310B225}"/>
                </c:ext>
              </c:extLst>
            </c:dLbl>
            <c:dLbl>
              <c:idx val="1"/>
              <c:layout>
                <c:manualLayout>
                  <c:x val="0"/>
                  <c:y val="0.12121212121212115"/>
                </c:manualLayout>
              </c:layout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chemeClr val="bg1"/>
                        </a:solidFill>
                        <a:latin typeface="Montserrat (corpo)"/>
                      </a:rPr>
                      <a:t>527.85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651-4648-9EB7-E0170310B2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mmm\-yy</c:formatCode>
                <c:ptCount val="2"/>
                <c:pt idx="0">
                  <c:v>45474</c:v>
                </c:pt>
                <c:pt idx="1">
                  <c:v>46204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 formatCode="#,##0.00">
                  <c:v>578.49599999999998</c:v>
                </c:pt>
                <c:pt idx="1">
                  <c:v>527.84999999999991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51-4648-9EB7-E0170310B2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14260249554367194"/>
                </c:manualLayout>
              </c:layout>
              <c:tx>
                <c:rich>
                  <a:bodyPr/>
                  <a:lstStyle/>
                  <a:p>
                    <a:r>
                      <a:rPr lang="en-US" b="1">
                        <a:solidFill>
                          <a:schemeClr val="bg1"/>
                        </a:solidFill>
                      </a:rPr>
                      <a:t>525.50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651-4648-9EB7-E0170310B225}"/>
                </c:ext>
              </c:extLst>
            </c:dLbl>
            <c:dLbl>
              <c:idx val="1"/>
              <c:layout>
                <c:manualLayout>
                  <c:x val="0"/>
                  <c:y val="0.13547237076648841"/>
                </c:manualLayout>
              </c:layout>
              <c:tx>
                <c:rich>
                  <a:bodyPr/>
                  <a:lstStyle/>
                  <a:p>
                    <a:r>
                      <a:rPr lang="en-US" b="1">
                        <a:solidFill>
                          <a:schemeClr val="bg1"/>
                        </a:solidFill>
                      </a:rPr>
                      <a:t>622.15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651-4648-9EB7-E0170310B2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mmm\-yy</c:formatCode>
                <c:ptCount val="2"/>
                <c:pt idx="0">
                  <c:v>45474</c:v>
                </c:pt>
                <c:pt idx="1">
                  <c:v>46204</c:v>
                </c:pt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 formatCode="#,##0.00">
                  <c:v>525.50400000000002</c:v>
                </c:pt>
                <c:pt idx="1">
                  <c:v>622.15000000000009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51-4648-9EB7-E0170310B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26205823"/>
        <c:axId val="1152746543"/>
      </c:barChart>
      <c:dateAx>
        <c:axId val="1626205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(corpo)"/>
                <a:ea typeface="+mn-ea"/>
                <a:cs typeface="+mn-cs"/>
              </a:defRPr>
            </a:pPr>
            <a:endParaRPr lang="pt-BR"/>
          </a:p>
        </c:txPr>
        <c:crossAx val="1152746543"/>
        <c:crosses val="autoZero"/>
        <c:auto val="1"/>
        <c:lblOffset val="100"/>
        <c:baseTimeUnit val="years"/>
        <c:majorUnit val="2"/>
        <c:majorTimeUnit val="years"/>
      </c:dateAx>
      <c:valAx>
        <c:axId val="1152746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(corpo)"/>
                <a:ea typeface="+mn-ea"/>
                <a:cs typeface="+mn-cs"/>
              </a:defRPr>
            </a:pPr>
            <a:endParaRPr lang="pt-BR"/>
          </a:p>
        </c:txPr>
        <c:crossAx val="1626205823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43760110436022487"/>
          <c:y val="0.55882268727104301"/>
          <c:w val="0.16632010099083636"/>
          <c:h val="0.120321697755694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Worksheet!$A$15:$A$177</c:f>
              <c:numCache>
                <c:formatCode>[$-409]mmm\-yy;@</c:formatCode>
                <c:ptCount val="163"/>
                <c:pt idx="0">
                  <c:v>41305</c:v>
                </c:pt>
                <c:pt idx="1">
                  <c:v>41333</c:v>
                </c:pt>
                <c:pt idx="2">
                  <c:v>41364</c:v>
                </c:pt>
                <c:pt idx="3">
                  <c:v>41394</c:v>
                </c:pt>
                <c:pt idx="4">
                  <c:v>41425</c:v>
                </c:pt>
                <c:pt idx="5">
                  <c:v>41455</c:v>
                </c:pt>
                <c:pt idx="6">
                  <c:v>41486</c:v>
                </c:pt>
                <c:pt idx="7">
                  <c:v>41517</c:v>
                </c:pt>
                <c:pt idx="8">
                  <c:v>41547</c:v>
                </c:pt>
                <c:pt idx="9">
                  <c:v>41578</c:v>
                </c:pt>
                <c:pt idx="10">
                  <c:v>41608</c:v>
                </c:pt>
                <c:pt idx="11">
                  <c:v>41639</c:v>
                </c:pt>
                <c:pt idx="12">
                  <c:v>41670</c:v>
                </c:pt>
                <c:pt idx="13">
                  <c:v>41698</c:v>
                </c:pt>
                <c:pt idx="14">
                  <c:v>41729</c:v>
                </c:pt>
                <c:pt idx="15">
                  <c:v>41759</c:v>
                </c:pt>
                <c:pt idx="16">
                  <c:v>41790</c:v>
                </c:pt>
                <c:pt idx="17">
                  <c:v>41820</c:v>
                </c:pt>
                <c:pt idx="18">
                  <c:v>41851</c:v>
                </c:pt>
                <c:pt idx="19">
                  <c:v>41882</c:v>
                </c:pt>
                <c:pt idx="20">
                  <c:v>41912</c:v>
                </c:pt>
                <c:pt idx="21">
                  <c:v>41943</c:v>
                </c:pt>
                <c:pt idx="22">
                  <c:v>41973</c:v>
                </c:pt>
                <c:pt idx="23">
                  <c:v>42004</c:v>
                </c:pt>
                <c:pt idx="24">
                  <c:v>42035</c:v>
                </c:pt>
                <c:pt idx="25">
                  <c:v>42063</c:v>
                </c:pt>
                <c:pt idx="26">
                  <c:v>42094</c:v>
                </c:pt>
                <c:pt idx="27">
                  <c:v>42124</c:v>
                </c:pt>
                <c:pt idx="28">
                  <c:v>42155</c:v>
                </c:pt>
                <c:pt idx="29">
                  <c:v>42185</c:v>
                </c:pt>
                <c:pt idx="30">
                  <c:v>42216</c:v>
                </c:pt>
                <c:pt idx="31">
                  <c:v>42247</c:v>
                </c:pt>
                <c:pt idx="32">
                  <c:v>42277</c:v>
                </c:pt>
                <c:pt idx="33">
                  <c:v>42308</c:v>
                </c:pt>
                <c:pt idx="34">
                  <c:v>42338</c:v>
                </c:pt>
                <c:pt idx="35">
                  <c:v>42369</c:v>
                </c:pt>
                <c:pt idx="36">
                  <c:v>42400</c:v>
                </c:pt>
                <c:pt idx="37">
                  <c:v>42429</c:v>
                </c:pt>
                <c:pt idx="38">
                  <c:v>42460</c:v>
                </c:pt>
                <c:pt idx="39">
                  <c:v>42490</c:v>
                </c:pt>
                <c:pt idx="40">
                  <c:v>42521</c:v>
                </c:pt>
                <c:pt idx="41">
                  <c:v>42551</c:v>
                </c:pt>
                <c:pt idx="42">
                  <c:v>42582</c:v>
                </c:pt>
                <c:pt idx="43">
                  <c:v>42613</c:v>
                </c:pt>
                <c:pt idx="44">
                  <c:v>42643</c:v>
                </c:pt>
                <c:pt idx="45">
                  <c:v>42674</c:v>
                </c:pt>
                <c:pt idx="46">
                  <c:v>42704</c:v>
                </c:pt>
                <c:pt idx="47">
                  <c:v>42735</c:v>
                </c:pt>
                <c:pt idx="48">
                  <c:v>42766</c:v>
                </c:pt>
                <c:pt idx="49">
                  <c:v>42794</c:v>
                </c:pt>
                <c:pt idx="50">
                  <c:v>42825</c:v>
                </c:pt>
                <c:pt idx="51">
                  <c:v>42855</c:v>
                </c:pt>
                <c:pt idx="52">
                  <c:v>42886</c:v>
                </c:pt>
                <c:pt idx="53">
                  <c:v>42916</c:v>
                </c:pt>
                <c:pt idx="54">
                  <c:v>42947</c:v>
                </c:pt>
                <c:pt idx="55">
                  <c:v>42978</c:v>
                </c:pt>
                <c:pt idx="56">
                  <c:v>43008</c:v>
                </c:pt>
                <c:pt idx="57">
                  <c:v>43039</c:v>
                </c:pt>
                <c:pt idx="58">
                  <c:v>43069</c:v>
                </c:pt>
                <c:pt idx="59">
                  <c:v>43100</c:v>
                </c:pt>
                <c:pt idx="60">
                  <c:v>43131</c:v>
                </c:pt>
                <c:pt idx="61">
                  <c:v>43159</c:v>
                </c:pt>
                <c:pt idx="62">
                  <c:v>43190</c:v>
                </c:pt>
                <c:pt idx="63">
                  <c:v>43220</c:v>
                </c:pt>
                <c:pt idx="64">
                  <c:v>43251</c:v>
                </c:pt>
                <c:pt idx="65">
                  <c:v>43281</c:v>
                </c:pt>
                <c:pt idx="66">
                  <c:v>43312</c:v>
                </c:pt>
                <c:pt idx="67">
                  <c:v>43343</c:v>
                </c:pt>
                <c:pt idx="68">
                  <c:v>43373</c:v>
                </c:pt>
                <c:pt idx="69">
                  <c:v>43404</c:v>
                </c:pt>
                <c:pt idx="70">
                  <c:v>43434</c:v>
                </c:pt>
                <c:pt idx="71">
                  <c:v>43465</c:v>
                </c:pt>
                <c:pt idx="72">
                  <c:v>43496</c:v>
                </c:pt>
                <c:pt idx="73">
                  <c:v>43524</c:v>
                </c:pt>
                <c:pt idx="74">
                  <c:v>43555</c:v>
                </c:pt>
                <c:pt idx="75">
                  <c:v>43585</c:v>
                </c:pt>
                <c:pt idx="76">
                  <c:v>43616</c:v>
                </c:pt>
                <c:pt idx="77">
                  <c:v>43646</c:v>
                </c:pt>
                <c:pt idx="78">
                  <c:v>43677</c:v>
                </c:pt>
                <c:pt idx="79">
                  <c:v>43708</c:v>
                </c:pt>
                <c:pt idx="80">
                  <c:v>43738</c:v>
                </c:pt>
                <c:pt idx="81">
                  <c:v>43769</c:v>
                </c:pt>
                <c:pt idx="82">
                  <c:v>43799</c:v>
                </c:pt>
                <c:pt idx="83">
                  <c:v>43830</c:v>
                </c:pt>
                <c:pt idx="84">
                  <c:v>43861</c:v>
                </c:pt>
                <c:pt idx="85">
                  <c:v>43890</c:v>
                </c:pt>
                <c:pt idx="86">
                  <c:v>43921</c:v>
                </c:pt>
                <c:pt idx="87">
                  <c:v>43951</c:v>
                </c:pt>
                <c:pt idx="88">
                  <c:v>43982</c:v>
                </c:pt>
                <c:pt idx="89">
                  <c:v>44012</c:v>
                </c:pt>
                <c:pt idx="90">
                  <c:v>44043</c:v>
                </c:pt>
                <c:pt idx="91">
                  <c:v>44074</c:v>
                </c:pt>
                <c:pt idx="92">
                  <c:v>44104</c:v>
                </c:pt>
                <c:pt idx="93">
                  <c:v>44135</c:v>
                </c:pt>
                <c:pt idx="94">
                  <c:v>44165</c:v>
                </c:pt>
                <c:pt idx="95">
                  <c:v>44196</c:v>
                </c:pt>
                <c:pt idx="96">
                  <c:v>44227</c:v>
                </c:pt>
                <c:pt idx="97">
                  <c:v>44255</c:v>
                </c:pt>
                <c:pt idx="98">
                  <c:v>44286</c:v>
                </c:pt>
                <c:pt idx="99">
                  <c:v>44316</c:v>
                </c:pt>
                <c:pt idx="100">
                  <c:v>44347</c:v>
                </c:pt>
                <c:pt idx="101">
                  <c:v>44377</c:v>
                </c:pt>
                <c:pt idx="102">
                  <c:v>44408</c:v>
                </c:pt>
                <c:pt idx="103">
                  <c:v>44439</c:v>
                </c:pt>
                <c:pt idx="104">
                  <c:v>44469</c:v>
                </c:pt>
                <c:pt idx="105">
                  <c:v>44500</c:v>
                </c:pt>
                <c:pt idx="106">
                  <c:v>44530</c:v>
                </c:pt>
                <c:pt idx="107">
                  <c:v>44561</c:v>
                </c:pt>
                <c:pt idx="108">
                  <c:v>44592</c:v>
                </c:pt>
                <c:pt idx="109">
                  <c:v>44620</c:v>
                </c:pt>
                <c:pt idx="110">
                  <c:v>44651</c:v>
                </c:pt>
                <c:pt idx="111">
                  <c:v>44681</c:v>
                </c:pt>
                <c:pt idx="112">
                  <c:v>44712</c:v>
                </c:pt>
                <c:pt idx="113">
                  <c:v>44742</c:v>
                </c:pt>
                <c:pt idx="114">
                  <c:v>44773</c:v>
                </c:pt>
                <c:pt idx="115">
                  <c:v>44804</c:v>
                </c:pt>
                <c:pt idx="116">
                  <c:v>44834</c:v>
                </c:pt>
                <c:pt idx="117">
                  <c:v>44865</c:v>
                </c:pt>
                <c:pt idx="118">
                  <c:v>44895</c:v>
                </c:pt>
                <c:pt idx="119">
                  <c:v>44926</c:v>
                </c:pt>
                <c:pt idx="120">
                  <c:v>44957</c:v>
                </c:pt>
                <c:pt idx="121">
                  <c:v>44985</c:v>
                </c:pt>
                <c:pt idx="122">
                  <c:v>45016</c:v>
                </c:pt>
                <c:pt idx="123">
                  <c:v>45046</c:v>
                </c:pt>
                <c:pt idx="124">
                  <c:v>45077</c:v>
                </c:pt>
                <c:pt idx="125">
                  <c:v>45107</c:v>
                </c:pt>
                <c:pt idx="126">
                  <c:v>45138</c:v>
                </c:pt>
                <c:pt idx="127">
                  <c:v>45169</c:v>
                </c:pt>
                <c:pt idx="128">
                  <c:v>45199</c:v>
                </c:pt>
                <c:pt idx="129">
                  <c:v>45230</c:v>
                </c:pt>
                <c:pt idx="130">
                  <c:v>45260</c:v>
                </c:pt>
                <c:pt idx="131">
                  <c:v>45291</c:v>
                </c:pt>
                <c:pt idx="132">
                  <c:v>45322</c:v>
                </c:pt>
                <c:pt idx="133">
                  <c:v>45351</c:v>
                </c:pt>
                <c:pt idx="134">
                  <c:v>45382</c:v>
                </c:pt>
                <c:pt idx="135">
                  <c:v>45412</c:v>
                </c:pt>
                <c:pt idx="136">
                  <c:v>45443</c:v>
                </c:pt>
                <c:pt idx="137">
                  <c:v>45473</c:v>
                </c:pt>
                <c:pt idx="138">
                  <c:v>45504</c:v>
                </c:pt>
                <c:pt idx="139">
                  <c:v>45535</c:v>
                </c:pt>
                <c:pt idx="140">
                  <c:v>45565</c:v>
                </c:pt>
                <c:pt idx="141">
                  <c:v>45596</c:v>
                </c:pt>
                <c:pt idx="142">
                  <c:v>45626</c:v>
                </c:pt>
                <c:pt idx="143">
                  <c:v>45657</c:v>
                </c:pt>
                <c:pt idx="144">
                  <c:v>45688</c:v>
                </c:pt>
                <c:pt idx="145">
                  <c:v>45716</c:v>
                </c:pt>
                <c:pt idx="146">
                  <c:v>45747</c:v>
                </c:pt>
                <c:pt idx="147">
                  <c:v>45777</c:v>
                </c:pt>
                <c:pt idx="148">
                  <c:v>45808</c:v>
                </c:pt>
                <c:pt idx="149">
                  <c:v>45838</c:v>
                </c:pt>
                <c:pt idx="150">
                  <c:v>45869</c:v>
                </c:pt>
                <c:pt idx="151">
                  <c:v>45900</c:v>
                </c:pt>
                <c:pt idx="152">
                  <c:v>45930</c:v>
                </c:pt>
                <c:pt idx="153">
                  <c:v>45961</c:v>
                </c:pt>
                <c:pt idx="154">
                  <c:v>45991</c:v>
                </c:pt>
                <c:pt idx="155">
                  <c:v>46022</c:v>
                </c:pt>
                <c:pt idx="156">
                  <c:v>46053</c:v>
                </c:pt>
                <c:pt idx="157">
                  <c:v>46081</c:v>
                </c:pt>
                <c:pt idx="158">
                  <c:v>46112</c:v>
                </c:pt>
                <c:pt idx="159">
                  <c:v>46142</c:v>
                </c:pt>
                <c:pt idx="160">
                  <c:v>46173</c:v>
                </c:pt>
                <c:pt idx="161">
                  <c:v>46203</c:v>
                </c:pt>
                <c:pt idx="162">
                  <c:v>46234</c:v>
                </c:pt>
              </c:numCache>
            </c:numRef>
          </c:cat>
          <c:val>
            <c:numRef>
              <c:f>Worksheet!$B$15:$B$177</c:f>
              <c:numCache>
                <c:formatCode>General</c:formatCode>
                <c:ptCount val="163"/>
                <c:pt idx="0">
                  <c:v>6648578</c:v>
                </c:pt>
                <c:pt idx="1">
                  <c:v>6344972</c:v>
                </c:pt>
                <c:pt idx="2">
                  <c:v>6620568</c:v>
                </c:pt>
                <c:pt idx="3">
                  <c:v>7994113</c:v>
                </c:pt>
                <c:pt idx="4">
                  <c:v>8083990</c:v>
                </c:pt>
                <c:pt idx="5">
                  <c:v>7509189</c:v>
                </c:pt>
                <c:pt idx="6">
                  <c:v>8065038</c:v>
                </c:pt>
                <c:pt idx="7">
                  <c:v>8053239</c:v>
                </c:pt>
                <c:pt idx="8">
                  <c:v>7322272</c:v>
                </c:pt>
                <c:pt idx="9">
                  <c:v>8223171</c:v>
                </c:pt>
                <c:pt idx="10">
                  <c:v>7346547</c:v>
                </c:pt>
                <c:pt idx="11">
                  <c:v>7474732</c:v>
                </c:pt>
                <c:pt idx="12">
                  <c:v>7710426</c:v>
                </c:pt>
                <c:pt idx="13">
                  <c:v>7762917</c:v>
                </c:pt>
                <c:pt idx="14">
                  <c:v>8129697</c:v>
                </c:pt>
                <c:pt idx="15">
                  <c:v>8855243</c:v>
                </c:pt>
                <c:pt idx="16">
                  <c:v>8369249</c:v>
                </c:pt>
                <c:pt idx="17">
                  <c:v>8334152</c:v>
                </c:pt>
                <c:pt idx="18">
                  <c:v>9371006</c:v>
                </c:pt>
                <c:pt idx="19">
                  <c:v>8530895</c:v>
                </c:pt>
                <c:pt idx="20">
                  <c:v>7824694</c:v>
                </c:pt>
                <c:pt idx="21">
                  <c:v>9632992</c:v>
                </c:pt>
                <c:pt idx="22">
                  <c:v>7520016</c:v>
                </c:pt>
                <c:pt idx="23">
                  <c:v>8712899</c:v>
                </c:pt>
                <c:pt idx="24">
                  <c:v>9129112</c:v>
                </c:pt>
                <c:pt idx="25">
                  <c:v>8688920</c:v>
                </c:pt>
                <c:pt idx="26">
                  <c:v>8946481</c:v>
                </c:pt>
                <c:pt idx="27">
                  <c:v>8717109</c:v>
                </c:pt>
                <c:pt idx="28">
                  <c:v>7651657</c:v>
                </c:pt>
                <c:pt idx="29">
                  <c:v>9710811</c:v>
                </c:pt>
                <c:pt idx="30">
                  <c:v>9446046</c:v>
                </c:pt>
                <c:pt idx="31">
                  <c:v>8711234</c:v>
                </c:pt>
                <c:pt idx="32">
                  <c:v>8189334</c:v>
                </c:pt>
                <c:pt idx="33">
                  <c:v>8857675</c:v>
                </c:pt>
                <c:pt idx="34">
                  <c:v>7447462</c:v>
                </c:pt>
                <c:pt idx="35">
                  <c:v>8438916</c:v>
                </c:pt>
                <c:pt idx="36">
                  <c:v>8528397</c:v>
                </c:pt>
                <c:pt idx="37">
                  <c:v>8737311</c:v>
                </c:pt>
                <c:pt idx="38">
                  <c:v>8072771</c:v>
                </c:pt>
                <c:pt idx="39">
                  <c:v>7081212</c:v>
                </c:pt>
                <c:pt idx="40">
                  <c:v>6426504</c:v>
                </c:pt>
                <c:pt idx="41">
                  <c:v>7543921</c:v>
                </c:pt>
                <c:pt idx="42">
                  <c:v>7344296</c:v>
                </c:pt>
                <c:pt idx="43">
                  <c:v>8515183</c:v>
                </c:pt>
                <c:pt idx="44">
                  <c:v>7838179</c:v>
                </c:pt>
                <c:pt idx="45">
                  <c:v>7100245</c:v>
                </c:pt>
                <c:pt idx="46">
                  <c:v>7438434</c:v>
                </c:pt>
                <c:pt idx="47">
                  <c:v>8284730</c:v>
                </c:pt>
                <c:pt idx="48">
                  <c:v>7587785</c:v>
                </c:pt>
                <c:pt idx="49">
                  <c:v>7932520</c:v>
                </c:pt>
                <c:pt idx="50">
                  <c:v>9009701</c:v>
                </c:pt>
                <c:pt idx="51">
                  <c:v>8103067</c:v>
                </c:pt>
                <c:pt idx="52">
                  <c:v>7436311</c:v>
                </c:pt>
                <c:pt idx="53">
                  <c:v>7975822</c:v>
                </c:pt>
                <c:pt idx="54">
                  <c:v>7212605</c:v>
                </c:pt>
                <c:pt idx="55">
                  <c:v>8169211</c:v>
                </c:pt>
                <c:pt idx="56">
                  <c:v>7990533</c:v>
                </c:pt>
                <c:pt idx="57">
                  <c:v>8406402</c:v>
                </c:pt>
                <c:pt idx="58">
                  <c:v>8003228</c:v>
                </c:pt>
                <c:pt idx="59">
                  <c:v>8412616</c:v>
                </c:pt>
                <c:pt idx="60">
                  <c:v>8079019</c:v>
                </c:pt>
                <c:pt idx="61">
                  <c:v>9045780</c:v>
                </c:pt>
                <c:pt idx="62">
                  <c:v>9526285</c:v>
                </c:pt>
                <c:pt idx="63">
                  <c:v>8998990</c:v>
                </c:pt>
                <c:pt idx="64">
                  <c:v>11389948</c:v>
                </c:pt>
                <c:pt idx="65">
                  <c:v>11608668</c:v>
                </c:pt>
                <c:pt idx="66">
                  <c:v>12539498</c:v>
                </c:pt>
                <c:pt idx="67">
                  <c:v>13608554</c:v>
                </c:pt>
                <c:pt idx="68">
                  <c:v>11510777</c:v>
                </c:pt>
                <c:pt idx="69">
                  <c:v>14435384</c:v>
                </c:pt>
                <c:pt idx="70">
                  <c:v>14106714</c:v>
                </c:pt>
                <c:pt idx="71">
                  <c:v>15013919</c:v>
                </c:pt>
                <c:pt idx="72">
                  <c:v>14536885</c:v>
                </c:pt>
                <c:pt idx="73">
                  <c:v>14478838</c:v>
                </c:pt>
                <c:pt idx="74">
                  <c:v>15585431</c:v>
                </c:pt>
                <c:pt idx="75">
                  <c:v>15215178</c:v>
                </c:pt>
                <c:pt idx="76">
                  <c:v>13561967</c:v>
                </c:pt>
                <c:pt idx="77">
                  <c:v>13993996</c:v>
                </c:pt>
                <c:pt idx="78">
                  <c:v>15922168</c:v>
                </c:pt>
                <c:pt idx="79">
                  <c:v>16687155</c:v>
                </c:pt>
                <c:pt idx="80">
                  <c:v>15629183</c:v>
                </c:pt>
                <c:pt idx="81">
                  <c:v>18545089</c:v>
                </c:pt>
                <c:pt idx="82">
                  <c:v>16985353</c:v>
                </c:pt>
                <c:pt idx="83">
                  <c:v>17120582</c:v>
                </c:pt>
                <c:pt idx="84">
                  <c:v>16627759</c:v>
                </c:pt>
                <c:pt idx="85">
                  <c:v>15489590</c:v>
                </c:pt>
                <c:pt idx="86">
                  <c:v>19373710</c:v>
                </c:pt>
                <c:pt idx="87">
                  <c:v>17445250</c:v>
                </c:pt>
                <c:pt idx="88">
                  <c:v>14412884</c:v>
                </c:pt>
                <c:pt idx="89">
                  <c:v>18545297</c:v>
                </c:pt>
                <c:pt idx="90">
                  <c:v>17544502</c:v>
                </c:pt>
                <c:pt idx="91">
                  <c:v>17913437</c:v>
                </c:pt>
                <c:pt idx="92">
                  <c:v>17668774</c:v>
                </c:pt>
                <c:pt idx="93">
                  <c:v>20367369</c:v>
                </c:pt>
                <c:pt idx="94">
                  <c:v>17356056</c:v>
                </c:pt>
                <c:pt idx="95">
                  <c:v>19341716</c:v>
                </c:pt>
                <c:pt idx="96">
                  <c:v>17444619</c:v>
                </c:pt>
                <c:pt idx="97">
                  <c:v>16146143</c:v>
                </c:pt>
                <c:pt idx="98">
                  <c:v>20240806</c:v>
                </c:pt>
                <c:pt idx="99">
                  <c:v>18428274</c:v>
                </c:pt>
                <c:pt idx="100">
                  <c:v>15974749</c:v>
                </c:pt>
                <c:pt idx="101">
                  <c:v>19273782</c:v>
                </c:pt>
                <c:pt idx="102">
                  <c:v>17742533</c:v>
                </c:pt>
                <c:pt idx="103">
                  <c:v>17703775</c:v>
                </c:pt>
                <c:pt idx="104">
                  <c:v>18231843</c:v>
                </c:pt>
                <c:pt idx="105">
                  <c:v>19668242</c:v>
                </c:pt>
                <c:pt idx="106">
                  <c:v>18650757</c:v>
                </c:pt>
                <c:pt idx="107">
                  <c:v>19539967</c:v>
                </c:pt>
                <c:pt idx="108">
                  <c:v>18909743</c:v>
                </c:pt>
                <c:pt idx="109">
                  <c:v>20101112</c:v>
                </c:pt>
                <c:pt idx="110">
                  <c:v>22834151</c:v>
                </c:pt>
                <c:pt idx="111">
                  <c:v>24198727</c:v>
                </c:pt>
                <c:pt idx="112">
                  <c:v>24779594</c:v>
                </c:pt>
                <c:pt idx="113">
                  <c:v>31915915</c:v>
                </c:pt>
                <c:pt idx="114">
                  <c:v>30686956</c:v>
                </c:pt>
                <c:pt idx="115">
                  <c:v>30993251</c:v>
                </c:pt>
                <c:pt idx="116">
                  <c:v>31312880</c:v>
                </c:pt>
                <c:pt idx="117">
                  <c:v>31768061</c:v>
                </c:pt>
                <c:pt idx="118">
                  <c:v>32938632</c:v>
                </c:pt>
                <c:pt idx="119">
                  <c:v>34719163</c:v>
                </c:pt>
                <c:pt idx="120">
                  <c:v>33077183</c:v>
                </c:pt>
                <c:pt idx="121">
                  <c:v>31729899</c:v>
                </c:pt>
                <c:pt idx="122">
                  <c:v>36660557</c:v>
                </c:pt>
                <c:pt idx="123">
                  <c:v>33465125</c:v>
                </c:pt>
                <c:pt idx="124">
                  <c:v>34291160</c:v>
                </c:pt>
                <c:pt idx="125">
                  <c:v>40249467</c:v>
                </c:pt>
                <c:pt idx="126">
                  <c:v>37764014</c:v>
                </c:pt>
                <c:pt idx="127">
                  <c:v>42047297</c:v>
                </c:pt>
                <c:pt idx="128">
                  <c:v>39290812</c:v>
                </c:pt>
                <c:pt idx="129">
                  <c:v>41225199</c:v>
                </c:pt>
                <c:pt idx="130">
                  <c:v>40523362</c:v>
                </c:pt>
                <c:pt idx="131">
                  <c:v>41965368</c:v>
                </c:pt>
                <c:pt idx="132">
                  <c:v>37623521</c:v>
                </c:pt>
                <c:pt idx="133">
                  <c:v>36721210</c:v>
                </c:pt>
                <c:pt idx="134">
                  <c:v>41236829</c:v>
                </c:pt>
                <c:pt idx="135">
                  <c:v>43815417</c:v>
                </c:pt>
                <c:pt idx="136">
                  <c:v>43983558</c:v>
                </c:pt>
                <c:pt idx="137">
                  <c:v>45560877</c:v>
                </c:pt>
                <c:pt idx="138">
                  <c:v>47957104</c:v>
                </c:pt>
                <c:pt idx="139">
                  <c:v>46701837</c:v>
                </c:pt>
                <c:pt idx="140">
                  <c:v>39227446</c:v>
                </c:pt>
                <c:pt idx="141">
                  <c:v>34901752</c:v>
                </c:pt>
                <c:pt idx="142">
                  <c:v>38445878</c:v>
                </c:pt>
                <c:pt idx="143">
                  <c:v>40104307</c:v>
                </c:pt>
                <c:pt idx="144">
                  <c:v>42817826</c:v>
                </c:pt>
                <c:pt idx="145">
                  <c:v>38137503</c:v>
                </c:pt>
                <c:pt idx="146">
                  <c:v>40754563</c:v>
                </c:pt>
                <c:pt idx="147">
                  <c:v>41963885</c:v>
                </c:pt>
                <c:pt idx="148">
                  <c:v>39804116</c:v>
                </c:pt>
                <c:pt idx="149">
                  <c:v>39228267</c:v>
                </c:pt>
                <c:pt idx="150">
                  <c:v>39377848</c:v>
                </c:pt>
                <c:pt idx="151">
                  <c:v>36698762</c:v>
                </c:pt>
                <c:pt idx="152">
                  <c:v>37566875</c:v>
                </c:pt>
                <c:pt idx="153">
                  <c:v>42411059</c:v>
                </c:pt>
                <c:pt idx="154">
                  <c:v>33122167</c:v>
                </c:pt>
                <c:pt idx="155">
                  <c:v>43747172</c:v>
                </c:pt>
                <c:pt idx="156">
                  <c:v>42011300</c:v>
                </c:pt>
                <c:pt idx="157">
                  <c:v>38226143</c:v>
                </c:pt>
                <c:pt idx="158">
                  <c:v>47266533</c:v>
                </c:pt>
                <c:pt idx="159">
                  <c:v>49820888</c:v>
                </c:pt>
                <c:pt idx="160">
                  <c:v>40606741</c:v>
                </c:pt>
                <c:pt idx="161">
                  <c:v>50347909</c:v>
                </c:pt>
                <c:pt idx="162">
                  <c:v>46627949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077-4B96-B311-47B3892CC4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75391487"/>
        <c:axId val="1344744879"/>
      </c:lineChart>
      <c:dateAx>
        <c:axId val="1575391487"/>
        <c:scaling>
          <c:orientation val="minMax"/>
          <c:min val="41821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(corpo)"/>
                <a:ea typeface="+mn-ea"/>
                <a:cs typeface="+mn-cs"/>
              </a:defRPr>
            </a:pPr>
            <a:endParaRPr lang="pt-BR"/>
          </a:p>
        </c:txPr>
        <c:crossAx val="1344744879"/>
        <c:crosses val="autoZero"/>
        <c:auto val="1"/>
        <c:lblOffset val="100"/>
        <c:baseTimeUnit val="months"/>
        <c:majorUnit val="2"/>
        <c:majorTimeUnit val="years"/>
      </c:dateAx>
      <c:valAx>
        <c:axId val="13447448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5391487"/>
        <c:crosses val="autoZero"/>
        <c:crossBetween val="between"/>
      </c:valAx>
      <c:spPr>
        <a:noFill/>
        <a:ln>
          <a:noFill/>
          <a:prstDash val="dash"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8319120144584"/>
          <c:y val="0.18077474892395984"/>
          <c:w val="0.83121870146854482"/>
          <c:h val="0.74463877811543289"/>
        </c:manualLayout>
      </c:layout>
      <c:areaChart>
        <c:grouping val="stacked"/>
        <c:varyColors val="0"/>
        <c:ser>
          <c:idx val="0"/>
          <c:order val="0"/>
          <c:tx>
            <c:strRef>
              <c:f>'nme_R031.1319281.20260907041811'!$B$3</c:f>
              <c:strCache>
                <c:ptCount val="1"/>
                <c:pt idx="0">
                  <c:v>Long-Term Govt Bonds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'nme_R031.1319281.20260907041811'!$A$4:$A$131</c:f>
              <c:numCache>
                <c:formatCode>[$-409]mmm\-yy;@</c:formatCode>
                <c:ptCount val="128"/>
                <c:pt idx="0">
                  <c:v>42370</c:v>
                </c:pt>
                <c:pt idx="1">
                  <c:v>42401</c:v>
                </c:pt>
                <c:pt idx="2">
                  <c:v>42430</c:v>
                </c:pt>
                <c:pt idx="3">
                  <c:v>42461</c:v>
                </c:pt>
                <c:pt idx="4">
                  <c:v>42491</c:v>
                </c:pt>
                <c:pt idx="5">
                  <c:v>42522</c:v>
                </c:pt>
                <c:pt idx="6">
                  <c:v>42552</c:v>
                </c:pt>
                <c:pt idx="7">
                  <c:v>42583</c:v>
                </c:pt>
                <c:pt idx="8">
                  <c:v>42614</c:v>
                </c:pt>
                <c:pt idx="9">
                  <c:v>42644</c:v>
                </c:pt>
                <c:pt idx="10">
                  <c:v>42675</c:v>
                </c:pt>
                <c:pt idx="11">
                  <c:v>42705</c:v>
                </c:pt>
                <c:pt idx="12">
                  <c:v>42736</c:v>
                </c:pt>
                <c:pt idx="13">
                  <c:v>42767</c:v>
                </c:pt>
                <c:pt idx="14">
                  <c:v>42795</c:v>
                </c:pt>
                <c:pt idx="15">
                  <c:v>42826</c:v>
                </c:pt>
                <c:pt idx="16">
                  <c:v>42856</c:v>
                </c:pt>
                <c:pt idx="17">
                  <c:v>42887</c:v>
                </c:pt>
                <c:pt idx="18">
                  <c:v>42917</c:v>
                </c:pt>
                <c:pt idx="19">
                  <c:v>42948</c:v>
                </c:pt>
                <c:pt idx="20">
                  <c:v>42979</c:v>
                </c:pt>
                <c:pt idx="21">
                  <c:v>43009</c:v>
                </c:pt>
                <c:pt idx="22">
                  <c:v>43040</c:v>
                </c:pt>
                <c:pt idx="23">
                  <c:v>43070</c:v>
                </c:pt>
                <c:pt idx="24">
                  <c:v>43101</c:v>
                </c:pt>
                <c:pt idx="25">
                  <c:v>43132</c:v>
                </c:pt>
                <c:pt idx="26">
                  <c:v>43160</c:v>
                </c:pt>
                <c:pt idx="27">
                  <c:v>43191</c:v>
                </c:pt>
                <c:pt idx="28">
                  <c:v>43221</c:v>
                </c:pt>
                <c:pt idx="29">
                  <c:v>43252</c:v>
                </c:pt>
                <c:pt idx="30">
                  <c:v>43282</c:v>
                </c:pt>
                <c:pt idx="31">
                  <c:v>43313</c:v>
                </c:pt>
                <c:pt idx="32">
                  <c:v>43344</c:v>
                </c:pt>
                <c:pt idx="33">
                  <c:v>43374</c:v>
                </c:pt>
                <c:pt idx="34">
                  <c:v>43405</c:v>
                </c:pt>
                <c:pt idx="35">
                  <c:v>43435</c:v>
                </c:pt>
                <c:pt idx="36">
                  <c:v>43466</c:v>
                </c:pt>
                <c:pt idx="37">
                  <c:v>43497</c:v>
                </c:pt>
                <c:pt idx="38">
                  <c:v>43525</c:v>
                </c:pt>
                <c:pt idx="39">
                  <c:v>43556</c:v>
                </c:pt>
                <c:pt idx="40">
                  <c:v>43586</c:v>
                </c:pt>
                <c:pt idx="41">
                  <c:v>43617</c:v>
                </c:pt>
                <c:pt idx="42">
                  <c:v>43647</c:v>
                </c:pt>
                <c:pt idx="43">
                  <c:v>43678</c:v>
                </c:pt>
                <c:pt idx="44">
                  <c:v>43709</c:v>
                </c:pt>
                <c:pt idx="45">
                  <c:v>43739</c:v>
                </c:pt>
                <c:pt idx="46">
                  <c:v>43770</c:v>
                </c:pt>
                <c:pt idx="47">
                  <c:v>43800</c:v>
                </c:pt>
                <c:pt idx="48">
                  <c:v>43831</c:v>
                </c:pt>
                <c:pt idx="49">
                  <c:v>43862</c:v>
                </c:pt>
                <c:pt idx="50">
                  <c:v>43891</c:v>
                </c:pt>
                <c:pt idx="51">
                  <c:v>43922</c:v>
                </c:pt>
                <c:pt idx="52">
                  <c:v>43952</c:v>
                </c:pt>
                <c:pt idx="53">
                  <c:v>43983</c:v>
                </c:pt>
                <c:pt idx="54">
                  <c:v>44013</c:v>
                </c:pt>
                <c:pt idx="55">
                  <c:v>44044</c:v>
                </c:pt>
                <c:pt idx="56">
                  <c:v>44075</c:v>
                </c:pt>
                <c:pt idx="57">
                  <c:v>44105</c:v>
                </c:pt>
                <c:pt idx="58">
                  <c:v>44136</c:v>
                </c:pt>
                <c:pt idx="59">
                  <c:v>44166</c:v>
                </c:pt>
                <c:pt idx="60">
                  <c:v>44197</c:v>
                </c:pt>
                <c:pt idx="61">
                  <c:v>44228</c:v>
                </c:pt>
                <c:pt idx="62">
                  <c:v>44256</c:v>
                </c:pt>
                <c:pt idx="63">
                  <c:v>44287</c:v>
                </c:pt>
                <c:pt idx="64">
                  <c:v>44317</c:v>
                </c:pt>
                <c:pt idx="65">
                  <c:v>44348</c:v>
                </c:pt>
                <c:pt idx="66">
                  <c:v>44378</c:v>
                </c:pt>
                <c:pt idx="67">
                  <c:v>44409</c:v>
                </c:pt>
                <c:pt idx="68">
                  <c:v>44440</c:v>
                </c:pt>
                <c:pt idx="69">
                  <c:v>44470</c:v>
                </c:pt>
                <c:pt idx="70">
                  <c:v>44501</c:v>
                </c:pt>
                <c:pt idx="71">
                  <c:v>44531</c:v>
                </c:pt>
                <c:pt idx="72">
                  <c:v>44562</c:v>
                </c:pt>
                <c:pt idx="73">
                  <c:v>44593</c:v>
                </c:pt>
                <c:pt idx="74">
                  <c:v>44621</c:v>
                </c:pt>
                <c:pt idx="75">
                  <c:v>44652</c:v>
                </c:pt>
                <c:pt idx="76">
                  <c:v>44682</c:v>
                </c:pt>
                <c:pt idx="77">
                  <c:v>44713</c:v>
                </c:pt>
                <c:pt idx="78">
                  <c:v>44743</c:v>
                </c:pt>
                <c:pt idx="79">
                  <c:v>44774</c:v>
                </c:pt>
                <c:pt idx="80">
                  <c:v>44805</c:v>
                </c:pt>
                <c:pt idx="81">
                  <c:v>44835</c:v>
                </c:pt>
                <c:pt idx="82">
                  <c:v>44866</c:v>
                </c:pt>
                <c:pt idx="83">
                  <c:v>44896</c:v>
                </c:pt>
                <c:pt idx="84">
                  <c:v>44927</c:v>
                </c:pt>
                <c:pt idx="85">
                  <c:v>44958</c:v>
                </c:pt>
                <c:pt idx="86">
                  <c:v>44986</c:v>
                </c:pt>
                <c:pt idx="87">
                  <c:v>45017</c:v>
                </c:pt>
                <c:pt idx="88">
                  <c:v>45047</c:v>
                </c:pt>
                <c:pt idx="89">
                  <c:v>45078</c:v>
                </c:pt>
                <c:pt idx="90">
                  <c:v>45108</c:v>
                </c:pt>
                <c:pt idx="91">
                  <c:v>45139</c:v>
                </c:pt>
                <c:pt idx="92">
                  <c:v>45170</c:v>
                </c:pt>
                <c:pt idx="93">
                  <c:v>45200</c:v>
                </c:pt>
                <c:pt idx="94">
                  <c:v>45231</c:v>
                </c:pt>
                <c:pt idx="95">
                  <c:v>45261</c:v>
                </c:pt>
                <c:pt idx="96">
                  <c:v>45292</c:v>
                </c:pt>
                <c:pt idx="97">
                  <c:v>45323</c:v>
                </c:pt>
                <c:pt idx="98">
                  <c:v>45352</c:v>
                </c:pt>
                <c:pt idx="99">
                  <c:v>45383</c:v>
                </c:pt>
                <c:pt idx="100">
                  <c:v>45413</c:v>
                </c:pt>
                <c:pt idx="101">
                  <c:v>45444</c:v>
                </c:pt>
                <c:pt idx="102">
                  <c:v>45474</c:v>
                </c:pt>
                <c:pt idx="103">
                  <c:v>45505</c:v>
                </c:pt>
                <c:pt idx="104">
                  <c:v>45536</c:v>
                </c:pt>
                <c:pt idx="105">
                  <c:v>45566</c:v>
                </c:pt>
                <c:pt idx="106">
                  <c:v>45597</c:v>
                </c:pt>
                <c:pt idx="107">
                  <c:v>45627</c:v>
                </c:pt>
                <c:pt idx="108">
                  <c:v>45658</c:v>
                </c:pt>
                <c:pt idx="109">
                  <c:v>45689</c:v>
                </c:pt>
                <c:pt idx="110">
                  <c:v>45717</c:v>
                </c:pt>
                <c:pt idx="111">
                  <c:v>45748</c:v>
                </c:pt>
                <c:pt idx="112">
                  <c:v>45778</c:v>
                </c:pt>
                <c:pt idx="113">
                  <c:v>45809</c:v>
                </c:pt>
                <c:pt idx="114">
                  <c:v>45839</c:v>
                </c:pt>
                <c:pt idx="115">
                  <c:v>45870</c:v>
                </c:pt>
                <c:pt idx="116">
                  <c:v>45901</c:v>
                </c:pt>
                <c:pt idx="117">
                  <c:v>45931</c:v>
                </c:pt>
                <c:pt idx="118">
                  <c:v>45962</c:v>
                </c:pt>
                <c:pt idx="119">
                  <c:v>45992</c:v>
                </c:pt>
                <c:pt idx="120">
                  <c:v>46023</c:v>
                </c:pt>
                <c:pt idx="121">
                  <c:v>46054</c:v>
                </c:pt>
                <c:pt idx="122">
                  <c:v>46082</c:v>
                </c:pt>
                <c:pt idx="123">
                  <c:v>46113</c:v>
                </c:pt>
                <c:pt idx="124">
                  <c:v>46143</c:v>
                </c:pt>
                <c:pt idx="125">
                  <c:v>46174</c:v>
                </c:pt>
                <c:pt idx="126">
                  <c:v>46204</c:v>
                </c:pt>
                <c:pt idx="127">
                  <c:v>46235</c:v>
                </c:pt>
              </c:numCache>
            </c:numRef>
          </c:cat>
          <c:val>
            <c:numRef>
              <c:f>'nme_R031.1319281.20260907041811'!$B$4:$B$131</c:f>
              <c:numCache>
                <c:formatCode>General</c:formatCode>
                <c:ptCount val="128"/>
                <c:pt idx="0">
                  <c:v>2917384</c:v>
                </c:pt>
                <c:pt idx="1">
                  <c:v>2987494</c:v>
                </c:pt>
                <c:pt idx="2">
                  <c:v>3018986</c:v>
                </c:pt>
                <c:pt idx="3">
                  <c:v>3118227</c:v>
                </c:pt>
                <c:pt idx="4">
                  <c:v>3194696</c:v>
                </c:pt>
                <c:pt idx="5">
                  <c:v>3235673</c:v>
                </c:pt>
                <c:pt idx="6">
                  <c:v>3320639</c:v>
                </c:pt>
                <c:pt idx="7">
                  <c:v>3395499</c:v>
                </c:pt>
                <c:pt idx="8">
                  <c:v>3408734</c:v>
                </c:pt>
                <c:pt idx="9">
                  <c:v>3484117</c:v>
                </c:pt>
                <c:pt idx="10">
                  <c:v>3574709</c:v>
                </c:pt>
                <c:pt idx="11">
                  <c:v>3606599</c:v>
                </c:pt>
                <c:pt idx="12">
                  <c:v>3682939</c:v>
                </c:pt>
                <c:pt idx="13">
                  <c:v>3764226</c:v>
                </c:pt>
                <c:pt idx="14">
                  <c:v>3771441</c:v>
                </c:pt>
                <c:pt idx="15">
                  <c:v>3853644</c:v>
                </c:pt>
                <c:pt idx="16">
                  <c:v>3901912</c:v>
                </c:pt>
                <c:pt idx="17">
                  <c:v>3924470</c:v>
                </c:pt>
                <c:pt idx="18">
                  <c:v>3976666</c:v>
                </c:pt>
                <c:pt idx="19">
                  <c:v>4049445</c:v>
                </c:pt>
                <c:pt idx="20">
                  <c:v>4042390</c:v>
                </c:pt>
                <c:pt idx="21">
                  <c:v>4115442</c:v>
                </c:pt>
                <c:pt idx="22">
                  <c:v>4185518</c:v>
                </c:pt>
                <c:pt idx="23">
                  <c:v>4185168</c:v>
                </c:pt>
                <c:pt idx="24">
                  <c:v>4237132</c:v>
                </c:pt>
                <c:pt idx="25">
                  <c:v>4299640</c:v>
                </c:pt>
                <c:pt idx="26">
                  <c:v>4265674</c:v>
                </c:pt>
                <c:pt idx="27">
                  <c:v>4337574</c:v>
                </c:pt>
                <c:pt idx="28">
                  <c:v>4398965</c:v>
                </c:pt>
                <c:pt idx="29">
                  <c:v>4353654</c:v>
                </c:pt>
                <c:pt idx="30">
                  <c:v>4441724</c:v>
                </c:pt>
                <c:pt idx="31">
                  <c:v>4500212</c:v>
                </c:pt>
                <c:pt idx="32">
                  <c:v>4473603</c:v>
                </c:pt>
                <c:pt idx="33">
                  <c:v>4542875</c:v>
                </c:pt>
                <c:pt idx="34">
                  <c:v>4585418</c:v>
                </c:pt>
                <c:pt idx="35">
                  <c:v>4561130</c:v>
                </c:pt>
                <c:pt idx="36">
                  <c:v>4606609</c:v>
                </c:pt>
                <c:pt idx="37">
                  <c:v>4658205</c:v>
                </c:pt>
                <c:pt idx="38">
                  <c:v>4595862</c:v>
                </c:pt>
                <c:pt idx="39">
                  <c:v>4647069</c:v>
                </c:pt>
                <c:pt idx="40">
                  <c:v>4689352</c:v>
                </c:pt>
                <c:pt idx="41">
                  <c:v>4659493</c:v>
                </c:pt>
                <c:pt idx="42">
                  <c:v>4694367</c:v>
                </c:pt>
                <c:pt idx="43">
                  <c:v>4740187</c:v>
                </c:pt>
                <c:pt idx="44">
                  <c:v>4693821</c:v>
                </c:pt>
                <c:pt idx="45">
                  <c:v>4746987</c:v>
                </c:pt>
                <c:pt idx="46">
                  <c:v>4785169</c:v>
                </c:pt>
                <c:pt idx="47">
                  <c:v>4719438</c:v>
                </c:pt>
                <c:pt idx="48">
                  <c:v>4753520</c:v>
                </c:pt>
                <c:pt idx="49">
                  <c:v>4797640</c:v>
                </c:pt>
                <c:pt idx="50">
                  <c:v>4735413</c:v>
                </c:pt>
                <c:pt idx="51">
                  <c:v>4789600</c:v>
                </c:pt>
                <c:pt idx="52">
                  <c:v>4828271</c:v>
                </c:pt>
                <c:pt idx="53">
                  <c:v>4788539</c:v>
                </c:pt>
                <c:pt idx="54">
                  <c:v>4844736</c:v>
                </c:pt>
                <c:pt idx="55">
                  <c:v>4902831</c:v>
                </c:pt>
                <c:pt idx="56">
                  <c:v>4853803</c:v>
                </c:pt>
                <c:pt idx="57">
                  <c:v>4913666</c:v>
                </c:pt>
                <c:pt idx="58">
                  <c:v>4976642</c:v>
                </c:pt>
                <c:pt idx="59">
                  <c:v>4943141</c:v>
                </c:pt>
                <c:pt idx="60">
                  <c:v>4990495</c:v>
                </c:pt>
                <c:pt idx="61">
                  <c:v>5047842</c:v>
                </c:pt>
                <c:pt idx="62">
                  <c:v>4957770</c:v>
                </c:pt>
                <c:pt idx="63">
                  <c:v>5007069</c:v>
                </c:pt>
                <c:pt idx="64">
                  <c:v>5051193</c:v>
                </c:pt>
                <c:pt idx="65">
                  <c:v>4992995</c:v>
                </c:pt>
                <c:pt idx="66">
                  <c:v>5039561</c:v>
                </c:pt>
                <c:pt idx="67">
                  <c:v>5087869</c:v>
                </c:pt>
                <c:pt idx="68">
                  <c:v>5035029</c:v>
                </c:pt>
                <c:pt idx="69">
                  <c:v>5092311</c:v>
                </c:pt>
                <c:pt idx="70">
                  <c:v>5139907</c:v>
                </c:pt>
                <c:pt idx="71">
                  <c:v>5078295</c:v>
                </c:pt>
                <c:pt idx="72">
                  <c:v>5121385</c:v>
                </c:pt>
                <c:pt idx="73">
                  <c:v>5162635</c:v>
                </c:pt>
                <c:pt idx="74">
                  <c:v>5112312</c:v>
                </c:pt>
                <c:pt idx="75">
                  <c:v>5183446</c:v>
                </c:pt>
                <c:pt idx="76">
                  <c:v>5240103</c:v>
                </c:pt>
                <c:pt idx="77">
                  <c:v>5282266</c:v>
                </c:pt>
                <c:pt idx="78">
                  <c:v>5318220</c:v>
                </c:pt>
                <c:pt idx="79">
                  <c:v>5365957</c:v>
                </c:pt>
                <c:pt idx="80">
                  <c:v>5364901</c:v>
                </c:pt>
                <c:pt idx="81">
                  <c:v>5478132</c:v>
                </c:pt>
                <c:pt idx="82">
                  <c:v>5524425</c:v>
                </c:pt>
                <c:pt idx="83">
                  <c:v>5564323</c:v>
                </c:pt>
                <c:pt idx="84">
                  <c:v>5766983</c:v>
                </c:pt>
                <c:pt idx="85">
                  <c:v>5824634</c:v>
                </c:pt>
                <c:pt idx="86">
                  <c:v>5762197</c:v>
                </c:pt>
                <c:pt idx="87">
                  <c:v>5814741</c:v>
                </c:pt>
                <c:pt idx="88">
                  <c:v>5876720</c:v>
                </c:pt>
                <c:pt idx="89">
                  <c:v>5797936</c:v>
                </c:pt>
                <c:pt idx="90">
                  <c:v>5870604</c:v>
                </c:pt>
                <c:pt idx="91">
                  <c:v>5936733</c:v>
                </c:pt>
                <c:pt idx="92">
                  <c:v>5846107</c:v>
                </c:pt>
                <c:pt idx="93">
                  <c:v>5922762</c:v>
                </c:pt>
                <c:pt idx="94">
                  <c:v>5975472</c:v>
                </c:pt>
                <c:pt idx="95">
                  <c:v>5884102</c:v>
                </c:pt>
                <c:pt idx="96">
                  <c:v>5929817</c:v>
                </c:pt>
                <c:pt idx="97">
                  <c:v>5967163</c:v>
                </c:pt>
                <c:pt idx="98">
                  <c:v>5856168</c:v>
                </c:pt>
                <c:pt idx="99">
                  <c:v>5897420</c:v>
                </c:pt>
                <c:pt idx="100">
                  <c:v>5928145</c:v>
                </c:pt>
                <c:pt idx="101">
                  <c:v>5848043</c:v>
                </c:pt>
                <c:pt idx="102">
                  <c:v>5898362</c:v>
                </c:pt>
                <c:pt idx="103">
                  <c:v>5934871</c:v>
                </c:pt>
                <c:pt idx="104">
                  <c:v>5829910</c:v>
                </c:pt>
                <c:pt idx="105">
                  <c:v>5869342</c:v>
                </c:pt>
                <c:pt idx="106">
                  <c:v>5902405</c:v>
                </c:pt>
                <c:pt idx="107">
                  <c:v>5804076</c:v>
                </c:pt>
                <c:pt idx="108">
                  <c:v>5838453</c:v>
                </c:pt>
                <c:pt idx="109">
                  <c:v>5868077</c:v>
                </c:pt>
                <c:pt idx="110">
                  <c:v>5742275</c:v>
                </c:pt>
                <c:pt idx="111">
                  <c:v>5765766</c:v>
                </c:pt>
                <c:pt idx="112">
                  <c:v>5790298</c:v>
                </c:pt>
                <c:pt idx="113">
                  <c:v>5658083</c:v>
                </c:pt>
                <c:pt idx="114">
                  <c:v>5671953</c:v>
                </c:pt>
                <c:pt idx="115">
                  <c:v>5699454</c:v>
                </c:pt>
                <c:pt idx="116">
                  <c:v>5550509</c:v>
                </c:pt>
                <c:pt idx="117">
                  <c:v>5564553</c:v>
                </c:pt>
                <c:pt idx="118">
                  <c:v>5580905</c:v>
                </c:pt>
                <c:pt idx="119">
                  <c:v>5443951</c:v>
                </c:pt>
                <c:pt idx="120">
                  <c:v>5455827</c:v>
                </c:pt>
                <c:pt idx="121">
                  <c:v>5466799</c:v>
                </c:pt>
                <c:pt idx="122">
                  <c:v>5308695</c:v>
                </c:pt>
                <c:pt idx="123">
                  <c:v>5319488</c:v>
                </c:pt>
                <c:pt idx="124">
                  <c:v>5331355</c:v>
                </c:pt>
                <c:pt idx="125">
                  <c:v>5183423</c:v>
                </c:pt>
                <c:pt idx="126">
                  <c:v>5193818</c:v>
                </c:pt>
                <c:pt idx="127">
                  <c:v>5199276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00-4B09-A6E6-389AC96F379A}"/>
            </c:ext>
          </c:extLst>
        </c:ser>
        <c:ser>
          <c:idx val="1"/>
          <c:order val="1"/>
          <c:tx>
            <c:strRef>
              <c:f>'nme_R031.1319281.20260907041811'!$C$3</c:f>
              <c:strCache>
                <c:ptCount val="1"/>
                <c:pt idx="0">
                  <c:v>Loans by Funds Supplying Operations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'nme_R031.1319281.20260907041811'!$A$4:$A$131</c:f>
              <c:numCache>
                <c:formatCode>[$-409]mmm\-yy;@</c:formatCode>
                <c:ptCount val="128"/>
                <c:pt idx="0">
                  <c:v>42370</c:v>
                </c:pt>
                <c:pt idx="1">
                  <c:v>42401</c:v>
                </c:pt>
                <c:pt idx="2">
                  <c:v>42430</c:v>
                </c:pt>
                <c:pt idx="3">
                  <c:v>42461</c:v>
                </c:pt>
                <c:pt idx="4">
                  <c:v>42491</c:v>
                </c:pt>
                <c:pt idx="5">
                  <c:v>42522</c:v>
                </c:pt>
                <c:pt idx="6">
                  <c:v>42552</c:v>
                </c:pt>
                <c:pt idx="7">
                  <c:v>42583</c:v>
                </c:pt>
                <c:pt idx="8">
                  <c:v>42614</c:v>
                </c:pt>
                <c:pt idx="9">
                  <c:v>42644</c:v>
                </c:pt>
                <c:pt idx="10">
                  <c:v>42675</c:v>
                </c:pt>
                <c:pt idx="11">
                  <c:v>42705</c:v>
                </c:pt>
                <c:pt idx="12">
                  <c:v>42736</c:v>
                </c:pt>
                <c:pt idx="13">
                  <c:v>42767</c:v>
                </c:pt>
                <c:pt idx="14">
                  <c:v>42795</c:v>
                </c:pt>
                <c:pt idx="15">
                  <c:v>42826</c:v>
                </c:pt>
                <c:pt idx="16">
                  <c:v>42856</c:v>
                </c:pt>
                <c:pt idx="17">
                  <c:v>42887</c:v>
                </c:pt>
                <c:pt idx="18">
                  <c:v>42917</c:v>
                </c:pt>
                <c:pt idx="19">
                  <c:v>42948</c:v>
                </c:pt>
                <c:pt idx="20">
                  <c:v>42979</c:v>
                </c:pt>
                <c:pt idx="21">
                  <c:v>43009</c:v>
                </c:pt>
                <c:pt idx="22">
                  <c:v>43040</c:v>
                </c:pt>
                <c:pt idx="23">
                  <c:v>43070</c:v>
                </c:pt>
                <c:pt idx="24">
                  <c:v>43101</c:v>
                </c:pt>
                <c:pt idx="25">
                  <c:v>43132</c:v>
                </c:pt>
                <c:pt idx="26">
                  <c:v>43160</c:v>
                </c:pt>
                <c:pt idx="27">
                  <c:v>43191</c:v>
                </c:pt>
                <c:pt idx="28">
                  <c:v>43221</c:v>
                </c:pt>
                <c:pt idx="29">
                  <c:v>43252</c:v>
                </c:pt>
                <c:pt idx="30">
                  <c:v>43282</c:v>
                </c:pt>
                <c:pt idx="31">
                  <c:v>43313</c:v>
                </c:pt>
                <c:pt idx="32">
                  <c:v>43344</c:v>
                </c:pt>
                <c:pt idx="33">
                  <c:v>43374</c:v>
                </c:pt>
                <c:pt idx="34">
                  <c:v>43405</c:v>
                </c:pt>
                <c:pt idx="35">
                  <c:v>43435</c:v>
                </c:pt>
                <c:pt idx="36">
                  <c:v>43466</c:v>
                </c:pt>
                <c:pt idx="37">
                  <c:v>43497</c:v>
                </c:pt>
                <c:pt idx="38">
                  <c:v>43525</c:v>
                </c:pt>
                <c:pt idx="39">
                  <c:v>43556</c:v>
                </c:pt>
                <c:pt idx="40">
                  <c:v>43586</c:v>
                </c:pt>
                <c:pt idx="41">
                  <c:v>43617</c:v>
                </c:pt>
                <c:pt idx="42">
                  <c:v>43647</c:v>
                </c:pt>
                <c:pt idx="43">
                  <c:v>43678</c:v>
                </c:pt>
                <c:pt idx="44">
                  <c:v>43709</c:v>
                </c:pt>
                <c:pt idx="45">
                  <c:v>43739</c:v>
                </c:pt>
                <c:pt idx="46">
                  <c:v>43770</c:v>
                </c:pt>
                <c:pt idx="47">
                  <c:v>43800</c:v>
                </c:pt>
                <c:pt idx="48">
                  <c:v>43831</c:v>
                </c:pt>
                <c:pt idx="49">
                  <c:v>43862</c:v>
                </c:pt>
                <c:pt idx="50">
                  <c:v>43891</c:v>
                </c:pt>
                <c:pt idx="51">
                  <c:v>43922</c:v>
                </c:pt>
                <c:pt idx="52">
                  <c:v>43952</c:v>
                </c:pt>
                <c:pt idx="53">
                  <c:v>43983</c:v>
                </c:pt>
                <c:pt idx="54">
                  <c:v>44013</c:v>
                </c:pt>
                <c:pt idx="55">
                  <c:v>44044</c:v>
                </c:pt>
                <c:pt idx="56">
                  <c:v>44075</c:v>
                </c:pt>
                <c:pt idx="57">
                  <c:v>44105</c:v>
                </c:pt>
                <c:pt idx="58">
                  <c:v>44136</c:v>
                </c:pt>
                <c:pt idx="59">
                  <c:v>44166</c:v>
                </c:pt>
                <c:pt idx="60">
                  <c:v>44197</c:v>
                </c:pt>
                <c:pt idx="61">
                  <c:v>44228</c:v>
                </c:pt>
                <c:pt idx="62">
                  <c:v>44256</c:v>
                </c:pt>
                <c:pt idx="63">
                  <c:v>44287</c:v>
                </c:pt>
                <c:pt idx="64">
                  <c:v>44317</c:v>
                </c:pt>
                <c:pt idx="65">
                  <c:v>44348</c:v>
                </c:pt>
                <c:pt idx="66">
                  <c:v>44378</c:v>
                </c:pt>
                <c:pt idx="67">
                  <c:v>44409</c:v>
                </c:pt>
                <c:pt idx="68">
                  <c:v>44440</c:v>
                </c:pt>
                <c:pt idx="69">
                  <c:v>44470</c:v>
                </c:pt>
                <c:pt idx="70">
                  <c:v>44501</c:v>
                </c:pt>
                <c:pt idx="71">
                  <c:v>44531</c:v>
                </c:pt>
                <c:pt idx="72">
                  <c:v>44562</c:v>
                </c:pt>
                <c:pt idx="73">
                  <c:v>44593</c:v>
                </c:pt>
                <c:pt idx="74">
                  <c:v>44621</c:v>
                </c:pt>
                <c:pt idx="75">
                  <c:v>44652</c:v>
                </c:pt>
                <c:pt idx="76">
                  <c:v>44682</c:v>
                </c:pt>
                <c:pt idx="77">
                  <c:v>44713</c:v>
                </c:pt>
                <c:pt idx="78">
                  <c:v>44743</c:v>
                </c:pt>
                <c:pt idx="79">
                  <c:v>44774</c:v>
                </c:pt>
                <c:pt idx="80">
                  <c:v>44805</c:v>
                </c:pt>
                <c:pt idx="81">
                  <c:v>44835</c:v>
                </c:pt>
                <c:pt idx="82">
                  <c:v>44866</c:v>
                </c:pt>
                <c:pt idx="83">
                  <c:v>44896</c:v>
                </c:pt>
                <c:pt idx="84">
                  <c:v>44927</c:v>
                </c:pt>
                <c:pt idx="85">
                  <c:v>44958</c:v>
                </c:pt>
                <c:pt idx="86">
                  <c:v>44986</c:v>
                </c:pt>
                <c:pt idx="87">
                  <c:v>45017</c:v>
                </c:pt>
                <c:pt idx="88">
                  <c:v>45047</c:v>
                </c:pt>
                <c:pt idx="89">
                  <c:v>45078</c:v>
                </c:pt>
                <c:pt idx="90">
                  <c:v>45108</c:v>
                </c:pt>
                <c:pt idx="91">
                  <c:v>45139</c:v>
                </c:pt>
                <c:pt idx="92">
                  <c:v>45170</c:v>
                </c:pt>
                <c:pt idx="93">
                  <c:v>45200</c:v>
                </c:pt>
                <c:pt idx="94">
                  <c:v>45231</c:v>
                </c:pt>
                <c:pt idx="95">
                  <c:v>45261</c:v>
                </c:pt>
                <c:pt idx="96">
                  <c:v>45292</c:v>
                </c:pt>
                <c:pt idx="97">
                  <c:v>45323</c:v>
                </c:pt>
                <c:pt idx="98">
                  <c:v>45352</c:v>
                </c:pt>
                <c:pt idx="99">
                  <c:v>45383</c:v>
                </c:pt>
                <c:pt idx="100">
                  <c:v>45413</c:v>
                </c:pt>
                <c:pt idx="101">
                  <c:v>45444</c:v>
                </c:pt>
                <c:pt idx="102">
                  <c:v>45474</c:v>
                </c:pt>
                <c:pt idx="103">
                  <c:v>45505</c:v>
                </c:pt>
                <c:pt idx="104">
                  <c:v>45536</c:v>
                </c:pt>
                <c:pt idx="105">
                  <c:v>45566</c:v>
                </c:pt>
                <c:pt idx="106">
                  <c:v>45597</c:v>
                </c:pt>
                <c:pt idx="107">
                  <c:v>45627</c:v>
                </c:pt>
                <c:pt idx="108">
                  <c:v>45658</c:v>
                </c:pt>
                <c:pt idx="109">
                  <c:v>45689</c:v>
                </c:pt>
                <c:pt idx="110">
                  <c:v>45717</c:v>
                </c:pt>
                <c:pt idx="111">
                  <c:v>45748</c:v>
                </c:pt>
                <c:pt idx="112">
                  <c:v>45778</c:v>
                </c:pt>
                <c:pt idx="113">
                  <c:v>45809</c:v>
                </c:pt>
                <c:pt idx="114">
                  <c:v>45839</c:v>
                </c:pt>
                <c:pt idx="115">
                  <c:v>45870</c:v>
                </c:pt>
                <c:pt idx="116">
                  <c:v>45901</c:v>
                </c:pt>
                <c:pt idx="117">
                  <c:v>45931</c:v>
                </c:pt>
                <c:pt idx="118">
                  <c:v>45962</c:v>
                </c:pt>
                <c:pt idx="119">
                  <c:v>45992</c:v>
                </c:pt>
                <c:pt idx="120">
                  <c:v>46023</c:v>
                </c:pt>
                <c:pt idx="121">
                  <c:v>46054</c:v>
                </c:pt>
                <c:pt idx="122">
                  <c:v>46082</c:v>
                </c:pt>
                <c:pt idx="123">
                  <c:v>46113</c:v>
                </c:pt>
                <c:pt idx="124">
                  <c:v>46143</c:v>
                </c:pt>
                <c:pt idx="125">
                  <c:v>46174</c:v>
                </c:pt>
                <c:pt idx="126">
                  <c:v>46204</c:v>
                </c:pt>
                <c:pt idx="127">
                  <c:v>46235</c:v>
                </c:pt>
              </c:numCache>
            </c:numRef>
          </c:cat>
          <c:val>
            <c:numRef>
              <c:f>'nme_R031.1319281.20260907041811'!$C$4:$C$131</c:f>
              <c:numCache>
                <c:formatCode>General</c:formatCode>
                <c:ptCount val="128"/>
                <c:pt idx="0">
                  <c:v>363638</c:v>
                </c:pt>
                <c:pt idx="1">
                  <c:v>359593</c:v>
                </c:pt>
                <c:pt idx="2">
                  <c:v>340453</c:v>
                </c:pt>
                <c:pt idx="3">
                  <c:v>328897</c:v>
                </c:pt>
                <c:pt idx="4">
                  <c:v>321073</c:v>
                </c:pt>
                <c:pt idx="5">
                  <c:v>328700</c:v>
                </c:pt>
                <c:pt idx="6">
                  <c:v>328019</c:v>
                </c:pt>
                <c:pt idx="7">
                  <c:v>323455</c:v>
                </c:pt>
                <c:pt idx="8">
                  <c:v>352429</c:v>
                </c:pt>
                <c:pt idx="9">
                  <c:v>350100</c:v>
                </c:pt>
                <c:pt idx="10">
                  <c:v>349952</c:v>
                </c:pt>
                <c:pt idx="11">
                  <c:v>397687</c:v>
                </c:pt>
                <c:pt idx="12">
                  <c:v>396627</c:v>
                </c:pt>
                <c:pt idx="13">
                  <c:v>396482</c:v>
                </c:pt>
                <c:pt idx="14">
                  <c:v>446645</c:v>
                </c:pt>
                <c:pt idx="15">
                  <c:v>443893</c:v>
                </c:pt>
                <c:pt idx="16">
                  <c:v>444223</c:v>
                </c:pt>
                <c:pt idx="17">
                  <c:v>452752</c:v>
                </c:pt>
                <c:pt idx="18">
                  <c:v>452443</c:v>
                </c:pt>
                <c:pt idx="19">
                  <c:v>453068</c:v>
                </c:pt>
                <c:pt idx="20">
                  <c:v>468793</c:v>
                </c:pt>
                <c:pt idx="21">
                  <c:v>464901</c:v>
                </c:pt>
                <c:pt idx="22">
                  <c:v>466508</c:v>
                </c:pt>
                <c:pt idx="23">
                  <c:v>485314</c:v>
                </c:pt>
                <c:pt idx="24">
                  <c:v>478553</c:v>
                </c:pt>
                <c:pt idx="25">
                  <c:v>479314</c:v>
                </c:pt>
                <c:pt idx="26">
                  <c:v>464119</c:v>
                </c:pt>
                <c:pt idx="27">
                  <c:v>464271</c:v>
                </c:pt>
                <c:pt idx="28">
                  <c:v>464633</c:v>
                </c:pt>
                <c:pt idx="29">
                  <c:v>465495</c:v>
                </c:pt>
                <c:pt idx="30">
                  <c:v>465520</c:v>
                </c:pt>
                <c:pt idx="31">
                  <c:v>465008</c:v>
                </c:pt>
                <c:pt idx="32">
                  <c:v>467625</c:v>
                </c:pt>
                <c:pt idx="33">
                  <c:v>467262</c:v>
                </c:pt>
                <c:pt idx="34">
                  <c:v>467721</c:v>
                </c:pt>
                <c:pt idx="35">
                  <c:v>461973</c:v>
                </c:pt>
                <c:pt idx="36">
                  <c:v>463283</c:v>
                </c:pt>
                <c:pt idx="37">
                  <c:v>460186</c:v>
                </c:pt>
                <c:pt idx="38">
                  <c:v>474361</c:v>
                </c:pt>
                <c:pt idx="39">
                  <c:v>473199</c:v>
                </c:pt>
                <c:pt idx="40">
                  <c:v>470963</c:v>
                </c:pt>
                <c:pt idx="41">
                  <c:v>470314</c:v>
                </c:pt>
                <c:pt idx="42">
                  <c:v>469127</c:v>
                </c:pt>
                <c:pt idx="43">
                  <c:v>469310</c:v>
                </c:pt>
                <c:pt idx="44">
                  <c:v>478006</c:v>
                </c:pt>
                <c:pt idx="45">
                  <c:v>480206</c:v>
                </c:pt>
                <c:pt idx="46">
                  <c:v>478906</c:v>
                </c:pt>
                <c:pt idx="47">
                  <c:v>486589</c:v>
                </c:pt>
                <c:pt idx="48">
                  <c:v>487590</c:v>
                </c:pt>
                <c:pt idx="49">
                  <c:v>487585</c:v>
                </c:pt>
                <c:pt idx="50">
                  <c:v>543286</c:v>
                </c:pt>
                <c:pt idx="51">
                  <c:v>550193</c:v>
                </c:pt>
                <c:pt idx="52">
                  <c:v>644974</c:v>
                </c:pt>
                <c:pt idx="53">
                  <c:v>718603</c:v>
                </c:pt>
                <c:pt idx="54">
                  <c:v>781709</c:v>
                </c:pt>
                <c:pt idx="55">
                  <c:v>861255</c:v>
                </c:pt>
                <c:pt idx="56">
                  <c:v>1048956</c:v>
                </c:pt>
                <c:pt idx="57">
                  <c:v>1075498</c:v>
                </c:pt>
                <c:pt idx="58">
                  <c:v>1111482</c:v>
                </c:pt>
                <c:pt idx="59">
                  <c:v>1116649</c:v>
                </c:pt>
                <c:pt idx="60">
                  <c:v>1165532</c:v>
                </c:pt>
                <c:pt idx="61">
                  <c:v>1161344</c:v>
                </c:pt>
                <c:pt idx="62">
                  <c:v>1258402</c:v>
                </c:pt>
                <c:pt idx="63">
                  <c:v>1276615</c:v>
                </c:pt>
                <c:pt idx="64">
                  <c:v>1294577</c:v>
                </c:pt>
                <c:pt idx="65">
                  <c:v>1300776</c:v>
                </c:pt>
                <c:pt idx="66">
                  <c:v>1315022</c:v>
                </c:pt>
                <c:pt idx="67">
                  <c:v>1331508</c:v>
                </c:pt>
                <c:pt idx="68">
                  <c:v>1384178</c:v>
                </c:pt>
                <c:pt idx="69">
                  <c:v>1393633</c:v>
                </c:pt>
                <c:pt idx="70">
                  <c:v>1407675</c:v>
                </c:pt>
                <c:pt idx="71">
                  <c:v>1448478</c:v>
                </c:pt>
                <c:pt idx="72">
                  <c:v>1437239</c:v>
                </c:pt>
                <c:pt idx="73">
                  <c:v>1446010</c:v>
                </c:pt>
                <c:pt idx="74">
                  <c:v>1515328</c:v>
                </c:pt>
                <c:pt idx="75">
                  <c:v>1458832</c:v>
                </c:pt>
                <c:pt idx="76">
                  <c:v>1393326</c:v>
                </c:pt>
                <c:pt idx="77">
                  <c:v>1312385</c:v>
                </c:pt>
                <c:pt idx="78">
                  <c:v>1208637</c:v>
                </c:pt>
                <c:pt idx="79">
                  <c:v>1024236</c:v>
                </c:pt>
                <c:pt idx="80">
                  <c:v>801415</c:v>
                </c:pt>
                <c:pt idx="81">
                  <c:v>800167</c:v>
                </c:pt>
                <c:pt idx="82">
                  <c:v>791023</c:v>
                </c:pt>
                <c:pt idx="83">
                  <c:v>806690</c:v>
                </c:pt>
                <c:pt idx="84">
                  <c:v>911248</c:v>
                </c:pt>
                <c:pt idx="85">
                  <c:v>919708</c:v>
                </c:pt>
                <c:pt idx="86">
                  <c:v>944397</c:v>
                </c:pt>
                <c:pt idx="87">
                  <c:v>944277</c:v>
                </c:pt>
                <c:pt idx="88">
                  <c:v>935027</c:v>
                </c:pt>
                <c:pt idx="89">
                  <c:v>912362</c:v>
                </c:pt>
                <c:pt idx="90">
                  <c:v>930856</c:v>
                </c:pt>
                <c:pt idx="91">
                  <c:v>930717</c:v>
                </c:pt>
                <c:pt idx="92">
                  <c:v>955308</c:v>
                </c:pt>
                <c:pt idx="93">
                  <c:v>973868</c:v>
                </c:pt>
                <c:pt idx="94">
                  <c:v>973167</c:v>
                </c:pt>
                <c:pt idx="95">
                  <c:v>998781</c:v>
                </c:pt>
                <c:pt idx="96">
                  <c:v>1013629</c:v>
                </c:pt>
                <c:pt idx="97">
                  <c:v>1011993</c:v>
                </c:pt>
                <c:pt idx="98">
                  <c:v>1079079</c:v>
                </c:pt>
                <c:pt idx="99">
                  <c:v>1062630</c:v>
                </c:pt>
                <c:pt idx="100">
                  <c:v>1062769</c:v>
                </c:pt>
                <c:pt idx="101">
                  <c:v>1069647</c:v>
                </c:pt>
                <c:pt idx="102">
                  <c:v>1107612</c:v>
                </c:pt>
                <c:pt idx="103">
                  <c:v>1107509</c:v>
                </c:pt>
                <c:pt idx="104">
                  <c:v>1099167</c:v>
                </c:pt>
                <c:pt idx="105">
                  <c:v>1099168</c:v>
                </c:pt>
                <c:pt idx="106">
                  <c:v>1099130</c:v>
                </c:pt>
                <c:pt idx="107">
                  <c:v>1085243</c:v>
                </c:pt>
                <c:pt idx="108">
                  <c:v>1016462</c:v>
                </c:pt>
                <c:pt idx="109">
                  <c:v>1016119</c:v>
                </c:pt>
                <c:pt idx="110">
                  <c:v>968126</c:v>
                </c:pt>
                <c:pt idx="111">
                  <c:v>968117</c:v>
                </c:pt>
                <c:pt idx="112">
                  <c:v>967938</c:v>
                </c:pt>
                <c:pt idx="113">
                  <c:v>945700</c:v>
                </c:pt>
                <c:pt idx="114">
                  <c:v>974933</c:v>
                </c:pt>
                <c:pt idx="115">
                  <c:v>974780</c:v>
                </c:pt>
                <c:pt idx="116">
                  <c:v>838089</c:v>
                </c:pt>
                <c:pt idx="117">
                  <c:v>838096</c:v>
                </c:pt>
                <c:pt idx="118">
                  <c:v>838035</c:v>
                </c:pt>
                <c:pt idx="119">
                  <c:v>795208</c:v>
                </c:pt>
                <c:pt idx="120">
                  <c:v>835058</c:v>
                </c:pt>
                <c:pt idx="121">
                  <c:v>835058</c:v>
                </c:pt>
                <c:pt idx="122">
                  <c:v>777209</c:v>
                </c:pt>
                <c:pt idx="123">
                  <c:v>777201</c:v>
                </c:pt>
                <c:pt idx="124">
                  <c:v>777206</c:v>
                </c:pt>
                <c:pt idx="125">
                  <c:v>680379</c:v>
                </c:pt>
                <c:pt idx="126">
                  <c:v>718588</c:v>
                </c:pt>
                <c:pt idx="127">
                  <c:v>718577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00-4B09-A6E6-389AC96F379A}"/>
            </c:ext>
          </c:extLst>
        </c:ser>
        <c:ser>
          <c:idx val="2"/>
          <c:order val="2"/>
          <c:tx>
            <c:strRef>
              <c:f>'nme_R031.1319281.20260907041811'!$D$3</c:f>
              <c:strCache>
                <c:ptCount val="1"/>
                <c:pt idx="0">
                  <c:v>ETFs/REITs</c:v>
                </c:pt>
              </c:strCache>
            </c:strRef>
          </c:tx>
          <c:spPr>
            <a:solidFill>
              <a:srgbClr val="A0834E"/>
            </a:solidFill>
            <a:ln>
              <a:noFill/>
            </a:ln>
            <a:effectLst/>
          </c:spPr>
          <c:cat>
            <c:numRef>
              <c:f>'nme_R031.1319281.20260907041811'!$A$4:$A$131</c:f>
              <c:numCache>
                <c:formatCode>[$-409]mmm\-yy;@</c:formatCode>
                <c:ptCount val="128"/>
                <c:pt idx="0">
                  <c:v>42370</c:v>
                </c:pt>
                <c:pt idx="1">
                  <c:v>42401</c:v>
                </c:pt>
                <c:pt idx="2">
                  <c:v>42430</c:v>
                </c:pt>
                <c:pt idx="3">
                  <c:v>42461</c:v>
                </c:pt>
                <c:pt idx="4">
                  <c:v>42491</c:v>
                </c:pt>
                <c:pt idx="5">
                  <c:v>42522</c:v>
                </c:pt>
                <c:pt idx="6">
                  <c:v>42552</c:v>
                </c:pt>
                <c:pt idx="7">
                  <c:v>42583</c:v>
                </c:pt>
                <c:pt idx="8">
                  <c:v>42614</c:v>
                </c:pt>
                <c:pt idx="9">
                  <c:v>42644</c:v>
                </c:pt>
                <c:pt idx="10">
                  <c:v>42675</c:v>
                </c:pt>
                <c:pt idx="11">
                  <c:v>42705</c:v>
                </c:pt>
                <c:pt idx="12">
                  <c:v>42736</c:v>
                </c:pt>
                <c:pt idx="13">
                  <c:v>42767</c:v>
                </c:pt>
                <c:pt idx="14">
                  <c:v>42795</c:v>
                </c:pt>
                <c:pt idx="15">
                  <c:v>42826</c:v>
                </c:pt>
                <c:pt idx="16">
                  <c:v>42856</c:v>
                </c:pt>
                <c:pt idx="17">
                  <c:v>42887</c:v>
                </c:pt>
                <c:pt idx="18">
                  <c:v>42917</c:v>
                </c:pt>
                <c:pt idx="19">
                  <c:v>42948</c:v>
                </c:pt>
                <c:pt idx="20">
                  <c:v>42979</c:v>
                </c:pt>
                <c:pt idx="21">
                  <c:v>43009</c:v>
                </c:pt>
                <c:pt idx="22">
                  <c:v>43040</c:v>
                </c:pt>
                <c:pt idx="23">
                  <c:v>43070</c:v>
                </c:pt>
                <c:pt idx="24">
                  <c:v>43101</c:v>
                </c:pt>
                <c:pt idx="25">
                  <c:v>43132</c:v>
                </c:pt>
                <c:pt idx="26">
                  <c:v>43160</c:v>
                </c:pt>
                <c:pt idx="27">
                  <c:v>43191</c:v>
                </c:pt>
                <c:pt idx="28">
                  <c:v>43221</c:v>
                </c:pt>
                <c:pt idx="29">
                  <c:v>43252</c:v>
                </c:pt>
                <c:pt idx="30">
                  <c:v>43282</c:v>
                </c:pt>
                <c:pt idx="31">
                  <c:v>43313</c:v>
                </c:pt>
                <c:pt idx="32">
                  <c:v>43344</c:v>
                </c:pt>
                <c:pt idx="33">
                  <c:v>43374</c:v>
                </c:pt>
                <c:pt idx="34">
                  <c:v>43405</c:v>
                </c:pt>
                <c:pt idx="35">
                  <c:v>43435</c:v>
                </c:pt>
                <c:pt idx="36">
                  <c:v>43466</c:v>
                </c:pt>
                <c:pt idx="37">
                  <c:v>43497</c:v>
                </c:pt>
                <c:pt idx="38">
                  <c:v>43525</c:v>
                </c:pt>
                <c:pt idx="39">
                  <c:v>43556</c:v>
                </c:pt>
                <c:pt idx="40">
                  <c:v>43586</c:v>
                </c:pt>
                <c:pt idx="41">
                  <c:v>43617</c:v>
                </c:pt>
                <c:pt idx="42">
                  <c:v>43647</c:v>
                </c:pt>
                <c:pt idx="43">
                  <c:v>43678</c:v>
                </c:pt>
                <c:pt idx="44">
                  <c:v>43709</c:v>
                </c:pt>
                <c:pt idx="45">
                  <c:v>43739</c:v>
                </c:pt>
                <c:pt idx="46">
                  <c:v>43770</c:v>
                </c:pt>
                <c:pt idx="47">
                  <c:v>43800</c:v>
                </c:pt>
                <c:pt idx="48">
                  <c:v>43831</c:v>
                </c:pt>
                <c:pt idx="49">
                  <c:v>43862</c:v>
                </c:pt>
                <c:pt idx="50">
                  <c:v>43891</c:v>
                </c:pt>
                <c:pt idx="51">
                  <c:v>43922</c:v>
                </c:pt>
                <c:pt idx="52">
                  <c:v>43952</c:v>
                </c:pt>
                <c:pt idx="53">
                  <c:v>43983</c:v>
                </c:pt>
                <c:pt idx="54">
                  <c:v>44013</c:v>
                </c:pt>
                <c:pt idx="55">
                  <c:v>44044</c:v>
                </c:pt>
                <c:pt idx="56">
                  <c:v>44075</c:v>
                </c:pt>
                <c:pt idx="57">
                  <c:v>44105</c:v>
                </c:pt>
                <c:pt idx="58">
                  <c:v>44136</c:v>
                </c:pt>
                <c:pt idx="59">
                  <c:v>44166</c:v>
                </c:pt>
                <c:pt idx="60">
                  <c:v>44197</c:v>
                </c:pt>
                <c:pt idx="61">
                  <c:v>44228</c:v>
                </c:pt>
                <c:pt idx="62">
                  <c:v>44256</c:v>
                </c:pt>
                <c:pt idx="63">
                  <c:v>44287</c:v>
                </c:pt>
                <c:pt idx="64">
                  <c:v>44317</c:v>
                </c:pt>
                <c:pt idx="65">
                  <c:v>44348</c:v>
                </c:pt>
                <c:pt idx="66">
                  <c:v>44378</c:v>
                </c:pt>
                <c:pt idx="67">
                  <c:v>44409</c:v>
                </c:pt>
                <c:pt idx="68">
                  <c:v>44440</c:v>
                </c:pt>
                <c:pt idx="69">
                  <c:v>44470</c:v>
                </c:pt>
                <c:pt idx="70">
                  <c:v>44501</c:v>
                </c:pt>
                <c:pt idx="71">
                  <c:v>44531</c:v>
                </c:pt>
                <c:pt idx="72">
                  <c:v>44562</c:v>
                </c:pt>
                <c:pt idx="73">
                  <c:v>44593</c:v>
                </c:pt>
                <c:pt idx="74">
                  <c:v>44621</c:v>
                </c:pt>
                <c:pt idx="75">
                  <c:v>44652</c:v>
                </c:pt>
                <c:pt idx="76">
                  <c:v>44682</c:v>
                </c:pt>
                <c:pt idx="77">
                  <c:v>44713</c:v>
                </c:pt>
                <c:pt idx="78">
                  <c:v>44743</c:v>
                </c:pt>
                <c:pt idx="79">
                  <c:v>44774</c:v>
                </c:pt>
                <c:pt idx="80">
                  <c:v>44805</c:v>
                </c:pt>
                <c:pt idx="81">
                  <c:v>44835</c:v>
                </c:pt>
                <c:pt idx="82">
                  <c:v>44866</c:v>
                </c:pt>
                <c:pt idx="83">
                  <c:v>44896</c:v>
                </c:pt>
                <c:pt idx="84">
                  <c:v>44927</c:v>
                </c:pt>
                <c:pt idx="85">
                  <c:v>44958</c:v>
                </c:pt>
                <c:pt idx="86">
                  <c:v>44986</c:v>
                </c:pt>
                <c:pt idx="87">
                  <c:v>45017</c:v>
                </c:pt>
                <c:pt idx="88">
                  <c:v>45047</c:v>
                </c:pt>
                <c:pt idx="89">
                  <c:v>45078</c:v>
                </c:pt>
                <c:pt idx="90">
                  <c:v>45108</c:v>
                </c:pt>
                <c:pt idx="91">
                  <c:v>45139</c:v>
                </c:pt>
                <c:pt idx="92">
                  <c:v>45170</c:v>
                </c:pt>
                <c:pt idx="93">
                  <c:v>45200</c:v>
                </c:pt>
                <c:pt idx="94">
                  <c:v>45231</c:v>
                </c:pt>
                <c:pt idx="95">
                  <c:v>45261</c:v>
                </c:pt>
                <c:pt idx="96">
                  <c:v>45292</c:v>
                </c:pt>
                <c:pt idx="97">
                  <c:v>45323</c:v>
                </c:pt>
                <c:pt idx="98">
                  <c:v>45352</c:v>
                </c:pt>
                <c:pt idx="99">
                  <c:v>45383</c:v>
                </c:pt>
                <c:pt idx="100">
                  <c:v>45413</c:v>
                </c:pt>
                <c:pt idx="101">
                  <c:v>45444</c:v>
                </c:pt>
                <c:pt idx="102">
                  <c:v>45474</c:v>
                </c:pt>
                <c:pt idx="103">
                  <c:v>45505</c:v>
                </c:pt>
                <c:pt idx="104">
                  <c:v>45536</c:v>
                </c:pt>
                <c:pt idx="105">
                  <c:v>45566</c:v>
                </c:pt>
                <c:pt idx="106">
                  <c:v>45597</c:v>
                </c:pt>
                <c:pt idx="107">
                  <c:v>45627</c:v>
                </c:pt>
                <c:pt idx="108">
                  <c:v>45658</c:v>
                </c:pt>
                <c:pt idx="109">
                  <c:v>45689</c:v>
                </c:pt>
                <c:pt idx="110">
                  <c:v>45717</c:v>
                </c:pt>
                <c:pt idx="111">
                  <c:v>45748</c:v>
                </c:pt>
                <c:pt idx="112">
                  <c:v>45778</c:v>
                </c:pt>
                <c:pt idx="113">
                  <c:v>45809</c:v>
                </c:pt>
                <c:pt idx="114">
                  <c:v>45839</c:v>
                </c:pt>
                <c:pt idx="115">
                  <c:v>45870</c:v>
                </c:pt>
                <c:pt idx="116">
                  <c:v>45901</c:v>
                </c:pt>
                <c:pt idx="117">
                  <c:v>45931</c:v>
                </c:pt>
                <c:pt idx="118">
                  <c:v>45962</c:v>
                </c:pt>
                <c:pt idx="119">
                  <c:v>45992</c:v>
                </c:pt>
                <c:pt idx="120">
                  <c:v>46023</c:v>
                </c:pt>
                <c:pt idx="121">
                  <c:v>46054</c:v>
                </c:pt>
                <c:pt idx="122">
                  <c:v>46082</c:v>
                </c:pt>
                <c:pt idx="123">
                  <c:v>46113</c:v>
                </c:pt>
                <c:pt idx="124">
                  <c:v>46143</c:v>
                </c:pt>
                <c:pt idx="125">
                  <c:v>46174</c:v>
                </c:pt>
                <c:pt idx="126">
                  <c:v>46204</c:v>
                </c:pt>
                <c:pt idx="127">
                  <c:v>46235</c:v>
                </c:pt>
              </c:numCache>
            </c:numRef>
          </c:cat>
          <c:val>
            <c:numRef>
              <c:f>'nme_R031.1319281.20260907041811'!$D$4:$D$131</c:f>
              <c:numCache>
                <c:formatCode>General</c:formatCode>
                <c:ptCount val="128"/>
                <c:pt idx="0">
                  <c:v>74623</c:v>
                </c:pt>
                <c:pt idx="1">
                  <c:v>77703</c:v>
                </c:pt>
                <c:pt idx="2">
                  <c:v>78612</c:v>
                </c:pt>
                <c:pt idx="3">
                  <c:v>80802</c:v>
                </c:pt>
                <c:pt idx="4">
                  <c:v>83566</c:v>
                </c:pt>
                <c:pt idx="5">
                  <c:v>87871</c:v>
                </c:pt>
                <c:pt idx="6">
                  <c:v>90481</c:v>
                </c:pt>
                <c:pt idx="7">
                  <c:v>94218</c:v>
                </c:pt>
                <c:pt idx="8">
                  <c:v>101090</c:v>
                </c:pt>
                <c:pt idx="9">
                  <c:v>105470</c:v>
                </c:pt>
                <c:pt idx="10">
                  <c:v>110296</c:v>
                </c:pt>
                <c:pt idx="11">
                  <c:v>115011</c:v>
                </c:pt>
                <c:pt idx="12">
                  <c:v>122067</c:v>
                </c:pt>
                <c:pt idx="13">
                  <c:v>126625</c:v>
                </c:pt>
                <c:pt idx="14">
                  <c:v>133175</c:v>
                </c:pt>
                <c:pt idx="15">
                  <c:v>140709</c:v>
                </c:pt>
                <c:pt idx="16">
                  <c:v>143543</c:v>
                </c:pt>
                <c:pt idx="17">
                  <c:v>147737</c:v>
                </c:pt>
                <c:pt idx="18">
                  <c:v>151114</c:v>
                </c:pt>
                <c:pt idx="19">
                  <c:v>158889</c:v>
                </c:pt>
                <c:pt idx="20">
                  <c:v>162769</c:v>
                </c:pt>
                <c:pt idx="21">
                  <c:v>165329</c:v>
                </c:pt>
                <c:pt idx="22">
                  <c:v>170629</c:v>
                </c:pt>
                <c:pt idx="23">
                  <c:v>176828</c:v>
                </c:pt>
                <c:pt idx="24">
                  <c:v>181605</c:v>
                </c:pt>
                <c:pt idx="25">
                  <c:v>187343</c:v>
                </c:pt>
                <c:pt idx="26">
                  <c:v>194109</c:v>
                </c:pt>
                <c:pt idx="27">
                  <c:v>199700</c:v>
                </c:pt>
                <c:pt idx="28">
                  <c:v>202456</c:v>
                </c:pt>
                <c:pt idx="29">
                  <c:v>209672</c:v>
                </c:pt>
                <c:pt idx="30">
                  <c:v>215547</c:v>
                </c:pt>
                <c:pt idx="31">
                  <c:v>217955</c:v>
                </c:pt>
                <c:pt idx="32">
                  <c:v>221493</c:v>
                </c:pt>
                <c:pt idx="33">
                  <c:v>227746</c:v>
                </c:pt>
                <c:pt idx="34">
                  <c:v>233918</c:v>
                </c:pt>
                <c:pt idx="35">
                  <c:v>240526</c:v>
                </c:pt>
                <c:pt idx="36">
                  <c:v>246299</c:v>
                </c:pt>
                <c:pt idx="37">
                  <c:v>249813</c:v>
                </c:pt>
                <c:pt idx="38">
                  <c:v>253026</c:v>
                </c:pt>
                <c:pt idx="39">
                  <c:v>257465</c:v>
                </c:pt>
                <c:pt idx="40">
                  <c:v>261265</c:v>
                </c:pt>
                <c:pt idx="41">
                  <c:v>267625</c:v>
                </c:pt>
                <c:pt idx="42">
                  <c:v>271552</c:v>
                </c:pt>
                <c:pt idx="43">
                  <c:v>276980</c:v>
                </c:pt>
                <c:pt idx="44">
                  <c:v>280049</c:v>
                </c:pt>
                <c:pt idx="45">
                  <c:v>284487</c:v>
                </c:pt>
                <c:pt idx="46">
                  <c:v>284813</c:v>
                </c:pt>
                <c:pt idx="47">
                  <c:v>288036</c:v>
                </c:pt>
                <c:pt idx="48">
                  <c:v>290665</c:v>
                </c:pt>
                <c:pt idx="49">
                  <c:v>294292</c:v>
                </c:pt>
                <c:pt idx="50">
                  <c:v>302942</c:v>
                </c:pt>
                <c:pt idx="51">
                  <c:v>318037</c:v>
                </c:pt>
                <c:pt idx="52">
                  <c:v>328543</c:v>
                </c:pt>
                <c:pt idx="53">
                  <c:v>333735</c:v>
                </c:pt>
                <c:pt idx="54">
                  <c:v>341430</c:v>
                </c:pt>
                <c:pt idx="55">
                  <c:v>346227</c:v>
                </c:pt>
                <c:pt idx="56">
                  <c:v>348281</c:v>
                </c:pt>
                <c:pt idx="57">
                  <c:v>354093</c:v>
                </c:pt>
                <c:pt idx="58">
                  <c:v>357858</c:v>
                </c:pt>
                <c:pt idx="59">
                  <c:v>359510</c:v>
                </c:pt>
                <c:pt idx="60">
                  <c:v>362257</c:v>
                </c:pt>
                <c:pt idx="61">
                  <c:v>363610</c:v>
                </c:pt>
                <c:pt idx="62">
                  <c:v>365464</c:v>
                </c:pt>
                <c:pt idx="63">
                  <c:v>367223</c:v>
                </c:pt>
                <c:pt idx="64">
                  <c:v>367921</c:v>
                </c:pt>
                <c:pt idx="65">
                  <c:v>367921</c:v>
                </c:pt>
                <c:pt idx="66">
                  <c:v>368621</c:v>
                </c:pt>
                <c:pt idx="67">
                  <c:v>368598</c:v>
                </c:pt>
                <c:pt idx="68">
                  <c:v>368692</c:v>
                </c:pt>
                <c:pt idx="69">
                  <c:v>370000</c:v>
                </c:pt>
                <c:pt idx="70">
                  <c:v>369996</c:v>
                </c:pt>
                <c:pt idx="71">
                  <c:v>369996</c:v>
                </c:pt>
                <c:pt idx="72">
                  <c:v>370588</c:v>
                </c:pt>
                <c:pt idx="73">
                  <c:v>372038</c:v>
                </c:pt>
                <c:pt idx="74">
                  <c:v>372318</c:v>
                </c:pt>
                <c:pt idx="75">
                  <c:v>373279</c:v>
                </c:pt>
                <c:pt idx="76">
                  <c:v>373519</c:v>
                </c:pt>
                <c:pt idx="77">
                  <c:v>374687</c:v>
                </c:pt>
                <c:pt idx="78">
                  <c:v>375633</c:v>
                </c:pt>
                <c:pt idx="79">
                  <c:v>375631</c:v>
                </c:pt>
                <c:pt idx="80">
                  <c:v>375726</c:v>
                </c:pt>
                <c:pt idx="81">
                  <c:v>375631</c:v>
                </c:pt>
                <c:pt idx="82">
                  <c:v>375628</c:v>
                </c:pt>
                <c:pt idx="83">
                  <c:v>376329</c:v>
                </c:pt>
                <c:pt idx="84">
                  <c:v>376329</c:v>
                </c:pt>
                <c:pt idx="85">
                  <c:v>376327</c:v>
                </c:pt>
                <c:pt idx="86">
                  <c:v>377124</c:v>
                </c:pt>
                <c:pt idx="87">
                  <c:v>377729</c:v>
                </c:pt>
                <c:pt idx="88">
                  <c:v>377727</c:v>
                </c:pt>
                <c:pt idx="89">
                  <c:v>377727</c:v>
                </c:pt>
                <c:pt idx="90">
                  <c:v>377727</c:v>
                </c:pt>
                <c:pt idx="91">
                  <c:v>377725</c:v>
                </c:pt>
                <c:pt idx="92">
                  <c:v>377822</c:v>
                </c:pt>
                <c:pt idx="93">
                  <c:v>378426</c:v>
                </c:pt>
                <c:pt idx="94">
                  <c:v>378424</c:v>
                </c:pt>
                <c:pt idx="95">
                  <c:v>378424</c:v>
                </c:pt>
                <c:pt idx="96">
                  <c:v>378424</c:v>
                </c:pt>
                <c:pt idx="97">
                  <c:v>378422</c:v>
                </c:pt>
                <c:pt idx="98">
                  <c:v>378520</c:v>
                </c:pt>
                <c:pt idx="99">
                  <c:v>378422</c:v>
                </c:pt>
                <c:pt idx="100">
                  <c:v>378420</c:v>
                </c:pt>
                <c:pt idx="101">
                  <c:v>378420</c:v>
                </c:pt>
                <c:pt idx="102">
                  <c:v>378420</c:v>
                </c:pt>
                <c:pt idx="103">
                  <c:v>378418</c:v>
                </c:pt>
                <c:pt idx="104">
                  <c:v>378435</c:v>
                </c:pt>
                <c:pt idx="105">
                  <c:v>378418</c:v>
                </c:pt>
                <c:pt idx="106">
                  <c:v>378417</c:v>
                </c:pt>
                <c:pt idx="107">
                  <c:v>378417</c:v>
                </c:pt>
                <c:pt idx="108">
                  <c:v>378417</c:v>
                </c:pt>
                <c:pt idx="109">
                  <c:v>378415</c:v>
                </c:pt>
                <c:pt idx="110">
                  <c:v>378518</c:v>
                </c:pt>
                <c:pt idx="111">
                  <c:v>378414</c:v>
                </c:pt>
                <c:pt idx="112">
                  <c:v>378413</c:v>
                </c:pt>
                <c:pt idx="113">
                  <c:v>378413</c:v>
                </c:pt>
                <c:pt idx="114">
                  <c:v>378413</c:v>
                </c:pt>
                <c:pt idx="115">
                  <c:v>378411</c:v>
                </c:pt>
                <c:pt idx="116">
                  <c:v>378519</c:v>
                </c:pt>
                <c:pt idx="117">
                  <c:v>378411</c:v>
                </c:pt>
                <c:pt idx="118">
                  <c:v>378409</c:v>
                </c:pt>
                <c:pt idx="119">
                  <c:v>378409</c:v>
                </c:pt>
                <c:pt idx="120">
                  <c:v>378355</c:v>
                </c:pt>
                <c:pt idx="121">
                  <c:v>378095</c:v>
                </c:pt>
                <c:pt idx="122">
                  <c:v>377863</c:v>
                </c:pt>
                <c:pt idx="123">
                  <c:v>377467</c:v>
                </c:pt>
                <c:pt idx="124">
                  <c:v>377226</c:v>
                </c:pt>
                <c:pt idx="125">
                  <c:v>376924</c:v>
                </c:pt>
                <c:pt idx="126">
                  <c:v>376614</c:v>
                </c:pt>
                <c:pt idx="127">
                  <c:v>376345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00-4B09-A6E6-389AC96F379A}"/>
            </c:ext>
          </c:extLst>
        </c:ser>
        <c:ser>
          <c:idx val="3"/>
          <c:order val="3"/>
          <c:tx>
            <c:strRef>
              <c:f>'nme_R031.1319281.20260907041811'!$E$3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7C653C"/>
            </a:solidFill>
            <a:ln>
              <a:noFill/>
            </a:ln>
            <a:effectLst/>
          </c:spPr>
          <c:cat>
            <c:numRef>
              <c:f>'nme_R031.1319281.20260907041811'!$A$4:$A$131</c:f>
              <c:numCache>
                <c:formatCode>[$-409]mmm\-yy;@</c:formatCode>
                <c:ptCount val="128"/>
                <c:pt idx="0">
                  <c:v>42370</c:v>
                </c:pt>
                <c:pt idx="1">
                  <c:v>42401</c:v>
                </c:pt>
                <c:pt idx="2">
                  <c:v>42430</c:v>
                </c:pt>
                <c:pt idx="3">
                  <c:v>42461</c:v>
                </c:pt>
                <c:pt idx="4">
                  <c:v>42491</c:v>
                </c:pt>
                <c:pt idx="5">
                  <c:v>42522</c:v>
                </c:pt>
                <c:pt idx="6">
                  <c:v>42552</c:v>
                </c:pt>
                <c:pt idx="7">
                  <c:v>42583</c:v>
                </c:pt>
                <c:pt idx="8">
                  <c:v>42614</c:v>
                </c:pt>
                <c:pt idx="9">
                  <c:v>42644</c:v>
                </c:pt>
                <c:pt idx="10">
                  <c:v>42675</c:v>
                </c:pt>
                <c:pt idx="11">
                  <c:v>42705</c:v>
                </c:pt>
                <c:pt idx="12">
                  <c:v>42736</c:v>
                </c:pt>
                <c:pt idx="13">
                  <c:v>42767</c:v>
                </c:pt>
                <c:pt idx="14">
                  <c:v>42795</c:v>
                </c:pt>
                <c:pt idx="15">
                  <c:v>42826</c:v>
                </c:pt>
                <c:pt idx="16">
                  <c:v>42856</c:v>
                </c:pt>
                <c:pt idx="17">
                  <c:v>42887</c:v>
                </c:pt>
                <c:pt idx="18">
                  <c:v>42917</c:v>
                </c:pt>
                <c:pt idx="19">
                  <c:v>42948</c:v>
                </c:pt>
                <c:pt idx="20">
                  <c:v>42979</c:v>
                </c:pt>
                <c:pt idx="21">
                  <c:v>43009</c:v>
                </c:pt>
                <c:pt idx="22">
                  <c:v>43040</c:v>
                </c:pt>
                <c:pt idx="23">
                  <c:v>43070</c:v>
                </c:pt>
                <c:pt idx="24">
                  <c:v>43101</c:v>
                </c:pt>
                <c:pt idx="25">
                  <c:v>43132</c:v>
                </c:pt>
                <c:pt idx="26">
                  <c:v>43160</c:v>
                </c:pt>
                <c:pt idx="27">
                  <c:v>43191</c:v>
                </c:pt>
                <c:pt idx="28">
                  <c:v>43221</c:v>
                </c:pt>
                <c:pt idx="29">
                  <c:v>43252</c:v>
                </c:pt>
                <c:pt idx="30">
                  <c:v>43282</c:v>
                </c:pt>
                <c:pt idx="31">
                  <c:v>43313</c:v>
                </c:pt>
                <c:pt idx="32">
                  <c:v>43344</c:v>
                </c:pt>
                <c:pt idx="33">
                  <c:v>43374</c:v>
                </c:pt>
                <c:pt idx="34">
                  <c:v>43405</c:v>
                </c:pt>
                <c:pt idx="35">
                  <c:v>43435</c:v>
                </c:pt>
                <c:pt idx="36">
                  <c:v>43466</c:v>
                </c:pt>
                <c:pt idx="37">
                  <c:v>43497</c:v>
                </c:pt>
                <c:pt idx="38">
                  <c:v>43525</c:v>
                </c:pt>
                <c:pt idx="39">
                  <c:v>43556</c:v>
                </c:pt>
                <c:pt idx="40">
                  <c:v>43586</c:v>
                </c:pt>
                <c:pt idx="41">
                  <c:v>43617</c:v>
                </c:pt>
                <c:pt idx="42">
                  <c:v>43647</c:v>
                </c:pt>
                <c:pt idx="43">
                  <c:v>43678</c:v>
                </c:pt>
                <c:pt idx="44">
                  <c:v>43709</c:v>
                </c:pt>
                <c:pt idx="45">
                  <c:v>43739</c:v>
                </c:pt>
                <c:pt idx="46">
                  <c:v>43770</c:v>
                </c:pt>
                <c:pt idx="47">
                  <c:v>43800</c:v>
                </c:pt>
                <c:pt idx="48">
                  <c:v>43831</c:v>
                </c:pt>
                <c:pt idx="49">
                  <c:v>43862</c:v>
                </c:pt>
                <c:pt idx="50">
                  <c:v>43891</c:v>
                </c:pt>
                <c:pt idx="51">
                  <c:v>43922</c:v>
                </c:pt>
                <c:pt idx="52">
                  <c:v>43952</c:v>
                </c:pt>
                <c:pt idx="53">
                  <c:v>43983</c:v>
                </c:pt>
                <c:pt idx="54">
                  <c:v>44013</c:v>
                </c:pt>
                <c:pt idx="55">
                  <c:v>44044</c:v>
                </c:pt>
                <c:pt idx="56">
                  <c:v>44075</c:v>
                </c:pt>
                <c:pt idx="57">
                  <c:v>44105</c:v>
                </c:pt>
                <c:pt idx="58">
                  <c:v>44136</c:v>
                </c:pt>
                <c:pt idx="59">
                  <c:v>44166</c:v>
                </c:pt>
                <c:pt idx="60">
                  <c:v>44197</c:v>
                </c:pt>
                <c:pt idx="61">
                  <c:v>44228</c:v>
                </c:pt>
                <c:pt idx="62">
                  <c:v>44256</c:v>
                </c:pt>
                <c:pt idx="63">
                  <c:v>44287</c:v>
                </c:pt>
                <c:pt idx="64">
                  <c:v>44317</c:v>
                </c:pt>
                <c:pt idx="65">
                  <c:v>44348</c:v>
                </c:pt>
                <c:pt idx="66">
                  <c:v>44378</c:v>
                </c:pt>
                <c:pt idx="67">
                  <c:v>44409</c:v>
                </c:pt>
                <c:pt idx="68">
                  <c:v>44440</c:v>
                </c:pt>
                <c:pt idx="69">
                  <c:v>44470</c:v>
                </c:pt>
                <c:pt idx="70">
                  <c:v>44501</c:v>
                </c:pt>
                <c:pt idx="71">
                  <c:v>44531</c:v>
                </c:pt>
                <c:pt idx="72">
                  <c:v>44562</c:v>
                </c:pt>
                <c:pt idx="73">
                  <c:v>44593</c:v>
                </c:pt>
                <c:pt idx="74">
                  <c:v>44621</c:v>
                </c:pt>
                <c:pt idx="75">
                  <c:v>44652</c:v>
                </c:pt>
                <c:pt idx="76">
                  <c:v>44682</c:v>
                </c:pt>
                <c:pt idx="77">
                  <c:v>44713</c:v>
                </c:pt>
                <c:pt idx="78">
                  <c:v>44743</c:v>
                </c:pt>
                <c:pt idx="79">
                  <c:v>44774</c:v>
                </c:pt>
                <c:pt idx="80">
                  <c:v>44805</c:v>
                </c:pt>
                <c:pt idx="81">
                  <c:v>44835</c:v>
                </c:pt>
                <c:pt idx="82">
                  <c:v>44866</c:v>
                </c:pt>
                <c:pt idx="83">
                  <c:v>44896</c:v>
                </c:pt>
                <c:pt idx="84">
                  <c:v>44927</c:v>
                </c:pt>
                <c:pt idx="85">
                  <c:v>44958</c:v>
                </c:pt>
                <c:pt idx="86">
                  <c:v>44986</c:v>
                </c:pt>
                <c:pt idx="87">
                  <c:v>45017</c:v>
                </c:pt>
                <c:pt idx="88">
                  <c:v>45047</c:v>
                </c:pt>
                <c:pt idx="89">
                  <c:v>45078</c:v>
                </c:pt>
                <c:pt idx="90">
                  <c:v>45108</c:v>
                </c:pt>
                <c:pt idx="91">
                  <c:v>45139</c:v>
                </c:pt>
                <c:pt idx="92">
                  <c:v>45170</c:v>
                </c:pt>
                <c:pt idx="93">
                  <c:v>45200</c:v>
                </c:pt>
                <c:pt idx="94">
                  <c:v>45231</c:v>
                </c:pt>
                <c:pt idx="95">
                  <c:v>45261</c:v>
                </c:pt>
                <c:pt idx="96">
                  <c:v>45292</c:v>
                </c:pt>
                <c:pt idx="97">
                  <c:v>45323</c:v>
                </c:pt>
                <c:pt idx="98">
                  <c:v>45352</c:v>
                </c:pt>
                <c:pt idx="99">
                  <c:v>45383</c:v>
                </c:pt>
                <c:pt idx="100">
                  <c:v>45413</c:v>
                </c:pt>
                <c:pt idx="101">
                  <c:v>45444</c:v>
                </c:pt>
                <c:pt idx="102">
                  <c:v>45474</c:v>
                </c:pt>
                <c:pt idx="103">
                  <c:v>45505</c:v>
                </c:pt>
                <c:pt idx="104">
                  <c:v>45536</c:v>
                </c:pt>
                <c:pt idx="105">
                  <c:v>45566</c:v>
                </c:pt>
                <c:pt idx="106">
                  <c:v>45597</c:v>
                </c:pt>
                <c:pt idx="107">
                  <c:v>45627</c:v>
                </c:pt>
                <c:pt idx="108">
                  <c:v>45658</c:v>
                </c:pt>
                <c:pt idx="109">
                  <c:v>45689</c:v>
                </c:pt>
                <c:pt idx="110">
                  <c:v>45717</c:v>
                </c:pt>
                <c:pt idx="111">
                  <c:v>45748</c:v>
                </c:pt>
                <c:pt idx="112">
                  <c:v>45778</c:v>
                </c:pt>
                <c:pt idx="113">
                  <c:v>45809</c:v>
                </c:pt>
                <c:pt idx="114">
                  <c:v>45839</c:v>
                </c:pt>
                <c:pt idx="115">
                  <c:v>45870</c:v>
                </c:pt>
                <c:pt idx="116">
                  <c:v>45901</c:v>
                </c:pt>
                <c:pt idx="117">
                  <c:v>45931</c:v>
                </c:pt>
                <c:pt idx="118">
                  <c:v>45962</c:v>
                </c:pt>
                <c:pt idx="119">
                  <c:v>45992</c:v>
                </c:pt>
                <c:pt idx="120">
                  <c:v>46023</c:v>
                </c:pt>
                <c:pt idx="121">
                  <c:v>46054</c:v>
                </c:pt>
                <c:pt idx="122">
                  <c:v>46082</c:v>
                </c:pt>
                <c:pt idx="123">
                  <c:v>46113</c:v>
                </c:pt>
                <c:pt idx="124">
                  <c:v>46143</c:v>
                </c:pt>
                <c:pt idx="125">
                  <c:v>46174</c:v>
                </c:pt>
                <c:pt idx="126">
                  <c:v>46204</c:v>
                </c:pt>
                <c:pt idx="127">
                  <c:v>46235</c:v>
                </c:pt>
              </c:numCache>
            </c:numRef>
          </c:cat>
          <c:val>
            <c:numRef>
              <c:f>'nme_R031.1319281.20260907041811'!$E$4:$E$131</c:f>
              <c:numCache>
                <c:formatCode>General</c:formatCode>
                <c:ptCount val="128"/>
                <c:pt idx="0">
                  <c:v>582696</c:v>
                </c:pt>
                <c:pt idx="1">
                  <c:v>586629</c:v>
                </c:pt>
                <c:pt idx="2">
                  <c:v>591342</c:v>
                </c:pt>
                <c:pt idx="3">
                  <c:v>589770</c:v>
                </c:pt>
                <c:pt idx="4">
                  <c:v>631071</c:v>
                </c:pt>
                <c:pt idx="5">
                  <c:v>646177</c:v>
                </c:pt>
                <c:pt idx="6">
                  <c:v>665893</c:v>
                </c:pt>
                <c:pt idx="7">
                  <c:v>691047</c:v>
                </c:pt>
                <c:pt idx="8">
                  <c:v>680155</c:v>
                </c:pt>
                <c:pt idx="9">
                  <c:v>668940</c:v>
                </c:pt>
                <c:pt idx="10">
                  <c:v>651134</c:v>
                </c:pt>
                <c:pt idx="11">
                  <c:v>620977</c:v>
                </c:pt>
                <c:pt idx="12">
                  <c:v>593188</c:v>
                </c:pt>
                <c:pt idx="13">
                  <c:v>566479</c:v>
                </c:pt>
                <c:pt idx="14">
                  <c:v>524255</c:v>
                </c:pt>
                <c:pt idx="15">
                  <c:v>514327</c:v>
                </c:pt>
                <c:pt idx="16">
                  <c:v>493384</c:v>
                </c:pt>
                <c:pt idx="17">
                  <c:v>468031</c:v>
                </c:pt>
                <c:pt idx="18">
                  <c:v>450552</c:v>
                </c:pt>
                <c:pt idx="19">
                  <c:v>429610</c:v>
                </c:pt>
                <c:pt idx="20">
                  <c:v>435475</c:v>
                </c:pt>
                <c:pt idx="21">
                  <c:v>410089</c:v>
                </c:pt>
                <c:pt idx="22">
                  <c:v>371286</c:v>
                </c:pt>
                <c:pt idx="23">
                  <c:v>342576</c:v>
                </c:pt>
                <c:pt idx="24">
                  <c:v>345369</c:v>
                </c:pt>
                <c:pt idx="25">
                  <c:v>340904</c:v>
                </c:pt>
                <c:pt idx="26">
                  <c:v>333777</c:v>
                </c:pt>
                <c:pt idx="27">
                  <c:v>324214</c:v>
                </c:pt>
                <c:pt idx="28">
                  <c:v>317296</c:v>
                </c:pt>
                <c:pt idx="29">
                  <c:v>313488</c:v>
                </c:pt>
                <c:pt idx="30">
                  <c:v>315892</c:v>
                </c:pt>
                <c:pt idx="31">
                  <c:v>301924</c:v>
                </c:pt>
                <c:pt idx="32">
                  <c:v>269427</c:v>
                </c:pt>
                <c:pt idx="33">
                  <c:v>256069</c:v>
                </c:pt>
                <c:pt idx="34">
                  <c:v>244007</c:v>
                </c:pt>
                <c:pt idx="35">
                  <c:v>233885</c:v>
                </c:pt>
                <c:pt idx="36">
                  <c:v>229754</c:v>
                </c:pt>
                <c:pt idx="37">
                  <c:v>227890</c:v>
                </c:pt>
                <c:pt idx="38">
                  <c:v>223482</c:v>
                </c:pt>
                <c:pt idx="39">
                  <c:v>219730</c:v>
                </c:pt>
                <c:pt idx="40">
                  <c:v>227269</c:v>
                </c:pt>
                <c:pt idx="41">
                  <c:v>225104</c:v>
                </c:pt>
                <c:pt idx="42">
                  <c:v>225445</c:v>
                </c:pt>
                <c:pt idx="43">
                  <c:v>218123</c:v>
                </c:pt>
                <c:pt idx="44">
                  <c:v>222822</c:v>
                </c:pt>
                <c:pt idx="45">
                  <c:v>222835</c:v>
                </c:pt>
                <c:pt idx="46">
                  <c:v>214449</c:v>
                </c:pt>
                <c:pt idx="47">
                  <c:v>215093</c:v>
                </c:pt>
                <c:pt idx="48">
                  <c:v>230213</c:v>
                </c:pt>
                <c:pt idx="49">
                  <c:v>248253</c:v>
                </c:pt>
                <c:pt idx="50">
                  <c:v>441155</c:v>
                </c:pt>
                <c:pt idx="51">
                  <c:v>510902</c:v>
                </c:pt>
                <c:pt idx="52">
                  <c:v>562506</c:v>
                </c:pt>
                <c:pt idx="53">
                  <c:v>624256</c:v>
                </c:pt>
                <c:pt idx="54">
                  <c:v>670289</c:v>
                </c:pt>
                <c:pt idx="55">
                  <c:v>698257</c:v>
                </c:pt>
                <c:pt idx="56">
                  <c:v>628336</c:v>
                </c:pt>
                <c:pt idx="57">
                  <c:v>619154</c:v>
                </c:pt>
                <c:pt idx="58">
                  <c:v>587235</c:v>
                </c:pt>
                <c:pt idx="59">
                  <c:v>587367</c:v>
                </c:pt>
                <c:pt idx="60">
                  <c:v>557382</c:v>
                </c:pt>
                <c:pt idx="61">
                  <c:v>533644</c:v>
                </c:pt>
                <c:pt idx="62">
                  <c:v>544417</c:v>
                </c:pt>
                <c:pt idx="63">
                  <c:v>532260</c:v>
                </c:pt>
                <c:pt idx="64">
                  <c:v>513425</c:v>
                </c:pt>
                <c:pt idx="65">
                  <c:v>487003</c:v>
                </c:pt>
                <c:pt idx="66">
                  <c:v>486873</c:v>
                </c:pt>
                <c:pt idx="67">
                  <c:v>459796</c:v>
                </c:pt>
                <c:pt idx="68">
                  <c:v>432338</c:v>
                </c:pt>
                <c:pt idx="69">
                  <c:v>376597</c:v>
                </c:pt>
                <c:pt idx="70">
                  <c:v>345462</c:v>
                </c:pt>
                <c:pt idx="71">
                  <c:v>322170</c:v>
                </c:pt>
                <c:pt idx="72">
                  <c:v>303385</c:v>
                </c:pt>
                <c:pt idx="73">
                  <c:v>305771</c:v>
                </c:pt>
                <c:pt idx="74">
                  <c:v>343461</c:v>
                </c:pt>
                <c:pt idx="75">
                  <c:v>351977</c:v>
                </c:pt>
                <c:pt idx="76">
                  <c:v>338620</c:v>
                </c:pt>
                <c:pt idx="77">
                  <c:v>338384</c:v>
                </c:pt>
                <c:pt idx="78">
                  <c:v>331805</c:v>
                </c:pt>
                <c:pt idx="79">
                  <c:v>307330</c:v>
                </c:pt>
                <c:pt idx="80">
                  <c:v>296382</c:v>
                </c:pt>
                <c:pt idx="81">
                  <c:v>286411</c:v>
                </c:pt>
                <c:pt idx="82">
                  <c:v>288701</c:v>
                </c:pt>
                <c:pt idx="83">
                  <c:v>273280</c:v>
                </c:pt>
                <c:pt idx="84">
                  <c:v>264182</c:v>
                </c:pt>
                <c:pt idx="85">
                  <c:v>255872</c:v>
                </c:pt>
                <c:pt idx="86">
                  <c:v>247435</c:v>
                </c:pt>
                <c:pt idx="87">
                  <c:v>243988</c:v>
                </c:pt>
                <c:pt idx="88">
                  <c:v>246022</c:v>
                </c:pt>
                <c:pt idx="89">
                  <c:v>220668</c:v>
                </c:pt>
                <c:pt idx="90">
                  <c:v>217398</c:v>
                </c:pt>
                <c:pt idx="91">
                  <c:v>220568</c:v>
                </c:pt>
                <c:pt idx="92">
                  <c:v>215866</c:v>
                </c:pt>
                <c:pt idx="93">
                  <c:v>211810</c:v>
                </c:pt>
                <c:pt idx="94">
                  <c:v>211006</c:v>
                </c:pt>
                <c:pt idx="95">
                  <c:v>219162</c:v>
                </c:pt>
                <c:pt idx="96">
                  <c:v>223249</c:v>
                </c:pt>
                <c:pt idx="97">
                  <c:v>227394</c:v>
                </c:pt>
                <c:pt idx="98">
                  <c:v>230663</c:v>
                </c:pt>
                <c:pt idx="99">
                  <c:v>225007</c:v>
                </c:pt>
                <c:pt idx="100">
                  <c:v>221866</c:v>
                </c:pt>
                <c:pt idx="101">
                  <c:v>221007</c:v>
                </c:pt>
                <c:pt idx="102">
                  <c:v>213364</c:v>
                </c:pt>
                <c:pt idx="103">
                  <c:v>207874</c:v>
                </c:pt>
                <c:pt idx="104">
                  <c:v>204571</c:v>
                </c:pt>
                <c:pt idx="105">
                  <c:v>202578</c:v>
                </c:pt>
                <c:pt idx="106">
                  <c:v>200499</c:v>
                </c:pt>
                <c:pt idx="107">
                  <c:v>193476</c:v>
                </c:pt>
                <c:pt idx="108">
                  <c:v>191357</c:v>
                </c:pt>
                <c:pt idx="109">
                  <c:v>188993</c:v>
                </c:pt>
                <c:pt idx="110">
                  <c:v>187807</c:v>
                </c:pt>
                <c:pt idx="111">
                  <c:v>178932</c:v>
                </c:pt>
                <c:pt idx="112">
                  <c:v>178527</c:v>
                </c:pt>
                <c:pt idx="113">
                  <c:v>173924</c:v>
                </c:pt>
                <c:pt idx="114">
                  <c:v>170215</c:v>
                </c:pt>
                <c:pt idx="115">
                  <c:v>169005</c:v>
                </c:pt>
                <c:pt idx="116">
                  <c:v>169885</c:v>
                </c:pt>
                <c:pt idx="117">
                  <c:v>163739</c:v>
                </c:pt>
                <c:pt idx="118">
                  <c:v>163277</c:v>
                </c:pt>
                <c:pt idx="119">
                  <c:v>141802</c:v>
                </c:pt>
                <c:pt idx="120">
                  <c:v>140888</c:v>
                </c:pt>
                <c:pt idx="121">
                  <c:v>138876</c:v>
                </c:pt>
                <c:pt idx="122">
                  <c:v>145266</c:v>
                </c:pt>
                <c:pt idx="123">
                  <c:v>137094</c:v>
                </c:pt>
                <c:pt idx="124">
                  <c:v>136392</c:v>
                </c:pt>
                <c:pt idx="125">
                  <c:v>135782</c:v>
                </c:pt>
                <c:pt idx="126">
                  <c:v>134827</c:v>
                </c:pt>
                <c:pt idx="127">
                  <c:v>133233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00-4B09-A6E6-389AC96F3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3819648"/>
        <c:axId val="1583898800"/>
      </c:areaChart>
      <c:dateAx>
        <c:axId val="1593819648"/>
        <c:scaling>
          <c:orientation val="minMax"/>
          <c:min val="42583"/>
        </c:scaling>
        <c:delete val="0"/>
        <c:axPos val="b"/>
        <c:numFmt formatCode="[$-409]mmm\-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583898800"/>
        <c:crosses val="autoZero"/>
        <c:auto val="1"/>
        <c:lblOffset val="100"/>
        <c:baseTimeUnit val="months"/>
        <c:majorUnit val="2"/>
        <c:majorTimeUnit val="years"/>
      </c:dateAx>
      <c:valAx>
        <c:axId val="15838988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5938196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382920560535471E-2"/>
          <c:y val="1.7930613766535992E-3"/>
          <c:w val="0.9"/>
          <c:h val="0.102941515380878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 (corpo)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LU1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Data'!$A$2:$A$35</c:f>
              <c:strCache>
                <c:ptCount val="34"/>
                <c:pt idx="0">
                  <c:v>1Q18</c:v>
                </c:pt>
                <c:pt idx="1">
                  <c:v>2Q18</c:v>
                </c:pt>
                <c:pt idx="2">
                  <c:v>3Q18</c:v>
                </c:pt>
                <c:pt idx="3">
                  <c:v>4Q18</c:v>
                </c:pt>
                <c:pt idx="4">
                  <c:v>1Q19</c:v>
                </c:pt>
                <c:pt idx="5">
                  <c:v>2Q19</c:v>
                </c:pt>
                <c:pt idx="6">
                  <c:v>3Q19</c:v>
                </c:pt>
                <c:pt idx="7">
                  <c:v>4Q19</c:v>
                </c:pt>
                <c:pt idx="8">
                  <c:v>1Q20</c:v>
                </c:pt>
                <c:pt idx="9">
                  <c:v>2Q20</c:v>
                </c:pt>
                <c:pt idx="10">
                  <c:v>3Q20</c:v>
                </c:pt>
                <c:pt idx="11">
                  <c:v>4Q20</c:v>
                </c:pt>
                <c:pt idx="12">
                  <c:v>1Q21</c:v>
                </c:pt>
                <c:pt idx="13">
                  <c:v>2Q21</c:v>
                </c:pt>
                <c:pt idx="14">
                  <c:v>3Q21</c:v>
                </c:pt>
                <c:pt idx="15">
                  <c:v>4Q21</c:v>
                </c:pt>
                <c:pt idx="16">
                  <c:v>1Q22</c:v>
                </c:pt>
                <c:pt idx="17">
                  <c:v>2Q22</c:v>
                </c:pt>
                <c:pt idx="18">
                  <c:v>3Q22</c:v>
                </c:pt>
                <c:pt idx="19">
                  <c:v>4Q22</c:v>
                </c:pt>
                <c:pt idx="20">
                  <c:v>1Q23</c:v>
                </c:pt>
                <c:pt idx="21">
                  <c:v>2Q23</c:v>
                </c:pt>
                <c:pt idx="22">
                  <c:v>3Q23</c:v>
                </c:pt>
                <c:pt idx="23">
                  <c:v>4Q23</c:v>
                </c:pt>
                <c:pt idx="24">
                  <c:v>1Q24</c:v>
                </c:pt>
                <c:pt idx="25">
                  <c:v>2Q24</c:v>
                </c:pt>
                <c:pt idx="26">
                  <c:v>3Q24</c:v>
                </c:pt>
                <c:pt idx="27">
                  <c:v>4Q24</c:v>
                </c:pt>
                <c:pt idx="28">
                  <c:v>1Q25</c:v>
                </c:pt>
                <c:pt idx="29">
                  <c:v>2Q25</c:v>
                </c:pt>
                <c:pt idx="30">
                  <c:v>3Q25</c:v>
                </c:pt>
                <c:pt idx="31">
                  <c:v>4Q25</c:v>
                </c:pt>
                <c:pt idx="32">
                  <c:v>1Q26</c:v>
                </c:pt>
                <c:pt idx="33">
                  <c:v>2Q26</c:v>
                </c:pt>
              </c:strCache>
            </c:strRef>
          </c:cat>
          <c:val>
            <c:numRef>
              <c:f>'Chart Data'!$B$2:$B$35</c:f>
              <c:numCache>
                <c:formatCode>0.0</c:formatCode>
                <c:ptCount val="34"/>
                <c:pt idx="0">
                  <c:v>2.7</c:v>
                </c:pt>
                <c:pt idx="1">
                  <c:v>2.7</c:v>
                </c:pt>
                <c:pt idx="2">
                  <c:v>2.7</c:v>
                </c:pt>
                <c:pt idx="3">
                  <c:v>2.6</c:v>
                </c:pt>
                <c:pt idx="4">
                  <c:v>2.7</c:v>
                </c:pt>
                <c:pt idx="5">
                  <c:v>2.8</c:v>
                </c:pt>
                <c:pt idx="6">
                  <c:v>2.6</c:v>
                </c:pt>
                <c:pt idx="7">
                  <c:v>2.5</c:v>
                </c:pt>
                <c:pt idx="8">
                  <c:v>2.7</c:v>
                </c:pt>
                <c:pt idx="9">
                  <c:v>3.1</c:v>
                </c:pt>
                <c:pt idx="10">
                  <c:v>3.3</c:v>
                </c:pt>
                <c:pt idx="11">
                  <c:v>3.2</c:v>
                </c:pt>
                <c:pt idx="12">
                  <c:v>3.1</c:v>
                </c:pt>
                <c:pt idx="13">
                  <c:v>3.4</c:v>
                </c:pt>
                <c:pt idx="14">
                  <c:v>3.1</c:v>
                </c:pt>
                <c:pt idx="15">
                  <c:v>2.8</c:v>
                </c:pt>
                <c:pt idx="16">
                  <c:v>2.9</c:v>
                </c:pt>
                <c:pt idx="17">
                  <c:v>3</c:v>
                </c:pt>
                <c:pt idx="18">
                  <c:v>2.9</c:v>
                </c:pt>
                <c:pt idx="19">
                  <c:v>2.6</c:v>
                </c:pt>
                <c:pt idx="20">
                  <c:v>2.9</c:v>
                </c:pt>
                <c:pt idx="21">
                  <c:v>3</c:v>
                </c:pt>
                <c:pt idx="22">
                  <c:v>2.9</c:v>
                </c:pt>
                <c:pt idx="23">
                  <c:v>2.6</c:v>
                </c:pt>
                <c:pt idx="24">
                  <c:v>2.8</c:v>
                </c:pt>
                <c:pt idx="25">
                  <c:v>3</c:v>
                </c:pt>
                <c:pt idx="26">
                  <c:v>2.8</c:v>
                </c:pt>
                <c:pt idx="27">
                  <c:v>2.6</c:v>
                </c:pt>
                <c:pt idx="28">
                  <c:v>2.7</c:v>
                </c:pt>
                <c:pt idx="29">
                  <c:v>2.9</c:v>
                </c:pt>
                <c:pt idx="30">
                  <c:v>2.8</c:v>
                </c:pt>
                <c:pt idx="31">
                  <c:v>2.7</c:v>
                </c:pt>
                <c:pt idx="32">
                  <c:v>2.9</c:v>
                </c:pt>
                <c:pt idx="33">
                  <c:v>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13-443C-8477-74308ABBAFE6}"/>
            </c:ext>
          </c:extLst>
        </c:ser>
        <c:ser>
          <c:idx val="1"/>
          <c:order val="1"/>
          <c:tx>
            <c:v>LU4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Data'!$C$2:$C$35</c:f>
              <c:strCache>
                <c:ptCount val="34"/>
                <c:pt idx="0">
                  <c:v>1Q18</c:v>
                </c:pt>
                <c:pt idx="1">
                  <c:v>2Q18</c:v>
                </c:pt>
                <c:pt idx="2">
                  <c:v>3Q18</c:v>
                </c:pt>
                <c:pt idx="3">
                  <c:v>4Q18</c:v>
                </c:pt>
                <c:pt idx="4">
                  <c:v>1Q19</c:v>
                </c:pt>
                <c:pt idx="5">
                  <c:v>2Q19</c:v>
                </c:pt>
                <c:pt idx="6">
                  <c:v>3Q19</c:v>
                </c:pt>
                <c:pt idx="7">
                  <c:v>4Q19</c:v>
                </c:pt>
                <c:pt idx="8">
                  <c:v>1Q20</c:v>
                </c:pt>
                <c:pt idx="9">
                  <c:v>2Q20</c:v>
                </c:pt>
                <c:pt idx="10">
                  <c:v>3Q20</c:v>
                </c:pt>
                <c:pt idx="11">
                  <c:v>4Q20</c:v>
                </c:pt>
                <c:pt idx="12">
                  <c:v>1Q21</c:v>
                </c:pt>
                <c:pt idx="13">
                  <c:v>2Q21</c:v>
                </c:pt>
                <c:pt idx="14">
                  <c:v>3Q21</c:v>
                </c:pt>
                <c:pt idx="15">
                  <c:v>4Q21</c:v>
                </c:pt>
                <c:pt idx="16">
                  <c:v>1Q22</c:v>
                </c:pt>
                <c:pt idx="17">
                  <c:v>2Q22</c:v>
                </c:pt>
                <c:pt idx="18">
                  <c:v>3Q22</c:v>
                </c:pt>
                <c:pt idx="19">
                  <c:v>4Q22</c:v>
                </c:pt>
                <c:pt idx="20">
                  <c:v>1Q23</c:v>
                </c:pt>
                <c:pt idx="21">
                  <c:v>2Q23</c:v>
                </c:pt>
                <c:pt idx="22">
                  <c:v>3Q23</c:v>
                </c:pt>
                <c:pt idx="23">
                  <c:v>4Q23</c:v>
                </c:pt>
                <c:pt idx="24">
                  <c:v>1Q24</c:v>
                </c:pt>
                <c:pt idx="25">
                  <c:v>2Q24</c:v>
                </c:pt>
                <c:pt idx="26">
                  <c:v>3Q24</c:v>
                </c:pt>
                <c:pt idx="27">
                  <c:v>4Q24</c:v>
                </c:pt>
                <c:pt idx="28">
                  <c:v>1Q25</c:v>
                </c:pt>
                <c:pt idx="29">
                  <c:v>2Q25</c:v>
                </c:pt>
                <c:pt idx="30">
                  <c:v>3Q25</c:v>
                </c:pt>
                <c:pt idx="31">
                  <c:v>4Q25</c:v>
                </c:pt>
                <c:pt idx="32">
                  <c:v>1Q26</c:v>
                </c:pt>
                <c:pt idx="33">
                  <c:v>2Q26</c:v>
                </c:pt>
              </c:strCache>
            </c:strRef>
          </c:cat>
          <c:val>
            <c:numRef>
              <c:f>'Chart Data'!$D$2:$D$35</c:f>
              <c:numCache>
                <c:formatCode>0.0</c:formatCode>
                <c:ptCount val="34"/>
                <c:pt idx="0">
                  <c:v>5.9</c:v>
                </c:pt>
                <c:pt idx="1">
                  <c:v>5.9</c:v>
                </c:pt>
                <c:pt idx="2">
                  <c:v>5.9</c:v>
                </c:pt>
                <c:pt idx="3">
                  <c:v>5.8</c:v>
                </c:pt>
                <c:pt idx="4">
                  <c:v>6.1</c:v>
                </c:pt>
                <c:pt idx="5">
                  <c:v>5.9</c:v>
                </c:pt>
                <c:pt idx="6">
                  <c:v>5.6</c:v>
                </c:pt>
                <c:pt idx="7">
                  <c:v>5.7</c:v>
                </c:pt>
                <c:pt idx="8">
                  <c:v>6.3</c:v>
                </c:pt>
                <c:pt idx="9">
                  <c:v>7.7</c:v>
                </c:pt>
                <c:pt idx="10">
                  <c:v>7</c:v>
                </c:pt>
                <c:pt idx="11">
                  <c:v>6.8</c:v>
                </c:pt>
                <c:pt idx="12">
                  <c:v>7.4</c:v>
                </c:pt>
                <c:pt idx="13">
                  <c:v>7.3</c:v>
                </c:pt>
                <c:pt idx="14">
                  <c:v>6.8</c:v>
                </c:pt>
                <c:pt idx="15">
                  <c:v>6.2</c:v>
                </c:pt>
                <c:pt idx="16">
                  <c:v>6.6</c:v>
                </c:pt>
                <c:pt idx="17">
                  <c:v>6.2</c:v>
                </c:pt>
                <c:pt idx="18">
                  <c:v>5.9</c:v>
                </c:pt>
                <c:pt idx="19">
                  <c:v>5.9</c:v>
                </c:pt>
                <c:pt idx="20">
                  <c:v>6</c:v>
                </c:pt>
                <c:pt idx="21">
                  <c:v>6.1</c:v>
                </c:pt>
                <c:pt idx="22">
                  <c:v>6.2</c:v>
                </c:pt>
                <c:pt idx="23">
                  <c:v>5.9</c:v>
                </c:pt>
                <c:pt idx="24">
                  <c:v>5.8</c:v>
                </c:pt>
                <c:pt idx="25">
                  <c:v>6.3</c:v>
                </c:pt>
                <c:pt idx="26">
                  <c:v>5.9</c:v>
                </c:pt>
                <c:pt idx="27">
                  <c:v>5.9</c:v>
                </c:pt>
                <c:pt idx="28">
                  <c:v>6.1</c:v>
                </c:pt>
                <c:pt idx="29">
                  <c:v>6.1</c:v>
                </c:pt>
                <c:pt idx="30">
                  <c:v>6</c:v>
                </c:pt>
                <c:pt idx="31">
                  <c:v>6</c:v>
                </c:pt>
                <c:pt idx="32">
                  <c:v>6.4</c:v>
                </c:pt>
                <c:pt idx="33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13-443C-8477-74308ABBA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201836362150228"/>
          <c:y val="3.1566248562628497E-2"/>
          <c:w val="0.71863335422172581"/>
          <c:h val="0.83603672530788387"/>
        </c:manualLayout>
      </c:layout>
      <c:barChart>
        <c:barDir val="bar"/>
        <c:grouping val="stacked"/>
        <c:varyColors val="0"/>
        <c:ser>
          <c:idx val="0"/>
          <c:order val="0"/>
          <c:tx>
            <c:v>Men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cat>
            <c:strRef>
              <c:f>'Chart Data'!$A$2:$A$4</c:f>
              <c:strCache>
                <c:ptCount val="3"/>
                <c:pt idx="0">
                  <c:v>Potential labor force</c:v>
                </c:pt>
                <c:pt idx="1">
                  <c:v>Unemployed (broad definition)</c:v>
                </c:pt>
                <c:pt idx="2">
                  <c:v>Want more working hours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0.14000000000000001</c:v>
                </c:pt>
                <c:pt idx="1">
                  <c:v>1.1299999999999999</c:v>
                </c:pt>
                <c:pt idx="2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73-4A85-B3FB-7A9B30686EC2}"/>
            </c:ext>
          </c:extLst>
        </c:ser>
        <c:ser>
          <c:idx val="1"/>
          <c:order val="1"/>
          <c:tx>
            <c:v>Women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cat>
            <c:strRef>
              <c:f>'Chart Data'!$C$2:$C$4</c:f>
              <c:strCache>
                <c:ptCount val="3"/>
                <c:pt idx="0">
                  <c:v>Potential labor force</c:v>
                </c:pt>
                <c:pt idx="1">
                  <c:v>Unemployed (broad definition)</c:v>
                </c:pt>
                <c:pt idx="2">
                  <c:v>Want more working hours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0.24</c:v>
                </c:pt>
                <c:pt idx="1">
                  <c:v>0.95</c:v>
                </c:pt>
                <c:pt idx="2">
                  <c:v>1.39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173-4A85-B3FB-7A9B30686E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low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1-34 hours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cat>
            <c:strRef>
              <c:f>'Chart Data'!$A$2:$A$3</c:f>
              <c:strCache>
                <c:ptCount val="2"/>
                <c:pt idx="0">
                  <c:v>Regular</c:v>
                </c:pt>
                <c:pt idx="1">
                  <c:v>Non-regular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18.8638799571</c:v>
                </c:pt>
                <c:pt idx="1">
                  <c:v>68.126747437099993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0E7-46B9-AAA5-6B8397E4469E}"/>
            </c:ext>
          </c:extLst>
        </c:ser>
        <c:ser>
          <c:idx val="1"/>
          <c:order val="1"/>
          <c:tx>
            <c:v>35-48 hours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cat>
            <c:strRef>
              <c:f>'Chart Data'!$C$2:$C$3</c:f>
              <c:strCache>
                <c:ptCount val="2"/>
                <c:pt idx="0">
                  <c:v>Regular</c:v>
                </c:pt>
                <c:pt idx="1">
                  <c:v>Non-regular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62.459807073999997</c:v>
                </c:pt>
                <c:pt idx="1">
                  <c:v>26.095060577800002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0E7-46B9-AAA5-6B8397E4469E}"/>
            </c:ext>
          </c:extLst>
        </c:ser>
        <c:ser>
          <c:idx val="2"/>
          <c:order val="2"/>
          <c:tx>
            <c:v>49+ hours</c:v>
          </c:tx>
          <c:spPr>
            <a:solidFill>
              <a:srgbClr val="9D9D9D"/>
            </a:solidFill>
            <a:ln w="0">
              <a:solidFill>
                <a:srgbClr val="9D9D9D"/>
              </a:solidFill>
            </a:ln>
          </c:spPr>
          <c:invertIfNegative val="1"/>
          <c:cat>
            <c:strRef>
              <c:f>'Chart Data'!$E$2:$E$3</c:f>
              <c:strCache>
                <c:ptCount val="2"/>
                <c:pt idx="0">
                  <c:v>Regular</c:v>
                </c:pt>
                <c:pt idx="1">
                  <c:v>Non-regular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15.8360128617</c:v>
                </c:pt>
                <c:pt idx="1">
                  <c:v>3.07548928239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D9D9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A0E7-46B9-AAA5-6B8397E4469E}"/>
            </c:ext>
          </c:extLst>
        </c:ser>
        <c:ser>
          <c:idx val="3"/>
          <c:order val="3"/>
          <c:tx>
            <c:v>Residual</c:v>
          </c:tx>
          <c:spPr>
            <a:solidFill>
              <a:srgbClr val="24394C"/>
            </a:solidFill>
            <a:ln w="0">
              <a:solidFill>
                <a:srgbClr val="24394C"/>
              </a:solidFill>
            </a:ln>
          </c:spPr>
          <c:invertIfNegative val="1"/>
          <c:cat>
            <c:strRef>
              <c:f>'Chart Data'!$G$2:$G$3</c:f>
              <c:strCache>
                <c:ptCount val="2"/>
                <c:pt idx="0">
                  <c:v>Regular</c:v>
                </c:pt>
                <c:pt idx="1">
                  <c:v>Non-regular</c:v>
                </c:pt>
              </c:strCache>
            </c:strRef>
          </c:cat>
          <c:val>
            <c:numRef>
              <c:f>'Chart Data'!$H$2:$H$3</c:f>
              <c:numCache>
                <c:formatCode>0</c:formatCode>
                <c:ptCount val="2"/>
                <c:pt idx="0">
                  <c:v>2.84030010718</c:v>
                </c:pt>
                <c:pt idx="1">
                  <c:v>2.7027027026999999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24394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A0E7-46B9-AAA5-6B8397E44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Full-time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Data'!$A$2:$A$15</c:f>
              <c:strCache>
                <c:ptCount val="14"/>
                <c:pt idx="0">
                  <c:v>06/25</c:v>
                </c:pt>
                <c:pt idx="1">
                  <c:v>07/25</c:v>
                </c:pt>
                <c:pt idx="2">
                  <c:v>08/25</c:v>
                </c:pt>
                <c:pt idx="3">
                  <c:v>09/25</c:v>
                </c:pt>
                <c:pt idx="4">
                  <c:v>10/25</c:v>
                </c:pt>
                <c:pt idx="5">
                  <c:v>11/25</c:v>
                </c:pt>
                <c:pt idx="6">
                  <c:v>12/25</c:v>
                </c:pt>
                <c:pt idx="7">
                  <c:v>01/26</c:v>
                </c:pt>
                <c:pt idx="8">
                  <c:v>02/26</c:v>
                </c:pt>
                <c:pt idx="9">
                  <c:v>03/26</c:v>
                </c:pt>
                <c:pt idx="10">
                  <c:v>04/26</c:v>
                </c:pt>
                <c:pt idx="11">
                  <c:v>05/26</c:v>
                </c:pt>
                <c:pt idx="12">
                  <c:v>06/26</c:v>
                </c:pt>
                <c:pt idx="13">
                  <c:v>07/26</c:v>
                </c:pt>
              </c:strCache>
            </c:strRef>
          </c:cat>
          <c:val>
            <c:numRef>
              <c:f>'Chart Data'!$B$2:$B$15</c:f>
              <c:numCache>
                <c:formatCode>0.0</c:formatCode>
                <c:ptCount val="14"/>
                <c:pt idx="0">
                  <c:v>0.5</c:v>
                </c:pt>
                <c:pt idx="1">
                  <c:v>0.5</c:v>
                </c:pt>
                <c:pt idx="2">
                  <c:v>-2.2000000000000002</c:v>
                </c:pt>
                <c:pt idx="3">
                  <c:v>0.4</c:v>
                </c:pt>
                <c:pt idx="4">
                  <c:v>0.5</c:v>
                </c:pt>
                <c:pt idx="5">
                  <c:v>-3.8</c:v>
                </c:pt>
                <c:pt idx="6">
                  <c:v>-1</c:v>
                </c:pt>
                <c:pt idx="7">
                  <c:v>0.2</c:v>
                </c:pt>
                <c:pt idx="8">
                  <c:v>-0.6</c:v>
                </c:pt>
                <c:pt idx="9">
                  <c:v>1.1000000000000001</c:v>
                </c:pt>
                <c:pt idx="10">
                  <c:v>0.6</c:v>
                </c:pt>
                <c:pt idx="11">
                  <c:v>-4.0999999999999996</c:v>
                </c:pt>
                <c:pt idx="12">
                  <c:v>-0.1</c:v>
                </c:pt>
                <c:pt idx="13">
                  <c:v>-0.2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3F-41F3-9E7E-63900C48A3CB}"/>
            </c:ext>
          </c:extLst>
        </c:ser>
        <c:ser>
          <c:idx val="1"/>
          <c:order val="1"/>
          <c:tx>
            <c:v>Part-time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Data'!$C$2:$C$15</c:f>
              <c:strCache>
                <c:ptCount val="14"/>
                <c:pt idx="0">
                  <c:v>06/25</c:v>
                </c:pt>
                <c:pt idx="1">
                  <c:v>07/25</c:v>
                </c:pt>
                <c:pt idx="2">
                  <c:v>08/25</c:v>
                </c:pt>
                <c:pt idx="3">
                  <c:v>09/25</c:v>
                </c:pt>
                <c:pt idx="4">
                  <c:v>10/25</c:v>
                </c:pt>
                <c:pt idx="5">
                  <c:v>11/25</c:v>
                </c:pt>
                <c:pt idx="6">
                  <c:v>12/25</c:v>
                </c:pt>
                <c:pt idx="7">
                  <c:v>01/26</c:v>
                </c:pt>
                <c:pt idx="8">
                  <c:v>02/26</c:v>
                </c:pt>
                <c:pt idx="9">
                  <c:v>03/26</c:v>
                </c:pt>
                <c:pt idx="10">
                  <c:v>04/26</c:v>
                </c:pt>
                <c:pt idx="11">
                  <c:v>05/26</c:v>
                </c:pt>
                <c:pt idx="12">
                  <c:v>06/26</c:v>
                </c:pt>
                <c:pt idx="13">
                  <c:v>07/26</c:v>
                </c:pt>
              </c:strCache>
            </c:strRef>
          </c:cat>
          <c:val>
            <c:numRef>
              <c:f>'Chart Data'!$D$2:$D$15</c:f>
              <c:numCache>
                <c:formatCode>0.0</c:formatCode>
                <c:ptCount val="14"/>
                <c:pt idx="0">
                  <c:v>-0.8</c:v>
                </c:pt>
                <c:pt idx="1">
                  <c:v>-0.6</c:v>
                </c:pt>
                <c:pt idx="2">
                  <c:v>-1.4</c:v>
                </c:pt>
                <c:pt idx="3">
                  <c:v>-0.9</c:v>
                </c:pt>
                <c:pt idx="4">
                  <c:v>-0.6</c:v>
                </c:pt>
                <c:pt idx="5">
                  <c:v>-2.6</c:v>
                </c:pt>
                <c:pt idx="6">
                  <c:v>-1.5</c:v>
                </c:pt>
                <c:pt idx="7">
                  <c:v>-0.9</c:v>
                </c:pt>
                <c:pt idx="8">
                  <c:v>-2.1</c:v>
                </c:pt>
                <c:pt idx="9">
                  <c:v>-0.6</c:v>
                </c:pt>
                <c:pt idx="10">
                  <c:v>-1</c:v>
                </c:pt>
                <c:pt idx="11">
                  <c:v>-2.2000000000000002</c:v>
                </c:pt>
                <c:pt idx="12">
                  <c:v>-0.7</c:v>
                </c:pt>
                <c:pt idx="13">
                  <c:v>-0.1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3F-41F3-9E7E-63900C48A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Married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Data'!$A$2:$A$8</c:f>
              <c:strCache>
                <c:ptCount val="7"/>
                <c:pt idx="0">
                  <c:v>25-29</c:v>
                </c:pt>
                <c:pt idx="1">
                  <c:v>30-34</c:v>
                </c:pt>
                <c:pt idx="2">
                  <c:v>35-39</c:v>
                </c:pt>
                <c:pt idx="3">
                  <c:v>40-44</c:v>
                </c:pt>
                <c:pt idx="4">
                  <c:v>45-49</c:v>
                </c:pt>
                <c:pt idx="5">
                  <c:v>50-54</c:v>
                </c:pt>
                <c:pt idx="6">
                  <c:v>55-59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89.6</c:v>
                </c:pt>
                <c:pt idx="1">
                  <c:v>83</c:v>
                </c:pt>
                <c:pt idx="2">
                  <c:v>82.2</c:v>
                </c:pt>
                <c:pt idx="3">
                  <c:v>83.1</c:v>
                </c:pt>
                <c:pt idx="4">
                  <c:v>84</c:v>
                </c:pt>
                <c:pt idx="5">
                  <c:v>81.5</c:v>
                </c:pt>
                <c:pt idx="6">
                  <c:v>76.400000000000006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B8-4B28-A7C2-FD87B8E1B061}"/>
            </c:ext>
          </c:extLst>
        </c:ser>
        <c:ser>
          <c:idx val="1"/>
          <c:order val="1"/>
          <c:tx>
            <c:v>Never married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Data'!$C$2:$C$8</c:f>
              <c:strCache>
                <c:ptCount val="7"/>
                <c:pt idx="0">
                  <c:v>25-29</c:v>
                </c:pt>
                <c:pt idx="1">
                  <c:v>30-34</c:v>
                </c:pt>
                <c:pt idx="2">
                  <c:v>35-39</c:v>
                </c:pt>
                <c:pt idx="3">
                  <c:v>40-44</c:v>
                </c:pt>
                <c:pt idx="4">
                  <c:v>45-49</c:v>
                </c:pt>
                <c:pt idx="5">
                  <c:v>50-54</c:v>
                </c:pt>
                <c:pt idx="6">
                  <c:v>55-59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92.8</c:v>
                </c:pt>
                <c:pt idx="1">
                  <c:v>90.6</c:v>
                </c:pt>
                <c:pt idx="2">
                  <c:v>89.8</c:v>
                </c:pt>
                <c:pt idx="3">
                  <c:v>88.3</c:v>
                </c:pt>
                <c:pt idx="4">
                  <c:v>87.5</c:v>
                </c:pt>
                <c:pt idx="5">
                  <c:v>87</c:v>
                </c:pt>
                <c:pt idx="6">
                  <c:v>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B8-4B28-A7C2-FD87B8E1B061}"/>
            </c:ext>
          </c:extLst>
        </c:ser>
        <c:ser>
          <c:idx val="2"/>
          <c:order val="2"/>
          <c:tx>
            <c:v>Widowed or divorced</c:v>
          </c:tx>
          <c:spPr>
            <a:ln w="22860">
              <a:solidFill>
                <a:srgbClr val="9D9D9D"/>
              </a:solidFill>
            </a:ln>
          </c:spPr>
          <c:marker>
            <c:symbol val="none"/>
          </c:marker>
          <c:cat>
            <c:strRef>
              <c:f>'Chart Data'!$E$2:$E$8</c:f>
              <c:strCache>
                <c:ptCount val="7"/>
                <c:pt idx="0">
                  <c:v>25-29</c:v>
                </c:pt>
                <c:pt idx="1">
                  <c:v>30-34</c:v>
                </c:pt>
                <c:pt idx="2">
                  <c:v>35-39</c:v>
                </c:pt>
                <c:pt idx="3">
                  <c:v>40-44</c:v>
                </c:pt>
                <c:pt idx="4">
                  <c:v>45-49</c:v>
                </c:pt>
                <c:pt idx="5">
                  <c:v>50-54</c:v>
                </c:pt>
                <c:pt idx="6">
                  <c:v>55-59</c:v>
                </c:pt>
              </c:strCache>
            </c:strRef>
          </c:cat>
          <c:val>
            <c:numRef>
              <c:f>'Chart Data'!$F$2:$F$8</c:f>
              <c:numCache>
                <c:formatCode>0.0</c:formatCode>
                <c:ptCount val="7"/>
                <c:pt idx="0">
                  <c:v>83.3</c:v>
                </c:pt>
                <c:pt idx="1">
                  <c:v>91.7</c:v>
                </c:pt>
                <c:pt idx="2">
                  <c:v>94.7</c:v>
                </c:pt>
                <c:pt idx="3">
                  <c:v>88.5</c:v>
                </c:pt>
                <c:pt idx="4">
                  <c:v>94.7</c:v>
                </c:pt>
                <c:pt idx="5">
                  <c:v>90.9</c:v>
                </c:pt>
                <c:pt idx="6">
                  <c:v>87.5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BB8-4B28-A7C2-FD87B8E1B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7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  <c:majorUnit val="5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Women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Health</c:v>
                </c:pt>
                <c:pt idx="1">
                  <c:v>Other</c:v>
                </c:pt>
                <c:pt idx="2">
                  <c:v>No suitable work expected</c:v>
                </c:pt>
                <c:pt idx="3">
                  <c:v>Childbirth and childcare</c:v>
                </c:pt>
                <c:pt idx="4">
                  <c:v>Family care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0.28999999999999998</c:v>
                </c:pt>
                <c:pt idx="1">
                  <c:v>0.19</c:v>
                </c:pt>
                <c:pt idx="2">
                  <c:v>0.47</c:v>
                </c:pt>
                <c:pt idx="3">
                  <c:v>0.25</c:v>
                </c:pt>
                <c:pt idx="4">
                  <c:v>0.11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CC8-4965-AAD2-1DDE9165D7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  <c:min val="0"/>
        </c:scaling>
        <c:delete val="0"/>
        <c:axPos val="b"/>
        <c:numFmt formatCode="0.0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tx>
            <c:v>0-14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cat>
            <c:numRef>
              <c:f>'Chart Data'!$A$2:$A$52</c:f>
              <c:numCache>
                <c:formatCode>General</c:formatCode>
                <c:ptCount val="5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  <c:pt idx="31">
                  <c:v>2051</c:v>
                </c:pt>
                <c:pt idx="32">
                  <c:v>2052</c:v>
                </c:pt>
                <c:pt idx="33">
                  <c:v>2053</c:v>
                </c:pt>
                <c:pt idx="34">
                  <c:v>2054</c:v>
                </c:pt>
                <c:pt idx="35">
                  <c:v>2055</c:v>
                </c:pt>
                <c:pt idx="36">
                  <c:v>2056</c:v>
                </c:pt>
                <c:pt idx="37">
                  <c:v>2057</c:v>
                </c:pt>
                <c:pt idx="38">
                  <c:v>2058</c:v>
                </c:pt>
                <c:pt idx="39">
                  <c:v>2059</c:v>
                </c:pt>
                <c:pt idx="40">
                  <c:v>2060</c:v>
                </c:pt>
                <c:pt idx="41">
                  <c:v>2061</c:v>
                </c:pt>
                <c:pt idx="42">
                  <c:v>2062</c:v>
                </c:pt>
                <c:pt idx="43">
                  <c:v>2063</c:v>
                </c:pt>
                <c:pt idx="44">
                  <c:v>2064</c:v>
                </c:pt>
                <c:pt idx="45">
                  <c:v>2065</c:v>
                </c:pt>
                <c:pt idx="46">
                  <c:v>2066</c:v>
                </c:pt>
                <c:pt idx="47">
                  <c:v>2067</c:v>
                </c:pt>
                <c:pt idx="48">
                  <c:v>2068</c:v>
                </c:pt>
                <c:pt idx="49">
                  <c:v>2069</c:v>
                </c:pt>
                <c:pt idx="50">
                  <c:v>2070</c:v>
                </c:pt>
              </c:numCache>
            </c:numRef>
          </c:cat>
          <c:val>
            <c:numRef>
              <c:f>'Chart Data'!$B$2:$B$52</c:f>
              <c:numCache>
                <c:formatCode>0.0</c:formatCode>
                <c:ptCount val="51"/>
                <c:pt idx="0">
                  <c:v>15.031601999999999</c:v>
                </c:pt>
                <c:pt idx="1">
                  <c:v>14.792434</c:v>
                </c:pt>
                <c:pt idx="2">
                  <c:v>14.515325000000001</c:v>
                </c:pt>
                <c:pt idx="3">
                  <c:v>14.202024</c:v>
                </c:pt>
                <c:pt idx="4">
                  <c:v>13.914831</c:v>
                </c:pt>
                <c:pt idx="5">
                  <c:v>13.632522</c:v>
                </c:pt>
                <c:pt idx="6">
                  <c:v>13.354592999999999</c:v>
                </c:pt>
                <c:pt idx="7">
                  <c:v>13.100298</c:v>
                </c:pt>
                <c:pt idx="8">
                  <c:v>12.850332</c:v>
                </c:pt>
                <c:pt idx="9">
                  <c:v>12.624974999999999</c:v>
                </c:pt>
                <c:pt idx="10">
                  <c:v>12.397005999999999</c:v>
                </c:pt>
                <c:pt idx="11">
                  <c:v>12.192817</c:v>
                </c:pt>
                <c:pt idx="12">
                  <c:v>12.026127000000001</c:v>
                </c:pt>
                <c:pt idx="13">
                  <c:v>11.87936</c:v>
                </c:pt>
                <c:pt idx="14">
                  <c:v>11.771000000000001</c:v>
                </c:pt>
                <c:pt idx="15">
                  <c:v>11.691191999999999</c:v>
                </c:pt>
                <c:pt idx="16">
                  <c:v>11.604735</c:v>
                </c:pt>
                <c:pt idx="17">
                  <c:v>11.551294</c:v>
                </c:pt>
                <c:pt idx="18">
                  <c:v>11.519842000000001</c:v>
                </c:pt>
                <c:pt idx="19">
                  <c:v>11.473649999999999</c:v>
                </c:pt>
                <c:pt idx="20">
                  <c:v>11.419045000000001</c:v>
                </c:pt>
                <c:pt idx="21">
                  <c:v>11.359799000000001</c:v>
                </c:pt>
                <c:pt idx="22">
                  <c:v>11.292244</c:v>
                </c:pt>
                <c:pt idx="23">
                  <c:v>11.214199000000001</c:v>
                </c:pt>
                <c:pt idx="24">
                  <c:v>11.125628000000001</c:v>
                </c:pt>
                <c:pt idx="25">
                  <c:v>11.02693</c:v>
                </c:pt>
                <c:pt idx="26">
                  <c:v>10.918583999999999</c:v>
                </c:pt>
                <c:pt idx="27">
                  <c:v>10.801272000000001</c:v>
                </c:pt>
                <c:pt idx="28">
                  <c:v>10.6762</c:v>
                </c:pt>
                <c:pt idx="29">
                  <c:v>10.544217</c:v>
                </c:pt>
                <c:pt idx="30">
                  <c:v>10.406124</c:v>
                </c:pt>
                <c:pt idx="31">
                  <c:v>10.262858</c:v>
                </c:pt>
                <c:pt idx="32">
                  <c:v>10.115415</c:v>
                </c:pt>
                <c:pt idx="33">
                  <c:v>9.9649070000000002</c:v>
                </c:pt>
                <c:pt idx="34">
                  <c:v>9.8125210000000003</c:v>
                </c:pt>
                <c:pt idx="35">
                  <c:v>9.6594829999999998</c:v>
                </c:pt>
                <c:pt idx="36">
                  <c:v>9.5070979999999992</c:v>
                </c:pt>
                <c:pt idx="37">
                  <c:v>9.3566660000000006</c:v>
                </c:pt>
                <c:pt idx="38">
                  <c:v>9.2094670000000001</c:v>
                </c:pt>
                <c:pt idx="39">
                  <c:v>9.0667749999999998</c:v>
                </c:pt>
                <c:pt idx="40">
                  <c:v>8.9298000000000002</c:v>
                </c:pt>
                <c:pt idx="41">
                  <c:v>8.799614</c:v>
                </c:pt>
                <c:pt idx="42">
                  <c:v>8.6770700000000005</c:v>
                </c:pt>
                <c:pt idx="43">
                  <c:v>8.5627720000000007</c:v>
                </c:pt>
                <c:pt idx="44">
                  <c:v>8.4570159999999994</c:v>
                </c:pt>
                <c:pt idx="45">
                  <c:v>8.359712</c:v>
                </c:pt>
                <c:pt idx="46">
                  <c:v>8.2704350000000009</c:v>
                </c:pt>
                <c:pt idx="47">
                  <c:v>8.1884499999999996</c:v>
                </c:pt>
                <c:pt idx="48">
                  <c:v>8.1127099999999999</c:v>
                </c:pt>
                <c:pt idx="49">
                  <c:v>8.0419940000000008</c:v>
                </c:pt>
                <c:pt idx="50">
                  <c:v>7.9749869999999996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85-47CB-AA0D-3FD44E12F63A}"/>
            </c:ext>
          </c:extLst>
        </c:ser>
        <c:ser>
          <c:idx val="1"/>
          <c:order val="1"/>
          <c:tx>
            <c:v>15-64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cat>
            <c:numRef>
              <c:f>'Chart Data'!$C$2:$C$52</c:f>
              <c:numCache>
                <c:formatCode>General</c:formatCode>
                <c:ptCount val="5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  <c:pt idx="31">
                  <c:v>2051</c:v>
                </c:pt>
                <c:pt idx="32">
                  <c:v>2052</c:v>
                </c:pt>
                <c:pt idx="33">
                  <c:v>2053</c:v>
                </c:pt>
                <c:pt idx="34">
                  <c:v>2054</c:v>
                </c:pt>
                <c:pt idx="35">
                  <c:v>2055</c:v>
                </c:pt>
                <c:pt idx="36">
                  <c:v>2056</c:v>
                </c:pt>
                <c:pt idx="37">
                  <c:v>2057</c:v>
                </c:pt>
                <c:pt idx="38">
                  <c:v>2058</c:v>
                </c:pt>
                <c:pt idx="39">
                  <c:v>2059</c:v>
                </c:pt>
                <c:pt idx="40">
                  <c:v>2060</c:v>
                </c:pt>
                <c:pt idx="41">
                  <c:v>2061</c:v>
                </c:pt>
                <c:pt idx="42">
                  <c:v>2062</c:v>
                </c:pt>
                <c:pt idx="43">
                  <c:v>2063</c:v>
                </c:pt>
                <c:pt idx="44">
                  <c:v>2064</c:v>
                </c:pt>
                <c:pt idx="45">
                  <c:v>2065</c:v>
                </c:pt>
                <c:pt idx="46">
                  <c:v>2066</c:v>
                </c:pt>
                <c:pt idx="47">
                  <c:v>2067</c:v>
                </c:pt>
                <c:pt idx="48">
                  <c:v>2068</c:v>
                </c:pt>
                <c:pt idx="49">
                  <c:v>2069</c:v>
                </c:pt>
                <c:pt idx="50">
                  <c:v>2070</c:v>
                </c:pt>
              </c:numCache>
            </c:numRef>
          </c:cat>
          <c:val>
            <c:numRef>
              <c:f>'Chart Data'!$D$2:$D$52</c:f>
              <c:numCache>
                <c:formatCode>0.0</c:formatCode>
                <c:ptCount val="51"/>
                <c:pt idx="0">
                  <c:v>75.087864999999994</c:v>
                </c:pt>
                <c:pt idx="1">
                  <c:v>74.508070000000004</c:v>
                </c:pt>
                <c:pt idx="2">
                  <c:v>74.196042000000006</c:v>
                </c:pt>
                <c:pt idx="3">
                  <c:v>73.858119000000002</c:v>
                </c:pt>
                <c:pt idx="4">
                  <c:v>73.465788000000003</c:v>
                </c:pt>
                <c:pt idx="5">
                  <c:v>73.101025000000007</c:v>
                </c:pt>
                <c:pt idx="6">
                  <c:v>72.742418999999998</c:v>
                </c:pt>
                <c:pt idx="7">
                  <c:v>72.334958</c:v>
                </c:pt>
                <c:pt idx="8">
                  <c:v>71.880125000000007</c:v>
                </c:pt>
                <c:pt idx="9">
                  <c:v>71.366701000000006</c:v>
                </c:pt>
                <c:pt idx="10">
                  <c:v>70.756828999999996</c:v>
                </c:pt>
                <c:pt idx="11">
                  <c:v>70.437667000000005</c:v>
                </c:pt>
                <c:pt idx="12">
                  <c:v>69.705264999999997</c:v>
                </c:pt>
                <c:pt idx="13">
                  <c:v>68.948701</c:v>
                </c:pt>
                <c:pt idx="14">
                  <c:v>68.111222999999995</c:v>
                </c:pt>
                <c:pt idx="15">
                  <c:v>67.215554999999995</c:v>
                </c:pt>
                <c:pt idx="16">
                  <c:v>66.267824000000005</c:v>
                </c:pt>
                <c:pt idx="17">
                  <c:v>65.229832999999999</c:v>
                </c:pt>
                <c:pt idx="18">
                  <c:v>64.132000000000005</c:v>
                </c:pt>
                <c:pt idx="19">
                  <c:v>63.079526000000001</c:v>
                </c:pt>
                <c:pt idx="20">
                  <c:v>62.133374000000003</c:v>
                </c:pt>
                <c:pt idx="21">
                  <c:v>61.253990999999999</c:v>
                </c:pt>
                <c:pt idx="22">
                  <c:v>60.451239999999999</c:v>
                </c:pt>
                <c:pt idx="23">
                  <c:v>59.690758000000002</c:v>
                </c:pt>
                <c:pt idx="24">
                  <c:v>58.988604000000002</c:v>
                </c:pt>
                <c:pt idx="25">
                  <c:v>58.322915999999999</c:v>
                </c:pt>
                <c:pt idx="26">
                  <c:v>57.719887</c:v>
                </c:pt>
                <c:pt idx="27">
                  <c:v>57.125360000000001</c:v>
                </c:pt>
                <c:pt idx="28">
                  <c:v>56.528637000000003</c:v>
                </c:pt>
                <c:pt idx="29">
                  <c:v>55.945405999999998</c:v>
                </c:pt>
                <c:pt idx="30">
                  <c:v>55.402034999999998</c:v>
                </c:pt>
                <c:pt idx="31">
                  <c:v>54.900368</c:v>
                </c:pt>
                <c:pt idx="32">
                  <c:v>54.408566999999998</c:v>
                </c:pt>
                <c:pt idx="33">
                  <c:v>53.941200000000002</c:v>
                </c:pt>
                <c:pt idx="34">
                  <c:v>53.500273</c:v>
                </c:pt>
                <c:pt idx="35">
                  <c:v>53.069684000000002</c:v>
                </c:pt>
                <c:pt idx="36">
                  <c:v>52.651701000000003</c:v>
                </c:pt>
                <c:pt idx="37">
                  <c:v>52.213124999999998</c:v>
                </c:pt>
                <c:pt idx="38">
                  <c:v>51.771102999999997</c:v>
                </c:pt>
                <c:pt idx="39">
                  <c:v>51.286321999999998</c:v>
                </c:pt>
                <c:pt idx="40">
                  <c:v>50.780644000000002</c:v>
                </c:pt>
                <c:pt idx="41">
                  <c:v>50.272675999999997</c:v>
                </c:pt>
                <c:pt idx="42">
                  <c:v>49.748483999999998</c:v>
                </c:pt>
                <c:pt idx="43">
                  <c:v>49.204906000000001</c:v>
                </c:pt>
                <c:pt idx="44">
                  <c:v>48.659438000000002</c:v>
                </c:pt>
                <c:pt idx="45">
                  <c:v>48.092573999999999</c:v>
                </c:pt>
                <c:pt idx="46">
                  <c:v>47.531101999999997</c:v>
                </c:pt>
                <c:pt idx="47">
                  <c:v>46.975627000000003</c:v>
                </c:pt>
                <c:pt idx="48">
                  <c:v>46.433514000000002</c:v>
                </c:pt>
                <c:pt idx="49">
                  <c:v>45.879322999999999</c:v>
                </c:pt>
                <c:pt idx="50">
                  <c:v>45.349572000000002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85-47CB-AA0D-3FD44E12F63A}"/>
            </c:ext>
          </c:extLst>
        </c:ser>
        <c:ser>
          <c:idx val="2"/>
          <c:order val="2"/>
          <c:tx>
            <c:v>65+</c:v>
          </c:tx>
          <c:spPr>
            <a:solidFill>
              <a:srgbClr val="9D9D9D"/>
            </a:solidFill>
            <a:ln w="0">
              <a:solidFill>
                <a:srgbClr val="9D9D9D"/>
              </a:solidFill>
            </a:ln>
          </c:spPr>
          <c:cat>
            <c:numRef>
              <c:f>'Chart Data'!$E$2:$E$52</c:f>
              <c:numCache>
                <c:formatCode>General</c:formatCode>
                <c:ptCount val="5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  <c:pt idx="31">
                  <c:v>2051</c:v>
                </c:pt>
                <c:pt idx="32">
                  <c:v>2052</c:v>
                </c:pt>
                <c:pt idx="33">
                  <c:v>2053</c:v>
                </c:pt>
                <c:pt idx="34">
                  <c:v>2054</c:v>
                </c:pt>
                <c:pt idx="35">
                  <c:v>2055</c:v>
                </c:pt>
                <c:pt idx="36">
                  <c:v>2056</c:v>
                </c:pt>
                <c:pt idx="37">
                  <c:v>2057</c:v>
                </c:pt>
                <c:pt idx="38">
                  <c:v>2058</c:v>
                </c:pt>
                <c:pt idx="39">
                  <c:v>2059</c:v>
                </c:pt>
                <c:pt idx="40">
                  <c:v>2060</c:v>
                </c:pt>
                <c:pt idx="41">
                  <c:v>2061</c:v>
                </c:pt>
                <c:pt idx="42">
                  <c:v>2062</c:v>
                </c:pt>
                <c:pt idx="43">
                  <c:v>2063</c:v>
                </c:pt>
                <c:pt idx="44">
                  <c:v>2064</c:v>
                </c:pt>
                <c:pt idx="45">
                  <c:v>2065</c:v>
                </c:pt>
                <c:pt idx="46">
                  <c:v>2066</c:v>
                </c:pt>
                <c:pt idx="47">
                  <c:v>2067</c:v>
                </c:pt>
                <c:pt idx="48">
                  <c:v>2068</c:v>
                </c:pt>
                <c:pt idx="49">
                  <c:v>2069</c:v>
                </c:pt>
                <c:pt idx="50">
                  <c:v>2070</c:v>
                </c:pt>
              </c:numCache>
            </c:numRef>
          </c:cat>
          <c:val>
            <c:numRef>
              <c:f>'Chart Data'!$F$2:$F$52</c:f>
              <c:numCache>
                <c:formatCode>0.0</c:formatCode>
                <c:ptCount val="51"/>
                <c:pt idx="0">
                  <c:v>36.026631999999999</c:v>
                </c:pt>
                <c:pt idx="1">
                  <c:v>36.226126000000001</c:v>
                </c:pt>
                <c:pt idx="2">
                  <c:v>36.266277000000002</c:v>
                </c:pt>
                <c:pt idx="3">
                  <c:v>36.347856</c:v>
                </c:pt>
                <c:pt idx="4">
                  <c:v>36.463050000000003</c:v>
                </c:pt>
                <c:pt idx="5">
                  <c:v>36.528900999999998</c:v>
                </c:pt>
                <c:pt idx="6">
                  <c:v>36.564124</c:v>
                </c:pt>
                <c:pt idx="7">
                  <c:v>36.608761999999999</c:v>
                </c:pt>
                <c:pt idx="8">
                  <c:v>36.683379000000002</c:v>
                </c:pt>
                <c:pt idx="9">
                  <c:v>36.779421999999997</c:v>
                </c:pt>
                <c:pt idx="10">
                  <c:v>36.961945999999998</c:v>
                </c:pt>
                <c:pt idx="11">
                  <c:v>36.817216999999999</c:v>
                </c:pt>
                <c:pt idx="12">
                  <c:v>37.0351</c:v>
                </c:pt>
                <c:pt idx="13">
                  <c:v>37.243302</c:v>
                </c:pt>
                <c:pt idx="14">
                  <c:v>37.479883999999998</c:v>
                </c:pt>
                <c:pt idx="15">
                  <c:v>37.732157000000001</c:v>
                </c:pt>
                <c:pt idx="16">
                  <c:v>38.029570999999997</c:v>
                </c:pt>
                <c:pt idx="17">
                  <c:v>38.371358000000001</c:v>
                </c:pt>
                <c:pt idx="18">
                  <c:v>38.739111999999999</c:v>
                </c:pt>
                <c:pt idx="19">
                  <c:v>39.065595000000002</c:v>
                </c:pt>
                <c:pt idx="20">
                  <c:v>39.284984999999999</c:v>
                </c:pt>
                <c:pt idx="21">
                  <c:v>39.431082000000004</c:v>
                </c:pt>
                <c:pt idx="22">
                  <c:v>39.499588000000003</c:v>
                </c:pt>
                <c:pt idx="23">
                  <c:v>39.529021999999998</c:v>
                </c:pt>
                <c:pt idx="24">
                  <c:v>39.505285000000001</c:v>
                </c:pt>
                <c:pt idx="25">
                  <c:v>39.451492000000002</c:v>
                </c:pt>
                <c:pt idx="26">
                  <c:v>39.342267</c:v>
                </c:pt>
                <c:pt idx="27">
                  <c:v>39.232022000000001</c:v>
                </c:pt>
                <c:pt idx="28">
                  <c:v>39.130761999999997</c:v>
                </c:pt>
                <c:pt idx="29">
                  <c:v>39.022002999999998</c:v>
                </c:pt>
                <c:pt idx="30">
                  <c:v>38.878224000000003</c:v>
                </c:pt>
                <c:pt idx="31">
                  <c:v>38.695923000000001</c:v>
                </c:pt>
                <c:pt idx="32">
                  <c:v>38.504942999999997</c:v>
                </c:pt>
                <c:pt idx="33">
                  <c:v>38.288451000000002</c:v>
                </c:pt>
                <c:pt idx="34">
                  <c:v>38.042003999999999</c:v>
                </c:pt>
                <c:pt idx="35">
                  <c:v>37.779232999999998</c:v>
                </c:pt>
                <c:pt idx="36">
                  <c:v>37.495480000000001</c:v>
                </c:pt>
                <c:pt idx="37">
                  <c:v>37.221763000000003</c:v>
                </c:pt>
                <c:pt idx="38">
                  <c:v>36.939076999999997</c:v>
                </c:pt>
                <c:pt idx="39">
                  <c:v>36.685254999999998</c:v>
                </c:pt>
                <c:pt idx="40">
                  <c:v>36.437396999999997</c:v>
                </c:pt>
                <c:pt idx="41">
                  <c:v>36.176333999999997</c:v>
                </c:pt>
                <c:pt idx="42">
                  <c:v>35.915998000000002</c:v>
                </c:pt>
                <c:pt idx="43">
                  <c:v>35.660128999999998</c:v>
                </c:pt>
                <c:pt idx="44">
                  <c:v>35.392426</c:v>
                </c:pt>
                <c:pt idx="45">
                  <c:v>35.134225999999998</c:v>
                </c:pt>
                <c:pt idx="46">
                  <c:v>34.861120999999997</c:v>
                </c:pt>
                <c:pt idx="47">
                  <c:v>34.575367999999997</c:v>
                </c:pt>
                <c:pt idx="48">
                  <c:v>34.272879000000003</c:v>
                </c:pt>
                <c:pt idx="49">
                  <c:v>33.982574999999997</c:v>
                </c:pt>
                <c:pt idx="50">
                  <c:v>33.67145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85-47CB-AA0D-3FD44E12F6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tickLblSkip val="5"/>
        <c:noMultiLvlLbl val="1"/>
      </c:catAx>
      <c:valAx>
        <c:axId val="4867276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47351261023168E-2"/>
          <c:y val="3.1566255695257513E-2"/>
          <c:w val="0.89615163156508548"/>
          <c:h val="0.80383775170530092"/>
        </c:manualLayout>
      </c:layout>
      <c:lineChart>
        <c:grouping val="standard"/>
        <c:varyColors val="0"/>
        <c:ser>
          <c:idx val="0"/>
          <c:order val="0"/>
          <c:tx>
            <c:v>Higher growth and participation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2025</c:v>
                </c:pt>
                <c:pt idx="2">
                  <c:v>2030</c:v>
                </c:pt>
                <c:pt idx="3">
                  <c:v>2035</c:v>
                </c:pt>
                <c:pt idx="4">
                  <c:v>2040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69.02</c:v>
                </c:pt>
                <c:pt idx="1">
                  <c:v>69.251859999999994</c:v>
                </c:pt>
                <c:pt idx="2">
                  <c:v>69.400739999999999</c:v>
                </c:pt>
                <c:pt idx="3">
                  <c:v>68.953969999999998</c:v>
                </c:pt>
                <c:pt idx="4">
                  <c:v>67.911619999999999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80-4C7E-9615-ABDE3D5272C7}"/>
            </c:ext>
          </c:extLst>
        </c:ser>
        <c:ser>
          <c:idx val="1"/>
          <c:order val="1"/>
          <c:tx>
            <c:v>Baseline growth and gradual participation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2022</c:v>
                </c:pt>
                <c:pt idx="1">
                  <c:v>2025</c:v>
                </c:pt>
                <c:pt idx="2">
                  <c:v>2030</c:v>
                </c:pt>
                <c:pt idx="3">
                  <c:v>2035</c:v>
                </c:pt>
                <c:pt idx="4">
                  <c:v>2040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69.02</c:v>
                </c:pt>
                <c:pt idx="1">
                  <c:v>69.018770000000004</c:v>
                </c:pt>
                <c:pt idx="2">
                  <c:v>68.855459999999994</c:v>
                </c:pt>
                <c:pt idx="3">
                  <c:v>67.492500000000007</c:v>
                </c:pt>
                <c:pt idx="4">
                  <c:v>65.362920000000003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80-4C7E-9615-ABDE3D5272C7}"/>
            </c:ext>
          </c:extLst>
        </c:ser>
        <c:ser>
          <c:idx val="2"/>
          <c:order val="2"/>
          <c:tx>
            <c:v>Zero growth and current participation</c:v>
          </c:tx>
          <c:spPr>
            <a:ln w="22860">
              <a:solidFill>
                <a:srgbClr val="9D9D9D"/>
              </a:solidFill>
            </a:ln>
          </c:spPr>
          <c:marker>
            <c:symbol val="none"/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2022</c:v>
                </c:pt>
                <c:pt idx="1">
                  <c:v>2025</c:v>
                </c:pt>
                <c:pt idx="2">
                  <c:v>2030</c:v>
                </c:pt>
                <c:pt idx="3">
                  <c:v>2035</c:v>
                </c:pt>
                <c:pt idx="4">
                  <c:v>2040</c:v>
                </c:pt>
              </c:numCache>
            </c:num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69.02</c:v>
                </c:pt>
                <c:pt idx="1">
                  <c:v>67.752350000000007</c:v>
                </c:pt>
                <c:pt idx="2">
                  <c:v>65.562920000000005</c:v>
                </c:pt>
                <c:pt idx="3">
                  <c:v>63.049720000000001</c:v>
                </c:pt>
                <c:pt idx="4">
                  <c:v>60.01773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80-4C7E-9615-ABDE3D527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58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layout>
        <c:manualLayout>
          <c:xMode val="edge"/>
          <c:yMode val="edge"/>
          <c:x val="5.2402619222770253E-4"/>
          <c:y val="0.90430812490194168"/>
          <c:w val="0.99664496090237853"/>
          <c:h val="7.7794787578951516E-2"/>
        </c:manualLayout>
      </c:layout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July 2019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cat>
            <c:strRef>
              <c:f>'Chart Data'!$A$2:$A$17</c:f>
              <c:strCache>
                <c:ptCount val="16"/>
                <c:pt idx="0">
                  <c:v>Tottori</c:v>
                </c:pt>
                <c:pt idx="1">
                  <c:v>Nagano</c:v>
                </c:pt>
                <c:pt idx="2">
                  <c:v>Gunma</c:v>
                </c:pt>
                <c:pt idx="3">
                  <c:v>Okayama</c:v>
                </c:pt>
                <c:pt idx="4">
                  <c:v>Hiroshima</c:v>
                </c:pt>
                <c:pt idx="5">
                  <c:v>Niigata</c:v>
                </c:pt>
                <c:pt idx="6">
                  <c:v>Kagawa</c:v>
                </c:pt>
                <c:pt idx="7">
                  <c:v>Ehime</c:v>
                </c:pt>
                <c:pt idx="8">
                  <c:v>Yamagata</c:v>
                </c:pt>
                <c:pt idx="9">
                  <c:v>Gifu</c:v>
                </c:pt>
                <c:pt idx="10">
                  <c:v>Shimane</c:v>
                </c:pt>
                <c:pt idx="11">
                  <c:v>Ishikawa</c:v>
                </c:pt>
                <c:pt idx="12">
                  <c:v>Toyama</c:v>
                </c:pt>
                <c:pt idx="13">
                  <c:v>Yamanashi</c:v>
                </c:pt>
                <c:pt idx="14">
                  <c:v>Fukui</c:v>
                </c:pt>
                <c:pt idx="15">
                  <c:v>Tokyo</c:v>
                </c:pt>
              </c:strCache>
            </c:strRef>
          </c:cat>
          <c:val>
            <c:numRef>
              <c:f>'Chart Data'!$B$2:$B$17</c:f>
              <c:numCache>
                <c:formatCode>0.0</c:formatCode>
                <c:ptCount val="16"/>
                <c:pt idx="0">
                  <c:v>1.73</c:v>
                </c:pt>
                <c:pt idx="1">
                  <c:v>1.63</c:v>
                </c:pt>
                <c:pt idx="2">
                  <c:v>1.71</c:v>
                </c:pt>
                <c:pt idx="3">
                  <c:v>2.0299999999999998</c:v>
                </c:pt>
                <c:pt idx="4">
                  <c:v>2.0499999999999998</c:v>
                </c:pt>
                <c:pt idx="5">
                  <c:v>1.63</c:v>
                </c:pt>
                <c:pt idx="6">
                  <c:v>1.81</c:v>
                </c:pt>
                <c:pt idx="7">
                  <c:v>1.62</c:v>
                </c:pt>
                <c:pt idx="8">
                  <c:v>1.5</c:v>
                </c:pt>
                <c:pt idx="9">
                  <c:v>2.02</c:v>
                </c:pt>
                <c:pt idx="10">
                  <c:v>1.64</c:v>
                </c:pt>
                <c:pt idx="11">
                  <c:v>2</c:v>
                </c:pt>
                <c:pt idx="12">
                  <c:v>1.92</c:v>
                </c:pt>
                <c:pt idx="13">
                  <c:v>1.44</c:v>
                </c:pt>
                <c:pt idx="14">
                  <c:v>2.0299999999999998</c:v>
                </c:pt>
                <c:pt idx="15">
                  <c:v>2.09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08B-45E1-96A5-291811230FE9}"/>
            </c:ext>
          </c:extLst>
        </c:ser>
        <c:ser>
          <c:idx val="1"/>
          <c:order val="1"/>
          <c:tx>
            <c:v>July 2026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cat>
            <c:strRef>
              <c:f>'Chart Data'!$C$2:$C$17</c:f>
              <c:strCache>
                <c:ptCount val="16"/>
                <c:pt idx="0">
                  <c:v>Tottori</c:v>
                </c:pt>
                <c:pt idx="1">
                  <c:v>Nagano</c:v>
                </c:pt>
                <c:pt idx="2">
                  <c:v>Gunma</c:v>
                </c:pt>
                <c:pt idx="3">
                  <c:v>Okayama</c:v>
                </c:pt>
                <c:pt idx="4">
                  <c:v>Hiroshima</c:v>
                </c:pt>
                <c:pt idx="5">
                  <c:v>Niigata</c:v>
                </c:pt>
                <c:pt idx="6">
                  <c:v>Kagawa</c:v>
                </c:pt>
                <c:pt idx="7">
                  <c:v>Ehime</c:v>
                </c:pt>
                <c:pt idx="8">
                  <c:v>Yamagata</c:v>
                </c:pt>
                <c:pt idx="9">
                  <c:v>Gifu</c:v>
                </c:pt>
                <c:pt idx="10">
                  <c:v>Shimane</c:v>
                </c:pt>
                <c:pt idx="11">
                  <c:v>Ishikawa</c:v>
                </c:pt>
                <c:pt idx="12">
                  <c:v>Toyama</c:v>
                </c:pt>
                <c:pt idx="13">
                  <c:v>Yamanashi</c:v>
                </c:pt>
                <c:pt idx="14">
                  <c:v>Fukui</c:v>
                </c:pt>
                <c:pt idx="15">
                  <c:v>Tokyo</c:v>
                </c:pt>
              </c:strCache>
            </c:strRef>
          </c:cat>
          <c:val>
            <c:numRef>
              <c:f>'Chart Data'!$D$2:$D$17</c:f>
              <c:numCache>
                <c:formatCode>0.0</c:formatCode>
                <c:ptCount val="16"/>
                <c:pt idx="0">
                  <c:v>1.27</c:v>
                </c:pt>
                <c:pt idx="1">
                  <c:v>1.29</c:v>
                </c:pt>
                <c:pt idx="2">
                  <c:v>1.3</c:v>
                </c:pt>
                <c:pt idx="3">
                  <c:v>1.33</c:v>
                </c:pt>
                <c:pt idx="4">
                  <c:v>1.33</c:v>
                </c:pt>
                <c:pt idx="5">
                  <c:v>1.36</c:v>
                </c:pt>
                <c:pt idx="6">
                  <c:v>1.36</c:v>
                </c:pt>
                <c:pt idx="7">
                  <c:v>1.37</c:v>
                </c:pt>
                <c:pt idx="8">
                  <c:v>1.39</c:v>
                </c:pt>
                <c:pt idx="9">
                  <c:v>1.43</c:v>
                </c:pt>
                <c:pt idx="10">
                  <c:v>1.44</c:v>
                </c:pt>
                <c:pt idx="11">
                  <c:v>1.44</c:v>
                </c:pt>
                <c:pt idx="12">
                  <c:v>1.46</c:v>
                </c:pt>
                <c:pt idx="13">
                  <c:v>1.47</c:v>
                </c:pt>
                <c:pt idx="14">
                  <c:v>1.55</c:v>
                </c:pt>
                <c:pt idx="15">
                  <c:v>1.69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08B-45E1-96A5-291811230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"/>
          <c:min val="0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July 2019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cat>
            <c:strRef>
              <c:f>'Chart Data'!$A$2:$A$17</c:f>
              <c:strCache>
                <c:ptCount val="16"/>
                <c:pt idx="0">
                  <c:v>Ibaraki</c:v>
                </c:pt>
                <c:pt idx="1">
                  <c:v>Miyagi</c:v>
                </c:pt>
                <c:pt idx="2">
                  <c:v>Oita</c:v>
                </c:pt>
                <c:pt idx="3">
                  <c:v>Osaka</c:v>
                </c:pt>
                <c:pt idx="4">
                  <c:v>Kochi</c:v>
                </c:pt>
                <c:pt idx="5">
                  <c:v>Iwate</c:v>
                </c:pt>
                <c:pt idx="6">
                  <c:v>Miyazaki</c:v>
                </c:pt>
                <c:pt idx="7">
                  <c:v>Akita</c:v>
                </c:pt>
                <c:pt idx="8">
                  <c:v>Mie</c:v>
                </c:pt>
                <c:pt idx="9">
                  <c:v>Saga</c:v>
                </c:pt>
                <c:pt idx="10">
                  <c:v>Kumamoto</c:v>
                </c:pt>
                <c:pt idx="11">
                  <c:v>Kyoto</c:v>
                </c:pt>
                <c:pt idx="12">
                  <c:v>Yamaguchi</c:v>
                </c:pt>
                <c:pt idx="13">
                  <c:v>Aichi</c:v>
                </c:pt>
                <c:pt idx="14">
                  <c:v>Tokushima</c:v>
                </c:pt>
                <c:pt idx="15">
                  <c:v>Fukushima</c:v>
                </c:pt>
              </c:strCache>
            </c:strRef>
          </c:cat>
          <c:val>
            <c:numRef>
              <c:f>'Chart Data'!$B$2:$B$17</c:f>
              <c:numCache>
                <c:formatCode>0.0</c:formatCode>
                <c:ptCount val="16"/>
                <c:pt idx="0">
                  <c:v>1.61</c:v>
                </c:pt>
                <c:pt idx="1">
                  <c:v>1.63</c:v>
                </c:pt>
                <c:pt idx="2">
                  <c:v>1.55</c:v>
                </c:pt>
                <c:pt idx="3">
                  <c:v>1.78</c:v>
                </c:pt>
                <c:pt idx="4">
                  <c:v>1.31</c:v>
                </c:pt>
                <c:pt idx="5">
                  <c:v>1.38</c:v>
                </c:pt>
                <c:pt idx="6">
                  <c:v>1.48</c:v>
                </c:pt>
                <c:pt idx="7">
                  <c:v>1.46</c:v>
                </c:pt>
                <c:pt idx="8">
                  <c:v>1.68</c:v>
                </c:pt>
                <c:pt idx="9">
                  <c:v>1.31</c:v>
                </c:pt>
                <c:pt idx="10">
                  <c:v>1.62</c:v>
                </c:pt>
                <c:pt idx="11">
                  <c:v>1.63</c:v>
                </c:pt>
                <c:pt idx="12">
                  <c:v>1.6</c:v>
                </c:pt>
                <c:pt idx="13">
                  <c:v>1.95</c:v>
                </c:pt>
                <c:pt idx="14">
                  <c:v>1.51</c:v>
                </c:pt>
                <c:pt idx="15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C70-45C6-B53A-8628889BBB2E}"/>
            </c:ext>
          </c:extLst>
        </c:ser>
        <c:ser>
          <c:idx val="1"/>
          <c:order val="1"/>
          <c:tx>
            <c:v>July 2026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cat>
            <c:strRef>
              <c:f>'Chart Data'!$C$2:$C$17</c:f>
              <c:strCache>
                <c:ptCount val="16"/>
                <c:pt idx="0">
                  <c:v>Ibaraki</c:v>
                </c:pt>
                <c:pt idx="1">
                  <c:v>Miyagi</c:v>
                </c:pt>
                <c:pt idx="2">
                  <c:v>Oita</c:v>
                </c:pt>
                <c:pt idx="3">
                  <c:v>Osaka</c:v>
                </c:pt>
                <c:pt idx="4">
                  <c:v>Kochi</c:v>
                </c:pt>
                <c:pt idx="5">
                  <c:v>Iwate</c:v>
                </c:pt>
                <c:pt idx="6">
                  <c:v>Miyazaki</c:v>
                </c:pt>
                <c:pt idx="7">
                  <c:v>Akita</c:v>
                </c:pt>
                <c:pt idx="8">
                  <c:v>Mie</c:v>
                </c:pt>
                <c:pt idx="9">
                  <c:v>Saga</c:v>
                </c:pt>
                <c:pt idx="10">
                  <c:v>Kumamoto</c:v>
                </c:pt>
                <c:pt idx="11">
                  <c:v>Kyoto</c:v>
                </c:pt>
                <c:pt idx="12">
                  <c:v>Yamaguchi</c:v>
                </c:pt>
                <c:pt idx="13">
                  <c:v>Aichi</c:v>
                </c:pt>
                <c:pt idx="14">
                  <c:v>Tokushima</c:v>
                </c:pt>
                <c:pt idx="15">
                  <c:v>Fukushima</c:v>
                </c:pt>
              </c:strCache>
            </c:strRef>
          </c:cat>
          <c:val>
            <c:numRef>
              <c:f>'Chart Data'!$D$2:$D$17</c:f>
              <c:numCache>
                <c:formatCode>0.0</c:formatCode>
                <c:ptCount val="16"/>
                <c:pt idx="0">
                  <c:v>1.1100000000000001</c:v>
                </c:pt>
                <c:pt idx="1">
                  <c:v>1.1200000000000001</c:v>
                </c:pt>
                <c:pt idx="2">
                  <c:v>1.1200000000000001</c:v>
                </c:pt>
                <c:pt idx="3">
                  <c:v>1.1200000000000001</c:v>
                </c:pt>
                <c:pt idx="4">
                  <c:v>1.1399999999999999</c:v>
                </c:pt>
                <c:pt idx="5">
                  <c:v>1.1599999999999999</c:v>
                </c:pt>
                <c:pt idx="6">
                  <c:v>1.17</c:v>
                </c:pt>
                <c:pt idx="7">
                  <c:v>1.17</c:v>
                </c:pt>
                <c:pt idx="8">
                  <c:v>1.19</c:v>
                </c:pt>
                <c:pt idx="9">
                  <c:v>1.19</c:v>
                </c:pt>
                <c:pt idx="10">
                  <c:v>1.2</c:v>
                </c:pt>
                <c:pt idx="11">
                  <c:v>1.21</c:v>
                </c:pt>
                <c:pt idx="12">
                  <c:v>1.22</c:v>
                </c:pt>
                <c:pt idx="13">
                  <c:v>1.23</c:v>
                </c:pt>
                <c:pt idx="14">
                  <c:v>1.23</c:v>
                </c:pt>
                <c:pt idx="15">
                  <c:v>1.24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C70-45C6-B53A-8628889BB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"/>
          <c:min val="0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July 2019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cat>
            <c:strRef>
              <c:f>'Chart Data'!$A$2:$A$16</c:f>
              <c:strCache>
                <c:ptCount val="15"/>
                <c:pt idx="0">
                  <c:v>Kanagawa</c:v>
                </c:pt>
                <c:pt idx="1">
                  <c:v>Hokkaido</c:v>
                </c:pt>
                <c:pt idx="2">
                  <c:v>Okinawa</c:v>
                </c:pt>
                <c:pt idx="3">
                  <c:v>Hyogo</c:v>
                </c:pt>
                <c:pt idx="4">
                  <c:v>Wakayama</c:v>
                </c:pt>
                <c:pt idx="5">
                  <c:v>Saitama</c:v>
                </c:pt>
                <c:pt idx="6">
                  <c:v>Chiba</c:v>
                </c:pt>
                <c:pt idx="7">
                  <c:v>Nagasaki</c:v>
                </c:pt>
                <c:pt idx="8">
                  <c:v>Kagoshima</c:v>
                </c:pt>
                <c:pt idx="9">
                  <c:v>Fukuoka</c:v>
                </c:pt>
                <c:pt idx="10">
                  <c:v>Aomori</c:v>
                </c:pt>
                <c:pt idx="11">
                  <c:v>Shiga</c:v>
                </c:pt>
                <c:pt idx="12">
                  <c:v>Tochigi</c:v>
                </c:pt>
                <c:pt idx="13">
                  <c:v>Shizuoka</c:v>
                </c:pt>
                <c:pt idx="14">
                  <c:v>Nara</c:v>
                </c:pt>
              </c:strCache>
            </c:strRef>
          </c:cat>
          <c:val>
            <c:numRef>
              <c:f>'Chart Data'!$B$2:$B$16</c:f>
              <c:numCache>
                <c:formatCode>0.0</c:formatCode>
                <c:ptCount val="15"/>
                <c:pt idx="0">
                  <c:v>1.19</c:v>
                </c:pt>
                <c:pt idx="1">
                  <c:v>1.24</c:v>
                </c:pt>
                <c:pt idx="2">
                  <c:v>1.22</c:v>
                </c:pt>
                <c:pt idx="3">
                  <c:v>1.42</c:v>
                </c:pt>
                <c:pt idx="4">
                  <c:v>1.44</c:v>
                </c:pt>
                <c:pt idx="5">
                  <c:v>1.33</c:v>
                </c:pt>
                <c:pt idx="6">
                  <c:v>1.34</c:v>
                </c:pt>
                <c:pt idx="7">
                  <c:v>1.23</c:v>
                </c:pt>
                <c:pt idx="8">
                  <c:v>1.36</c:v>
                </c:pt>
                <c:pt idx="9">
                  <c:v>1.56</c:v>
                </c:pt>
                <c:pt idx="10">
                  <c:v>1.23</c:v>
                </c:pt>
                <c:pt idx="11">
                  <c:v>1.36</c:v>
                </c:pt>
                <c:pt idx="12">
                  <c:v>1.42</c:v>
                </c:pt>
                <c:pt idx="13">
                  <c:v>1.57</c:v>
                </c:pt>
                <c:pt idx="14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63-4C2B-886F-1E1214AB1396}"/>
            </c:ext>
          </c:extLst>
        </c:ser>
        <c:ser>
          <c:idx val="1"/>
          <c:order val="1"/>
          <c:tx>
            <c:v>July 2026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cat>
            <c:strRef>
              <c:f>'Chart Data'!$C$2:$C$16</c:f>
              <c:strCache>
                <c:ptCount val="15"/>
                <c:pt idx="0">
                  <c:v>Kanagawa</c:v>
                </c:pt>
                <c:pt idx="1">
                  <c:v>Hokkaido</c:v>
                </c:pt>
                <c:pt idx="2">
                  <c:v>Okinawa</c:v>
                </c:pt>
                <c:pt idx="3">
                  <c:v>Hyogo</c:v>
                </c:pt>
                <c:pt idx="4">
                  <c:v>Wakayama</c:v>
                </c:pt>
                <c:pt idx="5">
                  <c:v>Saitama</c:v>
                </c:pt>
                <c:pt idx="6">
                  <c:v>Chiba</c:v>
                </c:pt>
                <c:pt idx="7">
                  <c:v>Nagasaki</c:v>
                </c:pt>
                <c:pt idx="8">
                  <c:v>Kagoshima</c:v>
                </c:pt>
                <c:pt idx="9">
                  <c:v>Fukuoka</c:v>
                </c:pt>
                <c:pt idx="10">
                  <c:v>Aomori</c:v>
                </c:pt>
                <c:pt idx="11">
                  <c:v>Shiga</c:v>
                </c:pt>
                <c:pt idx="12">
                  <c:v>Tochigi</c:v>
                </c:pt>
                <c:pt idx="13">
                  <c:v>Shizuoka</c:v>
                </c:pt>
                <c:pt idx="14">
                  <c:v>Nara</c:v>
                </c:pt>
              </c:strCache>
            </c:strRef>
          </c:cat>
          <c:val>
            <c:numRef>
              <c:f>'Chart Data'!$D$2:$D$16</c:f>
              <c:numCache>
                <c:formatCode>0.0</c:formatCode>
                <c:ptCount val="15"/>
                <c:pt idx="0">
                  <c:v>0.84</c:v>
                </c:pt>
                <c:pt idx="1">
                  <c:v>0.91</c:v>
                </c:pt>
                <c:pt idx="2">
                  <c:v>0.93</c:v>
                </c:pt>
                <c:pt idx="3">
                  <c:v>0.93</c:v>
                </c:pt>
                <c:pt idx="4">
                  <c:v>0.94</c:v>
                </c:pt>
                <c:pt idx="5">
                  <c:v>0.97</c:v>
                </c:pt>
                <c:pt idx="6">
                  <c:v>0.99</c:v>
                </c:pt>
                <c:pt idx="7">
                  <c:v>1.01</c:v>
                </c:pt>
                <c:pt idx="8">
                  <c:v>1.02</c:v>
                </c:pt>
                <c:pt idx="9">
                  <c:v>1.06</c:v>
                </c:pt>
                <c:pt idx="10">
                  <c:v>1.06</c:v>
                </c:pt>
                <c:pt idx="11">
                  <c:v>1.07</c:v>
                </c:pt>
                <c:pt idx="12">
                  <c:v>1.0900000000000001</c:v>
                </c:pt>
                <c:pt idx="13">
                  <c:v>1.1000000000000001</c:v>
                </c:pt>
                <c:pt idx="14">
                  <c:v>1.1100000000000001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163-4C2B-886F-1E1214AB1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"/>
          <c:min val="0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100-299</c:v>
                </c:pt>
                <c:pt idx="1">
                  <c:v>300-999</c:v>
                </c:pt>
                <c:pt idx="2">
                  <c:v>1,000-4,999</c:v>
                </c:pt>
                <c:pt idx="3">
                  <c:v>5,000+</c:v>
                </c:pt>
                <c:pt idx="4">
                  <c:v>Total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3.7</c:v>
                </c:pt>
                <c:pt idx="1">
                  <c:v>3.8</c:v>
                </c:pt>
                <c:pt idx="2">
                  <c:v>4.0999999999999996</c:v>
                </c:pt>
                <c:pt idx="3">
                  <c:v>4.8</c:v>
                </c:pt>
                <c:pt idx="4">
                  <c:v>4.0999999999999996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A59-4FF3-8AEE-6D244DC23288}"/>
            </c:ext>
          </c:extLst>
        </c:ser>
        <c:ser>
          <c:idx val="1"/>
          <c:order val="1"/>
          <c:tx>
            <c:v>2025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Data'!$C$2:$C$6</c:f>
              <c:strCache>
                <c:ptCount val="5"/>
                <c:pt idx="0">
                  <c:v>100-299</c:v>
                </c:pt>
                <c:pt idx="1">
                  <c:v>300-999</c:v>
                </c:pt>
                <c:pt idx="2">
                  <c:v>1,000-4,999</c:v>
                </c:pt>
                <c:pt idx="3">
                  <c:v>5,000+</c:v>
                </c:pt>
                <c:pt idx="4">
                  <c:v>Total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3.6</c:v>
                </c:pt>
                <c:pt idx="1">
                  <c:v>4</c:v>
                </c:pt>
                <c:pt idx="2">
                  <c:v>5</c:v>
                </c:pt>
                <c:pt idx="3">
                  <c:v>5.0999999999999996</c:v>
                </c:pt>
                <c:pt idx="4">
                  <c:v>4.4000000000000004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A59-4FF3-8AEE-6D244DC232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48389323306904"/>
          <c:y val="3.3716475095785438E-2"/>
          <c:w val="0.80238000526750763"/>
          <c:h val="0.93256704980842908"/>
        </c:manualLayout>
      </c:layout>
      <c:barChart>
        <c:barDir val="bar"/>
        <c:grouping val="clustered"/>
        <c:varyColors val="0"/>
        <c:ser>
          <c:idx val="0"/>
          <c:order val="0"/>
          <c:tx>
            <c:v>Raised wages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100-299</c:v>
                </c:pt>
                <c:pt idx="1">
                  <c:v>300-999</c:v>
                </c:pt>
                <c:pt idx="2">
                  <c:v>1,000-4,999</c:v>
                </c:pt>
                <c:pt idx="3">
                  <c:v>5,000+</c:v>
                </c:pt>
                <c:pt idx="4">
                  <c:v>Total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89.7</c:v>
                </c:pt>
                <c:pt idx="1">
                  <c:v>95.6</c:v>
                </c:pt>
                <c:pt idx="2">
                  <c:v>96</c:v>
                </c:pt>
                <c:pt idx="3">
                  <c:v>98.9</c:v>
                </c:pt>
                <c:pt idx="4">
                  <c:v>91.5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307-40DB-B469-3B74326A4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1"/>
        <c:axPos val="b"/>
        <c:numFmt formatCode="0.0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All employees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16.899999999999999</c:v>
                </c:pt>
                <c:pt idx="1">
                  <c:v>16.5</c:v>
                </c:pt>
                <c:pt idx="2">
                  <c:v>16.3</c:v>
                </c:pt>
                <c:pt idx="3">
                  <c:v>16.100000000000001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A1-49CF-A83D-573FEF43DCEE}"/>
            </c:ext>
          </c:extLst>
        </c:ser>
        <c:ser>
          <c:idx val="1"/>
          <c:order val="1"/>
          <c:tx>
            <c:v>Part-time employees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8.4</c:v>
                </c:pt>
                <c:pt idx="1">
                  <c:v>8.5</c:v>
                </c:pt>
                <c:pt idx="2">
                  <c:v>8.4</c:v>
                </c:pt>
                <c:pt idx="3">
                  <c:v>8.8000000000000007</c:v>
                </c:pt>
                <c:pt idx="4">
                  <c:v>8.8000000000000007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A1-49CF-A83D-573FEF43DC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6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2025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Data'!$A$2:$A$19</c:f>
              <c:strCache>
                <c:ptCount val="18"/>
                <c:pt idx="0">
                  <c:v>Agriculture</c:v>
                </c:pt>
                <c:pt idx="1">
                  <c:v>Other services</c:v>
                </c:pt>
                <c:pt idx="2">
                  <c:v>Health and social work</c:v>
                </c:pt>
                <c:pt idx="3">
                  <c:v>Real estate and leasing</c:v>
                </c:pt>
                <c:pt idx="4">
                  <c:v>Professional services</c:v>
                </c:pt>
                <c:pt idx="5">
                  <c:v>Personal services and leisure</c:v>
                </c:pt>
                <c:pt idx="6">
                  <c:v>Accommodation and food</c:v>
                </c:pt>
                <c:pt idx="7">
                  <c:v>Information and communication</c:v>
                </c:pt>
                <c:pt idx="8">
                  <c:v>Education</c:v>
                </c:pt>
                <c:pt idx="9">
                  <c:v>Total</c:v>
                </c:pt>
                <c:pt idx="10">
                  <c:v>Wholesale and retail</c:v>
                </c:pt>
                <c:pt idx="11">
                  <c:v>Construction</c:v>
                </c:pt>
                <c:pt idx="12">
                  <c:v>Transport and postal services</c:v>
                </c:pt>
                <c:pt idx="13">
                  <c:v>Manufacturing</c:v>
                </c:pt>
                <c:pt idx="14">
                  <c:v>Mining</c:v>
                </c:pt>
                <c:pt idx="15">
                  <c:v>Finance</c:v>
                </c:pt>
                <c:pt idx="16">
                  <c:v>Utilities</c:v>
                </c:pt>
                <c:pt idx="17">
                  <c:v>Compound services</c:v>
                </c:pt>
              </c:strCache>
            </c:strRef>
          </c:cat>
          <c:val>
            <c:numRef>
              <c:f>'Chart Data'!$B$2:$B$19</c:f>
              <c:numCache>
                <c:formatCode>0.0</c:formatCode>
                <c:ptCount val="18"/>
                <c:pt idx="0">
                  <c:v>1.5</c:v>
                </c:pt>
                <c:pt idx="1">
                  <c:v>4.9000000000000004</c:v>
                </c:pt>
                <c:pt idx="2">
                  <c:v>5.3</c:v>
                </c:pt>
                <c:pt idx="3">
                  <c:v>5.7</c:v>
                </c:pt>
                <c:pt idx="4">
                  <c:v>6.6</c:v>
                </c:pt>
                <c:pt idx="5">
                  <c:v>6.9</c:v>
                </c:pt>
                <c:pt idx="6">
                  <c:v>11</c:v>
                </c:pt>
                <c:pt idx="7">
                  <c:v>11.5</c:v>
                </c:pt>
                <c:pt idx="8">
                  <c:v>12</c:v>
                </c:pt>
                <c:pt idx="9">
                  <c:v>15.9</c:v>
                </c:pt>
                <c:pt idx="10">
                  <c:v>16.399999999999999</c:v>
                </c:pt>
                <c:pt idx="11">
                  <c:v>20.2</c:v>
                </c:pt>
                <c:pt idx="12">
                  <c:v>24</c:v>
                </c:pt>
                <c:pt idx="13">
                  <c:v>26.4</c:v>
                </c:pt>
                <c:pt idx="14">
                  <c:v>27</c:v>
                </c:pt>
                <c:pt idx="15">
                  <c:v>46.4</c:v>
                </c:pt>
                <c:pt idx="16">
                  <c:v>49</c:v>
                </c:pt>
                <c:pt idx="17">
                  <c:v>52.5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588-4C0C-8730-30B212C5C3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5239">
              <a:solidFill>
                <a:srgbClr val="D5D5D5"/>
              </a:solidFill>
              <a:prstDash val="dash"/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Headline sample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Data'!$A$2:$A$15</c:f>
              <c:strCache>
                <c:ptCount val="14"/>
                <c:pt idx="0">
                  <c:v>06/25</c:v>
                </c:pt>
                <c:pt idx="1">
                  <c:v>07/25</c:v>
                </c:pt>
                <c:pt idx="2">
                  <c:v>08/25</c:v>
                </c:pt>
                <c:pt idx="3">
                  <c:v>09/25</c:v>
                </c:pt>
                <c:pt idx="4">
                  <c:v>10/25</c:v>
                </c:pt>
                <c:pt idx="5">
                  <c:v>11/25</c:v>
                </c:pt>
                <c:pt idx="6">
                  <c:v>12/25</c:v>
                </c:pt>
                <c:pt idx="7">
                  <c:v>01/26</c:v>
                </c:pt>
                <c:pt idx="8">
                  <c:v>02/26</c:v>
                </c:pt>
                <c:pt idx="9">
                  <c:v>03/26</c:v>
                </c:pt>
                <c:pt idx="10">
                  <c:v>04/26</c:v>
                </c:pt>
                <c:pt idx="11">
                  <c:v>05/26</c:v>
                </c:pt>
                <c:pt idx="12">
                  <c:v>06/26</c:v>
                </c:pt>
                <c:pt idx="13">
                  <c:v>07/26</c:v>
                </c:pt>
              </c:strCache>
            </c:strRef>
          </c:cat>
          <c:val>
            <c:numRef>
              <c:f>'Chart Data'!$B$2:$B$15</c:f>
              <c:numCache>
                <c:formatCode>0.0</c:formatCode>
                <c:ptCount val="14"/>
                <c:pt idx="0">
                  <c:v>2.6</c:v>
                </c:pt>
                <c:pt idx="1">
                  <c:v>2.5</c:v>
                </c:pt>
                <c:pt idx="2">
                  <c:v>2.4</c:v>
                </c:pt>
                <c:pt idx="3">
                  <c:v>2.5</c:v>
                </c:pt>
                <c:pt idx="4">
                  <c:v>2.6</c:v>
                </c:pt>
                <c:pt idx="5">
                  <c:v>2.4</c:v>
                </c:pt>
                <c:pt idx="6">
                  <c:v>2.4</c:v>
                </c:pt>
                <c:pt idx="7">
                  <c:v>3.4</c:v>
                </c:pt>
                <c:pt idx="8">
                  <c:v>3.8</c:v>
                </c:pt>
                <c:pt idx="9">
                  <c:v>3.9</c:v>
                </c:pt>
                <c:pt idx="10">
                  <c:v>3.6</c:v>
                </c:pt>
                <c:pt idx="11">
                  <c:v>3.6</c:v>
                </c:pt>
                <c:pt idx="12">
                  <c:v>3.7</c:v>
                </c:pt>
                <c:pt idx="13">
                  <c:v>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19-4804-8857-1AF407F1E937}"/>
            </c:ext>
          </c:extLst>
        </c:ser>
        <c:ser>
          <c:idx val="1"/>
          <c:order val="1"/>
          <c:tx>
            <c:v>Common establishments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Data'!$C$2:$C$15</c:f>
              <c:strCache>
                <c:ptCount val="14"/>
                <c:pt idx="0">
                  <c:v>06/25</c:v>
                </c:pt>
                <c:pt idx="1">
                  <c:v>07/25</c:v>
                </c:pt>
                <c:pt idx="2">
                  <c:v>08/25</c:v>
                </c:pt>
                <c:pt idx="3">
                  <c:v>09/25</c:v>
                </c:pt>
                <c:pt idx="4">
                  <c:v>10/25</c:v>
                </c:pt>
                <c:pt idx="5">
                  <c:v>11/25</c:v>
                </c:pt>
                <c:pt idx="6">
                  <c:v>12/25</c:v>
                </c:pt>
                <c:pt idx="7">
                  <c:v>01/26</c:v>
                </c:pt>
                <c:pt idx="8">
                  <c:v>02/26</c:v>
                </c:pt>
                <c:pt idx="9">
                  <c:v>03/26</c:v>
                </c:pt>
                <c:pt idx="10">
                  <c:v>04/26</c:v>
                </c:pt>
                <c:pt idx="11">
                  <c:v>05/26</c:v>
                </c:pt>
                <c:pt idx="12">
                  <c:v>06/26</c:v>
                </c:pt>
                <c:pt idx="13">
                  <c:v>07/26</c:v>
                </c:pt>
              </c:strCache>
            </c:strRef>
          </c:cat>
          <c:val>
            <c:numRef>
              <c:f>'Chart Data'!$D$2:$D$15</c:f>
              <c:numCache>
                <c:formatCode>0.0</c:formatCode>
                <c:ptCount val="14"/>
                <c:pt idx="0">
                  <c:v>2.2999999999999998</c:v>
                </c:pt>
                <c:pt idx="1">
                  <c:v>2.4</c:v>
                </c:pt>
                <c:pt idx="2">
                  <c:v>2.4</c:v>
                </c:pt>
                <c:pt idx="3">
                  <c:v>2.2999999999999998</c:v>
                </c:pt>
                <c:pt idx="4">
                  <c:v>2.1</c:v>
                </c:pt>
                <c:pt idx="5">
                  <c:v>2.2000000000000002</c:v>
                </c:pt>
                <c:pt idx="6">
                  <c:v>2.2000000000000002</c:v>
                </c:pt>
                <c:pt idx="7">
                  <c:v>2.7</c:v>
                </c:pt>
                <c:pt idx="8">
                  <c:v>3</c:v>
                </c:pt>
                <c:pt idx="9">
                  <c:v>2.7</c:v>
                </c:pt>
                <c:pt idx="10">
                  <c:v>2.5</c:v>
                </c:pt>
                <c:pt idx="11">
                  <c:v>2.5</c:v>
                </c:pt>
                <c:pt idx="12">
                  <c:v>2.9</c:v>
                </c:pt>
                <c:pt idx="1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19-4804-8857-1AF407F1E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1.5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Hires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Part-time workers</c:v>
                </c:pt>
                <c:pt idx="1">
                  <c:v>Regular workers</c:v>
                </c:pt>
                <c:pt idx="2">
                  <c:v>Total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21.7</c:v>
                </c:pt>
                <c:pt idx="1">
                  <c:v>12</c:v>
                </c:pt>
                <c:pt idx="2">
                  <c:v>14.7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7A7-486A-93A1-BADE0DF2142E}"/>
            </c:ext>
          </c:extLst>
        </c:ser>
        <c:ser>
          <c:idx val="1"/>
          <c:order val="1"/>
          <c:tx>
            <c:v>Separations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Part-time workers</c:v>
                </c:pt>
                <c:pt idx="1">
                  <c:v>Regular workers</c:v>
                </c:pt>
                <c:pt idx="2">
                  <c:v>Total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19.899999999999999</c:v>
                </c:pt>
                <c:pt idx="1">
                  <c:v>11.4</c:v>
                </c:pt>
                <c:pt idx="2">
                  <c:v>13.7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7A7-486A-93A1-BADE0DF214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Increase</c:v>
          </c:tx>
          <c:spPr>
            <a:solidFill>
              <a:srgbClr val="992937"/>
            </a:solidFill>
            <a:ln w="0">
              <a:solidFill>
                <a:srgbClr val="992937"/>
              </a:solidFill>
            </a:ln>
          </c:spPr>
          <c:invertIfNegative val="1"/>
          <c:cat>
            <c:strRef>
              <c:f>'Chart Data'!$A$2:$A$13</c:f>
              <c:strCache>
                <c:ptCount val="12"/>
                <c:pt idx="0">
                  <c:v>65+</c:v>
                </c:pt>
                <c:pt idx="1">
                  <c:v>60-64</c:v>
                </c:pt>
                <c:pt idx="2">
                  <c:v>55-59</c:v>
                </c:pt>
                <c:pt idx="3">
                  <c:v>50-54</c:v>
                </c:pt>
                <c:pt idx="4">
                  <c:v>45-49</c:v>
                </c:pt>
                <c:pt idx="5">
                  <c:v>40-44</c:v>
                </c:pt>
                <c:pt idx="6">
                  <c:v>35-39</c:v>
                </c:pt>
                <c:pt idx="7">
                  <c:v>30-34</c:v>
                </c:pt>
                <c:pt idx="8">
                  <c:v>25-29</c:v>
                </c:pt>
                <c:pt idx="9">
                  <c:v>20-24</c:v>
                </c:pt>
                <c:pt idx="10">
                  <c:v>19 and under</c:v>
                </c:pt>
                <c:pt idx="11">
                  <c:v>Total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22.2</c:v>
                </c:pt>
                <c:pt idx="1">
                  <c:v>21.1</c:v>
                </c:pt>
                <c:pt idx="2">
                  <c:v>25.5</c:v>
                </c:pt>
                <c:pt idx="3">
                  <c:v>29.4</c:v>
                </c:pt>
                <c:pt idx="4">
                  <c:v>41.1</c:v>
                </c:pt>
                <c:pt idx="5">
                  <c:v>44.9</c:v>
                </c:pt>
                <c:pt idx="6">
                  <c:v>43.5</c:v>
                </c:pt>
                <c:pt idx="7">
                  <c:v>48.6</c:v>
                </c:pt>
                <c:pt idx="8">
                  <c:v>49.8</c:v>
                </c:pt>
                <c:pt idx="9">
                  <c:v>55.2</c:v>
                </c:pt>
                <c:pt idx="10">
                  <c:v>63.6</c:v>
                </c:pt>
                <c:pt idx="11">
                  <c:v>40.799999999999997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929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1EC-44BA-BAD6-E04EEEC09A10}"/>
            </c:ext>
          </c:extLst>
        </c:ser>
        <c:ser>
          <c:idx val="1"/>
          <c:order val="1"/>
          <c:tx>
            <c:v>Unchanged</c:v>
          </c:tx>
          <c:spPr>
            <a:solidFill>
              <a:srgbClr val="B49A63"/>
            </a:solidFill>
            <a:ln w="0">
              <a:solidFill>
                <a:srgbClr val="B49A63"/>
              </a:solidFill>
            </a:ln>
          </c:spPr>
          <c:invertIfNegative val="1"/>
          <c:cat>
            <c:strRef>
              <c:f>'Chart Data'!$C$2:$C$13</c:f>
              <c:strCache>
                <c:ptCount val="12"/>
                <c:pt idx="0">
                  <c:v>65+</c:v>
                </c:pt>
                <c:pt idx="1">
                  <c:v>60-64</c:v>
                </c:pt>
                <c:pt idx="2">
                  <c:v>55-59</c:v>
                </c:pt>
                <c:pt idx="3">
                  <c:v>50-54</c:v>
                </c:pt>
                <c:pt idx="4">
                  <c:v>45-49</c:v>
                </c:pt>
                <c:pt idx="5">
                  <c:v>40-44</c:v>
                </c:pt>
                <c:pt idx="6">
                  <c:v>35-39</c:v>
                </c:pt>
                <c:pt idx="7">
                  <c:v>30-34</c:v>
                </c:pt>
                <c:pt idx="8">
                  <c:v>25-29</c:v>
                </c:pt>
                <c:pt idx="9">
                  <c:v>20-24</c:v>
                </c:pt>
                <c:pt idx="10">
                  <c:v>19 and under</c:v>
                </c:pt>
                <c:pt idx="11">
                  <c:v>Total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33.4</c:v>
                </c:pt>
                <c:pt idx="1">
                  <c:v>24.2</c:v>
                </c:pt>
                <c:pt idx="2">
                  <c:v>33</c:v>
                </c:pt>
                <c:pt idx="3">
                  <c:v>26.7</c:v>
                </c:pt>
                <c:pt idx="4">
                  <c:v>28</c:v>
                </c:pt>
                <c:pt idx="5">
                  <c:v>24.6</c:v>
                </c:pt>
                <c:pt idx="6">
                  <c:v>28.1</c:v>
                </c:pt>
                <c:pt idx="7">
                  <c:v>20.8</c:v>
                </c:pt>
                <c:pt idx="8">
                  <c:v>25</c:v>
                </c:pt>
                <c:pt idx="9">
                  <c:v>19.899999999999999</c:v>
                </c:pt>
                <c:pt idx="10">
                  <c:v>18.2</c:v>
                </c:pt>
                <c:pt idx="11">
                  <c:v>25.5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49A6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1EC-44BA-BAD6-E04EEEC09A10}"/>
            </c:ext>
          </c:extLst>
        </c:ser>
        <c:ser>
          <c:idx val="2"/>
          <c:order val="2"/>
          <c:tx>
            <c:v>Decrease</c:v>
          </c:tx>
          <c:spPr>
            <a:solidFill>
              <a:srgbClr val="9D9D9D"/>
            </a:solidFill>
            <a:ln w="0">
              <a:solidFill>
                <a:srgbClr val="9D9D9D"/>
              </a:solidFill>
            </a:ln>
          </c:spPr>
          <c:invertIfNegative val="1"/>
          <c:cat>
            <c:strRef>
              <c:f>'Chart Data'!$E$2:$E$13</c:f>
              <c:strCache>
                <c:ptCount val="12"/>
                <c:pt idx="0">
                  <c:v>65+</c:v>
                </c:pt>
                <c:pt idx="1">
                  <c:v>60-64</c:v>
                </c:pt>
                <c:pt idx="2">
                  <c:v>55-59</c:v>
                </c:pt>
                <c:pt idx="3">
                  <c:v>50-54</c:v>
                </c:pt>
                <c:pt idx="4">
                  <c:v>45-49</c:v>
                </c:pt>
                <c:pt idx="5">
                  <c:v>40-44</c:v>
                </c:pt>
                <c:pt idx="6">
                  <c:v>35-39</c:v>
                </c:pt>
                <c:pt idx="7">
                  <c:v>30-34</c:v>
                </c:pt>
                <c:pt idx="8">
                  <c:v>25-29</c:v>
                </c:pt>
                <c:pt idx="9">
                  <c:v>20-24</c:v>
                </c:pt>
                <c:pt idx="10">
                  <c:v>19 and under</c:v>
                </c:pt>
                <c:pt idx="11">
                  <c:v>Total</c:v>
                </c:pt>
              </c:strCache>
            </c:str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42.3</c:v>
                </c:pt>
                <c:pt idx="1">
                  <c:v>54.3</c:v>
                </c:pt>
                <c:pt idx="2">
                  <c:v>38.9</c:v>
                </c:pt>
                <c:pt idx="3">
                  <c:v>42</c:v>
                </c:pt>
                <c:pt idx="4">
                  <c:v>30.1</c:v>
                </c:pt>
                <c:pt idx="5">
                  <c:v>27.4</c:v>
                </c:pt>
                <c:pt idx="6">
                  <c:v>23.9</c:v>
                </c:pt>
                <c:pt idx="7">
                  <c:v>29</c:v>
                </c:pt>
                <c:pt idx="8">
                  <c:v>23.9</c:v>
                </c:pt>
                <c:pt idx="9">
                  <c:v>17.5</c:v>
                </c:pt>
                <c:pt idx="10">
                  <c:v>15.4</c:v>
                </c:pt>
                <c:pt idx="11">
                  <c:v>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D9D9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1EC-44BA-BAD6-E04EEEC09A10}"/>
            </c:ext>
          </c:extLst>
        </c:ser>
        <c:ser>
          <c:idx val="3"/>
          <c:order val="3"/>
          <c:tx>
            <c:v>Residual</c:v>
          </c:tx>
          <c:spPr>
            <a:solidFill>
              <a:srgbClr val="24394C"/>
            </a:solidFill>
            <a:ln w="0">
              <a:solidFill>
                <a:srgbClr val="24394C"/>
              </a:solidFill>
            </a:ln>
          </c:spPr>
          <c:invertIfNegative val="1"/>
          <c:cat>
            <c:strRef>
              <c:f>'Chart Data'!$G$2:$G$13</c:f>
              <c:strCache>
                <c:ptCount val="12"/>
                <c:pt idx="0">
                  <c:v>65+</c:v>
                </c:pt>
                <c:pt idx="1">
                  <c:v>60-64</c:v>
                </c:pt>
                <c:pt idx="2">
                  <c:v>55-59</c:v>
                </c:pt>
                <c:pt idx="3">
                  <c:v>50-54</c:v>
                </c:pt>
                <c:pt idx="4">
                  <c:v>45-49</c:v>
                </c:pt>
                <c:pt idx="5">
                  <c:v>40-44</c:v>
                </c:pt>
                <c:pt idx="6">
                  <c:v>35-39</c:v>
                </c:pt>
                <c:pt idx="7">
                  <c:v>30-34</c:v>
                </c:pt>
                <c:pt idx="8">
                  <c:v>25-29</c:v>
                </c:pt>
                <c:pt idx="9">
                  <c:v>20-24</c:v>
                </c:pt>
                <c:pt idx="10">
                  <c:v>19 and under</c:v>
                </c:pt>
                <c:pt idx="11">
                  <c:v>Total</c:v>
                </c:pt>
              </c:strCache>
            </c:str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2.1</c:v>
                </c:pt>
                <c:pt idx="1">
                  <c:v>0.4</c:v>
                </c:pt>
                <c:pt idx="2">
                  <c:v>2.6</c:v>
                </c:pt>
                <c:pt idx="3">
                  <c:v>1.9</c:v>
                </c:pt>
                <c:pt idx="4">
                  <c:v>0.8</c:v>
                </c:pt>
                <c:pt idx="5">
                  <c:v>3.1</c:v>
                </c:pt>
                <c:pt idx="6">
                  <c:v>4.5</c:v>
                </c:pt>
                <c:pt idx="7">
                  <c:v>1.6</c:v>
                </c:pt>
                <c:pt idx="8">
                  <c:v>1.3</c:v>
                </c:pt>
                <c:pt idx="9">
                  <c:v>7.4</c:v>
                </c:pt>
                <c:pt idx="10">
                  <c:v>2.8</c:v>
                </c:pt>
                <c:pt idx="11">
                  <c:v>2.7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24394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81EC-44BA-BAD6-E04EEEC09A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4763">
            <a:solidFill>
              <a:srgbClr val="A5A5A5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5239">
              <a:solidFill>
                <a:srgbClr val="D5D5D5"/>
              </a:solidFill>
              <a:prstDash val="dash"/>
            </a:ln>
          </c:spPr>
        </c:majorGridlines>
        <c:numFmt formatCode="0" sourceLinked="1"/>
        <c:majorTickMark val="none"/>
        <c:minorTickMark val="none"/>
        <c:tickLblPos val="nextTo"/>
        <c:spPr>
          <a:ln w="0">
            <a:noFill/>
          </a:ln>
        </c:sp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Large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Data'!$A$2:$A$31</c:f>
              <c:strCache>
                <c:ptCount val="30"/>
                <c:pt idx="0">
                  <c:v>1Q19</c:v>
                </c:pt>
                <c:pt idx="1">
                  <c:v>2Q19</c:v>
                </c:pt>
                <c:pt idx="2">
                  <c:v>3Q19</c:v>
                </c:pt>
                <c:pt idx="3">
                  <c:v>4Q19</c:v>
                </c:pt>
                <c:pt idx="4">
                  <c:v>1Q20</c:v>
                </c:pt>
                <c:pt idx="5">
                  <c:v>2Q20</c:v>
                </c:pt>
                <c:pt idx="6">
                  <c:v>3Q20</c:v>
                </c:pt>
                <c:pt idx="7">
                  <c:v>4Q20</c:v>
                </c:pt>
                <c:pt idx="8">
                  <c:v>1Q21</c:v>
                </c:pt>
                <c:pt idx="9">
                  <c:v>2Q21</c:v>
                </c:pt>
                <c:pt idx="10">
                  <c:v>3Q21</c:v>
                </c:pt>
                <c:pt idx="11">
                  <c:v>4Q21</c:v>
                </c:pt>
                <c:pt idx="12">
                  <c:v>1Q22</c:v>
                </c:pt>
                <c:pt idx="13">
                  <c:v>2Q22</c:v>
                </c:pt>
                <c:pt idx="14">
                  <c:v>3Q22</c:v>
                </c:pt>
                <c:pt idx="15">
                  <c:v>4Q22</c:v>
                </c:pt>
                <c:pt idx="16">
                  <c:v>1Q23</c:v>
                </c:pt>
                <c:pt idx="17">
                  <c:v>2Q23</c:v>
                </c:pt>
                <c:pt idx="18">
                  <c:v>3Q23</c:v>
                </c:pt>
                <c:pt idx="19">
                  <c:v>4Q23</c:v>
                </c:pt>
                <c:pt idx="20">
                  <c:v>1Q24</c:v>
                </c:pt>
                <c:pt idx="21">
                  <c:v>2Q24</c:v>
                </c:pt>
                <c:pt idx="22">
                  <c:v>3Q24</c:v>
                </c:pt>
                <c:pt idx="23">
                  <c:v>4Q24</c:v>
                </c:pt>
                <c:pt idx="24">
                  <c:v>1Q25</c:v>
                </c:pt>
                <c:pt idx="25">
                  <c:v>2Q25</c:v>
                </c:pt>
                <c:pt idx="26">
                  <c:v>3Q25</c:v>
                </c:pt>
                <c:pt idx="27">
                  <c:v>4Q25</c:v>
                </c:pt>
                <c:pt idx="28">
                  <c:v>1Q26</c:v>
                </c:pt>
                <c:pt idx="29">
                  <c:v>2Q26</c:v>
                </c:pt>
              </c:strCache>
            </c:strRef>
          </c:cat>
          <c:val>
            <c:numRef>
              <c:f>'Chart Data'!$B$2:$B$31</c:f>
              <c:numCache>
                <c:formatCode>0.0</c:formatCode>
                <c:ptCount val="30"/>
                <c:pt idx="0">
                  <c:v>6.1014134854600002</c:v>
                </c:pt>
                <c:pt idx="1">
                  <c:v>6.5316445457099999</c:v>
                </c:pt>
                <c:pt idx="2">
                  <c:v>4.95278456536</c:v>
                </c:pt>
                <c:pt idx="3">
                  <c:v>5.9757104872399998</c:v>
                </c:pt>
                <c:pt idx="4">
                  <c:v>3.7443877842900002</c:v>
                </c:pt>
                <c:pt idx="5">
                  <c:v>4.2166262114000004</c:v>
                </c:pt>
                <c:pt idx="6">
                  <c:v>3.9045001789899998</c:v>
                </c:pt>
                <c:pt idx="7">
                  <c:v>5.4969447536300002</c:v>
                </c:pt>
                <c:pt idx="8">
                  <c:v>5.63894462866</c:v>
                </c:pt>
                <c:pt idx="9">
                  <c:v>7.8127115897700001</c:v>
                </c:pt>
                <c:pt idx="10">
                  <c:v>5.4986671719900002</c:v>
                </c:pt>
                <c:pt idx="11">
                  <c:v>6.1294326238299996</c:v>
                </c:pt>
                <c:pt idx="12">
                  <c:v>5.7633131646500004</c:v>
                </c:pt>
                <c:pt idx="13">
                  <c:v>8.0825820114399995</c:v>
                </c:pt>
                <c:pt idx="14">
                  <c:v>5.4241820248600003</c:v>
                </c:pt>
                <c:pt idx="15">
                  <c:v>5.7535668231999999</c:v>
                </c:pt>
                <c:pt idx="16">
                  <c:v>5.6926436559500004</c:v>
                </c:pt>
                <c:pt idx="17">
                  <c:v>8.7279609655900003</c:v>
                </c:pt>
                <c:pt idx="18">
                  <c:v>6.56095558161</c:v>
                </c:pt>
                <c:pt idx="19">
                  <c:v>7.37147537269</c:v>
                </c:pt>
                <c:pt idx="20">
                  <c:v>6.1355922497800002</c:v>
                </c:pt>
                <c:pt idx="21">
                  <c:v>10.171812772399999</c:v>
                </c:pt>
                <c:pt idx="22">
                  <c:v>6.97850718717</c:v>
                </c:pt>
                <c:pt idx="23">
                  <c:v>7.6918171646399998</c:v>
                </c:pt>
                <c:pt idx="24">
                  <c:v>6.4766475407000001</c:v>
                </c:pt>
                <c:pt idx="25">
                  <c:v>9.7437214963399992</c:v>
                </c:pt>
                <c:pt idx="26">
                  <c:v>7.9692361294399996</c:v>
                </c:pt>
                <c:pt idx="27">
                  <c:v>8.0708446819499997</c:v>
                </c:pt>
                <c:pt idx="28">
                  <c:v>7.5465067974600002</c:v>
                </c:pt>
                <c:pt idx="29">
                  <c:v>11.7949959849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3D-4FA4-B299-B53C194897EF}"/>
            </c:ext>
          </c:extLst>
        </c:ser>
        <c:ser>
          <c:idx val="1"/>
          <c:order val="1"/>
          <c:tx>
            <c:v>Medium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Data'!$C$2:$C$31</c:f>
              <c:strCache>
                <c:ptCount val="30"/>
                <c:pt idx="0">
                  <c:v>1Q19</c:v>
                </c:pt>
                <c:pt idx="1">
                  <c:v>2Q19</c:v>
                </c:pt>
                <c:pt idx="2">
                  <c:v>3Q19</c:v>
                </c:pt>
                <c:pt idx="3">
                  <c:v>4Q19</c:v>
                </c:pt>
                <c:pt idx="4">
                  <c:v>1Q20</c:v>
                </c:pt>
                <c:pt idx="5">
                  <c:v>2Q20</c:v>
                </c:pt>
                <c:pt idx="6">
                  <c:v>3Q20</c:v>
                </c:pt>
                <c:pt idx="7">
                  <c:v>4Q20</c:v>
                </c:pt>
                <c:pt idx="8">
                  <c:v>1Q21</c:v>
                </c:pt>
                <c:pt idx="9">
                  <c:v>2Q21</c:v>
                </c:pt>
                <c:pt idx="10">
                  <c:v>3Q21</c:v>
                </c:pt>
                <c:pt idx="11">
                  <c:v>4Q21</c:v>
                </c:pt>
                <c:pt idx="12">
                  <c:v>1Q22</c:v>
                </c:pt>
                <c:pt idx="13">
                  <c:v>2Q22</c:v>
                </c:pt>
                <c:pt idx="14">
                  <c:v>3Q22</c:v>
                </c:pt>
                <c:pt idx="15">
                  <c:v>4Q22</c:v>
                </c:pt>
                <c:pt idx="16">
                  <c:v>1Q23</c:v>
                </c:pt>
                <c:pt idx="17">
                  <c:v>2Q23</c:v>
                </c:pt>
                <c:pt idx="18">
                  <c:v>3Q23</c:v>
                </c:pt>
                <c:pt idx="19">
                  <c:v>4Q23</c:v>
                </c:pt>
                <c:pt idx="20">
                  <c:v>1Q24</c:v>
                </c:pt>
                <c:pt idx="21">
                  <c:v>2Q24</c:v>
                </c:pt>
                <c:pt idx="22">
                  <c:v>3Q24</c:v>
                </c:pt>
                <c:pt idx="23">
                  <c:v>4Q24</c:v>
                </c:pt>
                <c:pt idx="24">
                  <c:v>1Q25</c:v>
                </c:pt>
                <c:pt idx="25">
                  <c:v>2Q25</c:v>
                </c:pt>
                <c:pt idx="26">
                  <c:v>3Q25</c:v>
                </c:pt>
                <c:pt idx="27">
                  <c:v>4Q25</c:v>
                </c:pt>
                <c:pt idx="28">
                  <c:v>1Q26</c:v>
                </c:pt>
                <c:pt idx="29">
                  <c:v>2Q26</c:v>
                </c:pt>
              </c:strCache>
            </c:strRef>
          </c:cat>
          <c:val>
            <c:numRef>
              <c:f>'Chart Data'!$D$2:$D$31</c:f>
              <c:numCache>
                <c:formatCode>0.0</c:formatCode>
                <c:ptCount val="30"/>
                <c:pt idx="0">
                  <c:v>4.3881938284600004</c:v>
                </c:pt>
                <c:pt idx="1">
                  <c:v>3.3932061958399999</c:v>
                </c:pt>
                <c:pt idx="2">
                  <c:v>3.8143709871599998</c:v>
                </c:pt>
                <c:pt idx="3">
                  <c:v>3.4207211826299999</c:v>
                </c:pt>
                <c:pt idx="4">
                  <c:v>3.2957318729199998</c:v>
                </c:pt>
                <c:pt idx="5">
                  <c:v>1.2052697878400001</c:v>
                </c:pt>
                <c:pt idx="6">
                  <c:v>3.15305803075</c:v>
                </c:pt>
                <c:pt idx="7">
                  <c:v>3.9882033719700001</c:v>
                </c:pt>
                <c:pt idx="8">
                  <c:v>4.3279406322399998</c:v>
                </c:pt>
                <c:pt idx="9">
                  <c:v>3.94273332665</c:v>
                </c:pt>
                <c:pt idx="10">
                  <c:v>3.83783987226</c:v>
                </c:pt>
                <c:pt idx="11">
                  <c:v>4.6642872030999998</c:v>
                </c:pt>
                <c:pt idx="12">
                  <c:v>4.5192445118800002</c:v>
                </c:pt>
                <c:pt idx="13">
                  <c:v>4.3131290766100001</c:v>
                </c:pt>
                <c:pt idx="14">
                  <c:v>4.0173035435099997</c:v>
                </c:pt>
                <c:pt idx="15">
                  <c:v>4.4415212675899998</c:v>
                </c:pt>
                <c:pt idx="16">
                  <c:v>4.3222657882900002</c:v>
                </c:pt>
                <c:pt idx="17">
                  <c:v>3.7616155199199999</c:v>
                </c:pt>
                <c:pt idx="18">
                  <c:v>4.5400905901600002</c:v>
                </c:pt>
                <c:pt idx="19">
                  <c:v>4.8352925940400002</c:v>
                </c:pt>
                <c:pt idx="20">
                  <c:v>4.8901235766299997</c:v>
                </c:pt>
                <c:pt idx="21">
                  <c:v>3.9540860281399999</c:v>
                </c:pt>
                <c:pt idx="22">
                  <c:v>4.3921196282399997</c:v>
                </c:pt>
                <c:pt idx="23">
                  <c:v>4.9590605724200003</c:v>
                </c:pt>
                <c:pt idx="24">
                  <c:v>4.8523833749399996</c:v>
                </c:pt>
                <c:pt idx="25">
                  <c:v>4.3418288165199996</c:v>
                </c:pt>
                <c:pt idx="26">
                  <c:v>5.1844084113899997</c:v>
                </c:pt>
                <c:pt idx="27">
                  <c:v>5.3572551193700004</c:v>
                </c:pt>
                <c:pt idx="28">
                  <c:v>5.76056301789</c:v>
                </c:pt>
                <c:pt idx="29">
                  <c:v>5.4016547276000004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3D-4FA4-B299-B53C194897EF}"/>
            </c:ext>
          </c:extLst>
        </c:ser>
        <c:ser>
          <c:idx val="2"/>
          <c:order val="2"/>
          <c:tx>
            <c:v>Small</c:v>
          </c:tx>
          <c:spPr>
            <a:ln w="22860">
              <a:solidFill>
                <a:srgbClr val="9D9D9D"/>
              </a:solidFill>
            </a:ln>
          </c:spPr>
          <c:marker>
            <c:symbol val="none"/>
          </c:marker>
          <c:cat>
            <c:strRef>
              <c:f>'Chart Data'!$E$2:$E$31</c:f>
              <c:strCache>
                <c:ptCount val="30"/>
                <c:pt idx="0">
                  <c:v>1Q19</c:v>
                </c:pt>
                <c:pt idx="1">
                  <c:v>2Q19</c:v>
                </c:pt>
                <c:pt idx="2">
                  <c:v>3Q19</c:v>
                </c:pt>
                <c:pt idx="3">
                  <c:v>4Q19</c:v>
                </c:pt>
                <c:pt idx="4">
                  <c:v>1Q20</c:v>
                </c:pt>
                <c:pt idx="5">
                  <c:v>2Q20</c:v>
                </c:pt>
                <c:pt idx="6">
                  <c:v>3Q20</c:v>
                </c:pt>
                <c:pt idx="7">
                  <c:v>4Q20</c:v>
                </c:pt>
                <c:pt idx="8">
                  <c:v>1Q21</c:v>
                </c:pt>
                <c:pt idx="9">
                  <c:v>2Q21</c:v>
                </c:pt>
                <c:pt idx="10">
                  <c:v>3Q21</c:v>
                </c:pt>
                <c:pt idx="11">
                  <c:v>4Q21</c:v>
                </c:pt>
                <c:pt idx="12">
                  <c:v>1Q22</c:v>
                </c:pt>
                <c:pt idx="13">
                  <c:v>2Q22</c:v>
                </c:pt>
                <c:pt idx="14">
                  <c:v>3Q22</c:v>
                </c:pt>
                <c:pt idx="15">
                  <c:v>4Q22</c:v>
                </c:pt>
                <c:pt idx="16">
                  <c:v>1Q23</c:v>
                </c:pt>
                <c:pt idx="17">
                  <c:v>2Q23</c:v>
                </c:pt>
                <c:pt idx="18">
                  <c:v>3Q23</c:v>
                </c:pt>
                <c:pt idx="19">
                  <c:v>4Q23</c:v>
                </c:pt>
                <c:pt idx="20">
                  <c:v>1Q24</c:v>
                </c:pt>
                <c:pt idx="21">
                  <c:v>2Q24</c:v>
                </c:pt>
                <c:pt idx="22">
                  <c:v>3Q24</c:v>
                </c:pt>
                <c:pt idx="23">
                  <c:v>4Q24</c:v>
                </c:pt>
                <c:pt idx="24">
                  <c:v>1Q25</c:v>
                </c:pt>
                <c:pt idx="25">
                  <c:v>2Q25</c:v>
                </c:pt>
                <c:pt idx="26">
                  <c:v>3Q25</c:v>
                </c:pt>
                <c:pt idx="27">
                  <c:v>4Q25</c:v>
                </c:pt>
                <c:pt idx="28">
                  <c:v>1Q26</c:v>
                </c:pt>
                <c:pt idx="29">
                  <c:v>2Q26</c:v>
                </c:pt>
              </c:strCache>
            </c:strRef>
          </c:cat>
          <c:val>
            <c:numRef>
              <c:f>'Chart Data'!$F$2:$F$31</c:f>
              <c:numCache>
                <c:formatCode>0.0</c:formatCode>
                <c:ptCount val="30"/>
                <c:pt idx="0">
                  <c:v>4.7562132647600004</c:v>
                </c:pt>
                <c:pt idx="1">
                  <c:v>3.7225895907700002</c:v>
                </c:pt>
                <c:pt idx="2">
                  <c:v>3.3503878782199998</c:v>
                </c:pt>
                <c:pt idx="3">
                  <c:v>2.8820233981399999</c:v>
                </c:pt>
                <c:pt idx="4">
                  <c:v>4.4544432833899998</c:v>
                </c:pt>
                <c:pt idx="5">
                  <c:v>0.23621627337600001</c:v>
                </c:pt>
                <c:pt idx="6">
                  <c:v>1.50316784041</c:v>
                </c:pt>
                <c:pt idx="7">
                  <c:v>3.40076208233</c:v>
                </c:pt>
                <c:pt idx="8">
                  <c:v>3.93770755763</c:v>
                </c:pt>
                <c:pt idx="9">
                  <c:v>2.4617313146500002</c:v>
                </c:pt>
                <c:pt idx="10">
                  <c:v>2.0539092379700001</c:v>
                </c:pt>
                <c:pt idx="11">
                  <c:v>4.2821627953399997</c:v>
                </c:pt>
                <c:pt idx="12">
                  <c:v>3.8235786438399999</c:v>
                </c:pt>
                <c:pt idx="13">
                  <c:v>2.4664656271299998</c:v>
                </c:pt>
                <c:pt idx="14">
                  <c:v>2.3486627601599999</c:v>
                </c:pt>
                <c:pt idx="15">
                  <c:v>3.6635172960300002</c:v>
                </c:pt>
                <c:pt idx="16">
                  <c:v>4.2777914304999998</c:v>
                </c:pt>
                <c:pt idx="17">
                  <c:v>2.9410161215100001</c:v>
                </c:pt>
                <c:pt idx="18">
                  <c:v>2.91232345306</c:v>
                </c:pt>
                <c:pt idx="19">
                  <c:v>3.0624269749600002</c:v>
                </c:pt>
                <c:pt idx="20">
                  <c:v>5.1052556506200002</c:v>
                </c:pt>
                <c:pt idx="21">
                  <c:v>3.3240129402399998</c:v>
                </c:pt>
                <c:pt idx="22">
                  <c:v>2.4556644832500001</c:v>
                </c:pt>
                <c:pt idx="23">
                  <c:v>4.0783255059999997</c:v>
                </c:pt>
                <c:pt idx="24">
                  <c:v>5.8204855251399996</c:v>
                </c:pt>
                <c:pt idx="25">
                  <c:v>3.5749479814299998</c:v>
                </c:pt>
                <c:pt idx="26">
                  <c:v>2.7536922533800001</c:v>
                </c:pt>
                <c:pt idx="27">
                  <c:v>4.01416259252</c:v>
                </c:pt>
                <c:pt idx="28">
                  <c:v>5.5929677068599997</c:v>
                </c:pt>
                <c:pt idx="29">
                  <c:v>3.2966970151299999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3D-4FA4-B299-B53C194897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tickLblSkip val="2"/>
        <c:noMultiLvlLbl val="1"/>
      </c:catAx>
      <c:valAx>
        <c:axId val="4867276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Large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Data'!$A$2:$A$31</c:f>
              <c:strCache>
                <c:ptCount val="30"/>
                <c:pt idx="0">
                  <c:v>1Q19</c:v>
                </c:pt>
                <c:pt idx="1">
                  <c:v>2Q19</c:v>
                </c:pt>
                <c:pt idx="2">
                  <c:v>3Q19</c:v>
                </c:pt>
                <c:pt idx="3">
                  <c:v>4Q19</c:v>
                </c:pt>
                <c:pt idx="4">
                  <c:v>1Q20</c:v>
                </c:pt>
                <c:pt idx="5">
                  <c:v>2Q20</c:v>
                </c:pt>
                <c:pt idx="6">
                  <c:v>3Q20</c:v>
                </c:pt>
                <c:pt idx="7">
                  <c:v>4Q20</c:v>
                </c:pt>
                <c:pt idx="8">
                  <c:v>1Q21</c:v>
                </c:pt>
                <c:pt idx="9">
                  <c:v>2Q21</c:v>
                </c:pt>
                <c:pt idx="10">
                  <c:v>3Q21</c:v>
                </c:pt>
                <c:pt idx="11">
                  <c:v>4Q21</c:v>
                </c:pt>
                <c:pt idx="12">
                  <c:v>1Q22</c:v>
                </c:pt>
                <c:pt idx="13">
                  <c:v>2Q22</c:v>
                </c:pt>
                <c:pt idx="14">
                  <c:v>3Q22</c:v>
                </c:pt>
                <c:pt idx="15">
                  <c:v>4Q22</c:v>
                </c:pt>
                <c:pt idx="16">
                  <c:v>1Q23</c:v>
                </c:pt>
                <c:pt idx="17">
                  <c:v>2Q23</c:v>
                </c:pt>
                <c:pt idx="18">
                  <c:v>3Q23</c:v>
                </c:pt>
                <c:pt idx="19">
                  <c:v>4Q23</c:v>
                </c:pt>
                <c:pt idx="20">
                  <c:v>1Q24</c:v>
                </c:pt>
                <c:pt idx="21">
                  <c:v>2Q24</c:v>
                </c:pt>
                <c:pt idx="22">
                  <c:v>3Q24</c:v>
                </c:pt>
                <c:pt idx="23">
                  <c:v>4Q24</c:v>
                </c:pt>
                <c:pt idx="24">
                  <c:v>1Q25</c:v>
                </c:pt>
                <c:pt idx="25">
                  <c:v>2Q25</c:v>
                </c:pt>
                <c:pt idx="26">
                  <c:v>3Q25</c:v>
                </c:pt>
                <c:pt idx="27">
                  <c:v>4Q25</c:v>
                </c:pt>
                <c:pt idx="28">
                  <c:v>1Q26</c:v>
                </c:pt>
                <c:pt idx="29">
                  <c:v>2Q26</c:v>
                </c:pt>
              </c:strCache>
            </c:strRef>
          </c:cat>
          <c:val>
            <c:numRef>
              <c:f>'Chart Data'!$B$2:$B$31</c:f>
              <c:numCache>
                <c:formatCode>0</c:formatCode>
                <c:ptCount val="30"/>
                <c:pt idx="0">
                  <c:v>100</c:v>
                </c:pt>
                <c:pt idx="1">
                  <c:v>100.013269455</c:v>
                </c:pt>
                <c:pt idx="2">
                  <c:v>100.778948704</c:v>
                </c:pt>
                <c:pt idx="3">
                  <c:v>100.537639543</c:v>
                </c:pt>
                <c:pt idx="4">
                  <c:v>100.604018493</c:v>
                </c:pt>
                <c:pt idx="5">
                  <c:v>98.527460575899994</c:v>
                </c:pt>
                <c:pt idx="6">
                  <c:v>98.898609750199995</c:v>
                </c:pt>
                <c:pt idx="7">
                  <c:v>100.281743238</c:v>
                </c:pt>
                <c:pt idx="8">
                  <c:v>99.709941085899999</c:v>
                </c:pt>
                <c:pt idx="9">
                  <c:v>98.622453997400001</c:v>
                </c:pt>
                <c:pt idx="10">
                  <c:v>100.274320245</c:v>
                </c:pt>
                <c:pt idx="11">
                  <c:v>101.660246672</c:v>
                </c:pt>
                <c:pt idx="12">
                  <c:v>100.53220582100001</c:v>
                </c:pt>
                <c:pt idx="13">
                  <c:v>101.866667511</c:v>
                </c:pt>
                <c:pt idx="14">
                  <c:v>103.26949613399999</c:v>
                </c:pt>
                <c:pt idx="15">
                  <c:v>102.954037962</c:v>
                </c:pt>
                <c:pt idx="16">
                  <c:v>105.032906594</c:v>
                </c:pt>
                <c:pt idx="17">
                  <c:v>106.207329218</c:v>
                </c:pt>
                <c:pt idx="18">
                  <c:v>107.64576560499999</c:v>
                </c:pt>
                <c:pt idx="19">
                  <c:v>109.701588427</c:v>
                </c:pt>
                <c:pt idx="20">
                  <c:v>107.68552305999999</c:v>
                </c:pt>
                <c:pt idx="21">
                  <c:v>109.136672897</c:v>
                </c:pt>
                <c:pt idx="22">
                  <c:v>111.667965193</c:v>
                </c:pt>
                <c:pt idx="23">
                  <c:v>110.376353002</c:v>
                </c:pt>
                <c:pt idx="24">
                  <c:v>112.97452490800001</c:v>
                </c:pt>
                <c:pt idx="25">
                  <c:v>113.699139016</c:v>
                </c:pt>
                <c:pt idx="26">
                  <c:v>115.764448242</c:v>
                </c:pt>
                <c:pt idx="27">
                  <c:v>115.96997044299999</c:v>
                </c:pt>
                <c:pt idx="28">
                  <c:v>118.414295489</c:v>
                </c:pt>
                <c:pt idx="29">
                  <c:v>118.257062852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07-45E0-9302-09CB86DB009B}"/>
            </c:ext>
          </c:extLst>
        </c:ser>
        <c:ser>
          <c:idx val="1"/>
          <c:order val="1"/>
          <c:tx>
            <c:v>Medium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Data'!$C$2:$C$31</c:f>
              <c:strCache>
                <c:ptCount val="30"/>
                <c:pt idx="0">
                  <c:v>1Q19</c:v>
                </c:pt>
                <c:pt idx="1">
                  <c:v>2Q19</c:v>
                </c:pt>
                <c:pt idx="2">
                  <c:v>3Q19</c:v>
                </c:pt>
                <c:pt idx="3">
                  <c:v>4Q19</c:v>
                </c:pt>
                <c:pt idx="4">
                  <c:v>1Q20</c:v>
                </c:pt>
                <c:pt idx="5">
                  <c:v>2Q20</c:v>
                </c:pt>
                <c:pt idx="6">
                  <c:v>3Q20</c:v>
                </c:pt>
                <c:pt idx="7">
                  <c:v>4Q20</c:v>
                </c:pt>
                <c:pt idx="8">
                  <c:v>1Q21</c:v>
                </c:pt>
                <c:pt idx="9">
                  <c:v>2Q21</c:v>
                </c:pt>
                <c:pt idx="10">
                  <c:v>3Q21</c:v>
                </c:pt>
                <c:pt idx="11">
                  <c:v>4Q21</c:v>
                </c:pt>
                <c:pt idx="12">
                  <c:v>1Q22</c:v>
                </c:pt>
                <c:pt idx="13">
                  <c:v>2Q22</c:v>
                </c:pt>
                <c:pt idx="14">
                  <c:v>3Q22</c:v>
                </c:pt>
                <c:pt idx="15">
                  <c:v>4Q22</c:v>
                </c:pt>
                <c:pt idx="16">
                  <c:v>1Q23</c:v>
                </c:pt>
                <c:pt idx="17">
                  <c:v>2Q23</c:v>
                </c:pt>
                <c:pt idx="18">
                  <c:v>3Q23</c:v>
                </c:pt>
                <c:pt idx="19">
                  <c:v>4Q23</c:v>
                </c:pt>
                <c:pt idx="20">
                  <c:v>1Q24</c:v>
                </c:pt>
                <c:pt idx="21">
                  <c:v>2Q24</c:v>
                </c:pt>
                <c:pt idx="22">
                  <c:v>3Q24</c:v>
                </c:pt>
                <c:pt idx="23">
                  <c:v>4Q24</c:v>
                </c:pt>
                <c:pt idx="24">
                  <c:v>1Q25</c:v>
                </c:pt>
                <c:pt idx="25">
                  <c:v>2Q25</c:v>
                </c:pt>
                <c:pt idx="26">
                  <c:v>3Q25</c:v>
                </c:pt>
                <c:pt idx="27">
                  <c:v>4Q25</c:v>
                </c:pt>
                <c:pt idx="28">
                  <c:v>1Q26</c:v>
                </c:pt>
                <c:pt idx="29">
                  <c:v>2Q26</c:v>
                </c:pt>
              </c:strCache>
            </c:strRef>
          </c:cat>
          <c:val>
            <c:numRef>
              <c:f>'Chart Data'!$D$2:$D$31</c:f>
              <c:numCache>
                <c:formatCode>0</c:formatCode>
                <c:ptCount val="30"/>
                <c:pt idx="0">
                  <c:v>100</c:v>
                </c:pt>
                <c:pt idx="1">
                  <c:v>103.057363704</c:v>
                </c:pt>
                <c:pt idx="2">
                  <c:v>105.023902478</c:v>
                </c:pt>
                <c:pt idx="3">
                  <c:v>103.513215214</c:v>
                </c:pt>
                <c:pt idx="4">
                  <c:v>100.639890029</c:v>
                </c:pt>
                <c:pt idx="5">
                  <c:v>98.970582138599994</c:v>
                </c:pt>
                <c:pt idx="6">
                  <c:v>99.5674729765</c:v>
                </c:pt>
                <c:pt idx="7">
                  <c:v>99.500863125400002</c:v>
                </c:pt>
                <c:pt idx="8">
                  <c:v>99.957927589299999</c:v>
                </c:pt>
                <c:pt idx="9">
                  <c:v>101.19762429399999</c:v>
                </c:pt>
                <c:pt idx="10">
                  <c:v>105.45533483600001</c:v>
                </c:pt>
                <c:pt idx="11">
                  <c:v>104.61366261800001</c:v>
                </c:pt>
                <c:pt idx="12">
                  <c:v>104.63889184600001</c:v>
                </c:pt>
                <c:pt idx="13">
                  <c:v>101.479823338</c:v>
                </c:pt>
                <c:pt idx="14">
                  <c:v>103.60205275</c:v>
                </c:pt>
                <c:pt idx="15">
                  <c:v>103.92501829299999</c:v>
                </c:pt>
                <c:pt idx="16">
                  <c:v>103.88877627799999</c:v>
                </c:pt>
                <c:pt idx="17">
                  <c:v>102.99712795799999</c:v>
                </c:pt>
                <c:pt idx="18">
                  <c:v>105.32944886200001</c:v>
                </c:pt>
                <c:pt idx="19">
                  <c:v>105.125888035</c:v>
                </c:pt>
                <c:pt idx="20">
                  <c:v>104.548905135</c:v>
                </c:pt>
                <c:pt idx="21">
                  <c:v>109.25504263099999</c:v>
                </c:pt>
                <c:pt idx="22">
                  <c:v>110.306771967</c:v>
                </c:pt>
                <c:pt idx="23">
                  <c:v>111.20071613099999</c:v>
                </c:pt>
                <c:pt idx="24">
                  <c:v>111.345829204</c:v>
                </c:pt>
                <c:pt idx="25">
                  <c:v>112.08530705299999</c:v>
                </c:pt>
                <c:pt idx="26">
                  <c:v>114.047383852</c:v>
                </c:pt>
                <c:pt idx="27">
                  <c:v>112.379463899</c:v>
                </c:pt>
                <c:pt idx="28">
                  <c:v>111.292639595</c:v>
                </c:pt>
                <c:pt idx="29">
                  <c:v>113.986423391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07-45E0-9302-09CB86DB009B}"/>
            </c:ext>
          </c:extLst>
        </c:ser>
        <c:ser>
          <c:idx val="2"/>
          <c:order val="2"/>
          <c:tx>
            <c:v>Small</c:v>
          </c:tx>
          <c:spPr>
            <a:ln w="22860">
              <a:solidFill>
                <a:srgbClr val="9D9D9D"/>
              </a:solidFill>
            </a:ln>
          </c:spPr>
          <c:marker>
            <c:symbol val="none"/>
          </c:marker>
          <c:cat>
            <c:strRef>
              <c:f>'Chart Data'!$E$2:$E$31</c:f>
              <c:strCache>
                <c:ptCount val="30"/>
                <c:pt idx="0">
                  <c:v>1Q19</c:v>
                </c:pt>
                <c:pt idx="1">
                  <c:v>2Q19</c:v>
                </c:pt>
                <c:pt idx="2">
                  <c:v>3Q19</c:v>
                </c:pt>
                <c:pt idx="3">
                  <c:v>4Q19</c:v>
                </c:pt>
                <c:pt idx="4">
                  <c:v>1Q20</c:v>
                </c:pt>
                <c:pt idx="5">
                  <c:v>2Q20</c:v>
                </c:pt>
                <c:pt idx="6">
                  <c:v>3Q20</c:v>
                </c:pt>
                <c:pt idx="7">
                  <c:v>4Q20</c:v>
                </c:pt>
                <c:pt idx="8">
                  <c:v>1Q21</c:v>
                </c:pt>
                <c:pt idx="9">
                  <c:v>2Q21</c:v>
                </c:pt>
                <c:pt idx="10">
                  <c:v>3Q21</c:v>
                </c:pt>
                <c:pt idx="11">
                  <c:v>4Q21</c:v>
                </c:pt>
                <c:pt idx="12">
                  <c:v>1Q22</c:v>
                </c:pt>
                <c:pt idx="13">
                  <c:v>2Q22</c:v>
                </c:pt>
                <c:pt idx="14">
                  <c:v>3Q22</c:v>
                </c:pt>
                <c:pt idx="15">
                  <c:v>4Q22</c:v>
                </c:pt>
                <c:pt idx="16">
                  <c:v>1Q23</c:v>
                </c:pt>
                <c:pt idx="17">
                  <c:v>2Q23</c:v>
                </c:pt>
                <c:pt idx="18">
                  <c:v>3Q23</c:v>
                </c:pt>
                <c:pt idx="19">
                  <c:v>4Q23</c:v>
                </c:pt>
                <c:pt idx="20">
                  <c:v>1Q24</c:v>
                </c:pt>
                <c:pt idx="21">
                  <c:v>2Q24</c:v>
                </c:pt>
                <c:pt idx="22">
                  <c:v>3Q24</c:v>
                </c:pt>
                <c:pt idx="23">
                  <c:v>4Q24</c:v>
                </c:pt>
                <c:pt idx="24">
                  <c:v>1Q25</c:v>
                </c:pt>
                <c:pt idx="25">
                  <c:v>2Q25</c:v>
                </c:pt>
                <c:pt idx="26">
                  <c:v>3Q25</c:v>
                </c:pt>
                <c:pt idx="27">
                  <c:v>4Q25</c:v>
                </c:pt>
                <c:pt idx="28">
                  <c:v>1Q26</c:v>
                </c:pt>
                <c:pt idx="29">
                  <c:v>2Q26</c:v>
                </c:pt>
              </c:strCache>
            </c:strRef>
          </c:cat>
          <c:val>
            <c:numRef>
              <c:f>'Chart Data'!$F$2:$F$31</c:f>
              <c:numCache>
                <c:formatCode>0</c:formatCode>
                <c:ptCount val="30"/>
                <c:pt idx="0">
                  <c:v>100</c:v>
                </c:pt>
                <c:pt idx="1">
                  <c:v>98.952251532600002</c:v>
                </c:pt>
                <c:pt idx="2">
                  <c:v>99.813475238799995</c:v>
                </c:pt>
                <c:pt idx="3">
                  <c:v>100.785297804</c:v>
                </c:pt>
                <c:pt idx="4">
                  <c:v>99.441137575300004</c:v>
                </c:pt>
                <c:pt idx="5">
                  <c:v>97.526402440599995</c:v>
                </c:pt>
                <c:pt idx="6">
                  <c:v>98.893183524299999</c:v>
                </c:pt>
                <c:pt idx="7">
                  <c:v>99.190600203299994</c:v>
                </c:pt>
                <c:pt idx="8">
                  <c:v>97.8282738682</c:v>
                </c:pt>
                <c:pt idx="9">
                  <c:v>97.936460478800001</c:v>
                </c:pt>
                <c:pt idx="10">
                  <c:v>97.876500845799995</c:v>
                </c:pt>
                <c:pt idx="11">
                  <c:v>99.394513446900007</c:v>
                </c:pt>
                <c:pt idx="12">
                  <c:v>97.943097836299998</c:v>
                </c:pt>
                <c:pt idx="13">
                  <c:v>99.615732061599999</c:v>
                </c:pt>
                <c:pt idx="14">
                  <c:v>102.11302624699999</c:v>
                </c:pt>
                <c:pt idx="15">
                  <c:v>104.729000103</c:v>
                </c:pt>
                <c:pt idx="16">
                  <c:v>102.6251331</c:v>
                </c:pt>
                <c:pt idx="17">
                  <c:v>103.44852156100001</c:v>
                </c:pt>
                <c:pt idx="18">
                  <c:v>104.790682965</c:v>
                </c:pt>
                <c:pt idx="19">
                  <c:v>105.662709531</c:v>
                </c:pt>
                <c:pt idx="20">
                  <c:v>105.99320372</c:v>
                </c:pt>
                <c:pt idx="21">
                  <c:v>106.18091532699999</c:v>
                </c:pt>
                <c:pt idx="22">
                  <c:v>107.45770520799999</c:v>
                </c:pt>
                <c:pt idx="23">
                  <c:v>108.750875103</c:v>
                </c:pt>
                <c:pt idx="24">
                  <c:v>109.77580881599999</c:v>
                </c:pt>
                <c:pt idx="25">
                  <c:v>108.280791245</c:v>
                </c:pt>
                <c:pt idx="26">
                  <c:v>108.81759406800001</c:v>
                </c:pt>
                <c:pt idx="27">
                  <c:v>109.557126332</c:v>
                </c:pt>
                <c:pt idx="28">
                  <c:v>110.657913265</c:v>
                </c:pt>
                <c:pt idx="29">
                  <c:v>110.926586973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F07-45E0-9302-09CB86DB0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tickLblSkip val="2"/>
        <c:noMultiLvlLbl val="1"/>
      </c:catAx>
      <c:valAx>
        <c:axId val="48672768"/>
        <c:scaling>
          <c:orientation val="minMax"/>
          <c:max val="125"/>
          <c:min val="90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  <c:majorUnit val="5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Real consumption</c:v>
          </c:tx>
          <c:spPr>
            <a:ln w="22860">
              <a:solidFill>
                <a:srgbClr val="D2D2D2"/>
              </a:solidFill>
            </a:ln>
          </c:spPr>
          <c:marker>
            <c:symbol val="none"/>
          </c:marker>
          <c:cat>
            <c:strRef>
              <c:f>'Chart Data'!$A$2:$A$18</c:f>
              <c:strCache>
                <c:ptCount val="17"/>
                <c:pt idx="0">
                  <c:v>03/25</c:v>
                </c:pt>
                <c:pt idx="1">
                  <c:v>04/25</c:v>
                </c:pt>
                <c:pt idx="2">
                  <c:v>05/25</c:v>
                </c:pt>
                <c:pt idx="3">
                  <c:v>06/25</c:v>
                </c:pt>
                <c:pt idx="4">
                  <c:v>07/25</c:v>
                </c:pt>
                <c:pt idx="5">
                  <c:v>08/25</c:v>
                </c:pt>
                <c:pt idx="6">
                  <c:v>09/25</c:v>
                </c:pt>
                <c:pt idx="7">
                  <c:v>10/25</c:v>
                </c:pt>
                <c:pt idx="8">
                  <c:v>11/25</c:v>
                </c:pt>
                <c:pt idx="9">
                  <c:v>12/25</c:v>
                </c:pt>
                <c:pt idx="10">
                  <c:v>01/26</c:v>
                </c:pt>
                <c:pt idx="11">
                  <c:v>02/26</c:v>
                </c:pt>
                <c:pt idx="12">
                  <c:v>03/26</c:v>
                </c:pt>
                <c:pt idx="13">
                  <c:v>04/26</c:v>
                </c:pt>
                <c:pt idx="14">
                  <c:v>05/26</c:v>
                </c:pt>
                <c:pt idx="15">
                  <c:v>06/26</c:v>
                </c:pt>
                <c:pt idx="16">
                  <c:v>07/26</c:v>
                </c:pt>
              </c:strCache>
            </c:strRef>
          </c:cat>
          <c:val>
            <c:numRef>
              <c:f>'Chart Data'!$B$2:$B$18</c:f>
              <c:numCache>
                <c:formatCode>0.0</c:formatCode>
                <c:ptCount val="17"/>
                <c:pt idx="0">
                  <c:v>3.8</c:v>
                </c:pt>
                <c:pt idx="1">
                  <c:v>1.2</c:v>
                </c:pt>
                <c:pt idx="2">
                  <c:v>6.1</c:v>
                </c:pt>
                <c:pt idx="3">
                  <c:v>3.8</c:v>
                </c:pt>
                <c:pt idx="4">
                  <c:v>4.5999999999999996</c:v>
                </c:pt>
                <c:pt idx="5">
                  <c:v>5.7</c:v>
                </c:pt>
                <c:pt idx="6">
                  <c:v>6.6</c:v>
                </c:pt>
                <c:pt idx="7">
                  <c:v>0.1</c:v>
                </c:pt>
                <c:pt idx="8">
                  <c:v>7.2</c:v>
                </c:pt>
                <c:pt idx="9">
                  <c:v>-3.6</c:v>
                </c:pt>
                <c:pt idx="10">
                  <c:v>-0.8</c:v>
                </c:pt>
                <c:pt idx="11">
                  <c:v>0.5</c:v>
                </c:pt>
                <c:pt idx="12">
                  <c:v>-3.7</c:v>
                </c:pt>
                <c:pt idx="13">
                  <c:v>-1.1000000000000001</c:v>
                </c:pt>
                <c:pt idx="14">
                  <c:v>-1.1000000000000001</c:v>
                </c:pt>
                <c:pt idx="15">
                  <c:v>-5.8</c:v>
                </c:pt>
                <c:pt idx="16">
                  <c:v>-6.8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89-43B9-8EC8-844B454BDC18}"/>
            </c:ext>
          </c:extLst>
        </c:ser>
        <c:ser>
          <c:idx val="1"/>
          <c:order val="1"/>
          <c:tx>
            <c:v>Disposable income 3MMA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Data'!$C$2:$C$18</c:f>
              <c:strCache>
                <c:ptCount val="17"/>
                <c:pt idx="0">
                  <c:v>03/25</c:v>
                </c:pt>
                <c:pt idx="1">
                  <c:v>04/25</c:v>
                </c:pt>
                <c:pt idx="2">
                  <c:v>05/25</c:v>
                </c:pt>
                <c:pt idx="3">
                  <c:v>06/25</c:v>
                </c:pt>
                <c:pt idx="4">
                  <c:v>07/25</c:v>
                </c:pt>
                <c:pt idx="5">
                  <c:v>08/25</c:v>
                </c:pt>
                <c:pt idx="6">
                  <c:v>09/25</c:v>
                </c:pt>
                <c:pt idx="7">
                  <c:v>10/25</c:v>
                </c:pt>
                <c:pt idx="8">
                  <c:v>11/25</c:v>
                </c:pt>
                <c:pt idx="9">
                  <c:v>12/25</c:v>
                </c:pt>
                <c:pt idx="10">
                  <c:v>01/26</c:v>
                </c:pt>
                <c:pt idx="11">
                  <c:v>02/26</c:v>
                </c:pt>
                <c:pt idx="12">
                  <c:v>03/26</c:v>
                </c:pt>
                <c:pt idx="13">
                  <c:v>04/26</c:v>
                </c:pt>
                <c:pt idx="14">
                  <c:v>05/26</c:v>
                </c:pt>
                <c:pt idx="15">
                  <c:v>06/26</c:v>
                </c:pt>
                <c:pt idx="16">
                  <c:v>07/26</c:v>
                </c:pt>
              </c:strCache>
            </c:strRef>
          </c:cat>
          <c:val>
            <c:numRef>
              <c:f>'Chart Data'!$D$2:$D$18</c:f>
              <c:numCache>
                <c:formatCode>0.0</c:formatCode>
                <c:ptCount val="17"/>
                <c:pt idx="0">
                  <c:v>-2.1666666666699999</c:v>
                </c:pt>
                <c:pt idx="1">
                  <c:v>-1.3</c:v>
                </c:pt>
                <c:pt idx="2">
                  <c:v>0.33333333333300003</c:v>
                </c:pt>
                <c:pt idx="3">
                  <c:v>-1.5333333333300001</c:v>
                </c:pt>
                <c:pt idx="4">
                  <c:v>-3.4666666666700001</c:v>
                </c:pt>
                <c:pt idx="5">
                  <c:v>-3.7</c:v>
                </c:pt>
                <c:pt idx="6">
                  <c:v>-1.2</c:v>
                </c:pt>
                <c:pt idx="7">
                  <c:v>0.3</c:v>
                </c:pt>
                <c:pt idx="8">
                  <c:v>-1.1666666666700001</c:v>
                </c:pt>
                <c:pt idx="9">
                  <c:v>-0.56666666666700005</c:v>
                </c:pt>
                <c:pt idx="10">
                  <c:v>-3.3333333333299998E-2</c:v>
                </c:pt>
                <c:pt idx="11">
                  <c:v>1.4666666666699999</c:v>
                </c:pt>
                <c:pt idx="12">
                  <c:v>2.6</c:v>
                </c:pt>
                <c:pt idx="13">
                  <c:v>2.9666666666700001</c:v>
                </c:pt>
                <c:pt idx="14">
                  <c:v>2.5</c:v>
                </c:pt>
                <c:pt idx="15">
                  <c:v>1.8</c:v>
                </c:pt>
                <c:pt idx="1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89-43B9-8EC8-844B454BDC18}"/>
            </c:ext>
          </c:extLst>
        </c:ser>
        <c:ser>
          <c:idx val="2"/>
          <c:order val="2"/>
          <c:tx>
            <c:v>Consumption 3MMA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Data'!$E$2:$E$18</c:f>
              <c:strCache>
                <c:ptCount val="17"/>
                <c:pt idx="0">
                  <c:v>03/25</c:v>
                </c:pt>
                <c:pt idx="1">
                  <c:v>04/25</c:v>
                </c:pt>
                <c:pt idx="2">
                  <c:v>05/25</c:v>
                </c:pt>
                <c:pt idx="3">
                  <c:v>06/25</c:v>
                </c:pt>
                <c:pt idx="4">
                  <c:v>07/25</c:v>
                </c:pt>
                <c:pt idx="5">
                  <c:v>08/25</c:v>
                </c:pt>
                <c:pt idx="6">
                  <c:v>09/25</c:v>
                </c:pt>
                <c:pt idx="7">
                  <c:v>10/25</c:v>
                </c:pt>
                <c:pt idx="8">
                  <c:v>11/25</c:v>
                </c:pt>
                <c:pt idx="9">
                  <c:v>12/25</c:v>
                </c:pt>
                <c:pt idx="10">
                  <c:v>01/26</c:v>
                </c:pt>
                <c:pt idx="11">
                  <c:v>02/26</c:v>
                </c:pt>
                <c:pt idx="12">
                  <c:v>03/26</c:v>
                </c:pt>
                <c:pt idx="13">
                  <c:v>04/26</c:v>
                </c:pt>
                <c:pt idx="14">
                  <c:v>05/26</c:v>
                </c:pt>
                <c:pt idx="15">
                  <c:v>06/26</c:v>
                </c:pt>
                <c:pt idx="16">
                  <c:v>07/26</c:v>
                </c:pt>
              </c:strCache>
            </c:strRef>
          </c:cat>
          <c:val>
            <c:numRef>
              <c:f>'Chart Data'!$F$2:$F$18</c:f>
              <c:numCache>
                <c:formatCode>0.0</c:formatCode>
                <c:ptCount val="17"/>
                <c:pt idx="0">
                  <c:v>0.9</c:v>
                </c:pt>
                <c:pt idx="1">
                  <c:v>0.93333333333299995</c:v>
                </c:pt>
                <c:pt idx="2">
                  <c:v>3.7</c:v>
                </c:pt>
                <c:pt idx="3">
                  <c:v>3.7</c:v>
                </c:pt>
                <c:pt idx="4">
                  <c:v>4.8333333333299997</c:v>
                </c:pt>
                <c:pt idx="5">
                  <c:v>4.7</c:v>
                </c:pt>
                <c:pt idx="6">
                  <c:v>5.6333333333300004</c:v>
                </c:pt>
                <c:pt idx="7">
                  <c:v>4.1333333333300004</c:v>
                </c:pt>
                <c:pt idx="8">
                  <c:v>4.6333333333300004</c:v>
                </c:pt>
                <c:pt idx="9">
                  <c:v>1.2333333333300001</c:v>
                </c:pt>
                <c:pt idx="10">
                  <c:v>0.93333333333299995</c:v>
                </c:pt>
                <c:pt idx="11">
                  <c:v>-1.3</c:v>
                </c:pt>
                <c:pt idx="12">
                  <c:v>-1.3333333333299999</c:v>
                </c:pt>
                <c:pt idx="13">
                  <c:v>-1.43333333333</c:v>
                </c:pt>
                <c:pt idx="14">
                  <c:v>-1.9666666666699999</c:v>
                </c:pt>
                <c:pt idx="15">
                  <c:v>-2.6666666666699999</c:v>
                </c:pt>
                <c:pt idx="16">
                  <c:v>-4.5666666666699998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89-43B9-8EC8-844B454BDC18}"/>
            </c:ext>
          </c:extLst>
        </c:ser>
        <c:ser>
          <c:idx val="3"/>
          <c:order val="3"/>
          <c:tx>
            <c:v>Income 3MMA</c:v>
          </c:tx>
          <c:spPr>
            <a:ln w="22860">
              <a:solidFill>
                <a:srgbClr val="24394C"/>
              </a:solidFill>
            </a:ln>
          </c:spPr>
          <c:marker>
            <c:symbol val="none"/>
          </c:marker>
          <c:cat>
            <c:strRef>
              <c:f>'Chart Data'!$G$2:$G$18</c:f>
              <c:strCache>
                <c:ptCount val="17"/>
                <c:pt idx="0">
                  <c:v>03/25</c:v>
                </c:pt>
                <c:pt idx="1">
                  <c:v>04/25</c:v>
                </c:pt>
                <c:pt idx="2">
                  <c:v>05/25</c:v>
                </c:pt>
                <c:pt idx="3">
                  <c:v>06/25</c:v>
                </c:pt>
                <c:pt idx="4">
                  <c:v>07/25</c:v>
                </c:pt>
                <c:pt idx="5">
                  <c:v>08/25</c:v>
                </c:pt>
                <c:pt idx="6">
                  <c:v>09/25</c:v>
                </c:pt>
                <c:pt idx="7">
                  <c:v>10/25</c:v>
                </c:pt>
                <c:pt idx="8">
                  <c:v>11/25</c:v>
                </c:pt>
                <c:pt idx="9">
                  <c:v>12/25</c:v>
                </c:pt>
                <c:pt idx="10">
                  <c:v>01/26</c:v>
                </c:pt>
                <c:pt idx="11">
                  <c:v>02/26</c:v>
                </c:pt>
                <c:pt idx="12">
                  <c:v>03/26</c:v>
                </c:pt>
                <c:pt idx="13">
                  <c:v>04/26</c:v>
                </c:pt>
                <c:pt idx="14">
                  <c:v>05/26</c:v>
                </c:pt>
                <c:pt idx="15">
                  <c:v>06/26</c:v>
                </c:pt>
                <c:pt idx="16">
                  <c:v>07/26</c:v>
                </c:pt>
              </c:strCache>
            </c:strRef>
          </c:cat>
          <c:val>
            <c:numRef>
              <c:f>'Chart Data'!$H$2:$H$18</c:f>
              <c:numCache>
                <c:formatCode>0.0</c:formatCode>
                <c:ptCount val="17"/>
                <c:pt idx="0">
                  <c:v>-1.8</c:v>
                </c:pt>
                <c:pt idx="1">
                  <c:v>-1.43333333333</c:v>
                </c:pt>
                <c:pt idx="2">
                  <c:v>-0.53333333333300004</c:v>
                </c:pt>
                <c:pt idx="3">
                  <c:v>-0.433333333333</c:v>
                </c:pt>
                <c:pt idx="4">
                  <c:v>-1.2666666666699999</c:v>
                </c:pt>
                <c:pt idx="5">
                  <c:v>-0.46666666666700002</c:v>
                </c:pt>
                <c:pt idx="6">
                  <c:v>0.1</c:v>
                </c:pt>
                <c:pt idx="7">
                  <c:v>0.9</c:v>
                </c:pt>
                <c:pt idx="8">
                  <c:v>-0.76666666666700001</c:v>
                </c:pt>
                <c:pt idx="9">
                  <c:v>-0.76666666666700001</c:v>
                </c:pt>
                <c:pt idx="10">
                  <c:v>-0.33333333333300003</c:v>
                </c:pt>
                <c:pt idx="11">
                  <c:v>0.93333333333299995</c:v>
                </c:pt>
                <c:pt idx="12">
                  <c:v>2.4666666666700001</c:v>
                </c:pt>
                <c:pt idx="13">
                  <c:v>2.8333333333300001</c:v>
                </c:pt>
                <c:pt idx="14">
                  <c:v>2.5333333333299999</c:v>
                </c:pt>
                <c:pt idx="15">
                  <c:v>1.6666666666700001</c:v>
                </c:pt>
                <c:pt idx="16">
                  <c:v>-0.36666666666699999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189-43B9-8EC8-844B454BDC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High labor cost intensity</c:v>
          </c:tx>
          <c:spPr>
            <a:ln w="22860">
              <a:solidFill>
                <a:srgbClr val="992937"/>
              </a:solidFill>
            </a:ln>
          </c:spPr>
          <c:marker>
            <c:symbol val="none"/>
          </c:marker>
          <c:cat>
            <c:strRef>
              <c:f>'Chart Data'!$A$2:$A$15</c:f>
              <c:strCache>
                <c:ptCount val="14"/>
                <c:pt idx="0">
                  <c:v>07/25</c:v>
                </c:pt>
                <c:pt idx="1">
                  <c:v>08/25</c:v>
                </c:pt>
                <c:pt idx="2">
                  <c:v>09/25</c:v>
                </c:pt>
                <c:pt idx="3">
                  <c:v>10/25</c:v>
                </c:pt>
                <c:pt idx="4">
                  <c:v>11/25</c:v>
                </c:pt>
                <c:pt idx="5">
                  <c:v>12/25</c:v>
                </c:pt>
                <c:pt idx="6">
                  <c:v>01/26</c:v>
                </c:pt>
                <c:pt idx="7">
                  <c:v>02/26</c:v>
                </c:pt>
                <c:pt idx="8">
                  <c:v>03/26</c:v>
                </c:pt>
                <c:pt idx="9">
                  <c:v>04/26</c:v>
                </c:pt>
                <c:pt idx="10">
                  <c:v>05/26</c:v>
                </c:pt>
                <c:pt idx="11">
                  <c:v>06/26</c:v>
                </c:pt>
                <c:pt idx="12">
                  <c:v>07/26</c:v>
                </c:pt>
                <c:pt idx="13">
                  <c:v>08/26</c:v>
                </c:pt>
              </c:strCache>
            </c:strRef>
          </c:cat>
          <c:val>
            <c:numRef>
              <c:f>'Chart Data'!$B$2:$B$15</c:f>
              <c:numCache>
                <c:formatCode>0.0</c:formatCode>
                <c:ptCount val="14"/>
                <c:pt idx="0">
                  <c:v>3.5</c:v>
                </c:pt>
                <c:pt idx="1">
                  <c:v>3.4</c:v>
                </c:pt>
                <c:pt idx="2">
                  <c:v>3.6</c:v>
                </c:pt>
                <c:pt idx="3">
                  <c:v>3.2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3.1</c:v>
                </c:pt>
                <c:pt idx="8">
                  <c:v>3</c:v>
                </c:pt>
                <c:pt idx="9">
                  <c:v>2.8</c:v>
                </c:pt>
                <c:pt idx="10">
                  <c:v>2.8</c:v>
                </c:pt>
                <c:pt idx="11">
                  <c:v>2.9</c:v>
                </c:pt>
                <c:pt idx="12">
                  <c:v>2.7</c:v>
                </c:pt>
                <c:pt idx="1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07-4CCC-9123-3CB569DA50B9}"/>
            </c:ext>
          </c:extLst>
        </c:ser>
        <c:ser>
          <c:idx val="1"/>
          <c:order val="1"/>
          <c:tx>
            <c:v>Low labor cost intensity</c:v>
          </c:tx>
          <c:spPr>
            <a:ln w="22860">
              <a:solidFill>
                <a:srgbClr val="B49A63"/>
              </a:solidFill>
            </a:ln>
          </c:spPr>
          <c:marker>
            <c:symbol val="none"/>
          </c:marker>
          <c:cat>
            <c:strRef>
              <c:f>'Chart Data'!$C$2:$C$15</c:f>
              <c:strCache>
                <c:ptCount val="14"/>
                <c:pt idx="0">
                  <c:v>07/25</c:v>
                </c:pt>
                <c:pt idx="1">
                  <c:v>08/25</c:v>
                </c:pt>
                <c:pt idx="2">
                  <c:v>09/25</c:v>
                </c:pt>
                <c:pt idx="3">
                  <c:v>10/25</c:v>
                </c:pt>
                <c:pt idx="4">
                  <c:v>11/25</c:v>
                </c:pt>
                <c:pt idx="5">
                  <c:v>12/25</c:v>
                </c:pt>
                <c:pt idx="6">
                  <c:v>01/26</c:v>
                </c:pt>
                <c:pt idx="7">
                  <c:v>02/26</c:v>
                </c:pt>
                <c:pt idx="8">
                  <c:v>03/26</c:v>
                </c:pt>
                <c:pt idx="9">
                  <c:v>04/26</c:v>
                </c:pt>
                <c:pt idx="10">
                  <c:v>05/26</c:v>
                </c:pt>
                <c:pt idx="11">
                  <c:v>06/26</c:v>
                </c:pt>
                <c:pt idx="12">
                  <c:v>07/26</c:v>
                </c:pt>
                <c:pt idx="13">
                  <c:v>08/26</c:v>
                </c:pt>
              </c:strCache>
            </c:strRef>
          </c:cat>
          <c:val>
            <c:numRef>
              <c:f>'Chart Data'!$D$2:$D$15</c:f>
              <c:numCache>
                <c:formatCode>0.0</c:formatCode>
                <c:ptCount val="14"/>
                <c:pt idx="0">
                  <c:v>1.6</c:v>
                </c:pt>
                <c:pt idx="1">
                  <c:v>2</c:v>
                </c:pt>
                <c:pt idx="2">
                  <c:v>2.4</c:v>
                </c:pt>
                <c:pt idx="3">
                  <c:v>2.4</c:v>
                </c:pt>
                <c:pt idx="4">
                  <c:v>2.5</c:v>
                </c:pt>
                <c:pt idx="5">
                  <c:v>2.2999999999999998</c:v>
                </c:pt>
                <c:pt idx="6">
                  <c:v>2</c:v>
                </c:pt>
                <c:pt idx="7">
                  <c:v>2.2999999999999998</c:v>
                </c:pt>
                <c:pt idx="8">
                  <c:v>3.5</c:v>
                </c:pt>
                <c:pt idx="9">
                  <c:v>4.5</c:v>
                </c:pt>
                <c:pt idx="10">
                  <c:v>4.7</c:v>
                </c:pt>
                <c:pt idx="11">
                  <c:v>4.2</c:v>
                </c:pt>
                <c:pt idx="12">
                  <c:v>4.7</c:v>
                </c:pt>
                <c:pt idx="13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07-4CCC-9123-3CB569DA5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>
            <a:solidFill>
              <a:schemeClr val="tx1"/>
            </a:solidFill>
          </a:ln>
        </c:sp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6350">
            <a:solidFill>
              <a:schemeClr val="tx1"/>
            </a:solidFill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en-US"/>
    </a:p>
  </c:tx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Income &amp; profits</c:v>
          </c:tx>
          <c:spPr>
            <a:solidFill>
              <a:srgbClr val="9E293A"/>
            </a:solidFill>
            <a:ln w="0">
              <a:solidFill>
                <a:srgbClr val="9E293A"/>
              </a:solidFill>
            </a:ln>
          </c:spPr>
          <c:invertIfNegative val="1"/>
          <c:cat>
            <c:strRef>
              <c:f>'Chart Data'!$A$2:$A$5</c:f>
              <c:strCache>
                <c:ptCount val="4"/>
                <c:pt idx="0">
                  <c:v>Japan</c:v>
                </c:pt>
                <c:pt idx="1">
                  <c:v>Korea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10.9</c:v>
                </c:pt>
                <c:pt idx="1">
                  <c:v>9.1999999999999993</c:v>
                </c:pt>
                <c:pt idx="2">
                  <c:v>12.4</c:v>
                </c:pt>
                <c:pt idx="3">
                  <c:v>12.1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E293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75-4E18-A3A5-6B21EDA9E6E8}"/>
            </c:ext>
          </c:extLst>
        </c:ser>
        <c:ser>
          <c:idx val="1"/>
          <c:order val="1"/>
          <c:tx>
            <c:v>Social contributions</c:v>
          </c:tx>
          <c:spPr>
            <a:solidFill>
              <a:srgbClr val="B59A67"/>
            </a:solidFill>
            <a:ln w="0">
              <a:solidFill>
                <a:srgbClr val="B59A67"/>
              </a:solidFill>
            </a:ln>
          </c:spPr>
          <c:invertIfNegative val="1"/>
          <c:cat>
            <c:strRef>
              <c:f>'Chart Data'!$C$2:$C$5</c:f>
              <c:strCache>
                <c:ptCount val="4"/>
                <c:pt idx="0">
                  <c:v>Japan</c:v>
                </c:pt>
                <c:pt idx="1">
                  <c:v>Korea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13.2</c:v>
                </c:pt>
                <c:pt idx="1">
                  <c:v>7.9</c:v>
                </c:pt>
                <c:pt idx="2">
                  <c:v>6</c:v>
                </c:pt>
                <c:pt idx="3">
                  <c:v>14.3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59A6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175-4E18-A3A5-6B21EDA9E6E8}"/>
            </c:ext>
          </c:extLst>
        </c:ser>
        <c:ser>
          <c:idx val="2"/>
          <c:order val="2"/>
          <c:tx>
            <c:v>Goods &amp; services</c:v>
          </c:tx>
          <c:spPr>
            <a:solidFill>
              <a:srgbClr val="26394D"/>
            </a:solidFill>
            <a:ln w="0">
              <a:solidFill>
                <a:srgbClr val="26394D"/>
              </a:solidFill>
            </a:ln>
          </c:spPr>
          <c:invertIfNegative val="1"/>
          <c:cat>
            <c:strRef>
              <c:f>'Chart Data'!$E$2:$E$5</c:f>
              <c:strCache>
                <c:ptCount val="4"/>
                <c:pt idx="0">
                  <c:v>Japan</c:v>
                </c:pt>
                <c:pt idx="1">
                  <c:v>Korea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6.8</c:v>
                </c:pt>
                <c:pt idx="1">
                  <c:v>6.1</c:v>
                </c:pt>
                <c:pt idx="2">
                  <c:v>4.2</c:v>
                </c:pt>
                <c:pt idx="3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26394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175-4E18-A3A5-6B21EDA9E6E8}"/>
            </c:ext>
          </c:extLst>
        </c:ser>
        <c:ser>
          <c:idx val="3"/>
          <c:order val="3"/>
          <c:tx>
            <c:v>Other taxes</c:v>
          </c:tx>
          <c:spPr>
            <a:solidFill>
              <a:srgbClr val="D98A91"/>
            </a:solidFill>
            <a:ln w="0">
              <a:solidFill>
                <a:srgbClr val="D98A91"/>
              </a:solidFill>
            </a:ln>
          </c:spPr>
          <c:invertIfNegative val="1"/>
          <c:cat>
            <c:strRef>
              <c:f>'Chart Data'!$G$2:$G$5</c:f>
              <c:strCache>
                <c:ptCount val="4"/>
                <c:pt idx="0">
                  <c:v>Japan</c:v>
                </c:pt>
                <c:pt idx="1">
                  <c:v>Korea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Data'!$H$2:$H$5</c:f>
              <c:numCache>
                <c:formatCode>0.0</c:formatCode>
                <c:ptCount val="4"/>
                <c:pt idx="0">
                  <c:v>2.8</c:v>
                </c:pt>
                <c:pt idx="1">
                  <c:v>3.7</c:v>
                </c:pt>
                <c:pt idx="2">
                  <c:v>2.9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D98A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D175-4E18-A3A5-6B21EDA9E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>
            <a:solidFill>
              <a:srgbClr val="333333"/>
            </a:solidFill>
          </a:ln>
        </c:spPr>
        <c:txPr>
          <a:bodyPr anchorCtr="1"/>
          <a:lstStyle/>
          <a:p>
            <a:pPr>
              <a:defRPr sz="975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333333"/>
              </a:solidFill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>
      <a:noFill/>
    </a:ln>
  </c:spPr>
  <c:externalData r:id="rId1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Social protection</c:v>
          </c:tx>
          <c:spPr>
            <a:solidFill>
              <a:srgbClr val="9E293A"/>
            </a:solidFill>
            <a:ln w="0">
              <a:solidFill>
                <a:srgbClr val="9E293A"/>
              </a:solidFill>
            </a:ln>
          </c:spPr>
          <c:invertIfNegative val="1"/>
          <c:cat>
            <c:strRef>
              <c:f>'Chart Data'!$A$2:$A$5</c:f>
              <c:strCache>
                <c:ptCount val="4"/>
                <c:pt idx="0">
                  <c:v>Japan</c:v>
                </c:pt>
                <c:pt idx="1">
                  <c:v>Korea*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16.100000000000001</c:v>
                </c:pt>
                <c:pt idx="1">
                  <c:v>9</c:v>
                </c:pt>
                <c:pt idx="2">
                  <c:v>7.9</c:v>
                </c:pt>
                <c:pt idx="3">
                  <c:v>19.7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9E293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83B-4F78-99E5-596D9EBCD885}"/>
            </c:ext>
          </c:extLst>
        </c:ser>
        <c:ser>
          <c:idx val="1"/>
          <c:order val="1"/>
          <c:tx>
            <c:v>Health</c:v>
          </c:tx>
          <c:spPr>
            <a:solidFill>
              <a:srgbClr val="B59A67"/>
            </a:solidFill>
            <a:ln w="0">
              <a:solidFill>
                <a:srgbClr val="B59A67"/>
              </a:solidFill>
            </a:ln>
          </c:spPr>
          <c:invertIfNegative val="1"/>
          <c:cat>
            <c:strRef>
              <c:f>'Chart Data'!$C$2:$C$5</c:f>
              <c:strCache>
                <c:ptCount val="4"/>
                <c:pt idx="0">
                  <c:v>Japan</c:v>
                </c:pt>
                <c:pt idx="1">
                  <c:v>Korea*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8.1</c:v>
                </c:pt>
                <c:pt idx="1">
                  <c:v>5.6</c:v>
                </c:pt>
                <c:pt idx="2">
                  <c:v>10.1</c:v>
                </c:pt>
                <c:pt idx="3">
                  <c:v>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59A6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83B-4F78-99E5-596D9EBCD885}"/>
            </c:ext>
          </c:extLst>
        </c:ser>
        <c:ser>
          <c:idx val="2"/>
          <c:order val="2"/>
          <c:tx>
            <c:v>Education</c:v>
          </c:tx>
          <c:spPr>
            <a:solidFill>
              <a:srgbClr val="26394D"/>
            </a:solidFill>
            <a:ln w="0">
              <a:solidFill>
                <a:srgbClr val="26394D"/>
              </a:solidFill>
            </a:ln>
          </c:spPr>
          <c:invertIfNegative val="1"/>
          <c:cat>
            <c:strRef>
              <c:f>'Chart Data'!$E$2:$E$5</c:f>
              <c:strCache>
                <c:ptCount val="4"/>
                <c:pt idx="0">
                  <c:v>Japan</c:v>
                </c:pt>
                <c:pt idx="1">
                  <c:v>Korea*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3.2</c:v>
                </c:pt>
                <c:pt idx="1">
                  <c:v>4.8</c:v>
                </c:pt>
                <c:pt idx="2">
                  <c:v>5.4</c:v>
                </c:pt>
                <c:pt idx="3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26394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83B-4F78-99E5-596D9EBCD885}"/>
            </c:ext>
          </c:extLst>
        </c:ser>
        <c:ser>
          <c:idx val="3"/>
          <c:order val="3"/>
          <c:tx>
            <c:v>Other spending</c:v>
          </c:tx>
          <c:spPr>
            <a:solidFill>
              <a:srgbClr val="D98A91"/>
            </a:solidFill>
            <a:ln w="0">
              <a:solidFill>
                <a:srgbClr val="D98A91"/>
              </a:solidFill>
            </a:ln>
          </c:spPr>
          <c:invertIfNegative val="1"/>
          <c:cat>
            <c:strRef>
              <c:f>'Chart Data'!$G$2:$G$5</c:f>
              <c:strCache>
                <c:ptCount val="4"/>
                <c:pt idx="0">
                  <c:v>Japan</c:v>
                </c:pt>
                <c:pt idx="1">
                  <c:v>Korea*</c:v>
                </c:pt>
                <c:pt idx="2">
                  <c:v>United States</c:v>
                </c:pt>
                <c:pt idx="3">
                  <c:v>Germany</c:v>
                </c:pt>
              </c:strCache>
            </c:strRef>
          </c:cat>
          <c:val>
            <c:numRef>
              <c:f>'Chart Data'!$H$2:$H$5</c:f>
              <c:numCache>
                <c:formatCode>0.0</c:formatCode>
                <c:ptCount val="4"/>
                <c:pt idx="0">
                  <c:v>12.9</c:v>
                </c:pt>
                <c:pt idx="1">
                  <c:v>17.7</c:v>
                </c:pt>
                <c:pt idx="2">
                  <c:v>15.7</c:v>
                </c:pt>
                <c:pt idx="3">
                  <c:v>15.7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D98A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383B-4F78-99E5-596D9EBCD8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>
            <a:solidFill>
              <a:srgbClr val="333333"/>
            </a:solidFill>
          </a:ln>
        </c:spPr>
        <c:txPr>
          <a:bodyPr anchorCtr="1"/>
          <a:lstStyle/>
          <a:p>
            <a:pPr>
              <a:defRPr sz="975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333333"/>
              </a:solidFill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>
      <a:noFill/>
    </a:ln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Planilha1!$A$2:$A$1305</c:f>
              <c:numCache>
                <c:formatCode>m/d/yyyy</c:formatCode>
                <c:ptCount val="1304"/>
                <c:pt idx="0">
                  <c:v>44434</c:v>
                </c:pt>
                <c:pt idx="1">
                  <c:v>44435</c:v>
                </c:pt>
                <c:pt idx="2">
                  <c:v>44438</c:v>
                </c:pt>
                <c:pt idx="3">
                  <c:v>44439</c:v>
                </c:pt>
                <c:pt idx="4">
                  <c:v>44440</c:v>
                </c:pt>
                <c:pt idx="5">
                  <c:v>44441</c:v>
                </c:pt>
                <c:pt idx="6">
                  <c:v>44442</c:v>
                </c:pt>
                <c:pt idx="7">
                  <c:v>44445</c:v>
                </c:pt>
                <c:pt idx="8">
                  <c:v>44446</c:v>
                </c:pt>
                <c:pt idx="9">
                  <c:v>44447</c:v>
                </c:pt>
                <c:pt idx="10">
                  <c:v>44448</c:v>
                </c:pt>
                <c:pt idx="11">
                  <c:v>44449</c:v>
                </c:pt>
                <c:pt idx="12">
                  <c:v>44452</c:v>
                </c:pt>
                <c:pt idx="13">
                  <c:v>44453</c:v>
                </c:pt>
                <c:pt idx="14">
                  <c:v>44454</c:v>
                </c:pt>
                <c:pt idx="15">
                  <c:v>44455</c:v>
                </c:pt>
                <c:pt idx="16">
                  <c:v>44456</c:v>
                </c:pt>
                <c:pt idx="17">
                  <c:v>44459</c:v>
                </c:pt>
                <c:pt idx="18">
                  <c:v>44460</c:v>
                </c:pt>
                <c:pt idx="19">
                  <c:v>44461</c:v>
                </c:pt>
                <c:pt idx="20">
                  <c:v>44462</c:v>
                </c:pt>
                <c:pt idx="21">
                  <c:v>44463</c:v>
                </c:pt>
                <c:pt idx="22">
                  <c:v>44466</c:v>
                </c:pt>
                <c:pt idx="23">
                  <c:v>44467</c:v>
                </c:pt>
                <c:pt idx="24">
                  <c:v>44468</c:v>
                </c:pt>
                <c:pt idx="25">
                  <c:v>44469</c:v>
                </c:pt>
                <c:pt idx="26">
                  <c:v>44470</c:v>
                </c:pt>
                <c:pt idx="27">
                  <c:v>44473</c:v>
                </c:pt>
                <c:pt idx="28">
                  <c:v>44474</c:v>
                </c:pt>
                <c:pt idx="29">
                  <c:v>44475</c:v>
                </c:pt>
                <c:pt idx="30">
                  <c:v>44476</c:v>
                </c:pt>
                <c:pt idx="31">
                  <c:v>44477</c:v>
                </c:pt>
                <c:pt idx="32">
                  <c:v>44480</c:v>
                </c:pt>
                <c:pt idx="33">
                  <c:v>44481</c:v>
                </c:pt>
                <c:pt idx="34">
                  <c:v>44482</c:v>
                </c:pt>
                <c:pt idx="35">
                  <c:v>44483</c:v>
                </c:pt>
                <c:pt idx="36">
                  <c:v>44484</c:v>
                </c:pt>
                <c:pt idx="37">
                  <c:v>44487</c:v>
                </c:pt>
                <c:pt idx="38">
                  <c:v>44488</c:v>
                </c:pt>
                <c:pt idx="39">
                  <c:v>44489</c:v>
                </c:pt>
                <c:pt idx="40">
                  <c:v>44490</c:v>
                </c:pt>
                <c:pt idx="41">
                  <c:v>44491</c:v>
                </c:pt>
                <c:pt idx="42">
                  <c:v>44494</c:v>
                </c:pt>
                <c:pt idx="43">
                  <c:v>44495</c:v>
                </c:pt>
                <c:pt idx="44">
                  <c:v>44496</c:v>
                </c:pt>
                <c:pt idx="45">
                  <c:v>44497</c:v>
                </c:pt>
                <c:pt idx="46">
                  <c:v>44498</c:v>
                </c:pt>
                <c:pt idx="47">
                  <c:v>44501</c:v>
                </c:pt>
                <c:pt idx="48">
                  <c:v>44502</c:v>
                </c:pt>
                <c:pt idx="49">
                  <c:v>44503</c:v>
                </c:pt>
                <c:pt idx="50">
                  <c:v>44504</c:v>
                </c:pt>
                <c:pt idx="51">
                  <c:v>44505</c:v>
                </c:pt>
                <c:pt idx="52">
                  <c:v>44508</c:v>
                </c:pt>
                <c:pt idx="53">
                  <c:v>44509</c:v>
                </c:pt>
                <c:pt idx="54">
                  <c:v>44510</c:v>
                </c:pt>
                <c:pt idx="55">
                  <c:v>44511</c:v>
                </c:pt>
                <c:pt idx="56">
                  <c:v>44512</c:v>
                </c:pt>
                <c:pt idx="57">
                  <c:v>44515</c:v>
                </c:pt>
                <c:pt idx="58">
                  <c:v>44516</c:v>
                </c:pt>
                <c:pt idx="59">
                  <c:v>44517</c:v>
                </c:pt>
                <c:pt idx="60">
                  <c:v>44518</c:v>
                </c:pt>
                <c:pt idx="61">
                  <c:v>44519</c:v>
                </c:pt>
                <c:pt idx="62">
                  <c:v>44522</c:v>
                </c:pt>
                <c:pt idx="63">
                  <c:v>44523</c:v>
                </c:pt>
                <c:pt idx="64">
                  <c:v>44524</c:v>
                </c:pt>
                <c:pt idx="65">
                  <c:v>44525</c:v>
                </c:pt>
                <c:pt idx="66">
                  <c:v>44526</c:v>
                </c:pt>
                <c:pt idx="67">
                  <c:v>44529</c:v>
                </c:pt>
                <c:pt idx="68">
                  <c:v>44530</c:v>
                </c:pt>
                <c:pt idx="69">
                  <c:v>44531</c:v>
                </c:pt>
                <c:pt idx="70">
                  <c:v>44532</c:v>
                </c:pt>
                <c:pt idx="71">
                  <c:v>44533</c:v>
                </c:pt>
                <c:pt idx="72">
                  <c:v>44536</c:v>
                </c:pt>
                <c:pt idx="73">
                  <c:v>44537</c:v>
                </c:pt>
                <c:pt idx="74">
                  <c:v>44538</c:v>
                </c:pt>
                <c:pt idx="75">
                  <c:v>44539</c:v>
                </c:pt>
                <c:pt idx="76">
                  <c:v>44540</c:v>
                </c:pt>
                <c:pt idx="77">
                  <c:v>44543</c:v>
                </c:pt>
                <c:pt idx="78">
                  <c:v>44544</c:v>
                </c:pt>
                <c:pt idx="79">
                  <c:v>44545</c:v>
                </c:pt>
                <c:pt idx="80">
                  <c:v>44546</c:v>
                </c:pt>
                <c:pt idx="81">
                  <c:v>44547</c:v>
                </c:pt>
                <c:pt idx="82">
                  <c:v>44550</c:v>
                </c:pt>
                <c:pt idx="83">
                  <c:v>44551</c:v>
                </c:pt>
                <c:pt idx="84">
                  <c:v>44552</c:v>
                </c:pt>
                <c:pt idx="85">
                  <c:v>44553</c:v>
                </c:pt>
                <c:pt idx="86">
                  <c:v>44554</c:v>
                </c:pt>
                <c:pt idx="87">
                  <c:v>44557</c:v>
                </c:pt>
                <c:pt idx="88">
                  <c:v>44558</c:v>
                </c:pt>
                <c:pt idx="89">
                  <c:v>44559</c:v>
                </c:pt>
                <c:pt idx="90">
                  <c:v>44560</c:v>
                </c:pt>
                <c:pt idx="91">
                  <c:v>44561</c:v>
                </c:pt>
                <c:pt idx="92">
                  <c:v>44564</c:v>
                </c:pt>
                <c:pt idx="93">
                  <c:v>44565</c:v>
                </c:pt>
                <c:pt idx="94">
                  <c:v>44566</c:v>
                </c:pt>
                <c:pt idx="95">
                  <c:v>44567</c:v>
                </c:pt>
                <c:pt idx="96">
                  <c:v>44568</c:v>
                </c:pt>
                <c:pt idx="97">
                  <c:v>44571</c:v>
                </c:pt>
                <c:pt idx="98">
                  <c:v>44572</c:v>
                </c:pt>
                <c:pt idx="99">
                  <c:v>44573</c:v>
                </c:pt>
                <c:pt idx="100">
                  <c:v>44574</c:v>
                </c:pt>
                <c:pt idx="101">
                  <c:v>44575</c:v>
                </c:pt>
                <c:pt idx="102">
                  <c:v>44578</c:v>
                </c:pt>
                <c:pt idx="103">
                  <c:v>44579</c:v>
                </c:pt>
                <c:pt idx="104">
                  <c:v>44580</c:v>
                </c:pt>
                <c:pt idx="105">
                  <c:v>44581</c:v>
                </c:pt>
                <c:pt idx="106">
                  <c:v>44582</c:v>
                </c:pt>
                <c:pt idx="107">
                  <c:v>44585</c:v>
                </c:pt>
                <c:pt idx="108">
                  <c:v>44586</c:v>
                </c:pt>
                <c:pt idx="109">
                  <c:v>44587</c:v>
                </c:pt>
                <c:pt idx="110">
                  <c:v>44588</c:v>
                </c:pt>
                <c:pt idx="111">
                  <c:v>44589</c:v>
                </c:pt>
                <c:pt idx="112">
                  <c:v>44592</c:v>
                </c:pt>
                <c:pt idx="113">
                  <c:v>44593</c:v>
                </c:pt>
                <c:pt idx="114">
                  <c:v>44594</c:v>
                </c:pt>
                <c:pt idx="115">
                  <c:v>44595</c:v>
                </c:pt>
                <c:pt idx="116">
                  <c:v>44596</c:v>
                </c:pt>
                <c:pt idx="117">
                  <c:v>44599</c:v>
                </c:pt>
                <c:pt idx="118">
                  <c:v>44600</c:v>
                </c:pt>
                <c:pt idx="119">
                  <c:v>44601</c:v>
                </c:pt>
                <c:pt idx="120">
                  <c:v>44602</c:v>
                </c:pt>
                <c:pt idx="121">
                  <c:v>44603</c:v>
                </c:pt>
                <c:pt idx="122">
                  <c:v>44606</c:v>
                </c:pt>
                <c:pt idx="123">
                  <c:v>44607</c:v>
                </c:pt>
                <c:pt idx="124">
                  <c:v>44608</c:v>
                </c:pt>
                <c:pt idx="125">
                  <c:v>44609</c:v>
                </c:pt>
                <c:pt idx="126">
                  <c:v>44610</c:v>
                </c:pt>
                <c:pt idx="127">
                  <c:v>44613</c:v>
                </c:pt>
                <c:pt idx="128">
                  <c:v>44614</c:v>
                </c:pt>
                <c:pt idx="129">
                  <c:v>44615</c:v>
                </c:pt>
                <c:pt idx="130">
                  <c:v>44616</c:v>
                </c:pt>
                <c:pt idx="131">
                  <c:v>44617</c:v>
                </c:pt>
                <c:pt idx="132">
                  <c:v>44620</c:v>
                </c:pt>
                <c:pt idx="133">
                  <c:v>44621</c:v>
                </c:pt>
                <c:pt idx="134">
                  <c:v>44622</c:v>
                </c:pt>
                <c:pt idx="135">
                  <c:v>44623</c:v>
                </c:pt>
                <c:pt idx="136">
                  <c:v>44624</c:v>
                </c:pt>
                <c:pt idx="137">
                  <c:v>44627</c:v>
                </c:pt>
                <c:pt idx="138">
                  <c:v>44628</c:v>
                </c:pt>
                <c:pt idx="139">
                  <c:v>44629</c:v>
                </c:pt>
                <c:pt idx="140">
                  <c:v>44630</c:v>
                </c:pt>
                <c:pt idx="141">
                  <c:v>44631</c:v>
                </c:pt>
                <c:pt idx="142">
                  <c:v>44634</c:v>
                </c:pt>
                <c:pt idx="143">
                  <c:v>44635</c:v>
                </c:pt>
                <c:pt idx="144">
                  <c:v>44636</c:v>
                </c:pt>
                <c:pt idx="145">
                  <c:v>44637</c:v>
                </c:pt>
                <c:pt idx="146">
                  <c:v>44638</c:v>
                </c:pt>
                <c:pt idx="147">
                  <c:v>44641</c:v>
                </c:pt>
                <c:pt idx="148">
                  <c:v>44642</c:v>
                </c:pt>
                <c:pt idx="149">
                  <c:v>44643</c:v>
                </c:pt>
                <c:pt idx="150">
                  <c:v>44644</c:v>
                </c:pt>
                <c:pt idx="151">
                  <c:v>44645</c:v>
                </c:pt>
                <c:pt idx="152">
                  <c:v>44648</c:v>
                </c:pt>
                <c:pt idx="153">
                  <c:v>44649</c:v>
                </c:pt>
                <c:pt idx="154">
                  <c:v>44650</c:v>
                </c:pt>
                <c:pt idx="155">
                  <c:v>44651</c:v>
                </c:pt>
                <c:pt idx="156">
                  <c:v>44652</c:v>
                </c:pt>
                <c:pt idx="157">
                  <c:v>44655</c:v>
                </c:pt>
                <c:pt idx="158">
                  <c:v>44656</c:v>
                </c:pt>
                <c:pt idx="159">
                  <c:v>44657</c:v>
                </c:pt>
                <c:pt idx="160">
                  <c:v>44658</c:v>
                </c:pt>
                <c:pt idx="161">
                  <c:v>44659</c:v>
                </c:pt>
                <c:pt idx="162">
                  <c:v>44662</c:v>
                </c:pt>
                <c:pt idx="163">
                  <c:v>44663</c:v>
                </c:pt>
                <c:pt idx="164">
                  <c:v>44664</c:v>
                </c:pt>
                <c:pt idx="165">
                  <c:v>44665</c:v>
                </c:pt>
                <c:pt idx="166">
                  <c:v>44666</c:v>
                </c:pt>
                <c:pt idx="167">
                  <c:v>44669</c:v>
                </c:pt>
                <c:pt idx="168">
                  <c:v>44670</c:v>
                </c:pt>
                <c:pt idx="169">
                  <c:v>44671</c:v>
                </c:pt>
                <c:pt idx="170">
                  <c:v>44672</c:v>
                </c:pt>
                <c:pt idx="171">
                  <c:v>44673</c:v>
                </c:pt>
                <c:pt idx="172">
                  <c:v>44676</c:v>
                </c:pt>
                <c:pt idx="173">
                  <c:v>44677</c:v>
                </c:pt>
                <c:pt idx="174">
                  <c:v>44678</c:v>
                </c:pt>
                <c:pt idx="175">
                  <c:v>44679</c:v>
                </c:pt>
                <c:pt idx="176">
                  <c:v>44680</c:v>
                </c:pt>
                <c:pt idx="177">
                  <c:v>44683</c:v>
                </c:pt>
                <c:pt idx="178">
                  <c:v>44684</c:v>
                </c:pt>
                <c:pt idx="179">
                  <c:v>44685</c:v>
                </c:pt>
                <c:pt idx="180">
                  <c:v>44686</c:v>
                </c:pt>
                <c:pt idx="181">
                  <c:v>44687</c:v>
                </c:pt>
                <c:pt idx="182">
                  <c:v>44690</c:v>
                </c:pt>
                <c:pt idx="183">
                  <c:v>44691</c:v>
                </c:pt>
                <c:pt idx="184">
                  <c:v>44692</c:v>
                </c:pt>
                <c:pt idx="185">
                  <c:v>44693</c:v>
                </c:pt>
                <c:pt idx="186">
                  <c:v>44694</c:v>
                </c:pt>
                <c:pt idx="187">
                  <c:v>44697</c:v>
                </c:pt>
                <c:pt idx="188">
                  <c:v>44698</c:v>
                </c:pt>
                <c:pt idx="189">
                  <c:v>44699</c:v>
                </c:pt>
                <c:pt idx="190">
                  <c:v>44700</c:v>
                </c:pt>
                <c:pt idx="191">
                  <c:v>44701</c:v>
                </c:pt>
                <c:pt idx="192">
                  <c:v>44704</c:v>
                </c:pt>
                <c:pt idx="193">
                  <c:v>44705</c:v>
                </c:pt>
                <c:pt idx="194">
                  <c:v>44706</c:v>
                </c:pt>
                <c:pt idx="195">
                  <c:v>44707</c:v>
                </c:pt>
                <c:pt idx="196">
                  <c:v>44708</c:v>
                </c:pt>
                <c:pt idx="197">
                  <c:v>44711</c:v>
                </c:pt>
                <c:pt idx="198">
                  <c:v>44712</c:v>
                </c:pt>
                <c:pt idx="199">
                  <c:v>44713</c:v>
                </c:pt>
                <c:pt idx="200">
                  <c:v>44714</c:v>
                </c:pt>
                <c:pt idx="201">
                  <c:v>44715</c:v>
                </c:pt>
                <c:pt idx="202">
                  <c:v>44718</c:v>
                </c:pt>
                <c:pt idx="203">
                  <c:v>44719</c:v>
                </c:pt>
                <c:pt idx="204">
                  <c:v>44720</c:v>
                </c:pt>
                <c:pt idx="205">
                  <c:v>44721</c:v>
                </c:pt>
                <c:pt idx="206">
                  <c:v>44722</c:v>
                </c:pt>
                <c:pt idx="207">
                  <c:v>44725</c:v>
                </c:pt>
                <c:pt idx="208">
                  <c:v>44726</c:v>
                </c:pt>
                <c:pt idx="209">
                  <c:v>44727</c:v>
                </c:pt>
                <c:pt idx="210">
                  <c:v>44728</c:v>
                </c:pt>
                <c:pt idx="211">
                  <c:v>44729</c:v>
                </c:pt>
                <c:pt idx="212">
                  <c:v>44732</c:v>
                </c:pt>
                <c:pt idx="213">
                  <c:v>44733</c:v>
                </c:pt>
                <c:pt idx="214">
                  <c:v>44734</c:v>
                </c:pt>
                <c:pt idx="215">
                  <c:v>44735</c:v>
                </c:pt>
                <c:pt idx="216">
                  <c:v>44736</c:v>
                </c:pt>
                <c:pt idx="217">
                  <c:v>44739</c:v>
                </c:pt>
                <c:pt idx="218">
                  <c:v>44740</c:v>
                </c:pt>
                <c:pt idx="219">
                  <c:v>44741</c:v>
                </c:pt>
                <c:pt idx="220">
                  <c:v>44742</c:v>
                </c:pt>
                <c:pt idx="221">
                  <c:v>44743</c:v>
                </c:pt>
                <c:pt idx="222">
                  <c:v>44746</c:v>
                </c:pt>
                <c:pt idx="223">
                  <c:v>44747</c:v>
                </c:pt>
                <c:pt idx="224">
                  <c:v>44748</c:v>
                </c:pt>
                <c:pt idx="225">
                  <c:v>44749</c:v>
                </c:pt>
                <c:pt idx="226">
                  <c:v>44750</c:v>
                </c:pt>
                <c:pt idx="227">
                  <c:v>44753</c:v>
                </c:pt>
                <c:pt idx="228">
                  <c:v>44754</c:v>
                </c:pt>
                <c:pt idx="229">
                  <c:v>44755</c:v>
                </c:pt>
                <c:pt idx="230">
                  <c:v>44756</c:v>
                </c:pt>
                <c:pt idx="231">
                  <c:v>44757</c:v>
                </c:pt>
                <c:pt idx="232">
                  <c:v>44760</c:v>
                </c:pt>
                <c:pt idx="233">
                  <c:v>44761</c:v>
                </c:pt>
                <c:pt idx="234">
                  <c:v>44762</c:v>
                </c:pt>
                <c:pt idx="235">
                  <c:v>44763</c:v>
                </c:pt>
                <c:pt idx="236">
                  <c:v>44764</c:v>
                </c:pt>
                <c:pt idx="237">
                  <c:v>44767</c:v>
                </c:pt>
                <c:pt idx="238">
                  <c:v>44768</c:v>
                </c:pt>
                <c:pt idx="239">
                  <c:v>44769</c:v>
                </c:pt>
                <c:pt idx="240">
                  <c:v>44770</c:v>
                </c:pt>
                <c:pt idx="241">
                  <c:v>44771</c:v>
                </c:pt>
                <c:pt idx="242">
                  <c:v>44774</c:v>
                </c:pt>
                <c:pt idx="243">
                  <c:v>44775</c:v>
                </c:pt>
                <c:pt idx="244">
                  <c:v>44776</c:v>
                </c:pt>
                <c:pt idx="245">
                  <c:v>44777</c:v>
                </c:pt>
                <c:pt idx="246">
                  <c:v>44778</c:v>
                </c:pt>
                <c:pt idx="247">
                  <c:v>44781</c:v>
                </c:pt>
                <c:pt idx="248">
                  <c:v>44782</c:v>
                </c:pt>
                <c:pt idx="249">
                  <c:v>44783</c:v>
                </c:pt>
                <c:pt idx="250">
                  <c:v>44784</c:v>
                </c:pt>
                <c:pt idx="251">
                  <c:v>44785</c:v>
                </c:pt>
                <c:pt idx="252">
                  <c:v>44788</c:v>
                </c:pt>
                <c:pt idx="253">
                  <c:v>44789</c:v>
                </c:pt>
                <c:pt idx="254">
                  <c:v>44790</c:v>
                </c:pt>
                <c:pt idx="255">
                  <c:v>44791</c:v>
                </c:pt>
                <c:pt idx="256">
                  <c:v>44792</c:v>
                </c:pt>
                <c:pt idx="257">
                  <c:v>44795</c:v>
                </c:pt>
                <c:pt idx="258">
                  <c:v>44796</c:v>
                </c:pt>
                <c:pt idx="259">
                  <c:v>44797</c:v>
                </c:pt>
                <c:pt idx="260">
                  <c:v>44798</c:v>
                </c:pt>
                <c:pt idx="261">
                  <c:v>44799</c:v>
                </c:pt>
                <c:pt idx="262">
                  <c:v>44802</c:v>
                </c:pt>
                <c:pt idx="263">
                  <c:v>44803</c:v>
                </c:pt>
                <c:pt idx="264">
                  <c:v>44804</c:v>
                </c:pt>
                <c:pt idx="265">
                  <c:v>44805</c:v>
                </c:pt>
                <c:pt idx="266">
                  <c:v>44806</c:v>
                </c:pt>
                <c:pt idx="267">
                  <c:v>44809</c:v>
                </c:pt>
                <c:pt idx="268">
                  <c:v>44810</c:v>
                </c:pt>
                <c:pt idx="269">
                  <c:v>44811</c:v>
                </c:pt>
                <c:pt idx="270">
                  <c:v>44812</c:v>
                </c:pt>
                <c:pt idx="271">
                  <c:v>44813</c:v>
                </c:pt>
                <c:pt idx="272">
                  <c:v>44816</c:v>
                </c:pt>
                <c:pt idx="273">
                  <c:v>44817</c:v>
                </c:pt>
                <c:pt idx="274">
                  <c:v>44818</c:v>
                </c:pt>
                <c:pt idx="275">
                  <c:v>44819</c:v>
                </c:pt>
                <c:pt idx="276">
                  <c:v>44820</c:v>
                </c:pt>
                <c:pt idx="277">
                  <c:v>44823</c:v>
                </c:pt>
                <c:pt idx="278">
                  <c:v>44824</c:v>
                </c:pt>
                <c:pt idx="279">
                  <c:v>44825</c:v>
                </c:pt>
                <c:pt idx="280">
                  <c:v>44826</c:v>
                </c:pt>
                <c:pt idx="281">
                  <c:v>44827</c:v>
                </c:pt>
                <c:pt idx="282">
                  <c:v>44830</c:v>
                </c:pt>
                <c:pt idx="283">
                  <c:v>44831</c:v>
                </c:pt>
                <c:pt idx="284">
                  <c:v>44832</c:v>
                </c:pt>
                <c:pt idx="285">
                  <c:v>44833</c:v>
                </c:pt>
                <c:pt idx="286">
                  <c:v>44834</c:v>
                </c:pt>
                <c:pt idx="287">
                  <c:v>44837</c:v>
                </c:pt>
                <c:pt idx="288">
                  <c:v>44838</c:v>
                </c:pt>
                <c:pt idx="289">
                  <c:v>44839</c:v>
                </c:pt>
                <c:pt idx="290">
                  <c:v>44840</c:v>
                </c:pt>
                <c:pt idx="291">
                  <c:v>44841</c:v>
                </c:pt>
                <c:pt idx="292">
                  <c:v>44844</c:v>
                </c:pt>
                <c:pt idx="293">
                  <c:v>44845</c:v>
                </c:pt>
                <c:pt idx="294">
                  <c:v>44846</c:v>
                </c:pt>
                <c:pt idx="295">
                  <c:v>44847</c:v>
                </c:pt>
                <c:pt idx="296">
                  <c:v>44848</c:v>
                </c:pt>
                <c:pt idx="297">
                  <c:v>44851</c:v>
                </c:pt>
                <c:pt idx="298">
                  <c:v>44852</c:v>
                </c:pt>
                <c:pt idx="299">
                  <c:v>44853</c:v>
                </c:pt>
                <c:pt idx="300">
                  <c:v>44854</c:v>
                </c:pt>
                <c:pt idx="301">
                  <c:v>44855</c:v>
                </c:pt>
                <c:pt idx="302">
                  <c:v>44858</c:v>
                </c:pt>
                <c:pt idx="303">
                  <c:v>44859</c:v>
                </c:pt>
                <c:pt idx="304">
                  <c:v>44860</c:v>
                </c:pt>
                <c:pt idx="305">
                  <c:v>44861</c:v>
                </c:pt>
                <c:pt idx="306">
                  <c:v>44862</c:v>
                </c:pt>
                <c:pt idx="307">
                  <c:v>44865</c:v>
                </c:pt>
                <c:pt idx="308">
                  <c:v>44866</c:v>
                </c:pt>
                <c:pt idx="309">
                  <c:v>44867</c:v>
                </c:pt>
                <c:pt idx="310">
                  <c:v>44868</c:v>
                </c:pt>
                <c:pt idx="311">
                  <c:v>44869</c:v>
                </c:pt>
                <c:pt idx="312">
                  <c:v>44872</c:v>
                </c:pt>
                <c:pt idx="313">
                  <c:v>44873</c:v>
                </c:pt>
                <c:pt idx="314">
                  <c:v>44874</c:v>
                </c:pt>
                <c:pt idx="315">
                  <c:v>44875</c:v>
                </c:pt>
                <c:pt idx="316">
                  <c:v>44876</c:v>
                </c:pt>
                <c:pt idx="317">
                  <c:v>44879</c:v>
                </c:pt>
                <c:pt idx="318">
                  <c:v>44880</c:v>
                </c:pt>
                <c:pt idx="319">
                  <c:v>44881</c:v>
                </c:pt>
                <c:pt idx="320">
                  <c:v>44882</c:v>
                </c:pt>
                <c:pt idx="321">
                  <c:v>44883</c:v>
                </c:pt>
                <c:pt idx="322">
                  <c:v>44886</c:v>
                </c:pt>
                <c:pt idx="323">
                  <c:v>44887</c:v>
                </c:pt>
                <c:pt idx="324">
                  <c:v>44888</c:v>
                </c:pt>
                <c:pt idx="325">
                  <c:v>44889</c:v>
                </c:pt>
                <c:pt idx="326">
                  <c:v>44890</c:v>
                </c:pt>
                <c:pt idx="327">
                  <c:v>44893</c:v>
                </c:pt>
                <c:pt idx="328">
                  <c:v>44894</c:v>
                </c:pt>
                <c:pt idx="329">
                  <c:v>44895</c:v>
                </c:pt>
                <c:pt idx="330">
                  <c:v>44896</c:v>
                </c:pt>
                <c:pt idx="331">
                  <c:v>44897</c:v>
                </c:pt>
                <c:pt idx="332">
                  <c:v>44900</c:v>
                </c:pt>
                <c:pt idx="333">
                  <c:v>44901</c:v>
                </c:pt>
                <c:pt idx="334">
                  <c:v>44902</c:v>
                </c:pt>
                <c:pt idx="335">
                  <c:v>44903</c:v>
                </c:pt>
                <c:pt idx="336">
                  <c:v>44904</c:v>
                </c:pt>
                <c:pt idx="337">
                  <c:v>44907</c:v>
                </c:pt>
                <c:pt idx="338">
                  <c:v>44908</c:v>
                </c:pt>
                <c:pt idx="339">
                  <c:v>44909</c:v>
                </c:pt>
                <c:pt idx="340">
                  <c:v>44910</c:v>
                </c:pt>
                <c:pt idx="341">
                  <c:v>44911</c:v>
                </c:pt>
                <c:pt idx="342">
                  <c:v>44914</c:v>
                </c:pt>
                <c:pt idx="343">
                  <c:v>44915</c:v>
                </c:pt>
                <c:pt idx="344">
                  <c:v>44916</c:v>
                </c:pt>
                <c:pt idx="345">
                  <c:v>44917</c:v>
                </c:pt>
                <c:pt idx="346">
                  <c:v>44918</c:v>
                </c:pt>
                <c:pt idx="347">
                  <c:v>44921</c:v>
                </c:pt>
                <c:pt idx="348">
                  <c:v>44922</c:v>
                </c:pt>
                <c:pt idx="349">
                  <c:v>44923</c:v>
                </c:pt>
                <c:pt idx="350">
                  <c:v>44924</c:v>
                </c:pt>
                <c:pt idx="351">
                  <c:v>44925</c:v>
                </c:pt>
                <c:pt idx="352">
                  <c:v>44928</c:v>
                </c:pt>
                <c:pt idx="353">
                  <c:v>44929</c:v>
                </c:pt>
                <c:pt idx="354">
                  <c:v>44930</c:v>
                </c:pt>
                <c:pt idx="355">
                  <c:v>44931</c:v>
                </c:pt>
                <c:pt idx="356">
                  <c:v>44932</c:v>
                </c:pt>
                <c:pt idx="357">
                  <c:v>44935</c:v>
                </c:pt>
                <c:pt idx="358">
                  <c:v>44936</c:v>
                </c:pt>
                <c:pt idx="359">
                  <c:v>44937</c:v>
                </c:pt>
                <c:pt idx="360">
                  <c:v>44938</c:v>
                </c:pt>
                <c:pt idx="361">
                  <c:v>44939</c:v>
                </c:pt>
                <c:pt idx="362">
                  <c:v>44942</c:v>
                </c:pt>
                <c:pt idx="363">
                  <c:v>44943</c:v>
                </c:pt>
                <c:pt idx="364">
                  <c:v>44944</c:v>
                </c:pt>
                <c:pt idx="365">
                  <c:v>44945</c:v>
                </c:pt>
                <c:pt idx="366">
                  <c:v>44946</c:v>
                </c:pt>
                <c:pt idx="367">
                  <c:v>44949</c:v>
                </c:pt>
                <c:pt idx="368">
                  <c:v>44950</c:v>
                </c:pt>
                <c:pt idx="369">
                  <c:v>44951</c:v>
                </c:pt>
                <c:pt idx="370">
                  <c:v>44952</c:v>
                </c:pt>
                <c:pt idx="371">
                  <c:v>44953</c:v>
                </c:pt>
                <c:pt idx="372">
                  <c:v>44956</c:v>
                </c:pt>
                <c:pt idx="373">
                  <c:v>44957</c:v>
                </c:pt>
                <c:pt idx="374">
                  <c:v>44958</c:v>
                </c:pt>
                <c:pt idx="375">
                  <c:v>44959</c:v>
                </c:pt>
                <c:pt idx="376">
                  <c:v>44960</c:v>
                </c:pt>
                <c:pt idx="377">
                  <c:v>44963</c:v>
                </c:pt>
                <c:pt idx="378">
                  <c:v>44964</c:v>
                </c:pt>
                <c:pt idx="379">
                  <c:v>44965</c:v>
                </c:pt>
                <c:pt idx="380">
                  <c:v>44966</c:v>
                </c:pt>
                <c:pt idx="381">
                  <c:v>44967</c:v>
                </c:pt>
                <c:pt idx="382">
                  <c:v>44970</c:v>
                </c:pt>
                <c:pt idx="383">
                  <c:v>44971</c:v>
                </c:pt>
                <c:pt idx="384">
                  <c:v>44972</c:v>
                </c:pt>
                <c:pt idx="385">
                  <c:v>44973</c:v>
                </c:pt>
                <c:pt idx="386">
                  <c:v>44974</c:v>
                </c:pt>
                <c:pt idx="387">
                  <c:v>44977</c:v>
                </c:pt>
                <c:pt idx="388">
                  <c:v>44978</c:v>
                </c:pt>
                <c:pt idx="389">
                  <c:v>44979</c:v>
                </c:pt>
                <c:pt idx="390">
                  <c:v>44980</c:v>
                </c:pt>
                <c:pt idx="391">
                  <c:v>44981</c:v>
                </c:pt>
                <c:pt idx="392">
                  <c:v>44984</c:v>
                </c:pt>
                <c:pt idx="393">
                  <c:v>44985</c:v>
                </c:pt>
                <c:pt idx="394">
                  <c:v>44986</c:v>
                </c:pt>
                <c:pt idx="395">
                  <c:v>44987</c:v>
                </c:pt>
                <c:pt idx="396">
                  <c:v>44988</c:v>
                </c:pt>
                <c:pt idx="397">
                  <c:v>44991</c:v>
                </c:pt>
                <c:pt idx="398">
                  <c:v>44992</c:v>
                </c:pt>
                <c:pt idx="399">
                  <c:v>44993</c:v>
                </c:pt>
                <c:pt idx="400">
                  <c:v>44994</c:v>
                </c:pt>
                <c:pt idx="401">
                  <c:v>44995</c:v>
                </c:pt>
                <c:pt idx="402">
                  <c:v>44998</c:v>
                </c:pt>
                <c:pt idx="403">
                  <c:v>44999</c:v>
                </c:pt>
                <c:pt idx="404">
                  <c:v>45000</c:v>
                </c:pt>
                <c:pt idx="405">
                  <c:v>45001</c:v>
                </c:pt>
                <c:pt idx="406">
                  <c:v>45002</c:v>
                </c:pt>
                <c:pt idx="407">
                  <c:v>45005</c:v>
                </c:pt>
                <c:pt idx="408">
                  <c:v>45006</c:v>
                </c:pt>
                <c:pt idx="409">
                  <c:v>45007</c:v>
                </c:pt>
                <c:pt idx="410">
                  <c:v>45008</c:v>
                </c:pt>
                <c:pt idx="411">
                  <c:v>45009</c:v>
                </c:pt>
                <c:pt idx="412">
                  <c:v>45012</c:v>
                </c:pt>
                <c:pt idx="413">
                  <c:v>45013</c:v>
                </c:pt>
                <c:pt idx="414">
                  <c:v>45014</c:v>
                </c:pt>
                <c:pt idx="415">
                  <c:v>45015</c:v>
                </c:pt>
                <c:pt idx="416">
                  <c:v>45016</c:v>
                </c:pt>
                <c:pt idx="417">
                  <c:v>45019</c:v>
                </c:pt>
                <c:pt idx="418">
                  <c:v>45020</c:v>
                </c:pt>
                <c:pt idx="419">
                  <c:v>45021</c:v>
                </c:pt>
                <c:pt idx="420">
                  <c:v>45022</c:v>
                </c:pt>
                <c:pt idx="421">
                  <c:v>45023</c:v>
                </c:pt>
                <c:pt idx="422">
                  <c:v>45026</c:v>
                </c:pt>
                <c:pt idx="423">
                  <c:v>45027</c:v>
                </c:pt>
                <c:pt idx="424">
                  <c:v>45028</c:v>
                </c:pt>
                <c:pt idx="425">
                  <c:v>45029</c:v>
                </c:pt>
                <c:pt idx="426">
                  <c:v>45030</c:v>
                </c:pt>
                <c:pt idx="427">
                  <c:v>45033</c:v>
                </c:pt>
                <c:pt idx="428">
                  <c:v>45034</c:v>
                </c:pt>
                <c:pt idx="429">
                  <c:v>45035</c:v>
                </c:pt>
                <c:pt idx="430">
                  <c:v>45036</c:v>
                </c:pt>
                <c:pt idx="431">
                  <c:v>45037</c:v>
                </c:pt>
                <c:pt idx="432">
                  <c:v>45040</c:v>
                </c:pt>
                <c:pt idx="433">
                  <c:v>45041</c:v>
                </c:pt>
                <c:pt idx="434">
                  <c:v>45042</c:v>
                </c:pt>
                <c:pt idx="435">
                  <c:v>45043</c:v>
                </c:pt>
                <c:pt idx="436">
                  <c:v>45044</c:v>
                </c:pt>
                <c:pt idx="437">
                  <c:v>45047</c:v>
                </c:pt>
                <c:pt idx="438">
                  <c:v>45048</c:v>
                </c:pt>
                <c:pt idx="439">
                  <c:v>45049</c:v>
                </c:pt>
                <c:pt idx="440">
                  <c:v>45050</c:v>
                </c:pt>
                <c:pt idx="441">
                  <c:v>45051</c:v>
                </c:pt>
                <c:pt idx="442">
                  <c:v>45054</c:v>
                </c:pt>
                <c:pt idx="443">
                  <c:v>45055</c:v>
                </c:pt>
                <c:pt idx="444">
                  <c:v>45056</c:v>
                </c:pt>
                <c:pt idx="445">
                  <c:v>45057</c:v>
                </c:pt>
                <c:pt idx="446">
                  <c:v>45058</c:v>
                </c:pt>
                <c:pt idx="447">
                  <c:v>45061</c:v>
                </c:pt>
                <c:pt idx="448">
                  <c:v>45062</c:v>
                </c:pt>
                <c:pt idx="449">
                  <c:v>45063</c:v>
                </c:pt>
                <c:pt idx="450">
                  <c:v>45064</c:v>
                </c:pt>
                <c:pt idx="451">
                  <c:v>45065</c:v>
                </c:pt>
                <c:pt idx="452">
                  <c:v>45068</c:v>
                </c:pt>
                <c:pt idx="453">
                  <c:v>45069</c:v>
                </c:pt>
                <c:pt idx="454">
                  <c:v>45070</c:v>
                </c:pt>
                <c:pt idx="455">
                  <c:v>45071</c:v>
                </c:pt>
                <c:pt idx="456">
                  <c:v>45072</c:v>
                </c:pt>
                <c:pt idx="457">
                  <c:v>45075</c:v>
                </c:pt>
                <c:pt idx="458">
                  <c:v>45076</c:v>
                </c:pt>
                <c:pt idx="459">
                  <c:v>45077</c:v>
                </c:pt>
                <c:pt idx="460">
                  <c:v>45078</c:v>
                </c:pt>
                <c:pt idx="461">
                  <c:v>45079</c:v>
                </c:pt>
                <c:pt idx="462">
                  <c:v>45082</c:v>
                </c:pt>
                <c:pt idx="463">
                  <c:v>45083</c:v>
                </c:pt>
                <c:pt idx="464">
                  <c:v>45084</c:v>
                </c:pt>
                <c:pt idx="465">
                  <c:v>45085</c:v>
                </c:pt>
                <c:pt idx="466">
                  <c:v>45086</c:v>
                </c:pt>
                <c:pt idx="467">
                  <c:v>45089</c:v>
                </c:pt>
                <c:pt idx="468">
                  <c:v>45090</c:v>
                </c:pt>
                <c:pt idx="469">
                  <c:v>45091</c:v>
                </c:pt>
                <c:pt idx="470">
                  <c:v>45092</c:v>
                </c:pt>
                <c:pt idx="471">
                  <c:v>45093</c:v>
                </c:pt>
                <c:pt idx="472">
                  <c:v>45096</c:v>
                </c:pt>
                <c:pt idx="473">
                  <c:v>45097</c:v>
                </c:pt>
                <c:pt idx="474">
                  <c:v>45098</c:v>
                </c:pt>
                <c:pt idx="475">
                  <c:v>45099</c:v>
                </c:pt>
                <c:pt idx="476">
                  <c:v>45100</c:v>
                </c:pt>
                <c:pt idx="477">
                  <c:v>45103</c:v>
                </c:pt>
                <c:pt idx="478">
                  <c:v>45104</c:v>
                </c:pt>
                <c:pt idx="479">
                  <c:v>45105</c:v>
                </c:pt>
                <c:pt idx="480">
                  <c:v>45106</c:v>
                </c:pt>
                <c:pt idx="481">
                  <c:v>45107</c:v>
                </c:pt>
                <c:pt idx="482">
                  <c:v>45110</c:v>
                </c:pt>
                <c:pt idx="483">
                  <c:v>45111</c:v>
                </c:pt>
                <c:pt idx="484">
                  <c:v>45112</c:v>
                </c:pt>
                <c:pt idx="485">
                  <c:v>45113</c:v>
                </c:pt>
                <c:pt idx="486">
                  <c:v>45114</c:v>
                </c:pt>
                <c:pt idx="487">
                  <c:v>45117</c:v>
                </c:pt>
                <c:pt idx="488">
                  <c:v>45118</c:v>
                </c:pt>
                <c:pt idx="489">
                  <c:v>45119</c:v>
                </c:pt>
                <c:pt idx="490">
                  <c:v>45120</c:v>
                </c:pt>
                <c:pt idx="491">
                  <c:v>45121</c:v>
                </c:pt>
                <c:pt idx="492">
                  <c:v>45124</c:v>
                </c:pt>
                <c:pt idx="493">
                  <c:v>45125</c:v>
                </c:pt>
                <c:pt idx="494">
                  <c:v>45126</c:v>
                </c:pt>
                <c:pt idx="495">
                  <c:v>45127</c:v>
                </c:pt>
                <c:pt idx="496">
                  <c:v>45128</c:v>
                </c:pt>
                <c:pt idx="497">
                  <c:v>45131</c:v>
                </c:pt>
                <c:pt idx="498">
                  <c:v>45132</c:v>
                </c:pt>
                <c:pt idx="499">
                  <c:v>45133</c:v>
                </c:pt>
                <c:pt idx="500">
                  <c:v>45134</c:v>
                </c:pt>
                <c:pt idx="501">
                  <c:v>45135</c:v>
                </c:pt>
                <c:pt idx="502">
                  <c:v>45138</c:v>
                </c:pt>
                <c:pt idx="503">
                  <c:v>45139</c:v>
                </c:pt>
                <c:pt idx="504">
                  <c:v>45140</c:v>
                </c:pt>
                <c:pt idx="505">
                  <c:v>45141</c:v>
                </c:pt>
                <c:pt idx="506">
                  <c:v>45142</c:v>
                </c:pt>
                <c:pt idx="507">
                  <c:v>45145</c:v>
                </c:pt>
                <c:pt idx="508">
                  <c:v>45146</c:v>
                </c:pt>
                <c:pt idx="509">
                  <c:v>45147</c:v>
                </c:pt>
                <c:pt idx="510">
                  <c:v>45148</c:v>
                </c:pt>
                <c:pt idx="511">
                  <c:v>45149</c:v>
                </c:pt>
                <c:pt idx="512">
                  <c:v>45152</c:v>
                </c:pt>
                <c:pt idx="513">
                  <c:v>45153</c:v>
                </c:pt>
                <c:pt idx="514">
                  <c:v>45154</c:v>
                </c:pt>
                <c:pt idx="515">
                  <c:v>45155</c:v>
                </c:pt>
                <c:pt idx="516">
                  <c:v>45156</c:v>
                </c:pt>
                <c:pt idx="517">
                  <c:v>45159</c:v>
                </c:pt>
                <c:pt idx="518">
                  <c:v>45160</c:v>
                </c:pt>
                <c:pt idx="519">
                  <c:v>45161</c:v>
                </c:pt>
                <c:pt idx="520">
                  <c:v>45162</c:v>
                </c:pt>
                <c:pt idx="521">
                  <c:v>45163</c:v>
                </c:pt>
                <c:pt idx="522">
                  <c:v>45166</c:v>
                </c:pt>
                <c:pt idx="523">
                  <c:v>45167</c:v>
                </c:pt>
                <c:pt idx="524">
                  <c:v>45168</c:v>
                </c:pt>
                <c:pt idx="525">
                  <c:v>45169</c:v>
                </c:pt>
                <c:pt idx="526">
                  <c:v>45170</c:v>
                </c:pt>
                <c:pt idx="527">
                  <c:v>45173</c:v>
                </c:pt>
                <c:pt idx="528">
                  <c:v>45174</c:v>
                </c:pt>
                <c:pt idx="529">
                  <c:v>45175</c:v>
                </c:pt>
                <c:pt idx="530">
                  <c:v>45176</c:v>
                </c:pt>
                <c:pt idx="531">
                  <c:v>45177</c:v>
                </c:pt>
                <c:pt idx="532">
                  <c:v>45180</c:v>
                </c:pt>
                <c:pt idx="533">
                  <c:v>45181</c:v>
                </c:pt>
                <c:pt idx="534">
                  <c:v>45182</c:v>
                </c:pt>
                <c:pt idx="535">
                  <c:v>45183</c:v>
                </c:pt>
                <c:pt idx="536">
                  <c:v>45184</c:v>
                </c:pt>
                <c:pt idx="537">
                  <c:v>45187</c:v>
                </c:pt>
                <c:pt idx="538">
                  <c:v>45188</c:v>
                </c:pt>
                <c:pt idx="539">
                  <c:v>45189</c:v>
                </c:pt>
                <c:pt idx="540">
                  <c:v>45190</c:v>
                </c:pt>
                <c:pt idx="541">
                  <c:v>45191</c:v>
                </c:pt>
                <c:pt idx="542">
                  <c:v>45194</c:v>
                </c:pt>
                <c:pt idx="543">
                  <c:v>45195</c:v>
                </c:pt>
                <c:pt idx="544">
                  <c:v>45196</c:v>
                </c:pt>
                <c:pt idx="545">
                  <c:v>45197</c:v>
                </c:pt>
                <c:pt idx="546">
                  <c:v>45198</c:v>
                </c:pt>
                <c:pt idx="547">
                  <c:v>45201</c:v>
                </c:pt>
                <c:pt idx="548">
                  <c:v>45202</c:v>
                </c:pt>
                <c:pt idx="549">
                  <c:v>45203</c:v>
                </c:pt>
                <c:pt idx="550">
                  <c:v>45204</c:v>
                </c:pt>
                <c:pt idx="551">
                  <c:v>45205</c:v>
                </c:pt>
                <c:pt idx="552">
                  <c:v>45208</c:v>
                </c:pt>
                <c:pt idx="553">
                  <c:v>45209</c:v>
                </c:pt>
                <c:pt idx="554">
                  <c:v>45210</c:v>
                </c:pt>
                <c:pt idx="555">
                  <c:v>45211</c:v>
                </c:pt>
                <c:pt idx="556">
                  <c:v>45212</c:v>
                </c:pt>
                <c:pt idx="557">
                  <c:v>45215</c:v>
                </c:pt>
                <c:pt idx="558">
                  <c:v>45216</c:v>
                </c:pt>
                <c:pt idx="559">
                  <c:v>45217</c:v>
                </c:pt>
                <c:pt idx="560">
                  <c:v>45218</c:v>
                </c:pt>
                <c:pt idx="561">
                  <c:v>45219</c:v>
                </c:pt>
                <c:pt idx="562">
                  <c:v>45222</c:v>
                </c:pt>
                <c:pt idx="563">
                  <c:v>45223</c:v>
                </c:pt>
                <c:pt idx="564">
                  <c:v>45224</c:v>
                </c:pt>
                <c:pt idx="565">
                  <c:v>45225</c:v>
                </c:pt>
                <c:pt idx="566">
                  <c:v>45226</c:v>
                </c:pt>
                <c:pt idx="567">
                  <c:v>45229</c:v>
                </c:pt>
                <c:pt idx="568">
                  <c:v>45230</c:v>
                </c:pt>
                <c:pt idx="569">
                  <c:v>45231</c:v>
                </c:pt>
                <c:pt idx="570">
                  <c:v>45232</c:v>
                </c:pt>
                <c:pt idx="571">
                  <c:v>45233</c:v>
                </c:pt>
                <c:pt idx="572">
                  <c:v>45236</c:v>
                </c:pt>
                <c:pt idx="573">
                  <c:v>45237</c:v>
                </c:pt>
                <c:pt idx="574">
                  <c:v>45238</c:v>
                </c:pt>
                <c:pt idx="575">
                  <c:v>45239</c:v>
                </c:pt>
                <c:pt idx="576">
                  <c:v>45240</c:v>
                </c:pt>
                <c:pt idx="577">
                  <c:v>45243</c:v>
                </c:pt>
                <c:pt idx="578">
                  <c:v>45244</c:v>
                </c:pt>
                <c:pt idx="579">
                  <c:v>45245</c:v>
                </c:pt>
                <c:pt idx="580">
                  <c:v>45246</c:v>
                </c:pt>
                <c:pt idx="581">
                  <c:v>45247</c:v>
                </c:pt>
                <c:pt idx="582">
                  <c:v>45250</c:v>
                </c:pt>
                <c:pt idx="583">
                  <c:v>45251</c:v>
                </c:pt>
                <c:pt idx="584">
                  <c:v>45252</c:v>
                </c:pt>
                <c:pt idx="585">
                  <c:v>45253</c:v>
                </c:pt>
                <c:pt idx="586">
                  <c:v>45254</c:v>
                </c:pt>
                <c:pt idx="587">
                  <c:v>45257</c:v>
                </c:pt>
                <c:pt idx="588">
                  <c:v>45258</c:v>
                </c:pt>
                <c:pt idx="589">
                  <c:v>45259</c:v>
                </c:pt>
                <c:pt idx="590">
                  <c:v>45260</c:v>
                </c:pt>
                <c:pt idx="591">
                  <c:v>45261</c:v>
                </c:pt>
                <c:pt idx="592">
                  <c:v>45264</c:v>
                </c:pt>
                <c:pt idx="593">
                  <c:v>45265</c:v>
                </c:pt>
                <c:pt idx="594">
                  <c:v>45266</c:v>
                </c:pt>
                <c:pt idx="595">
                  <c:v>45267</c:v>
                </c:pt>
                <c:pt idx="596">
                  <c:v>45268</c:v>
                </c:pt>
                <c:pt idx="597">
                  <c:v>45271</c:v>
                </c:pt>
                <c:pt idx="598">
                  <c:v>45272</c:v>
                </c:pt>
                <c:pt idx="599">
                  <c:v>45273</c:v>
                </c:pt>
                <c:pt idx="600">
                  <c:v>45274</c:v>
                </c:pt>
                <c:pt idx="601">
                  <c:v>45275</c:v>
                </c:pt>
                <c:pt idx="602">
                  <c:v>45278</c:v>
                </c:pt>
                <c:pt idx="603">
                  <c:v>45279</c:v>
                </c:pt>
                <c:pt idx="604">
                  <c:v>45280</c:v>
                </c:pt>
                <c:pt idx="605">
                  <c:v>45281</c:v>
                </c:pt>
                <c:pt idx="606">
                  <c:v>45282</c:v>
                </c:pt>
                <c:pt idx="607">
                  <c:v>45285</c:v>
                </c:pt>
                <c:pt idx="608">
                  <c:v>45286</c:v>
                </c:pt>
                <c:pt idx="609">
                  <c:v>45287</c:v>
                </c:pt>
                <c:pt idx="610">
                  <c:v>45288</c:v>
                </c:pt>
                <c:pt idx="611">
                  <c:v>45289</c:v>
                </c:pt>
                <c:pt idx="612">
                  <c:v>45292</c:v>
                </c:pt>
                <c:pt idx="613">
                  <c:v>45293</c:v>
                </c:pt>
                <c:pt idx="614">
                  <c:v>45294</c:v>
                </c:pt>
                <c:pt idx="615">
                  <c:v>45295</c:v>
                </c:pt>
                <c:pt idx="616">
                  <c:v>45296</c:v>
                </c:pt>
                <c:pt idx="617">
                  <c:v>45299</c:v>
                </c:pt>
                <c:pt idx="618">
                  <c:v>45300</c:v>
                </c:pt>
                <c:pt idx="619">
                  <c:v>45301</c:v>
                </c:pt>
                <c:pt idx="620">
                  <c:v>45302</c:v>
                </c:pt>
                <c:pt idx="621">
                  <c:v>45303</c:v>
                </c:pt>
                <c:pt idx="622">
                  <c:v>45306</c:v>
                </c:pt>
                <c:pt idx="623">
                  <c:v>45307</c:v>
                </c:pt>
                <c:pt idx="624">
                  <c:v>45308</c:v>
                </c:pt>
                <c:pt idx="625">
                  <c:v>45309</c:v>
                </c:pt>
                <c:pt idx="626">
                  <c:v>45310</c:v>
                </c:pt>
                <c:pt idx="627">
                  <c:v>45313</c:v>
                </c:pt>
                <c:pt idx="628">
                  <c:v>45314</c:v>
                </c:pt>
                <c:pt idx="629">
                  <c:v>45315</c:v>
                </c:pt>
                <c:pt idx="630">
                  <c:v>45316</c:v>
                </c:pt>
                <c:pt idx="631">
                  <c:v>45317</c:v>
                </c:pt>
                <c:pt idx="632">
                  <c:v>45320</c:v>
                </c:pt>
                <c:pt idx="633">
                  <c:v>45321</c:v>
                </c:pt>
                <c:pt idx="634">
                  <c:v>45322</c:v>
                </c:pt>
                <c:pt idx="635">
                  <c:v>45323</c:v>
                </c:pt>
                <c:pt idx="636">
                  <c:v>45324</c:v>
                </c:pt>
                <c:pt idx="637">
                  <c:v>45327</c:v>
                </c:pt>
                <c:pt idx="638">
                  <c:v>45328</c:v>
                </c:pt>
                <c:pt idx="639">
                  <c:v>45329</c:v>
                </c:pt>
                <c:pt idx="640">
                  <c:v>45330</c:v>
                </c:pt>
                <c:pt idx="641">
                  <c:v>45331</c:v>
                </c:pt>
                <c:pt idx="642">
                  <c:v>45334</c:v>
                </c:pt>
                <c:pt idx="643">
                  <c:v>45335</c:v>
                </c:pt>
                <c:pt idx="644">
                  <c:v>45336</c:v>
                </c:pt>
                <c:pt idx="645">
                  <c:v>45337</c:v>
                </c:pt>
                <c:pt idx="646">
                  <c:v>45338</c:v>
                </c:pt>
                <c:pt idx="647">
                  <c:v>45341</c:v>
                </c:pt>
                <c:pt idx="648">
                  <c:v>45342</c:v>
                </c:pt>
                <c:pt idx="649">
                  <c:v>45343</c:v>
                </c:pt>
                <c:pt idx="650">
                  <c:v>45344</c:v>
                </c:pt>
                <c:pt idx="651">
                  <c:v>45345</c:v>
                </c:pt>
                <c:pt idx="652">
                  <c:v>45348</c:v>
                </c:pt>
                <c:pt idx="653">
                  <c:v>45349</c:v>
                </c:pt>
                <c:pt idx="654">
                  <c:v>45350</c:v>
                </c:pt>
                <c:pt idx="655">
                  <c:v>45351</c:v>
                </c:pt>
                <c:pt idx="656">
                  <c:v>45352</c:v>
                </c:pt>
                <c:pt idx="657">
                  <c:v>45355</c:v>
                </c:pt>
                <c:pt idx="658">
                  <c:v>45356</c:v>
                </c:pt>
                <c:pt idx="659">
                  <c:v>45357</c:v>
                </c:pt>
                <c:pt idx="660">
                  <c:v>45358</c:v>
                </c:pt>
                <c:pt idx="661">
                  <c:v>45359</c:v>
                </c:pt>
                <c:pt idx="662">
                  <c:v>45362</c:v>
                </c:pt>
                <c:pt idx="663">
                  <c:v>45363</c:v>
                </c:pt>
                <c:pt idx="664">
                  <c:v>45364</c:v>
                </c:pt>
                <c:pt idx="665">
                  <c:v>45365</c:v>
                </c:pt>
                <c:pt idx="666">
                  <c:v>45366</c:v>
                </c:pt>
                <c:pt idx="667">
                  <c:v>45369</c:v>
                </c:pt>
                <c:pt idx="668">
                  <c:v>45370</c:v>
                </c:pt>
                <c:pt idx="669">
                  <c:v>45371</c:v>
                </c:pt>
                <c:pt idx="670">
                  <c:v>45372</c:v>
                </c:pt>
                <c:pt idx="671">
                  <c:v>45373</c:v>
                </c:pt>
                <c:pt idx="672">
                  <c:v>45376</c:v>
                </c:pt>
                <c:pt idx="673">
                  <c:v>45377</c:v>
                </c:pt>
                <c:pt idx="674">
                  <c:v>45378</c:v>
                </c:pt>
                <c:pt idx="675">
                  <c:v>45379</c:v>
                </c:pt>
                <c:pt idx="676">
                  <c:v>45380</c:v>
                </c:pt>
                <c:pt idx="677">
                  <c:v>45383</c:v>
                </c:pt>
                <c:pt idx="678">
                  <c:v>45384</c:v>
                </c:pt>
                <c:pt idx="679">
                  <c:v>45385</c:v>
                </c:pt>
                <c:pt idx="680">
                  <c:v>45386</c:v>
                </c:pt>
                <c:pt idx="681">
                  <c:v>45387</c:v>
                </c:pt>
                <c:pt idx="682">
                  <c:v>45390</c:v>
                </c:pt>
                <c:pt idx="683">
                  <c:v>45391</c:v>
                </c:pt>
                <c:pt idx="684">
                  <c:v>45392</c:v>
                </c:pt>
                <c:pt idx="685">
                  <c:v>45393</c:v>
                </c:pt>
                <c:pt idx="686">
                  <c:v>45394</c:v>
                </c:pt>
                <c:pt idx="687">
                  <c:v>45397</c:v>
                </c:pt>
                <c:pt idx="688">
                  <c:v>45398</c:v>
                </c:pt>
                <c:pt idx="689">
                  <c:v>45399</c:v>
                </c:pt>
                <c:pt idx="690">
                  <c:v>45400</c:v>
                </c:pt>
                <c:pt idx="691">
                  <c:v>45401</c:v>
                </c:pt>
                <c:pt idx="692">
                  <c:v>45404</c:v>
                </c:pt>
                <c:pt idx="693">
                  <c:v>45405</c:v>
                </c:pt>
                <c:pt idx="694">
                  <c:v>45406</c:v>
                </c:pt>
                <c:pt idx="695">
                  <c:v>45407</c:v>
                </c:pt>
                <c:pt idx="696">
                  <c:v>45408</c:v>
                </c:pt>
                <c:pt idx="697">
                  <c:v>45411</c:v>
                </c:pt>
                <c:pt idx="698">
                  <c:v>45412</c:v>
                </c:pt>
                <c:pt idx="699">
                  <c:v>45413</c:v>
                </c:pt>
                <c:pt idx="700">
                  <c:v>45414</c:v>
                </c:pt>
                <c:pt idx="701">
                  <c:v>45415</c:v>
                </c:pt>
                <c:pt idx="702">
                  <c:v>45418</c:v>
                </c:pt>
                <c:pt idx="703">
                  <c:v>45419</c:v>
                </c:pt>
                <c:pt idx="704">
                  <c:v>45420</c:v>
                </c:pt>
                <c:pt idx="705">
                  <c:v>45421</c:v>
                </c:pt>
                <c:pt idx="706">
                  <c:v>45422</c:v>
                </c:pt>
                <c:pt idx="707">
                  <c:v>45425</c:v>
                </c:pt>
                <c:pt idx="708">
                  <c:v>45426</c:v>
                </c:pt>
                <c:pt idx="709">
                  <c:v>45427</c:v>
                </c:pt>
                <c:pt idx="710">
                  <c:v>45428</c:v>
                </c:pt>
                <c:pt idx="711">
                  <c:v>45429</c:v>
                </c:pt>
                <c:pt idx="712">
                  <c:v>45432</c:v>
                </c:pt>
                <c:pt idx="713">
                  <c:v>45433</c:v>
                </c:pt>
                <c:pt idx="714">
                  <c:v>45434</c:v>
                </c:pt>
                <c:pt idx="715">
                  <c:v>45435</c:v>
                </c:pt>
                <c:pt idx="716">
                  <c:v>45436</c:v>
                </c:pt>
                <c:pt idx="717">
                  <c:v>45439</c:v>
                </c:pt>
                <c:pt idx="718">
                  <c:v>45440</c:v>
                </c:pt>
                <c:pt idx="719">
                  <c:v>45441</c:v>
                </c:pt>
                <c:pt idx="720">
                  <c:v>45442</c:v>
                </c:pt>
                <c:pt idx="721">
                  <c:v>45443</c:v>
                </c:pt>
                <c:pt idx="722">
                  <c:v>45446</c:v>
                </c:pt>
                <c:pt idx="723">
                  <c:v>45447</c:v>
                </c:pt>
                <c:pt idx="724">
                  <c:v>45448</c:v>
                </c:pt>
                <c:pt idx="725">
                  <c:v>45449</c:v>
                </c:pt>
                <c:pt idx="726">
                  <c:v>45450</c:v>
                </c:pt>
                <c:pt idx="727">
                  <c:v>45453</c:v>
                </c:pt>
                <c:pt idx="728">
                  <c:v>45454</c:v>
                </c:pt>
                <c:pt idx="729">
                  <c:v>45455</c:v>
                </c:pt>
                <c:pt idx="730">
                  <c:v>45456</c:v>
                </c:pt>
                <c:pt idx="731">
                  <c:v>45457</c:v>
                </c:pt>
                <c:pt idx="732">
                  <c:v>45460</c:v>
                </c:pt>
                <c:pt idx="733">
                  <c:v>45461</c:v>
                </c:pt>
                <c:pt idx="734">
                  <c:v>45462</c:v>
                </c:pt>
                <c:pt idx="735">
                  <c:v>45463</c:v>
                </c:pt>
                <c:pt idx="736">
                  <c:v>45464</c:v>
                </c:pt>
                <c:pt idx="737">
                  <c:v>45467</c:v>
                </c:pt>
                <c:pt idx="738">
                  <c:v>45468</c:v>
                </c:pt>
                <c:pt idx="739">
                  <c:v>45469</c:v>
                </c:pt>
                <c:pt idx="740">
                  <c:v>45470</c:v>
                </c:pt>
                <c:pt idx="741">
                  <c:v>45471</c:v>
                </c:pt>
                <c:pt idx="742">
                  <c:v>45474</c:v>
                </c:pt>
                <c:pt idx="743">
                  <c:v>45475</c:v>
                </c:pt>
                <c:pt idx="744">
                  <c:v>45476</c:v>
                </c:pt>
                <c:pt idx="745">
                  <c:v>45477</c:v>
                </c:pt>
                <c:pt idx="746">
                  <c:v>45478</c:v>
                </c:pt>
                <c:pt idx="747">
                  <c:v>45481</c:v>
                </c:pt>
                <c:pt idx="748">
                  <c:v>45482</c:v>
                </c:pt>
                <c:pt idx="749">
                  <c:v>45483</c:v>
                </c:pt>
                <c:pt idx="750">
                  <c:v>45484</c:v>
                </c:pt>
                <c:pt idx="751">
                  <c:v>45485</c:v>
                </c:pt>
                <c:pt idx="752">
                  <c:v>45488</c:v>
                </c:pt>
                <c:pt idx="753">
                  <c:v>45489</c:v>
                </c:pt>
                <c:pt idx="754">
                  <c:v>45490</c:v>
                </c:pt>
                <c:pt idx="755">
                  <c:v>45491</c:v>
                </c:pt>
                <c:pt idx="756">
                  <c:v>45492</c:v>
                </c:pt>
                <c:pt idx="757">
                  <c:v>45495</c:v>
                </c:pt>
                <c:pt idx="758">
                  <c:v>45496</c:v>
                </c:pt>
                <c:pt idx="759">
                  <c:v>45497</c:v>
                </c:pt>
                <c:pt idx="760">
                  <c:v>45498</c:v>
                </c:pt>
                <c:pt idx="761">
                  <c:v>45499</c:v>
                </c:pt>
                <c:pt idx="762">
                  <c:v>45502</c:v>
                </c:pt>
                <c:pt idx="763">
                  <c:v>45503</c:v>
                </c:pt>
                <c:pt idx="764">
                  <c:v>45504</c:v>
                </c:pt>
                <c:pt idx="765">
                  <c:v>45505</c:v>
                </c:pt>
                <c:pt idx="766">
                  <c:v>45506</c:v>
                </c:pt>
                <c:pt idx="767">
                  <c:v>45509</c:v>
                </c:pt>
                <c:pt idx="768">
                  <c:v>45510</c:v>
                </c:pt>
                <c:pt idx="769">
                  <c:v>45511</c:v>
                </c:pt>
                <c:pt idx="770">
                  <c:v>45512</c:v>
                </c:pt>
                <c:pt idx="771">
                  <c:v>45513</c:v>
                </c:pt>
                <c:pt idx="772">
                  <c:v>45516</c:v>
                </c:pt>
                <c:pt idx="773">
                  <c:v>45517</c:v>
                </c:pt>
                <c:pt idx="774">
                  <c:v>45518</c:v>
                </c:pt>
                <c:pt idx="775">
                  <c:v>45519</c:v>
                </c:pt>
                <c:pt idx="776">
                  <c:v>45520</c:v>
                </c:pt>
                <c:pt idx="777">
                  <c:v>45523</c:v>
                </c:pt>
                <c:pt idx="778">
                  <c:v>45524</c:v>
                </c:pt>
                <c:pt idx="779">
                  <c:v>45525</c:v>
                </c:pt>
                <c:pt idx="780">
                  <c:v>45526</c:v>
                </c:pt>
                <c:pt idx="781">
                  <c:v>45527</c:v>
                </c:pt>
                <c:pt idx="782">
                  <c:v>45530</c:v>
                </c:pt>
                <c:pt idx="783">
                  <c:v>45531</c:v>
                </c:pt>
                <c:pt idx="784">
                  <c:v>45532</c:v>
                </c:pt>
                <c:pt idx="785">
                  <c:v>45533</c:v>
                </c:pt>
                <c:pt idx="786">
                  <c:v>45534</c:v>
                </c:pt>
                <c:pt idx="787">
                  <c:v>45537</c:v>
                </c:pt>
                <c:pt idx="788">
                  <c:v>45538</c:v>
                </c:pt>
                <c:pt idx="789">
                  <c:v>45539</c:v>
                </c:pt>
                <c:pt idx="790">
                  <c:v>45540</c:v>
                </c:pt>
                <c:pt idx="791">
                  <c:v>45541</c:v>
                </c:pt>
                <c:pt idx="792">
                  <c:v>45544</c:v>
                </c:pt>
                <c:pt idx="793">
                  <c:v>45545</c:v>
                </c:pt>
                <c:pt idx="794">
                  <c:v>45546</c:v>
                </c:pt>
                <c:pt idx="795">
                  <c:v>45547</c:v>
                </c:pt>
                <c:pt idx="796">
                  <c:v>45548</c:v>
                </c:pt>
                <c:pt idx="797">
                  <c:v>45551</c:v>
                </c:pt>
                <c:pt idx="798">
                  <c:v>45552</c:v>
                </c:pt>
                <c:pt idx="799">
                  <c:v>45553</c:v>
                </c:pt>
                <c:pt idx="800">
                  <c:v>45554</c:v>
                </c:pt>
                <c:pt idx="801">
                  <c:v>45555</c:v>
                </c:pt>
                <c:pt idx="802">
                  <c:v>45558</c:v>
                </c:pt>
                <c:pt idx="803">
                  <c:v>45559</c:v>
                </c:pt>
                <c:pt idx="804">
                  <c:v>45560</c:v>
                </c:pt>
                <c:pt idx="805">
                  <c:v>45561</c:v>
                </c:pt>
                <c:pt idx="806">
                  <c:v>45562</c:v>
                </c:pt>
                <c:pt idx="807">
                  <c:v>45565</c:v>
                </c:pt>
                <c:pt idx="808">
                  <c:v>45566</c:v>
                </c:pt>
                <c:pt idx="809">
                  <c:v>45567</c:v>
                </c:pt>
                <c:pt idx="810">
                  <c:v>45568</c:v>
                </c:pt>
                <c:pt idx="811">
                  <c:v>45569</c:v>
                </c:pt>
                <c:pt idx="812">
                  <c:v>45572</c:v>
                </c:pt>
                <c:pt idx="813">
                  <c:v>45573</c:v>
                </c:pt>
                <c:pt idx="814">
                  <c:v>45574</c:v>
                </c:pt>
                <c:pt idx="815">
                  <c:v>45575</c:v>
                </c:pt>
                <c:pt idx="816">
                  <c:v>45576</c:v>
                </c:pt>
                <c:pt idx="817">
                  <c:v>45579</c:v>
                </c:pt>
                <c:pt idx="818">
                  <c:v>45580</c:v>
                </c:pt>
                <c:pt idx="819">
                  <c:v>45581</c:v>
                </c:pt>
                <c:pt idx="820">
                  <c:v>45582</c:v>
                </c:pt>
                <c:pt idx="821">
                  <c:v>45583</c:v>
                </c:pt>
                <c:pt idx="822">
                  <c:v>45586</c:v>
                </c:pt>
                <c:pt idx="823">
                  <c:v>45587</c:v>
                </c:pt>
                <c:pt idx="824">
                  <c:v>45588</c:v>
                </c:pt>
                <c:pt idx="825">
                  <c:v>45589</c:v>
                </c:pt>
                <c:pt idx="826">
                  <c:v>45590</c:v>
                </c:pt>
                <c:pt idx="827">
                  <c:v>45593</c:v>
                </c:pt>
                <c:pt idx="828">
                  <c:v>45594</c:v>
                </c:pt>
                <c:pt idx="829">
                  <c:v>45595</c:v>
                </c:pt>
                <c:pt idx="830">
                  <c:v>45596</c:v>
                </c:pt>
                <c:pt idx="831">
                  <c:v>45597</c:v>
                </c:pt>
                <c:pt idx="832">
                  <c:v>45600</c:v>
                </c:pt>
                <c:pt idx="833">
                  <c:v>45601</c:v>
                </c:pt>
                <c:pt idx="834">
                  <c:v>45602</c:v>
                </c:pt>
                <c:pt idx="835">
                  <c:v>45603</c:v>
                </c:pt>
                <c:pt idx="836">
                  <c:v>45604</c:v>
                </c:pt>
                <c:pt idx="837">
                  <c:v>45607</c:v>
                </c:pt>
                <c:pt idx="838">
                  <c:v>45608</c:v>
                </c:pt>
                <c:pt idx="839">
                  <c:v>45609</c:v>
                </c:pt>
                <c:pt idx="840">
                  <c:v>45610</c:v>
                </c:pt>
                <c:pt idx="841">
                  <c:v>45611</c:v>
                </c:pt>
                <c:pt idx="842">
                  <c:v>45614</c:v>
                </c:pt>
                <c:pt idx="843">
                  <c:v>45615</c:v>
                </c:pt>
                <c:pt idx="844">
                  <c:v>45616</c:v>
                </c:pt>
                <c:pt idx="845">
                  <c:v>45617</c:v>
                </c:pt>
                <c:pt idx="846">
                  <c:v>45618</c:v>
                </c:pt>
                <c:pt idx="847">
                  <c:v>45621</c:v>
                </c:pt>
                <c:pt idx="848">
                  <c:v>45622</c:v>
                </c:pt>
                <c:pt idx="849">
                  <c:v>45623</c:v>
                </c:pt>
                <c:pt idx="850">
                  <c:v>45624</c:v>
                </c:pt>
                <c:pt idx="851">
                  <c:v>45625</c:v>
                </c:pt>
                <c:pt idx="852">
                  <c:v>45628</c:v>
                </c:pt>
                <c:pt idx="853">
                  <c:v>45629</c:v>
                </c:pt>
                <c:pt idx="854">
                  <c:v>45630</c:v>
                </c:pt>
                <c:pt idx="855">
                  <c:v>45631</c:v>
                </c:pt>
                <c:pt idx="856">
                  <c:v>45632</c:v>
                </c:pt>
                <c:pt idx="857">
                  <c:v>45635</c:v>
                </c:pt>
                <c:pt idx="858">
                  <c:v>45636</c:v>
                </c:pt>
                <c:pt idx="859">
                  <c:v>45637</c:v>
                </c:pt>
                <c:pt idx="860">
                  <c:v>45638</c:v>
                </c:pt>
                <c:pt idx="861">
                  <c:v>45639</c:v>
                </c:pt>
                <c:pt idx="862">
                  <c:v>45642</c:v>
                </c:pt>
                <c:pt idx="863">
                  <c:v>45643</c:v>
                </c:pt>
                <c:pt idx="864">
                  <c:v>45644</c:v>
                </c:pt>
                <c:pt idx="865">
                  <c:v>45645</c:v>
                </c:pt>
                <c:pt idx="866">
                  <c:v>45646</c:v>
                </c:pt>
                <c:pt idx="867">
                  <c:v>45649</c:v>
                </c:pt>
                <c:pt idx="868">
                  <c:v>45650</c:v>
                </c:pt>
                <c:pt idx="869">
                  <c:v>45651</c:v>
                </c:pt>
                <c:pt idx="870">
                  <c:v>45652</c:v>
                </c:pt>
                <c:pt idx="871">
                  <c:v>45653</c:v>
                </c:pt>
                <c:pt idx="872">
                  <c:v>45656</c:v>
                </c:pt>
                <c:pt idx="873">
                  <c:v>45657</c:v>
                </c:pt>
                <c:pt idx="874">
                  <c:v>45658</c:v>
                </c:pt>
                <c:pt idx="875">
                  <c:v>45659</c:v>
                </c:pt>
                <c:pt idx="876">
                  <c:v>45660</c:v>
                </c:pt>
                <c:pt idx="877">
                  <c:v>45663</c:v>
                </c:pt>
                <c:pt idx="878">
                  <c:v>45664</c:v>
                </c:pt>
                <c:pt idx="879">
                  <c:v>45665</c:v>
                </c:pt>
                <c:pt idx="880">
                  <c:v>45666</c:v>
                </c:pt>
                <c:pt idx="881">
                  <c:v>45667</c:v>
                </c:pt>
                <c:pt idx="882">
                  <c:v>45670</c:v>
                </c:pt>
                <c:pt idx="883">
                  <c:v>45671</c:v>
                </c:pt>
                <c:pt idx="884">
                  <c:v>45672</c:v>
                </c:pt>
                <c:pt idx="885">
                  <c:v>45673</c:v>
                </c:pt>
                <c:pt idx="886">
                  <c:v>45674</c:v>
                </c:pt>
                <c:pt idx="887">
                  <c:v>45677</c:v>
                </c:pt>
                <c:pt idx="888">
                  <c:v>45678</c:v>
                </c:pt>
                <c:pt idx="889">
                  <c:v>45679</c:v>
                </c:pt>
                <c:pt idx="890">
                  <c:v>45680</c:v>
                </c:pt>
                <c:pt idx="891">
                  <c:v>45681</c:v>
                </c:pt>
                <c:pt idx="892">
                  <c:v>45684</c:v>
                </c:pt>
                <c:pt idx="893">
                  <c:v>45685</c:v>
                </c:pt>
                <c:pt idx="894">
                  <c:v>45686</c:v>
                </c:pt>
                <c:pt idx="895">
                  <c:v>45687</c:v>
                </c:pt>
                <c:pt idx="896">
                  <c:v>45688</c:v>
                </c:pt>
                <c:pt idx="897">
                  <c:v>45691</c:v>
                </c:pt>
                <c:pt idx="898">
                  <c:v>45692</c:v>
                </c:pt>
                <c:pt idx="899">
                  <c:v>45693</c:v>
                </c:pt>
                <c:pt idx="900">
                  <c:v>45694</c:v>
                </c:pt>
                <c:pt idx="901">
                  <c:v>45695</c:v>
                </c:pt>
                <c:pt idx="902">
                  <c:v>45698</c:v>
                </c:pt>
                <c:pt idx="903">
                  <c:v>45699</c:v>
                </c:pt>
                <c:pt idx="904">
                  <c:v>45700</c:v>
                </c:pt>
                <c:pt idx="905">
                  <c:v>45701</c:v>
                </c:pt>
                <c:pt idx="906">
                  <c:v>45702</c:v>
                </c:pt>
                <c:pt idx="907">
                  <c:v>45705</c:v>
                </c:pt>
                <c:pt idx="908">
                  <c:v>45706</c:v>
                </c:pt>
                <c:pt idx="909">
                  <c:v>45707</c:v>
                </c:pt>
                <c:pt idx="910">
                  <c:v>45708</c:v>
                </c:pt>
                <c:pt idx="911">
                  <c:v>45709</c:v>
                </c:pt>
                <c:pt idx="912">
                  <c:v>45712</c:v>
                </c:pt>
                <c:pt idx="913">
                  <c:v>45713</c:v>
                </c:pt>
                <c:pt idx="914">
                  <c:v>45714</c:v>
                </c:pt>
                <c:pt idx="915">
                  <c:v>45715</c:v>
                </c:pt>
                <c:pt idx="916">
                  <c:v>45716</c:v>
                </c:pt>
                <c:pt idx="917">
                  <c:v>45719</c:v>
                </c:pt>
                <c:pt idx="918">
                  <c:v>45720</c:v>
                </c:pt>
                <c:pt idx="919">
                  <c:v>45721</c:v>
                </c:pt>
                <c:pt idx="920">
                  <c:v>45722</c:v>
                </c:pt>
                <c:pt idx="921">
                  <c:v>45723</c:v>
                </c:pt>
                <c:pt idx="922">
                  <c:v>45726</c:v>
                </c:pt>
                <c:pt idx="923">
                  <c:v>45727</c:v>
                </c:pt>
                <c:pt idx="924">
                  <c:v>45728</c:v>
                </c:pt>
                <c:pt idx="925">
                  <c:v>45729</c:v>
                </c:pt>
                <c:pt idx="926">
                  <c:v>45730</c:v>
                </c:pt>
                <c:pt idx="927">
                  <c:v>45733</c:v>
                </c:pt>
                <c:pt idx="928">
                  <c:v>45734</c:v>
                </c:pt>
                <c:pt idx="929">
                  <c:v>45735</c:v>
                </c:pt>
                <c:pt idx="930">
                  <c:v>45736</c:v>
                </c:pt>
                <c:pt idx="931">
                  <c:v>45737</c:v>
                </c:pt>
                <c:pt idx="932">
                  <c:v>45740</c:v>
                </c:pt>
                <c:pt idx="933">
                  <c:v>45741</c:v>
                </c:pt>
                <c:pt idx="934">
                  <c:v>45742</c:v>
                </c:pt>
                <c:pt idx="935">
                  <c:v>45743</c:v>
                </c:pt>
                <c:pt idx="936">
                  <c:v>45744</c:v>
                </c:pt>
                <c:pt idx="937">
                  <c:v>45747</c:v>
                </c:pt>
                <c:pt idx="938">
                  <c:v>45748</c:v>
                </c:pt>
                <c:pt idx="939">
                  <c:v>45749</c:v>
                </c:pt>
                <c:pt idx="940">
                  <c:v>45750</c:v>
                </c:pt>
                <c:pt idx="941">
                  <c:v>45751</c:v>
                </c:pt>
                <c:pt idx="942">
                  <c:v>45754</c:v>
                </c:pt>
                <c:pt idx="943">
                  <c:v>45755</c:v>
                </c:pt>
                <c:pt idx="944">
                  <c:v>45756</c:v>
                </c:pt>
                <c:pt idx="945">
                  <c:v>45757</c:v>
                </c:pt>
                <c:pt idx="946">
                  <c:v>45758</c:v>
                </c:pt>
                <c:pt idx="947">
                  <c:v>45761</c:v>
                </c:pt>
                <c:pt idx="948">
                  <c:v>45762</c:v>
                </c:pt>
                <c:pt idx="949">
                  <c:v>45763</c:v>
                </c:pt>
                <c:pt idx="950">
                  <c:v>45764</c:v>
                </c:pt>
                <c:pt idx="951">
                  <c:v>45765</c:v>
                </c:pt>
                <c:pt idx="952">
                  <c:v>45768</c:v>
                </c:pt>
                <c:pt idx="953">
                  <c:v>45769</c:v>
                </c:pt>
                <c:pt idx="954">
                  <c:v>45770</c:v>
                </c:pt>
                <c:pt idx="955">
                  <c:v>45771</c:v>
                </c:pt>
                <c:pt idx="956">
                  <c:v>45772</c:v>
                </c:pt>
                <c:pt idx="957">
                  <c:v>45775</c:v>
                </c:pt>
                <c:pt idx="958">
                  <c:v>45776</c:v>
                </c:pt>
                <c:pt idx="959">
                  <c:v>45777</c:v>
                </c:pt>
                <c:pt idx="960">
                  <c:v>45778</c:v>
                </c:pt>
                <c:pt idx="961">
                  <c:v>45779</c:v>
                </c:pt>
                <c:pt idx="962">
                  <c:v>45782</c:v>
                </c:pt>
                <c:pt idx="963">
                  <c:v>45783</c:v>
                </c:pt>
                <c:pt idx="964">
                  <c:v>45784</c:v>
                </c:pt>
                <c:pt idx="965">
                  <c:v>45785</c:v>
                </c:pt>
                <c:pt idx="966">
                  <c:v>45786</c:v>
                </c:pt>
                <c:pt idx="967">
                  <c:v>45789</c:v>
                </c:pt>
                <c:pt idx="968">
                  <c:v>45790</c:v>
                </c:pt>
                <c:pt idx="969">
                  <c:v>45791</c:v>
                </c:pt>
                <c:pt idx="970">
                  <c:v>45792</c:v>
                </c:pt>
                <c:pt idx="971">
                  <c:v>45793</c:v>
                </c:pt>
                <c:pt idx="972">
                  <c:v>45796</c:v>
                </c:pt>
                <c:pt idx="973">
                  <c:v>45797</c:v>
                </c:pt>
                <c:pt idx="974">
                  <c:v>45798</c:v>
                </c:pt>
                <c:pt idx="975">
                  <c:v>45799</c:v>
                </c:pt>
                <c:pt idx="976">
                  <c:v>45800</c:v>
                </c:pt>
                <c:pt idx="977">
                  <c:v>45803</c:v>
                </c:pt>
                <c:pt idx="978">
                  <c:v>45804</c:v>
                </c:pt>
                <c:pt idx="979">
                  <c:v>45805</c:v>
                </c:pt>
                <c:pt idx="980">
                  <c:v>45806</c:v>
                </c:pt>
                <c:pt idx="981">
                  <c:v>45807</c:v>
                </c:pt>
                <c:pt idx="982">
                  <c:v>45810</c:v>
                </c:pt>
                <c:pt idx="983">
                  <c:v>45811</c:v>
                </c:pt>
                <c:pt idx="984">
                  <c:v>45812</c:v>
                </c:pt>
                <c:pt idx="985">
                  <c:v>45813</c:v>
                </c:pt>
                <c:pt idx="986">
                  <c:v>45814</c:v>
                </c:pt>
                <c:pt idx="987">
                  <c:v>45817</c:v>
                </c:pt>
                <c:pt idx="988">
                  <c:v>45818</c:v>
                </c:pt>
                <c:pt idx="989">
                  <c:v>45819</c:v>
                </c:pt>
                <c:pt idx="990">
                  <c:v>45820</c:v>
                </c:pt>
                <c:pt idx="991">
                  <c:v>45821</c:v>
                </c:pt>
                <c:pt idx="992">
                  <c:v>45824</c:v>
                </c:pt>
                <c:pt idx="993">
                  <c:v>45825</c:v>
                </c:pt>
                <c:pt idx="994">
                  <c:v>45826</c:v>
                </c:pt>
                <c:pt idx="995">
                  <c:v>45827</c:v>
                </c:pt>
                <c:pt idx="996">
                  <c:v>45828</c:v>
                </c:pt>
                <c:pt idx="997">
                  <c:v>45831</c:v>
                </c:pt>
                <c:pt idx="998">
                  <c:v>45832</c:v>
                </c:pt>
                <c:pt idx="999">
                  <c:v>45833</c:v>
                </c:pt>
                <c:pt idx="1000">
                  <c:v>45834</c:v>
                </c:pt>
                <c:pt idx="1001">
                  <c:v>45835</c:v>
                </c:pt>
                <c:pt idx="1002">
                  <c:v>45838</c:v>
                </c:pt>
                <c:pt idx="1003">
                  <c:v>45839</c:v>
                </c:pt>
                <c:pt idx="1004">
                  <c:v>45840</c:v>
                </c:pt>
                <c:pt idx="1005">
                  <c:v>45841</c:v>
                </c:pt>
                <c:pt idx="1006">
                  <c:v>45842</c:v>
                </c:pt>
                <c:pt idx="1007">
                  <c:v>45845</c:v>
                </c:pt>
                <c:pt idx="1008">
                  <c:v>45846</c:v>
                </c:pt>
                <c:pt idx="1009">
                  <c:v>45847</c:v>
                </c:pt>
                <c:pt idx="1010">
                  <c:v>45848</c:v>
                </c:pt>
                <c:pt idx="1011">
                  <c:v>45849</c:v>
                </c:pt>
                <c:pt idx="1012">
                  <c:v>45852</c:v>
                </c:pt>
                <c:pt idx="1013">
                  <c:v>45853</c:v>
                </c:pt>
                <c:pt idx="1014">
                  <c:v>45854</c:v>
                </c:pt>
                <c:pt idx="1015">
                  <c:v>45855</c:v>
                </c:pt>
                <c:pt idx="1016">
                  <c:v>45856</c:v>
                </c:pt>
                <c:pt idx="1017">
                  <c:v>45859</c:v>
                </c:pt>
                <c:pt idx="1018">
                  <c:v>45860</c:v>
                </c:pt>
                <c:pt idx="1019">
                  <c:v>45861</c:v>
                </c:pt>
                <c:pt idx="1020">
                  <c:v>45862</c:v>
                </c:pt>
                <c:pt idx="1021">
                  <c:v>45863</c:v>
                </c:pt>
                <c:pt idx="1022">
                  <c:v>45866</c:v>
                </c:pt>
                <c:pt idx="1023">
                  <c:v>45867</c:v>
                </c:pt>
                <c:pt idx="1024">
                  <c:v>45868</c:v>
                </c:pt>
                <c:pt idx="1025">
                  <c:v>45869</c:v>
                </c:pt>
                <c:pt idx="1026">
                  <c:v>45870</c:v>
                </c:pt>
                <c:pt idx="1027">
                  <c:v>45873</c:v>
                </c:pt>
                <c:pt idx="1028">
                  <c:v>45874</c:v>
                </c:pt>
                <c:pt idx="1029">
                  <c:v>45875</c:v>
                </c:pt>
                <c:pt idx="1030">
                  <c:v>45876</c:v>
                </c:pt>
                <c:pt idx="1031">
                  <c:v>45877</c:v>
                </c:pt>
                <c:pt idx="1032">
                  <c:v>45880</c:v>
                </c:pt>
                <c:pt idx="1033">
                  <c:v>45881</c:v>
                </c:pt>
                <c:pt idx="1034">
                  <c:v>45882</c:v>
                </c:pt>
                <c:pt idx="1035">
                  <c:v>45883</c:v>
                </c:pt>
                <c:pt idx="1036">
                  <c:v>45884</c:v>
                </c:pt>
                <c:pt idx="1037">
                  <c:v>45887</c:v>
                </c:pt>
                <c:pt idx="1038">
                  <c:v>45888</c:v>
                </c:pt>
                <c:pt idx="1039">
                  <c:v>45889</c:v>
                </c:pt>
                <c:pt idx="1040">
                  <c:v>45890</c:v>
                </c:pt>
                <c:pt idx="1041">
                  <c:v>45891</c:v>
                </c:pt>
                <c:pt idx="1042">
                  <c:v>45894</c:v>
                </c:pt>
                <c:pt idx="1043">
                  <c:v>45895</c:v>
                </c:pt>
                <c:pt idx="1044">
                  <c:v>45896</c:v>
                </c:pt>
                <c:pt idx="1045">
                  <c:v>45897</c:v>
                </c:pt>
                <c:pt idx="1046">
                  <c:v>45898</c:v>
                </c:pt>
                <c:pt idx="1047">
                  <c:v>45901</c:v>
                </c:pt>
                <c:pt idx="1048">
                  <c:v>45902</c:v>
                </c:pt>
                <c:pt idx="1049">
                  <c:v>45903</c:v>
                </c:pt>
                <c:pt idx="1050">
                  <c:v>45904</c:v>
                </c:pt>
                <c:pt idx="1051">
                  <c:v>45905</c:v>
                </c:pt>
                <c:pt idx="1052">
                  <c:v>45908</c:v>
                </c:pt>
                <c:pt idx="1053">
                  <c:v>45909</c:v>
                </c:pt>
                <c:pt idx="1054">
                  <c:v>45910</c:v>
                </c:pt>
                <c:pt idx="1055">
                  <c:v>45911</c:v>
                </c:pt>
                <c:pt idx="1056">
                  <c:v>45912</c:v>
                </c:pt>
                <c:pt idx="1057">
                  <c:v>45915</c:v>
                </c:pt>
                <c:pt idx="1058">
                  <c:v>45916</c:v>
                </c:pt>
                <c:pt idx="1059">
                  <c:v>45917</c:v>
                </c:pt>
                <c:pt idx="1060">
                  <c:v>45918</c:v>
                </c:pt>
                <c:pt idx="1061">
                  <c:v>45919</c:v>
                </c:pt>
                <c:pt idx="1062">
                  <c:v>45922</c:v>
                </c:pt>
                <c:pt idx="1063">
                  <c:v>45923</c:v>
                </c:pt>
                <c:pt idx="1064">
                  <c:v>45924</c:v>
                </c:pt>
                <c:pt idx="1065">
                  <c:v>45925</c:v>
                </c:pt>
                <c:pt idx="1066">
                  <c:v>45926</c:v>
                </c:pt>
                <c:pt idx="1067">
                  <c:v>45929</c:v>
                </c:pt>
                <c:pt idx="1068">
                  <c:v>45930</c:v>
                </c:pt>
                <c:pt idx="1069">
                  <c:v>45931</c:v>
                </c:pt>
                <c:pt idx="1070">
                  <c:v>45932</c:v>
                </c:pt>
                <c:pt idx="1071">
                  <c:v>45933</c:v>
                </c:pt>
                <c:pt idx="1072">
                  <c:v>45936</c:v>
                </c:pt>
                <c:pt idx="1073">
                  <c:v>45937</c:v>
                </c:pt>
                <c:pt idx="1074">
                  <c:v>45938</c:v>
                </c:pt>
                <c:pt idx="1075">
                  <c:v>45939</c:v>
                </c:pt>
                <c:pt idx="1076">
                  <c:v>45940</c:v>
                </c:pt>
                <c:pt idx="1077">
                  <c:v>45943</c:v>
                </c:pt>
                <c:pt idx="1078">
                  <c:v>45944</c:v>
                </c:pt>
                <c:pt idx="1079">
                  <c:v>45945</c:v>
                </c:pt>
                <c:pt idx="1080">
                  <c:v>45946</c:v>
                </c:pt>
                <c:pt idx="1081">
                  <c:v>45947</c:v>
                </c:pt>
                <c:pt idx="1082">
                  <c:v>45950</c:v>
                </c:pt>
                <c:pt idx="1083">
                  <c:v>45951</c:v>
                </c:pt>
                <c:pt idx="1084">
                  <c:v>45952</c:v>
                </c:pt>
                <c:pt idx="1085">
                  <c:v>45953</c:v>
                </c:pt>
                <c:pt idx="1086">
                  <c:v>45954</c:v>
                </c:pt>
                <c:pt idx="1087">
                  <c:v>45957</c:v>
                </c:pt>
                <c:pt idx="1088">
                  <c:v>45958</c:v>
                </c:pt>
                <c:pt idx="1089">
                  <c:v>45959</c:v>
                </c:pt>
                <c:pt idx="1090">
                  <c:v>45960</c:v>
                </c:pt>
                <c:pt idx="1091">
                  <c:v>45961</c:v>
                </c:pt>
                <c:pt idx="1092">
                  <c:v>45964</c:v>
                </c:pt>
                <c:pt idx="1093">
                  <c:v>45965</c:v>
                </c:pt>
                <c:pt idx="1094">
                  <c:v>45966</c:v>
                </c:pt>
                <c:pt idx="1095">
                  <c:v>45967</c:v>
                </c:pt>
                <c:pt idx="1096">
                  <c:v>45968</c:v>
                </c:pt>
                <c:pt idx="1097">
                  <c:v>45971</c:v>
                </c:pt>
                <c:pt idx="1098">
                  <c:v>45972</c:v>
                </c:pt>
                <c:pt idx="1099">
                  <c:v>45973</c:v>
                </c:pt>
                <c:pt idx="1100">
                  <c:v>45974</c:v>
                </c:pt>
                <c:pt idx="1101">
                  <c:v>45975</c:v>
                </c:pt>
                <c:pt idx="1102">
                  <c:v>45978</c:v>
                </c:pt>
                <c:pt idx="1103">
                  <c:v>45979</c:v>
                </c:pt>
                <c:pt idx="1104">
                  <c:v>45980</c:v>
                </c:pt>
                <c:pt idx="1105">
                  <c:v>45981</c:v>
                </c:pt>
                <c:pt idx="1106">
                  <c:v>45982</c:v>
                </c:pt>
                <c:pt idx="1107">
                  <c:v>45985</c:v>
                </c:pt>
                <c:pt idx="1108">
                  <c:v>45986</c:v>
                </c:pt>
                <c:pt idx="1109">
                  <c:v>45987</c:v>
                </c:pt>
                <c:pt idx="1110">
                  <c:v>45988</c:v>
                </c:pt>
                <c:pt idx="1111">
                  <c:v>45989</c:v>
                </c:pt>
                <c:pt idx="1112">
                  <c:v>45992</c:v>
                </c:pt>
                <c:pt idx="1113">
                  <c:v>45993</c:v>
                </c:pt>
                <c:pt idx="1114">
                  <c:v>45994</c:v>
                </c:pt>
                <c:pt idx="1115">
                  <c:v>45995</c:v>
                </c:pt>
                <c:pt idx="1116">
                  <c:v>45996</c:v>
                </c:pt>
                <c:pt idx="1117">
                  <c:v>45999</c:v>
                </c:pt>
                <c:pt idx="1118">
                  <c:v>46000</c:v>
                </c:pt>
                <c:pt idx="1119">
                  <c:v>46001</c:v>
                </c:pt>
                <c:pt idx="1120">
                  <c:v>46002</c:v>
                </c:pt>
                <c:pt idx="1121">
                  <c:v>46003</c:v>
                </c:pt>
                <c:pt idx="1122">
                  <c:v>46006</c:v>
                </c:pt>
                <c:pt idx="1123">
                  <c:v>46007</c:v>
                </c:pt>
                <c:pt idx="1124">
                  <c:v>46008</c:v>
                </c:pt>
                <c:pt idx="1125">
                  <c:v>46009</c:v>
                </c:pt>
                <c:pt idx="1126">
                  <c:v>46010</c:v>
                </c:pt>
                <c:pt idx="1127">
                  <c:v>46013</c:v>
                </c:pt>
                <c:pt idx="1128">
                  <c:v>46014</c:v>
                </c:pt>
                <c:pt idx="1129">
                  <c:v>46015</c:v>
                </c:pt>
                <c:pt idx="1130">
                  <c:v>46016</c:v>
                </c:pt>
                <c:pt idx="1131">
                  <c:v>46017</c:v>
                </c:pt>
                <c:pt idx="1132">
                  <c:v>46020</c:v>
                </c:pt>
                <c:pt idx="1133">
                  <c:v>46021</c:v>
                </c:pt>
                <c:pt idx="1134">
                  <c:v>46022</c:v>
                </c:pt>
                <c:pt idx="1135">
                  <c:v>46023</c:v>
                </c:pt>
                <c:pt idx="1136">
                  <c:v>46024</c:v>
                </c:pt>
                <c:pt idx="1137">
                  <c:v>46027</c:v>
                </c:pt>
                <c:pt idx="1138">
                  <c:v>46028</c:v>
                </c:pt>
                <c:pt idx="1139">
                  <c:v>46029</c:v>
                </c:pt>
                <c:pt idx="1140">
                  <c:v>46030</c:v>
                </c:pt>
                <c:pt idx="1141">
                  <c:v>46031</c:v>
                </c:pt>
                <c:pt idx="1142">
                  <c:v>46034</c:v>
                </c:pt>
                <c:pt idx="1143">
                  <c:v>46035</c:v>
                </c:pt>
                <c:pt idx="1144">
                  <c:v>46036</c:v>
                </c:pt>
                <c:pt idx="1145">
                  <c:v>46037</c:v>
                </c:pt>
                <c:pt idx="1146">
                  <c:v>46038</c:v>
                </c:pt>
                <c:pt idx="1147">
                  <c:v>46041</c:v>
                </c:pt>
                <c:pt idx="1148">
                  <c:v>46042</c:v>
                </c:pt>
                <c:pt idx="1149">
                  <c:v>46043</c:v>
                </c:pt>
                <c:pt idx="1150">
                  <c:v>46044</c:v>
                </c:pt>
                <c:pt idx="1151">
                  <c:v>46045</c:v>
                </c:pt>
                <c:pt idx="1152">
                  <c:v>46048</c:v>
                </c:pt>
                <c:pt idx="1153">
                  <c:v>46049</c:v>
                </c:pt>
                <c:pt idx="1154">
                  <c:v>46050</c:v>
                </c:pt>
                <c:pt idx="1155">
                  <c:v>46051</c:v>
                </c:pt>
                <c:pt idx="1156">
                  <c:v>46052</c:v>
                </c:pt>
                <c:pt idx="1157">
                  <c:v>46055</c:v>
                </c:pt>
                <c:pt idx="1158">
                  <c:v>46056</c:v>
                </c:pt>
                <c:pt idx="1159">
                  <c:v>46057</c:v>
                </c:pt>
                <c:pt idx="1160">
                  <c:v>46058</c:v>
                </c:pt>
                <c:pt idx="1161">
                  <c:v>46059</c:v>
                </c:pt>
                <c:pt idx="1162">
                  <c:v>46062</c:v>
                </c:pt>
                <c:pt idx="1163">
                  <c:v>46063</c:v>
                </c:pt>
                <c:pt idx="1164">
                  <c:v>46064</c:v>
                </c:pt>
                <c:pt idx="1165">
                  <c:v>46065</c:v>
                </c:pt>
                <c:pt idx="1166">
                  <c:v>46066</c:v>
                </c:pt>
                <c:pt idx="1167">
                  <c:v>46069</c:v>
                </c:pt>
                <c:pt idx="1168">
                  <c:v>46070</c:v>
                </c:pt>
                <c:pt idx="1169">
                  <c:v>46071</c:v>
                </c:pt>
                <c:pt idx="1170">
                  <c:v>46072</c:v>
                </c:pt>
                <c:pt idx="1171">
                  <c:v>46073</c:v>
                </c:pt>
                <c:pt idx="1172">
                  <c:v>46076</c:v>
                </c:pt>
                <c:pt idx="1173">
                  <c:v>46077</c:v>
                </c:pt>
                <c:pt idx="1174">
                  <c:v>46078</c:v>
                </c:pt>
                <c:pt idx="1175">
                  <c:v>46079</c:v>
                </c:pt>
                <c:pt idx="1176">
                  <c:v>46080</c:v>
                </c:pt>
                <c:pt idx="1177">
                  <c:v>46083</c:v>
                </c:pt>
                <c:pt idx="1178">
                  <c:v>46084</c:v>
                </c:pt>
                <c:pt idx="1179">
                  <c:v>46085</c:v>
                </c:pt>
                <c:pt idx="1180">
                  <c:v>46086</c:v>
                </c:pt>
                <c:pt idx="1181">
                  <c:v>46087</c:v>
                </c:pt>
                <c:pt idx="1182">
                  <c:v>46090</c:v>
                </c:pt>
                <c:pt idx="1183">
                  <c:v>46091</c:v>
                </c:pt>
                <c:pt idx="1184">
                  <c:v>46092</c:v>
                </c:pt>
                <c:pt idx="1185">
                  <c:v>46093</c:v>
                </c:pt>
                <c:pt idx="1186">
                  <c:v>46094</c:v>
                </c:pt>
                <c:pt idx="1187">
                  <c:v>46097</c:v>
                </c:pt>
                <c:pt idx="1188">
                  <c:v>46098</c:v>
                </c:pt>
                <c:pt idx="1189">
                  <c:v>46099</c:v>
                </c:pt>
                <c:pt idx="1190">
                  <c:v>46100</c:v>
                </c:pt>
                <c:pt idx="1191">
                  <c:v>46101</c:v>
                </c:pt>
                <c:pt idx="1192">
                  <c:v>46104</c:v>
                </c:pt>
                <c:pt idx="1193">
                  <c:v>46105</c:v>
                </c:pt>
                <c:pt idx="1194">
                  <c:v>46106</c:v>
                </c:pt>
                <c:pt idx="1195">
                  <c:v>46107</c:v>
                </c:pt>
                <c:pt idx="1196">
                  <c:v>46108</c:v>
                </c:pt>
                <c:pt idx="1197">
                  <c:v>46111</c:v>
                </c:pt>
                <c:pt idx="1198">
                  <c:v>46112</c:v>
                </c:pt>
                <c:pt idx="1199">
                  <c:v>46113</c:v>
                </c:pt>
                <c:pt idx="1200">
                  <c:v>46114</c:v>
                </c:pt>
                <c:pt idx="1201">
                  <c:v>46115</c:v>
                </c:pt>
                <c:pt idx="1202">
                  <c:v>46118</c:v>
                </c:pt>
                <c:pt idx="1203">
                  <c:v>46119</c:v>
                </c:pt>
                <c:pt idx="1204">
                  <c:v>46120</c:v>
                </c:pt>
                <c:pt idx="1205">
                  <c:v>46121</c:v>
                </c:pt>
                <c:pt idx="1206">
                  <c:v>46122</c:v>
                </c:pt>
                <c:pt idx="1207">
                  <c:v>46125</c:v>
                </c:pt>
                <c:pt idx="1208">
                  <c:v>46126</c:v>
                </c:pt>
                <c:pt idx="1209">
                  <c:v>46127</c:v>
                </c:pt>
                <c:pt idx="1210">
                  <c:v>46128</c:v>
                </c:pt>
                <c:pt idx="1211">
                  <c:v>46129</c:v>
                </c:pt>
                <c:pt idx="1212">
                  <c:v>46132</c:v>
                </c:pt>
                <c:pt idx="1213">
                  <c:v>46133</c:v>
                </c:pt>
                <c:pt idx="1214">
                  <c:v>46134</c:v>
                </c:pt>
                <c:pt idx="1215">
                  <c:v>46135</c:v>
                </c:pt>
                <c:pt idx="1216">
                  <c:v>46136</c:v>
                </c:pt>
                <c:pt idx="1217">
                  <c:v>46139</c:v>
                </c:pt>
                <c:pt idx="1218">
                  <c:v>46140</c:v>
                </c:pt>
                <c:pt idx="1219">
                  <c:v>46141</c:v>
                </c:pt>
                <c:pt idx="1220">
                  <c:v>46142</c:v>
                </c:pt>
                <c:pt idx="1221">
                  <c:v>46143</c:v>
                </c:pt>
                <c:pt idx="1222">
                  <c:v>46146</c:v>
                </c:pt>
                <c:pt idx="1223">
                  <c:v>46147</c:v>
                </c:pt>
                <c:pt idx="1224">
                  <c:v>46148</c:v>
                </c:pt>
                <c:pt idx="1225">
                  <c:v>46149</c:v>
                </c:pt>
                <c:pt idx="1226">
                  <c:v>46150</c:v>
                </c:pt>
                <c:pt idx="1227">
                  <c:v>46153</c:v>
                </c:pt>
                <c:pt idx="1228">
                  <c:v>46154</c:v>
                </c:pt>
                <c:pt idx="1229">
                  <c:v>46155</c:v>
                </c:pt>
                <c:pt idx="1230">
                  <c:v>46156</c:v>
                </c:pt>
                <c:pt idx="1231">
                  <c:v>46157</c:v>
                </c:pt>
                <c:pt idx="1232">
                  <c:v>46160</c:v>
                </c:pt>
                <c:pt idx="1233">
                  <c:v>46161</c:v>
                </c:pt>
                <c:pt idx="1234">
                  <c:v>46162</c:v>
                </c:pt>
                <c:pt idx="1235">
                  <c:v>46163</c:v>
                </c:pt>
                <c:pt idx="1236">
                  <c:v>46164</c:v>
                </c:pt>
                <c:pt idx="1237">
                  <c:v>46167</c:v>
                </c:pt>
                <c:pt idx="1238">
                  <c:v>46168</c:v>
                </c:pt>
                <c:pt idx="1239">
                  <c:v>46169</c:v>
                </c:pt>
                <c:pt idx="1240">
                  <c:v>46170</c:v>
                </c:pt>
                <c:pt idx="1241">
                  <c:v>46171</c:v>
                </c:pt>
                <c:pt idx="1242">
                  <c:v>46174</c:v>
                </c:pt>
                <c:pt idx="1243">
                  <c:v>46175</c:v>
                </c:pt>
                <c:pt idx="1244">
                  <c:v>46176</c:v>
                </c:pt>
                <c:pt idx="1245">
                  <c:v>46177</c:v>
                </c:pt>
                <c:pt idx="1246">
                  <c:v>46178</c:v>
                </c:pt>
                <c:pt idx="1247">
                  <c:v>46181</c:v>
                </c:pt>
                <c:pt idx="1248">
                  <c:v>46182</c:v>
                </c:pt>
                <c:pt idx="1249">
                  <c:v>46183</c:v>
                </c:pt>
                <c:pt idx="1250">
                  <c:v>46184</c:v>
                </c:pt>
                <c:pt idx="1251">
                  <c:v>46185</c:v>
                </c:pt>
                <c:pt idx="1252">
                  <c:v>46188</c:v>
                </c:pt>
                <c:pt idx="1253">
                  <c:v>46189</c:v>
                </c:pt>
                <c:pt idx="1254">
                  <c:v>46190</c:v>
                </c:pt>
                <c:pt idx="1255">
                  <c:v>46191</c:v>
                </c:pt>
                <c:pt idx="1256">
                  <c:v>46192</c:v>
                </c:pt>
                <c:pt idx="1257">
                  <c:v>46195</c:v>
                </c:pt>
                <c:pt idx="1258">
                  <c:v>46196</c:v>
                </c:pt>
                <c:pt idx="1259">
                  <c:v>46197</c:v>
                </c:pt>
                <c:pt idx="1260">
                  <c:v>46198</c:v>
                </c:pt>
                <c:pt idx="1261">
                  <c:v>46199</c:v>
                </c:pt>
                <c:pt idx="1262">
                  <c:v>46202</c:v>
                </c:pt>
                <c:pt idx="1263">
                  <c:v>46203</c:v>
                </c:pt>
                <c:pt idx="1264">
                  <c:v>46204</c:v>
                </c:pt>
                <c:pt idx="1265">
                  <c:v>46205</c:v>
                </c:pt>
                <c:pt idx="1266">
                  <c:v>46206</c:v>
                </c:pt>
                <c:pt idx="1267">
                  <c:v>46209</c:v>
                </c:pt>
                <c:pt idx="1268">
                  <c:v>46210</c:v>
                </c:pt>
                <c:pt idx="1269">
                  <c:v>46211</c:v>
                </c:pt>
                <c:pt idx="1270">
                  <c:v>46212</c:v>
                </c:pt>
                <c:pt idx="1271">
                  <c:v>46213</c:v>
                </c:pt>
                <c:pt idx="1272">
                  <c:v>46216</c:v>
                </c:pt>
                <c:pt idx="1273">
                  <c:v>46217</c:v>
                </c:pt>
                <c:pt idx="1274">
                  <c:v>46218</c:v>
                </c:pt>
                <c:pt idx="1275">
                  <c:v>46219</c:v>
                </c:pt>
                <c:pt idx="1276">
                  <c:v>46220</c:v>
                </c:pt>
                <c:pt idx="1277">
                  <c:v>46223</c:v>
                </c:pt>
                <c:pt idx="1278">
                  <c:v>46224</c:v>
                </c:pt>
                <c:pt idx="1279">
                  <c:v>46225</c:v>
                </c:pt>
                <c:pt idx="1280">
                  <c:v>46226</c:v>
                </c:pt>
                <c:pt idx="1281">
                  <c:v>46227</c:v>
                </c:pt>
                <c:pt idx="1282">
                  <c:v>46230</c:v>
                </c:pt>
                <c:pt idx="1283">
                  <c:v>46231</c:v>
                </c:pt>
                <c:pt idx="1284">
                  <c:v>46232</c:v>
                </c:pt>
                <c:pt idx="1285">
                  <c:v>46233</c:v>
                </c:pt>
                <c:pt idx="1286">
                  <c:v>46234</c:v>
                </c:pt>
                <c:pt idx="1287">
                  <c:v>46237</c:v>
                </c:pt>
                <c:pt idx="1288">
                  <c:v>46238</c:v>
                </c:pt>
                <c:pt idx="1289">
                  <c:v>46239</c:v>
                </c:pt>
                <c:pt idx="1290">
                  <c:v>46240</c:v>
                </c:pt>
                <c:pt idx="1291">
                  <c:v>46241</c:v>
                </c:pt>
                <c:pt idx="1292">
                  <c:v>46244</c:v>
                </c:pt>
                <c:pt idx="1293">
                  <c:v>46245</c:v>
                </c:pt>
                <c:pt idx="1294">
                  <c:v>46246</c:v>
                </c:pt>
                <c:pt idx="1295">
                  <c:v>46247</c:v>
                </c:pt>
                <c:pt idx="1296">
                  <c:v>46248</c:v>
                </c:pt>
                <c:pt idx="1297">
                  <c:v>46251</c:v>
                </c:pt>
                <c:pt idx="1298">
                  <c:v>46252</c:v>
                </c:pt>
                <c:pt idx="1299">
                  <c:v>46253</c:v>
                </c:pt>
                <c:pt idx="1300">
                  <c:v>46254</c:v>
                </c:pt>
                <c:pt idx="1301">
                  <c:v>46255</c:v>
                </c:pt>
                <c:pt idx="1302">
                  <c:v>46258</c:v>
                </c:pt>
                <c:pt idx="1303">
                  <c:v>46259</c:v>
                </c:pt>
              </c:numCache>
            </c:numRef>
          </c:cat>
          <c:val>
            <c:numRef>
              <c:f>Planilha1!$B$2:$B$1305</c:f>
              <c:numCache>
                <c:formatCode>0.00</c:formatCode>
                <c:ptCount val="1304"/>
                <c:pt idx="0">
                  <c:v>0.76000000000000512</c:v>
                </c:pt>
                <c:pt idx="1">
                  <c:v>0.85999999999999943</c:v>
                </c:pt>
                <c:pt idx="2">
                  <c:v>0.62000000000000455</c:v>
                </c:pt>
                <c:pt idx="3">
                  <c:v>0.70000000000000284</c:v>
                </c:pt>
                <c:pt idx="4">
                  <c:v>0.79000000000000625</c:v>
                </c:pt>
                <c:pt idx="5">
                  <c:v>0.77000000000001023</c:v>
                </c:pt>
                <c:pt idx="6">
                  <c:v>0.71999999999999886</c:v>
                </c:pt>
                <c:pt idx="7">
                  <c:v>0.51000000000000512</c:v>
                </c:pt>
                <c:pt idx="8">
                  <c:v>0.62000000000000455</c:v>
                </c:pt>
                <c:pt idx="9">
                  <c:v>1.0500000000000114</c:v>
                </c:pt>
                <c:pt idx="10">
                  <c:v>1</c:v>
                </c:pt>
                <c:pt idx="11">
                  <c:v>0.48000000000000398</c:v>
                </c:pt>
                <c:pt idx="12">
                  <c:v>0.65000000000000568</c:v>
                </c:pt>
                <c:pt idx="13">
                  <c:v>0.76000000000000512</c:v>
                </c:pt>
                <c:pt idx="14">
                  <c:v>0.44000000000001194</c:v>
                </c:pt>
                <c:pt idx="15">
                  <c:v>0.14000000000000057</c:v>
                </c:pt>
                <c:pt idx="16">
                  <c:v>0.54000000000000625</c:v>
                </c:pt>
                <c:pt idx="17">
                  <c:v>0.74000000000000909</c:v>
                </c:pt>
                <c:pt idx="18">
                  <c:v>0.17000000000000171</c:v>
                </c:pt>
                <c:pt idx="19">
                  <c:v>0</c:v>
                </c:pt>
                <c:pt idx="20">
                  <c:v>0.55000000000001137</c:v>
                </c:pt>
                <c:pt idx="21">
                  <c:v>1.0900000000000034</c:v>
                </c:pt>
                <c:pt idx="22">
                  <c:v>1.4500000000000028</c:v>
                </c:pt>
                <c:pt idx="23">
                  <c:v>1.7700000000000102</c:v>
                </c:pt>
                <c:pt idx="24">
                  <c:v>2.2600000000000051</c:v>
                </c:pt>
                <c:pt idx="25">
                  <c:v>2.7400000000000091</c:v>
                </c:pt>
                <c:pt idx="26">
                  <c:v>2.0400000000000063</c:v>
                </c:pt>
                <c:pt idx="27">
                  <c:v>1.8000000000000114</c:v>
                </c:pt>
                <c:pt idx="28">
                  <c:v>1.6500000000000057</c:v>
                </c:pt>
                <c:pt idx="29">
                  <c:v>2.2400000000000091</c:v>
                </c:pt>
                <c:pt idx="30">
                  <c:v>2.1800000000000068</c:v>
                </c:pt>
                <c:pt idx="31">
                  <c:v>2.3900000000000006</c:v>
                </c:pt>
                <c:pt idx="32">
                  <c:v>2.9400000000000119</c:v>
                </c:pt>
                <c:pt idx="33">
                  <c:v>4.0700000000000074</c:v>
                </c:pt>
                <c:pt idx="34">
                  <c:v>4.3700000000000045</c:v>
                </c:pt>
                <c:pt idx="35">
                  <c:v>4.0400000000000063</c:v>
                </c:pt>
                <c:pt idx="36">
                  <c:v>4.4400000000000119</c:v>
                </c:pt>
                <c:pt idx="37">
                  <c:v>4.980000000000004</c:v>
                </c:pt>
                <c:pt idx="38">
                  <c:v>5.0900000000000034</c:v>
                </c:pt>
                <c:pt idx="39">
                  <c:v>5.1400000000000006</c:v>
                </c:pt>
                <c:pt idx="40">
                  <c:v>5.0400000000000063</c:v>
                </c:pt>
                <c:pt idx="41">
                  <c:v>4.7400000000000091</c:v>
                </c:pt>
                <c:pt idx="42">
                  <c:v>4.3599999999999994</c:v>
                </c:pt>
                <c:pt idx="43">
                  <c:v>4.4699999999999989</c:v>
                </c:pt>
                <c:pt idx="44">
                  <c:v>4.9200000000000017</c:v>
                </c:pt>
                <c:pt idx="45">
                  <c:v>4.5900000000000034</c:v>
                </c:pt>
                <c:pt idx="46">
                  <c:v>4.3500000000000085</c:v>
                </c:pt>
                <c:pt idx="47">
                  <c:v>4.7400000000000091</c:v>
                </c:pt>
                <c:pt idx="48">
                  <c:v>4.7600000000000051</c:v>
                </c:pt>
                <c:pt idx="49">
                  <c:v>4.7199999999999989</c:v>
                </c:pt>
                <c:pt idx="50">
                  <c:v>4.7700000000000102</c:v>
                </c:pt>
                <c:pt idx="51">
                  <c:v>4.5100000000000051</c:v>
                </c:pt>
                <c:pt idx="52">
                  <c:v>4.2000000000000028</c:v>
                </c:pt>
                <c:pt idx="53">
                  <c:v>3.9900000000000091</c:v>
                </c:pt>
                <c:pt idx="54">
                  <c:v>3.6400000000000006</c:v>
                </c:pt>
                <c:pt idx="55">
                  <c:v>4.6900000000000119</c:v>
                </c:pt>
                <c:pt idx="56">
                  <c:v>4.8299999999999983</c:v>
                </c:pt>
                <c:pt idx="57">
                  <c:v>4.6700000000000017</c:v>
                </c:pt>
                <c:pt idx="58">
                  <c:v>4.8900000000000006</c:v>
                </c:pt>
                <c:pt idx="59">
                  <c:v>5.5900000000000034</c:v>
                </c:pt>
                <c:pt idx="60">
                  <c:v>4.8299999999999983</c:v>
                </c:pt>
                <c:pt idx="61">
                  <c:v>5.0100000000000051</c:v>
                </c:pt>
                <c:pt idx="62">
                  <c:v>4.730000000000004</c:v>
                </c:pt>
                <c:pt idx="63">
                  <c:v>5.6800000000000068</c:v>
                </c:pt>
                <c:pt idx="64">
                  <c:v>5.8700000000000045</c:v>
                </c:pt>
                <c:pt idx="65">
                  <c:v>6.1800000000000068</c:v>
                </c:pt>
                <c:pt idx="66">
                  <c:v>6.1300000000000097</c:v>
                </c:pt>
                <c:pt idx="67">
                  <c:v>4.1099999999999994</c:v>
                </c:pt>
                <c:pt idx="68">
                  <c:v>4.2900000000000063</c:v>
                </c:pt>
                <c:pt idx="69">
                  <c:v>3.9400000000000119</c:v>
                </c:pt>
                <c:pt idx="70">
                  <c:v>3.5300000000000011</c:v>
                </c:pt>
                <c:pt idx="71">
                  <c:v>3.9300000000000068</c:v>
                </c:pt>
                <c:pt idx="72">
                  <c:v>3.5400000000000063</c:v>
                </c:pt>
                <c:pt idx="73">
                  <c:v>4.230000000000004</c:v>
                </c:pt>
                <c:pt idx="74">
                  <c:v>4.3500000000000085</c:v>
                </c:pt>
                <c:pt idx="75">
                  <c:v>4.4400000000000119</c:v>
                </c:pt>
                <c:pt idx="76">
                  <c:v>4.2800000000000011</c:v>
                </c:pt>
                <c:pt idx="77">
                  <c:v>4.0400000000000063</c:v>
                </c:pt>
                <c:pt idx="78">
                  <c:v>4.3400000000000034</c:v>
                </c:pt>
                <c:pt idx="79">
                  <c:v>4.4900000000000091</c:v>
                </c:pt>
                <c:pt idx="80">
                  <c:v>4.7900000000000063</c:v>
                </c:pt>
                <c:pt idx="81">
                  <c:v>4.4200000000000017</c:v>
                </c:pt>
                <c:pt idx="82">
                  <c:v>4.3900000000000006</c:v>
                </c:pt>
                <c:pt idx="83">
                  <c:v>4.3599999999999994</c:v>
                </c:pt>
                <c:pt idx="84">
                  <c:v>4.8800000000000097</c:v>
                </c:pt>
                <c:pt idx="85">
                  <c:v>4.8599999999999994</c:v>
                </c:pt>
                <c:pt idx="86">
                  <c:v>5.1400000000000006</c:v>
                </c:pt>
                <c:pt idx="87">
                  <c:v>5.1500000000000057</c:v>
                </c:pt>
                <c:pt idx="88">
                  <c:v>5.6300000000000097</c:v>
                </c:pt>
                <c:pt idx="89">
                  <c:v>5.5799999999999983</c:v>
                </c:pt>
                <c:pt idx="90">
                  <c:v>5.7199999999999989</c:v>
                </c:pt>
                <c:pt idx="91">
                  <c:v>5.8400000000000034</c:v>
                </c:pt>
                <c:pt idx="92">
                  <c:v>5.8599999999999994</c:v>
                </c:pt>
                <c:pt idx="93">
                  <c:v>6.1000000000000085</c:v>
                </c:pt>
                <c:pt idx="94">
                  <c:v>6.9200000000000017</c:v>
                </c:pt>
                <c:pt idx="95">
                  <c:v>6.8900000000000006</c:v>
                </c:pt>
                <c:pt idx="96">
                  <c:v>6.6000000000000085</c:v>
                </c:pt>
                <c:pt idx="97">
                  <c:v>6.4000000000000057</c:v>
                </c:pt>
                <c:pt idx="98">
                  <c:v>5.9699999999999989</c:v>
                </c:pt>
                <c:pt idx="99">
                  <c:v>6.0600000000000023</c:v>
                </c:pt>
                <c:pt idx="100">
                  <c:v>5.4100000000000108</c:v>
                </c:pt>
                <c:pt idx="101">
                  <c:v>4.960000000000008</c:v>
                </c:pt>
                <c:pt idx="102">
                  <c:v>4.9699999999999989</c:v>
                </c:pt>
                <c:pt idx="103">
                  <c:v>5.4000000000000057</c:v>
                </c:pt>
                <c:pt idx="104">
                  <c:v>5.3800000000000097</c:v>
                </c:pt>
                <c:pt idx="105">
                  <c:v>5.0799999999999983</c:v>
                </c:pt>
                <c:pt idx="106">
                  <c:v>4.8700000000000045</c:v>
                </c:pt>
                <c:pt idx="107">
                  <c:v>4.4200000000000017</c:v>
                </c:pt>
                <c:pt idx="108">
                  <c:v>4.7400000000000091</c:v>
                </c:pt>
                <c:pt idx="109">
                  <c:v>4.6600000000000108</c:v>
                </c:pt>
                <c:pt idx="110">
                  <c:v>5.4100000000000108</c:v>
                </c:pt>
                <c:pt idx="111">
                  <c:v>6.1300000000000097</c:v>
                </c:pt>
                <c:pt idx="112">
                  <c:v>5.9900000000000091</c:v>
                </c:pt>
                <c:pt idx="113">
                  <c:v>5.8900000000000006</c:v>
                </c:pt>
                <c:pt idx="114">
                  <c:v>5.4900000000000091</c:v>
                </c:pt>
                <c:pt idx="115">
                  <c:v>5.230000000000004</c:v>
                </c:pt>
                <c:pt idx="116">
                  <c:v>5.7400000000000091</c:v>
                </c:pt>
                <c:pt idx="117">
                  <c:v>5.9900000000000091</c:v>
                </c:pt>
                <c:pt idx="118">
                  <c:v>5.8599999999999994</c:v>
                </c:pt>
                <c:pt idx="119">
                  <c:v>6.3100000000000023</c:v>
                </c:pt>
                <c:pt idx="120">
                  <c:v>6.2700000000000102</c:v>
                </c:pt>
                <c:pt idx="121">
                  <c:v>6.7800000000000011</c:v>
                </c:pt>
                <c:pt idx="122">
                  <c:v>6.0400000000000063</c:v>
                </c:pt>
                <c:pt idx="123">
                  <c:v>6.3100000000000023</c:v>
                </c:pt>
                <c:pt idx="124">
                  <c:v>6.4000000000000057</c:v>
                </c:pt>
                <c:pt idx="125">
                  <c:v>6.2600000000000051</c:v>
                </c:pt>
                <c:pt idx="126">
                  <c:v>5.7000000000000028</c:v>
                </c:pt>
                <c:pt idx="127">
                  <c:v>5.6900000000000119</c:v>
                </c:pt>
                <c:pt idx="128">
                  <c:v>5.5</c:v>
                </c:pt>
                <c:pt idx="129">
                  <c:v>5.8500000000000085</c:v>
                </c:pt>
                <c:pt idx="130">
                  <c:v>5.75</c:v>
                </c:pt>
                <c:pt idx="131">
                  <c:v>6.3000000000000114</c:v>
                </c:pt>
                <c:pt idx="132">
                  <c:v>5.7400000000000091</c:v>
                </c:pt>
                <c:pt idx="133">
                  <c:v>5.7700000000000102</c:v>
                </c:pt>
                <c:pt idx="134">
                  <c:v>5.6700000000000017</c:v>
                </c:pt>
                <c:pt idx="135">
                  <c:v>6.2900000000000063</c:v>
                </c:pt>
                <c:pt idx="136">
                  <c:v>6.230000000000004</c:v>
                </c:pt>
                <c:pt idx="137">
                  <c:v>5.5799999999999983</c:v>
                </c:pt>
                <c:pt idx="138">
                  <c:v>6.0799999999999983</c:v>
                </c:pt>
                <c:pt idx="139">
                  <c:v>6.4400000000000119</c:v>
                </c:pt>
                <c:pt idx="140">
                  <c:v>6.6000000000000085</c:v>
                </c:pt>
                <c:pt idx="141">
                  <c:v>6.9100000000000108</c:v>
                </c:pt>
                <c:pt idx="142">
                  <c:v>8.1000000000000085</c:v>
                </c:pt>
                <c:pt idx="143">
                  <c:v>8.9400000000000119</c:v>
                </c:pt>
                <c:pt idx="144">
                  <c:v>9.0700000000000074</c:v>
                </c:pt>
                <c:pt idx="145">
                  <c:v>9.4900000000000091</c:v>
                </c:pt>
                <c:pt idx="146">
                  <c:v>9.36</c:v>
                </c:pt>
                <c:pt idx="147">
                  <c:v>9.9300000000000068</c:v>
                </c:pt>
                <c:pt idx="148">
                  <c:v>10.240000000000009</c:v>
                </c:pt>
                <c:pt idx="149">
                  <c:v>11.550000000000011</c:v>
                </c:pt>
                <c:pt idx="150">
                  <c:v>11.920000000000002</c:v>
                </c:pt>
                <c:pt idx="151">
                  <c:v>13.120000000000005</c:v>
                </c:pt>
                <c:pt idx="152">
                  <c:v>12.730000000000004</c:v>
                </c:pt>
                <c:pt idx="153">
                  <c:v>14.480000000000004</c:v>
                </c:pt>
                <c:pt idx="154">
                  <c:v>13.620000000000005</c:v>
                </c:pt>
                <c:pt idx="155">
                  <c:v>12.64</c:v>
                </c:pt>
                <c:pt idx="156">
                  <c:v>12.430000000000007</c:v>
                </c:pt>
                <c:pt idx="157">
                  <c:v>13.400000000000006</c:v>
                </c:pt>
                <c:pt idx="158">
                  <c:v>13.570000000000007</c:v>
                </c:pt>
                <c:pt idx="159">
                  <c:v>14.38000000000001</c:v>
                </c:pt>
                <c:pt idx="160">
                  <c:v>14.560000000000002</c:v>
                </c:pt>
                <c:pt idx="161">
                  <c:v>14.690000000000012</c:v>
                </c:pt>
                <c:pt idx="162">
                  <c:v>14.820000000000007</c:v>
                </c:pt>
                <c:pt idx="163">
                  <c:v>16.13000000000001</c:v>
                </c:pt>
                <c:pt idx="164">
                  <c:v>16.120000000000005</c:v>
                </c:pt>
                <c:pt idx="165">
                  <c:v>16.430000000000007</c:v>
                </c:pt>
                <c:pt idx="166">
                  <c:v>16.63000000000001</c:v>
                </c:pt>
                <c:pt idx="167">
                  <c:v>17.190000000000012</c:v>
                </c:pt>
                <c:pt idx="168">
                  <c:v>17.760000000000005</c:v>
                </c:pt>
                <c:pt idx="169">
                  <c:v>19.679999999999993</c:v>
                </c:pt>
                <c:pt idx="170">
                  <c:v>18.650000000000006</c:v>
                </c:pt>
                <c:pt idx="171">
                  <c:v>19.149999999999991</c:v>
                </c:pt>
                <c:pt idx="172">
                  <c:v>19.36</c:v>
                </c:pt>
                <c:pt idx="173">
                  <c:v>18.899999999999991</c:v>
                </c:pt>
                <c:pt idx="174">
                  <c:v>17.990000000000009</c:v>
                </c:pt>
                <c:pt idx="175">
                  <c:v>19.200000000000003</c:v>
                </c:pt>
                <c:pt idx="176">
                  <c:v>21.63000000000001</c:v>
                </c:pt>
                <c:pt idx="177">
                  <c:v>20.540000000000006</c:v>
                </c:pt>
                <c:pt idx="178">
                  <c:v>20.899999999999991</c:v>
                </c:pt>
                <c:pt idx="179">
                  <c:v>20.870000000000019</c:v>
                </c:pt>
                <c:pt idx="180">
                  <c:v>19.829999999999998</c:v>
                </c:pt>
                <c:pt idx="181">
                  <c:v>20.950000000000003</c:v>
                </c:pt>
                <c:pt idx="182">
                  <c:v>21.269999999999996</c:v>
                </c:pt>
                <c:pt idx="183">
                  <c:v>21.019999999999996</c:v>
                </c:pt>
                <c:pt idx="184">
                  <c:v>21.209999999999994</c:v>
                </c:pt>
                <c:pt idx="185">
                  <c:v>20.649999999999991</c:v>
                </c:pt>
                <c:pt idx="186">
                  <c:v>19.11</c:v>
                </c:pt>
                <c:pt idx="187">
                  <c:v>20.030000000000015</c:v>
                </c:pt>
                <c:pt idx="188">
                  <c:v>19.940000000000012</c:v>
                </c:pt>
                <c:pt idx="189">
                  <c:v>20.149999999999991</c:v>
                </c:pt>
                <c:pt idx="190">
                  <c:v>18.989999999999995</c:v>
                </c:pt>
                <c:pt idx="191">
                  <c:v>18.579999999999998</c:v>
                </c:pt>
                <c:pt idx="192">
                  <c:v>18.690000000000012</c:v>
                </c:pt>
                <c:pt idx="193">
                  <c:v>18.660000000000011</c:v>
                </c:pt>
                <c:pt idx="194">
                  <c:v>17.590000000000003</c:v>
                </c:pt>
                <c:pt idx="195">
                  <c:v>18.100000000000009</c:v>
                </c:pt>
                <c:pt idx="196">
                  <c:v>17.900000000000006</c:v>
                </c:pt>
                <c:pt idx="197">
                  <c:v>17.829999999999998</c:v>
                </c:pt>
                <c:pt idx="198">
                  <c:v>18.329999999999998</c:v>
                </c:pt>
                <c:pt idx="199">
                  <c:v>19.410000000000011</c:v>
                </c:pt>
                <c:pt idx="200">
                  <c:v>20.88000000000001</c:v>
                </c:pt>
                <c:pt idx="201">
                  <c:v>20.620000000000019</c:v>
                </c:pt>
                <c:pt idx="202">
                  <c:v>21.620000000000019</c:v>
                </c:pt>
                <c:pt idx="203">
                  <c:v>22.64</c:v>
                </c:pt>
                <c:pt idx="204">
                  <c:v>23.33</c:v>
                </c:pt>
                <c:pt idx="205">
                  <c:v>25.030000000000015</c:v>
                </c:pt>
                <c:pt idx="206">
                  <c:v>25.11</c:v>
                </c:pt>
                <c:pt idx="207">
                  <c:v>25.149999999999991</c:v>
                </c:pt>
                <c:pt idx="208">
                  <c:v>25.190000000000012</c:v>
                </c:pt>
                <c:pt idx="209">
                  <c:v>26.239999999999995</c:v>
                </c:pt>
                <c:pt idx="210">
                  <c:v>24.590000000000018</c:v>
                </c:pt>
                <c:pt idx="211">
                  <c:v>22.970000000000013</c:v>
                </c:pt>
                <c:pt idx="212">
                  <c:v>25.649999999999991</c:v>
                </c:pt>
                <c:pt idx="213">
                  <c:v>25.86</c:v>
                </c:pt>
                <c:pt idx="214">
                  <c:v>27.410000000000011</c:v>
                </c:pt>
                <c:pt idx="215">
                  <c:v>27.019999999999996</c:v>
                </c:pt>
                <c:pt idx="216">
                  <c:v>25.709999999999994</c:v>
                </c:pt>
                <c:pt idx="217">
                  <c:v>25.88000000000001</c:v>
                </c:pt>
                <c:pt idx="218">
                  <c:v>26.220000000000013</c:v>
                </c:pt>
                <c:pt idx="219">
                  <c:v>26.89</c:v>
                </c:pt>
                <c:pt idx="220">
                  <c:v>27.350000000000009</c:v>
                </c:pt>
                <c:pt idx="221">
                  <c:v>26.489999999999995</c:v>
                </c:pt>
                <c:pt idx="222">
                  <c:v>26.08</c:v>
                </c:pt>
                <c:pt idx="223">
                  <c:v>26.470000000000013</c:v>
                </c:pt>
                <c:pt idx="224">
                  <c:v>26.649999999999991</c:v>
                </c:pt>
                <c:pt idx="225">
                  <c:v>26.709999999999994</c:v>
                </c:pt>
                <c:pt idx="226">
                  <c:v>26.780000000000015</c:v>
                </c:pt>
                <c:pt idx="227">
                  <c:v>26.790000000000006</c:v>
                </c:pt>
                <c:pt idx="228">
                  <c:v>28.200000000000003</c:v>
                </c:pt>
                <c:pt idx="229">
                  <c:v>27.64</c:v>
                </c:pt>
                <c:pt idx="230">
                  <c:v>28.190000000000012</c:v>
                </c:pt>
                <c:pt idx="231">
                  <c:v>29.730000000000004</c:v>
                </c:pt>
                <c:pt idx="232">
                  <c:v>29.310000000000016</c:v>
                </c:pt>
                <c:pt idx="233">
                  <c:v>28.899999999999991</c:v>
                </c:pt>
                <c:pt idx="234">
                  <c:v>28.950000000000003</c:v>
                </c:pt>
                <c:pt idx="235">
                  <c:v>29.000000000000014</c:v>
                </c:pt>
                <c:pt idx="236">
                  <c:v>28.149999999999991</c:v>
                </c:pt>
                <c:pt idx="237">
                  <c:v>26.83</c:v>
                </c:pt>
                <c:pt idx="238">
                  <c:v>27.459999999999994</c:v>
                </c:pt>
                <c:pt idx="239">
                  <c:v>27.690000000000012</c:v>
                </c:pt>
                <c:pt idx="240">
                  <c:v>27.33</c:v>
                </c:pt>
                <c:pt idx="241">
                  <c:v>25.040000000000006</c:v>
                </c:pt>
                <c:pt idx="242">
                  <c:v>23.989999999999995</c:v>
                </c:pt>
                <c:pt idx="243">
                  <c:v>22.38000000000001</c:v>
                </c:pt>
                <c:pt idx="244">
                  <c:v>23.929999999999993</c:v>
                </c:pt>
                <c:pt idx="245">
                  <c:v>24.620000000000019</c:v>
                </c:pt>
                <c:pt idx="246">
                  <c:v>23.63000000000001</c:v>
                </c:pt>
                <c:pt idx="247">
                  <c:v>25.769999999999996</c:v>
                </c:pt>
                <c:pt idx="248">
                  <c:v>25.769999999999996</c:v>
                </c:pt>
                <c:pt idx="249">
                  <c:v>25.92</c:v>
                </c:pt>
                <c:pt idx="250">
                  <c:v>23.660000000000011</c:v>
                </c:pt>
                <c:pt idx="251">
                  <c:v>23.799999999999997</c:v>
                </c:pt>
                <c:pt idx="252">
                  <c:v>24.209999999999994</c:v>
                </c:pt>
                <c:pt idx="253">
                  <c:v>24.070000000000007</c:v>
                </c:pt>
                <c:pt idx="254">
                  <c:v>25.000000000000014</c:v>
                </c:pt>
                <c:pt idx="255">
                  <c:v>25.780000000000015</c:v>
                </c:pt>
                <c:pt idx="256">
                  <c:v>26.649999999999991</c:v>
                </c:pt>
                <c:pt idx="257">
                  <c:v>27.64</c:v>
                </c:pt>
                <c:pt idx="258">
                  <c:v>28.250000000000014</c:v>
                </c:pt>
                <c:pt idx="259">
                  <c:v>27.549999999999997</c:v>
                </c:pt>
                <c:pt idx="260">
                  <c:v>27.88000000000001</c:v>
                </c:pt>
                <c:pt idx="261">
                  <c:v>27.269999999999996</c:v>
                </c:pt>
                <c:pt idx="262">
                  <c:v>28.42</c:v>
                </c:pt>
                <c:pt idx="263">
                  <c:v>29.459999999999994</c:v>
                </c:pt>
                <c:pt idx="264">
                  <c:v>29.570000000000007</c:v>
                </c:pt>
                <c:pt idx="265">
                  <c:v>29.730000000000004</c:v>
                </c:pt>
                <c:pt idx="266">
                  <c:v>30.959999999999994</c:v>
                </c:pt>
                <c:pt idx="267">
                  <c:v>30.940000000000012</c:v>
                </c:pt>
                <c:pt idx="268">
                  <c:v>31.38000000000001</c:v>
                </c:pt>
                <c:pt idx="269">
                  <c:v>33.560000000000016</c:v>
                </c:pt>
                <c:pt idx="270">
                  <c:v>34.489999999999995</c:v>
                </c:pt>
                <c:pt idx="271">
                  <c:v>34.88000000000001</c:v>
                </c:pt>
                <c:pt idx="272">
                  <c:v>33.010000000000005</c:v>
                </c:pt>
                <c:pt idx="273">
                  <c:v>33.61</c:v>
                </c:pt>
                <c:pt idx="274">
                  <c:v>35.340000000000018</c:v>
                </c:pt>
                <c:pt idx="275">
                  <c:v>33.929999999999993</c:v>
                </c:pt>
                <c:pt idx="276">
                  <c:v>34.269999999999996</c:v>
                </c:pt>
                <c:pt idx="277">
                  <c:v>33.720000000000013</c:v>
                </c:pt>
                <c:pt idx="278">
                  <c:v>33.959999999999994</c:v>
                </c:pt>
                <c:pt idx="279">
                  <c:v>34.510000000000005</c:v>
                </c:pt>
                <c:pt idx="280">
                  <c:v>34.810000000000016</c:v>
                </c:pt>
                <c:pt idx="281">
                  <c:v>33.14</c:v>
                </c:pt>
                <c:pt idx="282">
                  <c:v>34.149999999999991</c:v>
                </c:pt>
                <c:pt idx="283">
                  <c:v>35.519999999999996</c:v>
                </c:pt>
                <c:pt idx="284">
                  <c:v>35.530000000000015</c:v>
                </c:pt>
                <c:pt idx="285">
                  <c:v>34.899999999999991</c:v>
                </c:pt>
                <c:pt idx="286">
                  <c:v>35.209999999999994</c:v>
                </c:pt>
                <c:pt idx="287">
                  <c:v>35.370000000000019</c:v>
                </c:pt>
                <c:pt idx="288">
                  <c:v>35.299999999999997</c:v>
                </c:pt>
                <c:pt idx="289">
                  <c:v>34.899999999999991</c:v>
                </c:pt>
                <c:pt idx="290">
                  <c:v>35.42</c:v>
                </c:pt>
                <c:pt idx="291">
                  <c:v>35.89</c:v>
                </c:pt>
                <c:pt idx="292">
                  <c:v>36.120000000000019</c:v>
                </c:pt>
                <c:pt idx="293">
                  <c:v>36.450000000000003</c:v>
                </c:pt>
                <c:pt idx="294">
                  <c:v>36.620000000000019</c:v>
                </c:pt>
                <c:pt idx="295">
                  <c:v>37.679999999999993</c:v>
                </c:pt>
                <c:pt idx="296">
                  <c:v>37.959999999999994</c:v>
                </c:pt>
                <c:pt idx="297">
                  <c:v>39.209999999999994</c:v>
                </c:pt>
                <c:pt idx="298">
                  <c:v>39.780000000000015</c:v>
                </c:pt>
                <c:pt idx="299">
                  <c:v>40.030000000000015</c:v>
                </c:pt>
                <c:pt idx="300">
                  <c:v>40.64</c:v>
                </c:pt>
                <c:pt idx="301">
                  <c:v>40.910000000000011</c:v>
                </c:pt>
                <c:pt idx="302">
                  <c:v>38.33</c:v>
                </c:pt>
                <c:pt idx="303">
                  <c:v>39.739999999999995</c:v>
                </c:pt>
                <c:pt idx="304">
                  <c:v>38.690000000000012</c:v>
                </c:pt>
                <c:pt idx="305">
                  <c:v>37.13000000000001</c:v>
                </c:pt>
                <c:pt idx="306">
                  <c:v>37.049999999999997</c:v>
                </c:pt>
                <c:pt idx="307">
                  <c:v>38.519999999999996</c:v>
                </c:pt>
                <c:pt idx="308">
                  <c:v>39.470000000000013</c:v>
                </c:pt>
                <c:pt idx="309">
                  <c:v>39.060000000000016</c:v>
                </c:pt>
                <c:pt idx="310">
                  <c:v>38.649999999999991</c:v>
                </c:pt>
                <c:pt idx="311">
                  <c:v>39.019999999999996</c:v>
                </c:pt>
                <c:pt idx="312">
                  <c:v>37.899999999999991</c:v>
                </c:pt>
                <c:pt idx="313">
                  <c:v>37.399999999999991</c:v>
                </c:pt>
                <c:pt idx="314">
                  <c:v>36.450000000000003</c:v>
                </c:pt>
                <c:pt idx="315">
                  <c:v>37.209999999999994</c:v>
                </c:pt>
                <c:pt idx="316">
                  <c:v>31.769999999999996</c:v>
                </c:pt>
                <c:pt idx="317">
                  <c:v>29.310000000000016</c:v>
                </c:pt>
                <c:pt idx="318">
                  <c:v>30.660000000000011</c:v>
                </c:pt>
                <c:pt idx="319">
                  <c:v>30.049999999999997</c:v>
                </c:pt>
                <c:pt idx="320">
                  <c:v>30.320000000000007</c:v>
                </c:pt>
                <c:pt idx="321">
                  <c:v>30.959999999999994</c:v>
                </c:pt>
                <c:pt idx="322">
                  <c:v>31.060000000000016</c:v>
                </c:pt>
                <c:pt idx="323">
                  <c:v>32.899999999999991</c:v>
                </c:pt>
                <c:pt idx="324">
                  <c:v>32.019999999999996</c:v>
                </c:pt>
                <c:pt idx="325">
                  <c:v>30.370000000000019</c:v>
                </c:pt>
                <c:pt idx="326">
                  <c:v>29.39</c:v>
                </c:pt>
                <c:pt idx="327">
                  <c:v>30.100000000000009</c:v>
                </c:pt>
                <c:pt idx="328">
                  <c:v>29.720000000000013</c:v>
                </c:pt>
                <c:pt idx="329">
                  <c:v>29.459999999999994</c:v>
                </c:pt>
                <c:pt idx="330">
                  <c:v>28.83</c:v>
                </c:pt>
                <c:pt idx="331">
                  <c:v>26.049999999999997</c:v>
                </c:pt>
                <c:pt idx="332">
                  <c:v>25.320000000000007</c:v>
                </c:pt>
                <c:pt idx="333">
                  <c:v>27.519999999999996</c:v>
                </c:pt>
                <c:pt idx="334">
                  <c:v>27.820000000000007</c:v>
                </c:pt>
                <c:pt idx="335">
                  <c:v>27.39</c:v>
                </c:pt>
                <c:pt idx="336">
                  <c:v>27.429999999999993</c:v>
                </c:pt>
                <c:pt idx="337">
                  <c:v>27.370000000000019</c:v>
                </c:pt>
                <c:pt idx="338">
                  <c:v>28.440000000000012</c:v>
                </c:pt>
                <c:pt idx="339">
                  <c:v>26.340000000000018</c:v>
                </c:pt>
                <c:pt idx="340">
                  <c:v>26.239999999999995</c:v>
                </c:pt>
                <c:pt idx="341">
                  <c:v>28.530000000000015</c:v>
                </c:pt>
                <c:pt idx="342">
                  <c:v>26.820000000000007</c:v>
                </c:pt>
                <c:pt idx="343">
                  <c:v>27.660000000000011</c:v>
                </c:pt>
                <c:pt idx="344">
                  <c:v>22.489999999999995</c:v>
                </c:pt>
                <c:pt idx="345">
                  <c:v>23.260000000000005</c:v>
                </c:pt>
                <c:pt idx="346">
                  <c:v>23.13000000000001</c:v>
                </c:pt>
                <c:pt idx="347">
                  <c:v>23.549999999999997</c:v>
                </c:pt>
                <c:pt idx="348">
                  <c:v>23.649999999999991</c:v>
                </c:pt>
                <c:pt idx="349">
                  <c:v>24.250000000000014</c:v>
                </c:pt>
                <c:pt idx="350">
                  <c:v>25.239999999999995</c:v>
                </c:pt>
                <c:pt idx="351">
                  <c:v>23.769999999999996</c:v>
                </c:pt>
                <c:pt idx="352">
                  <c:v>21.89</c:v>
                </c:pt>
                <c:pt idx="353">
                  <c:v>21.620000000000019</c:v>
                </c:pt>
                <c:pt idx="354">
                  <c:v>21.769999999999996</c:v>
                </c:pt>
                <c:pt idx="355">
                  <c:v>23.39</c:v>
                </c:pt>
                <c:pt idx="356">
                  <c:v>24.179999999999993</c:v>
                </c:pt>
                <c:pt idx="357">
                  <c:v>22.690000000000012</c:v>
                </c:pt>
                <c:pt idx="358">
                  <c:v>22.649999999999991</c:v>
                </c:pt>
                <c:pt idx="359">
                  <c:v>23.019999999999996</c:v>
                </c:pt>
                <c:pt idx="360">
                  <c:v>23.239999999999995</c:v>
                </c:pt>
                <c:pt idx="361">
                  <c:v>20.030000000000015</c:v>
                </c:pt>
                <c:pt idx="362">
                  <c:v>18.600000000000009</c:v>
                </c:pt>
                <c:pt idx="363">
                  <c:v>19.329999999999998</c:v>
                </c:pt>
                <c:pt idx="364">
                  <c:v>18.870000000000019</c:v>
                </c:pt>
                <c:pt idx="365">
                  <c:v>19.679999999999993</c:v>
                </c:pt>
                <c:pt idx="366">
                  <c:v>19.200000000000003</c:v>
                </c:pt>
                <c:pt idx="367">
                  <c:v>20.269999999999996</c:v>
                </c:pt>
                <c:pt idx="368">
                  <c:v>21.399999999999991</c:v>
                </c:pt>
                <c:pt idx="369">
                  <c:v>20.940000000000012</c:v>
                </c:pt>
                <c:pt idx="370">
                  <c:v>20.370000000000019</c:v>
                </c:pt>
                <c:pt idx="371">
                  <c:v>20.970000000000013</c:v>
                </c:pt>
                <c:pt idx="372">
                  <c:v>20.480000000000004</c:v>
                </c:pt>
                <c:pt idx="373">
                  <c:v>21.209999999999994</c:v>
                </c:pt>
                <c:pt idx="374">
                  <c:v>20.840000000000018</c:v>
                </c:pt>
                <c:pt idx="375">
                  <c:v>19.709999999999994</c:v>
                </c:pt>
                <c:pt idx="376">
                  <c:v>19.429999999999993</c:v>
                </c:pt>
                <c:pt idx="377">
                  <c:v>22.910000000000011</c:v>
                </c:pt>
                <c:pt idx="378">
                  <c:v>23.399999999999991</c:v>
                </c:pt>
                <c:pt idx="379">
                  <c:v>21.83</c:v>
                </c:pt>
                <c:pt idx="380">
                  <c:v>22.14</c:v>
                </c:pt>
                <c:pt idx="381">
                  <c:v>22.33</c:v>
                </c:pt>
                <c:pt idx="382">
                  <c:v>22.17</c:v>
                </c:pt>
                <c:pt idx="383">
                  <c:v>23.179999999999993</c:v>
                </c:pt>
                <c:pt idx="384">
                  <c:v>23.88000000000001</c:v>
                </c:pt>
                <c:pt idx="385">
                  <c:v>24.92</c:v>
                </c:pt>
                <c:pt idx="386">
                  <c:v>24.709999999999994</c:v>
                </c:pt>
                <c:pt idx="387">
                  <c:v>24.929999999999993</c:v>
                </c:pt>
                <c:pt idx="388">
                  <c:v>25.019999999999996</c:v>
                </c:pt>
                <c:pt idx="389">
                  <c:v>25.769999999999996</c:v>
                </c:pt>
                <c:pt idx="390">
                  <c:v>25.64</c:v>
                </c:pt>
                <c:pt idx="391">
                  <c:v>25.489999999999995</c:v>
                </c:pt>
                <c:pt idx="392">
                  <c:v>27.269999999999996</c:v>
                </c:pt>
                <c:pt idx="393">
                  <c:v>26.989999999999995</c:v>
                </c:pt>
                <c:pt idx="394">
                  <c:v>26.980000000000004</c:v>
                </c:pt>
                <c:pt idx="395">
                  <c:v>26.929999999999993</c:v>
                </c:pt>
                <c:pt idx="396">
                  <c:v>27.530000000000015</c:v>
                </c:pt>
                <c:pt idx="397">
                  <c:v>26.64</c:v>
                </c:pt>
                <c:pt idx="398">
                  <c:v>26.700000000000003</c:v>
                </c:pt>
                <c:pt idx="399">
                  <c:v>27.929999999999993</c:v>
                </c:pt>
                <c:pt idx="400">
                  <c:v>28.11</c:v>
                </c:pt>
                <c:pt idx="401">
                  <c:v>26.899999999999991</c:v>
                </c:pt>
                <c:pt idx="402">
                  <c:v>25.739999999999995</c:v>
                </c:pt>
                <c:pt idx="403">
                  <c:v>23.950000000000003</c:v>
                </c:pt>
                <c:pt idx="404">
                  <c:v>24.989999999999995</c:v>
                </c:pt>
                <c:pt idx="405">
                  <c:v>24.149999999999991</c:v>
                </c:pt>
                <c:pt idx="406">
                  <c:v>24.510000000000005</c:v>
                </c:pt>
                <c:pt idx="407">
                  <c:v>23.250000000000014</c:v>
                </c:pt>
                <c:pt idx="408">
                  <c:v>22.08</c:v>
                </c:pt>
                <c:pt idx="409">
                  <c:v>23.269999999999996</c:v>
                </c:pt>
                <c:pt idx="410">
                  <c:v>22.209999999999994</c:v>
                </c:pt>
                <c:pt idx="411">
                  <c:v>21.58</c:v>
                </c:pt>
                <c:pt idx="412">
                  <c:v>21.299999999999997</c:v>
                </c:pt>
                <c:pt idx="413">
                  <c:v>22.33</c:v>
                </c:pt>
                <c:pt idx="414">
                  <c:v>21.649999999999991</c:v>
                </c:pt>
                <c:pt idx="415">
                  <c:v>23.620000000000019</c:v>
                </c:pt>
                <c:pt idx="416">
                  <c:v>23.429999999999993</c:v>
                </c:pt>
                <c:pt idx="417">
                  <c:v>23.750000000000014</c:v>
                </c:pt>
                <c:pt idx="418">
                  <c:v>23.179999999999993</c:v>
                </c:pt>
                <c:pt idx="419">
                  <c:v>22.459999999999994</c:v>
                </c:pt>
                <c:pt idx="420">
                  <c:v>22.08</c:v>
                </c:pt>
                <c:pt idx="421">
                  <c:v>22.540000000000006</c:v>
                </c:pt>
                <c:pt idx="422">
                  <c:v>22.89</c:v>
                </c:pt>
                <c:pt idx="423">
                  <c:v>24.370000000000019</c:v>
                </c:pt>
                <c:pt idx="424">
                  <c:v>24.470000000000013</c:v>
                </c:pt>
                <c:pt idx="425">
                  <c:v>23.899999999999991</c:v>
                </c:pt>
                <c:pt idx="426">
                  <c:v>23.340000000000018</c:v>
                </c:pt>
                <c:pt idx="427">
                  <c:v>24.590000000000018</c:v>
                </c:pt>
                <c:pt idx="428">
                  <c:v>25.209999999999994</c:v>
                </c:pt>
                <c:pt idx="429">
                  <c:v>24.88000000000001</c:v>
                </c:pt>
                <c:pt idx="430">
                  <c:v>25.480000000000004</c:v>
                </c:pt>
                <c:pt idx="431">
                  <c:v>25.000000000000014</c:v>
                </c:pt>
                <c:pt idx="432">
                  <c:v>24.86</c:v>
                </c:pt>
                <c:pt idx="433">
                  <c:v>25.010000000000005</c:v>
                </c:pt>
                <c:pt idx="434">
                  <c:v>24.480000000000004</c:v>
                </c:pt>
                <c:pt idx="435">
                  <c:v>24.440000000000012</c:v>
                </c:pt>
                <c:pt idx="436">
                  <c:v>24.720000000000013</c:v>
                </c:pt>
                <c:pt idx="437">
                  <c:v>27.060000000000016</c:v>
                </c:pt>
                <c:pt idx="438">
                  <c:v>28.260000000000005</c:v>
                </c:pt>
                <c:pt idx="439">
                  <c:v>27.320000000000007</c:v>
                </c:pt>
                <c:pt idx="440">
                  <c:v>25.459999999999994</c:v>
                </c:pt>
                <c:pt idx="441">
                  <c:v>25.049999999999997</c:v>
                </c:pt>
                <c:pt idx="442">
                  <c:v>25.58</c:v>
                </c:pt>
                <c:pt idx="443">
                  <c:v>25.86</c:v>
                </c:pt>
                <c:pt idx="444">
                  <c:v>25.989999999999995</c:v>
                </c:pt>
                <c:pt idx="445">
                  <c:v>25.120000000000019</c:v>
                </c:pt>
                <c:pt idx="446">
                  <c:v>25.269999999999996</c:v>
                </c:pt>
                <c:pt idx="447">
                  <c:v>26.370000000000019</c:v>
                </c:pt>
                <c:pt idx="448">
                  <c:v>26.88000000000001</c:v>
                </c:pt>
                <c:pt idx="449">
                  <c:v>27.149999999999991</c:v>
                </c:pt>
                <c:pt idx="450">
                  <c:v>28.429999999999993</c:v>
                </c:pt>
                <c:pt idx="451">
                  <c:v>29.489999999999995</c:v>
                </c:pt>
                <c:pt idx="452">
                  <c:v>28.790000000000006</c:v>
                </c:pt>
                <c:pt idx="453">
                  <c:v>29.370000000000019</c:v>
                </c:pt>
                <c:pt idx="454">
                  <c:v>29.350000000000009</c:v>
                </c:pt>
                <c:pt idx="455">
                  <c:v>30.239999999999995</c:v>
                </c:pt>
                <c:pt idx="456">
                  <c:v>30.820000000000007</c:v>
                </c:pt>
                <c:pt idx="457">
                  <c:v>31.450000000000003</c:v>
                </c:pt>
                <c:pt idx="458">
                  <c:v>31.209999999999994</c:v>
                </c:pt>
                <c:pt idx="459">
                  <c:v>30.570000000000007</c:v>
                </c:pt>
                <c:pt idx="460">
                  <c:v>30.11</c:v>
                </c:pt>
                <c:pt idx="461">
                  <c:v>29.549999999999997</c:v>
                </c:pt>
                <c:pt idx="462">
                  <c:v>30.750000000000014</c:v>
                </c:pt>
                <c:pt idx="463">
                  <c:v>30.320000000000007</c:v>
                </c:pt>
                <c:pt idx="464">
                  <c:v>30.399999999999991</c:v>
                </c:pt>
                <c:pt idx="465">
                  <c:v>30.89</c:v>
                </c:pt>
                <c:pt idx="466">
                  <c:v>29.690000000000012</c:v>
                </c:pt>
                <c:pt idx="467">
                  <c:v>30.160000000000011</c:v>
                </c:pt>
                <c:pt idx="468">
                  <c:v>30.370000000000019</c:v>
                </c:pt>
                <c:pt idx="469">
                  <c:v>30.959999999999994</c:v>
                </c:pt>
                <c:pt idx="470">
                  <c:v>30.840000000000018</c:v>
                </c:pt>
                <c:pt idx="471">
                  <c:v>31.08</c:v>
                </c:pt>
                <c:pt idx="472">
                  <c:v>32.570000000000007</c:v>
                </c:pt>
                <c:pt idx="473">
                  <c:v>32.750000000000014</c:v>
                </c:pt>
                <c:pt idx="474">
                  <c:v>32.239999999999995</c:v>
                </c:pt>
                <c:pt idx="475">
                  <c:v>32.649999999999991</c:v>
                </c:pt>
                <c:pt idx="476">
                  <c:v>33.870000000000019</c:v>
                </c:pt>
                <c:pt idx="477">
                  <c:v>34.33</c:v>
                </c:pt>
                <c:pt idx="478">
                  <c:v>34.269999999999996</c:v>
                </c:pt>
                <c:pt idx="479">
                  <c:v>34.810000000000016</c:v>
                </c:pt>
                <c:pt idx="480">
                  <c:v>35.250000000000014</c:v>
                </c:pt>
                <c:pt idx="481">
                  <c:v>35.530000000000015</c:v>
                </c:pt>
                <c:pt idx="482">
                  <c:v>35.13000000000001</c:v>
                </c:pt>
                <c:pt idx="483">
                  <c:v>35.459999999999994</c:v>
                </c:pt>
                <c:pt idx="484">
                  <c:v>35.239999999999995</c:v>
                </c:pt>
                <c:pt idx="485">
                  <c:v>35.42</c:v>
                </c:pt>
                <c:pt idx="486">
                  <c:v>34.850000000000009</c:v>
                </c:pt>
                <c:pt idx="487">
                  <c:v>32.959999999999994</c:v>
                </c:pt>
                <c:pt idx="488">
                  <c:v>32.120000000000019</c:v>
                </c:pt>
                <c:pt idx="489">
                  <c:v>31.14</c:v>
                </c:pt>
                <c:pt idx="490">
                  <c:v>29.269999999999996</c:v>
                </c:pt>
                <c:pt idx="491">
                  <c:v>28.769999999999996</c:v>
                </c:pt>
                <c:pt idx="492">
                  <c:v>29.519999999999996</c:v>
                </c:pt>
                <c:pt idx="493">
                  <c:v>29.470000000000013</c:v>
                </c:pt>
                <c:pt idx="494">
                  <c:v>29.590000000000018</c:v>
                </c:pt>
                <c:pt idx="495">
                  <c:v>30.450000000000003</c:v>
                </c:pt>
                <c:pt idx="496">
                  <c:v>30.840000000000018</c:v>
                </c:pt>
                <c:pt idx="497">
                  <c:v>32.450000000000003</c:v>
                </c:pt>
                <c:pt idx="498">
                  <c:v>32.230000000000004</c:v>
                </c:pt>
                <c:pt idx="499">
                  <c:v>31.649999999999991</c:v>
                </c:pt>
                <c:pt idx="500">
                  <c:v>30.989999999999995</c:v>
                </c:pt>
                <c:pt idx="501">
                  <c:v>30.209999999999994</c:v>
                </c:pt>
                <c:pt idx="502">
                  <c:v>31.760000000000005</c:v>
                </c:pt>
                <c:pt idx="503">
                  <c:v>33.070000000000007</c:v>
                </c:pt>
                <c:pt idx="504">
                  <c:v>34.100000000000009</c:v>
                </c:pt>
                <c:pt idx="505">
                  <c:v>34.090000000000018</c:v>
                </c:pt>
                <c:pt idx="506">
                  <c:v>33.33</c:v>
                </c:pt>
                <c:pt idx="507">
                  <c:v>32.560000000000016</c:v>
                </c:pt>
                <c:pt idx="508">
                  <c:v>33.239999999999995</c:v>
                </c:pt>
                <c:pt idx="509">
                  <c:v>34.14</c:v>
                </c:pt>
                <c:pt idx="510">
                  <c:v>34.489999999999995</c:v>
                </c:pt>
                <c:pt idx="511">
                  <c:v>35.489999999999995</c:v>
                </c:pt>
                <c:pt idx="512">
                  <c:v>35.750000000000014</c:v>
                </c:pt>
                <c:pt idx="513">
                  <c:v>36.320000000000007</c:v>
                </c:pt>
                <c:pt idx="514">
                  <c:v>36.350000000000009</c:v>
                </c:pt>
                <c:pt idx="515">
                  <c:v>37.120000000000019</c:v>
                </c:pt>
                <c:pt idx="516">
                  <c:v>36.620000000000019</c:v>
                </c:pt>
                <c:pt idx="517">
                  <c:v>36.100000000000009</c:v>
                </c:pt>
                <c:pt idx="518">
                  <c:v>36.950000000000003</c:v>
                </c:pt>
                <c:pt idx="519">
                  <c:v>36.649999999999991</c:v>
                </c:pt>
                <c:pt idx="520">
                  <c:v>35.590000000000018</c:v>
                </c:pt>
                <c:pt idx="521">
                  <c:v>36.600000000000009</c:v>
                </c:pt>
                <c:pt idx="522">
                  <c:v>37.190000000000012</c:v>
                </c:pt>
                <c:pt idx="523">
                  <c:v>37.310000000000016</c:v>
                </c:pt>
                <c:pt idx="524">
                  <c:v>36.660000000000011</c:v>
                </c:pt>
                <c:pt idx="525">
                  <c:v>36.989999999999995</c:v>
                </c:pt>
                <c:pt idx="526">
                  <c:v>36.299999999999997</c:v>
                </c:pt>
                <c:pt idx="527">
                  <c:v>36.959999999999994</c:v>
                </c:pt>
                <c:pt idx="528">
                  <c:v>37.250000000000014</c:v>
                </c:pt>
                <c:pt idx="529">
                  <c:v>38.500000000000014</c:v>
                </c:pt>
                <c:pt idx="530">
                  <c:v>38.42</c:v>
                </c:pt>
                <c:pt idx="531">
                  <c:v>38.060000000000016</c:v>
                </c:pt>
                <c:pt idx="532">
                  <c:v>37.780000000000015</c:v>
                </c:pt>
                <c:pt idx="533">
                  <c:v>37.350000000000009</c:v>
                </c:pt>
                <c:pt idx="534">
                  <c:v>37.83</c:v>
                </c:pt>
                <c:pt idx="535">
                  <c:v>38.209999999999994</c:v>
                </c:pt>
                <c:pt idx="536">
                  <c:v>38.250000000000014</c:v>
                </c:pt>
                <c:pt idx="537">
                  <c:v>38.500000000000014</c:v>
                </c:pt>
                <c:pt idx="538">
                  <c:v>38.370000000000019</c:v>
                </c:pt>
                <c:pt idx="539">
                  <c:v>38.61</c:v>
                </c:pt>
                <c:pt idx="540">
                  <c:v>39.090000000000018</c:v>
                </c:pt>
                <c:pt idx="541">
                  <c:v>38.33</c:v>
                </c:pt>
                <c:pt idx="542">
                  <c:v>39.13000000000001</c:v>
                </c:pt>
                <c:pt idx="543">
                  <c:v>39.679999999999993</c:v>
                </c:pt>
                <c:pt idx="544">
                  <c:v>39.820000000000007</c:v>
                </c:pt>
                <c:pt idx="545">
                  <c:v>40.399999999999991</c:v>
                </c:pt>
                <c:pt idx="546">
                  <c:v>40.070000000000007</c:v>
                </c:pt>
                <c:pt idx="547">
                  <c:v>40.239999999999995</c:v>
                </c:pt>
                <c:pt idx="548">
                  <c:v>40.63000000000001</c:v>
                </c:pt>
                <c:pt idx="549">
                  <c:v>39.780000000000015</c:v>
                </c:pt>
                <c:pt idx="550">
                  <c:v>39.88000000000001</c:v>
                </c:pt>
                <c:pt idx="551">
                  <c:v>39.269999999999996</c:v>
                </c:pt>
                <c:pt idx="552">
                  <c:v>39.83</c:v>
                </c:pt>
                <c:pt idx="553">
                  <c:v>39.320000000000007</c:v>
                </c:pt>
                <c:pt idx="554">
                  <c:v>39.470000000000013</c:v>
                </c:pt>
                <c:pt idx="555">
                  <c:v>39.929999999999993</c:v>
                </c:pt>
                <c:pt idx="556">
                  <c:v>40.560000000000016</c:v>
                </c:pt>
                <c:pt idx="557">
                  <c:v>40.250000000000014</c:v>
                </c:pt>
                <c:pt idx="558">
                  <c:v>40.269999999999996</c:v>
                </c:pt>
                <c:pt idx="559">
                  <c:v>40.58</c:v>
                </c:pt>
                <c:pt idx="560">
                  <c:v>40.700000000000003</c:v>
                </c:pt>
                <c:pt idx="561">
                  <c:v>40.540000000000006</c:v>
                </c:pt>
                <c:pt idx="562">
                  <c:v>40.560000000000016</c:v>
                </c:pt>
                <c:pt idx="563">
                  <c:v>40.480000000000004</c:v>
                </c:pt>
                <c:pt idx="564">
                  <c:v>40.67</c:v>
                </c:pt>
                <c:pt idx="565">
                  <c:v>40.959999999999994</c:v>
                </c:pt>
                <c:pt idx="566">
                  <c:v>41.14</c:v>
                </c:pt>
                <c:pt idx="567">
                  <c:v>40.299999999999997</c:v>
                </c:pt>
                <c:pt idx="568">
                  <c:v>39.870000000000019</c:v>
                </c:pt>
                <c:pt idx="569">
                  <c:v>42.480000000000004</c:v>
                </c:pt>
                <c:pt idx="570">
                  <c:v>41.709999999999994</c:v>
                </c:pt>
                <c:pt idx="571">
                  <c:v>41.220000000000013</c:v>
                </c:pt>
                <c:pt idx="572">
                  <c:v>40.14</c:v>
                </c:pt>
                <c:pt idx="573">
                  <c:v>40.83</c:v>
                </c:pt>
                <c:pt idx="574">
                  <c:v>41.120000000000019</c:v>
                </c:pt>
                <c:pt idx="575">
                  <c:v>41.730000000000004</c:v>
                </c:pt>
                <c:pt idx="576">
                  <c:v>42.11</c:v>
                </c:pt>
                <c:pt idx="577">
                  <c:v>42.269999999999996</c:v>
                </c:pt>
                <c:pt idx="578">
                  <c:v>42.489999999999995</c:v>
                </c:pt>
                <c:pt idx="579">
                  <c:v>41.13000000000001</c:v>
                </c:pt>
                <c:pt idx="580">
                  <c:v>42.11</c:v>
                </c:pt>
                <c:pt idx="581">
                  <c:v>41.459999999999994</c:v>
                </c:pt>
                <c:pt idx="582">
                  <c:v>40.399999999999991</c:v>
                </c:pt>
                <c:pt idx="583">
                  <c:v>39.14</c:v>
                </c:pt>
                <c:pt idx="584">
                  <c:v>39.160000000000011</c:v>
                </c:pt>
                <c:pt idx="585">
                  <c:v>40.299999999999997</c:v>
                </c:pt>
                <c:pt idx="586">
                  <c:v>40.33</c:v>
                </c:pt>
                <c:pt idx="587">
                  <c:v>40.209999999999994</c:v>
                </c:pt>
                <c:pt idx="588">
                  <c:v>39.440000000000012</c:v>
                </c:pt>
                <c:pt idx="589">
                  <c:v>38.239999999999995</c:v>
                </c:pt>
                <c:pt idx="590">
                  <c:v>38.010000000000005</c:v>
                </c:pt>
                <c:pt idx="591">
                  <c:v>38.959999999999994</c:v>
                </c:pt>
                <c:pt idx="592">
                  <c:v>37.489999999999995</c:v>
                </c:pt>
                <c:pt idx="593">
                  <c:v>37.940000000000012</c:v>
                </c:pt>
                <c:pt idx="594">
                  <c:v>37.950000000000003</c:v>
                </c:pt>
                <c:pt idx="595">
                  <c:v>38.060000000000016</c:v>
                </c:pt>
                <c:pt idx="596">
                  <c:v>34.870000000000019</c:v>
                </c:pt>
                <c:pt idx="597">
                  <c:v>35.620000000000019</c:v>
                </c:pt>
                <c:pt idx="598">
                  <c:v>36.89</c:v>
                </c:pt>
                <c:pt idx="599">
                  <c:v>36.209999999999994</c:v>
                </c:pt>
                <c:pt idx="600">
                  <c:v>33.649999999999991</c:v>
                </c:pt>
                <c:pt idx="601">
                  <c:v>32.63000000000001</c:v>
                </c:pt>
                <c:pt idx="602">
                  <c:v>32.899999999999991</c:v>
                </c:pt>
                <c:pt idx="603">
                  <c:v>33.58</c:v>
                </c:pt>
                <c:pt idx="604">
                  <c:v>34.590000000000018</c:v>
                </c:pt>
                <c:pt idx="605">
                  <c:v>34.33</c:v>
                </c:pt>
                <c:pt idx="606">
                  <c:v>32.88000000000001</c:v>
                </c:pt>
                <c:pt idx="607">
                  <c:v>33.160000000000011</c:v>
                </c:pt>
                <c:pt idx="608">
                  <c:v>33.08</c:v>
                </c:pt>
                <c:pt idx="609">
                  <c:v>33.149999999999991</c:v>
                </c:pt>
                <c:pt idx="610">
                  <c:v>32.590000000000018</c:v>
                </c:pt>
                <c:pt idx="611">
                  <c:v>32.160000000000011</c:v>
                </c:pt>
                <c:pt idx="612">
                  <c:v>31.590000000000018</c:v>
                </c:pt>
                <c:pt idx="613">
                  <c:v>31.64</c:v>
                </c:pt>
                <c:pt idx="614">
                  <c:v>32.760000000000005</c:v>
                </c:pt>
                <c:pt idx="615">
                  <c:v>34.060000000000016</c:v>
                </c:pt>
                <c:pt idx="616">
                  <c:v>35.39</c:v>
                </c:pt>
                <c:pt idx="617">
                  <c:v>35.36</c:v>
                </c:pt>
                <c:pt idx="618">
                  <c:v>35.030000000000015</c:v>
                </c:pt>
                <c:pt idx="619">
                  <c:v>35.239999999999995</c:v>
                </c:pt>
                <c:pt idx="620">
                  <c:v>36.510000000000005</c:v>
                </c:pt>
                <c:pt idx="621">
                  <c:v>36.049999999999997</c:v>
                </c:pt>
                <c:pt idx="622">
                  <c:v>35.679999999999993</c:v>
                </c:pt>
                <c:pt idx="623">
                  <c:v>36.500000000000014</c:v>
                </c:pt>
                <c:pt idx="624">
                  <c:v>37.959999999999994</c:v>
                </c:pt>
                <c:pt idx="625">
                  <c:v>38.910000000000011</c:v>
                </c:pt>
                <c:pt idx="626">
                  <c:v>38.89</c:v>
                </c:pt>
                <c:pt idx="627">
                  <c:v>39.040000000000006</c:v>
                </c:pt>
                <c:pt idx="628">
                  <c:v>38.86</c:v>
                </c:pt>
                <c:pt idx="629">
                  <c:v>39.120000000000019</c:v>
                </c:pt>
                <c:pt idx="630">
                  <c:v>38.269999999999996</c:v>
                </c:pt>
                <c:pt idx="631">
                  <c:v>38.39</c:v>
                </c:pt>
                <c:pt idx="632">
                  <c:v>38.88000000000001</c:v>
                </c:pt>
                <c:pt idx="633">
                  <c:v>38.269999999999996</c:v>
                </c:pt>
                <c:pt idx="634">
                  <c:v>38.370000000000019</c:v>
                </c:pt>
                <c:pt idx="635">
                  <c:v>37.649999999999991</c:v>
                </c:pt>
                <c:pt idx="636">
                  <c:v>37.200000000000003</c:v>
                </c:pt>
                <c:pt idx="637">
                  <c:v>39.120000000000019</c:v>
                </c:pt>
                <c:pt idx="638">
                  <c:v>39.429999999999993</c:v>
                </c:pt>
                <c:pt idx="639">
                  <c:v>38.709999999999994</c:v>
                </c:pt>
                <c:pt idx="640">
                  <c:v>38.950000000000003</c:v>
                </c:pt>
                <c:pt idx="641">
                  <c:v>40.090000000000018</c:v>
                </c:pt>
                <c:pt idx="642">
                  <c:v>40.010000000000005</c:v>
                </c:pt>
                <c:pt idx="643">
                  <c:v>40.11</c:v>
                </c:pt>
                <c:pt idx="644">
                  <c:v>41.55</c:v>
                </c:pt>
                <c:pt idx="645">
                  <c:v>41.33</c:v>
                </c:pt>
                <c:pt idx="646">
                  <c:v>40.690000000000012</c:v>
                </c:pt>
                <c:pt idx="647">
                  <c:v>40.86</c:v>
                </c:pt>
                <c:pt idx="648">
                  <c:v>40.89</c:v>
                </c:pt>
                <c:pt idx="649">
                  <c:v>40.769999999999996</c:v>
                </c:pt>
                <c:pt idx="650">
                  <c:v>41.070000000000007</c:v>
                </c:pt>
                <c:pt idx="651">
                  <c:v>41.3</c:v>
                </c:pt>
                <c:pt idx="652">
                  <c:v>41.239999999999995</c:v>
                </c:pt>
                <c:pt idx="653">
                  <c:v>41.459999999999994</c:v>
                </c:pt>
                <c:pt idx="654">
                  <c:v>41.269999999999996</c:v>
                </c:pt>
                <c:pt idx="655">
                  <c:v>41.459999999999994</c:v>
                </c:pt>
                <c:pt idx="656">
                  <c:v>40.739999999999995</c:v>
                </c:pt>
                <c:pt idx="657">
                  <c:v>40.870000000000019</c:v>
                </c:pt>
                <c:pt idx="658">
                  <c:v>41.280000000000015</c:v>
                </c:pt>
                <c:pt idx="659">
                  <c:v>40.799999999999997</c:v>
                </c:pt>
                <c:pt idx="660">
                  <c:v>40.120000000000019</c:v>
                </c:pt>
                <c:pt idx="661">
                  <c:v>38.799999999999997</c:v>
                </c:pt>
                <c:pt idx="662">
                  <c:v>37.83</c:v>
                </c:pt>
                <c:pt idx="663">
                  <c:v>37.709999999999994</c:v>
                </c:pt>
                <c:pt idx="664">
                  <c:v>38.459999999999994</c:v>
                </c:pt>
                <c:pt idx="665">
                  <c:v>38.519999999999996</c:v>
                </c:pt>
                <c:pt idx="666">
                  <c:v>39.120000000000019</c:v>
                </c:pt>
                <c:pt idx="667">
                  <c:v>39.769999999999996</c:v>
                </c:pt>
                <c:pt idx="668">
                  <c:v>39.92</c:v>
                </c:pt>
                <c:pt idx="669">
                  <c:v>41.649999999999991</c:v>
                </c:pt>
                <c:pt idx="670">
                  <c:v>42.019999999999996</c:v>
                </c:pt>
                <c:pt idx="671">
                  <c:v>42.399999999999991</c:v>
                </c:pt>
                <c:pt idx="672">
                  <c:v>42.2</c:v>
                </c:pt>
                <c:pt idx="673">
                  <c:v>42.179999999999993</c:v>
                </c:pt>
                <c:pt idx="674">
                  <c:v>42.33</c:v>
                </c:pt>
                <c:pt idx="675">
                  <c:v>42.08</c:v>
                </c:pt>
                <c:pt idx="676">
                  <c:v>42.14</c:v>
                </c:pt>
                <c:pt idx="677">
                  <c:v>42.08</c:v>
                </c:pt>
                <c:pt idx="678">
                  <c:v>42.410000000000011</c:v>
                </c:pt>
                <c:pt idx="679">
                  <c:v>42.320000000000007</c:v>
                </c:pt>
                <c:pt idx="680">
                  <c:v>42.459999999999994</c:v>
                </c:pt>
                <c:pt idx="681">
                  <c:v>42.11</c:v>
                </c:pt>
                <c:pt idx="682">
                  <c:v>42.33</c:v>
                </c:pt>
                <c:pt idx="683">
                  <c:v>42.570000000000007</c:v>
                </c:pt>
                <c:pt idx="684">
                  <c:v>42.510000000000005</c:v>
                </c:pt>
                <c:pt idx="685">
                  <c:v>43.92</c:v>
                </c:pt>
                <c:pt idx="686">
                  <c:v>44.030000000000015</c:v>
                </c:pt>
                <c:pt idx="687">
                  <c:v>43.850000000000009</c:v>
                </c:pt>
                <c:pt idx="688">
                  <c:v>45.030000000000015</c:v>
                </c:pt>
                <c:pt idx="689">
                  <c:v>45.480000000000004</c:v>
                </c:pt>
                <c:pt idx="690">
                  <c:v>45.149999999999991</c:v>
                </c:pt>
                <c:pt idx="691">
                  <c:v>45.410000000000011</c:v>
                </c:pt>
                <c:pt idx="692">
                  <c:v>45.399999999999991</c:v>
                </c:pt>
                <c:pt idx="693">
                  <c:v>45.61</c:v>
                </c:pt>
                <c:pt idx="694">
                  <c:v>45.590000000000018</c:v>
                </c:pt>
                <c:pt idx="695">
                  <c:v>46.08</c:v>
                </c:pt>
                <c:pt idx="696">
                  <c:v>46.38000000000001</c:v>
                </c:pt>
                <c:pt idx="697">
                  <c:v>48.58</c:v>
                </c:pt>
                <c:pt idx="698">
                  <c:v>47.11</c:v>
                </c:pt>
                <c:pt idx="699">
                  <c:v>48.570000000000007</c:v>
                </c:pt>
                <c:pt idx="700">
                  <c:v>45.690000000000012</c:v>
                </c:pt>
                <c:pt idx="701">
                  <c:v>44.410000000000011</c:v>
                </c:pt>
                <c:pt idx="702">
                  <c:v>43.64</c:v>
                </c:pt>
                <c:pt idx="703">
                  <c:v>44.660000000000011</c:v>
                </c:pt>
                <c:pt idx="704">
                  <c:v>45.459999999999994</c:v>
                </c:pt>
                <c:pt idx="705">
                  <c:v>46.260000000000005</c:v>
                </c:pt>
                <c:pt idx="706">
                  <c:v>46.230000000000004</c:v>
                </c:pt>
                <c:pt idx="707">
                  <c:v>46.500000000000014</c:v>
                </c:pt>
                <c:pt idx="708">
                  <c:v>46.940000000000012</c:v>
                </c:pt>
                <c:pt idx="709">
                  <c:v>47.190000000000012</c:v>
                </c:pt>
                <c:pt idx="710">
                  <c:v>45.64</c:v>
                </c:pt>
                <c:pt idx="711">
                  <c:v>46.149999999999991</c:v>
                </c:pt>
                <c:pt idx="712">
                  <c:v>46.370000000000019</c:v>
                </c:pt>
                <c:pt idx="713">
                  <c:v>47.019999999999996</c:v>
                </c:pt>
                <c:pt idx="714">
                  <c:v>46.929999999999993</c:v>
                </c:pt>
                <c:pt idx="715">
                  <c:v>47.55</c:v>
                </c:pt>
                <c:pt idx="716">
                  <c:v>47.7</c:v>
                </c:pt>
                <c:pt idx="717">
                  <c:v>47.8</c:v>
                </c:pt>
                <c:pt idx="718">
                  <c:v>47.61</c:v>
                </c:pt>
                <c:pt idx="719">
                  <c:v>47.899999999999991</c:v>
                </c:pt>
                <c:pt idx="720">
                  <c:v>48.399999999999991</c:v>
                </c:pt>
                <c:pt idx="721">
                  <c:v>47.58</c:v>
                </c:pt>
                <c:pt idx="722">
                  <c:v>48.08</c:v>
                </c:pt>
                <c:pt idx="723">
                  <c:v>46.88000000000001</c:v>
                </c:pt>
                <c:pt idx="724">
                  <c:v>45.620000000000019</c:v>
                </c:pt>
                <c:pt idx="725">
                  <c:v>46.86</c:v>
                </c:pt>
                <c:pt idx="726">
                  <c:v>46.38000000000001</c:v>
                </c:pt>
                <c:pt idx="727">
                  <c:v>47.500000000000014</c:v>
                </c:pt>
                <c:pt idx="728">
                  <c:v>47.810000000000016</c:v>
                </c:pt>
                <c:pt idx="729">
                  <c:v>47.83</c:v>
                </c:pt>
                <c:pt idx="730">
                  <c:v>47.480000000000004</c:v>
                </c:pt>
                <c:pt idx="731">
                  <c:v>47.8</c:v>
                </c:pt>
                <c:pt idx="732">
                  <c:v>48.14</c:v>
                </c:pt>
                <c:pt idx="733">
                  <c:v>48.500000000000014</c:v>
                </c:pt>
                <c:pt idx="734">
                  <c:v>48.61</c:v>
                </c:pt>
                <c:pt idx="735">
                  <c:v>48.86</c:v>
                </c:pt>
                <c:pt idx="736">
                  <c:v>49.7</c:v>
                </c:pt>
                <c:pt idx="737">
                  <c:v>50.600000000000009</c:v>
                </c:pt>
                <c:pt idx="738">
                  <c:v>50.340000000000018</c:v>
                </c:pt>
                <c:pt idx="739">
                  <c:v>50.470000000000013</c:v>
                </c:pt>
                <c:pt idx="740">
                  <c:v>51.58</c:v>
                </c:pt>
                <c:pt idx="741">
                  <c:v>51.519999999999996</c:v>
                </c:pt>
                <c:pt idx="742">
                  <c:v>51.649999999999991</c:v>
                </c:pt>
                <c:pt idx="743">
                  <c:v>52.269999999999996</c:v>
                </c:pt>
                <c:pt idx="744">
                  <c:v>52.220000000000013</c:v>
                </c:pt>
                <c:pt idx="745">
                  <c:v>52.459999999999994</c:v>
                </c:pt>
                <c:pt idx="746">
                  <c:v>52.019999999999996</c:v>
                </c:pt>
                <c:pt idx="747">
                  <c:v>51.459999999999994</c:v>
                </c:pt>
                <c:pt idx="748">
                  <c:v>51.55</c:v>
                </c:pt>
                <c:pt idx="749">
                  <c:v>52.11</c:v>
                </c:pt>
                <c:pt idx="750">
                  <c:v>52.399999999999991</c:v>
                </c:pt>
                <c:pt idx="751">
                  <c:v>49.58</c:v>
                </c:pt>
                <c:pt idx="752">
                  <c:v>48.64</c:v>
                </c:pt>
                <c:pt idx="753">
                  <c:v>48.83</c:v>
                </c:pt>
                <c:pt idx="754">
                  <c:v>49.120000000000019</c:v>
                </c:pt>
                <c:pt idx="755">
                  <c:v>46.910000000000011</c:v>
                </c:pt>
                <c:pt idx="756">
                  <c:v>48.14</c:v>
                </c:pt>
                <c:pt idx="757">
                  <c:v>48.209999999999994</c:v>
                </c:pt>
                <c:pt idx="758">
                  <c:v>47.790000000000006</c:v>
                </c:pt>
                <c:pt idx="759">
                  <c:v>46.320000000000007</c:v>
                </c:pt>
                <c:pt idx="760">
                  <c:v>44.660000000000011</c:v>
                </c:pt>
                <c:pt idx="761">
                  <c:v>44.709999999999994</c:v>
                </c:pt>
                <c:pt idx="762">
                  <c:v>44.570000000000007</c:v>
                </c:pt>
                <c:pt idx="763">
                  <c:v>44.780000000000015</c:v>
                </c:pt>
                <c:pt idx="764">
                  <c:v>43.570000000000007</c:v>
                </c:pt>
                <c:pt idx="765">
                  <c:v>40.750000000000014</c:v>
                </c:pt>
                <c:pt idx="766">
                  <c:v>40.14</c:v>
                </c:pt>
                <c:pt idx="767">
                  <c:v>37.269999999999996</c:v>
                </c:pt>
                <c:pt idx="768">
                  <c:v>34.929999999999993</c:v>
                </c:pt>
                <c:pt idx="769">
                  <c:v>35.11</c:v>
                </c:pt>
                <c:pt idx="770">
                  <c:v>37.429999999999993</c:v>
                </c:pt>
                <c:pt idx="771">
                  <c:v>38.049999999999997</c:v>
                </c:pt>
                <c:pt idx="772">
                  <c:v>37.500000000000014</c:v>
                </c:pt>
                <c:pt idx="773">
                  <c:v>37.959999999999994</c:v>
                </c:pt>
                <c:pt idx="774">
                  <c:v>37.600000000000009</c:v>
                </c:pt>
                <c:pt idx="775">
                  <c:v>38.090000000000018</c:v>
                </c:pt>
                <c:pt idx="776">
                  <c:v>40.049999999999997</c:v>
                </c:pt>
                <c:pt idx="777">
                  <c:v>38.42</c:v>
                </c:pt>
                <c:pt idx="778">
                  <c:v>37.36</c:v>
                </c:pt>
                <c:pt idx="779">
                  <c:v>36.019999999999996</c:v>
                </c:pt>
                <c:pt idx="780">
                  <c:v>36.010000000000005</c:v>
                </c:pt>
                <c:pt idx="781">
                  <c:v>37.049999999999997</c:v>
                </c:pt>
                <c:pt idx="782">
                  <c:v>35.000000000000014</c:v>
                </c:pt>
                <c:pt idx="783">
                  <c:v>35.290000000000006</c:v>
                </c:pt>
                <c:pt idx="784">
                  <c:v>34.739999999999995</c:v>
                </c:pt>
                <c:pt idx="785">
                  <c:v>35.370000000000019</c:v>
                </c:pt>
                <c:pt idx="786">
                  <c:v>35.739999999999995</c:v>
                </c:pt>
                <c:pt idx="787">
                  <c:v>36.950000000000003</c:v>
                </c:pt>
                <c:pt idx="788">
                  <c:v>37.660000000000011</c:v>
                </c:pt>
                <c:pt idx="789">
                  <c:v>36.239999999999995</c:v>
                </c:pt>
                <c:pt idx="790">
                  <c:v>34.500000000000014</c:v>
                </c:pt>
                <c:pt idx="791">
                  <c:v>34.209999999999994</c:v>
                </c:pt>
                <c:pt idx="792">
                  <c:v>32.989999999999995</c:v>
                </c:pt>
                <c:pt idx="793">
                  <c:v>33.910000000000011</c:v>
                </c:pt>
                <c:pt idx="794">
                  <c:v>33.230000000000004</c:v>
                </c:pt>
                <c:pt idx="795">
                  <c:v>33.120000000000019</c:v>
                </c:pt>
                <c:pt idx="796">
                  <c:v>32.58</c:v>
                </c:pt>
                <c:pt idx="797">
                  <c:v>31.510000000000005</c:v>
                </c:pt>
                <c:pt idx="798">
                  <c:v>31.38000000000001</c:v>
                </c:pt>
                <c:pt idx="799">
                  <c:v>33.179999999999993</c:v>
                </c:pt>
                <c:pt idx="800">
                  <c:v>33.049999999999997</c:v>
                </c:pt>
                <c:pt idx="801">
                  <c:v>33.39</c:v>
                </c:pt>
                <c:pt idx="802">
                  <c:v>34.700000000000003</c:v>
                </c:pt>
                <c:pt idx="803">
                  <c:v>34.38000000000001</c:v>
                </c:pt>
                <c:pt idx="804">
                  <c:v>33.989999999999995</c:v>
                </c:pt>
                <c:pt idx="805">
                  <c:v>35.519999999999996</c:v>
                </c:pt>
                <c:pt idx="806">
                  <c:v>35.58</c:v>
                </c:pt>
                <c:pt idx="807">
                  <c:v>33.000000000000014</c:v>
                </c:pt>
                <c:pt idx="808">
                  <c:v>34.39</c:v>
                </c:pt>
                <c:pt idx="809">
                  <c:v>34.33</c:v>
                </c:pt>
                <c:pt idx="810">
                  <c:v>37.230000000000004</c:v>
                </c:pt>
                <c:pt idx="811">
                  <c:v>37.700000000000003</c:v>
                </c:pt>
                <c:pt idx="812">
                  <c:v>39.489999999999995</c:v>
                </c:pt>
                <c:pt idx="813">
                  <c:v>38.950000000000003</c:v>
                </c:pt>
                <c:pt idx="814">
                  <c:v>38.959999999999994</c:v>
                </c:pt>
                <c:pt idx="815">
                  <c:v>40.070000000000007</c:v>
                </c:pt>
                <c:pt idx="816">
                  <c:v>39.33</c:v>
                </c:pt>
                <c:pt idx="817">
                  <c:v>39.899999999999991</c:v>
                </c:pt>
                <c:pt idx="818">
                  <c:v>40.519999999999996</c:v>
                </c:pt>
                <c:pt idx="819">
                  <c:v>39.959999999999994</c:v>
                </c:pt>
                <c:pt idx="820">
                  <c:v>40.399999999999991</c:v>
                </c:pt>
                <c:pt idx="821">
                  <c:v>40.970000000000013</c:v>
                </c:pt>
                <c:pt idx="822">
                  <c:v>40.239999999999995</c:v>
                </c:pt>
                <c:pt idx="823">
                  <c:v>41.600000000000009</c:v>
                </c:pt>
                <c:pt idx="824">
                  <c:v>41.83</c:v>
                </c:pt>
                <c:pt idx="825">
                  <c:v>43.489999999999995</c:v>
                </c:pt>
                <c:pt idx="826">
                  <c:v>42.590000000000018</c:v>
                </c:pt>
                <c:pt idx="827">
                  <c:v>43.120000000000019</c:v>
                </c:pt>
                <c:pt idx="828">
                  <c:v>44.05</c:v>
                </c:pt>
                <c:pt idx="829">
                  <c:v>44.120000000000019</c:v>
                </c:pt>
                <c:pt idx="830">
                  <c:v>44.179999999999993</c:v>
                </c:pt>
                <c:pt idx="831">
                  <c:v>42.8</c:v>
                </c:pt>
                <c:pt idx="832">
                  <c:v>43.739999999999995</c:v>
                </c:pt>
                <c:pt idx="833">
                  <c:v>42.89</c:v>
                </c:pt>
                <c:pt idx="834">
                  <c:v>42.38000000000001</c:v>
                </c:pt>
                <c:pt idx="835">
                  <c:v>45.399999999999991</c:v>
                </c:pt>
                <c:pt idx="836">
                  <c:v>43.7</c:v>
                </c:pt>
                <c:pt idx="837">
                  <c:v>43.440000000000012</c:v>
                </c:pt>
                <c:pt idx="838">
                  <c:v>44.470000000000013</c:v>
                </c:pt>
                <c:pt idx="839">
                  <c:v>45.38000000000001</c:v>
                </c:pt>
                <c:pt idx="840">
                  <c:v>46.220000000000013</c:v>
                </c:pt>
                <c:pt idx="841">
                  <c:v>47.040000000000006</c:v>
                </c:pt>
                <c:pt idx="842">
                  <c:v>45.179999999999993</c:v>
                </c:pt>
                <c:pt idx="843">
                  <c:v>45.459999999999994</c:v>
                </c:pt>
                <c:pt idx="844">
                  <c:v>45.429999999999993</c:v>
                </c:pt>
                <c:pt idx="845">
                  <c:v>46.190000000000012</c:v>
                </c:pt>
                <c:pt idx="846">
                  <c:v>45.3</c:v>
                </c:pt>
                <c:pt idx="847">
                  <c:v>45.019999999999996</c:v>
                </c:pt>
                <c:pt idx="848">
                  <c:v>44.959999999999994</c:v>
                </c:pt>
                <c:pt idx="849">
                  <c:v>43.83</c:v>
                </c:pt>
                <c:pt idx="850">
                  <c:v>41.83</c:v>
                </c:pt>
                <c:pt idx="851">
                  <c:v>42.310000000000016</c:v>
                </c:pt>
                <c:pt idx="852">
                  <c:v>40.510000000000005</c:v>
                </c:pt>
                <c:pt idx="853">
                  <c:v>40.370000000000019</c:v>
                </c:pt>
                <c:pt idx="854">
                  <c:v>40.36</c:v>
                </c:pt>
                <c:pt idx="855">
                  <c:v>41.370000000000019</c:v>
                </c:pt>
                <c:pt idx="856">
                  <c:v>40.870000000000019</c:v>
                </c:pt>
                <c:pt idx="857">
                  <c:v>40.83</c:v>
                </c:pt>
                <c:pt idx="858">
                  <c:v>41.929999999999993</c:v>
                </c:pt>
                <c:pt idx="859">
                  <c:v>42.730000000000004</c:v>
                </c:pt>
                <c:pt idx="860">
                  <c:v>43.209999999999994</c:v>
                </c:pt>
                <c:pt idx="861">
                  <c:v>43.39</c:v>
                </c:pt>
                <c:pt idx="862">
                  <c:v>44.399999999999991</c:v>
                </c:pt>
                <c:pt idx="863">
                  <c:v>44.88000000000001</c:v>
                </c:pt>
                <c:pt idx="864">
                  <c:v>44.209999999999994</c:v>
                </c:pt>
                <c:pt idx="865">
                  <c:v>45.58</c:v>
                </c:pt>
                <c:pt idx="866">
                  <c:v>48.209999999999994</c:v>
                </c:pt>
                <c:pt idx="867">
                  <c:v>47.239999999999995</c:v>
                </c:pt>
                <c:pt idx="868">
                  <c:v>47.899999999999991</c:v>
                </c:pt>
                <c:pt idx="869">
                  <c:v>47.929999999999993</c:v>
                </c:pt>
                <c:pt idx="870">
                  <c:v>47.980000000000004</c:v>
                </c:pt>
                <c:pt idx="871">
                  <c:v>48.649999999999991</c:v>
                </c:pt>
                <c:pt idx="872">
                  <c:v>48.500000000000014</c:v>
                </c:pt>
                <c:pt idx="873">
                  <c:v>47.61</c:v>
                </c:pt>
                <c:pt idx="874">
                  <c:v>47.959999999999994</c:v>
                </c:pt>
                <c:pt idx="875">
                  <c:v>48.019999999999996</c:v>
                </c:pt>
                <c:pt idx="876">
                  <c:v>48.310000000000016</c:v>
                </c:pt>
                <c:pt idx="877">
                  <c:v>48.000000000000014</c:v>
                </c:pt>
                <c:pt idx="878">
                  <c:v>48.39</c:v>
                </c:pt>
                <c:pt idx="879">
                  <c:v>48.810000000000016</c:v>
                </c:pt>
                <c:pt idx="880">
                  <c:v>49.120000000000019</c:v>
                </c:pt>
                <c:pt idx="881">
                  <c:v>48.88000000000001</c:v>
                </c:pt>
                <c:pt idx="882">
                  <c:v>48.540000000000006</c:v>
                </c:pt>
                <c:pt idx="883">
                  <c:v>48.239999999999995</c:v>
                </c:pt>
                <c:pt idx="884">
                  <c:v>48.739999999999995</c:v>
                </c:pt>
                <c:pt idx="885">
                  <c:v>47.239999999999995</c:v>
                </c:pt>
                <c:pt idx="886">
                  <c:v>45.929999999999993</c:v>
                </c:pt>
                <c:pt idx="887">
                  <c:v>47.08</c:v>
                </c:pt>
                <c:pt idx="888">
                  <c:v>46.370000000000019</c:v>
                </c:pt>
                <c:pt idx="889">
                  <c:v>46.269999999999996</c:v>
                </c:pt>
                <c:pt idx="890">
                  <c:v>47.260000000000005</c:v>
                </c:pt>
                <c:pt idx="891">
                  <c:v>46.820000000000007</c:v>
                </c:pt>
                <c:pt idx="892">
                  <c:v>46.480000000000004</c:v>
                </c:pt>
                <c:pt idx="893">
                  <c:v>45.269999999999996</c:v>
                </c:pt>
                <c:pt idx="894">
                  <c:v>46.3</c:v>
                </c:pt>
                <c:pt idx="895">
                  <c:v>45.989999999999995</c:v>
                </c:pt>
                <c:pt idx="896">
                  <c:v>45.060000000000016</c:v>
                </c:pt>
                <c:pt idx="897">
                  <c:v>45.7</c:v>
                </c:pt>
                <c:pt idx="898">
                  <c:v>45.519999999999996</c:v>
                </c:pt>
                <c:pt idx="899">
                  <c:v>45.100000000000009</c:v>
                </c:pt>
                <c:pt idx="900">
                  <c:v>43.370000000000019</c:v>
                </c:pt>
                <c:pt idx="901">
                  <c:v>42.17</c:v>
                </c:pt>
                <c:pt idx="902">
                  <c:v>42.019999999999996</c:v>
                </c:pt>
                <c:pt idx="903">
                  <c:v>42.760000000000005</c:v>
                </c:pt>
                <c:pt idx="904">
                  <c:v>43.250000000000014</c:v>
                </c:pt>
                <c:pt idx="905">
                  <c:v>45.179999999999993</c:v>
                </c:pt>
                <c:pt idx="906">
                  <c:v>43.560000000000016</c:v>
                </c:pt>
                <c:pt idx="907">
                  <c:v>43.000000000000014</c:v>
                </c:pt>
                <c:pt idx="908">
                  <c:v>42.260000000000005</c:v>
                </c:pt>
                <c:pt idx="909">
                  <c:v>42.83</c:v>
                </c:pt>
                <c:pt idx="910">
                  <c:v>42.239999999999995</c:v>
                </c:pt>
                <c:pt idx="911">
                  <c:v>40.399999999999991</c:v>
                </c:pt>
                <c:pt idx="912">
                  <c:v>40.149999999999991</c:v>
                </c:pt>
                <c:pt idx="913">
                  <c:v>40.480000000000004</c:v>
                </c:pt>
                <c:pt idx="914">
                  <c:v>39.799999999999997</c:v>
                </c:pt>
                <c:pt idx="915">
                  <c:v>39.86</c:v>
                </c:pt>
                <c:pt idx="916">
                  <c:v>40.570000000000007</c:v>
                </c:pt>
                <c:pt idx="917">
                  <c:v>41.250000000000014</c:v>
                </c:pt>
                <c:pt idx="918">
                  <c:v>40.269999999999996</c:v>
                </c:pt>
                <c:pt idx="919">
                  <c:v>40.570000000000007</c:v>
                </c:pt>
                <c:pt idx="920">
                  <c:v>39.649999999999991</c:v>
                </c:pt>
                <c:pt idx="921">
                  <c:v>38.750000000000014</c:v>
                </c:pt>
                <c:pt idx="922">
                  <c:v>38.649999999999991</c:v>
                </c:pt>
                <c:pt idx="923">
                  <c:v>38.030000000000015</c:v>
                </c:pt>
                <c:pt idx="924">
                  <c:v>38.549999999999997</c:v>
                </c:pt>
                <c:pt idx="925">
                  <c:v>39.019999999999996</c:v>
                </c:pt>
                <c:pt idx="926">
                  <c:v>38.58</c:v>
                </c:pt>
                <c:pt idx="927">
                  <c:v>39.08</c:v>
                </c:pt>
                <c:pt idx="928">
                  <c:v>39.989999999999995</c:v>
                </c:pt>
                <c:pt idx="929">
                  <c:v>40.030000000000015</c:v>
                </c:pt>
                <c:pt idx="930">
                  <c:v>39.489999999999995</c:v>
                </c:pt>
                <c:pt idx="931">
                  <c:v>39.519999999999996</c:v>
                </c:pt>
                <c:pt idx="932">
                  <c:v>40.13000000000001</c:v>
                </c:pt>
                <c:pt idx="933">
                  <c:v>41.459999999999994</c:v>
                </c:pt>
                <c:pt idx="934">
                  <c:v>40.67</c:v>
                </c:pt>
                <c:pt idx="935">
                  <c:v>41.370000000000019</c:v>
                </c:pt>
                <c:pt idx="936">
                  <c:v>41.810000000000016</c:v>
                </c:pt>
                <c:pt idx="937">
                  <c:v>40.560000000000016</c:v>
                </c:pt>
                <c:pt idx="938">
                  <c:v>40.720000000000013</c:v>
                </c:pt>
                <c:pt idx="939">
                  <c:v>40.340000000000018</c:v>
                </c:pt>
                <c:pt idx="940">
                  <c:v>40.019999999999996</c:v>
                </c:pt>
                <c:pt idx="941">
                  <c:v>36.83</c:v>
                </c:pt>
                <c:pt idx="942">
                  <c:v>37.820000000000007</c:v>
                </c:pt>
                <c:pt idx="943">
                  <c:v>38.590000000000018</c:v>
                </c:pt>
                <c:pt idx="944">
                  <c:v>37.030000000000015</c:v>
                </c:pt>
                <c:pt idx="945">
                  <c:v>38.310000000000016</c:v>
                </c:pt>
                <c:pt idx="946">
                  <c:v>35.209999999999994</c:v>
                </c:pt>
                <c:pt idx="947">
                  <c:v>34.88000000000001</c:v>
                </c:pt>
                <c:pt idx="948">
                  <c:v>33.760000000000005</c:v>
                </c:pt>
                <c:pt idx="949">
                  <c:v>34.019999999999996</c:v>
                </c:pt>
                <c:pt idx="950">
                  <c:v>32.679999999999993</c:v>
                </c:pt>
                <c:pt idx="951">
                  <c:v>33.209999999999994</c:v>
                </c:pt>
                <c:pt idx="952">
                  <c:v>32.899999999999991</c:v>
                </c:pt>
                <c:pt idx="953">
                  <c:v>31.63000000000001</c:v>
                </c:pt>
                <c:pt idx="954">
                  <c:v>32.310000000000016</c:v>
                </c:pt>
                <c:pt idx="955">
                  <c:v>34.190000000000012</c:v>
                </c:pt>
                <c:pt idx="956">
                  <c:v>33.440000000000012</c:v>
                </c:pt>
                <c:pt idx="957">
                  <c:v>34.500000000000014</c:v>
                </c:pt>
                <c:pt idx="958">
                  <c:v>32.769999999999996</c:v>
                </c:pt>
                <c:pt idx="959">
                  <c:v>33.120000000000019</c:v>
                </c:pt>
                <c:pt idx="960">
                  <c:v>33.83</c:v>
                </c:pt>
                <c:pt idx="961">
                  <c:v>36.200000000000003</c:v>
                </c:pt>
                <c:pt idx="962">
                  <c:v>35.709999999999994</c:v>
                </c:pt>
                <c:pt idx="963">
                  <c:v>34.470000000000013</c:v>
                </c:pt>
                <c:pt idx="964">
                  <c:v>33.190000000000012</c:v>
                </c:pt>
                <c:pt idx="965">
                  <c:v>34.58</c:v>
                </c:pt>
                <c:pt idx="966">
                  <c:v>36.679999999999993</c:v>
                </c:pt>
                <c:pt idx="967">
                  <c:v>36.58</c:v>
                </c:pt>
                <c:pt idx="968">
                  <c:v>39.220000000000013</c:v>
                </c:pt>
                <c:pt idx="969">
                  <c:v>38.250000000000014</c:v>
                </c:pt>
                <c:pt idx="970">
                  <c:v>37.500000000000014</c:v>
                </c:pt>
                <c:pt idx="971">
                  <c:v>36.429999999999993</c:v>
                </c:pt>
                <c:pt idx="972">
                  <c:v>36.14</c:v>
                </c:pt>
                <c:pt idx="973">
                  <c:v>35.620000000000019</c:v>
                </c:pt>
                <c:pt idx="974">
                  <c:v>35.299999999999997</c:v>
                </c:pt>
                <c:pt idx="975">
                  <c:v>34.440000000000012</c:v>
                </c:pt>
                <c:pt idx="976">
                  <c:v>34.769999999999996</c:v>
                </c:pt>
                <c:pt idx="977">
                  <c:v>33.209999999999994</c:v>
                </c:pt>
                <c:pt idx="978">
                  <c:v>33.61</c:v>
                </c:pt>
                <c:pt idx="979">
                  <c:v>35.08</c:v>
                </c:pt>
                <c:pt idx="980">
                  <c:v>35.600000000000009</c:v>
                </c:pt>
                <c:pt idx="981">
                  <c:v>34.989999999999995</c:v>
                </c:pt>
                <c:pt idx="982">
                  <c:v>34.820000000000007</c:v>
                </c:pt>
                <c:pt idx="983">
                  <c:v>33.480000000000004</c:v>
                </c:pt>
                <c:pt idx="984">
                  <c:v>34.739999999999995</c:v>
                </c:pt>
                <c:pt idx="985">
                  <c:v>33.519999999999996</c:v>
                </c:pt>
                <c:pt idx="986">
                  <c:v>34.269999999999996</c:v>
                </c:pt>
                <c:pt idx="987">
                  <c:v>35.660000000000011</c:v>
                </c:pt>
                <c:pt idx="988">
                  <c:v>35.320000000000007</c:v>
                </c:pt>
                <c:pt idx="989">
                  <c:v>35.620000000000019</c:v>
                </c:pt>
                <c:pt idx="990">
                  <c:v>35.310000000000016</c:v>
                </c:pt>
                <c:pt idx="991">
                  <c:v>34.239999999999995</c:v>
                </c:pt>
                <c:pt idx="992">
                  <c:v>34.730000000000004</c:v>
                </c:pt>
                <c:pt idx="993">
                  <c:v>35.500000000000014</c:v>
                </c:pt>
                <c:pt idx="994">
                  <c:v>36.049999999999997</c:v>
                </c:pt>
                <c:pt idx="995">
                  <c:v>35.899999999999991</c:v>
                </c:pt>
                <c:pt idx="996">
                  <c:v>36.220000000000013</c:v>
                </c:pt>
                <c:pt idx="997">
                  <c:v>36.750000000000014</c:v>
                </c:pt>
                <c:pt idx="998">
                  <c:v>36.940000000000012</c:v>
                </c:pt>
                <c:pt idx="999">
                  <c:v>35.709999999999994</c:v>
                </c:pt>
                <c:pt idx="1000">
                  <c:v>35.989999999999995</c:v>
                </c:pt>
                <c:pt idx="1001">
                  <c:v>35.179999999999993</c:v>
                </c:pt>
                <c:pt idx="1002">
                  <c:v>35.230000000000004</c:v>
                </c:pt>
                <c:pt idx="1003">
                  <c:v>34.799999999999997</c:v>
                </c:pt>
                <c:pt idx="1004">
                  <c:v>34.179999999999993</c:v>
                </c:pt>
                <c:pt idx="1005">
                  <c:v>34.450000000000003</c:v>
                </c:pt>
                <c:pt idx="1006">
                  <c:v>35.679999999999993</c:v>
                </c:pt>
                <c:pt idx="1007">
                  <c:v>35.200000000000003</c:v>
                </c:pt>
                <c:pt idx="1008">
                  <c:v>36.799999999999997</c:v>
                </c:pt>
                <c:pt idx="1009">
                  <c:v>37.33</c:v>
                </c:pt>
                <c:pt idx="1010">
                  <c:v>37.08</c:v>
                </c:pt>
                <c:pt idx="1011">
                  <c:v>37.030000000000015</c:v>
                </c:pt>
                <c:pt idx="1012">
                  <c:v>38.070000000000007</c:v>
                </c:pt>
                <c:pt idx="1013">
                  <c:v>38.480000000000004</c:v>
                </c:pt>
                <c:pt idx="1014">
                  <c:v>39.660000000000011</c:v>
                </c:pt>
                <c:pt idx="1015">
                  <c:v>38.620000000000019</c:v>
                </c:pt>
                <c:pt idx="1016">
                  <c:v>39.38000000000001</c:v>
                </c:pt>
                <c:pt idx="1017">
                  <c:v>38.83</c:v>
                </c:pt>
                <c:pt idx="1018">
                  <c:v>38.070000000000007</c:v>
                </c:pt>
                <c:pt idx="1019">
                  <c:v>37.39</c:v>
                </c:pt>
                <c:pt idx="1020">
                  <c:v>37.239999999999995</c:v>
                </c:pt>
                <c:pt idx="1021">
                  <c:v>37.769999999999996</c:v>
                </c:pt>
                <c:pt idx="1022">
                  <c:v>38.549999999999997</c:v>
                </c:pt>
                <c:pt idx="1023">
                  <c:v>39.299999999999997</c:v>
                </c:pt>
                <c:pt idx="1024">
                  <c:v>39.269999999999996</c:v>
                </c:pt>
                <c:pt idx="1025">
                  <c:v>40.269999999999996</c:v>
                </c:pt>
                <c:pt idx="1026">
                  <c:v>41.519999999999996</c:v>
                </c:pt>
                <c:pt idx="1027">
                  <c:v>38.11</c:v>
                </c:pt>
                <c:pt idx="1028">
                  <c:v>37.929999999999993</c:v>
                </c:pt>
                <c:pt idx="1029">
                  <c:v>38.33</c:v>
                </c:pt>
                <c:pt idx="1030">
                  <c:v>38.120000000000019</c:v>
                </c:pt>
                <c:pt idx="1031">
                  <c:v>37.910000000000011</c:v>
                </c:pt>
                <c:pt idx="1032">
                  <c:v>38.370000000000019</c:v>
                </c:pt>
                <c:pt idx="1033">
                  <c:v>38.910000000000011</c:v>
                </c:pt>
                <c:pt idx="1034">
                  <c:v>38.530000000000015</c:v>
                </c:pt>
                <c:pt idx="1035">
                  <c:v>38.14</c:v>
                </c:pt>
                <c:pt idx="1036">
                  <c:v>38.519999999999996</c:v>
                </c:pt>
                <c:pt idx="1037">
                  <c:v>37.910000000000011</c:v>
                </c:pt>
                <c:pt idx="1038">
                  <c:v>38.560000000000016</c:v>
                </c:pt>
                <c:pt idx="1039">
                  <c:v>38.42</c:v>
                </c:pt>
                <c:pt idx="1040">
                  <c:v>38.090000000000018</c:v>
                </c:pt>
                <c:pt idx="1041">
                  <c:v>39.090000000000018</c:v>
                </c:pt>
                <c:pt idx="1042">
                  <c:v>37.690000000000012</c:v>
                </c:pt>
                <c:pt idx="1043">
                  <c:v>38.549999999999997</c:v>
                </c:pt>
                <c:pt idx="1044">
                  <c:v>38.179999999999993</c:v>
                </c:pt>
                <c:pt idx="1045">
                  <c:v>38.179999999999993</c:v>
                </c:pt>
                <c:pt idx="1046">
                  <c:v>37.690000000000012</c:v>
                </c:pt>
                <c:pt idx="1047">
                  <c:v>37.840000000000018</c:v>
                </c:pt>
                <c:pt idx="1048">
                  <c:v>37.940000000000012</c:v>
                </c:pt>
                <c:pt idx="1049">
                  <c:v>39.100000000000009</c:v>
                </c:pt>
                <c:pt idx="1050">
                  <c:v>38.86</c:v>
                </c:pt>
                <c:pt idx="1051">
                  <c:v>39.250000000000014</c:v>
                </c:pt>
                <c:pt idx="1052">
                  <c:v>39.000000000000014</c:v>
                </c:pt>
                <c:pt idx="1053">
                  <c:v>38.280000000000015</c:v>
                </c:pt>
                <c:pt idx="1054">
                  <c:v>38.179999999999993</c:v>
                </c:pt>
                <c:pt idx="1055">
                  <c:v>38.230000000000004</c:v>
                </c:pt>
                <c:pt idx="1056">
                  <c:v>37.959999999999994</c:v>
                </c:pt>
                <c:pt idx="1057">
                  <c:v>38.519999999999996</c:v>
                </c:pt>
                <c:pt idx="1058">
                  <c:v>38.179999999999993</c:v>
                </c:pt>
                <c:pt idx="1059">
                  <c:v>37.260000000000005</c:v>
                </c:pt>
                <c:pt idx="1060">
                  <c:v>37.709999999999994</c:v>
                </c:pt>
                <c:pt idx="1061">
                  <c:v>38.760000000000005</c:v>
                </c:pt>
                <c:pt idx="1062">
                  <c:v>38.720000000000013</c:v>
                </c:pt>
                <c:pt idx="1063">
                  <c:v>38.480000000000004</c:v>
                </c:pt>
                <c:pt idx="1064">
                  <c:v>38.399999999999991</c:v>
                </c:pt>
                <c:pt idx="1065">
                  <c:v>39.660000000000011</c:v>
                </c:pt>
                <c:pt idx="1066">
                  <c:v>40.61</c:v>
                </c:pt>
                <c:pt idx="1067">
                  <c:v>40.260000000000005</c:v>
                </c:pt>
                <c:pt idx="1068">
                  <c:v>39.36</c:v>
                </c:pt>
                <c:pt idx="1069">
                  <c:v>38.679999999999993</c:v>
                </c:pt>
                <c:pt idx="1070">
                  <c:v>37.83</c:v>
                </c:pt>
                <c:pt idx="1071">
                  <c:v>38.019999999999996</c:v>
                </c:pt>
                <c:pt idx="1072">
                  <c:v>39.989999999999995</c:v>
                </c:pt>
                <c:pt idx="1073">
                  <c:v>41.100000000000009</c:v>
                </c:pt>
                <c:pt idx="1074">
                  <c:v>42.67</c:v>
                </c:pt>
                <c:pt idx="1075">
                  <c:v>43.500000000000014</c:v>
                </c:pt>
                <c:pt idx="1076">
                  <c:v>43.840000000000018</c:v>
                </c:pt>
                <c:pt idx="1077">
                  <c:v>42.560000000000016</c:v>
                </c:pt>
                <c:pt idx="1078">
                  <c:v>43.040000000000006</c:v>
                </c:pt>
                <c:pt idx="1079">
                  <c:v>42.61</c:v>
                </c:pt>
                <c:pt idx="1080">
                  <c:v>41.8</c:v>
                </c:pt>
                <c:pt idx="1081">
                  <c:v>41.160000000000011</c:v>
                </c:pt>
                <c:pt idx="1082">
                  <c:v>41.220000000000013</c:v>
                </c:pt>
                <c:pt idx="1083">
                  <c:v>41.510000000000005</c:v>
                </c:pt>
                <c:pt idx="1084">
                  <c:v>42.690000000000012</c:v>
                </c:pt>
                <c:pt idx="1085">
                  <c:v>42.739999999999995</c:v>
                </c:pt>
                <c:pt idx="1086">
                  <c:v>43.33</c:v>
                </c:pt>
                <c:pt idx="1087">
                  <c:v>43.810000000000016</c:v>
                </c:pt>
                <c:pt idx="1088">
                  <c:v>43.63000000000001</c:v>
                </c:pt>
                <c:pt idx="1089">
                  <c:v>42.88000000000001</c:v>
                </c:pt>
                <c:pt idx="1090">
                  <c:v>43.500000000000014</c:v>
                </c:pt>
                <c:pt idx="1091">
                  <c:v>44.89</c:v>
                </c:pt>
                <c:pt idx="1092">
                  <c:v>44.870000000000019</c:v>
                </c:pt>
                <c:pt idx="1093">
                  <c:v>44.980000000000004</c:v>
                </c:pt>
                <c:pt idx="1094">
                  <c:v>44.440000000000012</c:v>
                </c:pt>
                <c:pt idx="1095">
                  <c:v>44.899999999999991</c:v>
                </c:pt>
                <c:pt idx="1096">
                  <c:v>43.83</c:v>
                </c:pt>
                <c:pt idx="1097">
                  <c:v>44.08</c:v>
                </c:pt>
                <c:pt idx="1098">
                  <c:v>44.850000000000009</c:v>
                </c:pt>
                <c:pt idx="1099">
                  <c:v>44.910000000000011</c:v>
                </c:pt>
                <c:pt idx="1100">
                  <c:v>45.58</c:v>
                </c:pt>
                <c:pt idx="1101">
                  <c:v>45.310000000000016</c:v>
                </c:pt>
                <c:pt idx="1102">
                  <c:v>45.17</c:v>
                </c:pt>
                <c:pt idx="1103">
                  <c:v>46.019999999999996</c:v>
                </c:pt>
                <c:pt idx="1104">
                  <c:v>46.269999999999996</c:v>
                </c:pt>
                <c:pt idx="1105">
                  <c:v>47.92</c:v>
                </c:pt>
                <c:pt idx="1106">
                  <c:v>48.239999999999995</c:v>
                </c:pt>
                <c:pt idx="1107">
                  <c:v>47.42</c:v>
                </c:pt>
                <c:pt idx="1108">
                  <c:v>47.649999999999991</c:v>
                </c:pt>
                <c:pt idx="1109">
                  <c:v>46.820000000000007</c:v>
                </c:pt>
                <c:pt idx="1110">
                  <c:v>47.239999999999995</c:v>
                </c:pt>
                <c:pt idx="1111">
                  <c:v>47.060000000000016</c:v>
                </c:pt>
                <c:pt idx="1112">
                  <c:v>46.870000000000019</c:v>
                </c:pt>
                <c:pt idx="1113">
                  <c:v>46.209999999999994</c:v>
                </c:pt>
                <c:pt idx="1114">
                  <c:v>46.64</c:v>
                </c:pt>
                <c:pt idx="1115">
                  <c:v>46.019999999999996</c:v>
                </c:pt>
                <c:pt idx="1116">
                  <c:v>45.86</c:v>
                </c:pt>
                <c:pt idx="1117">
                  <c:v>45.95</c:v>
                </c:pt>
                <c:pt idx="1118">
                  <c:v>46.67</c:v>
                </c:pt>
                <c:pt idx="1119">
                  <c:v>47.63000000000001</c:v>
                </c:pt>
                <c:pt idx="1120">
                  <c:v>46.790000000000006</c:v>
                </c:pt>
                <c:pt idx="1121">
                  <c:v>46.38000000000001</c:v>
                </c:pt>
                <c:pt idx="1122">
                  <c:v>46.63000000000001</c:v>
                </c:pt>
                <c:pt idx="1123">
                  <c:v>46.000000000000014</c:v>
                </c:pt>
                <c:pt idx="1124">
                  <c:v>45.459999999999994</c:v>
                </c:pt>
                <c:pt idx="1125">
                  <c:v>46.429999999999993</c:v>
                </c:pt>
                <c:pt idx="1126">
                  <c:v>46.269999999999996</c:v>
                </c:pt>
                <c:pt idx="1127">
                  <c:v>48.459999999999994</c:v>
                </c:pt>
                <c:pt idx="1128">
                  <c:v>47.840000000000018</c:v>
                </c:pt>
                <c:pt idx="1129">
                  <c:v>47.019999999999996</c:v>
                </c:pt>
                <c:pt idx="1130">
                  <c:v>46.61</c:v>
                </c:pt>
                <c:pt idx="1131">
                  <c:v>46.679999999999993</c:v>
                </c:pt>
                <c:pt idx="1132">
                  <c:v>47.269999999999996</c:v>
                </c:pt>
                <c:pt idx="1133">
                  <c:v>46.83</c:v>
                </c:pt>
                <c:pt idx="1134">
                  <c:v>47.13000000000001</c:v>
                </c:pt>
                <c:pt idx="1135">
                  <c:v>47.440000000000012</c:v>
                </c:pt>
                <c:pt idx="1136">
                  <c:v>47.440000000000012</c:v>
                </c:pt>
                <c:pt idx="1137">
                  <c:v>47.519999999999996</c:v>
                </c:pt>
                <c:pt idx="1138">
                  <c:v>47.120000000000019</c:v>
                </c:pt>
                <c:pt idx="1139">
                  <c:v>47.399999999999991</c:v>
                </c:pt>
                <c:pt idx="1140">
                  <c:v>47.519999999999996</c:v>
                </c:pt>
                <c:pt idx="1141">
                  <c:v>47.64</c:v>
                </c:pt>
                <c:pt idx="1142">
                  <c:v>48.83</c:v>
                </c:pt>
                <c:pt idx="1143">
                  <c:v>48.940000000000012</c:v>
                </c:pt>
                <c:pt idx="1144">
                  <c:v>49.899999999999991</c:v>
                </c:pt>
                <c:pt idx="1145">
                  <c:v>49.17</c:v>
                </c:pt>
                <c:pt idx="1146">
                  <c:v>49.399999999999991</c:v>
                </c:pt>
                <c:pt idx="1147">
                  <c:v>48.7</c:v>
                </c:pt>
                <c:pt idx="1148">
                  <c:v>48.86</c:v>
                </c:pt>
                <c:pt idx="1149">
                  <c:v>48.929999999999993</c:v>
                </c:pt>
                <c:pt idx="1150">
                  <c:v>49.05</c:v>
                </c:pt>
                <c:pt idx="1151">
                  <c:v>49.149999999999991</c:v>
                </c:pt>
                <c:pt idx="1152">
                  <c:v>45.88000000000001</c:v>
                </c:pt>
                <c:pt idx="1153">
                  <c:v>44.910000000000011</c:v>
                </c:pt>
                <c:pt idx="1154">
                  <c:v>42.959999999999994</c:v>
                </c:pt>
                <c:pt idx="1155">
                  <c:v>44.17</c:v>
                </c:pt>
                <c:pt idx="1156">
                  <c:v>43.83</c:v>
                </c:pt>
                <c:pt idx="1157">
                  <c:v>45.489999999999995</c:v>
                </c:pt>
                <c:pt idx="1158">
                  <c:v>46.399999999999991</c:v>
                </c:pt>
                <c:pt idx="1159">
                  <c:v>46.510000000000005</c:v>
                </c:pt>
                <c:pt idx="1160">
                  <c:v>47.590000000000018</c:v>
                </c:pt>
                <c:pt idx="1161">
                  <c:v>47.8</c:v>
                </c:pt>
                <c:pt idx="1162">
                  <c:v>47.970000000000013</c:v>
                </c:pt>
                <c:pt idx="1163">
                  <c:v>46.61</c:v>
                </c:pt>
                <c:pt idx="1164">
                  <c:v>45.160000000000011</c:v>
                </c:pt>
                <c:pt idx="1165">
                  <c:v>44.019999999999996</c:v>
                </c:pt>
                <c:pt idx="1166">
                  <c:v>43.500000000000014</c:v>
                </c:pt>
                <c:pt idx="1167">
                  <c:v>43.399999999999991</c:v>
                </c:pt>
                <c:pt idx="1168">
                  <c:v>44.269999999999996</c:v>
                </c:pt>
                <c:pt idx="1169">
                  <c:v>44.08</c:v>
                </c:pt>
                <c:pt idx="1170">
                  <c:v>45.560000000000016</c:v>
                </c:pt>
                <c:pt idx="1171">
                  <c:v>45.810000000000016</c:v>
                </c:pt>
                <c:pt idx="1172">
                  <c:v>45.690000000000012</c:v>
                </c:pt>
                <c:pt idx="1173">
                  <c:v>45.399999999999991</c:v>
                </c:pt>
                <c:pt idx="1174">
                  <c:v>46.649999999999991</c:v>
                </c:pt>
                <c:pt idx="1175">
                  <c:v>47.120000000000019</c:v>
                </c:pt>
                <c:pt idx="1176">
                  <c:v>46.89</c:v>
                </c:pt>
                <c:pt idx="1177">
                  <c:v>46.410000000000011</c:v>
                </c:pt>
                <c:pt idx="1178">
                  <c:v>48.160000000000011</c:v>
                </c:pt>
                <c:pt idx="1179">
                  <c:v>48.239999999999995</c:v>
                </c:pt>
                <c:pt idx="1180">
                  <c:v>47.83</c:v>
                </c:pt>
                <c:pt idx="1181">
                  <c:v>48.3</c:v>
                </c:pt>
                <c:pt idx="1182">
                  <c:v>48.55</c:v>
                </c:pt>
                <c:pt idx="1183">
                  <c:v>48.440000000000012</c:v>
                </c:pt>
                <c:pt idx="1184">
                  <c:v>48.820000000000007</c:v>
                </c:pt>
                <c:pt idx="1185">
                  <c:v>49.709999999999994</c:v>
                </c:pt>
                <c:pt idx="1186">
                  <c:v>50.11</c:v>
                </c:pt>
                <c:pt idx="1187">
                  <c:v>50.410000000000011</c:v>
                </c:pt>
                <c:pt idx="1188">
                  <c:v>49.870000000000019</c:v>
                </c:pt>
                <c:pt idx="1189">
                  <c:v>49.8</c:v>
                </c:pt>
                <c:pt idx="1190">
                  <c:v>50.620000000000019</c:v>
                </c:pt>
                <c:pt idx="1191">
                  <c:v>48.470000000000013</c:v>
                </c:pt>
                <c:pt idx="1192">
                  <c:v>49.989999999999995</c:v>
                </c:pt>
                <c:pt idx="1193">
                  <c:v>49.190000000000012</c:v>
                </c:pt>
                <c:pt idx="1194">
                  <c:v>49.459999999999994</c:v>
                </c:pt>
                <c:pt idx="1195">
                  <c:v>50.250000000000014</c:v>
                </c:pt>
                <c:pt idx="1196">
                  <c:v>50.480000000000004</c:v>
                </c:pt>
                <c:pt idx="1197">
                  <c:v>50.739999999999995</c:v>
                </c:pt>
                <c:pt idx="1198">
                  <c:v>50.510000000000005</c:v>
                </c:pt>
                <c:pt idx="1199">
                  <c:v>49.470000000000013</c:v>
                </c:pt>
                <c:pt idx="1200">
                  <c:v>49.590000000000018</c:v>
                </c:pt>
                <c:pt idx="1201">
                  <c:v>50.399999999999991</c:v>
                </c:pt>
                <c:pt idx="1202">
                  <c:v>50.350000000000009</c:v>
                </c:pt>
                <c:pt idx="1203">
                  <c:v>50.440000000000012</c:v>
                </c:pt>
                <c:pt idx="1204">
                  <c:v>50.370000000000019</c:v>
                </c:pt>
                <c:pt idx="1205">
                  <c:v>49.33</c:v>
                </c:pt>
                <c:pt idx="1206">
                  <c:v>49.730000000000004</c:v>
                </c:pt>
                <c:pt idx="1207">
                  <c:v>50.2</c:v>
                </c:pt>
                <c:pt idx="1208">
                  <c:v>50.209999999999994</c:v>
                </c:pt>
                <c:pt idx="1209">
                  <c:v>49.570000000000007</c:v>
                </c:pt>
                <c:pt idx="1210">
                  <c:v>49.769999999999996</c:v>
                </c:pt>
                <c:pt idx="1211">
                  <c:v>49.959999999999994</c:v>
                </c:pt>
                <c:pt idx="1212">
                  <c:v>49.36</c:v>
                </c:pt>
                <c:pt idx="1213">
                  <c:v>49.530000000000015</c:v>
                </c:pt>
                <c:pt idx="1214">
                  <c:v>50.149999999999991</c:v>
                </c:pt>
                <c:pt idx="1215">
                  <c:v>50.260000000000005</c:v>
                </c:pt>
                <c:pt idx="1216">
                  <c:v>50.429999999999993</c:v>
                </c:pt>
                <c:pt idx="1217">
                  <c:v>50.370000000000019</c:v>
                </c:pt>
                <c:pt idx="1218">
                  <c:v>50.179999999999993</c:v>
                </c:pt>
                <c:pt idx="1219">
                  <c:v>50.36</c:v>
                </c:pt>
                <c:pt idx="1220">
                  <c:v>51.179999999999993</c:v>
                </c:pt>
                <c:pt idx="1221">
                  <c:v>47.340000000000018</c:v>
                </c:pt>
                <c:pt idx="1222">
                  <c:v>47.540000000000006</c:v>
                </c:pt>
                <c:pt idx="1223">
                  <c:v>47.989999999999995</c:v>
                </c:pt>
                <c:pt idx="1224">
                  <c:v>48.64</c:v>
                </c:pt>
                <c:pt idx="1225">
                  <c:v>47.149999999999991</c:v>
                </c:pt>
                <c:pt idx="1226">
                  <c:v>47.649999999999991</c:v>
                </c:pt>
                <c:pt idx="1227">
                  <c:v>47.220000000000013</c:v>
                </c:pt>
                <c:pt idx="1228">
                  <c:v>47.940000000000012</c:v>
                </c:pt>
                <c:pt idx="1229">
                  <c:v>48.36</c:v>
                </c:pt>
                <c:pt idx="1230">
                  <c:v>48.61</c:v>
                </c:pt>
                <c:pt idx="1231">
                  <c:v>49.13000000000001</c:v>
                </c:pt>
                <c:pt idx="1232">
                  <c:v>49.340000000000018</c:v>
                </c:pt>
                <c:pt idx="1233">
                  <c:v>49.560000000000016</c:v>
                </c:pt>
                <c:pt idx="1234">
                  <c:v>49.83</c:v>
                </c:pt>
                <c:pt idx="1235">
                  <c:v>49.649999999999991</c:v>
                </c:pt>
                <c:pt idx="1236">
                  <c:v>49.720000000000013</c:v>
                </c:pt>
                <c:pt idx="1237">
                  <c:v>49.709999999999994</c:v>
                </c:pt>
                <c:pt idx="1238">
                  <c:v>49.660000000000011</c:v>
                </c:pt>
                <c:pt idx="1239">
                  <c:v>50.060000000000016</c:v>
                </c:pt>
                <c:pt idx="1240">
                  <c:v>50.280000000000015</c:v>
                </c:pt>
                <c:pt idx="1241">
                  <c:v>49.980000000000004</c:v>
                </c:pt>
                <c:pt idx="1242">
                  <c:v>50.070000000000007</c:v>
                </c:pt>
                <c:pt idx="1243">
                  <c:v>50.42</c:v>
                </c:pt>
                <c:pt idx="1244">
                  <c:v>50.660000000000011</c:v>
                </c:pt>
                <c:pt idx="1245">
                  <c:v>50.820000000000007</c:v>
                </c:pt>
                <c:pt idx="1246">
                  <c:v>50.780000000000015</c:v>
                </c:pt>
                <c:pt idx="1247">
                  <c:v>50.940000000000012</c:v>
                </c:pt>
                <c:pt idx="1248">
                  <c:v>50.899999999999991</c:v>
                </c:pt>
                <c:pt idx="1249">
                  <c:v>51.120000000000019</c:v>
                </c:pt>
                <c:pt idx="1250">
                  <c:v>51.269999999999996</c:v>
                </c:pt>
                <c:pt idx="1251">
                  <c:v>50.690000000000012</c:v>
                </c:pt>
                <c:pt idx="1252">
                  <c:v>50.989999999999995</c:v>
                </c:pt>
                <c:pt idx="1253">
                  <c:v>51.08</c:v>
                </c:pt>
                <c:pt idx="1254">
                  <c:v>51.149999999999991</c:v>
                </c:pt>
                <c:pt idx="1255">
                  <c:v>51.429999999999993</c:v>
                </c:pt>
                <c:pt idx="1256">
                  <c:v>52.14</c:v>
                </c:pt>
                <c:pt idx="1257">
                  <c:v>52.019999999999996</c:v>
                </c:pt>
                <c:pt idx="1258">
                  <c:v>52.3</c:v>
                </c:pt>
                <c:pt idx="1259">
                  <c:v>52.290000000000006</c:v>
                </c:pt>
                <c:pt idx="1260">
                  <c:v>52.519999999999996</c:v>
                </c:pt>
                <c:pt idx="1261">
                  <c:v>52.55</c:v>
                </c:pt>
                <c:pt idx="1262">
                  <c:v>52.519999999999996</c:v>
                </c:pt>
                <c:pt idx="1263">
                  <c:v>52.7</c:v>
                </c:pt>
                <c:pt idx="1264">
                  <c:v>53.290000000000006</c:v>
                </c:pt>
                <c:pt idx="1265">
                  <c:v>53.370000000000019</c:v>
                </c:pt>
                <c:pt idx="1266">
                  <c:v>51.86</c:v>
                </c:pt>
                <c:pt idx="1267">
                  <c:v>52.120000000000019</c:v>
                </c:pt>
                <c:pt idx="1268">
                  <c:v>52.850000000000009</c:v>
                </c:pt>
                <c:pt idx="1269">
                  <c:v>52.870000000000019</c:v>
                </c:pt>
                <c:pt idx="1270">
                  <c:v>53.350000000000009</c:v>
                </c:pt>
                <c:pt idx="1271">
                  <c:v>53.14</c:v>
                </c:pt>
                <c:pt idx="1272">
                  <c:v>52.45</c:v>
                </c:pt>
                <c:pt idx="1273">
                  <c:v>53.2</c:v>
                </c:pt>
                <c:pt idx="1274">
                  <c:v>52.980000000000004</c:v>
                </c:pt>
                <c:pt idx="1275">
                  <c:v>52.95</c:v>
                </c:pt>
                <c:pt idx="1276">
                  <c:v>53.149999999999991</c:v>
                </c:pt>
                <c:pt idx="1277">
                  <c:v>53.209999999999994</c:v>
                </c:pt>
                <c:pt idx="1278">
                  <c:v>53.269999999999996</c:v>
                </c:pt>
                <c:pt idx="1279">
                  <c:v>53.929999999999993</c:v>
                </c:pt>
                <c:pt idx="1280">
                  <c:v>53.899999999999991</c:v>
                </c:pt>
                <c:pt idx="1281">
                  <c:v>54.620000000000019</c:v>
                </c:pt>
                <c:pt idx="1282">
                  <c:v>54.459999999999994</c:v>
                </c:pt>
                <c:pt idx="1283">
                  <c:v>54.470000000000013</c:v>
                </c:pt>
                <c:pt idx="1284">
                  <c:v>54.58</c:v>
                </c:pt>
                <c:pt idx="1285">
                  <c:v>54.160000000000011</c:v>
                </c:pt>
                <c:pt idx="1286">
                  <c:v>50.290000000000006</c:v>
                </c:pt>
                <c:pt idx="1287">
                  <c:v>48.010000000000005</c:v>
                </c:pt>
                <c:pt idx="1288">
                  <c:v>47.95</c:v>
                </c:pt>
                <c:pt idx="1289">
                  <c:v>48.530000000000015</c:v>
                </c:pt>
                <c:pt idx="1290">
                  <c:v>48.510000000000005</c:v>
                </c:pt>
                <c:pt idx="1291">
                  <c:v>49.190000000000012</c:v>
                </c:pt>
                <c:pt idx="1292">
                  <c:v>48.540000000000006</c:v>
                </c:pt>
                <c:pt idx="1293">
                  <c:v>50.030000000000015</c:v>
                </c:pt>
                <c:pt idx="1294">
                  <c:v>50.040000000000006</c:v>
                </c:pt>
                <c:pt idx="1295">
                  <c:v>50.190000000000012</c:v>
                </c:pt>
                <c:pt idx="1296">
                  <c:v>50.269999999999996</c:v>
                </c:pt>
                <c:pt idx="1297">
                  <c:v>50.070000000000007</c:v>
                </c:pt>
                <c:pt idx="1298">
                  <c:v>50.250000000000014</c:v>
                </c:pt>
                <c:pt idx="1299">
                  <c:v>50.38000000000001</c:v>
                </c:pt>
                <c:pt idx="1300">
                  <c:v>48.940000000000012</c:v>
                </c:pt>
                <c:pt idx="1301">
                  <c:v>49.780000000000015</c:v>
                </c:pt>
                <c:pt idx="1302">
                  <c:v>49.720000000000013</c:v>
                </c:pt>
                <c:pt idx="1303">
                  <c:v>49.89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65-414F-BBF3-0094D9B5DCC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Planilha1!$A$2:$A$1305</c:f>
              <c:numCache>
                <c:formatCode>m/d/yyyy</c:formatCode>
                <c:ptCount val="1304"/>
                <c:pt idx="0">
                  <c:v>44434</c:v>
                </c:pt>
                <c:pt idx="1">
                  <c:v>44435</c:v>
                </c:pt>
                <c:pt idx="2">
                  <c:v>44438</c:v>
                </c:pt>
                <c:pt idx="3">
                  <c:v>44439</c:v>
                </c:pt>
                <c:pt idx="4">
                  <c:v>44440</c:v>
                </c:pt>
                <c:pt idx="5">
                  <c:v>44441</c:v>
                </c:pt>
                <c:pt idx="6">
                  <c:v>44442</c:v>
                </c:pt>
                <c:pt idx="7">
                  <c:v>44445</c:v>
                </c:pt>
                <c:pt idx="8">
                  <c:v>44446</c:v>
                </c:pt>
                <c:pt idx="9">
                  <c:v>44447</c:v>
                </c:pt>
                <c:pt idx="10">
                  <c:v>44448</c:v>
                </c:pt>
                <c:pt idx="11">
                  <c:v>44449</c:v>
                </c:pt>
                <c:pt idx="12">
                  <c:v>44452</c:v>
                </c:pt>
                <c:pt idx="13">
                  <c:v>44453</c:v>
                </c:pt>
                <c:pt idx="14">
                  <c:v>44454</c:v>
                </c:pt>
                <c:pt idx="15">
                  <c:v>44455</c:v>
                </c:pt>
                <c:pt idx="16">
                  <c:v>44456</c:v>
                </c:pt>
                <c:pt idx="17">
                  <c:v>44459</c:v>
                </c:pt>
                <c:pt idx="18">
                  <c:v>44460</c:v>
                </c:pt>
                <c:pt idx="19">
                  <c:v>44461</c:v>
                </c:pt>
                <c:pt idx="20">
                  <c:v>44462</c:v>
                </c:pt>
                <c:pt idx="21">
                  <c:v>44463</c:v>
                </c:pt>
                <c:pt idx="22">
                  <c:v>44466</c:v>
                </c:pt>
                <c:pt idx="23">
                  <c:v>44467</c:v>
                </c:pt>
                <c:pt idx="24">
                  <c:v>44468</c:v>
                </c:pt>
                <c:pt idx="25">
                  <c:v>44469</c:v>
                </c:pt>
                <c:pt idx="26">
                  <c:v>44470</c:v>
                </c:pt>
                <c:pt idx="27">
                  <c:v>44473</c:v>
                </c:pt>
                <c:pt idx="28">
                  <c:v>44474</c:v>
                </c:pt>
                <c:pt idx="29">
                  <c:v>44475</c:v>
                </c:pt>
                <c:pt idx="30">
                  <c:v>44476</c:v>
                </c:pt>
                <c:pt idx="31">
                  <c:v>44477</c:v>
                </c:pt>
                <c:pt idx="32">
                  <c:v>44480</c:v>
                </c:pt>
                <c:pt idx="33">
                  <c:v>44481</c:v>
                </c:pt>
                <c:pt idx="34">
                  <c:v>44482</c:v>
                </c:pt>
                <c:pt idx="35">
                  <c:v>44483</c:v>
                </c:pt>
                <c:pt idx="36">
                  <c:v>44484</c:v>
                </c:pt>
                <c:pt idx="37">
                  <c:v>44487</c:v>
                </c:pt>
                <c:pt idx="38">
                  <c:v>44488</c:v>
                </c:pt>
                <c:pt idx="39">
                  <c:v>44489</c:v>
                </c:pt>
                <c:pt idx="40">
                  <c:v>44490</c:v>
                </c:pt>
                <c:pt idx="41">
                  <c:v>44491</c:v>
                </c:pt>
                <c:pt idx="42">
                  <c:v>44494</c:v>
                </c:pt>
                <c:pt idx="43">
                  <c:v>44495</c:v>
                </c:pt>
                <c:pt idx="44">
                  <c:v>44496</c:v>
                </c:pt>
                <c:pt idx="45">
                  <c:v>44497</c:v>
                </c:pt>
                <c:pt idx="46">
                  <c:v>44498</c:v>
                </c:pt>
                <c:pt idx="47">
                  <c:v>44501</c:v>
                </c:pt>
                <c:pt idx="48">
                  <c:v>44502</c:v>
                </c:pt>
                <c:pt idx="49">
                  <c:v>44503</c:v>
                </c:pt>
                <c:pt idx="50">
                  <c:v>44504</c:v>
                </c:pt>
                <c:pt idx="51">
                  <c:v>44505</c:v>
                </c:pt>
                <c:pt idx="52">
                  <c:v>44508</c:v>
                </c:pt>
                <c:pt idx="53">
                  <c:v>44509</c:v>
                </c:pt>
                <c:pt idx="54">
                  <c:v>44510</c:v>
                </c:pt>
                <c:pt idx="55">
                  <c:v>44511</c:v>
                </c:pt>
                <c:pt idx="56">
                  <c:v>44512</c:v>
                </c:pt>
                <c:pt idx="57">
                  <c:v>44515</c:v>
                </c:pt>
                <c:pt idx="58">
                  <c:v>44516</c:v>
                </c:pt>
                <c:pt idx="59">
                  <c:v>44517</c:v>
                </c:pt>
                <c:pt idx="60">
                  <c:v>44518</c:v>
                </c:pt>
                <c:pt idx="61">
                  <c:v>44519</c:v>
                </c:pt>
                <c:pt idx="62">
                  <c:v>44522</c:v>
                </c:pt>
                <c:pt idx="63">
                  <c:v>44523</c:v>
                </c:pt>
                <c:pt idx="64">
                  <c:v>44524</c:v>
                </c:pt>
                <c:pt idx="65">
                  <c:v>44525</c:v>
                </c:pt>
                <c:pt idx="66">
                  <c:v>44526</c:v>
                </c:pt>
                <c:pt idx="67">
                  <c:v>44529</c:v>
                </c:pt>
                <c:pt idx="68">
                  <c:v>44530</c:v>
                </c:pt>
                <c:pt idx="69">
                  <c:v>44531</c:v>
                </c:pt>
                <c:pt idx="70">
                  <c:v>44532</c:v>
                </c:pt>
                <c:pt idx="71">
                  <c:v>44533</c:v>
                </c:pt>
                <c:pt idx="72">
                  <c:v>44536</c:v>
                </c:pt>
                <c:pt idx="73">
                  <c:v>44537</c:v>
                </c:pt>
                <c:pt idx="74">
                  <c:v>44538</c:v>
                </c:pt>
                <c:pt idx="75">
                  <c:v>44539</c:v>
                </c:pt>
                <c:pt idx="76">
                  <c:v>44540</c:v>
                </c:pt>
                <c:pt idx="77">
                  <c:v>44543</c:v>
                </c:pt>
                <c:pt idx="78">
                  <c:v>44544</c:v>
                </c:pt>
                <c:pt idx="79">
                  <c:v>44545</c:v>
                </c:pt>
                <c:pt idx="80">
                  <c:v>44546</c:v>
                </c:pt>
                <c:pt idx="81">
                  <c:v>44547</c:v>
                </c:pt>
                <c:pt idx="82">
                  <c:v>44550</c:v>
                </c:pt>
                <c:pt idx="83">
                  <c:v>44551</c:v>
                </c:pt>
                <c:pt idx="84">
                  <c:v>44552</c:v>
                </c:pt>
                <c:pt idx="85">
                  <c:v>44553</c:v>
                </c:pt>
                <c:pt idx="86">
                  <c:v>44554</c:v>
                </c:pt>
                <c:pt idx="87">
                  <c:v>44557</c:v>
                </c:pt>
                <c:pt idx="88">
                  <c:v>44558</c:v>
                </c:pt>
                <c:pt idx="89">
                  <c:v>44559</c:v>
                </c:pt>
                <c:pt idx="90">
                  <c:v>44560</c:v>
                </c:pt>
                <c:pt idx="91">
                  <c:v>44561</c:v>
                </c:pt>
                <c:pt idx="92">
                  <c:v>44564</c:v>
                </c:pt>
                <c:pt idx="93">
                  <c:v>44565</c:v>
                </c:pt>
                <c:pt idx="94">
                  <c:v>44566</c:v>
                </c:pt>
                <c:pt idx="95">
                  <c:v>44567</c:v>
                </c:pt>
                <c:pt idx="96">
                  <c:v>44568</c:v>
                </c:pt>
                <c:pt idx="97">
                  <c:v>44571</c:v>
                </c:pt>
                <c:pt idx="98">
                  <c:v>44572</c:v>
                </c:pt>
                <c:pt idx="99">
                  <c:v>44573</c:v>
                </c:pt>
                <c:pt idx="100">
                  <c:v>44574</c:v>
                </c:pt>
                <c:pt idx="101">
                  <c:v>44575</c:v>
                </c:pt>
                <c:pt idx="102">
                  <c:v>44578</c:v>
                </c:pt>
                <c:pt idx="103">
                  <c:v>44579</c:v>
                </c:pt>
                <c:pt idx="104">
                  <c:v>44580</c:v>
                </c:pt>
                <c:pt idx="105">
                  <c:v>44581</c:v>
                </c:pt>
                <c:pt idx="106">
                  <c:v>44582</c:v>
                </c:pt>
                <c:pt idx="107">
                  <c:v>44585</c:v>
                </c:pt>
                <c:pt idx="108">
                  <c:v>44586</c:v>
                </c:pt>
                <c:pt idx="109">
                  <c:v>44587</c:v>
                </c:pt>
                <c:pt idx="110">
                  <c:v>44588</c:v>
                </c:pt>
                <c:pt idx="111">
                  <c:v>44589</c:v>
                </c:pt>
                <c:pt idx="112">
                  <c:v>44592</c:v>
                </c:pt>
                <c:pt idx="113">
                  <c:v>44593</c:v>
                </c:pt>
                <c:pt idx="114">
                  <c:v>44594</c:v>
                </c:pt>
                <c:pt idx="115">
                  <c:v>44595</c:v>
                </c:pt>
                <c:pt idx="116">
                  <c:v>44596</c:v>
                </c:pt>
                <c:pt idx="117">
                  <c:v>44599</c:v>
                </c:pt>
                <c:pt idx="118">
                  <c:v>44600</c:v>
                </c:pt>
                <c:pt idx="119">
                  <c:v>44601</c:v>
                </c:pt>
                <c:pt idx="120">
                  <c:v>44602</c:v>
                </c:pt>
                <c:pt idx="121">
                  <c:v>44603</c:v>
                </c:pt>
                <c:pt idx="122">
                  <c:v>44606</c:v>
                </c:pt>
                <c:pt idx="123">
                  <c:v>44607</c:v>
                </c:pt>
                <c:pt idx="124">
                  <c:v>44608</c:v>
                </c:pt>
                <c:pt idx="125">
                  <c:v>44609</c:v>
                </c:pt>
                <c:pt idx="126">
                  <c:v>44610</c:v>
                </c:pt>
                <c:pt idx="127">
                  <c:v>44613</c:v>
                </c:pt>
                <c:pt idx="128">
                  <c:v>44614</c:v>
                </c:pt>
                <c:pt idx="129">
                  <c:v>44615</c:v>
                </c:pt>
                <c:pt idx="130">
                  <c:v>44616</c:v>
                </c:pt>
                <c:pt idx="131">
                  <c:v>44617</c:v>
                </c:pt>
                <c:pt idx="132">
                  <c:v>44620</c:v>
                </c:pt>
                <c:pt idx="133">
                  <c:v>44621</c:v>
                </c:pt>
                <c:pt idx="134">
                  <c:v>44622</c:v>
                </c:pt>
                <c:pt idx="135">
                  <c:v>44623</c:v>
                </c:pt>
                <c:pt idx="136">
                  <c:v>44624</c:v>
                </c:pt>
                <c:pt idx="137">
                  <c:v>44627</c:v>
                </c:pt>
                <c:pt idx="138">
                  <c:v>44628</c:v>
                </c:pt>
                <c:pt idx="139">
                  <c:v>44629</c:v>
                </c:pt>
                <c:pt idx="140">
                  <c:v>44630</c:v>
                </c:pt>
                <c:pt idx="141">
                  <c:v>44631</c:v>
                </c:pt>
                <c:pt idx="142">
                  <c:v>44634</c:v>
                </c:pt>
                <c:pt idx="143">
                  <c:v>44635</c:v>
                </c:pt>
                <c:pt idx="144">
                  <c:v>44636</c:v>
                </c:pt>
                <c:pt idx="145">
                  <c:v>44637</c:v>
                </c:pt>
                <c:pt idx="146">
                  <c:v>44638</c:v>
                </c:pt>
                <c:pt idx="147">
                  <c:v>44641</c:v>
                </c:pt>
                <c:pt idx="148">
                  <c:v>44642</c:v>
                </c:pt>
                <c:pt idx="149">
                  <c:v>44643</c:v>
                </c:pt>
                <c:pt idx="150">
                  <c:v>44644</c:v>
                </c:pt>
                <c:pt idx="151">
                  <c:v>44645</c:v>
                </c:pt>
                <c:pt idx="152">
                  <c:v>44648</c:v>
                </c:pt>
                <c:pt idx="153">
                  <c:v>44649</c:v>
                </c:pt>
                <c:pt idx="154">
                  <c:v>44650</c:v>
                </c:pt>
                <c:pt idx="155">
                  <c:v>44651</c:v>
                </c:pt>
                <c:pt idx="156">
                  <c:v>44652</c:v>
                </c:pt>
                <c:pt idx="157">
                  <c:v>44655</c:v>
                </c:pt>
                <c:pt idx="158">
                  <c:v>44656</c:v>
                </c:pt>
                <c:pt idx="159">
                  <c:v>44657</c:v>
                </c:pt>
                <c:pt idx="160">
                  <c:v>44658</c:v>
                </c:pt>
                <c:pt idx="161">
                  <c:v>44659</c:v>
                </c:pt>
                <c:pt idx="162">
                  <c:v>44662</c:v>
                </c:pt>
                <c:pt idx="163">
                  <c:v>44663</c:v>
                </c:pt>
                <c:pt idx="164">
                  <c:v>44664</c:v>
                </c:pt>
                <c:pt idx="165">
                  <c:v>44665</c:v>
                </c:pt>
                <c:pt idx="166">
                  <c:v>44666</c:v>
                </c:pt>
                <c:pt idx="167">
                  <c:v>44669</c:v>
                </c:pt>
                <c:pt idx="168">
                  <c:v>44670</c:v>
                </c:pt>
                <c:pt idx="169">
                  <c:v>44671</c:v>
                </c:pt>
                <c:pt idx="170">
                  <c:v>44672</c:v>
                </c:pt>
                <c:pt idx="171">
                  <c:v>44673</c:v>
                </c:pt>
                <c:pt idx="172">
                  <c:v>44676</c:v>
                </c:pt>
                <c:pt idx="173">
                  <c:v>44677</c:v>
                </c:pt>
                <c:pt idx="174">
                  <c:v>44678</c:v>
                </c:pt>
                <c:pt idx="175">
                  <c:v>44679</c:v>
                </c:pt>
                <c:pt idx="176">
                  <c:v>44680</c:v>
                </c:pt>
                <c:pt idx="177">
                  <c:v>44683</c:v>
                </c:pt>
                <c:pt idx="178">
                  <c:v>44684</c:v>
                </c:pt>
                <c:pt idx="179">
                  <c:v>44685</c:v>
                </c:pt>
                <c:pt idx="180">
                  <c:v>44686</c:v>
                </c:pt>
                <c:pt idx="181">
                  <c:v>44687</c:v>
                </c:pt>
                <c:pt idx="182">
                  <c:v>44690</c:v>
                </c:pt>
                <c:pt idx="183">
                  <c:v>44691</c:v>
                </c:pt>
                <c:pt idx="184">
                  <c:v>44692</c:v>
                </c:pt>
                <c:pt idx="185">
                  <c:v>44693</c:v>
                </c:pt>
                <c:pt idx="186">
                  <c:v>44694</c:v>
                </c:pt>
                <c:pt idx="187">
                  <c:v>44697</c:v>
                </c:pt>
                <c:pt idx="188">
                  <c:v>44698</c:v>
                </c:pt>
                <c:pt idx="189">
                  <c:v>44699</c:v>
                </c:pt>
                <c:pt idx="190">
                  <c:v>44700</c:v>
                </c:pt>
                <c:pt idx="191">
                  <c:v>44701</c:v>
                </c:pt>
                <c:pt idx="192">
                  <c:v>44704</c:v>
                </c:pt>
                <c:pt idx="193">
                  <c:v>44705</c:v>
                </c:pt>
                <c:pt idx="194">
                  <c:v>44706</c:v>
                </c:pt>
                <c:pt idx="195">
                  <c:v>44707</c:v>
                </c:pt>
                <c:pt idx="196">
                  <c:v>44708</c:v>
                </c:pt>
                <c:pt idx="197">
                  <c:v>44711</c:v>
                </c:pt>
                <c:pt idx="198">
                  <c:v>44712</c:v>
                </c:pt>
                <c:pt idx="199">
                  <c:v>44713</c:v>
                </c:pt>
                <c:pt idx="200">
                  <c:v>44714</c:v>
                </c:pt>
                <c:pt idx="201">
                  <c:v>44715</c:v>
                </c:pt>
                <c:pt idx="202">
                  <c:v>44718</c:v>
                </c:pt>
                <c:pt idx="203">
                  <c:v>44719</c:v>
                </c:pt>
                <c:pt idx="204">
                  <c:v>44720</c:v>
                </c:pt>
                <c:pt idx="205">
                  <c:v>44721</c:v>
                </c:pt>
                <c:pt idx="206">
                  <c:v>44722</c:v>
                </c:pt>
                <c:pt idx="207">
                  <c:v>44725</c:v>
                </c:pt>
                <c:pt idx="208">
                  <c:v>44726</c:v>
                </c:pt>
                <c:pt idx="209">
                  <c:v>44727</c:v>
                </c:pt>
                <c:pt idx="210">
                  <c:v>44728</c:v>
                </c:pt>
                <c:pt idx="211">
                  <c:v>44729</c:v>
                </c:pt>
                <c:pt idx="212">
                  <c:v>44732</c:v>
                </c:pt>
                <c:pt idx="213">
                  <c:v>44733</c:v>
                </c:pt>
                <c:pt idx="214">
                  <c:v>44734</c:v>
                </c:pt>
                <c:pt idx="215">
                  <c:v>44735</c:v>
                </c:pt>
                <c:pt idx="216">
                  <c:v>44736</c:v>
                </c:pt>
                <c:pt idx="217">
                  <c:v>44739</c:v>
                </c:pt>
                <c:pt idx="218">
                  <c:v>44740</c:v>
                </c:pt>
                <c:pt idx="219">
                  <c:v>44741</c:v>
                </c:pt>
                <c:pt idx="220">
                  <c:v>44742</c:v>
                </c:pt>
                <c:pt idx="221">
                  <c:v>44743</c:v>
                </c:pt>
                <c:pt idx="222">
                  <c:v>44746</c:v>
                </c:pt>
                <c:pt idx="223">
                  <c:v>44747</c:v>
                </c:pt>
                <c:pt idx="224">
                  <c:v>44748</c:v>
                </c:pt>
                <c:pt idx="225">
                  <c:v>44749</c:v>
                </c:pt>
                <c:pt idx="226">
                  <c:v>44750</c:v>
                </c:pt>
                <c:pt idx="227">
                  <c:v>44753</c:v>
                </c:pt>
                <c:pt idx="228">
                  <c:v>44754</c:v>
                </c:pt>
                <c:pt idx="229">
                  <c:v>44755</c:v>
                </c:pt>
                <c:pt idx="230">
                  <c:v>44756</c:v>
                </c:pt>
                <c:pt idx="231">
                  <c:v>44757</c:v>
                </c:pt>
                <c:pt idx="232">
                  <c:v>44760</c:v>
                </c:pt>
                <c:pt idx="233">
                  <c:v>44761</c:v>
                </c:pt>
                <c:pt idx="234">
                  <c:v>44762</c:v>
                </c:pt>
                <c:pt idx="235">
                  <c:v>44763</c:v>
                </c:pt>
                <c:pt idx="236">
                  <c:v>44764</c:v>
                </c:pt>
                <c:pt idx="237">
                  <c:v>44767</c:v>
                </c:pt>
                <c:pt idx="238">
                  <c:v>44768</c:v>
                </c:pt>
                <c:pt idx="239">
                  <c:v>44769</c:v>
                </c:pt>
                <c:pt idx="240">
                  <c:v>44770</c:v>
                </c:pt>
                <c:pt idx="241">
                  <c:v>44771</c:v>
                </c:pt>
                <c:pt idx="242">
                  <c:v>44774</c:v>
                </c:pt>
                <c:pt idx="243">
                  <c:v>44775</c:v>
                </c:pt>
                <c:pt idx="244">
                  <c:v>44776</c:v>
                </c:pt>
                <c:pt idx="245">
                  <c:v>44777</c:v>
                </c:pt>
                <c:pt idx="246">
                  <c:v>44778</c:v>
                </c:pt>
                <c:pt idx="247">
                  <c:v>44781</c:v>
                </c:pt>
                <c:pt idx="248">
                  <c:v>44782</c:v>
                </c:pt>
                <c:pt idx="249">
                  <c:v>44783</c:v>
                </c:pt>
                <c:pt idx="250">
                  <c:v>44784</c:v>
                </c:pt>
                <c:pt idx="251">
                  <c:v>44785</c:v>
                </c:pt>
                <c:pt idx="252">
                  <c:v>44788</c:v>
                </c:pt>
                <c:pt idx="253">
                  <c:v>44789</c:v>
                </c:pt>
                <c:pt idx="254">
                  <c:v>44790</c:v>
                </c:pt>
                <c:pt idx="255">
                  <c:v>44791</c:v>
                </c:pt>
                <c:pt idx="256">
                  <c:v>44792</c:v>
                </c:pt>
                <c:pt idx="257">
                  <c:v>44795</c:v>
                </c:pt>
                <c:pt idx="258">
                  <c:v>44796</c:v>
                </c:pt>
                <c:pt idx="259">
                  <c:v>44797</c:v>
                </c:pt>
                <c:pt idx="260">
                  <c:v>44798</c:v>
                </c:pt>
                <c:pt idx="261">
                  <c:v>44799</c:v>
                </c:pt>
                <c:pt idx="262">
                  <c:v>44802</c:v>
                </c:pt>
                <c:pt idx="263">
                  <c:v>44803</c:v>
                </c:pt>
                <c:pt idx="264">
                  <c:v>44804</c:v>
                </c:pt>
                <c:pt idx="265">
                  <c:v>44805</c:v>
                </c:pt>
                <c:pt idx="266">
                  <c:v>44806</c:v>
                </c:pt>
                <c:pt idx="267">
                  <c:v>44809</c:v>
                </c:pt>
                <c:pt idx="268">
                  <c:v>44810</c:v>
                </c:pt>
                <c:pt idx="269">
                  <c:v>44811</c:v>
                </c:pt>
                <c:pt idx="270">
                  <c:v>44812</c:v>
                </c:pt>
                <c:pt idx="271">
                  <c:v>44813</c:v>
                </c:pt>
                <c:pt idx="272">
                  <c:v>44816</c:v>
                </c:pt>
                <c:pt idx="273">
                  <c:v>44817</c:v>
                </c:pt>
                <c:pt idx="274">
                  <c:v>44818</c:v>
                </c:pt>
                <c:pt idx="275">
                  <c:v>44819</c:v>
                </c:pt>
                <c:pt idx="276">
                  <c:v>44820</c:v>
                </c:pt>
                <c:pt idx="277">
                  <c:v>44823</c:v>
                </c:pt>
                <c:pt idx="278">
                  <c:v>44824</c:v>
                </c:pt>
                <c:pt idx="279">
                  <c:v>44825</c:v>
                </c:pt>
                <c:pt idx="280">
                  <c:v>44826</c:v>
                </c:pt>
                <c:pt idx="281">
                  <c:v>44827</c:v>
                </c:pt>
                <c:pt idx="282">
                  <c:v>44830</c:v>
                </c:pt>
                <c:pt idx="283">
                  <c:v>44831</c:v>
                </c:pt>
                <c:pt idx="284">
                  <c:v>44832</c:v>
                </c:pt>
                <c:pt idx="285">
                  <c:v>44833</c:v>
                </c:pt>
                <c:pt idx="286">
                  <c:v>44834</c:v>
                </c:pt>
                <c:pt idx="287">
                  <c:v>44837</c:v>
                </c:pt>
                <c:pt idx="288">
                  <c:v>44838</c:v>
                </c:pt>
                <c:pt idx="289">
                  <c:v>44839</c:v>
                </c:pt>
                <c:pt idx="290">
                  <c:v>44840</c:v>
                </c:pt>
                <c:pt idx="291">
                  <c:v>44841</c:v>
                </c:pt>
                <c:pt idx="292">
                  <c:v>44844</c:v>
                </c:pt>
                <c:pt idx="293">
                  <c:v>44845</c:v>
                </c:pt>
                <c:pt idx="294">
                  <c:v>44846</c:v>
                </c:pt>
                <c:pt idx="295">
                  <c:v>44847</c:v>
                </c:pt>
                <c:pt idx="296">
                  <c:v>44848</c:v>
                </c:pt>
                <c:pt idx="297">
                  <c:v>44851</c:v>
                </c:pt>
                <c:pt idx="298">
                  <c:v>44852</c:v>
                </c:pt>
                <c:pt idx="299">
                  <c:v>44853</c:v>
                </c:pt>
                <c:pt idx="300">
                  <c:v>44854</c:v>
                </c:pt>
                <c:pt idx="301">
                  <c:v>44855</c:v>
                </c:pt>
                <c:pt idx="302">
                  <c:v>44858</c:v>
                </c:pt>
                <c:pt idx="303">
                  <c:v>44859</c:v>
                </c:pt>
                <c:pt idx="304">
                  <c:v>44860</c:v>
                </c:pt>
                <c:pt idx="305">
                  <c:v>44861</c:v>
                </c:pt>
                <c:pt idx="306">
                  <c:v>44862</c:v>
                </c:pt>
                <c:pt idx="307">
                  <c:v>44865</c:v>
                </c:pt>
                <c:pt idx="308">
                  <c:v>44866</c:v>
                </c:pt>
                <c:pt idx="309">
                  <c:v>44867</c:v>
                </c:pt>
                <c:pt idx="310">
                  <c:v>44868</c:v>
                </c:pt>
                <c:pt idx="311">
                  <c:v>44869</c:v>
                </c:pt>
                <c:pt idx="312">
                  <c:v>44872</c:v>
                </c:pt>
                <c:pt idx="313">
                  <c:v>44873</c:v>
                </c:pt>
                <c:pt idx="314">
                  <c:v>44874</c:v>
                </c:pt>
                <c:pt idx="315">
                  <c:v>44875</c:v>
                </c:pt>
                <c:pt idx="316">
                  <c:v>44876</c:v>
                </c:pt>
                <c:pt idx="317">
                  <c:v>44879</c:v>
                </c:pt>
                <c:pt idx="318">
                  <c:v>44880</c:v>
                </c:pt>
                <c:pt idx="319">
                  <c:v>44881</c:v>
                </c:pt>
                <c:pt idx="320">
                  <c:v>44882</c:v>
                </c:pt>
                <c:pt idx="321">
                  <c:v>44883</c:v>
                </c:pt>
                <c:pt idx="322">
                  <c:v>44886</c:v>
                </c:pt>
                <c:pt idx="323">
                  <c:v>44887</c:v>
                </c:pt>
                <c:pt idx="324">
                  <c:v>44888</c:v>
                </c:pt>
                <c:pt idx="325">
                  <c:v>44889</c:v>
                </c:pt>
                <c:pt idx="326">
                  <c:v>44890</c:v>
                </c:pt>
                <c:pt idx="327">
                  <c:v>44893</c:v>
                </c:pt>
                <c:pt idx="328">
                  <c:v>44894</c:v>
                </c:pt>
                <c:pt idx="329">
                  <c:v>44895</c:v>
                </c:pt>
                <c:pt idx="330">
                  <c:v>44896</c:v>
                </c:pt>
                <c:pt idx="331">
                  <c:v>44897</c:v>
                </c:pt>
                <c:pt idx="332">
                  <c:v>44900</c:v>
                </c:pt>
                <c:pt idx="333">
                  <c:v>44901</c:v>
                </c:pt>
                <c:pt idx="334">
                  <c:v>44902</c:v>
                </c:pt>
                <c:pt idx="335">
                  <c:v>44903</c:v>
                </c:pt>
                <c:pt idx="336">
                  <c:v>44904</c:v>
                </c:pt>
                <c:pt idx="337">
                  <c:v>44907</c:v>
                </c:pt>
                <c:pt idx="338">
                  <c:v>44908</c:v>
                </c:pt>
                <c:pt idx="339">
                  <c:v>44909</c:v>
                </c:pt>
                <c:pt idx="340">
                  <c:v>44910</c:v>
                </c:pt>
                <c:pt idx="341">
                  <c:v>44911</c:v>
                </c:pt>
                <c:pt idx="342">
                  <c:v>44914</c:v>
                </c:pt>
                <c:pt idx="343">
                  <c:v>44915</c:v>
                </c:pt>
                <c:pt idx="344">
                  <c:v>44916</c:v>
                </c:pt>
                <c:pt idx="345">
                  <c:v>44917</c:v>
                </c:pt>
                <c:pt idx="346">
                  <c:v>44918</c:v>
                </c:pt>
                <c:pt idx="347">
                  <c:v>44921</c:v>
                </c:pt>
                <c:pt idx="348">
                  <c:v>44922</c:v>
                </c:pt>
                <c:pt idx="349">
                  <c:v>44923</c:v>
                </c:pt>
                <c:pt idx="350">
                  <c:v>44924</c:v>
                </c:pt>
                <c:pt idx="351">
                  <c:v>44925</c:v>
                </c:pt>
                <c:pt idx="352">
                  <c:v>44928</c:v>
                </c:pt>
                <c:pt idx="353">
                  <c:v>44929</c:v>
                </c:pt>
                <c:pt idx="354">
                  <c:v>44930</c:v>
                </c:pt>
                <c:pt idx="355">
                  <c:v>44931</c:v>
                </c:pt>
                <c:pt idx="356">
                  <c:v>44932</c:v>
                </c:pt>
                <c:pt idx="357">
                  <c:v>44935</c:v>
                </c:pt>
                <c:pt idx="358">
                  <c:v>44936</c:v>
                </c:pt>
                <c:pt idx="359">
                  <c:v>44937</c:v>
                </c:pt>
                <c:pt idx="360">
                  <c:v>44938</c:v>
                </c:pt>
                <c:pt idx="361">
                  <c:v>44939</c:v>
                </c:pt>
                <c:pt idx="362">
                  <c:v>44942</c:v>
                </c:pt>
                <c:pt idx="363">
                  <c:v>44943</c:v>
                </c:pt>
                <c:pt idx="364">
                  <c:v>44944</c:v>
                </c:pt>
                <c:pt idx="365">
                  <c:v>44945</c:v>
                </c:pt>
                <c:pt idx="366">
                  <c:v>44946</c:v>
                </c:pt>
                <c:pt idx="367">
                  <c:v>44949</c:v>
                </c:pt>
                <c:pt idx="368">
                  <c:v>44950</c:v>
                </c:pt>
                <c:pt idx="369">
                  <c:v>44951</c:v>
                </c:pt>
                <c:pt idx="370">
                  <c:v>44952</c:v>
                </c:pt>
                <c:pt idx="371">
                  <c:v>44953</c:v>
                </c:pt>
                <c:pt idx="372">
                  <c:v>44956</c:v>
                </c:pt>
                <c:pt idx="373">
                  <c:v>44957</c:v>
                </c:pt>
                <c:pt idx="374">
                  <c:v>44958</c:v>
                </c:pt>
                <c:pt idx="375">
                  <c:v>44959</c:v>
                </c:pt>
                <c:pt idx="376">
                  <c:v>44960</c:v>
                </c:pt>
                <c:pt idx="377">
                  <c:v>44963</c:v>
                </c:pt>
                <c:pt idx="378">
                  <c:v>44964</c:v>
                </c:pt>
                <c:pt idx="379">
                  <c:v>44965</c:v>
                </c:pt>
                <c:pt idx="380">
                  <c:v>44966</c:v>
                </c:pt>
                <c:pt idx="381">
                  <c:v>44967</c:v>
                </c:pt>
                <c:pt idx="382">
                  <c:v>44970</c:v>
                </c:pt>
                <c:pt idx="383">
                  <c:v>44971</c:v>
                </c:pt>
                <c:pt idx="384">
                  <c:v>44972</c:v>
                </c:pt>
                <c:pt idx="385">
                  <c:v>44973</c:v>
                </c:pt>
                <c:pt idx="386">
                  <c:v>44974</c:v>
                </c:pt>
                <c:pt idx="387">
                  <c:v>44977</c:v>
                </c:pt>
                <c:pt idx="388">
                  <c:v>44978</c:v>
                </c:pt>
                <c:pt idx="389">
                  <c:v>44979</c:v>
                </c:pt>
                <c:pt idx="390">
                  <c:v>44980</c:v>
                </c:pt>
                <c:pt idx="391">
                  <c:v>44981</c:v>
                </c:pt>
                <c:pt idx="392">
                  <c:v>44984</c:v>
                </c:pt>
                <c:pt idx="393">
                  <c:v>44985</c:v>
                </c:pt>
                <c:pt idx="394">
                  <c:v>44986</c:v>
                </c:pt>
                <c:pt idx="395">
                  <c:v>44987</c:v>
                </c:pt>
                <c:pt idx="396">
                  <c:v>44988</c:v>
                </c:pt>
                <c:pt idx="397">
                  <c:v>44991</c:v>
                </c:pt>
                <c:pt idx="398">
                  <c:v>44992</c:v>
                </c:pt>
                <c:pt idx="399">
                  <c:v>44993</c:v>
                </c:pt>
                <c:pt idx="400">
                  <c:v>44994</c:v>
                </c:pt>
                <c:pt idx="401">
                  <c:v>44995</c:v>
                </c:pt>
                <c:pt idx="402">
                  <c:v>44998</c:v>
                </c:pt>
                <c:pt idx="403">
                  <c:v>44999</c:v>
                </c:pt>
                <c:pt idx="404">
                  <c:v>45000</c:v>
                </c:pt>
                <c:pt idx="405">
                  <c:v>45001</c:v>
                </c:pt>
                <c:pt idx="406">
                  <c:v>45002</c:v>
                </c:pt>
                <c:pt idx="407">
                  <c:v>45005</c:v>
                </c:pt>
                <c:pt idx="408">
                  <c:v>45006</c:v>
                </c:pt>
                <c:pt idx="409">
                  <c:v>45007</c:v>
                </c:pt>
                <c:pt idx="410">
                  <c:v>45008</c:v>
                </c:pt>
                <c:pt idx="411">
                  <c:v>45009</c:v>
                </c:pt>
                <c:pt idx="412">
                  <c:v>45012</c:v>
                </c:pt>
                <c:pt idx="413">
                  <c:v>45013</c:v>
                </c:pt>
                <c:pt idx="414">
                  <c:v>45014</c:v>
                </c:pt>
                <c:pt idx="415">
                  <c:v>45015</c:v>
                </c:pt>
                <c:pt idx="416">
                  <c:v>45016</c:v>
                </c:pt>
                <c:pt idx="417">
                  <c:v>45019</c:v>
                </c:pt>
                <c:pt idx="418">
                  <c:v>45020</c:v>
                </c:pt>
                <c:pt idx="419">
                  <c:v>45021</c:v>
                </c:pt>
                <c:pt idx="420">
                  <c:v>45022</c:v>
                </c:pt>
                <c:pt idx="421">
                  <c:v>45023</c:v>
                </c:pt>
                <c:pt idx="422">
                  <c:v>45026</c:v>
                </c:pt>
                <c:pt idx="423">
                  <c:v>45027</c:v>
                </c:pt>
                <c:pt idx="424">
                  <c:v>45028</c:v>
                </c:pt>
                <c:pt idx="425">
                  <c:v>45029</c:v>
                </c:pt>
                <c:pt idx="426">
                  <c:v>45030</c:v>
                </c:pt>
                <c:pt idx="427">
                  <c:v>45033</c:v>
                </c:pt>
                <c:pt idx="428">
                  <c:v>45034</c:v>
                </c:pt>
                <c:pt idx="429">
                  <c:v>45035</c:v>
                </c:pt>
                <c:pt idx="430">
                  <c:v>45036</c:v>
                </c:pt>
                <c:pt idx="431">
                  <c:v>45037</c:v>
                </c:pt>
                <c:pt idx="432">
                  <c:v>45040</c:v>
                </c:pt>
                <c:pt idx="433">
                  <c:v>45041</c:v>
                </c:pt>
                <c:pt idx="434">
                  <c:v>45042</c:v>
                </c:pt>
                <c:pt idx="435">
                  <c:v>45043</c:v>
                </c:pt>
                <c:pt idx="436">
                  <c:v>45044</c:v>
                </c:pt>
                <c:pt idx="437">
                  <c:v>45047</c:v>
                </c:pt>
                <c:pt idx="438">
                  <c:v>45048</c:v>
                </c:pt>
                <c:pt idx="439">
                  <c:v>45049</c:v>
                </c:pt>
                <c:pt idx="440">
                  <c:v>45050</c:v>
                </c:pt>
                <c:pt idx="441">
                  <c:v>45051</c:v>
                </c:pt>
                <c:pt idx="442">
                  <c:v>45054</c:v>
                </c:pt>
                <c:pt idx="443">
                  <c:v>45055</c:v>
                </c:pt>
                <c:pt idx="444">
                  <c:v>45056</c:v>
                </c:pt>
                <c:pt idx="445">
                  <c:v>45057</c:v>
                </c:pt>
                <c:pt idx="446">
                  <c:v>45058</c:v>
                </c:pt>
                <c:pt idx="447">
                  <c:v>45061</c:v>
                </c:pt>
                <c:pt idx="448">
                  <c:v>45062</c:v>
                </c:pt>
                <c:pt idx="449">
                  <c:v>45063</c:v>
                </c:pt>
                <c:pt idx="450">
                  <c:v>45064</c:v>
                </c:pt>
                <c:pt idx="451">
                  <c:v>45065</c:v>
                </c:pt>
                <c:pt idx="452">
                  <c:v>45068</c:v>
                </c:pt>
                <c:pt idx="453">
                  <c:v>45069</c:v>
                </c:pt>
                <c:pt idx="454">
                  <c:v>45070</c:v>
                </c:pt>
                <c:pt idx="455">
                  <c:v>45071</c:v>
                </c:pt>
                <c:pt idx="456">
                  <c:v>45072</c:v>
                </c:pt>
                <c:pt idx="457">
                  <c:v>45075</c:v>
                </c:pt>
                <c:pt idx="458">
                  <c:v>45076</c:v>
                </c:pt>
                <c:pt idx="459">
                  <c:v>45077</c:v>
                </c:pt>
                <c:pt idx="460">
                  <c:v>45078</c:v>
                </c:pt>
                <c:pt idx="461">
                  <c:v>45079</c:v>
                </c:pt>
                <c:pt idx="462">
                  <c:v>45082</c:v>
                </c:pt>
                <c:pt idx="463">
                  <c:v>45083</c:v>
                </c:pt>
                <c:pt idx="464">
                  <c:v>45084</c:v>
                </c:pt>
                <c:pt idx="465">
                  <c:v>45085</c:v>
                </c:pt>
                <c:pt idx="466">
                  <c:v>45086</c:v>
                </c:pt>
                <c:pt idx="467">
                  <c:v>45089</c:v>
                </c:pt>
                <c:pt idx="468">
                  <c:v>45090</c:v>
                </c:pt>
                <c:pt idx="469">
                  <c:v>45091</c:v>
                </c:pt>
                <c:pt idx="470">
                  <c:v>45092</c:v>
                </c:pt>
                <c:pt idx="471">
                  <c:v>45093</c:v>
                </c:pt>
                <c:pt idx="472">
                  <c:v>45096</c:v>
                </c:pt>
                <c:pt idx="473">
                  <c:v>45097</c:v>
                </c:pt>
                <c:pt idx="474">
                  <c:v>45098</c:v>
                </c:pt>
                <c:pt idx="475">
                  <c:v>45099</c:v>
                </c:pt>
                <c:pt idx="476">
                  <c:v>45100</c:v>
                </c:pt>
                <c:pt idx="477">
                  <c:v>45103</c:v>
                </c:pt>
                <c:pt idx="478">
                  <c:v>45104</c:v>
                </c:pt>
                <c:pt idx="479">
                  <c:v>45105</c:v>
                </c:pt>
                <c:pt idx="480">
                  <c:v>45106</c:v>
                </c:pt>
                <c:pt idx="481">
                  <c:v>45107</c:v>
                </c:pt>
                <c:pt idx="482">
                  <c:v>45110</c:v>
                </c:pt>
                <c:pt idx="483">
                  <c:v>45111</c:v>
                </c:pt>
                <c:pt idx="484">
                  <c:v>45112</c:v>
                </c:pt>
                <c:pt idx="485">
                  <c:v>45113</c:v>
                </c:pt>
                <c:pt idx="486">
                  <c:v>45114</c:v>
                </c:pt>
                <c:pt idx="487">
                  <c:v>45117</c:v>
                </c:pt>
                <c:pt idx="488">
                  <c:v>45118</c:v>
                </c:pt>
                <c:pt idx="489">
                  <c:v>45119</c:v>
                </c:pt>
                <c:pt idx="490">
                  <c:v>45120</c:v>
                </c:pt>
                <c:pt idx="491">
                  <c:v>45121</c:v>
                </c:pt>
                <c:pt idx="492">
                  <c:v>45124</c:v>
                </c:pt>
                <c:pt idx="493">
                  <c:v>45125</c:v>
                </c:pt>
                <c:pt idx="494">
                  <c:v>45126</c:v>
                </c:pt>
                <c:pt idx="495">
                  <c:v>45127</c:v>
                </c:pt>
                <c:pt idx="496">
                  <c:v>45128</c:v>
                </c:pt>
                <c:pt idx="497">
                  <c:v>45131</c:v>
                </c:pt>
                <c:pt idx="498">
                  <c:v>45132</c:v>
                </c:pt>
                <c:pt idx="499">
                  <c:v>45133</c:v>
                </c:pt>
                <c:pt idx="500">
                  <c:v>45134</c:v>
                </c:pt>
                <c:pt idx="501">
                  <c:v>45135</c:v>
                </c:pt>
                <c:pt idx="502">
                  <c:v>45138</c:v>
                </c:pt>
                <c:pt idx="503">
                  <c:v>45139</c:v>
                </c:pt>
                <c:pt idx="504">
                  <c:v>45140</c:v>
                </c:pt>
                <c:pt idx="505">
                  <c:v>45141</c:v>
                </c:pt>
                <c:pt idx="506">
                  <c:v>45142</c:v>
                </c:pt>
                <c:pt idx="507">
                  <c:v>45145</c:v>
                </c:pt>
                <c:pt idx="508">
                  <c:v>45146</c:v>
                </c:pt>
                <c:pt idx="509">
                  <c:v>45147</c:v>
                </c:pt>
                <c:pt idx="510">
                  <c:v>45148</c:v>
                </c:pt>
                <c:pt idx="511">
                  <c:v>45149</c:v>
                </c:pt>
                <c:pt idx="512">
                  <c:v>45152</c:v>
                </c:pt>
                <c:pt idx="513">
                  <c:v>45153</c:v>
                </c:pt>
                <c:pt idx="514">
                  <c:v>45154</c:v>
                </c:pt>
                <c:pt idx="515">
                  <c:v>45155</c:v>
                </c:pt>
                <c:pt idx="516">
                  <c:v>45156</c:v>
                </c:pt>
                <c:pt idx="517">
                  <c:v>45159</c:v>
                </c:pt>
                <c:pt idx="518">
                  <c:v>45160</c:v>
                </c:pt>
                <c:pt idx="519">
                  <c:v>45161</c:v>
                </c:pt>
                <c:pt idx="520">
                  <c:v>45162</c:v>
                </c:pt>
                <c:pt idx="521">
                  <c:v>45163</c:v>
                </c:pt>
                <c:pt idx="522">
                  <c:v>45166</c:v>
                </c:pt>
                <c:pt idx="523">
                  <c:v>45167</c:v>
                </c:pt>
                <c:pt idx="524">
                  <c:v>45168</c:v>
                </c:pt>
                <c:pt idx="525">
                  <c:v>45169</c:v>
                </c:pt>
                <c:pt idx="526">
                  <c:v>45170</c:v>
                </c:pt>
                <c:pt idx="527">
                  <c:v>45173</c:v>
                </c:pt>
                <c:pt idx="528">
                  <c:v>45174</c:v>
                </c:pt>
                <c:pt idx="529">
                  <c:v>45175</c:v>
                </c:pt>
                <c:pt idx="530">
                  <c:v>45176</c:v>
                </c:pt>
                <c:pt idx="531">
                  <c:v>45177</c:v>
                </c:pt>
                <c:pt idx="532">
                  <c:v>45180</c:v>
                </c:pt>
                <c:pt idx="533">
                  <c:v>45181</c:v>
                </c:pt>
                <c:pt idx="534">
                  <c:v>45182</c:v>
                </c:pt>
                <c:pt idx="535">
                  <c:v>45183</c:v>
                </c:pt>
                <c:pt idx="536">
                  <c:v>45184</c:v>
                </c:pt>
                <c:pt idx="537">
                  <c:v>45187</c:v>
                </c:pt>
                <c:pt idx="538">
                  <c:v>45188</c:v>
                </c:pt>
                <c:pt idx="539">
                  <c:v>45189</c:v>
                </c:pt>
                <c:pt idx="540">
                  <c:v>45190</c:v>
                </c:pt>
                <c:pt idx="541">
                  <c:v>45191</c:v>
                </c:pt>
                <c:pt idx="542">
                  <c:v>45194</c:v>
                </c:pt>
                <c:pt idx="543">
                  <c:v>45195</c:v>
                </c:pt>
                <c:pt idx="544">
                  <c:v>45196</c:v>
                </c:pt>
                <c:pt idx="545">
                  <c:v>45197</c:v>
                </c:pt>
                <c:pt idx="546">
                  <c:v>45198</c:v>
                </c:pt>
                <c:pt idx="547">
                  <c:v>45201</c:v>
                </c:pt>
                <c:pt idx="548">
                  <c:v>45202</c:v>
                </c:pt>
                <c:pt idx="549">
                  <c:v>45203</c:v>
                </c:pt>
                <c:pt idx="550">
                  <c:v>45204</c:v>
                </c:pt>
                <c:pt idx="551">
                  <c:v>45205</c:v>
                </c:pt>
                <c:pt idx="552">
                  <c:v>45208</c:v>
                </c:pt>
                <c:pt idx="553">
                  <c:v>45209</c:v>
                </c:pt>
                <c:pt idx="554">
                  <c:v>45210</c:v>
                </c:pt>
                <c:pt idx="555">
                  <c:v>45211</c:v>
                </c:pt>
                <c:pt idx="556">
                  <c:v>45212</c:v>
                </c:pt>
                <c:pt idx="557">
                  <c:v>45215</c:v>
                </c:pt>
                <c:pt idx="558">
                  <c:v>45216</c:v>
                </c:pt>
                <c:pt idx="559">
                  <c:v>45217</c:v>
                </c:pt>
                <c:pt idx="560">
                  <c:v>45218</c:v>
                </c:pt>
                <c:pt idx="561">
                  <c:v>45219</c:v>
                </c:pt>
                <c:pt idx="562">
                  <c:v>45222</c:v>
                </c:pt>
                <c:pt idx="563">
                  <c:v>45223</c:v>
                </c:pt>
                <c:pt idx="564">
                  <c:v>45224</c:v>
                </c:pt>
                <c:pt idx="565">
                  <c:v>45225</c:v>
                </c:pt>
                <c:pt idx="566">
                  <c:v>45226</c:v>
                </c:pt>
                <c:pt idx="567">
                  <c:v>45229</c:v>
                </c:pt>
                <c:pt idx="568">
                  <c:v>45230</c:v>
                </c:pt>
                <c:pt idx="569">
                  <c:v>45231</c:v>
                </c:pt>
                <c:pt idx="570">
                  <c:v>45232</c:v>
                </c:pt>
                <c:pt idx="571">
                  <c:v>45233</c:v>
                </c:pt>
                <c:pt idx="572">
                  <c:v>45236</c:v>
                </c:pt>
                <c:pt idx="573">
                  <c:v>45237</c:v>
                </c:pt>
                <c:pt idx="574">
                  <c:v>45238</c:v>
                </c:pt>
                <c:pt idx="575">
                  <c:v>45239</c:v>
                </c:pt>
                <c:pt idx="576">
                  <c:v>45240</c:v>
                </c:pt>
                <c:pt idx="577">
                  <c:v>45243</c:v>
                </c:pt>
                <c:pt idx="578">
                  <c:v>45244</c:v>
                </c:pt>
                <c:pt idx="579">
                  <c:v>45245</c:v>
                </c:pt>
                <c:pt idx="580">
                  <c:v>45246</c:v>
                </c:pt>
                <c:pt idx="581">
                  <c:v>45247</c:v>
                </c:pt>
                <c:pt idx="582">
                  <c:v>45250</c:v>
                </c:pt>
                <c:pt idx="583">
                  <c:v>45251</c:v>
                </c:pt>
                <c:pt idx="584">
                  <c:v>45252</c:v>
                </c:pt>
                <c:pt idx="585">
                  <c:v>45253</c:v>
                </c:pt>
                <c:pt idx="586">
                  <c:v>45254</c:v>
                </c:pt>
                <c:pt idx="587">
                  <c:v>45257</c:v>
                </c:pt>
                <c:pt idx="588">
                  <c:v>45258</c:v>
                </c:pt>
                <c:pt idx="589">
                  <c:v>45259</c:v>
                </c:pt>
                <c:pt idx="590">
                  <c:v>45260</c:v>
                </c:pt>
                <c:pt idx="591">
                  <c:v>45261</c:v>
                </c:pt>
                <c:pt idx="592">
                  <c:v>45264</c:v>
                </c:pt>
                <c:pt idx="593">
                  <c:v>45265</c:v>
                </c:pt>
                <c:pt idx="594">
                  <c:v>45266</c:v>
                </c:pt>
                <c:pt idx="595">
                  <c:v>45267</c:v>
                </c:pt>
                <c:pt idx="596">
                  <c:v>45268</c:v>
                </c:pt>
                <c:pt idx="597">
                  <c:v>45271</c:v>
                </c:pt>
                <c:pt idx="598">
                  <c:v>45272</c:v>
                </c:pt>
                <c:pt idx="599">
                  <c:v>45273</c:v>
                </c:pt>
                <c:pt idx="600">
                  <c:v>45274</c:v>
                </c:pt>
                <c:pt idx="601">
                  <c:v>45275</c:v>
                </c:pt>
                <c:pt idx="602">
                  <c:v>45278</c:v>
                </c:pt>
                <c:pt idx="603">
                  <c:v>45279</c:v>
                </c:pt>
                <c:pt idx="604">
                  <c:v>45280</c:v>
                </c:pt>
                <c:pt idx="605">
                  <c:v>45281</c:v>
                </c:pt>
                <c:pt idx="606">
                  <c:v>45282</c:v>
                </c:pt>
                <c:pt idx="607">
                  <c:v>45285</c:v>
                </c:pt>
                <c:pt idx="608">
                  <c:v>45286</c:v>
                </c:pt>
                <c:pt idx="609">
                  <c:v>45287</c:v>
                </c:pt>
                <c:pt idx="610">
                  <c:v>45288</c:v>
                </c:pt>
                <c:pt idx="611">
                  <c:v>45289</c:v>
                </c:pt>
                <c:pt idx="612">
                  <c:v>45292</c:v>
                </c:pt>
                <c:pt idx="613">
                  <c:v>45293</c:v>
                </c:pt>
                <c:pt idx="614">
                  <c:v>45294</c:v>
                </c:pt>
                <c:pt idx="615">
                  <c:v>45295</c:v>
                </c:pt>
                <c:pt idx="616">
                  <c:v>45296</c:v>
                </c:pt>
                <c:pt idx="617">
                  <c:v>45299</c:v>
                </c:pt>
                <c:pt idx="618">
                  <c:v>45300</c:v>
                </c:pt>
                <c:pt idx="619">
                  <c:v>45301</c:v>
                </c:pt>
                <c:pt idx="620">
                  <c:v>45302</c:v>
                </c:pt>
                <c:pt idx="621">
                  <c:v>45303</c:v>
                </c:pt>
                <c:pt idx="622">
                  <c:v>45306</c:v>
                </c:pt>
                <c:pt idx="623">
                  <c:v>45307</c:v>
                </c:pt>
                <c:pt idx="624">
                  <c:v>45308</c:v>
                </c:pt>
                <c:pt idx="625">
                  <c:v>45309</c:v>
                </c:pt>
                <c:pt idx="626">
                  <c:v>45310</c:v>
                </c:pt>
                <c:pt idx="627">
                  <c:v>45313</c:v>
                </c:pt>
                <c:pt idx="628">
                  <c:v>45314</c:v>
                </c:pt>
                <c:pt idx="629">
                  <c:v>45315</c:v>
                </c:pt>
                <c:pt idx="630">
                  <c:v>45316</c:v>
                </c:pt>
                <c:pt idx="631">
                  <c:v>45317</c:v>
                </c:pt>
                <c:pt idx="632">
                  <c:v>45320</c:v>
                </c:pt>
                <c:pt idx="633">
                  <c:v>45321</c:v>
                </c:pt>
                <c:pt idx="634">
                  <c:v>45322</c:v>
                </c:pt>
                <c:pt idx="635">
                  <c:v>45323</c:v>
                </c:pt>
                <c:pt idx="636">
                  <c:v>45324</c:v>
                </c:pt>
                <c:pt idx="637">
                  <c:v>45327</c:v>
                </c:pt>
                <c:pt idx="638">
                  <c:v>45328</c:v>
                </c:pt>
                <c:pt idx="639">
                  <c:v>45329</c:v>
                </c:pt>
                <c:pt idx="640">
                  <c:v>45330</c:v>
                </c:pt>
                <c:pt idx="641">
                  <c:v>45331</c:v>
                </c:pt>
                <c:pt idx="642">
                  <c:v>45334</c:v>
                </c:pt>
                <c:pt idx="643">
                  <c:v>45335</c:v>
                </c:pt>
                <c:pt idx="644">
                  <c:v>45336</c:v>
                </c:pt>
                <c:pt idx="645">
                  <c:v>45337</c:v>
                </c:pt>
                <c:pt idx="646">
                  <c:v>45338</c:v>
                </c:pt>
                <c:pt idx="647">
                  <c:v>45341</c:v>
                </c:pt>
                <c:pt idx="648">
                  <c:v>45342</c:v>
                </c:pt>
                <c:pt idx="649">
                  <c:v>45343</c:v>
                </c:pt>
                <c:pt idx="650">
                  <c:v>45344</c:v>
                </c:pt>
                <c:pt idx="651">
                  <c:v>45345</c:v>
                </c:pt>
                <c:pt idx="652">
                  <c:v>45348</c:v>
                </c:pt>
                <c:pt idx="653">
                  <c:v>45349</c:v>
                </c:pt>
                <c:pt idx="654">
                  <c:v>45350</c:v>
                </c:pt>
                <c:pt idx="655">
                  <c:v>45351</c:v>
                </c:pt>
                <c:pt idx="656">
                  <c:v>45352</c:v>
                </c:pt>
                <c:pt idx="657">
                  <c:v>45355</c:v>
                </c:pt>
                <c:pt idx="658">
                  <c:v>45356</c:v>
                </c:pt>
                <c:pt idx="659">
                  <c:v>45357</c:v>
                </c:pt>
                <c:pt idx="660">
                  <c:v>45358</c:v>
                </c:pt>
                <c:pt idx="661">
                  <c:v>45359</c:v>
                </c:pt>
                <c:pt idx="662">
                  <c:v>45362</c:v>
                </c:pt>
                <c:pt idx="663">
                  <c:v>45363</c:v>
                </c:pt>
                <c:pt idx="664">
                  <c:v>45364</c:v>
                </c:pt>
                <c:pt idx="665">
                  <c:v>45365</c:v>
                </c:pt>
                <c:pt idx="666">
                  <c:v>45366</c:v>
                </c:pt>
                <c:pt idx="667">
                  <c:v>45369</c:v>
                </c:pt>
                <c:pt idx="668">
                  <c:v>45370</c:v>
                </c:pt>
                <c:pt idx="669">
                  <c:v>45371</c:v>
                </c:pt>
                <c:pt idx="670">
                  <c:v>45372</c:v>
                </c:pt>
                <c:pt idx="671">
                  <c:v>45373</c:v>
                </c:pt>
                <c:pt idx="672">
                  <c:v>45376</c:v>
                </c:pt>
                <c:pt idx="673">
                  <c:v>45377</c:v>
                </c:pt>
                <c:pt idx="674">
                  <c:v>45378</c:v>
                </c:pt>
                <c:pt idx="675">
                  <c:v>45379</c:v>
                </c:pt>
                <c:pt idx="676">
                  <c:v>45380</c:v>
                </c:pt>
                <c:pt idx="677">
                  <c:v>45383</c:v>
                </c:pt>
                <c:pt idx="678">
                  <c:v>45384</c:v>
                </c:pt>
                <c:pt idx="679">
                  <c:v>45385</c:v>
                </c:pt>
                <c:pt idx="680">
                  <c:v>45386</c:v>
                </c:pt>
                <c:pt idx="681">
                  <c:v>45387</c:v>
                </c:pt>
                <c:pt idx="682">
                  <c:v>45390</c:v>
                </c:pt>
                <c:pt idx="683">
                  <c:v>45391</c:v>
                </c:pt>
                <c:pt idx="684">
                  <c:v>45392</c:v>
                </c:pt>
                <c:pt idx="685">
                  <c:v>45393</c:v>
                </c:pt>
                <c:pt idx="686">
                  <c:v>45394</c:v>
                </c:pt>
                <c:pt idx="687">
                  <c:v>45397</c:v>
                </c:pt>
                <c:pt idx="688">
                  <c:v>45398</c:v>
                </c:pt>
                <c:pt idx="689">
                  <c:v>45399</c:v>
                </c:pt>
                <c:pt idx="690">
                  <c:v>45400</c:v>
                </c:pt>
                <c:pt idx="691">
                  <c:v>45401</c:v>
                </c:pt>
                <c:pt idx="692">
                  <c:v>45404</c:v>
                </c:pt>
                <c:pt idx="693">
                  <c:v>45405</c:v>
                </c:pt>
                <c:pt idx="694">
                  <c:v>45406</c:v>
                </c:pt>
                <c:pt idx="695">
                  <c:v>45407</c:v>
                </c:pt>
                <c:pt idx="696">
                  <c:v>45408</c:v>
                </c:pt>
                <c:pt idx="697">
                  <c:v>45411</c:v>
                </c:pt>
                <c:pt idx="698">
                  <c:v>45412</c:v>
                </c:pt>
                <c:pt idx="699">
                  <c:v>45413</c:v>
                </c:pt>
                <c:pt idx="700">
                  <c:v>45414</c:v>
                </c:pt>
                <c:pt idx="701">
                  <c:v>45415</c:v>
                </c:pt>
                <c:pt idx="702">
                  <c:v>45418</c:v>
                </c:pt>
                <c:pt idx="703">
                  <c:v>45419</c:v>
                </c:pt>
                <c:pt idx="704">
                  <c:v>45420</c:v>
                </c:pt>
                <c:pt idx="705">
                  <c:v>45421</c:v>
                </c:pt>
                <c:pt idx="706">
                  <c:v>45422</c:v>
                </c:pt>
                <c:pt idx="707">
                  <c:v>45425</c:v>
                </c:pt>
                <c:pt idx="708">
                  <c:v>45426</c:v>
                </c:pt>
                <c:pt idx="709">
                  <c:v>45427</c:v>
                </c:pt>
                <c:pt idx="710">
                  <c:v>45428</c:v>
                </c:pt>
                <c:pt idx="711">
                  <c:v>45429</c:v>
                </c:pt>
                <c:pt idx="712">
                  <c:v>45432</c:v>
                </c:pt>
                <c:pt idx="713">
                  <c:v>45433</c:v>
                </c:pt>
                <c:pt idx="714">
                  <c:v>45434</c:v>
                </c:pt>
                <c:pt idx="715">
                  <c:v>45435</c:v>
                </c:pt>
                <c:pt idx="716">
                  <c:v>45436</c:v>
                </c:pt>
                <c:pt idx="717">
                  <c:v>45439</c:v>
                </c:pt>
                <c:pt idx="718">
                  <c:v>45440</c:v>
                </c:pt>
                <c:pt idx="719">
                  <c:v>45441</c:v>
                </c:pt>
                <c:pt idx="720">
                  <c:v>45442</c:v>
                </c:pt>
                <c:pt idx="721">
                  <c:v>45443</c:v>
                </c:pt>
                <c:pt idx="722">
                  <c:v>45446</c:v>
                </c:pt>
                <c:pt idx="723">
                  <c:v>45447</c:v>
                </c:pt>
                <c:pt idx="724">
                  <c:v>45448</c:v>
                </c:pt>
                <c:pt idx="725">
                  <c:v>45449</c:v>
                </c:pt>
                <c:pt idx="726">
                  <c:v>45450</c:v>
                </c:pt>
                <c:pt idx="727">
                  <c:v>45453</c:v>
                </c:pt>
                <c:pt idx="728">
                  <c:v>45454</c:v>
                </c:pt>
                <c:pt idx="729">
                  <c:v>45455</c:v>
                </c:pt>
                <c:pt idx="730">
                  <c:v>45456</c:v>
                </c:pt>
                <c:pt idx="731">
                  <c:v>45457</c:v>
                </c:pt>
                <c:pt idx="732">
                  <c:v>45460</c:v>
                </c:pt>
                <c:pt idx="733">
                  <c:v>45461</c:v>
                </c:pt>
                <c:pt idx="734">
                  <c:v>45462</c:v>
                </c:pt>
                <c:pt idx="735">
                  <c:v>45463</c:v>
                </c:pt>
                <c:pt idx="736">
                  <c:v>45464</c:v>
                </c:pt>
                <c:pt idx="737">
                  <c:v>45467</c:v>
                </c:pt>
                <c:pt idx="738">
                  <c:v>45468</c:v>
                </c:pt>
                <c:pt idx="739">
                  <c:v>45469</c:v>
                </c:pt>
                <c:pt idx="740">
                  <c:v>45470</c:v>
                </c:pt>
                <c:pt idx="741">
                  <c:v>45471</c:v>
                </c:pt>
                <c:pt idx="742">
                  <c:v>45474</c:v>
                </c:pt>
                <c:pt idx="743">
                  <c:v>45475</c:v>
                </c:pt>
                <c:pt idx="744">
                  <c:v>45476</c:v>
                </c:pt>
                <c:pt idx="745">
                  <c:v>45477</c:v>
                </c:pt>
                <c:pt idx="746">
                  <c:v>45478</c:v>
                </c:pt>
                <c:pt idx="747">
                  <c:v>45481</c:v>
                </c:pt>
                <c:pt idx="748">
                  <c:v>45482</c:v>
                </c:pt>
                <c:pt idx="749">
                  <c:v>45483</c:v>
                </c:pt>
                <c:pt idx="750">
                  <c:v>45484</c:v>
                </c:pt>
                <c:pt idx="751">
                  <c:v>45485</c:v>
                </c:pt>
                <c:pt idx="752">
                  <c:v>45488</c:v>
                </c:pt>
                <c:pt idx="753">
                  <c:v>45489</c:v>
                </c:pt>
                <c:pt idx="754">
                  <c:v>45490</c:v>
                </c:pt>
                <c:pt idx="755">
                  <c:v>45491</c:v>
                </c:pt>
                <c:pt idx="756">
                  <c:v>45492</c:v>
                </c:pt>
                <c:pt idx="757">
                  <c:v>45495</c:v>
                </c:pt>
                <c:pt idx="758">
                  <c:v>45496</c:v>
                </c:pt>
                <c:pt idx="759">
                  <c:v>45497</c:v>
                </c:pt>
                <c:pt idx="760">
                  <c:v>45498</c:v>
                </c:pt>
                <c:pt idx="761">
                  <c:v>45499</c:v>
                </c:pt>
                <c:pt idx="762">
                  <c:v>45502</c:v>
                </c:pt>
                <c:pt idx="763">
                  <c:v>45503</c:v>
                </c:pt>
                <c:pt idx="764">
                  <c:v>45504</c:v>
                </c:pt>
                <c:pt idx="765">
                  <c:v>45505</c:v>
                </c:pt>
                <c:pt idx="766">
                  <c:v>45506</c:v>
                </c:pt>
                <c:pt idx="767">
                  <c:v>45509</c:v>
                </c:pt>
                <c:pt idx="768">
                  <c:v>45510</c:v>
                </c:pt>
                <c:pt idx="769">
                  <c:v>45511</c:v>
                </c:pt>
                <c:pt idx="770">
                  <c:v>45512</c:v>
                </c:pt>
                <c:pt idx="771">
                  <c:v>45513</c:v>
                </c:pt>
                <c:pt idx="772">
                  <c:v>45516</c:v>
                </c:pt>
                <c:pt idx="773">
                  <c:v>45517</c:v>
                </c:pt>
                <c:pt idx="774">
                  <c:v>45518</c:v>
                </c:pt>
                <c:pt idx="775">
                  <c:v>45519</c:v>
                </c:pt>
                <c:pt idx="776">
                  <c:v>45520</c:v>
                </c:pt>
                <c:pt idx="777">
                  <c:v>45523</c:v>
                </c:pt>
                <c:pt idx="778">
                  <c:v>45524</c:v>
                </c:pt>
                <c:pt idx="779">
                  <c:v>45525</c:v>
                </c:pt>
                <c:pt idx="780">
                  <c:v>45526</c:v>
                </c:pt>
                <c:pt idx="781">
                  <c:v>45527</c:v>
                </c:pt>
                <c:pt idx="782">
                  <c:v>45530</c:v>
                </c:pt>
                <c:pt idx="783">
                  <c:v>45531</c:v>
                </c:pt>
                <c:pt idx="784">
                  <c:v>45532</c:v>
                </c:pt>
                <c:pt idx="785">
                  <c:v>45533</c:v>
                </c:pt>
                <c:pt idx="786">
                  <c:v>45534</c:v>
                </c:pt>
                <c:pt idx="787">
                  <c:v>45537</c:v>
                </c:pt>
                <c:pt idx="788">
                  <c:v>45538</c:v>
                </c:pt>
                <c:pt idx="789">
                  <c:v>45539</c:v>
                </c:pt>
                <c:pt idx="790">
                  <c:v>45540</c:v>
                </c:pt>
                <c:pt idx="791">
                  <c:v>45541</c:v>
                </c:pt>
                <c:pt idx="792">
                  <c:v>45544</c:v>
                </c:pt>
                <c:pt idx="793">
                  <c:v>45545</c:v>
                </c:pt>
                <c:pt idx="794">
                  <c:v>45546</c:v>
                </c:pt>
                <c:pt idx="795">
                  <c:v>45547</c:v>
                </c:pt>
                <c:pt idx="796">
                  <c:v>45548</c:v>
                </c:pt>
                <c:pt idx="797">
                  <c:v>45551</c:v>
                </c:pt>
                <c:pt idx="798">
                  <c:v>45552</c:v>
                </c:pt>
                <c:pt idx="799">
                  <c:v>45553</c:v>
                </c:pt>
                <c:pt idx="800">
                  <c:v>45554</c:v>
                </c:pt>
                <c:pt idx="801">
                  <c:v>45555</c:v>
                </c:pt>
                <c:pt idx="802">
                  <c:v>45558</c:v>
                </c:pt>
                <c:pt idx="803">
                  <c:v>45559</c:v>
                </c:pt>
                <c:pt idx="804">
                  <c:v>45560</c:v>
                </c:pt>
                <c:pt idx="805">
                  <c:v>45561</c:v>
                </c:pt>
                <c:pt idx="806">
                  <c:v>45562</c:v>
                </c:pt>
                <c:pt idx="807">
                  <c:v>45565</c:v>
                </c:pt>
                <c:pt idx="808">
                  <c:v>45566</c:v>
                </c:pt>
                <c:pt idx="809">
                  <c:v>45567</c:v>
                </c:pt>
                <c:pt idx="810">
                  <c:v>45568</c:v>
                </c:pt>
                <c:pt idx="811">
                  <c:v>45569</c:v>
                </c:pt>
                <c:pt idx="812">
                  <c:v>45572</c:v>
                </c:pt>
                <c:pt idx="813">
                  <c:v>45573</c:v>
                </c:pt>
                <c:pt idx="814">
                  <c:v>45574</c:v>
                </c:pt>
                <c:pt idx="815">
                  <c:v>45575</c:v>
                </c:pt>
                <c:pt idx="816">
                  <c:v>45576</c:v>
                </c:pt>
                <c:pt idx="817">
                  <c:v>45579</c:v>
                </c:pt>
                <c:pt idx="818">
                  <c:v>45580</c:v>
                </c:pt>
                <c:pt idx="819">
                  <c:v>45581</c:v>
                </c:pt>
                <c:pt idx="820">
                  <c:v>45582</c:v>
                </c:pt>
                <c:pt idx="821">
                  <c:v>45583</c:v>
                </c:pt>
                <c:pt idx="822">
                  <c:v>45586</c:v>
                </c:pt>
                <c:pt idx="823">
                  <c:v>45587</c:v>
                </c:pt>
                <c:pt idx="824">
                  <c:v>45588</c:v>
                </c:pt>
                <c:pt idx="825">
                  <c:v>45589</c:v>
                </c:pt>
                <c:pt idx="826">
                  <c:v>45590</c:v>
                </c:pt>
                <c:pt idx="827">
                  <c:v>45593</c:v>
                </c:pt>
                <c:pt idx="828">
                  <c:v>45594</c:v>
                </c:pt>
                <c:pt idx="829">
                  <c:v>45595</c:v>
                </c:pt>
                <c:pt idx="830">
                  <c:v>45596</c:v>
                </c:pt>
                <c:pt idx="831">
                  <c:v>45597</c:v>
                </c:pt>
                <c:pt idx="832">
                  <c:v>45600</c:v>
                </c:pt>
                <c:pt idx="833">
                  <c:v>45601</c:v>
                </c:pt>
                <c:pt idx="834">
                  <c:v>45602</c:v>
                </c:pt>
                <c:pt idx="835">
                  <c:v>45603</c:v>
                </c:pt>
                <c:pt idx="836">
                  <c:v>45604</c:v>
                </c:pt>
                <c:pt idx="837">
                  <c:v>45607</c:v>
                </c:pt>
                <c:pt idx="838">
                  <c:v>45608</c:v>
                </c:pt>
                <c:pt idx="839">
                  <c:v>45609</c:v>
                </c:pt>
                <c:pt idx="840">
                  <c:v>45610</c:v>
                </c:pt>
                <c:pt idx="841">
                  <c:v>45611</c:v>
                </c:pt>
                <c:pt idx="842">
                  <c:v>45614</c:v>
                </c:pt>
                <c:pt idx="843">
                  <c:v>45615</c:v>
                </c:pt>
                <c:pt idx="844">
                  <c:v>45616</c:v>
                </c:pt>
                <c:pt idx="845">
                  <c:v>45617</c:v>
                </c:pt>
                <c:pt idx="846">
                  <c:v>45618</c:v>
                </c:pt>
                <c:pt idx="847">
                  <c:v>45621</c:v>
                </c:pt>
                <c:pt idx="848">
                  <c:v>45622</c:v>
                </c:pt>
                <c:pt idx="849">
                  <c:v>45623</c:v>
                </c:pt>
                <c:pt idx="850">
                  <c:v>45624</c:v>
                </c:pt>
                <c:pt idx="851">
                  <c:v>45625</c:v>
                </c:pt>
                <c:pt idx="852">
                  <c:v>45628</c:v>
                </c:pt>
                <c:pt idx="853">
                  <c:v>45629</c:v>
                </c:pt>
                <c:pt idx="854">
                  <c:v>45630</c:v>
                </c:pt>
                <c:pt idx="855">
                  <c:v>45631</c:v>
                </c:pt>
                <c:pt idx="856">
                  <c:v>45632</c:v>
                </c:pt>
                <c:pt idx="857">
                  <c:v>45635</c:v>
                </c:pt>
                <c:pt idx="858">
                  <c:v>45636</c:v>
                </c:pt>
                <c:pt idx="859">
                  <c:v>45637</c:v>
                </c:pt>
                <c:pt idx="860">
                  <c:v>45638</c:v>
                </c:pt>
                <c:pt idx="861">
                  <c:v>45639</c:v>
                </c:pt>
                <c:pt idx="862">
                  <c:v>45642</c:v>
                </c:pt>
                <c:pt idx="863">
                  <c:v>45643</c:v>
                </c:pt>
                <c:pt idx="864">
                  <c:v>45644</c:v>
                </c:pt>
                <c:pt idx="865">
                  <c:v>45645</c:v>
                </c:pt>
                <c:pt idx="866">
                  <c:v>45646</c:v>
                </c:pt>
                <c:pt idx="867">
                  <c:v>45649</c:v>
                </c:pt>
                <c:pt idx="868">
                  <c:v>45650</c:v>
                </c:pt>
                <c:pt idx="869">
                  <c:v>45651</c:v>
                </c:pt>
                <c:pt idx="870">
                  <c:v>45652</c:v>
                </c:pt>
                <c:pt idx="871">
                  <c:v>45653</c:v>
                </c:pt>
                <c:pt idx="872">
                  <c:v>45656</c:v>
                </c:pt>
                <c:pt idx="873">
                  <c:v>45657</c:v>
                </c:pt>
                <c:pt idx="874">
                  <c:v>45658</c:v>
                </c:pt>
                <c:pt idx="875">
                  <c:v>45659</c:v>
                </c:pt>
                <c:pt idx="876">
                  <c:v>45660</c:v>
                </c:pt>
                <c:pt idx="877">
                  <c:v>45663</c:v>
                </c:pt>
                <c:pt idx="878">
                  <c:v>45664</c:v>
                </c:pt>
                <c:pt idx="879">
                  <c:v>45665</c:v>
                </c:pt>
                <c:pt idx="880">
                  <c:v>45666</c:v>
                </c:pt>
                <c:pt idx="881">
                  <c:v>45667</c:v>
                </c:pt>
                <c:pt idx="882">
                  <c:v>45670</c:v>
                </c:pt>
                <c:pt idx="883">
                  <c:v>45671</c:v>
                </c:pt>
                <c:pt idx="884">
                  <c:v>45672</c:v>
                </c:pt>
                <c:pt idx="885">
                  <c:v>45673</c:v>
                </c:pt>
                <c:pt idx="886">
                  <c:v>45674</c:v>
                </c:pt>
                <c:pt idx="887">
                  <c:v>45677</c:v>
                </c:pt>
                <c:pt idx="888">
                  <c:v>45678</c:v>
                </c:pt>
                <c:pt idx="889">
                  <c:v>45679</c:v>
                </c:pt>
                <c:pt idx="890">
                  <c:v>45680</c:v>
                </c:pt>
                <c:pt idx="891">
                  <c:v>45681</c:v>
                </c:pt>
                <c:pt idx="892">
                  <c:v>45684</c:v>
                </c:pt>
                <c:pt idx="893">
                  <c:v>45685</c:v>
                </c:pt>
                <c:pt idx="894">
                  <c:v>45686</c:v>
                </c:pt>
                <c:pt idx="895">
                  <c:v>45687</c:v>
                </c:pt>
                <c:pt idx="896">
                  <c:v>45688</c:v>
                </c:pt>
                <c:pt idx="897">
                  <c:v>45691</c:v>
                </c:pt>
                <c:pt idx="898">
                  <c:v>45692</c:v>
                </c:pt>
                <c:pt idx="899">
                  <c:v>45693</c:v>
                </c:pt>
                <c:pt idx="900">
                  <c:v>45694</c:v>
                </c:pt>
                <c:pt idx="901">
                  <c:v>45695</c:v>
                </c:pt>
                <c:pt idx="902">
                  <c:v>45698</c:v>
                </c:pt>
                <c:pt idx="903">
                  <c:v>45699</c:v>
                </c:pt>
                <c:pt idx="904">
                  <c:v>45700</c:v>
                </c:pt>
                <c:pt idx="905">
                  <c:v>45701</c:v>
                </c:pt>
                <c:pt idx="906">
                  <c:v>45702</c:v>
                </c:pt>
                <c:pt idx="907">
                  <c:v>45705</c:v>
                </c:pt>
                <c:pt idx="908">
                  <c:v>45706</c:v>
                </c:pt>
                <c:pt idx="909">
                  <c:v>45707</c:v>
                </c:pt>
                <c:pt idx="910">
                  <c:v>45708</c:v>
                </c:pt>
                <c:pt idx="911">
                  <c:v>45709</c:v>
                </c:pt>
                <c:pt idx="912">
                  <c:v>45712</c:v>
                </c:pt>
                <c:pt idx="913">
                  <c:v>45713</c:v>
                </c:pt>
                <c:pt idx="914">
                  <c:v>45714</c:v>
                </c:pt>
                <c:pt idx="915">
                  <c:v>45715</c:v>
                </c:pt>
                <c:pt idx="916">
                  <c:v>45716</c:v>
                </c:pt>
                <c:pt idx="917">
                  <c:v>45719</c:v>
                </c:pt>
                <c:pt idx="918">
                  <c:v>45720</c:v>
                </c:pt>
                <c:pt idx="919">
                  <c:v>45721</c:v>
                </c:pt>
                <c:pt idx="920">
                  <c:v>45722</c:v>
                </c:pt>
                <c:pt idx="921">
                  <c:v>45723</c:v>
                </c:pt>
                <c:pt idx="922">
                  <c:v>45726</c:v>
                </c:pt>
                <c:pt idx="923">
                  <c:v>45727</c:v>
                </c:pt>
                <c:pt idx="924">
                  <c:v>45728</c:v>
                </c:pt>
                <c:pt idx="925">
                  <c:v>45729</c:v>
                </c:pt>
                <c:pt idx="926">
                  <c:v>45730</c:v>
                </c:pt>
                <c:pt idx="927">
                  <c:v>45733</c:v>
                </c:pt>
                <c:pt idx="928">
                  <c:v>45734</c:v>
                </c:pt>
                <c:pt idx="929">
                  <c:v>45735</c:v>
                </c:pt>
                <c:pt idx="930">
                  <c:v>45736</c:v>
                </c:pt>
                <c:pt idx="931">
                  <c:v>45737</c:v>
                </c:pt>
                <c:pt idx="932">
                  <c:v>45740</c:v>
                </c:pt>
                <c:pt idx="933">
                  <c:v>45741</c:v>
                </c:pt>
                <c:pt idx="934">
                  <c:v>45742</c:v>
                </c:pt>
                <c:pt idx="935">
                  <c:v>45743</c:v>
                </c:pt>
                <c:pt idx="936">
                  <c:v>45744</c:v>
                </c:pt>
                <c:pt idx="937">
                  <c:v>45747</c:v>
                </c:pt>
                <c:pt idx="938">
                  <c:v>45748</c:v>
                </c:pt>
                <c:pt idx="939">
                  <c:v>45749</c:v>
                </c:pt>
                <c:pt idx="940">
                  <c:v>45750</c:v>
                </c:pt>
                <c:pt idx="941">
                  <c:v>45751</c:v>
                </c:pt>
                <c:pt idx="942">
                  <c:v>45754</c:v>
                </c:pt>
                <c:pt idx="943">
                  <c:v>45755</c:v>
                </c:pt>
                <c:pt idx="944">
                  <c:v>45756</c:v>
                </c:pt>
                <c:pt idx="945">
                  <c:v>45757</c:v>
                </c:pt>
                <c:pt idx="946">
                  <c:v>45758</c:v>
                </c:pt>
                <c:pt idx="947">
                  <c:v>45761</c:v>
                </c:pt>
                <c:pt idx="948">
                  <c:v>45762</c:v>
                </c:pt>
                <c:pt idx="949">
                  <c:v>45763</c:v>
                </c:pt>
                <c:pt idx="950">
                  <c:v>45764</c:v>
                </c:pt>
                <c:pt idx="951">
                  <c:v>45765</c:v>
                </c:pt>
                <c:pt idx="952">
                  <c:v>45768</c:v>
                </c:pt>
                <c:pt idx="953">
                  <c:v>45769</c:v>
                </c:pt>
                <c:pt idx="954">
                  <c:v>45770</c:v>
                </c:pt>
                <c:pt idx="955">
                  <c:v>45771</c:v>
                </c:pt>
                <c:pt idx="956">
                  <c:v>45772</c:v>
                </c:pt>
                <c:pt idx="957">
                  <c:v>45775</c:v>
                </c:pt>
                <c:pt idx="958">
                  <c:v>45776</c:v>
                </c:pt>
                <c:pt idx="959">
                  <c:v>45777</c:v>
                </c:pt>
                <c:pt idx="960">
                  <c:v>45778</c:v>
                </c:pt>
                <c:pt idx="961">
                  <c:v>45779</c:v>
                </c:pt>
                <c:pt idx="962">
                  <c:v>45782</c:v>
                </c:pt>
                <c:pt idx="963">
                  <c:v>45783</c:v>
                </c:pt>
                <c:pt idx="964">
                  <c:v>45784</c:v>
                </c:pt>
                <c:pt idx="965">
                  <c:v>45785</c:v>
                </c:pt>
                <c:pt idx="966">
                  <c:v>45786</c:v>
                </c:pt>
                <c:pt idx="967">
                  <c:v>45789</c:v>
                </c:pt>
                <c:pt idx="968">
                  <c:v>45790</c:v>
                </c:pt>
                <c:pt idx="969">
                  <c:v>45791</c:v>
                </c:pt>
                <c:pt idx="970">
                  <c:v>45792</c:v>
                </c:pt>
                <c:pt idx="971">
                  <c:v>45793</c:v>
                </c:pt>
                <c:pt idx="972">
                  <c:v>45796</c:v>
                </c:pt>
                <c:pt idx="973">
                  <c:v>45797</c:v>
                </c:pt>
                <c:pt idx="974">
                  <c:v>45798</c:v>
                </c:pt>
                <c:pt idx="975">
                  <c:v>45799</c:v>
                </c:pt>
                <c:pt idx="976">
                  <c:v>45800</c:v>
                </c:pt>
                <c:pt idx="977">
                  <c:v>45803</c:v>
                </c:pt>
                <c:pt idx="978">
                  <c:v>45804</c:v>
                </c:pt>
                <c:pt idx="979">
                  <c:v>45805</c:v>
                </c:pt>
                <c:pt idx="980">
                  <c:v>45806</c:v>
                </c:pt>
                <c:pt idx="981">
                  <c:v>45807</c:v>
                </c:pt>
                <c:pt idx="982">
                  <c:v>45810</c:v>
                </c:pt>
                <c:pt idx="983">
                  <c:v>45811</c:v>
                </c:pt>
                <c:pt idx="984">
                  <c:v>45812</c:v>
                </c:pt>
                <c:pt idx="985">
                  <c:v>45813</c:v>
                </c:pt>
                <c:pt idx="986">
                  <c:v>45814</c:v>
                </c:pt>
                <c:pt idx="987">
                  <c:v>45817</c:v>
                </c:pt>
                <c:pt idx="988">
                  <c:v>45818</c:v>
                </c:pt>
                <c:pt idx="989">
                  <c:v>45819</c:v>
                </c:pt>
                <c:pt idx="990">
                  <c:v>45820</c:v>
                </c:pt>
                <c:pt idx="991">
                  <c:v>45821</c:v>
                </c:pt>
                <c:pt idx="992">
                  <c:v>45824</c:v>
                </c:pt>
                <c:pt idx="993">
                  <c:v>45825</c:v>
                </c:pt>
                <c:pt idx="994">
                  <c:v>45826</c:v>
                </c:pt>
                <c:pt idx="995">
                  <c:v>45827</c:v>
                </c:pt>
                <c:pt idx="996">
                  <c:v>45828</c:v>
                </c:pt>
                <c:pt idx="997">
                  <c:v>45831</c:v>
                </c:pt>
                <c:pt idx="998">
                  <c:v>45832</c:v>
                </c:pt>
                <c:pt idx="999">
                  <c:v>45833</c:v>
                </c:pt>
                <c:pt idx="1000">
                  <c:v>45834</c:v>
                </c:pt>
                <c:pt idx="1001">
                  <c:v>45835</c:v>
                </c:pt>
                <c:pt idx="1002">
                  <c:v>45838</c:v>
                </c:pt>
                <c:pt idx="1003">
                  <c:v>45839</c:v>
                </c:pt>
                <c:pt idx="1004">
                  <c:v>45840</c:v>
                </c:pt>
                <c:pt idx="1005">
                  <c:v>45841</c:v>
                </c:pt>
                <c:pt idx="1006">
                  <c:v>45842</c:v>
                </c:pt>
                <c:pt idx="1007">
                  <c:v>45845</c:v>
                </c:pt>
                <c:pt idx="1008">
                  <c:v>45846</c:v>
                </c:pt>
                <c:pt idx="1009">
                  <c:v>45847</c:v>
                </c:pt>
                <c:pt idx="1010">
                  <c:v>45848</c:v>
                </c:pt>
                <c:pt idx="1011">
                  <c:v>45849</c:v>
                </c:pt>
                <c:pt idx="1012">
                  <c:v>45852</c:v>
                </c:pt>
                <c:pt idx="1013">
                  <c:v>45853</c:v>
                </c:pt>
                <c:pt idx="1014">
                  <c:v>45854</c:v>
                </c:pt>
                <c:pt idx="1015">
                  <c:v>45855</c:v>
                </c:pt>
                <c:pt idx="1016">
                  <c:v>45856</c:v>
                </c:pt>
                <c:pt idx="1017">
                  <c:v>45859</c:v>
                </c:pt>
                <c:pt idx="1018">
                  <c:v>45860</c:v>
                </c:pt>
                <c:pt idx="1019">
                  <c:v>45861</c:v>
                </c:pt>
                <c:pt idx="1020">
                  <c:v>45862</c:v>
                </c:pt>
                <c:pt idx="1021">
                  <c:v>45863</c:v>
                </c:pt>
                <c:pt idx="1022">
                  <c:v>45866</c:v>
                </c:pt>
                <c:pt idx="1023">
                  <c:v>45867</c:v>
                </c:pt>
                <c:pt idx="1024">
                  <c:v>45868</c:v>
                </c:pt>
                <c:pt idx="1025">
                  <c:v>45869</c:v>
                </c:pt>
                <c:pt idx="1026">
                  <c:v>45870</c:v>
                </c:pt>
                <c:pt idx="1027">
                  <c:v>45873</c:v>
                </c:pt>
                <c:pt idx="1028">
                  <c:v>45874</c:v>
                </c:pt>
                <c:pt idx="1029">
                  <c:v>45875</c:v>
                </c:pt>
                <c:pt idx="1030">
                  <c:v>45876</c:v>
                </c:pt>
                <c:pt idx="1031">
                  <c:v>45877</c:v>
                </c:pt>
                <c:pt idx="1032">
                  <c:v>45880</c:v>
                </c:pt>
                <c:pt idx="1033">
                  <c:v>45881</c:v>
                </c:pt>
                <c:pt idx="1034">
                  <c:v>45882</c:v>
                </c:pt>
                <c:pt idx="1035">
                  <c:v>45883</c:v>
                </c:pt>
                <c:pt idx="1036">
                  <c:v>45884</c:v>
                </c:pt>
                <c:pt idx="1037">
                  <c:v>45887</c:v>
                </c:pt>
                <c:pt idx="1038">
                  <c:v>45888</c:v>
                </c:pt>
                <c:pt idx="1039">
                  <c:v>45889</c:v>
                </c:pt>
                <c:pt idx="1040">
                  <c:v>45890</c:v>
                </c:pt>
                <c:pt idx="1041">
                  <c:v>45891</c:v>
                </c:pt>
                <c:pt idx="1042">
                  <c:v>45894</c:v>
                </c:pt>
                <c:pt idx="1043">
                  <c:v>45895</c:v>
                </c:pt>
                <c:pt idx="1044">
                  <c:v>45896</c:v>
                </c:pt>
                <c:pt idx="1045">
                  <c:v>45897</c:v>
                </c:pt>
                <c:pt idx="1046">
                  <c:v>45898</c:v>
                </c:pt>
                <c:pt idx="1047">
                  <c:v>45901</c:v>
                </c:pt>
                <c:pt idx="1048">
                  <c:v>45902</c:v>
                </c:pt>
                <c:pt idx="1049">
                  <c:v>45903</c:v>
                </c:pt>
                <c:pt idx="1050">
                  <c:v>45904</c:v>
                </c:pt>
                <c:pt idx="1051">
                  <c:v>45905</c:v>
                </c:pt>
                <c:pt idx="1052">
                  <c:v>45908</c:v>
                </c:pt>
                <c:pt idx="1053">
                  <c:v>45909</c:v>
                </c:pt>
                <c:pt idx="1054">
                  <c:v>45910</c:v>
                </c:pt>
                <c:pt idx="1055">
                  <c:v>45911</c:v>
                </c:pt>
                <c:pt idx="1056">
                  <c:v>45912</c:v>
                </c:pt>
                <c:pt idx="1057">
                  <c:v>45915</c:v>
                </c:pt>
                <c:pt idx="1058">
                  <c:v>45916</c:v>
                </c:pt>
                <c:pt idx="1059">
                  <c:v>45917</c:v>
                </c:pt>
                <c:pt idx="1060">
                  <c:v>45918</c:v>
                </c:pt>
                <c:pt idx="1061">
                  <c:v>45919</c:v>
                </c:pt>
                <c:pt idx="1062">
                  <c:v>45922</c:v>
                </c:pt>
                <c:pt idx="1063">
                  <c:v>45923</c:v>
                </c:pt>
                <c:pt idx="1064">
                  <c:v>45924</c:v>
                </c:pt>
                <c:pt idx="1065">
                  <c:v>45925</c:v>
                </c:pt>
                <c:pt idx="1066">
                  <c:v>45926</c:v>
                </c:pt>
                <c:pt idx="1067">
                  <c:v>45929</c:v>
                </c:pt>
                <c:pt idx="1068">
                  <c:v>45930</c:v>
                </c:pt>
                <c:pt idx="1069">
                  <c:v>45931</c:v>
                </c:pt>
                <c:pt idx="1070">
                  <c:v>45932</c:v>
                </c:pt>
                <c:pt idx="1071">
                  <c:v>45933</c:v>
                </c:pt>
                <c:pt idx="1072">
                  <c:v>45936</c:v>
                </c:pt>
                <c:pt idx="1073">
                  <c:v>45937</c:v>
                </c:pt>
                <c:pt idx="1074">
                  <c:v>45938</c:v>
                </c:pt>
                <c:pt idx="1075">
                  <c:v>45939</c:v>
                </c:pt>
                <c:pt idx="1076">
                  <c:v>45940</c:v>
                </c:pt>
                <c:pt idx="1077">
                  <c:v>45943</c:v>
                </c:pt>
                <c:pt idx="1078">
                  <c:v>45944</c:v>
                </c:pt>
                <c:pt idx="1079">
                  <c:v>45945</c:v>
                </c:pt>
                <c:pt idx="1080">
                  <c:v>45946</c:v>
                </c:pt>
                <c:pt idx="1081">
                  <c:v>45947</c:v>
                </c:pt>
                <c:pt idx="1082">
                  <c:v>45950</c:v>
                </c:pt>
                <c:pt idx="1083">
                  <c:v>45951</c:v>
                </c:pt>
                <c:pt idx="1084">
                  <c:v>45952</c:v>
                </c:pt>
                <c:pt idx="1085">
                  <c:v>45953</c:v>
                </c:pt>
                <c:pt idx="1086">
                  <c:v>45954</c:v>
                </c:pt>
                <c:pt idx="1087">
                  <c:v>45957</c:v>
                </c:pt>
                <c:pt idx="1088">
                  <c:v>45958</c:v>
                </c:pt>
                <c:pt idx="1089">
                  <c:v>45959</c:v>
                </c:pt>
                <c:pt idx="1090">
                  <c:v>45960</c:v>
                </c:pt>
                <c:pt idx="1091">
                  <c:v>45961</c:v>
                </c:pt>
                <c:pt idx="1092">
                  <c:v>45964</c:v>
                </c:pt>
                <c:pt idx="1093">
                  <c:v>45965</c:v>
                </c:pt>
                <c:pt idx="1094">
                  <c:v>45966</c:v>
                </c:pt>
                <c:pt idx="1095">
                  <c:v>45967</c:v>
                </c:pt>
                <c:pt idx="1096">
                  <c:v>45968</c:v>
                </c:pt>
                <c:pt idx="1097">
                  <c:v>45971</c:v>
                </c:pt>
                <c:pt idx="1098">
                  <c:v>45972</c:v>
                </c:pt>
                <c:pt idx="1099">
                  <c:v>45973</c:v>
                </c:pt>
                <c:pt idx="1100">
                  <c:v>45974</c:v>
                </c:pt>
                <c:pt idx="1101">
                  <c:v>45975</c:v>
                </c:pt>
                <c:pt idx="1102">
                  <c:v>45978</c:v>
                </c:pt>
                <c:pt idx="1103">
                  <c:v>45979</c:v>
                </c:pt>
                <c:pt idx="1104">
                  <c:v>45980</c:v>
                </c:pt>
                <c:pt idx="1105">
                  <c:v>45981</c:v>
                </c:pt>
                <c:pt idx="1106">
                  <c:v>45982</c:v>
                </c:pt>
                <c:pt idx="1107">
                  <c:v>45985</c:v>
                </c:pt>
                <c:pt idx="1108">
                  <c:v>45986</c:v>
                </c:pt>
                <c:pt idx="1109">
                  <c:v>45987</c:v>
                </c:pt>
                <c:pt idx="1110">
                  <c:v>45988</c:v>
                </c:pt>
                <c:pt idx="1111">
                  <c:v>45989</c:v>
                </c:pt>
                <c:pt idx="1112">
                  <c:v>45992</c:v>
                </c:pt>
                <c:pt idx="1113">
                  <c:v>45993</c:v>
                </c:pt>
                <c:pt idx="1114">
                  <c:v>45994</c:v>
                </c:pt>
                <c:pt idx="1115">
                  <c:v>45995</c:v>
                </c:pt>
                <c:pt idx="1116">
                  <c:v>45996</c:v>
                </c:pt>
                <c:pt idx="1117">
                  <c:v>45999</c:v>
                </c:pt>
                <c:pt idx="1118">
                  <c:v>46000</c:v>
                </c:pt>
                <c:pt idx="1119">
                  <c:v>46001</c:v>
                </c:pt>
                <c:pt idx="1120">
                  <c:v>46002</c:v>
                </c:pt>
                <c:pt idx="1121">
                  <c:v>46003</c:v>
                </c:pt>
                <c:pt idx="1122">
                  <c:v>46006</c:v>
                </c:pt>
                <c:pt idx="1123">
                  <c:v>46007</c:v>
                </c:pt>
                <c:pt idx="1124">
                  <c:v>46008</c:v>
                </c:pt>
                <c:pt idx="1125">
                  <c:v>46009</c:v>
                </c:pt>
                <c:pt idx="1126">
                  <c:v>46010</c:v>
                </c:pt>
                <c:pt idx="1127">
                  <c:v>46013</c:v>
                </c:pt>
                <c:pt idx="1128">
                  <c:v>46014</c:v>
                </c:pt>
                <c:pt idx="1129">
                  <c:v>46015</c:v>
                </c:pt>
                <c:pt idx="1130">
                  <c:v>46016</c:v>
                </c:pt>
                <c:pt idx="1131">
                  <c:v>46017</c:v>
                </c:pt>
                <c:pt idx="1132">
                  <c:v>46020</c:v>
                </c:pt>
                <c:pt idx="1133">
                  <c:v>46021</c:v>
                </c:pt>
                <c:pt idx="1134">
                  <c:v>46022</c:v>
                </c:pt>
                <c:pt idx="1135">
                  <c:v>46023</c:v>
                </c:pt>
                <c:pt idx="1136">
                  <c:v>46024</c:v>
                </c:pt>
                <c:pt idx="1137">
                  <c:v>46027</c:v>
                </c:pt>
                <c:pt idx="1138">
                  <c:v>46028</c:v>
                </c:pt>
                <c:pt idx="1139">
                  <c:v>46029</c:v>
                </c:pt>
                <c:pt idx="1140">
                  <c:v>46030</c:v>
                </c:pt>
                <c:pt idx="1141">
                  <c:v>46031</c:v>
                </c:pt>
                <c:pt idx="1142">
                  <c:v>46034</c:v>
                </c:pt>
                <c:pt idx="1143">
                  <c:v>46035</c:v>
                </c:pt>
                <c:pt idx="1144">
                  <c:v>46036</c:v>
                </c:pt>
                <c:pt idx="1145">
                  <c:v>46037</c:v>
                </c:pt>
                <c:pt idx="1146">
                  <c:v>46038</c:v>
                </c:pt>
                <c:pt idx="1147">
                  <c:v>46041</c:v>
                </c:pt>
                <c:pt idx="1148">
                  <c:v>46042</c:v>
                </c:pt>
                <c:pt idx="1149">
                  <c:v>46043</c:v>
                </c:pt>
                <c:pt idx="1150">
                  <c:v>46044</c:v>
                </c:pt>
                <c:pt idx="1151">
                  <c:v>46045</c:v>
                </c:pt>
                <c:pt idx="1152">
                  <c:v>46048</c:v>
                </c:pt>
                <c:pt idx="1153">
                  <c:v>46049</c:v>
                </c:pt>
                <c:pt idx="1154">
                  <c:v>46050</c:v>
                </c:pt>
                <c:pt idx="1155">
                  <c:v>46051</c:v>
                </c:pt>
                <c:pt idx="1156">
                  <c:v>46052</c:v>
                </c:pt>
                <c:pt idx="1157">
                  <c:v>46055</c:v>
                </c:pt>
                <c:pt idx="1158">
                  <c:v>46056</c:v>
                </c:pt>
                <c:pt idx="1159">
                  <c:v>46057</c:v>
                </c:pt>
                <c:pt idx="1160">
                  <c:v>46058</c:v>
                </c:pt>
                <c:pt idx="1161">
                  <c:v>46059</c:v>
                </c:pt>
                <c:pt idx="1162">
                  <c:v>46062</c:v>
                </c:pt>
                <c:pt idx="1163">
                  <c:v>46063</c:v>
                </c:pt>
                <c:pt idx="1164">
                  <c:v>46064</c:v>
                </c:pt>
                <c:pt idx="1165">
                  <c:v>46065</c:v>
                </c:pt>
                <c:pt idx="1166">
                  <c:v>46066</c:v>
                </c:pt>
                <c:pt idx="1167">
                  <c:v>46069</c:v>
                </c:pt>
                <c:pt idx="1168">
                  <c:v>46070</c:v>
                </c:pt>
                <c:pt idx="1169">
                  <c:v>46071</c:v>
                </c:pt>
                <c:pt idx="1170">
                  <c:v>46072</c:v>
                </c:pt>
                <c:pt idx="1171">
                  <c:v>46073</c:v>
                </c:pt>
                <c:pt idx="1172">
                  <c:v>46076</c:v>
                </c:pt>
                <c:pt idx="1173">
                  <c:v>46077</c:v>
                </c:pt>
                <c:pt idx="1174">
                  <c:v>46078</c:v>
                </c:pt>
                <c:pt idx="1175">
                  <c:v>46079</c:v>
                </c:pt>
                <c:pt idx="1176">
                  <c:v>46080</c:v>
                </c:pt>
                <c:pt idx="1177">
                  <c:v>46083</c:v>
                </c:pt>
                <c:pt idx="1178">
                  <c:v>46084</c:v>
                </c:pt>
                <c:pt idx="1179">
                  <c:v>46085</c:v>
                </c:pt>
                <c:pt idx="1180">
                  <c:v>46086</c:v>
                </c:pt>
                <c:pt idx="1181">
                  <c:v>46087</c:v>
                </c:pt>
                <c:pt idx="1182">
                  <c:v>46090</c:v>
                </c:pt>
                <c:pt idx="1183">
                  <c:v>46091</c:v>
                </c:pt>
                <c:pt idx="1184">
                  <c:v>46092</c:v>
                </c:pt>
                <c:pt idx="1185">
                  <c:v>46093</c:v>
                </c:pt>
                <c:pt idx="1186">
                  <c:v>46094</c:v>
                </c:pt>
                <c:pt idx="1187">
                  <c:v>46097</c:v>
                </c:pt>
                <c:pt idx="1188">
                  <c:v>46098</c:v>
                </c:pt>
                <c:pt idx="1189">
                  <c:v>46099</c:v>
                </c:pt>
                <c:pt idx="1190">
                  <c:v>46100</c:v>
                </c:pt>
                <c:pt idx="1191">
                  <c:v>46101</c:v>
                </c:pt>
                <c:pt idx="1192">
                  <c:v>46104</c:v>
                </c:pt>
                <c:pt idx="1193">
                  <c:v>46105</c:v>
                </c:pt>
                <c:pt idx="1194">
                  <c:v>46106</c:v>
                </c:pt>
                <c:pt idx="1195">
                  <c:v>46107</c:v>
                </c:pt>
                <c:pt idx="1196">
                  <c:v>46108</c:v>
                </c:pt>
                <c:pt idx="1197">
                  <c:v>46111</c:v>
                </c:pt>
                <c:pt idx="1198">
                  <c:v>46112</c:v>
                </c:pt>
                <c:pt idx="1199">
                  <c:v>46113</c:v>
                </c:pt>
                <c:pt idx="1200">
                  <c:v>46114</c:v>
                </c:pt>
                <c:pt idx="1201">
                  <c:v>46115</c:v>
                </c:pt>
                <c:pt idx="1202">
                  <c:v>46118</c:v>
                </c:pt>
                <c:pt idx="1203">
                  <c:v>46119</c:v>
                </c:pt>
                <c:pt idx="1204">
                  <c:v>46120</c:v>
                </c:pt>
                <c:pt idx="1205">
                  <c:v>46121</c:v>
                </c:pt>
                <c:pt idx="1206">
                  <c:v>46122</c:v>
                </c:pt>
                <c:pt idx="1207">
                  <c:v>46125</c:v>
                </c:pt>
                <c:pt idx="1208">
                  <c:v>46126</c:v>
                </c:pt>
                <c:pt idx="1209">
                  <c:v>46127</c:v>
                </c:pt>
                <c:pt idx="1210">
                  <c:v>46128</c:v>
                </c:pt>
                <c:pt idx="1211">
                  <c:v>46129</c:v>
                </c:pt>
                <c:pt idx="1212">
                  <c:v>46132</c:v>
                </c:pt>
                <c:pt idx="1213">
                  <c:v>46133</c:v>
                </c:pt>
                <c:pt idx="1214">
                  <c:v>46134</c:v>
                </c:pt>
                <c:pt idx="1215">
                  <c:v>46135</c:v>
                </c:pt>
                <c:pt idx="1216">
                  <c:v>46136</c:v>
                </c:pt>
                <c:pt idx="1217">
                  <c:v>46139</c:v>
                </c:pt>
                <c:pt idx="1218">
                  <c:v>46140</c:v>
                </c:pt>
                <c:pt idx="1219">
                  <c:v>46141</c:v>
                </c:pt>
                <c:pt idx="1220">
                  <c:v>46142</c:v>
                </c:pt>
                <c:pt idx="1221">
                  <c:v>46143</c:v>
                </c:pt>
                <c:pt idx="1222">
                  <c:v>46146</c:v>
                </c:pt>
                <c:pt idx="1223">
                  <c:v>46147</c:v>
                </c:pt>
                <c:pt idx="1224">
                  <c:v>46148</c:v>
                </c:pt>
                <c:pt idx="1225">
                  <c:v>46149</c:v>
                </c:pt>
                <c:pt idx="1226">
                  <c:v>46150</c:v>
                </c:pt>
                <c:pt idx="1227">
                  <c:v>46153</c:v>
                </c:pt>
                <c:pt idx="1228">
                  <c:v>46154</c:v>
                </c:pt>
                <c:pt idx="1229">
                  <c:v>46155</c:v>
                </c:pt>
                <c:pt idx="1230">
                  <c:v>46156</c:v>
                </c:pt>
                <c:pt idx="1231">
                  <c:v>46157</c:v>
                </c:pt>
                <c:pt idx="1232">
                  <c:v>46160</c:v>
                </c:pt>
                <c:pt idx="1233">
                  <c:v>46161</c:v>
                </c:pt>
                <c:pt idx="1234">
                  <c:v>46162</c:v>
                </c:pt>
                <c:pt idx="1235">
                  <c:v>46163</c:v>
                </c:pt>
                <c:pt idx="1236">
                  <c:v>46164</c:v>
                </c:pt>
                <c:pt idx="1237">
                  <c:v>46167</c:v>
                </c:pt>
                <c:pt idx="1238">
                  <c:v>46168</c:v>
                </c:pt>
                <c:pt idx="1239">
                  <c:v>46169</c:v>
                </c:pt>
                <c:pt idx="1240">
                  <c:v>46170</c:v>
                </c:pt>
                <c:pt idx="1241">
                  <c:v>46171</c:v>
                </c:pt>
                <c:pt idx="1242">
                  <c:v>46174</c:v>
                </c:pt>
                <c:pt idx="1243">
                  <c:v>46175</c:v>
                </c:pt>
                <c:pt idx="1244">
                  <c:v>46176</c:v>
                </c:pt>
                <c:pt idx="1245">
                  <c:v>46177</c:v>
                </c:pt>
                <c:pt idx="1246">
                  <c:v>46178</c:v>
                </c:pt>
                <c:pt idx="1247">
                  <c:v>46181</c:v>
                </c:pt>
                <c:pt idx="1248">
                  <c:v>46182</c:v>
                </c:pt>
                <c:pt idx="1249">
                  <c:v>46183</c:v>
                </c:pt>
                <c:pt idx="1250">
                  <c:v>46184</c:v>
                </c:pt>
                <c:pt idx="1251">
                  <c:v>46185</c:v>
                </c:pt>
                <c:pt idx="1252">
                  <c:v>46188</c:v>
                </c:pt>
                <c:pt idx="1253">
                  <c:v>46189</c:v>
                </c:pt>
                <c:pt idx="1254">
                  <c:v>46190</c:v>
                </c:pt>
                <c:pt idx="1255">
                  <c:v>46191</c:v>
                </c:pt>
                <c:pt idx="1256">
                  <c:v>46192</c:v>
                </c:pt>
                <c:pt idx="1257">
                  <c:v>46195</c:v>
                </c:pt>
                <c:pt idx="1258">
                  <c:v>46196</c:v>
                </c:pt>
                <c:pt idx="1259">
                  <c:v>46197</c:v>
                </c:pt>
                <c:pt idx="1260">
                  <c:v>46198</c:v>
                </c:pt>
                <c:pt idx="1261">
                  <c:v>46199</c:v>
                </c:pt>
                <c:pt idx="1262">
                  <c:v>46202</c:v>
                </c:pt>
                <c:pt idx="1263">
                  <c:v>46203</c:v>
                </c:pt>
                <c:pt idx="1264">
                  <c:v>46204</c:v>
                </c:pt>
                <c:pt idx="1265">
                  <c:v>46205</c:v>
                </c:pt>
                <c:pt idx="1266">
                  <c:v>46206</c:v>
                </c:pt>
                <c:pt idx="1267">
                  <c:v>46209</c:v>
                </c:pt>
                <c:pt idx="1268">
                  <c:v>46210</c:v>
                </c:pt>
                <c:pt idx="1269">
                  <c:v>46211</c:v>
                </c:pt>
                <c:pt idx="1270">
                  <c:v>46212</c:v>
                </c:pt>
                <c:pt idx="1271">
                  <c:v>46213</c:v>
                </c:pt>
                <c:pt idx="1272">
                  <c:v>46216</c:v>
                </c:pt>
                <c:pt idx="1273">
                  <c:v>46217</c:v>
                </c:pt>
                <c:pt idx="1274">
                  <c:v>46218</c:v>
                </c:pt>
                <c:pt idx="1275">
                  <c:v>46219</c:v>
                </c:pt>
                <c:pt idx="1276">
                  <c:v>46220</c:v>
                </c:pt>
                <c:pt idx="1277">
                  <c:v>46223</c:v>
                </c:pt>
                <c:pt idx="1278">
                  <c:v>46224</c:v>
                </c:pt>
                <c:pt idx="1279">
                  <c:v>46225</c:v>
                </c:pt>
                <c:pt idx="1280">
                  <c:v>46226</c:v>
                </c:pt>
                <c:pt idx="1281">
                  <c:v>46227</c:v>
                </c:pt>
                <c:pt idx="1282">
                  <c:v>46230</c:v>
                </c:pt>
                <c:pt idx="1283">
                  <c:v>46231</c:v>
                </c:pt>
                <c:pt idx="1284">
                  <c:v>46232</c:v>
                </c:pt>
                <c:pt idx="1285">
                  <c:v>46233</c:v>
                </c:pt>
                <c:pt idx="1286">
                  <c:v>46234</c:v>
                </c:pt>
                <c:pt idx="1287">
                  <c:v>46237</c:v>
                </c:pt>
                <c:pt idx="1288">
                  <c:v>46238</c:v>
                </c:pt>
                <c:pt idx="1289">
                  <c:v>46239</c:v>
                </c:pt>
                <c:pt idx="1290">
                  <c:v>46240</c:v>
                </c:pt>
                <c:pt idx="1291">
                  <c:v>46241</c:v>
                </c:pt>
                <c:pt idx="1292">
                  <c:v>46244</c:v>
                </c:pt>
                <c:pt idx="1293">
                  <c:v>46245</c:v>
                </c:pt>
                <c:pt idx="1294">
                  <c:v>46246</c:v>
                </c:pt>
                <c:pt idx="1295">
                  <c:v>46247</c:v>
                </c:pt>
                <c:pt idx="1296">
                  <c:v>46248</c:v>
                </c:pt>
                <c:pt idx="1297">
                  <c:v>46251</c:v>
                </c:pt>
                <c:pt idx="1298">
                  <c:v>46252</c:v>
                </c:pt>
                <c:pt idx="1299">
                  <c:v>46253</c:v>
                </c:pt>
                <c:pt idx="1300">
                  <c:v>46254</c:v>
                </c:pt>
                <c:pt idx="1301">
                  <c:v>46255</c:v>
                </c:pt>
                <c:pt idx="1302">
                  <c:v>46258</c:v>
                </c:pt>
                <c:pt idx="1303">
                  <c:v>46259</c:v>
                </c:pt>
              </c:numCache>
            </c:numRef>
          </c:cat>
          <c:val>
            <c:numRef>
              <c:f>Planilha1!$C$2:$C$1305</c:f>
              <c:numCache>
                <c:formatCode>General</c:formatCode>
                <c:ptCount val="130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65-414F-BBF3-0094D9B5DCCE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Planilha1!$A$2:$A$1305</c:f>
              <c:numCache>
                <c:formatCode>m/d/yyyy</c:formatCode>
                <c:ptCount val="1304"/>
                <c:pt idx="0">
                  <c:v>44434</c:v>
                </c:pt>
                <c:pt idx="1">
                  <c:v>44435</c:v>
                </c:pt>
                <c:pt idx="2">
                  <c:v>44438</c:v>
                </c:pt>
                <c:pt idx="3">
                  <c:v>44439</c:v>
                </c:pt>
                <c:pt idx="4">
                  <c:v>44440</c:v>
                </c:pt>
                <c:pt idx="5">
                  <c:v>44441</c:v>
                </c:pt>
                <c:pt idx="6">
                  <c:v>44442</c:v>
                </c:pt>
                <c:pt idx="7">
                  <c:v>44445</c:v>
                </c:pt>
                <c:pt idx="8">
                  <c:v>44446</c:v>
                </c:pt>
                <c:pt idx="9">
                  <c:v>44447</c:v>
                </c:pt>
                <c:pt idx="10">
                  <c:v>44448</c:v>
                </c:pt>
                <c:pt idx="11">
                  <c:v>44449</c:v>
                </c:pt>
                <c:pt idx="12">
                  <c:v>44452</c:v>
                </c:pt>
                <c:pt idx="13">
                  <c:v>44453</c:v>
                </c:pt>
                <c:pt idx="14">
                  <c:v>44454</c:v>
                </c:pt>
                <c:pt idx="15">
                  <c:v>44455</c:v>
                </c:pt>
                <c:pt idx="16">
                  <c:v>44456</c:v>
                </c:pt>
                <c:pt idx="17">
                  <c:v>44459</c:v>
                </c:pt>
                <c:pt idx="18">
                  <c:v>44460</c:v>
                </c:pt>
                <c:pt idx="19">
                  <c:v>44461</c:v>
                </c:pt>
                <c:pt idx="20">
                  <c:v>44462</c:v>
                </c:pt>
                <c:pt idx="21">
                  <c:v>44463</c:v>
                </c:pt>
                <c:pt idx="22">
                  <c:v>44466</c:v>
                </c:pt>
                <c:pt idx="23">
                  <c:v>44467</c:v>
                </c:pt>
                <c:pt idx="24">
                  <c:v>44468</c:v>
                </c:pt>
                <c:pt idx="25">
                  <c:v>44469</c:v>
                </c:pt>
                <c:pt idx="26">
                  <c:v>44470</c:v>
                </c:pt>
                <c:pt idx="27">
                  <c:v>44473</c:v>
                </c:pt>
                <c:pt idx="28">
                  <c:v>44474</c:v>
                </c:pt>
                <c:pt idx="29">
                  <c:v>44475</c:v>
                </c:pt>
                <c:pt idx="30">
                  <c:v>44476</c:v>
                </c:pt>
                <c:pt idx="31">
                  <c:v>44477</c:v>
                </c:pt>
                <c:pt idx="32">
                  <c:v>44480</c:v>
                </c:pt>
                <c:pt idx="33">
                  <c:v>44481</c:v>
                </c:pt>
                <c:pt idx="34">
                  <c:v>44482</c:v>
                </c:pt>
                <c:pt idx="35">
                  <c:v>44483</c:v>
                </c:pt>
                <c:pt idx="36">
                  <c:v>44484</c:v>
                </c:pt>
                <c:pt idx="37">
                  <c:v>44487</c:v>
                </c:pt>
                <c:pt idx="38">
                  <c:v>44488</c:v>
                </c:pt>
                <c:pt idx="39">
                  <c:v>44489</c:v>
                </c:pt>
                <c:pt idx="40">
                  <c:v>44490</c:v>
                </c:pt>
                <c:pt idx="41">
                  <c:v>44491</c:v>
                </c:pt>
                <c:pt idx="42">
                  <c:v>44494</c:v>
                </c:pt>
                <c:pt idx="43">
                  <c:v>44495</c:v>
                </c:pt>
                <c:pt idx="44">
                  <c:v>44496</c:v>
                </c:pt>
                <c:pt idx="45">
                  <c:v>44497</c:v>
                </c:pt>
                <c:pt idx="46">
                  <c:v>44498</c:v>
                </c:pt>
                <c:pt idx="47">
                  <c:v>44501</c:v>
                </c:pt>
                <c:pt idx="48">
                  <c:v>44502</c:v>
                </c:pt>
                <c:pt idx="49">
                  <c:v>44503</c:v>
                </c:pt>
                <c:pt idx="50">
                  <c:v>44504</c:v>
                </c:pt>
                <c:pt idx="51">
                  <c:v>44505</c:v>
                </c:pt>
                <c:pt idx="52">
                  <c:v>44508</c:v>
                </c:pt>
                <c:pt idx="53">
                  <c:v>44509</c:v>
                </c:pt>
                <c:pt idx="54">
                  <c:v>44510</c:v>
                </c:pt>
                <c:pt idx="55">
                  <c:v>44511</c:v>
                </c:pt>
                <c:pt idx="56">
                  <c:v>44512</c:v>
                </c:pt>
                <c:pt idx="57">
                  <c:v>44515</c:v>
                </c:pt>
                <c:pt idx="58">
                  <c:v>44516</c:v>
                </c:pt>
                <c:pt idx="59">
                  <c:v>44517</c:v>
                </c:pt>
                <c:pt idx="60">
                  <c:v>44518</c:v>
                </c:pt>
                <c:pt idx="61">
                  <c:v>44519</c:v>
                </c:pt>
                <c:pt idx="62">
                  <c:v>44522</c:v>
                </c:pt>
                <c:pt idx="63">
                  <c:v>44523</c:v>
                </c:pt>
                <c:pt idx="64">
                  <c:v>44524</c:v>
                </c:pt>
                <c:pt idx="65">
                  <c:v>44525</c:v>
                </c:pt>
                <c:pt idx="66">
                  <c:v>44526</c:v>
                </c:pt>
                <c:pt idx="67">
                  <c:v>44529</c:v>
                </c:pt>
                <c:pt idx="68">
                  <c:v>44530</c:v>
                </c:pt>
                <c:pt idx="69">
                  <c:v>44531</c:v>
                </c:pt>
                <c:pt idx="70">
                  <c:v>44532</c:v>
                </c:pt>
                <c:pt idx="71">
                  <c:v>44533</c:v>
                </c:pt>
                <c:pt idx="72">
                  <c:v>44536</c:v>
                </c:pt>
                <c:pt idx="73">
                  <c:v>44537</c:v>
                </c:pt>
                <c:pt idx="74">
                  <c:v>44538</c:v>
                </c:pt>
                <c:pt idx="75">
                  <c:v>44539</c:v>
                </c:pt>
                <c:pt idx="76">
                  <c:v>44540</c:v>
                </c:pt>
                <c:pt idx="77">
                  <c:v>44543</c:v>
                </c:pt>
                <c:pt idx="78">
                  <c:v>44544</c:v>
                </c:pt>
                <c:pt idx="79">
                  <c:v>44545</c:v>
                </c:pt>
                <c:pt idx="80">
                  <c:v>44546</c:v>
                </c:pt>
                <c:pt idx="81">
                  <c:v>44547</c:v>
                </c:pt>
                <c:pt idx="82">
                  <c:v>44550</c:v>
                </c:pt>
                <c:pt idx="83">
                  <c:v>44551</c:v>
                </c:pt>
                <c:pt idx="84">
                  <c:v>44552</c:v>
                </c:pt>
                <c:pt idx="85">
                  <c:v>44553</c:v>
                </c:pt>
                <c:pt idx="86">
                  <c:v>44554</c:v>
                </c:pt>
                <c:pt idx="87">
                  <c:v>44557</c:v>
                </c:pt>
                <c:pt idx="88">
                  <c:v>44558</c:v>
                </c:pt>
                <c:pt idx="89">
                  <c:v>44559</c:v>
                </c:pt>
                <c:pt idx="90">
                  <c:v>44560</c:v>
                </c:pt>
                <c:pt idx="91">
                  <c:v>44561</c:v>
                </c:pt>
                <c:pt idx="92">
                  <c:v>44564</c:v>
                </c:pt>
                <c:pt idx="93">
                  <c:v>44565</c:v>
                </c:pt>
                <c:pt idx="94">
                  <c:v>44566</c:v>
                </c:pt>
                <c:pt idx="95">
                  <c:v>44567</c:v>
                </c:pt>
                <c:pt idx="96">
                  <c:v>44568</c:v>
                </c:pt>
                <c:pt idx="97">
                  <c:v>44571</c:v>
                </c:pt>
                <c:pt idx="98">
                  <c:v>44572</c:v>
                </c:pt>
                <c:pt idx="99">
                  <c:v>44573</c:v>
                </c:pt>
                <c:pt idx="100">
                  <c:v>44574</c:v>
                </c:pt>
                <c:pt idx="101">
                  <c:v>44575</c:v>
                </c:pt>
                <c:pt idx="102">
                  <c:v>44578</c:v>
                </c:pt>
                <c:pt idx="103">
                  <c:v>44579</c:v>
                </c:pt>
                <c:pt idx="104">
                  <c:v>44580</c:v>
                </c:pt>
                <c:pt idx="105">
                  <c:v>44581</c:v>
                </c:pt>
                <c:pt idx="106">
                  <c:v>44582</c:v>
                </c:pt>
                <c:pt idx="107">
                  <c:v>44585</c:v>
                </c:pt>
                <c:pt idx="108">
                  <c:v>44586</c:v>
                </c:pt>
                <c:pt idx="109">
                  <c:v>44587</c:v>
                </c:pt>
                <c:pt idx="110">
                  <c:v>44588</c:v>
                </c:pt>
                <c:pt idx="111">
                  <c:v>44589</c:v>
                </c:pt>
                <c:pt idx="112">
                  <c:v>44592</c:v>
                </c:pt>
                <c:pt idx="113">
                  <c:v>44593</c:v>
                </c:pt>
                <c:pt idx="114">
                  <c:v>44594</c:v>
                </c:pt>
                <c:pt idx="115">
                  <c:v>44595</c:v>
                </c:pt>
                <c:pt idx="116">
                  <c:v>44596</c:v>
                </c:pt>
                <c:pt idx="117">
                  <c:v>44599</c:v>
                </c:pt>
                <c:pt idx="118">
                  <c:v>44600</c:v>
                </c:pt>
                <c:pt idx="119">
                  <c:v>44601</c:v>
                </c:pt>
                <c:pt idx="120">
                  <c:v>44602</c:v>
                </c:pt>
                <c:pt idx="121">
                  <c:v>44603</c:v>
                </c:pt>
                <c:pt idx="122">
                  <c:v>44606</c:v>
                </c:pt>
                <c:pt idx="123">
                  <c:v>44607</c:v>
                </c:pt>
                <c:pt idx="124">
                  <c:v>44608</c:v>
                </c:pt>
                <c:pt idx="125">
                  <c:v>44609</c:v>
                </c:pt>
                <c:pt idx="126">
                  <c:v>44610</c:v>
                </c:pt>
                <c:pt idx="127">
                  <c:v>44613</c:v>
                </c:pt>
                <c:pt idx="128">
                  <c:v>44614</c:v>
                </c:pt>
                <c:pt idx="129">
                  <c:v>44615</c:v>
                </c:pt>
                <c:pt idx="130">
                  <c:v>44616</c:v>
                </c:pt>
                <c:pt idx="131">
                  <c:v>44617</c:v>
                </c:pt>
                <c:pt idx="132">
                  <c:v>44620</c:v>
                </c:pt>
                <c:pt idx="133">
                  <c:v>44621</c:v>
                </c:pt>
                <c:pt idx="134">
                  <c:v>44622</c:v>
                </c:pt>
                <c:pt idx="135">
                  <c:v>44623</c:v>
                </c:pt>
                <c:pt idx="136">
                  <c:v>44624</c:v>
                </c:pt>
                <c:pt idx="137">
                  <c:v>44627</c:v>
                </c:pt>
                <c:pt idx="138">
                  <c:v>44628</c:v>
                </c:pt>
                <c:pt idx="139">
                  <c:v>44629</c:v>
                </c:pt>
                <c:pt idx="140">
                  <c:v>44630</c:v>
                </c:pt>
                <c:pt idx="141">
                  <c:v>44631</c:v>
                </c:pt>
                <c:pt idx="142">
                  <c:v>44634</c:v>
                </c:pt>
                <c:pt idx="143">
                  <c:v>44635</c:v>
                </c:pt>
                <c:pt idx="144">
                  <c:v>44636</c:v>
                </c:pt>
                <c:pt idx="145">
                  <c:v>44637</c:v>
                </c:pt>
                <c:pt idx="146">
                  <c:v>44638</c:v>
                </c:pt>
                <c:pt idx="147">
                  <c:v>44641</c:v>
                </c:pt>
                <c:pt idx="148">
                  <c:v>44642</c:v>
                </c:pt>
                <c:pt idx="149">
                  <c:v>44643</c:v>
                </c:pt>
                <c:pt idx="150">
                  <c:v>44644</c:v>
                </c:pt>
                <c:pt idx="151">
                  <c:v>44645</c:v>
                </c:pt>
                <c:pt idx="152">
                  <c:v>44648</c:v>
                </c:pt>
                <c:pt idx="153">
                  <c:v>44649</c:v>
                </c:pt>
                <c:pt idx="154">
                  <c:v>44650</c:v>
                </c:pt>
                <c:pt idx="155">
                  <c:v>44651</c:v>
                </c:pt>
                <c:pt idx="156">
                  <c:v>44652</c:v>
                </c:pt>
                <c:pt idx="157">
                  <c:v>44655</c:v>
                </c:pt>
                <c:pt idx="158">
                  <c:v>44656</c:v>
                </c:pt>
                <c:pt idx="159">
                  <c:v>44657</c:v>
                </c:pt>
                <c:pt idx="160">
                  <c:v>44658</c:v>
                </c:pt>
                <c:pt idx="161">
                  <c:v>44659</c:v>
                </c:pt>
                <c:pt idx="162">
                  <c:v>44662</c:v>
                </c:pt>
                <c:pt idx="163">
                  <c:v>44663</c:v>
                </c:pt>
                <c:pt idx="164">
                  <c:v>44664</c:v>
                </c:pt>
                <c:pt idx="165">
                  <c:v>44665</c:v>
                </c:pt>
                <c:pt idx="166">
                  <c:v>44666</c:v>
                </c:pt>
                <c:pt idx="167">
                  <c:v>44669</c:v>
                </c:pt>
                <c:pt idx="168">
                  <c:v>44670</c:v>
                </c:pt>
                <c:pt idx="169">
                  <c:v>44671</c:v>
                </c:pt>
                <c:pt idx="170">
                  <c:v>44672</c:v>
                </c:pt>
                <c:pt idx="171">
                  <c:v>44673</c:v>
                </c:pt>
                <c:pt idx="172">
                  <c:v>44676</c:v>
                </c:pt>
                <c:pt idx="173">
                  <c:v>44677</c:v>
                </c:pt>
                <c:pt idx="174">
                  <c:v>44678</c:v>
                </c:pt>
                <c:pt idx="175">
                  <c:v>44679</c:v>
                </c:pt>
                <c:pt idx="176">
                  <c:v>44680</c:v>
                </c:pt>
                <c:pt idx="177">
                  <c:v>44683</c:v>
                </c:pt>
                <c:pt idx="178">
                  <c:v>44684</c:v>
                </c:pt>
                <c:pt idx="179">
                  <c:v>44685</c:v>
                </c:pt>
                <c:pt idx="180">
                  <c:v>44686</c:v>
                </c:pt>
                <c:pt idx="181">
                  <c:v>44687</c:v>
                </c:pt>
                <c:pt idx="182">
                  <c:v>44690</c:v>
                </c:pt>
                <c:pt idx="183">
                  <c:v>44691</c:v>
                </c:pt>
                <c:pt idx="184">
                  <c:v>44692</c:v>
                </c:pt>
                <c:pt idx="185">
                  <c:v>44693</c:v>
                </c:pt>
                <c:pt idx="186">
                  <c:v>44694</c:v>
                </c:pt>
                <c:pt idx="187">
                  <c:v>44697</c:v>
                </c:pt>
                <c:pt idx="188">
                  <c:v>44698</c:v>
                </c:pt>
                <c:pt idx="189">
                  <c:v>44699</c:v>
                </c:pt>
                <c:pt idx="190">
                  <c:v>44700</c:v>
                </c:pt>
                <c:pt idx="191">
                  <c:v>44701</c:v>
                </c:pt>
                <c:pt idx="192">
                  <c:v>44704</c:v>
                </c:pt>
                <c:pt idx="193">
                  <c:v>44705</c:v>
                </c:pt>
                <c:pt idx="194">
                  <c:v>44706</c:v>
                </c:pt>
                <c:pt idx="195">
                  <c:v>44707</c:v>
                </c:pt>
                <c:pt idx="196">
                  <c:v>44708</c:v>
                </c:pt>
                <c:pt idx="197">
                  <c:v>44711</c:v>
                </c:pt>
                <c:pt idx="198">
                  <c:v>44712</c:v>
                </c:pt>
                <c:pt idx="199">
                  <c:v>44713</c:v>
                </c:pt>
                <c:pt idx="200">
                  <c:v>44714</c:v>
                </c:pt>
                <c:pt idx="201">
                  <c:v>44715</c:v>
                </c:pt>
                <c:pt idx="202">
                  <c:v>44718</c:v>
                </c:pt>
                <c:pt idx="203">
                  <c:v>44719</c:v>
                </c:pt>
                <c:pt idx="204">
                  <c:v>44720</c:v>
                </c:pt>
                <c:pt idx="205">
                  <c:v>44721</c:v>
                </c:pt>
                <c:pt idx="206">
                  <c:v>44722</c:v>
                </c:pt>
                <c:pt idx="207">
                  <c:v>44725</c:v>
                </c:pt>
                <c:pt idx="208">
                  <c:v>44726</c:v>
                </c:pt>
                <c:pt idx="209">
                  <c:v>44727</c:v>
                </c:pt>
                <c:pt idx="210">
                  <c:v>44728</c:v>
                </c:pt>
                <c:pt idx="211">
                  <c:v>44729</c:v>
                </c:pt>
                <c:pt idx="212">
                  <c:v>44732</c:v>
                </c:pt>
                <c:pt idx="213">
                  <c:v>44733</c:v>
                </c:pt>
                <c:pt idx="214">
                  <c:v>44734</c:v>
                </c:pt>
                <c:pt idx="215">
                  <c:v>44735</c:v>
                </c:pt>
                <c:pt idx="216">
                  <c:v>44736</c:v>
                </c:pt>
                <c:pt idx="217">
                  <c:v>44739</c:v>
                </c:pt>
                <c:pt idx="218">
                  <c:v>44740</c:v>
                </c:pt>
                <c:pt idx="219">
                  <c:v>44741</c:v>
                </c:pt>
                <c:pt idx="220">
                  <c:v>44742</c:v>
                </c:pt>
                <c:pt idx="221">
                  <c:v>44743</c:v>
                </c:pt>
                <c:pt idx="222">
                  <c:v>44746</c:v>
                </c:pt>
                <c:pt idx="223">
                  <c:v>44747</c:v>
                </c:pt>
                <c:pt idx="224">
                  <c:v>44748</c:v>
                </c:pt>
                <c:pt idx="225">
                  <c:v>44749</c:v>
                </c:pt>
                <c:pt idx="226">
                  <c:v>44750</c:v>
                </c:pt>
                <c:pt idx="227">
                  <c:v>44753</c:v>
                </c:pt>
                <c:pt idx="228">
                  <c:v>44754</c:v>
                </c:pt>
                <c:pt idx="229">
                  <c:v>44755</c:v>
                </c:pt>
                <c:pt idx="230">
                  <c:v>44756</c:v>
                </c:pt>
                <c:pt idx="231">
                  <c:v>44757</c:v>
                </c:pt>
                <c:pt idx="232">
                  <c:v>44760</c:v>
                </c:pt>
                <c:pt idx="233">
                  <c:v>44761</c:v>
                </c:pt>
                <c:pt idx="234">
                  <c:v>44762</c:v>
                </c:pt>
                <c:pt idx="235">
                  <c:v>44763</c:v>
                </c:pt>
                <c:pt idx="236">
                  <c:v>44764</c:v>
                </c:pt>
                <c:pt idx="237">
                  <c:v>44767</c:v>
                </c:pt>
                <c:pt idx="238">
                  <c:v>44768</c:v>
                </c:pt>
                <c:pt idx="239">
                  <c:v>44769</c:v>
                </c:pt>
                <c:pt idx="240">
                  <c:v>44770</c:v>
                </c:pt>
                <c:pt idx="241">
                  <c:v>44771</c:v>
                </c:pt>
                <c:pt idx="242">
                  <c:v>44774</c:v>
                </c:pt>
                <c:pt idx="243">
                  <c:v>44775</c:v>
                </c:pt>
                <c:pt idx="244">
                  <c:v>44776</c:v>
                </c:pt>
                <c:pt idx="245">
                  <c:v>44777</c:v>
                </c:pt>
                <c:pt idx="246">
                  <c:v>44778</c:v>
                </c:pt>
                <c:pt idx="247">
                  <c:v>44781</c:v>
                </c:pt>
                <c:pt idx="248">
                  <c:v>44782</c:v>
                </c:pt>
                <c:pt idx="249">
                  <c:v>44783</c:v>
                </c:pt>
                <c:pt idx="250">
                  <c:v>44784</c:v>
                </c:pt>
                <c:pt idx="251">
                  <c:v>44785</c:v>
                </c:pt>
                <c:pt idx="252">
                  <c:v>44788</c:v>
                </c:pt>
                <c:pt idx="253">
                  <c:v>44789</c:v>
                </c:pt>
                <c:pt idx="254">
                  <c:v>44790</c:v>
                </c:pt>
                <c:pt idx="255">
                  <c:v>44791</c:v>
                </c:pt>
                <c:pt idx="256">
                  <c:v>44792</c:v>
                </c:pt>
                <c:pt idx="257">
                  <c:v>44795</c:v>
                </c:pt>
                <c:pt idx="258">
                  <c:v>44796</c:v>
                </c:pt>
                <c:pt idx="259">
                  <c:v>44797</c:v>
                </c:pt>
                <c:pt idx="260">
                  <c:v>44798</c:v>
                </c:pt>
                <c:pt idx="261">
                  <c:v>44799</c:v>
                </c:pt>
                <c:pt idx="262">
                  <c:v>44802</c:v>
                </c:pt>
                <c:pt idx="263">
                  <c:v>44803</c:v>
                </c:pt>
                <c:pt idx="264">
                  <c:v>44804</c:v>
                </c:pt>
                <c:pt idx="265">
                  <c:v>44805</c:v>
                </c:pt>
                <c:pt idx="266">
                  <c:v>44806</c:v>
                </c:pt>
                <c:pt idx="267">
                  <c:v>44809</c:v>
                </c:pt>
                <c:pt idx="268">
                  <c:v>44810</c:v>
                </c:pt>
                <c:pt idx="269">
                  <c:v>44811</c:v>
                </c:pt>
                <c:pt idx="270">
                  <c:v>44812</c:v>
                </c:pt>
                <c:pt idx="271">
                  <c:v>44813</c:v>
                </c:pt>
                <c:pt idx="272">
                  <c:v>44816</c:v>
                </c:pt>
                <c:pt idx="273">
                  <c:v>44817</c:v>
                </c:pt>
                <c:pt idx="274">
                  <c:v>44818</c:v>
                </c:pt>
                <c:pt idx="275">
                  <c:v>44819</c:v>
                </c:pt>
                <c:pt idx="276">
                  <c:v>44820</c:v>
                </c:pt>
                <c:pt idx="277">
                  <c:v>44823</c:v>
                </c:pt>
                <c:pt idx="278">
                  <c:v>44824</c:v>
                </c:pt>
                <c:pt idx="279">
                  <c:v>44825</c:v>
                </c:pt>
                <c:pt idx="280">
                  <c:v>44826</c:v>
                </c:pt>
                <c:pt idx="281">
                  <c:v>44827</c:v>
                </c:pt>
                <c:pt idx="282">
                  <c:v>44830</c:v>
                </c:pt>
                <c:pt idx="283">
                  <c:v>44831</c:v>
                </c:pt>
                <c:pt idx="284">
                  <c:v>44832</c:v>
                </c:pt>
                <c:pt idx="285">
                  <c:v>44833</c:v>
                </c:pt>
                <c:pt idx="286">
                  <c:v>44834</c:v>
                </c:pt>
                <c:pt idx="287">
                  <c:v>44837</c:v>
                </c:pt>
                <c:pt idx="288">
                  <c:v>44838</c:v>
                </c:pt>
                <c:pt idx="289">
                  <c:v>44839</c:v>
                </c:pt>
                <c:pt idx="290">
                  <c:v>44840</c:v>
                </c:pt>
                <c:pt idx="291">
                  <c:v>44841</c:v>
                </c:pt>
                <c:pt idx="292">
                  <c:v>44844</c:v>
                </c:pt>
                <c:pt idx="293">
                  <c:v>44845</c:v>
                </c:pt>
                <c:pt idx="294">
                  <c:v>44846</c:v>
                </c:pt>
                <c:pt idx="295">
                  <c:v>44847</c:v>
                </c:pt>
                <c:pt idx="296">
                  <c:v>44848</c:v>
                </c:pt>
                <c:pt idx="297">
                  <c:v>44851</c:v>
                </c:pt>
                <c:pt idx="298">
                  <c:v>44852</c:v>
                </c:pt>
                <c:pt idx="299">
                  <c:v>44853</c:v>
                </c:pt>
                <c:pt idx="300">
                  <c:v>44854</c:v>
                </c:pt>
                <c:pt idx="301">
                  <c:v>44855</c:v>
                </c:pt>
                <c:pt idx="302">
                  <c:v>44858</c:v>
                </c:pt>
                <c:pt idx="303">
                  <c:v>44859</c:v>
                </c:pt>
                <c:pt idx="304">
                  <c:v>44860</c:v>
                </c:pt>
                <c:pt idx="305">
                  <c:v>44861</c:v>
                </c:pt>
                <c:pt idx="306">
                  <c:v>44862</c:v>
                </c:pt>
                <c:pt idx="307">
                  <c:v>44865</c:v>
                </c:pt>
                <c:pt idx="308">
                  <c:v>44866</c:v>
                </c:pt>
                <c:pt idx="309">
                  <c:v>44867</c:v>
                </c:pt>
                <c:pt idx="310">
                  <c:v>44868</c:v>
                </c:pt>
                <c:pt idx="311">
                  <c:v>44869</c:v>
                </c:pt>
                <c:pt idx="312">
                  <c:v>44872</c:v>
                </c:pt>
                <c:pt idx="313">
                  <c:v>44873</c:v>
                </c:pt>
                <c:pt idx="314">
                  <c:v>44874</c:v>
                </c:pt>
                <c:pt idx="315">
                  <c:v>44875</c:v>
                </c:pt>
                <c:pt idx="316">
                  <c:v>44876</c:v>
                </c:pt>
                <c:pt idx="317">
                  <c:v>44879</c:v>
                </c:pt>
                <c:pt idx="318">
                  <c:v>44880</c:v>
                </c:pt>
                <c:pt idx="319">
                  <c:v>44881</c:v>
                </c:pt>
                <c:pt idx="320">
                  <c:v>44882</c:v>
                </c:pt>
                <c:pt idx="321">
                  <c:v>44883</c:v>
                </c:pt>
                <c:pt idx="322">
                  <c:v>44886</c:v>
                </c:pt>
                <c:pt idx="323">
                  <c:v>44887</c:v>
                </c:pt>
                <c:pt idx="324">
                  <c:v>44888</c:v>
                </c:pt>
                <c:pt idx="325">
                  <c:v>44889</c:v>
                </c:pt>
                <c:pt idx="326">
                  <c:v>44890</c:v>
                </c:pt>
                <c:pt idx="327">
                  <c:v>44893</c:v>
                </c:pt>
                <c:pt idx="328">
                  <c:v>44894</c:v>
                </c:pt>
                <c:pt idx="329">
                  <c:v>44895</c:v>
                </c:pt>
                <c:pt idx="330">
                  <c:v>44896</c:v>
                </c:pt>
                <c:pt idx="331">
                  <c:v>44897</c:v>
                </c:pt>
                <c:pt idx="332">
                  <c:v>44900</c:v>
                </c:pt>
                <c:pt idx="333">
                  <c:v>44901</c:v>
                </c:pt>
                <c:pt idx="334">
                  <c:v>44902</c:v>
                </c:pt>
                <c:pt idx="335">
                  <c:v>44903</c:v>
                </c:pt>
                <c:pt idx="336">
                  <c:v>44904</c:v>
                </c:pt>
                <c:pt idx="337">
                  <c:v>44907</c:v>
                </c:pt>
                <c:pt idx="338">
                  <c:v>44908</c:v>
                </c:pt>
                <c:pt idx="339">
                  <c:v>44909</c:v>
                </c:pt>
                <c:pt idx="340">
                  <c:v>44910</c:v>
                </c:pt>
                <c:pt idx="341">
                  <c:v>44911</c:v>
                </c:pt>
                <c:pt idx="342">
                  <c:v>44914</c:v>
                </c:pt>
                <c:pt idx="343">
                  <c:v>44915</c:v>
                </c:pt>
                <c:pt idx="344">
                  <c:v>44916</c:v>
                </c:pt>
                <c:pt idx="345">
                  <c:v>44917</c:v>
                </c:pt>
                <c:pt idx="346">
                  <c:v>44918</c:v>
                </c:pt>
                <c:pt idx="347">
                  <c:v>44921</c:v>
                </c:pt>
                <c:pt idx="348">
                  <c:v>44922</c:v>
                </c:pt>
                <c:pt idx="349">
                  <c:v>44923</c:v>
                </c:pt>
                <c:pt idx="350">
                  <c:v>44924</c:v>
                </c:pt>
                <c:pt idx="351">
                  <c:v>44925</c:v>
                </c:pt>
                <c:pt idx="352">
                  <c:v>44928</c:v>
                </c:pt>
                <c:pt idx="353">
                  <c:v>44929</c:v>
                </c:pt>
                <c:pt idx="354">
                  <c:v>44930</c:v>
                </c:pt>
                <c:pt idx="355">
                  <c:v>44931</c:v>
                </c:pt>
                <c:pt idx="356">
                  <c:v>44932</c:v>
                </c:pt>
                <c:pt idx="357">
                  <c:v>44935</c:v>
                </c:pt>
                <c:pt idx="358">
                  <c:v>44936</c:v>
                </c:pt>
                <c:pt idx="359">
                  <c:v>44937</c:v>
                </c:pt>
                <c:pt idx="360">
                  <c:v>44938</c:v>
                </c:pt>
                <c:pt idx="361">
                  <c:v>44939</c:v>
                </c:pt>
                <c:pt idx="362">
                  <c:v>44942</c:v>
                </c:pt>
                <c:pt idx="363">
                  <c:v>44943</c:v>
                </c:pt>
                <c:pt idx="364">
                  <c:v>44944</c:v>
                </c:pt>
                <c:pt idx="365">
                  <c:v>44945</c:v>
                </c:pt>
                <c:pt idx="366">
                  <c:v>44946</c:v>
                </c:pt>
                <c:pt idx="367">
                  <c:v>44949</c:v>
                </c:pt>
                <c:pt idx="368">
                  <c:v>44950</c:v>
                </c:pt>
                <c:pt idx="369">
                  <c:v>44951</c:v>
                </c:pt>
                <c:pt idx="370">
                  <c:v>44952</c:v>
                </c:pt>
                <c:pt idx="371">
                  <c:v>44953</c:v>
                </c:pt>
                <c:pt idx="372">
                  <c:v>44956</c:v>
                </c:pt>
                <c:pt idx="373">
                  <c:v>44957</c:v>
                </c:pt>
                <c:pt idx="374">
                  <c:v>44958</c:v>
                </c:pt>
                <c:pt idx="375">
                  <c:v>44959</c:v>
                </c:pt>
                <c:pt idx="376">
                  <c:v>44960</c:v>
                </c:pt>
                <c:pt idx="377">
                  <c:v>44963</c:v>
                </c:pt>
                <c:pt idx="378">
                  <c:v>44964</c:v>
                </c:pt>
                <c:pt idx="379">
                  <c:v>44965</c:v>
                </c:pt>
                <c:pt idx="380">
                  <c:v>44966</c:v>
                </c:pt>
                <c:pt idx="381">
                  <c:v>44967</c:v>
                </c:pt>
                <c:pt idx="382">
                  <c:v>44970</c:v>
                </c:pt>
                <c:pt idx="383">
                  <c:v>44971</c:v>
                </c:pt>
                <c:pt idx="384">
                  <c:v>44972</c:v>
                </c:pt>
                <c:pt idx="385">
                  <c:v>44973</c:v>
                </c:pt>
                <c:pt idx="386">
                  <c:v>44974</c:v>
                </c:pt>
                <c:pt idx="387">
                  <c:v>44977</c:v>
                </c:pt>
                <c:pt idx="388">
                  <c:v>44978</c:v>
                </c:pt>
                <c:pt idx="389">
                  <c:v>44979</c:v>
                </c:pt>
                <c:pt idx="390">
                  <c:v>44980</c:v>
                </c:pt>
                <c:pt idx="391">
                  <c:v>44981</c:v>
                </c:pt>
                <c:pt idx="392">
                  <c:v>44984</c:v>
                </c:pt>
                <c:pt idx="393">
                  <c:v>44985</c:v>
                </c:pt>
                <c:pt idx="394">
                  <c:v>44986</c:v>
                </c:pt>
                <c:pt idx="395">
                  <c:v>44987</c:v>
                </c:pt>
                <c:pt idx="396">
                  <c:v>44988</c:v>
                </c:pt>
                <c:pt idx="397">
                  <c:v>44991</c:v>
                </c:pt>
                <c:pt idx="398">
                  <c:v>44992</c:v>
                </c:pt>
                <c:pt idx="399">
                  <c:v>44993</c:v>
                </c:pt>
                <c:pt idx="400">
                  <c:v>44994</c:v>
                </c:pt>
                <c:pt idx="401">
                  <c:v>44995</c:v>
                </c:pt>
                <c:pt idx="402">
                  <c:v>44998</c:v>
                </c:pt>
                <c:pt idx="403">
                  <c:v>44999</c:v>
                </c:pt>
                <c:pt idx="404">
                  <c:v>45000</c:v>
                </c:pt>
                <c:pt idx="405">
                  <c:v>45001</c:v>
                </c:pt>
                <c:pt idx="406">
                  <c:v>45002</c:v>
                </c:pt>
                <c:pt idx="407">
                  <c:v>45005</c:v>
                </c:pt>
                <c:pt idx="408">
                  <c:v>45006</c:v>
                </c:pt>
                <c:pt idx="409">
                  <c:v>45007</c:v>
                </c:pt>
                <c:pt idx="410">
                  <c:v>45008</c:v>
                </c:pt>
                <c:pt idx="411">
                  <c:v>45009</c:v>
                </c:pt>
                <c:pt idx="412">
                  <c:v>45012</c:v>
                </c:pt>
                <c:pt idx="413">
                  <c:v>45013</c:v>
                </c:pt>
                <c:pt idx="414">
                  <c:v>45014</c:v>
                </c:pt>
                <c:pt idx="415">
                  <c:v>45015</c:v>
                </c:pt>
                <c:pt idx="416">
                  <c:v>45016</c:v>
                </c:pt>
                <c:pt idx="417">
                  <c:v>45019</c:v>
                </c:pt>
                <c:pt idx="418">
                  <c:v>45020</c:v>
                </c:pt>
                <c:pt idx="419">
                  <c:v>45021</c:v>
                </c:pt>
                <c:pt idx="420">
                  <c:v>45022</c:v>
                </c:pt>
                <c:pt idx="421">
                  <c:v>45023</c:v>
                </c:pt>
                <c:pt idx="422">
                  <c:v>45026</c:v>
                </c:pt>
                <c:pt idx="423">
                  <c:v>45027</c:v>
                </c:pt>
                <c:pt idx="424">
                  <c:v>45028</c:v>
                </c:pt>
                <c:pt idx="425">
                  <c:v>45029</c:v>
                </c:pt>
                <c:pt idx="426">
                  <c:v>45030</c:v>
                </c:pt>
                <c:pt idx="427">
                  <c:v>45033</c:v>
                </c:pt>
                <c:pt idx="428">
                  <c:v>45034</c:v>
                </c:pt>
                <c:pt idx="429">
                  <c:v>45035</c:v>
                </c:pt>
                <c:pt idx="430">
                  <c:v>45036</c:v>
                </c:pt>
                <c:pt idx="431">
                  <c:v>45037</c:v>
                </c:pt>
                <c:pt idx="432">
                  <c:v>45040</c:v>
                </c:pt>
                <c:pt idx="433">
                  <c:v>45041</c:v>
                </c:pt>
                <c:pt idx="434">
                  <c:v>45042</c:v>
                </c:pt>
                <c:pt idx="435">
                  <c:v>45043</c:v>
                </c:pt>
                <c:pt idx="436">
                  <c:v>45044</c:v>
                </c:pt>
                <c:pt idx="437">
                  <c:v>45047</c:v>
                </c:pt>
                <c:pt idx="438">
                  <c:v>45048</c:v>
                </c:pt>
                <c:pt idx="439">
                  <c:v>45049</c:v>
                </c:pt>
                <c:pt idx="440">
                  <c:v>45050</c:v>
                </c:pt>
                <c:pt idx="441">
                  <c:v>45051</c:v>
                </c:pt>
                <c:pt idx="442">
                  <c:v>45054</c:v>
                </c:pt>
                <c:pt idx="443">
                  <c:v>45055</c:v>
                </c:pt>
                <c:pt idx="444">
                  <c:v>45056</c:v>
                </c:pt>
                <c:pt idx="445">
                  <c:v>45057</c:v>
                </c:pt>
                <c:pt idx="446">
                  <c:v>45058</c:v>
                </c:pt>
                <c:pt idx="447">
                  <c:v>45061</c:v>
                </c:pt>
                <c:pt idx="448">
                  <c:v>45062</c:v>
                </c:pt>
                <c:pt idx="449">
                  <c:v>45063</c:v>
                </c:pt>
                <c:pt idx="450">
                  <c:v>45064</c:v>
                </c:pt>
                <c:pt idx="451">
                  <c:v>45065</c:v>
                </c:pt>
                <c:pt idx="452">
                  <c:v>45068</c:v>
                </c:pt>
                <c:pt idx="453">
                  <c:v>45069</c:v>
                </c:pt>
                <c:pt idx="454">
                  <c:v>45070</c:v>
                </c:pt>
                <c:pt idx="455">
                  <c:v>45071</c:v>
                </c:pt>
                <c:pt idx="456">
                  <c:v>45072</c:v>
                </c:pt>
                <c:pt idx="457">
                  <c:v>45075</c:v>
                </c:pt>
                <c:pt idx="458">
                  <c:v>45076</c:v>
                </c:pt>
                <c:pt idx="459">
                  <c:v>45077</c:v>
                </c:pt>
                <c:pt idx="460">
                  <c:v>45078</c:v>
                </c:pt>
                <c:pt idx="461">
                  <c:v>45079</c:v>
                </c:pt>
                <c:pt idx="462">
                  <c:v>45082</c:v>
                </c:pt>
                <c:pt idx="463">
                  <c:v>45083</c:v>
                </c:pt>
                <c:pt idx="464">
                  <c:v>45084</c:v>
                </c:pt>
                <c:pt idx="465">
                  <c:v>45085</c:v>
                </c:pt>
                <c:pt idx="466">
                  <c:v>45086</c:v>
                </c:pt>
                <c:pt idx="467">
                  <c:v>45089</c:v>
                </c:pt>
                <c:pt idx="468">
                  <c:v>45090</c:v>
                </c:pt>
                <c:pt idx="469">
                  <c:v>45091</c:v>
                </c:pt>
                <c:pt idx="470">
                  <c:v>45092</c:v>
                </c:pt>
                <c:pt idx="471">
                  <c:v>45093</c:v>
                </c:pt>
                <c:pt idx="472">
                  <c:v>45096</c:v>
                </c:pt>
                <c:pt idx="473">
                  <c:v>45097</c:v>
                </c:pt>
                <c:pt idx="474">
                  <c:v>45098</c:v>
                </c:pt>
                <c:pt idx="475">
                  <c:v>45099</c:v>
                </c:pt>
                <c:pt idx="476">
                  <c:v>45100</c:v>
                </c:pt>
                <c:pt idx="477">
                  <c:v>45103</c:v>
                </c:pt>
                <c:pt idx="478">
                  <c:v>45104</c:v>
                </c:pt>
                <c:pt idx="479">
                  <c:v>45105</c:v>
                </c:pt>
                <c:pt idx="480">
                  <c:v>45106</c:v>
                </c:pt>
                <c:pt idx="481">
                  <c:v>45107</c:v>
                </c:pt>
                <c:pt idx="482">
                  <c:v>45110</c:v>
                </c:pt>
                <c:pt idx="483">
                  <c:v>45111</c:v>
                </c:pt>
                <c:pt idx="484">
                  <c:v>45112</c:v>
                </c:pt>
                <c:pt idx="485">
                  <c:v>45113</c:v>
                </c:pt>
                <c:pt idx="486">
                  <c:v>45114</c:v>
                </c:pt>
                <c:pt idx="487">
                  <c:v>45117</c:v>
                </c:pt>
                <c:pt idx="488">
                  <c:v>45118</c:v>
                </c:pt>
                <c:pt idx="489">
                  <c:v>45119</c:v>
                </c:pt>
                <c:pt idx="490">
                  <c:v>45120</c:v>
                </c:pt>
                <c:pt idx="491">
                  <c:v>45121</c:v>
                </c:pt>
                <c:pt idx="492">
                  <c:v>45124</c:v>
                </c:pt>
                <c:pt idx="493">
                  <c:v>45125</c:v>
                </c:pt>
                <c:pt idx="494">
                  <c:v>45126</c:v>
                </c:pt>
                <c:pt idx="495">
                  <c:v>45127</c:v>
                </c:pt>
                <c:pt idx="496">
                  <c:v>45128</c:v>
                </c:pt>
                <c:pt idx="497">
                  <c:v>45131</c:v>
                </c:pt>
                <c:pt idx="498">
                  <c:v>45132</c:v>
                </c:pt>
                <c:pt idx="499">
                  <c:v>45133</c:v>
                </c:pt>
                <c:pt idx="500">
                  <c:v>45134</c:v>
                </c:pt>
                <c:pt idx="501">
                  <c:v>45135</c:v>
                </c:pt>
                <c:pt idx="502">
                  <c:v>45138</c:v>
                </c:pt>
                <c:pt idx="503">
                  <c:v>45139</c:v>
                </c:pt>
                <c:pt idx="504">
                  <c:v>45140</c:v>
                </c:pt>
                <c:pt idx="505">
                  <c:v>45141</c:v>
                </c:pt>
                <c:pt idx="506">
                  <c:v>45142</c:v>
                </c:pt>
                <c:pt idx="507">
                  <c:v>45145</c:v>
                </c:pt>
                <c:pt idx="508">
                  <c:v>45146</c:v>
                </c:pt>
                <c:pt idx="509">
                  <c:v>45147</c:v>
                </c:pt>
                <c:pt idx="510">
                  <c:v>45148</c:v>
                </c:pt>
                <c:pt idx="511">
                  <c:v>45149</c:v>
                </c:pt>
                <c:pt idx="512">
                  <c:v>45152</c:v>
                </c:pt>
                <c:pt idx="513">
                  <c:v>45153</c:v>
                </c:pt>
                <c:pt idx="514">
                  <c:v>45154</c:v>
                </c:pt>
                <c:pt idx="515">
                  <c:v>45155</c:v>
                </c:pt>
                <c:pt idx="516">
                  <c:v>45156</c:v>
                </c:pt>
                <c:pt idx="517">
                  <c:v>45159</c:v>
                </c:pt>
                <c:pt idx="518">
                  <c:v>45160</c:v>
                </c:pt>
                <c:pt idx="519">
                  <c:v>45161</c:v>
                </c:pt>
                <c:pt idx="520">
                  <c:v>45162</c:v>
                </c:pt>
                <c:pt idx="521">
                  <c:v>45163</c:v>
                </c:pt>
                <c:pt idx="522">
                  <c:v>45166</c:v>
                </c:pt>
                <c:pt idx="523">
                  <c:v>45167</c:v>
                </c:pt>
                <c:pt idx="524">
                  <c:v>45168</c:v>
                </c:pt>
                <c:pt idx="525">
                  <c:v>45169</c:v>
                </c:pt>
                <c:pt idx="526">
                  <c:v>45170</c:v>
                </c:pt>
                <c:pt idx="527">
                  <c:v>45173</c:v>
                </c:pt>
                <c:pt idx="528">
                  <c:v>45174</c:v>
                </c:pt>
                <c:pt idx="529">
                  <c:v>45175</c:v>
                </c:pt>
                <c:pt idx="530">
                  <c:v>45176</c:v>
                </c:pt>
                <c:pt idx="531">
                  <c:v>45177</c:v>
                </c:pt>
                <c:pt idx="532">
                  <c:v>45180</c:v>
                </c:pt>
                <c:pt idx="533">
                  <c:v>45181</c:v>
                </c:pt>
                <c:pt idx="534">
                  <c:v>45182</c:v>
                </c:pt>
                <c:pt idx="535">
                  <c:v>45183</c:v>
                </c:pt>
                <c:pt idx="536">
                  <c:v>45184</c:v>
                </c:pt>
                <c:pt idx="537">
                  <c:v>45187</c:v>
                </c:pt>
                <c:pt idx="538">
                  <c:v>45188</c:v>
                </c:pt>
                <c:pt idx="539">
                  <c:v>45189</c:v>
                </c:pt>
                <c:pt idx="540">
                  <c:v>45190</c:v>
                </c:pt>
                <c:pt idx="541">
                  <c:v>45191</c:v>
                </c:pt>
                <c:pt idx="542">
                  <c:v>45194</c:v>
                </c:pt>
                <c:pt idx="543">
                  <c:v>45195</c:v>
                </c:pt>
                <c:pt idx="544">
                  <c:v>45196</c:v>
                </c:pt>
                <c:pt idx="545">
                  <c:v>45197</c:v>
                </c:pt>
                <c:pt idx="546">
                  <c:v>45198</c:v>
                </c:pt>
                <c:pt idx="547">
                  <c:v>45201</c:v>
                </c:pt>
                <c:pt idx="548">
                  <c:v>45202</c:v>
                </c:pt>
                <c:pt idx="549">
                  <c:v>45203</c:v>
                </c:pt>
                <c:pt idx="550">
                  <c:v>45204</c:v>
                </c:pt>
                <c:pt idx="551">
                  <c:v>45205</c:v>
                </c:pt>
                <c:pt idx="552">
                  <c:v>45208</c:v>
                </c:pt>
                <c:pt idx="553">
                  <c:v>45209</c:v>
                </c:pt>
                <c:pt idx="554">
                  <c:v>45210</c:v>
                </c:pt>
                <c:pt idx="555">
                  <c:v>45211</c:v>
                </c:pt>
                <c:pt idx="556">
                  <c:v>45212</c:v>
                </c:pt>
                <c:pt idx="557">
                  <c:v>45215</c:v>
                </c:pt>
                <c:pt idx="558">
                  <c:v>45216</c:v>
                </c:pt>
                <c:pt idx="559">
                  <c:v>45217</c:v>
                </c:pt>
                <c:pt idx="560">
                  <c:v>45218</c:v>
                </c:pt>
                <c:pt idx="561">
                  <c:v>45219</c:v>
                </c:pt>
                <c:pt idx="562">
                  <c:v>45222</c:v>
                </c:pt>
                <c:pt idx="563">
                  <c:v>45223</c:v>
                </c:pt>
                <c:pt idx="564">
                  <c:v>45224</c:v>
                </c:pt>
                <c:pt idx="565">
                  <c:v>45225</c:v>
                </c:pt>
                <c:pt idx="566">
                  <c:v>45226</c:v>
                </c:pt>
                <c:pt idx="567">
                  <c:v>45229</c:v>
                </c:pt>
                <c:pt idx="568">
                  <c:v>45230</c:v>
                </c:pt>
                <c:pt idx="569">
                  <c:v>45231</c:v>
                </c:pt>
                <c:pt idx="570">
                  <c:v>45232</c:v>
                </c:pt>
                <c:pt idx="571">
                  <c:v>45233</c:v>
                </c:pt>
                <c:pt idx="572">
                  <c:v>45236</c:v>
                </c:pt>
                <c:pt idx="573">
                  <c:v>45237</c:v>
                </c:pt>
                <c:pt idx="574">
                  <c:v>45238</c:v>
                </c:pt>
                <c:pt idx="575">
                  <c:v>45239</c:v>
                </c:pt>
                <c:pt idx="576">
                  <c:v>45240</c:v>
                </c:pt>
                <c:pt idx="577">
                  <c:v>45243</c:v>
                </c:pt>
                <c:pt idx="578">
                  <c:v>45244</c:v>
                </c:pt>
                <c:pt idx="579">
                  <c:v>45245</c:v>
                </c:pt>
                <c:pt idx="580">
                  <c:v>45246</c:v>
                </c:pt>
                <c:pt idx="581">
                  <c:v>45247</c:v>
                </c:pt>
                <c:pt idx="582">
                  <c:v>45250</c:v>
                </c:pt>
                <c:pt idx="583">
                  <c:v>45251</c:v>
                </c:pt>
                <c:pt idx="584">
                  <c:v>45252</c:v>
                </c:pt>
                <c:pt idx="585">
                  <c:v>45253</c:v>
                </c:pt>
                <c:pt idx="586">
                  <c:v>45254</c:v>
                </c:pt>
                <c:pt idx="587">
                  <c:v>45257</c:v>
                </c:pt>
                <c:pt idx="588">
                  <c:v>45258</c:v>
                </c:pt>
                <c:pt idx="589">
                  <c:v>45259</c:v>
                </c:pt>
                <c:pt idx="590">
                  <c:v>45260</c:v>
                </c:pt>
                <c:pt idx="591">
                  <c:v>45261</c:v>
                </c:pt>
                <c:pt idx="592">
                  <c:v>45264</c:v>
                </c:pt>
                <c:pt idx="593">
                  <c:v>45265</c:v>
                </c:pt>
                <c:pt idx="594">
                  <c:v>45266</c:v>
                </c:pt>
                <c:pt idx="595">
                  <c:v>45267</c:v>
                </c:pt>
                <c:pt idx="596">
                  <c:v>45268</c:v>
                </c:pt>
                <c:pt idx="597">
                  <c:v>45271</c:v>
                </c:pt>
                <c:pt idx="598">
                  <c:v>45272</c:v>
                </c:pt>
                <c:pt idx="599">
                  <c:v>45273</c:v>
                </c:pt>
                <c:pt idx="600">
                  <c:v>45274</c:v>
                </c:pt>
                <c:pt idx="601">
                  <c:v>45275</c:v>
                </c:pt>
                <c:pt idx="602">
                  <c:v>45278</c:v>
                </c:pt>
                <c:pt idx="603">
                  <c:v>45279</c:v>
                </c:pt>
                <c:pt idx="604">
                  <c:v>45280</c:v>
                </c:pt>
                <c:pt idx="605">
                  <c:v>45281</c:v>
                </c:pt>
                <c:pt idx="606">
                  <c:v>45282</c:v>
                </c:pt>
                <c:pt idx="607">
                  <c:v>45285</c:v>
                </c:pt>
                <c:pt idx="608">
                  <c:v>45286</c:v>
                </c:pt>
                <c:pt idx="609">
                  <c:v>45287</c:v>
                </c:pt>
                <c:pt idx="610">
                  <c:v>45288</c:v>
                </c:pt>
                <c:pt idx="611">
                  <c:v>45289</c:v>
                </c:pt>
                <c:pt idx="612">
                  <c:v>45292</c:v>
                </c:pt>
                <c:pt idx="613">
                  <c:v>45293</c:v>
                </c:pt>
                <c:pt idx="614">
                  <c:v>45294</c:v>
                </c:pt>
                <c:pt idx="615">
                  <c:v>45295</c:v>
                </c:pt>
                <c:pt idx="616">
                  <c:v>45296</c:v>
                </c:pt>
                <c:pt idx="617">
                  <c:v>45299</c:v>
                </c:pt>
                <c:pt idx="618">
                  <c:v>45300</c:v>
                </c:pt>
                <c:pt idx="619">
                  <c:v>45301</c:v>
                </c:pt>
                <c:pt idx="620">
                  <c:v>45302</c:v>
                </c:pt>
                <c:pt idx="621">
                  <c:v>45303</c:v>
                </c:pt>
                <c:pt idx="622">
                  <c:v>45306</c:v>
                </c:pt>
                <c:pt idx="623">
                  <c:v>45307</c:v>
                </c:pt>
                <c:pt idx="624">
                  <c:v>45308</c:v>
                </c:pt>
                <c:pt idx="625">
                  <c:v>45309</c:v>
                </c:pt>
                <c:pt idx="626">
                  <c:v>45310</c:v>
                </c:pt>
                <c:pt idx="627">
                  <c:v>45313</c:v>
                </c:pt>
                <c:pt idx="628">
                  <c:v>45314</c:v>
                </c:pt>
                <c:pt idx="629">
                  <c:v>45315</c:v>
                </c:pt>
                <c:pt idx="630">
                  <c:v>45316</c:v>
                </c:pt>
                <c:pt idx="631">
                  <c:v>45317</c:v>
                </c:pt>
                <c:pt idx="632">
                  <c:v>45320</c:v>
                </c:pt>
                <c:pt idx="633">
                  <c:v>45321</c:v>
                </c:pt>
                <c:pt idx="634">
                  <c:v>45322</c:v>
                </c:pt>
                <c:pt idx="635">
                  <c:v>45323</c:v>
                </c:pt>
                <c:pt idx="636">
                  <c:v>45324</c:v>
                </c:pt>
                <c:pt idx="637">
                  <c:v>45327</c:v>
                </c:pt>
                <c:pt idx="638">
                  <c:v>45328</c:v>
                </c:pt>
                <c:pt idx="639">
                  <c:v>45329</c:v>
                </c:pt>
                <c:pt idx="640">
                  <c:v>45330</c:v>
                </c:pt>
                <c:pt idx="641">
                  <c:v>45331</c:v>
                </c:pt>
                <c:pt idx="642">
                  <c:v>45334</c:v>
                </c:pt>
                <c:pt idx="643">
                  <c:v>45335</c:v>
                </c:pt>
                <c:pt idx="644">
                  <c:v>45336</c:v>
                </c:pt>
                <c:pt idx="645">
                  <c:v>45337</c:v>
                </c:pt>
                <c:pt idx="646">
                  <c:v>45338</c:v>
                </c:pt>
                <c:pt idx="647">
                  <c:v>45341</c:v>
                </c:pt>
                <c:pt idx="648">
                  <c:v>45342</c:v>
                </c:pt>
                <c:pt idx="649">
                  <c:v>45343</c:v>
                </c:pt>
                <c:pt idx="650">
                  <c:v>45344</c:v>
                </c:pt>
                <c:pt idx="651">
                  <c:v>45345</c:v>
                </c:pt>
                <c:pt idx="652">
                  <c:v>45348</c:v>
                </c:pt>
                <c:pt idx="653">
                  <c:v>45349</c:v>
                </c:pt>
                <c:pt idx="654">
                  <c:v>45350</c:v>
                </c:pt>
                <c:pt idx="655">
                  <c:v>45351</c:v>
                </c:pt>
                <c:pt idx="656">
                  <c:v>45352</c:v>
                </c:pt>
                <c:pt idx="657">
                  <c:v>45355</c:v>
                </c:pt>
                <c:pt idx="658">
                  <c:v>45356</c:v>
                </c:pt>
                <c:pt idx="659">
                  <c:v>45357</c:v>
                </c:pt>
                <c:pt idx="660">
                  <c:v>45358</c:v>
                </c:pt>
                <c:pt idx="661">
                  <c:v>45359</c:v>
                </c:pt>
                <c:pt idx="662">
                  <c:v>45362</c:v>
                </c:pt>
                <c:pt idx="663">
                  <c:v>45363</c:v>
                </c:pt>
                <c:pt idx="664">
                  <c:v>45364</c:v>
                </c:pt>
                <c:pt idx="665">
                  <c:v>45365</c:v>
                </c:pt>
                <c:pt idx="666">
                  <c:v>45366</c:v>
                </c:pt>
                <c:pt idx="667">
                  <c:v>45369</c:v>
                </c:pt>
                <c:pt idx="668">
                  <c:v>45370</c:v>
                </c:pt>
                <c:pt idx="669">
                  <c:v>45371</c:v>
                </c:pt>
                <c:pt idx="670">
                  <c:v>45372</c:v>
                </c:pt>
                <c:pt idx="671">
                  <c:v>45373</c:v>
                </c:pt>
                <c:pt idx="672">
                  <c:v>45376</c:v>
                </c:pt>
                <c:pt idx="673">
                  <c:v>45377</c:v>
                </c:pt>
                <c:pt idx="674">
                  <c:v>45378</c:v>
                </c:pt>
                <c:pt idx="675">
                  <c:v>45379</c:v>
                </c:pt>
                <c:pt idx="676">
                  <c:v>45380</c:v>
                </c:pt>
                <c:pt idx="677">
                  <c:v>45383</c:v>
                </c:pt>
                <c:pt idx="678">
                  <c:v>45384</c:v>
                </c:pt>
                <c:pt idx="679">
                  <c:v>45385</c:v>
                </c:pt>
                <c:pt idx="680">
                  <c:v>45386</c:v>
                </c:pt>
                <c:pt idx="681">
                  <c:v>45387</c:v>
                </c:pt>
                <c:pt idx="682">
                  <c:v>45390</c:v>
                </c:pt>
                <c:pt idx="683">
                  <c:v>45391</c:v>
                </c:pt>
                <c:pt idx="684">
                  <c:v>45392</c:v>
                </c:pt>
                <c:pt idx="685">
                  <c:v>45393</c:v>
                </c:pt>
                <c:pt idx="686">
                  <c:v>45394</c:v>
                </c:pt>
                <c:pt idx="687">
                  <c:v>45397</c:v>
                </c:pt>
                <c:pt idx="688">
                  <c:v>45398</c:v>
                </c:pt>
                <c:pt idx="689">
                  <c:v>45399</c:v>
                </c:pt>
                <c:pt idx="690">
                  <c:v>45400</c:v>
                </c:pt>
                <c:pt idx="691">
                  <c:v>45401</c:v>
                </c:pt>
                <c:pt idx="692">
                  <c:v>45404</c:v>
                </c:pt>
                <c:pt idx="693">
                  <c:v>45405</c:v>
                </c:pt>
                <c:pt idx="694">
                  <c:v>45406</c:v>
                </c:pt>
                <c:pt idx="695">
                  <c:v>45407</c:v>
                </c:pt>
                <c:pt idx="696">
                  <c:v>45408</c:v>
                </c:pt>
                <c:pt idx="697">
                  <c:v>45411</c:v>
                </c:pt>
                <c:pt idx="698">
                  <c:v>45412</c:v>
                </c:pt>
                <c:pt idx="699">
                  <c:v>45413</c:v>
                </c:pt>
                <c:pt idx="700">
                  <c:v>45414</c:v>
                </c:pt>
                <c:pt idx="701">
                  <c:v>45415</c:v>
                </c:pt>
                <c:pt idx="702">
                  <c:v>45418</c:v>
                </c:pt>
                <c:pt idx="703">
                  <c:v>45419</c:v>
                </c:pt>
                <c:pt idx="704">
                  <c:v>45420</c:v>
                </c:pt>
                <c:pt idx="705">
                  <c:v>45421</c:v>
                </c:pt>
                <c:pt idx="706">
                  <c:v>45422</c:v>
                </c:pt>
                <c:pt idx="707">
                  <c:v>45425</c:v>
                </c:pt>
                <c:pt idx="708">
                  <c:v>45426</c:v>
                </c:pt>
                <c:pt idx="709">
                  <c:v>45427</c:v>
                </c:pt>
                <c:pt idx="710">
                  <c:v>45428</c:v>
                </c:pt>
                <c:pt idx="711">
                  <c:v>45429</c:v>
                </c:pt>
                <c:pt idx="712">
                  <c:v>45432</c:v>
                </c:pt>
                <c:pt idx="713">
                  <c:v>45433</c:v>
                </c:pt>
                <c:pt idx="714">
                  <c:v>45434</c:v>
                </c:pt>
                <c:pt idx="715">
                  <c:v>45435</c:v>
                </c:pt>
                <c:pt idx="716">
                  <c:v>45436</c:v>
                </c:pt>
                <c:pt idx="717">
                  <c:v>45439</c:v>
                </c:pt>
                <c:pt idx="718">
                  <c:v>45440</c:v>
                </c:pt>
                <c:pt idx="719">
                  <c:v>45441</c:v>
                </c:pt>
                <c:pt idx="720">
                  <c:v>45442</c:v>
                </c:pt>
                <c:pt idx="721">
                  <c:v>45443</c:v>
                </c:pt>
                <c:pt idx="722">
                  <c:v>45446</c:v>
                </c:pt>
                <c:pt idx="723">
                  <c:v>45447</c:v>
                </c:pt>
                <c:pt idx="724">
                  <c:v>45448</c:v>
                </c:pt>
                <c:pt idx="725">
                  <c:v>45449</c:v>
                </c:pt>
                <c:pt idx="726">
                  <c:v>45450</c:v>
                </c:pt>
                <c:pt idx="727">
                  <c:v>45453</c:v>
                </c:pt>
                <c:pt idx="728">
                  <c:v>45454</c:v>
                </c:pt>
                <c:pt idx="729">
                  <c:v>45455</c:v>
                </c:pt>
                <c:pt idx="730">
                  <c:v>45456</c:v>
                </c:pt>
                <c:pt idx="731">
                  <c:v>45457</c:v>
                </c:pt>
                <c:pt idx="732">
                  <c:v>45460</c:v>
                </c:pt>
                <c:pt idx="733">
                  <c:v>45461</c:v>
                </c:pt>
                <c:pt idx="734">
                  <c:v>45462</c:v>
                </c:pt>
                <c:pt idx="735">
                  <c:v>45463</c:v>
                </c:pt>
                <c:pt idx="736">
                  <c:v>45464</c:v>
                </c:pt>
                <c:pt idx="737">
                  <c:v>45467</c:v>
                </c:pt>
                <c:pt idx="738">
                  <c:v>45468</c:v>
                </c:pt>
                <c:pt idx="739">
                  <c:v>45469</c:v>
                </c:pt>
                <c:pt idx="740">
                  <c:v>45470</c:v>
                </c:pt>
                <c:pt idx="741">
                  <c:v>45471</c:v>
                </c:pt>
                <c:pt idx="742">
                  <c:v>45474</c:v>
                </c:pt>
                <c:pt idx="743">
                  <c:v>45475</c:v>
                </c:pt>
                <c:pt idx="744">
                  <c:v>45476</c:v>
                </c:pt>
                <c:pt idx="745">
                  <c:v>45477</c:v>
                </c:pt>
                <c:pt idx="746">
                  <c:v>45478</c:v>
                </c:pt>
                <c:pt idx="747">
                  <c:v>45481</c:v>
                </c:pt>
                <c:pt idx="748">
                  <c:v>45482</c:v>
                </c:pt>
                <c:pt idx="749">
                  <c:v>45483</c:v>
                </c:pt>
                <c:pt idx="750">
                  <c:v>45484</c:v>
                </c:pt>
                <c:pt idx="751">
                  <c:v>45485</c:v>
                </c:pt>
                <c:pt idx="752">
                  <c:v>45488</c:v>
                </c:pt>
                <c:pt idx="753">
                  <c:v>45489</c:v>
                </c:pt>
                <c:pt idx="754">
                  <c:v>45490</c:v>
                </c:pt>
                <c:pt idx="755">
                  <c:v>45491</c:v>
                </c:pt>
                <c:pt idx="756">
                  <c:v>45492</c:v>
                </c:pt>
                <c:pt idx="757">
                  <c:v>45495</c:v>
                </c:pt>
                <c:pt idx="758">
                  <c:v>45496</c:v>
                </c:pt>
                <c:pt idx="759">
                  <c:v>45497</c:v>
                </c:pt>
                <c:pt idx="760">
                  <c:v>45498</c:v>
                </c:pt>
                <c:pt idx="761">
                  <c:v>45499</c:v>
                </c:pt>
                <c:pt idx="762">
                  <c:v>45502</c:v>
                </c:pt>
                <c:pt idx="763">
                  <c:v>45503</c:v>
                </c:pt>
                <c:pt idx="764">
                  <c:v>45504</c:v>
                </c:pt>
                <c:pt idx="765">
                  <c:v>45505</c:v>
                </c:pt>
                <c:pt idx="766">
                  <c:v>45506</c:v>
                </c:pt>
                <c:pt idx="767">
                  <c:v>45509</c:v>
                </c:pt>
                <c:pt idx="768">
                  <c:v>45510</c:v>
                </c:pt>
                <c:pt idx="769">
                  <c:v>45511</c:v>
                </c:pt>
                <c:pt idx="770">
                  <c:v>45512</c:v>
                </c:pt>
                <c:pt idx="771">
                  <c:v>45513</c:v>
                </c:pt>
                <c:pt idx="772">
                  <c:v>45516</c:v>
                </c:pt>
                <c:pt idx="773">
                  <c:v>45517</c:v>
                </c:pt>
                <c:pt idx="774">
                  <c:v>45518</c:v>
                </c:pt>
                <c:pt idx="775">
                  <c:v>45519</c:v>
                </c:pt>
                <c:pt idx="776">
                  <c:v>45520</c:v>
                </c:pt>
                <c:pt idx="777">
                  <c:v>45523</c:v>
                </c:pt>
                <c:pt idx="778">
                  <c:v>45524</c:v>
                </c:pt>
                <c:pt idx="779">
                  <c:v>45525</c:v>
                </c:pt>
                <c:pt idx="780">
                  <c:v>45526</c:v>
                </c:pt>
                <c:pt idx="781">
                  <c:v>45527</c:v>
                </c:pt>
                <c:pt idx="782">
                  <c:v>45530</c:v>
                </c:pt>
                <c:pt idx="783">
                  <c:v>45531</c:v>
                </c:pt>
                <c:pt idx="784">
                  <c:v>45532</c:v>
                </c:pt>
                <c:pt idx="785">
                  <c:v>45533</c:v>
                </c:pt>
                <c:pt idx="786">
                  <c:v>45534</c:v>
                </c:pt>
                <c:pt idx="787">
                  <c:v>45537</c:v>
                </c:pt>
                <c:pt idx="788">
                  <c:v>45538</c:v>
                </c:pt>
                <c:pt idx="789">
                  <c:v>45539</c:v>
                </c:pt>
                <c:pt idx="790">
                  <c:v>45540</c:v>
                </c:pt>
                <c:pt idx="791">
                  <c:v>45541</c:v>
                </c:pt>
                <c:pt idx="792">
                  <c:v>45544</c:v>
                </c:pt>
                <c:pt idx="793">
                  <c:v>45545</c:v>
                </c:pt>
                <c:pt idx="794">
                  <c:v>45546</c:v>
                </c:pt>
                <c:pt idx="795">
                  <c:v>45547</c:v>
                </c:pt>
                <c:pt idx="796">
                  <c:v>45548</c:v>
                </c:pt>
                <c:pt idx="797">
                  <c:v>45551</c:v>
                </c:pt>
                <c:pt idx="798">
                  <c:v>45552</c:v>
                </c:pt>
                <c:pt idx="799">
                  <c:v>45553</c:v>
                </c:pt>
                <c:pt idx="800">
                  <c:v>45554</c:v>
                </c:pt>
                <c:pt idx="801">
                  <c:v>45555</c:v>
                </c:pt>
                <c:pt idx="802">
                  <c:v>45558</c:v>
                </c:pt>
                <c:pt idx="803">
                  <c:v>45559</c:v>
                </c:pt>
                <c:pt idx="804">
                  <c:v>45560</c:v>
                </c:pt>
                <c:pt idx="805">
                  <c:v>45561</c:v>
                </c:pt>
                <c:pt idx="806">
                  <c:v>45562</c:v>
                </c:pt>
                <c:pt idx="807">
                  <c:v>45565</c:v>
                </c:pt>
                <c:pt idx="808">
                  <c:v>45566</c:v>
                </c:pt>
                <c:pt idx="809">
                  <c:v>45567</c:v>
                </c:pt>
                <c:pt idx="810">
                  <c:v>45568</c:v>
                </c:pt>
                <c:pt idx="811">
                  <c:v>45569</c:v>
                </c:pt>
                <c:pt idx="812">
                  <c:v>45572</c:v>
                </c:pt>
                <c:pt idx="813">
                  <c:v>45573</c:v>
                </c:pt>
                <c:pt idx="814">
                  <c:v>45574</c:v>
                </c:pt>
                <c:pt idx="815">
                  <c:v>45575</c:v>
                </c:pt>
                <c:pt idx="816">
                  <c:v>45576</c:v>
                </c:pt>
                <c:pt idx="817">
                  <c:v>45579</c:v>
                </c:pt>
                <c:pt idx="818">
                  <c:v>45580</c:v>
                </c:pt>
                <c:pt idx="819">
                  <c:v>45581</c:v>
                </c:pt>
                <c:pt idx="820">
                  <c:v>45582</c:v>
                </c:pt>
                <c:pt idx="821">
                  <c:v>45583</c:v>
                </c:pt>
                <c:pt idx="822">
                  <c:v>45586</c:v>
                </c:pt>
                <c:pt idx="823">
                  <c:v>45587</c:v>
                </c:pt>
                <c:pt idx="824">
                  <c:v>45588</c:v>
                </c:pt>
                <c:pt idx="825">
                  <c:v>45589</c:v>
                </c:pt>
                <c:pt idx="826">
                  <c:v>45590</c:v>
                </c:pt>
                <c:pt idx="827">
                  <c:v>45593</c:v>
                </c:pt>
                <c:pt idx="828">
                  <c:v>45594</c:v>
                </c:pt>
                <c:pt idx="829">
                  <c:v>45595</c:v>
                </c:pt>
                <c:pt idx="830">
                  <c:v>45596</c:v>
                </c:pt>
                <c:pt idx="831">
                  <c:v>45597</c:v>
                </c:pt>
                <c:pt idx="832">
                  <c:v>45600</c:v>
                </c:pt>
                <c:pt idx="833">
                  <c:v>45601</c:v>
                </c:pt>
                <c:pt idx="834">
                  <c:v>45602</c:v>
                </c:pt>
                <c:pt idx="835">
                  <c:v>45603</c:v>
                </c:pt>
                <c:pt idx="836">
                  <c:v>45604</c:v>
                </c:pt>
                <c:pt idx="837">
                  <c:v>45607</c:v>
                </c:pt>
                <c:pt idx="838">
                  <c:v>45608</c:v>
                </c:pt>
                <c:pt idx="839">
                  <c:v>45609</c:v>
                </c:pt>
                <c:pt idx="840">
                  <c:v>45610</c:v>
                </c:pt>
                <c:pt idx="841">
                  <c:v>45611</c:v>
                </c:pt>
                <c:pt idx="842">
                  <c:v>45614</c:v>
                </c:pt>
                <c:pt idx="843">
                  <c:v>45615</c:v>
                </c:pt>
                <c:pt idx="844">
                  <c:v>45616</c:v>
                </c:pt>
                <c:pt idx="845">
                  <c:v>45617</c:v>
                </c:pt>
                <c:pt idx="846">
                  <c:v>45618</c:v>
                </c:pt>
                <c:pt idx="847">
                  <c:v>45621</c:v>
                </c:pt>
                <c:pt idx="848">
                  <c:v>45622</c:v>
                </c:pt>
                <c:pt idx="849">
                  <c:v>45623</c:v>
                </c:pt>
                <c:pt idx="850">
                  <c:v>45624</c:v>
                </c:pt>
                <c:pt idx="851">
                  <c:v>45625</c:v>
                </c:pt>
                <c:pt idx="852">
                  <c:v>45628</c:v>
                </c:pt>
                <c:pt idx="853">
                  <c:v>45629</c:v>
                </c:pt>
                <c:pt idx="854">
                  <c:v>45630</c:v>
                </c:pt>
                <c:pt idx="855">
                  <c:v>45631</c:v>
                </c:pt>
                <c:pt idx="856">
                  <c:v>45632</c:v>
                </c:pt>
                <c:pt idx="857">
                  <c:v>45635</c:v>
                </c:pt>
                <c:pt idx="858">
                  <c:v>45636</c:v>
                </c:pt>
                <c:pt idx="859">
                  <c:v>45637</c:v>
                </c:pt>
                <c:pt idx="860">
                  <c:v>45638</c:v>
                </c:pt>
                <c:pt idx="861">
                  <c:v>45639</c:v>
                </c:pt>
                <c:pt idx="862">
                  <c:v>45642</c:v>
                </c:pt>
                <c:pt idx="863">
                  <c:v>45643</c:v>
                </c:pt>
                <c:pt idx="864">
                  <c:v>45644</c:v>
                </c:pt>
                <c:pt idx="865">
                  <c:v>45645</c:v>
                </c:pt>
                <c:pt idx="866">
                  <c:v>45646</c:v>
                </c:pt>
                <c:pt idx="867">
                  <c:v>45649</c:v>
                </c:pt>
                <c:pt idx="868">
                  <c:v>45650</c:v>
                </c:pt>
                <c:pt idx="869">
                  <c:v>45651</c:v>
                </c:pt>
                <c:pt idx="870">
                  <c:v>45652</c:v>
                </c:pt>
                <c:pt idx="871">
                  <c:v>45653</c:v>
                </c:pt>
                <c:pt idx="872">
                  <c:v>45656</c:v>
                </c:pt>
                <c:pt idx="873">
                  <c:v>45657</c:v>
                </c:pt>
                <c:pt idx="874">
                  <c:v>45658</c:v>
                </c:pt>
                <c:pt idx="875">
                  <c:v>45659</c:v>
                </c:pt>
                <c:pt idx="876">
                  <c:v>45660</c:v>
                </c:pt>
                <c:pt idx="877">
                  <c:v>45663</c:v>
                </c:pt>
                <c:pt idx="878">
                  <c:v>45664</c:v>
                </c:pt>
                <c:pt idx="879">
                  <c:v>45665</c:v>
                </c:pt>
                <c:pt idx="880">
                  <c:v>45666</c:v>
                </c:pt>
                <c:pt idx="881">
                  <c:v>45667</c:v>
                </c:pt>
                <c:pt idx="882">
                  <c:v>45670</c:v>
                </c:pt>
                <c:pt idx="883">
                  <c:v>45671</c:v>
                </c:pt>
                <c:pt idx="884">
                  <c:v>45672</c:v>
                </c:pt>
                <c:pt idx="885">
                  <c:v>45673</c:v>
                </c:pt>
                <c:pt idx="886">
                  <c:v>45674</c:v>
                </c:pt>
                <c:pt idx="887">
                  <c:v>45677</c:v>
                </c:pt>
                <c:pt idx="888">
                  <c:v>45678</c:v>
                </c:pt>
                <c:pt idx="889">
                  <c:v>45679</c:v>
                </c:pt>
                <c:pt idx="890">
                  <c:v>45680</c:v>
                </c:pt>
                <c:pt idx="891">
                  <c:v>45681</c:v>
                </c:pt>
                <c:pt idx="892">
                  <c:v>45684</c:v>
                </c:pt>
                <c:pt idx="893">
                  <c:v>45685</c:v>
                </c:pt>
                <c:pt idx="894">
                  <c:v>45686</c:v>
                </c:pt>
                <c:pt idx="895">
                  <c:v>45687</c:v>
                </c:pt>
                <c:pt idx="896">
                  <c:v>45688</c:v>
                </c:pt>
                <c:pt idx="897">
                  <c:v>45691</c:v>
                </c:pt>
                <c:pt idx="898">
                  <c:v>45692</c:v>
                </c:pt>
                <c:pt idx="899">
                  <c:v>45693</c:v>
                </c:pt>
                <c:pt idx="900">
                  <c:v>45694</c:v>
                </c:pt>
                <c:pt idx="901">
                  <c:v>45695</c:v>
                </c:pt>
                <c:pt idx="902">
                  <c:v>45698</c:v>
                </c:pt>
                <c:pt idx="903">
                  <c:v>45699</c:v>
                </c:pt>
                <c:pt idx="904">
                  <c:v>45700</c:v>
                </c:pt>
                <c:pt idx="905">
                  <c:v>45701</c:v>
                </c:pt>
                <c:pt idx="906">
                  <c:v>45702</c:v>
                </c:pt>
                <c:pt idx="907">
                  <c:v>45705</c:v>
                </c:pt>
                <c:pt idx="908">
                  <c:v>45706</c:v>
                </c:pt>
                <c:pt idx="909">
                  <c:v>45707</c:v>
                </c:pt>
                <c:pt idx="910">
                  <c:v>45708</c:v>
                </c:pt>
                <c:pt idx="911">
                  <c:v>45709</c:v>
                </c:pt>
                <c:pt idx="912">
                  <c:v>45712</c:v>
                </c:pt>
                <c:pt idx="913">
                  <c:v>45713</c:v>
                </c:pt>
                <c:pt idx="914">
                  <c:v>45714</c:v>
                </c:pt>
                <c:pt idx="915">
                  <c:v>45715</c:v>
                </c:pt>
                <c:pt idx="916">
                  <c:v>45716</c:v>
                </c:pt>
                <c:pt idx="917">
                  <c:v>45719</c:v>
                </c:pt>
                <c:pt idx="918">
                  <c:v>45720</c:v>
                </c:pt>
                <c:pt idx="919">
                  <c:v>45721</c:v>
                </c:pt>
                <c:pt idx="920">
                  <c:v>45722</c:v>
                </c:pt>
                <c:pt idx="921">
                  <c:v>45723</c:v>
                </c:pt>
                <c:pt idx="922">
                  <c:v>45726</c:v>
                </c:pt>
                <c:pt idx="923">
                  <c:v>45727</c:v>
                </c:pt>
                <c:pt idx="924">
                  <c:v>45728</c:v>
                </c:pt>
                <c:pt idx="925">
                  <c:v>45729</c:v>
                </c:pt>
                <c:pt idx="926">
                  <c:v>45730</c:v>
                </c:pt>
                <c:pt idx="927">
                  <c:v>45733</c:v>
                </c:pt>
                <c:pt idx="928">
                  <c:v>45734</c:v>
                </c:pt>
                <c:pt idx="929">
                  <c:v>45735</c:v>
                </c:pt>
                <c:pt idx="930">
                  <c:v>45736</c:v>
                </c:pt>
                <c:pt idx="931">
                  <c:v>45737</c:v>
                </c:pt>
                <c:pt idx="932">
                  <c:v>45740</c:v>
                </c:pt>
                <c:pt idx="933">
                  <c:v>45741</c:v>
                </c:pt>
                <c:pt idx="934">
                  <c:v>45742</c:v>
                </c:pt>
                <c:pt idx="935">
                  <c:v>45743</c:v>
                </c:pt>
                <c:pt idx="936">
                  <c:v>45744</c:v>
                </c:pt>
                <c:pt idx="937">
                  <c:v>45747</c:v>
                </c:pt>
                <c:pt idx="938">
                  <c:v>45748</c:v>
                </c:pt>
                <c:pt idx="939">
                  <c:v>45749</c:v>
                </c:pt>
                <c:pt idx="940">
                  <c:v>45750</c:v>
                </c:pt>
                <c:pt idx="941">
                  <c:v>45751</c:v>
                </c:pt>
                <c:pt idx="942">
                  <c:v>45754</c:v>
                </c:pt>
                <c:pt idx="943">
                  <c:v>45755</c:v>
                </c:pt>
                <c:pt idx="944">
                  <c:v>45756</c:v>
                </c:pt>
                <c:pt idx="945">
                  <c:v>45757</c:v>
                </c:pt>
                <c:pt idx="946">
                  <c:v>45758</c:v>
                </c:pt>
                <c:pt idx="947">
                  <c:v>45761</c:v>
                </c:pt>
                <c:pt idx="948">
                  <c:v>45762</c:v>
                </c:pt>
                <c:pt idx="949">
                  <c:v>45763</c:v>
                </c:pt>
                <c:pt idx="950">
                  <c:v>45764</c:v>
                </c:pt>
                <c:pt idx="951">
                  <c:v>45765</c:v>
                </c:pt>
                <c:pt idx="952">
                  <c:v>45768</c:v>
                </c:pt>
                <c:pt idx="953">
                  <c:v>45769</c:v>
                </c:pt>
                <c:pt idx="954">
                  <c:v>45770</c:v>
                </c:pt>
                <c:pt idx="955">
                  <c:v>45771</c:v>
                </c:pt>
                <c:pt idx="956">
                  <c:v>45772</c:v>
                </c:pt>
                <c:pt idx="957">
                  <c:v>45775</c:v>
                </c:pt>
                <c:pt idx="958">
                  <c:v>45776</c:v>
                </c:pt>
                <c:pt idx="959">
                  <c:v>45777</c:v>
                </c:pt>
                <c:pt idx="960">
                  <c:v>45778</c:v>
                </c:pt>
                <c:pt idx="961">
                  <c:v>45779</c:v>
                </c:pt>
                <c:pt idx="962">
                  <c:v>45782</c:v>
                </c:pt>
                <c:pt idx="963">
                  <c:v>45783</c:v>
                </c:pt>
                <c:pt idx="964">
                  <c:v>45784</c:v>
                </c:pt>
                <c:pt idx="965">
                  <c:v>45785</c:v>
                </c:pt>
                <c:pt idx="966">
                  <c:v>45786</c:v>
                </c:pt>
                <c:pt idx="967">
                  <c:v>45789</c:v>
                </c:pt>
                <c:pt idx="968">
                  <c:v>45790</c:v>
                </c:pt>
                <c:pt idx="969">
                  <c:v>45791</c:v>
                </c:pt>
                <c:pt idx="970">
                  <c:v>45792</c:v>
                </c:pt>
                <c:pt idx="971">
                  <c:v>45793</c:v>
                </c:pt>
                <c:pt idx="972">
                  <c:v>45796</c:v>
                </c:pt>
                <c:pt idx="973">
                  <c:v>45797</c:v>
                </c:pt>
                <c:pt idx="974">
                  <c:v>45798</c:v>
                </c:pt>
                <c:pt idx="975">
                  <c:v>45799</c:v>
                </c:pt>
                <c:pt idx="976">
                  <c:v>45800</c:v>
                </c:pt>
                <c:pt idx="977">
                  <c:v>45803</c:v>
                </c:pt>
                <c:pt idx="978">
                  <c:v>45804</c:v>
                </c:pt>
                <c:pt idx="979">
                  <c:v>45805</c:v>
                </c:pt>
                <c:pt idx="980">
                  <c:v>45806</c:v>
                </c:pt>
                <c:pt idx="981">
                  <c:v>45807</c:v>
                </c:pt>
                <c:pt idx="982">
                  <c:v>45810</c:v>
                </c:pt>
                <c:pt idx="983">
                  <c:v>45811</c:v>
                </c:pt>
                <c:pt idx="984">
                  <c:v>45812</c:v>
                </c:pt>
                <c:pt idx="985">
                  <c:v>45813</c:v>
                </c:pt>
                <c:pt idx="986">
                  <c:v>45814</c:v>
                </c:pt>
                <c:pt idx="987">
                  <c:v>45817</c:v>
                </c:pt>
                <c:pt idx="988">
                  <c:v>45818</c:v>
                </c:pt>
                <c:pt idx="989">
                  <c:v>45819</c:v>
                </c:pt>
                <c:pt idx="990">
                  <c:v>45820</c:v>
                </c:pt>
                <c:pt idx="991">
                  <c:v>45821</c:v>
                </c:pt>
                <c:pt idx="992">
                  <c:v>45824</c:v>
                </c:pt>
                <c:pt idx="993">
                  <c:v>45825</c:v>
                </c:pt>
                <c:pt idx="994">
                  <c:v>45826</c:v>
                </c:pt>
                <c:pt idx="995">
                  <c:v>45827</c:v>
                </c:pt>
                <c:pt idx="996">
                  <c:v>45828</c:v>
                </c:pt>
                <c:pt idx="997">
                  <c:v>45831</c:v>
                </c:pt>
                <c:pt idx="998">
                  <c:v>45832</c:v>
                </c:pt>
                <c:pt idx="999">
                  <c:v>45833</c:v>
                </c:pt>
                <c:pt idx="1000">
                  <c:v>45834</c:v>
                </c:pt>
                <c:pt idx="1001">
                  <c:v>45835</c:v>
                </c:pt>
                <c:pt idx="1002">
                  <c:v>45838</c:v>
                </c:pt>
                <c:pt idx="1003">
                  <c:v>45839</c:v>
                </c:pt>
                <c:pt idx="1004">
                  <c:v>45840</c:v>
                </c:pt>
                <c:pt idx="1005">
                  <c:v>45841</c:v>
                </c:pt>
                <c:pt idx="1006">
                  <c:v>45842</c:v>
                </c:pt>
                <c:pt idx="1007">
                  <c:v>45845</c:v>
                </c:pt>
                <c:pt idx="1008">
                  <c:v>45846</c:v>
                </c:pt>
                <c:pt idx="1009">
                  <c:v>45847</c:v>
                </c:pt>
                <c:pt idx="1010">
                  <c:v>45848</c:v>
                </c:pt>
                <c:pt idx="1011">
                  <c:v>45849</c:v>
                </c:pt>
                <c:pt idx="1012">
                  <c:v>45852</c:v>
                </c:pt>
                <c:pt idx="1013">
                  <c:v>45853</c:v>
                </c:pt>
                <c:pt idx="1014">
                  <c:v>45854</c:v>
                </c:pt>
                <c:pt idx="1015">
                  <c:v>45855</c:v>
                </c:pt>
                <c:pt idx="1016">
                  <c:v>45856</c:v>
                </c:pt>
                <c:pt idx="1017">
                  <c:v>45859</c:v>
                </c:pt>
                <c:pt idx="1018">
                  <c:v>45860</c:v>
                </c:pt>
                <c:pt idx="1019">
                  <c:v>45861</c:v>
                </c:pt>
                <c:pt idx="1020">
                  <c:v>45862</c:v>
                </c:pt>
                <c:pt idx="1021">
                  <c:v>45863</c:v>
                </c:pt>
                <c:pt idx="1022">
                  <c:v>45866</c:v>
                </c:pt>
                <c:pt idx="1023">
                  <c:v>45867</c:v>
                </c:pt>
                <c:pt idx="1024">
                  <c:v>45868</c:v>
                </c:pt>
                <c:pt idx="1025">
                  <c:v>45869</c:v>
                </c:pt>
                <c:pt idx="1026">
                  <c:v>45870</c:v>
                </c:pt>
                <c:pt idx="1027">
                  <c:v>45873</c:v>
                </c:pt>
                <c:pt idx="1028">
                  <c:v>45874</c:v>
                </c:pt>
                <c:pt idx="1029">
                  <c:v>45875</c:v>
                </c:pt>
                <c:pt idx="1030">
                  <c:v>45876</c:v>
                </c:pt>
                <c:pt idx="1031">
                  <c:v>45877</c:v>
                </c:pt>
                <c:pt idx="1032">
                  <c:v>45880</c:v>
                </c:pt>
                <c:pt idx="1033">
                  <c:v>45881</c:v>
                </c:pt>
                <c:pt idx="1034">
                  <c:v>45882</c:v>
                </c:pt>
                <c:pt idx="1035">
                  <c:v>45883</c:v>
                </c:pt>
                <c:pt idx="1036">
                  <c:v>45884</c:v>
                </c:pt>
                <c:pt idx="1037">
                  <c:v>45887</c:v>
                </c:pt>
                <c:pt idx="1038">
                  <c:v>45888</c:v>
                </c:pt>
                <c:pt idx="1039">
                  <c:v>45889</c:v>
                </c:pt>
                <c:pt idx="1040">
                  <c:v>45890</c:v>
                </c:pt>
                <c:pt idx="1041">
                  <c:v>45891</c:v>
                </c:pt>
                <c:pt idx="1042">
                  <c:v>45894</c:v>
                </c:pt>
                <c:pt idx="1043">
                  <c:v>45895</c:v>
                </c:pt>
                <c:pt idx="1044">
                  <c:v>45896</c:v>
                </c:pt>
                <c:pt idx="1045">
                  <c:v>45897</c:v>
                </c:pt>
                <c:pt idx="1046">
                  <c:v>45898</c:v>
                </c:pt>
                <c:pt idx="1047">
                  <c:v>45901</c:v>
                </c:pt>
                <c:pt idx="1048">
                  <c:v>45902</c:v>
                </c:pt>
                <c:pt idx="1049">
                  <c:v>45903</c:v>
                </c:pt>
                <c:pt idx="1050">
                  <c:v>45904</c:v>
                </c:pt>
                <c:pt idx="1051">
                  <c:v>45905</c:v>
                </c:pt>
                <c:pt idx="1052">
                  <c:v>45908</c:v>
                </c:pt>
                <c:pt idx="1053">
                  <c:v>45909</c:v>
                </c:pt>
                <c:pt idx="1054">
                  <c:v>45910</c:v>
                </c:pt>
                <c:pt idx="1055">
                  <c:v>45911</c:v>
                </c:pt>
                <c:pt idx="1056">
                  <c:v>45912</c:v>
                </c:pt>
                <c:pt idx="1057">
                  <c:v>45915</c:v>
                </c:pt>
                <c:pt idx="1058">
                  <c:v>45916</c:v>
                </c:pt>
                <c:pt idx="1059">
                  <c:v>45917</c:v>
                </c:pt>
                <c:pt idx="1060">
                  <c:v>45918</c:v>
                </c:pt>
                <c:pt idx="1061">
                  <c:v>45919</c:v>
                </c:pt>
                <c:pt idx="1062">
                  <c:v>45922</c:v>
                </c:pt>
                <c:pt idx="1063">
                  <c:v>45923</c:v>
                </c:pt>
                <c:pt idx="1064">
                  <c:v>45924</c:v>
                </c:pt>
                <c:pt idx="1065">
                  <c:v>45925</c:v>
                </c:pt>
                <c:pt idx="1066">
                  <c:v>45926</c:v>
                </c:pt>
                <c:pt idx="1067">
                  <c:v>45929</c:v>
                </c:pt>
                <c:pt idx="1068">
                  <c:v>45930</c:v>
                </c:pt>
                <c:pt idx="1069">
                  <c:v>45931</c:v>
                </c:pt>
                <c:pt idx="1070">
                  <c:v>45932</c:v>
                </c:pt>
                <c:pt idx="1071">
                  <c:v>45933</c:v>
                </c:pt>
                <c:pt idx="1072">
                  <c:v>45936</c:v>
                </c:pt>
                <c:pt idx="1073">
                  <c:v>45937</c:v>
                </c:pt>
                <c:pt idx="1074">
                  <c:v>45938</c:v>
                </c:pt>
                <c:pt idx="1075">
                  <c:v>45939</c:v>
                </c:pt>
                <c:pt idx="1076">
                  <c:v>45940</c:v>
                </c:pt>
                <c:pt idx="1077">
                  <c:v>45943</c:v>
                </c:pt>
                <c:pt idx="1078">
                  <c:v>45944</c:v>
                </c:pt>
                <c:pt idx="1079">
                  <c:v>45945</c:v>
                </c:pt>
                <c:pt idx="1080">
                  <c:v>45946</c:v>
                </c:pt>
                <c:pt idx="1081">
                  <c:v>45947</c:v>
                </c:pt>
                <c:pt idx="1082">
                  <c:v>45950</c:v>
                </c:pt>
                <c:pt idx="1083">
                  <c:v>45951</c:v>
                </c:pt>
                <c:pt idx="1084">
                  <c:v>45952</c:v>
                </c:pt>
                <c:pt idx="1085">
                  <c:v>45953</c:v>
                </c:pt>
                <c:pt idx="1086">
                  <c:v>45954</c:v>
                </c:pt>
                <c:pt idx="1087">
                  <c:v>45957</c:v>
                </c:pt>
                <c:pt idx="1088">
                  <c:v>45958</c:v>
                </c:pt>
                <c:pt idx="1089">
                  <c:v>45959</c:v>
                </c:pt>
                <c:pt idx="1090">
                  <c:v>45960</c:v>
                </c:pt>
                <c:pt idx="1091">
                  <c:v>45961</c:v>
                </c:pt>
                <c:pt idx="1092">
                  <c:v>45964</c:v>
                </c:pt>
                <c:pt idx="1093">
                  <c:v>45965</c:v>
                </c:pt>
                <c:pt idx="1094">
                  <c:v>45966</c:v>
                </c:pt>
                <c:pt idx="1095">
                  <c:v>45967</c:v>
                </c:pt>
                <c:pt idx="1096">
                  <c:v>45968</c:v>
                </c:pt>
                <c:pt idx="1097">
                  <c:v>45971</c:v>
                </c:pt>
                <c:pt idx="1098">
                  <c:v>45972</c:v>
                </c:pt>
                <c:pt idx="1099">
                  <c:v>45973</c:v>
                </c:pt>
                <c:pt idx="1100">
                  <c:v>45974</c:v>
                </c:pt>
                <c:pt idx="1101">
                  <c:v>45975</c:v>
                </c:pt>
                <c:pt idx="1102">
                  <c:v>45978</c:v>
                </c:pt>
                <c:pt idx="1103">
                  <c:v>45979</c:v>
                </c:pt>
                <c:pt idx="1104">
                  <c:v>45980</c:v>
                </c:pt>
                <c:pt idx="1105">
                  <c:v>45981</c:v>
                </c:pt>
                <c:pt idx="1106">
                  <c:v>45982</c:v>
                </c:pt>
                <c:pt idx="1107">
                  <c:v>45985</c:v>
                </c:pt>
                <c:pt idx="1108">
                  <c:v>45986</c:v>
                </c:pt>
                <c:pt idx="1109">
                  <c:v>45987</c:v>
                </c:pt>
                <c:pt idx="1110">
                  <c:v>45988</c:v>
                </c:pt>
                <c:pt idx="1111">
                  <c:v>45989</c:v>
                </c:pt>
                <c:pt idx="1112">
                  <c:v>45992</c:v>
                </c:pt>
                <c:pt idx="1113">
                  <c:v>45993</c:v>
                </c:pt>
                <c:pt idx="1114">
                  <c:v>45994</c:v>
                </c:pt>
                <c:pt idx="1115">
                  <c:v>45995</c:v>
                </c:pt>
                <c:pt idx="1116">
                  <c:v>45996</c:v>
                </c:pt>
                <c:pt idx="1117">
                  <c:v>45999</c:v>
                </c:pt>
                <c:pt idx="1118">
                  <c:v>46000</c:v>
                </c:pt>
                <c:pt idx="1119">
                  <c:v>46001</c:v>
                </c:pt>
                <c:pt idx="1120">
                  <c:v>46002</c:v>
                </c:pt>
                <c:pt idx="1121">
                  <c:v>46003</c:v>
                </c:pt>
                <c:pt idx="1122">
                  <c:v>46006</c:v>
                </c:pt>
                <c:pt idx="1123">
                  <c:v>46007</c:v>
                </c:pt>
                <c:pt idx="1124">
                  <c:v>46008</c:v>
                </c:pt>
                <c:pt idx="1125">
                  <c:v>46009</c:v>
                </c:pt>
                <c:pt idx="1126">
                  <c:v>46010</c:v>
                </c:pt>
                <c:pt idx="1127">
                  <c:v>46013</c:v>
                </c:pt>
                <c:pt idx="1128">
                  <c:v>46014</c:v>
                </c:pt>
                <c:pt idx="1129">
                  <c:v>46015</c:v>
                </c:pt>
                <c:pt idx="1130">
                  <c:v>46016</c:v>
                </c:pt>
                <c:pt idx="1131">
                  <c:v>46017</c:v>
                </c:pt>
                <c:pt idx="1132">
                  <c:v>46020</c:v>
                </c:pt>
                <c:pt idx="1133">
                  <c:v>46021</c:v>
                </c:pt>
                <c:pt idx="1134">
                  <c:v>46022</c:v>
                </c:pt>
                <c:pt idx="1135">
                  <c:v>46023</c:v>
                </c:pt>
                <c:pt idx="1136">
                  <c:v>46024</c:v>
                </c:pt>
                <c:pt idx="1137">
                  <c:v>46027</c:v>
                </c:pt>
                <c:pt idx="1138">
                  <c:v>46028</c:v>
                </c:pt>
                <c:pt idx="1139">
                  <c:v>46029</c:v>
                </c:pt>
                <c:pt idx="1140">
                  <c:v>46030</c:v>
                </c:pt>
                <c:pt idx="1141">
                  <c:v>46031</c:v>
                </c:pt>
                <c:pt idx="1142">
                  <c:v>46034</c:v>
                </c:pt>
                <c:pt idx="1143">
                  <c:v>46035</c:v>
                </c:pt>
                <c:pt idx="1144">
                  <c:v>46036</c:v>
                </c:pt>
                <c:pt idx="1145">
                  <c:v>46037</c:v>
                </c:pt>
                <c:pt idx="1146">
                  <c:v>46038</c:v>
                </c:pt>
                <c:pt idx="1147">
                  <c:v>46041</c:v>
                </c:pt>
                <c:pt idx="1148">
                  <c:v>46042</c:v>
                </c:pt>
                <c:pt idx="1149">
                  <c:v>46043</c:v>
                </c:pt>
                <c:pt idx="1150">
                  <c:v>46044</c:v>
                </c:pt>
                <c:pt idx="1151">
                  <c:v>46045</c:v>
                </c:pt>
                <c:pt idx="1152">
                  <c:v>46048</c:v>
                </c:pt>
                <c:pt idx="1153">
                  <c:v>46049</c:v>
                </c:pt>
                <c:pt idx="1154">
                  <c:v>46050</c:v>
                </c:pt>
                <c:pt idx="1155">
                  <c:v>46051</c:v>
                </c:pt>
                <c:pt idx="1156">
                  <c:v>46052</c:v>
                </c:pt>
                <c:pt idx="1157">
                  <c:v>46055</c:v>
                </c:pt>
                <c:pt idx="1158">
                  <c:v>46056</c:v>
                </c:pt>
                <c:pt idx="1159">
                  <c:v>46057</c:v>
                </c:pt>
                <c:pt idx="1160">
                  <c:v>46058</c:v>
                </c:pt>
                <c:pt idx="1161">
                  <c:v>46059</c:v>
                </c:pt>
                <c:pt idx="1162">
                  <c:v>46062</c:v>
                </c:pt>
                <c:pt idx="1163">
                  <c:v>46063</c:v>
                </c:pt>
                <c:pt idx="1164">
                  <c:v>46064</c:v>
                </c:pt>
                <c:pt idx="1165">
                  <c:v>46065</c:v>
                </c:pt>
                <c:pt idx="1166">
                  <c:v>46066</c:v>
                </c:pt>
                <c:pt idx="1167">
                  <c:v>46069</c:v>
                </c:pt>
                <c:pt idx="1168">
                  <c:v>46070</c:v>
                </c:pt>
                <c:pt idx="1169">
                  <c:v>46071</c:v>
                </c:pt>
                <c:pt idx="1170">
                  <c:v>46072</c:v>
                </c:pt>
                <c:pt idx="1171">
                  <c:v>46073</c:v>
                </c:pt>
                <c:pt idx="1172">
                  <c:v>46076</c:v>
                </c:pt>
                <c:pt idx="1173">
                  <c:v>46077</c:v>
                </c:pt>
                <c:pt idx="1174">
                  <c:v>46078</c:v>
                </c:pt>
                <c:pt idx="1175">
                  <c:v>46079</c:v>
                </c:pt>
                <c:pt idx="1176">
                  <c:v>46080</c:v>
                </c:pt>
                <c:pt idx="1177">
                  <c:v>46083</c:v>
                </c:pt>
                <c:pt idx="1178">
                  <c:v>46084</c:v>
                </c:pt>
                <c:pt idx="1179">
                  <c:v>46085</c:v>
                </c:pt>
                <c:pt idx="1180">
                  <c:v>46086</c:v>
                </c:pt>
                <c:pt idx="1181">
                  <c:v>46087</c:v>
                </c:pt>
                <c:pt idx="1182">
                  <c:v>46090</c:v>
                </c:pt>
                <c:pt idx="1183">
                  <c:v>46091</c:v>
                </c:pt>
                <c:pt idx="1184">
                  <c:v>46092</c:v>
                </c:pt>
                <c:pt idx="1185">
                  <c:v>46093</c:v>
                </c:pt>
                <c:pt idx="1186">
                  <c:v>46094</c:v>
                </c:pt>
                <c:pt idx="1187">
                  <c:v>46097</c:v>
                </c:pt>
                <c:pt idx="1188">
                  <c:v>46098</c:v>
                </c:pt>
                <c:pt idx="1189">
                  <c:v>46099</c:v>
                </c:pt>
                <c:pt idx="1190">
                  <c:v>46100</c:v>
                </c:pt>
                <c:pt idx="1191">
                  <c:v>46101</c:v>
                </c:pt>
                <c:pt idx="1192">
                  <c:v>46104</c:v>
                </c:pt>
                <c:pt idx="1193">
                  <c:v>46105</c:v>
                </c:pt>
                <c:pt idx="1194">
                  <c:v>46106</c:v>
                </c:pt>
                <c:pt idx="1195">
                  <c:v>46107</c:v>
                </c:pt>
                <c:pt idx="1196">
                  <c:v>46108</c:v>
                </c:pt>
                <c:pt idx="1197">
                  <c:v>46111</c:v>
                </c:pt>
                <c:pt idx="1198">
                  <c:v>46112</c:v>
                </c:pt>
                <c:pt idx="1199">
                  <c:v>46113</c:v>
                </c:pt>
                <c:pt idx="1200">
                  <c:v>46114</c:v>
                </c:pt>
                <c:pt idx="1201">
                  <c:v>46115</c:v>
                </c:pt>
                <c:pt idx="1202">
                  <c:v>46118</c:v>
                </c:pt>
                <c:pt idx="1203">
                  <c:v>46119</c:v>
                </c:pt>
                <c:pt idx="1204">
                  <c:v>46120</c:v>
                </c:pt>
                <c:pt idx="1205">
                  <c:v>46121</c:v>
                </c:pt>
                <c:pt idx="1206">
                  <c:v>46122</c:v>
                </c:pt>
                <c:pt idx="1207">
                  <c:v>46125</c:v>
                </c:pt>
                <c:pt idx="1208">
                  <c:v>46126</c:v>
                </c:pt>
                <c:pt idx="1209">
                  <c:v>46127</c:v>
                </c:pt>
                <c:pt idx="1210">
                  <c:v>46128</c:v>
                </c:pt>
                <c:pt idx="1211">
                  <c:v>46129</c:v>
                </c:pt>
                <c:pt idx="1212">
                  <c:v>46132</c:v>
                </c:pt>
                <c:pt idx="1213">
                  <c:v>46133</c:v>
                </c:pt>
                <c:pt idx="1214">
                  <c:v>46134</c:v>
                </c:pt>
                <c:pt idx="1215">
                  <c:v>46135</c:v>
                </c:pt>
                <c:pt idx="1216">
                  <c:v>46136</c:v>
                </c:pt>
                <c:pt idx="1217">
                  <c:v>46139</c:v>
                </c:pt>
                <c:pt idx="1218">
                  <c:v>46140</c:v>
                </c:pt>
                <c:pt idx="1219">
                  <c:v>46141</c:v>
                </c:pt>
                <c:pt idx="1220">
                  <c:v>46142</c:v>
                </c:pt>
                <c:pt idx="1221">
                  <c:v>46143</c:v>
                </c:pt>
                <c:pt idx="1222">
                  <c:v>46146</c:v>
                </c:pt>
                <c:pt idx="1223">
                  <c:v>46147</c:v>
                </c:pt>
                <c:pt idx="1224">
                  <c:v>46148</c:v>
                </c:pt>
                <c:pt idx="1225">
                  <c:v>46149</c:v>
                </c:pt>
                <c:pt idx="1226">
                  <c:v>46150</c:v>
                </c:pt>
                <c:pt idx="1227">
                  <c:v>46153</c:v>
                </c:pt>
                <c:pt idx="1228">
                  <c:v>46154</c:v>
                </c:pt>
                <c:pt idx="1229">
                  <c:v>46155</c:v>
                </c:pt>
                <c:pt idx="1230">
                  <c:v>46156</c:v>
                </c:pt>
                <c:pt idx="1231">
                  <c:v>46157</c:v>
                </c:pt>
                <c:pt idx="1232">
                  <c:v>46160</c:v>
                </c:pt>
                <c:pt idx="1233">
                  <c:v>46161</c:v>
                </c:pt>
                <c:pt idx="1234">
                  <c:v>46162</c:v>
                </c:pt>
                <c:pt idx="1235">
                  <c:v>46163</c:v>
                </c:pt>
                <c:pt idx="1236">
                  <c:v>46164</c:v>
                </c:pt>
                <c:pt idx="1237">
                  <c:v>46167</c:v>
                </c:pt>
                <c:pt idx="1238">
                  <c:v>46168</c:v>
                </c:pt>
                <c:pt idx="1239">
                  <c:v>46169</c:v>
                </c:pt>
                <c:pt idx="1240">
                  <c:v>46170</c:v>
                </c:pt>
                <c:pt idx="1241">
                  <c:v>46171</c:v>
                </c:pt>
                <c:pt idx="1242">
                  <c:v>46174</c:v>
                </c:pt>
                <c:pt idx="1243">
                  <c:v>46175</c:v>
                </c:pt>
                <c:pt idx="1244">
                  <c:v>46176</c:v>
                </c:pt>
                <c:pt idx="1245">
                  <c:v>46177</c:v>
                </c:pt>
                <c:pt idx="1246">
                  <c:v>46178</c:v>
                </c:pt>
                <c:pt idx="1247">
                  <c:v>46181</c:v>
                </c:pt>
                <c:pt idx="1248">
                  <c:v>46182</c:v>
                </c:pt>
                <c:pt idx="1249">
                  <c:v>46183</c:v>
                </c:pt>
                <c:pt idx="1250">
                  <c:v>46184</c:v>
                </c:pt>
                <c:pt idx="1251">
                  <c:v>46185</c:v>
                </c:pt>
                <c:pt idx="1252">
                  <c:v>46188</c:v>
                </c:pt>
                <c:pt idx="1253">
                  <c:v>46189</c:v>
                </c:pt>
                <c:pt idx="1254">
                  <c:v>46190</c:v>
                </c:pt>
                <c:pt idx="1255">
                  <c:v>46191</c:v>
                </c:pt>
                <c:pt idx="1256">
                  <c:v>46192</c:v>
                </c:pt>
                <c:pt idx="1257">
                  <c:v>46195</c:v>
                </c:pt>
                <c:pt idx="1258">
                  <c:v>46196</c:v>
                </c:pt>
                <c:pt idx="1259">
                  <c:v>46197</c:v>
                </c:pt>
                <c:pt idx="1260">
                  <c:v>46198</c:v>
                </c:pt>
                <c:pt idx="1261">
                  <c:v>46199</c:v>
                </c:pt>
                <c:pt idx="1262">
                  <c:v>46202</c:v>
                </c:pt>
                <c:pt idx="1263">
                  <c:v>46203</c:v>
                </c:pt>
                <c:pt idx="1264">
                  <c:v>46204</c:v>
                </c:pt>
                <c:pt idx="1265">
                  <c:v>46205</c:v>
                </c:pt>
                <c:pt idx="1266">
                  <c:v>46206</c:v>
                </c:pt>
                <c:pt idx="1267">
                  <c:v>46209</c:v>
                </c:pt>
                <c:pt idx="1268">
                  <c:v>46210</c:v>
                </c:pt>
                <c:pt idx="1269">
                  <c:v>46211</c:v>
                </c:pt>
                <c:pt idx="1270">
                  <c:v>46212</c:v>
                </c:pt>
                <c:pt idx="1271">
                  <c:v>46213</c:v>
                </c:pt>
                <c:pt idx="1272">
                  <c:v>46216</c:v>
                </c:pt>
                <c:pt idx="1273">
                  <c:v>46217</c:v>
                </c:pt>
                <c:pt idx="1274">
                  <c:v>46218</c:v>
                </c:pt>
                <c:pt idx="1275">
                  <c:v>46219</c:v>
                </c:pt>
                <c:pt idx="1276">
                  <c:v>46220</c:v>
                </c:pt>
                <c:pt idx="1277">
                  <c:v>46223</c:v>
                </c:pt>
                <c:pt idx="1278">
                  <c:v>46224</c:v>
                </c:pt>
                <c:pt idx="1279">
                  <c:v>46225</c:v>
                </c:pt>
                <c:pt idx="1280">
                  <c:v>46226</c:v>
                </c:pt>
                <c:pt idx="1281">
                  <c:v>46227</c:v>
                </c:pt>
                <c:pt idx="1282">
                  <c:v>46230</c:v>
                </c:pt>
                <c:pt idx="1283">
                  <c:v>46231</c:v>
                </c:pt>
                <c:pt idx="1284">
                  <c:v>46232</c:v>
                </c:pt>
                <c:pt idx="1285">
                  <c:v>46233</c:v>
                </c:pt>
                <c:pt idx="1286">
                  <c:v>46234</c:v>
                </c:pt>
                <c:pt idx="1287">
                  <c:v>46237</c:v>
                </c:pt>
                <c:pt idx="1288">
                  <c:v>46238</c:v>
                </c:pt>
                <c:pt idx="1289">
                  <c:v>46239</c:v>
                </c:pt>
                <c:pt idx="1290">
                  <c:v>46240</c:v>
                </c:pt>
                <c:pt idx="1291">
                  <c:v>46241</c:v>
                </c:pt>
                <c:pt idx="1292">
                  <c:v>46244</c:v>
                </c:pt>
                <c:pt idx="1293">
                  <c:v>46245</c:v>
                </c:pt>
                <c:pt idx="1294">
                  <c:v>46246</c:v>
                </c:pt>
                <c:pt idx="1295">
                  <c:v>46247</c:v>
                </c:pt>
                <c:pt idx="1296">
                  <c:v>46248</c:v>
                </c:pt>
                <c:pt idx="1297">
                  <c:v>46251</c:v>
                </c:pt>
                <c:pt idx="1298">
                  <c:v>46252</c:v>
                </c:pt>
                <c:pt idx="1299">
                  <c:v>46253</c:v>
                </c:pt>
                <c:pt idx="1300">
                  <c:v>46254</c:v>
                </c:pt>
                <c:pt idx="1301">
                  <c:v>46255</c:v>
                </c:pt>
                <c:pt idx="1302">
                  <c:v>46258</c:v>
                </c:pt>
                <c:pt idx="1303">
                  <c:v>46259</c:v>
                </c:pt>
              </c:numCache>
            </c:numRef>
          </c:cat>
          <c:val>
            <c:numRef>
              <c:f>Planilha1!$D$2:$D$1305</c:f>
              <c:numCache>
                <c:formatCode>General</c:formatCode>
                <c:ptCount val="130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665-414F-BBF3-0094D9B5D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0038111"/>
        <c:axId val="1540221967"/>
      </c:lineChart>
      <c:dateAx>
        <c:axId val="1530038111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40221967"/>
        <c:crosses val="autoZero"/>
        <c:auto val="0"/>
        <c:lblOffset val="100"/>
        <c:baseTimeUnit val="days"/>
      </c:dateAx>
      <c:valAx>
        <c:axId val="1540221967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53003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Planilha1!$B$2:$B$27</c:f>
              <c:numCache>
                <c:formatCode>General</c:formatCode>
                <c:ptCount val="26"/>
                <c:pt idx="0">
                  <c:v>81.55</c:v>
                </c:pt>
                <c:pt idx="1">
                  <c:v>69.02</c:v>
                </c:pt>
                <c:pt idx="2">
                  <c:v>69.98</c:v>
                </c:pt>
                <c:pt idx="3">
                  <c:v>66.03</c:v>
                </c:pt>
                <c:pt idx="4">
                  <c:v>76.239999999999995</c:v>
                </c:pt>
                <c:pt idx="5">
                  <c:v>83.32</c:v>
                </c:pt>
                <c:pt idx="6">
                  <c:v>89.72</c:v>
                </c:pt>
                <c:pt idx="7">
                  <c:v>84.3</c:v>
                </c:pt>
                <c:pt idx="8">
                  <c:v>74.12</c:v>
                </c:pt>
                <c:pt idx="9">
                  <c:v>44.67</c:v>
                </c:pt>
                <c:pt idx="10">
                  <c:v>60.08</c:v>
                </c:pt>
                <c:pt idx="11">
                  <c:v>63.13</c:v>
                </c:pt>
                <c:pt idx="12">
                  <c:v>76.459999999999994</c:v>
                </c:pt>
                <c:pt idx="13">
                  <c:v>73.34</c:v>
                </c:pt>
                <c:pt idx="14">
                  <c:v>67.61</c:v>
                </c:pt>
                <c:pt idx="15">
                  <c:v>69.06</c:v>
                </c:pt>
                <c:pt idx="16">
                  <c:v>68.75</c:v>
                </c:pt>
                <c:pt idx="17">
                  <c:v>68.81</c:v>
                </c:pt>
                <c:pt idx="18">
                  <c:v>67.06</c:v>
                </c:pt>
                <c:pt idx="19">
                  <c:v>69.11</c:v>
                </c:pt>
                <c:pt idx="20">
                  <c:v>55.48</c:v>
                </c:pt>
                <c:pt idx="21">
                  <c:v>60.07</c:v>
                </c:pt>
                <c:pt idx="22">
                  <c:v>67.849999999999994</c:v>
                </c:pt>
                <c:pt idx="23">
                  <c:v>71.430000000000007</c:v>
                </c:pt>
                <c:pt idx="24">
                  <c:v>68.25</c:v>
                </c:pt>
                <c:pt idx="25">
                  <c:v>64.45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FD-425F-B64C-9F2C400BD192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Planilha1!$C$2:$C$27</c:f>
              <c:numCache>
                <c:formatCode>General</c:formatCode>
                <c:ptCount val="2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FD-425F-B64C-9F2C400BD192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Planilha1!$D$2:$D$27</c:f>
              <c:numCache>
                <c:formatCode>General</c:formatCode>
                <c:ptCount val="2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7FD-425F-B64C-9F2C400BD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7943216"/>
        <c:axId val="382122511"/>
      </c:lineChart>
      <c:catAx>
        <c:axId val="1777943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eserrat"/>
                <a:ea typeface="+mn-ea"/>
                <a:cs typeface="+mn-cs"/>
              </a:defRPr>
            </a:pPr>
            <a:endParaRPr lang="pt-BR"/>
          </a:p>
        </c:txPr>
        <c:crossAx val="382122511"/>
        <c:crosses val="autoZero"/>
        <c:auto val="1"/>
        <c:lblAlgn val="ctr"/>
        <c:lblOffset val="100"/>
        <c:noMultiLvlLbl val="0"/>
      </c:catAx>
      <c:valAx>
        <c:axId val="382122511"/>
        <c:scaling>
          <c:orientation val="minMax"/>
          <c:min val="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77943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Current Acount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Planilha1!$A$2:$A$13</c:f>
              <c:numCache>
                <c:formatCode>General</c:formatCod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numCache>
            </c:numRef>
          </c:cat>
          <c:val>
            <c:numRef>
              <c:f>Planilha1!$B$2:$B$13</c:f>
              <c:numCache>
                <c:formatCode>General</c:formatCode>
                <c:ptCount val="12"/>
                <c:pt idx="0">
                  <c:v>109.2</c:v>
                </c:pt>
                <c:pt idx="1">
                  <c:v>114.9</c:v>
                </c:pt>
                <c:pt idx="2">
                  <c:v>119.3</c:v>
                </c:pt>
                <c:pt idx="3">
                  <c:v>111.7</c:v>
                </c:pt>
                <c:pt idx="4">
                  <c:v>105.6</c:v>
                </c:pt>
                <c:pt idx="5">
                  <c:v>105.6</c:v>
                </c:pt>
                <c:pt idx="6">
                  <c:v>90.8</c:v>
                </c:pt>
                <c:pt idx="7">
                  <c:v>117.8</c:v>
                </c:pt>
                <c:pt idx="8">
                  <c:v>133.19999999999999</c:v>
                </c:pt>
                <c:pt idx="9">
                  <c:v>143.80000000000001</c:v>
                </c:pt>
                <c:pt idx="10">
                  <c:v>139.5</c:v>
                </c:pt>
                <c:pt idx="11">
                  <c:v>127.6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C4-4933-9A91-5927826E495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Planilha1!$A$2:$A$13</c:f>
              <c:numCache>
                <c:formatCode>General</c:formatCod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numCache>
            </c:numRef>
          </c:cat>
          <c:val>
            <c:numRef>
              <c:f>Planilha1!$C$2:$C$13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C4-4933-9A91-5927826E4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4390240"/>
        <c:axId val="123277648"/>
      </c:barChart>
      <c:lineChart>
        <c:grouping val="standard"/>
        <c:varyColors val="0"/>
        <c:ser>
          <c:idx val="2"/>
          <c:order val="2"/>
          <c:tx>
            <c:strRef>
              <c:f>Planilha1!$D$1</c:f>
              <c:strCache>
                <c:ptCount val="1"/>
                <c:pt idx="0">
                  <c:v>NIIP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Planilha1!$A$2:$A$13</c:f>
              <c:numCache>
                <c:formatCode>General</c:formatCod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numCache>
            </c:numRef>
          </c:cat>
          <c:val>
            <c:numRef>
              <c:f>Planilha1!$D$2:$D$13</c:f>
              <c:numCache>
                <c:formatCode>General</c:formatCode>
                <c:ptCount val="12"/>
                <c:pt idx="0">
                  <c:v>122.8</c:v>
                </c:pt>
                <c:pt idx="1">
                  <c:v>108.15</c:v>
                </c:pt>
                <c:pt idx="2">
                  <c:v>110.7</c:v>
                </c:pt>
                <c:pt idx="3">
                  <c:v>86.6</c:v>
                </c:pt>
                <c:pt idx="4">
                  <c:v>103.4</c:v>
                </c:pt>
                <c:pt idx="5">
                  <c:v>113.3</c:v>
                </c:pt>
                <c:pt idx="6">
                  <c:v>125.6</c:v>
                </c:pt>
                <c:pt idx="7">
                  <c:v>148.1</c:v>
                </c:pt>
                <c:pt idx="8">
                  <c:v>140.5</c:v>
                </c:pt>
                <c:pt idx="9">
                  <c:v>129.30000000000001</c:v>
                </c:pt>
                <c:pt idx="10">
                  <c:v>143.1</c:v>
                </c:pt>
                <c:pt idx="11">
                  <c:v>139.80000000000001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C4-4933-9A91-5927826E4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4390240"/>
        <c:axId val="123277648"/>
      </c:lineChart>
      <c:catAx>
        <c:axId val="274390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eserrat"/>
                <a:ea typeface="+mn-ea"/>
                <a:cs typeface="+mn-cs"/>
              </a:defRPr>
            </a:pPr>
            <a:endParaRPr lang="pt-BR"/>
          </a:p>
        </c:txPr>
        <c:crossAx val="123277648"/>
        <c:crosses val="autoZero"/>
        <c:auto val="1"/>
        <c:lblAlgn val="ctr"/>
        <c:lblOffset val="100"/>
        <c:noMultiLvlLbl val="0"/>
      </c:catAx>
      <c:valAx>
        <c:axId val="123277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eserrat"/>
                <a:ea typeface="+mn-ea"/>
                <a:cs typeface="+mn-cs"/>
              </a:defRPr>
            </a:pPr>
            <a:endParaRPr lang="pt-BR"/>
          </a:p>
        </c:txPr>
        <c:crossAx val="274390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eserra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NIIP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Planilha1!$B$2:$B$51</c:f>
              <c:numCache>
                <c:formatCode>#,##0</c:formatCode>
                <c:ptCount val="50"/>
                <c:pt idx="0">
                  <c:v>3105.5066714220802</c:v>
                </c:pt>
                <c:pt idx="1">
                  <c:v>3030.6017171763688</c:v>
                </c:pt>
                <c:pt idx="2">
                  <c:v>3018.2814726829797</c:v>
                </c:pt>
                <c:pt idx="3">
                  <c:v>2942.5434931819686</c:v>
                </c:pt>
                <c:pt idx="4">
                  <c:v>2756.6541660956273</c:v>
                </c:pt>
                <c:pt idx="5">
                  <c:v>2663.4394504949137</c:v>
                </c:pt>
                <c:pt idx="6">
                  <c:v>2839.6488985214855</c:v>
                </c:pt>
                <c:pt idx="7">
                  <c:v>2689.924774941423</c:v>
                </c:pt>
                <c:pt idx="8">
                  <c:v>3013.547126271897</c:v>
                </c:pt>
                <c:pt idx="9">
                  <c:v>2992.4091773302366</c:v>
                </c:pt>
                <c:pt idx="10">
                  <c:v>3014.0110016967251</c:v>
                </c:pt>
                <c:pt idx="11">
                  <c:v>2899.237142677337</c:v>
                </c:pt>
                <c:pt idx="12">
                  <c:v>2886.0883927503951</c:v>
                </c:pt>
                <c:pt idx="13">
                  <c:v>2983.9398237014047</c:v>
                </c:pt>
                <c:pt idx="14">
                  <c:v>3054.6779085722542</c:v>
                </c:pt>
                <c:pt idx="15">
                  <c:v>2915.7122555681976</c:v>
                </c:pt>
                <c:pt idx="16">
                  <c:v>2943.2476981860837</c:v>
                </c:pt>
                <c:pt idx="17">
                  <c:v>2946.9725740888466</c:v>
                </c:pt>
                <c:pt idx="18">
                  <c:v>2955.9293971135817</c:v>
                </c:pt>
                <c:pt idx="19">
                  <c:v>3043.2426554865715</c:v>
                </c:pt>
                <c:pt idx="20">
                  <c:v>3203.9519795437104</c:v>
                </c:pt>
                <c:pt idx="21">
                  <c:v>3298.9909177975082</c:v>
                </c:pt>
                <c:pt idx="22">
                  <c:v>3293.5093918541934</c:v>
                </c:pt>
                <c:pt idx="23">
                  <c:v>3272.3348090301647</c:v>
                </c:pt>
                <c:pt idx="24">
                  <c:v>3360.4910683187932</c:v>
                </c:pt>
                <c:pt idx="25">
                  <c:v>3425.6103931837492</c:v>
                </c:pt>
                <c:pt idx="26">
                  <c:v>3491.4337667749483</c:v>
                </c:pt>
                <c:pt idx="27">
                  <c:v>3468.2914046121596</c:v>
                </c:pt>
                <c:pt idx="28">
                  <c:v>3444.895127926542</c:v>
                </c:pt>
                <c:pt idx="29">
                  <c:v>3562.5340009245529</c:v>
                </c:pt>
                <c:pt idx="30">
                  <c:v>3485.3532556894002</c:v>
                </c:pt>
                <c:pt idx="31">
                  <c:v>3671.2409154119769</c:v>
                </c:pt>
                <c:pt idx="32">
                  <c:v>3614.9974615736219</c:v>
                </c:pt>
                <c:pt idx="33">
                  <c:v>3401.474598374612</c:v>
                </c:pt>
                <c:pt idx="34">
                  <c:v>3226.424667601405</c:v>
                </c:pt>
                <c:pt idx="35">
                  <c:v>3113.0758078431718</c:v>
                </c:pt>
                <c:pt idx="36">
                  <c:v>3273.0953590450108</c:v>
                </c:pt>
                <c:pt idx="37">
                  <c:v>3303.425838349553</c:v>
                </c:pt>
                <c:pt idx="38">
                  <c:v>3147.5464168554904</c:v>
                </c:pt>
                <c:pt idx="39">
                  <c:v>3279.5116039213367</c:v>
                </c:pt>
                <c:pt idx="40">
                  <c:v>3234.4248310957382</c:v>
                </c:pt>
                <c:pt idx="41">
                  <c:v>3411.1491194729506</c:v>
                </c:pt>
                <c:pt idx="42">
                  <c:v>3504.400016788617</c:v>
                </c:pt>
                <c:pt idx="43">
                  <c:v>3465.5425405830279</c:v>
                </c:pt>
                <c:pt idx="44">
                  <c:v>3520.8603922242137</c:v>
                </c:pt>
                <c:pt idx="45">
                  <c:v>3626.8501247547301</c:v>
                </c:pt>
                <c:pt idx="46">
                  <c:v>3661.5202325938421</c:v>
                </c:pt>
                <c:pt idx="47">
                  <c:v>3602.9246704935385</c:v>
                </c:pt>
                <c:pt idx="48">
                  <c:v>3530.1201706298166</c:v>
                </c:pt>
                <c:pt idx="49">
                  <c:v>3489.9981339802198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5D-4A56-A98F-FA73C8DBB21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Direct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Planilha1!$C$2:$C$51</c:f>
              <c:numCache>
                <c:formatCode>#,##0</c:formatCode>
                <c:ptCount val="50"/>
                <c:pt idx="0">
                  <c:v>949.95578442341423</c:v>
                </c:pt>
                <c:pt idx="1">
                  <c:v>975.11436574896459</c:v>
                </c:pt>
                <c:pt idx="2">
                  <c:v>993.17947195131137</c:v>
                </c:pt>
                <c:pt idx="3">
                  <c:v>991.16434091246219</c:v>
                </c:pt>
                <c:pt idx="4">
                  <c:v>981.84717740428346</c:v>
                </c:pt>
                <c:pt idx="5">
                  <c:v>1013.7925906048081</c:v>
                </c:pt>
                <c:pt idx="6">
                  <c:v>1030.2910753107012</c:v>
                </c:pt>
                <c:pt idx="7">
                  <c:v>1044.781518477412</c:v>
                </c:pt>
                <c:pt idx="8">
                  <c:v>1090.3138799823255</c:v>
                </c:pt>
                <c:pt idx="9">
                  <c:v>1062.0792038796062</c:v>
                </c:pt>
                <c:pt idx="10">
                  <c:v>1116.3804240929103</c:v>
                </c:pt>
                <c:pt idx="11">
                  <c:v>1126.3374141473007</c:v>
                </c:pt>
                <c:pt idx="12">
                  <c:v>1170.1921331249198</c:v>
                </c:pt>
                <c:pt idx="13">
                  <c:v>1239.2292774318144</c:v>
                </c:pt>
                <c:pt idx="14">
                  <c:v>1283.9062612840328</c:v>
                </c:pt>
                <c:pt idx="15">
                  <c:v>1294.6197333994448</c:v>
                </c:pt>
                <c:pt idx="16">
                  <c:v>1352.5820675399916</c:v>
                </c:pt>
                <c:pt idx="17">
                  <c:v>1336.4430448521675</c:v>
                </c:pt>
                <c:pt idx="18">
                  <c:v>1362.7523921161419</c:v>
                </c:pt>
                <c:pt idx="19">
                  <c:v>1347.5918766054008</c:v>
                </c:pt>
                <c:pt idx="20">
                  <c:v>1449.7639555064902</c:v>
                </c:pt>
                <c:pt idx="21">
                  <c:v>1490.2029731142748</c:v>
                </c:pt>
                <c:pt idx="22">
                  <c:v>1503.9520178538216</c:v>
                </c:pt>
                <c:pt idx="23">
                  <c:v>1556.7043381820515</c:v>
                </c:pt>
                <c:pt idx="24">
                  <c:v>1548.1487879792658</c:v>
                </c:pt>
                <c:pt idx="25">
                  <c:v>1562.1659406831495</c:v>
                </c:pt>
                <c:pt idx="26">
                  <c:v>1590.6202350623644</c:v>
                </c:pt>
                <c:pt idx="27">
                  <c:v>1632.1564002959676</c:v>
                </c:pt>
                <c:pt idx="28">
                  <c:v>1659.986145239473</c:v>
                </c:pt>
                <c:pt idx="29">
                  <c:v>1668.0456245861992</c:v>
                </c:pt>
                <c:pt idx="30">
                  <c:v>1685.5511478653971</c:v>
                </c:pt>
                <c:pt idx="31">
                  <c:v>1700.1411718404786</c:v>
                </c:pt>
                <c:pt idx="32">
                  <c:v>1739.1931346108113</c:v>
                </c:pt>
                <c:pt idx="33">
                  <c:v>1695.1610868463345</c:v>
                </c:pt>
                <c:pt idx="34">
                  <c:v>1658.2626289132863</c:v>
                </c:pt>
                <c:pt idx="35">
                  <c:v>1705.6764713730443</c:v>
                </c:pt>
                <c:pt idx="36">
                  <c:v>1750.7292523134449</c:v>
                </c:pt>
                <c:pt idx="37">
                  <c:v>1808.5981631049087</c:v>
                </c:pt>
                <c:pt idx="38">
                  <c:v>1783.9967533565559</c:v>
                </c:pt>
                <c:pt idx="39">
                  <c:v>1793.4040137100947</c:v>
                </c:pt>
                <c:pt idx="40">
                  <c:v>1847.207222601199</c:v>
                </c:pt>
                <c:pt idx="41">
                  <c:v>1886.3866717344481</c:v>
                </c:pt>
                <c:pt idx="42">
                  <c:v>1946.577220644403</c:v>
                </c:pt>
                <c:pt idx="43">
                  <c:v>1940.7753375336363</c:v>
                </c:pt>
                <c:pt idx="44">
                  <c:v>1974.807054454117</c:v>
                </c:pt>
                <c:pt idx="45">
                  <c:v>2078.0158287970598</c:v>
                </c:pt>
                <c:pt idx="46">
                  <c:v>2112.7003460638198</c:v>
                </c:pt>
                <c:pt idx="47">
                  <c:v>2090.709681557259</c:v>
                </c:pt>
                <c:pt idx="48">
                  <c:v>2099.8319287483764</c:v>
                </c:pt>
                <c:pt idx="49">
                  <c:v>2152.6590781862287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5D-4A56-A98F-FA73C8DBB21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Portfolio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Planilha1!$D$2:$D$51</c:f>
              <c:numCache>
                <c:formatCode>#,##0</c:formatCode>
                <c:ptCount val="50"/>
                <c:pt idx="0">
                  <c:v>1057.1284792284505</c:v>
                </c:pt>
                <c:pt idx="1">
                  <c:v>1006.2912184545021</c:v>
                </c:pt>
                <c:pt idx="2">
                  <c:v>1008.6413213970213</c:v>
                </c:pt>
                <c:pt idx="3">
                  <c:v>943.34467786258006</c:v>
                </c:pt>
                <c:pt idx="4">
                  <c:v>803.2758971547704</c:v>
                </c:pt>
                <c:pt idx="5">
                  <c:v>701.81039875976614</c:v>
                </c:pt>
                <c:pt idx="6">
                  <c:v>907.80007257739646</c:v>
                </c:pt>
                <c:pt idx="7">
                  <c:v>746.01060550006162</c:v>
                </c:pt>
                <c:pt idx="8">
                  <c:v>1100.1428296926372</c:v>
                </c:pt>
                <c:pt idx="9">
                  <c:v>1089.1221622216801</c:v>
                </c:pt>
                <c:pt idx="10">
                  <c:v>1109.0217253544997</c:v>
                </c:pt>
                <c:pt idx="11">
                  <c:v>1001.8008915663274</c:v>
                </c:pt>
                <c:pt idx="12">
                  <c:v>915.48179406906877</c:v>
                </c:pt>
                <c:pt idx="13">
                  <c:v>892.57362228968179</c:v>
                </c:pt>
                <c:pt idx="14">
                  <c:v>938.68708023398574</c:v>
                </c:pt>
                <c:pt idx="15">
                  <c:v>769.21033641607744</c:v>
                </c:pt>
                <c:pt idx="16">
                  <c:v>803.71119166254891</c:v>
                </c:pt>
                <c:pt idx="17">
                  <c:v>787.69768079968162</c:v>
                </c:pt>
                <c:pt idx="18">
                  <c:v>841.49141728532516</c:v>
                </c:pt>
                <c:pt idx="19">
                  <c:v>889.05110009500947</c:v>
                </c:pt>
                <c:pt idx="20">
                  <c:v>974.88580161105881</c:v>
                </c:pt>
                <c:pt idx="21">
                  <c:v>998.76467240685304</c:v>
                </c:pt>
                <c:pt idx="22">
                  <c:v>1018.8859959084991</c:v>
                </c:pt>
                <c:pt idx="23">
                  <c:v>904.99628784337449</c:v>
                </c:pt>
                <c:pt idx="24">
                  <c:v>1121.9190970703269</c:v>
                </c:pt>
                <c:pt idx="25">
                  <c:v>1176.4837113839051</c:v>
                </c:pt>
                <c:pt idx="26">
                  <c:v>1121.0637471706334</c:v>
                </c:pt>
                <c:pt idx="27">
                  <c:v>959.1098624984586</c:v>
                </c:pt>
                <c:pt idx="28">
                  <c:v>935.65632098149842</c:v>
                </c:pt>
                <c:pt idx="29">
                  <c:v>1002.440346825324</c:v>
                </c:pt>
                <c:pt idx="30">
                  <c:v>902.86035892920358</c:v>
                </c:pt>
                <c:pt idx="31">
                  <c:v>954.94360593466388</c:v>
                </c:pt>
                <c:pt idx="32">
                  <c:v>947.41493741640488</c:v>
                </c:pt>
                <c:pt idx="33">
                  <c:v>771.09984256717757</c:v>
                </c:pt>
                <c:pt idx="34">
                  <c:v>655.67546479272323</c:v>
                </c:pt>
                <c:pt idx="35">
                  <c:v>542.10509150960456</c:v>
                </c:pt>
                <c:pt idx="36">
                  <c:v>708.50631021147763</c:v>
                </c:pt>
                <c:pt idx="37">
                  <c:v>633.72385452266258</c:v>
                </c:pt>
                <c:pt idx="38">
                  <c:v>683.33727890696343</c:v>
                </c:pt>
                <c:pt idx="39">
                  <c:v>777.46793858933256</c:v>
                </c:pt>
                <c:pt idx="40">
                  <c:v>655.93991667256262</c:v>
                </c:pt>
                <c:pt idx="41">
                  <c:v>815.04497656151011</c:v>
                </c:pt>
                <c:pt idx="42">
                  <c:v>1016.4388544566783</c:v>
                </c:pt>
                <c:pt idx="43">
                  <c:v>937.13003277328573</c:v>
                </c:pt>
                <c:pt idx="44">
                  <c:v>981.39242816199908</c:v>
                </c:pt>
                <c:pt idx="45">
                  <c:v>899.9505133804206</c:v>
                </c:pt>
                <c:pt idx="46">
                  <c:v>909.10566477459861</c:v>
                </c:pt>
                <c:pt idx="47">
                  <c:v>800.23089503896358</c:v>
                </c:pt>
                <c:pt idx="48">
                  <c:v>620.55914097756079</c:v>
                </c:pt>
                <c:pt idx="49">
                  <c:v>477.65130310381289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5D-4A56-A98F-FA73C8DBB21D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Reserve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9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  <c:pt idx="48">
                  <c:v>2026 Q1</c:v>
                </c:pt>
              </c:strCache>
            </c:strRef>
          </c:cat>
          <c:val>
            <c:numRef>
              <c:f>Planilha1!$E$2:$E$51</c:f>
              <c:numCache>
                <c:formatCode>#,##0</c:formatCode>
                <c:ptCount val="50"/>
                <c:pt idx="0">
                  <c:v>1287.54781877965</c:v>
                </c:pt>
                <c:pt idx="1">
                  <c:v>1274.9784691597044</c:v>
                </c:pt>
                <c:pt idx="2">
                  <c:v>1287.1780216465891</c:v>
                </c:pt>
                <c:pt idx="3">
                  <c:v>1266.1399743386246</c:v>
                </c:pt>
                <c:pt idx="4">
                  <c:v>1243.6199328042394</c:v>
                </c:pt>
                <c:pt idx="5">
                  <c:v>1228.974463015262</c:v>
                </c:pt>
                <c:pt idx="6">
                  <c:v>1248.0898494851333</c:v>
                </c:pt>
                <c:pt idx="7">
                  <c:v>1221.3014346199695</c:v>
                </c:pt>
                <c:pt idx="8">
                  <c:v>1256.6622126471132</c:v>
                </c:pt>
                <c:pt idx="9">
                  <c:v>1233.4778345510101</c:v>
                </c:pt>
                <c:pt idx="10">
                  <c:v>1247.8250574990445</c:v>
                </c:pt>
                <c:pt idx="11">
                  <c:v>1228.9856471787039</c:v>
                </c:pt>
                <c:pt idx="12">
                  <c:v>1218.8121310880165</c:v>
                </c:pt>
                <c:pt idx="13">
                  <c:v>1262.4724899719693</c:v>
                </c:pt>
                <c:pt idx="14">
                  <c:v>1285.4860258539757</c:v>
                </c:pt>
                <c:pt idx="15">
                  <c:v>1260.8940105630841</c:v>
                </c:pt>
                <c:pt idx="16">
                  <c:v>1269.9581694119954</c:v>
                </c:pt>
                <c:pt idx="17">
                  <c:v>1264.9027200587295</c:v>
                </c:pt>
                <c:pt idx="18">
                  <c:v>1274.2311596879144</c:v>
                </c:pt>
                <c:pt idx="19">
                  <c:v>1250.2384148221827</c:v>
                </c:pt>
                <c:pt idx="20">
                  <c:v>1287.6323842068375</c:v>
                </c:pt>
                <c:pt idx="21">
                  <c:v>1317.22009651286</c:v>
                </c:pt>
                <c:pt idx="22">
                  <c:v>1326.3250883392225</c:v>
                </c:pt>
                <c:pt idx="23">
                  <c:v>1324.6533029028149</c:v>
                </c:pt>
                <c:pt idx="24">
                  <c:v>1374.4470233766426</c:v>
                </c:pt>
                <c:pt idx="25">
                  <c:v>1384.5277203002097</c:v>
                </c:pt>
                <c:pt idx="26">
                  <c:v>1390.0216878652132</c:v>
                </c:pt>
                <c:pt idx="27">
                  <c:v>1389.4091441608091</c:v>
                </c:pt>
                <c:pt idx="28">
                  <c:v>1394.151377518305</c:v>
                </c:pt>
                <c:pt idx="29">
                  <c:v>1382.4242352686879</c:v>
                </c:pt>
                <c:pt idx="30">
                  <c:v>1431.2506240865641</c:v>
                </c:pt>
                <c:pt idx="31">
                  <c:v>1420.9512364175912</c:v>
                </c:pt>
                <c:pt idx="32">
                  <c:v>1391.6479868845161</c:v>
                </c:pt>
                <c:pt idx="33">
                  <c:v>1331.6398169927418</c:v>
                </c:pt>
                <c:pt idx="34">
                  <c:v>1246.1937560500348</c:v>
                </c:pt>
                <c:pt idx="35">
                  <c:v>1201.7955035325997</c:v>
                </c:pt>
                <c:pt idx="36">
                  <c:v>1252.6381389795181</c:v>
                </c:pt>
                <c:pt idx="37">
                  <c:v>1277.3091885077686</c:v>
                </c:pt>
                <c:pt idx="38">
                  <c:v>1245.2636206838242</c:v>
                </c:pt>
                <c:pt idx="39">
                  <c:v>1271.6494827460472</c:v>
                </c:pt>
                <c:pt idx="40">
                  <c:v>1303.930219612251</c:v>
                </c:pt>
                <c:pt idx="41">
                  <c:v>1255.3591790193841</c:v>
                </c:pt>
                <c:pt idx="42">
                  <c:v>1250.8639142661275</c:v>
                </c:pt>
                <c:pt idx="43">
                  <c:v>1263.9396987146188</c:v>
                </c:pt>
                <c:pt idx="44">
                  <c:v>1273.2728824293426</c:v>
                </c:pt>
                <c:pt idx="45">
                  <c:v>1309.4644025096293</c:v>
                </c:pt>
                <c:pt idx="46">
                  <c:v>1343.2646052525686</c:v>
                </c:pt>
                <c:pt idx="47">
                  <c:v>1370.4390212615849</c:v>
                </c:pt>
                <c:pt idx="48">
                  <c:v>1382.0410164435064</c:v>
                </c:pt>
                <c:pt idx="49" formatCode="General">
                  <c:v>1298.8617279343159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E5D-4A56-A98F-FA73C8DBB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79343551"/>
        <c:axId val="1014145007"/>
      </c:lineChart>
      <c:catAx>
        <c:axId val="1579343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145007"/>
        <c:crosses val="autoZero"/>
        <c:auto val="1"/>
        <c:lblAlgn val="ctr"/>
        <c:lblOffset val="100"/>
        <c:tickLblSkip val="6"/>
        <c:noMultiLvlLbl val="0"/>
      </c:catAx>
      <c:valAx>
        <c:axId val="1014145007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579343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Planilha1!$A$2:$A$129</c:f>
              <c:strCache>
                <c:ptCount val="128"/>
                <c:pt idx="0">
                  <c:v>2016-01</c:v>
                </c:pt>
                <c:pt idx="1">
                  <c:v>2016-02</c:v>
                </c:pt>
                <c:pt idx="2">
                  <c:v>2016-03</c:v>
                </c:pt>
                <c:pt idx="3">
                  <c:v>2016-04</c:v>
                </c:pt>
                <c:pt idx="4">
                  <c:v>2016-05</c:v>
                </c:pt>
                <c:pt idx="5">
                  <c:v>2016-06</c:v>
                </c:pt>
                <c:pt idx="6">
                  <c:v>2016-07</c:v>
                </c:pt>
                <c:pt idx="7">
                  <c:v>2016-08</c:v>
                </c:pt>
                <c:pt idx="8">
                  <c:v>2016-09</c:v>
                </c:pt>
                <c:pt idx="9">
                  <c:v>2016-10</c:v>
                </c:pt>
                <c:pt idx="10">
                  <c:v>2016-11</c:v>
                </c:pt>
                <c:pt idx="11">
                  <c:v>2016-12</c:v>
                </c:pt>
                <c:pt idx="12">
                  <c:v>2017-01</c:v>
                </c:pt>
                <c:pt idx="13">
                  <c:v>2017-02</c:v>
                </c:pt>
                <c:pt idx="14">
                  <c:v>2017-03</c:v>
                </c:pt>
                <c:pt idx="15">
                  <c:v>2017-04</c:v>
                </c:pt>
                <c:pt idx="16">
                  <c:v>2017-05</c:v>
                </c:pt>
                <c:pt idx="17">
                  <c:v>2017-06</c:v>
                </c:pt>
                <c:pt idx="18">
                  <c:v>2017-07</c:v>
                </c:pt>
                <c:pt idx="19">
                  <c:v>2017-08</c:v>
                </c:pt>
                <c:pt idx="20">
                  <c:v>2017-09</c:v>
                </c:pt>
                <c:pt idx="21">
                  <c:v>2017-10</c:v>
                </c:pt>
                <c:pt idx="22">
                  <c:v>2017-11</c:v>
                </c:pt>
                <c:pt idx="23">
                  <c:v>2017-12</c:v>
                </c:pt>
                <c:pt idx="24">
                  <c:v>2018-01</c:v>
                </c:pt>
                <c:pt idx="25">
                  <c:v>2018-02</c:v>
                </c:pt>
                <c:pt idx="26">
                  <c:v>2018-03</c:v>
                </c:pt>
                <c:pt idx="27">
                  <c:v>2018-04</c:v>
                </c:pt>
                <c:pt idx="28">
                  <c:v>2018-05</c:v>
                </c:pt>
                <c:pt idx="29">
                  <c:v>2018-06</c:v>
                </c:pt>
                <c:pt idx="30">
                  <c:v>2018-07</c:v>
                </c:pt>
                <c:pt idx="31">
                  <c:v>2018-08</c:v>
                </c:pt>
                <c:pt idx="32">
                  <c:v>2018-09</c:v>
                </c:pt>
                <c:pt idx="33">
                  <c:v>2018-10</c:v>
                </c:pt>
                <c:pt idx="34">
                  <c:v>2018-11</c:v>
                </c:pt>
                <c:pt idx="35">
                  <c:v>2018-12</c:v>
                </c:pt>
                <c:pt idx="36">
                  <c:v>2019-01</c:v>
                </c:pt>
                <c:pt idx="37">
                  <c:v>2019-02</c:v>
                </c:pt>
                <c:pt idx="38">
                  <c:v>2019-03</c:v>
                </c:pt>
                <c:pt idx="39">
                  <c:v>2019-04</c:v>
                </c:pt>
                <c:pt idx="40">
                  <c:v>2019-05</c:v>
                </c:pt>
                <c:pt idx="41">
                  <c:v>2019-06</c:v>
                </c:pt>
                <c:pt idx="42">
                  <c:v>2019-07</c:v>
                </c:pt>
                <c:pt idx="43">
                  <c:v>2019-08</c:v>
                </c:pt>
                <c:pt idx="44">
                  <c:v>2019-09</c:v>
                </c:pt>
                <c:pt idx="45">
                  <c:v>2019-10</c:v>
                </c:pt>
                <c:pt idx="46">
                  <c:v>2019-11</c:v>
                </c:pt>
                <c:pt idx="47">
                  <c:v>2019-12</c:v>
                </c:pt>
                <c:pt idx="48">
                  <c:v>2020-01</c:v>
                </c:pt>
                <c:pt idx="49">
                  <c:v>2020-02</c:v>
                </c:pt>
                <c:pt idx="50">
                  <c:v>2020-03</c:v>
                </c:pt>
                <c:pt idx="51">
                  <c:v>2020-04</c:v>
                </c:pt>
                <c:pt idx="52">
                  <c:v>2020-05</c:v>
                </c:pt>
                <c:pt idx="53">
                  <c:v>2020-06</c:v>
                </c:pt>
                <c:pt idx="54">
                  <c:v>2020-07</c:v>
                </c:pt>
                <c:pt idx="55">
                  <c:v>2020-08</c:v>
                </c:pt>
                <c:pt idx="56">
                  <c:v>2020-09</c:v>
                </c:pt>
                <c:pt idx="57">
                  <c:v>2020-10</c:v>
                </c:pt>
                <c:pt idx="58">
                  <c:v>2020-11</c:v>
                </c:pt>
                <c:pt idx="59">
                  <c:v>2020-12</c:v>
                </c:pt>
                <c:pt idx="60">
                  <c:v>2021-01</c:v>
                </c:pt>
                <c:pt idx="61">
                  <c:v>2021-02</c:v>
                </c:pt>
                <c:pt idx="62">
                  <c:v>2021-03</c:v>
                </c:pt>
                <c:pt idx="63">
                  <c:v>2021-04</c:v>
                </c:pt>
                <c:pt idx="64">
                  <c:v>2021-05</c:v>
                </c:pt>
                <c:pt idx="65">
                  <c:v>2021-06</c:v>
                </c:pt>
                <c:pt idx="66">
                  <c:v>2021-07</c:v>
                </c:pt>
                <c:pt idx="67">
                  <c:v>2021-08</c:v>
                </c:pt>
                <c:pt idx="68">
                  <c:v>2021-09</c:v>
                </c:pt>
                <c:pt idx="69">
                  <c:v>2021-10</c:v>
                </c:pt>
                <c:pt idx="70">
                  <c:v>2021-11</c:v>
                </c:pt>
                <c:pt idx="71">
                  <c:v>2021-12</c:v>
                </c:pt>
                <c:pt idx="72">
                  <c:v>2022-01</c:v>
                </c:pt>
                <c:pt idx="73">
                  <c:v>2022-02</c:v>
                </c:pt>
                <c:pt idx="74">
                  <c:v>2022-03</c:v>
                </c:pt>
                <c:pt idx="75">
                  <c:v>2022-04</c:v>
                </c:pt>
                <c:pt idx="76">
                  <c:v>2022-05</c:v>
                </c:pt>
                <c:pt idx="77">
                  <c:v>2022-06</c:v>
                </c:pt>
                <c:pt idx="78">
                  <c:v>2022-07</c:v>
                </c:pt>
                <c:pt idx="79">
                  <c:v>2022-08</c:v>
                </c:pt>
                <c:pt idx="80">
                  <c:v>2022-09</c:v>
                </c:pt>
                <c:pt idx="81">
                  <c:v>2022-10</c:v>
                </c:pt>
                <c:pt idx="82">
                  <c:v>2022-11</c:v>
                </c:pt>
                <c:pt idx="83">
                  <c:v>2022-12</c:v>
                </c:pt>
                <c:pt idx="84">
                  <c:v>2023-01</c:v>
                </c:pt>
                <c:pt idx="85">
                  <c:v>2023-02</c:v>
                </c:pt>
                <c:pt idx="86">
                  <c:v>2023-03</c:v>
                </c:pt>
                <c:pt idx="87">
                  <c:v>2023-04</c:v>
                </c:pt>
                <c:pt idx="88">
                  <c:v>2023-05</c:v>
                </c:pt>
                <c:pt idx="89">
                  <c:v>2023-06</c:v>
                </c:pt>
                <c:pt idx="90">
                  <c:v>2023-07</c:v>
                </c:pt>
                <c:pt idx="91">
                  <c:v>2023-08</c:v>
                </c:pt>
                <c:pt idx="92">
                  <c:v>2023-09</c:v>
                </c:pt>
                <c:pt idx="93">
                  <c:v>2023-10</c:v>
                </c:pt>
                <c:pt idx="94">
                  <c:v>2023-11</c:v>
                </c:pt>
                <c:pt idx="95">
                  <c:v>2023-12</c:v>
                </c:pt>
                <c:pt idx="96">
                  <c:v>2024-01</c:v>
                </c:pt>
                <c:pt idx="97">
                  <c:v>2024-02</c:v>
                </c:pt>
                <c:pt idx="98">
                  <c:v>2024-03</c:v>
                </c:pt>
                <c:pt idx="99">
                  <c:v>2024-04</c:v>
                </c:pt>
                <c:pt idx="100">
                  <c:v>2024-05</c:v>
                </c:pt>
                <c:pt idx="101">
                  <c:v>2024-06</c:v>
                </c:pt>
                <c:pt idx="102">
                  <c:v>2024-07</c:v>
                </c:pt>
                <c:pt idx="103">
                  <c:v>2024-08</c:v>
                </c:pt>
                <c:pt idx="104">
                  <c:v>2024-09</c:v>
                </c:pt>
                <c:pt idx="105">
                  <c:v>2024-10</c:v>
                </c:pt>
                <c:pt idx="106">
                  <c:v>2024-11</c:v>
                </c:pt>
                <c:pt idx="107">
                  <c:v>2024-12</c:v>
                </c:pt>
                <c:pt idx="108">
                  <c:v>2025-01</c:v>
                </c:pt>
                <c:pt idx="109">
                  <c:v>2025-02</c:v>
                </c:pt>
                <c:pt idx="110">
                  <c:v>2025-03</c:v>
                </c:pt>
                <c:pt idx="111">
                  <c:v>2025-04</c:v>
                </c:pt>
                <c:pt idx="112">
                  <c:v>2025-05</c:v>
                </c:pt>
                <c:pt idx="113">
                  <c:v>2025-06</c:v>
                </c:pt>
                <c:pt idx="114">
                  <c:v>2025-07</c:v>
                </c:pt>
                <c:pt idx="115">
                  <c:v>2025-08</c:v>
                </c:pt>
                <c:pt idx="116">
                  <c:v>2025-09</c:v>
                </c:pt>
                <c:pt idx="117">
                  <c:v>2025-10</c:v>
                </c:pt>
                <c:pt idx="118">
                  <c:v>2025-11</c:v>
                </c:pt>
                <c:pt idx="119">
                  <c:v>2025-12</c:v>
                </c:pt>
                <c:pt idx="120">
                  <c:v>2026-01</c:v>
                </c:pt>
                <c:pt idx="121">
                  <c:v>2026-02</c:v>
                </c:pt>
                <c:pt idx="122">
                  <c:v>2026-03</c:v>
                </c:pt>
                <c:pt idx="123">
                  <c:v>2026-04</c:v>
                </c:pt>
                <c:pt idx="124">
                  <c:v>2026-05</c:v>
                </c:pt>
                <c:pt idx="125">
                  <c:v>2026-06</c:v>
                </c:pt>
                <c:pt idx="126">
                  <c:v>2026-07</c:v>
                </c:pt>
                <c:pt idx="127">
                  <c:v>2026-08</c:v>
                </c:pt>
              </c:strCache>
            </c:strRef>
          </c:cat>
          <c:val>
            <c:numRef>
              <c:f>Planilha1!$B$2:$B$129</c:f>
              <c:numCache>
                <c:formatCode>General</c:formatCode>
                <c:ptCount val="128"/>
                <c:pt idx="0">
                  <c:v>1.2481070000000001</c:v>
                </c:pt>
                <c:pt idx="1">
                  <c:v>1.254149</c:v>
                </c:pt>
                <c:pt idx="2">
                  <c:v>1.2620990000000001</c:v>
                </c:pt>
                <c:pt idx="3">
                  <c:v>1.2625090000000001</c:v>
                </c:pt>
                <c:pt idx="4">
                  <c:v>1.2539670000000001</c:v>
                </c:pt>
                <c:pt idx="5">
                  <c:v>1.2654019999999999</c:v>
                </c:pt>
                <c:pt idx="6">
                  <c:v>1.26475</c:v>
                </c:pt>
                <c:pt idx="7">
                  <c:v>1.2560530000000001</c:v>
                </c:pt>
                <c:pt idx="8">
                  <c:v>1.2601450000000001</c:v>
                </c:pt>
                <c:pt idx="9">
                  <c:v>1.2427919999999999</c:v>
                </c:pt>
                <c:pt idx="10">
                  <c:v>1.2192909999999999</c:v>
                </c:pt>
                <c:pt idx="11">
                  <c:v>1.2169030000000001</c:v>
                </c:pt>
                <c:pt idx="12">
                  <c:v>1.231573</c:v>
                </c:pt>
                <c:pt idx="13">
                  <c:v>1.23234</c:v>
                </c:pt>
                <c:pt idx="14">
                  <c:v>1.2303299999999999</c:v>
                </c:pt>
                <c:pt idx="15">
                  <c:v>1.2422949999999999</c:v>
                </c:pt>
                <c:pt idx="16">
                  <c:v>1.251868</c:v>
                </c:pt>
                <c:pt idx="17">
                  <c:v>1.2498469999999999</c:v>
                </c:pt>
                <c:pt idx="18">
                  <c:v>1.26004</c:v>
                </c:pt>
                <c:pt idx="19">
                  <c:v>1.268006</c:v>
                </c:pt>
                <c:pt idx="20">
                  <c:v>1.26631</c:v>
                </c:pt>
                <c:pt idx="21">
                  <c:v>1.2609250000000001</c:v>
                </c:pt>
                <c:pt idx="22">
                  <c:v>1.261242</c:v>
                </c:pt>
                <c:pt idx="23">
                  <c:v>1.264283</c:v>
                </c:pt>
                <c:pt idx="24">
                  <c:v>1.268535</c:v>
                </c:pt>
                <c:pt idx="25">
                  <c:v>1.261749</c:v>
                </c:pt>
                <c:pt idx="26">
                  <c:v>1.2682869999999999</c:v>
                </c:pt>
                <c:pt idx="27">
                  <c:v>1.2560180000000001</c:v>
                </c:pt>
                <c:pt idx="28">
                  <c:v>1.2544770000000001</c:v>
                </c:pt>
                <c:pt idx="29">
                  <c:v>1.258748</c:v>
                </c:pt>
                <c:pt idx="30">
                  <c:v>1.2562759999999999</c:v>
                </c:pt>
                <c:pt idx="31">
                  <c:v>1.2593049999999999</c:v>
                </c:pt>
                <c:pt idx="32">
                  <c:v>1.259673</c:v>
                </c:pt>
                <c:pt idx="33">
                  <c:v>1.2528729999999999</c:v>
                </c:pt>
                <c:pt idx="34">
                  <c:v>1.258264</c:v>
                </c:pt>
                <c:pt idx="35">
                  <c:v>1.270975</c:v>
                </c:pt>
                <c:pt idx="36">
                  <c:v>1.2792969999999999</c:v>
                </c:pt>
                <c:pt idx="37">
                  <c:v>1.281846</c:v>
                </c:pt>
                <c:pt idx="38">
                  <c:v>1.2918130000000001</c:v>
                </c:pt>
                <c:pt idx="39">
                  <c:v>1.293499</c:v>
                </c:pt>
                <c:pt idx="40">
                  <c:v>1.3079750000000001</c:v>
                </c:pt>
                <c:pt idx="41">
                  <c:v>1.322279</c:v>
                </c:pt>
                <c:pt idx="42">
                  <c:v>1.316452</c:v>
                </c:pt>
                <c:pt idx="43">
                  <c:v>1.331583</c:v>
                </c:pt>
                <c:pt idx="44">
                  <c:v>1.322581</c:v>
                </c:pt>
                <c:pt idx="45">
                  <c:v>1.324468</c:v>
                </c:pt>
                <c:pt idx="46">
                  <c:v>1.3173220000000001</c:v>
                </c:pt>
                <c:pt idx="47">
                  <c:v>1.32375</c:v>
                </c:pt>
                <c:pt idx="48">
                  <c:v>1.3422670000000001</c:v>
                </c:pt>
                <c:pt idx="49">
                  <c:v>1.3590359999999999</c:v>
                </c:pt>
                <c:pt idx="50">
                  <c:v>1.366177</c:v>
                </c:pt>
                <c:pt idx="51">
                  <c:v>1.3685670000000001</c:v>
                </c:pt>
                <c:pt idx="52">
                  <c:v>1.378239</c:v>
                </c:pt>
                <c:pt idx="53">
                  <c:v>1.3831640000000001</c:v>
                </c:pt>
                <c:pt idx="54">
                  <c:v>1.4024749999999999</c:v>
                </c:pt>
                <c:pt idx="55">
                  <c:v>1.3985160000000001</c:v>
                </c:pt>
                <c:pt idx="56">
                  <c:v>1.3897790000000001</c:v>
                </c:pt>
                <c:pt idx="57">
                  <c:v>1.3843719999999999</c:v>
                </c:pt>
                <c:pt idx="58">
                  <c:v>1.3846149999999999</c:v>
                </c:pt>
                <c:pt idx="59">
                  <c:v>1.3946799999999999</c:v>
                </c:pt>
                <c:pt idx="60">
                  <c:v>1.392058</c:v>
                </c:pt>
                <c:pt idx="61">
                  <c:v>1.3794120000000001</c:v>
                </c:pt>
                <c:pt idx="62">
                  <c:v>1.368465</c:v>
                </c:pt>
                <c:pt idx="63">
                  <c:v>1.3784670000000001</c:v>
                </c:pt>
                <c:pt idx="64">
                  <c:v>1.387508</c:v>
                </c:pt>
                <c:pt idx="65">
                  <c:v>1.3764780000000001</c:v>
                </c:pt>
                <c:pt idx="66">
                  <c:v>1.386504</c:v>
                </c:pt>
                <c:pt idx="67">
                  <c:v>1.4242840000000001</c:v>
                </c:pt>
                <c:pt idx="68">
                  <c:v>1.4093089999999999</c:v>
                </c:pt>
                <c:pt idx="69">
                  <c:v>1.40452</c:v>
                </c:pt>
                <c:pt idx="70">
                  <c:v>1.4057539999999999</c:v>
                </c:pt>
                <c:pt idx="71">
                  <c:v>1.4057500000000001</c:v>
                </c:pt>
                <c:pt idx="72">
                  <c:v>1.3859319999999999</c:v>
                </c:pt>
                <c:pt idx="73">
                  <c:v>1.3845730000000001</c:v>
                </c:pt>
                <c:pt idx="74">
                  <c:v>1.356071</c:v>
                </c:pt>
                <c:pt idx="75">
                  <c:v>1.322193</c:v>
                </c:pt>
                <c:pt idx="76">
                  <c:v>1.3296509999999999</c:v>
                </c:pt>
                <c:pt idx="77">
                  <c:v>1.3112539999999999</c:v>
                </c:pt>
                <c:pt idx="78">
                  <c:v>1.323034</c:v>
                </c:pt>
                <c:pt idx="79">
                  <c:v>1.2920720000000001</c:v>
                </c:pt>
                <c:pt idx="80">
                  <c:v>1.238056</c:v>
                </c:pt>
                <c:pt idx="81">
                  <c:v>1.1945680000000001</c:v>
                </c:pt>
                <c:pt idx="82">
                  <c:v>1.226332</c:v>
                </c:pt>
                <c:pt idx="83">
                  <c:v>1.227576</c:v>
                </c:pt>
                <c:pt idx="84">
                  <c:v>1.2502279999999999</c:v>
                </c:pt>
                <c:pt idx="85">
                  <c:v>1.2260439999999999</c:v>
                </c:pt>
                <c:pt idx="86">
                  <c:v>1.257061</c:v>
                </c:pt>
                <c:pt idx="87">
                  <c:v>1.265414</c:v>
                </c:pt>
                <c:pt idx="88">
                  <c:v>1.2545219999999999</c:v>
                </c:pt>
                <c:pt idx="89">
                  <c:v>1.247179</c:v>
                </c:pt>
                <c:pt idx="90">
                  <c:v>1.253673</c:v>
                </c:pt>
                <c:pt idx="91">
                  <c:v>1.251171</c:v>
                </c:pt>
                <c:pt idx="92">
                  <c:v>1.2372479999999999</c:v>
                </c:pt>
                <c:pt idx="93">
                  <c:v>1.238</c:v>
                </c:pt>
                <c:pt idx="94">
                  <c:v>1.2697069999999999</c:v>
                </c:pt>
                <c:pt idx="95">
                  <c:v>1.294637</c:v>
                </c:pt>
                <c:pt idx="96">
                  <c:v>1.2917920000000001</c:v>
                </c:pt>
                <c:pt idx="97">
                  <c:v>1.2814840000000001</c:v>
                </c:pt>
                <c:pt idx="98">
                  <c:v>1.2906059999999999</c:v>
                </c:pt>
                <c:pt idx="99">
                  <c:v>1.278977</c:v>
                </c:pt>
                <c:pt idx="100">
                  <c:v>1.2315719999999999</c:v>
                </c:pt>
                <c:pt idx="101">
                  <c:v>1.231495</c:v>
                </c:pt>
                <c:pt idx="102">
                  <c:v>1.219077</c:v>
                </c:pt>
                <c:pt idx="103">
                  <c:v>1.235749</c:v>
                </c:pt>
                <c:pt idx="104">
                  <c:v>1.2548980000000001</c:v>
                </c:pt>
                <c:pt idx="105">
                  <c:v>1.23895</c:v>
                </c:pt>
                <c:pt idx="106">
                  <c:v>1.238999</c:v>
                </c:pt>
                <c:pt idx="107">
                  <c:v>1.230715</c:v>
                </c:pt>
                <c:pt idx="108">
                  <c:v>1.240631</c:v>
                </c:pt>
                <c:pt idx="109">
                  <c:v>1.2532810000000001</c:v>
                </c:pt>
                <c:pt idx="110">
                  <c:v>1.2725109999999999</c:v>
                </c:pt>
                <c:pt idx="111">
                  <c:v>1.298249</c:v>
                </c:pt>
                <c:pt idx="112">
                  <c:v>1.2981389999999999</c:v>
                </c:pt>
                <c:pt idx="113">
                  <c:v>1.313782</c:v>
                </c:pt>
                <c:pt idx="114">
                  <c:v>1.3044359999999999</c:v>
                </c:pt>
                <c:pt idx="115">
                  <c:v>1.3242100000000001</c:v>
                </c:pt>
                <c:pt idx="116">
                  <c:v>1.3412679999999999</c:v>
                </c:pt>
                <c:pt idx="117">
                  <c:v>1.347378</c:v>
                </c:pt>
                <c:pt idx="118">
                  <c:v>1.3593580000000001</c:v>
                </c:pt>
                <c:pt idx="119">
                  <c:v>1.369775</c:v>
                </c:pt>
                <c:pt idx="120">
                  <c:v>1.3947499999999999</c:v>
                </c:pt>
                <c:pt idx="121">
                  <c:v>1.4106989999999999</c:v>
                </c:pt>
                <c:pt idx="122">
                  <c:v>1.3747339999999999</c:v>
                </c:pt>
                <c:pt idx="123">
                  <c:v>1.3829940000000001</c:v>
                </c:pt>
                <c:pt idx="124">
                  <c:v>1.305874</c:v>
                </c:pt>
                <c:pt idx="125">
                  <c:v>1.2874760000000001</c:v>
                </c:pt>
                <c:pt idx="126">
                  <c:v>1.287099</c:v>
                </c:pt>
                <c:pt idx="127">
                  <c:v>1.207524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BB-4610-A8D6-FFEC519D9FBF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Planilha1!$A$2:$A$129</c:f>
              <c:strCache>
                <c:ptCount val="128"/>
                <c:pt idx="0">
                  <c:v>2016-01</c:v>
                </c:pt>
                <c:pt idx="1">
                  <c:v>2016-02</c:v>
                </c:pt>
                <c:pt idx="2">
                  <c:v>2016-03</c:v>
                </c:pt>
                <c:pt idx="3">
                  <c:v>2016-04</c:v>
                </c:pt>
                <c:pt idx="4">
                  <c:v>2016-05</c:v>
                </c:pt>
                <c:pt idx="5">
                  <c:v>2016-06</c:v>
                </c:pt>
                <c:pt idx="6">
                  <c:v>2016-07</c:v>
                </c:pt>
                <c:pt idx="7">
                  <c:v>2016-08</c:v>
                </c:pt>
                <c:pt idx="8">
                  <c:v>2016-09</c:v>
                </c:pt>
                <c:pt idx="9">
                  <c:v>2016-10</c:v>
                </c:pt>
                <c:pt idx="10">
                  <c:v>2016-11</c:v>
                </c:pt>
                <c:pt idx="11">
                  <c:v>2016-12</c:v>
                </c:pt>
                <c:pt idx="12">
                  <c:v>2017-01</c:v>
                </c:pt>
                <c:pt idx="13">
                  <c:v>2017-02</c:v>
                </c:pt>
                <c:pt idx="14">
                  <c:v>2017-03</c:v>
                </c:pt>
                <c:pt idx="15">
                  <c:v>2017-04</c:v>
                </c:pt>
                <c:pt idx="16">
                  <c:v>2017-05</c:v>
                </c:pt>
                <c:pt idx="17">
                  <c:v>2017-06</c:v>
                </c:pt>
                <c:pt idx="18">
                  <c:v>2017-07</c:v>
                </c:pt>
                <c:pt idx="19">
                  <c:v>2017-08</c:v>
                </c:pt>
                <c:pt idx="20">
                  <c:v>2017-09</c:v>
                </c:pt>
                <c:pt idx="21">
                  <c:v>2017-10</c:v>
                </c:pt>
                <c:pt idx="22">
                  <c:v>2017-11</c:v>
                </c:pt>
                <c:pt idx="23">
                  <c:v>2017-12</c:v>
                </c:pt>
                <c:pt idx="24">
                  <c:v>2018-01</c:v>
                </c:pt>
                <c:pt idx="25">
                  <c:v>2018-02</c:v>
                </c:pt>
                <c:pt idx="26">
                  <c:v>2018-03</c:v>
                </c:pt>
                <c:pt idx="27">
                  <c:v>2018-04</c:v>
                </c:pt>
                <c:pt idx="28">
                  <c:v>2018-05</c:v>
                </c:pt>
                <c:pt idx="29">
                  <c:v>2018-06</c:v>
                </c:pt>
                <c:pt idx="30">
                  <c:v>2018-07</c:v>
                </c:pt>
                <c:pt idx="31">
                  <c:v>2018-08</c:v>
                </c:pt>
                <c:pt idx="32">
                  <c:v>2018-09</c:v>
                </c:pt>
                <c:pt idx="33">
                  <c:v>2018-10</c:v>
                </c:pt>
                <c:pt idx="34">
                  <c:v>2018-11</c:v>
                </c:pt>
                <c:pt idx="35">
                  <c:v>2018-12</c:v>
                </c:pt>
                <c:pt idx="36">
                  <c:v>2019-01</c:v>
                </c:pt>
                <c:pt idx="37">
                  <c:v>2019-02</c:v>
                </c:pt>
                <c:pt idx="38">
                  <c:v>2019-03</c:v>
                </c:pt>
                <c:pt idx="39">
                  <c:v>2019-04</c:v>
                </c:pt>
                <c:pt idx="40">
                  <c:v>2019-05</c:v>
                </c:pt>
                <c:pt idx="41">
                  <c:v>2019-06</c:v>
                </c:pt>
                <c:pt idx="42">
                  <c:v>2019-07</c:v>
                </c:pt>
                <c:pt idx="43">
                  <c:v>2019-08</c:v>
                </c:pt>
                <c:pt idx="44">
                  <c:v>2019-09</c:v>
                </c:pt>
                <c:pt idx="45">
                  <c:v>2019-10</c:v>
                </c:pt>
                <c:pt idx="46">
                  <c:v>2019-11</c:v>
                </c:pt>
                <c:pt idx="47">
                  <c:v>2019-12</c:v>
                </c:pt>
                <c:pt idx="48">
                  <c:v>2020-01</c:v>
                </c:pt>
                <c:pt idx="49">
                  <c:v>2020-02</c:v>
                </c:pt>
                <c:pt idx="50">
                  <c:v>2020-03</c:v>
                </c:pt>
                <c:pt idx="51">
                  <c:v>2020-04</c:v>
                </c:pt>
                <c:pt idx="52">
                  <c:v>2020-05</c:v>
                </c:pt>
                <c:pt idx="53">
                  <c:v>2020-06</c:v>
                </c:pt>
                <c:pt idx="54">
                  <c:v>2020-07</c:v>
                </c:pt>
                <c:pt idx="55">
                  <c:v>2020-08</c:v>
                </c:pt>
                <c:pt idx="56">
                  <c:v>2020-09</c:v>
                </c:pt>
                <c:pt idx="57">
                  <c:v>2020-10</c:v>
                </c:pt>
                <c:pt idx="58">
                  <c:v>2020-11</c:v>
                </c:pt>
                <c:pt idx="59">
                  <c:v>2020-12</c:v>
                </c:pt>
                <c:pt idx="60">
                  <c:v>2021-01</c:v>
                </c:pt>
                <c:pt idx="61">
                  <c:v>2021-02</c:v>
                </c:pt>
                <c:pt idx="62">
                  <c:v>2021-03</c:v>
                </c:pt>
                <c:pt idx="63">
                  <c:v>2021-04</c:v>
                </c:pt>
                <c:pt idx="64">
                  <c:v>2021-05</c:v>
                </c:pt>
                <c:pt idx="65">
                  <c:v>2021-06</c:v>
                </c:pt>
                <c:pt idx="66">
                  <c:v>2021-07</c:v>
                </c:pt>
                <c:pt idx="67">
                  <c:v>2021-08</c:v>
                </c:pt>
                <c:pt idx="68">
                  <c:v>2021-09</c:v>
                </c:pt>
                <c:pt idx="69">
                  <c:v>2021-10</c:v>
                </c:pt>
                <c:pt idx="70">
                  <c:v>2021-11</c:v>
                </c:pt>
                <c:pt idx="71">
                  <c:v>2021-12</c:v>
                </c:pt>
                <c:pt idx="72">
                  <c:v>2022-01</c:v>
                </c:pt>
                <c:pt idx="73">
                  <c:v>2022-02</c:v>
                </c:pt>
                <c:pt idx="74">
                  <c:v>2022-03</c:v>
                </c:pt>
                <c:pt idx="75">
                  <c:v>2022-04</c:v>
                </c:pt>
                <c:pt idx="76">
                  <c:v>2022-05</c:v>
                </c:pt>
                <c:pt idx="77">
                  <c:v>2022-06</c:v>
                </c:pt>
                <c:pt idx="78">
                  <c:v>2022-07</c:v>
                </c:pt>
                <c:pt idx="79">
                  <c:v>2022-08</c:v>
                </c:pt>
                <c:pt idx="80">
                  <c:v>2022-09</c:v>
                </c:pt>
                <c:pt idx="81">
                  <c:v>2022-10</c:v>
                </c:pt>
                <c:pt idx="82">
                  <c:v>2022-11</c:v>
                </c:pt>
                <c:pt idx="83">
                  <c:v>2022-12</c:v>
                </c:pt>
                <c:pt idx="84">
                  <c:v>2023-01</c:v>
                </c:pt>
                <c:pt idx="85">
                  <c:v>2023-02</c:v>
                </c:pt>
                <c:pt idx="86">
                  <c:v>2023-03</c:v>
                </c:pt>
                <c:pt idx="87">
                  <c:v>2023-04</c:v>
                </c:pt>
                <c:pt idx="88">
                  <c:v>2023-05</c:v>
                </c:pt>
                <c:pt idx="89">
                  <c:v>2023-06</c:v>
                </c:pt>
                <c:pt idx="90">
                  <c:v>2023-07</c:v>
                </c:pt>
                <c:pt idx="91">
                  <c:v>2023-08</c:v>
                </c:pt>
                <c:pt idx="92">
                  <c:v>2023-09</c:v>
                </c:pt>
                <c:pt idx="93">
                  <c:v>2023-10</c:v>
                </c:pt>
                <c:pt idx="94">
                  <c:v>2023-11</c:v>
                </c:pt>
                <c:pt idx="95">
                  <c:v>2023-12</c:v>
                </c:pt>
                <c:pt idx="96">
                  <c:v>2024-01</c:v>
                </c:pt>
                <c:pt idx="97">
                  <c:v>2024-02</c:v>
                </c:pt>
                <c:pt idx="98">
                  <c:v>2024-03</c:v>
                </c:pt>
                <c:pt idx="99">
                  <c:v>2024-04</c:v>
                </c:pt>
                <c:pt idx="100">
                  <c:v>2024-05</c:v>
                </c:pt>
                <c:pt idx="101">
                  <c:v>2024-06</c:v>
                </c:pt>
                <c:pt idx="102">
                  <c:v>2024-07</c:v>
                </c:pt>
                <c:pt idx="103">
                  <c:v>2024-08</c:v>
                </c:pt>
                <c:pt idx="104">
                  <c:v>2024-09</c:v>
                </c:pt>
                <c:pt idx="105">
                  <c:v>2024-10</c:v>
                </c:pt>
                <c:pt idx="106">
                  <c:v>2024-11</c:v>
                </c:pt>
                <c:pt idx="107">
                  <c:v>2024-12</c:v>
                </c:pt>
                <c:pt idx="108">
                  <c:v>2025-01</c:v>
                </c:pt>
                <c:pt idx="109">
                  <c:v>2025-02</c:v>
                </c:pt>
                <c:pt idx="110">
                  <c:v>2025-03</c:v>
                </c:pt>
                <c:pt idx="111">
                  <c:v>2025-04</c:v>
                </c:pt>
                <c:pt idx="112">
                  <c:v>2025-05</c:v>
                </c:pt>
                <c:pt idx="113">
                  <c:v>2025-06</c:v>
                </c:pt>
                <c:pt idx="114">
                  <c:v>2025-07</c:v>
                </c:pt>
                <c:pt idx="115">
                  <c:v>2025-08</c:v>
                </c:pt>
                <c:pt idx="116">
                  <c:v>2025-09</c:v>
                </c:pt>
                <c:pt idx="117">
                  <c:v>2025-10</c:v>
                </c:pt>
                <c:pt idx="118">
                  <c:v>2025-11</c:v>
                </c:pt>
                <c:pt idx="119">
                  <c:v>2025-12</c:v>
                </c:pt>
                <c:pt idx="120">
                  <c:v>2026-01</c:v>
                </c:pt>
                <c:pt idx="121">
                  <c:v>2026-02</c:v>
                </c:pt>
                <c:pt idx="122">
                  <c:v>2026-03</c:v>
                </c:pt>
                <c:pt idx="123">
                  <c:v>2026-04</c:v>
                </c:pt>
                <c:pt idx="124">
                  <c:v>2026-05</c:v>
                </c:pt>
                <c:pt idx="125">
                  <c:v>2026-06</c:v>
                </c:pt>
                <c:pt idx="126">
                  <c:v>2026-07</c:v>
                </c:pt>
                <c:pt idx="127">
                  <c:v>2026-08</c:v>
                </c:pt>
              </c:strCache>
            </c:strRef>
          </c:cat>
          <c:val>
            <c:numRef>
              <c:f>Planilha1!$C$2:$C$129</c:f>
              <c:numCache>
                <c:formatCode>General</c:formatCode>
                <c:ptCount val="12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BB-4610-A8D6-FFEC519D9FBF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Planilha1!$A$2:$A$129</c:f>
              <c:strCache>
                <c:ptCount val="128"/>
                <c:pt idx="0">
                  <c:v>2016-01</c:v>
                </c:pt>
                <c:pt idx="1">
                  <c:v>2016-02</c:v>
                </c:pt>
                <c:pt idx="2">
                  <c:v>2016-03</c:v>
                </c:pt>
                <c:pt idx="3">
                  <c:v>2016-04</c:v>
                </c:pt>
                <c:pt idx="4">
                  <c:v>2016-05</c:v>
                </c:pt>
                <c:pt idx="5">
                  <c:v>2016-06</c:v>
                </c:pt>
                <c:pt idx="6">
                  <c:v>2016-07</c:v>
                </c:pt>
                <c:pt idx="7">
                  <c:v>2016-08</c:v>
                </c:pt>
                <c:pt idx="8">
                  <c:v>2016-09</c:v>
                </c:pt>
                <c:pt idx="9">
                  <c:v>2016-10</c:v>
                </c:pt>
                <c:pt idx="10">
                  <c:v>2016-11</c:v>
                </c:pt>
                <c:pt idx="11">
                  <c:v>2016-12</c:v>
                </c:pt>
                <c:pt idx="12">
                  <c:v>2017-01</c:v>
                </c:pt>
                <c:pt idx="13">
                  <c:v>2017-02</c:v>
                </c:pt>
                <c:pt idx="14">
                  <c:v>2017-03</c:v>
                </c:pt>
                <c:pt idx="15">
                  <c:v>2017-04</c:v>
                </c:pt>
                <c:pt idx="16">
                  <c:v>2017-05</c:v>
                </c:pt>
                <c:pt idx="17">
                  <c:v>2017-06</c:v>
                </c:pt>
                <c:pt idx="18">
                  <c:v>2017-07</c:v>
                </c:pt>
                <c:pt idx="19">
                  <c:v>2017-08</c:v>
                </c:pt>
                <c:pt idx="20">
                  <c:v>2017-09</c:v>
                </c:pt>
                <c:pt idx="21">
                  <c:v>2017-10</c:v>
                </c:pt>
                <c:pt idx="22">
                  <c:v>2017-11</c:v>
                </c:pt>
                <c:pt idx="23">
                  <c:v>2017-12</c:v>
                </c:pt>
                <c:pt idx="24">
                  <c:v>2018-01</c:v>
                </c:pt>
                <c:pt idx="25">
                  <c:v>2018-02</c:v>
                </c:pt>
                <c:pt idx="26">
                  <c:v>2018-03</c:v>
                </c:pt>
                <c:pt idx="27">
                  <c:v>2018-04</c:v>
                </c:pt>
                <c:pt idx="28">
                  <c:v>2018-05</c:v>
                </c:pt>
                <c:pt idx="29">
                  <c:v>2018-06</c:v>
                </c:pt>
                <c:pt idx="30">
                  <c:v>2018-07</c:v>
                </c:pt>
                <c:pt idx="31">
                  <c:v>2018-08</c:v>
                </c:pt>
                <c:pt idx="32">
                  <c:v>2018-09</c:v>
                </c:pt>
                <c:pt idx="33">
                  <c:v>2018-10</c:v>
                </c:pt>
                <c:pt idx="34">
                  <c:v>2018-11</c:v>
                </c:pt>
                <c:pt idx="35">
                  <c:v>2018-12</c:v>
                </c:pt>
                <c:pt idx="36">
                  <c:v>2019-01</c:v>
                </c:pt>
                <c:pt idx="37">
                  <c:v>2019-02</c:v>
                </c:pt>
                <c:pt idx="38">
                  <c:v>2019-03</c:v>
                </c:pt>
                <c:pt idx="39">
                  <c:v>2019-04</c:v>
                </c:pt>
                <c:pt idx="40">
                  <c:v>2019-05</c:v>
                </c:pt>
                <c:pt idx="41">
                  <c:v>2019-06</c:v>
                </c:pt>
                <c:pt idx="42">
                  <c:v>2019-07</c:v>
                </c:pt>
                <c:pt idx="43">
                  <c:v>2019-08</c:v>
                </c:pt>
                <c:pt idx="44">
                  <c:v>2019-09</c:v>
                </c:pt>
                <c:pt idx="45">
                  <c:v>2019-10</c:v>
                </c:pt>
                <c:pt idx="46">
                  <c:v>2019-11</c:v>
                </c:pt>
                <c:pt idx="47">
                  <c:v>2019-12</c:v>
                </c:pt>
                <c:pt idx="48">
                  <c:v>2020-01</c:v>
                </c:pt>
                <c:pt idx="49">
                  <c:v>2020-02</c:v>
                </c:pt>
                <c:pt idx="50">
                  <c:v>2020-03</c:v>
                </c:pt>
                <c:pt idx="51">
                  <c:v>2020-04</c:v>
                </c:pt>
                <c:pt idx="52">
                  <c:v>2020-05</c:v>
                </c:pt>
                <c:pt idx="53">
                  <c:v>2020-06</c:v>
                </c:pt>
                <c:pt idx="54">
                  <c:v>2020-07</c:v>
                </c:pt>
                <c:pt idx="55">
                  <c:v>2020-08</c:v>
                </c:pt>
                <c:pt idx="56">
                  <c:v>2020-09</c:v>
                </c:pt>
                <c:pt idx="57">
                  <c:v>2020-10</c:v>
                </c:pt>
                <c:pt idx="58">
                  <c:v>2020-11</c:v>
                </c:pt>
                <c:pt idx="59">
                  <c:v>2020-12</c:v>
                </c:pt>
                <c:pt idx="60">
                  <c:v>2021-01</c:v>
                </c:pt>
                <c:pt idx="61">
                  <c:v>2021-02</c:v>
                </c:pt>
                <c:pt idx="62">
                  <c:v>2021-03</c:v>
                </c:pt>
                <c:pt idx="63">
                  <c:v>2021-04</c:v>
                </c:pt>
                <c:pt idx="64">
                  <c:v>2021-05</c:v>
                </c:pt>
                <c:pt idx="65">
                  <c:v>2021-06</c:v>
                </c:pt>
                <c:pt idx="66">
                  <c:v>2021-07</c:v>
                </c:pt>
                <c:pt idx="67">
                  <c:v>2021-08</c:v>
                </c:pt>
                <c:pt idx="68">
                  <c:v>2021-09</c:v>
                </c:pt>
                <c:pt idx="69">
                  <c:v>2021-10</c:v>
                </c:pt>
                <c:pt idx="70">
                  <c:v>2021-11</c:v>
                </c:pt>
                <c:pt idx="71">
                  <c:v>2021-12</c:v>
                </c:pt>
                <c:pt idx="72">
                  <c:v>2022-01</c:v>
                </c:pt>
                <c:pt idx="73">
                  <c:v>2022-02</c:v>
                </c:pt>
                <c:pt idx="74">
                  <c:v>2022-03</c:v>
                </c:pt>
                <c:pt idx="75">
                  <c:v>2022-04</c:v>
                </c:pt>
                <c:pt idx="76">
                  <c:v>2022-05</c:v>
                </c:pt>
                <c:pt idx="77">
                  <c:v>2022-06</c:v>
                </c:pt>
                <c:pt idx="78">
                  <c:v>2022-07</c:v>
                </c:pt>
                <c:pt idx="79">
                  <c:v>2022-08</c:v>
                </c:pt>
                <c:pt idx="80">
                  <c:v>2022-09</c:v>
                </c:pt>
                <c:pt idx="81">
                  <c:v>2022-10</c:v>
                </c:pt>
                <c:pt idx="82">
                  <c:v>2022-11</c:v>
                </c:pt>
                <c:pt idx="83">
                  <c:v>2022-12</c:v>
                </c:pt>
                <c:pt idx="84">
                  <c:v>2023-01</c:v>
                </c:pt>
                <c:pt idx="85">
                  <c:v>2023-02</c:v>
                </c:pt>
                <c:pt idx="86">
                  <c:v>2023-03</c:v>
                </c:pt>
                <c:pt idx="87">
                  <c:v>2023-04</c:v>
                </c:pt>
                <c:pt idx="88">
                  <c:v>2023-05</c:v>
                </c:pt>
                <c:pt idx="89">
                  <c:v>2023-06</c:v>
                </c:pt>
                <c:pt idx="90">
                  <c:v>2023-07</c:v>
                </c:pt>
                <c:pt idx="91">
                  <c:v>2023-08</c:v>
                </c:pt>
                <c:pt idx="92">
                  <c:v>2023-09</c:v>
                </c:pt>
                <c:pt idx="93">
                  <c:v>2023-10</c:v>
                </c:pt>
                <c:pt idx="94">
                  <c:v>2023-11</c:v>
                </c:pt>
                <c:pt idx="95">
                  <c:v>2023-12</c:v>
                </c:pt>
                <c:pt idx="96">
                  <c:v>2024-01</c:v>
                </c:pt>
                <c:pt idx="97">
                  <c:v>2024-02</c:v>
                </c:pt>
                <c:pt idx="98">
                  <c:v>2024-03</c:v>
                </c:pt>
                <c:pt idx="99">
                  <c:v>2024-04</c:v>
                </c:pt>
                <c:pt idx="100">
                  <c:v>2024-05</c:v>
                </c:pt>
                <c:pt idx="101">
                  <c:v>2024-06</c:v>
                </c:pt>
                <c:pt idx="102">
                  <c:v>2024-07</c:v>
                </c:pt>
                <c:pt idx="103">
                  <c:v>2024-08</c:v>
                </c:pt>
                <c:pt idx="104">
                  <c:v>2024-09</c:v>
                </c:pt>
                <c:pt idx="105">
                  <c:v>2024-10</c:v>
                </c:pt>
                <c:pt idx="106">
                  <c:v>2024-11</c:v>
                </c:pt>
                <c:pt idx="107">
                  <c:v>2024-12</c:v>
                </c:pt>
                <c:pt idx="108">
                  <c:v>2025-01</c:v>
                </c:pt>
                <c:pt idx="109">
                  <c:v>2025-02</c:v>
                </c:pt>
                <c:pt idx="110">
                  <c:v>2025-03</c:v>
                </c:pt>
                <c:pt idx="111">
                  <c:v>2025-04</c:v>
                </c:pt>
                <c:pt idx="112">
                  <c:v>2025-05</c:v>
                </c:pt>
                <c:pt idx="113">
                  <c:v>2025-06</c:v>
                </c:pt>
                <c:pt idx="114">
                  <c:v>2025-07</c:v>
                </c:pt>
                <c:pt idx="115">
                  <c:v>2025-08</c:v>
                </c:pt>
                <c:pt idx="116">
                  <c:v>2025-09</c:v>
                </c:pt>
                <c:pt idx="117">
                  <c:v>2025-10</c:v>
                </c:pt>
                <c:pt idx="118">
                  <c:v>2025-11</c:v>
                </c:pt>
                <c:pt idx="119">
                  <c:v>2025-12</c:v>
                </c:pt>
                <c:pt idx="120">
                  <c:v>2026-01</c:v>
                </c:pt>
                <c:pt idx="121">
                  <c:v>2026-02</c:v>
                </c:pt>
                <c:pt idx="122">
                  <c:v>2026-03</c:v>
                </c:pt>
                <c:pt idx="123">
                  <c:v>2026-04</c:v>
                </c:pt>
                <c:pt idx="124">
                  <c:v>2026-05</c:v>
                </c:pt>
                <c:pt idx="125">
                  <c:v>2026-06</c:v>
                </c:pt>
                <c:pt idx="126">
                  <c:v>2026-07</c:v>
                </c:pt>
                <c:pt idx="127">
                  <c:v>2026-08</c:v>
                </c:pt>
              </c:strCache>
            </c:strRef>
          </c:cat>
          <c:val>
            <c:numRef>
              <c:f>Planilha1!$D$2:$D$129</c:f>
              <c:numCache>
                <c:formatCode>General</c:formatCode>
                <c:ptCount val="12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BB-4610-A8D6-FFEC519D9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035167"/>
        <c:axId val="1621226543"/>
      </c:lineChart>
      <c:catAx>
        <c:axId val="173035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21226543"/>
        <c:crosses val="autoZero"/>
        <c:auto val="1"/>
        <c:lblAlgn val="ctr"/>
        <c:lblOffset val="100"/>
        <c:tickLblSkip val="15"/>
        <c:noMultiLvlLbl val="0"/>
      </c:catAx>
      <c:valAx>
        <c:axId val="1621226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3035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Direct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Planilha1!$B$2:$B$42</c:f>
              <c:numCache>
                <c:formatCode>General</c:formatCode>
                <c:ptCount val="41"/>
                <c:pt idx="0">
                  <c:v>0.22893483406342061</c:v>
                </c:pt>
                <c:pt idx="1">
                  <c:v>0.2566470718332734</c:v>
                </c:pt>
                <c:pt idx="2">
                  <c:v>0.26844022113430066</c:v>
                </c:pt>
                <c:pt idx="3">
                  <c:v>0.24338329679537854</c:v>
                </c:pt>
                <c:pt idx="4">
                  <c:v>0.25003431739382642</c:v>
                </c:pt>
                <c:pt idx="5">
                  <c:v>0.25713592771342869</c:v>
                </c:pt>
                <c:pt idx="6">
                  <c:v>0.25548855347728749</c:v>
                </c:pt>
                <c:pt idx="7">
                  <c:v>0.2561171590350671</c:v>
                </c:pt>
                <c:pt idx="8">
                  <c:v>0.27364333482952807</c:v>
                </c:pt>
                <c:pt idx="9">
                  <c:v>0.27063394140489422</c:v>
                </c:pt>
                <c:pt idx="10">
                  <c:v>0.27162092965581719</c:v>
                </c:pt>
                <c:pt idx="11">
                  <c:v>0.27346848557122411</c:v>
                </c:pt>
                <c:pt idx="12">
                  <c:v>0.29000137658881292</c:v>
                </c:pt>
                <c:pt idx="13">
                  <c:v>0.30264138023568388</c:v>
                </c:pt>
                <c:pt idx="14">
                  <c:v>0.307820345917798</c:v>
                </c:pt>
                <c:pt idx="15">
                  <c:v>0.31466256037983154</c:v>
                </c:pt>
                <c:pt idx="16">
                  <c:v>0.31699503934806578</c:v>
                </c:pt>
                <c:pt idx="17">
                  <c:v>0.3620157243753846</c:v>
                </c:pt>
                <c:pt idx="18">
                  <c:v>0.37604295902035251</c:v>
                </c:pt>
                <c:pt idx="19">
                  <c:v>0.38718553459119504</c:v>
                </c:pt>
                <c:pt idx="20">
                  <c:v>0.38137390281980255</c:v>
                </c:pt>
                <c:pt idx="21">
                  <c:v>0.36666960319615499</c:v>
                </c:pt>
                <c:pt idx="22">
                  <c:v>0.36751663474369328</c:v>
                </c:pt>
                <c:pt idx="23">
                  <c:v>0.3574713461573939</c:v>
                </c:pt>
                <c:pt idx="24">
                  <c:v>0.35829761826452594</c:v>
                </c:pt>
                <c:pt idx="25">
                  <c:v>0.32414440225168495</c:v>
                </c:pt>
                <c:pt idx="26">
                  <c:v>0.3128605157717908</c:v>
                </c:pt>
                <c:pt idx="27">
                  <c:v>0.34268293767622227</c:v>
                </c:pt>
                <c:pt idx="28">
                  <c:v>0.35223316921571435</c:v>
                </c:pt>
                <c:pt idx="29">
                  <c:v>0.33861519078142671</c:v>
                </c:pt>
                <c:pt idx="30">
                  <c:v>0.33558794683621362</c:v>
                </c:pt>
                <c:pt idx="31">
                  <c:v>0.35430940780586395</c:v>
                </c:pt>
                <c:pt idx="32">
                  <c:v>0.33822903164226603</c:v>
                </c:pt>
                <c:pt idx="33">
                  <c:v>0.33179399467882931</c:v>
                </c:pt>
                <c:pt idx="34">
                  <c:v>0.36321474040600471</c:v>
                </c:pt>
                <c:pt idx="35">
                  <c:v>0.34651524598168049</c:v>
                </c:pt>
                <c:pt idx="36">
                  <c:v>0.36680451047111984</c:v>
                </c:pt>
                <c:pt idx="37">
                  <c:v>0.39039751943993606</c:v>
                </c:pt>
                <c:pt idx="38">
                  <c:v>0.38729120015906626</c:v>
                </c:pt>
                <c:pt idx="39">
                  <c:v>0.37560209088285285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CC-4842-B8C3-FB242DBE1DD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Equity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Planilha1!$C$2:$C$42</c:f>
              <c:numCache>
                <c:formatCode>General</c:formatCode>
                <c:ptCount val="41"/>
                <c:pt idx="0">
                  <c:v>1.3892733395494798</c:v>
                </c:pt>
                <c:pt idx="1">
                  <c:v>1.3887778841946297</c:v>
                </c:pt>
                <c:pt idx="2">
                  <c:v>1.5218555317470377</c:v>
                </c:pt>
                <c:pt idx="3">
                  <c:v>1.5649394257319733</c:v>
                </c:pt>
                <c:pt idx="4">
                  <c:v>1.5860746657928646</c:v>
                </c:pt>
                <c:pt idx="5">
                  <c:v>1.7426549014056822</c:v>
                </c:pt>
                <c:pt idx="6">
                  <c:v>1.7977269444645052</c:v>
                </c:pt>
                <c:pt idx="7">
                  <c:v>1.9465205130134895</c:v>
                </c:pt>
                <c:pt idx="8">
                  <c:v>1.9174458823840039</c:v>
                </c:pt>
                <c:pt idx="9">
                  <c:v>1.8630012774409026</c:v>
                </c:pt>
                <c:pt idx="10">
                  <c:v>1.9049237538069574</c:v>
                </c:pt>
                <c:pt idx="11">
                  <c:v>1.5713096504972399</c:v>
                </c:pt>
                <c:pt idx="12">
                  <c:v>1.6831182525779549</c:v>
                </c:pt>
                <c:pt idx="13">
                  <c:v>1.7370279035981806</c:v>
                </c:pt>
                <c:pt idx="14">
                  <c:v>1.7646550120885249</c:v>
                </c:pt>
                <c:pt idx="15">
                  <c:v>1.9241161859194691</c:v>
                </c:pt>
                <c:pt idx="16">
                  <c:v>1.5589134305401919</c:v>
                </c:pt>
                <c:pt idx="17">
                  <c:v>1.7351935615208287</c:v>
                </c:pt>
                <c:pt idx="18">
                  <c:v>1.8242430556213243</c:v>
                </c:pt>
                <c:pt idx="19">
                  <c:v>2.1164947897397952</c:v>
                </c:pt>
                <c:pt idx="20">
                  <c:v>2.175473393983943</c:v>
                </c:pt>
                <c:pt idx="21">
                  <c:v>2.1542440873584225</c:v>
                </c:pt>
                <c:pt idx="22">
                  <c:v>2.2318969508265174</c:v>
                </c:pt>
                <c:pt idx="23">
                  <c:v>2.1433961534846255</c:v>
                </c:pt>
                <c:pt idx="24">
                  <c:v>1.9806219397625517</c:v>
                </c:pt>
                <c:pt idx="25">
                  <c:v>1.6816945713669331</c:v>
                </c:pt>
                <c:pt idx="26">
                  <c:v>1.5141156428164146</c:v>
                </c:pt>
                <c:pt idx="27">
                  <c:v>1.6776439649319421</c:v>
                </c:pt>
                <c:pt idx="28">
                  <c:v>1.7532729382490313</c:v>
                </c:pt>
                <c:pt idx="29">
                  <c:v>1.9737319615925792</c:v>
                </c:pt>
                <c:pt idx="30">
                  <c:v>1.8550373702188101</c:v>
                </c:pt>
                <c:pt idx="31">
                  <c:v>1.9500283022471634</c:v>
                </c:pt>
                <c:pt idx="32">
                  <c:v>2.2267462117520789</c:v>
                </c:pt>
                <c:pt idx="33">
                  <c:v>2.1766438616495627</c:v>
                </c:pt>
                <c:pt idx="34">
                  <c:v>2.2033311414860726</c:v>
                </c:pt>
                <c:pt idx="35">
                  <c:v>2.1766441741762632</c:v>
                </c:pt>
                <c:pt idx="36">
                  <c:v>2.0918356393769924</c:v>
                </c:pt>
                <c:pt idx="37">
                  <c:v>2.3720701671817199</c:v>
                </c:pt>
                <c:pt idx="38">
                  <c:v>2.5346655584328457</c:v>
                </c:pt>
                <c:pt idx="39">
                  <c:v>2.6067921623961774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CC-4842-B8C3-FB242DBE1DD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Lending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Planilha1!$D$2:$D$42</c:f>
              <c:numCache>
                <c:formatCode>General</c:formatCode>
                <c:ptCount val="41"/>
                <c:pt idx="0">
                  <c:v>1.1990256057422317</c:v>
                </c:pt>
                <c:pt idx="1">
                  <c:v>1.3039091265475662</c:v>
                </c:pt>
                <c:pt idx="2">
                  <c:v>1.3700442995628992</c:v>
                </c:pt>
                <c:pt idx="3">
                  <c:v>1.2386668402327279</c:v>
                </c:pt>
                <c:pt idx="4">
                  <c:v>1.2862779133253333</c:v>
                </c:pt>
                <c:pt idx="5">
                  <c:v>1.3273425110062651</c:v>
                </c:pt>
                <c:pt idx="6">
                  <c:v>1.3796399942225752</c:v>
                </c:pt>
                <c:pt idx="7">
                  <c:v>1.3890411322776151</c:v>
                </c:pt>
                <c:pt idx="8">
                  <c:v>1.4488225953069775</c:v>
                </c:pt>
                <c:pt idx="9">
                  <c:v>1.471046792860141</c:v>
                </c:pt>
                <c:pt idx="10">
                  <c:v>1.4681339620722695</c:v>
                </c:pt>
                <c:pt idx="11">
                  <c:v>1.558742738374715</c:v>
                </c:pt>
                <c:pt idx="12">
                  <c:v>1.6243568046224595</c:v>
                </c:pt>
                <c:pt idx="13">
                  <c:v>1.6959058375012146</c:v>
                </c:pt>
                <c:pt idx="14">
                  <c:v>1.7199739631764925</c:v>
                </c:pt>
                <c:pt idx="15">
                  <c:v>1.7077753641121529</c:v>
                </c:pt>
                <c:pt idx="16">
                  <c:v>1.7214140226419721</c:v>
                </c:pt>
                <c:pt idx="17">
                  <c:v>1.7678581720088271</c:v>
                </c:pt>
                <c:pt idx="18">
                  <c:v>1.8543124757313734</c:v>
                </c:pt>
                <c:pt idx="19">
                  <c:v>1.9881555216426194</c:v>
                </c:pt>
                <c:pt idx="20">
                  <c:v>1.9049927736292205</c:v>
                </c:pt>
                <c:pt idx="21">
                  <c:v>1.9063041233415041</c:v>
                </c:pt>
                <c:pt idx="22">
                  <c:v>1.9426475794518929</c:v>
                </c:pt>
                <c:pt idx="23">
                  <c:v>1.9964439103282092</c:v>
                </c:pt>
                <c:pt idx="24">
                  <c:v>1.8688552793365347</c:v>
                </c:pt>
                <c:pt idx="25">
                  <c:v>1.7137335316981914</c:v>
                </c:pt>
                <c:pt idx="26">
                  <c:v>1.6604191806080639</c:v>
                </c:pt>
                <c:pt idx="27">
                  <c:v>1.7177285220005514</c:v>
                </c:pt>
                <c:pt idx="28">
                  <c:v>1.7554724784403914</c:v>
                </c:pt>
                <c:pt idx="29">
                  <c:v>1.7101319273532964</c:v>
                </c:pt>
                <c:pt idx="30">
                  <c:v>1.5207007338766951</c:v>
                </c:pt>
                <c:pt idx="31">
                  <c:v>1.5601934970812221</c:v>
                </c:pt>
                <c:pt idx="32">
                  <c:v>1.5643918712362817</c:v>
                </c:pt>
                <c:pt idx="33">
                  <c:v>1.4233307994425439</c:v>
                </c:pt>
                <c:pt idx="34">
                  <c:v>1.4946626187444911</c:v>
                </c:pt>
                <c:pt idx="35">
                  <c:v>1.3974058328776973</c:v>
                </c:pt>
                <c:pt idx="36">
                  <c:v>1.4463066626592671</c:v>
                </c:pt>
                <c:pt idx="37">
                  <c:v>1.54507608135185</c:v>
                </c:pt>
                <c:pt idx="38">
                  <c:v>1.5352059238659597</c:v>
                </c:pt>
                <c:pt idx="39">
                  <c:v>1.5229259532437547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CC-4842-B8C3-FB242DBE1DDD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Borrowings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Planilha1!$E$2:$E$42</c:f>
              <c:numCache>
                <c:formatCode>General</c:formatCode>
                <c:ptCount val="41"/>
                <c:pt idx="0">
                  <c:v>1.3641253961465203</c:v>
                </c:pt>
                <c:pt idx="1">
                  <c:v>1.4345961923438717</c:v>
                </c:pt>
                <c:pt idx="2">
                  <c:v>1.5135241879150321</c:v>
                </c:pt>
                <c:pt idx="3">
                  <c:v>1.4613084179827083</c:v>
                </c:pt>
                <c:pt idx="4">
                  <c:v>1.4282235102930043</c:v>
                </c:pt>
                <c:pt idx="5">
                  <c:v>1.4586333027090332</c:v>
                </c:pt>
                <c:pt idx="6">
                  <c:v>1.5385823644110637</c:v>
                </c:pt>
                <c:pt idx="7">
                  <c:v>1.4612827108079034</c:v>
                </c:pt>
                <c:pt idx="8">
                  <c:v>1.6307799952473812</c:v>
                </c:pt>
                <c:pt idx="9">
                  <c:v>1.6061956792333174</c:v>
                </c:pt>
                <c:pt idx="10">
                  <c:v>1.6764706407106678</c:v>
                </c:pt>
                <c:pt idx="11">
                  <c:v>1.5887696369142794</c:v>
                </c:pt>
                <c:pt idx="12">
                  <c:v>1.6770900532011088</c:v>
                </c:pt>
                <c:pt idx="13">
                  <c:v>1.6773250299578508</c:v>
                </c:pt>
                <c:pt idx="14">
                  <c:v>1.7368421052631577</c:v>
                </c:pt>
                <c:pt idx="15">
                  <c:v>1.6687289759030624</c:v>
                </c:pt>
                <c:pt idx="16">
                  <c:v>2.0425793160969024</c:v>
                </c:pt>
                <c:pt idx="17">
                  <c:v>1.9231312663718114</c:v>
                </c:pt>
                <c:pt idx="18">
                  <c:v>1.9540293022947468</c:v>
                </c:pt>
                <c:pt idx="19">
                  <c:v>1.8881027253668765</c:v>
                </c:pt>
                <c:pt idx="20">
                  <c:v>1.9218926375655363</c:v>
                </c:pt>
                <c:pt idx="21">
                  <c:v>1.7998715798135092</c:v>
                </c:pt>
                <c:pt idx="22">
                  <c:v>1.909741196975336</c:v>
                </c:pt>
                <c:pt idx="23">
                  <c:v>1.7670726125750993</c:v>
                </c:pt>
                <c:pt idx="24">
                  <c:v>1.9033475181611335</c:v>
                </c:pt>
                <c:pt idx="25">
                  <c:v>1.7971154484969232</c:v>
                </c:pt>
                <c:pt idx="26">
                  <c:v>1.7101315356951179</c:v>
                </c:pt>
                <c:pt idx="27">
                  <c:v>1.6425551533263953</c:v>
                </c:pt>
                <c:pt idx="28">
                  <c:v>1.7660661822191865</c:v>
                </c:pt>
                <c:pt idx="29">
                  <c:v>1.7713169602590866</c:v>
                </c:pt>
                <c:pt idx="30">
                  <c:v>1.9047042510737597</c:v>
                </c:pt>
                <c:pt idx="31">
                  <c:v>1.8832975069713818</c:v>
                </c:pt>
                <c:pt idx="32">
                  <c:v>1.9140213564937862</c:v>
                </c:pt>
                <c:pt idx="33">
                  <c:v>1.8733561383504369</c:v>
                </c:pt>
                <c:pt idx="34">
                  <c:v>2.0664479482910583</c:v>
                </c:pt>
                <c:pt idx="35">
                  <c:v>1.978320611282566</c:v>
                </c:pt>
                <c:pt idx="36">
                  <c:v>2.0008506778587605</c:v>
                </c:pt>
                <c:pt idx="37">
                  <c:v>2.0022978402378127</c:v>
                </c:pt>
                <c:pt idx="38">
                  <c:v>2.0192083342068901</c:v>
                </c:pt>
                <c:pt idx="39">
                  <c:v>1.9823878395279479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5CC-4842-B8C3-FB242DBE1DDD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Planilha1!$A$2:$A$42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Planilha1!$F$2:$F$42</c:f>
              <c:numCache>
                <c:formatCode>General</c:formatCode>
                <c:ptCount val="41"/>
                <c:pt idx="0">
                  <c:v>0.65633475808829578</c:v>
                </c:pt>
                <c:pt idx="1">
                  <c:v>0.69023615365412161</c:v>
                </c:pt>
                <c:pt idx="2">
                  <c:v>0.72821643416519044</c:v>
                </c:pt>
                <c:pt idx="3">
                  <c:v>0.70308910232150357</c:v>
                </c:pt>
                <c:pt idx="4">
                  <c:v>0.68717149398006494</c:v>
                </c:pt>
                <c:pt idx="5">
                  <c:v>0.70180436932725421</c:v>
                </c:pt>
                <c:pt idx="6">
                  <c:v>0.74025962302303749</c:v>
                </c:pt>
                <c:pt idx="7">
                  <c:v>0.70307816947861934</c:v>
                </c:pt>
                <c:pt idx="8">
                  <c:v>0.78462527865055798</c:v>
                </c:pt>
                <c:pt idx="9">
                  <c:v>0.77279723215080709</c:v>
                </c:pt>
                <c:pt idx="10">
                  <c:v>0.80661103647363808</c:v>
                </c:pt>
                <c:pt idx="11">
                  <c:v>0.76441585249118982</c:v>
                </c:pt>
                <c:pt idx="12">
                  <c:v>0.80690597718461499</c:v>
                </c:pt>
                <c:pt idx="13">
                  <c:v>0.80701592045785764</c:v>
                </c:pt>
                <c:pt idx="14">
                  <c:v>0.83565185047424206</c:v>
                </c:pt>
                <c:pt idx="15">
                  <c:v>0.80288906609471966</c:v>
                </c:pt>
                <c:pt idx="16">
                  <c:v>0.95806247579348602</c:v>
                </c:pt>
                <c:pt idx="17">
                  <c:v>0.8791651096597638</c:v>
                </c:pt>
                <c:pt idx="18">
                  <c:v>0.87043157904705981</c:v>
                </c:pt>
                <c:pt idx="19">
                  <c:v>0.81931534406215323</c:v>
                </c:pt>
                <c:pt idx="20">
                  <c:v>0.84283126539226172</c:v>
                </c:pt>
                <c:pt idx="21">
                  <c:v>0.79767644833721285</c:v>
                </c:pt>
                <c:pt idx="22">
                  <c:v>0.85527546046241409</c:v>
                </c:pt>
                <c:pt idx="23">
                  <c:v>0.79968972063436849</c:v>
                </c:pt>
                <c:pt idx="24">
                  <c:v>0.89457181553989207</c:v>
                </c:pt>
                <c:pt idx="25">
                  <c:v>0.87676421430272333</c:v>
                </c:pt>
                <c:pt idx="26">
                  <c:v>0.86564962106804444</c:v>
                </c:pt>
                <c:pt idx="27">
                  <c:v>0.86227011417576116</c:v>
                </c:pt>
                <c:pt idx="28">
                  <c:v>0.89992615829357581</c:v>
                </c:pt>
                <c:pt idx="29">
                  <c:v>0.87588896568360775</c:v>
                </c:pt>
                <c:pt idx="30">
                  <c:v>0.91367986742872598</c:v>
                </c:pt>
                <c:pt idx="31">
                  <c:v>0.87611255612700245</c:v>
                </c:pt>
                <c:pt idx="32">
                  <c:v>0.90211762758429193</c:v>
                </c:pt>
                <c:pt idx="33">
                  <c:v>0.89452046116812356</c:v>
                </c:pt>
                <c:pt idx="34">
                  <c:v>0.9995872798242792</c:v>
                </c:pt>
                <c:pt idx="35">
                  <c:v>0.96937020810158747</c:v>
                </c:pt>
                <c:pt idx="36">
                  <c:v>0.99711118386449271</c:v>
                </c:pt>
                <c:pt idx="37">
                  <c:v>1.0147317859824825</c:v>
                </c:pt>
                <c:pt idx="38">
                  <c:v>1.0405449913399507</c:v>
                </c:pt>
                <c:pt idx="39">
                  <c:v>1.0386813327774749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5CC-4842-B8C3-FB242DBE1D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7061983"/>
        <c:axId val="929959728"/>
      </c:lineChart>
      <c:catAx>
        <c:axId val="68706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929959728"/>
        <c:crosses val="autoZero"/>
        <c:auto val="1"/>
        <c:lblAlgn val="ctr"/>
        <c:lblOffset val="100"/>
        <c:tickLblSkip val="5"/>
        <c:noMultiLvlLbl val="0"/>
      </c:catAx>
      <c:valAx>
        <c:axId val="929959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687061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48717098269013E-2"/>
          <c:y val="6.7641373860700404E-2"/>
          <c:w val="0.86046729672254052"/>
          <c:h val="0.80432618475175499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Government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8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</c:strCache>
            </c:strRef>
          </c:cat>
          <c:val>
            <c:numRef>
              <c:f>Planilha1!$B$2:$B$51</c:f>
              <c:numCache>
                <c:formatCode>General</c:formatCode>
                <c:ptCount val="50"/>
                <c:pt idx="0">
                  <c:v>8.6809622283894061</c:v>
                </c:pt>
                <c:pt idx="1">
                  <c:v>9.1725327454032044</c:v>
                </c:pt>
                <c:pt idx="2">
                  <c:v>8.6633056667611843</c:v>
                </c:pt>
                <c:pt idx="3">
                  <c:v>7.6805089843098671</c:v>
                </c:pt>
                <c:pt idx="4">
                  <c:v>7.6761764331450797</c:v>
                </c:pt>
                <c:pt idx="5">
                  <c:v>7.2456343102870937</c:v>
                </c:pt>
                <c:pt idx="6">
                  <c:v>7.7009285811937547</c:v>
                </c:pt>
                <c:pt idx="7">
                  <c:v>8.293664223527097</c:v>
                </c:pt>
                <c:pt idx="8">
                  <c:v>9.423234318469051</c:v>
                </c:pt>
                <c:pt idx="9">
                  <c:v>11.114100377790454</c:v>
                </c:pt>
                <c:pt idx="10">
                  <c:v>12.086378988430203</c:v>
                </c:pt>
                <c:pt idx="11">
                  <c:v>10.011006594820264</c:v>
                </c:pt>
                <c:pt idx="12">
                  <c:v>10.164948538333705</c:v>
                </c:pt>
                <c:pt idx="13">
                  <c:v>10.483161674749219</c:v>
                </c:pt>
                <c:pt idx="14">
                  <c:v>10.67953876644045</c:v>
                </c:pt>
                <c:pt idx="15">
                  <c:v>10.747493978728238</c:v>
                </c:pt>
                <c:pt idx="16">
                  <c:v>11.611701024168964</c:v>
                </c:pt>
                <c:pt idx="17">
                  <c:v>11.777041625713709</c:v>
                </c:pt>
                <c:pt idx="18">
                  <c:v>11.403257894373501</c:v>
                </c:pt>
                <c:pt idx="19">
                  <c:v>12.356204945793046</c:v>
                </c:pt>
                <c:pt idx="20">
                  <c:v>12.965867259143087</c:v>
                </c:pt>
                <c:pt idx="21">
                  <c:v>13.614966939283478</c:v>
                </c:pt>
                <c:pt idx="22">
                  <c:v>13.858050090834283</c:v>
                </c:pt>
                <c:pt idx="23">
                  <c:v>13.702112600687464</c:v>
                </c:pt>
                <c:pt idx="24">
                  <c:v>13.598765611452047</c:v>
                </c:pt>
                <c:pt idx="25">
                  <c:v>14.304371121132293</c:v>
                </c:pt>
                <c:pt idx="26">
                  <c:v>14.985687297213143</c:v>
                </c:pt>
                <c:pt idx="27">
                  <c:v>16.656413882355036</c:v>
                </c:pt>
                <c:pt idx="28">
                  <c:v>15.159275264200382</c:v>
                </c:pt>
                <c:pt idx="29">
                  <c:v>14.916661538677122</c:v>
                </c:pt>
                <c:pt idx="30">
                  <c:v>15.153166902867111</c:v>
                </c:pt>
                <c:pt idx="31">
                  <c:v>15.169861263395397</c:v>
                </c:pt>
                <c:pt idx="32">
                  <c:v>13.680196581843711</c:v>
                </c:pt>
                <c:pt idx="33">
                  <c:v>11.282043903050679</c:v>
                </c:pt>
                <c:pt idx="34">
                  <c:v>10.341295251745342</c:v>
                </c:pt>
                <c:pt idx="35">
                  <c:v>10.909700095167121</c:v>
                </c:pt>
                <c:pt idx="36">
                  <c:v>11.547290612982591</c:v>
                </c:pt>
                <c:pt idx="37">
                  <c:v>10.540785819758776</c:v>
                </c:pt>
                <c:pt idx="38">
                  <c:v>8.9911140613532474</c:v>
                </c:pt>
                <c:pt idx="39">
                  <c:v>9.2215791494624497</c:v>
                </c:pt>
                <c:pt idx="40">
                  <c:v>8.9052087607708632</c:v>
                </c:pt>
                <c:pt idx="41">
                  <c:v>7.5234309291472501</c:v>
                </c:pt>
                <c:pt idx="42">
                  <c:v>8.3834691740966658</c:v>
                </c:pt>
                <c:pt idx="43">
                  <c:v>7.4675712226327873</c:v>
                </c:pt>
                <c:pt idx="44">
                  <c:v>7.8696404440845971</c:v>
                </c:pt>
                <c:pt idx="45">
                  <c:v>8.9697922642894845</c:v>
                </c:pt>
                <c:pt idx="46">
                  <c:v>8.3903730011259938</c:v>
                </c:pt>
                <c:pt idx="47">
                  <c:v>7.9325603695070992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00-485E-96E2-9B69C0F196F4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BOJ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8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</c:strCache>
            </c:strRef>
          </c:cat>
          <c:val>
            <c:numRef>
              <c:f>Planilha1!$C$2:$C$51</c:f>
              <c:numCache>
                <c:formatCode>General</c:formatCode>
                <c:ptCount val="50"/>
                <c:pt idx="0">
                  <c:v>0.35039201729119707</c:v>
                </c:pt>
                <c:pt idx="1">
                  <c:v>0.31832067722968943</c:v>
                </c:pt>
                <c:pt idx="2">
                  <c:v>0.42581209479365412</c:v>
                </c:pt>
                <c:pt idx="3">
                  <c:v>0.37450992887803286</c:v>
                </c:pt>
                <c:pt idx="4">
                  <c:v>0.31560878500410611</c:v>
                </c:pt>
                <c:pt idx="5">
                  <c:v>0.34283256063232836</c:v>
                </c:pt>
                <c:pt idx="6">
                  <c:v>0.45925597257889833</c:v>
                </c:pt>
                <c:pt idx="7">
                  <c:v>0.43642196569393976</c:v>
                </c:pt>
                <c:pt idx="8">
                  <c:v>0.57783574773044721</c:v>
                </c:pt>
                <c:pt idx="9">
                  <c:v>0.85899375105984244</c:v>
                </c:pt>
                <c:pt idx="10">
                  <c:v>1.0341339055302243</c:v>
                </c:pt>
                <c:pt idx="11">
                  <c:v>0.92736804725221933</c:v>
                </c:pt>
                <c:pt idx="12">
                  <c:v>1.0672139317793183</c:v>
                </c:pt>
                <c:pt idx="13">
                  <c:v>1.2873268522877959</c:v>
                </c:pt>
                <c:pt idx="14">
                  <c:v>1.2981202330190373</c:v>
                </c:pt>
                <c:pt idx="15">
                  <c:v>1.5731928876799928</c:v>
                </c:pt>
                <c:pt idx="16">
                  <c:v>1.8514083939132224</c:v>
                </c:pt>
                <c:pt idx="17">
                  <c:v>1.7583554718544003</c:v>
                </c:pt>
                <c:pt idx="18">
                  <c:v>1.7922094921654714</c:v>
                </c:pt>
                <c:pt idx="19">
                  <c:v>2.0283262066486287</c:v>
                </c:pt>
                <c:pt idx="20">
                  <c:v>2.2399384289209814</c:v>
                </c:pt>
                <c:pt idx="21">
                  <c:v>2.1930270233707514</c:v>
                </c:pt>
                <c:pt idx="22">
                  <c:v>2.4119994410198289</c:v>
                </c:pt>
                <c:pt idx="23">
                  <c:v>2.7314067618800237</c:v>
                </c:pt>
                <c:pt idx="24">
                  <c:v>4.3793879133297766</c:v>
                </c:pt>
                <c:pt idx="25">
                  <c:v>3.7123647512315641</c:v>
                </c:pt>
                <c:pt idx="26">
                  <c:v>2.7051338161520673</c:v>
                </c:pt>
                <c:pt idx="27">
                  <c:v>2.6179697700270692</c:v>
                </c:pt>
                <c:pt idx="28">
                  <c:v>2.2821023277821268</c:v>
                </c:pt>
                <c:pt idx="29">
                  <c:v>2.037995051540864</c:v>
                </c:pt>
                <c:pt idx="30">
                  <c:v>2.2466296013663292</c:v>
                </c:pt>
                <c:pt idx="31">
                  <c:v>2.1392153101290217</c:v>
                </c:pt>
                <c:pt idx="32">
                  <c:v>1.8765099839623356</c:v>
                </c:pt>
                <c:pt idx="33">
                  <c:v>1.59718467936055</c:v>
                </c:pt>
                <c:pt idx="34">
                  <c:v>1.7200575616071014</c:v>
                </c:pt>
                <c:pt idx="35">
                  <c:v>2.0350542033164531</c:v>
                </c:pt>
                <c:pt idx="36">
                  <c:v>1.6383903538666345</c:v>
                </c:pt>
                <c:pt idx="37">
                  <c:v>1.8391020035165084</c:v>
                </c:pt>
                <c:pt idx="38">
                  <c:v>1.7741431778751517</c:v>
                </c:pt>
                <c:pt idx="39">
                  <c:v>2.1346686706351976</c:v>
                </c:pt>
                <c:pt idx="40">
                  <c:v>1.6839870243706976</c:v>
                </c:pt>
                <c:pt idx="41">
                  <c:v>1.7135741461373162</c:v>
                </c:pt>
                <c:pt idx="42">
                  <c:v>2.0629619755547064</c:v>
                </c:pt>
                <c:pt idx="43">
                  <c:v>2.4201069569220963</c:v>
                </c:pt>
                <c:pt idx="44">
                  <c:v>2.0633933413561816</c:v>
                </c:pt>
                <c:pt idx="45">
                  <c:v>2.1862181747465845</c:v>
                </c:pt>
                <c:pt idx="46">
                  <c:v>2.1767381196263687</c:v>
                </c:pt>
                <c:pt idx="47">
                  <c:v>2.2856309954832348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00-485E-96E2-9B69C0F196F4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Banks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8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</c:strCache>
            </c:strRef>
          </c:cat>
          <c:val>
            <c:numRef>
              <c:f>Planilha1!$D$2:$D$51</c:f>
              <c:numCache>
                <c:formatCode>General</c:formatCode>
                <c:ptCount val="50"/>
                <c:pt idx="0">
                  <c:v>11.241743888092572</c:v>
                </c:pt>
                <c:pt idx="1">
                  <c:v>11.61821499476485</c:v>
                </c:pt>
                <c:pt idx="2">
                  <c:v>11.224906643341519</c:v>
                </c:pt>
                <c:pt idx="3">
                  <c:v>9.9249496070264698</c:v>
                </c:pt>
                <c:pt idx="4">
                  <c:v>9.856898835912812</c:v>
                </c:pt>
                <c:pt idx="5">
                  <c:v>9.3290014095143192</c:v>
                </c:pt>
                <c:pt idx="6">
                  <c:v>9.5420456619957896</c:v>
                </c:pt>
                <c:pt idx="7">
                  <c:v>9.8499614219451086</c:v>
                </c:pt>
                <c:pt idx="8">
                  <c:v>11.340677265142157</c:v>
                </c:pt>
                <c:pt idx="9">
                  <c:v>12.423440367270018</c:v>
                </c:pt>
                <c:pt idx="10">
                  <c:v>13.420304309444637</c:v>
                </c:pt>
                <c:pt idx="11">
                  <c:v>12.376480362638977</c:v>
                </c:pt>
                <c:pt idx="12">
                  <c:v>11.682118178973775</c:v>
                </c:pt>
                <c:pt idx="13">
                  <c:v>11.98474292622897</c:v>
                </c:pt>
                <c:pt idx="14">
                  <c:v>12.499249294336673</c:v>
                </c:pt>
                <c:pt idx="15">
                  <c:v>11.88486991779418</c:v>
                </c:pt>
                <c:pt idx="16">
                  <c:v>12.777026407270453</c:v>
                </c:pt>
                <c:pt idx="17">
                  <c:v>12.488080628402097</c:v>
                </c:pt>
                <c:pt idx="18">
                  <c:v>12.586707884197626</c:v>
                </c:pt>
                <c:pt idx="19">
                  <c:v>12.229379127012654</c:v>
                </c:pt>
                <c:pt idx="20">
                  <c:v>13.010339294401243</c:v>
                </c:pt>
                <c:pt idx="21">
                  <c:v>13.189101110678703</c:v>
                </c:pt>
                <c:pt idx="22">
                  <c:v>13.188205518376478</c:v>
                </c:pt>
                <c:pt idx="23">
                  <c:v>13.086649103315374</c:v>
                </c:pt>
                <c:pt idx="24">
                  <c:v>14.140110440462012</c:v>
                </c:pt>
                <c:pt idx="25">
                  <c:v>14.171354794540935</c:v>
                </c:pt>
                <c:pt idx="26">
                  <c:v>14.984744741876504</c:v>
                </c:pt>
                <c:pt idx="27">
                  <c:v>14.439515166675807</c:v>
                </c:pt>
                <c:pt idx="28">
                  <c:v>14.542031706562039</c:v>
                </c:pt>
                <c:pt idx="29">
                  <c:v>13.768804236105225</c:v>
                </c:pt>
                <c:pt idx="30">
                  <c:v>13.725971147207385</c:v>
                </c:pt>
                <c:pt idx="31">
                  <c:v>12.913609492448948</c:v>
                </c:pt>
                <c:pt idx="32">
                  <c:v>12.849060110267548</c:v>
                </c:pt>
                <c:pt idx="33">
                  <c:v>11.249668537928509</c:v>
                </c:pt>
                <c:pt idx="34">
                  <c:v>10.278445605437144</c:v>
                </c:pt>
                <c:pt idx="35">
                  <c:v>10.221217012836371</c:v>
                </c:pt>
                <c:pt idx="36">
                  <c:v>11.456646610002418</c:v>
                </c:pt>
                <c:pt idx="37">
                  <c:v>10.698839338476828</c:v>
                </c:pt>
                <c:pt idx="38">
                  <c:v>10.748650594817711</c:v>
                </c:pt>
                <c:pt idx="39">
                  <c:v>10.42901380653702</c:v>
                </c:pt>
                <c:pt idx="40">
                  <c:v>10.732556790813407</c:v>
                </c:pt>
                <c:pt idx="41">
                  <c:v>9.7752636707953151</c:v>
                </c:pt>
                <c:pt idx="42">
                  <c:v>11.229443409904231</c:v>
                </c:pt>
                <c:pt idx="43">
                  <c:v>10.571735511823109</c:v>
                </c:pt>
                <c:pt idx="44">
                  <c:v>10.511230202023093</c:v>
                </c:pt>
                <c:pt idx="45">
                  <c:v>11.757410753646639</c:v>
                </c:pt>
                <c:pt idx="46">
                  <c:v>11.639549521639598</c:v>
                </c:pt>
                <c:pt idx="47">
                  <c:v>11.470974065040894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00-485E-96E2-9B69C0F196F4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Planilha1!$A$2:$A$51</c:f>
              <c:strCache>
                <c:ptCount val="48"/>
                <c:pt idx="0">
                  <c:v>2014 Q1</c:v>
                </c:pt>
                <c:pt idx="1">
                  <c:v>2014 Q2</c:v>
                </c:pt>
                <c:pt idx="2">
                  <c:v>2014 Q3</c:v>
                </c:pt>
                <c:pt idx="3">
                  <c:v>2014 Q4</c:v>
                </c:pt>
                <c:pt idx="4">
                  <c:v>2015 Q1</c:v>
                </c:pt>
                <c:pt idx="5">
                  <c:v>2015 Q2</c:v>
                </c:pt>
                <c:pt idx="6">
                  <c:v>2015 Q3</c:v>
                </c:pt>
                <c:pt idx="7">
                  <c:v>2015 Q4</c:v>
                </c:pt>
                <c:pt idx="8">
                  <c:v>2016 Q1</c:v>
                </c:pt>
                <c:pt idx="9">
                  <c:v>2016 Q2</c:v>
                </c:pt>
                <c:pt idx="10">
                  <c:v>2016 Q3</c:v>
                </c:pt>
                <c:pt idx="11">
                  <c:v>2016 Q4</c:v>
                </c:pt>
                <c:pt idx="12">
                  <c:v>2017 Q1</c:v>
                </c:pt>
                <c:pt idx="13">
                  <c:v>2017 Q2</c:v>
                </c:pt>
                <c:pt idx="14">
                  <c:v>2017 Q3</c:v>
                </c:pt>
                <c:pt idx="15">
                  <c:v>2017 Q4</c:v>
                </c:pt>
                <c:pt idx="16">
                  <c:v>2018 Q1</c:v>
                </c:pt>
                <c:pt idx="17">
                  <c:v>2018 Q2</c:v>
                </c:pt>
                <c:pt idx="18">
                  <c:v>2018 Q3</c:v>
                </c:pt>
                <c:pt idx="19">
                  <c:v>2018 Q4</c:v>
                </c:pt>
                <c:pt idx="20">
                  <c:v>2019 Q1</c:v>
                </c:pt>
                <c:pt idx="21">
                  <c:v>2019 Q2</c:v>
                </c:pt>
                <c:pt idx="22">
                  <c:v>2019 Q3</c:v>
                </c:pt>
                <c:pt idx="23">
                  <c:v>2019 Q4</c:v>
                </c:pt>
                <c:pt idx="24">
                  <c:v>2020 Q1</c:v>
                </c:pt>
                <c:pt idx="25">
                  <c:v>2020 Q2</c:v>
                </c:pt>
                <c:pt idx="26">
                  <c:v>2020 Q3</c:v>
                </c:pt>
                <c:pt idx="27">
                  <c:v>2020 Q4</c:v>
                </c:pt>
                <c:pt idx="28">
                  <c:v>2021 Q1</c:v>
                </c:pt>
                <c:pt idx="29">
                  <c:v>2021 Q2</c:v>
                </c:pt>
                <c:pt idx="30">
                  <c:v>2021 Q3</c:v>
                </c:pt>
                <c:pt idx="31">
                  <c:v>2021 Q4</c:v>
                </c:pt>
                <c:pt idx="32">
                  <c:v>2022 Q1</c:v>
                </c:pt>
                <c:pt idx="33">
                  <c:v>2022 Q2</c:v>
                </c:pt>
                <c:pt idx="34">
                  <c:v>2022 Q3</c:v>
                </c:pt>
                <c:pt idx="35">
                  <c:v>2022 Q4</c:v>
                </c:pt>
                <c:pt idx="36">
                  <c:v>2023 Q1</c:v>
                </c:pt>
                <c:pt idx="37">
                  <c:v>2023 Q2</c:v>
                </c:pt>
                <c:pt idx="38">
                  <c:v>2023 Q3</c:v>
                </c:pt>
                <c:pt idx="39">
                  <c:v>2023 Q4</c:v>
                </c:pt>
                <c:pt idx="40">
                  <c:v>2024 Q1</c:v>
                </c:pt>
                <c:pt idx="41">
                  <c:v>2024 Q2</c:v>
                </c:pt>
                <c:pt idx="42">
                  <c:v>2024 Q3</c:v>
                </c:pt>
                <c:pt idx="43">
                  <c:v>2024 Q4</c:v>
                </c:pt>
                <c:pt idx="44">
                  <c:v>2025 Q1</c:v>
                </c:pt>
                <c:pt idx="45">
                  <c:v>2025 Q2</c:v>
                </c:pt>
                <c:pt idx="46">
                  <c:v>2025 Q3</c:v>
                </c:pt>
                <c:pt idx="47">
                  <c:v>2025 Q4</c:v>
                </c:pt>
              </c:strCache>
            </c:strRef>
          </c:cat>
          <c:val>
            <c:numRef>
              <c:f>Planilha1!$E$2:$E$51</c:f>
              <c:numCache>
                <c:formatCode>General</c:formatCode>
                <c:ptCount val="50"/>
                <c:pt idx="0">
                  <c:v>5.7620993932378193</c:v>
                </c:pt>
                <c:pt idx="1">
                  <c:v>6.407942149869295</c:v>
                </c:pt>
                <c:pt idx="2">
                  <c:v>6.275105371672443</c:v>
                </c:pt>
                <c:pt idx="3">
                  <c:v>4.7776641929223711</c:v>
                </c:pt>
                <c:pt idx="4">
                  <c:v>4.8957134003628955</c:v>
                </c:pt>
                <c:pt idx="5">
                  <c:v>4.6270033934379979</c:v>
                </c:pt>
                <c:pt idx="6">
                  <c:v>5.1154238785272037</c:v>
                </c:pt>
                <c:pt idx="7">
                  <c:v>4.6796786287457151</c:v>
                </c:pt>
                <c:pt idx="8">
                  <c:v>5.9333146312754357</c:v>
                </c:pt>
                <c:pt idx="9">
                  <c:v>7.553677843057728</c:v>
                </c:pt>
                <c:pt idx="10">
                  <c:v>8.3538293877614791</c:v>
                </c:pt>
                <c:pt idx="11">
                  <c:v>6.8646249747981267</c:v>
                </c:pt>
                <c:pt idx="12">
                  <c:v>6.6434947792810242</c:v>
                </c:pt>
                <c:pt idx="13">
                  <c:v>6.7585559973677336</c:v>
                </c:pt>
                <c:pt idx="14">
                  <c:v>7.2941565071166901</c:v>
                </c:pt>
                <c:pt idx="15">
                  <c:v>6.6819064806511754</c:v>
                </c:pt>
                <c:pt idx="16">
                  <c:v>8.8466849170698296</c:v>
                </c:pt>
                <c:pt idx="17">
                  <c:v>8.5252293620013155</c:v>
                </c:pt>
                <c:pt idx="18">
                  <c:v>8.6395435469251307</c:v>
                </c:pt>
                <c:pt idx="19">
                  <c:v>7.9988068321571113</c:v>
                </c:pt>
                <c:pt idx="20">
                  <c:v>8.6759495233323918</c:v>
                </c:pt>
                <c:pt idx="21">
                  <c:v>8.757275587059377</c:v>
                </c:pt>
                <c:pt idx="22">
                  <c:v>9.9629830908498072</c:v>
                </c:pt>
                <c:pt idx="23">
                  <c:v>8.5231114669711996</c:v>
                </c:pt>
                <c:pt idx="24">
                  <c:v>10.365101915045567</c:v>
                </c:pt>
                <c:pt idx="25">
                  <c:v>10.252954264708066</c:v>
                </c:pt>
                <c:pt idx="26">
                  <c:v>11.403882762453748</c:v>
                </c:pt>
                <c:pt idx="27">
                  <c:v>11.471397922471084</c:v>
                </c:pt>
                <c:pt idx="28">
                  <c:v>11.204763786364524</c:v>
                </c:pt>
                <c:pt idx="29">
                  <c:v>10.189152748490695</c:v>
                </c:pt>
                <c:pt idx="30">
                  <c:v>10.769922598931645</c:v>
                </c:pt>
                <c:pt idx="31">
                  <c:v>9.5853741382860562</c:v>
                </c:pt>
                <c:pt idx="32">
                  <c:v>10.244144187551189</c:v>
                </c:pt>
                <c:pt idx="33">
                  <c:v>8.6467662663084415</c:v>
                </c:pt>
                <c:pt idx="34">
                  <c:v>7.5292431457765057</c:v>
                </c:pt>
                <c:pt idx="35">
                  <c:v>6.9330387763002541</c:v>
                </c:pt>
                <c:pt idx="36">
                  <c:v>8.5176658867085937</c:v>
                </c:pt>
                <c:pt idx="37">
                  <c:v>7.4960340948874622</c:v>
                </c:pt>
                <c:pt idx="38">
                  <c:v>7.8290641187153609</c:v>
                </c:pt>
                <c:pt idx="39">
                  <c:v>7.667074709793801</c:v>
                </c:pt>
                <c:pt idx="40">
                  <c:v>7.5544519425416246</c:v>
                </c:pt>
                <c:pt idx="41">
                  <c:v>7.0074981967160879</c:v>
                </c:pt>
                <c:pt idx="42">
                  <c:v>8.810902539148934</c:v>
                </c:pt>
                <c:pt idx="43">
                  <c:v>7.1878488331674006</c:v>
                </c:pt>
                <c:pt idx="44">
                  <c:v>8.4050463880662676</c:v>
                </c:pt>
                <c:pt idx="45">
                  <c:v>8.5113715871916291</c:v>
                </c:pt>
                <c:pt idx="46">
                  <c:v>8.6616009430950083</c:v>
                </c:pt>
                <c:pt idx="47">
                  <c:v>7.5415442466068017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00-485E-96E2-9B69C0F19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7140143"/>
        <c:axId val="750411727"/>
      </c:lineChart>
      <c:catAx>
        <c:axId val="191714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750411727"/>
        <c:crosses val="autoZero"/>
        <c:auto val="1"/>
        <c:lblAlgn val="ctr"/>
        <c:lblOffset val="100"/>
        <c:tickLblSkip val="6"/>
        <c:noMultiLvlLbl val="0"/>
      </c:catAx>
      <c:valAx>
        <c:axId val="750411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917140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DXJ (US$)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2016-10-03</c:v>
                </c:pt>
                <c:pt idx="1">
                  <c:v>2016-11-01</c:v>
                </c:pt>
                <c:pt idx="2">
                  <c:v>2016-12-01</c:v>
                </c:pt>
                <c:pt idx="3">
                  <c:v>2017-01-03</c:v>
                </c:pt>
                <c:pt idx="4">
                  <c:v>2017-02-01</c:v>
                </c:pt>
                <c:pt idx="5">
                  <c:v>2017-03-01</c:v>
                </c:pt>
                <c:pt idx="6">
                  <c:v>2017-04-03</c:v>
                </c:pt>
                <c:pt idx="7">
                  <c:v>2017-05-01</c:v>
                </c:pt>
                <c:pt idx="8">
                  <c:v>2017-06-01</c:v>
                </c:pt>
                <c:pt idx="9">
                  <c:v>2017-07-03</c:v>
                </c:pt>
                <c:pt idx="10">
                  <c:v>2017-08-01</c:v>
                </c:pt>
                <c:pt idx="11">
                  <c:v>2017-09-01</c:v>
                </c:pt>
                <c:pt idx="12">
                  <c:v>2017-10-02</c:v>
                </c:pt>
                <c:pt idx="13">
                  <c:v>2017-11-01</c:v>
                </c:pt>
                <c:pt idx="14">
                  <c:v>2017-12-01</c:v>
                </c:pt>
                <c:pt idx="15">
                  <c:v>2018-01-02</c:v>
                </c:pt>
                <c:pt idx="16">
                  <c:v>2018-02-01</c:v>
                </c:pt>
                <c:pt idx="17">
                  <c:v>2018-03-01</c:v>
                </c:pt>
                <c:pt idx="18">
                  <c:v>2018-04-02</c:v>
                </c:pt>
                <c:pt idx="19">
                  <c:v>2018-05-01</c:v>
                </c:pt>
                <c:pt idx="20">
                  <c:v>2018-06-01</c:v>
                </c:pt>
                <c:pt idx="21">
                  <c:v>2018-07-02</c:v>
                </c:pt>
                <c:pt idx="22">
                  <c:v>2018-08-01</c:v>
                </c:pt>
                <c:pt idx="23">
                  <c:v>2018-09-04</c:v>
                </c:pt>
                <c:pt idx="24">
                  <c:v>2018-10-01</c:v>
                </c:pt>
                <c:pt idx="25">
                  <c:v>2018-11-01</c:v>
                </c:pt>
                <c:pt idx="26">
                  <c:v>2018-12-03</c:v>
                </c:pt>
                <c:pt idx="27">
                  <c:v>2019-01-02</c:v>
                </c:pt>
                <c:pt idx="28">
                  <c:v>2019-02-01</c:v>
                </c:pt>
                <c:pt idx="29">
                  <c:v>2019-03-01</c:v>
                </c:pt>
                <c:pt idx="30">
                  <c:v>2019-04-01</c:v>
                </c:pt>
                <c:pt idx="31">
                  <c:v>2019-05-01</c:v>
                </c:pt>
                <c:pt idx="32">
                  <c:v>2019-06-03</c:v>
                </c:pt>
                <c:pt idx="33">
                  <c:v>2019-07-01</c:v>
                </c:pt>
                <c:pt idx="34">
                  <c:v>2019-08-01</c:v>
                </c:pt>
                <c:pt idx="35">
                  <c:v>2019-09-03</c:v>
                </c:pt>
                <c:pt idx="36">
                  <c:v>2019-10-01</c:v>
                </c:pt>
                <c:pt idx="37">
                  <c:v>2019-11-01</c:v>
                </c:pt>
                <c:pt idx="38">
                  <c:v>2019-12-02</c:v>
                </c:pt>
                <c:pt idx="39">
                  <c:v>2020-01-02</c:v>
                </c:pt>
                <c:pt idx="40">
                  <c:v>2020-02-03</c:v>
                </c:pt>
                <c:pt idx="41">
                  <c:v>2020-03-02</c:v>
                </c:pt>
                <c:pt idx="42">
                  <c:v>2020-04-01</c:v>
                </c:pt>
                <c:pt idx="43">
                  <c:v>2020-05-01</c:v>
                </c:pt>
                <c:pt idx="44">
                  <c:v>2020-06-01</c:v>
                </c:pt>
                <c:pt idx="45">
                  <c:v>2020-07-01</c:v>
                </c:pt>
                <c:pt idx="46">
                  <c:v>2020-08-03</c:v>
                </c:pt>
                <c:pt idx="47">
                  <c:v>2020-09-01</c:v>
                </c:pt>
                <c:pt idx="48">
                  <c:v>2020-10-01</c:v>
                </c:pt>
                <c:pt idx="49">
                  <c:v>2020-11-02</c:v>
                </c:pt>
                <c:pt idx="50">
                  <c:v>2020-12-01</c:v>
                </c:pt>
                <c:pt idx="51">
                  <c:v>2021-01-04</c:v>
                </c:pt>
                <c:pt idx="52">
                  <c:v>2021-02-01</c:v>
                </c:pt>
                <c:pt idx="53">
                  <c:v>2021-03-01</c:v>
                </c:pt>
                <c:pt idx="54">
                  <c:v>2021-04-01</c:v>
                </c:pt>
                <c:pt idx="55">
                  <c:v>2021-05-03</c:v>
                </c:pt>
                <c:pt idx="56">
                  <c:v>2021-06-01</c:v>
                </c:pt>
                <c:pt idx="57">
                  <c:v>2021-07-01</c:v>
                </c:pt>
                <c:pt idx="58">
                  <c:v>2021-08-02</c:v>
                </c:pt>
                <c:pt idx="59">
                  <c:v>2021-09-01</c:v>
                </c:pt>
                <c:pt idx="60">
                  <c:v>2021-10-01</c:v>
                </c:pt>
                <c:pt idx="61">
                  <c:v>2021-11-01</c:v>
                </c:pt>
                <c:pt idx="62">
                  <c:v>2021-12-01</c:v>
                </c:pt>
                <c:pt idx="63">
                  <c:v>2022-01-03</c:v>
                </c:pt>
                <c:pt idx="64">
                  <c:v>2022-02-01</c:v>
                </c:pt>
                <c:pt idx="65">
                  <c:v>2022-03-01</c:v>
                </c:pt>
                <c:pt idx="66">
                  <c:v>2022-04-01</c:v>
                </c:pt>
                <c:pt idx="67">
                  <c:v>2022-05-02</c:v>
                </c:pt>
                <c:pt idx="68">
                  <c:v>2022-06-01</c:v>
                </c:pt>
                <c:pt idx="69">
                  <c:v>2022-07-01</c:v>
                </c:pt>
                <c:pt idx="70">
                  <c:v>2022-08-01</c:v>
                </c:pt>
                <c:pt idx="71">
                  <c:v>2022-09-01</c:v>
                </c:pt>
                <c:pt idx="72">
                  <c:v>2022-10-03</c:v>
                </c:pt>
                <c:pt idx="73">
                  <c:v>2022-11-01</c:v>
                </c:pt>
                <c:pt idx="74">
                  <c:v>2022-12-01</c:v>
                </c:pt>
                <c:pt idx="75">
                  <c:v>2023-01-03</c:v>
                </c:pt>
                <c:pt idx="76">
                  <c:v>2023-02-01</c:v>
                </c:pt>
                <c:pt idx="77">
                  <c:v>2023-03-01</c:v>
                </c:pt>
                <c:pt idx="78">
                  <c:v>2023-04-03</c:v>
                </c:pt>
                <c:pt idx="79">
                  <c:v>2023-05-01</c:v>
                </c:pt>
                <c:pt idx="80">
                  <c:v>2023-06-01</c:v>
                </c:pt>
                <c:pt idx="81">
                  <c:v>2023-07-03</c:v>
                </c:pt>
                <c:pt idx="82">
                  <c:v>2023-08-01</c:v>
                </c:pt>
                <c:pt idx="83">
                  <c:v>2023-09-01</c:v>
                </c:pt>
                <c:pt idx="84">
                  <c:v>2023-10-02</c:v>
                </c:pt>
                <c:pt idx="85">
                  <c:v>2023-11-01</c:v>
                </c:pt>
                <c:pt idx="86">
                  <c:v>2023-12-01</c:v>
                </c:pt>
                <c:pt idx="87">
                  <c:v>2024-01-02</c:v>
                </c:pt>
                <c:pt idx="88">
                  <c:v>2024-02-01</c:v>
                </c:pt>
                <c:pt idx="89">
                  <c:v>2024-03-01</c:v>
                </c:pt>
                <c:pt idx="90">
                  <c:v>2024-04-01</c:v>
                </c:pt>
                <c:pt idx="91">
                  <c:v>2024-05-01</c:v>
                </c:pt>
                <c:pt idx="92">
                  <c:v>2024-06-03</c:v>
                </c:pt>
                <c:pt idx="93">
                  <c:v>2024-07-01</c:v>
                </c:pt>
                <c:pt idx="94">
                  <c:v>2024-08-01</c:v>
                </c:pt>
                <c:pt idx="95">
                  <c:v>2024-09-03</c:v>
                </c:pt>
                <c:pt idx="96">
                  <c:v>2024-10-01</c:v>
                </c:pt>
                <c:pt idx="97">
                  <c:v>2024-11-01</c:v>
                </c:pt>
                <c:pt idx="98">
                  <c:v>2024-12-02</c:v>
                </c:pt>
                <c:pt idx="99">
                  <c:v>2025-01-02</c:v>
                </c:pt>
                <c:pt idx="100">
                  <c:v>2025-02-03</c:v>
                </c:pt>
                <c:pt idx="101">
                  <c:v>2025-03-03</c:v>
                </c:pt>
                <c:pt idx="102">
                  <c:v>2025-04-01</c:v>
                </c:pt>
                <c:pt idx="103">
                  <c:v>2025-05-01</c:v>
                </c:pt>
                <c:pt idx="104">
                  <c:v>2025-06-02</c:v>
                </c:pt>
                <c:pt idx="105">
                  <c:v>2025-07-01</c:v>
                </c:pt>
                <c:pt idx="106">
                  <c:v>2025-08-01</c:v>
                </c:pt>
                <c:pt idx="107">
                  <c:v>2025-09-02</c:v>
                </c:pt>
                <c:pt idx="108">
                  <c:v>2025-10-01</c:v>
                </c:pt>
                <c:pt idx="109">
                  <c:v>2025-11-03</c:v>
                </c:pt>
                <c:pt idx="110">
                  <c:v>2025-12-01</c:v>
                </c:pt>
                <c:pt idx="111">
                  <c:v>2026-01-02</c:v>
                </c:pt>
                <c:pt idx="112">
                  <c:v>2026-02-02</c:v>
                </c:pt>
                <c:pt idx="113">
                  <c:v>2026-03-02</c:v>
                </c:pt>
                <c:pt idx="114">
                  <c:v>2026-04-01</c:v>
                </c:pt>
                <c:pt idx="115">
                  <c:v>2026-05-01</c:v>
                </c:pt>
                <c:pt idx="116">
                  <c:v>2026-06-01</c:v>
                </c:pt>
                <c:pt idx="117">
                  <c:v>2026-07-01</c:v>
                </c:pt>
                <c:pt idx="118">
                  <c:v>2026-08-03</c:v>
                </c:pt>
                <c:pt idx="119">
                  <c:v>2026-09-01</c:v>
                </c:pt>
              </c:strCache>
            </c:strRef>
          </c:cat>
          <c:val>
            <c:numRef>
              <c:f>Planilha1!$B$2:$B$121</c:f>
              <c:numCache>
                <c:formatCode>General</c:formatCode>
                <c:ptCount val="120"/>
                <c:pt idx="0">
                  <c:v>45.15</c:v>
                </c:pt>
                <c:pt idx="1">
                  <c:v>49.2</c:v>
                </c:pt>
                <c:pt idx="2">
                  <c:v>49.54</c:v>
                </c:pt>
                <c:pt idx="3">
                  <c:v>49.87</c:v>
                </c:pt>
                <c:pt idx="4">
                  <c:v>50.71</c:v>
                </c:pt>
                <c:pt idx="5">
                  <c:v>50.62</c:v>
                </c:pt>
                <c:pt idx="6">
                  <c:v>51.07</c:v>
                </c:pt>
                <c:pt idx="7">
                  <c:v>50.99</c:v>
                </c:pt>
                <c:pt idx="8">
                  <c:v>52</c:v>
                </c:pt>
                <c:pt idx="9">
                  <c:v>52.3</c:v>
                </c:pt>
                <c:pt idx="10">
                  <c:v>52.06</c:v>
                </c:pt>
                <c:pt idx="11">
                  <c:v>54.7</c:v>
                </c:pt>
                <c:pt idx="12">
                  <c:v>58.07</c:v>
                </c:pt>
                <c:pt idx="13">
                  <c:v>58.61</c:v>
                </c:pt>
                <c:pt idx="14">
                  <c:v>59.33</c:v>
                </c:pt>
                <c:pt idx="15">
                  <c:v>60.39</c:v>
                </c:pt>
                <c:pt idx="16">
                  <c:v>57.13</c:v>
                </c:pt>
                <c:pt idx="17">
                  <c:v>56.01</c:v>
                </c:pt>
                <c:pt idx="18">
                  <c:v>57.29</c:v>
                </c:pt>
                <c:pt idx="19">
                  <c:v>55.52</c:v>
                </c:pt>
                <c:pt idx="20">
                  <c:v>53.98</c:v>
                </c:pt>
                <c:pt idx="21">
                  <c:v>55.6</c:v>
                </c:pt>
                <c:pt idx="22">
                  <c:v>54.82</c:v>
                </c:pt>
                <c:pt idx="23">
                  <c:v>57.95</c:v>
                </c:pt>
                <c:pt idx="24">
                  <c:v>52.59</c:v>
                </c:pt>
                <c:pt idx="25">
                  <c:v>52.8</c:v>
                </c:pt>
                <c:pt idx="26">
                  <c:v>46.39</c:v>
                </c:pt>
                <c:pt idx="27">
                  <c:v>50</c:v>
                </c:pt>
                <c:pt idx="28">
                  <c:v>50.9</c:v>
                </c:pt>
                <c:pt idx="29">
                  <c:v>50.61</c:v>
                </c:pt>
                <c:pt idx="30">
                  <c:v>51.99</c:v>
                </c:pt>
                <c:pt idx="31">
                  <c:v>46.9</c:v>
                </c:pt>
                <c:pt idx="32">
                  <c:v>48.7</c:v>
                </c:pt>
                <c:pt idx="33">
                  <c:v>48.87</c:v>
                </c:pt>
                <c:pt idx="34">
                  <c:v>46.71</c:v>
                </c:pt>
                <c:pt idx="35">
                  <c:v>50.46</c:v>
                </c:pt>
                <c:pt idx="36">
                  <c:v>52.67</c:v>
                </c:pt>
                <c:pt idx="37">
                  <c:v>54.25</c:v>
                </c:pt>
                <c:pt idx="38">
                  <c:v>53.78</c:v>
                </c:pt>
                <c:pt idx="39">
                  <c:v>51.57</c:v>
                </c:pt>
                <c:pt idx="40">
                  <c:v>47.04</c:v>
                </c:pt>
                <c:pt idx="41">
                  <c:v>42.15</c:v>
                </c:pt>
                <c:pt idx="42">
                  <c:v>44.55</c:v>
                </c:pt>
                <c:pt idx="43">
                  <c:v>47.74</c:v>
                </c:pt>
                <c:pt idx="44">
                  <c:v>47.02</c:v>
                </c:pt>
                <c:pt idx="45">
                  <c:v>44.78</c:v>
                </c:pt>
                <c:pt idx="46">
                  <c:v>48.51</c:v>
                </c:pt>
                <c:pt idx="47">
                  <c:v>49</c:v>
                </c:pt>
                <c:pt idx="48">
                  <c:v>48.17</c:v>
                </c:pt>
                <c:pt idx="49">
                  <c:v>52.39</c:v>
                </c:pt>
                <c:pt idx="50">
                  <c:v>54.42</c:v>
                </c:pt>
                <c:pt idx="51">
                  <c:v>55.27</c:v>
                </c:pt>
                <c:pt idx="52">
                  <c:v>57.6</c:v>
                </c:pt>
                <c:pt idx="53">
                  <c:v>61.34</c:v>
                </c:pt>
                <c:pt idx="54">
                  <c:v>59.5</c:v>
                </c:pt>
                <c:pt idx="55">
                  <c:v>61.44</c:v>
                </c:pt>
                <c:pt idx="56">
                  <c:v>61.02</c:v>
                </c:pt>
                <c:pt idx="57">
                  <c:v>59.76</c:v>
                </c:pt>
                <c:pt idx="58">
                  <c:v>60.53</c:v>
                </c:pt>
                <c:pt idx="59">
                  <c:v>63.16</c:v>
                </c:pt>
                <c:pt idx="60">
                  <c:v>62.77</c:v>
                </c:pt>
                <c:pt idx="61">
                  <c:v>59.94</c:v>
                </c:pt>
                <c:pt idx="62">
                  <c:v>62.54</c:v>
                </c:pt>
                <c:pt idx="63">
                  <c:v>62.33</c:v>
                </c:pt>
                <c:pt idx="64">
                  <c:v>61.86</c:v>
                </c:pt>
                <c:pt idx="65">
                  <c:v>64.02</c:v>
                </c:pt>
                <c:pt idx="66">
                  <c:v>63.31</c:v>
                </c:pt>
                <c:pt idx="67">
                  <c:v>64.47</c:v>
                </c:pt>
                <c:pt idx="68">
                  <c:v>62.43</c:v>
                </c:pt>
                <c:pt idx="69">
                  <c:v>64.819999999999993</c:v>
                </c:pt>
                <c:pt idx="70">
                  <c:v>64.97</c:v>
                </c:pt>
                <c:pt idx="71">
                  <c:v>61.68</c:v>
                </c:pt>
                <c:pt idx="72">
                  <c:v>64.760000000000005</c:v>
                </c:pt>
                <c:pt idx="73">
                  <c:v>69.02</c:v>
                </c:pt>
                <c:pt idx="74">
                  <c:v>64.290000000000006</c:v>
                </c:pt>
                <c:pt idx="75">
                  <c:v>68.790000000000006</c:v>
                </c:pt>
                <c:pt idx="76">
                  <c:v>70.13</c:v>
                </c:pt>
                <c:pt idx="77">
                  <c:v>70.72</c:v>
                </c:pt>
                <c:pt idx="78">
                  <c:v>73.239999999999995</c:v>
                </c:pt>
                <c:pt idx="79">
                  <c:v>75.489999999999995</c:v>
                </c:pt>
                <c:pt idx="80">
                  <c:v>83.25</c:v>
                </c:pt>
                <c:pt idx="81">
                  <c:v>85.38</c:v>
                </c:pt>
                <c:pt idx="82">
                  <c:v>86.05</c:v>
                </c:pt>
                <c:pt idx="83">
                  <c:v>88.25</c:v>
                </c:pt>
                <c:pt idx="84">
                  <c:v>87.73</c:v>
                </c:pt>
                <c:pt idx="85">
                  <c:v>91.12</c:v>
                </c:pt>
                <c:pt idx="86">
                  <c:v>87.98</c:v>
                </c:pt>
                <c:pt idx="87">
                  <c:v>95.89</c:v>
                </c:pt>
                <c:pt idx="88">
                  <c:v>103.26</c:v>
                </c:pt>
                <c:pt idx="89">
                  <c:v>108.5</c:v>
                </c:pt>
                <c:pt idx="90">
                  <c:v>108.51</c:v>
                </c:pt>
                <c:pt idx="91">
                  <c:v>111.11</c:v>
                </c:pt>
                <c:pt idx="92">
                  <c:v>112.82</c:v>
                </c:pt>
                <c:pt idx="93">
                  <c:v>109.63</c:v>
                </c:pt>
                <c:pt idx="94">
                  <c:v>107.52</c:v>
                </c:pt>
                <c:pt idx="95">
                  <c:v>106</c:v>
                </c:pt>
                <c:pt idx="96">
                  <c:v>107.57</c:v>
                </c:pt>
                <c:pt idx="97">
                  <c:v>108.77</c:v>
                </c:pt>
                <c:pt idx="98">
                  <c:v>110.29</c:v>
                </c:pt>
                <c:pt idx="99">
                  <c:v>110.39</c:v>
                </c:pt>
                <c:pt idx="100">
                  <c:v>108.58</c:v>
                </c:pt>
                <c:pt idx="101">
                  <c:v>110.18</c:v>
                </c:pt>
                <c:pt idx="102">
                  <c:v>108.65</c:v>
                </c:pt>
                <c:pt idx="103">
                  <c:v>113.68</c:v>
                </c:pt>
                <c:pt idx="104">
                  <c:v>114.27</c:v>
                </c:pt>
                <c:pt idx="105">
                  <c:v>119.36</c:v>
                </c:pt>
                <c:pt idx="106">
                  <c:v>124.43</c:v>
                </c:pt>
                <c:pt idx="107">
                  <c:v>128.03</c:v>
                </c:pt>
                <c:pt idx="108">
                  <c:v>135.34</c:v>
                </c:pt>
                <c:pt idx="109">
                  <c:v>140.38</c:v>
                </c:pt>
                <c:pt idx="110">
                  <c:v>144.16</c:v>
                </c:pt>
                <c:pt idx="111">
                  <c:v>152.72999999999999</c:v>
                </c:pt>
                <c:pt idx="112">
                  <c:v>169.58</c:v>
                </c:pt>
                <c:pt idx="113">
                  <c:v>158.58000000000001</c:v>
                </c:pt>
                <c:pt idx="114">
                  <c:v>162.07</c:v>
                </c:pt>
                <c:pt idx="115">
                  <c:v>171.52</c:v>
                </c:pt>
                <c:pt idx="116">
                  <c:v>173.52</c:v>
                </c:pt>
                <c:pt idx="117">
                  <c:v>173.63</c:v>
                </c:pt>
                <c:pt idx="118">
                  <c:v>179.61</c:v>
                </c:pt>
                <c:pt idx="119">
                  <c:v>180.55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061-46C7-8359-0CC94ECDC82F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2016-10-03</c:v>
                </c:pt>
                <c:pt idx="1">
                  <c:v>2016-11-01</c:v>
                </c:pt>
                <c:pt idx="2">
                  <c:v>2016-12-01</c:v>
                </c:pt>
                <c:pt idx="3">
                  <c:v>2017-01-03</c:v>
                </c:pt>
                <c:pt idx="4">
                  <c:v>2017-02-01</c:v>
                </c:pt>
                <c:pt idx="5">
                  <c:v>2017-03-01</c:v>
                </c:pt>
                <c:pt idx="6">
                  <c:v>2017-04-03</c:v>
                </c:pt>
                <c:pt idx="7">
                  <c:v>2017-05-01</c:v>
                </c:pt>
                <c:pt idx="8">
                  <c:v>2017-06-01</c:v>
                </c:pt>
                <c:pt idx="9">
                  <c:v>2017-07-03</c:v>
                </c:pt>
                <c:pt idx="10">
                  <c:v>2017-08-01</c:v>
                </c:pt>
                <c:pt idx="11">
                  <c:v>2017-09-01</c:v>
                </c:pt>
                <c:pt idx="12">
                  <c:v>2017-10-02</c:v>
                </c:pt>
                <c:pt idx="13">
                  <c:v>2017-11-01</c:v>
                </c:pt>
                <c:pt idx="14">
                  <c:v>2017-12-01</c:v>
                </c:pt>
                <c:pt idx="15">
                  <c:v>2018-01-02</c:v>
                </c:pt>
                <c:pt idx="16">
                  <c:v>2018-02-01</c:v>
                </c:pt>
                <c:pt idx="17">
                  <c:v>2018-03-01</c:v>
                </c:pt>
                <c:pt idx="18">
                  <c:v>2018-04-02</c:v>
                </c:pt>
                <c:pt idx="19">
                  <c:v>2018-05-01</c:v>
                </c:pt>
                <c:pt idx="20">
                  <c:v>2018-06-01</c:v>
                </c:pt>
                <c:pt idx="21">
                  <c:v>2018-07-02</c:v>
                </c:pt>
                <c:pt idx="22">
                  <c:v>2018-08-01</c:v>
                </c:pt>
                <c:pt idx="23">
                  <c:v>2018-09-04</c:v>
                </c:pt>
                <c:pt idx="24">
                  <c:v>2018-10-01</c:v>
                </c:pt>
                <c:pt idx="25">
                  <c:v>2018-11-01</c:v>
                </c:pt>
                <c:pt idx="26">
                  <c:v>2018-12-03</c:v>
                </c:pt>
                <c:pt idx="27">
                  <c:v>2019-01-02</c:v>
                </c:pt>
                <c:pt idx="28">
                  <c:v>2019-02-01</c:v>
                </c:pt>
                <c:pt idx="29">
                  <c:v>2019-03-01</c:v>
                </c:pt>
                <c:pt idx="30">
                  <c:v>2019-04-01</c:v>
                </c:pt>
                <c:pt idx="31">
                  <c:v>2019-05-01</c:v>
                </c:pt>
                <c:pt idx="32">
                  <c:v>2019-06-03</c:v>
                </c:pt>
                <c:pt idx="33">
                  <c:v>2019-07-01</c:v>
                </c:pt>
                <c:pt idx="34">
                  <c:v>2019-08-01</c:v>
                </c:pt>
                <c:pt idx="35">
                  <c:v>2019-09-03</c:v>
                </c:pt>
                <c:pt idx="36">
                  <c:v>2019-10-01</c:v>
                </c:pt>
                <c:pt idx="37">
                  <c:v>2019-11-01</c:v>
                </c:pt>
                <c:pt idx="38">
                  <c:v>2019-12-02</c:v>
                </c:pt>
                <c:pt idx="39">
                  <c:v>2020-01-02</c:v>
                </c:pt>
                <c:pt idx="40">
                  <c:v>2020-02-03</c:v>
                </c:pt>
                <c:pt idx="41">
                  <c:v>2020-03-02</c:v>
                </c:pt>
                <c:pt idx="42">
                  <c:v>2020-04-01</c:v>
                </c:pt>
                <c:pt idx="43">
                  <c:v>2020-05-01</c:v>
                </c:pt>
                <c:pt idx="44">
                  <c:v>2020-06-01</c:v>
                </c:pt>
                <c:pt idx="45">
                  <c:v>2020-07-01</c:v>
                </c:pt>
                <c:pt idx="46">
                  <c:v>2020-08-03</c:v>
                </c:pt>
                <c:pt idx="47">
                  <c:v>2020-09-01</c:v>
                </c:pt>
                <c:pt idx="48">
                  <c:v>2020-10-01</c:v>
                </c:pt>
                <c:pt idx="49">
                  <c:v>2020-11-02</c:v>
                </c:pt>
                <c:pt idx="50">
                  <c:v>2020-12-01</c:v>
                </c:pt>
                <c:pt idx="51">
                  <c:v>2021-01-04</c:v>
                </c:pt>
                <c:pt idx="52">
                  <c:v>2021-02-01</c:v>
                </c:pt>
                <c:pt idx="53">
                  <c:v>2021-03-01</c:v>
                </c:pt>
                <c:pt idx="54">
                  <c:v>2021-04-01</c:v>
                </c:pt>
                <c:pt idx="55">
                  <c:v>2021-05-03</c:v>
                </c:pt>
                <c:pt idx="56">
                  <c:v>2021-06-01</c:v>
                </c:pt>
                <c:pt idx="57">
                  <c:v>2021-07-01</c:v>
                </c:pt>
                <c:pt idx="58">
                  <c:v>2021-08-02</c:v>
                </c:pt>
                <c:pt idx="59">
                  <c:v>2021-09-01</c:v>
                </c:pt>
                <c:pt idx="60">
                  <c:v>2021-10-01</c:v>
                </c:pt>
                <c:pt idx="61">
                  <c:v>2021-11-01</c:v>
                </c:pt>
                <c:pt idx="62">
                  <c:v>2021-12-01</c:v>
                </c:pt>
                <c:pt idx="63">
                  <c:v>2022-01-03</c:v>
                </c:pt>
                <c:pt idx="64">
                  <c:v>2022-02-01</c:v>
                </c:pt>
                <c:pt idx="65">
                  <c:v>2022-03-01</c:v>
                </c:pt>
                <c:pt idx="66">
                  <c:v>2022-04-01</c:v>
                </c:pt>
                <c:pt idx="67">
                  <c:v>2022-05-02</c:v>
                </c:pt>
                <c:pt idx="68">
                  <c:v>2022-06-01</c:v>
                </c:pt>
                <c:pt idx="69">
                  <c:v>2022-07-01</c:v>
                </c:pt>
                <c:pt idx="70">
                  <c:v>2022-08-01</c:v>
                </c:pt>
                <c:pt idx="71">
                  <c:v>2022-09-01</c:v>
                </c:pt>
                <c:pt idx="72">
                  <c:v>2022-10-03</c:v>
                </c:pt>
                <c:pt idx="73">
                  <c:v>2022-11-01</c:v>
                </c:pt>
                <c:pt idx="74">
                  <c:v>2022-12-01</c:v>
                </c:pt>
                <c:pt idx="75">
                  <c:v>2023-01-03</c:v>
                </c:pt>
                <c:pt idx="76">
                  <c:v>2023-02-01</c:v>
                </c:pt>
                <c:pt idx="77">
                  <c:v>2023-03-01</c:v>
                </c:pt>
                <c:pt idx="78">
                  <c:v>2023-04-03</c:v>
                </c:pt>
                <c:pt idx="79">
                  <c:v>2023-05-01</c:v>
                </c:pt>
                <c:pt idx="80">
                  <c:v>2023-06-01</c:v>
                </c:pt>
                <c:pt idx="81">
                  <c:v>2023-07-03</c:v>
                </c:pt>
                <c:pt idx="82">
                  <c:v>2023-08-01</c:v>
                </c:pt>
                <c:pt idx="83">
                  <c:v>2023-09-01</c:v>
                </c:pt>
                <c:pt idx="84">
                  <c:v>2023-10-02</c:v>
                </c:pt>
                <c:pt idx="85">
                  <c:v>2023-11-01</c:v>
                </c:pt>
                <c:pt idx="86">
                  <c:v>2023-12-01</c:v>
                </c:pt>
                <c:pt idx="87">
                  <c:v>2024-01-02</c:v>
                </c:pt>
                <c:pt idx="88">
                  <c:v>2024-02-01</c:v>
                </c:pt>
                <c:pt idx="89">
                  <c:v>2024-03-01</c:v>
                </c:pt>
                <c:pt idx="90">
                  <c:v>2024-04-01</c:v>
                </c:pt>
                <c:pt idx="91">
                  <c:v>2024-05-01</c:v>
                </c:pt>
                <c:pt idx="92">
                  <c:v>2024-06-03</c:v>
                </c:pt>
                <c:pt idx="93">
                  <c:v>2024-07-01</c:v>
                </c:pt>
                <c:pt idx="94">
                  <c:v>2024-08-01</c:v>
                </c:pt>
                <c:pt idx="95">
                  <c:v>2024-09-03</c:v>
                </c:pt>
                <c:pt idx="96">
                  <c:v>2024-10-01</c:v>
                </c:pt>
                <c:pt idx="97">
                  <c:v>2024-11-01</c:v>
                </c:pt>
                <c:pt idx="98">
                  <c:v>2024-12-02</c:v>
                </c:pt>
                <c:pt idx="99">
                  <c:v>2025-01-02</c:v>
                </c:pt>
                <c:pt idx="100">
                  <c:v>2025-02-03</c:v>
                </c:pt>
                <c:pt idx="101">
                  <c:v>2025-03-03</c:v>
                </c:pt>
                <c:pt idx="102">
                  <c:v>2025-04-01</c:v>
                </c:pt>
                <c:pt idx="103">
                  <c:v>2025-05-01</c:v>
                </c:pt>
                <c:pt idx="104">
                  <c:v>2025-06-02</c:v>
                </c:pt>
                <c:pt idx="105">
                  <c:v>2025-07-01</c:v>
                </c:pt>
                <c:pt idx="106">
                  <c:v>2025-08-01</c:v>
                </c:pt>
                <c:pt idx="107">
                  <c:v>2025-09-02</c:v>
                </c:pt>
                <c:pt idx="108">
                  <c:v>2025-10-01</c:v>
                </c:pt>
                <c:pt idx="109">
                  <c:v>2025-11-03</c:v>
                </c:pt>
                <c:pt idx="110">
                  <c:v>2025-12-01</c:v>
                </c:pt>
                <c:pt idx="111">
                  <c:v>2026-01-02</c:v>
                </c:pt>
                <c:pt idx="112">
                  <c:v>2026-02-02</c:v>
                </c:pt>
                <c:pt idx="113">
                  <c:v>2026-03-02</c:v>
                </c:pt>
                <c:pt idx="114">
                  <c:v>2026-04-01</c:v>
                </c:pt>
                <c:pt idx="115">
                  <c:v>2026-05-01</c:v>
                </c:pt>
                <c:pt idx="116">
                  <c:v>2026-06-01</c:v>
                </c:pt>
                <c:pt idx="117">
                  <c:v>2026-07-01</c:v>
                </c:pt>
                <c:pt idx="118">
                  <c:v>2026-08-03</c:v>
                </c:pt>
                <c:pt idx="119">
                  <c:v>2026-09-01</c:v>
                </c:pt>
              </c:strCache>
            </c:strRef>
          </c:cat>
          <c:val>
            <c:numRef>
              <c:f>Planilha1!$C$2:$C$121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061-46C7-8359-0CC94ECDC82F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2016-10-03</c:v>
                </c:pt>
                <c:pt idx="1">
                  <c:v>2016-11-01</c:v>
                </c:pt>
                <c:pt idx="2">
                  <c:v>2016-12-01</c:v>
                </c:pt>
                <c:pt idx="3">
                  <c:v>2017-01-03</c:v>
                </c:pt>
                <c:pt idx="4">
                  <c:v>2017-02-01</c:v>
                </c:pt>
                <c:pt idx="5">
                  <c:v>2017-03-01</c:v>
                </c:pt>
                <c:pt idx="6">
                  <c:v>2017-04-03</c:v>
                </c:pt>
                <c:pt idx="7">
                  <c:v>2017-05-01</c:v>
                </c:pt>
                <c:pt idx="8">
                  <c:v>2017-06-01</c:v>
                </c:pt>
                <c:pt idx="9">
                  <c:v>2017-07-03</c:v>
                </c:pt>
                <c:pt idx="10">
                  <c:v>2017-08-01</c:v>
                </c:pt>
                <c:pt idx="11">
                  <c:v>2017-09-01</c:v>
                </c:pt>
                <c:pt idx="12">
                  <c:v>2017-10-02</c:v>
                </c:pt>
                <c:pt idx="13">
                  <c:v>2017-11-01</c:v>
                </c:pt>
                <c:pt idx="14">
                  <c:v>2017-12-01</c:v>
                </c:pt>
                <c:pt idx="15">
                  <c:v>2018-01-02</c:v>
                </c:pt>
                <c:pt idx="16">
                  <c:v>2018-02-01</c:v>
                </c:pt>
                <c:pt idx="17">
                  <c:v>2018-03-01</c:v>
                </c:pt>
                <c:pt idx="18">
                  <c:v>2018-04-02</c:v>
                </c:pt>
                <c:pt idx="19">
                  <c:v>2018-05-01</c:v>
                </c:pt>
                <c:pt idx="20">
                  <c:v>2018-06-01</c:v>
                </c:pt>
                <c:pt idx="21">
                  <c:v>2018-07-02</c:v>
                </c:pt>
                <c:pt idx="22">
                  <c:v>2018-08-01</c:v>
                </c:pt>
                <c:pt idx="23">
                  <c:v>2018-09-04</c:v>
                </c:pt>
                <c:pt idx="24">
                  <c:v>2018-10-01</c:v>
                </c:pt>
                <c:pt idx="25">
                  <c:v>2018-11-01</c:v>
                </c:pt>
                <c:pt idx="26">
                  <c:v>2018-12-03</c:v>
                </c:pt>
                <c:pt idx="27">
                  <c:v>2019-01-02</c:v>
                </c:pt>
                <c:pt idx="28">
                  <c:v>2019-02-01</c:v>
                </c:pt>
                <c:pt idx="29">
                  <c:v>2019-03-01</c:v>
                </c:pt>
                <c:pt idx="30">
                  <c:v>2019-04-01</c:v>
                </c:pt>
                <c:pt idx="31">
                  <c:v>2019-05-01</c:v>
                </c:pt>
                <c:pt idx="32">
                  <c:v>2019-06-03</c:v>
                </c:pt>
                <c:pt idx="33">
                  <c:v>2019-07-01</c:v>
                </c:pt>
                <c:pt idx="34">
                  <c:v>2019-08-01</c:v>
                </c:pt>
                <c:pt idx="35">
                  <c:v>2019-09-03</c:v>
                </c:pt>
                <c:pt idx="36">
                  <c:v>2019-10-01</c:v>
                </c:pt>
                <c:pt idx="37">
                  <c:v>2019-11-01</c:v>
                </c:pt>
                <c:pt idx="38">
                  <c:v>2019-12-02</c:v>
                </c:pt>
                <c:pt idx="39">
                  <c:v>2020-01-02</c:v>
                </c:pt>
                <c:pt idx="40">
                  <c:v>2020-02-03</c:v>
                </c:pt>
                <c:pt idx="41">
                  <c:v>2020-03-02</c:v>
                </c:pt>
                <c:pt idx="42">
                  <c:v>2020-04-01</c:v>
                </c:pt>
                <c:pt idx="43">
                  <c:v>2020-05-01</c:v>
                </c:pt>
                <c:pt idx="44">
                  <c:v>2020-06-01</c:v>
                </c:pt>
                <c:pt idx="45">
                  <c:v>2020-07-01</c:v>
                </c:pt>
                <c:pt idx="46">
                  <c:v>2020-08-03</c:v>
                </c:pt>
                <c:pt idx="47">
                  <c:v>2020-09-01</c:v>
                </c:pt>
                <c:pt idx="48">
                  <c:v>2020-10-01</c:v>
                </c:pt>
                <c:pt idx="49">
                  <c:v>2020-11-02</c:v>
                </c:pt>
                <c:pt idx="50">
                  <c:v>2020-12-01</c:v>
                </c:pt>
                <c:pt idx="51">
                  <c:v>2021-01-04</c:v>
                </c:pt>
                <c:pt idx="52">
                  <c:v>2021-02-01</c:v>
                </c:pt>
                <c:pt idx="53">
                  <c:v>2021-03-01</c:v>
                </c:pt>
                <c:pt idx="54">
                  <c:v>2021-04-01</c:v>
                </c:pt>
                <c:pt idx="55">
                  <c:v>2021-05-03</c:v>
                </c:pt>
                <c:pt idx="56">
                  <c:v>2021-06-01</c:v>
                </c:pt>
                <c:pt idx="57">
                  <c:v>2021-07-01</c:v>
                </c:pt>
                <c:pt idx="58">
                  <c:v>2021-08-02</c:v>
                </c:pt>
                <c:pt idx="59">
                  <c:v>2021-09-01</c:v>
                </c:pt>
                <c:pt idx="60">
                  <c:v>2021-10-01</c:v>
                </c:pt>
                <c:pt idx="61">
                  <c:v>2021-11-01</c:v>
                </c:pt>
                <c:pt idx="62">
                  <c:v>2021-12-01</c:v>
                </c:pt>
                <c:pt idx="63">
                  <c:v>2022-01-03</c:v>
                </c:pt>
                <c:pt idx="64">
                  <c:v>2022-02-01</c:v>
                </c:pt>
                <c:pt idx="65">
                  <c:v>2022-03-01</c:v>
                </c:pt>
                <c:pt idx="66">
                  <c:v>2022-04-01</c:v>
                </c:pt>
                <c:pt idx="67">
                  <c:v>2022-05-02</c:v>
                </c:pt>
                <c:pt idx="68">
                  <c:v>2022-06-01</c:v>
                </c:pt>
                <c:pt idx="69">
                  <c:v>2022-07-01</c:v>
                </c:pt>
                <c:pt idx="70">
                  <c:v>2022-08-01</c:v>
                </c:pt>
                <c:pt idx="71">
                  <c:v>2022-09-01</c:v>
                </c:pt>
                <c:pt idx="72">
                  <c:v>2022-10-03</c:v>
                </c:pt>
                <c:pt idx="73">
                  <c:v>2022-11-01</c:v>
                </c:pt>
                <c:pt idx="74">
                  <c:v>2022-12-01</c:v>
                </c:pt>
                <c:pt idx="75">
                  <c:v>2023-01-03</c:v>
                </c:pt>
                <c:pt idx="76">
                  <c:v>2023-02-01</c:v>
                </c:pt>
                <c:pt idx="77">
                  <c:v>2023-03-01</c:v>
                </c:pt>
                <c:pt idx="78">
                  <c:v>2023-04-03</c:v>
                </c:pt>
                <c:pt idx="79">
                  <c:v>2023-05-01</c:v>
                </c:pt>
                <c:pt idx="80">
                  <c:v>2023-06-01</c:v>
                </c:pt>
                <c:pt idx="81">
                  <c:v>2023-07-03</c:v>
                </c:pt>
                <c:pt idx="82">
                  <c:v>2023-08-01</c:v>
                </c:pt>
                <c:pt idx="83">
                  <c:v>2023-09-01</c:v>
                </c:pt>
                <c:pt idx="84">
                  <c:v>2023-10-02</c:v>
                </c:pt>
                <c:pt idx="85">
                  <c:v>2023-11-01</c:v>
                </c:pt>
                <c:pt idx="86">
                  <c:v>2023-12-01</c:v>
                </c:pt>
                <c:pt idx="87">
                  <c:v>2024-01-02</c:v>
                </c:pt>
                <c:pt idx="88">
                  <c:v>2024-02-01</c:v>
                </c:pt>
                <c:pt idx="89">
                  <c:v>2024-03-01</c:v>
                </c:pt>
                <c:pt idx="90">
                  <c:v>2024-04-01</c:v>
                </c:pt>
                <c:pt idx="91">
                  <c:v>2024-05-01</c:v>
                </c:pt>
                <c:pt idx="92">
                  <c:v>2024-06-03</c:v>
                </c:pt>
                <c:pt idx="93">
                  <c:v>2024-07-01</c:v>
                </c:pt>
                <c:pt idx="94">
                  <c:v>2024-08-01</c:v>
                </c:pt>
                <c:pt idx="95">
                  <c:v>2024-09-03</c:v>
                </c:pt>
                <c:pt idx="96">
                  <c:v>2024-10-01</c:v>
                </c:pt>
                <c:pt idx="97">
                  <c:v>2024-11-01</c:v>
                </c:pt>
                <c:pt idx="98">
                  <c:v>2024-12-02</c:v>
                </c:pt>
                <c:pt idx="99">
                  <c:v>2025-01-02</c:v>
                </c:pt>
                <c:pt idx="100">
                  <c:v>2025-02-03</c:v>
                </c:pt>
                <c:pt idx="101">
                  <c:v>2025-03-03</c:v>
                </c:pt>
                <c:pt idx="102">
                  <c:v>2025-04-01</c:v>
                </c:pt>
                <c:pt idx="103">
                  <c:v>2025-05-01</c:v>
                </c:pt>
                <c:pt idx="104">
                  <c:v>2025-06-02</c:v>
                </c:pt>
                <c:pt idx="105">
                  <c:v>2025-07-01</c:v>
                </c:pt>
                <c:pt idx="106">
                  <c:v>2025-08-01</c:v>
                </c:pt>
                <c:pt idx="107">
                  <c:v>2025-09-02</c:v>
                </c:pt>
                <c:pt idx="108">
                  <c:v>2025-10-01</c:v>
                </c:pt>
                <c:pt idx="109">
                  <c:v>2025-11-03</c:v>
                </c:pt>
                <c:pt idx="110">
                  <c:v>2025-12-01</c:v>
                </c:pt>
                <c:pt idx="111">
                  <c:v>2026-01-02</c:v>
                </c:pt>
                <c:pt idx="112">
                  <c:v>2026-02-02</c:v>
                </c:pt>
                <c:pt idx="113">
                  <c:v>2026-03-02</c:v>
                </c:pt>
                <c:pt idx="114">
                  <c:v>2026-04-01</c:v>
                </c:pt>
                <c:pt idx="115">
                  <c:v>2026-05-01</c:v>
                </c:pt>
                <c:pt idx="116">
                  <c:v>2026-06-01</c:v>
                </c:pt>
                <c:pt idx="117">
                  <c:v>2026-07-01</c:v>
                </c:pt>
                <c:pt idx="118">
                  <c:v>2026-08-03</c:v>
                </c:pt>
                <c:pt idx="119">
                  <c:v>2026-09-01</c:v>
                </c:pt>
              </c:strCache>
            </c:strRef>
          </c:cat>
          <c:val>
            <c:numRef>
              <c:f>Planilha1!$D$2:$D$121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061-46C7-8359-0CC94ECDC8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22288"/>
        <c:axId val="1741169167"/>
      </c:lineChart>
      <c:catAx>
        <c:axId val="512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1169167"/>
        <c:crosses val="autoZero"/>
        <c:auto val="1"/>
        <c:lblAlgn val="ctr"/>
        <c:lblOffset val="100"/>
        <c:noMultiLvlLbl val="0"/>
      </c:catAx>
      <c:valAx>
        <c:axId val="1741169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12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Nikkei 225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</c:v>
                </c:pt>
                <c:pt idx="1">
                  <c:v>2016-11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2019-09</c:v>
                </c:pt>
                <c:pt idx="36">
                  <c:v>2019-10</c:v>
                </c:pt>
                <c:pt idx="37">
                  <c:v>2019-11</c:v>
                </c:pt>
                <c:pt idx="38">
                  <c:v>2019-12</c:v>
                </c:pt>
                <c:pt idx="39">
                  <c:v>2020-01</c:v>
                </c:pt>
                <c:pt idx="40">
                  <c:v>2020-02</c:v>
                </c:pt>
                <c:pt idx="41">
                  <c:v>2020-03</c:v>
                </c:pt>
                <c:pt idx="42">
                  <c:v>2020-04</c:v>
                </c:pt>
                <c:pt idx="43">
                  <c:v>2020-05</c:v>
                </c:pt>
                <c:pt idx="44">
                  <c:v>2020-06</c:v>
                </c:pt>
                <c:pt idx="45">
                  <c:v>2020-07</c:v>
                </c:pt>
                <c:pt idx="46">
                  <c:v>2020-08</c:v>
                </c:pt>
                <c:pt idx="47">
                  <c:v>2020-09</c:v>
                </c:pt>
                <c:pt idx="48">
                  <c:v>2020-10</c:v>
                </c:pt>
                <c:pt idx="49">
                  <c:v>2020-11</c:v>
                </c:pt>
                <c:pt idx="50">
                  <c:v>2020-12</c:v>
                </c:pt>
                <c:pt idx="51">
                  <c:v>2021-01</c:v>
                </c:pt>
                <c:pt idx="52">
                  <c:v>2021-02</c:v>
                </c:pt>
                <c:pt idx="53">
                  <c:v>2021-03</c:v>
                </c:pt>
                <c:pt idx="54">
                  <c:v>2021-04</c:v>
                </c:pt>
                <c:pt idx="55">
                  <c:v>2021-05</c:v>
                </c:pt>
                <c:pt idx="56">
                  <c:v>2021-06</c:v>
                </c:pt>
                <c:pt idx="57">
                  <c:v>2021-07</c:v>
                </c:pt>
                <c:pt idx="58">
                  <c:v>2021-08</c:v>
                </c:pt>
                <c:pt idx="59">
                  <c:v>2021-09</c:v>
                </c:pt>
                <c:pt idx="60">
                  <c:v>2021-10</c:v>
                </c:pt>
                <c:pt idx="61">
                  <c:v>2021-11</c:v>
                </c:pt>
                <c:pt idx="62">
                  <c:v>2021-12</c:v>
                </c:pt>
                <c:pt idx="63">
                  <c:v>2022-01</c:v>
                </c:pt>
                <c:pt idx="64">
                  <c:v>2022-02</c:v>
                </c:pt>
                <c:pt idx="65">
                  <c:v>2022-03</c:v>
                </c:pt>
                <c:pt idx="66">
                  <c:v>2022-04</c:v>
                </c:pt>
                <c:pt idx="67">
                  <c:v>2022-05</c:v>
                </c:pt>
                <c:pt idx="68">
                  <c:v>2022-06</c:v>
                </c:pt>
                <c:pt idx="69">
                  <c:v>2022-07</c:v>
                </c:pt>
                <c:pt idx="70">
                  <c:v>2022-08</c:v>
                </c:pt>
                <c:pt idx="71">
                  <c:v>2022-09</c:v>
                </c:pt>
                <c:pt idx="72">
                  <c:v>2022-10</c:v>
                </c:pt>
                <c:pt idx="73">
                  <c:v>2022-11</c:v>
                </c:pt>
                <c:pt idx="74">
                  <c:v>2022-12</c:v>
                </c:pt>
                <c:pt idx="75">
                  <c:v>2023-01</c:v>
                </c:pt>
                <c:pt idx="76">
                  <c:v>2023-02</c:v>
                </c:pt>
                <c:pt idx="77">
                  <c:v>2023-03</c:v>
                </c:pt>
                <c:pt idx="78">
                  <c:v>2023-04</c:v>
                </c:pt>
                <c:pt idx="79">
                  <c:v>2023-05</c:v>
                </c:pt>
                <c:pt idx="80">
                  <c:v>2023-06</c:v>
                </c:pt>
                <c:pt idx="81">
                  <c:v>2023-07</c:v>
                </c:pt>
                <c:pt idx="82">
                  <c:v>2023-08</c:v>
                </c:pt>
                <c:pt idx="83">
                  <c:v>2023-09</c:v>
                </c:pt>
                <c:pt idx="84">
                  <c:v>2023-10</c:v>
                </c:pt>
                <c:pt idx="85">
                  <c:v>2023-11</c:v>
                </c:pt>
                <c:pt idx="86">
                  <c:v>2023-12</c:v>
                </c:pt>
                <c:pt idx="87">
                  <c:v>2024-01</c:v>
                </c:pt>
                <c:pt idx="88">
                  <c:v>2024-02</c:v>
                </c:pt>
                <c:pt idx="89">
                  <c:v>2024-03</c:v>
                </c:pt>
                <c:pt idx="90">
                  <c:v>2024-04</c:v>
                </c:pt>
                <c:pt idx="91">
                  <c:v>2024-05</c:v>
                </c:pt>
                <c:pt idx="92">
                  <c:v>2024-06</c:v>
                </c:pt>
                <c:pt idx="93">
                  <c:v>2024-07</c:v>
                </c:pt>
                <c:pt idx="94">
                  <c:v>2024-08</c:v>
                </c:pt>
                <c:pt idx="95">
                  <c:v>2024-09</c:v>
                </c:pt>
                <c:pt idx="96">
                  <c:v>2024-10</c:v>
                </c:pt>
                <c:pt idx="97">
                  <c:v>2024-11</c:v>
                </c:pt>
                <c:pt idx="98">
                  <c:v>2024-12</c:v>
                </c:pt>
                <c:pt idx="99">
                  <c:v>2025-01</c:v>
                </c:pt>
                <c:pt idx="100">
                  <c:v>2025-02</c:v>
                </c:pt>
                <c:pt idx="101">
                  <c:v>2025-03</c:v>
                </c:pt>
                <c:pt idx="102">
                  <c:v>2025-04</c:v>
                </c:pt>
                <c:pt idx="103">
                  <c:v>2025-05</c:v>
                </c:pt>
                <c:pt idx="104">
                  <c:v>2025-06</c:v>
                </c:pt>
                <c:pt idx="105">
                  <c:v>2025-07</c:v>
                </c:pt>
                <c:pt idx="106">
                  <c:v>2025-08</c:v>
                </c:pt>
                <c:pt idx="107">
                  <c:v>2025-09</c:v>
                </c:pt>
                <c:pt idx="108">
                  <c:v>2025-10</c:v>
                </c:pt>
                <c:pt idx="109">
                  <c:v>2025-11</c:v>
                </c:pt>
                <c:pt idx="110">
                  <c:v>2025-12</c:v>
                </c:pt>
                <c:pt idx="111">
                  <c:v>2026-01</c:v>
                </c:pt>
                <c:pt idx="112">
                  <c:v>2026-02</c:v>
                </c:pt>
                <c:pt idx="113">
                  <c:v>2026-03</c:v>
                </c:pt>
                <c:pt idx="114">
                  <c:v>2026-04</c:v>
                </c:pt>
                <c:pt idx="115">
                  <c:v>2026-05</c:v>
                </c:pt>
                <c:pt idx="116">
                  <c:v>2026-06</c:v>
                </c:pt>
                <c:pt idx="117">
                  <c:v>2026-07</c:v>
                </c:pt>
                <c:pt idx="118">
                  <c:v>2026-08</c:v>
                </c:pt>
                <c:pt idx="119">
                  <c:v>2026-09</c:v>
                </c:pt>
              </c:strCache>
            </c:strRef>
          </c:cat>
          <c:val>
            <c:numRef>
              <c:f>Planilha1!$B$2:$B$121</c:f>
              <c:numCache>
                <c:formatCode>General</c:formatCode>
                <c:ptCount val="120"/>
                <c:pt idx="0">
                  <c:v>17425.02</c:v>
                </c:pt>
                <c:pt idx="1">
                  <c:v>18308.48</c:v>
                </c:pt>
                <c:pt idx="2">
                  <c:v>19114.37</c:v>
                </c:pt>
                <c:pt idx="3">
                  <c:v>19041.34</c:v>
                </c:pt>
                <c:pt idx="4">
                  <c:v>19118.990000000002</c:v>
                </c:pt>
                <c:pt idx="5">
                  <c:v>18909.259999999998</c:v>
                </c:pt>
                <c:pt idx="6">
                  <c:v>19196.740000000002</c:v>
                </c:pt>
                <c:pt idx="7">
                  <c:v>19650.57</c:v>
                </c:pt>
                <c:pt idx="8">
                  <c:v>20033.43</c:v>
                </c:pt>
                <c:pt idx="9">
                  <c:v>19925.18</c:v>
                </c:pt>
                <c:pt idx="10">
                  <c:v>19646.240000000002</c:v>
                </c:pt>
                <c:pt idx="11">
                  <c:v>20356.28</c:v>
                </c:pt>
                <c:pt idx="12">
                  <c:v>22011.61</c:v>
                </c:pt>
                <c:pt idx="13">
                  <c:v>22724.959999999999</c:v>
                </c:pt>
                <c:pt idx="14">
                  <c:v>22764.94</c:v>
                </c:pt>
                <c:pt idx="15">
                  <c:v>23098.29</c:v>
                </c:pt>
                <c:pt idx="16">
                  <c:v>22068.240000000002</c:v>
                </c:pt>
                <c:pt idx="17">
                  <c:v>21454.3</c:v>
                </c:pt>
                <c:pt idx="18">
                  <c:v>22467.87</c:v>
                </c:pt>
                <c:pt idx="19">
                  <c:v>22201.82</c:v>
                </c:pt>
                <c:pt idx="20">
                  <c:v>22304.51</c:v>
                </c:pt>
                <c:pt idx="21">
                  <c:v>22553.72</c:v>
                </c:pt>
                <c:pt idx="22">
                  <c:v>22865.15</c:v>
                </c:pt>
                <c:pt idx="23">
                  <c:v>24120.04</c:v>
                </c:pt>
                <c:pt idx="24">
                  <c:v>21920.46</c:v>
                </c:pt>
                <c:pt idx="25">
                  <c:v>22351.06</c:v>
                </c:pt>
                <c:pt idx="26">
                  <c:v>20014.77</c:v>
                </c:pt>
                <c:pt idx="27">
                  <c:v>20773.490000000002</c:v>
                </c:pt>
                <c:pt idx="28">
                  <c:v>21385.16</c:v>
                </c:pt>
                <c:pt idx="29">
                  <c:v>21205.81</c:v>
                </c:pt>
                <c:pt idx="30">
                  <c:v>22258.73</c:v>
                </c:pt>
                <c:pt idx="31">
                  <c:v>20601.189999999999</c:v>
                </c:pt>
                <c:pt idx="32">
                  <c:v>21275.919999999998</c:v>
                </c:pt>
                <c:pt idx="33">
                  <c:v>21521.53</c:v>
                </c:pt>
                <c:pt idx="34">
                  <c:v>20704.37</c:v>
                </c:pt>
                <c:pt idx="35">
                  <c:v>21755.84</c:v>
                </c:pt>
                <c:pt idx="36">
                  <c:v>22927.040000000001</c:v>
                </c:pt>
                <c:pt idx="37">
                  <c:v>23293.91</c:v>
                </c:pt>
                <c:pt idx="38">
                  <c:v>23656.62</c:v>
                </c:pt>
                <c:pt idx="39">
                  <c:v>23205.18</c:v>
                </c:pt>
                <c:pt idx="40">
                  <c:v>21142.959999999999</c:v>
                </c:pt>
                <c:pt idx="41">
                  <c:v>18917.009999999998</c:v>
                </c:pt>
                <c:pt idx="42">
                  <c:v>20193.689999999999</c:v>
                </c:pt>
                <c:pt idx="43">
                  <c:v>21877.89</c:v>
                </c:pt>
                <c:pt idx="44">
                  <c:v>22288.14</c:v>
                </c:pt>
                <c:pt idx="45">
                  <c:v>21710</c:v>
                </c:pt>
                <c:pt idx="46">
                  <c:v>23139.759999999998</c:v>
                </c:pt>
                <c:pt idx="47">
                  <c:v>23185.119999999999</c:v>
                </c:pt>
                <c:pt idx="48">
                  <c:v>22977.13</c:v>
                </c:pt>
                <c:pt idx="49">
                  <c:v>26433.62</c:v>
                </c:pt>
                <c:pt idx="50">
                  <c:v>27444.17</c:v>
                </c:pt>
                <c:pt idx="51">
                  <c:v>27663.39</c:v>
                </c:pt>
                <c:pt idx="52">
                  <c:v>28966.01</c:v>
                </c:pt>
                <c:pt idx="53">
                  <c:v>29178.799999999999</c:v>
                </c:pt>
                <c:pt idx="54">
                  <c:v>28812.63</c:v>
                </c:pt>
                <c:pt idx="55">
                  <c:v>28860.080000000002</c:v>
                </c:pt>
                <c:pt idx="56">
                  <c:v>28791.53</c:v>
                </c:pt>
                <c:pt idx="57">
                  <c:v>27283.59</c:v>
                </c:pt>
                <c:pt idx="58">
                  <c:v>28089.54</c:v>
                </c:pt>
                <c:pt idx="59">
                  <c:v>29452.66</c:v>
                </c:pt>
                <c:pt idx="60">
                  <c:v>28892.69</c:v>
                </c:pt>
                <c:pt idx="61">
                  <c:v>27821.759999999998</c:v>
                </c:pt>
                <c:pt idx="62">
                  <c:v>28791.71</c:v>
                </c:pt>
                <c:pt idx="63">
                  <c:v>27001.98</c:v>
                </c:pt>
                <c:pt idx="64">
                  <c:v>26526.82</c:v>
                </c:pt>
                <c:pt idx="65">
                  <c:v>27821.43</c:v>
                </c:pt>
                <c:pt idx="66">
                  <c:v>26847.9</c:v>
                </c:pt>
                <c:pt idx="67">
                  <c:v>27279.8</c:v>
                </c:pt>
                <c:pt idx="68">
                  <c:v>26393.040000000001</c:v>
                </c:pt>
                <c:pt idx="69">
                  <c:v>27801.64</c:v>
                </c:pt>
                <c:pt idx="70">
                  <c:v>28091.53</c:v>
                </c:pt>
                <c:pt idx="71">
                  <c:v>25937.21</c:v>
                </c:pt>
                <c:pt idx="72">
                  <c:v>27587.46</c:v>
                </c:pt>
                <c:pt idx="73">
                  <c:v>27968.99</c:v>
                </c:pt>
                <c:pt idx="74">
                  <c:v>26094.5</c:v>
                </c:pt>
                <c:pt idx="75">
                  <c:v>27327.11</c:v>
                </c:pt>
                <c:pt idx="76">
                  <c:v>27445.56</c:v>
                </c:pt>
                <c:pt idx="77">
                  <c:v>28041.48</c:v>
                </c:pt>
                <c:pt idx="78">
                  <c:v>28856.44</c:v>
                </c:pt>
                <c:pt idx="79">
                  <c:v>30887.88</c:v>
                </c:pt>
                <c:pt idx="80">
                  <c:v>33189.040000000001</c:v>
                </c:pt>
                <c:pt idx="81">
                  <c:v>33172.22</c:v>
                </c:pt>
                <c:pt idx="82">
                  <c:v>32619.34</c:v>
                </c:pt>
                <c:pt idx="83">
                  <c:v>31857.62</c:v>
                </c:pt>
                <c:pt idx="84">
                  <c:v>30858.85</c:v>
                </c:pt>
                <c:pt idx="85">
                  <c:v>33486.89</c:v>
                </c:pt>
                <c:pt idx="86">
                  <c:v>33464.17</c:v>
                </c:pt>
                <c:pt idx="87">
                  <c:v>36286.71</c:v>
                </c:pt>
                <c:pt idx="88">
                  <c:v>39166.19</c:v>
                </c:pt>
                <c:pt idx="89">
                  <c:v>40369.440000000002</c:v>
                </c:pt>
                <c:pt idx="90">
                  <c:v>38405.660000000003</c:v>
                </c:pt>
                <c:pt idx="91">
                  <c:v>38487.9</c:v>
                </c:pt>
                <c:pt idx="92">
                  <c:v>39583.08</c:v>
                </c:pt>
                <c:pt idx="93">
                  <c:v>39101.82</c:v>
                </c:pt>
                <c:pt idx="94">
                  <c:v>38647.75</c:v>
                </c:pt>
                <c:pt idx="95">
                  <c:v>37919.550000000003</c:v>
                </c:pt>
                <c:pt idx="96">
                  <c:v>39081.25</c:v>
                </c:pt>
                <c:pt idx="97">
                  <c:v>38208.03</c:v>
                </c:pt>
                <c:pt idx="98">
                  <c:v>39894.54</c:v>
                </c:pt>
                <c:pt idx="99">
                  <c:v>39572.49</c:v>
                </c:pt>
                <c:pt idx="100">
                  <c:v>37155.5</c:v>
                </c:pt>
                <c:pt idx="101">
                  <c:v>35617.56</c:v>
                </c:pt>
                <c:pt idx="102">
                  <c:v>36045.379999999997</c:v>
                </c:pt>
                <c:pt idx="103">
                  <c:v>37965.1</c:v>
                </c:pt>
                <c:pt idx="104">
                  <c:v>40487.39</c:v>
                </c:pt>
                <c:pt idx="105">
                  <c:v>41069.82</c:v>
                </c:pt>
                <c:pt idx="106">
                  <c:v>42718.47</c:v>
                </c:pt>
                <c:pt idx="107">
                  <c:v>44932.63</c:v>
                </c:pt>
                <c:pt idx="108">
                  <c:v>52411.34</c:v>
                </c:pt>
                <c:pt idx="109">
                  <c:v>50253.91</c:v>
                </c:pt>
                <c:pt idx="110">
                  <c:v>50339.48</c:v>
                </c:pt>
                <c:pt idx="111">
                  <c:v>53322.85</c:v>
                </c:pt>
                <c:pt idx="112">
                  <c:v>58850.27</c:v>
                </c:pt>
                <c:pt idx="113">
                  <c:v>51063.72</c:v>
                </c:pt>
                <c:pt idx="114">
                  <c:v>59284.92</c:v>
                </c:pt>
                <c:pt idx="115">
                  <c:v>66329.5</c:v>
                </c:pt>
                <c:pt idx="116">
                  <c:v>70062.320000000007</c:v>
                </c:pt>
                <c:pt idx="117">
                  <c:v>64362.02</c:v>
                </c:pt>
                <c:pt idx="118">
                  <c:v>66311.929999999993</c:v>
                </c:pt>
                <c:pt idx="119">
                  <c:v>66753.72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18-4DF0-8220-4095311778B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</c:v>
                </c:pt>
                <c:pt idx="1">
                  <c:v>2016-11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2019-09</c:v>
                </c:pt>
                <c:pt idx="36">
                  <c:v>2019-10</c:v>
                </c:pt>
                <c:pt idx="37">
                  <c:v>2019-11</c:v>
                </c:pt>
                <c:pt idx="38">
                  <c:v>2019-12</c:v>
                </c:pt>
                <c:pt idx="39">
                  <c:v>2020-01</c:v>
                </c:pt>
                <c:pt idx="40">
                  <c:v>2020-02</c:v>
                </c:pt>
                <c:pt idx="41">
                  <c:v>2020-03</c:v>
                </c:pt>
                <c:pt idx="42">
                  <c:v>2020-04</c:v>
                </c:pt>
                <c:pt idx="43">
                  <c:v>2020-05</c:v>
                </c:pt>
                <c:pt idx="44">
                  <c:v>2020-06</c:v>
                </c:pt>
                <c:pt idx="45">
                  <c:v>2020-07</c:v>
                </c:pt>
                <c:pt idx="46">
                  <c:v>2020-08</c:v>
                </c:pt>
                <c:pt idx="47">
                  <c:v>2020-09</c:v>
                </c:pt>
                <c:pt idx="48">
                  <c:v>2020-10</c:v>
                </c:pt>
                <c:pt idx="49">
                  <c:v>2020-11</c:v>
                </c:pt>
                <c:pt idx="50">
                  <c:v>2020-12</c:v>
                </c:pt>
                <c:pt idx="51">
                  <c:v>2021-01</c:v>
                </c:pt>
                <c:pt idx="52">
                  <c:v>2021-02</c:v>
                </c:pt>
                <c:pt idx="53">
                  <c:v>2021-03</c:v>
                </c:pt>
                <c:pt idx="54">
                  <c:v>2021-04</c:v>
                </c:pt>
                <c:pt idx="55">
                  <c:v>2021-05</c:v>
                </c:pt>
                <c:pt idx="56">
                  <c:v>2021-06</c:v>
                </c:pt>
                <c:pt idx="57">
                  <c:v>2021-07</c:v>
                </c:pt>
                <c:pt idx="58">
                  <c:v>2021-08</c:v>
                </c:pt>
                <c:pt idx="59">
                  <c:v>2021-09</c:v>
                </c:pt>
                <c:pt idx="60">
                  <c:v>2021-10</c:v>
                </c:pt>
                <c:pt idx="61">
                  <c:v>2021-11</c:v>
                </c:pt>
                <c:pt idx="62">
                  <c:v>2021-12</c:v>
                </c:pt>
                <c:pt idx="63">
                  <c:v>2022-01</c:v>
                </c:pt>
                <c:pt idx="64">
                  <c:v>2022-02</c:v>
                </c:pt>
                <c:pt idx="65">
                  <c:v>2022-03</c:v>
                </c:pt>
                <c:pt idx="66">
                  <c:v>2022-04</c:v>
                </c:pt>
                <c:pt idx="67">
                  <c:v>2022-05</c:v>
                </c:pt>
                <c:pt idx="68">
                  <c:v>2022-06</c:v>
                </c:pt>
                <c:pt idx="69">
                  <c:v>2022-07</c:v>
                </c:pt>
                <c:pt idx="70">
                  <c:v>2022-08</c:v>
                </c:pt>
                <c:pt idx="71">
                  <c:v>2022-09</c:v>
                </c:pt>
                <c:pt idx="72">
                  <c:v>2022-10</c:v>
                </c:pt>
                <c:pt idx="73">
                  <c:v>2022-11</c:v>
                </c:pt>
                <c:pt idx="74">
                  <c:v>2022-12</c:v>
                </c:pt>
                <c:pt idx="75">
                  <c:v>2023-01</c:v>
                </c:pt>
                <c:pt idx="76">
                  <c:v>2023-02</c:v>
                </c:pt>
                <c:pt idx="77">
                  <c:v>2023-03</c:v>
                </c:pt>
                <c:pt idx="78">
                  <c:v>2023-04</c:v>
                </c:pt>
                <c:pt idx="79">
                  <c:v>2023-05</c:v>
                </c:pt>
                <c:pt idx="80">
                  <c:v>2023-06</c:v>
                </c:pt>
                <c:pt idx="81">
                  <c:v>2023-07</c:v>
                </c:pt>
                <c:pt idx="82">
                  <c:v>2023-08</c:v>
                </c:pt>
                <c:pt idx="83">
                  <c:v>2023-09</c:v>
                </c:pt>
                <c:pt idx="84">
                  <c:v>2023-10</c:v>
                </c:pt>
                <c:pt idx="85">
                  <c:v>2023-11</c:v>
                </c:pt>
                <c:pt idx="86">
                  <c:v>2023-12</c:v>
                </c:pt>
                <c:pt idx="87">
                  <c:v>2024-01</c:v>
                </c:pt>
                <c:pt idx="88">
                  <c:v>2024-02</c:v>
                </c:pt>
                <c:pt idx="89">
                  <c:v>2024-03</c:v>
                </c:pt>
                <c:pt idx="90">
                  <c:v>2024-04</c:v>
                </c:pt>
                <c:pt idx="91">
                  <c:v>2024-05</c:v>
                </c:pt>
                <c:pt idx="92">
                  <c:v>2024-06</c:v>
                </c:pt>
                <c:pt idx="93">
                  <c:v>2024-07</c:v>
                </c:pt>
                <c:pt idx="94">
                  <c:v>2024-08</c:v>
                </c:pt>
                <c:pt idx="95">
                  <c:v>2024-09</c:v>
                </c:pt>
                <c:pt idx="96">
                  <c:v>2024-10</c:v>
                </c:pt>
                <c:pt idx="97">
                  <c:v>2024-11</c:v>
                </c:pt>
                <c:pt idx="98">
                  <c:v>2024-12</c:v>
                </c:pt>
                <c:pt idx="99">
                  <c:v>2025-01</c:v>
                </c:pt>
                <c:pt idx="100">
                  <c:v>2025-02</c:v>
                </c:pt>
                <c:pt idx="101">
                  <c:v>2025-03</c:v>
                </c:pt>
                <c:pt idx="102">
                  <c:v>2025-04</c:v>
                </c:pt>
                <c:pt idx="103">
                  <c:v>2025-05</c:v>
                </c:pt>
                <c:pt idx="104">
                  <c:v>2025-06</c:v>
                </c:pt>
                <c:pt idx="105">
                  <c:v>2025-07</c:v>
                </c:pt>
                <c:pt idx="106">
                  <c:v>2025-08</c:v>
                </c:pt>
                <c:pt idx="107">
                  <c:v>2025-09</c:v>
                </c:pt>
                <c:pt idx="108">
                  <c:v>2025-10</c:v>
                </c:pt>
                <c:pt idx="109">
                  <c:v>2025-11</c:v>
                </c:pt>
                <c:pt idx="110">
                  <c:v>2025-12</c:v>
                </c:pt>
                <c:pt idx="111">
                  <c:v>2026-01</c:v>
                </c:pt>
                <c:pt idx="112">
                  <c:v>2026-02</c:v>
                </c:pt>
                <c:pt idx="113">
                  <c:v>2026-03</c:v>
                </c:pt>
                <c:pt idx="114">
                  <c:v>2026-04</c:v>
                </c:pt>
                <c:pt idx="115">
                  <c:v>2026-05</c:v>
                </c:pt>
                <c:pt idx="116">
                  <c:v>2026-06</c:v>
                </c:pt>
                <c:pt idx="117">
                  <c:v>2026-07</c:v>
                </c:pt>
                <c:pt idx="118">
                  <c:v>2026-08</c:v>
                </c:pt>
                <c:pt idx="119">
                  <c:v>2026-09</c:v>
                </c:pt>
              </c:strCache>
            </c:strRef>
          </c:cat>
          <c:val>
            <c:numRef>
              <c:f>Planilha1!$C$2:$C$121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18-4DF0-8220-4095311778B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</c:v>
                </c:pt>
                <c:pt idx="1">
                  <c:v>2016-11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2019-09</c:v>
                </c:pt>
                <c:pt idx="36">
                  <c:v>2019-10</c:v>
                </c:pt>
                <c:pt idx="37">
                  <c:v>2019-11</c:v>
                </c:pt>
                <c:pt idx="38">
                  <c:v>2019-12</c:v>
                </c:pt>
                <c:pt idx="39">
                  <c:v>2020-01</c:v>
                </c:pt>
                <c:pt idx="40">
                  <c:v>2020-02</c:v>
                </c:pt>
                <c:pt idx="41">
                  <c:v>2020-03</c:v>
                </c:pt>
                <c:pt idx="42">
                  <c:v>2020-04</c:v>
                </c:pt>
                <c:pt idx="43">
                  <c:v>2020-05</c:v>
                </c:pt>
                <c:pt idx="44">
                  <c:v>2020-06</c:v>
                </c:pt>
                <c:pt idx="45">
                  <c:v>2020-07</c:v>
                </c:pt>
                <c:pt idx="46">
                  <c:v>2020-08</c:v>
                </c:pt>
                <c:pt idx="47">
                  <c:v>2020-09</c:v>
                </c:pt>
                <c:pt idx="48">
                  <c:v>2020-10</c:v>
                </c:pt>
                <c:pt idx="49">
                  <c:v>2020-11</c:v>
                </c:pt>
                <c:pt idx="50">
                  <c:v>2020-12</c:v>
                </c:pt>
                <c:pt idx="51">
                  <c:v>2021-01</c:v>
                </c:pt>
                <c:pt idx="52">
                  <c:v>2021-02</c:v>
                </c:pt>
                <c:pt idx="53">
                  <c:v>2021-03</c:v>
                </c:pt>
                <c:pt idx="54">
                  <c:v>2021-04</c:v>
                </c:pt>
                <c:pt idx="55">
                  <c:v>2021-05</c:v>
                </c:pt>
                <c:pt idx="56">
                  <c:v>2021-06</c:v>
                </c:pt>
                <c:pt idx="57">
                  <c:v>2021-07</c:v>
                </c:pt>
                <c:pt idx="58">
                  <c:v>2021-08</c:v>
                </c:pt>
                <c:pt idx="59">
                  <c:v>2021-09</c:v>
                </c:pt>
                <c:pt idx="60">
                  <c:v>2021-10</c:v>
                </c:pt>
                <c:pt idx="61">
                  <c:v>2021-11</c:v>
                </c:pt>
                <c:pt idx="62">
                  <c:v>2021-12</c:v>
                </c:pt>
                <c:pt idx="63">
                  <c:v>2022-01</c:v>
                </c:pt>
                <c:pt idx="64">
                  <c:v>2022-02</c:v>
                </c:pt>
                <c:pt idx="65">
                  <c:v>2022-03</c:v>
                </c:pt>
                <c:pt idx="66">
                  <c:v>2022-04</c:v>
                </c:pt>
                <c:pt idx="67">
                  <c:v>2022-05</c:v>
                </c:pt>
                <c:pt idx="68">
                  <c:v>2022-06</c:v>
                </c:pt>
                <c:pt idx="69">
                  <c:v>2022-07</c:v>
                </c:pt>
                <c:pt idx="70">
                  <c:v>2022-08</c:v>
                </c:pt>
                <c:pt idx="71">
                  <c:v>2022-09</c:v>
                </c:pt>
                <c:pt idx="72">
                  <c:v>2022-10</c:v>
                </c:pt>
                <c:pt idx="73">
                  <c:v>2022-11</c:v>
                </c:pt>
                <c:pt idx="74">
                  <c:v>2022-12</c:v>
                </c:pt>
                <c:pt idx="75">
                  <c:v>2023-01</c:v>
                </c:pt>
                <c:pt idx="76">
                  <c:v>2023-02</c:v>
                </c:pt>
                <c:pt idx="77">
                  <c:v>2023-03</c:v>
                </c:pt>
                <c:pt idx="78">
                  <c:v>2023-04</c:v>
                </c:pt>
                <c:pt idx="79">
                  <c:v>2023-05</c:v>
                </c:pt>
                <c:pt idx="80">
                  <c:v>2023-06</c:v>
                </c:pt>
                <c:pt idx="81">
                  <c:v>2023-07</c:v>
                </c:pt>
                <c:pt idx="82">
                  <c:v>2023-08</c:v>
                </c:pt>
                <c:pt idx="83">
                  <c:v>2023-09</c:v>
                </c:pt>
                <c:pt idx="84">
                  <c:v>2023-10</c:v>
                </c:pt>
                <c:pt idx="85">
                  <c:v>2023-11</c:v>
                </c:pt>
                <c:pt idx="86">
                  <c:v>2023-12</c:v>
                </c:pt>
                <c:pt idx="87">
                  <c:v>2024-01</c:v>
                </c:pt>
                <c:pt idx="88">
                  <c:v>2024-02</c:v>
                </c:pt>
                <c:pt idx="89">
                  <c:v>2024-03</c:v>
                </c:pt>
                <c:pt idx="90">
                  <c:v>2024-04</c:v>
                </c:pt>
                <c:pt idx="91">
                  <c:v>2024-05</c:v>
                </c:pt>
                <c:pt idx="92">
                  <c:v>2024-06</c:v>
                </c:pt>
                <c:pt idx="93">
                  <c:v>2024-07</c:v>
                </c:pt>
                <c:pt idx="94">
                  <c:v>2024-08</c:v>
                </c:pt>
                <c:pt idx="95">
                  <c:v>2024-09</c:v>
                </c:pt>
                <c:pt idx="96">
                  <c:v>2024-10</c:v>
                </c:pt>
                <c:pt idx="97">
                  <c:v>2024-11</c:v>
                </c:pt>
                <c:pt idx="98">
                  <c:v>2024-12</c:v>
                </c:pt>
                <c:pt idx="99">
                  <c:v>2025-01</c:v>
                </c:pt>
                <c:pt idx="100">
                  <c:v>2025-02</c:v>
                </c:pt>
                <c:pt idx="101">
                  <c:v>2025-03</c:v>
                </c:pt>
                <c:pt idx="102">
                  <c:v>2025-04</c:v>
                </c:pt>
                <c:pt idx="103">
                  <c:v>2025-05</c:v>
                </c:pt>
                <c:pt idx="104">
                  <c:v>2025-06</c:v>
                </c:pt>
                <c:pt idx="105">
                  <c:v>2025-07</c:v>
                </c:pt>
                <c:pt idx="106">
                  <c:v>2025-08</c:v>
                </c:pt>
                <c:pt idx="107">
                  <c:v>2025-09</c:v>
                </c:pt>
                <c:pt idx="108">
                  <c:v>2025-10</c:v>
                </c:pt>
                <c:pt idx="109">
                  <c:v>2025-11</c:v>
                </c:pt>
                <c:pt idx="110">
                  <c:v>2025-12</c:v>
                </c:pt>
                <c:pt idx="111">
                  <c:v>2026-01</c:v>
                </c:pt>
                <c:pt idx="112">
                  <c:v>2026-02</c:v>
                </c:pt>
                <c:pt idx="113">
                  <c:v>2026-03</c:v>
                </c:pt>
                <c:pt idx="114">
                  <c:v>2026-04</c:v>
                </c:pt>
                <c:pt idx="115">
                  <c:v>2026-05</c:v>
                </c:pt>
                <c:pt idx="116">
                  <c:v>2026-06</c:v>
                </c:pt>
                <c:pt idx="117">
                  <c:v>2026-07</c:v>
                </c:pt>
                <c:pt idx="118">
                  <c:v>2026-08</c:v>
                </c:pt>
                <c:pt idx="119">
                  <c:v>2026-09</c:v>
                </c:pt>
              </c:strCache>
            </c:strRef>
          </c:cat>
          <c:val>
            <c:numRef>
              <c:f>Planilha1!$D$2:$D$121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818-4DF0-8220-4095311778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3076464"/>
        <c:axId val="1255362320"/>
      </c:lineChart>
      <c:catAx>
        <c:axId val="1283076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55362320"/>
        <c:crosses val="autoZero"/>
        <c:auto val="1"/>
        <c:lblAlgn val="ctr"/>
        <c:lblOffset val="100"/>
        <c:noMultiLvlLbl val="0"/>
      </c:catAx>
      <c:valAx>
        <c:axId val="12553623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83076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USD/Yen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17"/>
                <c:pt idx="0">
                  <c:v>2016-10-03</c:v>
                </c:pt>
                <c:pt idx="1">
                  <c:v>2016-11-01</c:v>
                </c:pt>
                <c:pt idx="2">
                  <c:v>2016-12-01</c:v>
                </c:pt>
                <c:pt idx="3">
                  <c:v>2017-01-03</c:v>
                </c:pt>
                <c:pt idx="4">
                  <c:v>2017-02-01</c:v>
                </c:pt>
                <c:pt idx="5">
                  <c:v>2017-03-01</c:v>
                </c:pt>
                <c:pt idx="6">
                  <c:v>2017-04-03</c:v>
                </c:pt>
                <c:pt idx="7">
                  <c:v>2017-05-01</c:v>
                </c:pt>
                <c:pt idx="8">
                  <c:v>2017-06-01</c:v>
                </c:pt>
                <c:pt idx="9">
                  <c:v>2017-07-03</c:v>
                </c:pt>
                <c:pt idx="10">
                  <c:v>2017-08-01</c:v>
                </c:pt>
                <c:pt idx="11">
                  <c:v>2017-09-01</c:v>
                </c:pt>
                <c:pt idx="12">
                  <c:v>2017-10-02</c:v>
                </c:pt>
                <c:pt idx="13">
                  <c:v>2017-11-01</c:v>
                </c:pt>
                <c:pt idx="14">
                  <c:v>2017-12-01</c:v>
                </c:pt>
                <c:pt idx="15">
                  <c:v>2018-01-02</c:v>
                </c:pt>
                <c:pt idx="16">
                  <c:v>2018-02-01</c:v>
                </c:pt>
                <c:pt idx="17">
                  <c:v>2018-03-01</c:v>
                </c:pt>
                <c:pt idx="18">
                  <c:v>2018-04-02</c:v>
                </c:pt>
                <c:pt idx="19">
                  <c:v>2018-05-01</c:v>
                </c:pt>
                <c:pt idx="20">
                  <c:v>2018-06-01</c:v>
                </c:pt>
                <c:pt idx="21">
                  <c:v>2018-07-02</c:v>
                </c:pt>
                <c:pt idx="22">
                  <c:v>2018-08-01</c:v>
                </c:pt>
                <c:pt idx="23">
                  <c:v>2018-09-04</c:v>
                </c:pt>
                <c:pt idx="24">
                  <c:v>2018-10-01</c:v>
                </c:pt>
                <c:pt idx="25">
                  <c:v>2018-11-01</c:v>
                </c:pt>
                <c:pt idx="26">
                  <c:v>2018-12-03</c:v>
                </c:pt>
                <c:pt idx="27">
                  <c:v>2019-01-02</c:v>
                </c:pt>
                <c:pt idx="28">
                  <c:v>2019-02-01</c:v>
                </c:pt>
                <c:pt idx="29">
                  <c:v>2019-03-01</c:v>
                </c:pt>
                <c:pt idx="30">
                  <c:v>2019-04-01</c:v>
                </c:pt>
                <c:pt idx="31">
                  <c:v>2019-05-01</c:v>
                </c:pt>
                <c:pt idx="32">
                  <c:v>2019-06-03</c:v>
                </c:pt>
                <c:pt idx="33">
                  <c:v>2019-07-01</c:v>
                </c:pt>
                <c:pt idx="34">
                  <c:v>2019-08-01</c:v>
                </c:pt>
                <c:pt idx="35">
                  <c:v>2019-09-03</c:v>
                </c:pt>
                <c:pt idx="36">
                  <c:v>2019-10-01</c:v>
                </c:pt>
                <c:pt idx="37">
                  <c:v>2019-11-01</c:v>
                </c:pt>
                <c:pt idx="38">
                  <c:v>2019-12-02</c:v>
                </c:pt>
                <c:pt idx="39">
                  <c:v>2020-01-02</c:v>
                </c:pt>
                <c:pt idx="40">
                  <c:v>2020-02-03</c:v>
                </c:pt>
                <c:pt idx="41">
                  <c:v>2020-03-02</c:v>
                </c:pt>
                <c:pt idx="42">
                  <c:v>2020-04-01</c:v>
                </c:pt>
                <c:pt idx="43">
                  <c:v>2020-05-01</c:v>
                </c:pt>
                <c:pt idx="44">
                  <c:v>2020-06-01</c:v>
                </c:pt>
                <c:pt idx="45">
                  <c:v>2020-07-01</c:v>
                </c:pt>
                <c:pt idx="46">
                  <c:v>2020-08-03</c:v>
                </c:pt>
                <c:pt idx="47">
                  <c:v>2020-09-01</c:v>
                </c:pt>
                <c:pt idx="48">
                  <c:v>2020-10-01</c:v>
                </c:pt>
                <c:pt idx="49">
                  <c:v>2020-11-02</c:v>
                </c:pt>
                <c:pt idx="50">
                  <c:v>2020-12-01</c:v>
                </c:pt>
                <c:pt idx="51">
                  <c:v>2021-01-04</c:v>
                </c:pt>
                <c:pt idx="52">
                  <c:v>2021-02-01</c:v>
                </c:pt>
                <c:pt idx="53">
                  <c:v>2021-03-01</c:v>
                </c:pt>
                <c:pt idx="54">
                  <c:v>2021-04-01</c:v>
                </c:pt>
                <c:pt idx="55">
                  <c:v>2021-05-03</c:v>
                </c:pt>
                <c:pt idx="56">
                  <c:v>2021-06-01</c:v>
                </c:pt>
                <c:pt idx="57">
                  <c:v>2021-07-01</c:v>
                </c:pt>
                <c:pt idx="58">
                  <c:v>2021-08-02</c:v>
                </c:pt>
                <c:pt idx="59">
                  <c:v>2021-09-01</c:v>
                </c:pt>
                <c:pt idx="60">
                  <c:v>2021-10-01</c:v>
                </c:pt>
                <c:pt idx="61">
                  <c:v>2021-11-01</c:v>
                </c:pt>
                <c:pt idx="62">
                  <c:v>2021-12-01</c:v>
                </c:pt>
                <c:pt idx="63">
                  <c:v>2022-01-03</c:v>
                </c:pt>
                <c:pt idx="64">
                  <c:v>2022-02-01</c:v>
                </c:pt>
                <c:pt idx="65">
                  <c:v>2022-03-01</c:v>
                </c:pt>
                <c:pt idx="66">
                  <c:v>2022-04-01</c:v>
                </c:pt>
                <c:pt idx="67">
                  <c:v>2022-05-02</c:v>
                </c:pt>
                <c:pt idx="68">
                  <c:v>2022-06-01</c:v>
                </c:pt>
                <c:pt idx="69">
                  <c:v>2022-07-01</c:v>
                </c:pt>
                <c:pt idx="70">
                  <c:v>2022-08-01</c:v>
                </c:pt>
                <c:pt idx="71">
                  <c:v>2022-09-01</c:v>
                </c:pt>
                <c:pt idx="72">
                  <c:v>2022-10-03</c:v>
                </c:pt>
                <c:pt idx="73">
                  <c:v>2022-11-01</c:v>
                </c:pt>
                <c:pt idx="74">
                  <c:v>2022-12-01</c:v>
                </c:pt>
                <c:pt idx="75">
                  <c:v>2023-01-03</c:v>
                </c:pt>
                <c:pt idx="76">
                  <c:v>2023-02-01</c:v>
                </c:pt>
                <c:pt idx="77">
                  <c:v>2023-03-01</c:v>
                </c:pt>
                <c:pt idx="78">
                  <c:v>2023-04-03</c:v>
                </c:pt>
                <c:pt idx="79">
                  <c:v>2023-05-01</c:v>
                </c:pt>
                <c:pt idx="80">
                  <c:v>2023-06-01</c:v>
                </c:pt>
                <c:pt idx="81">
                  <c:v>2023-07-03</c:v>
                </c:pt>
                <c:pt idx="82">
                  <c:v>2023-08-01</c:v>
                </c:pt>
                <c:pt idx="83">
                  <c:v>2023-09-01</c:v>
                </c:pt>
                <c:pt idx="84">
                  <c:v>2023-10-02</c:v>
                </c:pt>
                <c:pt idx="85">
                  <c:v>2023-11-01</c:v>
                </c:pt>
                <c:pt idx="86">
                  <c:v>2023-12-01</c:v>
                </c:pt>
                <c:pt idx="87">
                  <c:v>2024-01-02</c:v>
                </c:pt>
                <c:pt idx="88">
                  <c:v>2024-02-01</c:v>
                </c:pt>
                <c:pt idx="89">
                  <c:v>2024-03-01</c:v>
                </c:pt>
                <c:pt idx="90">
                  <c:v>2024-04-01</c:v>
                </c:pt>
                <c:pt idx="91">
                  <c:v>2024-05-01</c:v>
                </c:pt>
                <c:pt idx="92">
                  <c:v>2024-06-03</c:v>
                </c:pt>
                <c:pt idx="93">
                  <c:v>2024-07-01</c:v>
                </c:pt>
                <c:pt idx="94">
                  <c:v>2024-08-01</c:v>
                </c:pt>
                <c:pt idx="95">
                  <c:v>2024-09-03</c:v>
                </c:pt>
                <c:pt idx="96">
                  <c:v>2024-10-01</c:v>
                </c:pt>
                <c:pt idx="97">
                  <c:v>2024-11-01</c:v>
                </c:pt>
                <c:pt idx="98">
                  <c:v>2024-12-02</c:v>
                </c:pt>
                <c:pt idx="99">
                  <c:v>2025-01-02</c:v>
                </c:pt>
                <c:pt idx="100">
                  <c:v>2025-02-03</c:v>
                </c:pt>
                <c:pt idx="101">
                  <c:v>2025-03-03</c:v>
                </c:pt>
                <c:pt idx="102">
                  <c:v>2025-04-01</c:v>
                </c:pt>
                <c:pt idx="103">
                  <c:v>2025-05-01</c:v>
                </c:pt>
                <c:pt idx="104">
                  <c:v>2025-06-02</c:v>
                </c:pt>
                <c:pt idx="105">
                  <c:v>2025-07-01</c:v>
                </c:pt>
                <c:pt idx="106">
                  <c:v>2025-08-01</c:v>
                </c:pt>
                <c:pt idx="107">
                  <c:v>2025-09-02</c:v>
                </c:pt>
                <c:pt idx="108">
                  <c:v>2025-10-01</c:v>
                </c:pt>
                <c:pt idx="109">
                  <c:v>2025-11-03</c:v>
                </c:pt>
                <c:pt idx="110">
                  <c:v>2025-12-01</c:v>
                </c:pt>
                <c:pt idx="111">
                  <c:v>2026-01-02</c:v>
                </c:pt>
                <c:pt idx="112">
                  <c:v>2026-02-02</c:v>
                </c:pt>
                <c:pt idx="113">
                  <c:v>2026-03-02</c:v>
                </c:pt>
                <c:pt idx="114">
                  <c:v>2026-04-01</c:v>
                </c:pt>
                <c:pt idx="115">
                  <c:v>2026-05-01</c:v>
                </c:pt>
                <c:pt idx="116">
                  <c:v>2026-06-01</c:v>
                </c:pt>
              </c:strCache>
            </c:strRef>
          </c:cat>
          <c:val>
            <c:numRef>
              <c:f>Planilha1!$B$2:$B$121</c:f>
              <c:numCache>
                <c:formatCode>General</c:formatCode>
                <c:ptCount val="120"/>
                <c:pt idx="0">
                  <c:v>101.37</c:v>
                </c:pt>
                <c:pt idx="1">
                  <c:v>104.83</c:v>
                </c:pt>
                <c:pt idx="2">
                  <c:v>114.23</c:v>
                </c:pt>
                <c:pt idx="3">
                  <c:v>117.46</c:v>
                </c:pt>
                <c:pt idx="4">
                  <c:v>113.3</c:v>
                </c:pt>
                <c:pt idx="5">
                  <c:v>113.78</c:v>
                </c:pt>
                <c:pt idx="6">
                  <c:v>111.28</c:v>
                </c:pt>
                <c:pt idx="7">
                  <c:v>112.28</c:v>
                </c:pt>
                <c:pt idx="8">
                  <c:v>111</c:v>
                </c:pt>
                <c:pt idx="9">
                  <c:v>112.99</c:v>
                </c:pt>
                <c:pt idx="10">
                  <c:v>110.51</c:v>
                </c:pt>
                <c:pt idx="11">
                  <c:v>110.14</c:v>
                </c:pt>
                <c:pt idx="12">
                  <c:v>112.82</c:v>
                </c:pt>
                <c:pt idx="13">
                  <c:v>114.19</c:v>
                </c:pt>
                <c:pt idx="14">
                  <c:v>112.49</c:v>
                </c:pt>
                <c:pt idx="15">
                  <c:v>112.18</c:v>
                </c:pt>
                <c:pt idx="16">
                  <c:v>109.66</c:v>
                </c:pt>
                <c:pt idx="17">
                  <c:v>106.79</c:v>
                </c:pt>
                <c:pt idx="18">
                  <c:v>106.24</c:v>
                </c:pt>
                <c:pt idx="19">
                  <c:v>109.8</c:v>
                </c:pt>
                <c:pt idx="20">
                  <c:v>109.47</c:v>
                </c:pt>
                <c:pt idx="21">
                  <c:v>110.71</c:v>
                </c:pt>
                <c:pt idx="22">
                  <c:v>111.84</c:v>
                </c:pt>
                <c:pt idx="23">
                  <c:v>111.15</c:v>
                </c:pt>
                <c:pt idx="24">
                  <c:v>113.95</c:v>
                </c:pt>
                <c:pt idx="25">
                  <c:v>112.81</c:v>
                </c:pt>
                <c:pt idx="26">
                  <c:v>113.57</c:v>
                </c:pt>
                <c:pt idx="27">
                  <c:v>109.05</c:v>
                </c:pt>
                <c:pt idx="28">
                  <c:v>108.89</c:v>
                </c:pt>
                <c:pt idx="29">
                  <c:v>111.88</c:v>
                </c:pt>
                <c:pt idx="30">
                  <c:v>110.96</c:v>
                </c:pt>
                <c:pt idx="31">
                  <c:v>111.5</c:v>
                </c:pt>
                <c:pt idx="32">
                  <c:v>108.33</c:v>
                </c:pt>
                <c:pt idx="33">
                  <c:v>108.32</c:v>
                </c:pt>
                <c:pt idx="34">
                  <c:v>108.89</c:v>
                </c:pt>
                <c:pt idx="35">
                  <c:v>106.36</c:v>
                </c:pt>
                <c:pt idx="36">
                  <c:v>108.28</c:v>
                </c:pt>
                <c:pt idx="37">
                  <c:v>108.12</c:v>
                </c:pt>
                <c:pt idx="38">
                  <c:v>109.54</c:v>
                </c:pt>
                <c:pt idx="39">
                  <c:v>108.77</c:v>
                </c:pt>
                <c:pt idx="40">
                  <c:v>108.53</c:v>
                </c:pt>
                <c:pt idx="41">
                  <c:v>107.73</c:v>
                </c:pt>
                <c:pt idx="42">
                  <c:v>107.49</c:v>
                </c:pt>
                <c:pt idx="43">
                  <c:v>106.78</c:v>
                </c:pt>
                <c:pt idx="44">
                  <c:v>107.73</c:v>
                </c:pt>
                <c:pt idx="45">
                  <c:v>107.42</c:v>
                </c:pt>
                <c:pt idx="46">
                  <c:v>106.18</c:v>
                </c:pt>
                <c:pt idx="47">
                  <c:v>105.88</c:v>
                </c:pt>
                <c:pt idx="48">
                  <c:v>105.5</c:v>
                </c:pt>
                <c:pt idx="49">
                  <c:v>104.64</c:v>
                </c:pt>
                <c:pt idx="50">
                  <c:v>104.38</c:v>
                </c:pt>
                <c:pt idx="51">
                  <c:v>102.98</c:v>
                </c:pt>
                <c:pt idx="52">
                  <c:v>104.91</c:v>
                </c:pt>
                <c:pt idx="53">
                  <c:v>106.72</c:v>
                </c:pt>
                <c:pt idx="54">
                  <c:v>110.29</c:v>
                </c:pt>
                <c:pt idx="55">
                  <c:v>109.52</c:v>
                </c:pt>
                <c:pt idx="56">
                  <c:v>109.65</c:v>
                </c:pt>
                <c:pt idx="57">
                  <c:v>111.43</c:v>
                </c:pt>
                <c:pt idx="58">
                  <c:v>109.52</c:v>
                </c:pt>
                <c:pt idx="59">
                  <c:v>110.31</c:v>
                </c:pt>
                <c:pt idx="60">
                  <c:v>111.18</c:v>
                </c:pt>
                <c:pt idx="61">
                  <c:v>114.17</c:v>
                </c:pt>
                <c:pt idx="62">
                  <c:v>113.37</c:v>
                </c:pt>
                <c:pt idx="63">
                  <c:v>114.98</c:v>
                </c:pt>
                <c:pt idx="64">
                  <c:v>114.67</c:v>
                </c:pt>
                <c:pt idx="65">
                  <c:v>114.81</c:v>
                </c:pt>
                <c:pt idx="66">
                  <c:v>122.47</c:v>
                </c:pt>
                <c:pt idx="67">
                  <c:v>129.83000000000001</c:v>
                </c:pt>
                <c:pt idx="68">
                  <c:v>129.46</c:v>
                </c:pt>
                <c:pt idx="69">
                  <c:v>135.30000000000001</c:v>
                </c:pt>
                <c:pt idx="70">
                  <c:v>132.30000000000001</c:v>
                </c:pt>
                <c:pt idx="71">
                  <c:v>139.28</c:v>
                </c:pt>
                <c:pt idx="72">
                  <c:v>144.91</c:v>
                </c:pt>
                <c:pt idx="73">
                  <c:v>147.13</c:v>
                </c:pt>
                <c:pt idx="74">
                  <c:v>136.29</c:v>
                </c:pt>
                <c:pt idx="75">
                  <c:v>130.69</c:v>
                </c:pt>
                <c:pt idx="76">
                  <c:v>129.77000000000001</c:v>
                </c:pt>
                <c:pt idx="77">
                  <c:v>135.55000000000001</c:v>
                </c:pt>
                <c:pt idx="78">
                  <c:v>132.94</c:v>
                </c:pt>
                <c:pt idx="79">
                  <c:v>137.44</c:v>
                </c:pt>
                <c:pt idx="80">
                  <c:v>139.53</c:v>
                </c:pt>
                <c:pt idx="81">
                  <c:v>144.79</c:v>
                </c:pt>
                <c:pt idx="82">
                  <c:v>142.97999999999999</c:v>
                </c:pt>
                <c:pt idx="83">
                  <c:v>145.21</c:v>
                </c:pt>
                <c:pt idx="84">
                  <c:v>149.72999999999999</c:v>
                </c:pt>
                <c:pt idx="85">
                  <c:v>151.21</c:v>
                </c:pt>
                <c:pt idx="86">
                  <c:v>148.16999999999999</c:v>
                </c:pt>
                <c:pt idx="87">
                  <c:v>142.1</c:v>
                </c:pt>
                <c:pt idx="88">
                  <c:v>146.99</c:v>
                </c:pt>
                <c:pt idx="89">
                  <c:v>150.58000000000001</c:v>
                </c:pt>
                <c:pt idx="90">
                  <c:v>151.65</c:v>
                </c:pt>
                <c:pt idx="91">
                  <c:v>154.82</c:v>
                </c:pt>
                <c:pt idx="92">
                  <c:v>156.88</c:v>
                </c:pt>
                <c:pt idx="93">
                  <c:v>161.13999999999999</c:v>
                </c:pt>
                <c:pt idx="94">
                  <c:v>150.76</c:v>
                </c:pt>
                <c:pt idx="95">
                  <c:v>146.97</c:v>
                </c:pt>
                <c:pt idx="96">
                  <c:v>143.76</c:v>
                </c:pt>
                <c:pt idx="97">
                  <c:v>152.08000000000001</c:v>
                </c:pt>
                <c:pt idx="98">
                  <c:v>150.13</c:v>
                </c:pt>
                <c:pt idx="99">
                  <c:v>157</c:v>
                </c:pt>
                <c:pt idx="100">
                  <c:v>154.63</c:v>
                </c:pt>
                <c:pt idx="101">
                  <c:v>151.29</c:v>
                </c:pt>
                <c:pt idx="102">
                  <c:v>149.18</c:v>
                </c:pt>
                <c:pt idx="103">
                  <c:v>144.52000000000001</c:v>
                </c:pt>
                <c:pt idx="104">
                  <c:v>142.72999999999999</c:v>
                </c:pt>
                <c:pt idx="105">
                  <c:v>142.85</c:v>
                </c:pt>
                <c:pt idx="106">
                  <c:v>150.47999999999999</c:v>
                </c:pt>
                <c:pt idx="107">
                  <c:v>147.22</c:v>
                </c:pt>
                <c:pt idx="108">
                  <c:v>147.11000000000001</c:v>
                </c:pt>
                <c:pt idx="109">
                  <c:v>154.22</c:v>
                </c:pt>
                <c:pt idx="110">
                  <c:v>154.80000000000001</c:v>
                </c:pt>
                <c:pt idx="111">
                  <c:v>156.93</c:v>
                </c:pt>
                <c:pt idx="112">
                  <c:v>155.06</c:v>
                </c:pt>
                <c:pt idx="113">
                  <c:v>157.44999999999999</c:v>
                </c:pt>
                <c:pt idx="114">
                  <c:v>158.32</c:v>
                </c:pt>
                <c:pt idx="115">
                  <c:v>157.12</c:v>
                </c:pt>
                <c:pt idx="116">
                  <c:v>159.49</c:v>
                </c:pt>
                <c:pt idx="117">
                  <c:v>162.71</c:v>
                </c:pt>
                <c:pt idx="118">
                  <c:v>156.68</c:v>
                </c:pt>
                <c:pt idx="119">
                  <c:v>160.16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BF-4C65-AB2B-17F8D0307992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17"/>
                <c:pt idx="0">
                  <c:v>2016-10-03</c:v>
                </c:pt>
                <c:pt idx="1">
                  <c:v>2016-11-01</c:v>
                </c:pt>
                <c:pt idx="2">
                  <c:v>2016-12-01</c:v>
                </c:pt>
                <c:pt idx="3">
                  <c:v>2017-01-03</c:v>
                </c:pt>
                <c:pt idx="4">
                  <c:v>2017-02-01</c:v>
                </c:pt>
                <c:pt idx="5">
                  <c:v>2017-03-01</c:v>
                </c:pt>
                <c:pt idx="6">
                  <c:v>2017-04-03</c:v>
                </c:pt>
                <c:pt idx="7">
                  <c:v>2017-05-01</c:v>
                </c:pt>
                <c:pt idx="8">
                  <c:v>2017-06-01</c:v>
                </c:pt>
                <c:pt idx="9">
                  <c:v>2017-07-03</c:v>
                </c:pt>
                <c:pt idx="10">
                  <c:v>2017-08-01</c:v>
                </c:pt>
                <c:pt idx="11">
                  <c:v>2017-09-01</c:v>
                </c:pt>
                <c:pt idx="12">
                  <c:v>2017-10-02</c:v>
                </c:pt>
                <c:pt idx="13">
                  <c:v>2017-11-01</c:v>
                </c:pt>
                <c:pt idx="14">
                  <c:v>2017-12-01</c:v>
                </c:pt>
                <c:pt idx="15">
                  <c:v>2018-01-02</c:v>
                </c:pt>
                <c:pt idx="16">
                  <c:v>2018-02-01</c:v>
                </c:pt>
                <c:pt idx="17">
                  <c:v>2018-03-01</c:v>
                </c:pt>
                <c:pt idx="18">
                  <c:v>2018-04-02</c:v>
                </c:pt>
                <c:pt idx="19">
                  <c:v>2018-05-01</c:v>
                </c:pt>
                <c:pt idx="20">
                  <c:v>2018-06-01</c:v>
                </c:pt>
                <c:pt idx="21">
                  <c:v>2018-07-02</c:v>
                </c:pt>
                <c:pt idx="22">
                  <c:v>2018-08-01</c:v>
                </c:pt>
                <c:pt idx="23">
                  <c:v>2018-09-04</c:v>
                </c:pt>
                <c:pt idx="24">
                  <c:v>2018-10-01</c:v>
                </c:pt>
                <c:pt idx="25">
                  <c:v>2018-11-01</c:v>
                </c:pt>
                <c:pt idx="26">
                  <c:v>2018-12-03</c:v>
                </c:pt>
                <c:pt idx="27">
                  <c:v>2019-01-02</c:v>
                </c:pt>
                <c:pt idx="28">
                  <c:v>2019-02-01</c:v>
                </c:pt>
                <c:pt idx="29">
                  <c:v>2019-03-01</c:v>
                </c:pt>
                <c:pt idx="30">
                  <c:v>2019-04-01</c:v>
                </c:pt>
                <c:pt idx="31">
                  <c:v>2019-05-01</c:v>
                </c:pt>
                <c:pt idx="32">
                  <c:v>2019-06-03</c:v>
                </c:pt>
                <c:pt idx="33">
                  <c:v>2019-07-01</c:v>
                </c:pt>
                <c:pt idx="34">
                  <c:v>2019-08-01</c:v>
                </c:pt>
                <c:pt idx="35">
                  <c:v>2019-09-03</c:v>
                </c:pt>
                <c:pt idx="36">
                  <c:v>2019-10-01</c:v>
                </c:pt>
                <c:pt idx="37">
                  <c:v>2019-11-01</c:v>
                </c:pt>
                <c:pt idx="38">
                  <c:v>2019-12-02</c:v>
                </c:pt>
                <c:pt idx="39">
                  <c:v>2020-01-02</c:v>
                </c:pt>
                <c:pt idx="40">
                  <c:v>2020-02-03</c:v>
                </c:pt>
                <c:pt idx="41">
                  <c:v>2020-03-02</c:v>
                </c:pt>
                <c:pt idx="42">
                  <c:v>2020-04-01</c:v>
                </c:pt>
                <c:pt idx="43">
                  <c:v>2020-05-01</c:v>
                </c:pt>
                <c:pt idx="44">
                  <c:v>2020-06-01</c:v>
                </c:pt>
                <c:pt idx="45">
                  <c:v>2020-07-01</c:v>
                </c:pt>
                <c:pt idx="46">
                  <c:v>2020-08-03</c:v>
                </c:pt>
                <c:pt idx="47">
                  <c:v>2020-09-01</c:v>
                </c:pt>
                <c:pt idx="48">
                  <c:v>2020-10-01</c:v>
                </c:pt>
                <c:pt idx="49">
                  <c:v>2020-11-02</c:v>
                </c:pt>
                <c:pt idx="50">
                  <c:v>2020-12-01</c:v>
                </c:pt>
                <c:pt idx="51">
                  <c:v>2021-01-04</c:v>
                </c:pt>
                <c:pt idx="52">
                  <c:v>2021-02-01</c:v>
                </c:pt>
                <c:pt idx="53">
                  <c:v>2021-03-01</c:v>
                </c:pt>
                <c:pt idx="54">
                  <c:v>2021-04-01</c:v>
                </c:pt>
                <c:pt idx="55">
                  <c:v>2021-05-03</c:v>
                </c:pt>
                <c:pt idx="56">
                  <c:v>2021-06-01</c:v>
                </c:pt>
                <c:pt idx="57">
                  <c:v>2021-07-01</c:v>
                </c:pt>
                <c:pt idx="58">
                  <c:v>2021-08-02</c:v>
                </c:pt>
                <c:pt idx="59">
                  <c:v>2021-09-01</c:v>
                </c:pt>
                <c:pt idx="60">
                  <c:v>2021-10-01</c:v>
                </c:pt>
                <c:pt idx="61">
                  <c:v>2021-11-01</c:v>
                </c:pt>
                <c:pt idx="62">
                  <c:v>2021-12-01</c:v>
                </c:pt>
                <c:pt idx="63">
                  <c:v>2022-01-03</c:v>
                </c:pt>
                <c:pt idx="64">
                  <c:v>2022-02-01</c:v>
                </c:pt>
                <c:pt idx="65">
                  <c:v>2022-03-01</c:v>
                </c:pt>
                <c:pt idx="66">
                  <c:v>2022-04-01</c:v>
                </c:pt>
                <c:pt idx="67">
                  <c:v>2022-05-02</c:v>
                </c:pt>
                <c:pt idx="68">
                  <c:v>2022-06-01</c:v>
                </c:pt>
                <c:pt idx="69">
                  <c:v>2022-07-01</c:v>
                </c:pt>
                <c:pt idx="70">
                  <c:v>2022-08-01</c:v>
                </c:pt>
                <c:pt idx="71">
                  <c:v>2022-09-01</c:v>
                </c:pt>
                <c:pt idx="72">
                  <c:v>2022-10-03</c:v>
                </c:pt>
                <c:pt idx="73">
                  <c:v>2022-11-01</c:v>
                </c:pt>
                <c:pt idx="74">
                  <c:v>2022-12-01</c:v>
                </c:pt>
                <c:pt idx="75">
                  <c:v>2023-01-03</c:v>
                </c:pt>
                <c:pt idx="76">
                  <c:v>2023-02-01</c:v>
                </c:pt>
                <c:pt idx="77">
                  <c:v>2023-03-01</c:v>
                </c:pt>
                <c:pt idx="78">
                  <c:v>2023-04-03</c:v>
                </c:pt>
                <c:pt idx="79">
                  <c:v>2023-05-01</c:v>
                </c:pt>
                <c:pt idx="80">
                  <c:v>2023-06-01</c:v>
                </c:pt>
                <c:pt idx="81">
                  <c:v>2023-07-03</c:v>
                </c:pt>
                <c:pt idx="82">
                  <c:v>2023-08-01</c:v>
                </c:pt>
                <c:pt idx="83">
                  <c:v>2023-09-01</c:v>
                </c:pt>
                <c:pt idx="84">
                  <c:v>2023-10-02</c:v>
                </c:pt>
                <c:pt idx="85">
                  <c:v>2023-11-01</c:v>
                </c:pt>
                <c:pt idx="86">
                  <c:v>2023-12-01</c:v>
                </c:pt>
                <c:pt idx="87">
                  <c:v>2024-01-02</c:v>
                </c:pt>
                <c:pt idx="88">
                  <c:v>2024-02-01</c:v>
                </c:pt>
                <c:pt idx="89">
                  <c:v>2024-03-01</c:v>
                </c:pt>
                <c:pt idx="90">
                  <c:v>2024-04-01</c:v>
                </c:pt>
                <c:pt idx="91">
                  <c:v>2024-05-01</c:v>
                </c:pt>
                <c:pt idx="92">
                  <c:v>2024-06-03</c:v>
                </c:pt>
                <c:pt idx="93">
                  <c:v>2024-07-01</c:v>
                </c:pt>
                <c:pt idx="94">
                  <c:v>2024-08-01</c:v>
                </c:pt>
                <c:pt idx="95">
                  <c:v>2024-09-03</c:v>
                </c:pt>
                <c:pt idx="96">
                  <c:v>2024-10-01</c:v>
                </c:pt>
                <c:pt idx="97">
                  <c:v>2024-11-01</c:v>
                </c:pt>
                <c:pt idx="98">
                  <c:v>2024-12-02</c:v>
                </c:pt>
                <c:pt idx="99">
                  <c:v>2025-01-02</c:v>
                </c:pt>
                <c:pt idx="100">
                  <c:v>2025-02-03</c:v>
                </c:pt>
                <c:pt idx="101">
                  <c:v>2025-03-03</c:v>
                </c:pt>
                <c:pt idx="102">
                  <c:v>2025-04-01</c:v>
                </c:pt>
                <c:pt idx="103">
                  <c:v>2025-05-01</c:v>
                </c:pt>
                <c:pt idx="104">
                  <c:v>2025-06-02</c:v>
                </c:pt>
                <c:pt idx="105">
                  <c:v>2025-07-01</c:v>
                </c:pt>
                <c:pt idx="106">
                  <c:v>2025-08-01</c:v>
                </c:pt>
                <c:pt idx="107">
                  <c:v>2025-09-02</c:v>
                </c:pt>
                <c:pt idx="108">
                  <c:v>2025-10-01</c:v>
                </c:pt>
                <c:pt idx="109">
                  <c:v>2025-11-03</c:v>
                </c:pt>
                <c:pt idx="110">
                  <c:v>2025-12-01</c:v>
                </c:pt>
                <c:pt idx="111">
                  <c:v>2026-01-02</c:v>
                </c:pt>
                <c:pt idx="112">
                  <c:v>2026-02-02</c:v>
                </c:pt>
                <c:pt idx="113">
                  <c:v>2026-03-02</c:v>
                </c:pt>
                <c:pt idx="114">
                  <c:v>2026-04-01</c:v>
                </c:pt>
                <c:pt idx="115">
                  <c:v>2026-05-01</c:v>
                </c:pt>
                <c:pt idx="116">
                  <c:v>2026-06-01</c:v>
                </c:pt>
              </c:strCache>
            </c:strRef>
          </c:cat>
          <c:val>
            <c:numRef>
              <c:f>Planilha1!$C$2:$C$121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BF-4C65-AB2B-17F8D0307992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17"/>
                <c:pt idx="0">
                  <c:v>2016-10-03</c:v>
                </c:pt>
                <c:pt idx="1">
                  <c:v>2016-11-01</c:v>
                </c:pt>
                <c:pt idx="2">
                  <c:v>2016-12-01</c:v>
                </c:pt>
                <c:pt idx="3">
                  <c:v>2017-01-03</c:v>
                </c:pt>
                <c:pt idx="4">
                  <c:v>2017-02-01</c:v>
                </c:pt>
                <c:pt idx="5">
                  <c:v>2017-03-01</c:v>
                </c:pt>
                <c:pt idx="6">
                  <c:v>2017-04-03</c:v>
                </c:pt>
                <c:pt idx="7">
                  <c:v>2017-05-01</c:v>
                </c:pt>
                <c:pt idx="8">
                  <c:v>2017-06-01</c:v>
                </c:pt>
                <c:pt idx="9">
                  <c:v>2017-07-03</c:v>
                </c:pt>
                <c:pt idx="10">
                  <c:v>2017-08-01</c:v>
                </c:pt>
                <c:pt idx="11">
                  <c:v>2017-09-01</c:v>
                </c:pt>
                <c:pt idx="12">
                  <c:v>2017-10-02</c:v>
                </c:pt>
                <c:pt idx="13">
                  <c:v>2017-11-01</c:v>
                </c:pt>
                <c:pt idx="14">
                  <c:v>2017-12-01</c:v>
                </c:pt>
                <c:pt idx="15">
                  <c:v>2018-01-02</c:v>
                </c:pt>
                <c:pt idx="16">
                  <c:v>2018-02-01</c:v>
                </c:pt>
                <c:pt idx="17">
                  <c:v>2018-03-01</c:v>
                </c:pt>
                <c:pt idx="18">
                  <c:v>2018-04-02</c:v>
                </c:pt>
                <c:pt idx="19">
                  <c:v>2018-05-01</c:v>
                </c:pt>
                <c:pt idx="20">
                  <c:v>2018-06-01</c:v>
                </c:pt>
                <c:pt idx="21">
                  <c:v>2018-07-02</c:v>
                </c:pt>
                <c:pt idx="22">
                  <c:v>2018-08-01</c:v>
                </c:pt>
                <c:pt idx="23">
                  <c:v>2018-09-04</c:v>
                </c:pt>
                <c:pt idx="24">
                  <c:v>2018-10-01</c:v>
                </c:pt>
                <c:pt idx="25">
                  <c:v>2018-11-01</c:v>
                </c:pt>
                <c:pt idx="26">
                  <c:v>2018-12-03</c:v>
                </c:pt>
                <c:pt idx="27">
                  <c:v>2019-01-02</c:v>
                </c:pt>
                <c:pt idx="28">
                  <c:v>2019-02-01</c:v>
                </c:pt>
                <c:pt idx="29">
                  <c:v>2019-03-01</c:v>
                </c:pt>
                <c:pt idx="30">
                  <c:v>2019-04-01</c:v>
                </c:pt>
                <c:pt idx="31">
                  <c:v>2019-05-01</c:v>
                </c:pt>
                <c:pt idx="32">
                  <c:v>2019-06-03</c:v>
                </c:pt>
                <c:pt idx="33">
                  <c:v>2019-07-01</c:v>
                </c:pt>
                <c:pt idx="34">
                  <c:v>2019-08-01</c:v>
                </c:pt>
                <c:pt idx="35">
                  <c:v>2019-09-03</c:v>
                </c:pt>
                <c:pt idx="36">
                  <c:v>2019-10-01</c:v>
                </c:pt>
                <c:pt idx="37">
                  <c:v>2019-11-01</c:v>
                </c:pt>
                <c:pt idx="38">
                  <c:v>2019-12-02</c:v>
                </c:pt>
                <c:pt idx="39">
                  <c:v>2020-01-02</c:v>
                </c:pt>
                <c:pt idx="40">
                  <c:v>2020-02-03</c:v>
                </c:pt>
                <c:pt idx="41">
                  <c:v>2020-03-02</c:v>
                </c:pt>
                <c:pt idx="42">
                  <c:v>2020-04-01</c:v>
                </c:pt>
                <c:pt idx="43">
                  <c:v>2020-05-01</c:v>
                </c:pt>
                <c:pt idx="44">
                  <c:v>2020-06-01</c:v>
                </c:pt>
                <c:pt idx="45">
                  <c:v>2020-07-01</c:v>
                </c:pt>
                <c:pt idx="46">
                  <c:v>2020-08-03</c:v>
                </c:pt>
                <c:pt idx="47">
                  <c:v>2020-09-01</c:v>
                </c:pt>
                <c:pt idx="48">
                  <c:v>2020-10-01</c:v>
                </c:pt>
                <c:pt idx="49">
                  <c:v>2020-11-02</c:v>
                </c:pt>
                <c:pt idx="50">
                  <c:v>2020-12-01</c:v>
                </c:pt>
                <c:pt idx="51">
                  <c:v>2021-01-04</c:v>
                </c:pt>
                <c:pt idx="52">
                  <c:v>2021-02-01</c:v>
                </c:pt>
                <c:pt idx="53">
                  <c:v>2021-03-01</c:v>
                </c:pt>
                <c:pt idx="54">
                  <c:v>2021-04-01</c:v>
                </c:pt>
                <c:pt idx="55">
                  <c:v>2021-05-03</c:v>
                </c:pt>
                <c:pt idx="56">
                  <c:v>2021-06-01</c:v>
                </c:pt>
                <c:pt idx="57">
                  <c:v>2021-07-01</c:v>
                </c:pt>
                <c:pt idx="58">
                  <c:v>2021-08-02</c:v>
                </c:pt>
                <c:pt idx="59">
                  <c:v>2021-09-01</c:v>
                </c:pt>
                <c:pt idx="60">
                  <c:v>2021-10-01</c:v>
                </c:pt>
                <c:pt idx="61">
                  <c:v>2021-11-01</c:v>
                </c:pt>
                <c:pt idx="62">
                  <c:v>2021-12-01</c:v>
                </c:pt>
                <c:pt idx="63">
                  <c:v>2022-01-03</c:v>
                </c:pt>
                <c:pt idx="64">
                  <c:v>2022-02-01</c:v>
                </c:pt>
                <c:pt idx="65">
                  <c:v>2022-03-01</c:v>
                </c:pt>
                <c:pt idx="66">
                  <c:v>2022-04-01</c:v>
                </c:pt>
                <c:pt idx="67">
                  <c:v>2022-05-02</c:v>
                </c:pt>
                <c:pt idx="68">
                  <c:v>2022-06-01</c:v>
                </c:pt>
                <c:pt idx="69">
                  <c:v>2022-07-01</c:v>
                </c:pt>
                <c:pt idx="70">
                  <c:v>2022-08-01</c:v>
                </c:pt>
                <c:pt idx="71">
                  <c:v>2022-09-01</c:v>
                </c:pt>
                <c:pt idx="72">
                  <c:v>2022-10-03</c:v>
                </c:pt>
                <c:pt idx="73">
                  <c:v>2022-11-01</c:v>
                </c:pt>
                <c:pt idx="74">
                  <c:v>2022-12-01</c:v>
                </c:pt>
                <c:pt idx="75">
                  <c:v>2023-01-03</c:v>
                </c:pt>
                <c:pt idx="76">
                  <c:v>2023-02-01</c:v>
                </c:pt>
                <c:pt idx="77">
                  <c:v>2023-03-01</c:v>
                </c:pt>
                <c:pt idx="78">
                  <c:v>2023-04-03</c:v>
                </c:pt>
                <c:pt idx="79">
                  <c:v>2023-05-01</c:v>
                </c:pt>
                <c:pt idx="80">
                  <c:v>2023-06-01</c:v>
                </c:pt>
                <c:pt idx="81">
                  <c:v>2023-07-03</c:v>
                </c:pt>
                <c:pt idx="82">
                  <c:v>2023-08-01</c:v>
                </c:pt>
                <c:pt idx="83">
                  <c:v>2023-09-01</c:v>
                </c:pt>
                <c:pt idx="84">
                  <c:v>2023-10-02</c:v>
                </c:pt>
                <c:pt idx="85">
                  <c:v>2023-11-01</c:v>
                </c:pt>
                <c:pt idx="86">
                  <c:v>2023-12-01</c:v>
                </c:pt>
                <c:pt idx="87">
                  <c:v>2024-01-02</c:v>
                </c:pt>
                <c:pt idx="88">
                  <c:v>2024-02-01</c:v>
                </c:pt>
                <c:pt idx="89">
                  <c:v>2024-03-01</c:v>
                </c:pt>
                <c:pt idx="90">
                  <c:v>2024-04-01</c:v>
                </c:pt>
                <c:pt idx="91">
                  <c:v>2024-05-01</c:v>
                </c:pt>
                <c:pt idx="92">
                  <c:v>2024-06-03</c:v>
                </c:pt>
                <c:pt idx="93">
                  <c:v>2024-07-01</c:v>
                </c:pt>
                <c:pt idx="94">
                  <c:v>2024-08-01</c:v>
                </c:pt>
                <c:pt idx="95">
                  <c:v>2024-09-03</c:v>
                </c:pt>
                <c:pt idx="96">
                  <c:v>2024-10-01</c:v>
                </c:pt>
                <c:pt idx="97">
                  <c:v>2024-11-01</c:v>
                </c:pt>
                <c:pt idx="98">
                  <c:v>2024-12-02</c:v>
                </c:pt>
                <c:pt idx="99">
                  <c:v>2025-01-02</c:v>
                </c:pt>
                <c:pt idx="100">
                  <c:v>2025-02-03</c:v>
                </c:pt>
                <c:pt idx="101">
                  <c:v>2025-03-03</c:v>
                </c:pt>
                <c:pt idx="102">
                  <c:v>2025-04-01</c:v>
                </c:pt>
                <c:pt idx="103">
                  <c:v>2025-05-01</c:v>
                </c:pt>
                <c:pt idx="104">
                  <c:v>2025-06-02</c:v>
                </c:pt>
                <c:pt idx="105">
                  <c:v>2025-07-01</c:v>
                </c:pt>
                <c:pt idx="106">
                  <c:v>2025-08-01</c:v>
                </c:pt>
                <c:pt idx="107">
                  <c:v>2025-09-02</c:v>
                </c:pt>
                <c:pt idx="108">
                  <c:v>2025-10-01</c:v>
                </c:pt>
                <c:pt idx="109">
                  <c:v>2025-11-03</c:v>
                </c:pt>
                <c:pt idx="110">
                  <c:v>2025-12-01</c:v>
                </c:pt>
                <c:pt idx="111">
                  <c:v>2026-01-02</c:v>
                </c:pt>
                <c:pt idx="112">
                  <c:v>2026-02-02</c:v>
                </c:pt>
                <c:pt idx="113">
                  <c:v>2026-03-02</c:v>
                </c:pt>
                <c:pt idx="114">
                  <c:v>2026-04-01</c:v>
                </c:pt>
                <c:pt idx="115">
                  <c:v>2026-05-01</c:v>
                </c:pt>
                <c:pt idx="116">
                  <c:v>2026-06-01</c:v>
                </c:pt>
              </c:strCache>
            </c:strRef>
          </c:cat>
          <c:val>
            <c:numRef>
              <c:f>Planilha1!$D$2:$D$121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BF-4C65-AB2B-17F8D03079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3779280"/>
        <c:axId val="1255354640"/>
      </c:lineChart>
      <c:catAx>
        <c:axId val="12437792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5354640"/>
        <c:crosses val="autoZero"/>
        <c:auto val="1"/>
        <c:lblAlgn val="ctr"/>
        <c:lblOffset val="100"/>
        <c:noMultiLvlLbl val="0"/>
      </c:catAx>
      <c:valAx>
        <c:axId val="1255354640"/>
        <c:scaling>
          <c:orientation val="minMax"/>
          <c:min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124377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Nikkei 225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</c:v>
                </c:pt>
                <c:pt idx="1">
                  <c:v>2016-11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2019-09</c:v>
                </c:pt>
                <c:pt idx="36">
                  <c:v>2019-10</c:v>
                </c:pt>
                <c:pt idx="37">
                  <c:v>2019-11</c:v>
                </c:pt>
                <c:pt idx="38">
                  <c:v>2019-12</c:v>
                </c:pt>
                <c:pt idx="39">
                  <c:v>2020-01</c:v>
                </c:pt>
                <c:pt idx="40">
                  <c:v>2020-02</c:v>
                </c:pt>
                <c:pt idx="41">
                  <c:v>2020-03</c:v>
                </c:pt>
                <c:pt idx="42">
                  <c:v>2020-04</c:v>
                </c:pt>
                <c:pt idx="43">
                  <c:v>2020-05</c:v>
                </c:pt>
                <c:pt idx="44">
                  <c:v>2020-06</c:v>
                </c:pt>
                <c:pt idx="45">
                  <c:v>2020-07</c:v>
                </c:pt>
                <c:pt idx="46">
                  <c:v>2020-08</c:v>
                </c:pt>
                <c:pt idx="47">
                  <c:v>2020-09</c:v>
                </c:pt>
                <c:pt idx="48">
                  <c:v>2020-10</c:v>
                </c:pt>
                <c:pt idx="49">
                  <c:v>2020-11</c:v>
                </c:pt>
                <c:pt idx="50">
                  <c:v>2020-12</c:v>
                </c:pt>
                <c:pt idx="51">
                  <c:v>2021-01</c:v>
                </c:pt>
                <c:pt idx="52">
                  <c:v>2021-02</c:v>
                </c:pt>
                <c:pt idx="53">
                  <c:v>2021-03</c:v>
                </c:pt>
                <c:pt idx="54">
                  <c:v>2021-04</c:v>
                </c:pt>
                <c:pt idx="55">
                  <c:v>2021-05</c:v>
                </c:pt>
                <c:pt idx="56">
                  <c:v>2021-06</c:v>
                </c:pt>
                <c:pt idx="57">
                  <c:v>2021-07</c:v>
                </c:pt>
                <c:pt idx="58">
                  <c:v>2021-08</c:v>
                </c:pt>
                <c:pt idx="59">
                  <c:v>2021-09</c:v>
                </c:pt>
                <c:pt idx="60">
                  <c:v>2021-10</c:v>
                </c:pt>
                <c:pt idx="61">
                  <c:v>2021-11</c:v>
                </c:pt>
                <c:pt idx="62">
                  <c:v>2021-12</c:v>
                </c:pt>
                <c:pt idx="63">
                  <c:v>2022-01</c:v>
                </c:pt>
                <c:pt idx="64">
                  <c:v>2022-02</c:v>
                </c:pt>
                <c:pt idx="65">
                  <c:v>2022-03</c:v>
                </c:pt>
                <c:pt idx="66">
                  <c:v>2022-04</c:v>
                </c:pt>
                <c:pt idx="67">
                  <c:v>2022-05</c:v>
                </c:pt>
                <c:pt idx="68">
                  <c:v>2022-06</c:v>
                </c:pt>
                <c:pt idx="69">
                  <c:v>2022-07</c:v>
                </c:pt>
                <c:pt idx="70">
                  <c:v>2022-08</c:v>
                </c:pt>
                <c:pt idx="71">
                  <c:v>2022-09</c:v>
                </c:pt>
                <c:pt idx="72">
                  <c:v>2022-10</c:v>
                </c:pt>
                <c:pt idx="73">
                  <c:v>2022-11</c:v>
                </c:pt>
                <c:pt idx="74">
                  <c:v>2022-12</c:v>
                </c:pt>
                <c:pt idx="75">
                  <c:v>2023-01</c:v>
                </c:pt>
                <c:pt idx="76">
                  <c:v>2023-02</c:v>
                </c:pt>
                <c:pt idx="77">
                  <c:v>2023-03</c:v>
                </c:pt>
                <c:pt idx="78">
                  <c:v>2023-04</c:v>
                </c:pt>
                <c:pt idx="79">
                  <c:v>2023-05</c:v>
                </c:pt>
                <c:pt idx="80">
                  <c:v>2023-06</c:v>
                </c:pt>
                <c:pt idx="81">
                  <c:v>2023-07</c:v>
                </c:pt>
                <c:pt idx="82">
                  <c:v>2023-08</c:v>
                </c:pt>
                <c:pt idx="83">
                  <c:v>2023-09</c:v>
                </c:pt>
                <c:pt idx="84">
                  <c:v>2023-10</c:v>
                </c:pt>
                <c:pt idx="85">
                  <c:v>2023-11</c:v>
                </c:pt>
                <c:pt idx="86">
                  <c:v>2023-12</c:v>
                </c:pt>
                <c:pt idx="87">
                  <c:v>2024-01</c:v>
                </c:pt>
                <c:pt idx="88">
                  <c:v>2024-02</c:v>
                </c:pt>
                <c:pt idx="89">
                  <c:v>2024-03</c:v>
                </c:pt>
                <c:pt idx="90">
                  <c:v>2024-04</c:v>
                </c:pt>
                <c:pt idx="91">
                  <c:v>2024-05</c:v>
                </c:pt>
                <c:pt idx="92">
                  <c:v>2024-06</c:v>
                </c:pt>
                <c:pt idx="93">
                  <c:v>2024-07</c:v>
                </c:pt>
                <c:pt idx="94">
                  <c:v>2024-08</c:v>
                </c:pt>
                <c:pt idx="95">
                  <c:v>2024-09</c:v>
                </c:pt>
                <c:pt idx="96">
                  <c:v>2024-10</c:v>
                </c:pt>
                <c:pt idx="97">
                  <c:v>2024-11</c:v>
                </c:pt>
                <c:pt idx="98">
                  <c:v>2024-12</c:v>
                </c:pt>
                <c:pt idx="99">
                  <c:v>2025-01</c:v>
                </c:pt>
                <c:pt idx="100">
                  <c:v>2025-02</c:v>
                </c:pt>
                <c:pt idx="101">
                  <c:v>2025-03</c:v>
                </c:pt>
                <c:pt idx="102">
                  <c:v>2025-04</c:v>
                </c:pt>
                <c:pt idx="103">
                  <c:v>2025-05</c:v>
                </c:pt>
                <c:pt idx="104">
                  <c:v>2025-06</c:v>
                </c:pt>
                <c:pt idx="105">
                  <c:v>2025-07</c:v>
                </c:pt>
                <c:pt idx="106">
                  <c:v>2025-08</c:v>
                </c:pt>
                <c:pt idx="107">
                  <c:v>2025-09</c:v>
                </c:pt>
                <c:pt idx="108">
                  <c:v>2025-10</c:v>
                </c:pt>
                <c:pt idx="109">
                  <c:v>2025-11</c:v>
                </c:pt>
                <c:pt idx="110">
                  <c:v>2025-12</c:v>
                </c:pt>
                <c:pt idx="111">
                  <c:v>2026-01</c:v>
                </c:pt>
                <c:pt idx="112">
                  <c:v>2026-02</c:v>
                </c:pt>
                <c:pt idx="113">
                  <c:v>2026-03</c:v>
                </c:pt>
                <c:pt idx="114">
                  <c:v>2026-04</c:v>
                </c:pt>
                <c:pt idx="115">
                  <c:v>2026-05</c:v>
                </c:pt>
                <c:pt idx="116">
                  <c:v>2026-06</c:v>
                </c:pt>
                <c:pt idx="117">
                  <c:v>2026-07</c:v>
                </c:pt>
                <c:pt idx="118">
                  <c:v>2026-08</c:v>
                </c:pt>
                <c:pt idx="119">
                  <c:v>2026-09</c:v>
                </c:pt>
              </c:strCache>
            </c:strRef>
          </c:cat>
          <c:val>
            <c:numRef>
              <c:f>Planilha1!$B$2:$B$121</c:f>
              <c:numCache>
                <c:formatCode>General</c:formatCode>
                <c:ptCount val="120"/>
                <c:pt idx="0">
                  <c:v>17.42502</c:v>
                </c:pt>
                <c:pt idx="1">
                  <c:v>18.308479999999999</c:v>
                </c:pt>
                <c:pt idx="2">
                  <c:v>19.114369999999997</c:v>
                </c:pt>
                <c:pt idx="3">
                  <c:v>19.041340000000002</c:v>
                </c:pt>
                <c:pt idx="4">
                  <c:v>19.11899</c:v>
                </c:pt>
                <c:pt idx="5">
                  <c:v>18.90926</c:v>
                </c:pt>
                <c:pt idx="6">
                  <c:v>19.196740000000002</c:v>
                </c:pt>
                <c:pt idx="7">
                  <c:v>19.650569999999998</c:v>
                </c:pt>
                <c:pt idx="8">
                  <c:v>20.033429999999999</c:v>
                </c:pt>
                <c:pt idx="9">
                  <c:v>19.925180000000001</c:v>
                </c:pt>
                <c:pt idx="10">
                  <c:v>19.646240000000002</c:v>
                </c:pt>
                <c:pt idx="11">
                  <c:v>20.356279999999998</c:v>
                </c:pt>
                <c:pt idx="12">
                  <c:v>22.011610000000001</c:v>
                </c:pt>
                <c:pt idx="13">
                  <c:v>22.724959999999999</c:v>
                </c:pt>
                <c:pt idx="14">
                  <c:v>22.764939999999999</c:v>
                </c:pt>
                <c:pt idx="15">
                  <c:v>23.098290000000002</c:v>
                </c:pt>
                <c:pt idx="16">
                  <c:v>22.068240000000003</c:v>
                </c:pt>
                <c:pt idx="17">
                  <c:v>21.4543</c:v>
                </c:pt>
                <c:pt idx="18">
                  <c:v>22.467869999999998</c:v>
                </c:pt>
                <c:pt idx="19">
                  <c:v>22.201820000000001</c:v>
                </c:pt>
                <c:pt idx="20">
                  <c:v>22.304509999999997</c:v>
                </c:pt>
                <c:pt idx="21">
                  <c:v>22.553720000000002</c:v>
                </c:pt>
                <c:pt idx="22">
                  <c:v>22.86515</c:v>
                </c:pt>
                <c:pt idx="23">
                  <c:v>24.120039999999999</c:v>
                </c:pt>
                <c:pt idx="24">
                  <c:v>21.920459999999999</c:v>
                </c:pt>
                <c:pt idx="25">
                  <c:v>22.35106</c:v>
                </c:pt>
                <c:pt idx="26">
                  <c:v>20.014770000000002</c:v>
                </c:pt>
                <c:pt idx="27">
                  <c:v>20.773490000000002</c:v>
                </c:pt>
                <c:pt idx="28">
                  <c:v>21.385159999999999</c:v>
                </c:pt>
                <c:pt idx="29">
                  <c:v>21.20581</c:v>
                </c:pt>
                <c:pt idx="30">
                  <c:v>22.25873</c:v>
                </c:pt>
                <c:pt idx="31">
                  <c:v>20.601189999999999</c:v>
                </c:pt>
                <c:pt idx="32">
                  <c:v>21.275919999999999</c:v>
                </c:pt>
                <c:pt idx="33">
                  <c:v>21.521529999999998</c:v>
                </c:pt>
                <c:pt idx="34">
                  <c:v>20.704369999999997</c:v>
                </c:pt>
                <c:pt idx="35">
                  <c:v>21.755839999999999</c:v>
                </c:pt>
                <c:pt idx="36">
                  <c:v>22.927040000000002</c:v>
                </c:pt>
                <c:pt idx="37">
                  <c:v>23.29391</c:v>
                </c:pt>
                <c:pt idx="38">
                  <c:v>23.65662</c:v>
                </c:pt>
                <c:pt idx="39">
                  <c:v>23.205179999999999</c:v>
                </c:pt>
                <c:pt idx="40">
                  <c:v>21.142959999999999</c:v>
                </c:pt>
                <c:pt idx="41">
                  <c:v>18.917009999999998</c:v>
                </c:pt>
                <c:pt idx="42">
                  <c:v>20.19369</c:v>
                </c:pt>
                <c:pt idx="43">
                  <c:v>21.877890000000001</c:v>
                </c:pt>
                <c:pt idx="44">
                  <c:v>22.288139999999999</c:v>
                </c:pt>
                <c:pt idx="45">
                  <c:v>21.71</c:v>
                </c:pt>
                <c:pt idx="46">
                  <c:v>23.139759999999999</c:v>
                </c:pt>
                <c:pt idx="47">
                  <c:v>23.185119999999998</c:v>
                </c:pt>
                <c:pt idx="48">
                  <c:v>22.977130000000002</c:v>
                </c:pt>
                <c:pt idx="49">
                  <c:v>26.433619999999998</c:v>
                </c:pt>
                <c:pt idx="50">
                  <c:v>27.44417</c:v>
                </c:pt>
                <c:pt idx="51">
                  <c:v>27.66339</c:v>
                </c:pt>
                <c:pt idx="52">
                  <c:v>28.966009999999997</c:v>
                </c:pt>
                <c:pt idx="53">
                  <c:v>29.178799999999999</c:v>
                </c:pt>
                <c:pt idx="54">
                  <c:v>28.812630000000002</c:v>
                </c:pt>
                <c:pt idx="55">
                  <c:v>28.860080000000004</c:v>
                </c:pt>
                <c:pt idx="56">
                  <c:v>28.791529999999998</c:v>
                </c:pt>
                <c:pt idx="57">
                  <c:v>27.28359</c:v>
                </c:pt>
                <c:pt idx="58">
                  <c:v>28.08954</c:v>
                </c:pt>
                <c:pt idx="59">
                  <c:v>29.452660000000002</c:v>
                </c:pt>
                <c:pt idx="60">
                  <c:v>28.892689999999998</c:v>
                </c:pt>
                <c:pt idx="61">
                  <c:v>27.821759999999998</c:v>
                </c:pt>
                <c:pt idx="62">
                  <c:v>28.791709999999998</c:v>
                </c:pt>
                <c:pt idx="63">
                  <c:v>27.00198</c:v>
                </c:pt>
                <c:pt idx="64">
                  <c:v>26.526820000000001</c:v>
                </c:pt>
                <c:pt idx="65">
                  <c:v>27.821429999999999</c:v>
                </c:pt>
                <c:pt idx="66">
                  <c:v>26.847900000000003</c:v>
                </c:pt>
                <c:pt idx="67">
                  <c:v>27.279799999999998</c:v>
                </c:pt>
                <c:pt idx="68">
                  <c:v>26.393039999999999</c:v>
                </c:pt>
                <c:pt idx="69">
                  <c:v>27.801639999999999</c:v>
                </c:pt>
                <c:pt idx="70">
                  <c:v>28.091529999999999</c:v>
                </c:pt>
                <c:pt idx="71">
                  <c:v>25.93721</c:v>
                </c:pt>
                <c:pt idx="72">
                  <c:v>27.58746</c:v>
                </c:pt>
                <c:pt idx="73">
                  <c:v>27.968990000000002</c:v>
                </c:pt>
                <c:pt idx="74">
                  <c:v>26.0945</c:v>
                </c:pt>
                <c:pt idx="75">
                  <c:v>27.327110000000001</c:v>
                </c:pt>
                <c:pt idx="76">
                  <c:v>27.44556</c:v>
                </c:pt>
                <c:pt idx="77">
                  <c:v>28.04148</c:v>
                </c:pt>
                <c:pt idx="78">
                  <c:v>28.856439999999999</c:v>
                </c:pt>
                <c:pt idx="79">
                  <c:v>30.887880000000003</c:v>
                </c:pt>
                <c:pt idx="80">
                  <c:v>33.189039999999999</c:v>
                </c:pt>
                <c:pt idx="81">
                  <c:v>33.172220000000003</c:v>
                </c:pt>
                <c:pt idx="82">
                  <c:v>32.619340000000001</c:v>
                </c:pt>
                <c:pt idx="83">
                  <c:v>31.857620000000001</c:v>
                </c:pt>
                <c:pt idx="84">
                  <c:v>30.858849999999997</c:v>
                </c:pt>
                <c:pt idx="85">
                  <c:v>33.486890000000002</c:v>
                </c:pt>
                <c:pt idx="86">
                  <c:v>33.464169999999996</c:v>
                </c:pt>
                <c:pt idx="87">
                  <c:v>36.286709999999999</c:v>
                </c:pt>
                <c:pt idx="88">
                  <c:v>39.16619</c:v>
                </c:pt>
                <c:pt idx="89">
                  <c:v>40.369440000000004</c:v>
                </c:pt>
                <c:pt idx="90">
                  <c:v>38.405660000000005</c:v>
                </c:pt>
                <c:pt idx="91">
                  <c:v>38.487900000000003</c:v>
                </c:pt>
                <c:pt idx="92">
                  <c:v>39.583080000000002</c:v>
                </c:pt>
                <c:pt idx="93">
                  <c:v>39.101819999999996</c:v>
                </c:pt>
                <c:pt idx="94">
                  <c:v>38.647750000000002</c:v>
                </c:pt>
                <c:pt idx="95">
                  <c:v>37.919550000000001</c:v>
                </c:pt>
                <c:pt idx="96">
                  <c:v>39.081249999999997</c:v>
                </c:pt>
                <c:pt idx="97">
                  <c:v>38.208030000000001</c:v>
                </c:pt>
                <c:pt idx="98">
                  <c:v>39.894539999999999</c:v>
                </c:pt>
                <c:pt idx="99">
                  <c:v>39.572489999999995</c:v>
                </c:pt>
                <c:pt idx="100">
                  <c:v>37.155500000000004</c:v>
                </c:pt>
                <c:pt idx="101">
                  <c:v>35.617559999999997</c:v>
                </c:pt>
                <c:pt idx="102">
                  <c:v>36.045379999999994</c:v>
                </c:pt>
                <c:pt idx="103">
                  <c:v>37.9651</c:v>
                </c:pt>
                <c:pt idx="104">
                  <c:v>40.487389999999998</c:v>
                </c:pt>
                <c:pt idx="105">
                  <c:v>41.06982</c:v>
                </c:pt>
                <c:pt idx="106">
                  <c:v>42.718470000000003</c:v>
                </c:pt>
                <c:pt idx="107">
                  <c:v>44.932629999999996</c:v>
                </c:pt>
                <c:pt idx="108">
                  <c:v>52.411339999999996</c:v>
                </c:pt>
                <c:pt idx="109">
                  <c:v>50.253910000000005</c:v>
                </c:pt>
                <c:pt idx="110">
                  <c:v>50.339480000000002</c:v>
                </c:pt>
                <c:pt idx="111">
                  <c:v>53.322849999999995</c:v>
                </c:pt>
                <c:pt idx="112">
                  <c:v>58.850269999999995</c:v>
                </c:pt>
                <c:pt idx="113">
                  <c:v>51.063720000000004</c:v>
                </c:pt>
                <c:pt idx="114">
                  <c:v>59.28492</c:v>
                </c:pt>
                <c:pt idx="115">
                  <c:v>66.329499999999996</c:v>
                </c:pt>
                <c:pt idx="116">
                  <c:v>70.062320000000014</c:v>
                </c:pt>
                <c:pt idx="117">
                  <c:v>64.362020000000001</c:v>
                </c:pt>
                <c:pt idx="118">
                  <c:v>66.31192999999999</c:v>
                </c:pt>
                <c:pt idx="119">
                  <c:v>66.753720000000001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5F-441F-A5D7-C3AADE057E6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</c:v>
                </c:pt>
                <c:pt idx="1">
                  <c:v>2016-11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2019-09</c:v>
                </c:pt>
                <c:pt idx="36">
                  <c:v>2019-10</c:v>
                </c:pt>
                <c:pt idx="37">
                  <c:v>2019-11</c:v>
                </c:pt>
                <c:pt idx="38">
                  <c:v>2019-12</c:v>
                </c:pt>
                <c:pt idx="39">
                  <c:v>2020-01</c:v>
                </c:pt>
                <c:pt idx="40">
                  <c:v>2020-02</c:v>
                </c:pt>
                <c:pt idx="41">
                  <c:v>2020-03</c:v>
                </c:pt>
                <c:pt idx="42">
                  <c:v>2020-04</c:v>
                </c:pt>
                <c:pt idx="43">
                  <c:v>2020-05</c:v>
                </c:pt>
                <c:pt idx="44">
                  <c:v>2020-06</c:v>
                </c:pt>
                <c:pt idx="45">
                  <c:v>2020-07</c:v>
                </c:pt>
                <c:pt idx="46">
                  <c:v>2020-08</c:v>
                </c:pt>
                <c:pt idx="47">
                  <c:v>2020-09</c:v>
                </c:pt>
                <c:pt idx="48">
                  <c:v>2020-10</c:v>
                </c:pt>
                <c:pt idx="49">
                  <c:v>2020-11</c:v>
                </c:pt>
                <c:pt idx="50">
                  <c:v>2020-12</c:v>
                </c:pt>
                <c:pt idx="51">
                  <c:v>2021-01</c:v>
                </c:pt>
                <c:pt idx="52">
                  <c:v>2021-02</c:v>
                </c:pt>
                <c:pt idx="53">
                  <c:v>2021-03</c:v>
                </c:pt>
                <c:pt idx="54">
                  <c:v>2021-04</c:v>
                </c:pt>
                <c:pt idx="55">
                  <c:v>2021-05</c:v>
                </c:pt>
                <c:pt idx="56">
                  <c:v>2021-06</c:v>
                </c:pt>
                <c:pt idx="57">
                  <c:v>2021-07</c:v>
                </c:pt>
                <c:pt idx="58">
                  <c:v>2021-08</c:v>
                </c:pt>
                <c:pt idx="59">
                  <c:v>2021-09</c:v>
                </c:pt>
                <c:pt idx="60">
                  <c:v>2021-10</c:v>
                </c:pt>
                <c:pt idx="61">
                  <c:v>2021-11</c:v>
                </c:pt>
                <c:pt idx="62">
                  <c:v>2021-12</c:v>
                </c:pt>
                <c:pt idx="63">
                  <c:v>2022-01</c:v>
                </c:pt>
                <c:pt idx="64">
                  <c:v>2022-02</c:v>
                </c:pt>
                <c:pt idx="65">
                  <c:v>2022-03</c:v>
                </c:pt>
                <c:pt idx="66">
                  <c:v>2022-04</c:v>
                </c:pt>
                <c:pt idx="67">
                  <c:v>2022-05</c:v>
                </c:pt>
                <c:pt idx="68">
                  <c:v>2022-06</c:v>
                </c:pt>
                <c:pt idx="69">
                  <c:v>2022-07</c:v>
                </c:pt>
                <c:pt idx="70">
                  <c:v>2022-08</c:v>
                </c:pt>
                <c:pt idx="71">
                  <c:v>2022-09</c:v>
                </c:pt>
                <c:pt idx="72">
                  <c:v>2022-10</c:v>
                </c:pt>
                <c:pt idx="73">
                  <c:v>2022-11</c:v>
                </c:pt>
                <c:pt idx="74">
                  <c:v>2022-12</c:v>
                </c:pt>
                <c:pt idx="75">
                  <c:v>2023-01</c:v>
                </c:pt>
                <c:pt idx="76">
                  <c:v>2023-02</c:v>
                </c:pt>
                <c:pt idx="77">
                  <c:v>2023-03</c:v>
                </c:pt>
                <c:pt idx="78">
                  <c:v>2023-04</c:v>
                </c:pt>
                <c:pt idx="79">
                  <c:v>2023-05</c:v>
                </c:pt>
                <c:pt idx="80">
                  <c:v>2023-06</c:v>
                </c:pt>
                <c:pt idx="81">
                  <c:v>2023-07</c:v>
                </c:pt>
                <c:pt idx="82">
                  <c:v>2023-08</c:v>
                </c:pt>
                <c:pt idx="83">
                  <c:v>2023-09</c:v>
                </c:pt>
                <c:pt idx="84">
                  <c:v>2023-10</c:v>
                </c:pt>
                <c:pt idx="85">
                  <c:v>2023-11</c:v>
                </c:pt>
                <c:pt idx="86">
                  <c:v>2023-12</c:v>
                </c:pt>
                <c:pt idx="87">
                  <c:v>2024-01</c:v>
                </c:pt>
                <c:pt idx="88">
                  <c:v>2024-02</c:v>
                </c:pt>
                <c:pt idx="89">
                  <c:v>2024-03</c:v>
                </c:pt>
                <c:pt idx="90">
                  <c:v>2024-04</c:v>
                </c:pt>
                <c:pt idx="91">
                  <c:v>2024-05</c:v>
                </c:pt>
                <c:pt idx="92">
                  <c:v>2024-06</c:v>
                </c:pt>
                <c:pt idx="93">
                  <c:v>2024-07</c:v>
                </c:pt>
                <c:pt idx="94">
                  <c:v>2024-08</c:v>
                </c:pt>
                <c:pt idx="95">
                  <c:v>2024-09</c:v>
                </c:pt>
                <c:pt idx="96">
                  <c:v>2024-10</c:v>
                </c:pt>
                <c:pt idx="97">
                  <c:v>2024-11</c:v>
                </c:pt>
                <c:pt idx="98">
                  <c:v>2024-12</c:v>
                </c:pt>
                <c:pt idx="99">
                  <c:v>2025-01</c:v>
                </c:pt>
                <c:pt idx="100">
                  <c:v>2025-02</c:v>
                </c:pt>
                <c:pt idx="101">
                  <c:v>2025-03</c:v>
                </c:pt>
                <c:pt idx="102">
                  <c:v>2025-04</c:v>
                </c:pt>
                <c:pt idx="103">
                  <c:v>2025-05</c:v>
                </c:pt>
                <c:pt idx="104">
                  <c:v>2025-06</c:v>
                </c:pt>
                <c:pt idx="105">
                  <c:v>2025-07</c:v>
                </c:pt>
                <c:pt idx="106">
                  <c:v>2025-08</c:v>
                </c:pt>
                <c:pt idx="107">
                  <c:v>2025-09</c:v>
                </c:pt>
                <c:pt idx="108">
                  <c:v>2025-10</c:v>
                </c:pt>
                <c:pt idx="109">
                  <c:v>2025-11</c:v>
                </c:pt>
                <c:pt idx="110">
                  <c:v>2025-12</c:v>
                </c:pt>
                <c:pt idx="111">
                  <c:v>2026-01</c:v>
                </c:pt>
                <c:pt idx="112">
                  <c:v>2026-02</c:v>
                </c:pt>
                <c:pt idx="113">
                  <c:v>2026-03</c:v>
                </c:pt>
                <c:pt idx="114">
                  <c:v>2026-04</c:v>
                </c:pt>
                <c:pt idx="115">
                  <c:v>2026-05</c:v>
                </c:pt>
                <c:pt idx="116">
                  <c:v>2026-06</c:v>
                </c:pt>
                <c:pt idx="117">
                  <c:v>2026-07</c:v>
                </c:pt>
                <c:pt idx="118">
                  <c:v>2026-08</c:v>
                </c:pt>
                <c:pt idx="119">
                  <c:v>2026-09</c:v>
                </c:pt>
              </c:strCache>
            </c:strRef>
          </c:cat>
          <c:val>
            <c:numRef>
              <c:f>Planilha1!$C$2:$C$121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5F-441F-A5D7-C3AADE057E6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Planilha1!$A$2:$A$121</c:f>
              <c:strCache>
                <c:ptCount val="120"/>
                <c:pt idx="0">
                  <c:v>2016-10</c:v>
                </c:pt>
                <c:pt idx="1">
                  <c:v>2016-11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2019-09</c:v>
                </c:pt>
                <c:pt idx="36">
                  <c:v>2019-10</c:v>
                </c:pt>
                <c:pt idx="37">
                  <c:v>2019-11</c:v>
                </c:pt>
                <c:pt idx="38">
                  <c:v>2019-12</c:v>
                </c:pt>
                <c:pt idx="39">
                  <c:v>2020-01</c:v>
                </c:pt>
                <c:pt idx="40">
                  <c:v>2020-02</c:v>
                </c:pt>
                <c:pt idx="41">
                  <c:v>2020-03</c:v>
                </c:pt>
                <c:pt idx="42">
                  <c:v>2020-04</c:v>
                </c:pt>
                <c:pt idx="43">
                  <c:v>2020-05</c:v>
                </c:pt>
                <c:pt idx="44">
                  <c:v>2020-06</c:v>
                </c:pt>
                <c:pt idx="45">
                  <c:v>2020-07</c:v>
                </c:pt>
                <c:pt idx="46">
                  <c:v>2020-08</c:v>
                </c:pt>
                <c:pt idx="47">
                  <c:v>2020-09</c:v>
                </c:pt>
                <c:pt idx="48">
                  <c:v>2020-10</c:v>
                </c:pt>
                <c:pt idx="49">
                  <c:v>2020-11</c:v>
                </c:pt>
                <c:pt idx="50">
                  <c:v>2020-12</c:v>
                </c:pt>
                <c:pt idx="51">
                  <c:v>2021-01</c:v>
                </c:pt>
                <c:pt idx="52">
                  <c:v>2021-02</c:v>
                </c:pt>
                <c:pt idx="53">
                  <c:v>2021-03</c:v>
                </c:pt>
                <c:pt idx="54">
                  <c:v>2021-04</c:v>
                </c:pt>
                <c:pt idx="55">
                  <c:v>2021-05</c:v>
                </c:pt>
                <c:pt idx="56">
                  <c:v>2021-06</c:v>
                </c:pt>
                <c:pt idx="57">
                  <c:v>2021-07</c:v>
                </c:pt>
                <c:pt idx="58">
                  <c:v>2021-08</c:v>
                </c:pt>
                <c:pt idx="59">
                  <c:v>2021-09</c:v>
                </c:pt>
                <c:pt idx="60">
                  <c:v>2021-10</c:v>
                </c:pt>
                <c:pt idx="61">
                  <c:v>2021-11</c:v>
                </c:pt>
                <c:pt idx="62">
                  <c:v>2021-12</c:v>
                </c:pt>
                <c:pt idx="63">
                  <c:v>2022-01</c:v>
                </c:pt>
                <c:pt idx="64">
                  <c:v>2022-02</c:v>
                </c:pt>
                <c:pt idx="65">
                  <c:v>2022-03</c:v>
                </c:pt>
                <c:pt idx="66">
                  <c:v>2022-04</c:v>
                </c:pt>
                <c:pt idx="67">
                  <c:v>2022-05</c:v>
                </c:pt>
                <c:pt idx="68">
                  <c:v>2022-06</c:v>
                </c:pt>
                <c:pt idx="69">
                  <c:v>2022-07</c:v>
                </c:pt>
                <c:pt idx="70">
                  <c:v>2022-08</c:v>
                </c:pt>
                <c:pt idx="71">
                  <c:v>2022-09</c:v>
                </c:pt>
                <c:pt idx="72">
                  <c:v>2022-10</c:v>
                </c:pt>
                <c:pt idx="73">
                  <c:v>2022-11</c:v>
                </c:pt>
                <c:pt idx="74">
                  <c:v>2022-12</c:v>
                </c:pt>
                <c:pt idx="75">
                  <c:v>2023-01</c:v>
                </c:pt>
                <c:pt idx="76">
                  <c:v>2023-02</c:v>
                </c:pt>
                <c:pt idx="77">
                  <c:v>2023-03</c:v>
                </c:pt>
                <c:pt idx="78">
                  <c:v>2023-04</c:v>
                </c:pt>
                <c:pt idx="79">
                  <c:v>2023-05</c:v>
                </c:pt>
                <c:pt idx="80">
                  <c:v>2023-06</c:v>
                </c:pt>
                <c:pt idx="81">
                  <c:v>2023-07</c:v>
                </c:pt>
                <c:pt idx="82">
                  <c:v>2023-08</c:v>
                </c:pt>
                <c:pt idx="83">
                  <c:v>2023-09</c:v>
                </c:pt>
                <c:pt idx="84">
                  <c:v>2023-10</c:v>
                </c:pt>
                <c:pt idx="85">
                  <c:v>2023-11</c:v>
                </c:pt>
                <c:pt idx="86">
                  <c:v>2023-12</c:v>
                </c:pt>
                <c:pt idx="87">
                  <c:v>2024-01</c:v>
                </c:pt>
                <c:pt idx="88">
                  <c:v>2024-02</c:v>
                </c:pt>
                <c:pt idx="89">
                  <c:v>2024-03</c:v>
                </c:pt>
                <c:pt idx="90">
                  <c:v>2024-04</c:v>
                </c:pt>
                <c:pt idx="91">
                  <c:v>2024-05</c:v>
                </c:pt>
                <c:pt idx="92">
                  <c:v>2024-06</c:v>
                </c:pt>
                <c:pt idx="93">
                  <c:v>2024-07</c:v>
                </c:pt>
                <c:pt idx="94">
                  <c:v>2024-08</c:v>
                </c:pt>
                <c:pt idx="95">
                  <c:v>2024-09</c:v>
                </c:pt>
                <c:pt idx="96">
                  <c:v>2024-10</c:v>
                </c:pt>
                <c:pt idx="97">
                  <c:v>2024-11</c:v>
                </c:pt>
                <c:pt idx="98">
                  <c:v>2024-12</c:v>
                </c:pt>
                <c:pt idx="99">
                  <c:v>2025-01</c:v>
                </c:pt>
                <c:pt idx="100">
                  <c:v>2025-02</c:v>
                </c:pt>
                <c:pt idx="101">
                  <c:v>2025-03</c:v>
                </c:pt>
                <c:pt idx="102">
                  <c:v>2025-04</c:v>
                </c:pt>
                <c:pt idx="103">
                  <c:v>2025-05</c:v>
                </c:pt>
                <c:pt idx="104">
                  <c:v>2025-06</c:v>
                </c:pt>
                <c:pt idx="105">
                  <c:v>2025-07</c:v>
                </c:pt>
                <c:pt idx="106">
                  <c:v>2025-08</c:v>
                </c:pt>
                <c:pt idx="107">
                  <c:v>2025-09</c:v>
                </c:pt>
                <c:pt idx="108">
                  <c:v>2025-10</c:v>
                </c:pt>
                <c:pt idx="109">
                  <c:v>2025-11</c:v>
                </c:pt>
                <c:pt idx="110">
                  <c:v>2025-12</c:v>
                </c:pt>
                <c:pt idx="111">
                  <c:v>2026-01</c:v>
                </c:pt>
                <c:pt idx="112">
                  <c:v>2026-02</c:v>
                </c:pt>
                <c:pt idx="113">
                  <c:v>2026-03</c:v>
                </c:pt>
                <c:pt idx="114">
                  <c:v>2026-04</c:v>
                </c:pt>
                <c:pt idx="115">
                  <c:v>2026-05</c:v>
                </c:pt>
                <c:pt idx="116">
                  <c:v>2026-06</c:v>
                </c:pt>
                <c:pt idx="117">
                  <c:v>2026-07</c:v>
                </c:pt>
                <c:pt idx="118">
                  <c:v>2026-08</c:v>
                </c:pt>
                <c:pt idx="119">
                  <c:v>2026-09</c:v>
                </c:pt>
              </c:strCache>
            </c:strRef>
          </c:cat>
          <c:val>
            <c:numRef>
              <c:f>Planilha1!$D$2:$D$121</c:f>
              <c:numCache>
                <c:formatCode>General</c:formatCode>
                <c:ptCount val="12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5F-441F-A5D7-C3AADE057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3076464"/>
        <c:axId val="1255362320"/>
      </c:lineChart>
      <c:catAx>
        <c:axId val="1283076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55362320"/>
        <c:crosses val="autoZero"/>
        <c:auto val="1"/>
        <c:lblAlgn val="ctr"/>
        <c:lblOffset val="100"/>
        <c:noMultiLvlLbl val="0"/>
      </c:catAx>
      <c:valAx>
        <c:axId val="12553623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83076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26337066557271"/>
          <c:y val="0"/>
          <c:w val="0.89692214248363922"/>
          <c:h val="0.54994263508237329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Foreign Equity Investment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Planilha1!$A$2:$A$41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Planilha1!$B$2:$B$41</c:f>
              <c:numCache>
                <c:formatCode>General</c:formatCode>
                <c:ptCount val="40"/>
                <c:pt idx="0">
                  <c:v>156.893</c:v>
                </c:pt>
                <c:pt idx="1">
                  <c:v>146.309</c:v>
                </c:pt>
                <c:pt idx="2">
                  <c:v>154.90100000000001</c:v>
                </c:pt>
                <c:pt idx="3">
                  <c:v>181.53</c:v>
                </c:pt>
                <c:pt idx="4">
                  <c:v>179.09399999999999</c:v>
                </c:pt>
                <c:pt idx="5">
                  <c:v>193.285</c:v>
                </c:pt>
                <c:pt idx="6">
                  <c:v>199.14500000000001</c:v>
                </c:pt>
                <c:pt idx="7">
                  <c:v>219.84100000000001</c:v>
                </c:pt>
                <c:pt idx="8">
                  <c:v>203.339</c:v>
                </c:pt>
                <c:pt idx="9">
                  <c:v>205.04900000000001</c:v>
                </c:pt>
                <c:pt idx="10">
                  <c:v>213.53700000000001</c:v>
                </c:pt>
                <c:pt idx="11">
                  <c:v>176.3</c:v>
                </c:pt>
                <c:pt idx="12">
                  <c:v>187.06899999999999</c:v>
                </c:pt>
                <c:pt idx="13">
                  <c:v>187.71799999999999</c:v>
                </c:pt>
                <c:pt idx="14">
                  <c:v>189.77099999999999</c:v>
                </c:pt>
                <c:pt idx="15">
                  <c:v>209.923</c:v>
                </c:pt>
                <c:pt idx="16">
                  <c:v>167.84399999999999</c:v>
                </c:pt>
                <c:pt idx="17">
                  <c:v>186.66900000000001</c:v>
                </c:pt>
                <c:pt idx="18">
                  <c:v>192.62</c:v>
                </c:pt>
                <c:pt idx="19">
                  <c:v>219.68199999999999</c:v>
                </c:pt>
                <c:pt idx="20">
                  <c:v>236.47200000000001</c:v>
                </c:pt>
                <c:pt idx="21">
                  <c:v>237.19800000000001</c:v>
                </c:pt>
                <c:pt idx="22">
                  <c:v>245.86799999999999</c:v>
                </c:pt>
                <c:pt idx="23">
                  <c:v>243.989</c:v>
                </c:pt>
                <c:pt idx="24">
                  <c:v>234.857</c:v>
                </c:pt>
                <c:pt idx="25">
                  <c:v>225.28299999999999</c:v>
                </c:pt>
                <c:pt idx="26">
                  <c:v>216.94900000000001</c:v>
                </c:pt>
                <c:pt idx="27">
                  <c:v>226.339</c:v>
                </c:pt>
                <c:pt idx="28">
                  <c:v>234.35</c:v>
                </c:pt>
                <c:pt idx="29">
                  <c:v>279.00299999999999</c:v>
                </c:pt>
                <c:pt idx="30">
                  <c:v>274.25799999999998</c:v>
                </c:pt>
                <c:pt idx="31">
                  <c:v>280.76799999999997</c:v>
                </c:pt>
                <c:pt idx="32">
                  <c:v>333.608</c:v>
                </c:pt>
                <c:pt idx="33">
                  <c:v>343.60500000000002</c:v>
                </c:pt>
                <c:pt idx="34">
                  <c:v>314.97500000000002</c:v>
                </c:pt>
                <c:pt idx="35">
                  <c:v>334.79899999999998</c:v>
                </c:pt>
                <c:pt idx="36">
                  <c:v>311.80399999999997</c:v>
                </c:pt>
                <c:pt idx="37">
                  <c:v>342.72500000000002</c:v>
                </c:pt>
                <c:pt idx="38">
                  <c:v>374.78300000000002</c:v>
                </c:pt>
                <c:pt idx="39">
                  <c:v>406.43799999999999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25-4A28-ADE5-7838F566819C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Planilha1!$A$2:$A$41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Planilha1!$C$2:$C$41</c:f>
              <c:numCache>
                <c:formatCode>General</c:formatCode>
                <c:ptCount val="4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25-4A28-ADE5-7838F566819C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Planilha1!$A$2:$A$41</c:f>
              <c:strCache>
                <c:ptCount val="40"/>
                <c:pt idx="0">
                  <c:v>2016 Q1</c:v>
                </c:pt>
                <c:pt idx="1">
                  <c:v>2016 Q2</c:v>
                </c:pt>
                <c:pt idx="2">
                  <c:v>2016 Q3</c:v>
                </c:pt>
                <c:pt idx="3">
                  <c:v>2016 Q4</c:v>
                </c:pt>
                <c:pt idx="4">
                  <c:v>2017 Q1</c:v>
                </c:pt>
                <c:pt idx="5">
                  <c:v>2017 Q2</c:v>
                </c:pt>
                <c:pt idx="6">
                  <c:v>2017 Q3</c:v>
                </c:pt>
                <c:pt idx="7">
                  <c:v>2017 Q4</c:v>
                </c:pt>
                <c:pt idx="8">
                  <c:v>2018 Q1</c:v>
                </c:pt>
                <c:pt idx="9">
                  <c:v>2018 Q2</c:v>
                </c:pt>
                <c:pt idx="10">
                  <c:v>2018 Q3</c:v>
                </c:pt>
                <c:pt idx="11">
                  <c:v>2018 Q4</c:v>
                </c:pt>
                <c:pt idx="12">
                  <c:v>2019 Q1</c:v>
                </c:pt>
                <c:pt idx="13">
                  <c:v>2019 Q2</c:v>
                </c:pt>
                <c:pt idx="14">
                  <c:v>2019 Q3</c:v>
                </c:pt>
                <c:pt idx="15">
                  <c:v>2019 Q4</c:v>
                </c:pt>
                <c:pt idx="16">
                  <c:v>2020 Q1</c:v>
                </c:pt>
                <c:pt idx="17">
                  <c:v>2020 Q2</c:v>
                </c:pt>
                <c:pt idx="18">
                  <c:v>2020 Q3</c:v>
                </c:pt>
                <c:pt idx="19">
                  <c:v>2020 Q4</c:v>
                </c:pt>
                <c:pt idx="20">
                  <c:v>2021 Q1</c:v>
                </c:pt>
                <c:pt idx="21">
                  <c:v>2021 Q2</c:v>
                </c:pt>
                <c:pt idx="22">
                  <c:v>2021 Q3</c:v>
                </c:pt>
                <c:pt idx="23">
                  <c:v>2021 Q4</c:v>
                </c:pt>
                <c:pt idx="24">
                  <c:v>2022 Q1</c:v>
                </c:pt>
                <c:pt idx="25">
                  <c:v>2022 Q2</c:v>
                </c:pt>
                <c:pt idx="26">
                  <c:v>2022 Q3</c:v>
                </c:pt>
                <c:pt idx="27">
                  <c:v>2022 Q4</c:v>
                </c:pt>
                <c:pt idx="28">
                  <c:v>2023 Q1</c:v>
                </c:pt>
                <c:pt idx="29">
                  <c:v>2023 Q2</c:v>
                </c:pt>
                <c:pt idx="30">
                  <c:v>2023 Q3</c:v>
                </c:pt>
                <c:pt idx="31">
                  <c:v>2023 Q4</c:v>
                </c:pt>
                <c:pt idx="32">
                  <c:v>2024 Q1</c:v>
                </c:pt>
                <c:pt idx="33">
                  <c:v>2024 Q2</c:v>
                </c:pt>
                <c:pt idx="34">
                  <c:v>2024 Q3</c:v>
                </c:pt>
                <c:pt idx="35">
                  <c:v>2024 Q4</c:v>
                </c:pt>
                <c:pt idx="36">
                  <c:v>2025 Q1</c:v>
                </c:pt>
                <c:pt idx="37">
                  <c:v>2025 Q2</c:v>
                </c:pt>
                <c:pt idx="38">
                  <c:v>2025 Q3</c:v>
                </c:pt>
                <c:pt idx="39">
                  <c:v>2025 Q4</c:v>
                </c:pt>
              </c:strCache>
            </c:strRef>
          </c:cat>
          <c:val>
            <c:numRef>
              <c:f>Planilha1!$D$2:$D$41</c:f>
              <c:numCache>
                <c:formatCode>General</c:formatCode>
                <c:ptCount val="40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C25-4A28-ADE5-7838F5668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2776111"/>
        <c:axId val="1968916879"/>
      </c:lineChart>
      <c:catAx>
        <c:axId val="19927761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68916879"/>
        <c:crosses val="autoZero"/>
        <c:auto val="1"/>
        <c:lblAlgn val="ctr"/>
        <c:lblOffset val="100"/>
        <c:noMultiLvlLbl val="0"/>
      </c:catAx>
      <c:valAx>
        <c:axId val="1968916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92776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Planilha1!$A$2:$A$18</c:f>
              <c:numCache>
                <c:formatCode>General</c:formatCode>
                <c:ptCount val="17"/>
                <c:pt idx="0">
                  <c:v>-4</c:v>
                </c:pt>
                <c:pt idx="1">
                  <c:v>-3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Planilha1!$B$2:$B$18</c:f>
              <c:numCache>
                <c:formatCode>General</c:formatCode>
                <c:ptCount val="17"/>
                <c:pt idx="0">
                  <c:v>13.35</c:v>
                </c:pt>
                <c:pt idx="1">
                  <c:v>10.227</c:v>
                </c:pt>
                <c:pt idx="2">
                  <c:v>5.0720000000000001</c:v>
                </c:pt>
                <c:pt idx="3">
                  <c:v>0</c:v>
                </c:pt>
                <c:pt idx="4">
                  <c:v>-2.9569999999999999</c:v>
                </c:pt>
                <c:pt idx="5">
                  <c:v>-7.1159999999999997</c:v>
                </c:pt>
                <c:pt idx="6">
                  <c:v>7.2329999999999997</c:v>
                </c:pt>
                <c:pt idx="7">
                  <c:v>8.1660000000000004</c:v>
                </c:pt>
                <c:pt idx="8">
                  <c:v>12.148999999999999</c:v>
                </c:pt>
                <c:pt idx="9">
                  <c:v>11.247999999999999</c:v>
                </c:pt>
                <c:pt idx="10">
                  <c:v>11.191000000000001</c:v>
                </c:pt>
                <c:pt idx="11">
                  <c:v>10.651999999999999</c:v>
                </c:pt>
                <c:pt idx="12">
                  <c:v>10.933999999999999</c:v>
                </c:pt>
                <c:pt idx="13">
                  <c:v>2.5499999999999998</c:v>
                </c:pt>
                <c:pt idx="14">
                  <c:v>-7.1669999999999998</c:v>
                </c:pt>
                <c:pt idx="15">
                  <c:v>-1.78</c:v>
                </c:pt>
                <c:pt idx="16">
                  <c:v>-6.3529999999999998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31-4F48-B1C3-F5022741FD22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Planilha1!$A$2:$A$18</c:f>
              <c:numCache>
                <c:formatCode>General</c:formatCode>
                <c:ptCount val="17"/>
                <c:pt idx="0">
                  <c:v>-4</c:v>
                </c:pt>
                <c:pt idx="1">
                  <c:v>-3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Planilha1!$C$2:$C$18</c:f>
              <c:numCache>
                <c:formatCode>General</c:formatCode>
                <c:ptCount val="17"/>
                <c:pt idx="0">
                  <c:v>0.314</c:v>
                </c:pt>
                <c:pt idx="1">
                  <c:v>0.25700000000000001</c:v>
                </c:pt>
                <c:pt idx="2">
                  <c:v>-0.28199999999999997</c:v>
                </c:pt>
                <c:pt idx="3">
                  <c:v>0</c:v>
                </c:pt>
                <c:pt idx="4">
                  <c:v>-8.3829999999999991</c:v>
                </c:pt>
                <c:pt idx="5">
                  <c:v>-18.100999999999999</c:v>
                </c:pt>
                <c:pt idx="6">
                  <c:v>-12.712999999999999</c:v>
                </c:pt>
                <c:pt idx="7">
                  <c:v>-17.286999999999999</c:v>
                </c:pt>
                <c:pt idx="8">
                  <c:v>-19.434000000000001</c:v>
                </c:pt>
                <c:pt idx="9">
                  <c:v>-18.297999999999998</c:v>
                </c:pt>
                <c:pt idx="10">
                  <c:v>-21.51</c:v>
                </c:pt>
                <c:pt idx="11">
                  <c:v>-23.39</c:v>
                </c:pt>
                <c:pt idx="12">
                  <c:v>-25.908000000000001</c:v>
                </c:pt>
                <c:pt idx="13">
                  <c:v>-21.308</c:v>
                </c:pt>
                <c:pt idx="14">
                  <c:v>-25.686</c:v>
                </c:pt>
                <c:pt idx="15">
                  <c:v>-28.923999999999999</c:v>
                </c:pt>
                <c:pt idx="16">
                  <c:v>-35.738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31-4F48-B1C3-F5022741FD22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Planilha1!$A$2:$A$18</c:f>
              <c:numCache>
                <c:formatCode>General</c:formatCode>
                <c:ptCount val="17"/>
                <c:pt idx="0">
                  <c:v>-4</c:v>
                </c:pt>
                <c:pt idx="1">
                  <c:v>-3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Planilha1!$D$2:$D$18</c:f>
              <c:numCache>
                <c:formatCode>General</c:formatCode>
                <c:ptCount val="17"/>
                <c:pt idx="0">
                  <c:v>4.2229999999999999</c:v>
                </c:pt>
                <c:pt idx="1">
                  <c:v>2.0760000000000001</c:v>
                </c:pt>
                <c:pt idx="2">
                  <c:v>3.2120000000000002</c:v>
                </c:pt>
                <c:pt idx="3">
                  <c:v>0</c:v>
                </c:pt>
                <c:pt idx="4">
                  <c:v>-1.88</c:v>
                </c:pt>
                <c:pt idx="5">
                  <c:v>-4.3979999999999997</c:v>
                </c:pt>
                <c:pt idx="6">
                  <c:v>0.20200000000000001</c:v>
                </c:pt>
                <c:pt idx="7">
                  <c:v>-4.1760000000000002</c:v>
                </c:pt>
                <c:pt idx="8">
                  <c:v>-7.4130000000000003</c:v>
                </c:pt>
                <c:pt idx="9">
                  <c:v>-14.228</c:v>
                </c:pt>
                <c:pt idx="10">
                  <c:v>-2.4380000000000002</c:v>
                </c:pt>
                <c:pt idx="11">
                  <c:v>-3.4239999999999999</c:v>
                </c:pt>
                <c:pt idx="12">
                  <c:v>0.18099999999999999</c:v>
                </c:pt>
                <c:pt idx="13">
                  <c:v>4.2910000000000004</c:v>
                </c:pt>
                <c:pt idx="14">
                  <c:v>9.4510000000000005</c:v>
                </c:pt>
                <c:pt idx="15">
                  <c:v>6.3250000000000002</c:v>
                </c:pt>
                <c:pt idx="16">
                  <c:v>10.456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31-4F48-B1C3-F5022741FD22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Série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Planilha1!$A$2:$A$18</c:f>
              <c:numCache>
                <c:formatCode>General</c:formatCode>
                <c:ptCount val="17"/>
                <c:pt idx="0">
                  <c:v>-4</c:v>
                </c:pt>
                <c:pt idx="1">
                  <c:v>-3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Planilha1!$E$2:$E$18</c:f>
              <c:numCache>
                <c:formatCode>General</c:formatCode>
                <c:ptCount val="17"/>
                <c:pt idx="0">
                  <c:v>9.31</c:v>
                </c:pt>
                <c:pt idx="1">
                  <c:v>8.9329999999999998</c:v>
                </c:pt>
                <c:pt idx="2">
                  <c:v>3.008</c:v>
                </c:pt>
                <c:pt idx="3">
                  <c:v>0</c:v>
                </c:pt>
                <c:pt idx="4">
                  <c:v>-7.5270000000000001</c:v>
                </c:pt>
                <c:pt idx="5">
                  <c:v>-10.728999999999999</c:v>
                </c:pt>
                <c:pt idx="6">
                  <c:v>-15.108000000000001</c:v>
                </c:pt>
                <c:pt idx="7">
                  <c:v>-12.419</c:v>
                </c:pt>
                <c:pt idx="8">
                  <c:v>-13.318</c:v>
                </c:pt>
                <c:pt idx="9">
                  <c:v>-2.5999999999999999E-2</c:v>
                </c:pt>
                <c:pt idx="10">
                  <c:v>3.4319999999999999</c:v>
                </c:pt>
                <c:pt idx="11">
                  <c:v>1.9319999999999999</c:v>
                </c:pt>
                <c:pt idx="12">
                  <c:v>-0.06</c:v>
                </c:pt>
                <c:pt idx="13">
                  <c:v>1.5509999999999999</c:v>
                </c:pt>
                <c:pt idx="14">
                  <c:v>1.0129999999999999</c:v>
                </c:pt>
                <c:pt idx="15">
                  <c:v>5.4279999999999999</c:v>
                </c:pt>
                <c:pt idx="16">
                  <c:v>1.149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31-4F48-B1C3-F5022741F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584128"/>
        <c:axId val="45249456"/>
      </c:lineChart>
      <c:catAx>
        <c:axId val="435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5249456"/>
        <c:crosses val="autoZero"/>
        <c:auto val="1"/>
        <c:lblAlgn val="ctr"/>
        <c:lblOffset val="100"/>
        <c:noMultiLvlLbl val="0"/>
      </c:catAx>
      <c:valAx>
        <c:axId val="4524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3584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023556545112499E-2"/>
          <c:y val="5.9986173551980146E-2"/>
          <c:w val="0.91144665859435636"/>
          <c:h val="0.7125730504493594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Food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Planilha1!$B$2:$B$5</c:f>
              <c:numCache>
                <c:formatCode>0.00%</c:formatCode>
                <c:ptCount val="4"/>
                <c:pt idx="0">
                  <c:v>8.7999999999999995E-2</c:v>
                </c:pt>
                <c:pt idx="1">
                  <c:v>1.0999999999999999E-2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CA-4505-9561-EA8CE17D1C0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Raw Materials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Planilha1!$C$2:$C$5</c:f>
              <c:numCache>
                <c:formatCode>0.00%</c:formatCode>
                <c:ptCount val="4"/>
                <c:pt idx="0">
                  <c:v>6.9000000000000006E-2</c:v>
                </c:pt>
                <c:pt idx="1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CA-4505-9561-EA8CE17D1C08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Mineral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Planilha1!$D$2:$D$5</c:f>
              <c:numCache>
                <c:formatCode>0.00%</c:formatCode>
                <c:ptCount val="4"/>
                <c:pt idx="0">
                  <c:v>0.219</c:v>
                </c:pt>
                <c:pt idx="1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CA-4505-9561-EA8CE17D1C08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Chemicals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Planilha1!$E$2:$E$5</c:f>
              <c:numCache>
                <c:formatCode>0.00%</c:formatCode>
                <c:ptCount val="4"/>
                <c:pt idx="0">
                  <c:v>0.107</c:v>
                </c:pt>
                <c:pt idx="1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CA-4505-9561-EA8CE17D1C08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Manufactured Goods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Planilha1!$F$2:$F$5</c:f>
              <c:numCache>
                <c:formatCode>0.00%</c:formatCode>
                <c:ptCount val="4"/>
                <c:pt idx="0">
                  <c:v>8.3000000000000004E-2</c:v>
                </c:pt>
                <c:pt idx="1">
                  <c:v>0.111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CA-4505-9561-EA8CE17D1C08}"/>
            </c:ext>
          </c:extLst>
        </c:ser>
        <c:ser>
          <c:idx val="5"/>
          <c:order val="5"/>
          <c:tx>
            <c:strRef>
              <c:f>Planilha1!$G$1</c:f>
              <c:strCache>
                <c:ptCount val="1"/>
                <c:pt idx="0">
                  <c:v>Machinery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Planilha1!$G$2:$G$5</c:f>
              <c:numCache>
                <c:formatCode>0.00%</c:formatCode>
                <c:ptCount val="4"/>
                <c:pt idx="0">
                  <c:v>0.10100000000000001</c:v>
                </c:pt>
                <c:pt idx="1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4CA-4505-9561-EA8CE17D1C08}"/>
            </c:ext>
          </c:extLst>
        </c:ser>
        <c:ser>
          <c:idx val="6"/>
          <c:order val="6"/>
          <c:tx>
            <c:strRef>
              <c:f>Planilha1!$H$1</c:f>
              <c:strCache>
                <c:ptCount val="1"/>
                <c:pt idx="0">
                  <c:v>Electrical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Planilha1!$H$2:$H$5</c:f>
              <c:numCache>
                <c:formatCode>0.00%</c:formatCode>
                <c:ptCount val="4"/>
                <c:pt idx="0">
                  <c:v>0.16</c:v>
                </c:pt>
                <c:pt idx="1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CA-4505-9561-EA8CE17D1C08}"/>
            </c:ext>
          </c:extLst>
        </c:ser>
        <c:ser>
          <c:idx val="7"/>
          <c:order val="7"/>
          <c:tx>
            <c:strRef>
              <c:f>Planilha1!$I$1</c:f>
              <c:strCache>
                <c:ptCount val="1"/>
                <c:pt idx="0">
                  <c:v>Transport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Planilha1!$I$2:$I$5</c:f>
              <c:numCache>
                <c:formatCode>0.00%</c:formatCode>
                <c:ptCount val="4"/>
                <c:pt idx="0">
                  <c:v>3.7999999999999999E-2</c:v>
                </c:pt>
                <c:pt idx="1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4CA-4505-9561-EA8CE17D1C08}"/>
            </c:ext>
          </c:extLst>
        </c:ser>
        <c:ser>
          <c:idx val="8"/>
          <c:order val="8"/>
          <c:tx>
            <c:strRef>
              <c:f>Planilha1!$J$1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Planilha1!$J$2:$J$5</c:f>
              <c:numCache>
                <c:formatCode>0.00%</c:formatCode>
                <c:ptCount val="4"/>
                <c:pt idx="0">
                  <c:v>0.13500000000000001</c:v>
                </c:pt>
                <c:pt idx="1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CA-4505-9561-EA8CE17D1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261375"/>
        <c:axId val="1540224367"/>
      </c:barChart>
      <c:catAx>
        <c:axId val="1122613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0224367"/>
        <c:crosses val="autoZero"/>
        <c:auto val="1"/>
        <c:lblAlgn val="ctr"/>
        <c:lblOffset val="100"/>
        <c:noMultiLvlLbl val="0"/>
      </c:catAx>
      <c:valAx>
        <c:axId val="154022436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2261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3876706815055628E-2"/>
          <c:y val="0.83026446302283941"/>
          <c:w val="0.95490066836890175"/>
          <c:h val="0.13701580594880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Exports Index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Planilha1!$A$2:$A$23</c:f>
              <c:strCache>
                <c:ptCount val="22"/>
                <c:pt idx="0">
                  <c:v>2021 Q1</c:v>
                </c:pt>
                <c:pt idx="1">
                  <c:v>2021 Q2</c:v>
                </c:pt>
                <c:pt idx="2">
                  <c:v>2021 Q3</c:v>
                </c:pt>
                <c:pt idx="3">
                  <c:v>2021 Q4</c:v>
                </c:pt>
                <c:pt idx="4">
                  <c:v>2022 Q1</c:v>
                </c:pt>
                <c:pt idx="5">
                  <c:v>2022 Q2</c:v>
                </c:pt>
                <c:pt idx="6">
                  <c:v>2022 Q3</c:v>
                </c:pt>
                <c:pt idx="7">
                  <c:v>2022 Q4</c:v>
                </c:pt>
                <c:pt idx="8">
                  <c:v>2023 Q1</c:v>
                </c:pt>
                <c:pt idx="9">
                  <c:v>2023 Q2</c:v>
                </c:pt>
                <c:pt idx="10">
                  <c:v>2023 Q3</c:v>
                </c:pt>
                <c:pt idx="11">
                  <c:v>2023 Q4</c:v>
                </c:pt>
                <c:pt idx="12">
                  <c:v>2024 Q1</c:v>
                </c:pt>
                <c:pt idx="13">
                  <c:v>2024 Q2</c:v>
                </c:pt>
                <c:pt idx="14">
                  <c:v>2024 Q3</c:v>
                </c:pt>
                <c:pt idx="15">
                  <c:v>2024 Q4</c:v>
                </c:pt>
                <c:pt idx="16">
                  <c:v>2025 Q1</c:v>
                </c:pt>
                <c:pt idx="17">
                  <c:v>2025 Q2</c:v>
                </c:pt>
                <c:pt idx="18">
                  <c:v>2025 Q3</c:v>
                </c:pt>
                <c:pt idx="19">
                  <c:v>2025 Q4</c:v>
                </c:pt>
                <c:pt idx="20">
                  <c:v>2026 Q1</c:v>
                </c:pt>
                <c:pt idx="21">
                  <c:v>2026 Q2</c:v>
                </c:pt>
              </c:strCache>
            </c:strRef>
          </c:cat>
          <c:val>
            <c:numRef>
              <c:f>Planilha1!$B$2:$B$23</c:f>
              <c:numCache>
                <c:formatCode>0.00</c:formatCode>
                <c:ptCount val="22"/>
                <c:pt idx="0">
                  <c:v>102.27</c:v>
                </c:pt>
                <c:pt idx="1">
                  <c:v>107.6</c:v>
                </c:pt>
                <c:pt idx="2">
                  <c:v>109.5</c:v>
                </c:pt>
                <c:pt idx="3">
                  <c:v>112.97</c:v>
                </c:pt>
                <c:pt idx="4">
                  <c:v>115.6</c:v>
                </c:pt>
                <c:pt idx="5">
                  <c:v>126.93</c:v>
                </c:pt>
                <c:pt idx="6">
                  <c:v>130.33000000000001</c:v>
                </c:pt>
                <c:pt idx="7">
                  <c:v>130.19999999999999</c:v>
                </c:pt>
                <c:pt idx="8">
                  <c:v>125.47</c:v>
                </c:pt>
                <c:pt idx="9">
                  <c:v>128.9</c:v>
                </c:pt>
                <c:pt idx="10">
                  <c:v>133.30000000000001</c:v>
                </c:pt>
                <c:pt idx="11">
                  <c:v>135.69999999999999</c:v>
                </c:pt>
                <c:pt idx="12">
                  <c:v>134.9</c:v>
                </c:pt>
                <c:pt idx="13">
                  <c:v>137</c:v>
                </c:pt>
                <c:pt idx="14">
                  <c:v>139.1</c:v>
                </c:pt>
                <c:pt idx="15">
                  <c:v>140.57</c:v>
                </c:pt>
                <c:pt idx="16">
                  <c:v>139.93</c:v>
                </c:pt>
                <c:pt idx="17">
                  <c:v>134.97</c:v>
                </c:pt>
                <c:pt idx="18">
                  <c:v>137.66999999999999</c:v>
                </c:pt>
                <c:pt idx="19">
                  <c:v>144.72999999999999</c:v>
                </c:pt>
                <c:pt idx="20">
                  <c:v>153.13</c:v>
                </c:pt>
                <c:pt idx="21">
                  <c:v>162.13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FF-40B3-B1FA-BCCB4C93182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Imports Index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Planilha1!$A$2:$A$23</c:f>
              <c:strCache>
                <c:ptCount val="22"/>
                <c:pt idx="0">
                  <c:v>2021 Q1</c:v>
                </c:pt>
                <c:pt idx="1">
                  <c:v>2021 Q2</c:v>
                </c:pt>
                <c:pt idx="2">
                  <c:v>2021 Q3</c:v>
                </c:pt>
                <c:pt idx="3">
                  <c:v>2021 Q4</c:v>
                </c:pt>
                <c:pt idx="4">
                  <c:v>2022 Q1</c:v>
                </c:pt>
                <c:pt idx="5">
                  <c:v>2022 Q2</c:v>
                </c:pt>
                <c:pt idx="6">
                  <c:v>2022 Q3</c:v>
                </c:pt>
                <c:pt idx="7">
                  <c:v>2022 Q4</c:v>
                </c:pt>
                <c:pt idx="8">
                  <c:v>2023 Q1</c:v>
                </c:pt>
                <c:pt idx="9">
                  <c:v>2023 Q2</c:v>
                </c:pt>
                <c:pt idx="10">
                  <c:v>2023 Q3</c:v>
                </c:pt>
                <c:pt idx="11">
                  <c:v>2023 Q4</c:v>
                </c:pt>
                <c:pt idx="12">
                  <c:v>2024 Q1</c:v>
                </c:pt>
                <c:pt idx="13">
                  <c:v>2024 Q2</c:v>
                </c:pt>
                <c:pt idx="14">
                  <c:v>2024 Q3</c:v>
                </c:pt>
                <c:pt idx="15">
                  <c:v>2024 Q4</c:v>
                </c:pt>
                <c:pt idx="16">
                  <c:v>2025 Q1</c:v>
                </c:pt>
                <c:pt idx="17">
                  <c:v>2025 Q2</c:v>
                </c:pt>
                <c:pt idx="18">
                  <c:v>2025 Q3</c:v>
                </c:pt>
                <c:pt idx="19">
                  <c:v>2025 Q4</c:v>
                </c:pt>
                <c:pt idx="20">
                  <c:v>2026 Q1</c:v>
                </c:pt>
                <c:pt idx="21">
                  <c:v>2026 Q2</c:v>
                </c:pt>
              </c:strCache>
            </c:strRef>
          </c:cat>
          <c:val>
            <c:numRef>
              <c:f>Planilha1!$C$2:$C$23</c:f>
              <c:numCache>
                <c:formatCode>0.00</c:formatCode>
                <c:ptCount val="22"/>
                <c:pt idx="0">
                  <c:v>106.13</c:v>
                </c:pt>
                <c:pt idx="1">
                  <c:v>116.33</c:v>
                </c:pt>
                <c:pt idx="2">
                  <c:v>124.6</c:v>
                </c:pt>
                <c:pt idx="3">
                  <c:v>137.22999999999999</c:v>
                </c:pt>
                <c:pt idx="4">
                  <c:v>143.1</c:v>
                </c:pt>
                <c:pt idx="5">
                  <c:v>170.03</c:v>
                </c:pt>
                <c:pt idx="6">
                  <c:v>183.67</c:v>
                </c:pt>
                <c:pt idx="7">
                  <c:v>179.43</c:v>
                </c:pt>
                <c:pt idx="8">
                  <c:v>138.69999999999999</c:v>
                </c:pt>
                <c:pt idx="9">
                  <c:v>130.97</c:v>
                </c:pt>
                <c:pt idx="10">
                  <c:v>126.77</c:v>
                </c:pt>
                <c:pt idx="11">
                  <c:v>140.07</c:v>
                </c:pt>
                <c:pt idx="12">
                  <c:v>162.47</c:v>
                </c:pt>
                <c:pt idx="13">
                  <c:v>163.22999999999999</c:v>
                </c:pt>
                <c:pt idx="14">
                  <c:v>163.97</c:v>
                </c:pt>
                <c:pt idx="15">
                  <c:v>164.27</c:v>
                </c:pt>
                <c:pt idx="16">
                  <c:v>163</c:v>
                </c:pt>
                <c:pt idx="17">
                  <c:v>153.66999999999999</c:v>
                </c:pt>
                <c:pt idx="18">
                  <c:v>155.22999999999999</c:v>
                </c:pt>
                <c:pt idx="19">
                  <c:v>161.80000000000001</c:v>
                </c:pt>
                <c:pt idx="20">
                  <c:v>169.13</c:v>
                </c:pt>
                <c:pt idx="21">
                  <c:v>193.4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FF-40B3-B1FA-BCCB4C93182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Planilha1!$A$2:$A$23</c:f>
              <c:strCache>
                <c:ptCount val="22"/>
                <c:pt idx="0">
                  <c:v>2021 Q1</c:v>
                </c:pt>
                <c:pt idx="1">
                  <c:v>2021 Q2</c:v>
                </c:pt>
                <c:pt idx="2">
                  <c:v>2021 Q3</c:v>
                </c:pt>
                <c:pt idx="3">
                  <c:v>2021 Q4</c:v>
                </c:pt>
                <c:pt idx="4">
                  <c:v>2022 Q1</c:v>
                </c:pt>
                <c:pt idx="5">
                  <c:v>2022 Q2</c:v>
                </c:pt>
                <c:pt idx="6">
                  <c:v>2022 Q3</c:v>
                </c:pt>
                <c:pt idx="7">
                  <c:v>2022 Q4</c:v>
                </c:pt>
                <c:pt idx="8">
                  <c:v>2023 Q1</c:v>
                </c:pt>
                <c:pt idx="9">
                  <c:v>2023 Q2</c:v>
                </c:pt>
                <c:pt idx="10">
                  <c:v>2023 Q3</c:v>
                </c:pt>
                <c:pt idx="11">
                  <c:v>2023 Q4</c:v>
                </c:pt>
                <c:pt idx="12">
                  <c:v>2024 Q1</c:v>
                </c:pt>
                <c:pt idx="13">
                  <c:v>2024 Q2</c:v>
                </c:pt>
                <c:pt idx="14">
                  <c:v>2024 Q3</c:v>
                </c:pt>
                <c:pt idx="15">
                  <c:v>2024 Q4</c:v>
                </c:pt>
                <c:pt idx="16">
                  <c:v>2025 Q1</c:v>
                </c:pt>
                <c:pt idx="17">
                  <c:v>2025 Q2</c:v>
                </c:pt>
                <c:pt idx="18">
                  <c:v>2025 Q3</c:v>
                </c:pt>
                <c:pt idx="19">
                  <c:v>2025 Q4</c:v>
                </c:pt>
                <c:pt idx="20">
                  <c:v>2026 Q1</c:v>
                </c:pt>
                <c:pt idx="21">
                  <c:v>2026 Q2</c:v>
                </c:pt>
              </c:strCache>
            </c:strRef>
          </c:cat>
          <c:val>
            <c:numRef>
              <c:f>Planilha1!$D$2:$D$23</c:f>
              <c:numCache>
                <c:formatCode>General</c:formatCode>
                <c:ptCount val="2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FF-40B3-B1FA-BCCB4C9318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58689951"/>
        <c:axId val="1014222287"/>
      </c:lineChart>
      <c:catAx>
        <c:axId val="175868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222287"/>
        <c:crosses val="autoZero"/>
        <c:auto val="1"/>
        <c:lblAlgn val="ctr"/>
        <c:lblOffset val="100"/>
        <c:tickLblSkip val="4"/>
        <c:noMultiLvlLbl val="0"/>
      </c:catAx>
      <c:valAx>
        <c:axId val="1014222287"/>
        <c:scaling>
          <c:orientation val="minMax"/>
          <c:min val="100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58689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023556545112499E-2"/>
          <c:y val="5.9986173551980146E-2"/>
          <c:w val="0.91144665859435636"/>
          <c:h val="0.7125730504493594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Food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Planilha1!$B$2:$B$5</c:f>
              <c:numCache>
                <c:formatCode>0.00%</c:formatCode>
                <c:ptCount val="4"/>
                <c:pt idx="0">
                  <c:v>8.7999999999999995E-2</c:v>
                </c:pt>
                <c:pt idx="1">
                  <c:v>1.0999999999999999E-2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CA-4505-9561-EA8CE17D1C0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Raw Materials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Planilha1!$C$2:$C$5</c:f>
              <c:numCache>
                <c:formatCode>0.00%</c:formatCode>
                <c:ptCount val="4"/>
                <c:pt idx="0">
                  <c:v>6.9000000000000006E-2</c:v>
                </c:pt>
                <c:pt idx="1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CA-4505-9561-EA8CE17D1C08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Mineral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Planilha1!$D$2:$D$5</c:f>
              <c:numCache>
                <c:formatCode>0.00%</c:formatCode>
                <c:ptCount val="4"/>
                <c:pt idx="0">
                  <c:v>0.219</c:v>
                </c:pt>
                <c:pt idx="1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CA-4505-9561-EA8CE17D1C08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Chemicals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Planilha1!$E$2:$E$5</c:f>
              <c:numCache>
                <c:formatCode>0.00%</c:formatCode>
                <c:ptCount val="4"/>
                <c:pt idx="0">
                  <c:v>0.107</c:v>
                </c:pt>
                <c:pt idx="1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CA-4505-9561-EA8CE17D1C08}"/>
            </c:ext>
          </c:extLst>
        </c:ser>
        <c:ser>
          <c:idx val="4"/>
          <c:order val="4"/>
          <c:tx>
            <c:strRef>
              <c:f>Planilha1!$F$1</c:f>
              <c:strCache>
                <c:ptCount val="1"/>
                <c:pt idx="0">
                  <c:v>Manufactured Goods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Planilha1!$F$2:$F$5</c:f>
              <c:numCache>
                <c:formatCode>0.00%</c:formatCode>
                <c:ptCount val="4"/>
                <c:pt idx="0">
                  <c:v>8.3000000000000004E-2</c:v>
                </c:pt>
                <c:pt idx="1">
                  <c:v>0.111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CA-4505-9561-EA8CE17D1C08}"/>
            </c:ext>
          </c:extLst>
        </c:ser>
        <c:ser>
          <c:idx val="5"/>
          <c:order val="5"/>
          <c:tx>
            <c:strRef>
              <c:f>Planilha1!$G$1</c:f>
              <c:strCache>
                <c:ptCount val="1"/>
                <c:pt idx="0">
                  <c:v>Machinery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Planilha1!$G$2:$G$5</c:f>
              <c:numCache>
                <c:formatCode>0.00%</c:formatCode>
                <c:ptCount val="4"/>
                <c:pt idx="0">
                  <c:v>0.10100000000000001</c:v>
                </c:pt>
                <c:pt idx="1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4CA-4505-9561-EA8CE17D1C08}"/>
            </c:ext>
          </c:extLst>
        </c:ser>
        <c:ser>
          <c:idx val="6"/>
          <c:order val="6"/>
          <c:tx>
            <c:strRef>
              <c:f>Planilha1!$H$1</c:f>
              <c:strCache>
                <c:ptCount val="1"/>
                <c:pt idx="0">
                  <c:v>Electrical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Planilha1!$H$2:$H$5</c:f>
              <c:numCache>
                <c:formatCode>0.00%</c:formatCode>
                <c:ptCount val="4"/>
                <c:pt idx="0">
                  <c:v>0.16</c:v>
                </c:pt>
                <c:pt idx="1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CA-4505-9561-EA8CE17D1C08}"/>
            </c:ext>
          </c:extLst>
        </c:ser>
        <c:ser>
          <c:idx val="7"/>
          <c:order val="7"/>
          <c:tx>
            <c:strRef>
              <c:f>Planilha1!$I$1</c:f>
              <c:strCache>
                <c:ptCount val="1"/>
                <c:pt idx="0">
                  <c:v>Transport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Planilha1!$I$2:$I$5</c:f>
              <c:numCache>
                <c:formatCode>0.00%</c:formatCode>
                <c:ptCount val="4"/>
                <c:pt idx="0">
                  <c:v>3.7999999999999999E-2</c:v>
                </c:pt>
                <c:pt idx="1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4CA-4505-9561-EA8CE17D1C08}"/>
            </c:ext>
          </c:extLst>
        </c:ser>
        <c:ser>
          <c:idx val="8"/>
          <c:order val="8"/>
          <c:tx>
            <c:strRef>
              <c:f>Planilha1!$J$1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2"/>
                <c:pt idx="0">
                  <c:v>Imports</c:v>
                </c:pt>
                <c:pt idx="1">
                  <c:v>Exports</c:v>
                </c:pt>
              </c:strCache>
            </c:strRef>
          </c:cat>
          <c:val>
            <c:numRef>
              <c:f>Planilha1!$J$2:$J$5</c:f>
              <c:numCache>
                <c:formatCode>0.00%</c:formatCode>
                <c:ptCount val="4"/>
                <c:pt idx="0">
                  <c:v>0.13500000000000001</c:v>
                </c:pt>
                <c:pt idx="1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CA-4505-9561-EA8CE17D1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261375"/>
        <c:axId val="1540224367"/>
      </c:barChart>
      <c:catAx>
        <c:axId val="1122613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0224367"/>
        <c:crosses val="autoZero"/>
        <c:auto val="1"/>
        <c:lblAlgn val="ctr"/>
        <c:lblOffset val="100"/>
        <c:noMultiLvlLbl val="0"/>
      </c:catAx>
      <c:valAx>
        <c:axId val="154022436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2261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3876706815055628E-2"/>
          <c:y val="0.83026446302283941"/>
          <c:w val="0.95490066836890175"/>
          <c:h val="0.13701580594880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Exports Index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Planilha1!$A$2:$A$23</c:f>
              <c:strCache>
                <c:ptCount val="22"/>
                <c:pt idx="0">
                  <c:v>2021 Q1</c:v>
                </c:pt>
                <c:pt idx="1">
                  <c:v>2021 Q2</c:v>
                </c:pt>
                <c:pt idx="2">
                  <c:v>2021 Q3</c:v>
                </c:pt>
                <c:pt idx="3">
                  <c:v>2021 Q4</c:v>
                </c:pt>
                <c:pt idx="4">
                  <c:v>2022 Q1</c:v>
                </c:pt>
                <c:pt idx="5">
                  <c:v>2022 Q2</c:v>
                </c:pt>
                <c:pt idx="6">
                  <c:v>2022 Q3</c:v>
                </c:pt>
                <c:pt idx="7">
                  <c:v>2022 Q4</c:v>
                </c:pt>
                <c:pt idx="8">
                  <c:v>2023 Q1</c:v>
                </c:pt>
                <c:pt idx="9">
                  <c:v>2023 Q2</c:v>
                </c:pt>
                <c:pt idx="10">
                  <c:v>2023 Q3</c:v>
                </c:pt>
                <c:pt idx="11">
                  <c:v>2023 Q4</c:v>
                </c:pt>
                <c:pt idx="12">
                  <c:v>2024 Q1</c:v>
                </c:pt>
                <c:pt idx="13">
                  <c:v>2024 Q2</c:v>
                </c:pt>
                <c:pt idx="14">
                  <c:v>2024 Q3</c:v>
                </c:pt>
                <c:pt idx="15">
                  <c:v>2024 Q4</c:v>
                </c:pt>
                <c:pt idx="16">
                  <c:v>2025 Q1</c:v>
                </c:pt>
                <c:pt idx="17">
                  <c:v>2025 Q2</c:v>
                </c:pt>
                <c:pt idx="18">
                  <c:v>2025 Q3</c:v>
                </c:pt>
                <c:pt idx="19">
                  <c:v>2025 Q4</c:v>
                </c:pt>
                <c:pt idx="20">
                  <c:v>2026 Q1</c:v>
                </c:pt>
                <c:pt idx="21">
                  <c:v>2026 Q2</c:v>
                </c:pt>
              </c:strCache>
            </c:strRef>
          </c:cat>
          <c:val>
            <c:numRef>
              <c:f>Planilha1!$B$2:$B$23</c:f>
              <c:numCache>
                <c:formatCode>0.00</c:formatCode>
                <c:ptCount val="22"/>
                <c:pt idx="0">
                  <c:v>102.27</c:v>
                </c:pt>
                <c:pt idx="1">
                  <c:v>107.6</c:v>
                </c:pt>
                <c:pt idx="2">
                  <c:v>109.5</c:v>
                </c:pt>
                <c:pt idx="3">
                  <c:v>112.97</c:v>
                </c:pt>
                <c:pt idx="4">
                  <c:v>115.6</c:v>
                </c:pt>
                <c:pt idx="5">
                  <c:v>126.93</c:v>
                </c:pt>
                <c:pt idx="6">
                  <c:v>130.33000000000001</c:v>
                </c:pt>
                <c:pt idx="7">
                  <c:v>130.19999999999999</c:v>
                </c:pt>
                <c:pt idx="8">
                  <c:v>125.47</c:v>
                </c:pt>
                <c:pt idx="9">
                  <c:v>128.9</c:v>
                </c:pt>
                <c:pt idx="10">
                  <c:v>133.30000000000001</c:v>
                </c:pt>
                <c:pt idx="11">
                  <c:v>135.69999999999999</c:v>
                </c:pt>
                <c:pt idx="12">
                  <c:v>134.9</c:v>
                </c:pt>
                <c:pt idx="13">
                  <c:v>137</c:v>
                </c:pt>
                <c:pt idx="14">
                  <c:v>139.1</c:v>
                </c:pt>
                <c:pt idx="15">
                  <c:v>140.57</c:v>
                </c:pt>
                <c:pt idx="16">
                  <c:v>139.93</c:v>
                </c:pt>
                <c:pt idx="17">
                  <c:v>134.97</c:v>
                </c:pt>
                <c:pt idx="18">
                  <c:v>137.66999999999999</c:v>
                </c:pt>
                <c:pt idx="19">
                  <c:v>144.72999999999999</c:v>
                </c:pt>
                <c:pt idx="20">
                  <c:v>153.13</c:v>
                </c:pt>
                <c:pt idx="21">
                  <c:v>162.13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FF-40B3-B1FA-BCCB4C93182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Imports Index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Planilha1!$A$2:$A$23</c:f>
              <c:strCache>
                <c:ptCount val="22"/>
                <c:pt idx="0">
                  <c:v>2021 Q1</c:v>
                </c:pt>
                <c:pt idx="1">
                  <c:v>2021 Q2</c:v>
                </c:pt>
                <c:pt idx="2">
                  <c:v>2021 Q3</c:v>
                </c:pt>
                <c:pt idx="3">
                  <c:v>2021 Q4</c:v>
                </c:pt>
                <c:pt idx="4">
                  <c:v>2022 Q1</c:v>
                </c:pt>
                <c:pt idx="5">
                  <c:v>2022 Q2</c:v>
                </c:pt>
                <c:pt idx="6">
                  <c:v>2022 Q3</c:v>
                </c:pt>
                <c:pt idx="7">
                  <c:v>2022 Q4</c:v>
                </c:pt>
                <c:pt idx="8">
                  <c:v>2023 Q1</c:v>
                </c:pt>
                <c:pt idx="9">
                  <c:v>2023 Q2</c:v>
                </c:pt>
                <c:pt idx="10">
                  <c:v>2023 Q3</c:v>
                </c:pt>
                <c:pt idx="11">
                  <c:v>2023 Q4</c:v>
                </c:pt>
                <c:pt idx="12">
                  <c:v>2024 Q1</c:v>
                </c:pt>
                <c:pt idx="13">
                  <c:v>2024 Q2</c:v>
                </c:pt>
                <c:pt idx="14">
                  <c:v>2024 Q3</c:v>
                </c:pt>
                <c:pt idx="15">
                  <c:v>2024 Q4</c:v>
                </c:pt>
                <c:pt idx="16">
                  <c:v>2025 Q1</c:v>
                </c:pt>
                <c:pt idx="17">
                  <c:v>2025 Q2</c:v>
                </c:pt>
                <c:pt idx="18">
                  <c:v>2025 Q3</c:v>
                </c:pt>
                <c:pt idx="19">
                  <c:v>2025 Q4</c:v>
                </c:pt>
                <c:pt idx="20">
                  <c:v>2026 Q1</c:v>
                </c:pt>
                <c:pt idx="21">
                  <c:v>2026 Q2</c:v>
                </c:pt>
              </c:strCache>
            </c:strRef>
          </c:cat>
          <c:val>
            <c:numRef>
              <c:f>Planilha1!$C$2:$C$23</c:f>
              <c:numCache>
                <c:formatCode>0.00</c:formatCode>
                <c:ptCount val="22"/>
                <c:pt idx="0">
                  <c:v>106.13</c:v>
                </c:pt>
                <c:pt idx="1">
                  <c:v>116.33</c:v>
                </c:pt>
                <c:pt idx="2">
                  <c:v>124.6</c:v>
                </c:pt>
                <c:pt idx="3">
                  <c:v>137.22999999999999</c:v>
                </c:pt>
                <c:pt idx="4">
                  <c:v>143.1</c:v>
                </c:pt>
                <c:pt idx="5">
                  <c:v>170.03</c:v>
                </c:pt>
                <c:pt idx="6">
                  <c:v>183.67</c:v>
                </c:pt>
                <c:pt idx="7">
                  <c:v>179.43</c:v>
                </c:pt>
                <c:pt idx="8">
                  <c:v>138.69999999999999</c:v>
                </c:pt>
                <c:pt idx="9">
                  <c:v>130.97</c:v>
                </c:pt>
                <c:pt idx="10">
                  <c:v>126.77</c:v>
                </c:pt>
                <c:pt idx="11">
                  <c:v>140.07</c:v>
                </c:pt>
                <c:pt idx="12">
                  <c:v>162.47</c:v>
                </c:pt>
                <c:pt idx="13">
                  <c:v>163.22999999999999</c:v>
                </c:pt>
                <c:pt idx="14">
                  <c:v>163.97</c:v>
                </c:pt>
                <c:pt idx="15">
                  <c:v>164.27</c:v>
                </c:pt>
                <c:pt idx="16">
                  <c:v>163</c:v>
                </c:pt>
                <c:pt idx="17">
                  <c:v>153.66999999999999</c:v>
                </c:pt>
                <c:pt idx="18">
                  <c:v>155.22999999999999</c:v>
                </c:pt>
                <c:pt idx="19">
                  <c:v>161.80000000000001</c:v>
                </c:pt>
                <c:pt idx="20">
                  <c:v>169.13</c:v>
                </c:pt>
                <c:pt idx="21">
                  <c:v>193.4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FF-40B3-B1FA-BCCB4C93182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Planilha1!$A$2:$A$23</c:f>
              <c:strCache>
                <c:ptCount val="22"/>
                <c:pt idx="0">
                  <c:v>2021 Q1</c:v>
                </c:pt>
                <c:pt idx="1">
                  <c:v>2021 Q2</c:v>
                </c:pt>
                <c:pt idx="2">
                  <c:v>2021 Q3</c:v>
                </c:pt>
                <c:pt idx="3">
                  <c:v>2021 Q4</c:v>
                </c:pt>
                <c:pt idx="4">
                  <c:v>2022 Q1</c:v>
                </c:pt>
                <c:pt idx="5">
                  <c:v>2022 Q2</c:v>
                </c:pt>
                <c:pt idx="6">
                  <c:v>2022 Q3</c:v>
                </c:pt>
                <c:pt idx="7">
                  <c:v>2022 Q4</c:v>
                </c:pt>
                <c:pt idx="8">
                  <c:v>2023 Q1</c:v>
                </c:pt>
                <c:pt idx="9">
                  <c:v>2023 Q2</c:v>
                </c:pt>
                <c:pt idx="10">
                  <c:v>2023 Q3</c:v>
                </c:pt>
                <c:pt idx="11">
                  <c:v>2023 Q4</c:v>
                </c:pt>
                <c:pt idx="12">
                  <c:v>2024 Q1</c:v>
                </c:pt>
                <c:pt idx="13">
                  <c:v>2024 Q2</c:v>
                </c:pt>
                <c:pt idx="14">
                  <c:v>2024 Q3</c:v>
                </c:pt>
                <c:pt idx="15">
                  <c:v>2024 Q4</c:v>
                </c:pt>
                <c:pt idx="16">
                  <c:v>2025 Q1</c:v>
                </c:pt>
                <c:pt idx="17">
                  <c:v>2025 Q2</c:v>
                </c:pt>
                <c:pt idx="18">
                  <c:v>2025 Q3</c:v>
                </c:pt>
                <c:pt idx="19">
                  <c:v>2025 Q4</c:v>
                </c:pt>
                <c:pt idx="20">
                  <c:v>2026 Q1</c:v>
                </c:pt>
                <c:pt idx="21">
                  <c:v>2026 Q2</c:v>
                </c:pt>
              </c:strCache>
            </c:strRef>
          </c:cat>
          <c:val>
            <c:numRef>
              <c:f>Planilha1!$D$2:$D$23</c:f>
              <c:numCache>
                <c:formatCode>General</c:formatCode>
                <c:ptCount val="2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FF-40B3-B1FA-BCCB4C9318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58689951"/>
        <c:axId val="1014222287"/>
      </c:lineChart>
      <c:catAx>
        <c:axId val="175868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014222287"/>
        <c:crosses val="autoZero"/>
        <c:auto val="1"/>
        <c:lblAlgn val="ctr"/>
        <c:lblOffset val="100"/>
        <c:tickLblSkip val="4"/>
        <c:noMultiLvlLbl val="0"/>
      </c:catAx>
      <c:valAx>
        <c:axId val="1014222287"/>
        <c:scaling>
          <c:orientation val="minMax"/>
          <c:min val="100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6350">
            <a:solidFill>
              <a:srgbClr val="1A17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758689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1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Planilha1!$B$2:$B$26</c:f>
              <c:numCache>
                <c:formatCode>General</c:formatCode>
                <c:ptCount val="25"/>
                <c:pt idx="0">
                  <c:v>20.3</c:v>
                </c:pt>
                <c:pt idx="1">
                  <c:v>20.3</c:v>
                </c:pt>
                <c:pt idx="2">
                  <c:v>19.2</c:v>
                </c:pt>
                <c:pt idx="3">
                  <c:v>16.8</c:v>
                </c:pt>
                <c:pt idx="4">
                  <c:v>18.399999999999999</c:v>
                </c:pt>
                <c:pt idx="5">
                  <c:v>19.600000000000001</c:v>
                </c:pt>
                <c:pt idx="6">
                  <c:v>19.8</c:v>
                </c:pt>
                <c:pt idx="7">
                  <c:v>17.899999999999999</c:v>
                </c:pt>
                <c:pt idx="8">
                  <c:v>18.3</c:v>
                </c:pt>
                <c:pt idx="9">
                  <c:v>20.3</c:v>
                </c:pt>
                <c:pt idx="10">
                  <c:v>20.2</c:v>
                </c:pt>
                <c:pt idx="11">
                  <c:v>11.5</c:v>
                </c:pt>
                <c:pt idx="12">
                  <c:v>6.7</c:v>
                </c:pt>
                <c:pt idx="13">
                  <c:v>6.5</c:v>
                </c:pt>
                <c:pt idx="14">
                  <c:v>6.3</c:v>
                </c:pt>
                <c:pt idx="15">
                  <c:v>7.3</c:v>
                </c:pt>
                <c:pt idx="16">
                  <c:v>8</c:v>
                </c:pt>
                <c:pt idx="17">
                  <c:v>9.5</c:v>
                </c:pt>
                <c:pt idx="18">
                  <c:v>11.7</c:v>
                </c:pt>
                <c:pt idx="19">
                  <c:v>12.1</c:v>
                </c:pt>
                <c:pt idx="20">
                  <c:v>11.3</c:v>
                </c:pt>
                <c:pt idx="21">
                  <c:v>13.3</c:v>
                </c:pt>
                <c:pt idx="22">
                  <c:v>12.6</c:v>
                </c:pt>
                <c:pt idx="23">
                  <c:v>15.3</c:v>
                </c:pt>
                <c:pt idx="24">
                  <c:v>16.399999999999999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0D-4ACE-9C98-668EA77629D9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Planilha1!$C$2:$C$26</c:f>
              <c:numCache>
                <c:formatCode>General</c:formatCode>
                <c:ptCount val="2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0D-4ACE-9C98-668EA77629D9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Planilha1!$A$2:$A$26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Planilha1!$D$2:$D$26</c:f>
              <c:numCache>
                <c:formatCode>General</c:formatCode>
                <c:ptCount val="2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0D-4ACE-9C98-668EA77629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29216896"/>
        <c:axId val="404158448"/>
      </c:lineChart>
      <c:catAx>
        <c:axId val="152921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404158448"/>
        <c:crosses val="autoZero"/>
        <c:auto val="1"/>
        <c:lblAlgn val="ctr"/>
        <c:lblOffset val="100"/>
        <c:tickLblSkip val="2"/>
        <c:noMultiLvlLbl val="0"/>
      </c:catAx>
      <c:valAx>
        <c:axId val="404158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pt-BR"/>
          </a:p>
        </c:txPr>
        <c:crossAx val="1529216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Montserrat" pitchFamily="2" charset="0"/>
        </a:defRPr>
      </a:pPr>
      <a:endParaRPr lang="pt-B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Higher participation</cx:pt>
          <cx:pt idx="1">Demographic drag</cx:pt>
          <cx:pt idx="2">Lower unemployment</cx:pt>
          <cx:pt idx="3">Net employment gain</cx:pt>
        </cx:lvl>
      </cx:strDim>
      <cx:numDim type="val">
        <cx:f>Sheet1!$B$2:$B$5</cx:f>
        <cx:lvl ptCount="4" formatCode="Geral">
          <cx:pt idx="0">7.9500000000000002</cx:pt>
          <cx:pt idx="1">-3.4700000000000002</cx:pt>
          <cx:pt idx="2">1.04</cx:pt>
          <cx:pt idx="3">5.5199999999999996</cx:pt>
        </cx:lvl>
      </cx:numDim>
    </cx:data>
  </cx:chartData>
  <cx:chart>
    <cx:plotArea>
      <cx:plotAreaRegion>
        <cx:series layoutId="waterfall" uniqueId="{00000000-1AEA-4CD2-8F0C-6135D5848037}">
          <cx:tx>
            <cx:txData>
              <cx:f>Sheet1!$B$1</cx:f>
              <cx:v>Series1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>
                    <a:solidFill>
                      <a:schemeClr val="tx1"/>
                    </a:solidFill>
                    <a:latin typeface="Montserrat" pitchFamily="2" charset="0"/>
                    <a:ea typeface="Montserrat" pitchFamily="2" charset="0"/>
                    <a:cs typeface="Montserrat" pitchFamily="2" charset="0"/>
                  </a:defRPr>
                </a:pPr>
                <a:endParaRPr lang="en-US" sz="900" b="0" i="0" u="none" strike="noStrike" baseline="0">
                  <a:solidFill>
                    <a:schemeClr val="tx1"/>
                  </a:solidFill>
                  <a:latin typeface="Montserrat" pitchFamily="2" charset="0"/>
                </a:endParaRPr>
              </a:p>
            </cx:txPr>
            <cx:visibility seriesName="0" categoryName="0" value="1"/>
          </cx:dataLabels>
          <cx:dataId val="0"/>
          <cx:layoutPr>
            <cx:visibility connectorLines="0"/>
            <cx:subtotals>
              <cx:idx val="3"/>
            </cx:subtotals>
          </cx:layoutPr>
        </cx:series>
      </cx:plotAreaRegion>
      <cx:axis id="0">
        <cx:catScaling gapWidth="0.5"/>
        <cx:tickLabels/>
        <cx:spPr>
          <a:ln w="6350">
            <a:solidFill>
              <a:schemeClr val="tx1"/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tx1"/>
                </a:solidFill>
                <a:latin typeface="Montserrat" pitchFamily="2" charset="0"/>
                <a:ea typeface="Montserrat" pitchFamily="2" charset="0"/>
                <a:cs typeface="Montserrat" pitchFamily="2" charset="0"/>
              </a:defRPr>
            </a:pPr>
            <a:endParaRPr lang="en-US" sz="900">
              <a:solidFill>
                <a:schemeClr val="tx1"/>
              </a:solidFill>
              <a:latin typeface="Montserrat" pitchFamily="2" charset="0"/>
            </a:endParaRPr>
          </a:p>
        </cx:txPr>
      </cx:axis>
      <cx:axis id="1" hidden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tx1"/>
                </a:solidFill>
                <a:latin typeface="Montserrat" pitchFamily="2" charset="0"/>
                <a:ea typeface="Montserrat" pitchFamily="2" charset="0"/>
                <a:cs typeface="Montserrat" pitchFamily="2" charset="0"/>
              </a:defRPr>
            </a:pPr>
            <a:endParaRPr lang="en-US" sz="900">
              <a:solidFill>
                <a:schemeClr val="tx1"/>
              </a:solidFill>
              <a:latin typeface="Montserrat" pitchFamily="2" charset="0"/>
            </a:endParaRPr>
          </a:p>
        </cx:txPr>
      </cx:axis>
    </cx:plotArea>
    <cx:legend pos="t" align="ctr" overlay="0">
      <cx:txPr>
        <a:bodyPr vertOverflow="overflow" horzOverflow="overflow" wrap="square" lIns="0" tIns="0" rIns="0" bIns="0"/>
        <a:lstStyle/>
        <a:p>
          <a:pPr algn="ctr" rtl="0">
            <a:defRPr sz="900" b="0" i="0">
              <a:solidFill>
                <a:schemeClr val="tx1"/>
              </a:solidFill>
              <a:latin typeface="Montserrat" pitchFamily="2" charset="0"/>
              <a:ea typeface="Montserrat" pitchFamily="2" charset="0"/>
              <a:cs typeface="Montserrat" pitchFamily="2" charset="0"/>
            </a:defRPr>
          </a:pPr>
          <a:endParaRPr lang="en-US" sz="900">
            <a:solidFill>
              <a:schemeClr val="tx1"/>
            </a:solidFill>
            <a:latin typeface="Montserrat" pitchFamily="2" charset="0"/>
          </a:endParaRPr>
        </a:p>
      </cx:txPr>
    </cx:legend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Planilha1!$A$2:$A$13</cx:f>
        <cx:lvl ptCount="12">
          <cx:pt idx="0">Estados Unidos</cx:pt>
          <cx:pt idx="1">China </cx:pt>
          <cx:pt idx="2">Taiwan</cx:pt>
          <cx:pt idx="3">Coreia do Sul</cx:pt>
          <cx:pt idx="4">Austrália</cx:pt>
          <cx:pt idx="5">Tailandia </cx:pt>
          <cx:pt idx="6">Brasil</cx:pt>
        </cx:lvl>
      </cx:strDim>
      <cx:numDim type="colorVal">
        <cx:f>Planilha1!$B$2:$B$13</cx:f>
        <cx:lvl ptCount="12" formatCode="0,0">
          <cx:pt idx="0">49.871000000000002</cx:pt>
          <cx:pt idx="1">-52.929000000000002</cx:pt>
          <cx:pt idx="2">19.411000000000001</cx:pt>
          <cx:pt idx="3">16.388000000000002</cx:pt>
          <cx:pt idx="4">-30.504000000000001</cx:pt>
          <cx:pt idx="5">2.681</cx:pt>
          <cx:pt idx="6">-4.1289999999999996</cx:pt>
        </cx:lvl>
      </cx:numDim>
    </cx:data>
  </cx:chartData>
  <cx:chart>
    <cx:plotArea>
      <cx:plotAreaRegion>
        <cx:series layoutId="regionMap" uniqueId="{03CE5BEE-49C7-4EF9-9627-E29A7765B306}">
          <cx:tx>
            <cx:txData>
              <cx:f>Planilha1!$B$1</cx:f>
              <cx:v>Série1</cx:v>
            </cx:txData>
          </cx:tx>
          <cx:dataId val="0"/>
          <cx:layoutPr>
            <cx:geography cultureLanguage="pt-BR" cultureRegion="BR" attribution="Da plataforma Bing">
              <cx:geoCache provider="{E9337A44-BEBE-4D9F-B70C-5C5E7DAFC167}">
                <cx:binary>7HvZct04tuWvOPzcdGIGUVF5Iy55ztFoeZDlm+kXhmwrCZIgQQwc/6b7rb+jfqw3JbmudTKvXBld
EdURff2QJ8QJwB7WXnsB+dcv81++mLtb/2JuTRf+8mX++aWOsf/LTz+FL/quvQ2v2uqLt8H+Fl99
se1P9rffqi93P331t1PVlT8RhNlPX/Stj3fzy3/7K3ytvLOX9sttrGz3brjzy/u7MJgYnrn3h7de
fLFDF7fXS/jSzy8/3Fbmb/+r+1rdvnxx18UqLh+W/u7nl08ee/nip+OP/W7gFwbmFoev8C5mr1Il
sSIvXxjbld+uIvQqpURSivm3sa5uW3j+H5vD/Qxuv371dyG8ePx9+u6TOT+9VQWbPyw8t9sUP5ze
r+mnp4b9t78eXYBVHl35zvbHJvnRrWPT70O8/WrDi5uugp9vJvm/Nz9VrziiXDIq0f0/+sQPiVKv
EE6poIqp+3/s29gP7vjH5/XHLjl+/8gtx7ePXXNz/a93Ta6r7vbFN7P8E1wiXnGuKOTEo8nVE5dg
RF9JTilT4KqHLHxwxf08vl36o2n8sQceXzsy/OPVY3vnV/96ewMCTLfdcwv9cwhEIKS/hx6Cv337
74jzg/H+2LDf5nlk2W+Xj0374T/+9ab99yFE/7f/af6ZAJ8Q/kqSFLGU4gcIOYpnyl4xhTBgPbtH
oCPz/2Nz+mMXfP/ukRu+v3Xsin+/+de7Irf+rrp98dW+uB7Mt4D8o6z+c8FOxStGU0JSgf8I7zGR
W91NJbjr26CP6GL93/73PzShP3YFrOfJ+0fuOL597JKL9/96l2zU43ZjP/9EsP9v+nMfLseE9Zj+
ZP42VP/ENEgwekXv/6GnxDPh9BW5zwwpHhIE7n9fZX88kz+O/2/vHcX9t8vH8Z79PxDvPyQUfxp6
/pvXfNeUHcf4MQT+szqs/78h/79uyf7ele5u4+3+vp39rit7/u430Dp69bmu+MGdZ19/fkkYMM6/
N8nbJ54gzHHPc/Ti3W2IP79MhHilgDIJLqE7U5gh8fLFdLfdwpK84pgolCrKORMpVPLO+qh/finx
K8qZhHaOpJhAZx3ssF3H6StFCQd+BgQAK0nk33WEt9Yspe3+bo7Hv190Q/vWVl0MP7+k0Ij0D49t
y9tGxAQpgaGBFwrYBkyg/3L7HrQKeBr/D4Nr3+Gp4XcpLuKg9qRnfWJy1I/V+pHzoW9uWeJ5OHRu
CQvbRTJzPeeJLdDnsvOsS3JL5kaeK82XYdeopHOnk2pNeG142ydLZpuZ9595E+vZ7sBWpqZ5KSXD
d3K2y/De6Fma2zTlffGFttSJq1JUrqdZi6sAU2E99+0bjVGcul1puG/6zE68bS+xXBxMuWxbvFyQ
lnb1b0kYLbzznU//wEjyyEYKKcIUF0wJcB9BEBLf20jithq00OldMdmudqexZYadGjYGL0/XUMZq
yteqN9VvBhUVKQ7PD4+hjD3xkZKSSkqADFLwFEzm6fhrTdMgkKi+1rihTZVHSznVmVIkcfXBz1Pp
487rWDKdJSxZ++7txOgSSI7ZKiZ6HoXuQpNZ66jHV4qnDu49P0kI4e/nKBFUaJZCCAnM1BaWT+c4
6yoh2tPkq0j8iMiuXGUp3cGkLFKUdT4K8anhqIhnz4975JttXKaYJIQjolJ6PG4/LFbahKZfywVi
TmQj6k34RbOCdGU21dVQvekKUPBiprUlRGTPDw/90NGyJUsxS4liHKi63MzyXfqUfKwSNGv6NZFG
OprzCQl+C4mUxDO7VtJcVQm2+DVt3DJcNwGhVWdBVwaM8mdnkspUMMFTpBBIQOjpTLTUhakX5L8y
MUHKHRYsVtwcuJ+GwPZVWjDxyQ9gApcFIaX4ZNEyerUfK4v66QdeAXh6ahZOBEs5TwUX4Bp6FA1R
VKhemq74Uqi14/7Eur4tln1StEEtJ0vqZwiR59ePj5BMIq4QgyyBRKUAp+mRAUq11lz1MfmsKy/b
5HSOekuIdrYaRMRhqtnK8qoNC+mzWREKhuAV0sN124t6ybsE++5atbr13c5x68n7dqy68Pn5aW54
+h3eSowpYgwxjiVgOBVHWDJMReqRW+fPs48eggANDQL/oHmiPMlmT8fkuieN25ImTnb7qfpy+IF/
fmcsjIVkgiKhUkYZQNvTaEkdCXEJwn7uDE8Aw2tAr3XKxgXFhV/QggPuh3LwzW1b8w4Q1fetx/w0
TepkbDKnAW035F80vNVVqxkv2Nz0tv0BrODjBMObkSQRMiXgYSGO6tNMp65X3Uo/h4KIpN3XMfRm
eOvWWPVdPrnFweQS2Y5wzy6utcsubdYluZ76vjgLypu6zNt1RctFq10Xi6xTSBQxHzhKzHvRqnJt
c0LVDJBIknrB3TlalYGvNlUxOfeDNMUgkTwJACJwqoQSCFMuOATrU8tDZHZu7Mb+k+SW1zzvUcoh
FItiUMrneJUJQHuxPKCnGRjcG+7hpMdFCrfmKVLhDsNEf5xD7BjFCbANBYmEMaFb7h6FRTM3oS20
7T/1HrLI7WloUvaaYE2XCxqGBcyhitGsH1s9L4vMBu0np3MA/Em8L91aJKe+ZfX60SdDEFdpJTaC
MLOxNeqkGfjmHhuoghBaRsnH972vm/XjakQzNRkyZitaFVgfHGQ7peEiXTwwkbSdZ/Ad5fUCP2FF
ZUx3PQ80HIQcNt81c1kBwXD3w6u0TJYpS+1cwycskAeYeZV0GzeIPW+b2zmIzvUHNXo8XjNq13jp
fVP4zJjWkzZPyqKdT0sGxfXXLu0K9nFEI4Ygk2kJPGN0nQWK8jw2HKMmWF8iKUHDZ1Jwio9CgxZL
V2LVm08rboMvs5kg2YdssrU1Z3RwEwDF8yMeoxGRgEUEQ93GDGr38YjBo6Cnlk6/0nXYgnEa2AZ/
JMgGircYHRefipquEIQTGWIoX0sAFojT56ex0dknSUGlEERCreAEEVAfj1a+0nFwiRLtx5Z1baRZ
tANP7qzTDtBIN6HDe19IW70dQ1oC4vSa23JfppGMNkulnMyYRVK6C1Ok4nqm3qRLFiYsxvcxTVCV
O77O9gKCCOmsRqyo+owVAm/JrhHEoR01sIuzom7ilvkj4/QNgXrfLxltPJ3Hk+dXfIxrKYUCBXQD
Vr3t2EBP8BQGGlHobnJB3oxDh4DEcu8JkNhx3eKWAclipxpPM4Tt3CgKP2W8Z7aJ6LeQpkM9keK6
mMUW0sRVa+tPq57QDSLdGhA+ODP2oTpZ+dJA1hVTu3FqvKQtZKfEDtLo+SVt2vv3TkyBAaVQNgHV
Nv0YoyOodrRrV1t35CaNmkJuxb7cJhATOmype5/HoOcsMLdCz1uKA1ZukOJ7B4Um0RhoPJ75dsm6
JjS3RtWSnVaT2ezglsmKq8LN8FSl6bbEpWxFODSJ9PTQp36kIV+gXsByf7C0I5YJS1OYMoIhVRBn
wPeeeivODZZmsMsNLccNqaJ3EFqrWSv7JaK0IV22ROvWj5J0W31sE4vBIbNoTbns11bgWB4UTYbp
BliqB3NMsqYQfXRcAU26KlEQYmwy/YZuA8DmaUX6CWAtAiOBAatYIPgLeiwMpmhLBqaIUeok5twM
NaSEVqSGvx7ss0Fhc/u8EY5yNAW6AOxKEp5C24l+R3XxtDKxCJd8GFtpAR0e6C3R6Tw2OXSWuux+
BAtH5WgbklEg9gjKEhLAmp6aHdUWWGs/yw9hwBAhcYkRAgpqP9iH1T2zfF9MiZ1DJgxdwOBmLDqg
LAB6YKXJzya+lSKkRX0oIksBDCAhx/cetpigArQJJH6cOyhUj24r3dSBKWeTdpArkEWbO8pm3hyR
1BWGH7XUanyPbGthJrxpoDY1Im596vPWvt8ifJpOYisCABIYM2BBx50N0MGQlGhePmi9CFNkcWho
nxcTKuorQVbml73TXvRppghRtc68d5U7R2agM896YDvJhS/bhL0uWi1p7iY7l19QZdDpVAxM7BrZ
WfOV1Wb171srWjjCsGIzvWEjRvO6S+tO8T53wB/DcJgmno5X3ulitploUYsvKfJY7brOK5zXcxx8
kdk5dWud6W70bM7LuRkhGcbVT4vJ5oTXrD4oggd2LUxcWJmjGQ/TcNKrSeMC+FtRxrOoJTCzXK5m
WldoayEU+7O5WYohc6GvxWFUsqQ73ibz+mESllQfB2bKYkdZJDhfoD+1SybKGNROVWRq8pKb8lQS
GnfOomm9KFSH0AmesCaHMgmpRvu+sS27WfhYNsmNsmieP8xxpvF1EmKXvIeKIYev3Avhb1Y5lp3N
emuxDu/UvJrmpKhA3TislqWtzVRjKdG59Gtw6Wfc1mn3VZPejvMOQmVxd2qI04TyxkwB16ex6BxP
d9AHcCNOijZpxJXCMmmak1H0JBh9p9OORrDyjGnq2euV2hFCesU+9PodFSgKtO861vfybFBFpc1l
x+fGlft6LOM0Xk68KKvqULB2Gvj7oiPUnYma6TI9QKwI2mT9uCIo6yak1aSyMmHCxZ0u/FovZ1MZ
El2dTFUL1SZv1MQAYMe+GvgvNhkED2cQHFNS5BMF2oKvhh5Yl8riQtNZvDFESviJDxeTqjJwDyno
6n2+2sDc53VwiozntfB9SU7xnCRS5kvNm0GezF2NW5NxNm51EfGkguWUlENRuZ2LRSCV11wrXr5Z
pn7q5du6SOrJHGRDE9KfNcOi0vGNqCmvVOaU2jQJ6SPXzUdZFkWyXjBmAlgqWRxA9mtAbaf5RUIL
L80lrlyFzdu6nuq02E81AEG5txWmMHeArG1Ky5gYRPao1Evldqhvap/uuogS3v1CStLBeG1tlLoZ
ytS53EPrDZYl6VBBBcmx0NtHYP5AWTLn1MbpmQ6w+rzXuKPiUOtpsxg1sYEfG3RMrrtWbpDPxlim
MldTtBAAawd84yQq38Jz/cNSdeQrmM/VEv5BLQkFjGY0hiazw9XmHtwzTfh/YDNvdu6YqkFLSobE
gyuSrkk1u3MOGhp38FUFTCufUrxIl1ep5kMCHmSDGz7GuhuqDuyV6NWe6GFleH6d1nKbcgWe7tdr
AZEFI1C45T4XybwFmPDJ5nm+JHDNqHYzzThieBRKbOommMPYBRg2f1yP95S6zyC4abjG596K64az
QtGcTQoEoKyXGoMtHqOnWIOCT8o62RZXxOXeGANEjc8fOa7iK9/+ooE3rymqfHL9aOrk4fFvRn54
DpQC0ryWpG9hArhL9Pi5qURf+ZOqowss2pEVTo5lJaFlha6hAS+tyviDo+w6Rgg16LwHX551WC0F
z3Cjx0W8Ue1gwUojaQ08QnrQ2HwOMkcxqqxBy0Z6y5YTuGhkidxn9WBB20MGAa49rEmTCnq0vLed
mPDpMqRbd44eXPsQHqJoDNhHsAre2HNptsXPYtEQpyX22zCaaQEXF+uQ1DdrUrEhnsNK6Wbeh0Ba
h2WAWcIit6/gygd4D04uUYiuEPU29QeDJuu0wh/WUMvkPkG8a+qzlXA59yclAhEJ7adqsJDTqi43
5SNM4N9qlMR9xqLsIHwCB8YKi/cjkN03AbTs7YNk3H7YWKbwYzq0pUO78m3+3SBKPd0MpjRldejK
FL6rHcUlPW3CInG8oA+xUtVBRXnyaHJVjx6mM1e0gY9ABbAweN1XDdT5EbtVoBtgbnU67nqXxK7K
USgLGJzX2kLLFE0P2qYBwQAkG3CTHs6kLbd0HqC+wrVmGUSdHhogi/NyTlUwsz2NzKK2zY1iph2z
IpQgG2KFB3heRxfgB0gjN1etG+C/SzuBbsfRhEEqcqDlm6uxiQWIApOvYXSsSzt+FF0xQxdQLOsW
+5MCKK8PM3UEECb12gzp3rRQYtv9nHSFCmdcQamaf0VirgFvSmNt05w+ysl1NNrXh0Eb6He/LCww
Sk/7WoM5Tuh9zjibGjBYKKamWD9Sndop3jg66Umcxoelz6oMYCLaz2sDK2rKKfC9WBEGlIuebebD
c79FDehVW4g/6KdpaCawAB7Itt5YVQR+PAQ4PO8qUB+TrDIr6MqKkaZTGUgWi2hf0x57eEIseOth
Rz4EiKsHkWXF3PjiMHTOF+SsLNwK31gfpLcC2nJQDR1nDUiUBW6g9W1b6J26PBoQJvhF24gtnyKb
KhDhyyaNAJVUFAvUvLAA0tQH6PU24w0V3aQCMqQNaPG16Up43S8GVvnrBPSsSM6nInhfXSlabyKl
HaDcvZZNQUV8x0DGWor9XNTJog9i6rkJO5AusGCZBBFIfGIlxdCSQzFU4Pw1YSusSnTtVjZaXmzh
5onHEHwPlqyjBSWaVqii4/m08raQ75p1mJJrD2QaVIW1d0p8AryF+EqmfgUL1Axtayj6LgHwh/Zy
U6lMBXwVmLVq7dR/EmrRDn9msxHmSgjXL8WBERti8ttU4Xou9lDRqOFZMKB/J3lqsPQfQZGcmvgB
la4uy7zgC9Xz+0kCt3Ff1ViNjvwaihSkiRPfDGOr8oSsofm4soEwmw1QHWZo9jG2wCml5GrAA0R5
WyuSj3AxkWMmJ9iZmnePK3nwpetrEIhzzumyLesebowZN/xTS7mhCbD/LXmr0G5PdPfqfVGT7RrH
KIEnlnLZHiwoqBPtHjr3bW+jMkUPqVwCWyyu1rjgfl9Dom5ZqdrtzmPIAqcEJFIcNntgC+Begt/g
NClzPy+eygwTj9K3g5blZLMJdSDYs2UtFDmbXLdleZmsmxwYYJ8IfhjQsnjmVgTxzRDsP1yBbrnN
vKlgp/HT40DcKyhpDkIluX7o2LqqXmWT1V0/sHfNA2A1D0KjS/EmRifGbSJk8MIztmvL1tki004M
yfVQ8R7WHCfYxRvPK1JuNE6zGcaQo9mmNdwnXGIbqCNZwYctyXuybTPuumneYlIWK2mqjOvQte1e
1way8fBgENCBN9BrUjjkCvAecFJfaEKNTH8gfB019KDlAD5ABBMAN4F/JyvrCHsIoFeTa22tgFnL
spwhGyYLMOsStmWQGUF40dlYuW3uP+junkol2/Bi26tBinMM4x81tn6YbTIFCVLVAzTWoAHDLKAP
gEx6fqgjAR2yCcFxYRgLJCv4r9ja+u92qKa0cWkBVPJbjKBmtjZ3fcHYG6lgzwoQWejNqUNVg4ct
8wxc9giOz8/lqYTAEYL4STGHxcN2OMQ5eTqXYqQE5Nu6vFawqyY+VRxvfDyEVNL9aoE6/8jOvx+Q
KAXCgUgVAXFRHemKjfYImxYV793cQaEoG6j4Z3JpAOYeM/v5BeJNtvvP7Z1thaDdIi4xSQmG7aij
AWdTs7KLRrx/RIxJr5tovwi6cH6YWUjHQ90Xq383THSpd+3QbXhOPUBDElYG9egHM3oa6TAjaKVS
BcVLKs5AojsSGheFkkku1L03D0k1Aa+DHJ+HpgBcr9KxAhdoNiyQmYpCcQBqkehtInVP3bDmo4PO
/sBbajnKZoCWJQeod/A45EeBr6qFQj+ZTw/7Wf0DzD6/iGM3guMYoojDjgnGOD3eZYW66yKZk/FK
h2ZDpvWeCPWBd8O7JUkHdvnnx+MIHLn9E0Ic2UzOwEbgmOxw9Vj25lK7OkMWkNVmPlTln5LWOALJ
H6egLAJwQ6r+Dg7oVIASPVb11UNZApK8eUM2BvKiC24rGM8vcMOX78IUAgK2nxhkIJxHYaBoHumZ
07LOlV95cyq7xDc8l20r6SfhIWF+lIK/Hwpcl8IOXsqg05fHUNcWpF2GUpSnD1Rk5KCOQBwR18LP
86t6PIrx3cJAK4ShFByQQRQgJD3eLkQI9mVkpcOJXwnSYU/4vJ1GGBAjg/0trB3soec2lKCtqqwt
VugWs8jLiNsLqNZwBKfMbdOD8nNJGGgP6G1b8LK0pwtwA26virlq8LzkBYEtp1+Dcy20Qb4mrHP7
1gwriTmySIR2l3oOUtslnbGl4q162M9rBDQj9E3RtdjNr5tSjwqOzAyjqDBoIjUc1TiFRkNW7c4k
dQ+ueCQoMoHXdNY80Apg6CkUC3EPYw+tRjMhgO5JtwSgG1rDjQZMI0mA0FqSQp/QkQEeAIolBnlF
g9nIXPLAbXrYHIVsR32K1yprQmzxmnXBq67aiV6aesi+SR4OyqbOHonMPYOCnbUJ7Lu6dCvi0o2g
LEFv0Qiy71MLQ7YNdBXjOYLdiqrMzdwG6KdAzze1uaFAexW9EktUrD+rBUo2MSCMHnTW5aEPU9MS
qNvpZmhBdgUFRsIuQ1brmNoiTwZbTqjNHIXTQ+StcqqX0750gnH3gS9qXO0H2G/YdrSAAyIirmwM
sInwoepBbS53cAgJjhMctHcY13mLgXT+tkDrGdJzLuaJfMJ8XmJ6BbJZ0b/rlKobsq+7kCDohAE4
5pjDUS7YS993dgHf7qaZrH7JUALKxJgDNcM8zRe2FNNlo0IMawbb0VMF3bRKPeyLVhqFE4ZMnD4L
1DaL3hUMCHeXtbJr/S8dKC/JkKUPW26PWORgP7wUl2kLuF0fOm0EGYBF3/MsEL43nrh0cSs6D6Fh
7tlgJ00DLZtXcCKmz0aPRIsByUorYRqkaUg2NcmoPgCI2/S671RiDm3FS57pspyu+VLxerdUU3FS
sZGeVoiuZ62fx1NQMux76QXJZ8X1layiQaAZj/5DAUF9ykpuQwbZpz/Xvje/lKiyu1nhAnpRQ+MJ
NLsgKZGOX6Q9+mQbSMdu6sWlmKp+J5nW4F2U+EMtZ7avbTW8WWsT0R5YedynC6IGIla0X3Q/XBPM
+gvPkvKiHUPc8wASNJx9KU9HO6idVlP6Tvbawb5+X32tgit2RvdltrCu2/FCufN0Je1hKTrYBe56
zuDT6dLlrO7kYYJPnqXQj332sx1O4NxD8dWpxpw0MzZrtqiaH3SN7HXPQJvPDEg0IUuoLW+meU1v
TdJxaOWH9sOUkmqPSETnDCldZTZJ6CUDme7gY+juQi2LdyAeVnBeKVL1FcNWD/QzuMfvR1Lr6tAv
XbLHoY3vw8hAcAAo2IVlHs5p8EuT8XZK80KqQqe/VCNRyxmcQBi+BMJqvLdDH6HNqVq9ZCPl6V0a
uWx3SZH481bBcYQdw7F+N4+0gT6ptRc8ROzyItX2FtWhv5wlQxdB4C1CC77toZbjdD4DnX2NZDOe
gfqdnFcN1WSXAvp9xdNEu2xdU6yhbe6TX6feTXcuSeacVHi9DaG2BE4U9HB8cF0DRK42vcngxJQf
dv06NfO5GEpXZgj31dWCJQAxtFT5OFFDz1mKTH/uZ+cPpB/IBTftnIHS+5FPyxc0FMUVw5A+Yxji
DqRFVGXl3I5yxxdL90zG7qrXzP+69DNwMgTb22XIhgbOQDS5rEreZ8lA2S3sTNuMEtOdWBAKMoLa
+G7GXfMu6CU2eRNjeeP04n7xc9+SzM3DnBfY93VWw/xgxzUFzQ0Sb9ZrzuZ0eqtI0Cbv1rG+rdt+
zWCTp/3Y2cplfT/idwo2Ec564tN88Kg4Z1XHbkMq5ssa9P4Rth3YAIMWMSuGxEFHOpSXIk1slRnc
qFufAKnZpcDP6ozXwb0Vk2gOAPRC5Kpa5WnEVr+FczpwtmPS/obYrj8Zhxmf1P0obj0tbibok29W
167pievZktWuLe8WMMiJjnIY9kADl+voFS8yzxzs2DZlzJAexzOhmv7EAQ/FWSmDulFdVJ/p3NMP
tS/s53Ed17sBAnw3SkteMzhYcIKgUuzc7OI18Msk41M3XiY+NJ9WZLsTanABJ7NATr7SC2JQy2ZA
JFRXKehBvBGn8P/GFHkfuvqk4YO/gbNdFOY/knOMOnqoBQ2/gi7n3qpO+1O8GHXdtn69KEPt9rME
yIU2uK2uOobiuR/Y9LYLhf/g05R9oc0I4EDcMl6xpYXkAU3rDaZxuJi9nM6qaaYWdJu0OylEy3bQ
HsMJS5A91Nma+OKyKLR/t5JU36Qgnfzq1jR+gIJfnkKyydcrTiKcYRLVwaiCX8ION6Z5bJXZpevS
UYh33x3WMrFvG5Dg35az7V0OJ0PQwU+1+7WPAyuhuV7XS6/YcAEHlRpQB1r7oaSragGz23lPZZOe
Ytjzy8d+ZW/SsaSgzPvka1IQOIN2uXC2Vipf2hm47k4OIGmnlw2no4x7ZH1jYmZUX1xOSV++BZXF
XCVs6T6a6G/hnRKE3gp/DC0wmHqQ9dWsajh+yXtcnSvbk09DUgxTbvSEXsNRn+GmIuPoTjQxlOVK
Y3nBCuvTg0Jtp85bnfY72MdlazbCfvcuVWsrs3qNasxaWnRXNoH9/oslcRJsLdAU/aVTI2z04Nnj
6axjrn1DZ5a8k52q+lzMXtu9Vr1/X5fV2O5hy3fRF23V2GqX+I7DIcSiwMmJHENY3y9p5wd9slEP
tFNutsY2YDU7lc15Az25NzmWwFxy3g7F+BrUkjrkdMDlh0mudsktMuISjusVeDdhoIgXERrx+JFX
0P15wBHfRy6AOJUdHCs6HaOQ55zMqKs/rHQpyJgts0NqOCcAdugsZbAjcOLM0vmdHgMfrlVSNjWc
wCmN8plPitI0ecLUfF1RODWTEc3MO7vgZD2ZoNGscyQdQf+HuTNbjhtJsvYToQ1bYDEbmwsAmcnk
JkrUfgMrSVXYgcC+PP3/QVJNM8Fs5rD+m2nrLrNqinJEIMLD4/g5B7ejm06lrzfg+Hd2TjoNIMgt
QQWydZ3qXeJbmp1dd8o8tembfFYsdzGY/lKdigCcpshWlpbURfGm68zU6YLZSq1cB2BvK/aDQ3vT
77VZL3am1ufxbRbTnfWKEpjXX7qpLj2jmGn82H2aXZWJKapdRKPwLkuASYN0SqYrIzI1J7AcNbaB
xNJGO2ZRI2lH9sKePX2k+211enevCHey/SINzdazzcwAigOz+6hJpfkxuJQmRiNn/VBVoWbsoiHW
e92nhIuVyqc3DxVt9OzYejcrZmVTmPXOnOQ+mbTjD1SqkkzJd5JQ7Vi7WObSE1GtTe4uK2zNjndS
nyoh7jRlsPoPNHOL8CqtHfOPaBi+LkscfYhi+TVypUg9rgnF4wi3Yxc6YXNQOTxUkoTV0P6yl5t8
1vP7xkj6/RA3ri9ruUjPhqYpvaIQxWNT5lbQNNbs9U5ikl+HrvjeReGyt6ucNl40hXd0GB3V16Z2
rIOFw8Z8cNvYeLQhEDVBMoD1sB5YMB58uPGHVsnsrazL1tm1th3dtlVZPfZ120W7foqG8AhqHNme
UkzusajSOtDLOt9ndSgey0zVdm4XVzdZKJQ7PZvMG13StKyilua1y7Uo0PVw+KPs7f6wTLqee6rN
IRyo7lC3O6lZ1T38wbE7ymYMPbcd1cmvsyj1TasdpOdqRQiHFEJkf2wtBrebAbkfl7BJfoT0vetD
Sn8taNiUo7fMWXPPKc/hn1hZHiQp9QWPEL7j1En2ve1afl/K+GOaRNpXkLdpD2nHPVSqW+xtaacP
Sqo2/lBY8We1LD7kKUywiIvb3tbD9Es16l3lCaOqvhhq2Fz3uhFOXthMqeMngKPXodQZdKSCcCfT
4HPZNd6kXEuuh1FLvmexYX/Nwkj7nGnGeDvQuQ2ErKujAWT8EfBdz9acNknPSNX6zgpDg7qV5Lgu
QvO7ma2X4bks1lN70ttv1eAoyS63EhqhgMmVdSxFmVR+2yRTR69pqQAL7THVfCMnj3iWkqTiLpet
/i2O4y7z9Jxn8NLcjh0/4+/1gb9YE/EsxbGwet0OuhgiZ0OtlUXXhay6T5JbW+xn0jDUrxy8Y+O5
ijMOV0qXWUEnU+UqqYX+YeUN7LVlyHovmRX5Rogp/dYPjuR44Oa5r/oQNlQVCuOW1l1zI2dIJV4T
UdLcTm0vv2V6NyV+C8w4eMmQT9+7bmavsCm5p/USFPPHQNdq8OjIDbsyHYxrQOoIylQyLRTz0Eb/
NKGQhvvCjrsbc+b+5imUI12Qh7UidkpdwPlVl0F87No8/2LLYfKz1miDXFVq9b4fbe2R7prjwgqi
hvOsbozzw0hRdU32K8fdVMdxSinnUnrC4lCqeyMeNcXvw5WJNxeqkLtGDigMYKSwiHwzLuLUzIZ9
NFi0UorMTzOKtGa3XmMHP5zrRKemNspw+Vy2fZm90SttbANuFWFGSnOtapF+o/VRPh8UVU9L843V
G6HjZVqdGH/k0EaV0h8UZ0rDPQ2zbFLvsriyKtfntj2Z0uuXuGh73+bAFXMQ079ycq+HzW3OQTnM
YZHdzE6oG6rf9lzA5EM+gA4Z3gTN2+33TS/r5HMUZWYVBSNbhTYKahyjbLxhqiur20fUauWxj3ul
+Kut22kQuxj+U1HuRE2v7TFUdXovBwlRqiuDZjYVNX1Ie5nxHkwFulSfwmSmBzBAc2f4fxaKa6vM
Y5uWc+DKeBKfBV2m+PEXWKvIteHQ5e4KjepaOMkbNOtr6x6+wNoHYR8u9o/IDNXJOsCrXthvtda6
yZdejrESe6UD0KVwsw3T0eKIIB13H/sYQMG57Sgop3s1ddXZ9Puo7evssNDd4m1x5KVV+s1w+nIo
ApF3/VzeGD3DWzy8V3S99SG9GEX4aHRCJtbOgqiaGNdq39dzBQ8p6ahxuDtE9V5KJyUfK10VZLCQ
7nTIXJTu0iVjzm5CEeWYh6Szi3mWoLADSGriQ6nq89HcReVkJvlOjjBuXLCDsnJuF0o/ZxcquRXS
BRtCV/aeZtauubPnxTAP9P2Kj9Lp8w8K7JrO0yvEZ57Zs3d2sE2KH2qZUWXBfo+bbFdZrRsHQwNP
ZfIWvab5uFj9/JNlf+0m0fAgYMdegQMnt5UaGn6mW/1dqs1zsZNGAVlrcGkESyV/TN1ptI81JZzt
GaWcTW8qx6w8NJ0Ki3Fy5FgizhmyH3JRw4zUahahZ3GO9kFnLPO7NlHGiQJByXdUoNwQw1QKcWgs
syuCsHCmb8oSTrP0tGistXdOlmQiwHOn/N6oNLC9Nh24GpSLMnAbaVIt3lFONO1VH4ts+BEp04q4
UFHrpb9kcbRHpzWEyr7oNQdyjl67pR+qZlXtzFltr7S2sr/kQ25qrW+HelT5AIqJ4IZqz+194Vhq
H+iq6LvPUB+gTXiNhGXnw+moBwokTYdXBLh1H3HzLjyzpg6/m2i4Td5oZPbOzqz8WonaCip7LxBX
wK2TBdQNfe7bwCmFS0tK6eIDugVejD1FimfArbuqZV6nfg9g9m2BsMDaCN23vaJWjHORe0uT08PM
yw5MN3TcXQq34k8F8hLgYSqjW4U03H7lcjnGb+20aNaqy9CTKyoY67oxbZF8I0Ua88EYzPRdNRrh
HTTJ6EfUaMy8My4TdLWwBxlZlmTyZKKOH5xJ9A9jk8cMARkb3WG7qMimdoFYIRPuOw340A7ctBqP
GqBFEoxwYz6NhomOUGSteVWaaQo9sRGPdRhV+04v1c9W02qea8NDjJt8gaHfLrOH5Gi+R1OpJ4He
twOirryEIO8mgzscI6uBndaWC3TQKBwnHtfNV2oEt2Fflvas7+kQ0WdVDYSFQTQYA6lXQe+QeJ20
oRcaUVtTFJRze2f0sr+NdG1wAlVE0t5DhJDvx8nuYB13JaOEDWB/NZvYibyCAvxNrawVb+uYTulR
U8+JZ2WhCx0lq5M44EBPYV4BlzwsBQiAt1hSWrtsgGAXGGqR7JZ64nciAZ0O2kghg8GQf41tXO70
sJ38sRPzF5tsMdxMXdnIIK8H510rmq4nnBA1F4IEFKjQqzsjD/UbJ84zG5pQOBdeo4XujaLE+rc5
T7LrSZHtA1y91IcDpv+BKqYv6TPY7uwnok0b3x7NZA76cU5bL2+cLtz1ceLk5N/GyG9STZ/FvrNG
8VEJYzndg1xlBmBAVcxeLgvtS+LCePAKiBj3FQwTdWePYuZS4OqoGupQFcWu0NL4fSamZvQ5N6nq
qM+D2GhqZ503681ojMDQhl6F905eGJ9rWBaRN/T5F6Mtqs9NV1UeZj9gjzAqIUpFA0s+b75EyqhG
1FaT4itUHndNj7ynBXf5Wka9cmxSNnXQJJn9puu76roTNVqPxs5uwQXsKyVUnY8gxonNMoisb1Jf
jN1kqu27oZn1Y9ZWne6ngzOu1ZpaQJ0pgXjstnWuWiMurWBxFQqnInGnQyn0IX+HWjYJGsCtoGGp
m35tiH5H+aLdlHMVww0ctc9xOE+f3bDTPNn2KtJJke0KJw//glasBqYwuw8O5f5BM0PtWwUD/bPK
rwhPmZg4KP+f0dw4dxNN/oMcOnad0/8BQbl7kL06h57TVarGPlge3EjJqGg0szhwHjQl14zWCBwb
cgq/fTvWevMpBewInImLSo2mePGmWKs+Kk5uPqaxYRa+Cap/lLLUaIXBtMwM4/vcg/43u0yCBzXf
OKCyYgjogaNi+syNtirku8ZsK1O86dK4Jsu3jrNyk5oa/TMkgWlOi5peAw3H6o05Q6WZD6OOVkMP
jEqduvio9nGRLkeI3HP3IUymUXwXpVllV2nlFJ3ph2ajdkrgDMIcG5JXBpuFnhb8iNTVEksNIN5p
C2Wjo86J32RWo07Hfp5AMT1Ln8TeNMvR+WqVZUdSqWWWTzl5TMSqCKjz4CkEymxFEYQWE44VdGTK
eFhVM1poNg00dlNABY1l9adaK7PdBjQ0IertWjnOWUzHMoky2EIyClcSOWuwpg0SpdGi1m8Hw+m4
wiTGZDXNx8oZwyENaMQ63PuQDCVTep+mVdtXQTtamMXsVGn0bf2tz5ZBmz3+FpnM/liZlGTeImMy
w1WITDJ1fRDrdSSmFalufoijabDrT70SLbrwktDJ+BlceNuabpSu5cJ8k85tmFv+pLqOPewvtOdO
BSI0/xBQu2hlaXJC04P4cNr+L1XuHOkk3e9qiorkd9dbtzJB+6kxigi25+gMZeGrhdnotmc3OUIk
L6eP0vqdUU72h/Rno+vl5zrtLvNYOKpZyFVd+q+wwFcN/lOGRCJmpElRYv/IKrlqm4pfxI8ic3MW
olLRLrvQqDztya8RkXEzG6t2mJbv6jHwNCKgodOp6CX+LH5FHH6xagxRNrTmWzs2e0hwgzopSD6S
lGblr1fx20Dh4VdH9JcPwPdKoqyJ4t+Wgv/zr/9997dP4U8rvH////+1Whz+/Uv//b4q+O+Lf+Q/
/kXr4/zP38TT/H681UXh5F+eGTr8B8uGX9aI/+GH/zs/B0Er/z/bOQA2YOXU/u0iszokrL/wy8bB
NP8lqF+4aRkuDFVnlen/cnEw8aGh6YxA1UKDDu+Shf/bxUHRsHGwYPjwYxdKgeGy+mgjr04Oiqb/
y9TZSeu1RUfpYovXWDn8bNr/u/ftaNzWwDUQFptIrnFz2LAWGkT9apJxpUMv3Fh0IcUM3O8s73ou
Nu+MLhL7EP6/BlxXD9/VUqUKz2TxqJet6KiW1eVYleWXPC8nStaoibAYMHuuB2oZVz6UT+7E41BU
D1AXqXVp99l3pRaGlb84Vjd5gpvk+1GI8CPoQQJzyuhyhKRlcVuVTdUHpanQUuGcDSLbnO5cYbpL
ABlG3uWZunyGg2zir5WZnL1tFdCl+lBHavVJGY0KZmguRe+ptWYdEMAAalejswNcCj/BySi/T25j
KRckOPo6YacTKqCuAEZa8JbgFKzb+Al1KnbxlcgLDtpE5Nr7peqba2E6ObVqRi+xmlvtB6T8HCqr
ubRUaONE6zNs63cgW9mnGaXEX0udL1dL2EmNjllhlR6Y+yP60gkwtjQRPcS5gJc8LtGFh19z6ebZ
V1m3JXQk5xBg16T35NlzZYnyeqbrSNqUuxF45FDq87QDKXJ2dZqowZON8juhPDUS0U5z2rr6YJg9
CbhJ7kaoxrE9QvYsLAdqgfqm4H7HNQqpovl2NrN9Y9NSowPGPdnYK3F5my/5fZ7r1004f+IyRlUA
FT0br15+sFP+ya/nslSkiew9m6LDOJ0IvWmnkQUvPPioobeERXUNYBLe/YMoGLIglmEW4HCeRpEK
iIhtS5aKIlYlsdbsaqMfLrxU48wkW5aNwYOJfB++0GaLG3DTEzMF8rdTRylAI0yFlqAWRjd6PoYf
4z7WdC+hafVJpcT52AhLociz1JTO3lL/RTkT7hIiGL6BLiHy0m6JA7cosj81PW8NVmeo7ZZ+smIq
fgU9ixlXwxW1w24MjbvejfoHzZiKdJfmkXwc8rb8XMvYup5F0dAdCfNdlOhV49VlP3LH0duy5U6c
Hyd1AB2GErwcDUQtv+lMrzrO3sg/S9qOf/7Z3f0ht+fV/8GTaCU//ueT6G+vsX8bCq1//refkO78
y0EhDkVSV1naKLf/PokU2/gXa1zVEazaKy1k/dHvo0j8S7cg/XJAcYBB/7JYXH+fRMbqUwq1TlXX
c8PU3VeZCp0WVHD0cN9wiY9Y1NAc7GBON4OhoJDXI4gwtehyw1+wX2kOQH9mdc3dJu1+FTO/LHzP
pJ7n4UwKd41QHKI4Fzzbe9zdsw5oRcvaWfyY8kxbkDKFiWI+rvzk5fuTN3Em3mlGWYdnruTA1QpZ
oAxe5/FpalWTMmvmvJ7gSarluw4Lp/d1YqWH10SxKENNFw7pKoyHC061eBplWBY3Uvuy9RxdGYK5
k4Nvo3DcvRzl9Jj4HQW2HHZLUGTxmjyNUoWtxFWiaL2wTN0dlAIBzDjlX6NpqYMEN6cLbOTTuVvj
CZVVpjoqImqTlXgaL8ffglae03g9jWvYp+O0j2lVXKivz0VBbmRTpLFHxFaJrtE9o5yBxkOvQv+k
JnVxRH+4BK+dO+yYIXDbrHbWgbMyr58csU2dqzAi6MhOmRnbfuzCDPKyRlCnVO4M7Umrx/j9yzFP
1/rP+dNUISCfcivXMEs4jemCPMlimBsE8qV+DVYngqHN0ju1d6wLwzsTihSzSo8pe3VruzSQuKFy
7jNCYSTgDZiw7NF8Sr9Ni/z65VE9X4VUDq4JQZRp5HK0mUkhrdJRYLxBtm/TIzx068oiT9yaleG+
GZvKflVN8HMWn8azN8coUv2lsgbi4X22yKtCC6WCVtZKLsQ5N4VCh8Mm4BGSpje7C9R6mZNKYJqS
1/HgpzBr5qBL+uUrPgL1hWDnJpGyH2ovB4ADK2GzNOrGctp0xikCiWLQA+rfx5YV+pSsc2BNjnmh
GDk7OGjlWFjYjrCszVYezD50OmoNT6M/6gk31XdJx609Spbown4+F8ri8gQ5F62X/dN54slO08A3
M2VSab01ah50em7dt+kCc6yImgsbbE3e/66bfy2Np6E2G4yOkgR5ZlRiqd5Q0UYHJ5vrjzZ06tvR
zOqPjdN/fnn1mxdCPpvIRJlG+nyeFqvga00o9gkN+gvb+WwUXF4c6nSo9Nu12NJgaxYlbgDt3f4B
qCP1FWTlb/7BWFjsbGZYtvZWbRCK0Kxj164RKhcJLYvK2idDZV04G88tdQulBdUPxgjcnk+XeuPa
SYN+mrZv4xoW6G+eXedWEf5VyDZ+75Kvugub6+wKhE5u4ruIadfWrgUiQt4A89XQGG3rkA/9F8QW
3/Rat3evn0BYa6q+nlx4Xq0P8mSpc8GPIcmQMuJQgRlbtE5g5lp3YUNtXKjWZW6t10IHQ0FrPUg2
GTdWnKTPgZvgTjeG15bG6IslTndSyuhQ4jvmSUscwhATAsT2I5qQoey9hfvAhSzyfFniPWlayAbB
A9ei53S8blKoAyYRjaetspm3ZYv6/RjDlG0vvEFt3UanO5tIdLOAWtB+advSgz63E2sTl5M4iTNs
MvRhX2OJ874amrvIUqZr3BSqXZNVmmcQ358AbnEW8zutc8GKlfpCKfQ807gcruxIwJ/1LrfZ9uNM
faTQW/ek6kAsHSO3gMrVjXhb0MLApC5pBusd5FVYra9dY0TGVhyBBKjGs/IIkuRE25OTAgqj4zdV
mvmL0V9ybzk7vidRNktsHqS7QGejHxhrQwCzQffHOlQOBdTF2f1SpRCY/sG4eMFMnGWD2Gxyt4Ps
06CirD0Dh0EfSx3TH8yuvDB7z5MPswcnS0UvhZfA1sCtrHQoG3ZXe1nkWu8qZ4ZKm7XpQe3z9FuH
rGb/8qjOzSNLdrW4FuyTbUYIM2SbP/UaVjqatAXRBNzooRr5jlO0d/owu10AlQv26f9f3E09AfEa
RlxlIvotyuYmHavqKHF2uEMk2Nz0jjB9NYNU/nLQc5O7VpuovSjgTWOT/ibpFHXelExuoonPndJP
/U53h/QwYtsnMZZRuk8vR1z/xtO0AB8ZV0b0QlTWME5OE1BvRGMJcll7Q9iiGq/rJjCKdPAU2g0X
UtDzXEcpTQVj4WmkWhhsn4aCd7FkowVXZx77fKeiwN5PnXh9MQ1yqlGQUAhCQfjp8ffkBKF7XVWm
TrteseV4MDL4B1lqv1XrTNDMVS+sznNjehptXb1PoiEZt9rJIlvB9w+hoyVQG5BHNct8YWU4z98T
am78Xlkd6zco1p8/CcQ+TvIYjgO6XLW9joG/DlVZqNdVIZydtK3h/TQqCtZbM9YDr98KLsI8EHwb
UyZc+k5j29nkLFnH6b8onfuYQ4N7A0G2X5lC9bFqLCyPZByKCyM+szJd/NA4IZDds242BwR3Eqsz
tJFSVIOcIA0X1RFdcy9Rh0tQ95kc4/68K2sU8i7H4+kAHYl/gRlJCirwvhsLS5djAbnpGu8WHcaH
TVOZjmV/YVrPvFIgDnAHChEEWvrm7G9izFK6jqjYiOgR5gIJEqqkaq9FZfT3k1mlULjc1q+TIbkQ
+tmyXQ9dC7tYDVc3zsDNGxUhNnF1TUaJUkci6kAtABYzXECFn71BonC80uFB9kylusktTTgZDSZW
kvYvuguvxagt4IqbXxnSLi9oVs+NiOxC+Yk/G4LfTazMTEy6iJ30MhfE36t7Zfk6KHpuXyjYzo4J
lw9eGciAtU1iyZJK6A89JGktm4MWotcNlmPFEeHL7y7l/xLYoxpk+mzWv2rQQENUvcmX8OnLqioK
QtVIc4A9FERB85cY5+LXZmYirZ7B6HDR5Gv2JrnUhRMnky6l15hqsmtgJHvxGNe7l4+aM69oPWY4
Gpk8+ogbXLSN7NitE2RTOW6UHjLR2IMc4bz+BVFQr3geMTCm3kSZNTheaRtiISEGiksS1Q5btvRt
WEfLl5cHdGYt4NPFeDhxwKLFJkPZelHHSBNo69R9uO+yrvUzY0h9IJGblyOdm7qnkdafP8n+6Cvr
cJlTSOPW8NGxS3TReigvnGXPig+XooMbJfmPvAuWfBpEQ7NQVJpSeTDX1ds6nWpUSWN1dCOkMnjO
T9Ph5VGtLePT4mONqNE8hiCiEXWzwukOplgGEdGMXCaw1uJgKsvMD921XxKLML4qpyGCRizcQ6nW
+l/KrFyje4csaozZu5cf59wk8yJX61nwWbD70/FHZV70Dv1c+MjDEigweXdABH++PghtMpwkBbdP
sIjTIFY9LkkrIQ+hQNcT/DpTqwuwdZLWhX1w7m3aqNtJ8rjm0/o4DRSaWakaM4uzTMvJh7xES3xU
9hp81hKC3oVo5+bOodEPL4beHNv8NBoWxBbiwgo5RyfCm2yY66MkiwavnzwHwMOkBqKO3ALbeMw3
KArIiGlbNLcVrKjdJIzkAhx7ZixMG5coMiIvajtzGV5DmZvEa51qx/e4z5kQBUX8WqiIRpMKAkHa
4G5Dl/10xpxlUDplXftZYhR3xTzpgQzLS0Yvz5GONQyNKIFWB/aRtg72SeYorAXBIo6lXtqHya0y
O8Zeq/NrviDhepY63DujeCcVFa+i2A5vwLuvLVfKC+fLs/qKh9CEZtAmAG1xtoXAUqu920UoixZr
0LVdN+F982BOQh1uRY9I1p/gqibHZuBDFBcW5pltQH1O00+nQ0+ZtdkGShULFfF8hWwhRdcbq9Yc
jDK5hZ4OSb0N+eer1yiHDyQveu20yLanNtqSqYDiTU6LYdaOrdHs7WK5tBOeHz0arxSEjBUksK/e
nNhgzhE6TF6rFa++Ao5dHedysY+YAca7lwf0fAYJhaMxBBAi0no/XUHkSkttBDNYZSJRgrnKIany
HQftg9sa4kc8Yg9wYZ+vef/kUordMDtvRRp/ftJgk03irBZTVCMwlWWhQGytxce6H5dvdW/nAV4h
+jdgkOlGxkZ1hV15+/XlET9frhrftMQQAcTd1chqpyMuylqFqdxXeAc2UZBb9o+8sb+KEoAKnnzh
9ealqvJ5ylkjcmmlmwbKamx2aTui59I1lNalonNprfv+iq1SXniT66LYTKuJ0S4nHOuTs2ezaPS0
M4RZIfRqUqVZfKdMks/1MiMphb5vPtTQsXHAcGIwIzvP20tnxJk1K1Yb47UGBD3aNqqbRdpZaeNY
riBU2osomzvfDbX4fdU2RnphG55JfLRKuCrDNQRH4U5w+hINXcnMsVPZ+Fb7QF7M3sMCz4LBbHIt
MNtYPGYGWltvCse22+thGKIDbNv6Q8xXfeSF+9aZmacfCxmAr5NoKzvh9GEgl3TNggOxl9Ux2xUh
zrfRop5HbOp6+Rxmd63zUauj+NVHGZNAGx3k7Cc7Z7OuVCTVopasZDGbOWLQKDSWgzsgALgw3efe
LRcvyA4G10nNXH/+9JgpyzSE4lDBXevDD8OcGvZu1tzwpktMfGxf3p/ngrnAVqtjk8r/NrPZQQBE
UpRV3gKyfi21qr8fS1sJBqsa378c6kzy49NChKGhaNPsM07HpYWmmO2ScdkI93+knTZ/cDpkXlmZ
51c0NONPL8c7MzQweugtAkQA2t3mGpubSlLwTR/yemU7gRLTwGyaiI46v/P6V4ZMk97lOjTQ4s3a
SKxCRm2XYtg8m+gSzKnvQ9p+pXHUoERe8kE6k1MdaipzzXLqCjieTiRSbCtHgVB6WlGkfshHaVJP
qWn84a/R6j+6uRnUQ81Zc+HmdC4ucCMhjZ9kks1awWpay3XDJu6I8tCb+sS812cajU2ZxB9gjVe3
zhArF4q7M68RggIlADQ1YDt1sx0GezCLTolIdR0oQViyy2VWV75tYxLw8oo5s0JxBIM4oIEZw6bd
TOxijL09jPhuh+2y+KsJ02G2BgdnmhAafRkpF4CWc0PjWr22T8CLuSyevsh6tKN6clw0rq1pHREF
6lgkiurd4qApf3lo6wrcnFcOVRS9BnulLm4BA9Oq9S7CkAbngCS/Nxvgo9QU8f4fROHcFTo+a5RS
m9MerVFWWNhyYROd1zvkOc4N6snx1VgYFmcWiIQDiAsrdb0KP0mQbUzrzZolUXKBlh9mWz5j4k9f
LZhxrasvpMhzqwKEar3HUFTAsz8Nx3e2rAZL6nUBdo9Dt7wtqnr0LOopD9+k+sKLOhcNjG+lUAET
c687jSbLFq8RyeZu5jq6LhO+R9FmkX3EKkveLOPSXxjdmYVBRgaJdlWbmCtJ/elkZrYuxwn2mTcO
EgHogkn+EESVFl6qIs4sdkKswBgYram6mxw5SVOLu4R9PA0DVkEIm3p86Son8ZIkbB5fXohnZpFJ
pDUJSYHPG26DhZM2lTiaI2fnY4JlwOPU3zFyxWgmRABsgvyb8euzIyc2aCk1CSX39thekA9N8YRg
PR2S0M+UKDAxKgOpFcrORP7vTZM2Bi8P89ycUlTzuTId+j/g5unLi7tUkXyWgRqzza9xUMjwYzbQ
rJn6JYD9UqT1bHiy5ywJLQxWUOnJvkuGI6m6y3fljLONn2RokC8M7MxRw3cuucuvtQlnymZgRdc4
edziO9BNS4e+WSgPixW6fE2trXfK5M7Xdp2En16ezbNB+TzYTwoSt6VN0KZwMWBwsJlqkZV6fDsq
+1DM1ofYKpu9atXGHg2leSHmmesZiZ+qWle51YO5n85r6yCtTg30c9yU8DqKy2tXTvmnOYzT71Vh
FF9FoTaBUNTmqI/TpW+iPa+l164QKZSKGoLvdvMjUrYnI08gdmOa/LbXS1SXcRP9oYR1f7c4Srhr
w7q9Q+R54eR7nnXW5cpOga0HoLA9jsrOdBO+l1J6ODwYb2hp8IEJI9XfvvxCn2cBbp02OCS0MnC0
7fk62HxKINFjAJuwj79GSzzEQVdhXLI3+fbI164Xl+w3n0/oes8FUuODKzpt2U2Si7tCidWGCqLo
kmL06qQUD26/rFJJ2ip7bBuEZ5eRikO7DPFIeXm856L/rOI1YdprnX26mAalUhPNpAxVJdq9wFbY
mGD3FeYg7pgnmpfgGjEGcuLjEleAxdqfL8d/niSwhmUhc0qCNYCUnsa36EhQJpMk9CkzUDYaf2TS
HA982MfZvzoSECnIEK2cnwD7aSTuDrq7YIUHN9u1sYNe8GfADp6e/t4aBO6HL4d7vkvR83GNoC7k
nQIrnIZrUyXjszQtx4me1z84QIJsTLNAy9A4dF1ZHSIU91/kaMtDOhvmx5ejP98sRAdKh/CMvyuA
2Gn0rresrG+JDnMsvdGkhYs4H8d69ZZco6A5o/DldN461bJD+FaGi7UC0LZ7nc7m/eBMyvEfDMVB
kglhG4XblleDbNlSYKUxkeMiHyClhzNNaHW4xAU7s/MBt1cHV4ynKa43VRT9U+wLy770ItUU+HDB
qUdJFR3h+03XjtMpry5JIZyh9qdPhmThGSOsjXQ+crG+IkVJjV0+4JMqwL12RYSr0stTeG4twryk
y7gClvDST1dDgeCK+9bMmW+P7VFNa9MHTCgCfR7zo2wb9RpDS/FWNKn8wqdc5YWtcCbHUMYxpaBO
EOK33GCRZ3j9qBTfIU4SmBSCKD6gZLPBMSe7ea/rfArLE2ZSvzeTaG4uDP75EU2FhVaCZg8IONZn
p4Ov+CKxjp0mfbWlUr/wMhJcPnU2o9/HUd5Cdcyydzh0iH+QcAgMv4CXTNrZYv98MoJP+wxcAvhq
WusrPOFxcJb4s2b32YXadbPd2XkommEVcgEgh1PZnY4xHOKycM05CVQ+bhFoTt4etGpIL2TQLaj3
O4xDPsNUmaS9WUd8Gb3gIw5Ggm5SXnVu3gdDtCi7Sk0VHwdC9Z5+YnnNx48ewimc9jXdzrdh371y
OT97jE1yM6U6dhS3SZA0TYEpuN0cKAzHQ2UXBrbgC8YyRuexmwHeIDPuXt5MmxPrZ3QIfjBW0LrC
kd0k9qZKqiS1+yRwoqi/FrU18/2lfthXyXCpzXDutT4Nte7rpxX0Ytho24Yk4Ousya4zcifA+rm6
8Fo3ie/ngH5anKNBBx91NxtEGeIMm4gU+18+XTxeq7BgQ7+dZdYcsfNz1UebD9G9sppbg8KkZzci
ZlIpZzdFrDFj1iAQAQZjGEd3AnpTsCJX/svv6szQ8Pnn8IA+w3+2pXKPWCRUAJgCd+LTkzfYSBrZ
VWcUtn6FLqxFA2T/P87OYzlupOu2T5QR8GYKoKpoRSOKRhMEJVHwPhNI5NPfVT36JXW04ruDjuiB
SBBAIvOYffYa2fH/+6K/bTj/3Bqty7NSi2uTjPz61oY8xNRlx2mm01YN8bceVWUgyi2bPSeNDnWc
yqhct1OhJrrt/33xP5YM/XzWPmoFxPbstb/l5vMqQ0/kvZf6kywuLKZb0wDh61+u8tuO7gVU0SGe
U26gCEwv+LerqLZigGVwbOx892JNd7cd7uoJ00IRaHFYdk5rnBj7o+uY4i/b+R+fH5fGc/qsh3No
p/zuXoCRDwZOdeemtjWU9r3jj+v0XEnpCC9B47LIv3Sj/u16fBec+cRyyNV/+wZL47VOLkY8wRtc
4aACAlirnTb1lZmz/353/3IpavcxJXwETnyHv+3iGKziioWkJs3JOg751JsMrIvPljb9jXn7W0Rw
foGoIGix81/IJO9va7RuAjwm1cZdLdZwXeb48Ir8jKIWYfEoV3r8DOvXad3hRb+5/vaXl/jHd3m+
PK0RgjqUO6zUXz8RR8QxMXDppCzS6CSMdHAJmSlMW8IlPhish/9+sn9+FS4RFo+VxUO8+A8P9/9s
pCMsyBz7zjx1mPC/aNp+PeCLJP/yVfx5V79c5Z+J/v9zFYAUsZgaF09gYYVpEcErhH5G4FHGDyuW
13/ZZ/7tclRnz+JsBim4v18foo8F0FhFQZGxieHmehy9ea9KKK2t2+Lb3nu70x922Vbe8X9/mgiH
KAP8Yzfh/v5JUGpEw++I1I2G4K1saGMOy/8oB+IlMVaLKJqKDh0gvvhf7w7H3LbEmtVLd27nLcaQ
GdPWfvxLBe7PhcEAhIUfChr3kFj8t2eIx2NebHVcZ45D18ePquEAJNK+/F8fGFc514hoiVKY+r00
tQy4XY/A67PRc4jMGHk9Vtbyt/Xw5/YBnwwBFVI4xkI5W399YpTqc0grUZ2JdceeqrQ43jYQnxqL
wr88tj+OuLOiiZgKx6KQYaHfj7h5OE/ZYg+anb1cvxv4CE8+trXHqfZ1tkT4sBcUUf+y3v/t/lBC
YHFAeZbr/3Z/s+EBFxNPsa7KiZYxUvYF60DQrvb2ly/53y7FF8X5Qr5CXeS3ZeFjJ1cx+nU2QnLl
3VgOXYqHmv2G+e/ffIn+XIHn6T00SFTUz2W939a5ZaZqH0G1ZeMGvBIw38/ZDf4mPfjzfbEeaEeg
+z8fm7/vt4trM6LOZCsLMNy/qAG0Ldy28oa51+XWwnX4FutCXFv+12X/61V/2yfyYB8Y2cqrzLVX
cwGzVZ6GZXUu/vsqf8YiNDWpoHFsMoJOf/PXZQ8kowLvRlICiqe67xoFECHEerrzRufaLuscpwr8
Iy68Uubv/33pf3t3HGJktnCSz1Y6v15am2WEJqDJh4JAZxjbNjcN1krZ/8dVKGrT3afayxjZr1fx
a4XiCeBBFjrrenTHoUFDZv+trvvnkienYSN0zxYN9OKcX68y4Eff27KsM0uZXJ0g7C3O0dRz011M
nSPlX7bEPw8vLsdACk4NZFFkk79eDoixN03Gq7PcTN6paCbz0PtVm8HpoFYVqzX+yzL5l0+Aql98
VqMQcfzxrkrp4VaCaTGGc0QbUtr0rEIxRPiLhPK4oiu/WcNl6Q7//fL+5bGyHyO64aqYjlm/vTzM
EQm+JizVCg6fo9/jI5dXipLuQDL/t6H5f3moBP8BLTk+PLKq3x4qYOk9jIupzha4EAPjZ4R+KeoD
qENVgFH3Bf66VfeXr/xf7pA0jjIWBxx+FL8bmHnhti2LUh0OSx4o7snLn4JNuhdnTvT3/36Y//K9
0bjiM6dQTDv3dwWVVCFdgBJbXHT0Ybraq5+2Jv7x/3MRKtHUORgF+z0dtuwRrPGA7SsC6O1QAusG
HRibv5ygfzw1yiccY/T9qNmcha6/rn9N8kZzsR4yZsunh5aye2Yt83Yqdzt4+e8b+mODZL3754YY
USLjPL+r2/q5n8/i6imrB999ylFm5ZeV2RlyzYYc+9qMk3uLytTbxqn5Wm8qdv+yRGih/vHqyJ+Q
ShIgn5UgDNP/er+kcw1Dn8102H0LzlcijNs67f3amqVoUhgWS2eSoOpMGyfMTy41du5RZwUNZvOQ
iqdDXFl2hz975+7lO5QX6tGXWxuN4rkMeyoUL/ne1H19EYp1ET/6rhZ5lIrKgsidVM0K1exgbTio
u2m59+tkZXKl3VuDrK5n92nFGBA3/qAst/O/L83kvk1h2cmftrTG7cU4JnA/zV04dz+mxpMqddRe
2Yca9gm26TXkmu5KjXV1ZYV1gNV0WK/7qy57SYO8V8Vch0cHmopKMateYfvSYYvmWwtP/iar3bKN
ninvON51wCyl9SNemH360pAQujWQnnKw8Q0+I6qzFTaXAvi7Djq/Gue6kymd2377bINQYFxykHWe
Zx1NclzAQVvNX7TnzvXdPPjCvQAFnlMg5F4GqCDtrlyTuXhihv4FLNYCu1G51lrItLWgAodweBex
nWSH1CpZiPl1ebB3vFidtIN31SX4RudWNpS5uz8Oytj9j3bsA6c6SSxpXqaFdHbN2nkYxSf0srip
yio2iJ2VvVQkKviPZ12AsuQV73GLoVbX9L35PAYYC2dxgXXEQS/WJFOFs3/9sJx9aPDCdIWKX3z8
PZevo8L6V6UUmXr1eRlqiq7J2tftXJLK5rF9UboYvj8GGNc3ZBEFtHf6lbUlvDppHexZXwIdtsWX
yo/WSRxxENjW9rJVq8KiuFTjCv6oJGp72DYgCOB32wJfWsjpxFEDFvSBHl7mkIl98i7QWPLZ7PD0
NNbyvhEP+JsW7XePE9sp0k6IqFgyDJtrJ6Ljj3/z5yEoLf/DMcYrGorSGABbaVmsYV2COF9njCdB
XQ9YdxYxOBAuz4ccP9W46qJZV2MQmdNe+NjmRX5j1U2CXqLEMW5oVYjlrPRWB1oqjqjmflIRMsiT
wN0Upy0s3me/gCggXTUnFeip/GOZe6zH6XuCkmF8c99t6zUCAbsws+7h17qmRS2m/W0sY2Nfbc7o
mS8eXuHFZxf32P6J6VbdZn6ciy1lLAIj7siSeZ+tQ7Vbt11U5Az8U4w3z61APSIzyBRcfN6m8Gbf
68CD4x4pc4xygFluiuxuKa2MUSK7AIy8t3Rek37CoPWt9+Ao4F5r7dg0JCH2fUhE+lr0s3XtYm83
xqBSrDm2slKKclkPVhlRBsQRrKEXcK0Ek5xxaq+dMj/8UtDFyvJyQQWU2MNuDd4RiVAfMTEH02S3
k9oy/faGwlLURcJUed7fOE4hUKni84MsOdmHqGje/QkGU5XCRzfWI0xTzBOY2tnzuE6MRCKjEjZY
X33v6r3Gk1U4RTyr9KyHWJar0G4nT35qBgtG9OUM93pUp1kzGrykK0lBGGQjsGf/pnfroFN4F1Vl
X15KdusajbQdS+AOeNj4qeMJMTZppbZodC6N27F9fclbf1fqsW/cqYkPSx+Hm/0FKhK5D9Fd5Lv1
uScpwlstjdbXEaKhBYZeYbwtAVeu7MMC3SgCTyO2er7v6mnHDRw/j6pGUSiBpyax72zxj6hz6Hkc
Zb0HP+VYbeG1bTWL9TWsnGV4OnOwJlR/iJUQHjJIOvyAVG/libMSLaSbrtb12gqww37aSZDVsyWH
uT21bRE41wuO+EvK9mV9C2WHwRG0+fFyzg3wBB+aTjJtU2EnQbEVIC6c8i5m8uDotHFzR19tpN/T
hfHiP0WV3zUHyk2zdoBelUN5F4zrxvDu6E6eeIUdv4/fuafKfZVBjYegr4SIT/xZtBxsqBs7jvI4
L5+QW1vt9bL3uZ8FG2F62sCBnl5d5UTCwty7m8Yb4ePk+ghyuJ1ubE7g/H6C4bHfsN+Nr8az9/K5
6OMp/x6aKuoe6kZE4YOcoCm/ogWahuMyiCoEqTCC5SFWxcB/1T2i0cOEe/jHEC/2fI9steqOMFd0
/I0lO7Dmchu5y8McOH3/I869OmCwcOY5HAazzu5H5a1UpxMxzA6rmjVi6Qff7WhPiX6Xwed+N5O5
KkXtMdrv6bxtnvMC39j+wtuWYAmPlj8X2r4AVD/mOjVbVM8/12jfrI+18aZ+gyBne0qk8Lg955sz
a61cJuh7HZiMCY11aVOckAAfJzEkOp9ZjaE8q1Ln0p00jIO9n/qPUHUWuMMhmhamZcvCkfH75NXW
+BxWXlcRMQDl28qz5bUBAtgMOy62ULpVJ3s20kjPpyhaW2bQ6XtMt9gjbm6CUAbLoGjQ7OdIDxb1
1qELxcM/0JVia7QbO23QgaCxtAdBI0ljIU+Pu6m86FkXNE6f8010P4p+rCOqlaCaqQaP9rMtqJil
UGmFm4ZTMXffF2WiRwRenNhxZ5X6IYBAcVHwfeUAi/DshiJZTq+RTeOXA3Zt3hZEPY/tPtQ/gsqX
3cU4aPdh3LbggcHTQv5zLLwVkT3jvW0vwVW/TaX6TKQQUZIu/bg7TQZzixOGJjkkrTAHQ+gO8exf
mMVC1oLct3se7JCXBZ3icp53y86ojZZWUo44HqQI8bAj8Ke2rUGY+fkN2Q0m7mPXmvdKcH5fjtKZ
vMNYLhsSbCnBW012cwyi3faOntUXJ5IPXEPGvRmB1qALKrOx6wcrXRGNZzPdC3XaON7egLPrFs9S
zhis+FdeSrW3OAOtqFplus+bai6XaoXF5K0R2jHc4nCNHDHgXjPoL4u+KrC9gBEHI/Gi6WaJUT0E
QjvDfDbG/vN8qVQNToPmw1a5B+JkCETmakfbiOyK8pHtznlZ3KFfE2ePly9eHRZffEBHP0s6Ow/2
jP0JT0QI61hWA30kK5wxrmU2HG/9OFoIVjGOgRgJf0E3D8Ng+uXkeEs9XuqBGZ2jckEHf2mYNJ8y
bwpFldT+gkd7M7A0gyXuvEO+R9aQ1vzM3fk9UAnfG/idkA4cvLod/McyqBalQpe4dxwidditSdAr
5z3e/O66cAejgYnyoBKmcqR7qmCRMFVuqvrrwKupUgBv4ugy+e3z1/ZIinx/7JH9dY2Tkux0x9pr
+V/KsMTgRRP1JaAgu3iem7rOgWjmmwMnqjyTfuooHtLYbse7pg2iEnxRjadNvCgQLe6wAPuwYtPE
yWAWyGTlirI3Eb5denz6gGsORmHHvoVL58NmLSAIbYGoZdLpEJJCU05a3/phMTJqXbhxkfbFFtrZ
wPscPwE0dS6Gou78ywHuUM4PCY/oMlRnq34mgyCShJLNbMGltD323SruHKRVwzd7aPZEROyZyRRo
VWRlMfFrQWHEzQF4AxEf2Fu/QCneh9dxW4feiRg3At/Yxn3z0RhXbx+AFJfXrh05T0BhVm7WLxAJ
jtIUFvdiL31KtAS2s9+Qe1zlevafHX+H5trnzAGkpbsWjyYseisZUd5f6zUnuFy3jSBvNWPsZMHg
FTrFeCrGdrHU1f0+Oc7XxYvLm6odOi+RlltINkMwqmmfr2yMm7G9L7Nj7V9B3udxIgBc2I+OklgW
+EgcutdmnlZqY80CZeETn+VuMFvUnHxBXlniviSufTJKYO1iDU51Pdi+ioEQz/y7pRmaIiuKMnIv
eFX+ejSq3BaWah8/roybwBnTlczBRnRreVFtYgqOwE2gAa6MMYXwjXLKwUbAJknKQduv3ibOgiim
OesjRcjlELsratBcl/nJOKuFDxG84+4kiKfHl7J2t2SMwgZeU6HYu+hshE2XbIxIdhcz86731N6c
NqN/tNqXUyjht06CnIXvK6jEesJJU9cAPsDgXROrkLU1vJYae7+Y32PVyl+yRXuMwzPAUr7Q1u8+
HNsUP7DS335g/1K+A+Frb3ofbd7RJUu/N7VqnnoIODqzWFCvyu2h6FqN2z/NDcyhYw3A2D2GOmgJ
Cqw8FplPQOGeAlvbzaXbdgtsWoJvk5Lvk70ZeB6PMzN2+4EJpDHDpD7gLBCcWikyXvyx8taLKoLB
ngR1bd3gnq485hSGYab4iEbfmo8inEP9pe7jqLmUXkM4LFcrPJgWx30+iKqHVzviVwcWBBDHW10w
OZ8gWrO6p1rtoKDWbsrdE1vxcIuIImfE1zUBYzcKt1/P1HgFIKSIf1qzo3/COoh/Lp5PZrvW+bSn
ysLX+zxIwnmGwK6tyEM655D7pOfoXs6GkdrupvdtA1aDYNWFfLmA+/tOs4QcSMZ2Q4gs5i9RHg7f
un4X7hWGwe3JtoKoSilnzxNeHFSBj0yuNGNa4/WrsrKc7Od1yFc+l8EU8BPG7RNu2Pl7LHfxoFxH
PcQi3hq4FLOLfFL6TBWDcLStQ1XX03HzuqU6xLaO8qRU1X67TfDMjq236W8hlqQAbcUuv9cuPgk4
vWAdnOXaCU+tNa8WhZsChqzlrYzKj1GvLwC6uN+gJamQmZ59eB/ZPMwhVFF969SO9dNR3fZpFdTB
j+60BO9r0dZPpY9LBiON7XKlgoIQyaeZApIRjc960SLC3bNpq7qfIBrFt37RtcP+tu+fq0Fiy7IM
pi3v6mryaJt2a/9ht8sMjWGPm+YAp6ptUW626hrC3jiTIOzTzyLw8q+7OxYPiiP8PmhL+VZKP+qS
laf2PZzkfK27ySbW73nnCR4s2k7bRhAHtm15Htv1FmQLlgfcgdZmqT7FM2k4DteNJKvay3OaEPnV
ve10uj+OVuVTkbdxNDquy74qkK6VH57oXNpvgWz8AH+SRdx5s8/n7jB2GVKoIofPwAvyJXuhDslK
URJEdJvEHh82VzPC0Wg9XBl6vt5xc0jsgTJL2p7Sk/IU1jzrJJadBLeu4FomaglZZPnqeXf5FJXP
KC/ap81R1IFI/NSSuGM8WQn+3OwheIjrx6Yt/I91iNvbbamW4gqco+sd4ogg5jjrLpJpo84dFSu3
i0t7Clt51DqOnzjToXyuftVfwxRf5eU8tMHXYXXFra6F8Y92VJYvBQGrugqLOX4sYwAszD42zBhQ
Y/HzdC+n6RDZOmwuJtvr67TwRu9HNLkaEVCft9eemc2zt6kRBLi/BLCjnF1syc6bOXW0Irfjupbm
NS/0rm/YLfzuGDvQwwG1yC2dkEwQzo4FyV3OzfN09nh/Jel2n/zGLT43M4O+SSUn34HrSgyQOc1u
/Wyrurtm3O+8hVO9Co7zWo0hhOpd3sPBAf/BK7R5AGYLUsNY1h2+bq5Oy9FgPQ9TMJgw6PY6PxWt
Z136K2C9Q8wQBF6QsOXDhO/Z+06HL/9ijd7y4iGn/0qbYL8uQJ7qVJZt/AITcPhBJbC9hxnXfat9
414O3Oac0iUn/dV0iXDLQPOPDm6Lcxy/lzbiumpnRYlcbofcclcnAWcDy4oYfqMO4vjLY4u5B8m+
gyqC3TOc7ley1C3ByLe2r8dd+F/XffFvQ0Ch73CMvBc3pIWWLF4rvzULzlOJbql/pgCCAqg+fg2s
dFZL9E6HmSBZlXFxY/xJz2BN7eEW12iY0Fah1c2oCoIUy1Z2tudhOzDWNYkALOtQvQmkWW9RFXj8
3c7ISAjCjeHkjTUUs32dNSkQY6Uk/6YaplPeie02j84O1AGtWGAypRMW6VIOEehkF6hr6i2mfkWm
n987KtgA3JIfmbQrzlHb5K3DRR/gSZisYxAOaeEysH8Vzfv87qy79xSY2GPvFqZ/GMC8v/iFawP5
bormaZT18F0isb7FPmLYj1UAhigZcMF4tTSFVDh0M1inrZrsxxbMCl9jiXUmW2wQPujeCl+UCzgv
QUXsPZcrSEegMjtTP8EMKOZKWrV7DZCFEemgd+E5uL0tXqtowCyVnCEnIY08zJwWopabzvRySUYP
Fk3CJx58E2JriwP0H8yPajLitC2a5q53ySeoA9FTPrVTXt/MBqOEUy5i+zJamvCj6Lz+Cv06UUy7
EmLYMtJPVJbDKUOGnG+pjkRUZpE/IqBvKYhhl8nc/G1Fs+n71so4OEo5OEc/WInoe1mbCiLuvLxZ
0xbfB4j70Nr3WJIkjd+1cxrj/3hNK3OAFzA31eeiayT0MNk7LaasK7FXhHGUm0i36D6rWIRb2m2j
a1Lp2frGi4o95iiU1WOEE28IAktW4dGNlH3kHY+GyI1R585ZxBviIsbdGXp3FhiD/nLTMh23XTR0
iZ5CIFLlFc6RHI4lYXWZsBeJi7i09HqywJGF2exHTKn7BZuMR7HsKgdDf7fIdooPRpewHvt99knA
/N2F47kvd9UWcKr1YUEbs1Vzf1GFNIoOBuXhq5+P5n2KtYXjf+Q1N0pLx87ibWFxt03evUjRjN/i
rvWKNCBC+U6TYb+tw02WGTlz/0nqXbT3FlYMsniMR4rAmR5ciQV8rqr5zXb3jrCjUp765EHTC0Dc
RdP+rTHCWiCkSb4CEUnegkWoTma4uI17OgsAGHGu5vh74Fdzf5jmxWxvW67szxGNw4t9tYCqd2ZV
r0O3xd87NbTlMQJP/4x5uveiBgHMbHNF92ZVnLqJRcb9xYg6xngpiIejPQes0jhQQDzEouLooFU+
Vhczte4lcXrPNjcwl4lZDGnx58BbKC/aAFr31KWADYV2bCKdYFc66EMU1UNDmcPtPjca4wTs000v
EkjU+g1+MmEoqI4+PHQtfwxAuIlLg/SDFWWZXd8SPE/ksnsLzqyjolcdmM7vOmpq4/Qu9jWIiu+t
OZcUdmuaHqJaRNHBwa6HYGOb9i01ld9TmQqVtECfaTNwqIzzmA70tH86e2hh/ct7qJwLP97Gr1Ou
cDrNQzW5KTVm0po9dCH7DSIYxqvFc0SLTafrUh3CXI8q8TyWHdh649+remtuVktsfablRipUGGR7
aalnjOTLWY7b0XGIMVDAFMiAu7Gbwdgy3PdYzwqMbmHW4ZPt1sRte22s7mio+npp0FfBQ9eiGkj0
rkYqbgCYP2FLB7NPjoH6wUC8VgnFEGvMQLb0Y9bNAijNPMbF/QoRmoxi7xrrtKLa3TJf49BJHTqO
gHFQibht83x5pKnSkdvvQ2+ft+/2vdJwoJMJMzJ+vCKaTkRur0+O8eK7sdNSn5Dr1/dLX9hO5uMR
8SBjDBzx9Ja4vvfB5tCusktFJGAtji2OKqZk9AwQtkDjURernQ5DX5nbxgMJSykT2hlMNuXrw2gE
5p2iNVt7Xc2RfTGPowToQf//qWRVSZQ1bQS7kSntgs244oOq0MoAd0buRSIa+MVJFW5kMsyJR1qZ
eS2LJMJ4PE8Dlet3r2+ldSrJUi+pqbp3Q7gFP0sXrg/7ViH3dGEBhYnfAtk6NqZoTDYDJAfjIzqR
2Ha1A65jGwfGVVZhl47diOB7xxtLR4guXLNR5kUP23za8FDzU/q0gOoo5ka3NInmLzkSOYuGP6UQ
/Gw3Q9XPljQCqm0yIt3zBf2oXXE2tbbXfhNlZShKenHzlNOhHw9dKIASCvKD+1jXRE5MF81lYlmL
oc68t81l7jrM9UpNWyaB5sPYaEjkOqeKHl/HmzQDCYD2fKix9eh9jgFZmsRm6PKRlo9NCWOyFYGQ
Uk0im4ie1B7K8R6CZlhneHI3l11TEmOshVinbN3K9ZuT71ZLvLeNN3XTtfalI3PxNBvPfUD7a7rE
lzlgo87qYeJ1dPtuzeBTACsLX375p8mQxGs8fjhq1neizyUUxWFqD/E81R++23Ccjqs237ZdzHfu
3pcf04CFB8mBm9+Nex+wBeWD8wycFM/elerTRegMzvdcseVxq6wx+qJGZUr389ewFxTmjVlx3FIw
IRlJxsoFv7YaULJbeXd00JZHUlX4w27h76+IpMXXns4EB1lcwtJslS3qWxxL6ScVclo/j3tU7uj9
DeiD0Qnnj9nCs4VoPfgQGDlaKclo9MlxtppK76yXL0J3RNalVNZtW593Gl2W+UPP8SnTTdrrNc0R
pm8RMociyavFDm61b7yA1kzXPmh7J97lkv2do0WAteHKeReFsCCTOQysxynq6+l6yUMHVKrTrT58
qZYyJTbakXOhJg+rLB+HFT+Tdr//5AmdNytCzSYdKac+21tJsbRRZFuJ71H2KLAm8S84BG3q2l1O
I9wx3fDQnJ0GjjEYpRu2Pbcn/SC8T4JIDD9z0QF37HU5kQqv7vBY63jZUvrl1XKMvR7TF0dX9sNM
CGKlASqfe8jR3sx2EJU0nxgfUUzGaxDlEkwfDvB5N65Jw17HeNJahfulx0TgR+TXtZd0toLEyCLZ
X1dVi6fCrueKVvA8v/dNTrV2hVrSJEqv432APen3mZPnjkqzfY9n7+DcT2jhc0p2XQN+49wh1nVv
zy85lT/rVLu7uu8se+mu80Aak0x8XsGRYUT6f7U4mx6f/YYP3bIQy7tRFQNQlYuoUiS25be+oTbL
EOVMQivmpqFNNDblvcM0rDrMEmhtkS+0+DVSPp7v7hBUzK0VPDR200w86oJYYUAN+s1qaEwDJmUr
Tvdas2KjwQp/StfaH71drcv1GAUcOTszN3Yarr5+pw4eeumCCPkUYH1bXlYe8vjzMYcn5jgOLuHf
UFC3w4bGyVPKuua11qv9tjdtZCer04hrht6HjyDcKDxj9Izhak0L+EW14RomrdXRw/eLcLrsFsFv
7uZ1IqT1wtYHCxb5P+l7+HQ7UBGcm8WQ1ZPeW0izMI63vlM7oSzes6mtaUP70LnZ58760gpvcg5g
Gf0q3ao2OteRc5rxYUn9N8NLbnhsNnf/plFyvXFDUFpINtr+EDIdEqTetC4S4m4bXFHwsbZkYAl9
Jlrq26xwc2GlQ2SEe9pt6b5ZgOSfUamWXxW12TfsPO3yRJ+6e4YK5n/MZih1QtBjUfOnN/dtHCbv
VsfRtM0Hf43t7wjHR5M4eY0JADQKr7m0mnZ76U0x+1dO2edzJlGDsJAZ7PzJ96gnqocTfWJo7yBu
oXVH0yFoRDke4Nl71wtuE7SbdO995G5HJcAeohzs7xZsx7AyqAkrcNWCjGEQS3Fb+HXHPdMZEKlm
ve4g55Xbph3v7qq3B4teMgOZH824yYexh7CZiXzJ/XSnXO0e/B5gfTparWtdm7yd8wRjIv9NOJqO
UF9EjjzWJLCPYSPsEcidEPtlNZfOE3JYnAEsuyQ2CAc8XAZpU50pznEAwOF8vGt7d2zZ3Lf+M0jZ
CgL2APEjMfYYPlhLsBbHTcjuazgSHaVVT7E6aUUBVNpygAvLSfs/mLmgPtM3agiTWfYMX7x6OBna
t+6+O+ammb0KEnSTU21aCz+8Q6s7NlnEOQwoWUYTm5LwFeN1K+4QxwKAS3vK2ymsrx22DyrP5SQB
AMZz9VQ3xU65x99EdRjQJXmU8xzKyqMMzJlDjXrYbkzzzFxX0CUdfhYFPw69L+gdIxOOSHocipPm
Y8FE18vo+NhXwdblDR6WcXAVNJHQFPQ3/bnkUT6PxjBkrOu4GlIwtN6crqVTYjncD9N4pCRU3C/l
2Z+j3QL7WVilemHeg8+vVzkClL0b9ZKVXrR4YLxHpBheHjmXYL+n9h2dABukF/Y0uhyXzbYhzOLj
7J0ZYHhFiQFzE5xX8E1cSGKrYJKwgTrbPbUS3zdOgzA/eJokIvGaPT72qxT1jb9veZBE2tKAmVec
idK2p6B6Ee2B/zH6U/nSs6WUPIRQXQ42IVEWoYHyHk3Tqpvds4bqhugsuNlGK+xP/tqvVer7HaIa
IgeqNba92nPWrY6gAGMKFk/p+8PbuituZHKr4qEj6XrR5ASM+EAiLRITjfmXJirGnWlKE4bQSkva
ALR65+txJEw5dtTUm7SFCqoYn3XnT7bahu+iFX51rZ3Av2D6Wn0P1tY/WE6ppk+U7ul5SYYidzal
KfgZr131Y6e3+tFSfX32xgDpRD7i6JO6TUH0JidC86xaR+9OIvdAIUYPFh+ldde0HFavSXcHG3JM
N7f5PawHNkHw5Gzuk5ThnNZNtfAqznzdREZj7yV9uXjPMdKj97K19bM1hZECq93r9x6TaDury1U8
EE8YFCoTf3wYdV88IKnPjR6sOGGvtmtmoNCdoBzzZoKWHSgulkcBBGNDd1MmFQYwlBpwkKfMNYZz
lNhKe+++Lb0vQD/VgydIUJP/x9l5LbetZVv0i1CFHF4RmCSKSrZlvaDkhJwzvv4O6DxcC2KR5e7T
3cdB0uZOa68w51yN2Tc/ZTHI8UcIgkrXp6y5z5ggLp3fKTcRLqnupFFPj0o/RLcasU8FYdq+BGTB
1c/KLW9h+MNQB61FXnqaFXSeqkh3VUEzItdnASUHWK7BXfU5B04kKxGwZTTDqJ+XALbsxSZDWmGD
VbumrdRtbpLupCKXlF8RmEp/JWNfF6Dw5/SUp3ie3tQHJWUtyrsZndZ7ddyMtFp+qUY9q5zJSFRm
5sMS9WafB4bauDm+lomYvBEQwOOOMmF+lqVJhLUiVMOzGkzxozz1EkkjaaAKx/NRlA54DSrTKQ2l
T33rV3eZKitf6pxI/4G0k0J3a5BXrxPMuu9BMWVPjZ7gYoMAj8GERb7yNdSmAgb+FCl3AmXucFfk
QfUW9sWCQCQGSewBGbd224l5Ith9Z/FeCFMXU06imPis64Ba4hCZS3uga/nvHsLFq04ISlfxSOF+
KjgJeBPUuCyv0IeodapmDr5IrQSYqKSis3TVCClXaMXAOkcZ8tN218nSw6gM40NGc7KS1KUav4Go
IwiZ2v7XCLI4s8NmOcVNo0bFbi6T/KWgIMyBttIxovV6w+pTOwgtm6QTqahZT8Jj2NJ23qlVueYd
HvimTRUuDVUHbBtmTqQ5807NfIBDTTC2D0HjA7GIF6C9rapDOIFH64QXYvP0pGikuln5WDiVdRvc
Q6dBPNeXcnUvSy054HqBKHHhNA2ByKToTNcgqfaVpGL5XQwGWfMMGlLPdl9H0h2YyVx34JWQuCJe
06lKx5IxOdhZwBu4XvnD1NEixhUqhQ0PW0rJLlcAlkcAYu9FCJVydJVwEneDQPkdGx6Mb2ap+c8a
XgzrpAvdD0mZqfJDiI9oMyNpE4G6MIRfJT/S/AOSrMMpr1CM2XAVMGxA83grC42me1Rg+yrAc1dq
8k1ZqfNUTEV9K6jYFttogzZx21StZlvQJ/8E36J/7GWz/dGrrVrvJDRDbvKUUjyeW+FTllS1N/J4
A+bPqINdocCwJxcbFVtxqED2jKpQ3jDVBmiDIYehM6E19jvi/DACGu6bRsz0P6Uapron1H3+tpgH
ojRqHmh540nsDX/MkDWkXvq9MgcJvkOoBDR7BfNGeoYcxV1aQy4AHqP7d7OR0tFvJhEHFiGcC3ql
+0VQ4hKp0WHWcjLYpQ9OnQQG6I9NJUzJXWIVPJ5ZlQ0yx6dWDolGzQnNG7FIiaH05FFsx/jnUMzG
K21YBwCZoSJ+a+aKoEhLUd1RxxC0TSCLcAyDTvRxy/Ve+cYpjG+B4v8c/SatHCUv8faMCP/cmE0Z
Rcg8FXexXIJnGmeKnBjsuAq92MRlt3uBSNSOKdcBNrIGeQ8oJzQ9lO7ozaTngvKWA4bDWik8w3He
i7uwqbgSJP6t+0YulfuSDHTu+oMyfK9kXk0Onzr8kHPaDdlxEus3fQP2y86tIvo6TJTLyEkN2hEO
9sAJB1xJo1KAfTXaUKVKNG8kVDH0WhIPbFwNViMZhefEGgOAbAsAsdDoOLTtqz7C4Pr59xoS6cug
NMVdLkajsovTUtzkwtiqW4xrlThGW7ShCmqClCDtgMgnpP0hyal/SkslEUydaRswSvvdaGkZ9YYs
0hsskEyyl0YpEB3Qyqe83SsJ94lN8GtwTK2mU/jozWMyRHQ0axTS40dIZWQP8jHRDXrL1OBzSUuQ
reDdCFuvL41U2dApiJR23Cn1SxHLw+8h5w1CkYuKsxu3U/VkWJKQ3gL0jW5irEXmGMMSVVFj5kMA
l4kC28D3ekGHVLiBtUgZ25iH+E0N1eE3NT5GrZMmsVzyVql5qtWMhDAdDmfiAfRvqbrmplZ/gwdX
ajehVkRfAB20LQ5XX3ZAZiIBzMgIlSVx6hIE1i4gpdbcQqdtjj1A884xSXfNOzokllF4otY6ys8g
LOYfOF49ePjRUP3maxskUEG8GgkuYy9Qyn9D5Xt4GQNl7LbU5M3CtYiKwVjQzR6HuS9IbgfGLHy3
kERDtsvUrbuwS6wQNFho4lwXxVNDGR9glRiJPwTgEbk7RwkNcQGHWECjCE0zV23ACFHpXi6A2k2I
Fcq52VeOyZui42EbIM2o9FnPbVGZD3OnDCLFyplpwlCutiBth+PcNzPptxnL4FIY6R4DQNMd9SEp
qchpmsnXCHkExe2Kokb1BxQgTmaSTeSKGw2TU0sJQb8JMEQCMta2LbgUIUwoMQgcG+q3yDgm5Wz4
u4rccoRIEQ6uU4gyJUNKcLm+QXasRJsJKTVzQ+Y+4W1SZEpzKjByNOPqmXA5r3uZohXNWp9wHofe
C1FQPSAmI5FhEXNBIDhuOL4DvXsVt4qzybeTCfNOHZGEzx5VcIJpACcG2K45lt60RE7gD+fIaKK2
2iejmym9+iucc2ygENGNxhaUjBytFYMBtjuM9WOdVukXgIlK6RHVj1/7IMzCPY3LB2obUak8GIGM
wtYolZzIVs9biaqhJB0HnJu3Ku7NJ+SCLcBHdCvyvdSaoXTOitze1WYkv4aFbGhuHI/iftaCojzV
VlE/DFOuiWA3TBDsxeLaZ76S1I4qdqDC8MgFmNe53nzLw5Q4N0YWFCMPiNN3yYyrD5gDakhwzIDk
KnkqCIDfhO4eMzX3jhInYBzLGEWjoXp/B9TW6u1CLNojppE6MTgi/wUmRrqbUFYdXQAPlAeB+VTf
J/hxjVsBeKsO9E0R/wRjbipbUSDH55AmkHhKRJ0OkhgXwfSkQSH8RHi8/ZUFcjPgUCfBVzR2+4cp
rHtemFIP3qp2mv4EBjC7TVJbyQ+LR7r2dC4WlYgqNiskaGIDXOiEy+lw4il2q6HAvYHFgONH6J38
JEefvxWlEQ22hDT8V6q45GiGpp2ORTFYb2i/gOahYqxVVAHmGMiyIpi/0jibf0TEVsxKSsG0dZnR
q04cxVq7lPO03hEjI32N0HalcY80Q7dXydRR9YwWTkfTW4BF82LOAJ+IIpsfULY7NMMkt7ZoyIPG
PVCFEJRRHNSeWVrArnlbaKlkBiot1SnIVnd0HhMn1xB18VYLcpoNRNKQFlv8x+RbVWCVceKAHnVy
iekH8Jj9BG4a38NrbcEZRnImeCDC/fsW+xQ6uPkSYVpUdE8yWPEvJbWbZ02njqDyOt5mRao8xqmi
5g9VPHRI7VhRP+1ksx+fmrBpkEGdawUZoDJt/e1UKPFjVyoNmadhgrQyiTPZRnwXRFNn2UxMjyhJ
0L1ILQgXx6bSa1duuTVe0EYj9tEa6nyfq6PcQccdVNMit6phHzSl5a9D6Dw/y2guBQettQJFg1ia
4h9mAXBii0RG7x97YhwAXYbfP47g5n6rhAZstbSIueQBuXZfDYGTTSBggDe0YvpjqEf/2cfT/4Uo
1JJmnWiwjiHAB/Sg4ijf4YOA9MigB32vopGHvG4la1ulQ0KVFYZQthvBdz4Sq5Q0No7lBvi8Bjlo
kOZKcpoUJqKdyHKagjAhSeL6PjQZ/EjDuCc3jbepwQq4iWvgd25Ei0mT4kHH8wS4RvkqT1X0YzRB
9jppauDlwv6rK6cSTf8+j1VwRnj+OLmUXcNkUyiZ/iRkMkCeDtGQ+0aQ2tmpTL8bbOhvoJlKQyye
EyOaXs1Ol550ClqiJ/mzKLihZVGcoDdUEDlJneGapoKSP0hmaz7SvbH4LgqNBmCpKALZwR6SPqQ7
XH4LJU3I4TXXyht68gA+geNm+xriVe9J6L63Dp9HfPbhPB/meSjAiJBA/dUkUfBdJpsGorYas4hK
LEfMlpVMmEAK9gvuEoAb4AAg8N/8fApVF0TSTBneMMstCHu+UwFbV/DuUX3DOQaSb3cKOmleULfG
XRtrwoipTiWN3F8cv9RlEj1bfmLdUzYk4zL4/iwsCa6xsE1dgNoyRiru/oRle8NpINSQQVnabQHZ
wYZY5f/QQ1IVm8aqYtWdwEJY4Lza6aDOeobWhbi8MLFYpZGn9iFp2RREh+JJmWmclrhTw6h0874p
mqB2/K4nt4d+k3zb9LP6JUiwYjYClxEdiAhLNmZd4s4g3lz/GSD83UZV1spuX4vUyyMTVgErzYF0
tLYKUrufJ+EFAiJ7PE5IopvRLD0ro4FUSwXuUiY1hotmD0khQ7xJcuuhTfxZswnWQ5wGX5K4EKIs
fBkiZf7iR30nAQhf8syIwXVvatwolTMP5GGcmQ4U/qIrOFFwI2d0n01lIACfJay2J8WQjtDF6jvT
CgAcG1KGZx+oRkuzKKscRiw95Xm5mSj1zmMy+BuAomqwS6XGehDyEBUNy6Jif6P0A9UMyuGN62P2
GygWvPV7OVYtwW5aeim3eS0Qi7aU3T2C1TyGhhgXxYM8ScACwIw1kGh8kXoXHLnOq8ZwKt1aHCXV
MWco0M4odt1brwzC4A1dLcUbK7QS7lRo6XhaAFBn4HNBELsSKcHo1xiQmPG6WZB6JysgwOOYTQmQ
C6uSowP6Y1Z2HPrIvNeiJK1cpZ9TaFoFGLsTlB+K2h08BRajUrJfUpJLzWYKZ390p5GU1SYIcYxd
iVWs3Rkjjm8RU6ViYdNSkMgKyf5jVBn4EhWtLwSAnj1OyMRd/Z3mIw3VI3gfj0U7ofCytAE40hCh
fQEzq1KELBr9WGnUnR1lnkqgxWYZo8Wo+hLIWyyXLVBIuZN8CcjLSCYVJN4ALNtN4Q/9Kvxy+lKk
UnxSQaWLC2CQ3DHZWINAtCj/mH5P8Edel1wh2UM8rlijYNMaqfiKxze0DiFKjgva1+ZJKpVK2vqq
Ob8GwiAeoZj24g1kMuXXoEnKkpxJgWfSSyjYkxgOZ+qjYn6CXKBIYPiVLqTMToMDBxAQN8oYY/Eh
pOlB4hSqyIb1oqg9d01NWbnqdMq7idhY+0kI2mE7sN9PMy/4uFPJZuxjsicPrdKTQ0LjrLsFEMEr
WYA+ucM74LlIxabo7bkhibE1o6omgSXDJngiJ5nighS9DF4qT8wHPSsAw/LcBKcqBUls96zyNxDq
/WkJ9IDiiCl8MEEomnt4kv7PpCSD7PTKSIShjmYKTISWKt+tcOIyB2U4GeCzUtIVWYywrocanvoz
JdmGMqxchs+hmrdEvqJVfUdnSE9JsuXpz0CqalAQfkJKCTZ3WoJJz8tnqQABgJEFf6FqaB7bUUNT
cpdbPL1akz73+PEKWJCBVK0GCge3EZy0mj6qEVwGhyqU/kMza+OBN6hRNoUfUOfm6Nae2AY1Ln5d
KqWzWOdpI8ckd7x4bElja+YMMDI0s9OCQZ3ccKzGI55L3ui7gIr25IWqZFZIy1XCsel5NXdJUSh7
k5yIbJsIzBPCF2MpnRrIgL9qX5xPOmzR1h4AVnS7dib/dg/3zEfbVDAK1iZUtcKji1dr3M6tnpZf
iQuEr4JFYpQyUCmCz9djvNx2KKXvaT6rIj4g4dFPK4h7wSb8AqPoS5CmtmUFavybQddQi5KLlWsY
CYXUGDjbgCQ8AKBo+gK6tKffhgV1aaOUcHnsopvoRXuZcb3oPvylnE6PNVx7epdIIiJnZCFX5O5U
mjSrAvhDQViVX4Wu8O0uqbqtkQzjvSCkiL0KfsDWtZ2bJp20vTz8mvC9DE+vVuj4JjK2VME+cq3h
sNYtsJXMhnpFOJQCZe52IihBBXZneaJGYdmzpgY39ZgCC748+Lqr2PvkqbOLVB0VfdFP+Tg6fcJ0
jdJdbic+T65XSz4XKaMtoJcQVUTAmsiiBTCzqZ9HRFRwRL0kB22CE0PCu9LblyufaM09f1+Pvz7R
SmIFwLNf1RnbERQqdpgSphsHluzgKn2tcIUxPNTCa9hoXtoOGvpe5rTNczIA8hAADZ9IOYAnsa6s
1FoC4P1j0cRwUb2VlE/KYtWIhe5UQuI8C0i3wp0LAHakZCOTptAL9/IqrLUhltEWhQ9jUTcFE7OS
SSkHNafNO0gQ4MDmDzUyFOBx0KVwC0dt/EGjX/mKiM65Y4jknqRryxmUtJX0BQDJpkga6vDQAeV7
HZgJbq4EFrcVxz3oOWtb5nC3C0X/t/YPnEBVB2msLyeQ8aXVCTQLGIjgXyj3IYQH5Yr0b1R+yVTe
gj2ZIErbl5f280Q/jrc6X5MuQEwpS4iHuTgQ0Q7TcWLcG/AYCljxqnUrs6oeLS0NNpdH/nyyGRnx
GQ1RY4N+VMsn+0txrJm0QopUTjYdksRDALaVh7cs/lGr5X09aRLIsYGRQRLn4ygMHSlWxY1WBqk9
aAv0zcykA0X54ckAb33l3Hy+F6hvYz6oHlMQZDc/Dmeqlm9lAie1bnnNWlLDDhnHb5BrpN3l5ft8
J1R0Ngy6kVPuQd93Wd6/lg8qV12PEW+DX8nVHg8GLhb04cgB4AkruSade6Xt+tkRFYSYYMBDTVir
F0pE2FXWcefLUBh++hOJLquNl0xiHSb3qDWaV3RGzp0QWieYECFM5J/W6uIDHSFUKrdY47ojXrHm
sind0mj6/H84irQgQhNeUlV2bbWWEWByPArWcq6MCqxza4E5Gqsro5xbP+TKJcBTdEEBE/9xxwYD
nG4SMkoLQkCHWmjNuziUa28kx0oFn1zY5SNy7jBaogV6ALcMa7a6YXpRa8FkLkdE6q2HIUcYxBmD
wBC8LsWpuWJJ1iJFy02zFENkFVVUI9ZtSgqrS/GBYR7XUpC9RRT0wIcmQFfm8tZs8qUlsdD2Xy9P
8Yz54mFAhEzCVtL4Tf64prNvzooGSNRGUwBGp2T422Yi36pk8aZKfZMshKJuVQXA45XpntlNRGCp
NqPJhHFRV45KL0dFaFbc9MbvzO8yxOuYt1jqdzQr6zYB/Gjv8lTP3IbFIaM1iyLxJK1NSzNYLRi7
lFoW8FBXQ9ly0wnKta7kZ3bRkFF00yVUipB+Xk0LuZogzpc758uJNIJ6T5p4qzSNJG6kXASNHMXi
dJLA/4ZXDNrZkXkIoLDRLBC99I9b6YP7H9uMHgmx2RFHQ4bxXb/hbpAkaaQf2HbArgNUTv/KwGeu
CeOJeBeIXYNvWz7YX5a0hvJuwDBlYZNyPDS52HsowQoPFhmUKxbtzByR/1NoYMJVWdqFfxyqSkV5
HrQMdj7cP1eogZaNWg3xNqKA9FACU35JJOuaXvGZCVqLNjz9gzQyKOJqTyFMo8Hcc0kiCQEdsQaO
BLXF3wYiLIV/PqQWmA+LLhu0vUEE8+MEY0jn5JOYoI8gkGu14JiGSrum9/b5KiwdF0SarGoovulr
SUCxN+niUdEHRkBA4JQMCXi+MO6vuGJnRlm08fgH64mE/sp8dvBVslyzKEYbYERLKddA64T6P19r
vGiunIyGoiyifvZxxUYx7Efcd0AWgEayU424TuEWtdBeu19npoNhllCzF3nkOAkfB6KipAY5+VN7
HlAmjTK5dgAsXlEc/mwV31uKopdFi3jcn9VsZByWYcxJcjLd5IDxjCYvasB/lCOsfw+GdTl9/9cj
hxgvzRqBqGtLa5WV3YiAdZM/wGNWlJKQLTTLTTmNo3t5lDMTM0zsoiryuOnEeR9Xb0C/NaiTilDc
qigZpqFxSzOZZmMaXeiUY3CtOc/58QgBaGSKf7dWxe9lsTMM8jpAEISG+h/tRKmu+gFMm1iMi4du
rJWfl6d45oAwRdqY8cqg+f8p9EYfH9YKCzmFeQRzt6C6ULTzv593NHlIjGnKYnWtlfy21ehw3CEd
2F0q+vfmCOGpiZPpSvfKz34BqSiNp8TgrYQSv7q7vh4iN7XIZyq0tgOpjSoLrJnhCci+tbUGEw5u
EoyU8Jo2215exjM7h7uFXqBGr0KJXMrHk9JHYlRVNCyxC10NXqAAaS9Q89RmkxbIdth6AqRoc3nI
z88KjSlYyqWSw+u5frTDQc6tgS7atq/k81YDlfWaClQkbwWZ8Pzeh8Er2UUVks+9PPCZI2Mi62ly
AU3u31prlr6XOLDoDdo9alV3saZmdlOWwz/7sUzPQvdShnCF5Pfq/SrKES6/CfDLSs18C6/RR+RN
yA2uQppm2pUDeu7o8DSTDVxWFNDcx/3rFFpigVMlLjXHaIu2F9i6NBJQpfeN+Ige4XTUSNptFZzr
539fToNlpNuIyfHRlqP1lydiROSuA10D/Q+Y6V5C88kr0FS8EqOeO6CGTEyMD6kRqq58ZjSfSgXF
eZDJemLYDYCFV2VE1RP8bbWDJ9Ls/odZEUojdEvYg6n+OKsZOZUCiiCnUy3KyIXlXurAvBDJunIa
z06MKH9xPvh/cxXro0wFLBSFBhRcfDgEdAamYNIU1pjukkwTm8cZ5s+1TNiZQZcmKcQ9LCZP+Oph
mGVgyuUMz2aiYxs1KihcEzj4Al2bIMvcy0v52ZPjcBChasSpvArKyrZkQwLLFlkdKFEt5CInmscq
fYH7ZVQjDPFpkK9Fde99UT7mg5eWKURWJuuK97DavTGzwkCnNGFbXLvMi/pWPA4jCmJW1OY736R0
JEVVsw1BRtIDUKA8ZQeTQUEwQyPvytE9Y28shE8w6YqObV+7l+EAMpPuUAXYmjrwaKQLhC9AKf7y
Kp+f81/DLNvw1z2M9TbtRZ/uN/48j7pdd4u4Fq0iVc3JFKs9aVko7MWB+pqZolhbppSiES436coT
i1f6VJ07X+z4f40VsAyr21ogJucbKlMOwI47KmjV30pdJUDCxODQN8Rolyd/bolJfvOW8HIuTd0+
zl3VZ3pTIMtoG5pSobsGg8iYsuHKrM4dZING4hLi+Ap7ucz6rxUGGaymY0ecgIRe9d2PA+qIlRy8
0Xj7mitwdkLEXItCOdhecbWAqCMDEJBwOGqaiLt+DSKQQk14xeE4OwqkEgwPuQ/s98cJwWvyS5m2
qbQJDiJzg0yR2rlEWjCgL+/PuZWjfQ9PK4l3kg8rN77GuTchtTKQ0IobAWS6axS98VDCGH76X4ZC
+NlaHGtj/Rxlzdi0lsAmlWNbnky/DalwmsB4QRMN8Zf/YTC6XZGCw8WW1lE4cjYh6tA4vD0FmE3X
tTS+BCHu9m2abS4PdW6vcNF4AJFj5oVfHT4wTKreZKRuFEXLHpCyMO90szev2KpzFxeRZGNJD/FC
rLWY87TXp2jm3OUNuEm7Ayu6xzgOX0MyVJuyg+1zeVrnTgbJPiCKoJWoYa2eP6WFNJ7plM7Q08qd
eIYeV8c0CcOvD69s1ue5kS1RORQ8fGQy1nMbVMlKGzDVC5u63oZ+9VCY9QGonL4T66i/MrEzo5no
LtM+gZ4vC9zs490aOkWg2zjldW0Q9EOQWcIzrZ2g7kjdfI9En3/F3/x8PsisSzTOwY+QYbqu7nIk
6gD2hQJSOzX276U0T+Tc5OHx8nadHYUuh1xjUhnUPD/OShB6fZxRZwLRhgKr2gf1HRDOaz2Vzqzd
4gtRaCE4IOm8/P1fhpZ0PewoE1x93k/9vST5C2QC1u9BzQb9m1z56Z9/nhZHkCSTjFo9FZ7VtBQ9
raMgJCRAYQxnPZN/Rbnxjz2qSSwQD6iYJQw6j8fapZQFxCbyuSe8KxRUdBu0Y8guq7kDFAOCmsie
XbnNn3cLu67RfpOYEhdzXRCs+hIGTm+B50ur7taYY/8odoMy/LN1h1IhGnQuN7Dusrmy7mYG3gcA
SIIyRlt4WZL9nheoWa3H19pgfZqQrkhE4IZIiCzTvXx1qVD6rYVOhIgoVVP0PSuE0kva8J/z84xC
aIo7sTRLYEIfjx9AUNDeBnLDNTTcyk5yEymcYRoS5dh3JbC9uLEA0cGT5/KjdFldrZOdm+diNojI
sSBUHD9+gpRIZyH8gl6qU7AyUa2Et2qkZf/6/vOcLD22eJh5mTGNH4cRkYfv1CWNBy3MdC1l+J0D
Mt5dvluLr/3BFyfjubQLWWrh1vLfj4PUUd7UbaO/dnCEy0J40KNdJhqbQpJtOt7g4ED6ol/DlTP5
KbuwjArZiLSuuggGrfYQLCFqvaP+OnYHKzRvs96TC99J9did55fLE1wPRe5YpPpAkxwyrjCgV8Yj
QldiBhoKK1gfgzvUTnynG7L+RkBv3RN1eGpk9kLv8qDrE/I+KDV+apoyLsY6tRejOqQNxRja6Hck
D/ADUm82J9O9PMr6df5vFBOfV1GWxnqr+0YROkAOmKmF0JwGQCXCkopFRcmBV34NMHFmsKVZCDw0
Kt60yFhZ/booaFOmLWjE0GesoTQfedB4McfW/8eDz7w+DLU6+Jru+8ZcMRTcxAESQ+ZvEVf5V5dt
GYXMD70xyKthSVZ2seukEOQ96owYGW07UDWm2DYbm8t79PkkUJ2FBYGdIttEfuTj/YJxMMeaDjnR
j8qSKLYJUVhM/9XyUvn5MMrqFhOQoAkwEjwiCOrb6GZ9FxPp++WZfD4ApCOQZqU5x1JtMla7MqZC
KwczUmo0LdJ/SSN6DikE3UVXwrjWKun96P5tlnAwGIwUAdUS6kvrDnUDGgnq1FPFooqOigw+owBZ
22huayGr7gDfFptW77od4q+yM0axvEclN71iGz/tHTEyPU8ksFLmwuFczTirUFjPQuPFimAAVMgs
OqOeXPOmzg4CwoM1pWKji+tBkH1BRjj4nkxVZnlKpWiHnF511vafdm9BxKgEQpRQGIj+Jytb0aXp
aIX6ONg0wwtBLpfmF3RToJCqcXglxlvN6L+h8HJp1UoNm3aGH4+84htRkuPc2noG+bthgm6XCtI1
IyF+HIeCLsUtlk1V2CBeyXVxgT+SBCmUHm72p81p5242tr25OW42rrs5Ovz+6PL/ruvYO37lHm82
e3vP1xyP/Pbguvzdzj3wd96BX/LVm/3+5O742yPfvOdLHWfPT9tsbX4kP375kk3B9++fN6f9np9m
8+Nsb/nrzX7jvPIlfATbWf6EX/Mbz7adnbNjXL6Wn3i/PfHjb1yXH/XKn+w92/P4iS/u0d7vn+29
5/A9nuc5nuM4y5d5fD8/b/lhzi2/ODITPtHjMvx25xy+eoflS73D3vacO8fl18x6ty2YvMOn23i7
W8fZ7I+b5YPy2bZ856Pzxk/d8aWHu6fd7mlZJhZq+W73eMzsZdgnhz++fAbfE5f/f6s/7di6UJPF
daMCW3o4bk6v+80zk/KcN2d3cJ6ujPSe7Lk00sq4t02dyi1nY+M+vPw4BfbJ9r7fOaJ9ZRxluTaX
xll5F03VlPCXGYctetk/PrLPDuvNluxuju6N41yp9q/yiJ+XcBWR+1JbxSipPxzd12dOC/t0eY9A
uFyZ0nLt/grvwGfDP0Id6fhws7lZDvTm+P4P/z69brgbJ87q8fW4eT2eKpuLc3x9ZS/t2y0Ha/+4
3W+3W2+7vbXvOGEH52bHcf5+e/t+HG9t527HfnPzuBau83Dj2NxP7/Dg3Nxw+g67Kyb86kFYXrW/
ZqOKtLSMWS/3xX3m3rBi1071u7t/6Qys7B1SO5AYGeJm83oKPK4l1/20XHiW7ZH/7O0tv1pudWAz
w8OfHVqe9h93t9v9GeyHp2tH5L0ifukDrZ+U1lTibDmUp/3zaeP82e0je7PdLIt+3GDj3KfjYibZ
GDbCs7GBzvJb97R5dp/3j0f3pcC2be2Xmx8bfgBTOW3t7fN9z/K5WJHH/ZZz5x0456Xt3b3F9uGJ
rXZd2XYfOBCvlv3Fu8OSbFx753oP2KHDcTEwl4/qe4B8aZ4r3yophFGROKkY7KP9gs3tbT739+3G
fvzPMjM9jOiN495s+BAedvfyJ1De/ZBLH2HleM1IG07DstQvmPcjq3Bc7NrxyT25zs1+j7XevXJb
MNZYfF6JredVmNfNhjXn6dktr4D7wuZsXt396YTB5tycHgPb/sYp2rAnvBLegVv4gtU+2O+2bL/d
n/aPv/eB/ftx+aE/nk+vkf082z8Ce4+xww6dHvnt79+cRmz+zrl7wsby74fdk/e0++Ng8ndP9jOv
yGjbgb3lqn67vbv7dnfYeV/2h92vpwdeCueB58DxvCfXfrvlIdo93LhPXFHbOxxusdmHHUvvsqrv
y8zM/7DcPK6MyNuyO/IuH2+cnXfHVX//wq9P/PFiFJ7cm4eXFw6i8+vKjly2XnhuH+87bZUKweCJ
4ZW84X+c3e3R5cnj6tuOe/jvkXOunANa1V00mjSz+zhs0htGXzAsY7IcxxP3n6u2jLq83pXNLbJ/
LG895pJ7sbf5QqzD5nF5ldloNp5fPfINe/sOh2DDr5bv3e+3d/x798SiuQfn4d2xYVk3y6vJjbrj
5u7f3YXd4cCFXI76ZjmDp81iTkN7xxFi+bHWGxd7fLNso7t7OeLpuLuTy/dc3oDldfj/C6G/O38g
ct59TDqTrwGic1Gg7pmHEKBDGWFchGpuFXG+hqNasyr+GwbQx9ITmSqCttpm5Ax7YE0C7MZeq3fx
WE23iPt2d1oXaNuQOgaE+1FDHwNa/ZDQ2w79mi7Ya8jpOXja1+KvVWz0/nF0EBpLZESe8lOZ2Mxl
lI1R8CqmMbUbNUlvRlSmNhGSA8fLC/wO11+vMOwFGX8eTCUpy49HTVUzOnJMuNdhXD93cK5RNFW2
s5/s6CSx04r6tYuG106iq6HqP+Va9zICDJxIxlVtsqdd0LXy0WJmVx+I/IpJnsWSYTesQdwwXxFL
MelcJEq1pfzOkOVPDnkD+OweSfM82STRnMmPSPVGP+eIJiFXQORnFl/XdUUEQQ6OFU3kjwvi17Pc
ocre2yD2aa2gF4ULrat0qzBOr1z0M6f7w1Arb6KSJjmclmMXtrqwTzgQt+QIuys+2PlRLEInCAZL
iuLjhGrURvw85Q51cxBuZGsUNqWMBOjlg3R2FLLdEsgssCH66hxZNL9KUcTlHBVx/IpYTXMn9IL+
eHmUc4cDBC5XgrIVkLqVcwQONij7DLGbJJLibZ/hLkPUlQIvUIP2ViwR25K7sjwofdx/+fehTZkD
AY5b/nxRULzJpSFD8UGhZnocJW14o12VsEeBR7vPEPtF0VbX7wnJr1E2Pi8tfEbS4KDIyXFiEj5u
oDCAuBHqGFk1U62OcZIXu9BqroFgPi+tCTCLrRNNkbz7GkYRilWvi2U22aglPIq69tar5rM/64ce
YT2k9NudodZXnMvFdfx41ykUy4g4Uf2WYU6tXEto4QPVkHxCEAQNqRerpF/LrpSUSHdQ/i9DpLSb
AGwMyunx18vb+fFlX14WUyKdAMwUVAxI59XQYJrh+CcMberw5JTRj72iDCuPFpRwUNv6WkHo3FRV
cCoQpgDTks74uImTNPtqICNT2AyoUMljFn9Lg8DfQH+L0Zwwyh0tIq61Zf5syxaUFshx2D6cnDWI
IaQFNHo1yF6jMyk4iVgIbqI21qZE9tS9vJ5nh6KUgjYHEtO82B/nh37uTBtttP8QdB5kHhAxET3f
ivJsI8WzpO8uD/fpTtAKGYyrrnJkFwjl6sUWRiRtTA1irDYiqSbUyI6WCf1sL4/y6ZAsBEKGWJAZ
Gp3qlzvzV7hn+UTQM9Kg6BdnZuPhm8e5m+qh9gvKvolEbRmrm8tDflrH1ZDrdUzRZTBpNOWgwFG6
kpr8jg2pdbMq7a9M7tMSvrMjQZ7iXQEn1FfvQjhPoYhSZeQEU9XtkZDLHCjb+ZVz8XkUyk2AI8Gf
8aTSUufjEiL23sdGhXiMlTSaV4X9jJCmPm8vr9r6duG7cKu4V5xy2UQg/uMoEOYlWnECQO58X3wc
/4+yM8uu28jS9VS8/I686JtalfkA4DQkxUZiK71gUTSFHggEAu1w7lTuxOqDnVUlHnqZ1+l8sEzx
4ACI2LHb/wtGWJbpcLZY3hjChZy/jO3yQcbw3SV5YuSTt2m6bZjuNBVfGZ41Wz3zrXkvjXgGK+NE
Qau0GwPBy+vAV5uM8KJ2f32j2+v/2WJSqyQ9yZDN73uanOTbG63maRj1Ej6n2ufhEE279mBdmvFH
FaeTxJCL0Xh7nZMzB29xcLuK64j420MTg0QLfzu/ef7rm/k9TfxXd2O9vZvZ7TMEGbiKeaDPMwSx
tjOuUN+LwdJFzo6OqPBChudQjcLl8a+vfVoTeHeH28L9eW/LsrLlRjrVjnY0Rcwmhi/epXf+d8/V
0ye5bfifrjNXDTJdDdexPyeHDrWjB+bMzpMP1sXp6X16lZPjBZWkotK2u1n3INsi9JyjJhIf7OV3
cdLpVbY98dO9WLk07GJ7X5fd7nsZ3b06h+eH24+A5sb22v9qWZyYXebLqsXIuUy3YxooQhYqfEAD
/XqNvHtk1c8+WAnbWv6ry52Y3ACQOOaDy03Rd7T4w5cmPP8R3T58cJk/MRg/b93TmkndN72HQvt2
VwiTRtTwIlCOkR+78fPhax/fI+H40Qv7wFyczqWTuhNBtl1zjAns2GD57nENX+6vsvCmj5+JCcIs
LD44WD56f6czjxbaaWa1vb8l+r7u9QOg0l2/z67ysySsDkP4wYN9mzV/Z6vMEytS2khboPqw3WQW
1fxjhwixk57/aP2fns0ny/+0k9rWIERmNJSF26BhOCZMqLZyOB9L76N7+mitnBgN3yt6v9k2mu88
DckxB2EhTBi0TYlC3Ed9gCdpx/cP8MR4FL5mOujA/vEAq2vwWbG3B80b3edxHpNVXjDEevjjo7s8
Sae/v/CJPZnSGsRTx4WtW/O8f2ivunPre3JDFRgainhe7prz/Nq6ce4+WDEfPd4TA5OqOXfbbcVY
rBkEsVif4xEvL0pCLxK7ZpfGfuRH7gdG+l2y5XQBnViaxWzKqt82Bn1h+/xoxHd1RGI1CQWPt92b
4Yfn+J8ZAPq0mK3cRAwYr3trsfvSrxt9W7LdDgQm+8OKAzwHOwou6giy8uf+BtDIQR7sT8HZB0/5
z+zqz9c+ecrI/C0VfSv4KvG0cx+qfbaf9ktc7vsz8/hRzuzPXiltHvSSMOtAr+JJQFDADykWKfpQ
AuXRDURRUA21l9ehkXGxfv7rWzs1BFvhjDkmk8ZIZi/pJX37VF2Vm0lW2WukWcraI1sJ7MKQOejb
Zf3AhNsnhxOXYuCG/ktGw30PudK3l6p8053NEaBpgnjQRRs0DWNaVvWBDT19ettVbBqLiAY2EZPT
vIptLPCYelQoFWIp12iBe+dyrPpIX8z6uhB1fc+EuXHzt58iGRzCKpx2etPcbf385E206FfJXoDQ
hgMudsjlY1NtVX+GIlR9tBY3E/bzGc8NEsORuGE+0mEq/mQfAEmUa+BpS+Q1YxNESJL192jyIm0p
ndYq7ypjVOjw156YQhoOei1Esrq+qYoleXBUo1p0ncZxPOtq1/xMk28H+lHmwg+FDs7yr5/LO+eb
VjhaluhBoMs8sGgpevtgbNhmjfI82OLGOIKC06p0wRqCEsjiuXcTBlhcZ5yLPeD58VnSEPaS9kHq
xwZNW+u+EJb7kfDQqX+5fSWL9UHXEQr84CXffiUN7cxcN8QcQb4q4T9YZggjrP5KP4aDkKwY/fNF
mBy7+Th/YDXfbzaLl8bUAPlgMvS/V5h/WiYI7GvTwtBuJJX/raOn9l6hCXmNEPpHwzt/cqVtwNml
O5KsAi3Wb28y7TcScWCuqBwXLh2ujKDH7VIg4k770Otfv+T3+5oUJjkvjwQDygCnnZKpp891i8Jo
5KFQuFNyhrvZpR/EqO+CHF4bYhcWkzL09XEEbHf807NLKU5YxTqMUaJlSTgDeg+LOrVCFlR9ng9r
u/OqpNqZemFf0mRZvTr1Ynxgwd5vPb4D7dDbEDnd/6eZtmUdp7Tt2F0+iA13l7aJdmuXOqMagUKi
8AyqBAp7f/vpbnaMuWs6sA0y9W/vu3ay2mqrBP2jvkWYcLHLfV171vHvX4WZs61YQCsoAiZvr5JO
I7WppRhR3wOzjkAl8Id20f/287N1ixsxyKxt7UknW69crNJT9OtG+SSay8rujTjXEAWcEHWP62FO
9n/3rrZWWgZdqICwcuyTNWMuel+tpgLbs+bpedFq61kCKu+DIOG9QfFNBykNboqS27tZEMRYKOkt
fh95Wt7Euo4sYQU756j7jrbza2dCsH/ux7NE6//dKf9/Xub/SF/bmz/Mfv+v/+TPLy0anFs3/8kf
/3WZv0je/Q/1n9uv/c9fe/tL/7oeX6Ua5Osvl8+i/2U/NL89q7xtTn/nzUdwpX9/k/hZPb/5w65R
uVo+D69y+fLaD5X6/XJ85+1v/v/+8JfX3z/lbhGv//z1pR0atX1aytf69d8/Ovvtn7/yZH9669vn
//uHV881v3f/Iv/f/21y8jV/fNr//Mrrc6/++aut/4OKIOPFyIAwCE+G8NdfptftJ6b5D4oDKI79
MeaJD/TrL00rVfbPXx3zH/wEWT6diRuKTdtGZ3dtP7Ltf5AD5OSghdlgRJ/P++9bf/O6/vf1/dIM
9U2bQ5Llt9lW/3uWMyqydXFynG/bjuke78QlqrOhK+ACTHFRmsF56hX2eZn2H514f3qVTeCME4HS
y+mJ53G417lYJ+QOc/Tb9aJUR+Rflu8/Pfd/39zPN/N2H2w3s+002mApgrDpTtsOlVMLyhPZGEME
BhOX6W2EADdAWPT7zj1aRu+1pl8vWtR7Pgy/3p53f1zbZ8CRkwH5qnfV9Rr1foTsgVS0Kemy71VH
nyy8N3hNkmnRpl53asnFfChMp2JaGA3bB1hExtfGBGgfZ3WvQLjA55qhNnlmuqul3jZXSBJlzkdi
Ru/fBkN3NIRzEcbPLf3EKNn+OJbuoI+xwdzJF3M1EER19aWyPqiHv3WEt0dCAze+KJJUm8tzWsYo
etOfJnedgZCUQFwzy5yda1PV3XTpt5MLdkIMI4xneNO5+qhP+d1N0oKAP49CCP/fqmJvz5NBqcLg
vIZ+0WtuvCJ7emFBjP/Avr9768wmIcrGayccZerl5CodyHI0SzvIS2QZvgKf7cLRscQDfIKnv17b
2ye92ajIq+DgM7XAvNCmUvP2fpwlEDWBKedVZzC90LiJw/RH4sX+PGsXVclh+bfOfV4fpmqLAGnl
ZXTyXbUhHwZ7MN3Cip3F9o+AIKFIQ1j4YDb43SL5/Sr0lCPsg9bKaeofzJwt7YKrWLpIvhRuWu4r
L9fjYs6tM1PvHqx2qT4Ilj665qnRQ9pzsVeuafpdEpp1ssIC6l5E7bqPyi+t0E897wP38f01MUnc
69aejx6UfpJY81J0f4CwmVxTS6gDr+pmA/+cl1pLL70DlAAocZVPHyWz368bwjRKtNvsNbNkpzYx
bSYNEg363h3iAV9oycmeqzVxQ8wvmbbRrcsPhJTebQksIP+je3Vzk/FL3i5USAEbIccBag+z7NoI
RCfiQa+RBe4ArXwUi/4h7vLTxjAZ9OIAo/BNXGNt9ee310PiVyweuOGYYK4aDwPU+OZ8Q0usjwUI
gOyQcpPJPq1XszmYwB/BlCYLwxIVM1dHx5Cd8TxDFHWgf5TlKM97Ufnp+SK9heYOiUggwp8L4v/z
jApoKKvCbneGdBJ3B06lGQ+YtU3i3Ovh4gyD1xowUvLJC00fpndUS4h817KvV/tiGeGLnk9rZlmP
/oqEeowyc9Sv1llQZQGcjNpAYb9r0tVEKxCtctRPO7qWFhRX209T63bucdQH+IGFm2gvhqwnPc5z
TTy1DeXCM7cYIQ4GTuaBKh6HsYkShtQa1Jxbx4hhjbDaRxmMh7ySAHNApyJKbVViKC8LPRhI4flW
ah7gZhb0B0GICVdUfcYbrZwya9+ZnngSS6lpe3CNjtij1mb7n2xPI4aupO6LyJB6dk0DhmEd3VTv
HxIasrzIN5Cgz0IGA5f0Betoz/ZOmClCzxHKqx2PVkxmOZFuWj37XukzWl+iXVYeoWqKNWxVYpo7
HZ3FNFrx4R6WuW7SQwCRFeZJWyE4lQJ1kRcrUsNHE7CKtrNLL/FhnNgJym5qIm++GMG3xPcUmJJ2
GTv3Qp8m6ckQaQLfuJ04LozPNlI+/aFelpqqe4d0yYQ4C1yCnRaUajrOa7Ca+2weR+3TlM2AKDQN
KuEdmMsZBaA1tUgyAyCnkqjoQtpZRgGqKTHhTt2YRt+sZ2OnINIaOgLRZ4l07SIeptQDig5X9hFA
io9mAdyFi77nvWewcDTRf0qKPLhLFwWHPC1g64WVGLsHP5GmHmY4uEE0WzQlXDmigCGAgH+CvjkH
YBhkWVXFLQost1Im8EohuHTtBXYdZwMIYLrEjezNOnJl4zxLRtfR5Pb9Gjw7utv+U6cUrNEmy5eo
JvQ09jqK0JBha70DwkNr38OoLO3ONLu53IPIAQxMoGhs2vEjNOUxLYAe1Gk5AR1k2fxg5bfwGFCF
B84JUfuhHMYOirk7SAB67pwLYCwm2yJP0vy8XZ0pi+ZRCRjISDrstKFKgJSyiSy2VTBYB69p00fm
PSUfAii1CNPetPoINaTuu5WORnCVFy0jkrXpLl40+yUTecUw1jakZ/BfEOET47dAGyR1DuEvM8uL
Yd2I66gXKFWrjr5qxWHUQ+4a0fCWSxvXk5VvM7pwmI55ZgT2vrcaTewXC7BKxJjWOlwLHKsp9iDj
2DvSfp64q+k8Sr9wCBb5fnBH1IQ537ZxqWBkmC5X9dchnfQn6NnFNX0+jn0AHOog2F7AsziTekVY
HwTUK+4JNPVztq7+VSGrnu6k0Mzbpk/X4FtJEJhu8DxHy6LSp+fvm7WRgm6sXk+cIhyNZuVzar3s
SegCT+uyQzfCq0QhcJKPBgTo/sbyBtlfALcYbkdI19mZ3kqTLrFBJdlSRjra2N3eXyozPbPMSgf+
2yCE8gl16qrcS3iW5k2X5l7/ZfLAL4CEUlIbj/XaWWjHNnkpfytKxCbvtC4vaFBSU1PtJru3/deU
IDnZV/imRWQOSYaMwkJzSqRNExD0thF988ULwLwAA7ar/QzniESWl9aHNff0b7m/zYSjoFTyndHR
/+xrkyljAyrIF5xo/YEWHjRtOvh7ceDVsoj1qerOaU3Qv7a1Mb+6Q7X8QAbQtQ6O7LJrAbsdBoVe
d98LrRHfSG5On81SBH1kp51/rw/KedClcmAoANjdeRCbisjQPB+0TaD9JoJ2feonq+3ihRCx2Anl
9N55m8wo02M8xxiNyoW1pDs1zHArLY71UuT1ETyuuELyyoohRpFC8/tiGvcSVOgcm2UWeKHIg55H
OJt+FQo/EZ8geMk7r0yxWCOwxTIM5tXepXo2bdqzTv0w6ehqww1Ra3JQtQlryG8dhwpwNQ6vUwBN
PDIDqT2kXWneNBpio6FpDlUa99IyX+eycJq92YGwPC8Wczz6aTak4ZC27PZE+dWxLfNEnvWDcp8n
iLZZaGbz8AQEyIRxY2sFWE4kP68GW6yfqdtooOez1PPD1HEzLRQprci7Wk82nXUqni2vu2hf68op
nq2yYNKZGy7gI4Ek7cHg2NUUjasp9UOlD1a6J8vrf7agxsu7SVcBANPBGp+3V/tS4afgYKnJ1UNL
405Dw82n/LDAVLucSB36kapm+1CPjaV2bdGnN7pdc/gUoGGeFof7j32/6Jsdp7C+tZvJjiaRUpJF
SpOmvFm1tYPlDOXJP471RntJArvjBPfEUsRqzbXvskkmJku0NjDiMZuQlSQT1XxTppcEV/Qll0MM
fn1u7nQmK+FyBGN12UyDYeyyxqeGphdWcvT6Jn+FrSiKCDhrnwIhdMSL2wRBvy/BmweHnif6A5yd
1OJkWcoJy9rYvFFLjjvHVWlymKuWzxPmcp34kzMfOi9YXcQbFijGbe1Wj+ZcQGIHfetQzEumtgS5
1uRrVChc5pDmMyfb064p6kgzpgQoHsTBm1kKOEKAIo3nHmg4eDA0UOAp0msIeGfV/OeqapKnVqfp
Oyyn1hRRYs/W/TrBI+bNGgBPVjW0z0xJu1Xs6CZSwrM0xyUE32SmoSv7+RuNSUm6l0Euv6SFt2Yx
sQssPR/m43RoJr/XIyGEN8fIY1Ro+DM2vNd6Uw0RO6Q7d3urXhD5zyDw2rg833OM4hefw7mJa5tW
ZYBtk9vvZVOCT1R4X2qnVkDygFkh0IU5nAoQl/aqq7NRU14dDX5pf4VC3ltxOYBbAU9qFsOuT5Yg
QExq7DnAxaCvjP6a/XEulbxbfDSjzmghHvxoJmEwxwHYKf2K1s1GiwHA81ZLpbIvHn6pFk8JVLpo
NuUyxmLIxc6S6Mjt18oZvxf+uAHr2hwQkuYWbhC6KnAgy+Wu1sAmW4OaGgz0d6otZXpV0K46Hcn2
03ndbwpU5OGFcQYSz8SHBJyURxlQuq8VwjwojtV1Nh4n11NfkhQiyPnWEskJNNnZg4Dju4J7tkUS
anCMrjsxNPZBn9zUPXpoMaudVXQ4wAjQ5o8T6mzPkqkAeJdG7nuxDY/wR1IXyML1MAdBhWGmf4xO
E9y61RCc65NAbGDuhXwYLb18YLTZEliThPWcrbVxUEHvgGoPvGTjJLiuiOxhkQ9T1wyc8d4gvs9t
1t5SPRnveylWH39ciKPXKm5aihw4YAl0pAy9KQ2KeKFME69gXjiSS7f53Mw06UYd8qLgFgAaP8KM
EltvpN6ct5q7gjccDFoWNEiTD1pWgrixltSXu8pYg2ln1iPfiGgP39QhvaFHbm92YmdLMlPstMBo
Y3hb0wC6yPcuzJoAKcyQjblcQZK3Mfkt6YUrPdFLNHqEwpCNM+oNSun9FPngI4NzhqxHGFiJ6942
HrLbB2E4zaXjJ+uTxMMrdtZc4yaSB8ahM/PC1oHzdNOZp7LmMVkSoI11W9dXvM7ODMfCV05kepn5
2VX98g0SoWziZqzqWzUW+q1pLs09J9CGtZ5U8jpCNId5ki/DTZDMoDg7v5Qaa23xr5CN6ucoQPIT
THWXd1FK41sQ4WLPL2NWN1e2NW8xBy92DJ01h1wxzlqGA8xMCCjrFL0EQlO9ORN+rggAnNYsQuFq
yIks3mw+wglxoDM4sk3xjgse/li0DdMjLlsHLq/6vGIhwRQODP3sgyBPbhd74BCp5ioNl8U2u11u
DOKHwX/OoxZZ0O8Mu49j6GaWvJ6KhJBg9oLaD0EiI8aCPLy4Ncxa7IGFIkRQQWkCNDf3lqRErXQ6
HWYXjnPqQEEMms65pMJmNfHYT+1tMaQaxlnkUDtsoEQAfulcrs8TZrBTEHRVez+KIvsO3FXMx6pO
7OsGthO1aWhzX3tI3e1BTbN/S2HJ9UNtbodvSroO/5pO1mHqZwcWZ9smDz4LoTyzzbZ+DPQRHKCC
YYc2DjDMT6JbsKF1MQVfqproNbbdvGuRudQd4kH8abymstA3vgZghnBy87zniHE8XJMqNZ7oLOxp
zfcw95mQrYrkpvqzWwgWXwtJpBVS3U+G3Qw1aN4VRo2o5GrAQQxTrasOqhSqjUeNUDYcvbyeQ3e2
aZA1vLnWoxWtxYNdYXOpL6HBGU2D42UHmWojFVCqmHeG3WKcncl3vuK32GZsOIW4hqVkOzQoKGUB
NC2aPERE17pAukfntOoTJFnzyeiTzwjP6HU0ucP0dbSC5g7KblJhWYvmapCG212RFgwwMFLH95DC
rPGo5tYVu4EQFbRU2sPZU2od4MJSe4PCOOc9dxZMOWZSDctuLCYkWpzBr++MVNh3+qBrTgizxbrN
yrSEoF6MhFCdj9NIdN4HLs0UQ/6ceaXbhXZQrc/1GhCeQS/HpA8OKz3Mk0AB40nM4oc7OxlvLh+y
fTKm5bfOycdX9OfmZj9DWAQIU0nNOcywlxbSjzZvtXXKDEi40t0fLhLu7TXMP3shYbgu9MnZQ+XB
26tnLy5MuhL2252+ZloBuDErsupgoLKfnScNTm1PBsmKKuKLMsrtpXjNtYlUY93gAtOoYW5V19Qu
wWT3+PahOS3VJ0vZ7dMwVNantNeRh6CdmIAzo0322TRq7dMoZ/V1TPVcCz2JOQnhO6ovnaJvPPSF
nhX70TQKPS6hdPMgl7Rt9q4SyXfcgwE2qKcvxLJgRhnjaNOlDHXJfghduj6uPK/0bjWn0e4Hr+qe
gSKunOxWnt4N9RbNFEk7TJEmE/d2xonKogCMXHJZNxUkrmAM+BycA7IWC0EJrel29iQcXdwnnpmT
zwcRrUBM0VMcqn41xBY/Qa6ij3pVZwSpuJfSlCX3UeJ1HMSk6ruSF11HRe04xxKwT3c+2gEQURBX
6kKu6RBn+txcUJRwxI6KYT4dsajrFHW0gWtRagrry+SWnbHLUaq0Q0aauy9lOSHVV9nWik1x6gJH
el3TNfYGG/YCLA0cUK0s5edm09iJCNoWBC4Vdnin+W0uwlobnfQwOL24tjXN/BooZU6RKZCph3vY
u2noDwPpJUEO5dNQL612SDxvWOPB3rCVq9045BAkcyzHJEhy/7nZBCZj5OAXcIdTaz+OCNOI0EV/
md5qQ8+MEIpBcT0PvtPtSGKhvNMFas6gL9bBWb6owI1ls4xD7FXz+KC8glQNKHPjGfBVphEFLSts
VMHaPG8gMKTHMdj6v8xRK/fDzMKDybgEbmSWtRIX9bRI/oZDhOpTnXiaZpE6kZM3o3XmSI/v0Fha
9tytJZdpyrEOLmQftNpRog5EM2LgsrBsGHb0si7CZ2c0mescrWTl0Q5L0NB3Jqm674kI+0saOrIa
2G9vrWE/1Jxxil6HIFQA17So77pp3ctctcHOThGhi+vASuOU1zfuC7sDNuj2rJUd7fG+eNJJVhX7
usmwzDOQbT+ca2cj7BFFDpHXGf3BKHrXDd2O6TqMVmL6sVlP8z07eHX2Vk/OJGsHpzhKQih3j06P
DELpCH2KpOPOr6XRWk8EGwu0aketL7ZynXNGCAHRd33qPjn24j3KwpQvaW0HZTQy4VOF+jw5r2SP
K9wRO81lTCbGW/beZA6/Td7s/O6od1+DxjWufSXSGecjRc2kHVoPih/r9EDfT/uZGofuXfrSFvfK
qhMV9jqgczCk5RN5DaQSPS1TONJd3w9xb/QZ1D5vO/e12UcO1+oMqYWOyNEt9YkuXtZEkJIpMsqY
vSgYeErmdnEgwOqp2I8wbr9bhZ7c9v4gaWr1Et25XP2+rfZFYizfPGvRwfSpimwT2HprOqK7W+U3
fU6uMJZrJtvY8nrPPOaqg3rsYmZjNVmiceIVYhn1Lfbvjbma7IihdMUPOtSH8Wi5Fl4ER2oFobzN
clDB+tZxo9G4fL901HLCfFXznZDKzgAHeXgNCqy9Oo6e8qAlTsjqxPNciE/tDIU1tCdAv1E3UmEg
7ycEj9vpTDwgsp+fBrvSKtImmUjiVJtTaK9enn+WCPkEoT2grhUqIymfsyoBgjuyCZe9ljstDRfC
9R/1Gvh7BDE5UOHQpiMXbosFl6CvXUhNDBAdK5vMB4soSx8DjeRONCyt2aKU25Jy63PP/o1aA+Mb
FdYAbKAUtoybtiq+5l2W42D2hZ9BoTSKImxNuNJHTPP4RE+lm+71xWnwv3VST2FaA40PKxACSegk
nXhsgZK/2olu3BaNr5KdO2QTL5P0VTSYfXePxRyvzNFzFJF81UBKxUD/sKq+/G4u1kbCqIAhHpaa
sGeHdpHxlDjpXETDIOmZAAY6XDqdr6d0sgWdu5vKLXWitU7O51G0XPhegNnOHFLAZLsQz0uP+VKK
LFpoYn6iQ7u7CRgYkBEpgeTzgsLOEmbGXNwEADpt0naNeUytcgz2tjHWV1q51P2+0IwkCBc78e+9
YgJiI+Gg+lFP9ooJQVWZ/r51EzSpSN3Dcyy8YfH3RFXJp0yn3h85aar686IW7VNCmrWDtGpmP3TQ
qNW+MbUMpkpQiTubmisvDWLtt0Q5SQNj1bbavSD1l+68CbAbqopBc9Othf8yBRYNnxkqz4+6qy1J
LOCb3udjK+sduFjqRf081l6koJTfj3PZcepjH+Z9ZRnlC8VmkkhFnafMTMjKWT+1ZemsrBiz+QbS
1cJHynWr+z4Ke012qvNINGMpg/QGarNenbXgUl8tZ1C/GZ09lyEnDR3hgDOJFXpt0oJ9m1XGNbJ1
0OVLY+r1nTO0ANS7LnAIdMhaXErshIZdHBZGLAdLfbI5nx9BtmsTWHfDPGO4bqQdW0iol1bqgzzu
EvK2mus3jwXisGBo9MW/LlzhfFnI9LzopMLIJ82e9j3rEY+LwG3k/sENHEWKw/DEjz6jLBpTCkiv
Zg4MK3R6yzxS1K7Eudm5/kW6DB19yoDX8CBI3b4Gwaphnwat/qRpiLpEdV85LQH8Wn5PJ1nM7Ke2
Ibs/tBR02i53vNBC68oLJyiYxDG4iGM0KVX5IXGbjwvoG606QqjzzjW36n4r0IPLsaPUDrCaU27v
ap+3tLcXqM5RQ8q8w+VNjPxiIX8G/Xf18q8gM1ksRGxTG+HEs4u9pFfXaFYt32Z0OQn1rIDtiyua
ryFZ/L47aBRrNRI+i7zLhGm/ms2KJGwh+vmq6ui5DPXEmiQHQYvkY1dqxhcrG/AuEnvtacBfspGU
R8qyiCwMxwhFU8dRXQi0izOqbM71ZKmxJ1S1RrIdE5nFnSt9MgTWNl2+w3cQTjgiT+rzVTLmTfVh
De6muk4T+NAk7kMXn9G9EK7MnXgI1tQ4U73vXE2t0G+MbW3jYnHgxp0SBinZyiLxnFIUnigNCecT
8uc0LbaNs2rXkDLNbEePSdKgXYBC6L6SrQnoWvPZtZbUEv+Q0ero7AOG5zBPDRzinegrUuNBS04m
bP1WFgcksC3xCTE9koXK5Hi8LMmLajFE33yNa3dsvtaAo7UI8JuRA0ay5Gf8Ea3d4W7ifXnLWN1X
HXHBrlicZAuoXS/fQbUe2wMMDK+6mcwun2j+2mTMPZLBeriA1bRA9ZDa2dP00dsksETq0oUq0Rv1
ecEpOgEmGEJLo/koahqaHcNhIuUV8VvBD7QaXf+gPK2mDNpK7ywB8t2cMbvhXhptbppxQo8R1os+
sj6qzdGqDg0lEAmfORkvEERwhzOVmdo1uZOajFrmF2kk6Qxto6DLs1d7lXUf55QEKyDVxNV7Ik/X
j/RslkZkMAzfhkrK5Y59C27esBWHMo2XWbUXnp5c5wDlr/TWar/DStbWaCZn40V2UQoiu2Quqfmu
uEKRURVQKx32HDM0HTWpfZAIjZ5+c0m+OFUSyAMUwXKz4kWL4mxqEbrqY6Af8YZnb48rQxStV9qq
neMGe8ahAQSS3ekktNULEu4Yb2EtGeu7TnyN/A5XLa9b0bjoJ+szSfqWrGd9MWVMiYe09vklsS5K
1XCBCMv2YurlhY9A6yNnpjIpCHSct02ONP+ean5VHOnIHK6RfBiGK8KEpPuilxnhUIvdckOob+MT
LQFkkVfKYAOxceUbkN+LMs/iilPa3iOKClJjbQdrj7s/G5HL0KoZCrBtX+hayr/1bb7p4Feka8Ou
6yeseY63OjhBfVurILik5WVJL+3UFmJzZzNt31MVyPa10TA8rHUNPOBl7ojdLWcdyngmhFMR1PUq
wRihTxca1TjORyurE3c/W2v9VfO8Xo/bwdQooq+j+1WKcaioHOQ6qGeEFkSkF7WSZ1wZpPGo6Rdj
11OfFaVe/AiA9j7NOX11IbKew0vgDEL+RhRDM9Y+03PH/tpirWraPU0SyF0Ey6SudhXqw/3jWtla
GrvVbIgoKFoJe71jZ+6kO1BATLwGbW0m55UEDC2wEFZFNRHqBAPGP7o6A4DX9ZLEK1zkNLmjFJEp
YqpJPk+2h/3QMtSlQ7NIXPswZdRlQmJNX4u6AFZ6VNFUcEy1ITXIJAe5v9MlzUu7gpPyFhFd/F+y
TsPZHHhNHzp6UT2s2dA3Mf1wbX/hU/C3dsFqdHnUcUCst0tuWPPBzny2PQT2Yo3tVdMXcvauyM5b
SS0yVjhBGblbN6tiqXU6YiAV2ttnYnKCGx9nr955Wm+4NZmxInGO5GXGLo3MFBfrOQjUsD6AJc7l
WetmAmoKQT0PqvNMQfie+PU1MytQXNBaGWFEtHmV5mEgEzKu41qTCZM9SoTs26FVtIa5HCsoo9Jx
b+QTMoikNNzpfJqGmS6Lugz2ieAwo05kK/DbpUvQMKusz0DDBOifUiP8L/bOZLdyY1vTr3JQc7rY
N9PdqkmRSqWU3YTIzux7BrvXuaN6jvti9e30ObYUzq0NE6jBBQo4OAPZDoWCsSJWrPU3i7jm/0r6
yW4+ORgbWRRFWLhZM8hbYrM6HdPDstywXHW6ybWo50VT0TRHx5Rmwaau7e57zzX1TlnGkDehYszD
VosndFzy2bSuzXDsnb3SN4L6YhlOxU6j1ttSyFV1/O47rZ83Ga5RFDyqiR6qVbbueKvgYVdt8fOr
l6MmktS70Why3y0zhHsndXLtUDYprvB2VjTeUU8LVd+ajYh0zsd87nlHppTfRasnRzBbNoPjD7E8
ISOepFdxZRvxTmiN11J0Zl9O102W298qp/K+aU0/LpsRzMLoUXlTKvuOt4PgDAW70Gy8WnWKJ7Qi
+/g+yjBY/t0tzfaYdWNa+GNOC+B6oF6KXd1ET2Dfm04cUGLq+j11FCXaaAr1umgDoEaU72eerxVF
8qVzrrHX66aHUJ/G7PrEBTGP3OaqfUha4AP7SXMp+vfCorNrJp6qv9Eig1R+ob6lHg06inEwtYnp
4eHtNPVHzFXS8h5T4wad0Qnox5bSBVVAhC2aP3Bh/4YQv0DH/olSXglmrn+U7/r2x48eNPP/AAiz
ZgLD+t//wQn/DcL8Jvn63/+nfQlh/vmf/AFhVpzfyB+wYnLIFly0ck9WNH9gmBVN+w0yCRQP/n2g
xPTq/gQxu79BcQGFS5kKXDpoTP6r/4CYfwOqBR4agLOFmuxJtes/k3vxmX4NYobt8QIdaUH6QAkY
WB0SRwDPcD99CQIDjmAKrV+2PKKc6uAoNj36LCeFoieQTAQRxWFs6sZycDaKE1IOB/ac3YPMJns0
46a3Dy5p6qEgJysOoVhUnsslj7YN/SuupGypY1C7S6a+KSPKeRu7csRDrGOqRD2OvisJXwRIQYHW
fSTek/jQ1YlNeqFkuLwP7tDamzBylR8TCsrethZRcVtRWWhxRltGml5i4k5pkFDnBxpVBoxvaWMU
KDvfjuCeP+RGr3wocIXRrsw6Sh9dUrIfdlk51y5IAVonirpH+jm9mmh1zHuvNOFcUrZOdnMdpu9a
tS4fx6SGjAWKefzUZ7kO2bZOwo1NnQ3p4NAZPkcJlYKtibWSONJHNFEdmU/21HVXeb+ThQ5PPIMs
67ZqRvMgxhOIrFpsCi5JpQMab62ZQ55GlfvOIX2IyHumUCcJMtqHOVONL2Xn1dfUv1P1xprn6ks2
6aRpRZYrb0qKbBCogXZ/mHKsVY5Jl7vVlpuM1w1SRSZ6FKkx3EYN+iS7XujiU6pH423WtKXNxcZd
t+sHp75fxhrb1KpYRkFzQaTHtHZGd1tD9TBSa3wIl54X2eL0nxqNvGqbDq6GMJibJPompGhPrSlZ
bOxCaku/s7IIEQUvcYwtCNyZeuSct4FtLLG146btbw2cyj86etnSts57p7oZ+OPeAfKaqLZT3KJg
Odcn1yReru5GN3kX7Qb6NkHOEDaU5M78YU/eF+rzKfCuLO3LLSZydIdSCD7BWFOe3oVa2z1Orrd8
H6h8v8WC1hTHoiITu02iuq+P+lhEe4BnPKLqljaGWZAKP4QUO3+U3Vx9j5V+DK95WtnHOqQPt+vt
OQ0ooEckOLNOVaxLzUm/yrPcuKI7nYLW60L7zsDdtryeKQrruAhHtrGZR2v+4CWDxTVbJzPMcK0o
PwA7ArKhN4reH/RYj566Pm7bQ6TpzmNB0flUcMDCEOtEZf6kkXQuWzXKamWTqW3tG3qVkBEXvI22
aqlVOC6B2dlEZVN0eyte3M/QaFTe6PjTjnuaAvZwN2u8LsiInVan5qbN8K0b0cD/p3SHNfAyljcl
2cNAuszAe6fxlnwb01mmJgmWm16GPpCzzSlSQhvcF5N812RdxguI+uDjZKjF75qa6saBstzcINkk
lI+0AgtlO04VLaKm6x1twy2mV4cZVMnHiqqzuYnnUti8okaNfdh0D+SR2l1bes4nUIADDrueF+Zg
qHBjOIRhPf3eRo3a7Yol551v6YVy3zUqaXeo5WJLjdXqtnVZUjyolEqzAZNoC7WIXlG+YH1mbstG
70eGA2ZJYYdnmNu4FNTDENbIVZ1l5KNznDsgxU1xtcTjUuxa2vv1gUypeuQ5Z1j72ezq7gZgAY2m
rg2DFA9WcwspIZy3Hm5q6oOnR/EXN9Q5fejZWriDxa66ODv4Kw7NsiFLuoehz0Ry6EGXiHueeKbf
zJzTb107AwPrtSBYtw7nirunHBMe+uXUpcictlFJzfK0pDnWtR95tLfgNEaq0k1VjgFlE9VP2rJt
97z7LRT0PTf5Goqa7tHkdcQradGGr1aNu+zUJdsIe1S/ucOsOPtxmr3mgVdpBmk5Vpf3OTZfHwuk
PWrkBoRXvWsAfSeQ+MqsToNx7I05KJQ+nw/52OTJjqpqIXZ4nmvLARZXAWKjz72gDVGxtLZGFdXd
vozcMnlrKFWEIMTc8boiAUpz+mVDOr9B7ogewgQI4Q7sGg/ZiCDjYcVa7ZQ+taob3Nvr9zUWnKdO
uVUPB0MxOlYGHw2SYGPoNYo9S6sVW91SCmVXdE6ILFQ3Oeq1E43CPFRt3u06Z0ZAkGJB9Qm0gPo2
zOdEvS2TqYSm3iXAI93Q1R+h19nFFWD7/m6e6ejdl4s78tathuwY4dLpbtK65M5Ti6wFaUNp7cGe
pqkDHjjopHpxOYbuLXZV+hQ4fR+q16ozJd6w5S1SB9aytCPum6Wp7oDGdPc0wunJ2LBut3NNo2IX
J50QR0Wrhquf2cr/T9z+F0//1xK3d//9X9W/3iffYJ79+NePfx3bL+UXLHa+dC/JaIzx70zO1n4D
PYpXhGq7HALwLv7M5PhHJmR/HUt3WJhQFf7K5DQDztnJJgH7p5+CgX8mcpr+G/qSMK5wmMRFjkTv
nyRy+kvWjoUeH8KKEHYoQrtQhwwpjws91MeUU2FQG0qbxhvNAfjZSFBVlMK6hrZCl+lPZmYY71Na
cKAMx869xzWse1I5ndQRC9SNWenhwQTCmR51YK8f08JRN3i0VW+4sfoYhKYePbp2YZ+wvOIdwGqA
YQKk+1Xa6RfoLT+1Ev6iJ/z8iwxYVvCF8WPif6e/+BlrOPGoaZgcMbsRsMsumt3i3jw9lYjCmJyi
6zZh1zmPndebO3q0+R08fvMtlbnsuOQ8LjvKn9sp1e7T3Bxv8pS3roi1p8yOrH24dPNVD4T7j3B6
wel8zqOTsunTVzCh4rARsD4yUQ99OWe3xXZWmbNsBwClOPCInPbRCIR0KQespIGO9CFYpGf79hfc
PYle/XOh4Iq5mLJjPIMdgkSl4iN5RuXq6c4bUv0JzOf7U/N8ownd21aOGeh2ax9SQ7W3sIcTLNVK
74KCoiSh8scUHGgEPGVOjjQ/d+ezb8Vrc6SuzhTqsnX2vKwRSjK18uNECWGbU2W5I7UF9jOhuYaJ
kQKKUwftNPfK3rbn+Dam7ELemH2ri1HZpIaiXliknw5K0m6yXWITshTsGt5kL7/M4pRKIUqHRTLe
J8MdIKdtqwCr6bXNUEIdaattngZ2l2wXdbrhefImN75zEW9SBYmS0AKIfFQATNOuAuvu0tcsd4b3
aXahMpgf6skhsVEOifeuFeYFOtlLItLPxbV/WsLqDu1dCGUvp47ka1mCw093HakMALe22FWlA/4C
qAMopKW+RA36+1lC+oItOQoLiFToMvMJqJzpATNId6auzIfRzW9VrqFjNYzFPi+y8E4XxlfB/b6B
t0mpnDcekECwcZ0meCXRXz/24XBJPePvy8CseKxaFowsWJgSj094bgtkmVkBkhu2ixnr26ru2yvO
2AopYNHt/p9djf9jCdonWv354sY25kJ8fh+e/vU/rkPNMH+DYE0P3GVHctRxUf5R13CM3yiQw67W
QLaaWKbBEfwPN5t/xOVI6QJAC3oIJhvv32UNzfqNWoaLgIEFcxuFWf2f3IYvN7DC2BQyTsTZl5HS
AxI4kU3BofOEORhl5lxVI7XFZ4vwiwP33Oinnz875BAQCIFfKdF9SL18O4LjOLRpmx/WjS6x8bLB
mopw0NwgawGM8fyewLCZ9YUL6tzcJW5h5OiZbdWeGdShBrZGSe6oxf4zieC/lh3S//OFiQvR0UWC
ogxC78mw3CdM4JyViy7fqGkL5BJDsoBOwXEyqtsxuyQN8us1gcr/ctoLoIMM8XQzUFT10QoBaWbF
9O9T5GxGIN3O/1kUcr+Xo8M59FJnUMxgrqvsQ5x54qZV+/Kzp9IHq0gx9zka52CVOuAxDXwHp7Iv
6aqf+8ukGwPUuq01mCcFqE8gJ5ZaV8ugf1uzT4nvl39XEXp1F058EGsag8jzqD+oTrzqayPU8nJw
Fa5bTQ3HCGiPZjtsYYMyx4B23cyl+IVtObsTtJrAmu1vdbM82bnxY93QUvCiR4CcVVjqwRLxJaHf
3dWjrq86GWDsvlwUaj7RnISxHvRpzbNVU9QrndbWhQzp3F6RgleFu0VrKNUDb9SvtDF6G7fuygWX
YpeObIujJHl7USjtboIPcYBjeskF7MzE5SzFMnJbhUSZ389jDsQOwHt3L2ZriNbN/m9W1UYzDM7Q
xvfp6emjJ2C6jK5+en3DSCqVfx4PrhSiOLOWlgNI/L600kc9a7xdMhbWEey9TplCKYfDSA/xh+0J
crzUohTk9vD30mJ617spFCOlpnX2+mTOraQU0mARofLSnQtoeB7bGM0CHTLfhazy3OBSSIsBXO7i
xE3Q5+G7cDArFH3CdZcm7+yXoRFh3leBFnUDq/HUjdXAYIm1C4+bcxOXYhrFm76pENcOErJyXs4n
vkIWXvj+5waXYlosiUZZaqoDoAkZSohL6O1S2yj/mSHCX9tLiurGGMmgQfgEDtVFwG7UxODOGo/r
NowU2EBO7BrJJ8DxNLg2wjPHO2sy5o+vj37aGX892f6cu6ysY4zTsLhe5wTjUI+owkB/HUVp3Vht
Ee9e/xVnll92dDHCBsfPeXIDe6QYYIL584yVn1Z+rhljHLZ1Y9qBsL34aHhZve10WtvrZi7FajUb
OuCwSQ/AC9yh2/CmgdewbmgpUkte9hC30yrQ0wbKp2KJ+UMb1pc8CM6t+ennz9Jnd8whmTaaExjY
uLjK4wQk4PWJn9swUqSGZlI2eMY6QWLG5j7MPPu9PuQ8kBOhPb3+K36q3/xqU0oBaytuHVJgcgPA
PwsKGFp300T9u7p3IHfRArN3IGXL90l1otc2v2NCYhyBmS1Ps0G5nfcz9Luo9ihuUJ+70ZK440LE
GT6Op+xt1HVfkdEYNmFdPYgquXaTydtqtdlft02BvNSU6O9f/0POfQXpYFAdDNQbJSyD/kRAKTK9
35VqGV4o3p0bXToYxioZ6gY8d5CI9Nswjm+yQX+7auKytQvMrDyGFeUFjjJ+MOzpflnK7+uGllL1
nPJKOS+VFwhVL2BD1QGd5nWvRspjL7d9MZdmnE4MHlnOrX07Al57fdan2f1iR8plP3qZutszaOA4
uYqERd7BWteWDd9X3/dj1Xxx49rauopm/iOhmj8PZls6IIzegwmU1Q5AYm1+04R5duMt4HpRMrZ2
r/9RZzaQffr580PC1AarUVMvqNj4m9rL7xyweOvGlo4JrezgduWtF9ialz5OVdOgat0O67J0WUe2
0EOSaINby82aGwBwn2s9vvClz5xvskeG8VO1AZXqoNXyxLcMBQ5trOi3oYum5utrI4lD//VtpcjN
4lq45WK4wZDlDsa9SDPUtq5gCpN0j31pVW8dt0WNohChu481IFnIFij7sSq1K9ik2n0x9whBVo69
n+q0/Pb6tM5sB1kIDcVGsOG1agXTCVtsQtgFh/dh3dhS1GeJbbcWOmeB7WVXrlpGW9CS/0y/78/l
lJV+S6qreAZ3JAFZqx+A0KWHePAuJEjnVkXKAUyo7UbSq1owOpS5rDQHIQY4er9uXaQoX7QxRq5h
0Hhu0lCtW9X7ABMoXHeMW1KAQ5NAdSVM9EBQfKENEA0bpYLpv27uUoiXMZrRA/TuIMry/rqI26fc
a8S6y82SUoA0EmZ2Uq8KjHB4sAugUElrrdyM8rVsmemYp9Qmpnq6Tb16V6bN1etrcsKT/eqisKTQ
HgbAZlXU2EFqjvktyMroqymc+J0dmu02FaljIOzh9Q8mKhEbKI7Ou2pxvnlRWTyWidlvIbe5H+Jm
bv6Z0uCfwSG7/bmZmCajsPJAV/U6hmOqu2+TwbTXfadTH/j5HaJGqEgUVV4EjWUfudK/LrbQ1m0w
GS6nNYgDIcKbBxG9pANg83hjqvk/Ew7+a2GkwIYOGisKwklBojhAUsBvVZHZrbv+TrX858uipRrc
VF76AQzkd55jH+Oo2L2+xc7ssFNd//nQCpQfJ+wZmkT4jQbcW7MuiACeG1kK6Mxs7GixtTzw1Pzr
koAn0bKV20QK52IpkA515iVQFPVr2erwrfr5kvfJuXlL8Zy5baqCD8sDJNkMuEd6dxzd5lJn8Nzo
UkSD7wNuZrhhEE6QFpW0asBZa/Nu1dc0pLq4I2wN45tkCbTa8a7Q2DER03IvdSJOee8v0tZT4+j5
XlFjkBRNqLoBmhA/IJX0+zGvyofGMasrQ8CY75JlWVd7kkERI7Qkc3IcFzxUGSENEQGiht24cnQp
Wj23UvLcQgay1HktKGH/qKaXAAVnvrAhBauIMNIAC+4GAhDmNRKOMURtZ1h3FBin3/osy44HkdE7
hlijhDmqffpwUCNNvbAs5z6wFLJLN2p2WoswwPQw1TGty2GJQiUxN1U/qnC/a0iAJzpFuu5MNqRA
Vi0AqwZ4MWCZPDk3QsepLsYHoN+uiwcplj2sdWvT1NOgF0qyq83mMEeKti7bMqRQVkBUjqYhsmCO
kLOx+hjxmt6aLt39p2F+EW2ycYcam11qVApFlyYR+8QpwTcsWnYskHA6FHHX3zSDN5PQGyB/W8/8
gVYiWd+qhfuJyXi2zVpYelloammAoQGiCNmVcdEn90x86KfN92zorGnURkUQJ4jcfCdiE3R4ty4V
+1kBejZ0ocRNhP7JEpg5Yo0iATYkAKiuWxIpruNFmUyt6E5ShWDcrTIqt6N+IfDOrYkU1TqfTh+N
MPR11fyu5LwNqwadunUTl6J6cqah5i4DvjgijEUO6dsTwM51g0sRzIFfTiokRXrfMfRGmvvWp362
LiGlzi2MFMBArDuIlXZC5hMfa++Ebq+O62YuhS9suayJXDMJVGdW9U2BPhPZdKKsG162+HGWIc/n
IqKeNqHVuvTeOzGh37Rq7rKAtNamWRyBdgrqzHrf23m2LTXA9+sGlwK0jhUkKZVoCpYOz1J9hkhV
AmfYrRtdunrjms2xaJoW5Ojuf58c9HOwJnXfrxtdClJPQbe76dQlyOP2h6Y3gTf/M3/vPzP8n2+0
Z4eLbpbaoNZDH8Rgnu/DFjWz2kryp9YZu8d1s5ci1cttWA5O0weOnaVvlQaiclwU5rrT8ac547M/
oJ0qvZgtpwtiXoqIpNTuHa9K98IRdvp+v7iuNClS42joFEdtusCJS/OLbXj5Lh3T+jhHoThC7cua
C9vztA1/9YukuLXHxAp7SERBg9ITor2t88XBCef9hGbSQ282SIRUwowuXMNnDiDVe3lbAQGuo2bu
XF9vLDCCsJ2SlQ8NVUqnjdS2l1idmkAVaH0iVThtG2vQLyzTuYlLUZxmI0TzQnN9cPVvKu2d1qTr
HnaqFMF2ZYI1aEzXX1IclLpxOi7muBLpIePAEhSVhgUBUD8zzAiJNqfY5HPYHlcFmAxMhsCaWzWi
zb5ixUivIb8GWWDd0FLsloY3KaOqK37qVFfof96PaLKtG1p/uQcTEUZTRT3Vt9GRqzRt40XpygWR
olZxdWcU7cLQonynViAwhkKsy49lRLWKt1hcxarix4plbOPYUTZ9UV06Bn69v09kyhdpZK7DhW0z
S/GTCo2OFJGNTSKmVQUG0I0vB7cEplhOJxRfq/Vxk1TNMcQqbdXn1GQ/qwEFr6iaTcWvlPFJQUwx
yqIL7YZziyKFpo5U+jCTqfqNW6GrZV2nRflpzSbUZHyXLaDFly6z7srsoPXvO/Sj1o18+mOe3UuD
JhDedWfFV9XizbC0hxoR2XVDS0E5uBZ0zZDI0XvzLXTUHVr463IwPHBeTltTRSaGjmlPUXM3wdnP
a/v3ddOWojLSjX6uvF6hNehG28ISn1AZWnV6a550fVpeM6P6zNgVtOcN0uj3pi6eVs1bxnXBwVXy
sWP7Aal7EIVNRxNZr3XfUgZ12ZYRZbY6sQEbaLGWih6VsW4HyoguO0QtWE89z5+GWUcwlbeGMIfl
sG5VpKDMCqNpRDKyUarpyraUHTXtlROX0t0uQ4tDMdXQ751y34JUAdXjr5u1FJXcYHpnecw6Hkqf
/EGZLpEVzhxSrhSUYzZGog0HxZ/TCgVubmH89/6Z39N/snTtb8Z9Q8ex3Tmebzbzk9aaCwAtUa9c
bikum8gcvapIm2DRYUtownjSFPsSsOn0zf6e12quFJheH5VxpC1tkC3V+yS18sPsLA+g7pVV9zFM
p5cHVtf2MNGngl9QIz+a6AiFxDb51ar9IuOyrFojMzFtMHdxfCJya7DPIPavG1xKZi1UbRcktGuI
usLYllGLP0w+rrs0Ze/azD0B4GB9B4kl8n3ste616aqXGiynKP/FZz1xD5/fbrmqG1CQAVFq6SQ+
W14O9wWG+ZWOTtwmryAtXticZ/aPIwVsXaHRY/L8CRxk98iIqOTue8XwHm3bJsZe/xDnfokUu1CD
llkd5jroOje7NxfHuXWT9Ctq+daFjPSUYv1qvaRrtagzhbaRBZDHNDGA17Fc2i2RmfppvWgPTZsr
O5Tv3MNUqnjNvf5XnTmRHCmuExeTIjRgT3ei8XhSdkUJuv22bmwprBMnbUak+MtA1xHIE42dHfrM
NNbd5jK0ClK2YixLyKsjmrxbs12uMc1e12bDSuvl1q0pLvHUjk5I/ji+q1GjfMA3b1nVycCy7uXo
uh2FSugtA8WO9NEcxk+jsIoL2/TMB5UBVhHY8sLQ0w7IX3bfpNE9mkXroPHQdl/Oeyz7VC0xjQks
tUE7LKsParp8XrVZZAxV3+qo06dFF6C98C1U9Xstz1cOLUWuENQxBj3vgg6p0zdIwjc78GXi6vWJ
nzkXZAhV1Q04cCnuEJTuUEabruD9kaiITrpDT+Po9V9y7qtKYVrVWj63p0J27Z4kaUvzVuvEw7qx
pTDV4Ef3+tzMgaqhJhk6n4Qtvq8aWkZCKdwoFqxe1586Bf8Hob2xO+OSye+ZNbGkGLWaBh+FIYnp
suOqY5bZAxSfdVtGRkLhmOMNwxiOoE/EfbaEn51er9d9S0tKiqdGOFE6KZ7fokS/0fTureWurMVA
/X8ZorhCi0TUhefH+MRtZtjiu8TLjZVTP32KZ+9VkgX0wNqyDxbbfaO6M15l7eO6rSIFaRkhOYFC
dxU4FWeLOcOsptK57lCUQVAYZ2I7j2haEFvep8hE4LWijrfukWNJsWmYFimavZQgrJr7hFppGl8K
zTMZlAyCqvia6MRzg+K28qMutWgrQvuT6Dv7qoK5vu6rysgmy5ssO5wVfotD5yNFHMsRiA+s+q4y
rqnU7BFOSghLvRz6K09DHLsoygsZ05kjQAY2pfnQgZtCziVzcPFKFNfaFLG1Ds5ABv9ytxedEafj
EKeBjsPioaLXvf1ZJ1y3MFKkFlXlxmXVJzTovUcl0uMNKjvX68aW4rS2LFS/dDUJpiU5IkvzbVGa
ceVukQIVek7eLoObBBi4v02s9HdrRsh03bz1lyuuZxpNMWdIgi4Uzp2X9OUnMzaUCzf1ud0iBSrS
WqimmayKnSoPajF+70uMYNbNXLpET24YiMFVSVA16Fx1QkXlPk/MdftcBjd1yHwVsYHZZu6qH7DN
eC9yJFJWzVyGNgm7d2CfN1GQzYDXxyi5MpswWjm4lOmqHaT3oTsxYpXkJDocxUjpee/XzVyKT7B7
eoo5RhSoyVThlYTJYTqhRbtudCk+UeiKO4T8Qt8TQ7JtET7cT9m8sp4ig5mcQqlmpeiou6XeZ6xj
bxqtuF83cSlAlahb8iqtqAMl9hEzuEdER1fmoTJqaRjseai7xPUVFMf36dRHu6ot05VLLgWoaSYF
2m6VQ3nM+0ANDkF6+2ndokjxWQtcJdCBdPysQI0nj7ClT7KVKy7jlcAMeGY1KaFflUp35XnaUZnz
dW1Y3Mdfnom1WQLe6jLbN53J/Tyls/37hFKMs+7gkjFJqKJr9Rinpj/XjXtAB0bbi8z7fdWqy6ik
MO5SZewnw6cn++TM9e1SD+sydF0KT32B9GePtu5HLXZOqBEihb1ySaTbU3RqqgACG30lN8v9oOFg
JeLisG5JpOhclixUKzyDfXN0bxXzdBEZ66p5unR7Nl5amkOkjb41qwjXLQbOrXmEcOF+3dSl8Jzx
Cq6AxvV+smQZvZlk3OZ9t+4w/yms9expAUdLzTGN7X1D6VDjNJYf3qyu24YyIKnJsCxFALX3lUrf
T8hxY9HorjwSZUBSkw5YFRha749Ff7UI5UGEl9L/MwmLJt2eFjCYeqKW7NeugW0w4u4bIEqPq77m
T3WsZwseo8g2tV7e+1GJ3VbhffRibFzXjS0FZ9IN/QQbsfPtFP9r3c4P0LhXployGslDnWvJIqfz
e8N8ykR27wzFukPlp+7BszXJxratiyrsfCs1PSSvXaFdzz1GXuuWRQrQNBE2iEH3NHz8/eR+u7VH
b+XlKaOQMFftxiGxOr8x4mlrubmzbZbu3bqZS9enhvkoim1Z5U8ofWwRq8Tgp41WhpCMNDKtbiH+
08rHHnsz4wCgmeq6zFlGGp38FFpLSyqwEjqeql/wf113kKtScAqvKKy+Z+TOnqJDEU31LsIxdtV6
y0AjlKjMpk+n0p+8sHhTZDgYbAVSt8W6o1zGGglPxJiV6qWv2zMm6/gWdfMRujfWQ+v+AOkOxW9L
nY3GKP2+i28H0fmlq14g9J45FVXpBqVd0Q2WbZV+bqRdgn90iG4TwhTVur2uSlGK8qmRYyVQ+ENN
P3JrtFOJOLBjPKxbGekW1RYRQoIZKx8r7uq9Uoc2cniFvi4HkJFHRtF0XqxFmL0W3WNmNd+F2XxY
M3FVhh0tTY7DdZ3iQDJ/Ljv1m2k6q45d1ItfprhLZ4VKnjFyP2pbdGU3JaaC6yYtRSmtMmG2WH75
g4oFElq1J/+bdbmzKqtKpTaavNhQ9X4orPIbNZHliYfAqvsZ8bmXi+JG0OSRGS39xIXfHxnzO3ux
VtWH1JP06/M6rt27EdZXZunXc+PtcaOarqjLX+LS/DpAVU8K0CaP8M5Rl94vl/wGLxhjF+PntOpk
VGXs0ayibZ7rWu2rS2htlzR7q0Te99c3y2lp/96ARb715bIoYzq3lM0Y2zLcmxAD6W+n5xcWhGO1
LolWZRBSbSxulphj62utXSebcBirJcDX0rokRHNm9WUkUljATO3apfXdSEG2vWYP7WfFNC6s0bnh
pVidUbvsxmis/cWOgnyoy92EyPaqW0OV0UiViGfXSZfOT5PmTp+UIAnTVbhG1bVfflu3sAqRLgW5
15A+ekN7tKx21ZmLXOvLoa28WuguZtxxqeJgRzo+Frby9fUteW65Tz9/lpHGaT80pZ40/oBf0SZd
jOupa9a1c1QZjrTgYRHjdtf4WWNMb5F8X7ZzWkcXUq/TEfuLaJLxSI619Gh9KLXfl6pX7ZAddz/j
lDHFuADia2q1Isc+0M7XpRyqK0Xv0k1NmDRF4yuTZmJhRrNq7wKMbXevf4ozajqqDFNqsY5QzbBr
/TpzhPMFAyZ1uMOhsvxI79oVT4XdDDh7jWnklEf075CTQdcExfdRdfT2xnQqo9gm+OjUN1S5caym
OCdmPGMzXBlHzVi2vZdCbXSzQXkMmyzKsaxWHxGU98brMZwd/B+U3hDHoYxnHNmjCasuBQeUdXel
jJISulPN9aTXfuzURzDdH9vp0uv+jLCkKmOk0KMfsAyrG79sxGLfTF6lup8sJeH541Z9e9IRm7un
qpqz8Rqt5yY/tGGHitxYdcaFnPfM6S5LXKUucvatuzS+k7TC2/cuHixYLCRpw8NAcdchalQZU6VW
lVZ3mdH47mLuPK108CpAKO/1PXjmOJAhVThuFGjt640/q7V40HKn2cci6i6s0LnRTz9/dtjotoau
X9Y3vsCD7LEsCuOQKCJblz86UlpgO+OSIyzW+cYcVlhsdHsbEvi6m8PRX059xLE26THG8hvamRsj
dG9yR1mXnsoYqWVQ5kXvZxY9DyGqeEOOHVy3Tg1QdaSntYqpX9yUU0OtBDdOPbKuse66sORntryM
kRJhXwzhEDZ+uOQWvopKfO0kDvpuxRRe2JE/61y/OOZlqJSe5/ihLSrHbuEVX7Ky+30owvKKwxL6
7BJNnxAvDW8VJawwN1Zn/DsKcSU8rA21RsRvC2OId31e00OcUqe7jnFTvInhprcbjX90YSHO7GwZ
cWU7fYEhkZP5WMO/XYwm3uFut/IZIEOuULJX0tEhbJwp/xFH83XdrBPNYS+83NaGMRRLjAeRb1re
XtjZLaoD31cdJTLgCmOnMMTcpfH1ym3esDe8K9EV/YVtcW7B5WBfNHx48E73u3S8U5370FJWPf9V
GW+VTXYVVsJrfK/RHh0R2wEGLfO7dYsi5RAwGydAqxHlImMiOZ9dHNnz7HHd4FKkhxjeVVhyVr5X
VtnWjTHcFS77/PXRz6RbMtYqtqa+VaKo9VVB1VIprOEundXyprOs/KbABfo9aYRYBZFXZexV6dWG
1tXcQ1Gc/d5itbNNwmk6vv6XnNk7Mviqw53Q6CBQ+VnYHugufkXvYd1RLmOvoip2hw6ZaX/Jup3r
VQctHi8Ud8+ctTLyKorQWaos/K2WXAm3lcDtGgdfcLxAhdddcrIMVePgt9tOde2bmnLDo/3Ytsu6
55ElxSumrGXtqax54gzW+4yCzNvJrvuVX1S6nU2riuMsZ+ej1atsq4TK91Ctq2WqMv4qb7NkGhUO
smRQKsyckDx2Ivfrur0oxSxlUjOJw6Liue58N6Mx3Ux1kazLt2Tg1VhF4fx/ObuyJjltLvqHPqqE
EJJ4he5Z7KE98RYnL5SdxGIRYkfAr//O5CmWp91Vep/SqIWu7nbuOaRB/sWh6nECGUiVDmvsmQ+5
yCtM9QQDbZbuQoLq7YHJdox9Il33OhcXeXWQVkMqGg2B7ii/9LDRSa9+D7wLuyoQySXNtuoLH4L5
DaQIM7TXR7977vJJqb7YLOb3uouM2Ak03783Rn/2O5KX5+w/0fNRdugaSSzNARc7QQD3r+5I/Dpq
hDn2Odh5KKCojTeRgPx04+rP6aCeWcWLeOh/dx6BCz+wkA27dPPUPFAWPMuis34FO+a41Gm0RdJG
xFzWRXSQnyPVqaqk5+d0zFPVYd/HkLi/IDH+Jkr11gzixnt+xQu5mKs2rle9bXt/ScoyureLilIq
e/HG67K4qKsqsCCv29CACRv4iEoFj5Ay9nPOLoHUPjQ2qpU1l6A/achuYcA+Km5EGddOxSmjsU7K
SXL4CbKav3Q5PUJiyzNzdumjpnIE7U6C0mIdQWq7KLJReYboLtyqrNaDBzGe8WUSn2OaHlPxxe9D
OobZAAG5hmbFNeEUouCQPeSJ51k7Zln0Vpm+qvQFEo1J2s+QkrTsRiB0JVqBjtsPJi9n2lBlOO6I
ShCpiHqBOOVSQyt9PuxHv6NxjDOBaiHUAoQGEG3W50DW77bYDn6+08VcoY6e2CRh+gKl9vuAFY9L
Yf2SRRdxNZaH2SmBbxOyeRPt7K4Qw9+/PpIrx+6ircZZYdgREhOXHjny48wgBFmjGPXIxOG5ecdA
644s22ALBCx2oucwliyv+96PpgU65z9em24fSYs6cXcZ5XLH2rEEckRXfi+uq8cW7i+yvqvqL0bF
9w0/mdJv7hZzhz9uexmDRgVNVV4AAyKpNtOHuan8XlsXdbUYHq+YmOkvwbAvqRzEuykM/Nwbday0
mteahSNeRFSevoCYKK/G0S9acfFW0FWEAviu+4vUy+dll+/jsfr260t+xUe4cKtoldHcjd1Li2he
0yTpUemOb5yIxBd7pdrkoq2gtmebtm/7yxCSPoNmX/ReQLn3XvI5Ocm4sCCoJ0E2qOFWG+PfF+W1
fyl+vDzxerTVJGR30cO8f9kni9nesi3q85KI6m1bQX5EruGY9sF86HRsk+Z9chCEr53of69HCVVV
My8ZCizLuyYs2vtG1/tH0rL5pCrxPoIaV9Y1/ZFNSdI8zZhnT5umX07j1Mv7qh+hbmKtvKv34s9u
aoN7aEIT5ediXBCYjBfFAmIgykwgvohBoSWF/q6nQ/+Xtvs/EXHSV2qsoD8MEAgyPmgIH2k9+hHa
QI/+x8+yJsA4v6hKX7hS4PuEZNQeQ8PS7wo7DwYkihUtRGMu+x6exU7rtEiEHyieuGxUXbdCs6La
9CVsQScZxPI5iap//DbuvBiiDi2GHOP2osLhC4cs9E57PwZk8m9v5z+fcyVFHO7z3l6gV/mbTpK/
wiL0moiF1N6PH1MOY9tICaMRtfpLBe03aqVfoOAiwHbMeybFgtOuw3i+a8R5Q+nBL7dxMWCVmMNi
nYQC0xTtHinp9FO4JtMN47zy1rkgMC6CFfIjXXupaajvd7vrhwNggR7CRFkjWHAKmIlTu8Z+xH3E
RYUFnWnKFV2ay7hCLv28LBiUi9sQb5HX5XQ5qJZStD2BwDleG3ofCczIBH3nBwslLixs3wWfixap
4FpVnwJmp9NQHn6yXcTFhO1FbyiYkesLI2MEaStSplXsN91DiGOzx4EGCaFlcxlQhU+LhmrQc4vf
/M7cCcI5i8ZZt6hKdMHwpdoYTZMZQsoei0MU2jFbkB4HEfDU3aWs1wJp/dPB+u3GZXlxrz+5Xaz9
YhX/eW0mgDUoLZUBcrDYIZY8LVWGaYIhG0ZOHxnkG992yniFQ/hvjpOvoDi1M8zJAJZffSjbR0hn
+wTkWNkJyBu0uwHfnNvLbk2TRoZbCOu073/9AV4Wee2QnHgcsgRmbwUF3G9P7sokOcW1vCeJ/iM8
bqECXhfZwA9wHK2p4iqaD4YfMEuynS2v/jaxqZ4DjcHLYC3Dj4dV/K0K5czSZiXNUwSWhyVtl2h4
ZoXATvrQVnsWFuX21zqF+hZu+OrWHDcN6oRwgQg4yj/hMQ3p2sNRa1X0T5UB50jWRm1H7kZGq4ce
ecp9KcboiUFS8YvZq+iNGJr9IbC6zDsh+AmouCH79Wd5OZrXPgv98e4mVFXtOgTt5RB7fNJEY9ho
8iq94ns4z8VMDs5qBhe/RElyF1uqsz0BUNVv6857AZZPHszd1IFHbS0xx2TNqQBtm9/qLjhtGCmP
FtOj7BBiyns+1JJuk1fewaHL++OpQ+43moGsR+pLrEg5xCPArxrdeI6ufFIXmmaKctm5IO0lOmzW
afK9oIGXAAg27jwRYVKjKNCiKqAngatiWJ2Cte1GxvTyFLxyF110Gln7MeCdQe9FQX7zKCFhbvZI
vt1069VVw/6dF0IbUO+xjjeXdpbyNM7tm3Wvbl2Za/t3bBxcXBAb3NYWk3vSPkowh2bNEEYw5kH4
RJ/Yv2OuVRUhuu/q9jLwePqkbfUcBbP57GVQLiytAWVTS0BUfEGDNgT0LfmsZuBf/BZ3rNUCHLAZ
Y7Hzl8kJ0T1pGTx7Le2iwcqNraMs2iBHFZynNamLVMjp268Xv+LcXTiYblF9MCM+KhTMzoUe38rJ
PHSRPFeY0qK89Al+eOJCvvZ+TGJS4OwbVXxJVPKUmNkLq4q1HaOFpDC1kJ56WXv9h5HyQSXxx1+f
zhWv7qK81hXN0hgYOJSUBhSVy6g3jwSQmXvTLMnvisnmw6//0Uuc9srbIBzDNWAthgR2oi+JiqHb
ojk0OaATbu7ng9hHsw8bIPNbN6ayIA16/NPqBYPG6blWTXChLMfpmZB+qXTzZ9N7MQNiaceaN7OA
HrFBZZiJ9q5pMb5pRvb11wd2xQu4ULBkp0PXHVj7CPbf6miO0t52XsoD2LhjzEN4bBWUy5oLGmVv
CxXXJ1nx+c5r5y4UDFXKbkWrBlHD0pKsWeav6Ph5VQZ44mLAJIjRxnaU9aUqKaB9fJ3TqOpvOLAr
Z+5it5awLptOqQY9vv0vG45zdtjGd+eOFQOwS4NwxkNUz/RunYNvc7V6ETrjVJzgPC7LwfIN3zMh
koG0qfsyqdin6oy1Hctd1872etibi9pIdFcUPM5A4Fnd+10W1zoTGkaiRuVhn8bgA0jq33Thetx4
dK59T8c++y3c95bZ5sL2o3zoEqkfUdW91aC84llc2UF6GEun0DQXPW+GZapvyB0Po/pzN4B+ahF8
f9qWSJ9/fVBXghPumKxOunJAjFlfSsKqc8xB4QvaNHXem86rzskTF9cVCaGOVSzNJRpAorjp9xhg
8HvNXBRXH5tlkttaoZjef9zG5tu+dA+/PpgrH9nFcOm6tXSwY3OZNlGe16lbMoyJqBvHfm11x2qt
qTrI5uB+2m3hacWSN5oAbO+3dcdsIX2aQL4C+RVl3Vu80iUsK/ZiuMHXdOyWoFxIewgKXeIKbeiE
1ClZ4OL9du6YLTTkunXYkKmjyx0/SaqTlHTBLZzVlajkJxKtsBkQcscNqILDNFjj3+diOpGx/VQn
tfX8BU5uu5dMo2DNmsuB0auxAid7U/3hdziOqWJig85Dn8COavMJxLgmWzW5NRty5UK6SK44BkQ8
UTMyoKHuU2CBt7QoZq+6KU9cJFfRTqKkK20uxb602UDGj5MWfmG+C+Tau7KWNVgpLstedhkKN0k2
x7NnZutiuQACNnyv8da3jEQfbIKOGOR+bmnj/tsxeSV+ddFcSWxMiWpFCxBAv+ab3cl7MTPwL67K
3M1zsKQA9CZZZSrQ2McqyKipq4/ciOqpPQIvhBM+j2PToWbBNi0Al7chO0Gd9dNOmd+ldWFfK+so
nSTOjx/rl2m4a63we/tdzJcNUXBuQUR4qbfhUdv6Y6PtraHbK2mFC/kaNznNKx1rcM+3Y/t26IX4
pCJTnjpjQExK6hJcUDya4lSYkn7blqXwy+SZY+QyCjY61VsLpnQGdPUEomfoaH73ekFcRNjAItCS
JRFeEE7FPeod7H7u1sXv6XMRYe2QaGjUbM0lCOjDOhYmXRPfMNeFhPEZmBC2EMTQzRp9bGjHTnRa
1xvh4pUoKHLcMVdjHMe8RCo8bMkDL3f1nACA/n3S8BmZ3+E7XlmyaSNLt+IXjHpKzaJR4TOb59k7
FgyNbTayEclRH5f/tIW8WBAvem7cccqrRQ+8GqcGrWS0N7f+vm64Fzk4T36i4+rkwcdqaS+jCvoz
5fQuFMwzyHIhYnY9elq1COFG+aLdTdXzYA6/8NAVEBTLqq1VMCUbj2C1AVNE/XVYAHXwuiwuOKxj
ezWyGgUUiknNbOJL0qU1FcrzvrgIsZjv4dSyvr1UnH0gldUonSReDM48cTFiAkFQNVTIYFQfNhmj
gUljNdxqKl+xVZeSq9ZyGZaXwJxidv6xPObjIWhamsUNDe78Tt8x1Wimcb3rWV8IK4d0htQQCW9J
YVzbvmOpigLki05ggxr/qE06xc14HprN/FaV/XoDm3slhXTRYiUpNGD4I0r95OjP8mhstphwQSyN
C2SF+LKowUuTBB+b/tiziHcLLesIYPdEEfFuL2X7KCvmmTu6+LERrLRat6jLrLq/7+qvfNzOft/Y
cbTr0QQlt3ENEqZ4Oa8sjO+DofjktfhPALLRxlBTQVZdzKLLOFXytIWbz7Q+T1wEGUYJ7NBueBsK
StuMiNmcgmj54rfzlyv1n6a1aXedyOKoLxvjf7X9bsHalXjx9GLnjpslwzw3LZ9RZcMg+YNmxfyG
aeNXZXOxWiPg0cxAzv3ST4VN1zn5VkaT5/d0jBYYKmmpIPVlkXPyuEHj4LSTcvN7blzSrlqPQowx
YMY03t4P1NZnKFd5tkNdrJYYyTFKgqwR5EvqTcnH9nkqk8lz6266C8WqfiJonNmp+1vS7W0nb8kj
vFyKV1IjF6y12I6TOqpxzQd6zGi1JuiEHyGU2SAtPT2YLuQ3Yu5/y0Wv/CsXvFUd20ECDoTVrrVO
eaWKtBFEPqzTvDzGI0jOZ7X9E/XJ1GZMByxtiZhSzJhPDy3kgZ5GQfkdpKTofTHWMgtjUj5HfGGn
fSHLbwkYpEBLUYQPoPHnd91M6rtiQV6UxROoyE90P+xZFUV0Z5Nen02yFiSthpk9iMViaHsGi/aZ
HfunMjDt3VhvHbsLt67fMrTPiyFdNgtWQKV7+rGpKNRhtzlo1xMQnkFOiwOcfhBUOBPyMjtVgezv
vp1riB7b8hAylWWsHyvehwbaSQMvvrAlbD9AdwdtphDF8M+STvszBoTpo5AIdAgR/TMoX80NV/Vi
Qa8dvdPyLg/e7W0DVwvyhgulx8mM5kaIdsXTutg2C54XHoQjmlBrNd1xDO1Bak6Lcxys6tHrtXQB
bjSaxq2pcEepPDDxMZDfu36+hR+6djQvv+s/T3EgWC3wpRB3C5FkxxZ158a2vc+QGk9cKFs7gNBi
QKp5acGGm34ijHqNqmBlN1+QBzhTdtR7p2aPHtpuh5QYbqdfNuIC2aAwLjtooKLAtk4mkyCAPFs5
dWe/D+q8Z2pc6z7qe8DkaGeyaInfTRi690vSXGqzOBCiRg0coV+gHnhiygz1Fr+IXrpItpBqlE7b
DgQB+3QX1esTADxeIGtwaTtGSlZg1mNgky+72iHsGRD1KVkV+/jrM//Xz/38BkgXugbgdowGMaqD
FVPibYS4+B+U8aLTBixeeuwF+dy0057NPenuIzyGd8aSqMyGcOePtbFbhb/EX924YK/7HenC3XhY
RCvDgO+lDQLohFO5U9CXokN4GuaXHjMdoFHmdSPkTxRpUWs5MoD6IsviqYvLZ7mR0HNtJ2ZJIm3p
i27BxaqjQTzUIoPsTOxlKNKlSDMoxRDkSDVGXaYtxUwdA+xn8+oNSpcirey3JVZCVODaiQgY3RWc
U8u8Qhbpos+q0tpZCzwgXdKFWWEEHN1mb6VDVy+zk1cISDolehzQZGD79KGqt/h+B9rnDLDwJNMR
9banHfJJebu1UAlotX42cpxSjAsXY9bHenm3jTa64Z9ed4HSRatZ1kp1LC/pUyL/nEowiKreBKhi
btMNN3LFWlzI2oo2WZCUcQWajHbPCMZkgfZQBlMzMl6brOx6P/yadPFraguL7YgT1GT58bTip6WV
jm78itddLaYRf3C1v37Grq3huGvRd3yE+iRsmVtUm2yN4KpZvOpB4AL6YYP/ixc09ZMF8G1o+vBz
MsT7WTTBp1/v/HVuKy5dGrX64HYDarK+hFNoM4SIYPco1xX8RpCyAahbTw9jMug6PQTbU0gpjnnQ
gGDw1//+2sE5FQQKdYJ26Ss8JTH9WqvmHg/Xjcj+2tKOOzfRLmfOkYdrtvwmdugPQl/PS8UYp+ZY
uh4GhJMDvomZNvCfzfOnrbtZ7/63VPCKU/wJvWbXfS8CRCLdTjR0E4eCf5g2DGyltTzMkVoTd39p
0UxFVlhUfE9VVBd91hxkfgj7g93HcxF8VmsDOxl1caJFRN/swHsBmj/LFFp2w7exoMSrKCFdPJyl
PR2DZa8vfF0+ytqAdnbT7IZLvvIZXRRcq6K4RDSDNn+VVRsm1eKY3ionXlv7R9P/n9gTZmtkRJfF
0v28UbqC2E/dsKxriztvggzHvhkYJjXjtv17Rx+nwNSRn393oW8IU7ZFgoDuwoI+TLlU72ZCfvMy
SRfctlgGJFeHGGiv28cCrxqKz+rZb23H3GOajEe96epSiF5lyRxmYrDW86Y4Bi9AZb+pJakuq5q+
TrRe00hF69lv547BxzqoCZdthcHIrn5iBf02jc16w1VfuSouvA2sMFaAtKa6gPHxTs6dBgeM55G7
6DZxQByr3w8F8rBIpAnbZRocXgVD6YLbIgC3jjLiJd6pJdN794ktgefSjmn2AHjPugrLC7jPjtM8
D/UTqqpe9BhcuuA2OdkhEBo1kjIx0fO8xfM33YjGz2G78DaAuOIJpg/wccw/KNk+d8nw3usa8ujH
WKBpDDWcbVhamz5Lok6epkh6nrljnRKz/ChX8yBP6rbPtva+36bZzzhdZFvUx7QGY2iQr5g0z8Kg
qFLW97vfe+gi2UpBmg0BGHau5/Apxov7sV7W2S+ScEFs4HqNinjdShQ6m3PZn5LJi0OJSxfD1hwR
XHE5lhcmh/uhsw87s9+8boqLYWPtEKmV2hI81rs4MT7vmDCXm1/Q7FKRde1wtCTExpsDCQwLkUiN
FfOiCsOxOK6THSMKmhqfcyktebKsJpmkvPCLOV0UWz1i+r5e6yAf26q4hxDsflqAvfE7dsdAlZBi
hmpNkTeqfw7M8nYduOctdzFs5YFpRfD5wIYagzhIY0ol6EfPS+54z205KMdwcXkJOH2Iw0499FtS
PvidiuM9Za8QFVZ9dRH7oc81qWQWm/0Wi+cV9+ni15KohaqcxeqTfbcnX+fiu9euXeQaVHarcgwR
ekZqe+B8yYfq1rzvtbTLRa71q2hDHgZwnc3EfovBkp02NFGnoWvkW7vy76oxJh+Kcr0Ey7Jmyzr4
9VWlC2ubERWVQLmUl63jB2gij/WsNlOf/A7Nsd2dm3DbJ64uMQ5tKvcmbRbl9+q4WLUgxFcemAQT
Cqn6LAqON1tElOfGHcvlRmmrAqYucqxOPVsy5qdTzqULV0sWK1BlCrF0weu0NscfUTl4tT6lC1cj
A+hEgwZrNyN/Sqrhe2fAJuH3LR2zXSwvG3CDqwsdVJUastUPFhG8X5jkItJq2wZbw0asPts1DRN+
NsWy+23dBaQ1DdeKLkZd2noiaVkHPFtmyJR6HYyLSIPoNDQtNxzMMbafISr2KZlLL+ZDLl08muqS
FvA/jRAPYwsPrDCfSia030PsspTJ0Iy2JStuC43QYgzeWODG/M7k5XX+T8uqQ4BEeyLhVjc0Hwpy
0NTKxa/1IyPHOmNlBg5REXURwR5nvY0QRJZjfMP2Xx6nVwouLhQNciUN+DuSIK+DsEjRMhzTQert
dIC+yPPkHf8KEoPENiEN8hkyXUCGK3DEW896gItIk0GX8FlrdenW2GRHVH2YwsEvkHThaHQJ0b/W
NMlLBDJ7vT7IMPEzUheJ1kSqrzu033MByj8M0yXLwyws8ytLuVC0tpKrbco9yYOt11k7huI0FPsn
r9vuItHEXLEBjU502eV0Lqrt7SjMjVN5SXFfuYwuTVlLGxCV9TbIgSowd2zq7GNdRPPjyuf4C7L4
+s7vJzgGu1dWyAOZWA75r+VNDeW4B4wDnv0Wd+xVqkS2QY84uNhbcp4H8NytJohuHNG/N+S1M6I/
PjbLIVSlF1gTCrz1iRDSvWn2mme2Wb9udsQLQeiWg16zSm2xPAs2vtOGFKc9eZFPT9T70nJ+v+3t
mqFzCshFd3zoolhnwxCT+0WXv+tFqw9xNTyE8/huqsH0QmIAMWOxlk9h2NYAX8nPfmflPA122xX6
KEeRl/hBdBugvsyHj35rOy6cU0qlDAOZ7xUdTmVRPgPrcou1++WmvPIVXKjbUWtTbcuOZIe1T3ID
Q5ZZ/SSMOSS/f/zEnRkgKEKiJC968TQz+QLg9TNeV5pyNkEZtLxOcj1Gdkr1RoI+69nU+k1hSRfs
liS2HksaJjlYWOfMLsmf6Mj7vccu1i0KlzFcxCpzpojip3mtbJWFJhA3guwrvtClJgtHhmahxbPZ
NGrMCvCnPNh4qc/hrA6/x8EFvdFyo9U48yQfOcn1YACFla1nHO+C3va4OvZVYygDnC68TTEjBAaV
LekV86sfuFqVddKDkqLYkvyY+QDaOW3uTGCkXy3Yhb4JWiyagW4vV8v2fgzIl53Ffht3oW72WPFG
Hj0siu6n1pxJX/q5EpemDEoobaHWMQEXjToF276D2MtzTkC6WK7jAGVn1HewVsbuYjS6MegQ3ur+
XuvZuzAuICVMs9Y1rsu61KetWuTdRI8pa4utf0O7sjnhh+mvKKMTmuqRF49W9MF5EIm+rzV+5Aot
4Rt28bocCZcuh1nBQ7HwPipy0ZPpTS8b8yaxKLal1UHUuZWaDchl1Ph5tGPRZoCRR2saW6ChTjTk
1Rs0A6tTE4lhSTF5vr9p1THfvfR3q5SUVXMfNuCA93IsLoZsA4FSpBaZ5IQFb5NpuQ9j/d5vaSd2
QOgA/JvAbRoO+smMM2RX1tFvrl3+hCFrcWiHnpI8Wtj7prePLb6r374dP77yiI6sm2G6hXwuWvp1
Tajfq+DCx3hNp2gKsfRE9zd1Ib8HtfBaWrjgsW0uY1AORTKPYtNksZhBbAcGJZ8jES56rKyGqVu1
lHnCbXMqFkBqt6G5YS6vhx/CxY6xqGi3DhXXfJNACZGmPTAxL25cwtfdoHChYCgChUs5DjI3c2TO
BZ2jp8Ns/COEwIRXbCZcBFjLoCrBX06+UuwvRfuvw8C9JGy4cHnPiroFi+vYIu4rO5aRbozTdeNe
uaxwAWDTdgCMMzUyVx39FGMmPFtI/4ffjaE/hn2gDJtBHStFDmQUP5f6uMd423TyW9yx0ATajxEB
ijQPj2K5L0Buh5FX9uHXi7+etwlXHJOtdNsAV5DIN/l6b9uapEwUx0nbA1+gDpMbee3LOMbPUbdw
gV1gocRYLVskUoUFpQQLqb0SLPlhf+KcNA8kWYFeLaE88eufdcXKXJTXFiTDsTe9yIee/JmY+h0P
Q68KIFojP35rCRYlWgajyA0ajmnMl3dH3Dz7bfvlK/2nHAWiLGBLITmTj/H2oZ/UV2gKe8VRwiUl
46Kcuaop7Hbqij8WXlafoALspWvJhQv34pQlx9Zg43Iv1hNI534fYuEHDAVq/8dTOeqV9kWBxZvh
kOlTwoBU+/V5v6Rlr91Kx25txEpaQlQ4H+qIvY1qVr+p6nq9jyD5mepoqO6acAnuDFH9DXu7djEd
Y9ZVIpF7LiLf+ya+9MEUZjoQfsg04SK8ohd26ZKvIj+EABx5eCE33QI/n+sCvI5mWADbqjkKX1qf
1KKn87TeotW8ci4uHKvuynHkouc5sDBPemvuzVj8/euPfG1px2Djqlwb8ODyPJJVcjrq5Ll7Ubz2
W9yx2GaZhoMtPEY1AY8ossLyAyBU6kaf5ErHDfzwP179GFQldG46XJeEkS41ZTz9XiZxdEm26Y8u
HPZz1xzzGXd4SYdtnd8isPWjWxMuXmuRZNrAtxbnmCBSp9lEzR2jmt2Ig644BBex1RRzuUk7iLwy
MQr6Q5VWrfoutigXaGGeqF4/+n0hx8aXtaNqP0Sch3sRIZIj7N1BuuhWSnHFgbr8ZJqWIyRqBc+T
sQQDzM7rEziqkbEUI9l+O9Aq8ksChEtWhiHZg8ZIv3Iesul9zKct22Ld33DQV6zEhXNVKiRtXTOe
x2UizyN4Ezfil2mLn+Bcswr39ZjjfDXjG9VHf6vl1izGtW07xq1JhclgjD/nZNqXc0z36HGKbX/y
ujuuzmQD21owNfBy5NuSdaxlpxjKwH6LO7a9BhEfmpbhVKxtUpQNg8eoFYfn6i8H9p9QQo2mH9cQ
t0WEHaR9my28R3X7L7+tOx65WisMydcJXr0AuskdzdH185vdEa7a5JIcWjUlXtSJNyTtj+VubEvP
59pFdI3DjKH17ohzNQXkVOgCAwZQkPa8Lk7dOh62bq/4hjO31Xexcpv1CmM4XmfuArq6AvMrmre4
i9rUU0ZmIIp5wWK/0R7hwro0Kr94HDXOfd3fExQH05kxz/jQBXbtZh27sDFxXpGgeJzH/u8DvMc3
XMnLlX4linNxXeqI0XkCFj9P5n16LFbZ3YH+49ZU5rXVHTMVtKlmisl1FEjCPwkLn7ZhupE2vizx
2sZf/uV/bLSeZsyxyoPmrGnob2Yj5rEfi/FBbU3t96y7KpOIRexAwDCOvlwfgBBOpJCf55nflXRc
K8NIVRi3AcujELQ/Ku7u4jq6RTV+7dydSDkaD9kSO2Dxys4peEDfcHP45VmxY6gBRTEtiMuXu06g
WmBRzIeiql/dS7jQLuCvihCs2HFeSpAWtToDItVv4y66a4ljXBnexTkkd/4Z6/qPhsZ+mYkL7ipK
FUajxq6jRr47tvp+DW9p0V/5lD+Bt46iNH1Z0TzSXXza7NCnQxf44QiES0mmi9KKmvU0h17bH2EV
nCbCvntdcBe7RTcTx0MFzZUlgToHNAxM2il2nPxWd7zoutIDCOCO5XNofk9ijVsOkJtfYuLCt/oF
A7Ar0tsc7YAtbWql0gqwOj/LdwFcsZx7MIasLAcDdp9CfvfbsbVf/I7FMc5jEGqcEsvyrhXf6Ui+
yyH+5LW0i94aq04m1crDvB+hSJqCQlR/NkyufoVjF781UslHxC4UXo6cuGlIpsvSD9cmXPhWN9uK
FMpEeVzovxnaIlr73fKfwFvgCg0Z5KVzcrBnsP2+TcLEM5pzsVt0tXWhBhvmMwNphFg1CupKFn41
XVdk0gxJlexsDPNG64ztIMas/egGhIvd6oA4aKJwwNIs/idR5fsWLBZ+t9Bxm4aiGQcAPc05SPtB
WhH80y+e1UmXQkyO41pFdqd5WM/k3Hbybk1K38UdywzaRNVDo6K8NOZTdLQgC63n370OxUVs9RH4
cNYZg5TdtOl0G/lzj1Kx33PlYrb2bgPvgtQ0Fx0336KGlB9UWP7jt3MnBT0GLfa6W2g+Bvv2ENnm
t27ePNtFLmSrKAgjag3DfB+C/S6ahuAkrd+MiHBBWyzao6EG4X0+9+bjKgZI8cxekmtcuNKSOxm7
VRGsPakuTllH3jbJ7Beq/EQX1lctaixzmK+qGTMFpcn0CIH78Puejnmqo2jruUdSq5vu+6YsrLPz
IyMWLj0YSJ5aftSU5FXdxvciaOcskpiG9Nu5Y59qUpUqw57k7WFOs6ZPAau/eS3toqZKcNP01GiC
l/bIy1h+XlvrNcQhXMyUHekwbHFx5M0GTdwMU4Ts07xsxcdf7/xKkuXiptqZQd/cEpIvdi7bk6jH
DrXSIgr+VOVgblRbrvDiChc8BaDsqs2hSB61VVxkLOr1e01aCEsenc4k2I/TjRmwkyHxDinUHaBF
uQV4oo9A7X/FfVme/X7u/zk7l2Y5ba4L/6GPKgSSQFO6+1wM2MexHceZUH7tGAQCBOL+67/VGfko
bneVJh4kVTpqocvW1rPXug7DT3dKWCVU4SyKPdf1sA0nM0ImNyEdiaEyXMSdmwRYZANXegt5ZHxx
5N3ebRCMWPmpdY6Mbdaq08WkjcGUaPf1B2TZ5Ik21Z2D5kbC1katukWIPdrIkUcCpD2tA/Wlmsvg
svstezOPfc3cVqONXPkYj1IG0YFEFtu/RJKNJwKZ/3tPA9d78C+SBzZzpY9lkHEtj1yEYrmgxqT+
Rw4x/+aB4nvm0Vrhs/vDeOmXg5w5g8o0jYgHy66jDt0CGZvNKoOxMtA59PODfo+wWyajLx2v/zad
VZJt6vGQ4udQDmOnFlbtoWzGOx3/13P3F4Nn41mrRyKN2usj341fQm8MAhgb9OGzqdr7c1HH8pFp
1O6tW9udCnqQRIm6OzWkh4+WFE3CTdHjFT4wVRKPXniB0iyeO6sFVkm02vfHWvthey66sXW7K9rE
F9hP0ZgdK8IjcKwt6qce/7hNVBvgEvsxVVL0R77Q/e9BSQWykbklLGziqqM8XkvSHTksmL4uL0dT
f/v9Pncjp2CLdk2oTBjjw2CL6NoBuv4cuctkhjmi44AHr/dR5R8K5b/VkVMo1KXxqvWJjvM9i+Nb
vbeSW3OxdFoX+sg5nYIENmfdZQ/6e8/at1q34oBmGoJ+GNA67MSLhFeDnyyscTqugba8Hhi/bbQY
aHvkMdysH2OPfxnm+J6u9a97Dt7hdePr0vaBUc2Wb6GZL0aAsDj83e0yCr+f161rqflVOwOtd2WV
gBFZHiIar04zBg4xr1v3vbEt/E1tV0gPlcW7Sqq4dAscYWPxunEVgLY3R7zma4PH2E5B5hQ+N449
v36Nn2IGD0UGe6X4ng9TyT7Whuwv3BjPaXuBZvbr1nsW0zbw4j3vql5d1I56VEEnt5o56Pm+bt2r
Fe07Miz5SMn/AjLW514SNy1SCMC+brxsarCRw4aijHapT2ZVxSO4rvLOKfRr+gTCg1br9AiDrpq2
nPAmetgKFaqzkH6UqYbVX1kUjG+2qASyIKbJ8RfZHFYRh6uGWtycbxXOj2FErbe/O2VjIDD0+vcg
USIHaso5BxQxPxchIQ8MhcJ3AtsbW4PNXYV0VbyAymgejAQ2kzKKHgneqB1btxbvqskOToSbvOno
k5o+gL13Aq8gDPB6VEwogunoqclNU3z35Q8JWxG3lWVTV7TdoqXAzSzv2PEAB7sxmVb/h8v5ipLO
1932lgOlLMFkgEqnUbPpBPCVvNPv63773+iL2+6PezfWDCV6Jhd6HB+Y3qcLyJLwKYS595tuKYKv
Ubncq1q/NW+sNawWgktxhR8SHjFJWCuW95sx9d9uw2StYSUmvR1TOKLgZz6ewbcvCbzN3KgoELGv
P8LO+xJFXu2YwyX8n7Xwc4Z6aaeO28BV2DXE9BEdcpTi/Mm87W8pPLf4g9vyV1OziIV0mPKdMX1e
B1yfr9uO21K1bSB75oWF5y1jLnoUwjHfT8Qm3eQquA1cdXU1jxuqqnLsZXUaHUBJlKedTM05t5Gq
0DTeVk4r1Ojqo4Yi94xCiG167/ZFrRULKq8/BHzTc91MD57fqgTmP26eGsjnvZ6JEfII3Cx8yLc6
8p5MLdrHXRnHNWpDVKFHyoIHcsi7LvgASPvUbtvX34/KjcwMDINf93xDDRU+5TDkYWD4U7FFT8O6
4OjoT0XYv3iEXUYRfeHlWr1RU1mntAP8tG/tvTeKG6e8DVbt1YaUz7oNeUzUrlHSouijGeLgW1dV
WwbvvJIkqwrXr3KoarepYANXMKeG018sdN4RY7K+H/Wl6+j48fdDemNHtRW0ZoxbE+P2kvuguM+L
N33Wyu1ax23iyl/nmhg16dx0f27IniS96dY7x86tflsncdSzYBAd7XNYsJ5HMqHc5V5S6VbT1//+
UwS9b9sOPYsGQ7LGHx4I/nEbamtNjzqK91qtaBcFEXCYbxLqUbdKWG6TVjo0nmB80zm2ueEhghTq
JSS0OLl13Tp3G9YX/wbn+RwVJNFlm4woYHVs3FrUDfT4ZuWRPl9PTedHidk7x8PL5qzAKkyIT8I+
Hyu/y/gwLlnQuxXxchuyaoPBVLFkbW4keT6W6VO7uenxcRuxgpx2WxfR0eU1j/9GmU6ZDKv8w+lb
2oRVw9sCNMje5zQOPi7eltUMMbhb29aq7EG1+hJvfrlHea2SVtdlBiEB6bYV2sJZYpuprwKu8nib
h5NU9X7a/N3xWLTxqiru96ILRJdTUXz1ZHEk82Tc1r6tnBXUQSWrOFSYK4ZcjtAz54bIF7dRt1Zn
X0wURWHXUR/9J1xR/hyr8PH3TV8/3C+iexuukiGVNWG7ygF487/62GNnduARwsAz9065943t1ias
oO+zh0XRYyen3keYWUDNVnhu9zUbsfKiMKg3fqicbkt89qKxBCLauUkKcpuy8ls+k5KUXR53y36K
2uHNAevcO0vpxsjbnBWbKr51Xq9z6ESY9xMN1nNUxEOqCpQHOH1cG7a6OleiUFT2eXBgOR1mqk98
6KuL3PzDCVnkNnSly+VY46nGmuJ9Dgftp/ngdzIut+aNdZxWvX/ghty0+Ra0Mod3a3Gpt3C7Mza3
Wg9eBwF1M2262IzOWygdN7oQicfWP93G3VqvsQyhIeT1bV757fFcrizOtN6KM0zA77243LiV206O
KxRG/IUVbU487X/w1lXJJGxWk8o6Bm/s1fyyVwG/s0vcGCwbxfLHMgDmFfe5iYy6TGN2DIGb8jq3
OSxPwU4YWXsc4X0fJW29vCGkcLyr2BzWJP1lEGvY5lNfQanBW5qkHDy3W7mNYsUw8SEdJFtyRn7s
McC9RXLHPKyNYjXjok2wSp03e4FMkQiaZzMv7E7Pr4myX+z6Noo1BVFopDeofAKpEr+hAavqEwDE
FVYIESv/UUy7aVlwG80awZMtu+4U9GT9x2haPujFzQcNte+vl/Bq4qAJ+7XLm7b5isTUX9qDVI/T
ErbRrH4Fa6x7nOeVqNRwUrzePzamRKVhDYFJt8DYFtVqZ9UUhCDc2cy6nGJ1wC6uuKdgdGPN2owW
DnVUlOyByklIxYnwub3oeOR3xufG/mNDWlR6TLSTwdEohiFd16KDW20Peyi8mtfLiQSRftxbRe4g
GzcOS1tpi5neX49h6fAySXqYE6wBaDYUHhIl//n9B781XNel8tOlkJaMKFS54bTxmiQO4DERsNJN
t4Hb7FZvCgMTXzS+9pRmLZkfB17f03O5NTbXX/RTz7vViG3yNZYBVFcuohq+t3SSb5ogUHc+9q2x
sU7iVkSwkjGkzVWwnkwBlwC6tR/dxt1axJNYd+m1RuULL/+pPP3JeINbbGLzW6bWZhwgg5rv3f6O
y/+Zw61ogP9LKvw05BAq4mW56TYfD/an8Pr3YXPPVOXGwrLZrRn+P0e5r20+sHX6gwPh/DygrLRM
moaNSS+HDr6hsRunzG2ca2mXYsRzJeYOk+SRb4M8i4JWbvubTXMtcXdwJNyxv9XmHxmYJwKVaLf4
zWa4Fr7V+ti1Qsa66s5bFb7jzdRdnCYluS61n77v1ilUzcE3LldREJ8F19GlgRrFndP3xnKycaxZ
wu0kELPK2Va/DXFnScQ4fXXrubVU54qSCoSMyvuNP/eGV0kpSsf7kE1jye7wo77QTb7SON389U07
zW43f5u/mve5RjxF6rwbKuilDf2WEDO53SRs+soLBJ2baK1z+AW1J6BE3qkkh9sV1OaqkI7bpvkg
Mh+74s8G98RDTXeavrEX2FiVNxVSG5Qn5jAo95GNlrp4pnqc3qx+T15KzyNw41bNF6epY2NWAgo1
XbHPMu/jWTzBN7I8IZ9Z3FmvN04pm4mqTKk4aw6Zz1PR/73u0/hQBmR/M8F30m2/t9EoVtR7KbdJ
5p0sUJ5j6uOkBkLdDkEbjpoKFUPZtkTrbH9e+q26bAM3bhcsG5Dazbpp0/IS9SLLO83mp8Icbk5C
3NajInybCqrCMq+BU55UycPEg4ey2x7vW3fdBpWz3RLtZb6K+a+mgoVoVH1wm5BW3jia1RwFwArB
drNPhRnftmH3l0vTzOaiClrqKZYKTa/x06z6z4Hyvrk1bYEVMJUuFlMOZS5nA30eeuDeyd2gKPYf
KCrcBl30npdFypzX1jwvRH9267cVAAfe6iOHhqYLEnwKDq6T2oPfmlvj1oE64KxeeC3L3EPK7rKB
dobkgnTDipgtRYX35bmXgfAy5ncvkm55McdOkQCzeaiyQ0VEuQVeFksdvZv2PnpXzoXTocdsHCqY
17KddFXmcx8u7+KKrpdBxNQp78psHmr3opXsPSvBQ5Fr9bmECK1P7sQZvz6amI1DVRLrpw3RdTlL
r0qER4d3DDrOHeT+g+lxxov2mQjv3nX81++yzCahQNMuMZlXL2sGT7LT5vXy3Jd8+hGriT8g2dY9
7HrwTgdlldOWDNXH1zEg8eCJJyPpZfsx9z+82JvOuAUVTtWHzAakyLaQcjMzfhDRX01VvkRQrnNa
a5bd4P9VRc9a6BLjLOE/IK/fn2XAgjuH4K3vYK1jGhqEIp1X5h28mvKWa/1wkKl5oxReg1Qo5qRF
Wf8bvNW6JZiBH77+DLyYRTdNxsu6DbM4ruEH2mi3ol5mc1MVFQtmLxKCZNMXSHS+6LG8E7v9Oshn
NjZViCmswSGKbF72T+1avz3q3SnOQQnK6yGpllV6HeohclrsUaLX/fNUMMfJY525/rpDWq7DmUv9
/U0Y8R+tGN1wRmYDUkGwGckhc5XNnXlWe9EmASG+2wljI1IzhdAyK9cia5r2WRn6ZUdtrNOCsgkp
U0XhtJShl4GZ/E70qh8DMrkphTAbkIL1YDuMxyayyW9/VAQI+IgkoFNwxmxAiirM7aAYcQRoyDLE
avk78me3t2D2Hz5K6EGOayeyvd6/wGjm/aLXv9xGPHw9w+k0yWLzWZHJA9qvR7h83UdW3tl6/32T
/W/2G2ju69bVwCgvcZBkENvp8p1E08MyxfPbsp79+Y3EJeJxQMl8Avfe4jEqmfeCLa573uF7Cd+8
cV7/ImIqXwICE6MEgkb0NG2TiBO9NNN3ihqbj1EfNt9qftAyCaqGv5/rLiqTruXI45QinH9I8IF/
hT4F2+QNjQLpuAYXVcbqNMX+/LWK9fGAVxEUHK9t+66qiDcnWz2tcH1FIJxoT0xzUmHK5D2nB0yz
g+DEy7iDnpLy14RWFR7n1zFKAV7UX7bYq6C5Gi/sIViPJitbTz16EBt95uuq0aVVuEFzkA18Pbaa
VvCFCEP4TTdGJkdt8JTv5nrHbDhsZwalF6MoMgYTl37lfTIH2ER+P+V+/STCbPJLR13VzNeOa9TT
/xhx2XuG5+k/MmrLt2XQT0+//zM3jgUb9jKbHtlAeZGRwX8sYvVhRUh/5yfcavsaq/2UtZJcQf5m
GeOs8PEY5an9wujgZhrDbNZLtTE/gEwUGZ/DTBbsE4QQ3QJV2yuxWJCfUcLEmSJxkYTeB4+Qe3V9
v047MNspMe6j3sfiEVnRoLx+CvfysTUzOXXmcHNPZrZjIm8XM7cDLNYnbrqE0z2vYa7r+E2tvWo9
AOc2Ho8zJGWeyVGTU7+Q2u14sAW2ggUcdNQccTaxZT9fra9OQ9MPblcn2zKx7OXkVRCDzwZTfJc9
+QYXzD9+v4pu3D5s7IsdEwSq/KnIqoW2Z1kGyyUKYd5dx7DuEZ13PB9Q5r/zx24sKxsDU0jLbFBL
L7JN1wGScN0LayOnVDCzOTAUl9Oxkth19kmY0yC2S7lGbsggs0GwhVETd8yg44WvHrSv35amcFPb
Y7aDIkpTArg84+suXUwhcxDXF8bb+Pz7D3xrzK///aetjLUbh2oAoiJjeHHyyFAn4gi026KyQTCj
I9g+RkxkVOOtEgYjS3LQ+pNb160VW9ZEXr21Rca7GR4v/ndJC7eNklmH61xtY7O3GBWoGT/Fw1Mf
DW63FRsD0yXc47yDiAxGTznqdyEWwsb3TgNi81+RN3YzXa+95qje9ovmFMWeWwkAswGwuCFHN9SH
yHqY2lTa2xIKTwO3eWLzX5h2ZVh0VGRbL9527TyeK7+WblPc5r/kHhpoCpRRtsnusavD5VTHlePS
t8kvE9eVamTJM7nJNGyL53hzDPtt4murJO85q3gWruWYdGR9DEbxt9tUseJ+TSoC5feaZ435c6Ld
u6Zf3DZxW2GrhY62H9WSZ0pitYuAP/u0c8Izma2v1WJnIvGuYY44eZm3/B02xwe38bBu41tB2s4n
17H2uJ8Rr/aethHpNqfWbapLtfAuG/eWZ8jlMagOrNupicmdQPffB+tf3LJsrmtu1Qb/DqBvUEXG
ct+72T9tNS+f4RGD8J2J78KLqmSPN5b6rOVfsZbbp91g76mKIZRJ2fjrhYcTwzOjh+KCEgfau00H
FcEbtSpOez0Qt43VxsSKwOCyFIQR5nSTom4xTIIocnONZzYmtupOsIrsPEPq4Bv32y8zZrbbF7TS
cR1svzkJBMv2zl/P0h/Xh5Ad95J9Nw5hmxJrqro3pCxZNiz0A2t0nYD6ccup2FjYJgiMbwDKZLIV
J8Rq38Tm5hnPbCzMm2FHzTzKMoGLKCRdFmQ+mtjxwLHBMCFKRDkG6hOQpvtniaG9RkM331xm82CH
aiASvoDyk1R7EJ8ZetS93yUmbhRXMZsIU0E49mrBbLlSSMlyNXWIOCyAEoKz4tSVcfhSFsH40S9g
PnoqJjHKBAZU4rHbp/VEpmF3m7Y2PBbCNYCvQrFsI8n1DDFO7/zMpsR4OfesVmjX53yFbFDvJ119
J2t0YzH8R9vLDIvviSK4utC99Q6dobLKSaSB2XSYlEgvjPtMM1OFWav7jBSlY9NWHB3LfeadjsPM
XwDoeTB8Dqf6HgN4a0is0xqDLP25C4NMy/kccvVIjsXtZhpYQfSkmTYgOoMMD6kXyaq02tidpm9k
BP5DhVGJBwWBkea97mCTuv8IDRvORxMot4uvTYcNgezURL0gQyD9fBDzxnmHsOmwvl5rHyJZQTa1
GBPuv9dKuE0VGwUjCATEtuwkC+NiTiJPpuQo3fK5NgjmM6m1JmTHljzUZ1HNUQLdkM7tpc5GwbxQ
ByhHqvxMb8H3fRzwLiLvdPzGZLFBsGCO6B7Nx5HJSuypbq+TfFrqZBHUMQqzaTCmtqOadXBkPR/a
RBTFF12Le/foG1lNW5trHMdOlvFw4PVMLx87Wtbv1TpUX9gmyyc61KPjrcBGww4kH6lg+4bHAPEB
9ZUAXCe3nddGw4qgBQ+5sjWLF7U/eWXfn6I5cqsDgRHZ60yDL/CIQXq0LsLoPMVmeFDSp24z02bD
pmg/mnIxGJW5XRNvEu8GpPPuhO835qZNhx1qbsYDl8hMYrM5taRTT0bG5eNSNcGdvfLGDm8jYajd
n0XcofK57MGyQDXsNPbBvdv1rf5bwInneyrQu79m0R7BdZvoNoOqiny3FFS7BQQ2EVZUzQATDrNm
YTUMT8aDjHWNTPbZKfq2iTCIy/SQyMbohMAREhUEX8JodouPbSBsUH0Nqy+1odKmhqiBiJIRtk13
Zs6tz2qdrnUwDyP8gbbMZ/3yEMJq59FvUbfsNixWlqr1BYl1Ey8Zj7vzKMd3a2fubMe3Om4t1mUI
RaHbeck6b3+JVRWfgnI2TpOd2kwY0nVmotofMzV557n7Bl8Yp0d1agtlBZTxRR2byaggcPvs+su6
NG4PyNRGwpaBTluwe2NGvb480TJ+79WVm48utWWyhoi2ce33JqvEp8ZvZ1zVGtfxvu4LP+V4PbH4
qLpA2zPtv8jS/IHqVqeVSW0gTDW6GVRVG3Adnkwg5zmEk3JaPNQmwqo2RPqLlQa3YtARVeCfPD7E
TgcGtYmwfevaclyuHa+W46T74g2fwuDisjAx114P+Nb00AWBq08GN7O88aOvu6g/uDVtLcxjgFzq
hhrBrIC8S1KH04sUbuc/tdmveZhxjMbtmM2t/0+x8I++Wp2QZ2ozXsgcj806oenCqLfF/uhPxumK
S22+a2ZFpQU8qLOKzOVZaUlO8Gy491j9632Q2oiXgmPzoOGPmxm8guVhR/jDNYXvthHaIlhI0vWK
lZ7OdrF9DDqSV7r56DRPbJqL+vBxVn2pM77z40G1/nfviNyKWahNcx2HHpoapYvZVG7/CwCmzNPd
YOvWiFtHZlQI0R277LMtWnM+6tO+bk5Jb2rjXDWrGmj6b102w+IwFVwszz5p3TQ9qe0yqMF7zBTM
UobQVp5QMnmmGxwBnT6nTXSFSkoSIFGfdVBGvmjaz5coHsiLW+vx6/2qWBVUybdgyPZdPDOWhQu/
E6L8+v2Y2kRXt9CgxhtGl4mi8abLsPQge4w/998iuBW/J0sVP0WrOrTbirIhr6gRsPQkE8aJcv9S
RLM4NWb86jZM1jkasBYiwTxSWTR634YuapN4KFq3M8OGvAoUu5LDE21Wjv0nAtdpKYhTMEdtU0Fe
+scgp77NvGgOn2bDzqo4hFPkT23Gi+1SBMU0tZlhYJInD5XNsY8sp9uQWycp9sdY93PdZqz19blf
RpSMQvrfsXXrMF02XbUQ7O6yo4y+tv2eFTPUAn/f839l9//7LENtzgn8USxQOdtlGJ35iRe66pKh
G/fzTNv2LZS95AMbyPEyrtGcT7XZLy3pyTPrvBp7XzTBD0yq9nzdDEWyUlWYE6QYh7So54Vc2Ajq
KxjaHaMNqeuToggH+rpccjjOuuH+ECV+vS/4MwybBonVG+7R94WSx2HenXIN1FbLqoKo3gnc2zIz
FEmv4eLJZur2dEBthKqlxzaQGnkkFRRw4BreFY2j6Ty1GSoZxkuIvWxPl759UvDB/VGtffX995Pm
xuFnQ1TiaNZlJvWRenL53hpxXgPhxmJQm56aaTEgS90caeWHkJ0iBppWqE5ys5yktmyW32+ApPf2
SKFQP5w2VEY+moi6SbdRG6Dia+HFopj2NJq3IC1oWydQ3ZidoAycDNY8b6c41i1j6TZ3xzMJa3lS
8tjdzm6boapFgYflsolSjy0fIyRekkoUntsWZjNTEcyJdMVKDjmSkCUror2kLpmbNhxcE18PzNTi
pXPg856C+R4eVlM1D2vh5q2Kq/nrxkcGITQTkTBdWfSl7OQDNdqtaJna0FTtz9huWROmPaRUd/Gp
K3q3885WzkKqPua8i4M0FFifUTWGJ6R+3S4zNi+1hAZBAEz9Uq+e02KG/a8fOYL71FbOqjtedLhS
BymqW/ezERE916FbGo3axFQcR6KvBhOkx0DG09YjC1BAuPbOYXpjX7SpqbhDrTVZii3taaX+aoN4
NU/V4Ve+WzbAJqe2JYCnAbyn0oaUMoF+4xsV30Mob/TdBqfKFeYZh/Kwa/VSJ6s2T4O/fHI6L2xu
Siw7DSFSHKRDWNGHzgORvgjcgN1atxZovIYNhNymLa2nPTg1wfRceMYNiaU2ONXJgx9zGQUpP6k9
1AkvRzc8m9rgVDuHETsKEaTlRp8g3gTvxvbeW8Ctrxm+3rTEPkRxM3Ceqll8XKfiAfVl91TEbrVt
XX2XVkdN2a1RSqrwBeWtH9geuZ1wNjmlw06NdSe2dPRKVZ7GOrjqzbMdkvxuc8U6QjnZCRkjihUE
jUi8Kn+uZ/XZqWmbnuq3Jt5iWfAUeONbVGisSd3Xf7q1bUW4Hoo1odqjwjSqUHgay6T1G8dpaLNO
VdR7uKgf2G+5HhOyQqb0qnLr1nFrbcKdUfG901vqr8uW9JWJziOiR7evaYti+aoruSxwyCEdA0uI
qedws+TS7apr405Q4gSyBve5lAW4BJV4NnqR2zY/uY2MtUJrHYRh1yNK7L3RJJGOHyDO/Idb29YK
LRXU0j0zB+m8LSmZ1qf9OBw/qHXTHQ7Gd7EvQQpB0e3BozOeMOPVd0xk2sSTmDZAsARjrncAHn0R
1h/jKPTcxtwGnoZDQMSbd1uqpih8iBFOX5p2U26bl00xESNbaCINezpVhCZ4Z1+Tzkctl9M3tVkm
SCrWMIOVW9rytQbqEYxPHR4H3HJGNs000WhSa9WHqe9Xb+d1ebMvkWvPrXyUGP0+2Lm3pmzxxRtR
7csTJxt1S9kH11Pqp1ejdoEvDPzm1rQ+YAE2NZX6FNGRnd1G3VqlRFCNR7A6xBkdn3nhX2A55lTq
QW2kyayRpNK0e1prPiQe8jonWM642apTm2rCjYgPZkfHxTgEzyLe20sBpQjHhWQdo+HARF1SDLrP
GvlM5DymRXvc01G8ToxfpKRsqCla1ipUuB1iEyinB+JH4XclePsh3Ofxzg+4nj+/+hPx61njT6Py
IClO0jHq4ndlLMez4iO/bG3s4QwJ3YBcaoNOYoBZ+bBGJI366guNhpeiCN2CaptyUt7imaGjBChc
478L47BLyolzt8SXDTotAcWVUV5bX6P3vvDaZB79/zktKptwGiXTELhatxSOqM2nVlXruzUKoTP+
++av3/BX39Zas9E++xH47TVtPb1/0ASmNgnMTPVFNYF3PsJ2fJFjifqHtqpatwDNxp32Kez3ZqTY
49jyB7D8r5GQbseKjTsNvFqZ7rDxd2t8mnvzv1IfjluzDTvVMOoeYGS0IEugqtOiF6TzYzerD2rD
TixSPpT1hyUNGj4/wwNruSDCHNxiP5t2IpTqGbIuSzqN0IG4vg3B+M5xbdmcU6giZAWAwKSK9WES
E/xTbm5TxRa+YkGhN28g6DhZvfN2hUvGqHWTX6I24VT7EQAtv5zTtoQ0zeotyeyv2/vfr6wbNz8b
cBo3OGEouCWnuMbXTzLyimTeh/jOI9yNPdlGnDajUHei1ZoukDn7OAUQgEtUjadVMlWQl5tqR/Uh
aitgeZO3FyhOXFN5BF8mNiXFglSz2xhZAbIBwNZ0HV/SRRqWQKikAdo6/OXWuHXu6p4pgLjrgl25
7OBJK/Jt3pySeqGNOy1YS22zDnMqok1dYDjSIyMZfXfpeGgTT+3c421/mdd0LKl5NHqLIWsB9xa3
1qPXpzk8AlYehcOaDmXJT/6xtIkfs9Gx9et8/SnC7Av4pONtbEkPOcxJYyDH3or+nqr5r4Od0PYG
nM0segXR+hT5WvrgY0fOStrHTzsvGqcTJLTpJ+DK1bqUpUlXL3wLPv/HSribtWFo008dKWs+NJju
ga6nC5v9PUHhsdvLJ5wMXg/91IqpmIpiSj26928D3S1PzcSiO0Hgr7ez0OafhKh8HFLHmu6j7pMt
EB9qyT78fkpep95/g5DwP3pYG+6uUPKc014R9rh7yJNLz3vwQb1/Hqpxf5nIgKfR3/+xGz/EJqKu
0QEvpnpJV+o/1+3fS+lWmRPaQFRMm4AzP1jTft370z4dQXKEc+/Yb2vdQrQybMmKDxD6arn4+yTP
FPVyTqmK0IaiSLME3iCwy/vBXqfdXEEMH8ZBjn2/ruefdoV1DklklgatQzL9QR5mPA2xcbqOhzYW
JRrRbJ4vl3SIySeITL6NDt9t0ttQFNbT3DU1xrwP2u5Sd8VL53v7g9tEtNYr7SSUrfxwSiWK6E+l
P3anobvT9o2N0saiWjY3oDbEnMLacDu1elSP22Sas1xrt5xcaLNRjNJKlpOc0hr/78Eg0f0oFXNc
pTYc1ZWdvw1HPKUxuJbM847PZOn6O0jxjdGx5a6OJcSVNvK3FBnRpnmCzJ963/hD/WzKgN/7Izf2
GRuTiua+gwkvmdKgnp46Qj/vUeUUWkJI7PVymveWqqvBR9qTMUym0RuTxt/vNP7rGyGeVV43LiHe
7MMOGvujZKivHxdxWbcZrq2gmT+QKehOgS7901Cg/tBpIdiYFCqyAqhRL0s66jE4zdxXF7883KQC
QpuUCla2E0iFjGktTbax+CWsuzvptFvzyFrBkiod+BPSxrwL6LO3DkDf50CfBwgJ3QlHbv0JK0L2
Y1SsqQhvAvH/c3Zmy5Gj3BZ+IiIQSAjdSjk502O5JtcNUSMCCTSPT3+W++pvnXY5Ii/bXZYzAcFm
77W/lbP5d0UTu58GvHVp65P3YrY3jt8tGkoCh1WxHpfmpLHDz8HmdD90vNpZswQ3WnT8FC20vCoq
51sJVUKBSZVtPV4cl190PZm01WiVvWolbcVNOYSmhM5Rh9pp9Bvt6Gf09fy57tGb47eyITJt/esp
A8lNlXI/lj+arg6uM1vhW31TIUwe1Ek8XVjJygetchhzjtVVDTF8K3DytjbRoLruIud0Wr351ZaK
/rxuYF73v/8522N4fIxuSFpkkKovjpmntpLrlfO5yU5x0PwhDFiqy2CWLu10dNMU7J2k3Rv73Fbc
lPev/aBNVF20CvqM5xdGvUnHugjSIpoeTKzWQ1ReVwfmW7GT8gLZX/DdLhCymYwHeZQKWZrr4pSt
2CmhiQPmeRkuA9fVNyRI6GkMAK2+aoa3Yie+JGMVeMxCB6PuB7UU6hiMc777+9NfD63/CP63aqeZ
hsNIkmC49OHCq7SaJM9iONNolFdx2LiYketW01b5FEadBBCQdpfxlQVYwfwpZWrx7+TY3tipt9In
IRwZi2ptL1Qs6tl4UP7L2geHXoLS8c7fSN4Yq83ZTCrih1Xq6ZLMZZAtMXqWFubJ3cQGuyuSXB8q
JIdTOQUMBEbcYq8cuc07Dm922heiC87RrOr9ClvrPZmvU43wrUCqHUfWzOsYnInOearWCJLjK5s9
+FYgNZUhqn8RHl7mpU9B4Ksied2JsJVHiZaLmgd4dCLASpC9d2kPddff34o3osetOsov6zhWMRsv
yTrhtOdgKV+aIp7fqae9sVi34qjFGKHjEMrjcswHlTZdld9qH/OLmyV/J5B84ytsRVIFYTWdHfLl
szB/UM7JTA9oxt+H55+E/n/sGluVVO5a2G7rrr1AO5InGHgIjZfXWkIOQ9A9Gvnqk9JFezMt1mW9
rt2Bjk7teeXc779/hLe+3iYIj4vSDRNm6RI5gEyl/C5U8/26R29e84LNc++XbryQYIZH1AcbXwdW
5lsZlW1W+BqGPaIYVzyCxcHH68SCPNwc1VMExaRPUMCIIvKEXOj3UF9ncsf/H37K5wptTy3eBWr+
iBjtwp0sflw31Jv42o8KtsvL2rwaoH/v5idG+itf4a3LYFlOfuhlHpxd4hDQzXvukncusG+sva18
SgV8Lv2isfU4KA/iesrCyX+5akS26Kki6dY8VHi2HgxUSJ1Hj4K4TvbBt/opMuCGV666uCxr9cvb
xu4FRU3nuk++eSPR8GF5UJniMnj/wl10MZxepxHkW/UUHyipVZzQcz4sz0lIPsVD8U4g+kYAtJVO
mUpM3veEnjVvhhNZEZaEdS3v3UCjHShM68frhmfzhqJG56s1VvQMamaqCnUPuvWn6x7N/n0H6JDn
t/D1Cs4q8b9tZ3YDrGXf2erfWuubN9SSeYnEJOkZPTC/aRx/XVr1HkXhrWdvSkRE1UJ7jSHRvr5v
HIt28MQV+6sGZSugwruPdcjwwRtXPxrZwPsz6a7DB/GtfqqFJ7BtVETPydQ+aD6chuU6CjXfiqeA
h0ucLPBoOZtM8ui7FvS9Dqo3BnwrnaracKzDLsTH5qhDJ9VPgjvYdQtlS4IqeC21kZyehSw++rL+
LCv/Trj01sd+/fn/3HHNxECAavGx+RrcjCY5tl103eXqn1az/3l0Cz+t2DSvI5J/r9rlLL14J3X0
1ofevJTUeTaWAcaDVcVe9tnszOG6lb15JbmypEFY/bqTFJ9psaZLfV0PGd/in9gCYmhrMByt1Q++
LFLDy+suyVullF6GPIIBmLt0dKxT6eZ1t+bdeyYrb4z2lgC1hrGYhsIyWEfqjzlZwHxblytvrltl
VJ6zidPWsHMyqBc7Ji+ymK877rfKqEE208zH17emUfd+Mpnw9LqlvZVFuSpPunHCMlEDLou9NiCG
qXh31Rrc6qLKRBeLRtPxpTW1OYHez3eD5e9dtN+azc1ZWaLLgBIX4IVPhpexbPdzPVwHTeJb+ZOU
q7FVsRZQG3KZchf+qKf5usBwq3+yhglFtAsgSSVpPw7HdXJXPnpzVno7KyNHYi8MfkihTefu5aqZ
3EqfYla5RM14MPposMFWmRvkdXHJVvcUgY0JV/hhPY/RyFMr2hmdkqCPXPfBNynhmbBCRUFiL+Ng
7wJb/mxEc51ii2+FT324FrFR1l/wAkGtRSGl5SnwYP11s7mVPsHnYpwK2pWXscjXk9Dc7cR4bb5o
q32addElUVdUF2vrby2vf7bxdB3Un2+VTyVRrnSzX8+wIhHpwkaaMhNeF7NtxU5rU43Mxm49O17v
Qqc+cZ6/l7N4Y0/Zmv010tEW0m5/Ibx4USva3jsXXXlHppu3k3ZSVlU1sPPQz3OZRa2Ngdu343WG
2GwreFKjwWYVtOVFkegbAW/DUntdhM+2eqe5JLQNdOxRSVZgPtbdfOAmea9VN/rPnCnbIp6mjnYA
mSXVZanr6vtUhPRDWw3mWY8JP16zEbAt6EmCERrKlfvLOi3fSuvumKFXCc1AI/535NmyhqoALcyX
pHLmLqxjelNEzfDOcv9HP///02iwCvn34+M+svM8lf4CsrfbxbNrDrwKl4MulyBjUThmuqmoSgPT
959WIdfjhDX8fSJT/xU1B/2V4XxXO5ixq2Mx5uL73CJ/IoI290cwKvsMDjqB2jMatTttOnFYu8hf
FQGwrZqK5wOYgBj3MypbOxj2FWk7F+yqywTbiqkWbpYonMBOlcOaWlcfi/69Fsx/WMr/Neib8Nmu
IQwrgqq6GIItODMQP+1AZhzik4VMps56uMNEGbUN6G9w/TpBX0vqjBA1Z2Oiw31XhEg5Rr0lO1bK
wKZo6eg+8jKgF6VHc8z1SHcFsCbHGF3qX4dGxvdogEeTukmSdqeCBRMTvEY1nofB52lQ+QFg3fau
ZSgvO9PNN6AVVhfVNO8VR/5772NbhVcMJ5PB112F4CGkT83Yzynrk/iq8ibbSrpUZwrbdJgs4X61
U3Khw3X2NGwr6TL9OPaJxpNhHnMvpq/FlapptmVcJfAtwf0A3UlK6B36TV8kia5TqrOtmKsqYCap
IlJcmrl9TnIFXy31zo7xxkRu8VZFTFiJJsL8UtupSHvZ2iPce65rxGdbKZdjc+zrsi4vK2n43RxX
MwAqV7qusK2aCzKlKFF5Yi7CxveCUkhNyqtiWPb/DAvpzF0JGNcFIswfirSf1iC8cnFvdot6hP0r
McZcMPSPMUFGM3bzdZa4SEb9e/931lQhfIzMReNOki4Otbda26sSEGyr4YLsPYiJm8g5tORb0SPj
gz6ZKzforYZL944seu3JmS/mC9PVJSyvU7bBrODfg2LKPCx0hat833b2bvbmpnFcPF4VK2y1Wx1Z
SpHLMYe+uLun3o2p7err6rRsq90a1ByFcVjri2f5vBtqD4a7Xq+67rCtTIt7HWr4l6GUGhi1Rw/k
kjnnr8oVsK1Ky3M40hFkYy+uJPO+Ykqm6AZ7vm7MN5mwta/lOuMtOiNr1d9Ecl13rmXX1a/Z1rVv
qeRUDnkgz/0aNncOVZ8Tdcl18jW2FWe5fAFpGjZj5zacx6yyEU+HfCRXZfLYVo3lqzYoJgAiz12Q
FFkXrLu5ya/T9bGtGmvRcRfEYpFnUlUytWH8Lar7PrtqTrewqa4FKwguwPJsCM/vFeHfiOib61bj
Vowl+6BsJAWpQeT2WVV82pfR+l6r1xsXkq0YS+ZlC/S0Emc0VYaHOOT5GfKsZlfVfLxyWjdhfVMH
pJhzKs79PAS7oGHLx2Ruk89/H/p/2oX/I4DdYqf4ujac5mV8buOOxd/QyRk/T2VC03w1wbmH9Ukm
OKBxY6OKx9C3sGfqguV5ycPxqYfR7K8ehhDlIYxA91RlyQ+R7aYPMVP0IUSweoDpF/0UuKQ4jmJN
sgGE6Bv0H8Aee4U37d+/xBuBzFb+BYA2hDNKROdwUl8bUj0HiE6ve/TmxA4I5vQ12DiTMljOq2zm
TIvkvVD6reWzObK9TECSa+boDGKJQ19mI9aMiTb4EJjRX3dybxVfPYtgfTUPEbIJenmRg1z2cZm/
lzd7PUf/Y/lsFV8Vhfmgh/HT2aAi/qFo9HxjsbvprBmSjme0bkEaEiG7DiDJtrqvKB+DcGyK6Bxx
V9+DS8fvukoADPL36RZvfJ3Xn/9PBQfFz2Gs1iY6T4lMdmhhWY45J8UOFBlz8AhTfv797/wjHPiv
cXtdEf/zh2iwFr2dUB9i5RCMz1UobZvVrQ92smxdVoFCni48qp61i2i4g2MkQz9dUA1YIF0Lt4Lk
tfLO2ii8EYUNv5ho1h+LYkmeoCvrqjRsRo730VHIQtYJ5T840L8GtU+SlvmD7Yk+gu41fSzBsLkZ
fJt3KdVeXJA2+LTaUO+rvCqODg01bZlKPgbHZPHLseHEfyp5RW6rUvRTGsXcplVpui+awZLzncF5
YxI2O56Hx3BpGrWe/eBBUgz8vI8NfydZ+tYM838PPG/HFrmLQpwtNo0jQAT2ELmw2ruirT90ZrHv
VKj+cZb4rxneBCr50tnGJzWOBvCJ6U3tpgaGHxBjpBNsk/YQUPkvQBU0P9EcEe0Llv8OWBGmgVvK
1KAQcuzyRb4jS3hjg/x/8rZON8DfxsEZ8xn/qWOpDi2IyT/+Pl//rb5lW33bMCygcg1BeI7KJPkc
034+cyvcbWjjat9pXR2mWi7nOJTTdUm6reStpeMixqIJzxYpwHOI4drB109dF9ZvxW5B3iz52rvw
3CRhezbeB2lrguT576P1xlxs1W5LJThdIs7Pfp29T9sKp6KeJPv098dz+VYicGuoiKRrXRqkLc8V
FbkOs9yCUdpmFeUkZGkC2Ab9sE6j6H4Z5FITn9rVzmitZ3YiANoYySLVpmuBPalOYQnnrXjUKHCN
ZdZ2wTDm8OYWEqWjteqWoMhIzMvwc18BLxmm/YxS3h89NImeU6Syh/XeiiLSP9G9XyA9MmuYFwRp
vTrr75mZyn27JOyoQfIm+45W2LDmcTAnh85Wuc/RvPi1V017RCn5lhWLhR2eh6nwWPuIZqHLox3w
hODBBTnOmKRHG9apITK6LcHOewoMVeGOriaf0kEV+QHQ3j/akPWXesW8lENv04Ym/RcVz+q+0qV4
cck8PDS5p4c8Bpl7WpWzf5Zuaau0nEWpHlogHL46KSk55mhLLh/iocPySDscSw6L3FiSFjxoHhJT
tLvOUZuCEII5XopR7tohcrhv8ebWBCaHG3BTp4Uon+tiDW8TfAdAi/N+zsouUDtBCpsVdnBPcTvD
IpC1TXyoMZ2PFJiT8T4p1VxlKvLRAzjl6oGo2JzKwQUkHcCjzooVVNrTWsysfobeGD7huUu+EguS
m4y1YDvu2KdQG/pTheyPWIrqXFvTfo4SqasULTHUZNAwFTtIlKOdq7tu14b9cLBSd5AhGKKQ0IzB
zWrHrv5cdyWDD0WZw2mzzRM2nKZ8ZfQhITNU5vk4NdPJtmrmn5qqbuI9qTx+f1ii+TUXGvoiG2Ph
To0RwQ0moMKn9Bbq8Zt60oCT1BMyEH1qYGlnPystJ9CvuiJZ8n2gmsr2GfGl9LeBxK+m3FRjtraa
PhqnaZiV6Oo5KF05+LkOUziQXd9Nlb7pi9LkD34e2oPBer8tFzgHDrzuYA0X1/HOd4anEQJjv/Ol
a+unuJAlPURdE9ODTxgXBxvNSat2tVtxL02RyK3qBx+TQd5FjWryz75pBH2oZLD2IlUIjmjmc180
BT5JU5IjElhs9ZnxKGecReiH8sCWbmoPaOLU/PvYj2Z9JMrDm8RAl15/ZeNSTHCnqjibmpQhaz6m
RT2O/pYxWvLbGcUR89OsOjC3genwTx3GJHqCkwol6YLJiA65ibw48K5N5GnyqpWZpwoip7SmcHLJ
xm5J5J3ycaJfYog/2wOk3GDDyAq/sFtdRdCFP81hr57gQwCkFNTMYjrkTR2a3wBNdagn4YIw6oea
YyEe5TCO4lxVtYXTWO0M7ry1HlBp7WFyOj4WctB72xKFwmKjmzFOu2SaxJeSc16/NAssF59k6CKc
mlTi9QyHoOan1Yfx/MeynIzo+JtMA6j4TPQNd2AP7ILc2vymF3nd/+ZJa/mdpLboX4o2meUJokBD
PmkX1ghiqi6eJVQBloeZjKdafcZv+eGxbqKVxunEifT3JqbdcARpUQz70HXUfyzjcB7u4gDrGthb
R+J9w8RSfwHjaYhw2ylzrGNYNSTHuhiS5m7lus9PibWu+UpXydzdEtadDrKxbeigUxhFcXETo+fe
/2qVfW2YqNA2cbQBYByncnaLvtSQ/QUnkSeIHiFUnsv1Zk7cOOmsiKLK7Ho6h6+76xCQ8YtfRdUf
6qGp+S3DbrRE+8pUyp4Lg56hL2MoBCg0wieCpd5PKtQpBJ2QjpTYK9zNjO9kn1o011R7laguukHT
bFS+eLV08TmHPePBtHlUHssJ/x4g7LVSe0DvZPOkGGySytQGBatOcTAuk9tFfqTlCU1vZvaHNZHA
ei8lJuaeiBAVKbicDk4ccRBBGB8kxvQ3UzVM/ncMd0xxYhXa81IDUoNOu1a07a7uijL4tbYjGY4u
AEDNpm0bj0sq8ojsdBcY4jLqqmb4XrF4po++9IWHfTaadTVYRwFtNFIlAqmMrkwsXdM1qHBAJZEz
6ge6SSfyIW6CYDh7oGjmY+jKWN4GRTDKn7ZiQfCpB1bHH6zgvfrKg3Zidy4Om/5DaLFI/4yMjPFN
jhJiQ9OasCD8ASBH3574GhJ66fw4+zSCpL35HY/juOQpH2FM+SVmpgsOFbiH813RUzHfTg1HgJ6W
o5bF96EfVHIvg7LLX2a8CGOehvHUqU9yMYocrJqYOLB4mfWtgUKeZA1fgijfORZy4N/IRI5FOzTR
ZUIl1XxH/oKVDdpzxsB2O2VYgrs+xWFCf8KNjZod/pArit3ry9EtmQJZdplS5llL4z0TQVTcGgbr
aZOtQFCMv1bXdMV36yPbf+9XQ2JcERa7fJKVLPKPvIJS4fdQGr5Uu1YSMUQHYThyGvu+rwN5C4qZ
a5+YJbTLTw5MNjll6Gfsm9OQNzPXpzpRZvntoMfG8WAiHqo95MeJM6ksRR3NqVidiQTAv+h8RTTC
ajLeMtkYlfpEhTFOW6U68B5F27dRsEdtWshul3MfVeExHsZ+eOkMyDHRcQKVHxTOJYRa65sdoqZf
MjGMKNi6RaHTKZWL16NIhQ+IHNHnYuajKmXVFUeFnkAd7IxIJPFnpIgH/sRGAOymjM+JaL5b54e6
TnkR5OZc5a8UpSw0QenWtJRTXKA5Z6xXsZNj7+M8S1Bxo0frCfx8QEzjNroB6HApTjHxwfgnorWI
jxMzpD7muBPLXbSKdsq62FkETLPp8sgcgipWukRhYBR+L+y4LsdSTAV7ISr33X4eZPjHrrEPfsdu
5MWpnmEa0rOQZWVv/CMjc0RTUQQ2PMJaVMtLohmdYSYWyXk5RWvAzxJU5wXn9eSKg2rJSD95Xuh1
LxKiInvUbC7I7dKRMfgpHaOnMAxCe5Twd7V7EKa7aMySEU5xdyanAbur5gVwnAyZIgZFSzOpR+20
R+eyG8cGCn++3JCh9Xs9DaDU1gMoeyP62I8Jwqj2G4qUEE/hK/NO3rRFMjVJmvs5ifeSS6hv0hVo
fn8zIbLErmGsGdIEFMYnCR2Qb1JEVVPoj0vRM/YhWMWsyYHHtJnPTlTGPpGgA0YNGGeGcA2vbgBO
RMx9kv/QhDftSZr4HMiwuskZiErYYZPqZaoTADGabi3MzsYLkzdR0LUS/6/zpEsJEk3mR7EoNBis
Y07yMyJrwb/2LU6uBwjNHPug6pUWN2MvsQAFauRIrvc26t0RftgNPokswnU4Yf7m4mkVETw3O2d+
ofCBw9Cq9aRh8fcnjrt86NJp9GP9yMGdHm7jOl/sA0ffTfSwzEgwPi8cUtATtHLO5OlY5hEorCVf
lgNsAbrqdxIEJDqUuqfyJRziYXqOBoiNn5V2rfpp8VkR7xRxvObfVB/Dthui1TUXD6tLbIXewLLs
Kb4ZFT7NaWkg8O/CBe9v241zkCFraJa0omGsbyRyrAc7V1DdAFhUmyMrxrjDXjEX9kGJQRNElCWF
0yJK6yZxkC3sRylh4BsJCp/BjBrXkuehakw97ZEcV1F9KktbHpNY4qjuYyWTPGsTTziCszWKfykw
x3iTibGe6L0Yp8jcsHmNqpQB53pcXWifY+s0zImLGPe4Q2Wr0Mh0ogN1d6FsfZ2nhZWuuWeqKKsg
HQQMaHE+k5Z1mDii7XoHamY+VJmtlyXFzwkEPmWUD08dDghsfxBzqnZOdWf8ji/tXP+K1EKexBri
9u6Aert4hOn9ih2NtStyRiHRH7FqweCMgVacbjqJIDpFr9RC74O+kSgIqiRK9K2AIV2IkGGs5LDH
g8tTgWb6+WMe18k03zVJUDePU6WWeFcOZUmfECgYil7BYun1gTgq4g9Dgmjl4FsxyKc2qfPp2A2x
ug1lj77YJNJHhFy6QPsDLRJ3hAyYBw8rwkC3rxnWVbVv0UTbNTdjVEV1g4j6NceUByO5M4Ntxj/d
ZPv4x4R2/8+TYPI3LqfYzA7J4gC7HZmah10N3OWvBTZBmUE569B34J2orJVKhz7D5sPHZW8nNJE0
x3BANrO50TAVbva44CeF3IUDd9PHvM711O9QFewbvSPhKjlI90PLhsco6Sb2CENV8mKaSUKyoXEz
kBlfvCnkZ9yMwbQYiho+dnBBgj9qnFnSCgJMEtJ7YbTLQ9+DVtUn/V0+c/q946LJa5i/E8vUjo01
CeLUWajRvzZBSKYd4bMfClh1T2q8a+bJwjSkV4hkB5RcaMn23axV/U2aWk77Am9E9EHiSwznpImn
qMxQduh3tqmXIQ07WZWpI+LVPs2DzMpw3a3L8XvFoyA4LvLVFSaLZ9KSz9hknWhxdyXFsl9zWHNM
adKyOYzSpgbL5yiKPMrvlrnl/DTBCXOA4TewHnnaa4eUf7ci+R49w2GmaG8d0IwsAfZuwEmqKE/j
tqhwPCJHcBblq3NmCBjQXk5DtPNcc7ZrCzq/mEmSY8xY+OCHhZAdmfHfSC/z3w3ahutDbxt7h7Ui
LqEsEhRC+oVk/VjzG8eX8aOdRfU8xFExpwB4JbiuIZnWpwEqFktKgaypko8iDGdk2n39m9uOT0jv
QvbQtPOazjoRT3LEFQshCbhrAa6FR4OdFnKoNUSP2lQ8drzFDj+rlZ9N5doL3q4uyCrYuSDZmqw3
BfAOmejXHtH3NJ4i2iNAmVuYTS/SZVDytkdbj3oXRGt36nikjrFW09kabFAyGKusdlV0FwRI2AR5
bRGwQZwlQ9UCer/Sfdy1QQoIXZFJxqcMvnvVcRzD+qUbO2xaQGntrIqDPXhIAiGCj1Mupy9tnxS4
loUInHpcudeyo/vcYs8YWLxmRQ93cFnBTnPhSHjAEPszz8ceSw7ia2wUak+QP2EYA6IOfUFb3Jiq
/mYh808YRApEjRoXNhfj85iqmLNg7hTGX7Ogy1zRNxe4wjPcAsLhT9OI4FNdYvsIDRlfyqqbsiZs
xSMsxOwny626geGfOlvZeOwnTZdy0ojM2UDvF8NBEAmE03solxE25UlDTmilHXZLYxHSwfCh/zYs
Vqa1goTXQqvwEZ1LKKgIrg8SxrmnokYQCPHXvIZZRJwCpQ7X5gX6lyMUTOICxUNVpxG2hqOuRgGP
V877fD+rUDoglKL5R9i0CIBxuQ0fm6IyuP7Hc/0bAj566kKyfAjR2XisdDwWkN2vGDRtop22Dd2X
vKl/+nGSl0GI7lnPNcPKZwYJfTFFaY7FcGgiDfazrcNTZLXbA9iMhd46fypNu6zZkvTTwZGmyFPa
qPy3Lp15sAnXX6upECkbiXN7ngfV59KreTkUznbibGhVHIzrxbALwtI/R1rXT3VYRt9VUJs/8BQj
sDcSCMwSKT+tFSH8Dn4F+cPYenUzsTwh6Qy0wg6d14gBlmKojgaFiO899sHmJFakuXY21+poIwXX
vbAuaZ6tRi0nlQQ631eUkCmNaWGDXV1VEZJb3bi0SB3Zwe8KHF97taoleOncjHM5NeVCL0EYr/1n
FvUg7SfRSMy+xD2m2+O2HoZptyb5PV9jfccDUQwwEI1LJJHc8pPSxb0I1LzvBAHdDHOHKyKulSPy
CTgnyb6PZfsMkheglu0AK48/ytiizihiqHtt2Swga+xhZx0Xa/eoA4SY/WqH8zIwuE75QDb6HhWZ
urhfEf7qfdGH+iFkiU92q4aPLD494otM4qj/LsQc30BrVh2YIO0f1dN2Rc5zUmfoS/M49YhVowyr
w+qspHDQyhiEzw88nvAaTeOrmVYcROhyL1syRQc2R3GbtnGSgITaxbVDL6HlzU0Z4/TbO8ebVzB2
bRBBuugpZ00n7kjby180Nj7PBOyVcMeDke4LrcMYqxgVALqHKANhSoxZrfalXPpviPG6L7AeU7+r
poVdTSCJZpmYQoTG+eBHKJJn3DKzZUzGAS9LR7+aahrusSkE39smn363KA09ThINbCmlBdYkmdb+
bpoScZ5ynf8UZR/9QMgWf/HUxbiTaT+SywIC959cIX5LWR0udqcRJ92Pa5evWTjz5BLojmEz7zv2
oegRvaUU6z9P17HUF4YIJM8a61l3UHO3+oPuwrG6EUHlzk3wmgKJ8ceSFI/wPeJOh6RG2eRlxqHG
j7/AKTosdzoaIHZlELpH2TDBB+++j2gBOGZcoynqsZtj7GwyxP73uK6DIl9nRHXnqJ37fQHAmtit
dEbGFfydItlDZNA/gwsIkjsNZxnBakXp5GlFve+EjAfuZtgUqUJiSJbVbdNT2mSxXwjUoQ32i7xq
BPuS6zp5WNlcfawCkK12a/x/HJ3XcqS6FoafiCqSCLeEDrbbeXvCDeVJElGIDE9/Pp+7XTV7grtB
WuuPUzGkPo02QzaZYjxmroNtNG9N4B+/p4kwsM2ORj+39rZ79ajC/mnpNjzrIZrK+9l4jH/C+PV4
2dey/AiO0lsym332ZSU98m911E19QeZ1zOmwAe2dghbrIKL8pv3RIMl9wgDUPfYhzpG8EFoNOZhF
sKQdO4i8k6Dy84XfEd+5yFy6sxc6QZX5waD5nuzSyHSL7KHPgwCda6rsULFzoDuYsmnwvZd43flC
+bOVSULVHU92i3420VwWdHh4G1eWJh2yu19ltX6WYhyHxOwNfEZg/Ohs+8MEgLLvDOH+uKKEXcp6
DQFnpcoUrcBHXnqb1Hfl0fCm1nDI7pXPTQa58KbqWsZIxNZucuyry0f3ac0r0HvDYHKLPdTxp8Lu
x/0a1rX2r13sh9+HWS/1cxiU1IDP9dHxQnCzBeYKeKDqfAgByC6HtS1B6s9tdF+obcfdQD0JsHaw
LM4Ts9c+sSUsk0qjZbNLVrhqWbPCeF/3r1voOL7ISdbf/NJW/Us8Ocp6CXfH3VMGdL2drbEnJ7ze
Q+d5Xrrqs54OFmlR7sCZZJbUcCuO7/xuVMgE4kVilLkz9QiB7WHw5ptv+2Jip13sLStNGT71lbX8
Gqa5JCWq1nHOhgewgr2kbyg6Us2nWCovC4+5cnnU90VlXcBkMLCY6VMUr+o8YPkLk7oU1u9jCcMb
iEQUnHfP7Nev8sTqt9cP9usyyJZdaCjah96eW/McKs++AkE+q2b1nhwKEe9IJ+OT1bvG3ze4RQjY
2LXKO3fjhmyyK2f5o4+bvUpsx1uubTBVfuqWmzwfLinq3ydC8XPbjAMDvl4fer/y2dLXrTOZ2IS0
z1bo9N9MP7pxxtQ7aPTTeu7PZl9qruSZxSzpazfKNUBlnLTaoaRi8VV/c52ompKRybJNfK+dXlVH
ogGny9qetdMcf5Q3x0faKBJNH3t3GaY8jrGc3gnD0Q/KGzFdiLIbv0JxLIY12zUkaiSTKH2VbcGh
l5yG87i61IEdBSnoqNeeyBtq16yzgzJOV4mZPBjXAM5jD3adBCWITeLYKyeq53fxo4isLbX8qPy9
eXW9sGOU9nKq7EGHNBNuzDz2Lk+B28VVYsX0cbA5EASXSKXb6Xp0/W6yTu8qSpqGHr2sNcioiBHv
62s4e8ETuLXIqsaTj1Hh85y4ZfgRTC54VcSam5DtULQf0poIAq63uGHUq+L/1075VZ0J6MavHwUh
QrLGszTJ6njT2eu6w07a0WvyTYj2RzGr6eSuM0u/Glt4liUeXudB7z+FPQvc3S0EQroOjNz5XJac
BG5Ex/2zIuH8vTmOmpCpoq9frZoWpkcTUWnCsr6SZKGhJvZcFNYGOopMtj9rqn69lBcv7JKxJ7A0
gUrbX7U0+5yB6XMPuDP4XzL1dj9dbdmEnzJWdffv8Pq1SlgvQQvsXvMhdXS13heDV7lp1/kdmtBC
WcezCWRRnwdtLYYJeYof0ItPz8VMOlgedGUUZSXCqSnbwrg+0qEw8nXDXbCkOz7/d5i14W/vhDvF
HZVTXUTjVGfueW4madq7FlwMow1b4xezsKincuWZIo1tb8S9Mqsa7/YyDHoINXCGyyzjdsubam8+
DWB3LnVRfl/9YPlBLOn+Z2exuQOA56nz9u2deCL8ag2GkehUF8Z/mlltrrxa5Zrtnm+atBswzbDd
NKFHNo9nje+O9qfgHLS66a9fMu09hRxYHzsfXcA9BFYX/9y3w4GNG5i+OTCG9m/fD/vv4VCuPK32
4rxXEnZMlsa5olwI7ufVKSi57MV43o6iZEKHjPk7BQNPgYw2BwmH14cQw4Fh7y1oCxUBwN+Co+A9
WtcntxB+1gq/Xi4MCDqp3F0xU5jpT6y3cbnR+Nm5eRfI476mPvEaGW94mNZWnJUdUYALLKcEmC8l
Shm1sttV80UDkJLlem3DkQuOaa4ck3bzB2AH4FJKChHrn5F4u3+UgVRJFgtyZiqr5d+CB6XkqF/q
RMuy+Ngbs4U8XmOoM2kNCwfPaqabsLbyX+vHDMGCiHNBnr8PyxLKcr31U2f0RU9R/bZZCpIT49J/
G1cbl/F4lACYmw8RbKLurmhj53W3PHI6lGXnS+/q3LHhyirOGA46j8nQi1SYY+KWd0c/d6fV4693
7EmdxlKD+cU1l0wLyZN0YaROwMK9TNZwKU02g6y91nXMJkbUI9T7YBe3vtSMvEu9TZ9LVZusGITg
VrGaNukj9zgVJRF2cFaySPUSu5c17JaPcJvnJp1oZ09wPYS3tQ37i7cXnQ+3UwZPbGDw3ZBmadeI
ARCgkN6PsSmX09RK+YJyIMqmIFyzrRfrt9ka98yFcn41odU8tVR2pMCc+qLCwvrgbUeyaBMan4CG
Oee5GOx8HQEQuAvlufHmmjeoLFhLInrQ0rYteS/bo2OE2/EcBKv6dByDBVBEmtWtnB+HFiFaVDD3
pg7U1sUdwQDsQZa32evcBEh0Y+WcSAPcBn9IaFki9zf2vWxvzeuCKiRzPew8YgvFpdXFdvEdyNiu
2/cHlo39tPFGPC/CKi9V0Ihr0+joNFntcSb5onmYGhHnNLn/7rBTpfxWjEH9UJTJrGtKuXZd7pmO
t/i5roT9sZbazSAm7SdA3eaxL1vnNw+7lx2+0qnnLUWRbdqG5ZCuTLSn7KTojiIv6qX69CSYodfa
8jKWjspCeYyc4pb1ieSpANAsP509aM/UgkanJdrar+fC/xNif5tVfpAFLrOKouYXFZbTCUQaWrTY
tswbwvkcTntoJWWx/CJLDmimmo+r0f4fBu6/Rq7BK1ZRSnqxtj9uFZzVCk7/bks7PEP7ullpbfE1
igfrcVzNZ9DrPq+Ngl2RRUyDJdQeK0jFbVmF/jvIwngGtKrvbHrqTwjfDBf5Xv11/UlfwCGDl2aY
3sewKT8aO6CNbWYGwCUzFuSP1fU96Z3Rq9OUYXYM4BEnK4jbpFZD7CZa722yT6GdFZ3zG9fUyOe5
iOyIhxb9itqDMO9wjg4pSpYuiVexrKlCPaG47JHPZ6ZG1mS2ST5vVvnDrYjJ+lRr521EYYZ2F/i5
pMIsndWhWu+8TjMXYR1Y8DHPZq9s+dDOo+tZpz3A3gMqNU3yELwArVi+LUe8dRfGtn17A0qtNGTV
Pvjxf2pc/N+i3rV6stUWmlw70T78K3fvmOpkW2vRZ2pUxr0dMZG+n1FpbH3Hx41lWrgoCaC5h149
uWSjew/H0NaZL5fW/bZ7zmHu3NppoRu9aVXmNcbWNHDtLQ63pN0YZ/0vngdl/kbWGpg96frSGVCs
8gtMGyQ6rgkJyLNKZ7+SYLq7E/+cp4YZ2g8j+Qj9WTv5sHTF/x1xVe6G0/Su1rlsk3WMBisvFlPt
KaBuyGjpT8iXuREpUUXH2GtXfe6m9uG8CssPmsdSFuaDhbJnRmo4btq0bI79wyafeniJy2hVJ5Kb
HDuNG9PfAFVc5Ax1Uff/FquYuve+Env36pBwP6RxycW/UXexDlVS8rJWD3rsTZvGDhGS7J3QWH7C
tdx1T900HXzS8gCtTeodwDptVmeAavB8JDN3cez5+wOew0J+nyy9R09MW3b5sa/i6JNjpuP+o+wM
D5PrQj05ubev7g+I18h5rgFZ5D9Fvt2/OURsTIYaCtoyW4Qdsc1qEIarHmbHS0GaDuuZ0WeS+Rgp
6z1eeUoIePVrZWyECWVYF1Q3C0GBszWXHa1iUwluPImFdOE0UtG8vU0KciYrR1RPVhJqxKboOfW0
tdC+dmHP/5y1R8GXw+dpXzxsjaKyZgwKpA/c+9OQ081rzd9rYXXr3xhIKXJJhhs22qLdmbDSLTVc
62DKXE8l5N+49fKbV1kw4mRUeJF1bXs1Rm1W9cjN7hoXyVENGU+6/i3eRetc0PsM+3UcrLHVWTi2
UfM4bsMWn0NVRb25UmEkGYsolT1++svcynS1PRybspthmrK2Jeb1PwW05b1sdAD0JtvGcA4KAhuo
ACcY1DnEI80V8Qxp7aLQsH0+oSURBYKBPrEsuT2MDknH7T07Kdtu0rmkgf0RuxBiPHlLUB7If5QG
srjHXCr1cNrKBQxstmXQ3Ax8WPMbAqs7vo0cWOJf5Uw2xGRQNmtpX2ysiH7LrBCilYPbqvnZs8lt
y8jJDyfoOnYnNVkTEZ2HY4E2nFu+TNlcOU9Y4Kha0+7x3ZZL2GfeOEVl/QpZsK/6MbLdsLUzEjDM
8StwZLB9NuGsahjuPWh+bSACszmVnifVqY/KzfTp6IrD3OQBgU3mcYCzdQMeaM/Hl3/7tT/ou4OA
XyaTwodKNiPyEm2MiRUS/IRoQPcfeH8d5rx9TbRk0bQPN5TRTXdzBKuZPnGXhhHNtrNgP9k9zgk+
6bbpf/EyV/7NntzSJGb1Vv/kVJPi7a9pZk0XZ4zIwJjif1LZ5efC/LNN8FxKRGNKYWbcynPvy6N5
LYKR6/qwqVLiMAmqK+RWK97qqJyLp9Vululm9ahT7whLoMGrGIc2QzctctrOBbPJYqI/Kq7qONm8
yvCKSsYKRkYzWR8tZ7bO+fmbOS/bzmnwcEde7gT2MT8WPoDOp5BH0P9E8eX+Md52REALEKjA2mvk
PwhIanYOqA3vXAQDgitHx81r1JcxLVZbYAdBtjS2O2Bp95vvCpHN/BSzXuwpxGhobkrTsHnaPd7f
vI8hgRNv3o7eTQ118OJj1dPq5bFjb2PC/nA87Vqvh04WPAxHWlXgr88WqhdxgmKmiaTydrEzkGzm
3rhm3tKiaAp1IbdMwUqqnYIYXh4chdrdXo20Vv+bvQb29mlT3+xk+8xCDji67B+b6ywDwzG5hD8W
J9bnaUWx5skgvMbeBOwn0Jambt3QaBO5Nq8SQEbFi16GINgxTQ5pzD12ZFqjAkjEoUJi3HkA3Pei
FqBEfWM1pKBXzfPoRyZ4Gpl2GVrUNG+whVV7V9dleFwDfNbXUR/BbxFvtsoRbNjf3SBc3iTfLNl6
q9kJJW0D1KChPbwOaATCPwHY/K+i4G25bHW3dhlefJDB0GYUvIaw7/4dooTlxS/9HZC/7SLahYS9
PK61VdX3Va0004bXzp9+H3vbo73F/U+4vO1PW4RtncZ9ofxEz74PqyfxKlioV9M1LpYorZZKtVwc
VIcAM/KfM5MwVBNflkzKw2pufRMFeSfb5SyicKvIO1+BIeyvF1m7MWzI3g8/1Tod+H6g07krll6G
QKFu/eGOi/7bQBT+IeJXH2+HL8zP3UL6/lLR/VPcD0NtEaK7W0t8KmDIhxzh5NFncTe2DCarp7pH
sRPJlXYlIMoJ31FlvQboOzAcHfXwC0ruS2f8BdePybbpGUR/Uz2UXS3toYCJkZWXruWMAk7sXqzp
rIq8mgtV2MUTAC5+owS9az3+o0xJOrlCysKwZcdzXGed2FvnbPWD5X63daHNB29VuH5p8AG4VkOJ
5VMMjD0kfHFt+HeM+/pX6Wjj8AwdszoRNNkH92jIuKrLEUNKENcmTA/LcS8IlKoRfx/AwjTq/mUJ
XAO4OSBVKJ+lq335ClAVvALB1vJPMLJT2HO1fNfkB75gc9y61Ak4H3AFzSNnvzU31qvk7Hrxi02G
aRguIsqDTdXITkNj+eX92vRe8632+47jUipLXFYWsPASR0BGpzAAHjmh8CrnTNorEpV2j/CPCGnQ
+IRNZe9vhl/dhoTOE59zKfS7aB9zEvCJfPCkNO57uwHubufGbQ8vqzGPPcuJJPvcR5XEc3W0a5sq
ilKBZ1c3RriSkHwe6ie116r42YimEg8AQksRpUFfRH4CiHSY3DNBKG6RZDR+ooxpuLa69HxI6MFw
Ls1VPN5N0b6+9+NhKLwV7qiS2LSwDhqK89zus7yGLSf9ZdnncaUQEAEfBAfn0H2/j5T8Ih+16zfN
rYSovfN3fjzZA1R+F8es/XyNe59/xrIuQ7YeJT9FUBLxGcxF9xZva/hux0H8zTU8ySn9Zbb1b996
xX+LrvjrTt7wM7KXUJ82GKwlUUW/ybw5gI5Ti7Es+O1y9lkqmWOSLl6jNRBHvrRqNB8+7nLr1JCv
UfzpGDPCb0cvlpdBus29xajzOvaRQYNSD3xfTSF2OIZ5DhPb8qsR4DjcR576uemMevZN19hPi4MO
9aEpJuuhb1G0cHN2+2NPl7KLOruq60czKTgVlJ+YflrVNLkILYUXvZkOAVvuSO+9Qzd31c4UyOeu
HVS6siUkPcv0kqwiiC9Dh75z6SzznQqbMU4a6aqn3iH+5VlwKqrsqCb9g81EIgAwPlOXBsTpbnXb
DJRs0arToFuqK5Xakb9xiHVuTDSJt7mcUZE6fgS7o1Nky+P8JZd3n5txtOVLu1SDfosolayug2rM
1+zPq5Icuwe8tC+eeN2CqUR77SLwOyum/3ZKwmI/0L6AVb6xkcQ6N4O7PPpuJ26yL8w1Zl5AaBFb
rveKomXzM5atcfw4Ghd5ZbgGbfNe9oXd5aXcUOw4cDAggmsxykebCqSn2rE7AcNQj/VJrkUbXbp+
EeUDIr4KgHgxU/EPSqGafpi46fV7QU+xSBikJr6Box1vBYCsf0IDP0VAj8vML46TNucBobziIoJj
usR6WtZrg7L3tZrd2j31bl80GdTwLp+do4DqVhZizMcWMoyQk9ZhN0887drr62HNPPZ9LacJlwQ3
n7hBcPNDdKWLULHircKtLcYg6YpjMjePTPj24teHOiBYJrScYOTHedRWe2rQ+FzNylGRVPgtlpRB
dXoc6V2+GyJiYTqt5UscjvpuWlwaXmMrQA1k7ainBrgWkQsaNm8S/ivVs0V1pBkKz/vORLEHaWj5
2rv6hzj+VT1v0ft6NOWt2Vzzc8RyIukWp9IrZV1f99s0xQH6Cq6OKYWIRfnX77ZT3c+wQ2veGmu8
riTt8c80OnwWxVccqzV78+Pe9OWvIQ76c7hNNv6kydvsCxJ+MZzi9QhJuDsYktPuC+W5A8sswHEK
dZx9SjWXv1EsRJj6y+p06VxO3RUZwvBqtOUr5s3d3+NMaK6uFBnYqp6X+UCFwJs4saqF9j+kE23a
Ttqtc/5y40M3mMC794zVx9exNUOT1XVLoVtRs4P/5qmef8pjn3J0XtgR/KDQQ947Lbu937TucnLl
2DMQWtuTMEt0qmRV7+kyz8RSTQ6HVaaNPZ3NMeo/TFh1voh6fRC+055w7c3Zxnj3MEtwTY3n4Oca
64oHsq8J4zl6nfnj1D47VdG356bc6yeokfainK19Mlbp5ZxlLpzjti+ngVkoqeIjvoi+2p/5lKc5
ZyRsetQkgT2lbLioS71enmYJX/DSc9kMfIHUDb/ZGz01ftzPGZIKAkU3OSNW9YcYRbeuwwFY8Fi5
L8bRhxPRw80Xh/when9z/6sGZ3L884qLyP0+DFVJqn61Ng/uaIs3VwXRtwLlm0zxGBVLElmQxCEG
yjEZ2sr9u6GOOhI7XtabEnq9NF6NCKY9IGi74Qs2IB78noTwSPLZD95vT9eBPkGu4h2A3m7adOnI
Xr/KA/1E67iyv9iFiD1GApfUJFv6D3xjjAHbUCCsqh1Dtq7tPxa07/J69b41nQTunKdN7dONP+Q7
si3CNTDDH29Bg5wlraOhdtJCzfblEKiNctnUlk4H9HIHyUDcFdExyqtcrS3pWb8uyMfHN10PXgGm
FCz7axh1AA0H6XA6qYfQ2h8RzKILZ+iz/gsWDzp8HZavu/7QZ8cV0XSG6Nq3vONKtP/a9vxVQ4DS
qU4BJtAYrp7XHNnEnrs/gQsjVuNgMaLPrcNpVxKPHe6KA2OPPm9251uZgR1Vr5BLdPfMVsxikUDu
GQbLyo6t+K6oVDEg9mnYjmIUR+I+nGYY0p0L+sIxiDBr6vqCBXPVyzP7vP8Z92OA5chf1EZ5sS8/
AsRtd3ZomWdBopSf+8egnUfGzbnIHI1E/ptd1hawoG1FebhuTMs8tNHF8EwwtzFgq1SwPkKLOXRW
ZZi65j1pw0APz0e3qgIwb3MMyPcoCxQdaGvfmFSWmd9bSiwZje7eicoMrbu1Z+PLx9gx//m+3jIO
FPlOQQKjLeFuJeN3ecQBNWFQUipBp81BAJzIKW5DAjyS0MbQBSu/5HzHzqfNYpKr2RfixFWJVkEi
G4Lzqpmkk2GtUZ6sOwrb28LAGqTcptv4QNq6qU4OIpD92ZnN6ECa0O9y+jqHKXaBlrSjRDSoGFK8
JI7K5VEFwfO64U9O+qDfgqe4FeHxhJBPrVd0EV/R/DZv1a3iVW3vllCM/mWXfcnuZ2+rf4514ai/
LpYDMuusEqhDQbiuiV0X0Y9YR37wTK3s6PNSW8rFaaQbmQXKpjZt3oo6SCcOhS4d+gmbSWLQvpmX
feLu5eiXDSKslMRAu0tHLhDIiLmYUHOmu4fY9iGezSAQ0QJmW//x/y7+dfMZ1mfbix7aQevi5gxe
U+Rrt8kPb+7UJ/Yw4G5fiTXMhmEXwLex70fzB2ys3923awjpA0yJbBM5q0GX7Znx1Nts0MmCZcoF
V0UDkNWo4wGLxvE/F9NOf2rHsLTPXRQuf6Xq45MKjrG/TB77QkIT6H4KUX1K2Jl5fjR6mtvTsezR
8Nodc20heiklTQiF6geVL3FX/7Yg8cfHTslozH0/3s9BaK17supGWUn15TJgXm7laS/KEvOIbXVp
sAXRH3Rm/qsp+vJB6RAGNFIum220lohNjmPaTwOjxJbikrH7d3hbPnpLhjYoPJHDVSKbxSsus+7b
4tGzDvvL7Tl1HoJyG7XYzSckr/uh17F86rou3GnFDcS76OnbZEe3o+rBFbgmb+sIOfFX1iE+r6NT
4dvwJeOCoINDvvNBtNuTW4kDOsrajhsPksMkXa/HZRxF8dwcSCvfWhb2Z59LFw0BvrqsEON2PLhV
WYenCJr7J8MWuW5uxylaJuicj2/2JOIBL+CA8jravQWofy79pHYPwYOjzY8xNl02wPz8DaS9M6qQ
qXaxllV9U+vYvfM2Q1yKwr3MsLy/TSmOt20TwYPbjcevvayaE7k81UNohwGVEWgaYB8QGJZD9Zss
h75LG1fsmK7F9mAhzBvTeTAbrJ8cvrcYGlhN+zl8bHGGckNwdzpW1+JMrIHIQ3fqf8RlYEGnNccH
Isbt6YB9vNLfjnewLeIyr4hTv7c2XT46zcJmfBQW6FdoiGdhFXNDFOZyPhnHXc5IR6af6Mqsp1WV
MOwoMe8xlpo4x9DW/UEaZac4ZkDrx9V6j9Q6vOq93z5Jht4eHMwqz1u43dU8SGdmJfNmL4a7yw6H
+Yz4XN5FyzBcteWirrZqZkwiqOzcEctvcAncOKOqHlCF4QJzN4d2klj8QDjckySzxV8XY4soh7pT
fT2ksC/u2u23kFMYwUmrv2mJqNbiG/mtllL/65oAM8s2We8bqqFXPPXrQ71s89VHBPLgedXwp949
6wrYt175o9hsGKvVLQrq+EEuX4q+sXAalIQONs+BubhZ+iHjJIsAHp1OQobZew5nCguJIFsAj21o
buIKbhIXPS4YOQf9K7lA24IELLJMwurZvrguAkexWl3uTuX6vV1aIFfALRVn+zKoy6i2ibWY3PR0
qFj6Fs8vsz5sXa5UG9EpTawjuSsChDuVDcXkQF7DjAYwNPI2WgYpwlDoJrVr53OsQ+tKSUJxV0Rb
+GOzfA9QLhI3OJDp115ZM6INu/pYnRDWZV7dBwiW9Wotx3yPEabLiniIcklI4F0/W2VmVfR8Q4sS
BhrZWzIx+X65D52zx/JKHuZ2wiD1GaKvvUxHvFxYZr3PyPTT/XgI/QJoCPrqjczapKelVh8uDXSL
7XPkldYZbWyNNcGOTxsmTEIli+P34eA0qzCDfwumbvglcdC8QI1jeF4hKnurWc60kE3ckDxGqI+H
OQPAcsd078Ljg+cX0YrR0X8F/FaduYst/+11Z+UQAeyscNaPDu8c5O1c2BNTqd3dxr0WTio833mT
ljAb1Lzd3u2y7lmkq829sYXZdz2EJ5cNkcCImGFtCP6naB2cXXyofZjS2syyTOjQwiIdrUwQ7jFm
tTsjAgJV2d8ma+6jk1/vzbco8EFhgeBy9iG0cuEyVs9owkB1AAqs697H7UV7cID00GEc4ozuEib/
OsNzN/8OuqD8jj9jhPQIV8Ku/PrWS9W+xuMe6JfWx0WgVN9+Hzu6UpN4JzEkUZMfseDgi8ZR16Ao
cqf6sa89JFwIy86NqKq7uS2Aval63+AAt/2u7H37Hof2cLbgXtqc2bd+3xgK0f/hcsOMYTUwjDRt
Cbf3vrW6/tlFgcF3PM1chHNQkUxPUAfEZOC5qbMirr5U+4BIV80uDDSu7YypYskCMAXkQ3N79qtd
fLqI8h5HvCSZG3XctHytAbfIygqk4CZSpuI65SnbPmxEZnMCNYb/LqD25irsDTG5GdnQldWVpxU1
BL52+IbwDj+k96LXYHiRx7FfjNPWC+yymlE1GecfNbDtHRZ1Gz1/a6E7jH0WMERZJv5rQFZlsn9Z
/1LHoxLV9ef6RgrLFN5D7lYCaz6r4QWJ+o66CW1RlTDsdEWyYkq7MApGN6OGIgcMRk4y9F7aElT/
C18bRDJKsCm3RzP9V+DBdL4RZRC/bM6OUEOacm6qJPBWPICYUeZT2E7OtR2Q6mD5nE/7IvF8KdMW
c7rYU3hnGkkynI51t905ZBMwmk1Od57GzSGh1e6PZxEwtNdxvyxZGDTHtyJQRdoqskHPNZEwP6UO
xr8MFeKys1KdDtHYOfYZ/e4ekfN+eIvzt9e4V8QcFdxLB5Tf6jXypxoWVyHvcf0H1XZTTiIpMmPw
HFEnHs49ALiVSNK4tJw7FBcrOORk/ZxizHgAzGH9n1lb/9pOpfUJxOB3lx0H9D3mMoJK67a8rrYZ
bkJaHSLPWJuH2lp4NijJeVQ7P1ssmG15o4CkSEpVeJjGNU5Av7Z/flCOOY4Dwb/JFu8r6e9lAuUN
L4d6940cquJmI155lF7fnYHbevxIZj9NwAd+YsmlVzkRcPpt0YZlrWqAYlTl6ce97PSvrrS6ZysO
rIsIzfFuUH/h/wSMOtIpnvsKr0sFUhkE8cmd6+blONb/cXamu41jWbp9lUL+ZzXnQzY6C7iaLUue
7bD9h3BEODhPhzPf5j7LfbFeclV32kyndUuoATAc1hF55r2/b21jRaFni+BD7r7a+JMAGIzqQYxN
sdoakg7lOWv3ypBOuIu9oXs4SGIudDL790KY7WMScPrATzX+lFqFWLxuuTvMuMAmW0Jow9yQTbVV
0P9fH0yG2F4UBsW8dNV231cpZppaH38EqmHcCKTWZ57hpFeRPjbfDWl0BuYNO85Z7Uk1oPQlygrq
KyYJwKWuwgKhsRCaovFWZu+1Fyj5AO2B9sqiuVlFBLMRR9goo3wnv3daPLNLdprh0q+bKFtWFMy7
tVW2iRh/6/e+MZEW9S6J6AsVL1b0EnoaeSZtQCXuEjv5paI0XJqyScbXENrWqqrNxrl0Wg1dUa0k
zU76+C62VO9RH6qKMNUysNQSCWBdiOgs8NGY5ASF/TpeeFWEBieMwLOtcV476S2oFVdbVkOQ71EK
K/d6QRB65WZmGaxyQQZ7HqN39FeYiayfReDZ+XooccrMAof9GyCPnqoPsWbb2lpSfEyfDwmdAFCj
bUdpo/rLcGX3jeJtq6Ht3XJesA3AThsszRvmXPi6cofKbqAeniuxUxFOiloLz0/QDNxBMUmvzEYx
IuIByGz6laxr60wRQ6k/pyTk53Xiae0Nm6Co77rO8YOzMdc78xp62NjP4lJh5nKZM87F8CYvr7zh
EumXk+xST0kAlnGQjqoLqyqjnoKziDFWkDqQhPcyNJ2FUpStkq8Myy4XiNB1CrlIoRYF/9TPh0Zd
DIFQuyfE+Yd0ITddBctRkTtgTYDE7BIYcMZDRj7JvSM3G+esjEk8fCsCIrDhvrArA01DVnbaUk3B
2Q3rahy475KWja09tBS9mxPdKdFGuojy25u+jrkGxTbil9RTzaKfR5ZZyT1pNMfBbZJa0kdHJlDf
zSw/k+N50bhGdjNKlHeXqq0i/p5jNxzlleFwb0flbFnunZqpsp71rdn0O6Jtw4uVu4hBZvhkmlUe
kOd0Z9JDzsaBWlh2S2klzCtAC2q5QEyRX3sIcLANUQzv2e4d/BkECHtjTv4svEk5ozySJyy3dGF1
61qxRxhBMTFrCMv8XpLvfvYxrWyb0kSlr3UgHPIsJarkkjH7znQhMC4h1XDblJeBVodzqlnHM8uR
SFC62sZNgYHvKTPqjHuim+yHoHDu2BXctVnUbExhzN6rO9V6RLfKHYEY+IIbs/lkJ6pR4GsA8TVD
yaDNI3lQxRB2TOeJw0VrERIzoX5Anq3sBCl7VUWJRdzUS8wFCiT9Kk5867yWbb5F2ZbfIKX/Tonb
ENteVD1xbIxWlW5Hy8Fnarhmqt2qTlFfuXGc3PVN611XgAOsOSpidW9Lgf9erarWu40P4fO5rbR+
uyhHhZ2GvGW+0poB4MFY+vGj6Xpl99B5oSjWLuWMe0glrPZgwaTPtmdqZotK04T+4HTomxfsGi0F
LfI+C9aBxUrMiTyUxcqOejbW1kOvCMHAIcz+FhlNO73TNmThnWv6I0qWY+9o7kUeOQZgjhpZ/yJO
nCD/GQD78FYh5Bb7As1QOsypECPTvcj6MFrpwViWa4vENStDL5R9gnsFbRbW1We7GfH6lnn4UunI
4JZIL4wr1St7zpd2Tj+R2DPcJzBLZKV1BDbFqowbpnLvQuk5sz0x1mfk7og7dDKrXjqE9uEZ1qpE
weDWUxBIw0/rgruJ0CoKJHXJNrOL7qXsRIvcAqmESTyidNSZIVVcb9iOZbxp04xlAYlFpV+N1KJp
rmzHj+q1tPRB3AnUbju9HopwOQyAQDYEj1qS91UT13OkLXW69C1fH5fJoIfpjU5UgUs3AicMFIg6
8sc4pQz4rsywmi/aIGo4R1u5ps1SRIBccjgLFDtqxHJkEipJsWVMFGHed2nfXmWq4FvGUaFki8LL
R2tVCKstkNHE1TjDQKZzuYka+5eRpGwpbDHiodGLalP3YfzsEK2xDmG6llXbds9U9hbLm6H7tRsM
qLHl7UWLteKpVF3cO2pP4uKmslQ92kkKKqqzocEjNEcM0VZXQ0CGP0xD7bYyMbAtcDEP6xoLlUSg
mjmHorNoWghu4Ttb5r2Sirne+5mOhJiIx4ogjeJQukFg8Wh9lVQw6rE+usSFUjzbVJwOV21hNhyF
4Oz1sw7AA5kzX7LSVC1FFDgMtONdNkb+cxRXHcujyIgzogCyoeBoYYHzHGdPvwuiRDwOXWBa85i6
AuFZA0Z9Gel9puzMIo6rdX0gkKxRWCbFDJig3681Qp/KK3DuNppXoS8P+hw38n8kTLaOujCtPqA+
14CDviiWW6BdBceTxTeD66VMpaaOwQ00nhmYP9swKtNfdSrI8BPYj5OzAXABRxSvB44TyCRoF64u
M8R3jiNxdIxBEvrnQ1AdShwD8BLsDiKzihs3UwMzmJtcn9ptYnadWOPkbSoMTHllrY2wE3IDbiC7
IZPi3kiKdt/VXdHrS0mnpAv24z7dK3XadOfETKLrjKJq38bWHpI5RZq7cGXYaeetEkA1m7wwi/Mw
i4m/cu0n4QKCQtv2jLt5EJfOQ1hLHCcmB9YfIdWFva2Rc7p4igAC2TgjIGui0xuGl4G4bUmdjq56
QewNQq1tOGKeW9L1xJqAs+UtS6Sqez/WwpceM9KtoQzmt5qzDwly5C4sSlYQmtsGqMIwk0WjgkDi
pOvckj3oytvIy+eIQQg3peyjheOee7AFlk7U4G5zsGX0SxhrqPmRl9Q3OeHblV6P6sUAlGBPItFC
CaL4NUxBiEZwzwi13CNgiBCoxr63Ooiq0H9FSHe4n1nhPG2s5izyNKuZdZ2OzEhNsmc/OQQvx9bp
XghDR7dB0yevfU/Oc84MQzFXcwhasIClG0I33orKlnGGv9orHhpwZOtWBPZ56gGQMF1duXB9tp2m
IPa89rWuQ1qrkIlL+eQLt3aEvk7Gurqo4FJh0aw8settVDORq1fRMvA4Xc5jNY7v3EbRHjM3NSDN
6o12xk024rLuR/2yo4C2uiBOb5F/QtLPFjEqEaodAmxr0zOsheto5NMLii+D4MCEMhuLVMMMldaK
R3pWhoTxqCw+iyvgBLIUKlmzcTizMB4CwSnNce1x9ZjBvm1fSlF0WO3j2u3OGncQK8nxc2XJKLtE
DwWIB5lLss0j6q2Q4esukjQ+nBS84CLLIw9BTW3ci1TR4m2UpHi7G3IUF05dumsjcpWFtNzrQTW1
rQmDh/ScF7tb7sLFz5qMyUZEfWVfZaXnVnuSlfc+15dlJPR8UQ49bClXCViZSJgxrcvxmm9h7ak2
3Z4RuK8Am3Y1qDCEC6BY0i2+VZPzaWadVVz06ssEyAymNVC4PmgCBx2wFwbpqwIx+Dzvy3iL4ayb
jzblpO248n8gHa0fnTCT6P4w6YMTqECK2A6v1wLIN9NagtKkGiSeVmryxDvGe71OoHksk6SpuC/g
Fz3cDA4JnK6R2D1tVM4LzzQsvoGKAhDvxjcoFdbcNoqfqV5oF3UGWI8VBqNx0KbrzB2tuyZUqx9U
QZZkNGr3TIaxcZujbQHhy6XSZypoaGwcgYzD0Yq1oRAUIzBDXp7KGSVHDdyO9gyqwXBuVH3HmYOT
24w5ppmEC02zRlCZSY+gYEpwqchjgq/2GOzRkjrbtC17fgaROM7xcmYPfakVSw9+yy4oTOeliLvq
ew6maDfYByaNPaCCIpG8wc6nIfgiPbKtbNAgQjf9C7NL7Bt21naRakRWQWFYt9xSlJ2ddM2u1IKk
Xpj0frZFAKhtbZMqcEx+kCI59tSDDKBxHzL09dq8Z08Od2aSFC+llNqmCBxeq4WmYOmbdbRJgZSe
x17THazcdbdpKfZ2Rj64WXh+rX/neDDcqZ5Oqtvpy1wSqvLLJbZXe9V1A37MKHI3OiWF8EN5CUcu
ENJPlVWi2S+xD80slMRroqZMR08VxbA0uaz6GyePyztHat0DFRF8JGuZAgGvQC3Q6wxMZAp0IFKZ
YtZWLcefCrPwyFHwBlKitXO0N51Ep5ecuRQWVdK1ejFLazW74ChXozuzCAR4I0ryJJDlZkiqbG8F
rresTa8+7yMS66h7va1ZKuo99Y8hpwyqgnUhP7DgZlWp/ixKrnddghdEs7Xghk09vrTtoFz4ul08
qHGTbJAo2HsSqdVq0HvWgII47zoqa3dBLC3esrCRrrGDkJq2SG3aZZ2ONtRKTh0e6rpDOoi5Svr5
SdUG61tXNcpK6c1oz60Js7TWJEthIL/0c6cF1gYl6WeM5fv7eFhvB6HHl9zVtGHhhGm/15ocL2Yz
1tESUISG9yXnngZJC2ZnB+8/hJhqniU6CKph5YLpj4AshPC5v0dRrhe7iE0twI3UWWVFvRQk9skM
aBgn5plUhOVdqAGHNqLnFH9pbhBZhmbEobhIiXtGkHCgMBqB66RoPaGFoX1CEZRe2dzTLTguXlCz
sKZ2MVYXhL25X3B1qdP4kn0Yd/MstxM0lnvS61SoXI0gRvzXIQV6vHJG1G43ChKz/PVrZupfIVkn
MOba7xDhCErecpq7cJFUlvjZT/voCcsYQ4kW+2GgbZGN/qw0KWYe0t7laR8+YRkr5RtyVepbs7Gf
GapEJo8Q1f+CkmxO4MWG4sdYjPBEk0js0XmBj1VVWBViNJ25VPG3nvYEE7w6Mhc7BN+pbxUlNub4
JtaZ0NojMO+/6tYJXR2GRiq6odC3DMynsuq3mVSPUKT/4qOnRbvDytREkmTaFnsqdrx1ldQnVuWZ
1uxWNJRBMVeYbV8PXJtHe1apXXHaiJnW7PYVj7iTjPWtXzWXXDW/cew4Arz+q1cyQacPHhsIkki6
slMwyvu3SozY/qRhMq3YbXcqOh0di0qeet/NengWLDMnfvZkhpLhQWNkiGYLQShhn9TOQuXE2hPG
ZIIaBpZYnYzDNsDPsDBC3QD/48gTO3MySbEuOJGlgqHgOI/BLF4hPDutaIAxmZdpWQDFCK1iC5F5
lj8a0XDkbR+W1E+o6MZkTkoOLwH34WJro3tR5gkaRKRLCKBC4L0n1lmZVus2hYXpJZc0osW/jCK9
xIe9OGkkTmt19wRmOF9lxTZxnedY5ldEkX6d9tGTUkV+adRxKmLKRgOPVs0l/uLTqv1MK3X3ZSNJ
5oXDVgVE7/RX1hCfBpbXD938rowBwL8Ql7o/bH1qGi5M7VBdhYvdaQP8rWbJu08XhaaWeqX0THvH
uESpUp6hdm1O7MrJ5AwqdN2V03Rbu2vPK81fq3l0fVpXTmYmPTmW7JLtNtPrJeWbnipRn/jGJzPT
MYAv1lrVbj1KYS4ROVlLUQ76iW98Mj1hkUEaQDi11YbIu5A94QVKBoSn7ZrTqt0x4IzSMtAJVweP
ftHYr55nnfbNpzW7IxcNSSeh9VoBqgtXybmopWZ8ZNn6i81Nm8xNqaSFl+pjDdFT1Ijhied5gXZa
l07LdjtuFcQQY1PKywiMEv5OmvnLSQNxWrZb8Ssnbn1ZbpGwYG9IsLSXGjC10z798LbezU/T7y3w
31DjWcABdCj+fdRH3Wlb0FtdjXcfTiXNUbfipth6mnawAgouEjEYq9O++mSGOhoynlHk+dbPRgdI
SXtBQiQ/7VQ7rdydwZ+KtJCvjhEnnkFlWWkYjE/88MkUbZIqTJuWzS1UkzvIOuTBsuZY+V7rbSP+
ZINW3Y99in1ONYbI4sXgT77TlWidm80DGVxodQV1FmEC5QexuDgrxLjtczkfqmzcWY6bjitYHv4D
ZtL4LLKoZyO8yuWeKfP54ZJJirz6afWoi5DPNQfav5wjM7j2JJEG+BgoeRR8vXJAD9qg8LQG3dqW
A2j9rv0herC0OEdnBGKcqy5z48tERTmKarC/wAkTbgUgr1kQKGdJY96G0r2MqFDVdO23fgj6ZT/G
BCi5Yo8ZzRYiU7o7J8viVW2r/hJJk7uKpXvIaBfXMdaeZeI3GlrsoD3TEGdayEPg1g/nfS/81Zhb
TXVP8YWNkcgun2GpU36CXxZEbawW9Qkk5BYgDQIqY12gb9jhAs4JAEZAfIPw0i097xIW6VL1q/Yp
GnTcpbW9GCgOu8RLca458nEkVX5mNsmlkrUkfoJSuRMy7196l5OBrZ6nWQzFxyvERlOAIeFnBQjh
hAfKMjcooBp9i/hVqfqZZmSIf/BJZ5ijzBnhnV3oN4hl83OtSM4IGGS3veN5a0sBPG5jIbgAG4et
cEBe2UJjNPWr1jKuWsfqVlzAUwy7osdJhxl/nnlKvTSirpnbkZt8i0IkbWGtrDXkOVcxcDH4dxck
CrNFmkf3Y5I6c05n2bAaC2UDK+auUIaOkBT2Vc6bC5ds5LCAbX1l4oCaI8gFNCX7YQOzgTICceDs
IGJ2KDyGnYLPFd+hNdd8z5s79H6pGJaAm2D3aw+q68Y2NAwemVihfaseiPAiBWnJ5lNvgUixSG0X
UlCCgnSuAz6bA5VRV3an6PYcVzM+QFuX545BdQBIQmYJ3ZqcaW1U1llRDvXOc+uLnMF4AAMvHRdE
4tqRnLJgGHXWPG2HTVPbu87P7rt6WGux02TLvMVYZrp2clOhktgNlrqPoIAuK0jN80C42MU0sKUt
jN9znGX1vC7Vew01zkqFQM5Ai9x0bjlpvBUjiXCBp8F2cFmb/ppiBeR9q0NO3eGFFs0vN3aGRSrw
wgsCf2cNdrRFaWJO9W0npZrICJO5UV9Hc7yua8pOXbm+qEDIVxKuk9bvoA4OsLQzprB94egomEh6
9fuBWmtwaIZyxJtKrg6rZt0aW58aIY9m0+BAlY56CxLE3lldjokDbnD6rYO0w0swuzkFr9zhFnDQ
3iKmpN97eUORifwsNmx1F4LTfazKSl01untVKlGxGTsycyJYgJA6sw00FW7frqpDnh9robYsLTlr
TGLHDvq3tRP6sIlgRcCqYEzPD7Yq/Ef9dQyFaZV24baOjXMYct+F3zoXWqRDzqolM3sYi/FxDJME
JEUYWmvKLujzvCNe3ZbBNlUN8o1pNYD3AC9MhQ8X8b5tiXBclW1o7CxdRP5Cb3p1BSt7b4Wu7izg
viMKhIS2RNHiKYtsKA4nq+cgoKAIhBmKu0d2/qp5mULSIi4fwhC5gVZlchngtd21o/eQhPbBmze2
6aVJ2G2lp/kW/QNzA/Cx2xzih7mJYhPDwgxmEcuMZ25weLxgTtUeXIVLHHYBKsKSuS4XCtFl9JdI
l/m5VS8tICPLvhsUNBDFQVgmpKIsHZxI9wFOtaVTSbFwYgmnSPiSvggwNg6hmu2qIblE1OTtKZlx
qbCEFxnRV8NQEMajX6KOSwfejeVAA9/+pNnFJovlhgGmXPrYpVaeCABOk9xxejRyuUxRZlglBDNM
lkxnrxx/FhmitLgy4lvEczpKzs5/1BS3u41U036UWaPs1RzV6bxratd9RpjQ/FAAH0uIRll558nm
FdGgcg53EJ3qQFeiLm62vgIOcKBHF2UtxhsOFeOqToNiXCC/Rn5BhvJHa0ru061NPTYF84+a4r4a
zOSZpMRASdM2xrhY6Et3lOUicGUGLV9e1R0myLimkp9h1j4aH9nTM2Zuu2DZ3WfCuf5GrcvwG3KM
Ot+2itkO8xr14y7qWlfMDbd+khUaXAOI+7ZNO6SMceUMJNHs+qVBezLP3HpEEmNad65xEPLUmD89
kjYL0DK4+eBD47wB/6OBbZlXILU2bls46zHO/R1JK3DbmtziwQ7wtZfmFfKWdGGQ6j1TXJV0j14s
DQuQ93xI/StivhSHGs2m68AoGQHp7P4XqXNbnCsQ28tnQWptHvfSX1uFAKXmyrs2SLRvKl2KpjLF
6QYKJDcLq7iHmzU2C6eUubFwIl08Jq1LlrNUVeeiTMcNLOxhY1rornpKb6zLaMRgrJjxix8Hdrog
iZEh9jN+gTRxbnJJtrpOwp+GSpoURaOWPzZDpp4XFFV/bA/qhBJv9SJhQYbxkQcimnGmSeZB2NRY
bkKYI1GitZdKg5e98VLIYKJ2jDOA+ne447QzH6UmFl8R3IuyGC6VKDXXhxQTamyz15aujgEQ+B8Z
PkCLl1HdjlemOnLxMKwtC5oPrjKB/r8qqkREVBBBUDMX5NDLeaomki0rN9DBuxoJp7TIqnOUnKDC
KIrVXHcYTu/yqK12jmize4xqzbK2DP8BSXDBAQEvQr2iItOwQXnR59tYowITFMTAotJXRYq0CTLW
oCjJZ13B5VkZTcwzZqAsMA0sQ6+kjoE9GIsuN/cdkOIZdnVWtS65Nyuvo0yEd12in9cwjslkrbOT
cq6DE2Q0tBC/+XrC8t7jIDZHx5ddDX5Ez6VCOa3kpnooM/fu4F/nyAnBtJnbOjfLeB7ppYWroELB
dOSq+BfBbXVymcPmWwN4GAx4MaiuZwAqePM6KCJA7jrw7KHrTrvZqZOYaBTAFgg45WzZYThFNhX2
WcKvwEVOusWo1sdXBfqwTaMCy1tl6ONw5dl9ghCq9vrUPS2qq06ueEkeu43E077NQkqjnEuXibEt
Il9/OO0JJkGYGJaRgeTS2ArrIJYu3fOkoNDHkaF0eA+fXWYmtzyX84YR+e249RssSGeGgoA58Fxw
hnqhh+1p12B1EpJBMd7kluUznhwzf7Bl1n9DZysvT3tDk/ue0CTD1VaHbdNXyBCpJtmdY4DD43fK
52vu5MJXRAE8I0Se21gq1ARpuF8FJPiK+KQRpLmT6UyO1zBa7KxEN5A4BVAMccMlnChOmgOaO5nN
YPw63+zIO5AIFsi2DND3ypCjuzrt/UzmcAB4ATSp02/VEQxb2YX1zm1998hadJhHfx6hmjuZwQjG
JEpI8oNGCut+npYCunPIlfDEbz+Zv9S99gBbyH5bI6wNYSP7+SIMxJCf+PmT+esLpR4RKqlbDeI8
NwV8jzGdnB6rL/xX72cyg01q93jogsdtoqLpT50KSRHVObuTArWaO5m6FYhMVUvzbotSVbvSuzj3
FkgyhXPi5JpO3gTfV6PDg7ISr3nJAFlQjtFSb04ams5k6jpdVRhNFXRbzLDI7PKQ7+04aX1adlZz
JlNX1w3pph1vh5IVbg4gSVNvwH72r6d9/cnMTUrDlNiL+m2SdskCWQ/3nIY269PGpjOZua1l14VZ
Gd3WGx3/NmqNZljGcWyl/1z3/+NH/5/+a371z2la/eO/+PlHXgwS7209+fEfd3nKf//r8Df/+28+
/sU/1q/5xUv6Wk3/0Ye/4XP/1e7ipX758MMyQ0Y4XDevcrh5rZqkfvt8vuHhX/7//vJvr2+fcjcU
r7//9iNvsvrwaX6YZ7/961dnP3//TWOa/cf7j//X7w7f//ff/g+WFPn//m8SEoT+58f9z9+8vlQ1
f225f9dUFxGMQf0BC/X+b3/rXt9+o+l/d3VNN13DcW3TMZnm1CCqg99/U/gbE1u4SwDCJfjqCoZD
lTdvvzONvwtTBR1OGFHTNIO02/98uw/d80d3/S1r0qs8zOrq998O0+KPtdYRKnZc03EM1YSIazjT
bPLoeyYuzlbfxY42o66RH6ILno1zSAGyPFeoevPu7fyr/fftHcbZtD3LNHRCAjqP4E4WgcI0I0sp
B22nohuLkmc9/SEP+GbqUHzd0Mdjzj8fzHIpz2tRwkezrcmAZy8JwXD4+i4DfAzTjcUgQA/8z+H+
YbS/f5xPWhEGtXKEsPkP3mYe9935PKGwkpWnubnz+7a7qweu8AlcE3TylfFvnRneHoimBNJL21Lp
+0lTAiA+LEJp7sqDClVQ1WPR4yXdf/3aPukfYR6QFpqhETiwD3vPuwdqETtpGq7QXdaV4cJoEQ76
HZzawin2Qwuq4Ovm3pKik/EgLMMFy2GYumnqk6dqHV8pHdJsO9tUG33OGSC9zzsI81Tq6/2Qt2lg
4w4t2UIT7loV+pwvXxqMgPGiyt3KouAd/JsZxapkQsSmEC9N1AFV0awaxtRIvai7nIoJ8xD+1K+g
lB0x2Uxvn/xQ6M1VO3TuJkIUTtXxnl8eeby37Mb08WxVw0/jCM1kGfj4OsFvqbASG3NnULZgWWvl
hRmH/iJQHHNDzoUSSsplajbPhVezrcMNIrzhGEdS3dphUk2+hWs7LECqquHKmmamgYuVds2BfKdz
lV3ovTozMTJGIEBQVkcrRS2XFvamjLBHIMdj+ZPPXgLiYaaIThxQ5/8+vgQzB3Zco/HbYecAp+wX
w3Wm3VRwD5ZmXSe7MKIutaNSEv4AkVSkcWmJ3j6SOvvkWzjET1ydpVMHCzsVQtSILDFZNtZO1+Ly
EaO/t1GF89QCR9yEut4th0SN9w2ElTXFAwsqKYfapuoT5ezrIX+YQR86g02ANV+oBoNeCEv/+DYK
w2UbdnLl3I4HykG4or8drc47sjD9uc9pxlIFSxOVEfB3Tg6jBnQmLOgE/KSPi43slCh+ujEQaSLL
xEaCYtbBtGG4hXv/9t9/QktT2VVYRlwxFYT1OZpKCQDoHJGSBC7Q2c9fN3BYFCav0AJzamHyNmyN
JfHjK8wToTUu/uFzYu2olkPr1lQoWi31aBFFXrzxnSRYft3kn9ZFy/jQ5KTXiKPKtIqFey4uk/JJ
0++d+L4y7r9u5E+7yaSRSZ91ceAD/7Xdc1997rIXSzvrkiOH+0+eg3MIxa9VS+Plicn+S+S+isEj
BjvivvPId+au3sx7/7o1/r07KPuVdTjx/NHSpJO6KspI1gTBrtE8KKjOugn7b1+/r0/GweFQZbMD
U8JSnWp5SqfVe0wJwa4rmmDdjuWZE/sVBE8bzXYx7CsU5UdW9E9mr2AbdmwWNDYsMXmqNhmauixq
mvTluhy6J2mLq6+f6lgTk6FGQZgB9z5NyIPxzxAHd6d17Bz2p3MfvSP4+qwOrsVRctIIiDy8BJQV
oU76tee3WwoMDmy0NcMgc8+d8pYI8JEl6bOhJyzBSVfVhO7Yk22gIUumk+cJdr6+V0loMuqU7jqE
Y3fC+/ujnekQx4oZgQPtgh2cyLXZIaENhrQ/0sjhujdZgg5nPtYeju+Oah+m8rtzkpp4MgRSH+y0
SyoII7BpSAG1EUm3dKbg5v36kT7trXetTY4RADAEhu4h2FHcZK036ZYow880oCisayy8SJvJCltP
J44sem974ldPOTmdUbigJUxIuzK4UclZVi641JKY5yzQ9ccWH0PsUxpNk7OwaSCEnAcJiKdNWnnz
UHnu5D4Nf3StORv9eu934DLzZWTHK8gDa4hdayRVC+q2gvrZ+HI4YaV730OTC3utCigZ0Dd3BZZn
jd2eVwgPGLRF+vJ173y2DL1vaTKwO4uighaGw13QXEu1uCjH4KcvvyF1h1vXVEfCJ/phav6pU4Sj
UuDOVnXncDd8P/RaXF6dGI1g1+K5G51Nlf9yq2dtlCSXmyejde58bnF9+ahQOJN6a8l1VFBXWFLx
YhSLJttG7bUN+98gv+iIlW8lR0brJ9uYEO++4OTNI34OVEkV4R3mUXelcvS7IBWMkXEExPL1q/9s
rXRUDgKCSxG3vcnECNXe1opGC3ZJTq66wdlG/ttMz75u5bOV630rkzc+tKBCaqtnGuBbbuS+g98x
mNsUPuvXDX36OLrOYLJ0jurTk3KUVNRlQaOzi9U7GO6LVh+PtPBZ32C8/lcLXP8/Dp5QjcZOtjwK
FAloKHLmyOtTzjGCvtBVg4otqm5MegUj5kAJkDHYedq1PxibXC3nilEcuRB/+ijW4RDNdZXD2eRR
8rDIDMh4LMEMfaV9KMbnrjhya/i0DduAdaartv6nkLRu51QZi+xgF2V7bzTmmIcj+Clf9/qfryZs
xs67Vibvyzio+5wygJGrU4EnraGPVvYBa+H5xTKM9D3OvscipIi9bz0hisJvbsj+yLf4bBV7/yUm
g5xCcAb1bXnUsa8U4I0mpK4eJxiGRko9Kf5SxeB0SptC5W5MTMFV317Mu10UBoiKvZ8uPEuHdtbm
qDZAxpn65XDz9Sv+dAa/a0j/OOyt3m5kKw5LEkAHxXixiNiwSY1Dd+SJjjU0OcJHh1tLS9Zol7u3
VGSe9U4DZAu51LGE7acjU2BdfLtFcmn7+ETsba7REeLYZcq9H4mlHO6V8NgB4NOncTSuWNTTMtyp
1BeROf49JQp3kf6LwkZwCC5cJ1mYSH6/7h/N5OtONzUH4CV3Vu7nhEU/Pk7fYKmVVYjMx7BnKMoW
Trouu332HWDOLMs2/Rwr8+gu1GxVuUB/jnTbJ2/TId5lacLgVEyU4mPzJPyjEOI/D+re4z0OuH8d
W0o+u5F/aGMyNPD91Vlv0YaND5JTsNjaQ7ikmveQwHyq1kryU3H+PfH62y0MOCprsUbwg3jAZGlp
hA712fLDHamja5C0C021g9nXnffpy+MYTDMuqpTpnuKJplaqLA13wGJXXI0Vg5qfXnlkiHwyQogm
/NHK5ObV2EpU90YW7qgtTekG6DjEz75+kM+aID5EFRGb/7F3fRwFeQk7F75NuBudfYNl22+PJZY/
mVBcVIl7wyhxCftPxoCLJMivsyrcSfUh1Pddn98E+h5s/JGQ32ddwtKgG65jIG+aLqyh4VUQ4aGu
R/armd4o3X2dHDvmfXIpIW/wRxuTOZNXpAyixMQ+HYwIyWKqPjbom9YE27dpIb5hdY+vVae87iIK
yX3dU8eeb/Ie4TmUCuXHwl3lXLntQ2Q9UbDm6ybeRPWTJenD801Gw+iEWg9JINwpOGLstbWBxgeL
xQNtbLymEFKFtjabbsbVS6THXu5nA+X9yz28gHc7Y01dezRuBiC0A/k7Q9n5LUxVgNk/vn7KT9sh
O2JpBpu/Iybt2JkGvJIqNLtscDH1V+EN8oRhVkksqGGPwfWU5lx2fHYsHWPBx8cSVHNLS53liAq6
s8ovFna9RTe1CPVjL/CT4wwRb5f6eXghCdVM9sfeNHF6CVZbCfifc6gedXObah8mJT3S5oim5rPt
60Nrk8WJAo1e2cCt3o3AU7+lCgXKk2u40SRMAngtEYr5/r6DyQjdwI9hKg7mkTf76WwkK6QaHLt1
YxrQ+W/Szqs3bmXZwr+IAHN45SRpNLIt25LDC+EgM+fMX38/6uBsz7R4h9g6wIaxgQFU7O7q7uqq
VWtlQxF7qEQTQ/q8slVyc5sWbie3kjt9WykISlBjnrbVGPeHHNnIj9cXdnFDnpkXNqRTqkqjzNMt
wVEPxSXCcY+rycuXKEDckrpszvVKmB5UQ1jUKQ1sSW6r+ViDBVd6D9oYL72P0q8hl4JTfbEelfyW
WGJLfWjlKbCQ8bF1RdYU6OipZBiC67aySSopaMPT05jXbgC/Hjz3mzy+swYNSrU3vG4uzM0b9+wA
yKPIRx4Ec/KQuIaF9uLzFD39+0U7H5IQ8vu6NFjqgI2iO+b5j7B9GI2VWVuMemgAZ9YQ43NUXRiH
B1WfZo/4ZQ0SlwAPidePfiFvo1b63QbFSUZIcwP5CiR3K0DDZdMq/qI6850umi76RFPy+YJKC1+7
NaeZlauHfCtUQAFbCJS5yBpWB7JVykmDuwYSTzi0rk/x4i1ClE7Fyab4ZIm4kUgCHCwr4Ndr9SE3
RzDcbbmdOu03vUD3GnMPlfjtnATTCnmHyC+yJmEmr1R1l3bn+UcIGSq5qRBehUgdcpR7dIQgnHtY
Lcos7g9dNy3bmuN4Me2KonrcJU1OOFDBjA4FpHlroMW6g8PSuI2LFtnacbyTjUJfucKWTnpo6BWF
Xmab+FO4p81eT/MuwXBTJGCvOtSXFWXa2IjqocaK0lxYDuNKRmh5WQ0Ku0D2VE1+SdKdbc+2GDv4
UEuOW0O6b8tHlJRVbZc3CN1JW4fsWms/eTEEdxAZkiPZdd+u+9VSqKobOilA2OcUU+y97hvba81u
jrkjONwafUuxZeVGWXSaMxOC09hRaJpVT8At509TUW4m+V5Dwub6OBa95q8RMYlTBQHSiQFG6Cr9
SqwVIeBstbQNhQ9d+CtJVnxlKdzBOW3DNg1UI8SoYPI8YFYOCgBwXU/wCSXJkdxpkK7chosuCVmS
BrsmxV4RfNIpk11Cm4p30LDQoKNhGeh9ZVDKrO+7xSFZKoV96jhkwdTLi0JJompM4L0/RYO9CUN1
0+R/CnXcGWvNpy8Nsq9uX6g+ZZUF40gXNpqDpBqi3BzlcOe4g/c7GGH23dvG3ZR4m1vHLujIuEMC
yNWR65lVLbJu34+/rzvMoleefYRwDWcNIl+hwsaLoh9BRSNleJzCn9dtLDolOY/5sQkySuwUTu0i
kIEKhCeHsMmwbwbQqAHqbojcFXtvWrG2PKK/1oQbEtpXZGwqXp0G+PsKDimkSYpgpRqyeF6cDUm8
6jM9iUPaZU8NjUmm952OVvd/m7R5Us9OREsDRgMlZnjK2k1jfvThggmCaZ90w8Z5QhZh5XT6f7zx
77QJx1M7WFEFEzMZo8iDaPJ9HJduVL/Pw9u5sNGGxwI6UBd8KQy5B0Nrt0HeuD4eGa9BS1bmVjxU
YlPpI/qQyUwk0SayHjwU3q7P7aKL2JSbkTOh9iwmJqZJcgIrGTklw/YPLUnT7WQaX7MBLu7rhhYP
kzNDwu5CycwYkEji4Ip/QBS/SZDFC9LU9bp6ZUhrlgSvV7xKB4uFpWwybko1P1KIoGgPKf1KdW5x
dc6GJHg+jc10CjU9B8bk925oPschAhvXp21tfQTfH3WQwVWLjcl6TANtl9U/lTjd/W9GBIcHvGmh
PI+b2SxK7P2hfr4axC2vioFwrU5cYdvC+suRDlH6gKOlCiIH2eRK6Z8R1ZMmXHG05Rn7a0hYfs3P
Akf3mTGrhAhTe7ZHeydV9sq6LN7DNrE3EE3dUEXehKLprXxUCb4H37DuwHBbcGorSM0oxq5KQuXO
9pVo5WBaHtlfm7M/np2DtIEBUzSw2XY/4J/b4XHFUKwYWbyhQNMBpTUJMcQDoZD9gBf3xKsi/xMn
GkyWN3r43MmbytwP2Rqz19KQ6Nl9wSSbpiN6RdZEqI4ODpnrIJMPcAjrcBFH/aGO8+T2upO/lBTE
IINymG6ATCZVKmK7IEOoWh3sHQAbJI8cxbW5tOJkVwf5IYf2utnPj8g+rnfoTWyt6cGw2k8obxxr
NPViSUb5hw7z6x+1tCugsNQAM6lAlg1he6t2Nzl5zDeF4QDZ5Xcl+4MwrTu0u+t2lo4qAyyxATp6
xs0Jm6KPkJiHST06Jf7H0f9DSef631/ymvO/LxyFaMqREZLS6JQj9zB35irIAflfirHdVFyQWby9
bm/xBQ6GGBigosjkvQWDQWzoJayFDAit6T3Sw/p+iqGPiIbcuvELNYZY1vE3JWpELr0U6dfRAQt6
/SOWnHdGawF0Ih1oio0hmhXD+WsyaMV/Un3EoIujZD5dt7G0cKZtKOjeGhrHzPz72Z6PUSprJjWP
TlmSPta89l3ATsUbDjOOZFNTySPIYFgvjZRhOY75iMRWWWc6ZAVBt5HBtmy7ovhVFx2XtWMObzhn
KDCaNqEHbQpi+Yh8bTXK+RidRvnerx87I0Eb4pviodmZ3o/0W1+fx/kKEze/NSOEVV4zuix2B4TQ
XA7kidDHiqyngs7E9luk3gzZTTh4H5TiA+/PFe9YtGjqqgpfrkJ0NXvP2crlmhyid25Gp67eEfPk
dsa7ZWxo1PZJZVoo0QxfS8PeXx/nCwPT5UB1dEbYE2iDzzlFIV9cG0VawB4AduGXhXDptkzvFFif
f3rPZGgGBVqHUzkeIIgA8d7Fx8mEEQOwBkLIKzO+kFLlS2iTMG0+ZgbUXk7AGMilBhIeyEnPk6AJ
t9ONhJi4OZa3svHYD89jVmz6CjYDyXs3tuaK/ddHEuapgykKnaaOJkLTy8IyaWGrgxN3gevHSIJR
/+0UFE4ho/1GFWvF3uuIgN4Z7nnOV4U0riEMN7GKDK6ENDiVVr0Ju+91MWyQ0UvMfZBGK9fGki2D
1hNrrr3SziNkq5NCSoPcB3SgdcVOTT9NnyVrAnjrpvq/zu/pFPnAIQKCAm4jAm6cNqBfLOeClnQE
nQhykqMShytnweutolN/BQSjQi85n6WXnpIqjRROKakaNKURi30sB1ROf4zmDyl7Vr84a22IC56B
OVSZZmTvXMW8NFelUK7UNKCd8j6hmiBtNe+L7u3V+NbOHQKe3ytbUuXvCVvywt78+9lJIIF/CLOa
Z7hiJvvCQ/GigEUosA620j1poFT94c/UfIdTKWzctYzDQj5xnty/oxUmt0Jap7dR2jpJAWqU9uDm
E6zxFqST4TFCp8lpDVSE7BsPvgNVzrcFgjnE6Cu7Y+HC5jPmwgo9K6iovmoykj34BubMh+kMt2qj
wnb/fYyexiSE1rWG0eQb6vJup63dba8vaTal44ANJp9J3CcECl6K0LqDfufJMVGpczq4p1qqqmsu
vJA0ALQNtG6Gv5P/E32YdGpojAnY6mn8LR8CGYL0cRMjshDoigufzaNxax7Qa8skN69XioQLxwHH
LMlxC8QwDi1Gkcx4OfohWSXrlwJxdRJ9rqpnJ/oQRb9WfHk+WQRfvjA1b+UzX7atVrelHlNl/yMa
n3PjHYRurul/tJDtNpFJ3Of5lxWbC/vn3KaYBdEnS0GoEJt5XLv1u8C4CfO7yDsMP5vqY2DoLv/p
Dhmuw4rhpcFS4iErQlKSR7Awr75XMd0DWydITnr3LJc/4mcYMjZ+3CKy81m3UbKS1h7jr58EYOHo
mWQp6ZQjWL+cYS9Xqhamf16WFdKj9sZD/imn6qBmK4m7hdLypSUhtrTReVH9Oc+VTu2Gbjap/pJV
6o4nkebQO7nJpWQzolhYBB9UNT0EzkdvHP41nIRvmFEx9D2wT1+OjTN/GlAYi+R5tJ0EF0olwXTu
oReJQB8UVCvLuXQU8GaQwepyHNLccTmzo1dPQaqMIS2ViBFrzU1SwA9HCfQGwYHY1e0nRafL0vK2
lp7u5iqemsSIvky7SvUer3/MwpXHuP9+izD3ptpFWptTN8tI6RUZKsTOD+TXUbqC3q5N3Qgmv9Xs
89oEzL+fTbZDE9D83OYMVuJHp7C3Paxtdv/8hqE5lJh1DdAWr4pLK3VhGrQsOGzXSbmp7IPWOtsG
4j1br54jezvpGuQ58s11o/N8ieeSJVN+oc+IUFOsyOZISKGCp5AbSQDlI/cjbVJNa1dusaW9eW5F
uEzUXPLtsic5oqLU2QTqTVs+aD2JgbX6+aIhhciODlWq2yKlTToYHVpREu5BomsHeKw45Ib1R2cD
7pXat1eivMXZI1jW6eijqC32HjWTYfdlrtOzM4IsmR7GfI3+d3FAc58b4bFBf4HgenFbg9uTOMMR
Q95oxr0i5zvJP65m/5biDHWuVv3X0PwhZz7ewm45DbMhJTBOVhpAUaVuImgayeJvYfQ13RDhP9mJ
fpEW+HbdCdcGKbjHgHBK1cz3sDndRDDWJR+KHN1Sf43We3G5eFeRMqJOqxuCHbugM80z6NMgntrQ
GqKl0+76SBZCZJD89L3NjyeTR83lLM6EmwmNCeDsUbukiOkRKZvK16QJ9wXlYGtYuWrn5X+1fU1L
Yd34B5jspb1RQh6Ljr7wNDYfo27Y1qhgqONav/Di+pxZEeZNQxtZlXJA4f2fHH0dy3oA2T8VK2WB
+a9cG4sQNRREorSFM5ZBrRBoLHflcBcP74ao3RTRyjqtjUhYp9TJqKaCMD61RX1vR+MxD56H8osa
VR+vO8SiIdghSFECuJFFFHWLNqzSyLg24s1bvXxSRu2+lreDX63c0ouecGZIuD3AJlWGP78Fa6Ug
cFbm55ljfPey0li5MhbXiVZFMESwRL4qfVVpoThZzDrRvL2BpyymxPa5iahJ6Xnw5/r0Le6nM1vz
qM9OJQU05DBFgCosvZ7e95knH9LRft9YynNVW+EhS8efpjzlK9tqcdXg8rA5LEhUittKqdVUD1oq
+Jbc5Du4OAu0ML1PmW7Qnx1Ew8r1uHguOeQK0J+eATPCKOsJHtDSwFyCOJ5r5DE3Md1cKz6/5CGk
fW0ekpCe8D+XczkhdWYVRfIf/Bp7uNEe1o/YNSPCxgpjO0WCDTeMlWMD92nu3Jv5GonD0nzNGHpk
UcmvELVcjsQrSmDaDomI2tLKT0pXotskRfnK63Ch8KGDVP1rRliWyG8R80BA8wQtWX6TRaUGUC35
nlRRuk8SJwIqi5qRX8GAODitufPUWN52aM9v0ac3dx3CWy7CWNoN9NIOkenkH+H3WO1imNMu4rl5
/pmzM5/tkQF9p/8gaCoYYU1UoetmN/iwCWjGjY1qn3enOfGGp1izmoBaOgrIcpmWpls23UKCaQ1F
bi2cyNAQLNwBn7N3lZ7tYK9JSY0E7/UpXNmYi2HKHNvZCmfqnCW9HGw/Uo7yRyJJoyicXdFK+Tbt
UQGREInexWoVu4hUQURq8yAqmrz4Vhl59oajdmZSIFrSXzbt5TckUY/gm6dyeSjf6XJzosoN4p//
/uAjE00jHcBWyzYEF8/8WO1VL6bAZW1l9Vhq9Vbi1Zx9pxrv1yul35fM3SsXOrMmzKriwNkNDTfW
VHlvzbzEI1Hm+ECBY9c1xV6qviM9TUDT7tAQu70+1MXdDMW7RiaTLnQxxPW6EdeSODIGL90qau5O
sFRfNzGfOq/Gd2ZC8FNpmGAW7jlg9bLfx2q4VxUYd9ubSP6ca0/G4K4GZos748zi/PvZpmyMPpK0
iUFF+q9kgO7PCeItrDZbRL6fI2V/fXyLp+6ZNeFoT2VJtfsJb0EV84S4x/v5zG396g1JB65E3aTH
HjYRkdDTU+wOdRyqv9RlygghtuN6l8CiLxKegxKec49ciJczB+G7kwQy2ZUkau+aPN9E6efJBMXZ
oGpq6a49K8MbAe/isD2Mqb2WkVyaS7JHlPQ0bkpdJHhVzFIP854npKH+SYC/kLmHKX3FIRfiGv46
c8htTDFHPMY0LYWkOsdI1c2s1DVyI4ck0ra8lLd5ADVutrLJFnYABi2HN6TJ0Sle/mAJ4FpUKFWC
i9pEXvRel7kpVOjFRufJMMJjKx8ba62WN+8rYd8Bf6TxGJS1Ck+WcIpVklmVrVnCkO6QMDJN6XMd
xveNVHpbqNmTf38uc4qAcwYlCDWDIdQncj0eoD+OX4r1CXWxQrnv7ZXk38K+vrChXnqnEUG26XtR
dGqoio26d4yt0Q2G+759qkJ7e31bL3rJnByHqokMvFga83piE83vopM+vRR308YtDT3Yq56c7HO5
/yGVfs6j0ny+bndhC1Dd4R1L5wprJ4a/OYG97CQQ2zu9fe8jQEkOtRtWcPgLxz5hKGxIYLZJPonc
vbXZtTJiTNHJUsFVPOfWWgfrkvMBB6fhzpkRv+JpNSi1QYOWFZ2gA7FpEQ/3Jpi5zPt4fbKWPOLc
jHC31Frm8VqgXh0m0Gcke9W+VW9CxJ716Ot1S0vucG5JuFNIxJRaNTIga9xLXQXZtyx/HQw0VjrF
zexdov375jAkw8+mcP6is1ss08kry7IenTTnh2Hdm+EOtQGX1oj/bWDz4XVmxrHGpiYGik6+cqv3
MLcg4jJnGOKnuKwQdqlWDsNF//47LDF5HnWa0aBmgn9P1O3QgdnUM/tbm/65Pq6lu4z5o7REqwkJ
GhE6BZmqE6NHAZYhA1Njpd9UTb2V++pdlDe/ym7fyc/VsxGQJJpyeY1YYtFdqHWDGoSOiTL05axW
Xld5tSaBLUJow0KSemsqGW3AiCsUlrorJzhkfl0f8JpJIQkB0Q8atikme0V5n7TBdsigbYtgEqjr
Wz0pdoGfv+FAniv6/x2lcMXA5JcVnRrHp9iMNkVg+vsq1VAF7BXJrYLkJu27eMXkovsQA82vQ7g0
xEpTMUElWc2wTzXZtRReI3JiCOten8pFIxaFANpZ6JYUuZkGqS5oLSAxr7c/QNkF7eNqIWtxtXhM
zR0rELaYwu5OiiCCLpN3DNrfmxjxnUr+6RW8pQCiqTeqt3I9L++GM3vCNo+lPMiyEntFGD34Ze9O
xdGe7pVw36n1DtFmN9Vu4+RbsfZqXJzLv4bFRihHKmUayTWypMptptNVZto7ysEf3rBiMxhsvjLZ
b8J02k3q1agWg8YgCWvlxyqZpV8O140s3ZpQxclzbwlXpyW4O/RhVoiEB5G+oZziKrnrdO/HdRNL
szVDoMjwQbsAGe3luWGqCJzz1CeFA6p5zH7oziOsYG+wAYELKHC++FX5EqmKvDXCkHC0OUr0ZqVj
5UakfK9bWYoAQIj+Y0W5HIntd3BlmD7nfPWQadNuaGC2So/ob65cKC/NXWKge25JOGtRNvD8NG+4
KAO/upUS1E4GoEU3TYu6VxUWqDdojfUgSzC6lXpqfojU5KHu+29WbwWu5E/DIVd8BKB0O98GI9K0
8tRO7hDIEK5W9hfb9GlYzulRrjWkxssopCMrTIKDNSDU1AC2hjqQV0rn12ssD4vuQPA5A5upAIso
Aq/QoMIg6XmaIkRCkmZHWB1aa5fVC57k1QzSlUn7CE2poMEu10rzJh5LPsBUI9kDUD062rix9XRG
7pu7UY0e1eSTqs84VXA/1UNgRk9KVG4684OW/WyjYDv1+W3dv4MxNbUfgEHvZfXRl9SNke2a5J0E
z5KLU++ve9hSjlCbg1joSymeElNcfnaKPsEkBwVBZnEX9elD2IHHnPJbI4i2MhJlYxTcNymo3qxE
2qsLIFjN2wOCK25uhVvV0o5jqO68cpRXTtvFZTv7MGEXI1cVFbUByNZsh80QFW54rHXv5vrwF08j
Gj0Bv85cJmL/WVmOJYtZEbgNHyPkwWR55Sxa3MFnBuZRnkWGAVpboxRiAAp2eBFZe1X9FPtP14ex
dBGqZ1aEwLpSbIcVYPeqxjtL2g6ATGHxqySHDO9vlu26taUcJrBK+p9Bb+A14qy1kw3Bd8nSED+g
jLJBvJ6eeaSIpI91vY0q5Y5nayetRdnzDnq1w87MCnOZe5KSTz0pgCrY2XDP6USBbjENGyWw3Fpz
NuaguK1SrkGIlx5I58Od1/hsDcM+tJN4fpZr3nsZAAkDU+j7MZxdRRh6fW4XbdFIOvcqzIxqwok/
1gDqR4OV7Kxj0qCnEis0HyfdTe0h9aWucXYubrIzc8KxH1lGiBQX+Q3H/0EFgH7qxzxduSoXwybw
3vCRAZGDOl04GZ0q1Y18AIKteoO5UYoArZKNMv3waCxNIZHwm0ORSk8wXWZV9PiW+fzHtnj4Z1OZ
dkOP7T754I31TaPXGwAVbmE/O+Fb8jdnA1WFxQs6qcoLC2i7xNOBWD7JDy3ow4csntI3wBuhvIdl
ZW7soCYmnNu6EuRV3pNauSuMcqMW0ITKw0pafdEZz2wIR/DUQgmW9kp0quXWRcMQ2bIfZhVte1ie
KcxcX6lFVzwzNv9+tsvYDmMO+210Sq3iC6KbO8+wfsuOub1uZvnwom0V6giaqWVRtsJsS78JKjpv
Cq1yRyN5X3jGXZEeuzy/leLpXZEdC2RVf66Yndf+1eFlzyxNM+8fhefL4Q1IrlrphNnSq7d5ZG3S
4lEvPzfd56FIXK3LXY1q0GEq16BLi1cc+pikTHmM0TVzaVji1kfsjfBHVVJrY4XDcNt7cn24Pr41
K8LwPIV2zkqdrUAyuZGsYtx6McfXdSuLtyk1+5nbkAKWWGfWSwDc6UDUrUWBOmeCjc2UyFxAY7AZ
aIt4kzkIcKjWkUs05/1x5pJxOxiBNnLPydDqa38MCIaaz1GWvmHu5pwseB7qgpYtrNBo6lbY9xzC
STNRjb0dA313fd6W9ta5BWF1VD/SYlWtiU2tX3lNUdd7X5arYcGSD4BYAygCDACmUeGcl8JBSqSe
e7Kqj3QqDj5KhPEWWditTuw/bobkXklvJLnaZ/7HNHuXedXKgi0dWLTAUCeAdA8ijfkLzxZsjKcO
tQEWDKFUyIthM25bfdeaxjYLze1kxI9vmNcze8KZpSdO4zQoS0E1Yd/S27rR2uJeyseVKHUJyk9r
j6bTxQgnCeWPy3GVfhImaBFGNIAW28q6d/rRLcojKZyNYnXQhgW2m/Ja0LItioRR97ldY9pe9KCz
LxB8NIzkostGvsDOntrK2E8popvRGgPlogcpQFZoSTd4jgrr16mdZMQNjxHb034G6OhugkKZtm9Z
tL9GhEVDaVPOvLnpjad7WKpH2/jVeNnKki3P118jQswYG3Wm9dMcWIXFjefb22JQblbRootWXkAk
UJLRazy/C8783e7KKLdlAo7cLOmob6GNqrtkQHISJcTrs7a4tWhYnSnegZ7aggsWCtJNKFFGp0Ax
d9ZXaYzdIb8xen+nv2nuwGPgbrMmkUj+mAS5QQJimkt98ibzv8+Q0TpdSU8uXSUz6OO/RgSH1vTG
4OAn3HDU0HQVVJAPQT9ae01PM3h3tDXA3uL8GbM2Ew/tGd17uVRoh1VIusi4tikppIqaaAP6PdhL
CsqYmaOT3EbRd+UNvdQUqNGF+I9V4UjWg7SYmopCwVRXR7WeNqYiH0YF2pg8202dc2uN3Vb9oXfO
fgid3yC73yF6fTKjD1McHTXpYUZLzGwN151p0W/pXyMzDDztlWghFdVSnRybWI88SWwdKt3f2Kt8
EGtWhMEbSV2PRulwG8g8MKhpOY/muJbPXPQjyrUvgly0sAlG0B+XU8Kr+JQjSA3jmSdDa+SMm6lb
cdjl0fzXEMIzlw7k5XQVjJIUvWQ1404/ylbjIhT1ltPxn/FQ3b80w8tFjuqO8RTOsFV958bU422y
SkY5u7sYDs9V7v9MG42il2b0OpJm/ACdx566p3T2gZZUJwo3bXM/N/uA1155yyxNH5Rt9FLTCUwb
mnC1FH0flJPMoRL0n4Lpeezu23AtB7hog2otWWeA7pTNLgel5kVsQ1pKmJVFN0Gu39DBGBnBygot
TR3ILTr7CEnntuZLK5Jk1X4bR/EprEcXPtFdTCWVrLAiZRupnNwoWpm6paPLmHXC5i43y9DnYZ/d
Mhp9dNrkNTHI+jZ0s3b0fvtTaG3ssrM3hQNFtOopbzkvAa/AKz8D3eGcvTTqDYljd30an3T9a5Ht
ueoO0pMRbMKqOFw/jBbn88yS4BlGn1VD5lfxyev6/dzdFXj7yu5o3OZEcsoeUXFt7QBctsnDgh4P
Wl9F+oeu7NVcm/r41JYAHilw5Yei0ZLbyYnRFokHecd7bhfGkbmCgFp8/kLY8I9l4bwac28oMoj1
TmM10jyn+OANx/u2VRBv2gCBCVwVRY4q+gksc+U2WtoehA5zWgtKFFpCL5c0S2g6U3Mjhq06/jJk
43irj/HXcDT9laNycZB0tDhQDKCSaOriIMvAzpOQOFLri13uGfsw2HRxvjd+1pp51xVPae9sa/v3
dUda2idnVsXmbHX07C7VCSxz5T5o7rJCAof4afCPCC6uTOXSrXNuSjil016FBi4ivETa063B7ZTV
fR36FFcer4/pBQErHtTnloSDWmJMcjyjXKrczcJkV4YANYb0GRRP7JG0sLp9LCeuPlLP8fqvbXqI
hmPe/5jy7l2/tlXnrfjqY8Aj0FAMkwPl40sPai0/tYKcbJ5ZFVt0Soa02F8f75KPwhj/jwVhYkNK
DNAoYAG2vS1KtTsmdjVsX/ZPOmwotxAJvupAkD2LiC8ciHAD45DQ65nLdAIQEXretp86N9cG1W3a
9k5K1pohF530zLSwCe1KCXNvIo6vkr3C+e0PrpNW0Bk3m95cJaWYF+T1gv0dqHBX2VZqEGgT9QbO
IyC9jemH+6aO0aBS5UOtH/oBKjdHft9E0kqIuegqtDFRgdLQDXuFgvQiS/WNGSLj/7C9P76/sjEW
d+DZ3xeOmCJEXSCuQBahY1BU1XsrOxhBvoMXdWUgy4ZmSbJZUZUA5tLnozF2hmQkCaur+W5IJoSH
lMOU7SXQwNd9f9E1iI/gSpl5ksS6uaFHxH0ziqlJ5U2dhLO+6S6s7V2pGdtqDSC+uNPOrAmOGGh1
TM2KCZSce8+mgg67s/n9+ogW547QhaoD+g+vZCIn1cnqDla/kx59auStpn2P4D5Y8YR5pV/5+D9G
SClfLpCNQkJQSDxm8DQJAl44QFWTDu5nikQ3kha5ybCW/F/q4Iali9IkPkHXptgIGHlZUPUauKx2
+NwbHySt2s4kvKBY9xpqm7AxoAVfWcXOyDVU25tNmpW7Apa3Y5H+e0UP3BKKBTDP8FgrIkzRkyIl
bmq+JYQNuZnC+/zlJIM6y35LLvvclHCcFGPfxm3Miy6Sg0MtV26tKCvR4OIm4E0KGxIP01egM5hc
g94ceP9o9b0a2FsInN3SnDZJGLmrJE+LxsBhgaOmFYOY6NJ1HLvtpKbAWFUHT+iTNnq1l3zUQmEk
KdABuL4bFnfcCyEGPkkbvHCVa9zVTQyMn2zlg2fFmyo7JggQXTeyeO4imwXcF3AZyNXLIVV9UceG
FcY010nfjcgaP8g0476/bmRpXwP5At1OvwUUzYIf0C9aGrFWxCd5ytwovSeJ1AAdAXeetSumlpYI
uipgxMgxk/8S3nS9kRZS1JfxyVK28qQdsiTY2sl4LEhKIfGyvz6wpSWyyInAGgKwiPfW5ew5ZdIZ
WctZMsimm+ZIq0bOpsvWnh+LAci5HcEVMnn0JSrLlBySExSrbgDTnVV/KUHwwMS1V+zKHYrnOl47
uBYXjhc4VQJotaEWuhxflyQpSpecFVl3rHsYqMovQfo7maLtG+aR9lD4t2j7BTNwaQfNTkCxIW9k
uK+KuNrRAxE4awo/i65xZmT+/exd3AV5HKolrh5nFLvAWSSflNisQf8e+2aNb/3ldSReMxD4/TMk
wRG9NOv7dpzPinGfSajvGVB2+hvlW1EfzFw9jZP9PpE/mcm08fuHoAFpVZe39JhNgboN/e9p9ZC2
tyA1HIXL/SMtZ+2cQRpK4+P1uV+6D4H6oy+mQbaBLsfltISZ4pm1ztxnycaRvqumtDOa3wgMIq9w
ywPFfwuc9dygMDN2X+uh2YKglStv2zjFdsazZuNKfXpxtc+GJbguJRZrCGWsNO1zBgm9FN/Izmcj
2ibFmuLX0hlKJZx3gUYPPsnmyxnUwM9Jw8jx1lneLye+6erh1/U1WjxnziwIF0/kDUpjl2QB+iLf
FVUaQYVVbKLGCHfXDS1ueHqgTEi3yLGIzVBBWtthrZI7cqLvHvm9uD/2HqQzay/+xdU5syNseDkP
e9+QSOKQUR66HvmHuyG8g9ziUFQdOtwbL/kZqI9tm23G4c7pi3sr8h/gHr/JxoFKRr0ywWvfI2yC
qoQ6tkEY+QS7ZxDd9Ib1KZ+l2Mv24DfhGjJqcTkJjEiXUUMmLLx0mBigvCl1OVvOARtfHqtucvu1
Pt2lnNWMdCUrR1qFO+rSCMqITj8NU0wRuf9aBvqDFtZ7KoJmviWLtY/A9a7EEktMgpoNbzB5dQYH
p8ylySme9d1oQz75trbppZsuPXqIkFoUd8s7M8+3ug4hEz0x7ca0vv17zyWMsSlB8UJ/9XbIe2dM
pSTDtvRBmrpbJ6crOWk3mbwm9bO0R/5aevWAQLutliqZ1VOm8hhk0h7e6t4xPhD5u//LmEDfX84n
KaPGMk0sOUlDU/X4HuzVvZS2GzmM13g+l3zyfFSCTzpxnIaBBI9SOKHXLn2v7A9D9uMN43lJoNLr
BZpHtKGQDUoRUT81/UHXgzu/vo/zcpNM9Uo8sYjutc8sCUeyUUmSL6sd+3m0N6RuHOCvO8fbSvRJ
KbX52+/H+2SoDk6afhgjdZNa2YOV5B9mEillkm/qH3WbPMZRt/d9hbS9dYj7b0E/3Yxy7bh0/d0G
UjO54C15QslrYdfyRoJly7BQrER9QDge+8xPYJPn87N+eowMDTL7QzX+UuxgYxubWorvELp9Z6T2
XeA3Li2fK+fzootbVCLB5M/pX+E4bPO26OGiZzOlXnxQItu87fJUe9ImpXxXSW+QsiRSn4XceVXJ
tIzOznkWmqFsMURITuB8FAG3utya+yaj+xBCUvXmug8uxtJ0SNHKDwOValmCE3bmSLVYwlbufeik
4jBZdr7Jk+ITifCjbI+Ptl/tTK/ba2n94brtpUDh3LTglU3QDMVYKvEpoQMeRZAOnFKnrmVdF3ey
bZHsmt+ozOvlZKqAx4j1yNsb0Lmyk6nRrVdEljyEFzcoF7KvDhfMpZHJQ9avzj3C26y5nazsNoir
m7htaxe40Uqia2nagDDAjoI0JWkUIfrJY60urUziIazGnyzSr2peRytH7dKkndsQPFBtpMwM+nk8
Pqyww30zZdvVmHRx0ubQyoY4hz5RwYhdohdtJA6nUjPsE/97QckhCNt9BGHrv/c058ySsDyjw1IY
no0l7Q/6B67c/bluYHG+zgwITlaUuhcHCJecQvlAOsuNwX6shjBr8yXEE3DaRh6dytwX0r2WkGSp
7scO8tNs/4bBAG4AIU+DPCiTS2c2elSb5ILB0LeTUzsHVr1aRFh04jMbQjgGpigekwAnRq23q1Gt
QdX2+igWZwsVdNYdoD9vz8tRdHVD504aJ6cyzndV3Rwa7aGMm51PG+11S0skqrx1YGt+aTx7xcNC
145fZk7LEVOHvasGBHSSFPdbxejg629VP77rfE+GBKaStrrXfNVG775Fp+jO6OJwm8uwcVpG71a2
ZP57x7z4NMExLWkYIvSBeF121aYfjk1iuqtd+csTMKNz56wZtPLCkST5XdoOLXgIWGu3PtCByH/s
0czWfDf3nijVmsNRsjpX94tNaJJfoFlHdoM3iLlzQZMqN4g0AOLpQoQYWkonWzlZBquS9o20c2J1
o+WP15d7Ya9fGBFuzDHz7Zdaw2mWPQw1BC3s2G2sNWrIBf+lo4nWZbopuJZ1YeWSYAiJEYAQSJG1
RcERmoOthCvDmvfvdwqEH+Q7ZnAm7zBh9bzUqCtTwhLfsSvhTwraYq9YdwYkPtenbv5mIQukO/TT
gl2HaAZe48s9ieaI1kgN72kyyrRfNfrRysCOT1L9jcxRvunCwl/ZnEurdW5SOAacwkwbQyEbAfzT
LbzxY6JHWz9SttdHtrRac7smxF4zEYwYRsWV4meTMrJavdq7HbqYN2V3E7TvDSNZUzZdODtp9iI+
nImfeEbN33IeHmb/R9p57ciNLVH2iwjQm1cybbGMykgl6YWQpfeeXz+LNcC9lSxOErrTUAP90Mrg
cXHiROzYu0tajS7X2yTQMzvTZM0ZrGrr+boycRdWFvtPTApkGqmZE9Ichnaw41nGathi+Vq1wqTR
DQIlPFJOl2NB56tEmzBKblGkDZrpiYK12ZQbgea8rRbbTkNc9z9GFkORkyBMTdRDb8vc6PcAV54h
AdB2QdSYdqjmyb4RWnMXTdHGA299cKSKZ5ZgFIQWAW4UtC0oRZLUojSEO7Gs0UPs+53R/vv7hPH9
187iACeC5Yc68ou3WRGdrOxLYPS2lQ+O0Z2u7/KV84sh0HtzryXgrcVh6qsSTrGqSm7RLzh58JTs
ZPVeTuRTJ0iwHsbB+bq91QmkteBNshSi8IU9xWqrwKgyuNNS+cC7dSeg9pUYG9tjrYsUDhQVdzqD
0viPy01IJ/4kJzXD6kH9U1nwbcTB90Ys3gW0jo6td9+bP/vI+Oo3ntNMN4EObAQeh/gFlluYAj6b
2dbIV/zJxSctRq5ZgeaR3khmOu2OF0uM5AfXTAftwfUpXl3S/459CfuR8s4cx65Objvv8+CpJ6lG
FtrInWw4pG2+sX/WXvIwwaCWSNPuHC4vjnsg1w1TWyS3+Sg0X9o0ic5lLwFvAnDlCGmaPZqF2T5l
0O7spyiOdkhW/oCTJHosu8z6en3oq7tLhyh2ZnymrLM4NjpyAXk0sbtggXsRxJL7wRAR/fE37oY1
FBJvNYiReM2jrCIvFtOc5GayBObYm5LeJlfV4ni0rLLV4hGO7gOY1aOntscOjmlPPKrx35QaZ/wc
J49DsLHZ1wb97luWICRl6uJkkNlYUc2ji6p7MOT7za7JtV313soiEJvx/ijzsM5i/CrktqraqNAq
2retovDaMXlvZ+FhVaVOa8Xk5IqFsk/Jl6dR7ZTpZ0p1G6HL6talsE7uePaA0K9eOokm0i1fEJm4
rnw06h3VP3zDpN1I0Vmud4HwLBj7WHKi7vn6Ll3L0BBa/9fwIt4slJ6rLewpdQ4exEM3fbufFDsf
DnrzVjoDP2R3ZbKxaVf3yTuri5kt2irxA7PlpEa6LYAlnUUcN18Oq1agcjTIaYGnVxaT6tfpWHdT
SSgDFZBfw9PXb7NdrG5GSrYAPUSgd0tWaFr7hEqPOX4QRgZKdYx5E9SwnyBYlmwBt9bahbka4dSa
0U4S9a/LbQJ6OxU6NUtvTbXdN7J0Bo9x8qdDoz/DjeD13d4v91r5PWr+hwUD6sirh6Z24DXzLLyL
CkMiXd8I6/TWK+57nyIVWvfJlpG1qZwtzJ2uM3RhYUSrpFSvDSu9rQz9d9uLL+hsHYZUfilACg3o
W1zf+/PFexG44TPBCcH0Q+UGdorFdTEO5GSFyB9cyOoo7gmidAgIRWvJ9RX16NfDxhyu2WNo+PtZ
nA0KxMs5NFOk2YZ+6F25tfJfmRFWDo7d36EmFB26TPtBocc85RGtKNcH+nHbMFI4hXk60B4KP/pi
pGKpe0Ml9r3btLSvpFoQPw2x/hqqk3XK4vhBVMrfbSPKt0oWdbcBShFnS8nkDSf3YXn5Cnwbvanz
cfmA1uszWDkbIRjctFXIXH7PMs1OrPJoFa5ISfz6mD/4bl6aQGw0Hp2wEyJJfznZVafFhR8bLO5w
D4/6Pla1O6AdpzDTN7bRiiVy92QZyQuQ1fxw5wnTkFZoCLkjGK+xzx3LjPeyENtpsIWqWDPF8sFv
T7mYiVys4zjVZguB3+gOQOGt8gZpnZkIMYu/XJ+8eXIWJ4MOCtDhs27XDPW6nDwjzXVpjNrRlaNX
v/wKhfr131/bkLB6AbmbKSvED37MohyUKrE5unkVHgTjSyRlDpglJ8qzWzOBXT8j9C0MZ5K/grw9
Xre+NjqAnHNURlaCl+7l6BSxndCvtwaXFzA0C34KBDApt3i/V9YK3kOSViToaD9cxn/NIIVV3FBQ
r0VtrzfiYxWKd3ldRXZFuuX6iFY8C/wR5HLYGhKSFYt9IcsTZA61z3TqRbdrOnT7uqKndy6X05+h
EYq38DpQaEvrf+Ydh5uNRC7RNpAssMzzl727F4LJCMcx1Qa3QBkmkJp5O5b/TJc2G6H/G/9BSoLO
xEsjoiLkUiIHoyvSNV+XmoMRWd54Tq+uF/ypPEG5FuCnvTQywuSvxG04um3yJ44bWyJit3rH3F9f
qhUnOGuJKKb6Vjlfpldy2VerFr0AN9F/GcJBo5KTJDeqBaK424I+zBt5cYw5WvPbQzXgBFhW+jRF
aLywCSeXZPgxLfyXbkpvRuVvJMqOLDtS9bnVh8fr4/sQc7FWigb0kHIYOI4lF+3QZ0LJpwxuo0e2
pz5mZrIjgbCx4ddmEXdLw+3cTPaBQM8CJxPkoTG6BaCOWNgXtfInGYv7tjDcPsk21mzFYcylMFiQ
3uj0lhRzuahWVVxNk5uFbfXHTJO2s8GSmU/Xp25tB0JsA98U3p1VW4Sr9ZDoeaRqoxsGNZK/uoXP
UDTloYvx9rnUyBsI8DWvMVP38i9ZbdLalzteadTe8gxlcqUsPYmFqwTCr66yKyM+1OV0gGF1Iw5Z
2Y/cynOqCm4RRrlwU3XUWkicBqI7ac0+kKZ9RjtjqXzR62Mq7wd1R0Vlw+TKnGISaA4ksTouamGy
aaNagMcLwa4yODRWuhcG2Lr+KOXGXK5sSOj5JFqEIcriUpuPxTs/OE4GmR29FV2vllDrGiP1ew7r
7aHQA/MoJGryIE5eeby+YVYWcE7dA4Wd1WLJrS+M6lpYZ4Y8ueHwaNbtwUvcWNJsy9N4wAU2zdrX
7a0N8r09eWFvTMzKy9XJ7bSzkTz2Tb+35KOe3BVNsjG0FTdCVX2uF4D4NcjlXJrKNM3I8jEdXXA5
R6EGpZp2+6r3Nto3V7YHDw081QyjwtriCDRD2WSjWozuOEiRHXrVI+2FUdu5TbFVK1sz9SZsAPeG
SVi62CFpHFdhlmbcL4UTN/FnQUXRTavlnUlT+fV1Wpu896YWmz43RllpJUwl2pMUSzZe35s2nNXK
XgD/RVlHY5VmUorLBdJ45IhNNIyu3ua2pD6ov9qO+jrsUVsJrhXvi9slwz2TsnKVLXYd/HqoVsW4
RdgKbQHEojz9uT5fH5MgPKwInOh95kKZ8XSXgxFQLZMGVWIwfvGYh588/0SzayGeq/7/siKHxk0s
vly3urZKNKngl2b1JXEZhrInIf4OZNy9Jow2Yq8nRYlD2/fbf7+Safckr856QdazPEuREil+bzA6
toPvlZDQ8d61tpqS1ydRw8T8xMPO4siael+NusA6oe+1G4W/sfejP4QPmdOeO+F+3EJdrDg/agQz
/ycpupmI/nLNGp+0lSEkk0vFfOeLgB9TW4AvIZJvqnG8CRRhf329Vg7w3B4/i+zQAwOu5NKgJ+ZT
kNTF5Koo5aLomX8OAwrwHt2Yh2KSf1239pHXhj5kEFMmamPEBNi8NGfJfmC0Qz25Zan2N4qBot5A
mcsx4r4/FbSwwFAflXaIlq0bh4NyQls7e9CNRK/scLQaN06nLXGUlaNIKZcABRgthAHLLhlZQmpD
bhoCoTYQiR9hhezKYqurbyVMoPN7ZuVCL4lYfHY97+7SRjR9Vcx74hIP+guPRo8nM/mVGDHkXIkI
sL+Jz8qQbxzHFYeGIvDMj0QCiga/xatQaDnrujEyNn2wvTrbdSNETPjqetq108+N1V0dI/V3/nAu
cT6XY/SGkmWvGWNlNG4hiyeaoE6lp7+M7a8kedC8zzR+3CEMY0y7snBLcS/TZ1ymxDC+k2pPqRiI
p1CJ7evftbbHyYkZwNlwtTiMy88KJn2iKbCdXEV5UuW7qI9sdbqP/p3xDZFuqJroI6NZGUbHhU/3
TXhXZI3Dq/efVevZoC5bJnd59VeTmi9RqDqm9eDpN4L3708iDL8pycLkTDZqsbd8VF1nfk4Ocf2z
RPjYJ1ozO0fX/lTfA80OIAC7PqMfF5p2OYpSXCxQzXwA+Y8i9MEQ3U+uJmb3uBWKbC0rWNy2Moj3
/hwVUr9LtHEj7v14ucxmoXJmc+n0Zy1utN6CDNRo8B568ioox8Z6nsIND/XRAWMC4KMF78Wc/l5M
ZdUmtPgEmIAuZxzD3dgrkCZ8sVDLFLv84P0z1JI9M5fT6P8iZ6MuY7XWSGpBUzmgYiLLp1ylukdA
HnyXinCj4v2xZPtmCv4JspRI4Xx4NYyTOuB9J7f4lZXZMRXaXavWt1Uz2E0Z7GCdP9R+Ro9L4A71
fd+Uj+kEc0Pi5K3fUdLtHTWRNlZ0bSOxYU3OCzgo/rk8mjG5EWmmLHKl9Buwf3s8tNS95FPt3zbk
zTZCyI+enmcaRxQg8AxtWPonku6VF6sSM9C/dtNP5d/je5ol6Fqg8EQn1Ad2LljO9QzBTtEFoXuA
0YVzEbRfBCPcyDR+9OrYYQBA9cg6EJlcztpkopqjlKHoyoFsR1J7sKxwR8eEO/rBzrM21mjt1AGI
oTmRJ6dMneTSWjVqqdaY86xl0c5Lil1BjWQYN8n2Z/d4mdhhVFCj8KQFD8RNeWlnKLSKG5KHn8D2
10O7V1ok6MYMTvFy1we/M6t6lobioY/9oyJAgrHJZzjP27UvWOxG9mHmcVni1proIAT17ewBLN+6
GeMDQWwiNl8gGTmE3g4e5LhxBnELwbY612iBM89ARaTlA8Rra7XvGuZALO5NCrK5dis0Gw2uqzag
nuRKJEFCrehynjWhS4qm48Gr9z+y6YkWis3c5tqxJiRnHHNLG6i1SxPirNzUFB4Xki7fCcH0kHjx
H9pTvyjyyfO6F+jLDAQHNtIVawPj5cZW5XDM6elLq5GQdHEvxqJbxLUTVXeC/ID85sZpWB3aOyOL
YAJqCwroWiS6Q2d9Kfx2nw/dge5apzBlx4xlKKKNQ5rHx+s37tq9RGhKnVQF98XoLscWoiIY5H1J
yqd60Y1POqyxivrAzEYIbY/V63VrazNJZwPZXCoJ1JsWB0FOipFSCtasZvhaC74rDPUtKinn/8HM
HA5TtgBIuSz8jqWqw4uEH9NkEjuBj/DKq4WDuW7lY/g3t6UjA0CFjtLIsgBrtVlZg7UVXTM8jcD+
O+XBIA3exRtpl7VJgz8AVgTeixZ9N5dLVHmKH1V1h/ePKkcNoOjyA1uKfv77aN5bWSxNlSlp2Qa9
6PaPbf1HmokZj/IWEHztgsEBk86kPYPawTzUd48VgXUpxlERaRK6z/h1ta2dwXesbtxvJ/RXbuVZ
NBJpEE4uec3FmzAbZN6eg9C5E3RtbgPvuh3B0PV8fd4+tlOTykRGG6Y23BIlpcXB5dvFKhq9zi1T
tzS+9tnBy6FsujXlb4L0pSp3XnQz/lE/wQuZZm5IV3cy3prPoXATnNC4U2Pbc9SfSrurk8P1T1t5
FV9+2uKGjWIr88yAT2toFp3uej+ylXxnWPtMOQdQkn3r40dVOQWf2VDXTb85+8WVdzErC08dsyRK
32G6ys+heFa8o5aRrbFl6UarT2n0qsI4+1WAb3/0Dl7qhC+58Kk40M1fCYltPU06CQr/Nj5N6l62
/jTysdJvq+nO5y/ntnwIPkdPhW9nTXmqhZvMpH9usr1s44i/dRVfG8ZiD5lG31VKZ3VuTetheAOr
vOlJttx/biTdjklOGoYd8d5sg8PUOwHibXd1mh984SmMjjEowSg/m8NXrQjOqqv5X6XyU5btNDWz
m0KlKWGXTLGjtWiWfY6Ev3Xv2yGNvdHG3fKWUL82jMXVrAeDYZWD37tq9olc9wDnFaJ9un+a+/8n
u3Pyz8Gv1K7Ohreb8DBtZscPWu7orELpJpR8g1No3AtO7L+O5g66z6YLdnH0JRedUnebh/BxOPs3
8l6FpMZq90yazbJUN1L6nB/yT8LgyOOD+mhaj2n0ORbuB4g07f55+FJKdhg/dPd6bOeyPdB5Id+K
3oOV7iAcsIKNiVgppXMiKNRDf4xOB712lw6oGE2hHnhyuJB+gCUZ03qvV+V0Tssc4tAhk90oT1Lb
V/SHZEz7l7RuIdMaxq1ev7fO+8sVkSWCaYk4hvIp5PuXHyIlXdl2fdi7E9sFcI8jad1LR4qoamVn
qhrX/FMi8VlRF8xLaZ9Y+l4Rz9b4HSE1O+qV/aDZI2+sxhbgV0qQ/IUm5TSnX5IA5V8RMj7BaY6t
Xp3MORlGq5KZuk2tn8QtbqTNsSwmVW5zuSysAMCMcAN/uvFVOwkci/xBcf0YAWYTcNd+GE7QAYYI
aqUB3I9k8/NzLD1ED4phq8Ip3IfdMY8dT951+e/8ENyQYDCUx7y1ceP2lkzRimtk/kFTEB+QoOR5
cDn/oRIQKydp73o0y5YwiafysTHBLObOnKMTpHurm/bNmH5rldu68O8mPdhKr7y1B37YBICcIRkn
piUEu/wIM6oiMW2jnhrm+CCIwidYTdBrCz7lsXaTwSpayBXANTxNTpZtlHdi6Xhecsxl66k1p+eg
G3/xxL4LKhMJxK6+60rvRC7yCQkm5t0JJWXn0+EhHCxIo7Op3zfKQTFdo33qM6Bwhu74wsYR+xgV
MbFgD2gukS3KwIs7pxCVLk3MrHfRBgd1E+3ytCNDuPdIFF6/Y95i0w/T987U4gwVlaSWlV/1XLv6
U+VntDZRJc31R3qnPytauEsyAcwfstHKeNf1ydcuLnbZUxP8SerGpif/1Jmi3So/+upGSVVH1oaj
nJ42vvJjGMKEzHUz4gPS/Uv9as/vzLwOpt6Fe904jEJ3yDKp3qW+ru8yAYGWXPDuwQvilmMo5gX0
ORu1i3ZCPVp2mWSSM9WCytlo20NJCfOg0qx7G/gZLbpDlu3D0rRxZCnPx0nn1dDoh1pWm6frw/hI
AE0/DbRcyE7MHpTO2su9CuiVvmWr7t0cailDhlqqhY1MyLWzOnXHWjub5nEYf6iCYwV3cCUfTMvO
JHhQpfFcEGz08Q+53GJg//hogtudNh9a3WhFB+Fw+VEygKx5anu3N72nzDo2+aPkq4e2Tk8AocrO
DaZmI6haWU5M0o6jw887c3BfmhxKurKsWMRkXDlTdANJ1UbQsTooFMBn6nqkMpeCLEVj9EKTgHzM
uKOD4NjI94acOHV3TKiktDf5uIHJW7kVmUYSPnOPKfnsJSivsoShTwbGJBmnKI9ORCd32r0v3te/
qi9d4h38LUGM2b0uji7UTTNBIFAqqiSLWWx9NYaqVupds/DsdPxuecIhTJ+UoDu36fduK4G24pQu
zC0c7SirYxmPDLBDPS1Hf9n/bQi3cHJsbI6PT7VZ+u4/w1pCAbNysHLVGHsSPaeuva8HDG5VHVZt
0G1GRgukEq0blxtQGMIMIVW2B3C5m6RmYyBWlW1hztf3xIyCFecOEZoRL800dFbG9A4yFMLwTp5O
7VdLy/dG5poxiuoi6M3iG3wJTq96GwfgDbuz3B1z8yqY7RmltwyOkqmpi8bTuBfL4FFNjrX+aiTd
Uc1uJ/FBQ9O09X9Wqq1GdMLLqGaiC+K7bX3sq5dx/jjrm2gdfPX07wRRCJTTAEVGCRwmhaiFE/TC
vIMeKgHAFz4V/V9h+j72X6472rXlBfVD6yK41Y+ylqKQGX4hYWIcftTy/ZAfVePxuok1B/PexGJp
NdquuXjiAfDes2HFth4JxymhHqEfK/FcN6d/b5ef540871z/gIh7Ce+slbQ3oiYFRJr29EqUD9Lw
MxC6e3q9jtfHtjp9ZMjh2oHJBZDn5baVI09t5BhLGkRm94mg2VKRbQQe8/wstyeoLOoqiNaxExa7
IM6mJNStbHB7OPX6PQU7Jy1f4vbT9aFsmHmDELxLlqTikLW5jpnOPAnVczc9TOr9uPk2vD6Yt16b
d1ZGP6e5uS0ZjP5VHI5BINlxNUAks3GoZxf7cdJmEhUgI9SlFld1asBP4/H4cgcronJ4L+nlxrLM
v/DRAr+NaA8Yr6XqbOoLulppxeCagBr0L6n/XH6CvsXezGKt+ie6jujBBscOV8tiLDDHy2VHCpO6
KC9py78VlZ1Sn6OHQREdE7Fbc3zMrLOfvAb6TysIbCs+eP05bH7FfvbqZ5+jobtvRuU0buE8Vo/2
uy9bPGtKGvpytWjZM9WrKgu2kuwnw5Z/ZeGjP8txjhtz/rEVaz7Z/zW4vPEkT0UTDL0YNyrPyadq
9AEdverVwe9eKul3mXzvpA5a+sdmM8W0uqHeWV6EEA0696HXi4Prm7m0K4UBNJUnKBux0eohfGdF
YdO9Ox6hLCVIrvYDTRenSralbl7MG3XL669et+/ncR7tOzvamMex37KlCP+7s9x9S8WHVkLl1bOV
Qp9zI7nwoCAfft3HrLlLAJgwBBLP6pTdL82mXhVEiIUNbj7CqT0cOxTr+vHpfzBCMR80EI1lWLo0
MqC2mUW1wpUm31iF5JTNo4ws8P+fkcWZDHJ6JzRPHtxE+eK3pi3q5ybbGMjaltPeDWRxuqJCRVVY
xobpPXvRTwEm3+uD+EjHzHGa8QFgmMgI8KC6nKreNM2+MSSIBcPPtJWQsPZuGqN02lTbmTWtP/Uf
+tiy8bkoK1LnIh3sVWuP/reN71jxpVSa568g1rGAJ15+R+X5ahMZKkuWhIj9dZpS/DDNMLiJ5DFB
qSnR9NEOe5GkrpSI6bMXFCpg6EiShnNcGdapA1qX7AS1FGP67VLzRtOy4RappNYnTVts1R7Xvpdn
xBwSs5s/YBDMyEyEpmdl1BpkW9amwq+8LJMjujOjk3la4BqTIhyvz9Kq0Xk/Q6wJyGD5bBrkQQwh
vRncsvss9z+s+lwWKnfb70J9vm5p5ZjO0EeCfnrhZmW8y+XooKdL+gRL8aCoO7UM9FMkVyjINq21
EXWsDAqaIYhjIBUAFrtceV8phFYVqQNBfyeWMXiq6RZeUk+4G/X05fqwVl6BFIHIFKFRC+pnCeoc
rUr10EmgsNqJrwS9pDqt+xkSo+T3YjTtwGVvhL4r7hwUBazIM1Aa3U55MZG83kBkSqKbVZZ/SKfY
2pnw+55bevtqKN42dsiquXkiieWBrS2DqyAzs7zPROqd9EIrvD+FRj3GovnHN6otB7iycLM+F/V3
BdTlh8720Eyhle0TyVVzD4KGygmGyUE+7qCr00vVbD0Q19aOxhwYZNiS+NaFUy+LwNAbSrC05kyH
cDw1dWXtwkjYm75xUxvZ11KX/lzfLmuzOfcLMJNUQun8Xiye4Yuil5qiG/9VUuVv2pQwbv1Cy/jv
/2CHJSOjJAHfXNbEm7AyIMVvJTeLP2dq7Exu30h2/e968iTS5s5E9getEFQjLscjyaWWxU1HB20e
fDWs4tBP2o6+9o1NuII1ntF7wNuAGStErIulyuu41sk2Sq4sFNOjpqXNLiUqPUiDNOxNqzP249DU
f0wrEqAi6Pxzp5lb7bwru3NWGZh7q7S5Q2FxdbZyPPihIEuuSXmoibtDYhYH0/fvGkveB/Hv6yu4
Fk5dmFvco5KKaBYMXpJrRCL6ydqxMMqdOvzEhVpJfNS5gHSk4oZMPwRwpW9c4/OvL14iWIfqiAoD
BeglP8EwSl6Z0Wjv5lJuGx5X3uQde8ukXHlXFMdEVH8nQrEBQls5kNzXtGfMuAo4CRcFfBMChprZ
l9w0C14g5c9es045C+JLriUHRS82QDFrC6pRtABzjUFtef5NKQs8q6NgRp/QLoso7nrFbVjGh7T2
4XzXvA1s2trwiL1A2c08i+KSnkCOJ1nM9VR2/cCZRBJC5Pr98q7zYeeobiOSete30Or4YJIjHoPs
5sMjvxnHVs+bTnbzqbVnRgvrVkvCU0pVNJW3er1WPBsYkv8YWz719akfzNKoZbftQKt0UulGGe+Z
NAyDT023RSm9EsbSUw5MC1ChTmf94hIM9ESODSSQQSnQvUbUTMEawqfd9QlctwI4nF3JJb/0OmJc
ey3CNrJb9w11lVD/q2fhluLxR7q7uRgBj81sAT6JN7rdd+8mQB1T26gty4TSWmFXTTR9ysRq/MTT
vN7zKuDlnWp7v0CIoPAg+BVyeF+iATbdYOBSDvxSuSnESbe5WraYiz+yzbx9HWyEM08D7e4Lr2eG
w1SVci+7QTDRKihDSGgdY9069yhnponraemPNmzdunoUzWNWGrY/fanSI+S9NMRtAHXXdjQdu2gg
EkpCDLjwiYIgRqmg4SAodbf1DyuluTo/eqjM6PGGqbW1p7KNJir8BTJsCpc3W+BPWp3LguQCQm5P
MXvNSWIgltd32Fr9VCfPxwF9ey8tu8SSrCrSrvXZYinEV/kkq6feC7qTNjC9oZmJTxPPmF1u+q+5
xzpr4JuOwD/PUIS+6KrenluzHw7VaEh7qSnLwyBPvlP1neKo/LIdVR4omQymSLNJ5MPYe/mu9qRk
b5ogd9Ay1E+dVmh2lpXSrumRFVTi9Bx0kse0il/rdlAPcZsG++vjXnOFJrReb1TVaJ8uzm9p5HHX
T6rsll4UnFpT9Fy1KOJfalB/61OyhbpUmbshqZSNwGjVMGnPGX9JbWr5Og1iS8kb35LdSdAPFeQm
WZAdihrNKrgiFH+8yRNp4+WztpOoswF/I3Qht7eIkQR6iIdATRQ3IOK1/fBmqIEYXJ/PtVc3xOyz
OiSxCfjthZE6U4cB+DX7CLVvgFIRRKD9XhNfzWiPCradW7xIvkSiYCfRXyAxG+bXvL+Fg4RdhXQi
hY/L0zLkHrdb78muIJgTEAS1evWS0pgcFaa8c5oX/aET9Wk/mRIFOV8oD6Vv5De5r5o7zSqfMwGa
NF1q4n0fZtVtvYlxW3l+woANPgFsL5QzSzcWWoKoy0KkuFJhTk85oJi9rDTaMVf6rfz92hb7r6kP
rRjxOGaWkviKOyl7HbFFXT1bsgdmLj9zb93KWyq1awnMd2MjCr6c/D4e9UqOGVurFjdj2d2NqXjo
hfKed8Uh4o1dyK6kJAdBH52gL9E6+nF9+VdH/AZqntn1ECO8/ADAKR3qfqFC6sLM6ZiovxaiuJON
6Xuhw6wQTf4xC7eKiGs30/zkRiiaKgmg+EVGQRe9QfAj3lKhchMP5tHTfEcd5Xtr+t28+o9lQ0Z7
uPONwkWeaTfxIaXRH0dYF6otIqO1OxxpHe4Jrkm6ypbpdM+3UCGbeLkaM4pBe/FqwS1D3Qn3SXc/
tqItF+KNWDz4+qlKn/TM++Sb30XP3/BuK/cj1zUdbawBjf7GYkoCw68TRe0l18vvWelPXeDtx8kD
hvgnpg/i+qqvLsBMsknf0XwhLxH52dCXfeHNDyLCZU2C4i8bj2YRv/a6BsAQxGSxC5tkn8gt0bRr
GP4uS/3Hoao/hVmzFzZTwWtvJgMiBR06ChpEQYNfbsRu1IM0F3i1VGL5ZZI/B6pne0n6bHXpXhvh
nh5M37b84dwor3K2hQhYm32oMOYsFyUidsKl9TbW9dYiVex2gnBIxxupjvcZmqQUWCXraWPyV24V
sj8EZMhsz9WixQ0asRxmUsSyqyodOf3RoYHUDn4/RhUw1NTuEZLVm9EZm8Chhbr0Hkfala5/w9on
zHw+5MQpicKEdDleS2+jWG0tNr1vNjs43j3HMhL/cN3KW2/C4ikK9IhggcIryI5ljhLsXEiHaEis
33lHyf8pGdqLQupYr6jlK8FNPlRu5+3QczuLZWZ7JDPb6VAUxd9glI4WXiHpQyf0f+dZ5wxTepaK
4NiV4jnytyqEHx0hiauZtpdXMyQly1dzohYwFcc8gpqq7QnW96X/OWz2tXIWPXSnjD/Xp2bFHCEM
bUG0G6JOvuyqVKh6S9VAbF743Vz0sEq70k4V77uwQ8qimWtZer+larcCPMTDUQcnh0Umi+zP5bpL
VpDhfiTZTXxw2PrPFLmk1NpZWoR28o0Ou9P0Kyl/qzQtpKhFx81WJub/8QUaLxK6r6hhL248AOGW
0NOajK5RHzn1lNNW6d22ovd3NH+m0t9AiJ79HtIKof7jhTJ3b+Z0Q3e8Pv0fcyTzPNBvCVLQgipm
cd6HIMl8kvmyq39ONWMfAL8b00OL4klraacyfhy3wuYVB3dpcuHgsyr3U3SVZSAtLVDUWCkPxjQp
T3IT9XtzNNKdGqnZ71pt00OVKInTpKFpC23x791Ylx8yB4TvHq05qiUhjlZ2LSESDkMSlJ9Ga0oO
atWJj9enecUBYIuqEr0JHH9W/NKWLpDRy3UGXQXqIVJVwE9q+CWydlmnOUL9EFqPkFbmqL8XHoDv
HMyEPX1pdEf3HtLhYA6/DApMkGmCxJ1B2tC1Xf/ClZvw8gsXs+H7QdxUjUxmJ/d+q4CD/eagWGht
gXn1hpsieZYl9RCKr555TqE7zB1fug+tyW6lrU9Z3ZSgVkmkEwSIS/RIUCRWg4y87IpK3dt9/4Cm
+tTfVoVpR5p0ls3fZVScpPw4aChENodKehnD8tgEBoHbYQSEFDumv1GCfsMiX/pwhTiNTBQKbrOE
1GIJS7koc6HgDVS3XfIij2G9z/xu2InjdEd3kPAwaRGCqQA3n6KutnAnmbj3G+kRSoDEhpHkm9E2
/c7ydNMp8yDZhZYJIbpV/+B/ciGrFFGIkr9KjRFTbEyyxzyW0/u2SdrdQNHYUad0PHdtvaWQujbb
IPG1Odia22cW7575Ata7Tnh7x/adTZJnfMwlq3JMNRec3NQ/KZZvZHYuSpZtkJTeXd95azcAPVVz
OnpOHi2Z0lQ4JmVlwr7eqbuSggl4S7MIbRoghFG3KyvdQnyvoGhhSyPnD3CIS5/1XJxGQzC8MsgU
N9Vbuj46sXoewAfv2jAJfmmZMd4qajdCrlPDMq3lYuwUk3Lrx1J1kpNw3FWVb/3oi0Zy/LBM/lg5
7HhZUga3QukpG6dhPneLbcdFzNMbepK5gWpxT5CwT6JS6hRX9KdjqcpQ1pWtvGuHuHVkoBf/nDOC
HofdjWA0zWHEoZdTkw2dFLX0j1Ij+yqrIbXAf79xqMZS3QOyBQ/PEoHUhX6l+kmvul5W051Q7krT
tBX9UQ89x0/aUxLb9ev1HfYxqIWQA2mgWSwLsPASq5mneWcUTaS6CEhrp1QRo7ukpTdGCUzJEdso
2hetvqU8v1LvAZNkwj01974TYSxmUseJNWoSam415V91X/0/pJ3ZbtzIsrWfiADn4bZYg6SiLNlu
eboh2m6Z8zzz6f8vdXDQKhb/ItynLzYa6A1FZWYwMjJixVr3lRb+5UfO3dx1T4Cig2A8NXP0gPzJ
Rqha+aJ4ydFg5RVFSWBZSBmd3KmM3tbPTq0yI6TP4SEujPHg9KN5jBIJzFcvRa91HtQbhyti4MJZ
xSWHECxNSZK6RUbvW2Zn+7zpzmnvMC6R4atf6mnjMr3O2VGT4M0gML58F0sYo10qlGooRp+TWooP
wRRZO0eqtI160Nom0uegbg7Knu7gItyPmVTE8WQYZ7ntzwM85Fb49+jfh0F4KBmWK5v58x97KakB
fQ7gkvBhLql2CdBNVxaZKUAneXaUk1MEpH8KMjdPxo2a7coXQQcSXD41cYMREbH4d6mPOlZBR1He
ZAZFPUUouiqVAgesdNLQJnbCb7dXtvYpvCU+pi44N4AGXprrlKai5Y6ACjpN+vwAk14enYpCC3dq
8rHvbM/R9wxVu7fNXp8gPDXsKFh6BoShbbm0WlcgZYzJt86ZPxyCXOkB0JBIO2a9k8dhb2romjv1
uCV+dO2emDWQVSODYchtSTjUOOFc8JCzz2qdTMdSAbGWxMH97bWtVGsurSyusEkCM1LouX3uqvCb
FkC8rkSf+B72vl0ctcYHilc9D1+1gKG18AzmE7KKf/o4OpTjxjd/7Uv8EsIr5ROI7yjgXm6zJVWx
JHeBfS6ZwMyiR+qz5cS8GGODYbBxpNeX4aUtkcu881vfaareJGyf8zB+nu2R9ykTeelTifD5xve/
4rTCFrVAchOGl5fcYIx+6JVR1zaUTmyp1Ed/R0kzunJSJvsuqGntFrX6EGTmCCmHZT2aVTJ8vX3K
a66kkRFRigGvDUDncrljUjDRPDQ2nBk9WLq2HYAh6vrGAa6uFKZQZvRxV5heF77EvKuO8Hpnn4P4
81iWuzCD5Fp7yqocbFt2iv1qNwfIwWyx8aydJtUQCFt4iBuAPC6Xp1rQNpUBO1xUWXVP93X8aATy
oxWO8qNmDvLGN7NmTjeIr2/s+ldqqYnUOHmfzPbb5SRJT0P9Iwp5Ryhb1YW1Y3tvaHELOqNWTFU1
2ec+K13ekrG9BbJes8BZiSEIGG/oBV3uXGTXQzalpn3OEr91gRrVbqlAMnzb/a5vczBYdPUYraft
c8XV2bdmN9Z1Y52RpCtG2Z0Qwky3eLW3jCzuhjJxIEiLWuscwxLR9LJgY/4/G1meiNbltl92rCQN
XLX8ADpmH211dldWQtGUV4Ug0lHRvbw8FEfhOahO8ANNUXA3pD5zM4lb6fX+9qmsXGtk5nwzlOje
poIuzdTqMBiRlMlnk4kbJyieSgb09X2d6l/F+IjZjBuQlpXvhglp8PVAYfl2lqqUUz5nM6EHfKB1
Mo2/LLfQ6p0TbySta7vHdArcSqQ/1zxEuRyM3ZTN8pl8rL+zo3SfMIRzDMc/B1uj/0cY+B8EIpnk
5f5ZaJbIrcr+xUbxozYrNw+d574eNqLq2nro0wk+QCLIVWUNWJKpFj5mtKTYhdZjGH/ujJc/dwUx
KChqJPiCLsLEu+swLBO51J1GPmdVu5tqeBv6Q1++9vlXu91t9QRFNL7M7aExF1BDTRROya8vjeUk
2qBjcIPgQ+s/tlWxr0wTVriHLf3sleAGZbqgTyXs8EYX/vhuVbEazHJstfJZMn/q/u+h+OMnLgt5
9/cX106jqBA6D/z9efpgF3//t79PwkCbVuSfb9ftu9+vQcubmhVMMR0SuARNZg8Tp767ffRr7iVw
ZIJajbf0MjWojCysyxgIbVK8plrljvTMlfzXbSOrR/7OyCI2+2iN0OdXWUkfoY7dP+HHgRH+rck/
CkgybhtbCzPvV7SI0WoTBEnfgtIFanXS1L/zsdslZrI3tgDjawGUEG1wRb8xzC78S5tM1Co5ujOk
LwVD8V/G+ZOOSfOYbb2HV11ZYFhh5eOTWZJx+TC+OlrjEKsbej7zzvwP7JdvDFz4GX1bpvAXR6Qb
gzKbHc6cZ9nfaqt/kqfqAemZNNiaql07Hwo2ol4mVDCWLfpQMmYrpLV1NrVjpu+MinfVrkAH6bYb
rJ2OiM40QaEPo/Vw+fXbgGrCjMznbHTOrvvQIqpB3VFBCluWw92gbySFa98R/U4BROftQtnk0lwZ
JWGh8RY+W770FNOL5P9zKJLvtxe1gm94Q/px2/C0p6u7iNRZDHjDsCLRV60ec/R7ItihmSuxj63x
YDrdro2CnVJ3n9oi8EY53UMhe/snrO0rPP2OEJWk37nkr/KZwYhqeKnPE2wlevelsJ+F0LQ8Qemz
L9KP/zdrC7eczdJELzkDepaFu1ovD00gDzsqNXZwhJD3ALKh2MhW14IVtQUklEWJAQDR5UnKeZLW
SmuQpvgnnZkge+hPcBYJ5ugezPGfrw+iY16G+APIjUUCjjRe0jM8D09XyTGOzrmjmGAH0x56Y8BZ
OyPaQjOvLk9QP9CqprK3tGjGgaaMBY6qghhUM5QP82qnZXdUMkkyt/riK1067npQL4zyCNGPJfo+
m6PCMRIaEyNpORAYvg3dbe2/BkXZT7q605FfbA599KvtNhx1baGETN6FiAWx3MWjl+uuU5uhVkSx
aIYbsgh+DabkjtOJXPB4+xjXvn7BcWvBmiGGVRdXgRL2WjcF2DIr/+Anxpe8Kt22yTZcc90MImg0
cCC5WWY0Qg9kShRGGZzio9btGk5vSMsNI2vxmYMS7NvETp7xl/5PtauSyBKV8xBU7pCcAhjaa/t5
Hjcg4Ct3GmRJIAEFiec1B3xulhChiEQdkuB5N9KfuVOLRj3cPpmV1YhvWJQkqEswsHC5mllXprHI
R2j9umw8BJreHLRZ2fXBCBVqKW2Eq5UD4uFBCQsg6xsA/NJaMRSGFg4kOnr8ObYe5+ZTOZ9uL2jd
BEwReDbEAsvr0+c10/kd12cKwmYnB+ZjjtKfG1bNxvlsGVpcoKPdJGXFYs9m+buLzmX4cTI2MuhV
E5TeRWkKPYVlqbqlyalGYi3TnDNl/cDlssu3NmzVz5iXgT6AIvXVWFomRVIUDqFy1hS/fcwmR7+n
Tfb19qmsupkYiNE1woAsLzZrAJVuJEqpnFN9aPelbySupBv+XTszQBg5oA1v21uLqyIVhOKFcaNr
1PDcOINRdLlyluequx8kad7rRhW71GFkCjlSeLCizDgpSYWj9zFgaEUt9700bAFQ1lYuqppQJsPg
Sn3x0uVbJyIhkWLyAWTAA/Wxcfwvfb43pe7T7SWLL3XxboRaS2BsaCzS01+kPiM1494aKuUMFmZn
lHf+xIWMwodVlkddf7ltbCXLEV1d8FyaULxfiveWwTCNcsP2FhkTOGfJBjho/pi7cm9rXzp7I2ys
7SHRnOgEYk+gpRZ72MZEyYyl9cpOsn6W2Y/BQCw4/w+f2zszy9QtHRwm+gau/sb+2pu1K4d/Z87G
UtZOiXQG4iFBCQob2+VSZseuevjNuAm1En2XZs4POmqP96Q/nZsjxPU0ozhyuH1aYn8uXAOEFZkM
yDt6/zRNFq7RRLHMZJjtnNV53ql+cD8E/be2O46Oc9/r5S6a/xmS8Mtto1fBixKGiCpckQBugN1e
rlSuI72ve1U6S1nxJFX3kL99coxmgy72uqguzICkE51u8ZhZpqNpmUmO7kvnNKv2ivOX+Y9e7SrA
+cx7BMcuqu7HfKNQt7IyIhndLmQQAcov34J5MgNT1uXQS4BMoKDc9jNycBuOsmVksS74nVUtg9EX
yc1mZ1KewenLjStsbfPo4IKKZjyKCspSca6PUkfOLVYy5B+ot+6Mr471PR2PwfjQFr+DbEJ57s/d
QtRUgcGh28dkq1j3u6pNZepl0WZz6Ak5zMipd4xluWO/8SlfRQzefnQ7IL4UxQeu0EsrQxBSpm/N
0CPFciU52ZXIiSko3PW/b3v51fd8aWiZRcu5bUqNqoVeH/s8TL5mkedDLATMUd5CdFx7BK90pkIE
jJA1XQV46D4KszYyL8LtqvnUpvCn/nEM5A+/N7I4nr7RebzOGJFC/0F2sCA1R0TBb+/a6lIY2hRZ
DZINSzikPxlx38d65s323/rYuHn6kIcbJ3PduhVLeWdksRQ4WxNKOVrmWQEAiWw49Jm1r8vk22T3
j06cKbvBr3dqpx/CCdSRVnewJ1UeuCR3rEvg+VtPy7VVm+L58yZyR23l0in1GVWeUAkjb3R+1LLj
iu+rYlz2z/f2vRVlYSUJHaREo8irzRejKXeZ8rlTt3R4tpayyGqEXm8ZCSNO8CmSS1eZ2r0RBRvx
6Y1+4fLionhIr5QmP45PTeVyLY0aRUWdyZnX9Gg52uHdhOpLou/omNpd8ih35aFAY4xRS08pvkbm
q5bWx77JjgpYsiR95WDv5Ea/V6NyN9fD/vZOXwcZnk606/iF1B0Z0738dY4cDiVAjsIr9QYYHzJ/
x04xYXduIdqdtC463bZ3lanTI3xvb3GyFqrFSmKFhVeBP9DnZu93/0cLi2NN0g4KySEpvDEJXNN8
jbbyxutM5HIJi1utl/0pNAyWQB+o7wSHCnakV8X8WBfmnnLSwRw38uKtXVsmP0lCtl+mhacVBhzU
j70lb+zaysdwcS6LQOMMRV10PjornXIaZwcJywcjiTagRKtGoM41UdShLLAcg5yMKAzSsSy8iVq0
S8PrW18SQ/y8fv1zLxN3M68nPji6kZdenUSoh1hzVXhZOAsW8yjSPzA3sYWGWPl4LK5mDQkZag8w
eFyaaVqYsyNyAQ+J1qyUP1aF/Ftv7kF2brXXVxyAPWPUA+5NqrLLgat8YKCtN/PCc+a8OPtmqB6d
qPlye9dWjkc0cOCcoCYqOBMvlyODoy71TC+8WA6a+1Gpg5/QjMa7lprHVvBd27r3thZbN6CPQT0N
W9H8Ilf1vWF8H7nJdMhzby9qJT8UnSKKD8Q4GqBLepy2n+DM7E2+HfSIU+5Rd066U1nXrqal+17O
3KIKntLQhEfx+bbtlUhxYXqxobzEEUBUHfxdyG/ileo+JYELi0Ob/uPE9Q6BPw9N5q36/epBIr3I
wCMpFjXny4P0NZWJ5h73lwd775cvXRzCZGH1W2X0Na/kRUuZkukv6pWL9YGuQpGom3CYNtQftKIY
99O20vh1esoBwiAjcI5omi99X7VrI9H9oCTloAkhZefR6j5QRvgVMSW1c3R14zm2unugmXEVSDng
KbjcPa3o9FyzODU7QvormebiIKW1fSxkNJZuO8jaBiKOKYrKpiBFXuYGSWeYtZaUnlP5p0ZtmKLy
jY6G/G0zaysCw8B3DXALkO/iJUE1OeMXFKXX2M8T4ukhqX2D4OxtKyuL4TUpcCaAMniNiXN89ypq
o9SetaotPV0+qYqMhf+QrPBSJo+CZ43B8uX9EbYI+4R1X3lJVD7bRXouwvlVV8NXI9f++D5keBoU
OKkupEK0ii4X06VZkitOlHlx/LdUfEXCWbc+3t6v61O5NLE4/Dbrhq4v4syjeTH20Q6UsJK/3LZx
HYGwAUqYKhccx1ecL3MY+T2KBJmHesG9b56r8KUaHu3gE4pnMtpI8h97GtBOvlOYmKgMsXeX26Ym
/EOlMPPKBjLxwDyn0aPOXOztVV3vHHe7wSAuQyBvhi6t2HERmFI+Zt446odx+tTr+X6zsHC9dRhB
ABgNWyoLXLyXRqqKoFaZvCKHanaLEc0DVBnm/ncUji5TPMWpKbYYuq4vxUuTi3jaTmprdT1PytiQ
XGX4YgHV4aCGrVrk6v45qCBBSQ0mcHk/gC6IzFFWsTPohwzovcNA6SaQbmU1tB/pIpPs0S8xFv49
lVwOiWllnlqmLjJgPDEyXqfy582juo48RM93lhbxbZozuWwNLDnd12h8dIYtwodrA8AyNAIOQ0eo
ei6rZaotKVQuJh/FoDtE3Y9TtIXRud4sAa4XCDAqqyDAFpdOkoeaUjaFc0ao9ZBIX1DyZIYvf8jV
cuMTvZ7eE4AMEAyMzQOv5y1z6djTrJS1plU+7dp/8nbvyF+oFx9ny9+p6DTP6l0vPTBFJ9nTz5Jn
cdl6QX2vtdEBsYU//Y7ftC6prkIHA0fiYtFl7HSz1s+QoUz24JVWD/ftQD23duQtUYdrVAXPAByR
SSIq8CZq6JerDusYAFzS+hSt21Npv7ZhfNDa4m6U1IcxS59NBE6qqdn16c+onF8KNf7jx4+AjYhi
MrqbzHcubpQBIpaGh4F0LrV+r2peFLzkyCvd3lHxRy6LDSyTyUPSFu5iWhuXqxwLR9OGllJepftH
ByplomMwOccp/IFqxm1b11EEeLSoWIs+JWRYiwBpG3WllX0QeTA6/UytH7nyMcmNL7eNrHx5BBCu
MO4uZoSWFEjotbVJZSSBF41Vt597S2W0Xd/qh69sm0NmCeAGvBJjt4ulqGlXzRNVUCA3jwzff9Ca
D7H+Ucn6B336eXtBIupdnhAPRTppSOpBrUu78vKE1CyEo8CXqDrZ/T4LYSCdT77WHFG9cdPy96YA
4/UpYY9pTXFKfGFLYqcuJJWdQyfydH+608PZM0rp7DAvfXtZyx0UZVDe2owDCrFH/vVyWZE+zlaU
dFTsogxhtUaq9pqd5Ue5kMhpYRVzY3bjDz8pBkmoIgAzBl/A/77JHL3LOLM4SHUebrHX5A+S8iLa
C+3v2+ta+h8mhK6B4Oej3XXVAWr8yMrVJEq80OoC6E2Dz4GRbc3/XW8e2mqCUgJHR4dz2U+IBjt2
kqlNPB+ojE0P17fUw9QPv4rIRzpqy9uXLiHWxKwTzC2AMiyWtTirXstlAwodz2qoN8Y7KnGR9f32
vi2zpzcbaOcIYSFcfdm8sDo7imtnTLwcjfEJQn/Qs+b4zJDsbuz+yupdX//4c4vMqXGXkHbyqFqU
5WY4/rLSTlKvrJVfdRfNz3GhD082gX1fNXV8H/rmdBqroTklVbNFhrL8rMV6uVUg7uDFzyj6wv9h
/pfrWo5TT3cYjI5b+67sjG+tPey7YTxp88Nm0rO2w2CR4Kvk64Zpa3GhjXWrRyosL549q82e+TXN
9Yf2qMuVtUulJHaNVCsOWS0j18KQ+cb3fpVFsGDexwAUCWOUv5YQOqmTOns0UgQ+OptkNarqk4FG
GnKXlCitZihPcltWh0QtuzuldOJxF4yxc5+PY6ftcjOfDtBq95+K1k/PUVYXn9JMjp5vu8TKx8vg
pyUgm2/Yk0Ws7QPDjzNNSb0xtZJDKun1j9SQ6o16wRU9x9tWCF0XJuPBbC2nd2GLyW2lslPPfynK
3/ETuKriZP4FB5b/mKhuObrlqybd3V7bSswQ2FrAVaQzfGKLj9jRfFudFY6/VH7X/Wv4QZUess/x
y20rK259YWWRoemdVWQ0L1Ivyc8ByVFS7hTrL2hPKiPdyVtsDubibvyfjfx3TYtP2NBalFRiLfXa
zBjdQa0DSBEM+eCnGtShTRvsb69uJRDS1GeunE8XNoFlctEHSQIIRU29qYAoi/v+IdM3mrhrx8Sy
IPQQA/n8tctYa6RJ1/AFpV7RlaGLZrDzyKMofMiV1Hou1BTFuHor01w7NNAEBEPSagrGC5tUdqI2
yfDHzn+eDs5u3inzr7D6Hb/e3r6VCAS7OfUYXiw6daWFnckOK9mqeYY3vcRkWRDon9AtaB5LP68O
0yAZ91Qoww9TIf0EnbfV51m1Lkj4xJuZ0fWFs0gJs5bwLWReNSZHyNanXVl9typwoPWhR31lbsIf
ebLhMWseSnJNXdChhEVCf3mcgz5U4OVMKg8+EvU08uA79+vP9uH2zq45Jjc0GsUk8zCcif/+LrHJ
IwNJsRozafvQwHKgBY/lVm/5DUf+PhMVXxsS0mBpxHsB9OSlkagP9MHJytybyucoQuExkF2IM+Pm
oybv5By6o+KYdTSVf9Q+opXlU+FAKu8cajPYDTGSML4GyLK13HyMnprhmxLe+X34UM5bL9a13Xj/
Q8U39m43upKf38dN7mnwCtIV3c3acU6yjT2/PloeGRB9WGJsAX77hTfLXTUNUwLQRu1fkk8ab+FZ
Se8gFN26Lq6XI4jluRUgTWOmfvl5tlUHSKuUc29EF1eBpENSflZdvJPnwhWT58YAoKQNX5Tksy1L
vL8ToHBIvnbGMZT+ue1oK9e44IJGYh6vJW9aPuLygUmNyfQBZNTHLj/4H1I0+eZ/ouyBi/sYtsNd
NqsJI75ne/ynNKKPlVa7k/l7iI63f8l10OKHkPqy/SKVXwomVGMdV1Cf5V6VJPUx0WZczrZqV0m7
7iQbsXZoQtM/5Hm7lQ6vHDyWxXNZiELDdXDpXtqcxqYax7mXzBIiv6eqc+t017T3txe4ZgaGCHCc
Yg6A2telmUzihpDHKvdkI01JgqEX1ovHOg3daOtlvraXJomoATwP5LUiQue7D8aZaAU4JR/MWEMI
ZADw6npP88+wtYAzqL4bW4LnKykQMHwuUsGOBzx2iW6c7XQCGhLmXlrdG3J1lIZXi4XFP5CK0NBf
Tk8pvHCBZyh3w8Yw6BVMljj83vby8c5wjN+CZMsRm/7lhKdGoZYZfE+rdu9Hu6r42I2/iv4YbIl9
bdpdBAx/LuMkLrDr2ObRGpx91jwX4b3y4OBHhebOHRxT048CEunbnrQWQFDOpGskmi1UDC+PN1aL
Oe+nmk9FqmM3TPKYNiblA6Upttoga55EBw18IFTdbPPCk0J9GhigQcYvMiD2Q4JAOnWM/0ORP8zH
wmnjQ2xaHZRHebXxuVxJdoljfWd6qVM1ZNWcgj3NvcA0XC3RXxzzRzscFYRKe729V1pzB+xphsvr
szPteWoM40Okfh3r9NE369PUPlOzvVOfzYoHx+0DuComLn/b4ugtPdIs5tA5eudBtfaNcheEIKMF
SckxmJ4dtJNdlDJHx71tWGz35ZXNnvBgp4QpII/GIoa0dWs6UjIQqvJTFxVuMT3N2bFI81O4q2Jn
V8/NhsVrXxMqFBwFODTqLMvWIfTao9pBAOPF6Yy8cx2cfUdGMiys7m4v7To8vjdEnXTh1LXWqHrS
Agzq7bOfWF8DGEFq3XZr+XDb0vWrUFgSIESUeURr4tISrPEDT1e61k4X/uRJ37l9moUbieKKi1xa
WbhI05ld2Jo9EBTL4YZvoRJ4darKJY12p2LehUZ9UDrIfKUDNMLNrjT0jYLI6tFRahS8qcD2337h
u1vA0IdZGsWOWs4L1bFaeZTVl9tbef26YZHQcYp+gsG7TWz1OxNToulV3MmYaA2c76sSf3aazo3q
BxsWuNu2Vh3knS2x3He2Qr+t7DLAVguNgXaYlNANqsN/eLBdLmmRbNqBXWfZpBSeGf22w5h6xqeU
soFkbg7JX3/Ml5YWYXzqkiwvUxWURlecOit/jK2x3iFWtlNB/PX50Z+Up0kLNpDfW2e2COnNAAl/
arLAetYfU1+/s+J+bwx3PG2Qb99AP66vkbBhoU4FiF4c6rtDa5QxAENoYGz87Uf/GCg7oiOHfyhZ
5FrPozJseMn66v41uDi+fKYtPVVsqmL8RImvsSu3uff1J/PTbW9c/76h+/rflS1Oz+y5hkPYW7w4
8rovhmT/NbWHIf4x1f1pHu4ccjwn6e55RvRIrGwYXw1h74wvzhC+uFThiVB6wDfzXVQ2yU4yEgqA
NQCnXWBO3yxlosYJ2sk6xIkDo5NWRV9904z3ZhbnD3YrwXMlwSy58ctE8Ly8oXBqMeYliPnpLS4i
gqFljRNNBJ3QPkX6N5R/NX90zc/N4LbydxXVe7s8/SebKFNDCayLkZRLJ3NSJF8bYyQyHCfZOPjO
t776rNonU/skDS/B/DpWG3Fvbf9hbUHylyoAIweL4F4qSuP3GbFoLvPn0HEeW2U63F7V2pdDKZs2
rSgfXY2bDnI6dkNu41/WXcunOWTnsBvcQX7O/HQXtj8qfaObsurS700uvh1thjIyznz2sfsmt6Or
1D6ZngKhvAPtdCbDIdnsdQce1eiT3XwKJ/9P+WqgqEAW5t9FLz4qJ6iiNtIlUKj60WofksQI4XVo
domVnSlX7OctfgdxaSzdVQXByYMfzixjmd7oMuVF02fJenrX9b4bZnfUVTdyqLWbi+FX+MEAWFMJ
XGRt45zn9tiDrR2Nf9DU9FFzQb0mMLa+A+F1y8W8LYRnNGOwyxem3AfhTBuJxCZI97b6zXFTpXAV
BJVhSz+pP/vicwtZ720/Xakg8Arh6crVTN+FQabLr0+e9LKWZr3wgi+S9EAvLtvFf8kQZOT5XjtN
yrir/vGjY1Wdqskd9X3TbURD4RTLZeuihMswvyizLu4YrRu1AbnF0kvJv9v0Ker0HaK6bhadVO2x
DLYUdNfsQQ3KI55aBce6OM5saIxeCrTSs8f2pahf9CJ6zNNveRmC53Tuxqb9eHuL15yUrJ9M663Q
v8SGKKVRFk4RVp6KYtKHQZ26+3SwHtJ6Uu5uW7oCy4oPEN0W8cSgZcJA1eVhKvWc5DYksgDNvxdS
7Pr2t9h/jH0LRXfpWFbGQ5y33Ggb8XTVid7bXVwbjW7PYqCmAtE1HvVs32e2KzmQ27+wqwoUzRXq
PcG3ID0qnyD/N4unOmjdbsuVRIRbuBLdXujtmCZ3BHPR5fJ7M0bpdOBnJM6wZ7g7RldbgVtGE1ob
xUZutBZvYWNCvAL059uQ/KW1ZOqzqRmxplMMIm+mUh99nw26pNZ8L8dwI86Pks3kbzIdJiO9aytr
4yesrFfwowIF4ramUbv4dhM9zTN7yBqvGz4J90UrZLoPlacYas/bnrXy0dCk4psB3iRYodTLtUZ6
KM8oHTXeYH9opXGvpY+N3Lr5/FCPd214f9vatR8LHi2Q/2Dc6JFSl7o0h5ZVmDRZGXpp8ENN+31y
Z9uuAz12qlq7CMHmsvzgKxtefHVlC6OKSg4C0ILn8mI3IynJHaMdQk9O5OQw92ruSRNgb6uvk8c8
UwuXKbvE7bTmqUnmaKMOdnWWVN5EwQT6NcGRuASWhKlvzsUohhLTLPYGpgrdRM/8g1NZ9UMwBOYu
mbpsI9+7SoTIgRD4YwSChA9o1eKDicdSt9McvFGhym7lK9/Hpt8aFVhZGCBsgeAH/k2vWfz3d28I
LbHt2S6Zg+T8PkdatTOnZzrHUqU/K1t60WuOA3QKzjeFxItHyyIA9p082UausIvx17ozef59sKpT
eg6SfXrO2vluLF83fFX8yYugI/bwnclF7AvUXmJKVuxhOX5iWpfGS+tGo7E3p5ZxTJ7TUXvs/PGj
PKJvYbmz/polyen2rxAHdfUjuMjF1ACiVstpxr6J53JS2eQmnHZpNruR9XGGs+O2leuQJ9b6zszC
X6akzXMK15xlc1KLGtriYucg86xEH6P9o9Lt8+JTPe8gArpt+CoFW9hdxINCzQYJNn0mkdXX0EaY
a9TdIdpl9Raf9v9nhQxxA4WCQ9xYrNCZ5aDNZ6YKExtFkKiEF50cKHKdufisxErkAiz/rpTTr6KN
MlcrHOAxYf4XvFLm85+vmeKMBTEtFJNXo31JHY75VLFmMBgPRnSw7f7gDPNO2rCzFgMgKIQZS7PE
5bnY285B+akp7NAzkrI5dYX61Rr0aiPQXN0fHOB7I4sgEGeFEmuTwWLq5NUc3OJXic5voMCGEZV7
s+xi9z/sHiVC3niCyVBbXFhdk2jRqLIqR35Opu+OVbqW6bbq59tmrrsILOyNiYehLm7iJXDINgIT
9NcQeUW/D60TZW03jh96GQmPz3O1m1RXelaZDrhtdm07ecAKzCNTDgyoXsbUQI/y3IDP2kvku3A8
Ukq2fta+Kxe7ofhTAlp6nfRV/7W18I+hC/0kyrClFKU7QHO7CYVa88D3FhbOEfijOo0TFhzGrCTm
qtJuA8axFh5Fb1hwTII1WE6epCg82JM4JWbV3NH8YRilmzd/WrB926h/jSwuAlmtDUmWWEYYvOgd
7yW52jEPc7h99Oub9a+VxdGnvpPmkz5F3pwYu6j7uFlB3TKwOG9fNwsmNGZIBNQAwtSPDTLx/7cl
LM5bq9uWNbCEzuILcZhQjDaa9OI3Lq9DlWSO4MltSGJ1+X1IihImqs1RVIrlVup0yGP74DQ/qnLj
NFY/RPFyRnUXuMdyzqg3YCuoMjH7bev3iMJ8cbSnRvtEVOd1ozz2yXR3e+9WPfmdwcXKBnmyYpMn
q6dYLwEgiqp+HMytwcAr3gLxzZMTymiQgDGFqvdy/+Dwz0a1MSMvnY7Dx/lXtjers+M/zOVHI9W9
SftCfz15kn4FYUnVeX97jeL8l6f33vrCxZswhduHDp0nN39rvc0wuwyVxaM9vGbTf4luFF1IvIED
wU+zsOWERWjkvi683XR2RTJke+bjzI0VrX1TXOGCr8XEE8xFidMAaqMYpRZ5SEHdOU78MCECfHvT
1lyeERcmBIGpiWLV5ZHlbdMZCEtEXiTLOx2B6W/m9AWa9dtWVt5IwE00QIs6FE8g7i+tDLYWqW3g
YwWNynxHjnJEDNqlfYTOy26eelcLNwkKxe4s/eG90cXSkA0zSt3EaDb9oHw5+PIOtOpXU3k1g+lI
o+7e36KIWX1IiAqCCcIH6rslhCsxUAIomjD2rHEkzT0hyWZNEayuIc3Tj3QOdjE0nsNWBeNKr0h8
eYx4MvNOFYPX6CI2Fk1ToYKO72vExUinM9BlqmuhfkUNowo+TF8l5anyqwdVaCS66s/svq+O9Wts
/kW3dMOn1k5bsPJAGsZE4BUQRW2aJpIrNl4dXiohHaLZtAndGhpA6LoBlEI9u2FyLaCK4VO+FfCP
V2ieMoiTCDRP7CHz8GCiTWd1j3CVVaFzDJ6zn7e9eTV7Y3RJzKSKZS7Dd6R0nVR0aez1GkSemeka
Zvs78PvdpCNSnlTP4jrXnOQx8L9Hzda0z+pjg7qnIqpIYDCX6NKwKRNpDJrYq9vxTh4+Mtr5K0JP
o0AEb3hpa9fYv2xRbq9uMPsKBQxFV5oul18wE5l52cdD7BnGF2f27xCuzh1P1/+W7vt6U4997boS
CG54FshSqVJdWoNN3oEOsY+9IkvdMTxWEDy5VXgX2Qfzvv8yaifgkcWXxnpUqYjCIHD7gFcd+J15
sRnvag+J5fizgeiipz7qE3IwjErmj5b1F6lAaRq7asuf1iLV++Uubud4tAcloVfg5Y32GsfWKS+z
+9Z+9gvT9Y17f/wQaDs13cpCNnbZVi+XqfZ9OfcNywySaCdLP/r+qa42sttVv+F2oUwlSK2WIpay
XghZ0yn2kuKU6R9ncJxO80kbHo3pCSD0xvNt7cIU0+7/a21xcPNQmXlqsyJfz7pDYlg1cbDbqmqu
WRHYZ8E+JvxzcVxNGdJ6QH3TQwzOFVP1f0yYJcI5XQ3oCFB9FjS3lydjIHKi65FDONNfu/RZK39n
W9nS6pXx3sbyytBqyGAbn9O3ESHqShdN8mPhp6c2mO5Kf36QuuYuGtqP6Mg92U74oR8QtUrHvTRP
J02pDoFiv8zdk7SV56+5JcMbGsUFCBqvGNCapJEnKQsS5v3rfa2cMqtw460h1Cuxxrct/tfK203+
7hvXe78xoNdJPKW+j+LfyhjeWfadw/c+Tv3zCO1SaDqu2pdunIMV0oa7UHEzf0JstNylc/bXIFm7
vGtPml8c57Ll3abfJZV0CP4faWe2GzeydOsnIsB5uGVNklyypbbloW8Id2+Z8zzz6f+PBk67KpUo
wj6NvjOgqExGRkZGrFgraQ6dY3zw1OYxqLOPXhr4Q1sfbocoSd7G7AnTfeSFPCJEfpNKG2kN5R00
cdUCWBgOFSPa6QyXbrH5yVIaJofp8XGf0yoVU928m8xpgrzprHb1XelmH9oGibiDB91D+tIb+3ZA
MCVz9rfXJ3EC/J9JfGaNmFh7c8bmrNHtvI3PIRXtZoiOhg2io1w2qlgbZsQMew7NtO3zjhdL9xAN
yX7FF3WQq//+YuhL8M6D/AahnDWgXPgaH7LXEmDO5xb/OfTq6+brW+IOtD1+WVjXeWGhVryyM1ve
xtlSvIOr+CF3p2PTzJ+XXj3eXowkoiNaCCcrNV1SXZERO2gWpmZ1Hvp6dkiHeO/OmnHIpmXfJ4fJ
brPTgPrWbZOSlx0meVquM4WkW8I7KB5h3NM89m+cDgVIqSYdD0kPNssr7ij+bFwiW9aEa5HuCTp7
ih6fO2eZTkHoeHsl90Do59NrbyEhizrv1tNZknGsc8jg9UhgVzLj6+/XVmalhyUv57rR/yrG6KiF
wU7plLtp0Q51pcRreVCZtog7pG7DRCg3zTrTJ3I/ZXreBFZrURVKxn8nazl5erQf06zcpfTyb39E
2VFjQpipcZyH6orwBlSpPJpuykvTStRTUj50S3rI643Wpiw3ZqDjlxXhqI31AFR2YSMjsz8xKXks
v0fDyXbPmvF3lp8KB9UgO/LDdt61v6vlwZUCycLKuIIuKleL4KaIhii2VdOGM5bXJXz+ffyR8PeF
HNwxgrYbRv5+GP+w1L83g8i6N8KDmVMNoBOYObevSOUzuK3jzWhpn9uq/p5HjK9OurdFqC9zuUsj
QorWWXlWWhXwuVi7p6SaRibn6cntf9z2NtkhphsKkw8Ed4zBC2ZmtDKLrGctU3K2m/mkhoqvA6hi
2k9JtjKWn/i2Nzt3YU3ICKPU6QM3pbyWRCN8MVpQdvs5CjVmGDtkTnt9OORq2n0qGbNanGZYkQ3j
+74vrP2o5e1+LMYXN0VZ/PYmSD/or58lQuTcpSkdoIJU/eJQ2Y0MQx7TRm02rMhiF8gYOJqJXGy2
4JZDX0xd19d80cr8WGbpUZkCP9ZH3+7haDb9Sjcfui1GScn3RfiB6SXyRKjxxGl2rYu0tQRB5EL5
oRvSd21bPfU94xDdCmmIwrvbWymJXlf2hEvBcfOprmvs8ZX9iG63Ez7O9R/E4ysrQoyMGGgsIw0r
lfdoTmgQ/4BJqbc33mTStRCiQDOtOyfyj5mwvKZqTfESybu7zErudV91N5zi7WyQBrk1YkAwW6vw
xHnChvWwiNupSSBukz45FmF83ypR+NR25WFOYs2P06I8lk75Ix3S9JzYNZViI/wyN8Zy3079Fsbw
J15AOKL8HrghoRJjCEAsYNihFZt5xvUTetm7wq4f1PB7lQZf4jg9epHt25VxSo3inpk7xnt8HkW+
mx1RWD85abqS/39TE/uf204ldWJquGiqW+ssphA2kM2sOnX2uKyq8mHI9Dt1Gfw6su41qNybpDzd
Nme/je/cSit3FjCVtfdwnWRoidUFqHGQuSFDz9zMuM+Mr8awUeuVBB2skKeBKgNVIMp3161pJv1C
CRTZ7h7lG8vZMWC5VWOUZKFXVoT4DjDFLUwdQpXGe3DccWe2xilYnlo18S14OLt4I7GQf6pfqxI+
leG0CTl2TInG6t4ldvWSZn9X2ZNqQwEdNRsZ6M3FMaorJBK51pg8zKlmJobO5H3qx+DK1a99+SHV
o93mE+8na8CbswH4hasf6SkqUdeOMZjuVDY19rwujA9J7tRIqETlbq5TxZ+HIvnUwx2CJlSaHeoE
YHvo1l8nox2R1Y5N2L3aAM5dtt7s6h/zRMUzjCCmWOIh3+F03m6Zxu9W1iJipRWfo2hO906eBO8o
F7l+GxkQIqVzQKVtiefPXl8Fu0ELow/LGGp7RKDTXVVnUFnWA8Mz3lTuzMmezloE5tWEBP6ghaPi
F2ZjgzU1jI1AJj00oDooegKTgTfgem84TG5PmSBhgPNZC8/GfJepA+pNf3I2L8wI/mwPXWOXM2bC
JDg0xkszOrtQf5qSz7djgDT2/7Ijig7ooTEbgY4dBx2RKUbz+bGkJnfbiPSwUJOwCGwADMVYa7Zj
3zHQSxmu+cvLVAQ2eiYVXN95tbfglFJTDjPz67satiPh82TAAJUYeZQznCsGSIOidfzcQQaueqjt
P4lsPJV4hzIzDirt2hX0ZcgDc6Ts3/dkrW1qOsg8By+39076gS6MCI6ATH3eOCpJfjG976xXq3yo
4mgjvkg3DX2mVeLSZaBU2LSQlzaJAZkxA2rR0vhLpvmMJPuleh63dN5k9SNEp4AVI4JCQmAJt05Y
wRmzEF2YsE9M+I2W985Yq6cQDZZ9OPfxjkb4o+nO5n7up8qfXK36A59fa4nAeiimUk+6/m62G1VF
2tAvqcNuX6S27xT/1MbGd5M1v5l1YjeRpKLxJza/jRpUbQRh3rka32UqM3+8ds9d9zT1mZ/rNUy8
zD6V5s5gw9P8Oend42h1/mQ9OWjR/b4TEXDpPQNMXc/G9Yr7MrGDKeK3aFBB7kmL612ZZR+GdosZ
Q+atDNGDJ/KYO+fZeG0I6sJAZwo8Pg+L/roEhXcwYqXfx5yLw+0lSV4ZXE4rIYQHX9tbmG3ZTVHl
QDUWlOnLUPXnav5QqPfRou/a9msZPSnLliib7BpmB3+KGq+EoMIuWlOfTk078bBJw2N+13iFz2jg
HOq7YA79YAtEKLtpLs0JbhrlXak3msYTI3buNS//hEAM1Wmt9hs1vv+D3fy1NFEAYNBLcHUDS3PL
z4De/GiEfcJDrA0KjGcjWvbqVgNR1jQFXEuOQQEIoLLok0VXx8kSq7w6pqOlpUi607r7y9Wmg+vl
fpbsI/SqP9Tx1mygLB9lcBoaQRoKK9bu2kULTbcHVElIsus4/EHBoNutUkl/EGMurQiPYBh+lnEY
WR2cJXeVsa+i5Lh0W5RxMhe5tCI8qvIMkoceMfSzo89/661v6MsDIxq72Nzqj8gONp1/RhS4VHk1
CXddi3NEpkq+G5AT37V5/g+gJXUHDe4fFCmYRCC/AuDCbS2SSEy1mw/BmvnYi9sd8iWN9llbbw3v
S73glxWxhKzPoaMYJq8SxXiFrGznWMpGzJW+MGlZAP+lUeK+YRDviiDVjI7KllUfPPcUdsfyRVXe
1yG0EO+87rWf7uf/gYyz5q9JWOyyZZeX93r7dPtky+52iNkJkjQb8PbVhS46Acai9J1TV6Cg0vt4
DI9ReV/H7wd7PhrRFj5J5o4gPIiQjA4BARYiluI0TVc1tAKGID8N7e5bnoW7eLA3dla6JBimmThn
wlQTOZ+aurMzlKYB8lDrX9SzY31NGyow1rcmuLu9ezK3R04S5guYH9fs9Xr3chS/onRFXBVT85dd
W39FZXdnKa9/YIU6BBAOYFEMr11bmSP+agcq/Jx38EfwsBo/OvOWir20AsN0I12nn+TFnnB99WOq
tlNGH2NqDjUlDQMqVcv7lNruLi88P5vvvPxkRyegr35hPCiqc7y9TJl7wIICAynQHBfi4etlpmqT
6MPMZjpN0gP68o7Izcx7BuAbP1TCaGPE/a25ldWKVGTF5NGXF3Z16ZUgrzwy526qd0PHDFc9IkH7
qFrVxu0ptUQcptHgIjnlrF50ccaW3nPCugGvMYxUUrIe7LEaN4cJIEzwu2ojVIdUJE0YhQFVxjig
GPJdpSpai1w9HelJJ5qR3BVlDimfHXu+66Tu6Xc/2rU9IaNbVk7vduhpYiiAyLwfRvED/9+E2r49
aKsZiNyYH+BtIFKqdU0dloMJLoT1fafD/lS02XslzLYg75KGEGR1VIm5xwghpjhHFBRu7hYh69Gy
wtfDaOfkqm+TCNdhQs4INZKX3GUtII72e1/dd5VzuL2hksSHX7CyMsH+bBtv2HTUojURWsNbsvjQ
NRVyqKRbyT6sc45k5AdmtBuQqzHrg7XZvJdtM7IMvPTWTX4j0mw5rLaaOipJvXKwmjv3WwU4jqoO
8NV9NP87zfvaGnYMWRvsRJ8yVxE8JLn+ZWMP1iTrusJEFZiHJrjIde5Q1INVvbwcg4KvEBYdkDhz
10JSPaWHtQloBw/9gFJ1f46WjYeu9OtT6YSwASJfUJnCSxfxdtCSCqfHVCxfbf6F/OUQRdNJ96Zj
H5WPSVc8ZfFR1waMZ39bxbylwvH28mLlPJFWrCD9axER2lRDUCeRyuNzHt/DFnvUvfYfbrQvsCU/
toP5bWOn1yj3ZqcpT9ADhajV0IWg2y8wKHnoPJ4btdyDr3iIlTH058r9y3pxk12rfmmme4vxQD9V
/7ltW7rUtQMKYo9zLY4FOoT0IHA0jlq0d1GwhnEEYXBfiftdvdVGfJvPrW2FX7bWEH0RgnN7McLZ
MRk8791/O8/0Y0356/Zy1p16s5MgHVeaRDZTLC3NRTPwjOXLLVyQRqcc3OlUDkxPaK+x8ugqvV+W
v51+sCq2D6ks5k5w2OtVGfYyq9Fic7FYnA/7b+Drmt7vb69L+pkujKz/frF1SVNWi1k5pMK5Vx4S
zw4Pg6f6S5smfuV0kd/Um8RIshuTnrj6E7KqgwC/ttkkiN4puZWcJ/1zoUa+m352pr9L+p+/vzYG
canzGLDukTFe24kZD6n0Bu+fWMmeBvFwngNrQHNuiHf6mP4PaKm2YVNS4aK8RW2Y+Yr1pnmTDgTR
MOceqMMRqZUv0/xkR2BU4nBnFN5uyh7c+jl3NkaTZBtq0uBErwg3wTuvFwr72zAYrp6coXZQlF2Q
UFxSnsxyS0hL5iyXdgRnWVIbumeIEs/D1Pyjlh/bNDp5XxjuOs5K4G0k+qsXiCeOIVRayWuhx3aF
r4eusD4VY56e6+XvMQwgyZ38SvnYKw96F+3m6fW2s8gux0tzwh5W3Ik0xgsggKPll+Ozy5jI5pSa
LIpcGhE2sPXQk8matcU5eIDxn4Ix22vTszXtPfeQou+pbmJgZJftpUnhsBVKN01NgcmwPBXNXRJ+
ZirUHyjvKM2Xrj1p1tdkMZ9vb6bUIS++nXDvVEyYTXmXpTzSGDrQ/nK44TXtw9JvNRfeskaskske
XdyVCZFMXyjo9K2eBt1SpoysnBqb4You88PRq30u9w+zEp9iyz5MaPQ26T2yjUctXw7lR4t5iEUt
36lBv5FkyNyIySz02ldQ3ButhUnLOkuxmvQ8q4+O+ULCvIn8kW3uz9c8VWxk18Qlm+hEx1NmpWfe
T742/FhHtcPW9nVta3dl7koVmxq2g3op8zrXcQVSc0+pFzs9l5lvRvfhoL3rihCJ6sxvigdjST9t
Uvivf1I89esg8frfKu0gvDgGx5jV1jDTc2NMfkKGvtnglOBz1vnN9S7nYUi8FAJL03jBGNfU493w
g43OaaI8rsjecY94xPJOq7qdalAVfAHyeGjHY29vdI+lS+Ri/0nTsAI1r3e1jpSpykNuiLR3i2NU
KS+FF2yB32V+yPviPyPCCTSjeA4ZAiLXD4qj0aR+40y77THMDTM/b8OL9CFsa69zDVL5rNXvw+mZ
Osrdth9KrdDEXyfqAaOJyVdVeaOr5QaLWQBxFZoLoVChfVe8fmvYQ3bp8LAG4MyU74q/vP42ldfT
c3BJTSol240QIUcebSjTiniSedqpb0PVD6tog3ZLeqKhCmCEEHeEqPHaahhbVIfV9f5u7mfFQTvl
een5XPUfLW9l0WAUTmUwQqgfGHyupliXB+TnLjGcOyZqrISnQWwc83KG6mIrH5J+uguLwnlWgTqj
BkESW6fzvVGf+hleG2sj/5F+NYcXAAMCK3W3cAmsKkRBN+Afqf0VXF17tIJ7bfxcV1w+zdPtq016
eteirkE1zSUsXn+rLsqanIorLVln7J7CXFc+lHndH25bkXoE6C+ERHDFN/z9gwXfah25lK/0ekdh
fwfwHmqpp3JLwtyQxXhGdBG5g/RjHWK5Xo+Kwy86CfnZbUf3W6ek1n4OYK2lIxs9BCvKOFlC3qvh
ck7qRN8xjBL5ptnb76pBOVBis/dqlpt39aS9RIrmMB2lZ0fUPrJ7bTYYDQiqZY/2Cjoz3WQdmSdR
fTem1FIu2V9D3oy+k/bR3oz06sOQ8DvCqdfgd6niuykb411pA0xQS3s+0FNOT0OZR+9C/rJvJLTc
PYZlN27w9bCJN9DK/sTji1kzUorrDWEwunZLa1l1RtOPc2d+5A1tP2cpSrF1FUbfIqXZkvaVm1wF
BXg3ANEU/DfOtVQ1EpRyqn3ptQ+T8y1sXhUjvB+tl9t+JfNe+AI8EL1U3BjkuF5cagFlb0sWZ9Zu
TCsx/dQE9cYGSp9AdB1+jiAwkCKW86hyNFqvzAj/uPrd1H1JveZJpbvtTafau8uL0Vez2u/jT7fX
JqlxE5sv7Ap3XsxfVQaP3CEqlcof1fRlQZTmQ2XBQJ5PYfEcFmECi+I470fXUu4DXftahJqxn+a8
uqfj9PuUM/wgmFcAuFNtg1vwereVttU61Lfw6QQYanOf5aDB80PP6m8vXRYuSLeRoFYRoebJdG0o
jsw59VonPcMNpFJG1LrOd75Hr7etSDOnFSXC5M+qIyZSw2WWkybDOKTnwfm3OVAIycz+m1J0d+g+
wOJDeWd2H60Bwk+YEpzMH4ot9iBZpOehTj2fGAvaSjicgzEw96IHRCsUOROGrxp4Uar684yIZWuT
LJYbOyu7v7iVeVgzGE8iLIR7SguxqeWIOmkxXBmeGv8P9Or7PN16WkvsaNzIqC/Q1kJzVrDTmoNT
2N6QnfPqBzAfJgaqceOWlDgJLSZQ8BgA7ytyQ4ZxmrqKvcoFZc5xHh5XoGurvm6DfNYrQ4igawMQ
DTiEzGjjCt5IdWQwopaOVpK8OOODMc67ha6+BxOsGu0Le5/Fu6Y8jBkStP/+QeJ7ZXzd6IuMFF6Q
Jak49+dsDE6NdRhV/eQux9snQRKwr4wIX2vqode0K4xY1SfCdq78pU5fIPX2Nt7RsnYBzUf8nMeG
hTKhsJVRoPZOpjA9XwFQNnyY3oMUfGv3uc0OYe1Xme/Y+Yfc2QCFy1zl0qyQFOi20mZWTIPcSZxj
N4EGSyf9rNn9d3uItgjkJGeaNUKmub7h1yHv6y9m88FCw2KNqW7fJ+2JXFsrwmN251nH1jn9/pfj
niW151DDDiD0Bc04CKxqRXC2qL8nSNzwwj205XOsTowkb5w46coujAlfL8+gAwgGcBNGNL+3nPYx
7L/ZzrCPmxrlrPQ4mlvMPtIPB20lsP21vyAWzdyQzL8qQCUmLc3Iuaq7U28D6CsaU/MTwFl3t7dT
bo9nGaq44MhFFKSXKJnpDeD5Qu3+7/skIUROW+IssnudKg/dzrWcSk4snDY1nkK9dUoeZdpntarQ
fkBkIf6o118j837s70M98rMsIJF8rc27vPlye42y0HxpXsiZ5iKelyyoYDtAVMIHtYf0xfKRnu9f
t+1IMnGWuerf8PgkcRUOXYUEeQgWAGyk8c1UrXdG0t01OSzW32vtKUvyw9D9trSDBknlhUnh6IXg
G+jTAIYEsNTuGfN7NTv6nrldb6xNFjAvDQlROTRyZdFyPuGcNCcULPYVYmudix6aYde+Aq/B7b1c
f7h4BV3aE1xmiZUAVObql8w6xeZfvfu/2wbkTvHrYwlOoY69pwWrgeqT1Ue7qvxoWhtBeMsf1uhy
cZPVCRipocbvih6CpCx+Nvt2r6pPDH8aaQaFzA8j2qr4SZfFI4QXpw3pgCU4RFCrabBoa9modf6Z
gyHdBVrwOE1bQ9DS72OQhazTkSs4/HptVp1ZbtGtrdjpxe7vFOvjH3wexhfQfIQvCXbS678fR31J
sk+7bmQMLbdo/NBoV4fyeNuMrPwMZPCXHSHDD9Q5VeyRyoOiYSo45injwWD1f/DAOI2OTtepNndZ
434Ddtj5RftkpeBD9Omcr6ObwLpv/yBZPKbovJYN1slTseuqQCapWAu/J/Fe2uqfjhTPHJ/MdCMv
kbrJhRnheOWhPXYMVlFwKQ5gYndopu2ybKtbvmVFOGPOZM5FVLIYA/K9fazYz31cDP7meKj0oEHq
h6/wpqH4fO0seGiwLJwlCGYC710ye+7OyCFfrVMUKsp+bE6N17r3pV7vFa3ZWqUsSeBuo6oJ7BEq
ZiFJSCI6GEZOlzLL5kPjdPex1e3Gdjjm1Se9PZW/P/C3Vsh+2ROuGW9iXsdRsOfAV2Qq6a6kTGZX
X2474rpnYgC+tCIEkrJqtQIKPS4ze2IPvcel9T7YXfcweNVdkv5+UY7OPDMM0Nau4F4hnIDd8+aE
/8+Nuai7Mg+nnTFpy/72mmSFDepCzEPAcuwhPCWYqcqSppZKVKmtEpXdO6XcN/quccfTYhf7Ocv2
zNXvGQ7bCDOyU31pVzhuFRwzCnAAULH5e284dXl79BhwpbB2e4GyA3dpR4iaijcW3bCuT28zP1G+
q6F6cFPN/wMrEKqufPYQZYtvmrGC5H2yFLrIXnUaAS7bubndapU64IUV0c09yBnUBeIYS/tsQ8vT
IWE4ZuqhnF9b4+X2iqS24FGFcI3BIwDS1wFEAVppzhTTzrQFLZjiIXkx0ljdo16bnEh7LDLxtD3d
Nir7WEyJrkGLG0gToexhEWg4ArLkmvlKlWmXDczC/UmgN0ntVz5AyPlFqFbAclHUpis+mdr7wVLf
h531fpq9jfRQuhYgcSu9EdUr8VUWjsbUV11Fr1/NV2QNDJVw/W/03aRG4J5n8Ag6eJZ0/ZWMwaRj
qY6shdpV/T7JC7Q+4t3tr/KTa0cMfPChc/lCnQBBjuAL6tyarWPE2VltkDzPhmXcNYv2TZtLtfWX
wA5IEHJKyXYbHaagd3cgtKtdaYIgUrvggS5MtTOcuTgl5qgAEbQ9P+QBtB+MBdaRaWBqajaWT7d/
tewOYg4YnJjKNQg87XpruiFJwqEh7Qvtd33/wjj4B70dfG9YWY1eR6M53LYn+xQMOTNFudLVE0mv
7dVqWJa9Rgs0Rz9wP6DA8s4ApOB7TbIliSI3xXjwOs6qApu9NrVkY6+BTOd6RbOuzZ1dBEeSt4Wt
lEVo+OL/s7JGiItcvTHoj2QmVlq92LspZNtztvP674vdf/yDreNL2WweBkXwVKtrMIevbHhd/N2C
oD183izgSRfDyAC1O1hM6JVfL8bO+nrOOm5TK3mZoeR0YOm0vefNTESWd8Eh+J8d4UCaXpsq+sK1
lvfGwarinanUu1qBjGVyd9Gs7jwImKZoYwOltzhzLEAomMxYNTSvlzfHodXOI7fcDINzlH0YoRUL
q900jHd2EcPh9q8eOjtof7boVdc//CY0kOIBPyU9Rxvr2nBV6gk6NUTsLElQSviBoMsfXK2rQsz/
s7Aehgs3BPVsNlFLJjsFL8z0ByjvjP3n2w4ou+xAuNCuBtgJxEBYRUv9f44VEINp5R6XcvQn80MQ
nhwTNCuK8LeNSbcMHA21D2YwALFeLyiyGQIPZ+4fN1RRpM6Lp7LMNkYFfjIriN+FP01KR6uVqCQY
cSa7GbsmoU1jPXvoMEIh2cYPx8n9ruiHrvxsfkzMnZp9CZpDMvtWS+8Rd5n2FewuqV4cby9Ztr8M
aeKg0MGjqiGcvl7plnnKwL0NanEo8md9KPezl/pu/jxuqonKoiN8bgboQAQv6Ahe728ZQKoCPSsu
eY+Oul97j4zVbHxD2TFfD9sqlQR7m5icz5pXBRPj7Oe+QxwqAeieZ4eqUf100BqWle2NnHawpUwb
hmXOA3xp1WdjH6n6Xi+us9NOq2msntWx+FjwzcYpvf+Dj3VhQghhaQ+bmxLwEFbdHYS0HzXrMTGa
Y4GA9OQYu/8/Y8LJy12GvBQL9IaRHdOxOjehbzTxMTSnM6wNG8ZkKcHl5gmhROknrU2CFSrCbK2V
LXsbcodszA9O8L7NikOm64fby/vpCG/OIUV5ask/Z+qFLCQvvQYUQEs/peUZ5xdzXva7VsnJj9RI
V74UdtEkfuYiK+arvQbIL9Habl/Opf6PmXcQwcfQIFYMdET9vwzOt0/5nMYJkxRzfKwWZuzKoBlf
Q6/JY99pA/VTNDlxsI46BE99prkBh3to4kclzaaNF6r0oKH1DuoZNLctpiFAltK0Ry36HCIoz5Mq
7O5GbauUIDViQtZFcx90tcisHYRLqM4zoUMJUl9fAKjXvmp+v/2ZpKcKcPNavSOX/tkkvrhjciUr
bCsFUKqPQfwudpb5UE7W7xPEAY9zVMy4DIMiLHR9dhPXS2OUO3m+eS9p8t6JGr+LNm4y6UoubAjB
T0Vl0CxiXh3tmEOsWxaKX8duu7+9X7J4vrLcISICEOANv8I0z9FsZ4AoszifEUDv213mFMu9Mizl
O2VUz7rFpPxtmzJHuLS5/vvFN9J6tUjaDiREXYzHRa0ec2pLbTP90dIY4Wban0aC2LTW4rZtxhHY
QWQa+8BN9nVi7nW1ePJ6FWGdDeJH2aKovCAtDxoVNhFhUc5UhGHW8bKqyydQ6BQorIOSlIfbWyf7
XDDN0IYHEcUFLFipYqOw8kFh6yymExmWQcyw8N4Nan6uyi1BY+mSQKzROlvBy2+u3yXmvbAAEAkQ
4NXQMR8dv7f/ZEUXRoRrULHtgCepzv1bTrtkQBolPi4G04mBuzf659vbJ18R7SswhuvMxfq2uPC8
cmYWoY5wiUFtVhj9FDf+MP3BS54ptv+MrN/wwkhSeukI1w+kwNBpJEtwigdrb6nxhntvrUW4j4Z8
mduwAWg9WsmuYtjHzdtTvDW8IYtCF4t5yzprIZBcsxjXandD38KOv9FIkq5j5ajh8Kg6R/V6u6wx
sMrAWV06ge7E+ydJUphPttI8qRWb2SgGjFfEjPCm14q6Q8aLdVjqj6J5DBn0Il/fSOm2jAifpIoz
uBUzF7j/in23Hlcxj80pjdVHxTwEnDGTemCc9Lc69Eh5uG0OyCiPvhj9j8I4IehXb2mzb1kRbh9t
duMoGiPCmfZY7JtEI7N5GoaN8yi3wrAVMBwqIOIcdDPwmEALITu3VnGnRw9p5x2N7OSV32+f+3Xj
3+7ZLzuCj4VuDFFYlWbnVc1N93ZqhbLDCG2egwSF8U8GXcTm/S0b6FxZDbh4tPVuVYUkocshWUUY
NTsXy9OyYg1hSFPa+6zb/RxgVf3WfK2WTzUkO7VhHm6vWFpH4KENnAmALqDN1VcvopCdqlrrJVR9
KzOAblvNTmY8v3eG9pCDbJo/9FboA8Ugpyw2ApPko9IyRZmIKwrYjFhBXyItmqepzs7JaN3xzjf7
+pild0Vyur1EuR2XRjDUH/BVCyusF6VKaq3Jzq6pvExm+30YnftiDh9K8tyNky25d1nTL1tCTNfr
1JpLB1tDTRzM427wdSN5arL0OZ3AAtVbhD6SuAtCYJ0HX6vONMSuP19uGHVbmnw+NfqyOL3vJsfb
uyc5ElcGhBVlbtYaU8flvkAO3x+QkDqF+b37BOriaDftydxSQZeviCIP40dU7kTK3qrpLC3T1/sq
tF8V3XpiAPPT7TVJTTA/DZAQ8R76ldebNrVqUCsqx7yY8rvBtY7RtIGZ2rKw/vvFqUI70QtqKA7P
Lr1rCpxdUG14muQOIRT+WoPg1VFsGzmInuxs68817cKs+R8V+w0jso9P7RRgG1XUFV5/vQy1UQeT
Uj54TnVYB0jQ+569u1V6dpUAMsdnbVY/Wnp0d/v7yE7spVnB56a5y8YCANg5Ch7V9lUxqedA6RZu
lTJlwY+09df6hNt+otyT2DrrS1Ya1aDQId7tmGYcrPgpsz5ks/Zhjr2/i9G0aXgE+cZbQFKduDIv
5AGhNvSmXmG+CT4s2adhHP3F7+cKkWQkdoMNa/JdpUDG+22lghG8Ph7aKKsMrJmQYy2tr5t7JXso
rC0Yt8wzCehINwE25kElrCqLnNYJ17jOfAUBKXW+OBRf3GIrUEjtrFN962wt6xGds6KJDWVJdu7c
Fzd09713P1ZbYwCyg7xK0CO+zFQJo8nXJ0CblSZQOhZjKEqxz2uqVUpibcnWyK4NeGXJN5EvoZgv
HOa5K/RSgxH03Gr2PhifA/Wp1h6afNjrW9hK2YIIHBTZHBUxFpGgN1fGwsk7LTt7VdnswbfDL12m
80bdTfZtAGigPQysiBMm+Jqy6NYQB6C0kzibfCP4tujxPvMYk78dKWQbB5Lf+FnJQeNQyJ1mI7Oj
Tmc1ufZQNckdgHA7PGmqs/PSrTe1bOcYtgT8wHciTxP92ojTerGG/NzW4ZH27lqNuL0aqQXe6+yZ
rjMXIKwm0xUy0IiYvhLVKNXsF1vdY1kMQBj5PwtCup5Xw2QZaU5ft/3epvlD0f9Qs5fQyTYiuOz7
X9oRvn/SG97YrLfTupK1h9PAF7DxIJStBQQpKDE0tXE0YbfctJ/7lEnpsx4YJ6VBFryNjkv3d1Bu
DRxKLUH0CYCdmqf5U3jn4jav87Jxeo1IY6ify/rJIy+Pjdj3cmfDnWXbBkgeiPxPLnOxoxx5XYCG
55Sdne6hjY17vk26GTdlXnZpRPDjsunSKuk4m6Ftkdo/tN0Wu5l0GQb8afyHeLTIHpGYfTD0AxZG
WJ065j9b63VzXHLLiBD+jVBTbD1nr8wYpcr+x3pevHHc3z6SW1aEVGQ0hzBtGVQ/V0VY7rPBdXaT
W7ewUyTeRsyUxTKmn6xV93DlgVl/yoWXZWrgKcWS5GevWWw0JZvxf21YuX4UqcrzXBTfB7vXNxxO
6tngF2BsW6lOxTohNNOMvmVpTpxGNJlp3SaFgrEY9vb4ensjZZYgu9PxCtSd3ihxxEqk1GXB7Jhm
IcZRwCb5DKEL9A0bU8ir9wpPeLCP6wAiiNxVz0fYxWGeisrK8/VBNI3v0u/l+A5UyK43Vs3U3WaZ
RXaawLrT/4eYDkIkIaLCxDAXhlvnuOHsL7bp91utalmWSOeRuENTibtOiHN6C2Fr2LCitA78Pq0P
hf01/gbtkouK2PYMlzQppme2dq8gyeQQX+9gvpATVHmJvaB9avPouaSkE6pwxCe24k/ZP2HxY4yP
Gtz0v+8il4aFrWwGRhnzFsNt1JyQZPPneDgG+XO2hXORHWroGVZkMdQJ7KmwQrVaphYYJNBlVhLv
5v5hCH/cXozcxtrzocRhYOfahmElkQvMNmcOIlyOq4zgrjGcH9ashYfblmQev3Lm4CEUUuARubYE
8WalFQOW3KkbwYRpA5mjBe7DayYVCp2we+wDu75b6k77exn0rcq8dKUrowEuQ0Ip+ksXKplLRZXP
5lY7F46SctmZWwAoWfhgjPk/I4JvKO5IzESy5ByH4ykMp/04PMeu/rQ5XyiLwjaqVYyuwO+tibCh
LIVwr7YCZlwjxHWbx9aFRlhV/MPGxSKzQ8xYy5lQ6dkifsfq7LZwB5M4pYf7qHgJ6h9mNhy7Fo6g
YSMbkxB56zr8W2srwwEgIQIghzweYrQy1sHd/uwMNswTTblzCzRCuugwgyECwjCdRu81bdNjNOoP
XW999fRpV6dbxCHShcNO4XLpMOhsCQdDDYax15OoOPfqwxgZxx6lBad411kfg9G8v300JLZIQ6ir
wpJMX0rs8sbWNLu1Cn+tUnn2h3pWYT0L8xxNWVCNTpuXsGiV2cZ51KRWweCswZPhdEt4M1q583+k
ndeS3LrSpZ+IEfTmlmSZdpJaXn3D0Jah955PPx/0z5xTxeYUZ2tCd6qITgJIJIDMlWt1sRY28SMI
Ny/4XBrH3HQnx63Vt/SyHRwtfqckT5k00EH+Mo08+ZUvStkfOnphij0d5Y2No5EZRDkItgfa6VYb
xxwdqTcGyHNVpzsWR6ONXFM6xfVei/G2HZHMJQIRW1enRmEYkVyokJlPQVIfgd61Lnqf0wHc5HgG
K1rv7J+NcxfuCnp8YCXmhbk+FSWpHReHiX6ce5D/SxoUfj8Z6o6Vjdh2ZWU1e3QnxhYdbEgfzx9G
xESj+FiY2Y6XbhqBkVrUzwD1rrNsY2W1kd6MqPM1xclS3+UVXf17rKGb63NhRDjtxe2yygvu+fZA
lgtQcvIx0H4hjqD9+ycZOR/B7wrMDVbjlefDh7dUisVIBlW7T+XDr2X27CbdSWT9uVOt7nhXZlYh
JJ4N1BoDqN7DNPJS5T4138a6dKqM2Rs7/QOcONCiPivFp1m+c2iod9rJD+rW19U3sHO6zcGZ6An+
jvI8+qiNdmYvP0ppe1eOCWCct8YdYIdDX0mHoH2y9+Q9tlYbKjghSwO8Gn6J64XISzUcOh0KYak/
cah7acqdsdP//WNCE73BEDeAinuVGJlyhfy2sFJoXpDdOwvsWu+C7otuffz3IZZADg6UrAoFE+F3
F36lTBbs3D3ZU8NYQDTY4c+mi1V/CXLpZECT4ttCSue2zc0pvLC58uUlksas7Rkcwdwz8++Tch//
BXcNDaxQfgrWcQPU3/W4jG4aVTWj65k0o9vlT3QSltYpPN4eyVYUA7lIaOalTCpD3P0vZm+YoR2M
LVrU4yJws/afSDvdNrBVXdQuLaxuh9I0tJkaiO5tMz2RTT2aU+cO8sdMrQ9TrlEwum+MZ33wLat0
i+Hf10Gwbv9pIwAwts6chHozyElGx6xVh/QRZEXlRxC67PjDhvCz+OO8+YieQNOcVZg2g6LmjGho
GJSORvICM9qBvr5z1bupq7cxglOWS061mH1oAN7r45k0rpkOR5DFyDr5827+a+sKcPlBK+9x8ilo
wxAkvQUPQAMyalK8SbU8HUmoZdo5P7aHL3pb8CGYXc3VHjSiKJejvmCN0QCtgtRf6CVPg6+RjVDj
k/ZU/DOp0JkMRyibj9OT8l6ej6EiaJgy5KxuO9zmyC++ZbU362SWUH1lxU3Tt5Yfo0QDf3kuTbdK
96pTW0wuIHvhcSFpDuXIunko00hxGyMNGIH8XCQ22LrOTZUnqb4PZusYhDGKJr7lfKziw1SdZ9Fw
Pw47+YatWHT5DauVjqhK6bngjpvD3Bf8tobp7cqwik26PvB43YHsJv/sAOm4DhNO3Mz1tNAuAfsO
tx1VvW+L+zH/R9Yeh+G7GewVCcTfe2WPOzMxVjzq1gQ1xlIVTmEwseQh65g0cYbcJQoTdDbc9pat
ZANUeAgHiPwGd0HtemRhUgUSJV/aw9MB2bn3tWJ5IpcbxJXnDCC7CFa8DN7vmBUB4dUAISfg7c+r
gHvktdlcSxMLaSNBqusc6yXzECoNmp9j4yqPaeI8OcsnpVjuk5370RYJBBxlkD+Y4gpA1u3ariJH
lZaNcOQ56o8E2edYKw+GgXRh+VBEod9EOhXW2e1CWImWxTXj9szFeuc5uLm6Fx+x8qYpKOKkNWgd
ka0vlJG9kQYVgMV3yR5P/NbpRkYMiJugRoF7czXayYQwQSgXB7Hxq6ya0YukxNpxoY30GNkTMs0K
Ly3BAXdtxEpKO7HDhCBgyXezLlLa7vQcTgodP4MbtDuTt7XfIfi3BDAQB1pf3yw7TkT5jK04arFX
1MGTk2W/gybYC+pbgRRmecgvyQmz61dn2myGoZPK9C91WnM2lMHP84cFIpTaU6KHbH4M68KNzTeq
8xm+kmY8ZrJ5bgfEzz6Gyl45b2sh0V8hK80XEWlXbjuVo9xAekOzq1ald7bVJYc4bJWde/1WlMNN
kG+D2R4s1Movi3LR5mrSYScfglOUSYciBhEUtT466W5X3Lf18JxY1V8EcNBxSKnRBsotbOU/tNYB
ySJd9xgNtkenilWlMP2dbgecrQm8NCJ+v7jnKUqpKyNIoMelea6Wz3q0Ryn2h6NmHdEuLayWKFh4
+xklkxc5b0uz9wOaDIy8vJdpiCmsxc1D8Q7IIZ6O8rdJ+iRxE4ELDOnLU5V3I3hN3eVZAp9VfG+U
1ptkPITZctS1UwvxjtKcO/VoxXtY/y0nv/zq1ZKncyMBXhdLDtdweQgn2w2ylzjzuvQvams8T6BM
glkC1M8alkCDi5GWDqGXLgZf3A0kshOZcvyLhQZXRK6SswVY1vVCL/R+DGnwhwTVBpMTe1K6kyXf
CkBwav7HwmqhpVZZpqljykoFdMVoenb0WCI/c3sc21agFubpKC7wq3H0oZ7lfcuusCbLH+g6F8/h
ad7ZFluxG9rr/1hZjSWPgzpyDLZFvjypgeE74y/S0wMiC6rqF3L473lFENoDe09xHfo9a+Vt5ThP
eu7Q5xQXb0gN5FP61EOAQDE+/Jvpo1RLJgw2TGoM124QN0FatAHMMIKDYObMc8ZP+4zC4ntf7fkL
K6vxMNSltATpRtRXh6yfn+1B5Pvvl3YPFr0VmkW2gtSxoN3VxT6+iF+WmTadFbBQGezkBXWn2vCM
7CuotkpPD8pwINly2wE3I8OFReE6FxbjwgqlKGYjteXgB6p6nB1kx+whPJdd9KUJ9rK2m66IOBzC
q0Lb89WKlWlep4JzJi0ax52ixjhPZntXFGnl1lkY+yP+dMqmZO8KvLnTLgyvFjGCAmGKC855U3Qz
9E+q/gu46N/4I6TM8CUKuZ411jamEB8sAUQmgaOdAH2kvI5b8/kvloxOZIomRL9XyjRhELUgXokZ
1DbcXkvupi/OsHCqlCcn3aOo36ppwJNM5hd+W12A9a8dRC+Coe0k4qBdIV+vLGc4Fxzu7wPlocxF
Dy96ku9zF57S7GSZB2uPDGxj84E+Ad3ESHmX/aFQuHDQKNQkxchQB0ikjMd1WH2toxoKLVSOg7Dc
uaRsGgOyBViVLBviP9eDtfpmylKJdrVRngt/arLBK7tc820asVG3Rhns9lJu2oOxEWytWM/1hS9O
bWM0xo5um0kDdj4o9/ncevJSHNQ4+nHb1sYGAEyF5N4fIXf7TznlYiLz2lYrmc1HJQxgXZhNpAvo
9PD1Kkh23gp7plZBpZ3LJJJo+3tUAt6Vce8qU+I2Snq4PSLhequ4jGiKuG3QXS44Ia9XS8rmIe8t
QNnNOMwk2+xjHY3fbtvYiMhEfhqidIfnCDoA1zaiMSysygAmrddIs9CX9SCH6WEpD1qrHMo4/0Z3
aCf9vm10a/6oWEJiD7E8PSWrPTejFI14uc11Dahq2rxk5BIl6e62kY1ILKRnxLuclB6wq+uR5WZj
JR3vjMcubL3UUY9y+N64j+AElj4tewnKjWMGXIXYUzRowo67msZ87k1JXjBWFp9zqDrjFy0J3DHJ
PYAHt8e1OXngSAGrCYaSV43cVdXINHwxrqTU3DCQ5BNV/dyrmnn2b5vaHNWFqdWbRloyngIVfh5T
hpO7l3F8P9tvm95y62rv/NpydiCYQpAMOgVy2dfL1Q9Vn+Ujw3LC94MJIgVqyduj2UoSEeEFyYaN
ijc98NcmknSMrFEj1NIy4IZOzdVwpoI9e2kmuXG7nOL8p0Huz5H3UPZbcRCxaShEcI3XOkjUsiLU
pGh7befsY9ZP6GOV93HiHOK/KAtRpf2vJfElF1FwQOqiT0yaXcOuqTwlNlFGDCbVs41M3vGOLUe8
NLUKT9piJ1NZ0uNWR7+r/DfqJ7Z+f3vJtueN05mNRd5yTUbRmLmTlRajkfXEKyETtMr7ogyPcb8T
LLa8j+ZqQYUEUyxiBtfT1mhpn6QF7MUDrFjwXUhJfro9lD+4+HU0h9yHV6NDyofr07UJpxoluLpF
Q0rmtlp7UA9l6YFxCc/W8mGMfy/FXUI9BUmeEQGW6ksHz8zi1dkLClpucp+EdxDiR8DGdz5saxkh
zwHFDViQKvVqGedZ6prW5rssGwYP6df0/8C2vTW95GVJBdM7ReBaeeVYa5M1WA6BpJjJ4CsAe/ZS
olvh/tLEahhBqKLZhkzmY5cn51B9mpPRM5GSKvK3QRLeB1oguwqYjan+2DW2W39IS9+YrVOppL4W
vTfih6baK/5tfhPhhlWnosQF73rJZ60aUpTygMha5ZNqfojmn0pSP6iF9qbR9Dv4+/ZAXGKUr5yM
IqC4awnM7GqiM3lRB5r4aecp3ylKfaysn73IguUPZv7ptkNvlU10ARXDmUlGc4xfj26ScsUMU9pP
AxV/1ZMz1wUPyYFzLNundG79riLx0z9Ns+7ZcfxctNM7u7O/gAk63v6UrTDBcEFU010Brcpq9+pB
WqmTRHjttWcjGl11+jJUcP68v21mi4BcJ79H9oenK6FPbKWL4Ko0OroqFonovtY/OEbz0wm7Bz1D
zWGJP9q6n6aHInTjoLF8pTHPt61v7VNut1wyRPs6MeTaeNtLuVpD0fGYaqdgsby6i45Tme8cklsO
9Icxm3unwStdvbYSarNmQLYL9CIdXDOpJbANBRh1IHPVoP+IWmknW7s5LBgh4N1h/Qjy1wYVdQyh
QNEpwpNJFB3ftfOi2jsOctuIsS4POVIaEHmMmGrig5zfj+ZZsXfyaVshDqTw/x4HU3c9Dslc+jET
YAJpuEd8wt2Xl9pcmgsLK+9boiAinYH3mYhJaHR8Q4P0M+3v4d3dcYK9saxiaSIHqMtQl3hc7KcS
CvM52onWW6+Oi8n6gza42Ej6EIH2DBjK0rvkasv42Bru4Bfzb83+EPU71nZWf51MnSJJn2JVLI3k
11F1RL3mUJs7EIXNRAL4WQFXIpHwir6iiYrIDBP2pyyRfZ5U11lUlHyt0+CQIm9mSJ2+IgAYZflz
3FsUtbMTOo8n28wHt0v3ivmbS3jxNat9bE9q1M02Hm/FA9Lwk/Ver7S9yvmekZVHlmOqOJPMkMtC
Ocz1pzmXDreD3p6F1XnW60ZX5w4WnOIlHx9KeS8juR3TLyZq5evAiiJj7LEgaZ+TXj8Eyd2c9HBX
H8i1xuO9Eg1+mSeeDe/47bH9XzzmT21OFDbXu6CJkUV3hAD3qKad7BW9Yape3Kd97FVTXii+LZez
QRRO59GF8Xl8ThQbjuJ6sRbonUqtOveqUsSnoICk/uB0MYlop9D2uuO2jldgAySgeb7Q8rM66E1l
UU1NYH+aNPAA4rjBfAzG2h+kXzszIrxyfX25tLQ6yOUh1uxwDikpt5mXmKBrnKdE+ji978DYfdId
VzHZLPDOacqH26Y3xwjhNYLGIEFJhlyHb6N1MqnQBA25mrtxoinuYDsIcGv3TH+4kz/auheaF8bE
7xfhT0Ntc+gnwC1RvLzMY6jdWcUknqGR7NUDLB4zVH9He2727vqbcRfeXThySffoxsowaguNEeVU
nbvgH4eLbzy+ndXHcDw24duE5DQ5ztvTujnSC4OrJ3dmKBIawBic2/EEBQDp7zcT3S2RwnvOMPxo
2XkxbsZ6GywIuWPgWOt1XGo4i8gUs6d+J1pxPyvtZ1MBNnR7WJupBAiOxUwCzoZn+3oFR+pCs1Vi
pgAEjxBNpP4o49MsZa7SvAMx6ZY1JdO92uOWk9IKzboByCSztdqIQaMGeergpHRlNN1zVd0rZej2
4+ed0Yl3yXobXtpZvVuSBVn2JsHOXHxuyA4/6V4VuXEGBZQXvyl82foHbniTc+224c3xAeIRjxeD
Z8VqVp0llhNrYVad5hkMlDO9wE5t9TsntdjKr0YHRlqHGxSQ2xqVNANBCIO8oyRkoJzZeyZEjI6/
hEhc7qTqNiM8cBIAhYBAGdMqqpR0qBW5Rv1O+2DBQWAfR2rSdvx5UpTjYKserye3pypq9TrNBF6Q
Phn59xyY8e153XyqWXTLkS8Em6DYIu5eBJxEzs0pCRiyApt+9TM0j3V1GHqv+BrLLw39EuYyuQ6q
KrnxuGj3e6nYLfQo9HhUV6DmRmrk1dsljzPbmETdqNK9Pv2hz5Or00ZXjOfxd54cRwgOxztlup+c
nztD31xt2nAEpIf09rrdWrYjRIAi6juqPbg481R+ixGFAyUg6eeyl49dfgI4I+CUbHSv05/lrnaX
uXIF+8oeZdNWAAajJtg/aZ4Grnu9EIWjZUaVCZRIWthu1iDhXTof4g5SNSdNx0OSIY43Upehjyb9
tjMV4vR85fgXxlena9pVTSNV1ELhu/KjRvmoa9+G8JHq892S6G/avnajPDyUv6M9LofNjU1HApKk
wMnpP7weNversOx6KuZQy3T2U2yjD/J22uuV25pcUVpGko/0Ls/JaytFGTcmcjqEx2Z4COPiXq16
RlZ/rCOVg6f7vjTKV0nLf9ye1y0PuzS7ipZBu1D5XzCrnjpKhmGVH6SgcAOrfurmfmcrb51vlNPw
ZNi7BXrjeoyzqUlVtzCTafUbRrkSbksr3on/W4c2zQ10oYo9q65vCa2eRZHEVRvPCL1S+8ZRo5eF
nyaHGYr2tNzTQNgSjqEpHswxMFzRybYKk7Jal/9TNK+M2ovb72ENY0XdItT17Jz7TDpWEU/e+gCt
udvO8blWeV51y8Gu7O9VJO+85DenmBo3cHeoOkgrXU9xL8mZLkWsp6Y3rqR8SjWwctYeMmbz4UFj
AJo/oP+Ijqur0TgnlYoGIXsipsp913epK6cWiKXBH5IDMHe98uIC7e2dQ3ZzeCDcRaMxpbE1fwvq
LkYedZCv5oMtSEKMyfTHYMdNN0cHwhgFZ/rXsLIanap0aqZVPQWxOC4f7AIV8VSD5d8J5OSuW9Tu
yMtLe5gr/qu0v2ljDdk+b+IPt/fmVhMdOUrKByLBTWlORKaLk69rhsSReFM9DvO7MPWbeERPr0aW
4mxZh3I5GJL2BBFVvbR+WETfVP0c6E8SdL6lYMjtwvPt79ma/MvPWXk6jLtGQykcGiwrOffA7Jfp
UyHt+dZWIKQlFHApEGHQrKtAv3RSMY41p0zeWgfLeZmn5qG0gO2ZdGq24RtLrd26/IsGc9GI+h+r
q/CbZWY2p7BDPlbW71wdPBt0wfLZmjQ3zxePCOndnsutQwVsEik3qAA4VlZn6dxOdheqcK876Se6
s49Igdl15PX2zi1uc81gagGz+gfCtlqzMG6D0J6JB5L+O5IgCILFr1P3Mh2bVkgrA1yFgo3r77Wj
hiTcuqGj/lm22ZPR/yKVdAyXX7enbOuoQuz0P0bER1zshrnO67oXZWrdar25/i3DD6W/W3K/GJud
CLDpgxemVrNWtGncy0mJCu+ofVFogs7N/jA1+p2VITQg63d2MB3iZDeubnrFhd3VAQm5OqJOwK0e
wzb42ZGINeLp52JKD4tMHL89nZsH1//oPVowLgEAuJ7PhoYsKxSKMEN30KNnefJk812RH+3hbRF+
t2GPt5cny4pQA34K5a8hqb6Se/6U7T3sN72HZyE4yz8fstrxRuWooy6q51WceIr6STVTt1pOt4cr
XHB9f2QL0MjGm8bgeX09WicFlRQOeI8Shj59D+QyzR2v2Vy9CxOr1ZuXYTalAa8J2+hNYxq+1bTH
yNJ/CkHj26PZnLILU6sTKqhLfRzEaOL2t1yBQIx+VXudC9s2aPWHx4zOxnV3sVEB15YF/qmRC8+W
fjV26XKm/81A/mtktfaZ0+VVz357tJdnwXUuD0/DvNcesRk5zP8aWQX3MZ9nPUaj5JEyKyJpp0r6
qFC/XtBZKsNvfzMg+LF4tJFhWQP4VXmYQS/gBI0CaKz5VFm626Q7nra5NDZcKIIOBYSacPaLUDjE
+ThE4oIC9/3o0qU0nO2pDI4ILzn/n6bEp1yYGstMUYKSuQuKz0Wf+2P9PIOZvz1p4ntfbU6q62Bo
TIBc65aguYmLPtBGICaN9Wlc7F/Sbr/sZjrDEZXeP3yrNHJcDyS3IlPPW8QrciukJzIa3ih6/lAg
WhF2/THOu3cd25TuwCepIk09HEz0wYFTRH6qhY+jGexkcjbX8OJ7VmsIEnoIIhPURivKK+Mz/FBV
+vn2vG5EJOrpGu919NNI9q2CXlMMjLPHT4q+P0+ynZxgeiz9KLNmd5T3qBy3OruuzK0CYKU65RBO
LGNejceiIVyM/yiL/MmWxy9C8CHK7lLrTmqRXcnzA+yWfqzsxBNhYuVJdBzQwkJbkgkiZrXK0hTo
ZjEjbF8mqHPC+G5IvdfIywFxxnfJ9BxN//5cuTK4WsbUjOQZsioQbfB1A9Cw5oMeFPaOlY0IdmVl
tQtbhFb0QmdYc/kbdv7qqCBKSomh2oNtbmW7riwJl7rY79wz+qSjOAanxPvIfK7i0e+1p+WcGu/g
zPP1ElGdpw78bT/sBIH/i2nwS+LlChHzau0g4bLltIVmNzY/pJzOYUW3De/KU6rEBxtiA8jPn+z5
/WSqb/J6D+67sR8ZuEmvGRBI51VTWzElwIpTyPWXIffT7j4F6SZl729vyI2LJQV8gOFAfCGW0lbn
tl1lgKltqmbxb/hQmudAf8gMNK+XR5XbXm7+um3uD0701Xb4rz19dceDFzls5IGm2Sg/jsVd9Jie
o+c+8/vxrdykLnLwFnlq9eNMw6BC7xG4+/anYrwNMq8w/HB0q+mgvJVOyl6f20bEB2bARhUlOZFI
uHazCXgrmnQz7y39N9ny0t4Z+eaGoU+DSoOKjsor+dykZ60jkQaalIdo/BxDQh35ofEbqPIOLn2r
9ZyxcHUFvkNblbPy20oNSRjEvB0VBQzalzH3Ff2z2i3u3EAkl3+Eu8XPdOvRLkNvMI/F9DYyjnXT
+xK3bdN82VOo2f4ggz5pwd9ExWX1QTEfGk0OHwS9ECqjZuWnb2g9PYbqS1+8z7KH2nIoEfrQKsb6
J9Wv+pdFP0cwnDv5X+h+UTtAh4OVcOjkFAt1EU8sOUqXOaY/ZwIXaxjfnL2E3+aWujCwOnSWRlMK
Z8KTgvZzb8+nsZ7uNPveqH80uv1t0j5ndETc3laboeLC5GoXKwl+UA2YLLJPenwfJgP1Jc2/bWSr
TMfWQOzKouxAkV98xcXMEaJKJckBmhcV2igZidND6jjWUZWR0JGdrjuCC1rcUJ6ohepScBqUeNg5
dzYnF15EqKqo8cNnc/0NuTnWI/lU4lX1XfuCFx14JhYyCCFt8Wzr+faQNw9v9hGlFhRlX/GODbIW
hDnqM4+0ML9Njd5Hcsdtx7MxFPfpu0nu+p2F3IxCFwZXGyWQy6jRJrIjQ/cUCm0BZc/9NydQJPTp
kiGDt06UpnGlGKmNUqAggU2y73nvKa1X/GOmh6CoPETAdoa0bdAAhU5qCQzlKuInVcK7RLTyWgZK
spX+mEzLQU+yQ5hLXmL4unyI9D1MwFbGFKV5lZwsLZ90Aq12ed0lUZ+EEfpBgjq8zpXYs6bK9Hs1
C055D/FXt2gLXNvWqTGc5Kxac/N+dsJ4x183Nw0gdfhjwepyvqyuL5actVShmG9OVfOklPJB0X4P
xnjMm+emf1GCxyjbuWRvOREc/eIlRmoByu/rPTIGTqdPEIg+QvPtRvVv1fx2e1tsVUChaPg/FmB3
ubbQzXLf2C2tDNXgJnrxXR0P04PcD9+KcriburcqhZvpc1h8Cml1WGRA4ObOzty8m9EySlYcBDjZ
k9Un6HVLLBK6vmZX/UqHonKtWTnSCuNJ3fQ2szKEN30jotc3PLeheq8W6nlnFkSsWd9lwK7SnY7q
GvnwlY/NSTZVYUvKVFKizwXqg4BbDsEiebmpntVG9mTIJIwCmlMYcCZIEG7b39pYl+ZXy4zuCRNg
EyvgYoHDpqL9s3bVnwp0FdQH5MbXrGTnCNg6Zy5Nik+6OAGUJDHqqRLRt/9exJYvCmbhLmByc2Ds
XDBcKFcB0r22EhddKc9KAHpoydxOpo81OjTjVy18kcvH3KiPlJJ23r6b21SjwVT0K8DCv0Y1pqmT
GlErs02tlrPkazc5lOi+xnkA6e/i8cQIxuU5H0bv9iJu7VXRTiWQ0PSmre1a0aDWs0XbR5iagu0x
1veeEVtPbrjABJcVty95nTUbRmVGDJdoUDlPmpS4efy5n2p3t14svH29Gy7trE/mSO0iKSRpWuiT
n3VB7GmZxg1L7ZfDTCjm4pnuVd+2zudLm+q1p3QL3Vt2RW5rSY92/Xn6aZcvPdroo5sN7V+sFOcI
6gn0O/GcXwUcyH41eUwoNvXlbymoXXOv6WJrc3FB5h+qHrQprgbjTFMjWQvpzeVD0j5JCHPHXbsT
M7Y0xAHlgeAAuaCg3LQKGomM0p2T8ajs4k49x4E9+3Ncdn7hDBKCmJpyBkEHqUARO542ZL1vjR0k
uUZtuKrdVC/ZgGiOY/tlGAQeDWDiWJ2bw1Q2thcgqOk5WbgnTro1MRyeXB74air1q4lJey1KYhmR
MVpqPRgBbds1hz0Q2tZG5DRhg9BnTlvbyn3jPgDkFMXZY0aaVBl+F+Veu/eWs/IWY5vTs4P/rI6L
qW0rPZLRk+CB7UncIPM29FrziVgqUEu7pLmb03Zhb7XUesErxOYdDQjzucn141CO3m5Cb2tQ3N+g
lyQrD0XMaldExmAUqtWiKaGa7pyy3xXKwPJ0cOTm2JfJWW/L878PmZcmVytlDFJbojUI+3v4neSe
L0NvfNvC5uXi0sTK4xyZLpQmGDNaUwbrZDYjSGI5Gh+cug5PBfdz+JS75VTJdNBJccUTWsNd8ihT
npGqk/c6pLd88/JzVq+CbMmk3jIYccSdXaDcxr+oyooSFCQEDp2Tr8jqICENsnxAhsYYHlT1Welh
ZZM+3Z7VrYMIIgKQcxRNUSERo7y4PKSR0TSBIia1dLyhGN0EnIbioHW9c5hv3R/A2sB2SqM3T4vV
6vWNVs1DoaOngeTIMi0nXX5JjJeoMO6DqPSb2TpE6d67atNnCKz0w3PSwmeyGh4QYUmCZxXlC9hF
5NF4LovRizMdRbOP47ActPlLbqWehURBGY1+4ICbuz3BWyewA5jVIWcI3eKaj4DAPQTKEohxQ2Uk
Et/0PBaJ1032/WwVB2lXLW5j95vwtAm1JhtpYHsVYhZ9LEt1QhW4kURz5YNV+YP+dl5Sz4QwaO+A
3BgfbBk0AALZhaxt3cEfFD0d+xnrGqmPavqlmH4036vyzbJXpNiyYwnkhUKyygSqsHLUIrUoaJko
ZRQPevCYmsbbuW0/GT3cb6ry/faibb1UOYrBDgmtv9c0XqkT29YgrLVWrrrLoFR+1SI3lTaJQ6HO
+Zg5+XA/ZlbnlaBw0avWx1MK2PF0+0M2tic8K8B4gVCJi8Fq1HWlNLLSo2ggNbU3VD+W3re5v/V7
PXEbuxO0PklWwflEan31hugQNiqmqcofG5380di5rX1X32mOpyyQU/8q0r+4AAMRRaSUACdqMKtw
UCVxPsVCfCIxuYTKH6Qq9hVHdD7s8X1tbQebRL1QZrMIcaspRP1ktIrByB7L4CDJyTFN1MI1zOg4
lg4SinVOlkzd8x8R/Ff37j+8ViQXQKIAwr72VrWQotAOUBqwlDF5g4zeNyWgeTNwgshxx6yE/r9K
82MAZvhNHy7VSbWn4tOUFhGU0+NyqDSFV9xtX9q4etATIfhfwI8Kranrb9JHVNvsAAWTIhzy45Jn
vRdH7FNrUPfq9VublQvVn5hArXYNo2hSFKagA0CdZ/llNvP9AIG9z6vgNEh7lectgAqhVSgOGQBD
HH01rErRYmWIC+RSmmZ8M0RWcAgAiIP9icKDoSrxuSxK+xBT8vNmZaSoS/A8TKMgghqb9qCMiLhE
mTw+TEsxHeV2l/B9czZACdL56QgCEvH7xRnbaUWOTHuTU14py1NaVtrJKCLnmJZmdlgMPX6nB0Fx
d3u1tyIHQCsBmAGc+Ort3EKsv3SgoYDh9W9CS3s3z18bUy5dOdgjtN+4CZkccbDmAUgW9BPX41Oy
GKmJAmevmnvDfM7KvS28MRak60Ba/pGh5A5xbaDQQrtbQpa4Mt4P8XsJ2hFF8Wr9fHvKNtbJIntl
6lAcUnVbQ526mI7NVJlZp4hjxn6T2YtrTJI7q91dPf24bWxj0mDY47JD2QlGAnnltkqRO6EZKezG
4m3SPeXFnsDqlgHkDHihcf4RaVeTNrVFmikJo2nLyj6kmiK5XdtZp9vD2AgqlgZJ4B/JHajmV749
s/IzfGr5Y9+mrjYtnjJ9Inm0E7o2x0I5lBoR5DOUA68dgH4x2toKGrQdnfJTQ7nwQGpY3bGy5WYo
mJNrogRFG+DqEGzzqS+pQZW05gXfneBdEFnHMbXPYfYXgoyUdsn8cEGDknXdBQRPaazVC5ImUlVb
D43etq4V6fk51kPtcHuBNgZFWQ0TAthJMm31TKkbe4oKyUHzRsp8GlihMdEgvYPK5Ladras2FQyQ
uGRdBVHxyt+MvKgsSAryR5EjeS/pn3vzn2Z5LAzZHaUH21ugz+3eSZ2/Y1c8ZldHLb1HQuhc4Ou5
vFz7RjQF4gDTkIcpu/McpQd9eO8U48Oo0Fs5hU+l0fCgf7BMacfy1swKAS3q9Aj6QMxxbTjsnYB0
O04p3hadDlFR+W2CYEr9dHuEG1uMmx8sugCAEShfh6WwBXdX9XHxmKm/6/GJljEl+vcthZigoubA
JWu8UtXsF+4qspUXj5P0UlgvEUX/3U6xjT0MJF9QSMMS+7rmEuWTHSVm+WcYBrWIdo+tY3M9Lgys
QlFZyVMDnUPx2DhPwPcW9Cvq5mk3pbplhgcPyrComJmAEq6XHUKloTGVpHhUhofKRts3/WcIv8bl
19urvmmGRBEpNvJSYAauzUizKjd13xdocWun/NCGjEbtPGevb2mrfYBuov8Y+pOEv7idzFaaNlI5
sPa942p2d8Ag6uLxM0d5OzyI22g81m5mfEwyPz4uoflot879AqHZ8Et2Pv7rYVPW/XNpoZ7N8Xg9
bGNRqrmLSIwXxYs+fAvM95L5Lt7TyNrYUldWVm+CsOrHUimoU2XOeO8cjBStgWqPPGqrfEFTHoBS
DhOhJLoKveDt1djSSU5TZSxnyx1PzGUty4Je2DBOS2y6qlY83p7AzaGRkzXIllIdX3elJHml1AnM
uo+xfIqq2k2kd0q3E+s3fBNqTEjZOclhWVzzzlGNsayiBySp67M/jKE3l+UxBecepNFOkBVuvoru
V6ZWu81pQAXWNqZm+clMhoc46zj/73ige1LxK2qLc7hH6S9c7JZJMfqLDRFohdxOHZBLe/oEgVr5
YFmm2xqLr9AxeXux9ka38vaoWWRVsjBVGYfg81yX7xLzoehfGvNdnX4LnGpnNrfyGpDPAW/lous4
oEaux8amCJpZAYe4tM+JrLqNRJ8oSluLrvlzFLm6INj3VCukJFXbO6TCW655aXy1H3g55IpasZYq
YoKq4iras9n/vD2j+sbiXdpY+QsviHAeC2woQ+lDuOeHZr0zjG0TnMbcrTXAeasLRwLbczXqvOYF
q9ibNgzaQ6BI1t3tgWy5hsDSIAgDqRj999crRbJNK5regEtNCJI4oxdGNpRLZEnUr213l/bvi3nv
IbdnU/x+4fmSPDdNW2OzpEwAUT7FfLdJju3cn+ne7eVfzl7b9NZeA27NqxGeLR5eqw2gxtwoJd0B
MKB+U8ontAvOsHhx98iSd38xnxeWVmPj5jHgEgGeH0/eOFbeZDws7UP4v0j7st64cabrXyRA+3Ir
qVe3nXjLJL4RstiUqH0jJf3679AvZtJN82sheTCDmYsAqS6KLBarTp2TP5uVAbSqaJT8+bMFDzz0
yx0kPkjS5CnTyiSZrzloX/XoWGwNg9/zTs/+/EwLK3iwgtRDNMqk/ejORTtZBRSku3aCGIa2pSxq
LWdnMiPsyc95BPZ/ym7Yl8Q5XF/Tj/cALKO28P7CRLFZ6jO5fZPhpkGDwjZveVGIdKu3njFdeN2M
ApR/aUfysJgyvVhMNM2KVt/X5CsFUY0NJrIceIpu+Mdsnw2k4JAqm59AasgqD20MAzI2WrPC5PXx
6OOH4HmI0jr0cjBtf3lAfK2z3K6Ew255Zw1p5CzP111dMSAjca0y6CBuX6Md47VhUr3QNSC6IimB
C2KYUGAbRHX70oXct8ay87CWZmrv897ZNv3nSr9l1Wc6jxBgOhYTmEPnNRIiEa4uL1WYFcgntHER
z+RwNjtQl2MG1KHNYoPkpPtlap/LrNwMuh+vNu2VqwjdGNH5ESdD2i8TNaCRMwljqRd62mekmSsX
98erDO6IYhGgvEi25AljmjhmuqSwkKcQygTYZgQwu67XkvM1M8LRs4CMRx/wDcJMifalmODqq9vZ
Gf/KGQHZEJS7eM9eWqGdYTpjsvyfCDlmTIDvBjX+9Y2tmPoAuRK2nCOeyujgSJc/LVCmtXXQNpZ3
dhnOOK49Eqo7Ou5s88XprYgkQ5TOOQYmCTBaK+dKGULOzUsrmQNxkyUlDpY/R8he70r30YSesa/f
aoURlizWGsxvji8+dTaD2e498JCWGhjt3dUZw493nqCZQvkHbzvQpMr8PX5f+0lp4wTau7b7SbIO
8y2vFKMu64v+sTZyaUpKIiZSOBpt4TWFXmbSblNyN2f5FvIOUZnFtV+GBo+qn9c/ter0nfsnRZgm
cQc2z2Uhigme/VyztWtV/AVyLEEfB/A+pAy4XiWv2k6vdX1B513X8QW9TZs9EPJM7L27m541beV0
qCIXpvsR76FlhMFQyZ1i0ZvKnmEtIyzdGg3GAZNZg1qn1+cHd/RA2zBiYsjzivj6Oq4YlsGUXmdV
jk9guBTFsz3hcWH8nJydkz+mQFhcN6a6ys+8lHFOtACIoi+Bg2G1Hzr2M3FIOFcVmAS21w2pA4GJ
frh4pIJNUEr5PIy7evrEitOM9y8f3koy3DXpbf+z1o6m9VOzoPWZbHSomjEwk63hVFQRFV0KvFxR
fgVLthQHzNajjdUA7zCVL5goyfrbKn277qHSBEqtuHjQSMA+vQyn+gKGG2s2i5PlHOhwp/Ot3j5e
N6HcGugZiEkJFMTlxNKlOjFJa+H6AeNBemvxtw5TZdXean+hbR1dN6b058yYdACWqfOXRCA3nImE
QwI1gDTia3q4aiOYIAAriQMdeGnR7ATkdP4II176LEhJXO1L37G1vSeetx8iB2ht/7Ui7T2QIxsZ
NQEH8aAkl43xmOwt+8Sdb8x7sby4HfwIE/R58SC0Lq+vonDgg2nIToJoCQgGjElc7gqrhpacluCT
ZcY47chi2eHsd0ZslB0omFrfWuuwK/DgCP4o6CJPfT9p0lYH8/LAs8pH1mwvMYiPDBaC3myMHeuW
Q+8T90IE+aDAuc8JCg45iuVr0rrKbXr2C8RHP0tfDMxTE23EL9Aj7vzT5SSk1a44okbv0bUwrV7f
395KGyhwU447PsEraMF8Vfo65Y9agvkl+uX6d1RdPhhSAgcqAObIZeTT4DnoEg60PDlf0/ZQe3Hv
/VNl82eHfDKHYWO22va6wfdGnbxzQAGCjwkQpBjQvVzFyXQwUlmk6DMEnX3suVWGgyV05RjjmDzO
S4ySussWyXd2GOc63QBPqu2DoR8/8byxIqNmzZEPifZUB8n3yitHlHhRTHBaCJVUgDqHFYZSNkKI
Y+dWo3/M0w4M1/YU3PpGFtygIU4O131SfSxQPIviiYc3udzSKEit9WhGFyfN77eeBZzlkEWDnm86
/8+nsMCrD9bHdxAd8k8REs72IHMynrvgbTk5/RSaHViH2lDTV76R8lWFAULBgw42GnQFLq3oNkTl
iICzLMRMooXPJG589s2uliwKav6d5mOxNboisu0SRA9s3lxfUPUPQKMfY0oAEUNf4vIHZLbb9C3X
sP27GHPFy81Qbgv7NrXu/X/yKmTfrttT5bACV/CvOSmQ0qnIADrAaUPN8ldXPBsJxITMZuOWNB6G
ldFJsXgfDgAYOQzAFHVQ/EnGpgGsboEH4IqlRUu11X4W/XRH/YPj009zmfwz1Wts60r3gDtGlQ2t
Htzll6s5g9iM9SkrT3k5xKS9ESqBAXBKVayl+V9cryCqEmSNmArS318uZxu0G3NzNnIANeq227Za
s9Hr4Fg3a9eB2qXfZqQN4i14ipR0FGaA7qrTHcOoExotsZksx2zx1/QKFaVmdJsFvgENRU8U9y7X
UE8TME54gJSZ9Zdp2FPQKHRVt7cJQBV61FX1DmW+tP069GsqKKpr59yydO2YRYrCqVuXJ0bi3ili
vYwdMu2GXjti20Fg7v76YVDlLhjtNVGoxV1ryrqqRqFRs7WB7zH6+8qF1Gl2m9VrRDyq73duRFpO
d0JdykuwTQpvn4KfjtI65mMU5Lux/HN4Aj4dIrMNnCXgMDKkynC72h5TB5gBt7QjZsxVtGggYQDZ
45pbyrVzQfP3TsbwYSraW3rDGxnHtrSYe0ONZY5r3T+YlbOW/KnuHGBtBHoU6R9oOi/3Y22BcXhu
EuAE/CbUxike0y86JnPzZiUWq7YfNj18wV5A1JK2H811hsF+IHsyZ6steczZg26H7bOfVBt/ZE/X
N5/SrTNr0rlOwYQFUjlASZCdT5slswAOHb1oarx0a3vIca+bUziH9TNQZQagGSJDkjmXcqeiNmJx
Dy2teYHOwA9QFJjDsWrvynzlYCl8Q4UEbWC0APHOl2cmg3qsGz6Kg9zu5/4EDHzqgp7bX/lgij2I
shduTbRp30/x5c7IATwiFZpTJx0IcMeP2vHorOp3K84vEKiIhkhB4JGshmzNzjIHObYfqp8psTfa
9OKCS3l0X4AlWPlICkykqI8AfAoJKBiUKySj1mI4qMurU2mimGs9+X69LUcbgd+rT0Fvn6z+TQOm
V0cNm9j+W67bu3SXoJSRGjdWNa/9HsW7C8NTaIFgmk4oHkpJ2FDNQ2UDaIk61Cad0tD30VjVulvB
7ZySz3YRWUE8sq8kAKloYbxe37Pv81NSAgHz6FSjHQ84tWNffmBbG+aJ9IA4VHm2a5Ij54dWu+lS
DaU+do/AsyX9jNdfH3XTqEdO9cz1FjRmt5OLmYgbR3tNvO2Y7/h4V6HLzY0js14rPJk08yYzd+Vw
8NcG2xQzYZjGEE0GIDhBgirrUHalro3p0len1ouLDDUZl+yLwI6AEksj71fphA2ZN5qxQMeUhfhV
TIfIxF3Ob4VSX794OyTDn3i/lk+LtfqwlhCAAOTfhjibDKfWJ5chowZsQTNrspmQJ+0aux3WysWK
OIP6jMjXEWTQ2xLH6SwrGo2kt50OQwzBY8qPLP3pVd+grRzWFo0g89Xx5WbqyafgO+1eh/I1zdjj
aHYhwivUBPesS1ayNEUoEvUiQJrRZwNmT/o9HJ/IA+hBEHbl0VCMb+Ni7hbqPfBm7UpUmQLfI/C0
KJEJVs9L11mSLUkryM7KLI/99GA6NKwnGgXVWhfjXQ5O+piY/0fSCdQXIoXcOkS5U6v4CEHJzPTj
Igkirfih+VXkEOfOm371O+rgyTKzrW8Nj2nSx2myHyy2JajQYKnR0NSg0ff5+nFV+f+OWEV1ToCf
pKWmmu92zQKCn6X7aiRbCFS4zbdpDTeoCPo4WMBFIzMFblWux8wYkkMVGTO+KAT6SxOiaxgmD9c9
UdpAAAYNreVjzMG6/JJuB7QFqBpR8zGfnOVUkhLUySuxVbVaAhT7rw0pts16USZtBxsoVoQ20jWa
b7GLw2xeQ9orTr4PACKufvQO0cGTvguOAGvcFL36rL6zMzD6ggn6+nqpDv25BfHnZ4c+CQDeKEtY
mJe9PqF1F2wxy2fpIcApUFL4C2No3qEKgcoKGFQujXkVkkRvFI3QFw198tCFRLOjP+neQ78WzBUP
WIRyEGWKtgi65dI3qs2K+EsFXEVV9J88u38MiH5XuCjC+dR9MiBvCSg4kDfl9HbdR8XmuDAsNujZ
gkJutymyBkfJJFPc2yaKPD0ERpzQ1ruVAKnyEdkGCIihvSuwpJemiL1AhpqBd2HB1b4Yh4D/aj6B
hMx4tvQ+Klxze901BX0RRil+G5QTKrx6xrwYcEMkdWt8dryBbCGHkd+RaQDJfzfSbVeYQzjmhhbN
kHaJLDQdomCCGGaGccuQs4xt56RPn0peZC6QlU5Vb00Mr2/BITutIAdUz+GLnys9PyyQQkD4BcQQ
fmmd0uA5bbPPNAk2VnKTgfIbBTxaknic5tB3/jyNBokw0i7gVbGnZdRCDkhlbqZYKSevNoMBDTLj
h6+jxu5qKwHPFBFNulAE2yRuSB8sEQAUX+6CpKparzFxd4EIezu1G58O4eT4MUgc9lZ/Y5U3BNTC
KAxHvV/tIARgeNuq/Vll+yEJYr3ZBW5UTyj0gGVnHkIaNF+tcQ3mpICqY+v89ys/sAYMc0+KpAbh
YV9uWP8Nb9twnj8xa9xqIO8AhOaflC9fq+7QsztrzFfuN0WUAxoIAjxA24GDRu7rmUujtWkOWGgh
5jPv3QQM6NAxhf4xSawYqIP/0Z6084qG59rC8U2G7JQUZmhBDIMEh2YoQ4YKsPZX5tAsBcUPigjv
b5OzmJNpKXQdPCwuqBNCzX/WrD50gcjRQBKnmU8j6VcC+buA84dN9z5HI6D4uAwvN12DYFY5M8gI
HY7SP8uBpaQQOreGY6e5cYOhZqvaz9VzR7t9wfVtlniR3y7P5ZwcEuOhXE7QDQNZC/001Ns62BLL
/3I9WKnisJCVwu0pCIDkfp3vtsTrMhtxmDE06TSo45resG3MeeMu1rwCUFSFYiy9WH5kd+gQXq5H
2nijWYPv65TX9cYuLFC/4rCXr6VFPrdQhOl783Wp3P11HxXJjvjmwI8Ihhh8h0urw1BhuA8ADszh
PWleBbWRvbd8vW5DuY7AGwtQJKBL8ru21ltA/FskbR79PgyuAJwJloZsjWJMZQe5JwZvRbMQJKGX
viQl6f6P3MKkxwYaQLpFoF22dcnaS10VC84NSfFSM3urIi6ytz6FIFtLnib/HhR8zB52U5dsrJ7s
rq+gSNLks4KZVIixoS4AfJS0N9DhrNnwDs5Inidi31b2rc6ixveOJVTB/sIWCCgwUie0jmQanVrn
jAwG0HJ+ZoN7io+bGkwNTXA35NkeTK9rPCrKOxa9/f8MSluwS4ZiLl3AXaByvWjbIrWfDf0HKMfi
eowg+gsJmDjBMQdLynVPVaAGiKqh5w+9LBSr5IcU2FucntoAanVeQPZME4Civl0ggTjaqNH62q5y
k+Kmylty47rttKE+u08NAmGc1nRuDcxbrERF1XGENoItpm1AjyOXXHqPpUFbcKCMeqDTgjcfelNk
LelTrjhq3qIcgP8ByXt5UNrBc9loGejw2vyOg1u6nrzYYeXRIC7+P+zMLIh7zT46430+LNu/WXbR
ZgByDYHOlp4k1WJV3sQ95PCkAIlvYrK4nbNio0MyJbR5yyJEpSGy8yqJ6Tj5QItOVTS4eIixsdFO
Qkt4ZSso1x2wcFQDXHBvy68kvZzqInNEn38swpx60Fl6ycc1YhzVMcaXhdg6djt4m6UXhR9U/Vhz
wbrQt/GCfuNGp00QJtlId+1Y3vXlSg6pMohyBPaR4LHAJXv5oQMXFCqMAWTcU/e25N8M/Yj6mL10
RzfLD9c/q/jxcow6tyVtqiVwk2kRENU+FRz/ZqJtyGx7K/eVcu96OjrQoFYBkbA8sFjbfsFJgDNL
g7bZYjyNbtLUT7aY/gUp/8ynvaOP88aajGrjFktghFWVdKfZL93ddYdVt4AAk4JyDCVofM/LxbXq
bnZZAaSXvTQgIhGaXAR0PVtG8ikqrHQA61nwxLOBrQQJ1T2HDA1zqIDee3ggXBquSAvZsAQrzay3
DiXPwL7tRxr7f66AjLsG5DKCYNwQCs+XdqAC1E92AgfZsCD/8O18j0prGw8zWXtrK13C/ClklsCL
ikfVpamZgSW1b3DpOFYWOt1wm0MsNM3f8DJfiT6qk47SGcagBPUpov6lJbuxE96P2D9l94BRkDAD
g6xZzn8RT0AKaoH6BDsDVcFLK5jG6KuWoeFSI4G+RSb/PFipt18Ckqxc16qVQ/qGqqP5DpmQjrhZ
pwFxfHRbqAjnbejVd1Px00lXXsLKZTszI53ueakYpPIwzI92jpm9Ee6EwRraWOmKqNeifC5UxKRP
M9VWPrzjS6CymCZNbPsHD5zFafn9+sFV+vLbjvyUQ7uj6vwK11/Wd0KTJAVfYJOvRAdVOMRrGs0j
wQPlyMPiCExNjosE4dCwMH5Zxgk223U/1Ov124T487M3G5+1ShsqgGSaZFclfmybnwHB1v8C5Iec
/bcZaS/7SM06s4MnRXKojOcxOHTJ63VP1hZLCqVT1401ARb3ZKR+qLVtRHRvJWiqP/pvL6TNlRTp
qNmt4AYyvDrKujT2AdMFcdbfBJgAyQ2uXCgmoXF2+VWADgyIl8DQaOdby/xu5c3B8N+uL5jq06Pr
idF9ECugIiEW9OzT125akZwDV4DjGHgvvaOF6dTEEx1WtrFYFvlWF5PMeJcGQLLJ4TJzmzlZAszp
u8gMi/uMfTcC9NjKKNX+6SayMaY/TlmA0wOsAOgT/IvU5dKzNkfL1+M4nPnkHrz58+L3oQ7RudbM
D7z79qfLiJka0Jq9M0egriN9q3xqMatXoePaVyBRf5vrU8NfCOZvr5v5uIgg70GmDQQpGCk/CILp
tVcGQYcWMre3matDPrvcdqzB3TNHHnEjBHdoWcz761YVqZLgDALXAYg+oJorDxU7Fp95maKADf4Q
mu0c683iCQ0B3og0zEDmdh5OWR3ly3zS13T2Ph432Ea5DgcO/DkYRbn8jFmho3ZSoCmAe+/QWODq
4RPw8Gvb8+M5uDQjhUC7zgbbbzAfCBLjkJbQTEXZynhw/e31tRQx7vIYXNqRYqDrtEa1YLLk5PNy
k7eAl/Fbbg3RND9xfY0dXr126OsB9gLxLlnNxmgXSjWeIhmqPhXFJ6MfMNr1xwPnwiEobQNmKZ6B
Ujic9W5pfIPg7qD6g9UGoT+0tyZfq/KpXfnPjCtlJy3TklLXYcbFu6robxvj3vV+Xf82qj2AcAtC
Uxu4E2SPl1ttdD2dpyDGOul0r3/vX4KRYHD/9X8zIq3X0HObFRaMlBYLXf5glCDms/NotV+nihUu
ZvRR8UdLBtTNl960cKdhYpaQi62cHyaACNgrN5yjp2HsrzSjoixX7kbVCgLvhwe5CajHB9Iho3O9
aRGUlR7VQ9zyjU+2GaMxGFWvr6JqO5wbko6R5XKTm2WP2lJfRDkeo9kvNCVWvFEaQXvYA00+smJZ
UzpwFgzLCSNmCpb88nUwd6upqsIGFJdQQPHxXwG7u/xKvQWdF73XwRRnU7RCjgAJhSUeSdeXS/Fd
DPTUBYugjitY5sHsIMqNEUygxCqu3btTHfu9Dzjft9X5UpEuSOENhoR0DfAhmOmWNl3C/LHSPGCp
hnES7qAdtJJHKAKogDVhiBXvSZAYSOcHTDUd5Q3gdUBb5pjjRu4VFdltG5Btv0Zuqfo4/9kSS3f5
cabZzRnV8XGqIthwuhlse50ZVW1EiNCIBiFYZS6NkCI1WNIgMepdbziBtLbYah3TUbhjZOXyUZpC
pAZYBSUcwOIvTdEKkwEmKypBDjIMZYwMPOvWHhMqI4BMY6ZfNIEwgXtpJMO4kjVUIMgh2f3Qgrd5
GEJQof3xuxj9FNCOCSIe6NfIhezBo/acC7YfcKrYaNYVR398u35olI6gWgEyK8i44AV+6UhONV1v
LJjImiXSIGdSCqZPZyWSqY6mI0pQuJ4BqpR7GrQyyqRAyQfPCagUZxZAZfdQwPFotrJiqoMDbi4A
inB+BGXVpTse61u7yM3qFJAHTPj1oAgQFDQ6ppdBkru5vnYqr4RLyPjxgQI54BQeXi9eF4BVKKsO
1KYRtpoBhe10WcP1KtwyxXQM6q1wCyjoS7cw6w2K8AaTD0sBFeDxYFT7Rc/2ZeGABGCldqHw6sKW
tCP02fW1VIMtfrTnLB70qAc1+dqHUllBgEOVFQEbdIqSR53ZazWoyIFHHSoSthrJwqH9uSAvjz29
TFa+lAJpCO6yM3OSU8tM09wTcHn9pU+hs9A/9GW3tVFfGrqd3T450y/0D605LOnWJ5haBpNaz08B
emI4IbE+77W1FVCcvIufJCViJalpSQOsQMpuQIG18E/pWrtScVHBBAhh0eHDZSJ3Lpais4LFF+MJ
cxnm5MHonq+fALUPvw1IN2FdQE8mFQY8iFeAVbvqPvNg+7/ZEE6ePd5bzAjPvYbJg9F/ZOSZ+0nY
lyvxSTFHKPbHb0eEo2dGjNFmFPOKWCnHHSMQqg6PIAATtA0TiSaMk3yyGgL+JxeKIEuR1yAp141t
Zg/5YZiCIqSp6UQjRCYfrju/9gWlY0JK4nu5WGDff6zmXxr78b/9/dK5yPRhthMoTJxQ/N8ETn8z
QrnoL0ygWoB0CUmmLtffGYASRMsFlxz6VWZ6nPq1k6RcpDML0iIxK6u8ZAZ5YD12mPnXoQyxu+6D
cp8jDQNYUuSvcvpiLWQkrraAy5J+z6ajXr2AlOu6CfEjpaQSikm/TUhOzNYEtc4OJsYGvFRNNJpb
/XFGOee6GdVaoYaDuU4UOoIP7C623jPajmJwY/yuDy/96kiuaqnODMjsLnMyckPPkIUHdrPT+Hhb
uvotJfnbdT/WzMhPCjcnlEPG9mQzLxy8WyPVorUi6Mpa2eZlUJi5bWnTYsIVyOQa/pPp/7ruhOqb
g8FOTCCZQoRHOn0VGx2dibWquLkHkdmrq901HobHhmUNQqv0Bf1jAB8xYPhBLsOobC9NdfjSN18m
aJjUzhr1triv5A0spnf/tSB9Ea1xgkkQvJ6SpX2rwLgYYgShbvsnz/465beLl65ZXPNJ+j5dyZbR
M4VPBeSyi+diXLsWxG/+6JMl6HxsVPUD6VCOJTVai3tiyq5gcWekr4HZxUsudHvdCKpCoGOJ6eJ8
hW7UQU/+oo6GKQSAqoFJhpycDC6p5maZJ4w0Iu1reJik6bFl9tGrvizc3nU62vzX96N6QX/bk25B
cLQjdXdxCzLnmTavjN1f//uVh1Zw/OPRDHU8GcrgjGCQRTEA9Lna1gGt6KzfFKtqN+LQfPhm4uEH
/ichqCPtCosg4a89grmgmf5oiyVcMDPm9vvCtOO1YpoCoGuDsxu4U8yLoTQoF42NfCR8yPDY5AXD
cJE9E+ANybJf/JlFhqMlkY7Rq0d/wHxDatV0S/v2vqH0G/O1IcIIAEYPCSGQBaDBPge2B5NZDTh7
gnFae0MoFx8vYl/8Ylw0Ur45FbXtdWWFe5gkkDwQPXgnnNaoA65ZAeJAHukB4bStkRRW2vHH3Dyz
7m7s/uIyxowvCJhRfAP8Vgo0dlXX1E+76pT4yR1mzjLQX+kpuB7WgGvK8BwgcwZ6FjMx8mMSSNV2
0Srk5tzutsaUhVVqAFCcbIDevX4wFGVMU7yDxGA7nsfyRaDTARMJA7aRNwAoS7Y+j/3klzb/5D7d
o6M7e2sdB9VRP7co7YbCn/nS9GBD9nUtzIMvyaoiwJpPcg2LNbwrNVjQgDLp2OcW5FODe2x9M+y7
kz1scvrt+iqqfBK9G4xUoZmCf6T7uizBW7nY1anxXi2KaTG6uW5AtbnxAAcXGoKyG8jNyn40XOo1
CC2gGy+/eUXbRa5XpifKoNBy3ZSC7AAQP8DtIL/0fyxvl8541pAM2oKD5CyYyq/v+0rfEpptdPPU
6Mb9IjhindfSX0umVT7COfRjUXMC7aH487OXUEtrr+lTjDF67bxpaBoF2StdVkbfFEYwhopZEXBO
IRmRxbu8lPLJTIHe9ZzCfewaMm2tyZqOzcCStTtckZfgAgf+R5SEIOoovVGbrBs5Eey6dZZs2zT7
ZKVAHZlDvLS7yTsm9YRArXPwjTybmIX0AnYPvF9Y3frgoR5yowzNIEOPJBlXKB8U4eXih4ntfLbS
LmdgAwnQ5zSM4FsKXZgMrVQ3o3vqrYQXBXQTMI2zNZA+6jBXXuqMwKvn47yFCkObgg7hefRBhm19
Mqx90pzcqYjdbDPl9Lgsa0BNtatAEYHjGwdI5sOqHaYXCV6Cp7zqw5m8mTkGOZ2DWXy9fmqU+wo1
/n/tSFENhewZHIzo4ZZ8Tj4NvCwPTjY/YSx2jfpBaQlkFpgSFwJpMpzNdxbN4Q1Ihi3gpR1ofEGJ
up7c7XV/FEPO+HBnZqSQxlogahsTqonuEmHAL4PCqx4uVbJdDPYjZzZiQLsBDuiWEftOr/nWC4ad
bU5NWOrLxidjpPM11l5FggWkG8DvYtQGUD7pQEETrp7RH8GB0v1sD76LuHCmZ7dr70t9/DL50xrJ
uNIgkP647EWFWtZvmxLepq6GCS+CoZXaifUlrL+NOY/ztVkyZaw4sySdE4hFo3rdwtI8P5nGk0bz
0IByqeujEjhvNf608nkVNxYAxWCwAigFpQXZM5oHNG0pGuWc6kuktyXdOA1P48LSSTRMRRJObT7E
RppMIdh12KFipN3bDdh8lzT/kTTDFKdd469cPsrNjVEtMd6CAWiZQM7n5sQcoXvZV0dgc8N26UJz
fLzuvCImALaNowNFI9AjyfxIIO1iDTUw50DnLojt+X4Ur2zS3Keo1m+u21Ks87sgAyqhQmBHBixX
CcxPDeKCU1kvXTfs07FfGQlSaAzgyYFeKQaKUceBmctwTmvGdK8CuGJY2gN0XMKEId13wQGaR5WJ
Bm77pc6/LGUdAlf1zeQ0ItMUeygecqOOqhkl52HtNyk+5MVvkt5CgN2jyO77mDDPra9LtuwLdMLs
MgN3csinx9J0wspgMRvuuq7HXtO/U7N+sRFncjtbuYgVp/jit0hhY0ioOesE4AaSFvYBWGAv1PO5
OXpjk4TFopXbqVz4yltB+eEhwCYwGwgevvRRqixt+MDxUVqH9lGT9kh2DX05XN9eqmQNgkq/zUi+
8awPCr+BbyV/hlBUaCKp0Ls3n7wluh91mEBLPWuvtaszGWr/fOA/kUzpmPC93HRNnbbLYoPWVssc
E121adgURQbkcTMYULJgxgJRmKD7h0JA+NCMk3aH92i+0bSWRIaW0Min/RjWNElWUg7lzjN//zBp
RdyxnxOcb8BM9ArCAm08T69/McKEI3dmRKzOWQbF7dzqOx/LPhKyIcQLx/mtT4G19dM/j4gXlkQw
O7M09DnHiA1Yzqfx2GK+3U0OfrHGkqU8IUi5oVEIKBOeuJdG8rFF9UXAfwaaRM64xSGl/Y+gOFb1
9+sbVrltfluS6RfMcljwXRDgDY8fl/GBZu7KkRC/VarCoADzny9y64mUjNKBwhcD2OfcOJYQHS29
z1R/EpeJ4FbA6Ot1p9TLh3kgzGYD/yEXftwayu3pDCTLggnw3dIn5L4vkx0JkrAceYa0aKTP100q
d7mDZwVqZgFuMen41WZX4XshPWvtbzlYBF0KZOIa1kAxcIxtfmZFiuKL689TObl4LfH0ZE9RTWNe
FeFk6xgcmTCFaPehtvSPI5IG7ndpyPM+hNYlCB+m5hiU/QZkUSF3SGR3U2yhQz04cTUmeLyOj55R
rc0eK7Io/F7R7wGmH9PY0qqwiYn2Ln5v1qShC9YZnv60rGOhfx1uXW/tbaH8Bi4SCIjBCOyPFASy
gcKVUeRQfnerVyPfDaMJ4TwerDTG1wyJPz+LAcyb9KGscZmi1xQ53r03IDsk88ouVuFQbWBQcV1B
VMGAY5dmoJXrB7SDmbY6Gm0VGdUhr8YIBDA4PFXmxmTYPHrVWpKtDAl49L+P7wJ3JE7XmXd1UTY9
sgWM75r3tkduPRasXAnKbXFmQXqcFR7G2GzMRZzGoA4nywvNTH/JyA304YrQT0+TvZb+iI32IQid
WZQC6lwlWTML2GaRanvwemAijm3Ah4F8jIR9GuxdfqCGHi9p8U/fJk/Xg8P1FQX52+WKUtss9NyD
v51bHcyh3NftShlFmUL/5x/kkC8tYLoUKYHgXmm5FY4L+Ywh1E+D7YY2XYMJqrcl8IFgs0ad8oMC
B8u0mi85bNXtGHWU7Vjtxum8HECEAWUwi0coXz92wfiYdukpHddgasrVBB8bajGgs/Fk7g2fa55m
CKRnPxd9aAJ/+VC13fTj+jdTAUVQ90LXCIRMggFOOn0BOCSsgmJaDBWTaEGPYiqNeHGQMRMzqpsb
tP4HCEfYR5s/ZcOyyZkOhdt0P+RWiEb3djbaQ0cN8EJkJ56636//PNUinP86KQ1phqqk2YRfp0ML
hPQ+BnG+XLegurcNiBQIGLqPdEMKA9YIptqmBbi1LA4EyrE0a7eMYzp8j0sQbxm2r2waX7epurjP
bUqBIXf9qsY0PdacfKfMjkg+RmXzlGA58/7tui3lPsYcHMB7aCFgRlxKTJlddNSDlMrJs76UAD6U
bXCoyfQtZw6IV91bm22MDqRfqfOS5fVajqJgowJU7My8+MJnYdavaVr6ZAZxOgtB3JPv0JQB/rrd
sVa/HYYHoqXx5AJw1N20qCxXPGVhh4cTmBzjdOy2AJ9sA6QYS7JEdqWthGjlQwZ8HZgvF9INADZe
/rw8d62uDvCeqNsiKpI0Yv2D4dRRSfSH3jeiLkk24IFLQMe28l3Eusux+tyyFMuMosdks6ljzIwv
YYZ57pTfVcPr1Ly206tlLaFeoS/e3mjIbYzE3vRrR///4zvA5OBzBS2dTLajmwS8ARjDOI16E3nt
fe1XAuYTsXmJFhNIuKA8kuGmy9j+uu/K/Y+3qWBiQHdeLqgNpcMZI1yod5un0ql2NqRCxroLPb/f
tRguv25OlceIp/C/5qQtWBiYUMuE4EpBHjAVtdPS++BvgJhoL/02IsXRJetcAwSreJhaoLlpg9vO
+G6UxzLAeBfYvK97pFxAQH7fCR8AppDOtF/zFqBs7B2zC6KMbzqHRlR/aVBiWLKVG2LNlrR6GFz2
q068uLNqQ3s8KvofsxaOSMFdu13TzlNd8NA1/s8xaRWbfELEF8bSkm017+gb5hYgpajAWbi+hOq4
eGZKulqsjOlE10w8PsF22tU3uXmTOBhKp3U0ez+QnjEKBF57ahq2ksUo9yPGpvHoFbKsMt3qooFD
LqgQEg0/jQbIPGRtxJsVI8p7DU8EgIKRP6ALcRnY/CKojWHESmJmcueTY0/LOGcItcl2YE+j2YWD
oUfX11T59c5siq10Fus9t4HkAIfNoDuU5gvkJUIMxewwg/bwF4awdOgUerhd3iPbmSGgxH1QQLS4
QItp3tUzY0hSmgWMVCQIh7FeyauVHwxautC5FU0lmfIvHUjXDhxXaAGOCUwEswzUO2v0NO+Z1ocL
AZAbZJw2Mk6Zu87VKav/H2ln1hs3knTtX0SA+3JL1qKFsi3LVk/7hrDdNvd956//nvQHzKhYRBHq
F+iZm55RVCYjIyMjzjnRiSkmo5MdOrvt7wOLJotRKV7e26iJZYgdMet9+Zm0GYorkTsoJxTA7hak
UGZ7rya++TEdrkZmwZE2/Cn/vtnjppOzvnfw0qb/ULf54tpl7+r6ctQSrujb33Nrg5HYpqgg9Crp
xV46Tmgg3BWoYlCI+lvH1DB8HXZPvAhU6/19a2TlnUhudG08GZDNourATLQccMPtZWyFyrcWVnmd
Miaj2kVwe8cy89T+H2U4m5HmdjSIVAD5t41tfR8E4MS8GxoWwIsu92x2eE2GJFe0lEuvLtA0mub7
NkLbjNNw29Tm54F1ryF4CS5LVS9NVTSGSQJsSLdm4jXqoWjtAwJc/zcjqzstt1Awikw2z3C+FkPr
xvExg97/fzOyusz0QBmtWLPgNQ4PtqR4ZvEkNXsnR3zmK0cDPyfmyJFYrZWJlz5JDGeBUDCY9ReK
cF6zpF/7Xn+YVPncltXPMHJ21rXpeQDM/mjmMMhk5QyDOkipxlPOj+PaN0w62tp9XNF0AJ5FKez2
Jm4eJNjQSE7RMyPer9xB04O67VCvUOSOy1K2xrOdaNXOZbLpdCjYCs0dYNRrpxtyrYikKYcukDqF
J8T4Pd3sFS7MsTjfXtDmUYJLK4R3BP9oVTaZpMQxGhlmggMDu9Jfmyg8TX3qWsmOiNv2mv5raN0C
7MBWWUEJur1iLHczTEdn/Jru6gjtLGfNPkTymkfNAvvfsAL0R+0fjf0pyupjbobH2xu35QmIGYNs
oYyGIsf69TSXWasjvOSH3QLQwdT79GdpSnsOt+XdOnfvH0UbELcrM9mg6X1vcj2M8/A4S9yBVVj9
inrls86ILNgzL7eXtbWBhFQkDSBvgYdbOTgk7jCsZcgzddN4hf0rYbJ9KLWnYny+bWiLhsGi/mdp
FY9yC+zkKLfIs9il7akzgrGW0xrPrW6jXy7bqVfNTXevh+kAeNT51ZtB6PWaLHmoHPmJVJteiwLg
vzgPb3/VKppIcRIzaZPzUGmvlv2PIn+nJxPl/b844UyLEzLVUBeZnH4ZR9SxyJnv1BFHGNdgdg8i
3I9duBOttqIxlEUxrNdk9Ms6ETYzmzFcKjwDtUQQ2GZ4dF9+s7r6oVWlY9JTGI33ho1v+Q9nAjgo
UmF40epp3xhhV9gzOO2yXzQ3Gj6pmu0pfSa7U78XJvdsqZebCFSksw2BQqdR/58iPvZZcgh5sQfB
crjtrFunkCoZZDx6/SqKT5eWSG1KWZoZIKKpk58Yih8k0hH1gXOWmacqS3fa51sPGFAiiMWDPdTV
dTqsK41e5R3Ywzl3ctfszQ/thG6s8xgZYprBmf/XgzOZOxF6Q0YWrLYYawBoG1HK9dNajzJzkiLY
O0ZE2SfqnoO4/Vjwis9t7awZFDyXwsvL5Emux0dzCdx4bP9F+HGYS8n0GSh8SBBebrQ6J/GsWtB7
nLl+GGvrrzzRvCod7qx6r0Wx6T0UfsEK8mlBi1yawifTUjHA4RaofEzO+MEC9jPMxpO9mxxvmBLz
e3Q0I9FhYPzHpakCKSLHYfqkbxevdrN4DdNa6sKi6fv1tp9uGuKpBtISyQeg95eGVKUyECzmC9bK
E3MYPhX572J+kEzr/a9CdCXAKlI1R5N1jZY2WjulbgXeV5fk+xDAUi6353/DxLqwsjp1tT5FrT2U
YHypKyXWc8wMz6TcU/XcCJIXVlZRRFu6qIoE+HYYpI8DaCtTelGlTnSpii4+BFa3E/u3zhkW4QEx
v0PcAauvVM3jaMSVwJpbZu8yyw1FzWfTeJ0Ru5GrY9mUbhkObi3/FY6hC5T8/raXbKRiBs5BRRyC
Med95fmlU0jDWMqcc31yq/w3LwG93KnB7NlYvQdbk8aC2mMj15Ght541W3eN98uVCe0g2gk807lz
1iiAOMtoiFUwwBP1t1VQK2ieE0Trbu/W1plSUdQnIDN6Etj+5Znql1oe6jIr/SXWy3M/m5Ub5Nqv
Sq4/orDQ7Nw0m9YYxw55kgYc5lbWEF010FcFkh0u9w1672Fdv/RadCiKfmdhW59I5XqhykHpxVkD
s2tZrSozkArfrMtjEXQP1FWf0kH7fHv/hDevnoQwmv5nZnW+VLudCkNLSn8cMmZ2/u7rPRGp7YWg
ACF0BXk1iT19U67p2wgdqT4tWcgrBkznqzz8vr2IjRtZ0LL+a2LlBNbU2UsMrcZXYBoxi2JoXKdb
6Csf03h6tCb9INXVo5Sbr7ftbmXJFDKBszPWAdzXGidUFSRUnWXAdy0b7exUzEarYq1346AriLo2
4Yrk5DxNqvE6ahZco8ry0iLRkKq39Hu6bWLQ+ozwz+0ftuWncK7QheVHCfLP5Z5XzRiNDqVIX63n
MyL9JPDLadaeymWv2LMFtkSPEh0RkQpxrYnP/+bzTsrQkkTjp0pi3M92fVrSe622j9boeHbnyXTv
xti5gxTvhZ+czjgF1niYy/jTaE+e2ryY+h4MZcul4Qgy6pPlUx5cXUzNDJEzjMvSL2qjdu1GD71I
D96vvMvb8o2V1cFpxlEtBw2fm6a2IeY0hqcyrsS1g7k63f6am1cSdxJ8F40J7lQ3LvdYK0s1Vpai
pIDy26oVbwTAU8Wi8zbKkP0fK+VuUh/nAlylY90j+LwT9raOMO8UtFuhKZMirXZ0Hos67/qaHW2l
Q5ydlyY4RNNOWr1nZLWhxpTDsLSa0i8B9ZBP2HPtIlZ9eys3jfB4Zv4QskRUjy930pGDVsusCSPR
M29cr26eiuH908257gQfgetbDI1fJZTOmC8lV3jlV2Fbulb2VA3JL9WA2JL9m+sP2AnyszwWkYcV
geDN6WuTsDe7rq4Ydcb4pEL6Mas/lTx+5GDd3jjhYqt7guitwxoknqBwqF0amhM5ltq0Y56bzlBu
p5JOUhc+2BapcjIejPyv2+Y2vtOFOXHG36zL6oKcuk5b+nY/u0H5XUlpbOxOudyywnA80dmwSVTW
oMFgymsGh8r4NUjIomvP4V1spDvkoi3KD0PTecPwfXQIMeJXvFlLIEd49FRVfivZ59HRP0Xh16qP
n0xYUEtbHcryOwBCr0gatw3yM1gCZoJ3O46/ERRZ5Z8panBOQRRc/ghQy0UW923l22V1XzbNQ7Gn
grvhIVBRZDEmngosza9LC5TJ+6xPsspvGPpQBx8i/Ryif6nlkRswZ+a2f2wsh+IrVz6NGY2xwKvl
WMxGsK1srnjqK9pywPvrb0YU8QS5bWdrUbRxGagFVQEM0ioojXofLMusEi+cLmNkglrcm2ORnAYG
DLpBBSPFXqK9QeYbiyO3pKXB6hAGtFeHOqfRNA5ojfhGVh1ToenfJuq/YFCydUz61gWRB2775efq
FNuQnMmpQGw79rmrpPQhjhzpQS+nducEbGyi+EpoQJEzW8ZaB6xo5J4iJfX/mP/BaTIG7UGv+9g1
F1M7FQUDiayy03YewVubiEGqQkh5os+92sSpc3opD4oa9d/muxQJYK4TnG97x0b8AGoMb5LKExyd
NbQ6Dgy5mSK9Rhf/yYb03DgVnOF/IRgBzxVFWUaEqA7TAFdfapjV1h7jhuskubOX5lee/BsSHdIG
MBdsvpRo/l/a0DrFaHqtavx4MM+hJR2UOjz2fXB3e8PEpl/eIiwCzW8aQuTLCKldminKpkWUN+S1
ZoZ+o38zmbHY5J07xHuCS3uW1puWVBnXYlSC1H6xkr/zACqI+TGV/r69oGsvY0EcID4NLxDO6+WC
KmQDwp673pdSJlFYhyI1D7ctXPsYOSxiktztRDwUxy4t0J6du8rEQhOcLQaWdt2rHe0c0E0bFL7E
EGE+zhq9KtcFVbbQ4nJvnu34FfE09LhvL2NrowCM/tfEysEMtWnDejL58vbsFoOYhXzbwPUHR1GB
0y5ci2i9di29kKM505XST1smQUWm3DM8s6LFWVWJN0njslMn2rO3+vJhUeiTTC/GN8tA82y9Du6n
XPq7kEHFaU3e7FRsrp+4YnkQSyEgMEJCFfv7JonIAykqem3BDSRtPBQMFnF17gRlbI7q8E+tdYdJ
KSU3mMedI3sdvIVhIdLPVcuMA+E7bwwPwRJbWkDGDGYgZ3BFETIg9olBdl6cPt/+hFtrFLVRoYAI
hWCtTQh5IukLlcvWsRo/R46EcYwBOqV2flLRfy5tyzX3LvhrvxRi52JSBAk0aObVvpZpqXHhya2v
ab86/andmz+wsX0Xf3+1fYWaWMyv5e+PU8wD8UPgJuHHMnZTe2fzNvyR2M22cRsBVFkTWIWqkaMt
akuC98+YfcAXmOiCtute5rW5IGEGvUDuvLXOb563hrVMQetHpnFXWVCtv/RS6S318JAZOz0PsTmX
1wUfh8oh2p7MTbnCwJbIgC+qHHdcF7FbwpTXIzLLnRC+aQTNXVGfEvTxVSrZlNIS2jpGQvarTF6H
/pS1r+/2bCYR/M/GKjeWFGQqGGDawVGXPTtLHmqQdUyOPMyxfIyqX9qIpHmnxjvZ66ZzMxkR+c0/
ecrK+ZpBD8x5zjs405+L4nkc92p7m07Hy0bjz1MLWU+ay+wStkrZdr5cf8qmgPf6dCAiTap6vL2B
Gyuh92XRchIVHYTfLqNQU9Syxoyc3o9hth41Zi3dt13s7MT0jacarR6Bt6erB7pjfYl0UhcFTq/3
/lwsXuZkr2VkPw2KchrTjpl24+e5zz/rS/FgxGczfVDsV3P4dnul10EQSAnQBSHgxRtgHei5ruja
mNoA4zsojhFd01MiqVTv1DFwGzXNjlFI2xEZ33tjmvP729avPyjWQdAwNFChrrA+3V1FptPV9uDD
aPEGZ3Ez+cxt61bmTnq+gfGmucd9QoMD1TXSwcsv2sZBY7fmMPrdmNQpcoRZ/SBrhX0skADz4qVz
To6TBx6I1MatplA5SXJbnm8vVxi5DDD8CBD2vEnIe2lVXP6IWMnNpMOx/HwJDlMIbzeZXKnRd87h
xq5SOqOZhP/Sp1jX76YgKGZjRKvIHo/JpzYUFCE/qoodM9euI55X6EqhT0uabYif8eaqbik9Z1ba
yL5i1PJjpfXLUyTBTtCG7HtnoS9oznJ7p2fzC+BUbSdP2JiLaeM59FFFyVmz1ouslmGxp9JSfAMV
hFlHj335UmVP2T9jckgfneXzrCYu0/+C/mSkD91n/tB5Dr4Mvwv9JQ3uZTP29tRWrvfdFvQ9hw/L
tcjBvtyQXC0MmHSR6sdTWx3nRm6sZ6dIhtozIqOESlNREN+JVBuOjYwOsgMCRM2nXnekhl7Nhi5b
UNS2BleDLJI7PYQk20WOy9Vr51Bm1nFekmNjvj9KAoNEnRiyELUKeDWX6w2VJCvbTFF8LZeYjJCa
ht/GXf3l9qHZ2FXwB4BHSLLFqMXVya2zZgATG7KrRazcy4PZSG4JgcbtNZ50IxzZnVhxfUq5Wv5k
AjT6WKFISd74dZ0sk21Vs+rDh1IR5zER5viRNUaTPyVTGds7nvynUnUZFWgeOH/ER2gqXnVPyobS
c1K2ii+bh7z2dIuBAm6lHRACZcaA8yEHmj+9O/Be2lxlCHISGM1ol8oflnY1fuoPpVF7qCne/nYb
IQIJNbwS+A/sdlu93Mq0JtenGKP4Vq4PjbcYnZJ7WdkUPCeytC49IIIoFNtVtxzCaIGWkkuINN3+
EdcpJCmx8qfsCjmZVurlj0A735YmaeBHSIp6ppphHyYEVE5K0lj3xhKfxl6Pd47llk2RGqPwwksd
CvelTSQ/l0mjKeBPs+3PZvQ000BxS81pEBWWfUZl7yxya6dpEDskEiB2rkafZgwi1jtUi/yiGH9G
EQQmdKXUHFQXAlN3RZJ6Utm6ddrseO/GYeEW4Phzu9J5X0MElSZSm3gi5gFMko72NHbfSzV3vC5p
h3knX9qIBDDLxeA7RSC91yqSTp6T/6HL6uty+LkbIJ6m9bE3kZcgZbjtM9cJILeaDmaZGrq4Slc+
k45S1QzI16Bpqkffa7MZTqrUyDubt22FWh44Ms79GgoUGnG5KEQgHyhn7OZz1d+l1bgHTt36RDyq
+UO4Bb0bsa1v4tk4duWYWYnm2xnToGWt/61HYefVgLd2osq2JUEfBO1H9Xq1axUnLU3STGMSt/Fj
Go2X2eg+SMPeGLRNM9z6JB9kzii8XC6IjiEdroxJ8+2ioiwxhc5ZFDHuqlpedkpV4gpbxWbWIqaC
kh1zsa/KYUskG1IbmqpvDNkDWAxPq/+qG9nLh0+aJJ3557bfbSyNpglRQ4HJwFDE1dJqy1KjHpay
309/F0vmOhBe1D09g2u3o1GIxwH6osJn2Ssjss4MV9QzTeQSmb3mVPPfiTmlOwFp0whoEmrhQvLV
Xt0wZdzgz1OIEb3t5UNdl3RmRruy439jCOVMDrlBwX+Nwnf6tCoLozaFUlftqUVO3hMuRffPe78M
n5+WFqLNhHW4QJdOJy+NnjBnxmQmT5vLx9axhvpumEmB3L6oleTz+83hdzLtEmrwvHcvzfVd0LRl
FFl+ZjW9O1jDix7Zd+b7yfXAFv5/8iEYZNrKzNLXI3KTseVHUu0LK+jqvLuq4gAvo+CF7rgYxbfy
NicTQ6ul0GI8avyVR0tAI8b6p87sPXbO9fUgDCEt+ad2SNC+3DKdKZJzYKcWfZ9vbSp9KRFrz5kk
p+y927cMGbQcuRmYG2evh/Q0Yy8HVYRYo1k6XjiixRdCdZXRcNz7PLctXU2bGUGFyb3M50HP5ah2
3zS7Oow92l323t16nbCQqPx3TVczvqOudniQYkkLnpSy+YAGSSW1H5Sw5pG6o6eyvSqCAkM9EOZc
v8XHmmO81OyfmsSRV4RqdGqq+FOZl8VjYbc7B3cjEIHNEfOAAO5RUl4d3B6J1j6XR7KGiOapKynh
qwW48uft87ppRfRkyDPJwNZMzDhVjaBQaxVFjqSq3UJTm7NC8vfrthlxWC7vI8ba/0GKsn3klisf
ryulC6scKdjOyrJD4sAUyCRZ82pTmY63TW2uCNQ5YglAz4H3Xh6nMlaVYmw7Mjs9HjwEBwc0ASx7
p9GwbUXMHyM8EMDFv3+TnCASuNh2NEB/T3LnM/IjycksIvtwey1X3o3OIEEbJWfGzPKfVdFVGlGI
CpEp8fs8dJtA/9zSOGs1rnNLf9HKdmfrrhwcczxYEfEFE02WIr7im0UZ5dJNc9D1forGckb8cQrH
y5k6s3dqr3YPzK5QUnSAw/3hJV4aCibAcImi9gwkG17Rus0pYkl7w6j+xLMLpxNWRI6KOgRJ8drp
enWuyrBvF78RqoKeqc1ZCBN90H9kiJR2ByORCu3DJNlD9pgkSf/Z0SLbOaeDmVlPZVDqBrA4zV5c
8p2oP7T6ZP6jdZVRHQPDir/ZiG9+KQNZYUT3JICUU9vrH7RxTPtDLSn157wpUhR5q9J5LadI+13O
Zf3T6NTlY5bY6ZciVZvnrJulYxYGecIDWqteBpQsqXsxb6w8VEs/fk6opX4c82TpQI87Un8cKOv+
VIsy/ZHPQfwlCaKscI2iKp+DdNEzr1oM80kD2RsdQXhGnDHEE/4TpSqBPhhGmV5ENM4ndWkH5wyO
LjNO+VCm8Re9LKLS1TJnfmr0RtJPUaxKcB4N7YcZJHLnRsAP5CeljrPnIUfq+UMRS7yLF3lG4Smq
AxoDWT5KX0I5Tv+zWEP5bbRa6z6R6/k/eHmauTKdq9LTmM/8vUgyKG1tXg7KQQrKDLbo0PcvIaUL
+TTZWqIcckOpE6/rCh4ZWdS1uVv3qvm1XbSpP7ZFUgYux9/5HsUMh7jrpzlxKJst0vMgJ3Xu9nHd
lQenjRSku+sEVbWF6T9/x0VYLvc9e2cyenHUuvt5CnNl583351G3cj4a0RQYTd61gl5w6eKxmkSt
Ok6jzyyzAsXmeeAdq5fmGJ3kxRmzQ5BY8ue+QV/FzTMnfunKzorZEK3Q3aEv+RRK7Qytp81K/j2o
sgn8R5qoYFUTNt1QiiZhVyivHVSmIAzHTLYN6GZmnFuuklrdEymFnAPzhQPhBRppn4dioPxEeTI/
IuRf/wS009QHR1m6XxIi4emhGGy0IO0RIMxRSdXocayc4MWK81y6g2qS9yerHZrp3DlNPx80kOuF
C57F+jy1oywfIBeF2XGYlrkMXaNlOoPb15oVe0VDrWgnPduIVTylKFEIVLHINS/3N5mHKipMatKj
WcEpPZtadBrqX1K2J6p/3e0AUArTAZIIvRuaeavXoS0Vw4RSHWXpJFQ+o/4wuQ6izac5qeRjkaOh
EfdTl7h1YTPJRyJS9IElnUoLZCZPzvA46nWyp8uzEUFt0X/gcuAxBF7gcvloj6dmp+eTz+Nh5jqQ
UL8xzd/vvX4g9bG9zKSgKXdVKZ/6vi37WF98nrQnSCyIgnYPfWvmYgCrg9jO+81RR+TRQGVYqOJf
rmlZzEEvl1D2S4CCH3vR07YqnDcHq0yWtVieFk/yu+88riCYWlAL6a5Y60sis1trbCdpQfsvcY5o
jud3bVP2D0arlxQXjT2NAXGHXsYFYY9PRhbOy2WNEB3aqeSjRrIfJbHlhaFePTmDNByMeZB2cpSr
IgCMBdoczLSgVMONvs5RRo26nZrIvmwE871hFt/Vzh7PU+xw2QDY+1CYSudlilSfbn/IjSMjELAU
T7nhAfmuqVWyVMRhqWoLqO/ac2r1KNvD3dg7z71QZ0GPS52+DF3KxOj7uGwnNxYjA6ogeb79O/58
vNVmAzwikUGgEFbg2qPAwbTO0BWKr5NmeUNJ4dy1RnNwk6mojxE91GNfNaZHqJy8eYkrz0mG9pTH
PSOnmaTm5uPwq44t3euVrnjMe1l6kuVl+YqayHiCr98c6PhmjJGbnLuijqqXYq47dy7m4ITyWf3B
Dsvu5fairk++BoOH5BZiKpU+U3z1N0maXMVq1cJK8rVp/lCp9V9dpe114jacFD4vYFyZbwfsY3US
q5kZBGQ0k79A3HhS1Sk44M/xD0vtnZ1a4rUpMffG4FXKSE+ai6tAxrzluIy0SvXLtNZdx+jmO8RK
ck+fumnnPIg/dekNrIfLGAALdx6a15c7R9kqYs2O5jdyXD+qXTsf5cEwPxe51j5yXZuCpdp5xmSG
nrPMw54m7zVBgVuE0MUoZv4BIb66SRqHbowWaJqvTDT3EKkLHJRR0x8SE2yd+dja1VlfWreSx9MQ
Cont+9uus/0DHKpaHE+WuyYZ2XBgnZxaEaBC5sxO4THtJy+Ta0TTl1dF/lojBlhYGsR0+6M8tgAO
954YG59bdLJxXvrJYhLR5Teoe+zPg0JMKvPha6PA2aP+YeteFASgHG+vd+ODi6ubl7rwZfo4l8ag
EiHpq3eyn8uoxJE/L6jgDLp+stJ2fB2lODi26pCeCivJPW1xyuNt+9c5CoUjMX+PGcI43ZqcZkeT
FOBNsj+0ivNozPFwNMukJeE0s29FIZU7oeE64GPPEGI/DA/hzbnKiQJFkpea3gAtx8S8Qyi3eAgD
O2NAqDp8ytIg/yAFo/7RLhGLu73S63auyv6yz3Q84TddpQpqFtijPbDUTI28oHSe52R+LdH9S/rR
MxLnOSqjL22CZKG+h67ZWDWmhdK0LW6b9TUXh3o02RKrruVC3NheMPxdJr5upm5lVV7cnv/VWv9n
UPj4mwisxQHloR6DTj26Uv13aqcniMQf7UpCyLQFIB4/FHVduKOl7NjeOD5gBsAPsE7u9fW0qoUm
BZMlKNeYuZ0f1DRUvDQf6EQORrpj6lpZFOo1oCgKQ6ILg0ddLhNyrznxZFb9qURDtHILpMRtBCeX
IPtHjtsPDGk5SGl9X9Xx53GJjuqPcRz+Spz2iC7bMWBiSsTgiyX5DbvuGI570JiNwwUihdIISAox
YngVSWxqYVUCGsw3NFQfzdKL629JQXOt2Qsje5bEv3/zvelxmXJtUIlLEWCTh6fO7E6BQYt7b37j
piEaUMRHoRuwvguhGzvtFDQqBDLnw9h8S7qKyVqGa7x7ZDKflusHrRwImcxOWgVGI5kmgY9Q/SzJ
DoX5vazMO00bj8Czd3L662wFS3SGCPqiq6ytQpITWNZg6KHmG0lX3IVW/pVbeE+PcuNeo1nNeiz2
jeWsuw5KKpmoJqcgOhBRR1K8H+8BeDCXEvAI0wJiYzma5tTeNQAk7mlX9seZDOtptJ3uK/3aYadQ
fL1o6K4iDop5JELj8dJhukjSh6hJZb9tVcTQ2qU9q/WQHm7HoetYwDAbICaC/EIZcn27pYBlNI0P
6SNdf7+YAWqs/X1o7iRN19GV3IxAo8F94cG9RiEg6iWlcrQofqq2R+TET3VlCGDW4yxP34Nafdb2
ZtdenwKaljSqBJeIrHJNBMt1Z3QGiFO+Dt7+Wana4ZAWgflgm8DBpNGc3u2iPBBIfAS2TUyvXKWF
ErUMu1wakqJOLR6j0mwR/opQM739ua6dAkYgADrqPfRjr94igDZKPZYn3S9z3Th0etqexzJ8/3mj
u0+Sa4gz5+AXl66XSU06RC1WkJQxmDdEsaLsc3tny65dDysONgTYnlx2VdxarLwIpk7TfXsKauRn
JeUHZ995rttWO97eNpETXybtuDHWqF6hW3NF7GhzZYmTLDF8qeqSs1Hl3CVyITNKXtXOczLMr5HU
7919W+vTeMASJikgoxt5uYtTYAV5UXaGHzf6kKNjnCTA4Cie6q7eluGePta1a4B/AwxHzCdI8jS4
NFcWc18tY234S14bns2U2FPfdtLp9k5uLYrKndDD4ikMGPnSioMCzVIjyokqQ+GWy0cnDe+URN2J
Slvfi4cpKHGOEqyvVdsKpYzOQDve9GM7Bhs76Nm9mWnjnR2U0Z3TUecGN/tuqAinln0j86UZCAV7
tbRSN6cBQLKBwGE1HOwomh55X1XurDjdjj9uZLrCFkAHVicYbauPpc1G2uiBY/g11Mpzmc/SYwaf
6Q6SVu/3VhPeF1nU382SqXn6qCaP+TQre7IXGzcezUG0IxVa1LAT1wi1eBpCeQgK0ANyQU49PXR6
eNSLv9FfNJF/QTvWDU2K8hBLX6zdlHvDlSg8UAqlAiuQEuLfv8mIqsaRw2CRDbT9rJiZL9F00KM5
cslcq5393jTFS5XWFFg4MvxLU+GEjH7f2+AXzMiWHw0NNv+nZI4z1XWkYdJ2BMWvj6JNKgl6iiF2
iNOugTN5lkU1qkCmL5VB8KXJrPZXNQXyTm59vShhhexAaIwJksjlotrFlIiuson+s918VwdHO2Ua
nRw3Ttt+50Burog8D64L4rcULC9tlZZkZJmUWb7TRWPjUhIby9NYQsjfuRQ2DdFEFiKMvFGs1SFU
atso2oEvxWVdvGaBld/JklztMLSvAdQCiyFK3oIszhFcradN6GWUkMJ9I3TK/yAmAoQ3aaWPzdgM
D/1oyI/htCgPxSTNxwRy9ClN5Pzc5nn/uVayez1JMmYcB9nRSurgbEuD/k3u0u6vpJqrj1Y0moeh
6dJ/LLpmOxnAxldHIQi9QD6FIICL0Pnm1Fhjw8M5bgNQpUw0LkMqhWZuvBjZvPPJN2IUhxPvEoR9
g1f5KuvurYnmoqEGfsf1pbiKHEX/MbmrsyNVh/hnXQph06ivh4NmDlFxstOxfB1SQ9lb8rUosmqT
oJIO4xF0e9d9ijJDPVBOIpvZx0lyqBJ5+tJIkdMd7DA9gaUI7gbGeh3SnLSuGaXm2M3Bhzh3mo9o
s6RPWWq/6g3aHRmB/9N770PG1VCFo+4oFJLXqtCy0g9O14c24gnm/MUM6biVeVg9L5Qqdo7G9aXI
aw4QFlgVMchhzRvuelEjKqr0aXRyz8x/aqgkNgiUlpUDPf7dwQWUKS92VFfJ2/nvSzebtbDtjdLK
n0r7g2CFKAti19/eu3eimk5tjQIxcWpdSmUpNI5SNX1aCpqO+aT8oyvD4pnh7jCpq9cA+lO03lAI
4dxcS0triMdqUVhmTwGX6ccsjUXhMrKY9WAkDxydvanjVzVDXqk0g8TzW8jjrpmOkWzlZU/j+KnI
Zf1lpgByGPQeXf5o/LUEneGNOqBvJdKczyoD7XdyNBEjL7JdrJO4UyYmPlB4X10MfR10WtMN5dOQ
hvpTUizLkYlZ07mNul+pxCzgMpIbDwEd5eX2B73yUGFYCKSTTXBXrNtSWo8K6ZI75dNUCz6TpoUV
clBBECrurNIKOeVL1/xKqundrAUME6Co0/LWE4qtl94aSwCuCyWqnvoFxXAocfIRd4pdOxu7nYNx
HRaFLZBU4C2JwJBnL20lRoESrJZXT0Y9BoeiqRwYCqRpSqkon8DMRr/tIdEfgm5KMtcKY/WT4kzF
3e2d/vMuX39jLncKIihzwC1Ync/RDiO69FX1tCiN+QKNDcE8YxKNeUtjA6AjJeNcnGS57F9yo0cQ
J87S+Xkuu8xdnNR86CTDOnWB80MFL3panPk0QS7xgrSrvt/+rVc3ltgwwfCjbUGxbR29q3gwHOZR
V09pkOjHTLU/FGTZ56qwtR+3LV0lD1gShGYuRk0MxFsVG2mapArCw+XT4ijxoWbaJnq5U74Th6+D
iThdgvduG6rocF06QGy3QR2btUZzL+jSQz0UKrXTxsyfu1ZORuTEO2OPsnK9h0BvNRCeJLCirLF6
K/MWnzNOtcnIvSVcXoo6nSIXOQ+p/lhNZbJHrLo2B4kLBBepq27bzpoCavTauCAxY/sMgARDZNGQ
tJ9kBxCyG8tR2L4biCCQVZwo/oLDLbaudVV609bSbFt+qKZa7DI+NBlOSIVG4U5mvrUw2laCs0e9
9wrwgcssTVrEtj+BXvMQ7kVrGRRU+jIGEeOu3uuO4DvfGBPu+iZVo4IXGYwutv0e6IrLi6p0zSmx
3x3tebqBT6MkBLAEFbZLKzZI6SUfJJC/9aCetaVBJBovgrulR4k7jhbJgtHppdtoZrqDn7kO+KSh
VLxoYwiQwBre3AZMMR6NyEFpYjpUQ/AYTzGN7/bLMijnWvry7v1k0KEJXhLoMTogq7dB2M3lmJAh
+n2dzZY7G3ImeZ1tps57c2ym6fDGQWocfKEoGV1uqW7XCm+QqoSUlt7FFve12ivS0VH3uk5X7rgy
tLqpzdrWgsJAPi8zh4Na/C7HZ6uKd+6Kq6iIEV6IsLmFZCBucrmaIJjbKBaqEqXZQXAuyy+F3Oc7
Fd5NI3+QRBTOGQiw8vUmkjIpsJE16YcYjJ4R9vEHGeGO4r1nSiwGoTe+jdDpuYpMTkbJyLGRAgzj
4H7MGdpMV7bdsbL2a251fJo0BrySTNNqFW6jLrebnqfRozl7lZJ6fZ+4ASxSaz5P4f1tr177ALZA
oMFF+TN7DyrZ5ecZzdkyKiMwHjP5k91N3v/j7Lx23FaWtn1FBJjDKUlJEySPxx57bJ8Qjs2c89V/
D/0D/xpRggjvDay9gg9K3exQXfWGyrfa1r8d4yJd+BsE7jf9egogICTOg0xwN6hUOOajHJsS8Mww
/jzrVv6550n0UE2O+NLyVn2YgZ8dhDZHng2l7lXuTPFsjnV66CRswVB3bB7yMoXGl+k/i8LRUPuP
dbHl9/f32Hib3PBrqT+TMSByxsysX+elNk+1naX2I5CyzAv0vLhX0MvyaMfUB4SmRj+f6mrXjpXt
x3aUvDObZjxIrZkLqnVd8FCodrULrCJ8ZzVNcLKkqHip5aL9kGYLiWAapMM8h0Hso5Qj+20LURPC
dmc0O90CVeyGCjjSjUNlnTYwKHiuCxsUpCElzdVeB9KbzeNs2o+QwnmzHRS1uZe6bwmlh9sfeyvQ
KjUs5QnAAmD1x35+pGfvaYPmZtFT0n/+H+Jwwy24/+XSXi3cWc3bNsJR79EyJpx4zZ2TR99KvdqN
s7W/HerKfuTl9l+o1YE8mV0hZ6FtP6I09j5AW9aq9u10ag3ZVdVh4yi7Nn8O1wi0TvJrijvne0VN
u0iD2+Q8pj0q7wPi3vcNPOU7e+re6dakbEzjMk2rxQ6DfTHgYxbJSVbh5F4LA6Ug3FA7o5uYeefX
arSlV/CXS3AWhor9giRW4HSzBteYmYRKUexYVXgc1KisPBTEg3LXh23/2ojewlvFGtTvDZwHTqAp
DUdvbKau8+RRbScvKZzupbPlPPRrlLiFSzVaQ1phKhJdczUxzT96M0ufzVxWtF2e6Co2y4bQlJ9y
WWtAtqeuHmyfVgmPwEgV1VYv6UIdmHsNqXwe94sh9SJ9df7RlKmLAksZxdGJgUz09jNo6Du9NkIc
FCVczr71FQZZGh6mTfY6859iFq3e9btJ2sK9XSzW859irV4hGfUApYgGcWylh0yOyR2qQ6oerMF2
0e49/OPO+BsMwR4DgK1zAXeF3joZYTuJY5S+Rpq066c/ffiCY+xjP365HeriolpCLZ0RuJmoEK/7
4xJmr0B5Z4H6cOWrwcMIRnzakke72HwIovCs5pDkgbXkLOff0TGKXkXDOjrWmX3qgs+BkhwGLIz1
biN1vUCmsGKItPBMqVSAr19+yZvsvHecIAizEYyPIj0aVjHsNBLZttKKj0OlTYdkLMZdqmD2YAol
eT+GdrOfQqQXhtDuD3AZ1Gd5APJbKORuFVfj+4C88anLtQ9F71gfAHeiWX/7E1x0bPjRC2dxyX4X
jbA1l2eKAMVWWhwfq/hXKCrsnSZfnfUDhKm9hVRNNT2iZunnr2zG1Jo3ip1Xw9OTA1tME4YG3Wpp
VxAK6kk2YsS/MXKt4A5hefDQGr0L+QEW4Mi5Yrw3jK+ifu0a3Q9jYEW3p+DK7oKG+t9PWC2QQkkS
IzFMbBmn7yKGzda6geT3rexpWwCX5T2xOjLJZBe0J+2V5XV1vkLC0dJR92a0wXQ3VH/GYHZF/y3D
plQVnwzsem+P7HLpQ95kZpfCK1fPmuE/5BqaxWoXHpXoSAfEq+3Izx1jZ2Q/bge63MhUEGjhUpek
IU4t+Xxc0Ptlu9C1kNe9ugCr3Uz6lDUb8JVro1nOi+VZSr1CXr7jm+0Vpzm0rFREx6r4LUmeeM6d
x7b+/u8jAS1og7jgcsM68DxIUk2GGndNxCZsvLT0U6wSlWmrGnLlcgFkSkrKnoMPD4XqPIxkCc0K
TCMCLf1qadl7WRSHwgo/2HWyL2fMV1EDr/UvjihH127rp3mS/iyUWKnbeMpdm1Q+m82TgeYiP+r8
h8zjVDoLkAHBqodS/etRWledO4xb2iXXlgirg6ORpIRcddkab75eGlUhJOUhPppS7OVD5HbG6Ip4
Q2Dg2nDAA8F/BPMJzXK9wfRCCmddj49C7lyJ0xKymsszpNc3DvuLHIsOM+Am0Pu0siiBrg4NWenV
UATgOZu4fV8o2eAuJ6x/ezFeG83bIOr5nAGCV8x5rOPjIo1slu1TqRVu4jyL2v5fhrPYlDvkPIvq
+XkkVa9Gx0m6+BhbWezWUvwkS8NWTe6i0A3lAsYHsCYFcSWKLqsoY1WUdZ2yBia1Hw91qAy70ZkN
vwbORTHJ/jlJmkyF20h3bT46u2Bw4n8+7LnsAGQsusmLXODqviGNHFEslOOjFRmhLzn2Yw0fbhfK
2p+pKQ1/1Lmob3/FaysfN03q+3RQOBtXWwzJk3oMkmVNxs6BR8J8RyaZeDFuaBuDu7JeOH9pSoG+
gBS2blqYpdxVQy4SJMT+FMwfB6SW1N7C6PnnIZ0FWn1IEXZdqcdSfDTUdAei8CEYjCPM3N3tMOum
F+tlSdxA+qK2snAxzlelgC7YZ1GS4GXuVLsyyMXgTrPzw4yzxqN0HLqxHSgurmiDgG44bDasr3y6
sx+w+nSzFOHZWBXJsVHkL3iYHzrZeEon6S6QzcEdbf1dbGqvlajupg4XOArSoF1iLN+zGOmwMc1k
FzUdzb89Ldd+FW87jh2aEpCIVr8qL0BOQDNNjmFtuNYY79L5g1Ua//poZfIpjtIjoMygGmtAURVr
YQfiYBl7c6qq76H2pKjRncOr59+H89f+BSI+b601HSEqGzOSnZThaPVO0eEpWT+a6p8LcMtweNWw
nP5GWR/YnWYNQZMlx25n0rEK809K87uA7PXp9miWNXme4uE+xfEGCAqoLZyD8zU7aL0TDzVm1ZKK
v2jdlwWZ7LC7HeTaCsDyjBRlEU2+cLrPRK01jVFyXDdf1PRzrN7V8Z/bIa6dJYv+FSwrcBLU+c7H
oVRZAPO0IoR4lwUfxuS+C3xzS7Hy2mwBKeIyoEUDy3/1VaoO4bTR4MTSirn8DUi/8fA6MIuNg/GC
+becJG/jrG7SuikLVAvC5Fh+SZPclXA1UHJ454Ero91UV/IhyNKHtKxcDOtSK3yXK/rGfrp8ZvAT
yE0WISx6K+sEqImKqDGGODkW0nGKsqcxbT2zuRuSEA3ZLej5lQXC+53sfxHeow68yra6GhMdK1aS
YzbObmv+EU3uppaxsQyvrBEgyqCD6Gksj8fVGumlKhyCemJW7R9y2rqS2EMhZ1q38DpXh0MtAvQ7
HXlzrewVC7urmlHlYutqVy2EN88PU/6vUGgWCccc+1ZnOTJ5q+EMVR41sWVxENkm60N4clP/DzPG
p6cmT28Sl7rVOkwHPF/w0U2wgP0Zzc99H3GhVW5Sf/zn3bsQDyBVsdRIdVbFKzMOdHBPDkMhc9SG
EIq/8LT0gMrGxta69mnYugs2hcosxhfn5wQluXoEroS/doZ0k/7qQLK3/lXiZvkyS3eV/184ymsM
X9JXfZD1DUGQkhb2zhFPSniq0q3u2ZWEA/T40qlemgQgiFaDATU7NhlxmgQHzijZ1XV0n5iV3wK+
L8RD2NkPAD0Ptz/WZVXgL7KH1JgPxU5abdbEmOUs66f0OCvvk9HF76uk8b//pZevtwNd26+c5zye
wftdqgvmcllJvOKZxl6A9/qB+4Hby423+VS/tigW5Wpg2wvsf92Z6OU67JwpzY5NG/8qgHQ2MxhZ
s/n3zIH7/L8wqw0rNfIYThJe3mVj3OV5eD+n0zdLj7euj2vD4Sr8C4EiG1ovPxqogZbPOJMPcGvc
DtDmPhnEUkcxuo0ix5ULEQU+qvYgTljra1MSGh601ZTFM1yLTU8JoH+Y1lbF68o6AMhF5gg6gQfs
+tweRe04w8yCa5rICw3LlRrVox5Kp3XjdLhW6IBfskCWUbtZ3DbOd5RlV3ba2WN6jLsHzARdFAzV
9LXC7LGkM/FT7h+m6EcmvlNvrhTDm9qtQ/3qWBdiNY/Ohdu8yjDioC60cdDSYyHfWSSXJQKlQeSJ
/+GKQvwPuo5DvkRxavmwb+obilIYTo8WIGKN2aFAW4ASmBRulEuXBb1KLqGT6osQxTKUNVG6M0uA
dm2QHhMN+dP5MKeKV2vPbfBZ2rL9uXIocc9CYsSamTrVGojRVrR2jISFmMPVdftMxMiLxNkhm/Tx
vuxIOTNA76cIyPu/7+oF/IpKA5UVsvXVcch7S1Uz/ne0dHxjf3fHuP/3hgr4XgBCiDwt8lXrcofW
B0UZijA8du2PEtyTbIA97x4yuALOpnzVldODogqNFLqaC553tQXQQ2hMaZ6i4xyWXo5BuEDibnr+
56Od6+qvsiboArLd8+WHYFCmJoYeIbH/nM2dLxt/TPxm/oduygKs/S/OMtg3yzyywmkedAqXlvHB
DCy/k77HxQdQNBsHx5WVzvFHhXQ5NViDqwQGYcqxRgIrQvE33tlkMH5kKBTllcSdsuTb3Jf/6q5O
jvEmIiCN85HpjaKVYK8iZDxTT+eFoMYfcE50TTndGNvVBfH/x3YhoRemZZwreUDxtwloLQ4yAzS/
j521cZdsxVHPR+R0WPYws9ExQxp60mKM/shrt5iYV24s7nhecDr8Ld7Yq5UHYDhIDDunfVIb48FR
krtew0Xi9vK+HoSmNuhIGtrrj5MMjSGjBBgv9fLZFH+sZPp1O8KV845h/BdhdU/0QiRdqhAhkZtd
qn9HDcyrZetOUk4QxXxyTe92wGtDIjWnz/D3zbFmpHVODOfCJCBV+accKpo81Z9vh7hcABqeQwoQ
rQUHwOSdLwBI1sGoZJzhUml7RZi4bftj3CpvXk7cEgQlCx5nLKeLXK+xMLmj1HUsymCfOsa7WPsU
mfpjOI5PYdbCj7Xubg/r8koHS8UFQauVLcuZej6sOpB0B2ROdoQV4/ZcRON7Yb/0Wx57W2FW53ZU
Bm1Y5yU3oLlLUyNyo4byQFalbu38vj2iy9OOES1VW0rjFkTL1U5VHSm1Y3nI6NI9BVH5uYXmW47N
u7kEGBFumZJd+2KwrqhOkf0tlLLz+QvkTqIKR/oXxrRiIt7R0vi50tGwrts/QD+3328XC3HZV9Sj
ScEWvPZaSxa52naU57I76mlc+w1gAh/RguJO68Yt2vSVUNzqkNhoNC0Wsas3gUW/s5hCpT8mUaCf
sjH9MsZC3c+W0R1uf7SLDUwngz7WwnZcUJ3rokQdmKpUVX1/pF/hS1bph+n97QgXz9HzCH/7KW8u
2yxIzaYuGQv7SHK7Tu52RKz3c560dzTUY0+Sa3WvG43jj8mofLod/mJVLuHxXwQzQaOJgvP5Oumr
IAQkrvbIZe0FZsyW+iL8WnuHc/rtQBc7bQmEbhwPb8r8aGmfByrKGOEfm3E25mOKIk6AB2lsoXz1
83acq2vjTZzVgOa2SpRQYUCt/DnRTrr4nGobPMCtEKu9VQSRPEWxzifT3vfjj8E+Fdq326O4tu5Q
rIAwsAg0swTPZwuBtlhDWaY/ytHoylgjjlq58UG2QiwnyJuFh05j3oQaIdr4m9o+xf2H20O4Nktv
hrAWYktbMTWRJYZjmld+oVReQUM4NzeamhfnHMsKOivHDvgHC77f+Sig6w1p0ybDMf9F38GLjZcm
O/T9ro4O+haO5sqIYAySm4Cg4fBcn+B2Zw3g1xhRWT/n8UuKRUX8cnvSrgznLMTqPiqKsrQSVEGO
qvK1SH/xXariqQEo/14pNr7PlQ15FmpZH2++v9qVwHOR+TxmaUOC+l2zv46oSCpbucP1OFQNqen9
1Tk8jwOpIh56LWLWNM8ZbC+3eYChDqo7s3978q6cZYzov0irFb1QRZTJYi20RewlaLZi1LxLNE8K
MFbamL0ruwdpIlwJkaldLB/V81EJeVInu0yHYwT4INdnd+DVcns4VycO/da/6Q/E/9VJZmCb3CLU
j8yo/JBVYo+2gKubd/qY3d0OdG3eKDRAkFjoSVwG52Oxq9EY9LQbQcd3bjTep+WrnX9d3kVKt3Hb
XZs2B/TQXw1ByqCrUGpciEHWm/GI3B1ESi0Ova7O/zn5gW2+EF75i9Ihki7nAxrszCqkkQGFWvJo
/pJU4UfTqyp2inIABvGP7CBqeWfRVnt24tXljEk/UnGN/azA0jF47reo9FfSBIKQWVF9Z42vwUS1
Qjm3aevxOFWPGLNh0IpabvW1RmUh+IXOmt5tFbuufCrKJpQ0oPIixLWuWCNE0EtSNI7HQTsVtOHr
LavhK0M6C7D8+ZsDSCvsVNa7gbWQjLshiT3KhQG6gGj8pKrlxm65adR85QR/G3KdbI1DNSedREil
4jAyTiG5Me/l29vpEgKzCCjgAEj5ndrGhQVBjB6NXZL1HpP4vp+EO2smaXez6zvTTWJfZpdZeL7J
5ueNwNc/2X+BV+seqFQMkZbdZTfHtPGR/lCHaMnCv1XdFy0qdvJouIXzQ08Md+pt11bdIdlSzbjk
YayGv9rjQZHXqm2y+4Sqg8+yT3qi+vg5tfycGDoGrLbZ8oPsAzLh2vgCj7QpXbqyqePJqV91h77a
F31wryclPcCDPe9b512jjP/TZ4IdQNUYDASimOfrz1ZEpwPIHY8RbeIxLd2awnRKMTIzPGt0++Bd
3O47vM9vf6UrxzqI+v/CrpY9lY3JyMKJ01b+6IjCTV+FHtBW3TjUL+QPOJbexIHKdT68EBULudaJ
oznf7fSQvpf6w/QJ7+PlI4Rfe/Gt8ctec+dW5e+RN2yM8+r2XiRcqbiBV1rnf2ppiDg1mV47QjA2
knZD+Qerqv0sNZ4a9Xtp/CQF97fn9hIDsAz6TdBV2SDtBpRGUoLCrn22cb014CTExQNsAsN4FL1n
q591K72XWXIh5p1zsVGPuwSIL7+ADY7+sLXUsVarX5ntalBnhc1vZPlBa186Ldm1QfNNqfa63O86
a7qvhsoVmh8mLfrk5SOM+j6U8B4u7hPxWM/fLOfUpcFDJrYOiGX4Z72F1Y9bpRRDHeMsp/HjhGns
jSDzW+d90B200Q/qE6JF4Qdlui+DLczaspMuwqLCsSAimJ01tyHPiiyYhyUsEnmzOLSal2biVEvO
93k0drYtbbwK/r6PbkVcfQW8FBJMsYlY5sb9PHd3ovI0Q3WNoxkfwvDU6Ap/9FmTkbolcROSWyf3
/SwfmvqfkVzLnNOEY/RL109fLUmce6SiFCo/pTuo/clQX0ptY7iXWw3wHA16dL35B+Tyzrf6PDVa
NJXKtMhrvUi11/CWz2aovDs8pMhOv6pl/+v2Trs8xYi0AHCRRUNEaC3z4gRVk5upOR0ReAvIdmDO
KbHfbEKKL5fOeZzVh0yglM+1bkzH+EU23bw+SKBIX2v5uQPIfHtIl8nBeahlyG/ykSpxikTJ7Olv
Goypb2A2+Jv/T0FA4XJI8VrV1kHGPtXEQBBT3yNsWk0zk7ZJ3FzO9vPlvwzlvyhLxv9mKM5cVKUp
EUWPX3NIJYccKxXO3VT7hleeAz1SG42NkV2+IiB3IA9LJ4euM0Lh5zGxCpp6FUOVo5XsY+fnEB+s
9l2JkUumbdwsVz4U1GS44+A2F2XI1c3WKvbkJE0yH9H0YTDdE2Iac1Ttbi+HC5NRLPnoHqKOx8Zd
EBuri7or23Yc5ng+WsVT8aE+lkHiZiX1TNQMnkbbbTF2Sfm322EvFzxRcSCm+UspFZmz82k0s2Ie
SoPBNToE8uIxh3w2eob2IijkttHd7WhXLszzcKtBQtmi/NQSbk72QXjS69Qd6pd+eAg+JBB4LWmn
aztJn+6mcOTR8eN2+Ms1cxZ9TdltK9qlBVKbxxz9e13+Upmv0xd6rN4w/PlfItEk0YGy8cZd7TsM
9VJOEmkCXfYxlj7Jwbew/qMFv3mu3Q50fUYBxQARMPiC616Z7fQd/KpwBg1h+VUcYQATuZzNEq+O
pt/TpisDhH0ACCrSc/mtB3Z0+xdc3gZM6qIfBCqQgu76iFEzuZUdwSedUJU33U49KPNe12kMpV5l
Pagfboe78tw5j7c6bNSsa7PaZp9M8kmaPzbfsdn5osm+GdlQM+5HyMS3Iy7f6vx0IyCPYXTVF0+U
NS3dmsAhJjKrpp2hpKIw2My1S4Mt3BStvzxpziOp55tRdcxWMQoi6fJBp4pgZrNvzPtEfinSL3nw
UobGru4Pqiy8slTuKbB7U3PfdhvbZLnkbg1YO/8ZdYPF2+gU89EJvkbOj2Tc+IRXt+GbCV1dsvas
xW0YVjO46az8YAeUzJ/Uyk/08HD7y11SATlT6YIhtrAo7vAEOR9J2eTplDYznqoiPWH8nXmt1th3
kiynqE3N0ikbusbVEPPzCrPcpVZR3Wd1F/NyFdr+9o+5Nqsg4RaCDWBdzvnz39LKvTJVkYr9SvXT
Cp/yrc7O5UkObwi/OfRAdJ4E5mpf2KESBKVqBkeRJb4tcde/N6T3cYJFkjv8q7E4tS62OiksehCU
ptcpthPOiVUkIjiGeeXqLSZT/7xGFtU1AEnIKyB8vlYQtIcS2qvNsTWq8Lqqd9lOS551VC62pLLW
i3GRpVyqnSZShaBn151fJTP7sSo16ShRJxHRr7zs3RQreODwXlFtLMhrwUA+kYnR26M9tUpaAsq4
ZjHH4tQ29/l7VuBdhnS3TccinDew4evlsIzrbajVWdJOda2WaSJOWhDcR6MNd62S9lVDMiZE5sbI
dctwX26v8YvD+f9FpREMRJNS+3oRmvjCxV0nSWANR7cTL+Z8GIY7cYrux/KPmBWwcr9uh1xfP38j
omq4aKqxYIzVFp8KNbAaiSlV2oNq+NUou/IX6r6uFXyY7q1o48H9V5n+7eH4Nx4LniID658dd76N
C+io6Zwwr3OUfkzHYpHWcpVGkDPda5/C7KMafRIBRJ5HWinxQnAuvaY/9HnohpPbl7/VeQsRub6g
+En0+Smma1SGOeWWa+VN+l3oLOBu0MVJ5Iese2rC5zF4T29i4+OuD7C/YYBdLsV0+AZrHzJaulHO
IcPitfuvQVTfC7yDbn/Mv6301eySywPO4sUCu95crdo0t6vOVDpezPXn3v7GcxBRb7+dftZf7erT
1PhGiHjmTqp/NccEpHHlRtknY1P198rmOfsZqxvQdiLUWNQ+PKVB4DpQqh3tWZf8pHvQkkO8hXe/
SP2ZWZRJAGvonESavq5dDdjiYnYxRCdn/KjiHau9G0TtWfRiw7vkibTmZGxJFF2I7SwxacGAsYcQ
Bw55NURlhMA+OlN0ypqjta/GwrX2tfUQY8f7jBKg5uz1yjeDlzT6JfaZi66pHPiFvbGmLtLX9c9Y
5QJSmgF7NufopInvA/xorDjo1T9lCKh8GcbHrnxRS7/Md6beeZLxenu5XTk7YAEsHQeAKwuP5nzj
jDDxkhJSyykxX+3QcgMDt8HATb4VVuxGSrDLUS64HXKd4nH3IwnFSxJyO/pda0LIXEKJ7aiZn/ry
JcIHu6ypGd7djnGxUZcYi8Q6nZtFNng1rDQMe3jE/XjqrNIdoOkk8daz8WLmCIEaxaIRtPhqrMkg
di2r/TCJ6TQd5ubFkHz555g3boMvpnXv5Ftv441wawHbPjSj2BkI19b36MVhAzr96X5LP81uV2Ru
Hnrq/bxrHvWnNHqWSlf28y+b7fjLs+l8zOu+ZWPbkUJjdDoV5XuZCvfectXExe/QCdFlegl/ScFj
AaarkR4FtSOel9DCunLjXr/cuHDkQAUsRuekLBeOBEHfOxNylekpU6mu3DfNp6bI/epblL8q2BU2
NAXlo0CVYToNAXwjWhyN2zYuHRoHsc/bS+3Kr4E9hQwZGS3K2xDkz7cQOUXeKHkIajsvKHAXlTix
vBM/KJESd9Sg3amGqA7KNLa7tp7bn3quOve5U2TvksUgOZ3ycJ/bagSzeMoOQ1PgO2eZYjdHsryx
Ly73Hr9VhxW4pMi4OazOmlHVZ6tQ4+ZUFl87rfH77GM8bpFC0cVfjs6zS2xJ75GeQQSBFzmf63xO
xkItKq2WxhfNskLdTSkozm4XROqz3gnlu9D7+OccjqnswXPoT4Ektb+nyTbTQ5vpSKMPU5Yf6wH2
vx/VmfKtxr3+3TRJ0Z8iTUzDpUnvPMwa3rD7tBwjpJaL4GkeWutznQ/A+5LBSFS3r3uMmfpa6sWd
xpvmMNCYHg8K6rMvYadhUBWb4ai5VZBShTHkpDtMM5/YRYVPUu5To4dU0Q927qfwseBFD3r7q0Ia
8nNdVKF2X+aS1nlK20eYHFrp/FmumqZJPKvKiqk8GmUzVsLNI0WO/4RIUwg6yHbgWL07xs0w7zEd
RjItwiZt2keJjX+ACwc8/jF1EkLLiYY6sB8b/UzvMJokiI2iRXHNndDerMmjEr1xFTOESJU2UWy8
0wu7yO4bJ6efq5RRmbiB1nWDbxrpHID7iqkVJ32jydgKc7B5WpXY2UGdzS6646dQEJJwMPzVCnJ3
CvR6kXpG0Ch0RmQqipAKcsPtY7N9LexgjP3EaCPzUUdbB/nkRgnvQ7xvP1RpUmPHWxjlMUzNtvfB
lDfPYyaL1znO2h9g0lQZZFJtnNQ4cVpKXLP9EasKpzrEyODiRT3p7eDjoWv4RpH0iSfKJm4OY2kn
wou7of49KnBefbSA6tS3bbniONSmON5PkZYgLw6d/L5sM/V3ZTiBdMgBpTwYcS4lu6iwxxkHuOVz
j1pn4fmcZm3oNZ3UigPKTdlLYMl0QVV0t1QXsEQt+W1kNZgLacmge62Ty9luaYid0saxBaW7pHyC
JJV+NFoAmK7QIw1pzRqYK6TXtH4Gu6bEj3Oo14ypDNtDNJSB4hWSrE53VuW0j8MoT4o30h39nZhF
JN1rRZDxYKlbtdnj0s2qmArZ+BUXuMq47VCkzk6VtFRz61HWnmttCGIv7EEl33V1Z6HMUTWygodj
Ev4sMrv76Wj9gJCW1LTVog9CB7TI7RZyi9LH7mjOfC8h2k72hKnWEXn73Ge7tAy72Tf13uERqCf1
pyQBNuxWMD0nX8qaSPNrxxS9O/S8MNBgViZvmvoI5+pFW9mgyw/Vs54QEI7x3vQ0ySoIKVOasyO+
xh55jwJ57wjxXleblW56GDCilE4WyAv71EgGxk1KHhX1vjVmHQEcy+y/j4ivvWDRYD4PTONzJ7fO
Ic1rYudxP/7qQcDFrhrx+vQUrDtJYbCxRkIxij9lKGp/EoYZBq464sLqdr1g/EXAEnOtsTNf5Wyw
+KKKVf3WpjAf3LjW5gcRR2z9lipn4motbWYaV22TenNQFK3Lu8NBPhrwLW3ecUg+K10C/X2cRP1j
zMfxXpGyCXZlZoSPuRUuggt2LxwPdLl5NxbO2LjMYjHwC6aEBSJnqtvZpfVFqsDKY9nSpT3vuDiY
/TnIwp1c1csVVxgSUDhsSt0kyapPZWlkHTBnNWW2kkjiSHPU7FfaDlWEKGbHD41mM7W91siUyJOw
FRWeXsjORE3dDl4Q9ahkVw/omwGINUjKLByFfhl1MDR+PoQOgzYRjnMhJiufLIANk0/Kbv6oLaxI
3LkpktkLcQJ/yaNs/F4OVQLMqIyt8i4Ll4+KNof8DufFssFlFZ/yZZFxIDhqWz9IQQ2iK8lNDqxW
TY18N1uzrN3Fcp386MbSgUknAtnYaUqFThFtiuZBTqYguAtJ/AZ3kLVE8XR94kP0gzOYgI7iyfCp
+A8IX+pzW3pykGlfTKUtdJhdXdG7DvpYSHmMQq2hpDY2ZrU5GU2ciO4+N5HdDLPKkg5Wl2eviNJL
9b3tNMVhlseuPGRGVSgu30RK9mmROfYpDNH7eQbzK1RfarLFh2yOh8exE8jcTRPdd7dOzfTUzNgx
HOZRaj9i0SO9o5ycpB8HVWrioyR3hULtWtcONLsFyAhO/S/wFvEO1fDt/tF0Fg43FGqj7yM9i48T
9pKaq/a28dx1Vlt5dm7VL3ObJrGrlSPmiE6pa7ScrUzuDzZZ07xLnW7W9pEYu+xe1xdI8GiLMj9I
EdK2bgxN7AXlEU2+U8xOMg+NMQVPo8JN45lAyxVX0jPrx9ggbP00G1Xfesh/atpH2aipduhaUJWn
sSntUwkHg75hhbanj7+9mmDUVrWdrw6GmB6ldghDP5SV3nSbScvzXS5aR0Hnn1/vKazP0jMpkDKN
OHgE7ztMml7INAbFTTkw5scsrCbi1bo9AV1qRekpKs9/L9Tq5ivtKusDyn7h1zgbhpgLWkGs2nCi
sT42Q1B1d0kmjc8JbYN4X0UyVfPUcArTxcxc2sly1yIXtQTz69AGlj0mtnGvirYcPA2HZefzjPSq
5C5Gm8I38rrrXVtq528Cpe7RDZhoRN6lAbZLX0oa8EtLO4V9man7MA91FRK8HIz3RlU7vUflLYpI
UbtJfCxL4SR+BqFz8PoQkRIOhcJMH8SUCOu5jxxWUZnJVuv1pdw3rlh6aD7nuREspJowB2DB4vYC
pyk/28KUSzCZuF3vlVRgp6W3pZ7vZFGLP6ORjOUuiw3rCV2h5YmEjkfip4OE3kBjDhUbNKIY7Qf0
BGtfGgq1SzHYlOTWExpRDp2oUHRTJVKasa7D9oFvIT9JZjwFj43SZeGd0fGnhzFwevPQK0X7YkXw
mbw+KBt5X5lZUj2KKJIepUCUv/LYSD9MRj+NfhumVGxNUXYRjPR2sHmFF3pz76BABR0G+XGwdyK3
HFbkSKmg0NRe2YtR6Z9Tve3Fx0JLqhp/ziYUL0bbqp+ytrAdF4t6pXk0W3Xquc0n1NAARlRy9DmH
RVG4gx5QpiLz4LhBsHYafB1jvxju7Ny2rtyW3WsxKPKfuU/L3Jvo0w939IMi4ZJPO8o+aKuUXI8c
lEI6RsfIvuMu1++7RIlQ3pNzZ4cTq12iq9MOxp1Q1Up8mHNHDX27RCPBz5NOST8GIxIJvjwF8adW
RuzQF3KQ6kert+bYn5uuFIc5rAvjHlWw3LnnncGTSwEMmX+XhGOJjwF7KHMlCVCfP3T2IJNhJeRP
ZAu2NUwfiwTlxnc5v6rwe2vUXltWxzc1MJX/o+hMliTFgSD6RZixL1cgl6rq2qurlwvW2yAWIRAg
BF8/Ly8zh7bpyUyEIsLdw308Vwf/2MRSy1fVMGOhGl7c74HnWFEE0P9vs1Mff6LFTcXJq1L5KkEe
75VJGSFM03fvNTkd051epfuGmB589VZ0aSsJE/jL+Cp+rqLb9zdZdWlNZnY90T6w4CbOrhiOsRCr
J5oiGlXd4tVmJpErOobHrHbtn7A3aZpvbAtlZbc01XxyYs0z1BSxICdMJuRP/Vr+xaUVORu5Hvo/
2avq65QYbz5NXI09kfJRuuRBilQFmFDXzamSSSBygzP7F38fjDxzkbG737RJ/dQ2/kzj4k7+CzUk
7vMu3YcfaqfNyYkaZ6jYm433yHbHseey5lfO060RGfNHb/Z/3pK0r15XHehcFvmHcIWxOk2z4WJs
2kmgAQfT/eYPUUzX4WAoC+8c7I9ZMwtmFzc45MlvqQbjIghTt4n8HK1XXbrB7x8zMqUu3eGm32qH
FXrjDObV1W5VFX1YeeEpMNr7mQkXnIDon5bHsaRh6bZR2F3TQCQ8ULXG4pLU7rQQHbba4d5f3dGc
mmir3JzFIvStQOikVc/horcnfiL67ybVwFB9pp3+PptG576OmFdPke2mz8pfAY1ESpufs0OdRTjC
2M3m8+KnFhfoLktOnVaIqrdJGp9mpAqbMsIzWJUMM8dA636AZwJAoTnBL2YUhdMm2fRv3xJ+82DG
IqvQbSPbi8HVZuHaovw8Mn4pfdFtJO+iWjfdlR2L0C99V4/zazJPh+TFpGb1LCg4KIaR6JnznPRB
X+Cw3j4rE4IluPWt0/CDnh7NtRj4F4kGMCNdLbVNTu2Mv6/DEH0LlpaBYww3XOadtJ26fFjM9uSs
Gl/PLcb2EswMpgsG2lhd7KpO+1zV43GKuKm9wtcA9nlM5IBbdNuEwRVOROtDHSGSk5HkW2Xhpr74
K5sWdFZeej81q22KLJ57nR+pMx5552YWDLpJvtd+g3vdTKigZbdtl14RhUP2bAMVjnk/1TExY2vU
xTc/3a4r0r7xkeaH6/6nqpPezTFW6ttSLLFRqPbG4ZWQBeevy+YFiE5m5M52sO6HYo3TIeNQ9oMq
sqYR7zbS4etMbkt6CmedzPnk1JagI0nUKplPhDTsIcBijs4OPHFaGjrRba63/zRQJ+rT0IQPE392
FK6J+mckOoztMujkP+Nv3ZPXiXo4paPmlWzjIW2Knq6pLvqmC5Ky9pMIVr8d+ExRaPYX1xWtPrs+
Fw03ypR8cPLEu8ECVuX8We2UXtYrAWzm62drVa2x9xKTLS0esIz+odpeZI2D3ameuoYRyqTtfXD4
HfFh8UjQcLytw9MagyLWXktKC43bUTPGWhPlgqxIPBhg5b8tQd++EZkWA//gdPLhqs5VF7awYj8X
ozvtuc/bQHJGiAdyLv2x+9dK7blsm9Vcg8KkRMNn8SH+YH12vC3NFu5lUAFx8J+07QO/rMZ6xovV
Ey4ZzsKvnjjvu89qracC5Z5c3caowrwuiEsfX4U690xN3HuVWll2dcuKW8W2eVymTHY/0r4K3dPW
xvJZNofFGtzpxY+daTXN4zVaonzC/W7Je9GnuGXOAyJSIh0wVtVOk71tBJCoS9h0oi8RZ7BIt61R
c8IO0DNXCeAPca9V7+VYg9Y/vDA0wz3DhPJoCVeAuyZ1GFcHcnN95rB+Uidsu2vvVAfkOYxbuyen
bevFn6k38kWBfoqrP3XBdJ3kPI3vY1b3FOvVnVWxmQESqp+krD+UN+iG5Y1jCctUEZl9t3hSf7ed
SqmMc5R91lKOR3EroUkeHu7IGOyOjCw1iZbe9ejt1F1UFS3B2RP0u2ljvZ4MN7MSlgSsHRWz43nP
cd1yc9vBnZ+17yma687xee8lNTavlOOLL0p7en2I9MrASJAF4HAoooxePwzra7WTtYs621tvN6WP
pm8U4UATu8hgzGOOIMCubSt+Lj8k6pLkxTAtdMMcUAKOfvLX2QuyExAnUUfrtyNVyhbLpBXDmAO0
/ywdl0BdQ5IvtdyKY7wPIo/oj3BadFriPYvquuEk+IVHaICXzx2yhzxJ2hl/NcbniRtqJic3bv3K
LZW79U9BJrMxZzjitjvcIQxwXq/DtgiS2t/zbq5VcqrUQdbHIocJSWS1rx5XXxOcNq/tyMTZFL3k
sAaMvntQORNxATGIdVjv8Esp48k/91DOj2OKFu8c010vFM2bf3nFWUdcGa9L9ozRRFYBLXfJ84jV
eQZMaL2B7pKUdFpCgYhc6dpPr30QyZ+ZNx2fvuPvCEqMY//zsfhnlglWryvD0KZFWu3VWzY5nPjN
76h/SVBTxleIr29OmxrmC2w7ojwDspp4k4f9PKZc0Qzv6+3WO1DDnZmnx6aI+3COH1fWR6rLuvdJ
nzt+wx27djzRU4+/I5zWnqxzsbXWTYu2QrJdCBsvP4J5sOok2lqHxMkjxcjFth6/0m0N/g57EAPf
DJH/bqZ93nIx0xsVyRDyMmNyq3B5j1VHDc0C+cd0+FRgRkSHDzioJRf4XN8yv7Vah4IgheFh67Oe
e2xrGJ4qLJoc5i5zCzn1O/VcbXt6nFLXjnXZtzLApdASAlx0XAf/+rHL3NyErnpUegiABhs1f/O9
qA8ug3ssj2k6qabcFThN3ojZHR6zrovFNU7M7J39fQv8c+sYiB/RyYGXDEcec4ZZ2JCPR8GClNvX
bl06xgvaq+Fuf8mitndKv4kBmICSkqaYjkg1z9HutM3DFrRESsyeh+hdb2r0825Pm7DYp3X5E4jF
G8sIaAWLK18tWzF6sklPZgr93/hBJjybo5tM0dDt+KeDSD1dGO1v31KTmCe5K0MV8Ee14ic96Z/O
6mR0r+TuraUZ+ogGQLQ91c0b4+9bdIMgLSKDO5U5arsblSumYsSHX52cYY2uGWjOXkpUOV4+YMd9
TVYGkFOW9bK5DLuUaX7biOQurZ30aVocMi8mQVelcmO5GsoEwQ/iwZ2C7ezgM2ut+7dJdj2Q8abi
5NIuOKSzmLnCVZo9tXgtd9j1nAXKKgWoGaZV4cnaBVyWRm3nbNIgwxNzmSj7mjTGboqcrkQnIcH0
tAgf5nBK9LUmBhbr8s7yirHEnFblAaApQIalXgpvsslUroNvf7acMlWYvu9oekfssb0xE+R5GL+9
d9ZYOgilnQAQhh+xu587KiBtVjg+KNMB5VjA0qfQDTddZExtV02UzFx2yroYlXZSfVnE6vIRohXm
EIE2GxWHav6kIuUOrHf3E1Cn20tP7QEN04AMkVZmUljtIABcCp90ygmkaEn/85osZk9fmdm9+CNx
vnm7C9eU6Nfd4UojIlWBvyHvE4+LrmAPRXJJWD8T39dAV7/oyHZRiNY2WN+P0+jPV0WeXQOw60rn
vvWGaTsfhn/lEDyQUGmwTqzNUyay24pCCiy0r3tSBoxq+kykavzeTV53v9U9GZkRKR1RX6yoNj9r
Y7vx1elN7bn5driNTxJqhqGa7dAGTdbuO0zSWj20B6hKAb4SRLnbK3OUuqvsWCZAxN/3xtIhKdVu
b3Usq++ROKI/U9Uew3fitlb7MlNCog+for3fHRWL3S98SivKw50jSluVjf6DG1V+9XNT+uCBDdP4
xRs3aYoh62tV8H4Z1p6CZOrK2gb1D+16KYchHNKPaUtRYlWukTQnrq2G933sNq41KWcwVn/e63Qr
+kXJ7jKm881RlIixUD1voZ3VXe0vysNklEDT4R2/WI9nMZqYyJS2bZ2SVLmYJ61V89b3qgnp87zK
/MXUdUkByCELGPPhc4mr1sFAwEUlsIg7ky7gZAV1b0O5vxoSke6X1kl8LuxBOKVDt7rdm+XwvoKO
L49TwgB36egixKnWpo0ese7Rv+s+1Ttq4SFcnoLeRWQeiF2CYDMtMnpnKk2Kmb9J3snOmOm6xNb2
5Ton1twb2CquacfrGzo3b32Us97Hz3mP+wbkQcWivCHwYZnMY3jt7erKK7GRwnHyKLVLdUEY1Hmn
qa1SjyXfRIr7sTt4XKtx3B/0unGLpW9HlmSYygg+iD3X22cKeVzb6LK+INXGx1tlnDwA2M3zic40
Ilt7WFHkh55GDeGQyeoX3WLi8U0zI/WnJuUeLYO6q6Zz1Hp1dUF6F3wNE7oUfra0ccpmwTpOsDZK
D7mOVWVOB5qL5eJtpm/vlmwOhwfrEclKAkFCZGzcLbL5th1ciXdtRXtTgfHtuAvklIkl+hfgYrk/
uIcX3y11uMT4St2WqAGAvktnHve/zVIn1R+QOpu8Ul4DhpB9uAlotKRJEt50f4RKJXBXTU8XO4DU
0NoL5zqHoQLo0kIRm1EBbcEKoKnZLeCYZnH6yk2l3eLIBrX/p4065IMTCbmdxZgMz3PjTchInCOg
S9PzsX4Zhfb7opnG4Xjr6EM+nZYGr9jjuP9AjgGVU3SO2p37rMlM+m3s/ePSTwe9xMEuU3+HITNw
5pi6cizrmaSNSyw3FT1nm9ewyjd282+vCciIIiSp7/LRC934mq798pzghhnn+7x4J0KfjseKkBof
m2davlOg5PFglavjvK4yVDzhoNu/vujc5NGoaXXBogDCaFJjGxdcOLO4DwKj9VukfAvPoaQrzk3b
0ezWnQyBpG0qQTiXVDCK+CNtwSCPO39K2w8Bb4ag1IlRKRExsLxNeIi8Gbrr5g5OH3hhoDbG+Tgq
JiJRuf4nP2b6woRhH7tli3+ajIeVq1CYS9IcFbkssZx/HFG2kJQUYX5/FlMc1JyCZPLRAzcLAOmm
41cPHFOCF8TJnlfTlNocEGBXubfFzkcH5O7ktbKYPLRDRS3YQP1tno17IgGlm1DzaQiwKBJqNG/R
5O+nhNv6Y9vH4ZcGvntpzUIfhk+IKsLjiO6aHuzpNO5MeoXXLXymJuz1VMrQuP8N0guWPBwn73sv
HPWL8ERnzUdj5VtIgxWWK0O3Pc2+1q8byxtVzibw8W3tSWVbxnSITofYJ1uoW4MJfxF3nyI+GMpl
LKB6Yl9Un10/RwgQbkD9wuB9smgRGnrZqd1KYU2zlabr44z3IdTvGRw0GNXS7HExA6QMxSzG7Psu
UCLd9TT/Twca3ve6MXB4lTeR81ttZn/uHQ0E7e3C/KqrhHZfNP1gcw/k7H4e2i4+b97Q3lXztkOp
wQmxwACUyXNkkOeM4jB0hQKKaGhaGb/sYACfFIfgD6oSmCEixRUcG9buH05LdWdiWsfPgB+SZCJJ
Tc8dLZ0dyL3xf8XrnD7N/TTCYHjT1BVOuhguscDXn0vmVq9eyEZAuhzZx55WnQu1Y3Yn9xoN0N+v
PYidbTz9imI4wguto14D4dXRt9XfRHOZEisugty5JtfwUF/shlVl7nR7cx/YbIGdUWFrdBHTAd7Z
LMSm9YCd+VsncCA54Kf8ShzNABAGaPjGcsKwnVh6mTMymnaXTURPzEER9TTRzBCm4kmLPbhP2NJr
88k25o9whyXESGgFqPWibdqu9JAmBKSHyi4Q40tIszG07XmcK/dlqiayZTcLzlWkyvJ819AlVVeP
CohiaZDb2s0nhmA3vf3amar9bxuzaSjqYUlgkdol/hicQQVfZhmoT9j+Y8izjRm4GOY+VRe+tf9U
i7A58nlrsksb0DHAQVTLeZZN86ang6S0qVs4VGGzMwLLqelvL/muruPU9lAbe9W9i2k+JJnKhO2e
opWVtsIN9vTP0QZoqVdZbW8IBLoXycd8Xuto40TMN1aDoXj5rpxFfQEYqP/uRsyMjnRtv8gCOh5l
5wPhpHt8L72b9tUsWfQeCBG5uTP08X+DPfzsZNo1Ht5tANXGGdzHu3XhWGk39L8xW9wgc5OgaDL1
oB6mVeDTcaT+TD/k+nei36vkNAfRju4p7sSvrLfLazeCK+QL0/J+Bp+0VYEvpv3lhGQqnonTGr+j
kqDrSeuoiUvaSidCHrDO95u/swVN9pCZgCGbabrr5L6N55aW9z0RwTH9EAIlCDrsSGGxEjiI5QqZ
ONPZwWt0eljnDKY5DvbbKWsnc1zjzRfhFb7CF9Dl2N/eraMhXdjGNgguYnEO/9r2mfzW8qqFILU6
Cn6DxS7e1z7ZAv2D3rJGXbGxawX/HYiz77TKK7i4vR8A8EN8WezcuKdeEWiVMzbEJFnh1oSmQiao
q9bVYzEEyeASvbjoAmgHm2qc7qODTrb0YYR/xAPUeFlxR7mnoe9CJBPQ+0gvmT6aK3NZtRWp3ars
fBwLi21hBzx1yVqvn5Bu7xMgRbKpf2kGAQXy1i6fCUNZymmP+SENMrmu4IVY/vRpKiViygM5dLZu
jkd+onD1OZArIHgu22n4OtSQNH9S/jh5GBvXaQo9BhmFEwXBCh1Ry6A8dDM6GEpDfSSlxm6LVYq9
CrOHsZrbr/0Kfs59UiUv0R6H/63T7lanJfVGL6/3JvmZDt4MFuGuLmwwTPw5jlpnu7YC+TC6RwZS
xEwuvgX7HJoOynRRQAap6Jz5FG2WS9Y6wJNnghni+cSxAxWAqw6XHC3QgFWkcXhRBwx7XwLVNc3z
HCmw0Rj0BCVEiLrmnr41XCFOFa4spglREFWUXFn0OFsORaD9nc51SqN318sOA2m8M0pG89TB28tk
2hj2MgGUFrhdf0YG04f5HiI5gvVMBqi6NfW+dr534zl6tr7u7L5VSa5SE3vc21m0FL3IGH5WOvo0
dxIg0i2D4y2A49PfvMcW0ci4LjCSdpnJnGDzYv/qd5qKn8ptcU5Ip8b2Xjduy8E8BLSYQUYRn0zM
1FpwoSbrGbpvD0pcORp+oL2VquykH9jneps9GF4NP3ecHH9uj9M64kn6YnUd1+dlhoF6iQL0eIL7
1CTrywaatpXkvR7iXo1Gds86doV7MWHvb3eZ3oDr5dy6zguSKiuuTdxnCeOmHR5J+a0XmnAnM+1X
ALyOuFh31Oot0DseVjA+4dh8eFXUZXepSiBd1t6JIn5hYOZvZIV702XwJBh9drjbR8B4dku51PvN
L0HMfWn3bNsvWaUS8LvW6fn2zmj/ohUDDnODNjHnTEyNcwGtDNS56w7i0KodslWF+/bbBM66nj2n
GlQ5qHS3hXPoShRbqBDo7XwuCBamuxcpzFrjOelm1Kdhq+wDwrtFFmj0wIsExisA60BQIJdyG7Ji
JSUCp6EuxHKql36DJ8tygMimix7Ht1oKkHoK7XacvC5CZzw12U1Y5G4xCW5TuvxgyqlfE1vfAj+S
BufkGR3DBPLBbuZp6QbzqOH5j7N0prpmh4nG4ntrkmXLw2ZMqzMPGSHc0MP+5hJJ81KO26gyVBX+
kQF9DNVE5qBoujzE+LQ9NcRxp3zIwCIq05Oy33ukitixaX82nwffUr3OFcq80xrJQLyZFfb8e506
XYgIrcLaI/JUT8+NSaN51iiEHydHNss3z8dGtVTI8njbDMW3IIacff/am3EfGOup4aeo9rFt3qWE
oSE31dl6YGDIXUAtcVSP+6BC6CJM80UOjxEPd2glbXg/zJFznACsG3se14xdEjNm1jvToabxCRBn
MLngkVd3e1PrZwcSS10JmXbb9zUDzPp001H49wOlR/xdhyRdHrydjSBs4dzIXveti794KlnEhbg4
eRSD2D0W9GOEKI+V7Vk/QlXJ9uR6HKBzwkkP5m1IheYrufbB/MVHoJY9LZmTrj/CMWg5XWG9+fcH
fU5cwvZp3D/5srI8lq2FjkQwsrIh2XtUra5K0i+kdiXZZbXwi9e+X7IOrDSmmyuWmffnAhM8rzmm
vKF3xjOMPPUJN86MU7YkCDKiORT3xNZwKjdEVvYyKTce/nmTS1LuUQUI3ZYxyySc2Kys8zUNOxmd
2tWp2gsqDduVTmS88ZlbuX8ZpUcZVF4ybi89Xy+7Dtr21eewOta8uTi/8NEpV9Vjt1W0t1aa+o/n
sPL05eb0BkQPRu08wB7istOD924l9she+3ezsY+l0KwIZqmtCmFPweGrO5KLqGDdfFgYKS5u258O
u/Xe2eVuXj4cKJ3lRtvA99FvpmgSAakrcbfWfv0HJGIjLRPRTbCXg94rPDzh8Pq7FSYANjmTWBo6
Q+Zs58iNMH7Z/Tat72NHLf4lOrzjI8E797g6e+sL7Nzgv/NZh9WfLiYd+rSy0NXDklC2VQ4WA7CL
5IVhg/mY9FGA+XEtYcbRfjtmiSkfGcUacZr2b1KSOVmujlod/cBrjpAhPWTY/R565jFC0LEoP22Z
8eMyNKQ5f0yeP8Ys8tqhfYhVYh4ITGEE3BeHrc8lPLDKNrb1AK9l6DRnZ+8QjASRCsPCnyMUv1RJ
yqo77owFuqKXnohVTS8K7bHNJU2Pzl2TLk4phwGfkrUidQzK30mgMRBohTkVCAlkO0xx+6NTi/tz
CCczgTlodHjoLjKd6y1JfsAQh8klSpX3znwU0VxPbcjV185T8wRpIreLHaB67tohuL3Li2t591tp
Y2ir2FKmdRhPxdRpHT04h+suDG5skN07teNzCI4IcNuPuvbISYZivtKrH+zoVgYvvRtQwO9X51At
lKysacicMApuHcTMLHpzyMjKoUI2wRjYp+Odvx54ZBMMNP8nlX/8V8dtG58k3MrroWLQmmwd3OlE
K3N8cnPEz+HEHPoaZJChl6ma7dfNEezOZWqY3wD0x+csnRoCZM28vzdsZm6XZhr0ce4Z7g/UhFPw
b+A0RTkwD51N4wV7CGVKtjJb0uTGlFWWLv9FzryH1zpePb58lFQd6BBmj4xTkfMLEmVpUN2N8du8
w7QVGPxqoqaHBUWZrl3zaCm1+11Ih+JdvT3LyJ1Z9p3wD7uIb26T+T+YzsYng+2nztctc7vCoDb2
rhraDaOysB0RjsdSF+4edXUJ70pczpi006Py9toWKdaQxFVDHHxNEAKqa7KjEfqtgbtXpIEEbJTo
x2VzD0wRTvgTSOPmq1UpqrKaM39CM0boGxMEB64jFAd0YY7tv8T0x8Tyyzw656U2qCqsmL2DeOzD
/WJ4e7qSVMmNFvbm/ZpnUUDzqufGv2DTkCENGFLpn4YAbK1ckexSZ8JgbwjRUph9NmG3DJdBNYso
eV1ZiUtIlQfSSYV7dwSpQ91Mgt6wCUl8uuve4nj1WPcVtYCihcLAChJV1xaLR+PTdPCCzcN4Wlwf
OaKNIXAZsW76wdjHp7jYFLolWIXN27HbIg6OvJqdgYfeyLXXWbbmSaAUH4Di6CByv29ZMtVAy9uJ
1ri9Onjqjo9Q6NlHBv/fn5JwddDJzzKOitXpj+CuRY5q72EOeBucA1n1SZLeW8M/TgM61hZYqIib
epI08Yn9msbMRwUop1dftriHw+/mTDcnHcvQK9zDuLB8cp3edOvSaEQJDnxbHI1IandTxVd/TfnM
Gr/gYOnSf5FqnXckOcmLqTRagxHv7OCeDwP+ZVu/74sx3gxq8ylllZoxYP+z4PU/fLd6dMc8GXZ/
zru4raMXyIpAqLKRDu7yJcb1nn/Xw9Fx7CCXPVT4aI1P2p2j46tIgW9zEKiG7O4lCETRhePan+f4
iJ48nk5WqEg305ebluYXkLgkJu2YmrkIBlW/Va2mo5ecrHuIEs5+EDFTnonkmd8FHnNhHu2QiZdl
qR3QztmtvnPfH+mZFvSoSlmNQHN65g0vEvxx3cchCfZrcMw1Wtt9GWi1mwV4mW/eOd+T5NBMnl3D
LovZgrD6ucAEXW++XxFCDY7wfolcOaPx1519d5yQzGqTAnn8HJZAM6+ME/v9uI04HoZJ3MRAGd3+
Kqt9QOMVayzDkpG9kjNhLNreS664D3iY9I+OUDfe9em8/pzQUIhyikLeLh998XZtdCJZKUzm3bwq
XPbsF1/ss/iWhJvYzvy2WFHTCDqfZp6S+NTW3MPF1C+Rvd9UXekEbUcYfNnY5jCIsXTAfldDznMO
inCYc9JVWXw2TadusEyX/UxGL/09rL4dUQEPwYcj9fw9nByXHSWIqfY0xNW6F2tzpK/z2LXUW24a
fe7j1nPYs6xHQZcc4HUJa9QF1ROCzGYuF5MafBHaNZreYVPivkwUjWiRbDFuSu44gmgT+ej+XEMj
XtpZBET9BjtQY98zrj352THqcqwbixpmcyZdZsOS+uVt02MCwbD6098GfyrQh1Qf21bBmmrRNDUl
gYvsxGQsH2SypBS1sAaFpq9iAQM4uf9GCM7yl/65s4+q02A2yWbW9ORoX4m7hqfwb4nGrvsZuqyD
gElx85Rm3UArAq0podnoHLaco1osp1jMdfeLB0hIbMOEupaWlVGsUajGsoyDsPs1Uh6f3c21P9Hg
dlGRHhH6pckz0Vwcsxv/Wm0wReeFm7NhMIwn56vX3dbEoJ6p0oOqsv13wA7DczeiNfutdWuduxlV
tFui12umh9ZwzbwfNVRm0cQtqAIsL3jwiSUa2d+BJlfzX9qg0D0vaWz9+87aYXx2PK251+yxBTmG
/fAjkdaBh9LBq7rgYdmjuSoRCLLiSUSaCd+i0YbOXdtyCVwP6gJ+afXWoMUbfSMu+pi37izCeeqv
0VzL5N5Qop07MGIIUE9N8PAk0C5eSXUU7rn2I/jxmmEMzCOtl7dmzpjW3SicPjcxxns+ximMr4dm
6j3OlobwB9pv7EN81kCRVgjo0EWmE5f7EY9P4+6gJY/hnswZCbbHp652ZPEYp1kEdkfApQEZbobL
pB0VfuE4JvXJLszxRe0BhOfY3TrhhXvwWAvp1YQ8Zq6Him9BFcbP241rURPP/ZNd4+m914teX7O5
D8KT2tzqdzyjOGn6qK/KbajE39qGVZDXS9A0jzbZHQAZVrLEFx+/nN8gG9lvoxJG4M66UfrWM+0T
MzGgaOsuHXQZEmOYwvW9Yv8JKYaQM+1nFFnexSOp3PPcLLu42yLkv9xTrthKVwfTfiZgLK2+uG7l
U7m21B9fcLQTTblqEhUhEeJkTn+GDrMCh7Tfv20kIHoXz9MI3tNqzLwvJj5gf+xw7MFjFSKAOXuJ
f9BoeBhnJ+NpYMliWlH49AjcQMEGO4pL1OzRiKBBeSN4AGbMa0EnuPN/chAZDzILnUfPA5ateXu9
iBQeiOjxQ0I5DmcJIHAU01z53A2Z7P42nDf0lHCnCeOPt6xk6QydQ527WT+2brsFv5IuwMS3zoKN
7bUIbKUErRUH+DO92LYZ/XuEB/uX7eEQdxRxJGqO3Qdif0Yn7YExxl1/dC1uODThju+oh8XtOq6o
vh6/aZbeII+Mq34cozUf2t3X4C2z9f+knUdz5EoSpH8RzICESOBaukiWItlkkxdYS2it8ev3Q++F
BLkse7OXsTfzxpiViRQRHu4eGFBmeZN+F2XSGMs2qTt1YaapZn3HBy2HORrA5l0Iv0/YgGNXACWG
BFNi2fXmYG90G+E4Wh05Zpt+qPpbYeAiv4CmNvqnDqRKI2UOQGga/HiyX0Y+AhzXdlbT6Az1hp6s
q84enwbfsc8JYqWSeFmE8qACVyY3ruHW3h19iUN7DYsriA6GWqbepad3lV4SPjlBApOB8GqAQJn1
9mWA4tx+ozCuvVQqFaI1mnclXvs1XBeuaV/y0IIvdAsvbUbwcc30H3Eaidpdq8GypszT98lJd8Wk
t0Fz15EA4kO3dmOFV8ON/fAXhXUVeA/SQOOcrVLN8WGw8WtZshN5X6BX2y91FSaPkaTGg5ImSYBl
yV+1TRU5FrvJ9WuaUyFJvaP0S/ZaZUZyhP88CXl7evfSdXUwX0qpjsmZ+ifRU4/lkLeSWpW8glvp
vGLUIuH+NGaGckIDeG+tkM7C5hhYaCbSieCsBlpn38FHoNQWN5K+WBZJWLz0oiByeJdzav+uyb/9
C/zreXsLFCnbBBZUJaIOiPbcYrVWrBB+asnB1WJfWwdEvJBg7LiFFBmretKdPCLGYN/JcGy2qpqW
ryHVa21ljfrQkvdrNOCSoV/86c3eevXVIueaSLVwGbZ2dM7czv6uIQV5lUpYQkT0NMSFmrQrc5U2
GfLQUsui17JrFO2WdjnoJKCyB+1aeE61j7ratBcuXDnzTq+7oPkelmbjLjjCUltA33TLlaQTa7Zq
DAX2b+7o+KaFaaxTCy96+5mwmrYUFqIEf4EUAl0ajH/4kI479Hwh2bj9pNmghxJLT7zVRrVZLNE/
1ypBulkOq7xKtO6lqXTgwTjJem9nG7mBZtSZlHcUkwjolwolJB/944C+TEDivphlqx9AK+oGjDWu
f6W9LdHbmCChwE3IaMY/xEv9U0+xrdl4eU44uvEk/NkUu+W4WwnLjzFQIb8j+TaivlnagYt7X1Vk
qVi5fonMIjX85CFzLD+HOpJY5bJuw0JdZ1qrZPA13PSCbpPN5ohWvSFQd+2VSvvLB3zoDOV2FIlW
rsK+cYdjZfkJsW+ZO8bKAeT3CMEs7ioOBeSOstTqZ9xPK2vZSCp+LtYOLRU6u392g8bvnsd+BIwu
hRU0ULumbdp5kfEHuIbvEKK/dHdq0xTE3hxrvlI/6mJJ8dDkSxotHogGzKyVLAzFXvTdBHC44xQq
FZ6OUrdyqGpCqA/U2yFw3GQhksB4pIFx4SIHEhBxLM+rwNM8RWlWw9g0jxR+Uzg5MRoE8P/AdVdS
lN1tDQUZWJSVPJGdRyerdpEUgURlydLMmq5Z22OotoummlTSpqJS0g2Qe9L7KrPELdhI89pGWtst
+jYcDglJHy0AItftt2k7UTapQquXXmVRjm1NxWJPWa3N8d+p0l+Q53PSdFrFHlnAsAelg9tKGSTQ
y43mRBl1htbQEBhBa0QjkY3luVKaPF55cUbGrzj8iLVplPYPXW+QGwCFwkJPDNEQint4P2E8PaL5
5jgkBeyEidrZKXQTWap2qiLfhSS4BNZ0ni3aV/9M1TDjv4NqP9exqtJrjpB5mVF1evJcQual0Y0Z
0oHGjS4VIjZtYcNaBOUFnFtAJwdf4VGC85sDM//i9sXSHSY9kkE+Sa9v+sDttYWpxwPn3XNwGiNa
auQhGNX67AXKcPaFlqorStRJsbUSp/9LzyelWoRmTf0QI/TmG3WM/BsSJJ4pW48jc6dVsPBvSyqX
v5LIRbUwRnprrn3Lj+5xrGpJ+Qu9OZo5ZfqJDsAz3FdF8mD0ZSzW2NvAnPTGPrxxsdZFkZeq0T62
clOS/Gu6m6ZcwUHuHLiDFchfrilsuASaEuSvBnwkrC5Q+VThjwBGJIRFdkRyoxlK0a1K03QQjng4
AF5UlTz8bBSpXd5wd7V/MQPApp1Eq/G3RWKmz/R3UUz4XWFWPYa5kSmbII3tYwA+ydsaqHxYJgKp
rlWBRhZjpkNFyEODgh5pam3camgiC+ROcW906yQFyXwaE9M7dz2FPVrQFep9pNpxeRs6NHJb13qu
B8dOVmZ566b6RMxuHM1fxz3RO0KkaPyFjJj6EXkOgQ1pIIVnCsXei10RO/H/cM2/ugTX5ev6mVxo
DENpt4Z0uCvHznaWaSzcE54wQbNue6e6dEqv6XuTarH23S1d/dGow+rHaGhdAU+pyTH/j3NSVggL
Ti0hUCQRDcyayME6WkrXGvalGqvjLWqYzL6grx4e9DSCENGHBbL7KTCrb6pc4uPIhY/MD7UH1bQ+
Dm1lFeZlAYEy6HR3LdSExwIilbujVNB+q0WqPwO9hOECJhSO/TCKbZvuil75OtIKGZJ3qw7qAtFH
8KMcnfrFIZLjAPYGcpQe8ulvQYREGbECx1lCj+7b506JGkp5DbfihsqPbtCCvCcvRlNU0zFEjZHI
OR7XEUl8tHKGrDdoCptAmW4BIjLehJESYUM7T1QTae5bG0Mlzr84Xec4Z4lqCJaf7Lx7BdSwPfVW
52DOoJPapKDuCoRbBJ1uveyVFFJNgki1XqpFVuo7Q/dhokXkFHI1UNhzloXhVY9pZLbo5xpkQlR+
pbtuDV019kWV5ZRsfFm+5KVSVds2idGy+k0Tr7QysCxubzctYOdjAU24pb7k2AxTj07zDMA11JOd
Bt47ydjKZA0yYVacn35Mlm0oyOMaQ/i7jhYq3g16eBd+exAp3XeinUQHCOjS4BhBoKn/kMalzriI
3QSXIjDSWPKu+8MxR0Xw1Ika8mxaE0ssdCG64mHA/Qg+3winlJ9rm/ETMWkT7Is8an9HPgKlBYSl
gvshl/qLmSrDMVIHNmEWZHm0aYsm/9aHffIgg3gEkuiK4bXhsf7dQlOxJqFUc079QMlXtFMZBOx+
FVavtHvzwXQHOIRmaevPsZ9PV8Eg3WSJ6C6N+R6EevAA4VYugqLGt6U2oIWtHH6nXAzcRU8mXhMw
rsrAe6pdPwoedPhc1P+5V+OHQvT+tyix+wGuYt2cQYfLnK04IqZpPNVudxSEAOJNr07Mjaoh113k
AJB/5ECcuar0MTzWg4tCF8VZBeMFadxjjGeTC0dX4KiCO/yAyIaWmK/1mNsILjsFuipP4w+V412u
IJGmrxL8HesdtIjtCjEHPgZpp8olJeruGUelwUCLGIanJHUdfKdtVVG3NSHmAW6E/wwbCUa9mY8h
9mxYdzwj8WrLDe57XrF1YT15EMWrqPgx8o4Tg6mR/kCeafvLRE/h9qtBVV7gnvTBDbwlj//Z6vp0
b+H5kt2NcdLsirEs2SWUlAL2rmFBhKYw8DxU8IeWsqrbYzRmxmspIJ0uJA0L8KcrO6BuxUHQA6HI
gjUFNFw9GiTpv1B6JPU2cUvtL74d9EXtcejFMpYaPUbnrTd9jUYEMOzxLxobKnzqaCIWyXMKvEUu
Mn0po3zwN+Q/qXKU5Zg9AZBR+vHcLn3m0k2PPTGBugSntYmWqqApF9Lwg1/cAI22QBTWO3cDrhUU
jEXo3IAX6+YOKmwS3Ru4ArRMMwMNLJvaJkx0ou4gDdhZXHl5R5RREFItgijmwmljs7K+tZow/B/I
Vjx/m1pteAd9SnfAF7H2YdPCzcgBLPsd4EpR7Cq/wVbBDCFRLi0RupReDFWK5ZjLDm2AmTq/J4bV
oaWKoG7Hyu5MAvZiKG8nLPlHgGFFBEVB6t8iUzhg533n26dM66rinmoVGrPEnqwNlCDSymOsp3W0
bmRqfq9DbwgXCJ3Dk0vliVge4tP3XBsQtbQiHSmaK8GQ0lhhIEV22qilApB5cQpyNHE3QOHZCBwF
mr3EalsS78ti0I5pNXonFenNXaNZ6LAXXHBl9JAg23OOluxSjSitDlF+L1VDVTT1iAkLacQmCwvT
taH2Nmb1c0xwDy9XoLfQZReJbciu32DR3yrNBTq+Vmhne2jQV201XwQJmh70gIl37ww4LBS3tg4z
mEyRfEv31haKelMiUEEdHuzxHrcVukWYWqwQp5Z+8cPKrVElA4T1tIqCNkeYnlrS3QQuTrLpKiuF
yAKox0Tf0bJo1fRvXnkFzEyq1l13UDL66T3AUR/ttci6jshLDbBR0LNauotG14Y/Ot4t2c3oEnBQ
YjDy9LEL3CS/8bkJzVUT2+mrg6eSeq6o509qbS55+7fSJp13FnJwqNzYInJwdOuDuNlHSiLHLW0h
6xQba6sFeOk8+iSPg1Um+yHvfH1Xg3l6B6cTqnUTOz53pqhGP1l1aij7h5ozTe+IVFoW2gwcEZ6K
RoTjbWVHpntAYYTeSpCgouKiJgoZQuP012IBIQ9Z1iLldJnErUhI1iAfpXIPeIJ0p48o4N4oWNLR
fAwPGE7PiEcBPkYx5Byvdgb+LKX0dkHm3U1AX4HXfJekUOJoVXluBjuCWd/02oiU2KFMAO8i/Ga2
pfVDIKLhvcg7517Lx5QeFALIc6DAiFgoTkIiG96dlETccc1FJN3hbLim0Z4oUPGGcSKNb5VuY2/v
ccaPrdK2GB7wuZ0bxSydX71feD8jFmBc+xDDVYAGkJ11U1rVr8TvCB87IwAIlXQOw5Go428G7tih
nDPE+JKPnuLuRJQr5Y4iXv/UprLbpJYlqm1duX17TPsS6xUbVsFD6wD0QZ5ACbzr3RzVKe4/HXtF
RrgFtuzA45jxwt76EgIQ5EluBwyDQndNubvcjclYF+usLrL7Yfj33ula/63QKcWtSuFTy0RAk1pL
n3Hl0u8crQcpNyO0JkVj9Ds3i/xnTEcCsoYmce6Qs+J4QienjN6mGh2/4VvAVQ1MyOgLANwm23G9
59xZRov7z+j7F8AurVyQtgPXVSoZ2ARcafq6Qon5QCGfArVexMpp8H2A29JLkK67rdP87TqrJj3l
AOXrEFYFqTp4cQZIiC7t6CERdTF+yOgf1YOh3NpjDXW6pzMMzQnw8BG3jZ7bkK29CgaFSoG24EAl
fbj29bxiap5bj3dCAoYiTi/ddtlVYNO4i2gjCUllCO0cl3ofbO3K9ieZVlGod6JFXUABQQG3y8u+
7VdqQsa1JP9VYVAMIYwsmVUISrwWowXqcuHCq4SerUTkdX8g0JP7udBOnYXmy8bYZpX0EJLwXm8z
PATHNe5g5r1f4JmwwrmjvaidTaG7cV0SJ1h67LMY1tu32i0MSsZOVa2kAeIMgU4tLxjABOBZCBfK
O4nR2NOQdb17zOjo8GzTGHYVCdG0L4NO4Rs0fXBC4l6q9pxvqrXIZfH+g+VYts6C4o6aLnEExOBF
C4Ei1zBPYLrqWAxAuyA101BsluZzPqU9K9eUhccvtvJk7xij+61UJapnyrfmg8zVYYW0vD0VbRlv
RuiuHmx6q/6NiB8GD/oQUHiM6kg2RsBfdU0Wr56wm3EmvTLV0gUIZIRiHQm3tlZQOWHdARsZJiHM
CcSl+Ui5XSRl/BwlXeze2nGs9DC9Y3WVhBZ2AY5m889ObuJy1pndeChI2n9liA2QqitdeO+PpSmQ
0iGOWcBDbnSqlTCMNyEu+jr7zKluM1VzRQ7KVKb3ueGBo6RqWv1NtTb/mQEN8wvK1CZJBzEYfrZm
Usq17RT9KQHa6hZB6urOH0tVKCTpVOi3nhY5yRLGUf2AiYSVoxy3E7KiOk9pF20V+k1vlFRSqtT0
vX1mVfa4cihE5Wu7Edha23Dvb7XJaGg9ZH574mJtozXlJrhoGteBstWTTOrHPGmG7hY9ALKJDgcS
bV8EKMQckmrYgGpV/bSkdGj7laqOdQa/dgzUsQg7ZO9gKNUqNK2N0Br6SrizkgYpWGBI/we6gRBe
cOV09cn3eqs66E0/sdNaLTgYaCj8U9QkiXFQW7enbIKgJYg2sBlsNm4XIQzU0AD/CsCAf9DcLD/D
HoLzTUDRSmyCHBSP/LPIDhKBg7Ina2kF6uA6i9cFtagMRwiENIASAUy1hUsspSwdLMyjTRmTOHGy
AmqDy6DUFXpDxa7t3nDL4Rtp6spEJcJcDzeaduyaM7R8/G3Z+LmNpYk3wvurl2ZgNPrJq6gZ+Av0
xEHHo+aj0CiXGpd1cg8GNKLQxNnc3HQ1fZZ2jhkhT6Tk1uibESdI43boKL1NSLBg8/L8rkhNR38Z
xFr9u2sK/ZwY+MDGS6cB5TkMWO5jRZVaKu3XsA2qi1uoNonxXcNQglKwqSjdBYjKL5/gTPoIqiVc
AmMVQnqBEyMoEoIN4quSPgWytX7FXDRwQHRqFHJsDao+nYUnI8Q2Ga+6EjI6nHDKr5skj2p3H3dW
K7d49ZTV1ukIWHgQYXLQMyssoxzGs+VgKdmXYXOTpQmaZL8t9UPfe6rngFL7mv5zTI3yTqSg+98l
tC7tXENAVJflONT2fZjXhXvnIJUEvcgVBTvfkWG2BbJb5btmVG1GOxT+2kMswft3TlFS0kcDIyDh
IRKPjGQlXK+41Eqdin0DtmBjwSTEQygCz1mNqiC4LqIOfo8yCSJTihHqDTGvF+57jxO78/kq93Wp
kWU6ZY3VQCJt/5UEs6+2uFk251bIoloHndW0kJVrxdujLPbUZd5mA5oupAiacmsD3mPa5Tq+e3Gj
XPwKc8Ur9rld0CDb0h2yEAS+1itXSo2/UE3JDjcnz24jwAap25TQKogxxfds5AHMUdElfnTj+6Fa
v9oq8TbYADr4dRYMhX40cafzd1kIHwFjNNyjFiZAHv1V4tCLnjFq6byJqWuq91lR5dmJFipYVJe6
UVXnyikgvY18MnWPWsgjZheKqRePRpNbFKqbCtCj7XB8WyWVbyRnYPO+v9EtyD9Kq1voAaSRuYjZ
mtYgUqSN4wF32fG3YbdmADm3Dn9ecRf96GQrsDCES2KqtAI3xcwvPWoTzYb/VB9gDzfBg4iTdQIT
jwGhOKmLUfEevTHeNJm2t3f1csmXumY9OxmYzs08bV3gdI/hN/rBmWmowhhtLL3m0MXFsG5L7MxL
WFGUaLt8R0oOFEgkr2+jvmg2iiVfUlRke7X1xclDNeBeMVz94PWtCVr0Imijij2ZmE4O82+8vs0G
axs/y5oDtYh1O+zC5I/jfccz68rKf3Cq/zcO/W6gV2HEY89WnvZZjUAu1BzsS18/Zsuh38uDqazr
pdQeg/RQrnRvm+CNsMzo3HBKrtmsfzo+uN7UTFzwC+bjy0CKTK2bA9rp5dgcR4wkiP89dYso3+Ht
MHOo9n/JxEBi1/nExa33g/5XdMomz6Iru+CjcyyYlKpOi06PnA8tQMoa5WOLmdeBgsfJKzZUlQ5h
cf/1mn86iIb/N7tMWtr801K21PsYZv9BM5ILJLdbvbkPjYf/YRCyN5BxghVhzLxpo9TTa8tw2wP+
rk+Opf1Bzn2xff2KS/F8LmxOXmV0ctIBajPnXsmW4lSqbebYCwXPpXYv5De7uDLE/CQwhKbCusBg
1ySM0mY7hGDPrG3ih1OYX+roPnL/Cudn2Zz+23rNR5muhzfnLcBGe4xLLTxV5U8R/Lad03itU8Mn
a/VuIrMbJld61+8DPTzJ4JtrHl3jt5FdcT6+tlbTT3gzC7y8esNpmUXnnk3vyFqp4f1Q/ce9NV+r
6Ve8GcVvdbQ6KqNgRbeMNdwW7O+Gdfn/+yCzCzCAbm7AIwxPOgqGSPmDCx36vStfff7u/N+ZEJno
UydJVZvNhAJzruSqFZ4mM6sFlZcbtUbP+fVMPv0oNtVck4vcgiz1frnIBKDF4kB/8vOTjSVpiGel
Fvwuu2ut17X5ZTpNR5gcR12Siev6bBPLNtVUf4jiU1DfkR4H1Z3d4AcMDW3MXwYT2IdCCTaLm1Gc
XPk9wiFap9FeD7TvQ+FzcJP6euqTA/3bR3X+g/T3U+/r0RgUlx/kj2Id46IVmIJaobcqlRxlVreI
nr8e8LO1frsCszOmtJlrVaAKp9bZih8pBoWJTWHs6krPO+HNJzY7aKMsQN0KLz5F2GAmUF8RbEEv
wTXM2eLK5qDgi/qNhEL/9fz+7cj5itq65I3QNdjC8x3b2JGmIi+IT06qnNDfQcw649EGoRz/N+Uh
upc/STXau+TGuktw/QFHvebS/9ka24ZNUWcKUAxrtsah7pvNAAXslK/8Zu0r5gIpHibf16Y6Xewf
pmpqloCobtKMZLbGg2a7cNfq+FTU92CGC0y3YqJ87cVdyIuxwZcJRli8vLLA8xYEUtAqg8ffUglH
LGHNroQIjlAJQjGcBX4QKolQhbmAscrD9t7qHrXsFmQpJONv5NYWP/siPk/fAgbFgMtUviNt3pht
cuVXfTjYsx81uwzrIBh6nMOGc4N+b+gfA/T0Dg5VDemvlm2+XoIPl+I0GPGgjj+LI+g+8P7Q5phI
monLCkjvHuhgUZZ//vsAFn9/6sWBj48xe9HBvOComPlw7igD6TpOz8rL1yN86E80fcW3Q8zmoLS9
aZPbDeccWMuy73zjN3M+GtG6w/2ZuuoeJ4m2cK58p//HuGQPUpqEK87sbAAaYqGXtsM5So9t/oKr
3kqZ1F/OSbFx0/nZN7gWFldOyocDyWRZRklvIFpFEPC9/2AVioiCovB4VvAkrhMY9pxJqA8H41rz
9s9GorWZRoZkAJ+ps/vcLly37LxCPRseDt44E7nhHvtpmDaHrz/gtYHm6+ikfWR4sXpuEKkfsYtV
wLswYOXgxvt6cOzV/zCeFAC8/0J/e/ZGD2SnZHG9ehZVtIjrB4f4CZP1Itl/Pc6HB1HQT9e0DCHA
16QQs09lepBbIE6o6KjlqTajbV08ekWJM48Bvi/ObaY+fD2i+Hh3MKQktsF5gRB9fqElSKQroxvU
s8yw54wN5WflWva3ZKRWkGAbdWsaenZTUfe5MapR+w1cVOwMYLQVlqPVMQmpiYwaMtOF64XJbV9D
lsYEzLzBkGLR1PlrjXACha9Z71r8DRY12PlS6ZRjYpvhHmtI/wWlsn/lpH22kPrU+Fiz2fHCnO1E
2BgZOgahnrXuIX0JI+7B5diu6vKYX9mKn5xpMkGsBsEGuA61eScw8Hwlq3KH44X5dJRrm9yy1sF4
o9v9MsekpUfq0Y3YA43D+utv9/HTTdeIg8E1l6QksHt/sLMqEvR96MeztJQNInpMJJRNm9z4EKAq
/fXrwf4lUu/eW8Fohm7T88/kP8R0Jt+E9RH+MpAs5Xj2KlxwEKnc+pa5M8Lku5ZQPsMwF5Ot+id2
/lvEN6taH7//L7/AAaviywqdpPL9L+iFCaEYA4dzVSlsr/IJ6Gvv9qsuNPcofl/Rm0Jntuxo0RDZ
fT34Z2vNm09jQJNWkgRX78duAm8MKwqnZz2tHu2bSi6dNH1Ixr92vv3/GmneBcyncIkCwPr3VbOF
gfiYkuZNMsZ7pUMqYqdPX4/38S6dYAaiYuApkwdi9l1THeaIE3nqmRneNJa7wU0XcX1+b7dXRvr0
qFjAeOxaOhaR7bxfRHA7fzTUhFN5KqwM7vyvsHqkkVOIakhx6Usdq+sik9dO6KczfDPsbN9g0qYn
Ucmwiqw2ZbsN6hINQH6IQ/fRdQW03LXvVQcvLzHbXWGX1CjdTeBE6xyAs7zWHHGKS+fniPsWREua
uFxZs53Ui6zNMLpUz2kXB1un7f/SsaXb9RFK66+/7Gd7lhzAVB2NXjDmfCclIjUhBDJvgxJGNOJ0
u4N7lnffTGSgXw/1r/vtfFZvx5oFbWPZ54URR+q5MxuEMzTnWFLB2xlK+o269LETurIMjf5uLMoL
dYHbZDQekph2xdgCLbHqDddVAp/UxKd8IR1sj1JNRxWjnjz8dv2xvniBhhGcUo6rDMQJkwCwbVf7
7dvmVsAQWxbCXVttB69VVNeuvo8hL9Uu7ANsRxWgZc5scpJ+yjD4Sp5lYWINq9fHJmqeVXMMl0mc
5ksoaD/xlN1nhfFKeeUQ2P5NXGYCKaa+g9o6XnndPv09umlagGumw696f44IvkBM3UY917ymi84U
4RJ6onFllI/HxuaFNOkfQrtjMNhZglUiT1Z03RNnu4QUnou7RB5H+kZBR1V3X2+fT4cyaVsrVEIs
R50NBe9yDBpQPnYPWQvWbT42jdQzYfx/PdDHw8ecCHS47Ryw/HlcgINJPFoDA41NhTmEKMZtTROd
rZfp3pVY7tOhLJX6nIM7gyWmEOXNe6loQ5I3hMnnkjLbX5QpwdILuvSXFVi/vp7Ux3POpKagEUaR
oF3u7H7Tcb81HY+RUuq+VIaXcXtD1TbBsCeLr8Ct2hQ5vT/oDEbXX5s2yrSMn2cTUWxEFd0RBLXZ
HOdRyD3yGz1sdoZ8rOVrQq0yCJ4QW+HruIuQk+n+leagHzc/1TmLWJUrzab4MdsrqY9QqejoR2AP
MGYJAxKKeon1P2wUYn1p8NxrUMRmo+CkpFEB68SZ0E+lAG9AWxLpUtx//ek+2/hvh5n+/ZtNYpTo
fmkFKc5ZzEVxowQXzCOhnHw9yiexG2s2PfPMiH0/r17l1ZgrLs5X51D/M0DBUqLHGt/GNNlF8R94
EQsjea5TqKSXrwf+7Ay8HXe2ikMOSqvLQZw9SlNGYtzKbqfl9ebrUTTxyZ58O8xsFXUr17sx0cQ5
zRBQ266+ymh5tK5KMOKJfEbjgLrdEyuXRzyDgxt87pJDJKPgbkAJfeXXTIPNDojN9WsY3M/cnfPe
x0adoi7uPHkeIAiQkZIfYeax8Eqpr3E6bdZfT34KF2bDOZIMzuGO5svOh3MB263IwGusDV91zItB
VJZefxE5O7ZGQOA1t35RXTmDHwd1VHS9pmFbgECE4u+3LYz9FrVMJM9Boe2UdDE+xPq5G7S7KLy3
rRvHujLeJ18YYbzhEC7R39imaeP7AXU37KFudc5ZaM26wGigCi5FtMcvGuerclG0VLebb4auLSXS
Qi6PK6v8L1Z6v8xwIW2UX9PNR+w2bcE3B9WBqW+HxuBfkuaH6ZxQxi2McKvBvIn6ZQOLoMfsjSXH
TF1JLtCkxuEgEWfgO1PgUdRYCf3vfjtmcQWZ+GxlpE3k7uj0K5z6Mb//YRkCTRgDmnuOYPbD2FAr
Yqwb+K8t/FufBo7AB2gav1ub4GoP0mnVZ4vC15iKbibRvC1nT1w76jUEP8+7dI14yst9Tl/2ZgMM
hdn2QTb92sEHslTwunHGbZYczOCsKTsvqK4cuU8eJUrTBLokMLRUIVF9vwiQ/NFiaJF3QZq10s0n
dST3Lh+yX4Kq9AGeoJp5Syw9Vl3+Ir0rz+80y/kqvB18tgp5aiJiD5DDRqm9KQbclNF2O8Yr3tLL
HHKR5mZXPvpn607JU9d5n1SMjWenIaBnAqoV3bvgFIO+KYA8g2uds8Ob4Rqa/8lJn4ILjh0EJkPO
0XzaBI2DHKR3sQ542BnBPu2PsnMWsRWts+JFsa8dtA/BjE59HWIDGANpojqHwGDxCAsHhPAyDkdv
Fxv7wTsY4d+WNY3Cx8agPIojdr4ZLO8Yd2B/S63/Fa5wZVGWQtk6ym2FHaqLg2KRK8ui26IR8vEy
jsPgSnz8IRB5/0v/pURvroSOFo70EOvCS9W96PS7bf58fbN/eEhmf3925WDxJCvL5e8bLdJ/u1gi
1yuCH23z8t/HsYUFVGbxfOjziM5uyzodxiG81N2zUVZHO+fEJtZwCbxOubJmn31d22A7EVfxbKmz
zCUtzK5WIpc5ySTdqn0WYwRYkEaNebarhqbdo766EoRoHz8UFSIiVYdSkWMa5mwh64rnvq4i7ZAk
cEd9Um3rYoYr7/vYXUzvpkouAtxMf6TzB80dlYVUrCvT/uQXCE2dfoQlidPnl3QVRLVw+kIg/2iO
SVF+o1HB9r9+Rf4uramJAhxOjjr9hDe7saFxQ9NopTiEFg0fsR1RX2Ty15LX6m6fTUWoXPvcCDpk
qNndo6OuVhCwC4yW4ZxHm8q8su3//YV39yn0vLcjzF40hMieNCJGUKD4TTT7yev7VnVR/GbrtD1W
7bbMfzapss/NZ7tY0SRSXok3Pp0kd/rE5JWqPuetCEORQRKY4mDiazuqdBUOV19/ro9Y2DRLMAV6
xaqWBkPl/ffSY/iFmRnqhyR0N61/x4vttCnt5zK03b+d4GjTm0LPkytP5Yf7fBqWF5Lyk6D3/LxE
U9EezR71BFFQsgyDFAb3HzS/tb0v/DslvC2y56/n+eFxJFWDyGQBdalcMebswPvdGNFX0nYO9F5b
hhHqtDhfi5wO7bimFBhyFFcm+DEW0C3HNgyD+qxOTeNfLvTmIERFmNsahf6DiZRfKWmc4+ITp+EL
PTSrlEYZMr1BabJQMMzTSipICtYKRrD4et7TMXi/id//itmdwxXaeBjkuwcp/gw0UkpPhbxy4q8N
ob/fQYqQ6KqG2D2g1tyE8d7pbjoc1P6HeUy2WHw/cJN5eYjofwCyad1D5VU4bZ7r4q5xrrD8Pu5J
qU2HwZxSCg2izfuJGPSv0eJx9I92dGN+1065vlbD35VzilNao5b/+Wy/H22Wuwy07JjgUv/o0d5o
2SRI5pUKBvfX66Z93PhTaExErusWU5pjdH7nJ2EuA3SdY7pPsoeADvDuku7YQzEgfH5KaLSCHn6N
erYc951ORyWZT2LAE/q2dWi1a3ewr/yojxHF+980m3ohcqWOOi88hoZzQ/8QvXP2Xnxp8TC/Mvtp
773f/jaiSuZtSJ4JYsf3nzTGXto2uig82kG9KuRzTss8f+GePH/lXAjIjliq9X8c8/z1uPonM9Qk
/G7YGaQZpALvxx2dsKZTVRsfY/w+fVzmFrTfWFgYYaTNbav91KJ0mf7WzW1ILxJM6jDUXCjxDhMi
oWBSvoheUWnZza2irDv88MLnmCKPj9oFzc6JXgZhcUKHG7/qJRWnpa0+O/h/fD2Hj28P3JkJA9Vx
XP8/nJ3XbtxK07WviABzOOVkjUXJsmRbPiEcmXPm1f8Pjf/d3wyHGGLvA8uABbjY3dXV3VWr1iLD
NtsNIRkKuSj12Cni7JcJfEOl5e6+idvIcW1i5geI8FlqjSqX4wGSydpTr2+HciVRuGZj8pCLMKy0
gTbIAzY0GB/FcxXsZHkFnneb1uJkBjtv0AWFCqU6DxwizIeaWyHVIJTFvjKepfKTyoOIZnXaN7ex
dqK1xO6q6OCv4UFv77HXlmcz6HZ9o4xZjQKh+embklE4ilF4PVY0hNxfqoV7wrWlmUdXFGLT3Gsy
h/53Q9p6Jho3dkBJ2TzUj5Bp+yvn5+LIeFaaJtfUaR9dr1uuJElo0TfnJOq7UJd2C6mwnL8XtKcF
8NjeH93CdlW5H/xjbBYmxF5NJtkLBkdvBd3ESvPdyA6A69duW9MszeIRhmgdUCUyVzewLZhMxzJq
WC+/QzBBOun+Ax3dRg0oLnyEha3Xn9FAoICftc79IS4vILkR8FLcKGlkuJ5QJCQaKROKzIEbvvTh
231DcrTMaOx8M8Tn0v3QhytRcOnsIRECJJp6Lrcha1rji70nVoEJpsLInaH5rv5OkDb0XST4ql0l
fBizo97t3J8yYtjmY/c0RBYk7Zu+fzfana57u/vDXzgG+Qider3M2W6Is9GHqOCIRprmTpbTPaC1
m2jwNmAfQ/koe7ntKcOKSy0a1FUD4Af3FUObGeyG2vNJWOZOpX0Fwb8Ru8fQ9bah7lRZBxZzxdyC
BwPd5a7JoxZcxLw1pTBGAb4YOUcizwdQjYg8KS+IisJmDTy2cC5oeK8Oyd1Uj5sneiHxpkxeJIVD
UzP8aOGmq1auB0sWuH+RT8JZybZOv79wGzlvaChX0sKpgkQ697RB7SDUWAswy1ZIVxKyuVOqsz0/
KQLmKWxITm5WJaQ4ufRM2/EaNmbRCnCNyQVIaSizsYDRTOIqGgooJWDwTM4Ti/p9z17a2KQ9Sbta
2lThE2e7LIDzvfKtoHCQ7LEVYHVPUDSK9cE6pN6jxMlqoh163+bNoQrnF+VYjUQcm5t31fUKoQre
5FWKD9Apk21KyMqOOlIsu1I12u19U/J0QF+FzJmt2UZCQhw+ZC8qnKR/TcJfvxExazf1VqjPA6qg
pvpU0eCff3TTLVLXWv0UfuPv4QeUtO2bd6pgjPTkleHfpgZm3zS9JC48tINSSipMvklXvvYeBHUn
X/ok+O9IBpDstiE1iQ708ntQhgyHsaNJaX9/Vm6vHFdfwKPo+gsUS+kBWvIFdffHPbrun4nhpnga
FVhcxr1mfM7Gz1JhrUTRm0N5us1qeBv3d5nINlt3JRdrdKiaxjG7ZJfrH1vpQTbSTdxPqju/7g/x
xscotBjEGZBA1FxIgFyPMDCUpih0vXSKJP6aR94+zRGiaJrP983cBM6pnmP9BR3RrUlm4NpMStug
Ri2+dBA83GXKp0DLD1322CHped/Q0nguDc3iTVQxtUmDIXASr8h70yRtPY5qtjJtC+PRyDjw6KBT
jrf/7EYIr0tOe3fAeKCMRcjR9N+MfJ9BAvqvh4MjEDk5vHiWzw/UHIJtE2WM0jEoMlXhc7AbeSXf
t3Hr5RreRk+KNWXgeYLI14tTh3B+aRLwTkkXhsesLRRqfFJJo8iArEcI1VJUuWgMtRE0jFDKTCBH
+sxh99zf/5IFxwcJTnWL+jU/5mApMaHTMqc51RGN1kar5yAGPyM13bhGsFWttWfrbcxj3HTgqFN/
H8mj+WkepuEkE+BRJs7fR+9nVtCr4W8VmdTYZvygdNlRyJ/RUH/r8731rau9A1q0ENf44lGT2w3Z
F91obCDkcftkIQW7si63Vci/38fjcELrUnGbOVlURnAfUwpwmtI61kjj6T99xBsU5Zv0AGdi9Job
NvQtgvgQR6h/K6e8f6x8WhEg/1AfS8v248/3F2g6R69OiemLII+QVCA1lBBmntKgGlzDmslpPhRf
6HrZ0JK9kh5a2MBAr2m81FUQQhy2185Ip4vfp11RO7k0on780EPPFekr23fB0aamAJC0ik52++Yw
byqjGKOqdrLoQRr/FJa1DUNrI/uTwsgaiGYhVlwZmx2tMWR7eqqXtQMd2UZu6Pz62ea/A30Ft3Zz
FdYU1oQDQ6Hdy+LsuJ44cko9lAtZ4+j1DwFJIJN+IwlkPnltWXzTSD7d9wV5WuyZM5g0sfGcU8jB
4BDXBpXOyxVV7xrHNw9KHe54rsJ5U32tIf9RLKc6pRDDGLvhZ/YqnqNT9mq1b1b0gKc6+rlSj/c/
59Zvpso0N0yaaYHwaJPrXlwW4gR53FgNKLikz7X+20w+hHBP/XsbvCklXAZa3pvSkq9msQB7WOOU
aEEF3lOaxZu6Xclz3O4xFXwuO4C8EBivv9N+MRBf6dScxFbjNArcoLXUP8mIWqyM5C9++3rxVJlX
qkm0h06UKtL1dAWGlZWNgkZFrCaP3avecYOrUfoqNn7wlvgfxyb/KvYwRFXuAypig4sckooGgwr8
cee9+vmug78ufsyQUys+Qdj3AX3OPdJZgvtyf9IX5oMvpZZH/xWRZ+7XkHdJXE6L1nHNSjjVcYvS
QjX8vm/kb03udj7+z8os1uZliWoFVFZOMj42EPKoKLhxCqjf/Wc1QZcaUTUkra3suRfTz/kf3d+j
qubJ8YoXLwyWLga8a0ok0w4++4w2013kT6vBCWWkflsoj1YGurBNUDviKqFMR702T5kKPuQYQiUP
ToV8vA7BME1scVVv70/nbchDJ1TnzgfxIuH178l74cM6JOPZ2ENiLKX9EQJKW0NtOU2/yPmKob9n
9PW6cXRDFkAOgG4M3OPaj0dzNFAcz2QHCb5okxqB7QpfQjRM1d+auEsQagL+bbidHb9k8uey2sPQ
t4/S7ilwgR7zTITQ7dhCWTjs5DVE9m1EpjI18QeQM+CSOK9NlX4S6IB1VGeEgW+TjZK6HeGQRs86
RzFBTXSoI0TQKiHkdPfnf9ky56jBtZtjYfaCMMyMN3KF5ZLMe0d2HOUcW4QN8ZRVXwMUe++bu/Va
0v4KqAIqINwPrFkwMQ0xFMYwVJ2gBDgi5PtaCFai4sJpA+AJyA+9psRGzrrrhZZQKibHZalO7e/y
55C2z/o0opZ4SH7HTvIhd2D9j2S7+wBCVFH3NeRw0rO0D7bSBobx++NdiBbXHzPzutC1UqiOTdUZ
PopQYutnSd1Qewf0G/SnCv2XfVK8jp/pnBnqo7y3mtPKB9xeYCb4F/A0IMe8CuYJj8wsugFwlOrA
z00Zd6NIH4Oza6RveSjbevMQ+49y8xCZD5oEu60JK/Q+1H6EzUv34/6XKNO1YrYB+RICp4x2He1X
U8C52OqCVhiFDhe8Y/w0Y0rYtloj//0kbIJnLXhCbK4RDknxWJzlB/9BdcKP+lP5EL+Mv+nDkG35
i2QcKUhZtLpscvbISnyYPG/+dbxtyI5ahFRq+9dfF5WVnOUhXzfUPxvI9WvrY6L8+aO22xKO5Sz/
sjIb8pK9qekFDhNgodosfnv00Mmob2iO8tRNZMR2/dyPe+8l2EXaHo6z+ABjUde/UItEsso7F58t
aS8/tu8jdK6Pwn5Ud3K9H42Pmn5MYTDLvXGH+u0hUNd6OG4Pgqkn9v++dBrJxbrVUYl4tJ5o1DRa
W4ekGYoLTV3LTU/jvZl/cnKqTsGG+s0svSD7Uu8ZVQfBBZRGJZxjKjeal0BGwhrVCVpSVbW2UVbb
67v7K3GLlJx6frk3mKBWVLLRM8sWIgNDIrSaExQ/tbPgblNpCxNki0j6cKyDpwGO2UZ8GYOVIS/O
64XdKVZezKs2uFKjVbVGPPpcBq8pK57/p7UzQQAxPBLqf/fkhY2y7uBhzUbNQYrKGY3o2Jr1AYL3
lafYUpAhyf2PmZkzk0RFibLvNUeLtYPWxfrGGPKfJYmOeBILhF40XzlIFs6t6fggD8XayeBcrydP
gnEvpqSjOXH+HpXnAKHtSEOuzIXiMwB1K6x4ydIIdbo1yADwkgGxdW0v0yMkUzxdc+AuBjz9RZO7
Q+h+mkTZe5iI77vk0ik5gQN4PHMluu29Dco+EOkpckyySui5WcYuS+livG9lIatBAZ50ATlq4h63
/Osx+Y0waYzLqqPDvZ2a3UaLXpL4swpliqjudBwFpK5o97sO/kIDCdwfUbovrFM9yVnsLeUdrje7
FjW7SXZmueJSi8f4X6A8xUZLuZlxDT2DRo501UnD+AEJZtsFpgetf4cOg6/LNtTxG80VNq4Lufr4
PQZP31SHRNooyqtnHcGAWartfkLOom0+oE2z4hC3OWfCBt1PBpk9g5N13m9SDmOtwJyvOhJAc01B
XtPuyurobqEY/O5ugXE02kvw3AnmdhDf4HG7v3qLDnlhfuaQvcpTG3fnytgnKJT5Q7cLwqJAMi9I
bGaz4GU9KCuDXnJMUDIGGFyLGD0HdkO1ZnTGwKHlypDLU/wKtwhLxft/PzSQihzGPA0mBNC1X4Ln
b+sKwXAgMlDih2/GcO6MYt9KT1IQrkzjLQiUZbw0Nov+buKNlTmoqgMz/y4vH6j1ysabmu6lH6jJ
q+oueVMezA9hfnahkLw/0ClIzc+8S9uzE4D8plKhfort+F2FurUrt81/udfAScaqUe+CPWz6hosT
IIKZEu0NAqU3fMv6YzsdNGhijU9BdRa1fQmB6P1BLfkI6TjAhISvCat9bbCozQJSeOqqhYtUVfTg
+Svpq9snI/leasck5bi3kpi4NoAwN9zI7WRAOw8OpMncpr9RkloJj0uLYwFNpJMSiO5N//NY+GYa
wI7vtMiqNcNDqxwz1KzuT9biWC6MzEKwoNWl5cuV7vT4nUmVWDJhMrSN7Pt9O4uLcmFndrutDDIj
CBDoDiq/KSQ0FcCnIhpWzq3lKTMmcBcC3Dxpr1dGLE1EH9pedxQNkSb1AwSEkrL2pFo6+em0ES2L
s0sHz3ltBImI1kOcQXcGCEyzz0B78jejR8iNp1z24/60LS7Pha1ZcJBpk1ZLBBAczzqPP0XaCeia
kaq1y8zS24Mezb9J/KmncLZHpbaBt9YvdCfPoQ1VTlUl0uJabPv+I4ccgt+2Zb3cH9nC8cE68ewg
vtK1Oa+2m3kaeohi6o6FyOnZlPwCKTnpMOb6Y8Wbmj7qYMXiggvSNozoEloDbOA5AANdPCPxBLat
UkpfpJD3cFu93h/UwnJdmZhlF4wgk1OxiXVHilQbxjwB9k113CfJv260gTkH2A6XM4gMZVBx1z4Y
jwgGRhKGiuIXtTa/oKW2X8GjLmymKxszpxhr0fCMEht19I2xNMZR6lcYEBbni9SPSu8aizqHjlj6
0MaoohJ9Yj1F1XJ41XWeXqpQxXYEGur+6iy5HOBFQAqabohc6a4nTfbSJKvGTncEhE937UTtL42Q
criVLx60JPAP0FStbOBFm4AAaW0Fbks5+dpmgkJICqKehbLq1zrozU1kNkjNkmFUrcFuNdoh749y
adkY4j8W5WuLcFbrEkBK3THB0ZYvIfLFwQp0bNEEO5duGVyQ6bw20aV9AoOmpDvq+NR5n0aAf525
spWWdit1639sTK5zcW2wvKoUglolJI3dz16qf0Jms7s/U0trg2jh9KhCXQsY3rWJtkJiccgMZkrz
1L3sxfrBS7KvOcJrciMnTzoQue19k0sOTyYDpjaK8XSTzUxyTYqkzogNRzPehvjErS8Lw42cRf/+
IKS1ga4pCHFAZczTnMkAjXopBQbHLTgpMYXUP26piHRoraz42+Is/mOKFPr1LMapVhaaJuAMVfkp
VNvPai9/MQKpRldv0BCo69v9/Ulccj+OXhpeydXcQvdS5A36WC0NxxIeBP2jKP62OBnv21gcFYWt
qcGQc35OqyMYkTa0XmY4hQ+ZBvnk5ypreFBpZIKU5zE83De3OCRzKnEpkAiRJ7meRMosoxy4NUxv
CSKdAzJK5vd6fLtvZKGSBj6P7Cc8QQqwBX0WjIzBV5G/aQyndAfb784o37dE9eFPXz+jxduae8sE
gSo+F6jj1CgDNxsECtKxstNjILz0bWQXHXqicCkMbvfooRzpxtuqeRbXQDi3GDYOOMAqXH1kCuw3
jdxdX5dVWQ+G4/oJoCll79dnOFSQIUX7AalOvRrAy8rWf1gHg0VQYc2CWGSeZSk7xaQvSDEcqZt0
SY36oyCkycElRbBSJVhacVpl6b8ALyfDW3i94iSUUi2m+8cJRv2Vw+dVL40CpSNZXPHkvzep2SPv
L2Ub/HfgIG7I76QCPbjcswwnRmJabbbW1yH7JXQHrT646VlPnNBHH1PnpWuBEvwhSICqMrusTkO2
Uzt50479PqhMWyqA9AhnSzmBednm+nmojkp4NkMeDvRXo+en0CTjPyRIvzbRU9XsKwFSH+75kA3Y
ohPo5FCTatvprg2piZYPGxS177v40qkx0dP9b6zT7y9ODSHs637sDTy8lewwoItsrYC0FMEpIVDH
mG6vpAiuLVRRlOOvnukY/XONFGwcvJpKusmalSC38MqA20ciwJEa1hV99mBqC7k2FHSNHcX7Lg7f
JwU6tJCK9Dut+jvVTHb3J+62QYUNd2lvdnUNi75Q6hx7hvlD9B5dWnrjo151juGD0s4LWyw2CYoZ
8dY6B2GHfMXeTU8+EiQ05NYyohtlD6nyThlQbczP3O83Lo0Byaeq2MbS+wDNnettEuRYipe4/Wy2
nyIXlZzoGEHTcH8si8FjmrcJ9EYVbk6L1Ddd5hVaYjrxyezfof+zfRKJJ/XYRudRdfqVPPpSCse4
tDe7cvlGpFt+gb22rjdjlnzRrC9i42/0JxhmPetjbhZ2Rp/CGOz06CNiNK621pzz90Ca7/LLb5if
ID49AxNGjMbzJ9FHt+eTIaMWhC6cBOXqAUyerH7knNso0Cgj5dL1O0P8LgblS+kfc9+1pVXY9sKr
kpoGKD2KKqD+jWkrXWzGGlKjMohwqY71d5SCV2T2M883Otpd3pHm6pVln7bezRRgjmojtwIyJtf2
EJRAj8zLTSfRgD3vtGdtdOjV799RFE8qG6rDKlt5Utw2dbJtph71/29z/qYYdCTYKy8zHa3f15V+
buHI0ZN2A+xWrw7+UG3qCipw4ORn+JWrbA14vXRPubQ/c72m98Ja67BfWPmDInxFAMgQTyK6xJq/
xlG1uJ7cT1A8IPdK5ut6fkPVR9HdLdlWg2TTRbixqm3MvSE0zoL+LCvFJlpLHi5v5Qubs4AeK7lS
KgBNHEXZqYfOSDYGk0uSnaoSkgpf8jfJ/XPfj5ZOZuoaXJ3pcgMtNhsm7J+FIpgdcrqauK3TryKV
zix6vW9kcd3It8DZBncMBaTruaQnXlKz0jScMEw2gXx0u3iLimqtVhvBW+l4W1w37rE8dTB3c0P3
BeTa0o7wpPkpwoT4xRCdo2bLDWwfDf23qESWMv16f4BL5xeJbZmS3wTg0aYJuNj8opQ1ZPAxalYK
IteJDbf3obFobM3QPpTe7ltbXLMLa7PTsqjLKCw03ERno+fyD1X+NXBTvW9k8f7MKQnIGY0TvGPm
GYOVRKks+AQ04XPSoC+k/2irU9O9et7XuD4in9MAEBADYuxjmDqJdOzRnUtE2AGMH6H1OEwtH81I
N0K+K5X8S+3VhzI45OYh7473v3Vx40yFfRo1JV64c+Y6TxpreEZa05G8na/tsuyQvEB8rPG+8EEb
SS/VWvxdWvFLi7NwbySqF4aQoDlBwJXdG4V3L4WLBUGewPhZRt3XjjPn/ijXTM6crHGzJowHTA5R
tIOzHzqt1z5+yoDte3G3UwVtZSutGZx+f+HVKCaaY9X2k8EH9yGpgg+R+6vwXoxA36ZBe7w/vKWN
S1qWmyZ1k4k74Nqa1shKBTsXwAedN1B5lsxjJ9g6EITMluDlXiNBmVZodoCavA4tTAHlpg/q2p7k
tYMlSyREcJ6d4f2Q8+pYGyaavtXKVloIf1eWZvMYCzlacAWWYvdbLZb2dMFEIW0bRzxMhZVpXBwW
wB8LtDER/e/17WLRvBaxtrD1DZRaKQj54V6VEbXS4egT15IhSyA/c4oNvFgn2gBrClQXtiLkrL2i
IPFCtSsIT+DZRuOkZz/HbSu8R/0u8vNt9NYIdv0DVrKgQj9U3sj1Q3NS+tdBP8jRWqp4KRLwSdSK
eWxyF/77yRefVESIAAoJHJkJ0r7q+FZKL6qJ5v23XEhORvaseNlnRfly33UXF/jC6OxeEpFM0/sU
o2jsojf9m1L/ts5+N8AdSSyveNO0D278lnhMJpwDh6TN9aSLiJqnQYMxMUjkTRxTchfiYq3xbNGN
LqzMdkczBkgCjzkvdukBCk2IzwOzpeGji+wAHdj787dojMFMAkWUsuZiBqNUhHEaVuS4wnezJpSp
P6rqiyys1f+Wpk7niKbGOAHxb+4hkFYpbUKepTdfg9Ex61/3x7HkBxNIhKsO3K/qvA2jNFq3BnZn
OFCf2Frx3quxbaWf0ZCHHvb7fVtT0Ji7AQDOabrAeN70YxRKF4ahKJPoUHejXNqZ/CkeBbv9WJHL
iVeOnr916zvW5nQIJAdjGQiQgTi0eVKyRzGTNmr4XgonKf3uK/vI3ZQascaPz2Hsb/NS2sXi+NDH
5Q4+KNRkvvRVtxGrk+l/NvrEdq0nt/voZ7vW3aCDEPRo8AbnqHiQxNOEqh+rB5qeTlDjmPDFZy8g
7mkas1MBSGL6Ac6YZrCF5MVAVlAetvdnduEgAunxz8zOE4cwrbgBnVeGgwj5S1cfTF3YgOoConsG
S9qdamkt/7rklyYN+FPjGlWoeVa5s9CzjUjcO4kRbsJUfDSF/HR/UEtbDJcEiT3pUEB8fR014Clu
BhrjDSfKVIQFY9naoL4o22LCwzn3PGPlGLrtfielSA8KqVfSfWRfZ2HKh3pF6WSXJG+/UxobcvpE
P0f+UW9O4nhq+2jTOXUFm82DSDF+hA8MeAR1xMGu1xq2lrblxLwNvmtqgJ9rO0WqMvrdwO3cqwZb
799V94UmNhStn0vkqO/P8xIEmRoEnRsTypHe4PmZaBlDxnrybiRvSDKmOPr+YTSOA4NDdx0oPGdC
tI0a1HXtfuQfYSUNX7XudeVDJkPzLXv5IbMFsEyE0yWzMB2hOOp1cBSKnc7Ah5cM5grrwAM2Df+4
yqbkav+bnrlhrSyzlC64morZGVJIfR8jcWo6fvwtM/ZV1ZxaBKsFbW9odtt9nICS4+8c9dskO/Vr
dbulB8yEtQPiTz4G15+thNnErZC1tQnLDY1PpbxvkvGTSjG0jj+FypPsPsqoHYc/6+SPpiANfhp+
jtAraST5w3cxGDZ9bktKZZeyRiWgsiX5V/2efOqNleC65DIkxsHvkMsVgUfN9majomrpFZXpuNZX
nlBe4m5b0PImHObagJywGqHBfEb51n9WrHSTu8dh3AI23Uprc7YQiCBX59LLD+Cl+uzN13pSEuSd
xJsPDUcYuuI1IrKFnta/9O2TbtF0Rv5dtIv7me8pWa5XmunU5qExttZRqD9K2uPUNll8zHXVLqpz
sIZuXNgKE2f8P0Znjtg1QVW4qWo6VvqqWT+mnHyt7Ff22zQ3s/02MePyQgGtR9/LNLcXI8NL2tzM
BKKMGBZbPYFSCq7lYq+X2Vtau8am9ftw34O1otTSh0d4F8pHMWzMjzpUh7aUW/8hXUYEBlPFgqI1
N+c+r+QiTaSa1ayFR6k4uM+Cdo7JiSYv94e+cBUhsQPOBGprCuTzrs2qLkK1iJjeiHyEyJ1fjs7w
jpMD9kaP0ttKZFtazUtz0+dcTPSAiLdblQrJluCxlr/nAYy20UoYXxvSbEtaQpQ348CQwoZ0amab
+R7lbVsudsaH8D/ctemRYpnQNeLlOyeNNNEijho1s5yEjphIelUa3c6Fr4285hBL4PsrS7OQqNLF
nUVpShOonH+JAcwOsZ2W6qFy90aHkLplG8X3quEZt63XkGSLYQ6KYsijkd2gpDQrJkmZUllNUFiO
fFDHQxQ9x8ZLiu6WIj9FkkWp5KQ1L7X1kCuvAlQx4ZtCr1Czci9ZuAf9fdWTiITdEkT7tfOog6oE
lVZZTktbWk1H4Ygmnll6m8pcyZ4s3DqozIHAmVrndXDf15bSTA7qcBQs0LvpVvM+DElj1+FJCj6a
3ef7G3BpR/yfqRs6jBS6td5qPddJRKTU6bGj64ka5n0jCzc64prMjYbmBtqb5giSzA3CQQhxniD+
VGjbNN5ozVep4ukRPHrdKaZoGpy65JshUCkvYJ0+us0BsEctHNeYQW9XkfSGxNWSvzhI5kmOGFRJ
3ersmDgX3zOp+CqECjSTRrePlWrtwb2QU6BJiWYZkotwKAHIvl5JsZDA5nQSKylpG5qo83K60Gk8
Bswg3wzxXrTVfHd/tm+XFJvAenmrIvwr6/K1zS4izdzXoevUXIe9et/I/qZbqcovD+zCyOy4r2p5
EFFJcZ0q/hOGL9Y+TW0YW/RTOf4UFHGbjmsv8Nu4Ck8cdJU0P5IvhzD/elj0gg2iS/be8RXAWu57
FuhO6amH1v8Vpx8oof/7WZxWjb5t6OnQw7s216q5T99iaDkiTQ3D+FBM8gMrrROLs3hpZBZUK4VG
vlLxLUfVmp2kfEBEojIsW67lQxp+7K0vuvtrEPKVPb9wk2IqOS9AZ6Mdx9vxemwp53EVjeyBLnUy
OXxwrWIL359dnpoJ0WDsOx+KXi+AtHrlAF5oxrg2PZtWK8lqyxRKyympS/XR28ce+aZjj9Ko7YaH
dGv+suB7NNu9ke0Ebc36beVzsk7fGpVWxj2PQ4YKr1rsT/MtpY2ddr9DwBePinxMR06zkUTnRvG8
t2pVimfJecmqkpqeCKxvOHnCIlFaL+Xs0N+0Tt1xeMj6riXPKMnvqyrRCx05KFTCnQX/HwVlrpXX
6ws/f5PpZo3vmjDFBbw/Au1QiF8719qXpb8xy72rEhskc1O6PC0Hu1cejX7kNaVVmyHYis0vsdwb
MUkhSFSqg7HWUjct8/WNd/pCKLBoRYPfTpyi9MVFzJSUyNP90XJSXX/2Bd+zy9JbuVvenqLYgGIf
ege6mG8ImjMpriskLSzHgq+vojc07F+qrLULnpKrxFaLC0ySYCpB0MNrzG4oNKNlJmSW+HWlbCLp
xAPMAzZmmpldyakd0mukCE9idAgQaxHkfmPqB/QagY1Hu8pE5sN89YY1Kr2Fsw7kvWLRSE+fB2Ct
61lW49JXjcDl9FH2unZ2yZhJ8imo6pVYuWZnFpobuazGQuS+IjTqYxWkR1olHlReSuEKoHbRbS4G
NLsYBVKW5FbFqaO30XfTj+CghYXxfuBfchsIGyYcMvLHN01NsdqrEyjGdQzNt1PuBbR5KOkXsZJt
v13BdS8d1Ze2ZoGY5ilJaJOUo7o7GOq3IvlYaCsmlhxzoocwuAuQx5qnJIPKjV2rZjh+D9Jla4Vo
mfRnVzlJyoNu7O/P3TT/820NahdLANXRNputj16kQKrHynWQF/3AwbUBwrsVfOG3Tjq2NOUPcvez
7FZuyytG52widVAHuY5SkdMMKeA78oTWuRR5FUDdVY9xYg+GtfFlf+1Csrh4sF3DxA7XGqT917ur
UdM8CUUG66V/8ujVVH8Vwn+5IEyM2v+zMdvBiVt5ghqWrqMhCpA8yKdyp6JIOnwLo0fYSjJPW7uq
T7fDmyW8sDjby4pSwyMjY1F3+6e2RrrDsEUTUbD+0ctecnKAMP/o0oe+S/al7B/vO9BC4o9XAgR5
MvRkUzl+5kFZoufjkGDepEZhS/puSH7k0nekUqz8k5QcrVqxRcWOo4doULbpfzgyLqz/va9dHEvj
OFXJ89oFuCDZBXgErTeORrdNHnnXrATNRbel0wvwvqVDsjHDgw/sHq3R2PsB5/XGqKttH2jGJmvd
Q9vu+q/1JLouHVbmdylUa9N/DaCWb54fCVVXWGaeSCxvUG+y5EDaLBKO/biNoXdVi6+1uUeLMfC+
BeDS92G2KYovjbRKrr4UyC8/Y+ZlopiBBez4jKhRYFtFXunTmO+83bDXDv0W9guXyj30HwWzIqws
8lJEREoN6CuYx+msvt63lRl4fRYQEYfwWEfvsNCCgrNzJDUraZNpa22Wiy79lynVmG47JFGu7SFG
DiudyEJTB9/0evLWqieUyVVX32Tph7oOkP3l7i0iV0pyW1RP6Zra9uKIaeWSad6AfmpOLpDmQygK
IxGSlouNFO6t/AAs2S22svzBXBOVWgqLU9/Y/4zNbkImglKdJk3GxrcJiV4+Quj7X6LUpZEpil1s
VDMeBy8RiL2c0W5ZbiP5W6xA4iV9CdxkI3XeMaG3x266cY9Ee9rHa/toWrR5mMR5mE/R4KowP+nc
RqliPzFcJyQZFKsb0AxbULpAQMhgJOe63TfxDzN/TAPrKAd7Q/h8fyMvRY8L+/NDD34hOj5i3YU5
fRdXPCf6+KXYDOI+19pPIq+pYBUtvLRnqUyzdQC+gGqcLewghqHQyhb7ptMPSeRo8s+x/FK6ZzGL
D67aEbqMbRRvpPpH4YU76HoedWs1Fbj0hCMJwHlLAyap6dmJKNdincNiJhA2wSoPn/zmZBZQHkB5
4tXQzfStbdAVVyihk2XSp/uzvvRgNzmMScnRMs3TYjYHftNVZSSrwuR3ehxt/WCfqC/tLnqyIhvF
B3kNMj2dAjM/wyCMTzQ/oFo3f7H2rpHEUSwLTmWIm7oQdsADmgHxlwqZxIOR/xGtbqOsuvfCLF+Z
nSLKxf6SEknNmT7ByeJPPfzO6ARFBrLv8A/GcFz1G25b1bb010jslicYGA7VVrR7btJzkh/4ypg3
LvoPKJMGNlD6ZNzVJlBMuz43KlRIayQeC0cirLyTJDr0fHCGzmJJgK/3ZonJQYAOTtmEPoScnnam
yfF0330W4rDJrYZGQPj5dDpTr2e1zppODwVOvTYzTyYPQTM4J4l5NPVgIylfDIiE7htcQLvDMUoH
Ni2wECki93RtMQ/7qhhUmTgpkNglVQ77BBj2Xj8FZkKnwUekYTawLO6kDBoMA141UDoqj2TundtQ
/pp6n2TvTVk7gheqCXwXsgEwFTMZN90hvqcFspKGgtPGkD8LOy3lz4dQIXLwUpFSGymxg1cd5KRD
UPzfV/Wvrc/WQZM8r6kaX3AMd0zsqgKaoTk68uWtBrfDGrBscdXp0CTfAb4HysPrNQjiUobxNcca
rPl+iFsnzXFQUOJrgPvGOVTD0mpmcSFY0+UApyu50iknMXucpHUjNKynQAV7AOgio5z0ZNX7zH1K
0WkHcwyTFakJHwKl7CwXT2lyzvqVM2px4PrEjYM+Fln/2TQjih43QpAKTq8fzKLeG0WwNSiCsZtL
5Rf81yvevnDzgB4H6nuYeGDXVWdvh0qHlK9HKBelDV3cWjkp6UCQ0m1rZGvNw4txSmJy0XhhH5Nk
uV7UuhddL/IqbPHC3uDLR8EX+1PrR1Tf4+zRs2j+i+JMe+gyf9j4kr52Ei7OLtlb3g7UTkn5X3+B
MPjx0Pii4Lh4rhXz1vVJwp8buqXD+t2Pv6yEkqWTCGso1EHKD+p/FkpGqxt6N2E1q+TshtG2+qPq
G63WniDRNLTI5oEqrtVPpqv4/PS7tDlb0QiWgkaRsJmUtj7mdr5rQL7EP9zN/cEtzSXCHhOrHCUw
dT62rmzbWtAswSl19z0tsn0ew5hDh338Dfi3WnsrlAFL9ijvUfTm8cdhN3v7ZZEkN0nE2jXGJqyD
g/BUHaRG3ojFa58c749tKRJc2pr5SRQEoptNftL1ox004IfXwunSAXppYbbPC2SK0zofBOezX8s7
HWlfYTeJs/0/zs5rR25r69ZPRIA53LJSR5a6JbXCDSFZMnPOfPr/WzoHG10sogjZgAxbDfTkyjON
MW6PY8XjtYU4rOADxvla0tqbtdkqmYPrZVbm82jfBeMn278vK0ghlYoH5BC+3Da4Oiz6aoAskTwm
rXt5wAw0AxtRhvXyGS5pyUGcF25dTT7JW4oaaxcXJUIayeE+0KAuv7RUdUqp5hlOXmm8DeZTbn0N
t8A6qy/uexuLo1Sl7MaadKPnQ1/nH5q32b6zUMDy73PX2kfab+e3bR9vz+DGuKzFNh/tNvXnHpuO
+m/a/Ws757L/dtvE6kX8blzLa9DUJDIZJttb4w6S00cF/jPNk/07spz17+DLXG+RQa0dKFBdNF3S
IQPsaZE/cKqhjTpbDs5WOsj7WTMmd87zLd2+td1H1g8afwJ29QphXTV+6SsaJXOEmyBLO/TOz75W
oFp0Nrb5WknOBsZNsyWZW3oOFuOxy7C17cikNuV0+wTURDT/qB6A9OcD7cAlWovPoXOcufInhSyu
/2TG37L5dWMd167691+xOANGETqzFFq0eGS/O3C1D+3X2vlMMED37ujCTShDrYv6qzdGO1994kuk
7mlOtjrq1qZdMN9ApGyqNEAtjkkqQ/I3qKPvQQ7glgltZvFzNTtun7Qb99laXog0yf9MLR8BM5jt
LLVnSugIaNi6iyyy/ZCb8R0IrfPg9GRnXpMcWj9beTb013pLAm1tH8OhKiD8gph6GVo2cdkYeU40
0sjPkxSC/d04mytLyjERXSyih4Xn7vJa602rsOw5D86NA3dHFHA8eYGS72FFgNVsuWRiZS58BbQ0
BCWskLOHiWKZOQ6mNNaq3gpRJqWcuRflTh2Nd6RtoqfSOlbDxhu+Ye/PxfQuRK6mOR/aAntKlKPM
8D1UUeiazk7zBqH/vs4f6i1ZsKv5ZIQWOSfG56BErC+OSKe0QTH4enDum/RQ5fpdPZzS5KVy9M++
tL99Hq/OgbBFf4BQKvrT+ny5dllV/n9bdFtQEj9VsHq0lnTaLFZvGVoEKvaYdUGc2MG58z9UgwbJ
EJI4mepWW0jSVUMEISp7Q5C5Lg2Rt6nxo4Pz2Gv7GNSBrX+IZ+e+UH/enrrrgy3mzmGBuLZlusfF
wXu3M9JYhvdsCMMznBH1gIpCPO0J/fd6VjyMWvSYpvSwIG8JOIA9IhffN8e6tjfff8FirAJoWnRj
Ep4p/I5+ci/1D40Z3dt6tk+aZNen2V4Jft8e9tr8QpphKQReJNWX9QxLK5tUc7LwLBNyAQfWEeoz
/fvNmti6HQvKSRpzOAvi5+9mt28AMxpjGZ719E4OfgvEOqjj8K9511hEgtb/mVlcXnEFHM5sMdMH
06GMoO1PDHdIml1Tydsw52s3RpgTbYWUncmwLvFFZYX4ELEJ5tppp3CHfYujwfURubX7g/F5kr4m
sbJxxsV9sbwxbSGrDtQZiiVrsU+rsu3HUBlC6NdoEH8K2JzPfvRZUk/h1uYQv+rKlFgu8OKiG05s
2HeLlmhzpPXFGJ6DIOalMzuTZz3YegKu5XXELNJDTesbjjvu9KUZeG7MOoHJ6awYsWsWP3pkocOE
5pLpHyR1Zj3aqdl4Qp6XnEg13LVzvYN8aScnn2rzNYf7eJAK4AXanpaG0+3jsToDUCQRTKBtTXvn
5aeZ0phGsTKH5wQumSQFybnhQa0ZABCly7CtwI2+zPh0Q6L3Q+GwmqnBEa/YsuGE4u3tYaxNMZ3a
Ij8LJTFOwzKc9CPSEa0dngXgaA4zyDCVg9WeyXe61t3v0vpkK3szepOyFEI8d9T35eQm5b2s/Bum
Kdf7f2gmoor6/pMWU9u3nVHZEyPv+0w/26Wh3Gv+8P32wNdOKClUEqmMD8Cms7AS9nkfkaPnTk1C
urkhHb9DTiTWXhDmSVzc1C1o4zUKRYzrnUWx4u8ODRDqNgk1PzxryZNsj7hQoGRJgIg8dZWadMk9
61O8T1Gssjr7UdHC09jSfPQo2b9a5AWN6WepfguDT8MIZOXUx/vOgIUijHbscE7Ph9sztHKdXHzu
4tGJs2HoA1NiZ1TQ2sj7mMaZDsyyk34p0grcXnG4bXDFH7owuHgJkixo5ExnfigNfAgdf9/Ij44f
7qViY+1XnlMMIUBEphp88JIwRRsaNQq7BIZ5+VvVt66e7zVlYi/vMw0GdeObMX+9PbRrqhyx9mw0
wQYsmsAXobNu1nlcF2l01uqvis2tpLQI7IbqSZWKneQ79zBvHBxpvDejz7ok7br2w6xS0R+2CBJW
rhUa3lGDgDhbdG8vNmET1XJTBIx9tJQQhqIJNqKs/GucuxjuOyuLvdPm8pS3MGKf+/i7foqNUxe+
tfkBprzb87q2ksB3sUZHL+D9hQsddXhtLdK653am390rgge/z+Fk6n/mWeg6IG92eIa3ba6di/c2
F2+fb/qRlEnYdO6GF+A/B/0QdM9FaOzgDP17U/STAcNCRwBQ2MJpMaspwocu4rPS7noh/3RoqWro
H/z2WdoMYP9gqxePOi1lQELBKlLNWT7qfd8rgENbrGXyQUL5oY9FTWH4JJUnP1Ceox4hFWRxzBcp
PFbJya7pEXeiT2PMlA+DV/W/B0n7J/upP6HfXo8/kOupoi8dBYqRhztu7kPzzgL9397H6vdY3yIh
WLs/EMhkvvCBcK4W90dkzt0sxVV8jub2RAKdDhQze8oUaJC2Kn9rpwhiAcTpoFMFAbFYGL+NklRy
0visRr9ITMVb6b21fW1S6qGn5k9Av/j9TRVNhpOwFA5OldTP9/H8XKVPUGO7NBMN7UBP+V9LVnCK
CLiBHVLXwhNYPIix1cArAr/3OTdpntZ6N44fSOFsnJ7VmXtnZeHS6fin5JIHZs6MHTdr7V9k+LY0
Alan752RxSXHpOWm4nTxWS7+HbNnw9kr+Zts34UmonvFt3gLh7YSw8C8Jf8pAwtp08WglEGb8KOY
OiXYh8lTKiNlrsP/kG/Rna1t8feGFgNrR6NBnwJDqvVRNpqDYvH+nyOrOeb6/vbds2qK9DUOi0j2
LJuMwEuNkTQ3nKa23qv9q9NRIJJ2Tv0WSxuh5jWAgZwECXkmTgiEkai79IzkxLEQ+sDPVwPjQzbl
d3Ytu4Kq2k+mQ+LPe82AM29nS5+jaKtDcmXtsC3IE/EJBPvVpW091YdUUrHda69leZfDdMqVviX3
tTKbF1YWd5MZjJJDzjE8d7ZSuCUtY2b8pKE+Nc7ma6Lf31676xywgO0yHEEWC27AWZib1EhHbDGM
zl2syo9+klZ7ObWmHUrf3SGQ0/RgDMN8GpWqdOvS8h+tJoqfQ9Pyj3S955RHiuJtGoiaWquLNnbW
yumEw5s0JXe0CDwWF01jBoqPK4z75QSnBsgvPB2/Wj1zxwxQnObvlab9jjbaj9uTIhZy8bypf+gx
eLypyyxbJU0JcTJ95DEdxvJTkmQfc2hxNG3Li10LLDTiNtGhTSlZWyYSDbUJ2thK0jPye9NpypzK
7eYYqZLAQ7VWV9sAh69wIeXu8DzLLcGclWEiNsEZ+n/0JstXsEdJPquyPj3XEJQm4878NqNzdXsq
V3YzNsDeAEqBRGEZl8dyHvk+vdjnuraTA0snPze24tD4kodfLaWpPgR6tsWnsDRKOoUeIsGpSAmZ
p2pxSYSm7GcRcNzzoPa0w52swDNoJalM6xRrW43a4sZ+v1mEMdq0YasG5CcaxC5vBU0KzbnVMBbI
38puPMqK5KolYnGg7u2zY+175VtX74dMdn1L2SXmBiBvuYrCvgERMBK7Qsx3qYo2mr4z5rWfnjU/
dcm+jRR7E+O/GBGocJYR1tBlCTYjWeskNF6ea6NxTePLWLeutKn0sjqUd1YWb1YwZ7zUSZSdJ/LN
A/NXCEwxDJG39+RViCWmjD90cIpQgOW7XLJRH5p4aJX0nCTKsbFRpggR20s+6f6d8mApJ9nI75XM
PupS64ZOA+cPelJ/eTDENwjyWtw2AUpd1oAojASZnbJsRRu+wnpD8oqd4h+V9FDIWxX0q8T0H2vi
4aQ7lDrfsrhlJWooazXrl83QDpf7HreDNJEoc6UE600y3kfO6Fb46jOstmX4bwYJ3+1pXzuVpKnE
WdFgVFnG0nA5+1UNWfVZ5m7d2QPPTYDbcJgs4FJ+2fhuWozR3W2jVwByRo5mJwERyUfAUMv0KljR
2R9srBrgtSX/ezHfqWPxLVV3zgD6F6LVYQ/fl+b8lI1sj8RjDHSFy97YyCRcjV4UwmgmEEoeNrGH
+Pm7lI7cFX4a0vv1YmuSfJB9eWci9LKbpzkgcWNAk1Vkzen24MV5ubiasIm+MZlsuhspNy6cTckI
pTHRnOilaKdw34SqQp+qOh9uW7neXMIMPEC8I6h8X5XF9VpQdiDp/gK0ux1+t2W10yblmLfR0Syd
/TB8qdrHMOph6kLAz2vTduN2ukpNwplz8QWLC3+kQ8QYWjt6MVOw7Olemh775MnQy2/k0btecSlM
pGMGHfo/40Ei3s8fuhI6FNNt1WfJv6NfXNv6pqt34U84zpuH34Jy67JPvJyl3so6FnzIlOI+KuLh
lKSK8qD5ANeqoNbcOW4UmsTQAUgGw3xOyqLdt02kHmUEbT7ooS0QW207PMytgtpi4qc7qUTLROYZ
3ZdZ+xYa+k+pQ2wN9fb4EIYkiW4v7dLjFRB2vp/KBJcGlH2LTYuGT5VOZto+I9vcHXJdNtFctMdT
PMbBPkP6Z8sbXTVIgwUy5PTWs28uT4kxh6EktVX7HAaenmevdvuqVoiA1K99PbpW/70elHspH07+
l+Z+CB874yfX1xxaG0/En3zJ+6MjRg5S2KFiS+2Cu+PyQwKnR22vaNpnmI3vA+WhHb7AYY74VxXu
giA66BWkP/6j01tuJUFp3X8IwoP/Ie1+BkZ/LIPnXDfvivobYJqQvwhoTO+b8/RmSspp2CIf+3OQ
r74WyRY+Bg8etoHLrx0jclltOrbPpDoexsJ1Oh1iRcudUnQA209B0iGJ9NukiZu06YOWz4emNfbQ
LWfm/VA+ZLWgPfXCxtjlMNwZzkdjGgW/2kbh/E8kuPxOen//tFjg8C5px+W6bmGfS7vn1MrK2a0H
o3zJFaGlpM5hRxdEIEf6Pq3N1HG7wAof1SmNfLca0XWTI2pkNiAtiI10pJA/VSVtia7Z6fZDXPlj
fuiyWvHipAO0VPlxTl+DZGf/zHFAO2gZdPE/VWUMASyadfk84mh/D5NaJqmp1vG41/PWno+5lmjU
Fudsi65F3EBXIycPxGtPjzugoMsV0vUIYgqDbFwDk1rpR3uj/zdXviMKCP75yf7bzmPeGt56WgXg
tyW+WLLDmMoIh2RYSM9B5D9nqc/GqB8sY35MpGc9aXH3feXLX94VmKQ6pOCiWRokoovHJpwDraaA
Jj2b8QOltfuhfR6JaiL989/aIc0ARAGVDu4kAsPLmexGB1bUCZdempHgteu7unqAyf7Ql9OG77B0
R8Wb8t7SouCVlUNeN6kZeAiT71Rpll1paH9Jrb1RPhG36MXeWNhZnN60qfqAAgR29O4JP21f5sGj
EWRAw+J/0vpvs9IMS/hggk0H5wiKi8sJ7LVC68KOCQxT/2F41aqD3z0n2Xe8Fl7EjV1xte8XxhbR
kaQUlk6JirHl0YMNuzPsr26ZGSDf6IxoZhfqrtv7Y2U23w9vmY0yg26GggSLevYxSsiG2/5+BkQK
QioM/r1t6+q5uhzdEhjVm52kJ6UTeDIF5GjY6f1Tjvc8mRt5kJWdeDGmxQ4Zo8bq9RQ7c/GNEizM
kupRKY+3B3PVKLrYGMsTjH846nmClUH6Epn2l97P3nJffVQ/pS+VvpeC6FXNwUkYc4dEyQaWe+mr
Lo0vYr+5KB2tVnx2pfXZGX5P2V/6339+v2hHA3yCN/aHqOid/20Wvj9ksxR4qQO+dlSM6GNnqsMu
UOry2Fdl4VXduJUxXFs3kJ+Ujmk+gq1rcVf1mTRPQ9SG3pDKgxvTb/mQWVPOMyNvmVqmysT4CM6F
w0J8TmXj8lSjChfh6Dah1+pVLB0AEOOhFU1GFxwBwoe0yYIaVqWqGE/VXHUHXw76LeacleMgIgA0
ugBH6OAjL78hS7lagilKvGAYoq9a5NBF2vnDQRlbaTeVdbNR9LpKoDFotKCQAEVdAqTcsjJfWKkz
j06beGOPeofqw3hEGguZlaAeDsmcoP/s7zoz8lS4TzZOi1i7xa0NsxV8ROQSEHlbkgBUzaQbs6Ek
Hqx+6VvsFPJp0ipELBwt2Y1pqQDoVaRD5UhfW2UY9lVVBBsP1MrlimtKrosMKdzdyzpMa5WxKo1a
4hVOX2XHcZ6Nj01f02xhO2FRHUNTl9Odlld5tPejJNzq8l6zz9sFazafAfpmsd6t5eeSmc+xJ08a
0hNxlZ6Mruk/y2pQ7hJizkc5lNoTyvTqViv2ylajQ5r6nfAidTbA5VarZnlSkq7LoINVgnMBkcrJ
aWuE4Qv72NeVfrq92mvmiOQ4XABQod1cnK4p7tTGqqvcC+Yc5hFCtCLrdgjp7uhB3xJQuspPsa3B
2SBpxPoIyI2Y93d3Vd7Ldj2Ec+Gprb23gs4dUvPej6K7RH1GDHkHOQOa1W6nmLtMkc46dcUm0x47
xNxvD3tlgaGmNviHGgF+/2KWkyZsQ92sSq8ia1JaAE/D4uQk9kNZj90ujrtXVYoOt21elXgY/R+o
MRB9QWy6zIzFItpt1K7y6sK+64MfUvVSZV8s/+ygu0V12Ijbu2j6GKhb3LMrtzXdoRbZVJWVvnKM
7KkAmqjklafo+b+tFRxiYwB9FG+JZ6/ZoWou8uHwXdBccbm8Q+InvW87pZck3JB6mpmu+eanhrmx
euL3LG4oImgB3OaIaMC3Lu3EFBeRrCoqb2qiQ1aDNiTXZAzRUU8/acaH28u28n7bRO3g4RD9ojgs
TtC7PRtEnS+BuSO9g0LkiyLl+SmAiGrDEVobEiktRHFF1QL3/9JKQc+nbzlR7ZXajtv5zp6UUxUH
z33zeZC32rBWziE7UCjP8ZyKZ3xhjY0qOQPypB6if4iZSEAnH6aO4Kk9G6fsYJbf/fkpR0Eqs77H
ztZ2vB4rYRRAWQoY4igsm4lleSgmU4tLL+3B2QXfZS0gr3bPY7B3Is392+W7NCb27Lvl65JCmpIy
Kb28hVm9puF1ix1CTNblbtRgJCPZrQOwIC5dXKGJbQ7wKduJp8jpYYRwIwETEDf+U2aVG8CW6wN2
aWoRinbI+QiS7cQrYWWOUPF5TdKtFpItGwt/VapjqYZiKwUrkwOA7MsohVI2s/dm0bZvtxdnZSdc
TN1icagTDFkpO4mXBZU7F/dVyk6wH2Wt2M32BmvUlq3FnieXa+SRxTLJL4V5NMa39ifiXbs028Lb
rIQbl6skvuTdljOoZ5dxhiWAL8W8GwHfOynJq0kLP4ZhvS+lj1n8NKQI6NIXNChb3svqSHne6Ouj
w03TFivotH4XkldmQw75Lg/qL3EzHOUpdNPARz7g8+01vPbPScjwrLDvCL7BEF2OtrWm2RzlJPXS
CuWj56486cm+Ne6k5NlvXnT5121zK6/ohT198XSrc5M6dQLgoA0OcvGYhUiYoi417SA+DGo46ZrW
dUgIluOWwuTavJJ7okNIzCpIiMuRJvVka7NGE3A9SvvIDXTPtsly5f8kW+jJq+YFED8izfU/U4vN
GiaVpdcFpsb5CyK0s+K7qtof/QIBxrsimU6atQ/mAdo9VMZRlov8o9mMboMk2+3pXl3ddx+yWF3Y
1qsALa/U04OvyqM+f4UfBq6M7lP2j5xvRMpbtsTP350bP8VtGOwy9azglCMwSwpRl45V5Wa/oHUz
+i0o9lUJ7c8si756CtzABZbUJwIX7itWl3qzdJyPDaob0s+MhqVsvlPmV6n7pT3083NkoviV7ef6
MHVHcytptRLqcUI5PhDzc4rYWJejriUpyaw2zWDvrTXFJSocAzePYdndBXGviIyEVbWUCLri34yU
LwIFskxrX4Vo7H+4jukDx78QsdcVDqWJx7GVqyL1DL05ytmdyvae0sesOI/puLGx1p6Z97YWl2Ql
x2Zg8c56ZMqD5nMqfZCcjaz8tZPPzMIgT0mWV5E48nJmE80su67hZnKSYY/WHnHqPrThXYHmZfxm
x1uZijV7UJ8xf7CWQ0q1cATMVtbnvK9Sz5+fA6FI9Ns074P+cTK/D87d7XO5+sjAhmxBhanRr7qM
YKIwsotJljDWvE2xm6GyBxdK3I8wOyquLLl5YO6kyjio8z/TVk5rbaRQJmkUPBAYJ396ObOFVudR
2CeZJ6E3mmXhsxQcMwtdny7ZSfYBjbvbo12zJ6IK6r08a8YyHVkHmhaNygj2LJIfDOlRqaWd778G
+t7KAbF3UADcNrh2FUFlIM4BUws98+UA9bSXqy7TMy9xSzN2W//l9xTy329B8ynQthoI1oZnC95i
9g6BxhK1NFrdDPjaybiHfDcA/W8GoJTznREREucfi9DfiGmu6sqsHYkyVCFhnAJbtISxW2mgKHUj
5d48U1smk9UVmjdVn7XusdU+9c7wktr+M9jF0tAONLLv1KeASiBNTuXcgxcz9nP0jxQ9dF9uz/sV
u8+fDyMlzAkCUgXy7nLinaBEK9hPC8/O4/uoNx7rtvqpOeUvg45IGKoGNpwBBFBv5FMlqbuaiCV0
gxD3ClXNo1+bO7meP0jxiWToxretvP86wsJQk/B1QiD+8ts0sx40c5QKzzJ/j/50ntXYteETLuZ9
IL3moMnrF3NO9l0fuqN/p9vdTiJNKfX3sz+6M4nS2x8k7C0CD6CsJFQIoUTfyeJ74qzWfWkIMs+3
/Z2hg/XSrfw5GmJ1XwYfb9taHfs7W4vruu5z2fRnXbzNe6k7UcbaVUx8k+4za4tGcmtci8OXBVFq
k/fiadDCgwayTf0oye0xHzaiqbWnl+0PCsbG2eIBXjgcMckFu3C4xuoBdvJEL6kiF8gBQQuQyLsu
kfdhqh1n8DdWtoXdXXn/sI0qFH1a5JWXKWVAp1Oc9VHmBUhzFpF1n0z1Z2eTYuSqh0UcKCFaSqIe
wmTul8tNqyS9ZDV+k3ka3a11Mx7kaHjqgo+d9TMNnH1rurOp7wc/ugua4Yeuf043lVfEmV3uU2ho
ZNEQCopvKQJVdbU2z37O9Wbq6U61CwRhHPP37Q269iDiRgmKRhobTGrxlwOlSyAJjZqBRvm/dhrc
Z2F2MEbz15SPDwYtd1Zk7YwgfzIG49mW90037m9/wdq25UHkUaQXSr/itVPL3tCrtMqA4GCtpVEB
/vkAIEETTBv399rmYc9C5C+ge9QkLseq5hqLNbSis0FWXLtzJBgTHfWg+Iit3x7Vqqk/rwRCfqQ3
FrXihpZ1E6SYMJUfxkDDI2yap4ig9j8ZEiuIthuUdYsxEdRVbWQNrJ+mw3v4ORpokUw2Citro6GT
n2418Krwai2CRw1IT1Y4OBISBGaH3lJ/DXUhu2ZrbrWurG16UbkiH0orJk20l0vkZ0Uplz4eRC0N
JDNeimjcmLAVH8UQpxrYqoxUhL7Y8Ebf285YFblXz32BIu3YkrD3yfKfSmlq/ftQ0ggbJX9y4r1E
qenEQyVnh7/eHqQsyWsjBCCqRYuPgJNyqsO2z2lPQVrUOdLQ7SBfd9vIWr4SVinqmyi72xyuxbI5
pZ3pcVYVXtLUe4hmYcQeoZafiuZQx/etsxt7WE0Ovn5XJm919CBBRHj7E1ZcNEOFbFxXaXNU5eU4
+yIFaaAluUdnjXm0otA/1LTSQ+YIUsLWymNtIjIxa+VWsnTtAoceCpCVaNin3XNxLrJoLNSQf3k8
IuWPSm4HRGVHfQfh8HAftbZYXCU+lVOE8HtWmbvBofobKXH2AgJI2qVa3hz/fjKojaE6gUYjDTEL
x2NEXyYt4dT2KimxH+vCUQ4NLsqDWlbyQ1A5waEeymlv6KH8etvyyvmlyVboFJOIZz3Ez9+lCORw
6mGXzEtPMuajX/Z3ebybKvl028qKs0OmXzSvMOEEcovtJjvhPLZzUXidf6iqH2p/92Uw/t3MnK2Z
oWMZMQvuPPIPi5Wl0jY2hVwzjWXCKqYxXtwo3w+zdi762diTD9gCpa7cGeT9cThEpMGpXXg8cxaO
WZ4UJez82oOSA3OEmiS1ngtN2RvpXX+SYZi/PZlrh/e9zWWHWF5qLbQM1Nra4aMdPEfy995+7VL5
PstHdudZR+6uUT/MNMhl+ac6KE7lVkp25TIW5Q6BJIAXldv4cts4ii/V4PpKQpx5J43fm2LLlRT3
3MLHgX0bwC9FRZ7+5XUv0waR5NVAQTG5U+KDTHdwSfx26Pu3IX1Tps4N0k9pcthSLVpxOmhh5Vkm
gcQ1vEQ59ZM5+r5GINelanPI9PaHBv/4LrEi2c1Ku9zfXsy1/QMfgwChkP/EAbmcSFlKii6bpgIf
p5sr14zk0g3g4ntRekoFvXNfodx6X/dxhXSbJG+4PSuXMP4jLhb9uDCALhEpBelWK44kCkcOTapN
uEMxIEmPtXY3SLm4ijdanVe2DUhDXBI621FGWtbiNX9Keq2sqR11X5SudeMtnYeVAZF4VASKliZz
mncupzNOaSDo6RDyYk2v74IJ4tTCGKcPjZYmnlOodLpIagDTaGBtVENWLlKRNEJDxqZoddWPPGjj
0Nj1XHqQ/ZA6ctqnvpvu4vk/lN+4awTvGJ4Q0MZF3EhXb6cMU0Kpdh53YWC6gXa4vSXXHH9K2/T9
UX0QFcXFawTYPStUh7J6kEsPCGZ/7Od2V1l726/doC9eQ6uBzgL92aGyXb9Nj222Jam5tlFUAi00
C0FvAle+XMfJ1APE/Ciw+0lExeVT0/2+PcgtA4tp7Bt7BguSVl6TP47yl7HwN27plbcI9SI8Y5ri
Sf8u4bt5WGVxNAWVlwlGyFB+tqBE1Q+FBj/d8e/HApZCIDdYNbzxy8nK5lK2y6KpvMJCGLtoZnkX
pNFGLWFtPDgKCtRDOmHvckVMOVGLptQrTy/rXTerexk2aLOJXWhUXogUN3zxlWuY0JamWh0tLq7F
hccAJdZoT31Rox2HzEYwPlidftK4Lt1wY2BrB5e5I6AQ6VeenMXsZaGMt5/UXhLb1UF3qvOQdMVd
Hm3suLUJFJoaou1B4AXEg/fO05ph4h2bTq/xtNLjIIWeUp4ANFGeLV832UJXtjfc/rj2tKgI6c/F
9jbLOkxiM21QaCneZmdEjLnaKAasmcDloecBAhJyyAvPJ8mGaaCWRfNN04Ptt/z40HfpVglgZR/Y
+BiMgoQLbsDiInB8LqNUoTNFre3H3opdaYbPxMz2fXS6fYpWLOE5ItIDBudPEeByfSSzSFMNYI0H
f8Bej361xZsMD9UmN9n1vNHMI+i26bUhfbPstVGlrMz1ni5Sc5bt82jYw3fUmdP97dFc+xVYoQxH
HwXJKu6Fy9HIkRoPSoBfkYf9kz7kOXB7X9lrQevc+zFw4XG0S9TOGulgt5NzuG39ei5xaXAQ6fDk
wqCr9dI6mM+y4PkqvGYo4WlPY+NF96107xcjuaPRCjdGu1LDFv1vpB2p0JPpW3ptowrnaaiXpacN
Af2Us9QqT40c226qSNbT2OTxeW54l+06o8/TbHzzq9mX6CTkAEuOtwd/fdBZXG58voiNxDJcDj4y
syE0fUKqSJneoOF60uRvCCJ0TbWzrK1reSWaxRq0HvAVCmLLP4/5u2ulbZJwgDxetIipRbZvmrL6
xg1jDK7ep+rLWBTkfKW8gq8ilyL9K5wwuvo0AKpE8TOpoTLTeqlCE2O2yr9+AnEpBf0XFLUiYbqY
iLgOjLjPfFyipjHvpqDwT4YfKYc0iY295EcfIVZRN9ywtZ0nMngcLrqK7WVs1E9yHusx7lFbh0dZ
kjKh1vNgVXG5q8zmx+2VvvY2RbqQGjNuCv7sEvqlZK1R5CrGmmJyRQbfgeBrnnaTj7Jw4hzI0W48
i2vHGq8WEgACFK7ExbNY4GXyOnMdNslHVf5eKofQetACt31o9F+xuXX7Xr+NDPCducUKDl3jyBC4
VN4Qtx9QCrgbzW+0hGwpeqydGLhTBPOfTUP4Mvuqx0FZWTlhAT8+DWlwbMbpeexxo9WUjuH4P+xL
k5eYKIQb+Cr11I1S1JWTXHp2opyikDbZ2el+z5r9U57+CQHk394la5NIXVBk6qkL0sx5eR8kSSc1
faOXtLMBTGzoxAUi7kxbxIZrOx9iH6hauPCZy4V/EQZ+5VjdhMuM1FDeyOV+MoJv46x/lHTz7faQ
Vho9AOcB+KSdmhZ+YASXY1Iayw+lRMUY+UNUGu7CoTiO6g7kU6Qhek1oUh7V6c1yPsqJjnQGfs5w
lq3nKfoPty3HHEijUBy6ypfm7VhoaWVXXjUdVNNrosem/mQFd4a8YWiluMWYSZWSLAO2BpHw5Zij
dk5KnrzKm9HoUsgaQtl1n9bDvewbbuoo1LXGz3GZfp7LrbB2pX2JVDCyIERCosF0mQ2pM8iH0niu
vJ6+JRxi2vTr6rmtv2WW7hbxc6q8GuoPGaRk6z8mBSx+mfQB6Ye/9pU5MaLBW3A5iUL35RTA1Tyn
oS9VXqdaXitHbqQ+InH16fbuEhN5mfq5tLI4MFNRzWoECMWL0/TBNHdwtblE1Yc231jSlZP5J8Dk
qaZuyOt5OZwhKCLDiKras/vuINspUG/1vtXGX7fHs2rGMqHqE3BlelovzUhdUI3+zHhSSXMAzql0
tFZpewpJjW/cNSvvg3Aq/2dq4fdLMtJeEPHVXtgPrp08G3GwC2PpY9RCD1g5sZtUcGX4W5WT1RWj
5YrMNSRp1H4vR2j4BR5WFYrYJnbpRj4UODp67BySYmMHrlmilIUGB8Eah17M9Tt3p6uaZpriuvYC
istRau615AHA4LFqf99etLXjjjA6riRN5HQFLCtbToO24BgMtacUSveSFFN9VMpp/pkbanuqyyJ2
S0V/7CNrPs6y+tBGxRb37sqzKGAriC4IPXM8jcuxxnDP1eCBag/in72ZIRw3fgqkYyTpx6o73h7u
2rxSBkBpBEtAZRavh1RA2OQnc+3lyecghcL7O91jvvL5tpUVhwkYFj0fKoh9CCsX/oTpNJLZJrxR
cOFk55Dv+JZJxYMc83+VHdmHtEWHGTGnv4dFUlkhq0uFEsgGSIfLqQz6RhrNAcxB2h1K55sRvtjN
Ri517ei9N7HYmXWfdnloyJWXpCRrc6hBZIpI+fSqO+1Blj+k8kGtTrfnc22HiKQFvrVF7nEZ5ncN
iUJ+VnlswN7o9z36wI47991Or4MNtOzqgYDeEx8G95OC8mI7yn0QKb1t1l5dqj+kSFaOvWUHu1o3
qj09+8oRwW6hFxrk+yagZaZLB2fD4V4bLxJslIAJ9aiXLT7Byfrg/zg7rx3JjaZpXxEBenNKss0Y
zqx3J4WVdkXvPa/+fzjfwb/NbjSxryBIAgRsdRXLZEZGRqAnAYbStY9V7DwTUH4M4/ikhMprZ+4A
HOsH2z5DNPmADCHQztbZHIkEjLcZ4rjDayw7cJUiBpIJZefCvnXu/hxkc3OGbQH1To26lw4zxjE5
Lc47aXSr5X+4NjGipGIDKE6NezOMRBNRJPqKeM2Z5EBVci+frcc2cXQ/KrXEv78tb03KgXtnruLo
GF+un/GPS1p0BRRqXOVe2AY1renI4XZKM/qZUZ+F2XU7w934UBRr1nLCW8V8i3/KiUUJLhPtS9N1
7D3Trj0Q7BQOTrRneXAr3aa26NBux6bACHAb+GoidaKm716sqKqgUv9XYJvqxqGu+fOEV30Hd/9o
L5J+znpZO7ZqXryOuLseozyyYdJVw86XvTF5IFkEDmAMsNRbqcE6tufWmpKWRwLiSmi72tD7prZz
0dw6/EDZNBqumS7x7ybxdNSp7qMm6l/Mk1M/CvsQ10+d1VIPeCjL8qhaMSf/4f42ujE14BGZFAPL
GSLvzWkvRD5xB7TDWzDTGx8qRXOTXvbuj3Jjs16MstmsbRbWWrM0w8u4uNX8pe/8Unk3Un27P8yt
yRAbrcwxMiaW8PJMqFMisq6Ixxez/DVGj5Hiad2/94e4MRPQL6oN61YgRt9cWPTElzIQ6fiSL0ES
f65gTYpUPTjIM94f6G2Xb65GUD0q+iCMayqwCZzbWZ6QXG3Hlz6BXTtH1XNTfwXfQztKG3Oac+DU
g7ZpzrnMlQ+NRavz9yH0ehUB/X9G88divpZF4tZ80EYnh3yXFa/m8NmMTS8eYZ506dlM6vf3f/Wt
5YHVAxqONQqC2ZsfHed0Ri9CGV+sOPELx0cP3m2Nz7EZ79xHtwdi06LWuMJemyhnnrMqM61+fGmr
/IQqwlBrH8K4fDeHuMHen9O6a64+BIkYklrAXahzXu6qaZGnKU218WU+hcnDaBonIKfEHN1mt+/v
OnbDqYRzaNClTl1mG2vEQzZNckIvqjlQe+cy754SP47+rZX/Kum/+9PSr6ZFIzGCy+unooC27XvV
cGNcgLDJAI3Jnbhgp70m1OvjiGkWnA0bHAjMabsZmqU2wzZfoTusN30ADnfUMVdS9L+1AGKv0RCD
2QIqVZRst29h0i4mkVlCHTAzO1eO8OTt7ZMco/mU4q6ayS/j65BmO8HajQUEKMD/GBYu980WBhWT
lbXLTEKm6HWAStIPxSl2LoEbmDsl4tW8SVtX8aqnf5Jb20xj4sEeOQE/WxSM6a381eyizHdq1PFw
1sB1uwFwVyMbk/Yl9wSt0ztH4NZU3/hy9H/zPjmbY91XWWWXMkk8jomHVCoOuvjn/m5c/4TLQ0b5
iZYXEEP2Psyiy0MGyiyGqLXql6qq3DzWsKJPh9xTGxFUutL5oa3/J1R4YnK98zZdH2/ibPD9dWKQ
CrbC+tJgGEA/VoORdXY2SOnNKAhXQkwaPmv6x/vTvL624PPQu4+eGlUb+nsup6nqEB7pTBvw7l60
h0pD/Vm1o8SPum5+sLRS3vlwNybHckKbgjdFXGFsQinkkUslH0rGK7szPJSvlUD8QcJNwNXn4VFP
9eP9CV7fYEzwjwE3O6VJ5zys1Hp4KRzrrNKSEdW+BWNjYYemQj3RLHK6P+JmSXns4dWQbZLtYqJz
lUIoeqiNEya6QZ0oaKyZU/FgjJnt6UqyPGWdsVd329xqb+MBDkJ/V3j+oW1ffkKMemxDyGUVWDTw
6NSAYsDX2vpxf1ZbgsjbMCiT0ZqFYC9I8zrtP+J7S2/tjCoLwyRQz7H0MR5R/UNTNqkqb7FG7d9u
ztIPw4i4lzLP1pNQ9MlXi3F8nGOR7+Rpm320/ho4DzC1MBgg6tmCkk5FcSdW1TaQ9Lk9Kkv8ubCS
T6ZBE74T5vqDJJB4ub8CN9aZ55biJuUD1nkLJxR5G2JWpLWBxg6mt1CKkP2LRsKcJdrZQtsGnrfp
8QKCTyJTzDuyWWy9zDUUKFXcGSIltY5o+Av4fD39aU4aS0TgsZnWkLea5mtUpoN9kBQEud1Sk8J/
BYZU3/p2kN6n/dzYbt4vDUJ4GO5pqLpmZXNo0ICZXHTv5MilgbDaAUW2hYK3X49fhrZ6ZPHeXsWk
I++GVdtt0ChZNbppmNTn0FpyvywtrH/aYZSArMPi2PZmeUqlSf4JjapT3aivpaNUJ0ggyVL/mMSY
5ukCKc6hEs3O59xmN2+/coXWV3Uc4JTt90zTJZqjwmoDi7Zy+q6T5n0rhXBcpmzxQjurj1LbZ55h
Rg7IPzbNIY5GOx/67dT88czwI9YMFrDhrUmO9u/LU1XOorJCkKpgESn+SLkqjNBXp2Xt/xPWhHhl
GbdfON+iP0YQmPpjA9+sc4t5Cv8ZB6HBkxm7mshMGepXO58NrzGM5BFNgCIEqbfnigRxQuLQjiKz
+Ceep6HzCsR2yROGUPtkINQkubImluWQTb1o0Y2Z5E9/e3RWm3m0mDQM4FbK4+Usm3iZzXScu6BU
lfJQNK1C1yGpw2A4uxDuGmhvV5R3hfiYGxjcfbOifW1ZCeVGxkJh1Rdhpmpe1ya4/zjC9stQiM+T
VQpfl6L53Gg9B0FdvuNQl+xssHWg7Q/htkA/YBVHRY7kctJh2cSVZLC/SmtykMmPPwkzS8+Yp4LD
JHidJe3fPa5vmwk0l1a21TAOt7jLEa1WN5pUX7rAXCpUPi3Crm7RUSzuzfDAPhtPMHq6h/vfdhMo
/d+g0LVIDsxVYHwTKMVDiMVWonQBNljNe2ghMaoaRelbdT8fiAbbU69E+ima58gTi1n8L8MTbnOO
1/azbRlZRsEj73s+t1mZjacb+fgdIWkFYW79V5q3+YOpS62XDo3qAZzulea3Nbp19pQKiNV4EVeG
6ybtM2RKkbaQhsCU2/hjZrbYIOgyuoU23vYxyloHbYrnw9SXvRcSvR/brpY8wpwPGiwJr6vV2i+L
MfxqDd1eXWgT+rz9NjJ1yHQwj9QrY2y5n2j3UMYqCEOQB7uDGT7o+Iq3i+LWoGrv7cES76rM0XYi
2OuXkjcStJauOdparhSMqJNUA0WpJhgw9JncJmzp5XIks5dPuJTq1s4WuA646DFAYAyUCsSZT3G5
7Rerj8YEbnpQUpx+n+n0kehmO3u2UcEYTysj/np/y69/4OZkQ93mZnyTDkdY7nLAOEyiZImdJpDU
ZDlK68YDmN6rBN2c1goegbUAqm57G6mojK0zhG3QT8LMMXgetCb1gK0q6V0ssoVITxLauOxkkTeG
pdiLFO2qe4J4w2Y1zXiByrROTp1/KAacHTisuTSg79jtpFg39idhlLHuTlhT4JmXy2hVitOQTbZB
jTFMlxmeZXYHE+O6HnJLZZWntthr9r0RxRKUgDBQIaHxBfDkcsxqbIp06Psh4GZyvoZG9nUys/JQ
ZbnhRwYmMc6kZd5A2OqmeJd44GEU/WLdwHpqEHsSXDc2Elrv9CCSSnNfbzuypqSsRIscaUC3nv4h
msLlmA3tHlR+44YGGkSjDXtCiF7bns4K9L+OY3UIUj1/7R1xTC3ZnyXEQJaHskHRxtI+jXq0E6Hf
2EegRjQiQlRjtbcX86TgfW6NzRA0YT+4UTniVJf/kNvoXOvn++fxRrgMbX2VzcF9grd2q4WVl2Th
rTCGQFa6+KMmpN4851IyOF7SieTVTPriQyrsynEjjXval6sW+lvX1PkvLdTT4yiXlpvyjL2GVTy9
o+L3vU5b5UyM2z40qaS8GzRs2e7/6lsLhC8XkCrGAyvL+nIrhnB3+qkKx6CDaT8azgDfYfipTXXl
VU12uj/YjbMG0rlqfxOTr3De5WCVOWp5U6zv1NQM3twslptl2a8uVH9EQ+e3FQw2vduL+26Nulr/
0sjLVyHjvxw16c3e6qt4DBrT+Njmz0v975CdUkEc0h1WU9v7k7yx0bmzVsjtrYtomxTaY1JJU1eO
QTuY5ym0kJj7UqDPV6UHRytOxS8xzjsI/7Y2tD6yFCre3jsqpMB+l1O0Z7oIUjkbA2uxkbbIZ/th
yEwk3RFNPHW6PJwQJSzPYTynfm7Y34gzu4MC1unmTnQyZnuvzfPGtlofQa659e8rErASWiJM8nYM
sLVIntDJ604zyPRJ5WJ4kLJlrxHh1ngI+0FY4PzxJq574A9cYOknRep55gNFX/wSsq/LyfsZauU3
YtHu788MzDOiGSA5UAh5s6HyzulMLJCmAG/w7zUQjrP8Vxnz59Csdzilbzozm0ce7I1mMIpQZPxb
/a+ERyiRnbgPZlOdPyHn9rlvk+9yPVS+nCzLU6hmjh81mvUJun3pZWPbvGJYkh4sOY6xjIyNJHfn
qviNp/FcQ712qo8tEzsKEFw3SoTqJmU6nRBHUI8jqMPOid/Wa9iZvHHwOlaCNFnINn5oS8mymzYd
g0S3EhqKpT57IHWwP4ahdkyHITmHede8z2I7PEcWQp2KCkV3NAsy3Ti3jlWkTaitmZrfUTU5NXXi
HHvH6M7lUMx4wygdDjimcOXM/hDlieRHTk+eg8Cyl3ML+WmVPcbDADNw6Pba3G98HXxHqbXYRF+Q
Ibb8yom2FKfJuzGoU/xqIM3EH5OhDT/F1NwO4zg0uRu12mfaFWevW7TxWFjzdFDnJvGHflwO/Sx6
d2qH7hEpVfFoc0F5DQWuk2OE5qmYDeEWcozZjoard9KX+s5Gvn75+f2rgOvaQ8+dtYbQf5yaRlbT
XhjGGIilErTESRUiLNiI3b8Qr88moxBA8uhzLaKGfDmKTZ+qnBbcBXondX6RKstzqJbjMbPkwbem
Xt2Z1fV9DxwP+2TFCAlntm0Oitlq7bJEU2Dmg+qltjU+o0+zuHqkDQcrLSO/6+wSuWtjT/Xs1siI
yYCiIJoKd2oT16UDWpmi4hZqp0qcYjX8nCwoBo6DgRKorM7PXaedqnbaw7OvnxwKLtradAh2g3HF
5juaeW9iuNsswdCdiMB8BECm94bZPirSaa68dk/kaAUNLm+ldTzkB96ASMNe//8f+8aiqDQXSbwE
YzWe1Dh2NQU7ovB9rejeUpg7++fm7KiAKPRJMbmroma/LrjRLwEd473fODUkC0fSOOmG4yqz9SJB
DvTnekWdTHPZ2U03di9AOgkQnZ1Iu2zpaV2lZWUxox3XKN2PVsn9OPsxmr8jTFXuH5Mbi8pADuI/
aBhDOdi84bTGWMoot0tA20LUvMrJi9F/ltPZQ5vn/kg38o+VXshkWJiVtKlefr9oEpIpZ84chA1p
hQYJ9RBHfpJ6LfiA7nVfuy5zG/U0mIa/M/R6BDZbZ3XhXBuRSPBolrgcWohy6NRwWQKKoIMHgtaN
Hs+DfeRDGk/OFNWuZMTgZkaU+7OFNElUD/FOVnBrqem1gmHJEhD1buLQsO0ju9b5EX28+HrmLmAg
yqORRR438s5i37gTSCoBVUACyWe3emeLMqnTVOpyAErxDFxuj0RBBv/WUMDqvqlVsxN/XuMeoBDc
BCsVlxB0yxMCqZ7KtJ4xODayB4kY+xPWjLFbFdIe7/B6GRkJYX7s2iA3sJyX39KsoqptR6EELTqL
6nu7/jWYj4hauHSf7qzirUlxtYGwEQNR+NjEd2qjNZaTxWqA41H3VDR2hGWApB37qpO+39+i148i
Gv3/93AAyl95JXa10lihMWtBMhTVgdpI702LvTeh62sFyhRINOHReg63tPrJKopcHmU16Af9o4pi
udw4bowrbJPt6cKvn+HyyDEUp1zjXlFJgzfvL3G4ac6xpQZICr3TZF+Rn5GmP4azfKLV+dSAcdDi
ugPgXH+wlX1HIgQEB0HU3uSVKK+MqdMNGnrDAn0/oH8JUe8BUbidnXEj92GkVRqSu5nAcUtEKZol
zJKc6VVmpwTG0P0YOvqE+sKsjnkZvlN0/N1qCfmUwcJvIlXqxQXFjdxlqV/ruPtLtSAiXiB/yCpU
BIkDwM0uTwXA2DBqQtaCKi3cJv+tiS/3N+gNuPetqLBGnCzxlfi8bYSNvbSKhk+TnCSu0mstugIC
NVl95v6SW7X5EtfxWPhE5WQBmtFkkGLhm3VeG0v9dBj7bpK8SDXKyMvkCOUVp+/ynYN0o7aFziPR
/+r2QfPGljHv1FNUJZOpBVbV6m6WZtapT5vhqQyd2p+h9HvGwq7XNIH1V23/00v9vLMNbxwzZH7Y
ghRj1gLI5ooajdTqx6bXg8T+qfWroM25cPJjLtSdW/fGIUORBHczDjUdw1vwZxaYiiR9qyOaPEME
GfBSyyzJxI44K0+GXCWHqp6yo5R10WmYtF3p2etbi9gaEBMlCCzcaYC93HWhVCWNMkx6QGPJk17i
Ty8n7+auPU9y/BSmdC1rD3r8M1ZiUHfkaA0Fd753Ay459zfnjXMPSYtIiQjDYjW2oaEwpp48XQ+4
rukVUHIXKfwnukc/3R/n1odd3VvWUNuA3bgJYRw57ZpErYzAQQ3WaZfTjGL7OIRYsO2MdHNGf4y0
uT7VuLHL0C6NIG0aqGdf4zx+bOWf96dz/ZSSfdERRL2CigXB5uXna6qKkit+6IGhgwwa4zR6GJN9
RuqCRuKeTqRZwZ/3/pi3JoZuAwxevI+veaF6IVreEdsIphEwdJwtiBJ2ph+rrt5zk7jxtahUUJcj
DaSLbVugyiLNbPmHHoRV9c50YJ9F8rPR/KoRmr0/qetwC7do+uSgiFCHIwm7XMi5iiOnxEMvwKri
UbIeKy32IxmJZeUfrfldqMf7w92AABgPiAZBNKqKDH05HgS1oeq72QhyY5FxxyVyUNnyynxS+mVq
vKmOnKcQZcpvdl6g6ttRwjtZUkFX8KzXZXseldl4qRUnlt3BHNLFywxttcGgbQsdHKOLfulqHkEp
t7KxdKVwkZ9ny6pMV0us+J/7s7mRGDAbomKmRFwMVLuZjVBM3EBVI8CnQq1j1xKzm0npqaKd05a9
REHxXn7t4XvP4+Qy852vt2X2rY8ndzXoGqPzH1toTdeIvlYYJLBCzMVL8WHM6HZqv2pR8tJ9teTH
vB/drjtmkbrHeLv1XIEf8h2JmbnBt6XyqU6hp6HNEqjTz3gxPFh2P9L2HSqVFNbon9USz1Snikba
0/1lv/F2kOgAl0LPJp7ecqfydKXRG7UZiAFiipjC4RDlnXQuBgf1clUuD3ZjK6krVRNiwtSGDvfH
v3ER4M0NTQyBNPrltzBQjaQn8dVALIq8px9OZeYb0G29Otb2bK3f5rIJRnkbEGSje52+qC0xQkSL
oc0R0VqyJAc0HP3E+V7H4jWF4Cg0b45aOvcwEwqHo9l8CvVVc/c8F+fKeKnC39l8cqLYVdDgbYEc
soimA+VodbS/aw/3F+XWdiBvo269ko6Radm8ZMICa9HMTAt05buoY79unV/U7XxbfV5hgL4ajs2k
ndt0T5LvBnNprce9NYaij81SXZ5CsZSSnRA4EdGGZ1ULTwL3X934ZleTh3+6aT/L+F/rqXGytM4X
/TmKu7MopmNjROcsMj/cX4nrt4mfwy4HLKBoc40SWuliREglBtg/lh6ewfFjmjT6gbSSLAL2KrCB
/deP7irsCZlwtdDhdt2kD7OW2JUQMWp27YKRbisqP1HV3M2HOTnfn9716VtlZIiiZVSMSC4373sj
V6bZdDrexo3jVZn2volbb8zLl2XSjnbYk5GZvPvdu/vDXj+JDKtBbF/jUs7eeij/wNCqyIhgZJlm
IBWf5uZdNP2bheCGe+/hzdn9MczmRlelIpvl0DYDLSmP4NW/FXgXWtG/JiPtD8SICHn5o7TTGnRj
yzA5BJGJ9KDSbwGWIeqb2jIRI6ybFe6IzPApmqr6IcuK3LelqjvYFZpv91f0+hpbV/T/D7pZ0S5a
TCtKkVcbaEfzKUUA+Q7lt7AW3eH+SDfuBoaiPYBsEzDrCpIsOjEbY8qeKZyfMer1lnPmPHtqJp8L
9SltHofoHFV73/LmBIkQUUaD038lNWNWOoSSARducgo3wzJZ+WKKPYmKvUE2156aNW0h9euGmRS/
sUxXJMZzpf917MkCQpeihIb7r72FjkInMZE9crhTnDA8tMBVXp8Xv4Cbhp0Ibb0sLx8cRuJ5I6Lh
i5EjXZ6zcKimWpUiK0gMeG+mktReRS39fxgFBa+1GES2iyLL5Sh2LTfpKsIRjAVG6vaoUJ+zCRju
77vr4Bb1QuqphJory0zb7PDUXOCBis4OCjlHLjevZS9zMhuvE6d9RKViccey/ieLrD0PhVsDw+ij
yIWGIpjVesv8cVmhCz/PkjzZgRgXnFzM3DzS8pXj+xcvhymxsrPSqe3JSIty56i9Gbdsvh/NP8jq
8CTyFm/1PjRthCAsjXZgVJ8W+Qtmf8c8Hs9LjvJX/GOCMJkqZ92QDoPxOKxAAvUrWoXdRJ9dpy3P
9H882oi7xHL8aLUr52y3DLg+RtufyBZbYwTAPPSXLlcnzLOksmLJDMwuS36j7VB96iVZECmI+lWX
9NKzay31ydv1U2UuoG/ItCP5FnkIY0m+HWn9sVZG45Uylew1iW5/TpzRhKpn1n6vSP9M+ZJ+iGVp
3Nm1Nx4HKPuotBFtE3dvvTmrvtLtbOYasxbFS2bDlwu/HL5G8sNS/tvV7xTj+/0NfOMw8tDyssNU
hDu/pWnO8exUsygQYzGk/qBk1g/RwXm6P8iNmjPJH0d9tYTknGxVJK16KNEkFGaQzXVQOofcegI5
7lCRd9PFDZ3ouMz/mOJ3kURuHr2G9IGI7ik0XzRKL0oxHmN7fGqJvxs3HQ+N/am3z7X6XLb07h3S
iHrXYDY74cCbDclmE7EoFPlhhtG0tdW1lXSwdMGtGMiLUrK38dT+qJiN8ynuzC73plSTT2pvDTn2
NzoHXFcjJ4S6Wcz/9XpMY1xNrWc5ovQTU3WO6vK7aJw4dC1VyKi7WlkBCXVEwCWyUrXz1RwtlcjI
u3+nxViwmBnTWPOVdNH/TaivR76qxYXstVGGxc4Qi4F+qrLrs4NkoL/nV1HS59AAk9VYoZidH0bd
WrZrSHkdrLaRKXxLQQe2mhnoHnSVumTU6+b2kVBIfMAYSvmmR6kg521VEubSSJWeu0xIlttnSpp4
iO85p8we9a/hojWj60xG87mLcjlxm6Etvmao8ndu2JYhUbLh9MithVXqQ62j3i5UKfQkJ+ZxbPO5
7f15RNvp0RwsEpqmARU8GH1pxiekXszqoe3a/oc8SIp6kBDT0E+mMdc/SsDX72Y45AWmtYYIPasv
lvGM0ZyludmiGtUB1b7io9xTm9jJg7fxE0R1NO1p9+aJXHuiNlEbVtpOt7QS0EwsV6dSQTpPqabE
d8pBPMWj2h1EJO9x5W4PChGQ9N9QDGsTCMuNEsvlEJvBnJ77L3ap+0t5UNpjF/9twrlODyVKXkvi
X/oeNtNr5IgOIq0i9nU0V0TmF6fuH8jsd6LQ9Y/580hRYuSuIb6mV3DtH908ynlc6ZWcyyT0EifA
8FWBos940rQ9yvsVbLGOxJnlfiZnofNRvXwBsqISyzB0RjAnv6a2fdWS+jQOz3GRu91gvE62dpKL
913q/EzHPQmz7SXO2FBsINWte4WZbsY2ameRFkEoJeZV2Cc5Uitzi8J4tJLGVWhpU/CH7XcikW2U
uA7KzmTKiL7xH5u9kjlmm0JMMoO+TtyoS/wGfnuIiP7OVb59WhkHj1uobYjhkAduK9V9HwlFbRQ7
UMrCPmWtTdMqTFaPFhnlqPad6oeZGXpoBLQPSWQv31qzrY724HxLLbV/mvNRCWZBWJA1qC3ORqcF
kokLlNSlyYM+oB4sjMI8CiXaE4bc+jLREYagDfU25Bjp+WZfXO6JeMGHSW8TEcRZ6GopnsyRlH8e
Qvkoi2dhn2r9yWksT16lDIT0PM7NoahmCD+9V+W+IX20xvDQhIrbUARP7L3fd4X1Aa4BwiAbxk+D
P3FljN2koQxaKQJF+R3xEZP6qLTv04Neh34hL+j+AzVoXORK+1w2e192Gwmso0M8wuhgTb6NLR1Y
7TA00NpMBDntN24ZS7IbCXMn3Lg5R8TZQGbX80GZ+vIbSEpkVWhB8qiO9X+aRTk3Uc/ityQ8TQpi
0X4ywvFohMoRtUgs+vaYp9enRENeXcMFBXQBfddNvB6VKtA6cVtg64UbyvlRpqm1hT9//5TsDbO5
TjVTRKE9zFKgxrPbGSep+qXgkHN/kKucly/2xqNGWJrUjQjrci3bDGXsVDhS0NjpSR0HF5VEc6S4
a3xvBrRWs1Z4dtV52Zzt0DWumNXr0KtTBFkPFGX6Py+HzpNOggyfhC9CQf/K8iXdOjO6Yb4TSofm
ZeMumvFPpg0fpb57h9nbvyPClJ1OPDI9qoUJPPguzjx7/nB/Ta4izbcfBo8FeJTFoQJ3+cMiAMjU
rPPwZWgPSCGgTu5pZvxSl8fMeLDou6VlISw+5Fh7Ir3coYKmlh9WkwQMX3wlPyswBPvkc1IeHOdD
3xzVpDhU0zlJBlC+xourR7vVd3xzrt8LYmMyKl4s1vJKTQH+TaIJteI3S8cZbikjUVjoY6TTEsuz
ZZausmnqoGnz/mpdP8frwKt0B08+xcHtYkWJbtBNGr44sfoyWqM709iO/9MhzaOHvx3qrYqGWhNm
6Nxv6+3zR76aKVaoZLgavtTCtv3OSo6triyHsPgB6fx4f6w3+YnLMGMdDNoWQQBchy3hG4qNJkkk
gXjJJkvnmmnYZK5oafzxVDVRJjftKbNq6OBNriQRh+iRk72zJHym3Whx5qeyRjpDXmz1qA2wx11l
UMZfTpOFX/K8bHcO0/VXQBQCTyaiBeSlQBM2SwOqoOT6kuFUQo2aYs85LMQjhZ+1bW3nfFxvtcux
NiiupWZVTT8Ipqxztjb/itEv59l36OI+FpH9LZH05RjJafwQykl7vv9dbk7UIe6DiglWv42ha8Hu
B1XIXqTkWQ6PZvmcNbHv9HsljRvBH2TIFchS4LuvLUuXKwqA2uROnuQv5E1eH6KK2Xyu9P8ABQ4L
Zb9scMfoVBeSb5TWToR7/YoaqIa/dRqs+e7Wykizp0w4mNm/8Mu6j1mtK0+5kWrv76/kFv1B3MUh
euYdRTcPaePNwa1RKbCtCW89YxDx40S5xoP+WMEumdSYycna5xyMD8/dphE7p+vW2Kv6KNcFdgyU
py4XN0NYqJgkrOAEImgjbix6nXqRhMQHaj+pqr2vtOrb308XsieQE3tn9fO4HLJWelVyeg07P3wn
44U9q52s5BvrfEzbji7OL/fHu867IDBQfqP3gesKMefL8Wx1LgttMvKXYqBnGEhijELJr8ppLN41
U5moJye1l+YM9SS1f90f+9YGWpWCMNlj94LuXY7dzWVWt+2Cn19OC9Yyd5TSNL3w/36UlZFIdwYX
Amzzy1FUrGYgqMhYsHZFzlUsK69OpcyH+6PciPYgMsCypM0L/XOetsthwnyU87QT+QvFLNcyIq8b
6ToZzjL06yiajpIRHjBJjHL7oyT6ILP3ArEbMT9tEzA9ialXOdLtbpWtMOcozRjfwXB3ZTPpjrWV
v8hW/lM1enFEryZy09LiOpo64RX68tOqu3PSyPNRIFV+KrrsE7pKuZeS17krYc0LO7U/WFquH2Pl
f3kooUoAj5Pzw8bdtn/VC+6/KeokL50jHdHUeZ0ISNrmXSP2fNBvXccQMtZ2R+QyKDRffhxaQ9Re
lof8Re1F+gWfQ+FjxDa9GzNHZzcY6s5uuHWqSIY5VyihqDirXo5n9ZpTmDk7W85+O07qQs7IiQfG
xyLc81V8M0nbRACOA7+SjI90+Kr920RlDzqxxGfH0eh9OqDHoYaKfDYwAn6OaD/2h47uHDmXmoOT
S9ycKHb6EIKSU2I25VHTcueZZCHxYIRqnjXGg5+FjfQ+D0N6h5XWPs9OZ/ltGxlPoVGnJ6p4r2Fd
SQc9KarTmGjho6yNpqt29fBbt7Fbl7oy87Akq5F01JqHWW3JlUvLPoKCCTrB0m7nvb11UxMG0azL
GSca3nzgIYNwCASHfZW0/CZ/+BTJwlWU9Mi+9vQ29GYZ0uX9I39zU1FlXNsCUAfc4sm5ZAu1mZri
hcbnp0aZsV941qMisLrv9we63k3cKtyRpKv02rF/L3dT2nWxhGEDhqAEMhjY5krmdxzodLFe82H5
dH+067iJhxZZSVoeQHQQMbkcTSykpY5ZFS+a+e9gndeGh7xxm/E/PcyeIBN/wNv1/ohvJODLLcyQ
yCFRA4fEiIXB5ZDh1MWjrCCEb0R40sApnbvSTaXY+dWh7bK4Jd2C5Hqa05QesAUk7xF/nFcNt+av
cloan1W0VmbXGqqld63S1Hq3klPtYekK9XvZi+qjExn1zxAyweDLeR7S1WVUxo8W07OjDsNuZ0K3
PhjcbWgRb7SF7ZMzhEUNcWksXqSOlpRKdsGPIRLNn1J79Iw+2RNZvPXJSASpjbGE/LW5bqYobFOy
t5Kauvkw02oahMV8zLDgi4R8drSUrrU9O77rE8elCXEPZSmbtpFta8o8mDifzmHxYqKAVDnHwvxR
2+UjFfA2ig4O+fj9TXIj0mXAtYmW5oKVXbcexz/SKjtXYwsKLQaystSB3dPu/C2HQf0YjpX4TEOC
PXi5ltofI+jAJnFTBto5DSVqV5ExQUq9/3tuzh9tAg4I7TLwvy9/zrJkDrlWXfCkpKmnJ1TVomLA
5mpIC0puTvk+1BErwjHQ2Rl5vcu2pwXIlQwCo601Nr0cuaeqIMspB9SedH8wJS9NT1ok/3WmzjIT
fFO4Yel4Vy5HEcqEb5OYi5dROdMc7mbJh4HSyFguniWPEPfTA8jIDmP6OiJcB0UIAPUWGDFbzEp1
0iGT54W7Z0R2QX8lwd6JBm8tHsprazsXjbrAo5fTqovQEaGzmt3S814Sj6VBtlsqv3X+tZVOS0Ge
uuw2zY0soWjEUcVLiE1kCgm+lj5M4qOAghkuO2nu9Su0NnwjwbKy3EmrN3FnF061Nk8aS6Zlh2XQ
CTp7TyuWgzq0ewJo6zff7jxoQYgKkdKt53CzePHcdFG92udK5ZMIP8rVZ1l39RBDBEKbn7P9o3X2
RKpubQlISmxCunlRwN+MSRdlC10ND1Uqf/+PtPPqjVtZtvAvIsAcXskJGoWhbMnxhXBkzpm//n7U
ebgacjCEzzGMbQEbULG7q7urq1at5R1qQ5t2EVwHh9u7+UqCkR52uN3YUnRxE0dfDm3shpoWjzo/
S0GBTAFV1ucgKx1vfM3u0MvdFaZmx1sRxDVnpBeOLUx3ANft4kjrlCY2JnTMz6rxUKSviXZfiVsZ
gmvn1Hsbi7uB3ErWBR0au3U0wsN5mgp6e+Evhg1LoeNswxuvef57a/PXvDukYf2sDKXykbTRkn0b
y05mFLZSfI7q5k5TtlQRrvkGcBTANZD/cjcsNrPYt1EkdLy5NA1wRdQQ50EFvVVgu7LDaGCCC9Ui
SAG5tRhTMkhlM2Vxcfb1LNvXk6GUYJNb+TgOaXiXwbazMYlXhsWYeLHSAUZzwbJnarKipMiSFnHi
vAgOPnViG/KSf1TUpERESQt85/xuMKn6LzbWYJphNJpddVYH2XO7FuYZsxCM3cbGuuIRc2swPckQ
fWBpYUYAdRzDij4rLJDY7V+LIXiMxVe16nl0Fs8JheVGGU/zv1AK7RXIGgKUJmC7t/O0O1AN2HmB
upG6egNeXZxkZP7IsJCD46Po7F2saQnTplYz5nNntMO3ZIzDyCkiukN3/ajmd02phKLTUlmIdkoY
C7su0vSjqtDjtJPatNRs1HKNHzFYgh/N6KFC4JeNbOOFVe2M0ah+gB2pAkReWcHeQxnE2KtN0A9O
WdUgA0etbECww4H6W2hl1T8INODqDn33/Z+oNYfhkOhe337MM73p76qiihW7hI6lto3eksO9b3Rz
NjHzYn70Rx38QQGH6MbKzUfeao5Ie5Exx+lXqjdybBW9VQQ6UWypnPS0OHliSuK87sVTBgrQMabG
GO0wCGrZrisoFTpLnEWl+vDRzMtkg45iHQBya8/tIkBUAKKRyrg8WxBa4S0KSuXMMjV2niinPG12
inWUEgU2Tv8eLt7DRDeOH0cfpt7bCIhWh/WbeRJQPC8BXy55W8MskczWSPRzX/uHrNQl3imhE3h5
uBHprk7s2RBZg1nLjeLdshe7LKM26qZCP+dmBngECo2k4gWR2lVDo3Lz2Hsbe3TD4JKFyiotBVhU
rp+B4tst9IQWFKd1sZM01TbiP4L1ecOz5phk4Vlc6GDbQR5z2S4rV6FpBE0vsvvAB3d7Tqr8QQnV
v1ML8D4NEnTCwnxSX+sSSHmXKfmh6Hv9KMwqI7e/5NqaAhBmUTkLsbNwqTQN1A6JG8BXlbRrraMq
7UmgbazndSMgW1hUgtplaEGAlupw5OnnBiBgTZGUsjrn/sZ23bKyeBWkFikb38uwUt83JBqN7Khq
GwHg2lFwfZLT1BrJd/Dj5Q6Er5J++FxVkCdOdzRrydKdF5+ganIUtMlDc8Mv36okl37CTgP/T2Vj
3g3LxEcgog5SaZF6JoRKHXCzE0S7oybu0/CDHD+P6jdR/iySNhbVzGnIW1XdeEBf9MlX6e9Itm7M
a8N/9znLJ1Gj+4Pi13yOojyqHqyF+mNjfW7kwxA99NlG3WMdkYJCIugAiTCz9zPbl5ON78eRoQkG
wqyi/jjEmWH7BfBBj2juADqzOsupz13AlfKh04rRKdGiPdzeH6tIhG9A7wVeCCpz8HMtEjOyEsQg
KQ3jnHA/Un3axenXf7dAVp47GKgZjEbznL8LGM2ZmceaavNciILqxGz2nZgUW2IXV1aOFAVwTPIx
UM4sj9Q6r9scoUOO1LY/CMofALOPQviknuQw2fFM/+djhYwIVQ2wHyDZlCVFSReiEdgJMdNmivea
TFo7QxpQzfUt8cP1pqfyxsOF/4I0BXN6OXuIcBaSDEc7apHdQ1Y3ISX+8IPkWRs7cRUCg5V/b2e5
8eWa4oGInbifbBOqijj8DHh3X/T/fsnPlkCtUBDgp7cyyzt/CHFxs5t5VTIOhYPZ1oot+n5it2B3
d17iCaeumbw7OFYhavIG4dC2mcbxk5n72465anTnOa0i2cX7QlPmIHwRuIrw5gmG76GtOAp2j8RT
mn4O5H2Wqq8e/YDl0Zh2ZTG4kZa9FMPwSs1uBogmcbnxJavs3twgxGU5hx4cgssmAt0vQZDWsnXm
jUKNV8rqU5kY/d2oZPGewLujO9CTDmXjGydvlKXT7Ym4Zp5OXYhMWRGFNMOljwV6WURWhnmht2CI
9OtdYRAGZpGBwq91muBO1jPUGbWNYa8eDjxNqC9TlkTlkmTD4vyLuGnA+2vtWR1dL/yqkWULpz9m
dvK0jdfAeoQqCSfINICDQcmyBKN5oxDD8FMN58mC7lJo0TkYHMH7Qs6w7FWSeYIDt+3Gfb3eUhid
0UyIRaFou+xqGHsl6DVfHs6S9hEMFdcpLNzPmT5uRB9XppHH3WyLNrqZuf1y+epWRLYmMIZzSVcZ
/CJ2a2Y0BoPNll6ksNyIEOYD5/LGVmkoo29xBoTiNfOF8m77Fr7Y1l4fjWd6QR57CvSFgERLtkU6
fG1QpL1onUCod/0UGMyoEqhqjee6pjO1fw4CYNKZ3cBC++9twfNT8b2xxeHXmmDdkTAYz8YU4AiO
mFc7S/SflCT9m6k/qvqxE4rHvLgLhY21uzab3Fdzf/wMPls2IoqCqHZe3IznQD+FhnDKYlsHUHJ7
f1+dy3dGFvtsynK6EMVyPJP4OxpqaCf9+NA++sF+ErbW7YrTI1jAX1IpsIcs2dEGWsgsI66msxIB
uQy/KbXsiOJPQ9m4r64ET/TEc4HAvg/4hqr/pR9WBh6e6e10FirQTcbR/Co2tA7tcsJDiHb3WbJx
5a/r/1DLvre4OCbjXo7p/8ei0U4HU80/ts8TREsOqQwUMof8EeH5u2yw5e6/skw5gJw57xh23+VY
o7gadN3vp7Pmelm6r4pjyvv8QMJSj39UH8D/1NPH9F8z9XN9i4YwIMb0yK4uJZiB+7GUkPGJIhJ9
obCPi/jfj2VadUj50h5OjLks+EhjFIeGlIsU0ZW9JhQEb8ishlVTcziH+3oMz0pNe7oqbuyIK15K
AwRXHcEb+O8lLkGidieNSiWeja597vK7LD3V5s9Ybb/d3nnre+dNWYoOqNlTISe+XDgATdVYRb50
hoqwbh6torPTAo3Q3Sh3TiYpe6P+fdvilX1BB5+iwFOPu9IDsXwlTmrSSLEunSHBUafUjmrJkaO/
fQJVSvagt/dx15/gvnzesDsP5fJemDsHAeuTS5qZyBY+qmitSfSrSefsUTDvJlUirQYn/PgLyl/6
vprspdSzvWT8cwwxm+UqAvZBin2ZYI+Slm3TmtI5qunwjx9i4XuDKmPohsLGO2b9wri0tLhmu0Ju
pGgwWMsmstsfov8qi5+zMt4F9x4EaBvTOR9f6+mkwAwDE69DcfFqEjujgVyVcdXjfnItDm1a8z0N
/bNIgmzNg3Hkt8+Jd9vstTEyX5SZKACpBMeX/hpaUNxoaiafTYNOJusQNM8Gen6e04Y/BHFjQq+5
Ki5KBW2mKYeKYL4c34USlRjGU2Tm8jkFy9r3u7C20T6GqmmflnZYPgldbCdoe9we43rvz12uMzkE
6Q2F0/TSatEE+jhFiXwuxScQXG1c77Px1W/7jav9ylxiZx7ejM4nWrq0U3qJEpZ6JZ+HonbM/EeA
UFIUFmBoUJeztHu44G8PbKWzwjvmwuJi9ZJs6CbNqFm9PLbjBD7y3M66r5THBcUph/LYCTu1thAt
M2ze67YQWIDGdzk/NsOvWisfPOvYpHZfIiaBm9Whccx8/ZjIhqMpoN23QFtXPQCsFsfFzN+F113O
UR6lcqu3pXwuhEPkxbYcVbvsANRTKiGQK23PoLl1izLxSpoZ2gCiBl46HJUAHC6tBqNUUJvu8LtA
+414ijNY4V5UdgUPA/E3ETvExpXdGvDmptbd7UWaf/diX3Ml4O0kuYEOL5vGJK3qp7ZqZeIjU4MP
os4Pk5fEh9tWrtw76NAQK0A1A0GCtbh3+qqczDTw8IQoe/GG6VxOipOH7U7QMxqCRZZTIadVbxzG
12Z25t7kYQ2QieVcrKceVH0lkO86590vGOB6LIwC6ri2MuxG00YJWPlTC/Lu9mivmp3JQ962GXX/
RYAbdKVc1JVAFhG0O3LmtTDuBj21zeGkS1+LuPikCwc5fITV65+DJDgj31le3LY54OTYiH3tnA9l
RddrT+TSII1ye4DXlpNrgP54pGcQ7FtMq5KEShZ5gXaOPOpoMe2qzd+xPAkwNvtdt+8/lJFxvG3y
2takaD2TNIE9pK9iEV+Lk0athy179mtb3Dfjiwy9Xxkd+/yTmBiHfoptaSOGWO8N4niCuTmpNtP6
LSZzpPdXgGB+OidypOzbNtRPtWBUp9sju2aFijKh0cyptdqBY6BOSh4U01meCGjHEL0a6HL/VfWC
eIRrlNcrKUKQ08vIr/LgpI7LcjrrwpQezBDmFXNQwo3TZH2XXVpZOH6eWjolax4GHSKmjwaiLXt0
6BroUk3hZHlqvzF3V+xxb/L6p9ZL09QS9jZYk5x4cSydvUjRv+eaNR6kziQ80LygssEGbAlur9/H
xLFvBHL/iWgXB9msS1bxDiHootgNfNlrAjqvoMsS8rLpNrbZvI0uz2a4ihGBBg8ls82WSd0gG8B7
Iah1rlLRNkbfDoaRK+mj5v+ZzAcl2thi68m8NLfY1UMp9KkFwhOgUuRoyeiw4Rx0e6t/z7heGpqP
l3dxlkz+WG180QCEkv9CwvcxCKPJbmVbNgJbMB4EQZsZOltX9b71KMPc3m9z1LGa1TmrSb85T60l
fYVhFroVE+eeUxppf4/+Sf9WJH9iuLlu21nva/D/c1vFTBcMN+pilEkdBqWAwNx5qvyfKchzLjov
3bjh1v6IEXq+qGjyXiXtdjmVEjJng5mn5tlK0tABnseYqBgBum/6/2Y870wtojk9zUy9gH6FIpCZ
2YZaZPtwgPLzv5i1d1YWTtj7U9TlIwMyvfTQNBNafFu8Qtcc4P2cLRYGNuU663wWJjV2mVBkTko9
rzVeTT2BjST6dHtA13bVO2vLpP5MgpHrHtMmaUl9sFqv3flT8zJa/mNcjdOGP7z9uqV3k8Lg0QTr
3JxAv3QIdaqrsFNK8zyO2U6G7Mpr6qfakvZiZO6m7t5q2iPCbCdVbh3xPh4TO2ylo5S3363I+1p8
jDvjjxV7tjIdFYnHDwn/IJbcVNHt0dsZEP3gBccRSH2u2l3cEZJ+vD1h6+WZ/VgmAUNgwY24uEOm
KoTWF0wMhGTDBAKOu13eNcNO9U6Zam6dsVeyaCa6wmxTMsgk/5d96+qQFChXxwrB95fIuqMVNc3R
DBHsoIKDMGxHxxuav4rwHKSy3abCP3eG0683czAS1BBqgHG8XLBamIGjQqGcO0j9dlS6FFuNxC2E
x5XwCdy0iS1ih5mkeBHL+KUg0P0S6udSKeysRolxz5vP+Iw4XvXau1lQbRyza78n+Q+HkgmdAay1
b00k7w55K6dvw/cqgA4dDNyCWX4pUpJOYvxNKK1uI+xdN6UCruVpQfs59TNmcXFsqG0MjUyogxyK
5X2ZTdTn5OwIfIP3rSX/BAIVocNq0q7aJafUY180TXzUij+DF54UuVBgTEiqe1Xqxvux0n7edukr
sAKwv8gAEHmBgSOevFxks5VojfEC4+yb0kMv6I9V473QSm3n1meZZxBCsTu9bu+8OjlAB5mqj5py
X0vmXupceQsD+ha3Xp4R89fMLXjgWOda/+XX9MLQW55HsVj+PBBYmPREf7PgqHVo4tLan+EvqXes
Z6O9uz0Lq40NYRjgCuab2xWuiMW52+qxXMOgY52nLtuPwVf0dh0hfzamV1hGb5ual/tihLMp0sVw
wFPRpZp6OULAyWqaRY0FbkLf1/kL9N+2gDZrAh9S/lX9eNvaytUX1haXsCJ1fsF5ap0z/W8z1jad
U3T/fpvFAm8bWt32GEIHjfa1uUcVT7ocllTpo5BYgXdO9NEuuRjl4LvVbrHxXLNCPooiPyhFCqGL
dRKjFsVpIfIIqitYInZS9lNJN3bEKjgiATWjkOGIIzTi7XM5EhkMsi4WvnDW9LTe9Vou2Eovp6fb
87U+9WR6eMlsSG/INhrAL80AlK+ETBGFs1g9RpTsRk2z6/g7yo5dk9mqt5MLwBjSxjKtHZ2XiMl2
55kGqHZJpYpkixBqheK7dCHa3fTbamq7a38a0lekPjZsrT2dLD6ZQ5wcWC1rdjnCMuqiWMimwO2z
P0MovZrtkxi3O5AZUGGpu35L9m/FAM1VRVqPYhqAE7C1y/uyrYK6mlDYcFX2VFr/aJ1YdNEsAZBP
4/v02Gi/egi92vYjyHn01kASC80D1DXHcC42fEUjwShgNrUSx6/IxW/xPVyZfCAwpAnmO51X02Iz
TuOke1bYh67pPcaFT5pFQ1P6T+F9RYtrIyResfUxGeQJ8Su6PHHjZSsEiN6+9+DcdrPuJcq+ef2n
aXwctc729HrfS8dJ+10KdkgUS3Ni9iurXBkqM/VLVygwl0yircAY38xYW38LnbfeYcQU+P1MY8gp
py4cQ0R+eRxTJXKlEOhcnZF/TQbP2rjlVwTHzAAuzmYmXw7ccJkxnUaPdCFN6q4m+zb91LtEjE/z
W6SAh8kXnpu8PLWFuDO+eENu8x6XA0rKYK5SnwJQ8oXeOEcgSh2L/Rgdmjdg3wA9h7ZLw619OR9c
l7cC2LKZcPtNvF5e4kpA8HhGMIqx2wZOnb2oeXUoZ/Jl/Wcr93deijbDxgF0xRnBYvGcoXxBVW+J
cw0yWUomw4zdyroPqlepfQ79+6Z+BKC5cQ6s41iqB/MfOgDRZ+PyuzwIAj8tIcj0MjfIuwMQOjuM
R7tipL2s2YVfuTxFcUNvF4+fJS97KofunwfL3NIISyEDBB+I4ssvaMPYKHqv1M6CYDnhOO4hfknI
WkhycjQ3StDriYXycK6agKmfo8tFQOXrY1zJZsj9kWnNIUyFwB4HTX70cglUv1qrrtpusnlfNwrB
GtTlFKBXqotJMKWhGQvnsJDg7laD3nQyy5f2UwIKVBzr2mmAtn++fYmtT3hQLWTsKEmznVc7TMr1
TirkQSCPYFaTkxWhpqPaC2EOJ3xee3Y9ehY1uFCsxT0AjnRLYO6Ka73xNlPnn2nsYP+/XFiyHKkq
9RNf4PlBbg8JHfqAwILHjASz02Vs1C5Js50AFaKdpTE8Lnp1R/glH7UGcp3b87EOT0ywS0gdIK1A
MWsZ6qOTjMatKSZuIA7SPhPkwcEmheWi3apgXTFF6o1WqTcRX3OJ/8968qRVYMVuPSjKLp5hWUNF
20M5jFt8U2suBcYE6wigO7iOOVRn53v3XsoF8FlhG6VugdhTQ3+BWdaQBVZO96ATq3BuyMMn9vEj
h0g37rLKuGuS9FjUB0PL7aoaDmNa/qzpIJM39tr6vTAT2BNbQKIEMmg145LSJUHQpKkrehY6j1z1
0rEb051XgIn+LlWtY2gHBZmh5tgYD0kq/POKQ6Jkzq1JyDVwviw2O6er2si5kbqeeK9mKnsu2aVb
BYbV5gZsDPcefAbmLOD5Fkq+m39fbaEPQqmCuEa9D1TZaesPFhQFreZSxzzc9uF1YLqwthiSpgpt
649+7k5mdzLL3ha9UzHsPkXQ50FmoJ1lZStSfCNyubj+ZpsQdvAcmreNsbBJOFZ31lDlbg1zgR1I
Xb6P5OwDPUc/KnWsD1xW4UPUhbDztum4U8Y6uqcZGPJN0cp3hRcJP4JM2Kp+Xpt3crGwpMBPBMRn
cW/5nTI2YzfmLvUXvCg0aBhsOgP8a/Q96JNyP6nbDGsym2k5FVQN4OQj7UKQvjBamZFe97Weu1mP
moJWq/LJV+kbLPvUJyFS+3em73N7CYKw0+PUe0Cg9VsuGeWpLxvz74YzzBO/+hq+Ai1j5OWArFxu
/UKE7dYo1dwdpvyulHTb/1CNxa7uatSpQzvW71sLCZAdMi+3LV+d+/mhQhO/iE7F4mC3wpFu88kv
XLFtPtXtGO29ktZkWZvUY5SJBoR3U/bzts3VmTqD+jm559ub5NDy+NYEIFDCNOVuSKIPZHyEMFfR
Ck4FLH9/29QqBJ5NUS8EVUUQxmvgcl71aawJeqTCNbzvivxJtz7d/v2zlyzWjT6CGSrNG4ySxjzU
d0dGLyFAkVhK4WqWa5invNs1sTPUH8cXQduh1Hvb2pXFurCmX1oL5Unvk8QoXDV50RAO1j4EP/z0
FeWW23ZW8QYPyfnFAFv9f/69tFOiVBJr5lhAz70boR3s/5bc8qL/Ar2ZEw/l7ra5K4t0YW7h/KYl
jAQumJuQLIte260i7rVFAq8EgIC2SwKHReLTEkwzC0l6uolc2UL9qo/3sffXK09S6egIEHb0kv/7
iFAtgE2L9g+4rhYWZZI0NC6wUGb2EAj+XkW15H+zMM/pO8erAxHiGRMLdCYI+zT24S4ZSSPetjI7
1NK9qZDpELpyIZJjuLSiR8loxWFeur5+CKCkTT7IaWYPxgb28ZoDvDezmK4OSpu8rmczyBg22X0g
390exzUDwNDB/kKQgIrg7PDvZmto9LEggi1d06wdKX3KtoO3K/fJTCuPwCXPAkAIi72ZIHWlkXio
XKO9hxe8VW391O9iYjbFOIjhsyTfoYk97Ic7q/4UBuoeHfLY7p2q3WnSgWxrutVLe2XxLr5oua2y
qEzrwajcQWjuxFicHcTOgr+duJWUvHIuEZbNwRONo3PTxuX0RmnbwOJowALdj47Y/dXNh5DwQYp8
WNY/3F7K+XctXJK+EF5B1BWgJVqqIwyinpRFWjRuC7+kQ2oHCds6Su6SiMLnv5vCZZCMpM+fGsbi
8uj1jlR+UDfu1EuOippoxDtvPN42cmWV6AKdAx9KdWyxhWtidzQno2ncFK7IOKURPY5/GPl4X/bF
xl2/fsXNCSprZtwnOUDaahH+RX3NqQSHtIumxINUH0cD11RfFOPFiHUnVaNDDCumJ6h3taAfg2SL
2nA9Vlr7SIbSRAESC3qpSz9RYWqEprusXT4EEN2fRH71hN2AmOftOV37CM8U4HRvbGg45MIf4dAO
I9TwalcSIJLOcvgp5aOQbyVc1tckcBoGRLJlVqFcct818CzLWTc1bqZGdi+95tEJMe5Rgd15zJxS
Pd0e1RVzJBxQWgEEy59l8WRoFKXpY6UhbNI/C+0BZE1XO2L7WjlTKW7VT668T+DE+X9zy/yKBFMi
XNxj4+rZrzHqkKZ+qMpvEmJD3i4MzVPkqXYT/b49xisrh/LWG4UNiQYaKS49xIuTKq3QQHNDhLfU
7mF+zHrFhnusj6uZgIKtRkaF5Ogy/pSStCjG3GvcpKAXk87lngyKlwEy/eAZxcZ5dcXnZ9JvBH8o
hfJ+XOzvpiNRZIZ9645R9nuieT8Cm1FNEpKXW7H8lckDQTaDu6hjM7b5U97dclIvRkWjiK3bqJ8s
v/w5WfH3wf/32iFvNGryZKJ4RpIRWZhpNR19+Khs3T568iJXU/yXStsLwr1e/dV7mqV9EvuWdBdN
6JQq+cfMv7vtJOsuyfkL6C2DCoxmTXgLLgc6iR6sg23eupaZQL1m96JiB/6DnB887XmadlOSOShU
jAG0g88NL93CetzCEF3ZjRffMDvZu8mW5dwbp6Fr2fwkRJrHVkkeTdRna/gHEeL6NolbpODXlpea
HE9WKqjs/8Xpnbdy3YOsa115vAvGP1kR2EV+2Jja+Qi+vF6Z2ndGFhFfl8EiasZD6yb9Q2eAhpGc
QaP9VvyoDMfEP1X6l/Dlts15tVYmAUjhUxTvV5FTLiPXncL8hduGjoJ+EPIj2RdP20piXrUDnRvM
Pbz5gWVdrtikW0Ga6ErrhpH1o0fkxQyEn2n0ZVS3evavXLTMoo4GOVQ3+OgyXTV1kTSJBaasKH8M
46emzfYlnZ0kLnd9Yuz7ieJP29tS50EzMXwSs3pDnXkd8V5+wWIdhXqo9BCZJTfpqudIbj5pwdZ8
XvXHd4NczGcbmVafUfR2YX7d11JgW92jqv+P45g/4t02U7wgzP1W5fiUs10n7Y1+axjrtOt8msDL
A/oerBF9l5cm2j4UEfSy5tNEfU3Kp9CnXdUJA6do7knZnLREv89CRwXeDOT5HJvao6/7tjbUJ7Gg
sKJ2tiqMtobIitlvvIzWT9fLb1vcHknJfdibDL/cI1LMc+KD/kGKP9EGYQ/681jJGzHGVc8FtMMT
CXEviM9mv3o330Edt7Ui+J3bNh/FkcqkFT554Vwil5+m4WNGwmaaiqdUrI+VJt6hd77VRnltm3K1
gE4Bnsl9tggSdYgYRl2eelfoKxsp0FrubaX6pW5RF19z35m7Hv5kcMOINV+ONKtpX44tqecC41lU
nIqfUznat4+2a5cE4iz00tLlPZNqXNpQIBquZCMa3HIq95H4aMj7oXkeBm9XDPstFbBrvkJ3D90j
RG3kNBdbPrVawZP1dHCFuHP6IDpqtNlwyJRN9tBFhl1C2SiOu9sjvBZLvTe6OAQqgTpIksYDUeKf
ID4YBkXtr3p+ImC8bWhdZn5D8cDiP8M5QC0t1qvvoLfMdSwZue/MiqWZWd21YvNKF9zOi3+q2bes
scuwdkM6WJCUO+rStyL8kQvddz00jxOMCnqV7QcpcQrFO5QoDrQvTQnztJgeb3/sGu3FxwJJJ8M5
s8gA7b9ceEkLAkivWYtUvGvznf4VyRd/2Ftj4qTJz2af/gppZfsDgcTg/QpKu9t46s2/f3GnXthf
HJsQ0g01VX98IZJPpSG8mEO+FYXNzruyQaOsyBFFDnSZ8TCqUEq0shzcaQh2KA59N5WzrjVPae4G
k2nXwLbz9i+ot70xaVsTPDvz0jgMjXPFAIwX7/PLCU5arVUVrx/dpLV6RzbHOxFFJBrCFO9VCLuf
ogIdgN8Ix7CUy30gIubWGtFumKR+Yx6u7HGNNnkWnCwZNZX5PHt3YnYCAXGTRnyJKn4r8z+i1T6j
Aub0AgD276K1hXO8cm4BN6FMQoKRh+Dy9QIbmab2TTe6slE4kj/cqcW+M3pnCBJ7CmAp8u/BVozF
j1T9UpWWW/1ofe8+ibZYF676OL2KcI2S+Gboi3vTzGoz8etpdJvMjeCxaANbVh6M7mga+7E5dIZ1
LOjqhw7wNLfmiOFBhChK+pNp/oa3X7u16AGhcEftBGp3cXH0deho+q04jm6dP7SFE/0pdlZnTyBf
znK3N54m86vhb3SKXzVKPxLZPhBmoDoXe8wTphGGlnRyC2SWBpTAghbiamjXJ1J7oFtMUg6yHfuT
XaBk6BnW5hN9fVWCo6QmD/4G3hhC6EvX08N8qAxNmdwy+gLJ0GP9gyl6KCOrdMq+hIe5cATRQWIL
1Gsl3PltbUv+7y7Lfgfxz9sn3vrAgTGFjBIURKwDnS+Xn2IqI5Ivsji57QCeSS+nEw3C/0xfQpEQ
GB+dmTRzc50uLpug6zWlairR1SLfyQ3ZpoP8b9K9/vtQ6CViRoFPcZPOG/7dhjYjlHo0oRRdJGAf
etkIbSU1N7ICV7Ir9JXxfuY9AjDaWnqsUIEuoelAdIP23htQ6b0PhacmOidebU/EVApSl4G61Xdz
bZXedM05Pii/LUk+5SKCz9rDKgouow3TTbxHy3oLyHDNLeFSopsUOPbMAnM5gUFsaAlnhujm/P4q
9o4gG16QzvtRBOH+39fqvamFR0xWlohNoomupE77bnyC9dP53yws9piJ0phSlioWxBHURZnblpJs
RN3rI52H7xuGkCwzPrcIeYMolI1KS8W5ShmjQyEi4ipN/zwQHvYqD1JYGCiKLkuhRlB3ElZk14dP
tKmOCYJct6dqPQx+NVcyeSGqbEBmLtfdqgWhjupEcUVkNKOk2vdg2lNK2LfNrN2LoIO3yVzL4bBf
vteGikRX3kyqOyK6GounZgrtSbsP460y6BVDbE4wynPHJBH84oIzhFTu+lhS3awpD5EePhee+Vep
wb026ZfbY1pvTNgNKbkCaZtBtctSA0+dLIXu13C5VOxA/F5wst22sO5InnFb4LfIvVM4gQTzcnWa
UdWyqclN11CcIX1syvFD7Ukco71l11GbAVgVfmhhXwMSfbLgvd74gPVsUg3lSACaO+/YZfo6BPg/
TGpouUH91LYirLRPeoXGQ7iBVdqws+y2GsbOr4MusFwhiBwvjOwOXJJsnbrk5+0ZXQd+84DQkWE2
qUUtA7FhFOVq7GLLLaynUb7nTW178Gq12Q/Jl060YH28bW/d4TK7x/xWBVAKnt1YrGCua1lMS7ng
akGjIgV1V0v3Yt4/V6ZIW1Ln0PoNQwZdUk/W9GFKArsWfhe9wp1PvzRwn3AjAroyAVTVZ7lHGmIp
di8uSgWeurnSEzwbubCbhB9xq9xVQrkPPQh6e6AQmzCw1dpiiK6EWXaOOgg1l0sfNrUejWW/nElj
X6wRIl7Br5pdZwh/e0T8bk/3dVvzGUNUzwLLl7aaqq3SwOz1c2tq431Y15/MGtWJqqyMQ6QpyeG2
ufkwuXjQzE3FsDmBsyOkI5C9NFcV6B01lQarYrcrWqgp9WNXdS+q7n3Wu3jL2ipXMPfGzHhSqhIg
cMTF0eYXhdrU9EmfW+OrbnzpSv8BtZAGle0MDV1OEkdttyZ0PUJsqhD582ZBGXTZDoa8d04mgabL
qpsgxSqbZ4KvY9V5pZ0mo+ZoFgD125O63jLzONk1MzidjPnyXO3jTCrauDHPZQUfHDbvckOvj7kv
SncUKh+U1oseg1hojnGefct5LTsQoaBdGUz6S26VyIvUzxS+PdfTEfQuu02CitWlOcsocrfM6w6z
zrL+a/SodtP/bZ4jAXXvFFIMv01plEtfNqZiDoUuHQxDkP8R+nF80NB46WCpIHWI6fgwOj4x3s9T
c4S8rkOZqfkEnNYOX5S/44l0mIqe6m3Tq8uNIc7MH7zN6PahJ/DScl1ZatC1BWSOUdIfpIqmBzoG
zI0gag1uxAyvQOInAmumcxF+aJZfeFWiWmdDrPTvo99y9kuBan015Kn+WTYph+bY+9bXiR7J0m69
MPZtgbOmOAxjT29sGwZGchdMeXdMK7Pf4oO9Ng0QMSPVBucsJZz5/79/V/i1mLYzRXg1+dMjHOq5
HchjvzHZ16YBWewZ0wh4i3z2Yhr0nE7IWva8M6iC4mEiOrZsqYopEqNJZOuTnh9jYzT3atxrZ0kB
spbphe80fdruBTMy9kUrJ4h2xVvsQ6szBwzRzIo3J6ZmxpDFCVeXQxGLUZy6qSwnH9QwkI6+lzQf
PF+qnSCkTwJUMSxSZjmC6aY387YXrjbam3lUc2a9EmBgy+kP2lBsiwAIs5Fau6wTw308eSH5uPKf
kTc6p41JJKdR0pKhGL5c6bEME8gozOAZkuH+d5IScHehVN2NdSICvQ3aH7eHtn5NYnCe3BnpOL/r
FjdxrGdam4R++KzXv9ThtUerC4qnQ/ipkCH+D8qDJziCusWEsbohkc7iyMLJAJBywi48zQ8QBChj
M3zOFBWxxlL2D9XUqPtYrws7HLMt1blVvLGwt7iRe5QJCt61jNJ4KPuP6NvE4FY10otOCjn/7Tmd
D6WL45Jrfw40iOtopUHF73INBQn1kPb/ODuzHrmNJQv/IgLcl1ey1t5UbKllyS+ELFnc952/fj42
ZuZ2sYgidAEDNixAUZnMjIzlxDlMNV1SjUJOhr5S1DEhq2r/QKP1T4z+9EYAsLKbxFIwDs6cm/Ox
uTYot6oqlG2SXJTwSZrQXJsub2O9NWu+dlSuzCxuoVTWKlTRaQJ9qX8Eym1k/qPkh8c83ue+5yQ0
8VrFPBWSuZF/3lx/NvTj+ub1f3B/ULsngxEL8UVEHVAbHqPkUzlAonKhb2FDjamjHvvnn/CjxcW7
0wtxo3Irkks1vghWtUMNxn8WikOFWOB9SyvfjiooUoCUgQ2yuMWmGgIyHnIopxcVIeSpC49p+FVJ
+5dJ3tKFWfl+eHdYpeYZcoKb5WSpWUVWM8lxfhlzA9oKzWEfw8GBoz1KIyiqnSxvbC0CyX5/ibfl
TuDAs0Df+9QuAcvi+/VVHsq9MTGtXTd/l4MzTnZNqdc6yMG+Sc9SUtqVeJTC5KRvEqnc7u+17cWX
tJIGIghRwvbwOYAhJslOaYu+4l8ba7xBP7yvEQkwyjF0mZYUh1mUN2YUl/lFkC41Gqp57R8H7ymy
HtG/oFrHeONFE37et3rr1ubF/b/R9y/+4WKkc8batHV+kRphJ8QWl0N10uosiZALT5WDKMv3+xZv
r+K1xYXjroIh8sWJZXa164vJTpqes/pQhruwf0HOAfDq8b7Bm7eXYITOOkd2LtwyKXt995u0yDoe
5vxSibrTScLON+VTmm3wQN+WOOaYh2+H4gU1DtBB12Y8f8jIGYPyInioMlEq7nY96jC2otTKvin5
f/UQi7t8QEcmUYb0L/DNqVP7RnG+v96V80pHiClMhpXeI/vrH5KNXsjTqRWXUO1JGmbplgewszBl
bk1cruwsKSr9N/gD6TMuMV95QaOLWk1xydvRzsThgja7HQHFvb+geeeuX0NeJSru1NwIjmm4XS/I
UtNYm7q0vJhZ0h3KQISvr522BNFWziWDGjS1oO+gULS0UgdTGVfhWF5o+x00r39g1tKNHoVw/C4J
5o8xmY6lv3EX1vzaldH5R324fkHvj21u1uVlFPJzHH0tK0ol1UMqdHZWDbahtQARz0PhZILw5lfh
5f7Orn1AhlNmkRbaV4hFXJvvZGMI0k4qL16joZbcOF3X7hsh3/0XZuZEn3oprYWl9/YmCitWoZaX
QKAhVqolcrnmYSz0X/ftrDgzQIH/sbPw1GYQaj394vKiGWe5rJjm+iJlMFc+5cknBss24DHz37Y8
lubM7zFPqoDvX3w7v23TONCq6jLUWeOqeaR/bfPYcujtQJCey8U+kqI/FwUlRKPrzW1jMuKW/8BI
qL+ValpdtCg4IY2b0fXTpJ8U3GLlFXoJgvx2yo5CskXhs7K50B7S/ALgQX9q2XGVaPGaBWP9l0nL
EYUwv3Son+6GLHY1plvCxjQcS6Bfdf+T3t79uWIsY5ShZxL5RXAT08RNE6GuL6NR0XGWkuBrreuR
e9/KSmAza74Q3GikyNQTF29EVqaiEKYqi0vH+FQHo/6glVa4UxAxZ5ZcrF/zsh++RkJr7kq9FQ4x
Sdhp40fML9/1geJHUKRAtAAqVNol17dRj80mTiSrvihVKdsIuVH4qawfEqxq52kEGWZ08wCsp6VO
nrT5Hs1qi5Jg9McDK3MdgxIZKR0FeyAv178jr2HsJHOvLy3p8J7me3OaorTceJbXvuxHK4s4oDMr
OhkhFS6YuPo98TusIWPd7O9v6u0lndfCwzuz8DPguLDiMdpVhyl7KrXlo9J4EVwE+s9IDo6+72tO
oLcbEIlbl4pBrigmAWFyX643Ty7DVBEsDGriiFBbIP2UJQ8xcr/aEhq8fedJDnU6RPMw7dwzvrZE
mc1gKKRqLnX1qxu+Ku2PMn2rvA2furKBV1YWqWhG+XFQyry5UD+CqBnuajtAdwm6HPjIMjUGcZ0Z
WxPXy7NBOEKncG64I64Bu8JiaWPFDIXVatUF3EHvFEVZUaUN1I2k8CZkW5pZrE1uimwaShOMqonQ
oMw0PyJf/b9exwxq7RrBv+NYnwGR5394RpZ2F8/u1BdDQr2yulj61z46NuPbEH29f+5nX/HRl7yb
mPeQSJR699Kh+SrtwqT264sR/y3XKOkBx0NYbg9SHEpDgOuqZiNCteGtl4dFBt+M36BvSeViLu5f
H8kRAQrP8yiuh4mt/cz64ByZ+q5E0VJXrY3Y5QY6uzS2cJdFEshB6kvNxUqoaBzETBVLu85G8aHq
IP1HnD4eH4YB93BSs8HQ94Kc1YHTtBVsT5qheeERfeJuHpcr5OTklbVhOkkcMh6hh8h/7YquFqeT
rCfAIZRCrxOnnLrp9/0PtbzFrAIE26xQQBUL3Ou8pR8iQNIuX2+SqbsoYxcdBZoAx3gMHgHYRydv
rLKtR2blE803i7eOyhJ95cWZD4u8V9Ik6S+MhsjPYdoIb/WYGmc97BHuFLqa+11MMdidunOUuBB2
RaHAXqZHnUNbTHbyST5FRSE5miDI5whjxD5pvfU7l9kw+zJT+iAJO2MS8KXX++ILozogLtJfotaz
bF3OHzWrqr+jeFk9oV+t2AM1q32p5+EZILz0UEGUvIHsur1DM0hmbnqCkuGZW3ihrM+UIs/l/hL2
av9ADeJFYHbzm1oVzT4UhvxTG3pvhq+8SEW3xQv53pC6vsBzIwHXS02VtHKJ3k3kMUmQPxkukS+X
n6rEGw6arIw0EYLJIUgQD7HCuEsrCd2TNaF0pKcd2pGlVexTv+h/REmUvcSNIjtRL0DwlGg9+T3K
Ewq6z3bco5uCtiGOrqiMB8Q6yseo6OIXCHR6p7FUzyYjgaYs9zRHF8dXPZysQyd2/kno9M9VXnZO
M4p7gQDN7tMGNvwsyzfyvhX/TE8OIjYI6+Yge4lTyvy4SgIxHC6B9U+byzt/RJ8n+Aqd/8mM5cvg
AVqRD0Rin/mF96/lyjW5Mr1w0bQK4cUeEVrKZO1Fi73PlS59G6z4pe4eYqGPNhznTQA6H3casPMo
H31RODKvj3tdwJ4yiMlwkaIIdQR1F0ELB8TPSWTFzoXGUZr8LBSACXz1cH+pN02bpe3FOVezrjUq
IxsunTGiclAyWTDJuy45tsKP1DMc2fJ2Y8bAsFrHxz48GKLpgPlUki2E2Nqmv6cX8JkBjV/GTlYk
Th3CyXzvqLWZsBJ5iDukB8b6N333jdf/NsaASQmPy2g5lxxKuesdN0arVupu4oJFAh0oT5NOWmVV
f36OIAqaiyQKCQxg/2srphKklhmZw0VPNbcLEGNSGbr5pVrMmr9tfMeV7aMVo4J9w1/hO+c///CU
5IbfQHaoj5ewKU9hoNmV+bUczyqTBWMv2JI1PWi19SlDyySg+8haRyuwc+NUGz8zkKtZlRzv/6Rl
MIzvJlMk6weTSWVsucfjUHlaUYbTxfdU0sN2qOFdS5qHcOQhvm/q9nNiCiPz4nm8l+mphayQkk3p
dIlnVZiQ6Hvv5Uq2u29lJejgKcIdMWwP0pcsfLHHnZYJflhJl9jvmn2ShM25ENXcLky1P/ajILsj
7VtoBX3/4JeKsdN71djBz2butG7qUG72jKfYyrODH6Tlc5Mn0tEQe8MJqhYVm0BqFdeCCm4j4nzX
Lb1+TqhU4Fo0KqHAxJfjwl2RoHxuRspl9NMdJQN1HyD/+1ttbb04aIZdjU5ko3XCZG+4g6In+zbN
966yi61q3sqZmGeIaTYhBgNN/fznH07p1Oair0uZcmkIRbPiKxJIlbUF97iNqt7phmdIIB8KMMW1
EeiouqCOUuVSxW9QtByisd4nPRIwwVacMl/g5cYyFU3+NeNLQEZdWwoVyK4bPVcuyXddOBn78jhG
x6w6UP4RHqbc6U+aZKdbxH4rp52SHXSCQB1BGywJhKI+5HOGk3apNP1hLEfV0bTY2t8/7CtfCo81
6/XMqAZ0ea+Xpsh9qA5xZV4aqat2Rtwk9lhVT1MTbinyrVrCWdBXgu+AmO/akip3iTz4snmJNCHc
aUbY7NRWTXdWzkz7/UWt7BzDZSIIYKhRmBxZuH1RqZs0iAzzIpQqmtFUn9DXGba0DFYXNHs9WIZA
HC2tGEKtNMUgmJe0VqpzR7wW4m/b6K8GEmL3/opubBEhzmzKtInJ+KnEX2+eIfhFUoSJdallMXdj
z8+VgyCbA5eaOZwtQcOb+ef50IH4B0UxT4GAZrg2FzLpYhaGIRAVJ7YFwbXl/W0oPWJcx75NbSWe
LmN5UNuOgafS9ivvyP/adwJyN/4G2vLmW/JTZgnTdzoJUJCLbykhzxrWXeK7Y87w81RXv+PJ3yJ0
fc80rm44jQeRa8DUF1AuCL6vF2w0bZ4yDBS4Y/gXd/KsqZ+Eb+ilZjXEKcl0UNSzFn8pgpfMHx25
evZl8XHQncq0NgK1G6fGDwF0zMYTDYN7XHxoUUrrOsKtuY0anYIwAd9eNQXzZEZmx6GycVFWrFF8
4R+SD/qRy3kHwZOEhAnbyC27yeaIA2fqdiIamcn+/vldNQTRM5Efrhh0zPX+4r2KuK28yDVN4XGa
+pOVTv9EZuwY/ta47Q0kj8MLRnwG4ygQgZBdXdvS0kQ1mUyL3DAKLkPxPZ2OYve5TY7d8I9GcCLq
diRBeQ6oe6JQAk6NurBdoYgY/asLyeX+ym+YDd9/DkTBFPGotBK8XP+cLG2lsRa72B0JOI5hHWWK
bVl9YRd98GAhQvw6DCjsyRalykjKGdjT4uDcd1r/yFYGjq/Vm9ODNw8aDlgCKTnP9MxEabO7+fA+
MymEINigxq7XJ1+QtPkUm+1+FDtb/pJXiqPkx4xeIhFLZ4oBDJGTnWyF5rfZ0ExGQ1FEpNFAv2+p
mgqVahI0MOK7uf5I2vQSxW4ZHwP1nBvnWuYYCjT6xXgjCbt1pNSH56oIQ32AFd+bdR9WDv2Hb5LJ
xy4xmx3O/KbF7zbYAoasOK1ZZJPaOrApnodFBNkFvlhpgLTcUDIHp8xEUp3OFHYbR2t2BguvhTg2
npGGwizIvnAWRWSonmb2ievJKQp3h0qjZhs050w7KkIGecPoJB1j5vlgS024q8zHLvkFzmtXgYhR
hefUizfu+U2zk9NOfYtXHmoC/ktdrFwPtELzGuB3SZB8tjzz3OXVT60/aJn1syw6Z/Q8WxhR+f4X
sZomHg/3t2Rt4wkIZ9a/uQ+5nEERhD7TuzxI3WwAgSgN43jQfFjY7ltZ8WYMdc/4GBQ9KFwtrnQU
qVkvpU3qpl3iKGV4HqcvUxp9FtL/aj0ADpj8BHpHtej6onY0rLpA1dnOLEfi7dz4w8YhWrsQ1L2Y
UaeDwloWYVkoTb0ih2HqVmCWnbrXf3pDC0mjkG1N76zdeNBnTLuwebwEywgwTkCEtGWRueNRhP2g
1w/xeBp01wtfW/kijF9K8c9vOxw8IBdYHgCRJU2eoZhTmgLMdeNO1hBa6QTbEpSzKL/dPxA3VURu
OXJxPNmQJ0vy8kAUVu6PuRplrqp8ac6QQosUsay3pn2KqtdKLjeWtXLvr8wtwjOviowpGbPMFbWc
kfhR6XZt0fwbjgPioZ1VPSimv6XavXLmsUniTd0fHailarfe1ZInTdiMpH+nNjloauFokxv+MQgT
DwKzt8q9IliA+H7p1DwvFdSkzlw/dJrIOkgo6r4xeJKRuYqkk/e/3DtH/cKHYo5/4Num4W0uOgxe
ZkaQbKe5GyWT/6SEarj3mri7yHU27MTJrI+9Lw67xqd1VBWyeigrWXYMQYcf2Y+Hg0rB1Mk1RB4q
QakPEO4rTKeqljNEhX4uh0GcuW2Dndzrmh0FUf4oprV0srweCiEflYJMb9pDhb86hNYw7otijM9V
VERPdRlqdgdu+S2RJsPx2BQAcD1O3A+y1xid6mOVorHXtXSYhLLZ+YIcPFBOLR5kSqqf6qmCRtpo
2+P9LZtd+HLHFDqts0w9ifdSSrSSeW34w9wd1TQ9Kp6UHQT0XhzNoKw5pIl06CqjerOSduvc3xaL
ORvIOxOJ0zmfHcm1OwwmS6lTlQyoZdZZlZxOko/mdO5Dd9COcRXtSnF+7opDl7bn+6teO/8MURAm
Y5du88J0IZiTWTZR7vamyeDG1y4sXGP2yRtvy5or+Whn8YDKWivnKAvmrlcelPgt+ySqgm1438yZ
F7P7p9mixpx/9/JrfrS3OP8No6c+iIvcrcK/ze61h6rUeogTql2cnvtbuPLUUEQBQTeT2fJf8+P9
IfbKEQ0FQmJlbimH6rkzQ6r9JipifdL8e9/S6iZC70a1Br7IG80Mr0vzJEtZlNo95YPmmHRH9SiA
JuknpdW/gArVW9W3dybe5UZSAmb2gpgPLtDFhxOsjsCzE3CQwU4qkBsPbLP6Eapferm1tSTa++nJ
1OKDmTu5F+x6Au7I1k5kpXYsPPitQ5Qth7vGehrF5EHvUKjQwBSYX/58a6hXEP3zKebm0/VHMNrJ
DD0tzt2sMZ1i0g91Ee8miv6C2R8Kr9yLZfCVKZiNY712zJhIgTSOwIlq3eKYmWUqBUpU5K4JOLvu
UifIfofWTz35Elmv91e45p8+mFrGgG2RZ1Ul49G1SqnwzzArSUn/bOpA7JRJrvZMjyNSl6R/ylI6
v1wfDS+e5YFmQybUOY5xyD5PemuP0lNRFrsh/JbEv+4vcu2EMwVtztwkEvPDi/2Mlayd9K7K3cAL
7aL8lDOQGX8SzWgvW+FLnzyL1R+Xl1keqri0smdoKbI31yeHdEcu9DYu3Ekyakh/ylOmpaktKaXq
JMiGPlqdhuJrPAnHYJiGUxME+aG0MngAlAnKNT38NfVWu6tLtTmZUpecMq/oTjLvrCcF6e7+Bq35
a8hDqN/TneaxWkbOluhRH+Op8AarYwYnTc9mwlignwu+PQTVFrR0LfPh2s9VflhBKaosLtaUJGjd
emnhKmZ9kPrPcfo90c6eB5fEJxr+bf6jM/1dYQJp3ygOvk9uLF0PWhWIVQBLRm5tkY+0RWaNnPPC
baZi78WP5PefG8Vy1NDcl3L7uY1/wfigDw9D9VomrW1dpuRx1BKHlJKouH8MxKMQo/XQP3RJAh/m
gx/ZqbBF27C+RXO5lTo6xfTlPG+gDrVliQO/s/O7Y1ANpKoJEwVIBExOVMnJQ4C3tgd5KE+Npo0v
cjSmx1BprR2NE3ljung1mjC4PYw6zNXVJfxAbUupjYWicNXC35fSqUZ83T9nxkMmONOrYoyojbzE
P++fy9vuEtcITRFRplfDQP7SAVPXGZvJzApXDKUDGOCcIWv/VxIUtulr/1bFkDrlYP4dZ4c4Q/PX
9J/7vnf6YuLNEr75MPCopX8qhN+1EtvmJvnBmmNheJPuNDmaBLz8+pYXkOfr4tAWbl/0fxNfWY5Q
M26tmmlzlgtG+ZXYBEjTCepeaPP6cH933l/J5VHmS1C7h+NlZgC9Nt+YbSaYWVlAQjfBDlcOKZWy
yPTb7xZR+lNf6t4MvJ9QguF0n7quhBfH6pT63ESRXNij4RePolr7fxVZS0OUA9U9DbJa9HP3BBbR
VIm/b/zm2a/f/OYZL4u3AVm+nDvWI9EvC1XkHMnjQ64hwF56dpQRrPX+Pv2s6I+B50yV6sCHsvGs
rp5hnlQE2WE7xj8v3oEmHmIjsuTC1dPfhvccmDO98mtSfJ8q06EDu7d0WzLrF2srbrwN5ji9M0Hp
TLkwa05ef6gyqcvMSDnGIYAquByM4Fe6CYTeMrJ4Uc0hsaiG4lNl159yu/tSe89+b9pdVeyi6JQm
b8p3Q3uKKRMChdnlBTnQxrM3v2rXH5dcA6ACHX4g9Hj3xTq10lObsS/cQU0OStp96cQtdpaVwgh5
BdS9VJRQpuDSXduAUVTshiotXWkMnBjofILwLWj0c5g+BT4cS8bolOLX3NtY29r2UvqZ0WngLxne
vrab5oqJYmVWurVmESAHrecImlIy9eVv4jDn87DcR403Cu9BXo+WxbWtahBayAOr0s3QFwob9blA
sdBgJFfw8e5lcSoi4VH2IPazssvGBZ3f+hvbOHqeZxIPSkHXtktvGsuBsQ/XAofH4CqvpCEGOqCm
yLaYhRrKMd/VOhSGUV0n+2wIK8cc+/qc1xW8jejL2fd/0W2Iygefoylq4LTrl3msh3PQxl4sXSWT
PwO7e9W7jP03fubaiAJxdjKGLUcxf8vlHsxlG4zCcMiZvt4DTe4Yhe7z0u3qaG8EMCfrxXnsXWql
cjkij+nbVNudGK7DbESlxps21rx22BgOmWtx8zSKuvgBSgsSnBYDh01vCYsS3Q4SnYcW/Y+ttd7G
fkwpfzA1/5QPiWbUpPkUS7Btd/n09zBEvKy//T757RfSw2RUTqX0T6FuOaI62kOcPtad6viBwXMv
HkftNBRbkJK1tdMNQESTcF28ocVq49IqYyMpXSbzbTERUeyEGSHb2OG1ZcOWN5fogD0R814vO1YT
eJVJ6F3d6451Idu1aP1bqMWJmdz9/QO85rIoxICNmT+oqi7JdtRSVMKhtSrX9IR9KRaO2Jlu0lT2
kFKCmTrhS54LUGiW8bMeHO4bX3HJgFpnbVogUMRui6eH0nJuQMxVAaL5kus/R2PjQV/ZRxJ5RjRQ
EmZUbOkuClnMBnFqK5fJRUGmAT49y8mzv4XvWDkUIHXA6bwXRGhaXn+uqh6Vdmqnyk3Av4vJfoRV
FbWC+3u1aoRQipoqfT6gF9dGatEIkwK8nTuplVMGsMPTCO23pklWd+w/Vpb1bzHsGl1t2bEo7Q5G
Ijii8ruUf5jBf/NlPthZxgO+GJZJj52pOZse5Bp+ZVvRsYi3nNVK1xa/THtUhrkZh7kscgpZG/VR
LnO+E/rEEBwoHZXWFKFZYA+2BREk5IDZkcgqeOs683j/q63v53+sL45GEmZxXyIm5MIA7yhKZYP4
I9ZnrBWey/um5gBx8S7MLPuMfDNDMMM9rg9INqihl9dJzQHRxYNSCslRkDtIP2nMJ71UwJ8li7Mu
YfqsA6LZ37e+djwV+DLo1fMmoZlwbR2MSS7lQPbdsXoFCX9IusiexnzDykriOU8hASN5J/QHGX9t
RpCyupX1onbLUGI6qOwOuSIfkFV41OT2YPnCU5GeoLE4W3q7iybloGnC6f5KVyAm82+gK/lOD0+n
4fo3yAaUI5JZ1S70pN8L81kDdYuU5n60Ehs9m5aUu8gEVBtkWzbqzC6l8kmYlFNQ+YdO+yIFW+n4
bPDmyxO8E/dB5nLDP+XnSPfC2VO7gjAdR4TizfFFqX6Y/qskMm2/8Q1Wv/QHa3OM9uFNNoNIFhIg
PK7QFAwWtbE96m4q51vnee3qzCnJ/61qGWYkohARa9Zu49lq9sUyJ7uRv2WbHuK2oMnnpIlJPVuB
9G4Zz3ZioQYtQ4MuwTlU+/LeD84Qd9i1pO5HbWPz1hf1H2OLsxOmuZZqPsZQf7es7775RutNofh2
/4yu+YK548ZkOdA51K2vv9FQ5jyKw9i4JfG/mP3stG8deKd+OIrxF9l/jPNv9w3eXswZbjXnzRb5
PlJEi6c8VLpJ1nwhJyotnbDPdrVW2iWIZZCplniKn6K2PGpxaGvABf50jA8ixLmrPo/JAIGRl8N1
5uj7YZxT6kisNwKWqGrsupP/dE+BuENZy3wK4RI8YYtP5zejJk66Tp7cvg5n/9zqB8M7SsKjknSo
CG+g5W5u2cLa/IU/3LIkFtp4FLUCsJErea3Tq6Fdylv4ylt84GyGCHsGG/P1rMVBMTLLizzLLFxU
6Oc5Ab10EqN8GHxRsMkx1EuvRKCPSaROqZnlR1mQhb2ZtMqhGptHHrLSprLQ74K5ZXj/SN3cy/mn
AYmZs1pARcvC+JhECHNEyMbWIdlMkR0UvFmi2X0tPiv+hrHb8su1tWXg05aaX7U11pKCySq4QtWo
cdCtcOLcfBbzzq4oBTVRYHN3S0M63V/rTSC8sL74DELTT0kzGYWrCR5cX/rkOaFRbHUk5xN69U5g
BXQIlW0cgwaPyPWZMokOzM5jjWZ6nIpTpJ06gYGgc0pjw9i4Lau2KKTNhIgS1DqLV0KcIj0PIoFy
ljEiIFY6g/dsdk+1KJ7KPPoC4ncraVr9hMz3IwWhEyFQ07penlKMUWsNcelqDIQzQvnLqD6XvbQv
YpSUdpUh7euxb+Yexp4xbPf+F7zNo+bNRXCAVwQiQXrL19azEeaWtOITBirs5vlvING7XG2+BFru
DpHw3BkoBff+qz5tsaXdvCnvlueBAYbvqG8tQq8pz1NJi/3SbUrx2EDPIvyoausIzdD5/hrXfBJI
AQmtDQRQYNC7XmIUVPBqVCT+YoIWoV+aihOYFb1fujMb9/H2QnCbwcrDXzTTli+L1107dqqZS6Wb
TMnkDEapE2U0WzppK0eGctk78RN5FU2fxY0QkkTnPTJKN/hSt5GdD6bdJ0eYZ8dAcXTvMJQHM31J
hK/3N/KdZe36JmKXgwJanzeFqYDrnRwa9GulOiQtqGQa9AERpDYQ4IRiIRyhFZDpvukR861xv+sZ
lGeoDN0Cy2SqWuySN9CCEGH5VfGqqMGwrzLxywQb52lE6srpxT49pEJ5KD2RKEYVX3PVD57j0VCg
80h6OAnU7hBWpmQLhlBtfLibyAOKDUZ75oYdcfpNw36ays5UkoCUXqn2URXswaYfcphXL9SjWlTp
bLnt9ve3c+2w0Bq0dJjl6EgtA3INzHNspgX592SBdBUZiG0msdzoMr1Tni8/GnSyQPfpfBP8L/yL
kFU55BZ55craox8kfw1j7QDOnDlzKTMcmyLa6YIFpU6/E9Gk8/3pJZiY00HewQx/KnrKV2S6JHcK
6oJx8qnoGYalX1eU3+7vx61DUEDiMmEFFTVR7fIti5W0oIOZVm4af56GR//NY+BF2pj3vH2eMcLb
Tp0bTY0b3gn6psNkmdRuZO9SNtNTFHZOG6gP1CZ3VrAx3HvreTDGwASAVKbjYfS+vi+ZZzH7H1cU
cgzRkePyJEYeQcoW8fSqGfovTADO1ftlGT1ouDpyLVZuA9XFbsrNkIq9Ip4Y793imFzdPpK1WaIA
ev9lIlspkIUMqlS5tfwQWiLULCcEzO3E/8tvNjZv7UrSG2BwnflJSvYLJxeGZelHMLK4bSj8SmeC
58AOEJGv6GBL1FTF4i+x3MKWrRqlTcBMAkBKJjGuv1g+5T6IZwofRnv0PDj8utCG4Cd3FOKN1DjG
7a/7h35tQ3mS/tcgEM5rg16vN0U6CWyo4AmfNav8EUjNrqjK1DbSPmPOWjE32hGrJuG0phyBOyC0
ujZZGaWfRXMhoIzP6j7BwTUSMOmjn27O8cx/1dL3wMQGzSQMCPOBuTYFGbpEk4cUfxz+DglOnUg9
yLG+k7RzYGqHUny1qi1S+zW3CraItIqYEe7yxfLMQG4UKS9rl+4uTf1mJ/0puxydc+Yz58HeuaRJ
3/V6Veh35pkqDTUx02uU/T3UpwTksBXsmTjcB37mqMFW9eI2LsUkVCzv48Q8wfM3/ZBXmUIcqWOl
1G7oaw/Gtyhvj9JrAuUj1ABfyUU2nsMtc/OffzBX+0lreJ5au2I92h4M610J+UWc/aiUZ0l+LEiQ
71+DVYP0pOibAGG+QWYkfm4IbSHVlPO16eCbsUl4YcZH5HTTk9UPzT5vaCh4iM1suJk150koM1cA
aEqRtV0v1ayUCLInnZ2t2zlyCuqDb0TpLvebZHd/kWsncx5JmAfB6YEtk4suKIex8sLGTca83De9
nNmGjxO9b2XtGf1oZf4VH76dIk1SLFpR4+qJZ4eRtleDV99/U+G3+S8M8ebMGBKY+ZZtCr3pNKvx
2satxNKRhWCndG+h9FdjbRla2TdU0ax5nAKkKOCV6xWFhVXFjRF0aLNH016M2+zF8Pz4T5vRjGrN
Qzka2lMzTHDhq7rE6wO/g64Zl/sGpsGdAgSdtOB4f9dWzhvVnnlEBEoE5jYXGWaaZFalFEbjdmFm
04+02TVF2qL2WPHxgPOYQ0OshMOwHLDqRNUbrTBt3UBHFlNos8gp+vp3B6jqkDKi81T0er3hNFZX
RkWGYIa6B4xa158pjlJZKoUAm+E/TfBJSV+EcCMDWTnbJFg0xWDaYr7cXJiAza8eTIA1bi3S/Eh6
Td4JBaixFkWeXQ30ZeOIr5w8he44eSNdMlj/FmcCOIQ1yoHWulltlYex0Sd4K2Cmu38k1j4WdwhG
SHiUaPgtjoTmTYanx31LgQPaFa96yifNUV6lsjiYSfZ639ha8sgIBS7tHQXGLMX1Z6qLTgz8UOtd
C03al6BJtZ0lVLLLrJJ2Eki8nKC0IEsrBfmQiKH80Ml6d6hiuFHu/5K1ZQNkZ/6POGRm47j+IaUa
0X80ot6VGj07qgKA1UoadnqTfZH1+NPI8d44oSvlXiBDlJEYhGTiAp7Ba5NWXdS1pQqdq08hbydI
uF0lheHBKuKG/laRv7RNJu6ILYQX3pviMfUtcmsRSLVoCFsCnSvB5tWvWTw9AlWJoev1zh0asdgp
CHbvO90SHOg8st0QK+FDWyhMubR1+yB1/hYkY+XNBY5BMAHKcuZAW5i3yibM0zTt3YyH1qjMv436
uUl1Z2p+T+V0CjxxS/l0dcEfLC4cOWNKFrqNWEwCJCq67+Vb7FWnec4AqiXjaQz+un/CVtwFFUNm
Eykv0d1bPrg5UODM0/PBnWA4zNzeGmxvpEixpRG64vlUij0M/THSejuRohidpkFbPbgRjLFtCeVE
PD1k0rf7q1mxQvsOFWmgqxSZlmmeCWCpSuR+dBFReULCdtj5arIXmnqLk2HF6/HaogsHJoxxuWVl
Tuwbf4KvZ3KjThceoOGud2UhlxuB162VubmNCi4eQOHfi7tY6v1Ywr/XuUKYAzirbHULh3O7YVig
SUYuB2ac1P76tpeBL/i+x3Grx3JvleChDSNyEL7bcitzknad5syGiIFoJRPbLZVbY8LSThqa3hXH
Z0EJnsocqqwpep07SLJdTN+z4F+v/4kQ88b7tLbCGYGvU95kL7XFhVL8LpCYBxvcaizRY2yYvsud
xvx9/+CtfCmwuJTeoQaAbXKp9lB3AuqTCGG6ov+pKCK7nf65b+DWE/GVgI7zt0MuTwZw/aGkrosq
PfNFtzLyfl9Eokq2rw8XEEu7LJ31gtDO2A+9lm48hmuGTepvJFYgiXgTrg0btSYl8RSKoH1N6GkO
+oB+iOAMohN29KP/h7Mz25HbWLboFxHgPLySNXT1zJJalvVCSLLEeZ759XexL3BcxSaKkHGMYwEC
HJXJyMjIiB17J1tMoSvfi54fX4pBLmpyy+ZQaHpxr3bB5JZDa4v9nR539jAeb+/mfHAW3sgAANUt
zvA8n7E4WDHFFI5rOrn5eJfWPwJFRQD4ZS4La/mGqY8Blsl4HvZU09A8+8BeNxbZ0CtWNQHWNg9D
0p2nXt/16OsYwnS6vaoVJ1TRjqJQygbC3LnIFqhcVmYodqLbpYnlGK0Y7KqqLDaO8soHogfDfB/U
Bry3l3Q0npFA8m4NouunvZMl7uSXjrFF3DK78+IDAbaFHhGfh4dmqYYYh5XQeIIiumW6HyfUrBFj
9xPUMI+KAuVd6u1l8fvt3Vv5UGC9YNuFlwaijSXNIPhWL441QXTbQUNIoU4hX4z6yY718tTElrjx
sVZckEYdlD7Q08Devpy09qRSVUu9lNz0udIypzSMgyc9mMBLhmxrRH3NFiwSskYI5Bm/BELkrWwV
tadLLjXjMBx29RA6YRy8FPJD/+n2Ln6k9mBSnSldqJNVhGbpXV3HC2WU2qhKatktBPXoDU+B4EP5
VNk6rGaF+GOsbRh/YTaQDmqWPyWdtxeDbD/1xakNpOfC7w6iZ/11+0etxLDL37TkP2s1Bs7yoZDd
uAj3U7gbvIOg3zfqMTXfWrXZOCArDcO58kXhCxQpX3c51zQE5kTrLhZdQb9L/NT2lM9hleyg4zHS
51h4o5HHdNPh9hpXDj/XA3Igs9jZR2nHMK/UvjEyyW3SMbB7oxsYM/OUjWi24klXVuZDdFE5MVK1
M6Y6ktx5XbnG8IbUQJE/Ob482kq0AZVYszZrRRIIeJQwlHNtLaUaFcRlJ7k1esLwjsveE6N0Q7NL
6w0PWTn885Nn1lCmwKwtKxuyFhei56uSG1bGXou6GHblqIOSFkRhlmwVfVf8kaqGTLRBgVfhsrte
V6n1Wa+NnuRafb3zdP+ZQfNI+yx13yQBdZreve0aK286UjvGF2Cmom9HfejaXl8ZcZIldMZlal1l
93nKfytZ42TSeNK0/ZALB9OD2TN+tGLrsfOGDaf5yHpHfJv7FGgozcns8sqIjCbRTb/k/KX/jJH/
1wjbF1TvJ6HR7wtDsUegJ3GlHMmcDpEkfq+H0fH17lTmLgxXb+EheCzOTGne3paPY17zz9KI95yb
OQdehKo2QcyiNHjX5021UxJsqq+V6Ur9ITH/jqJgH1BspaUS/2otGwnvrgI1m7x10H/W4i/YaB8j
xlk8a+uHrQUQfhiYS+BkFswii++VZNDdAxNiv3hXjGhRRP64i8LCNox277emPaowEyTjsd5UaVkJ
IwapCiXYWdYdMq9rV5HKPlEbs5fdtkUzrhO6EqCwsKVYsnbcGDKBzQSWgnmO7NpK32tSBihGdtXy
y9BHO62eqDIoBy/bovlZCSHzfx+cLoijj7G4jkIlQGVbdrNJ2cWpvwPRAEeFb4ewRhTm/rZLrVsj
SzZlUmbeodfrSv1BYVCfD5dGpnEotdDa+0zDHQY46OyBasJvoQ+yP88kEGCDgYY20jsQ+tpoqOtx
YBijTGP+i5YZO9Cq+1Z46pv2qGdbBZkVXBm3C69F0uf5vbOcoVeroG0QfZVdSZj2OQJQLeQHuq/s
J3HcMXzseHpxp4fPfvjdKqL7tv+nkO56hdn5sd84wGteRM2CaV6exsy5LXZ70HupnORJds3xZNV/
9d3nyPg0blF1r1pRqSYYQJ64cRZRQupGyxgaGEXFKHmVuuFJqdL8qJnND8/StwAPHyHIxKR5WgOu
KFoGH8ZQRj1K85iI5aY1RenqaMUHUMAHrY7vB7H+5IfnrPtZWPumVe3JEvdy0uyS1ODPxs4ot/iQ
V9bOCVXn14TIq30pxjNl/ZBFWaK6eXq0hh52i9TWhs8QsNw+Nx+x/GCBLg0tNtn3NCVLhhhD6oPQ
g6Xw493YooZqDY9KFn8azTNcAJV0ymSkN6bkS1oLGzoyK+8apjRJNLiXed0sH56R0U0F4DXVnTLP
34dN3t15USU6uQq6+/ZyV4LspakljAMlzlAso0F101x8FIbkcwz9120Ta19uHhUA0wUokHfnIijA
Nlykoaq6YtZo51qm+5r2uXAakDk9qNsF+jV7fEKKPLwKmZlb2MtQh9F6To/bjdm+0pqdbrwVmrrz
m40e1NreXRqaf8hFBiq1YhwRD9i7ElaFLLR70729dWuOwFEHD0eEAzg+/4ILC2ZbJd0g15pLn6ZE
v9MAKrsBsVk75tTm/7Wx2C4ELQpDTCsNA8N+LJygPllC/CB59WEUT4UMQnUqnq1k1w6vltbdt9VL
0b714qFiBuH2cte+3OVPWWyoODPYpmAMuCGTfS7XzrypIfz11tatv7qxXFIk8lBRg+i63thRq0fe
jGxskkBik6Gw9SZHGyXTtVyXGjNZHU3keTx9YcTSy5JZY0NzvbRJEjuWavLMQqPqaFTdLvcU/1GW
unOnpkYCwjk8KR5jCHlrFI+mGmxBy1c3l4uZaT+oNUGYXy8ZNiRvLKHQcnNZtY3pwQteEy9y/tvW
XthZVOnCFqCW2FmaW8WFnUbfVFi4OmEj0Vg7enQV/7eYxcHIWz/zgwojLKRWf/bmFtB3bbfYKfSl
IAdlcnFxC3gWqBHRqnQ3sH5W0gTg7+9JaXnt/f5jl6c38B4WYUqjpHr9VTyIWbpQzbATQJNSI5mw
R+Wp2udxWD4xZrO1rrWiyFxlpL3CxBpYrcXnMYq6qSIx1N1e/FuuYfA3no3+Iauz5yTwHR32w3jU
X0P9GOl2qhl3ZnPq3tQY4o99tsXqubLJSOf9/2WLxt6ytNaq+RRl8Au5Hq+eND8Llbczqmdr3ELe
r7jLlaGF77dVaxZgFnAX3bdpJsLf+udXNo5CsWOezScTXBQ8Y3rS4uTN31Ee7CKiHF27mne+7Swr
UQsn4Y1IPQcIzLJzAVllY3pFq0PfcKQnbIfBGRrZjSC80nLW6DiTV4v0EPQP3GVd0QTayOvdLZNo
fOw1702AxGbXlSCLjCQToTO2AqhQVa04SZ1pHuMphvcVAFB8+PP1UgYBG0HwnEF+14dDASk55l1i
uJL1ZmgIZ+qH8r90ZQB3MNYDZ8PMyrG8/8J+6EujMSginyAxUeQHr97A8K35+aWJ5Tpav4ilHBOW
Qs0okL63xdc2AbEvbcCHtwzNj8KLfCGQgoERgNJwlervODB3U/fmt27XbvUct+wsbzbB00WzbbFT
n6Ze+5T643MRhr86cSPFWvP4y51bhGEtM5Ou8nIDj2dAb7DrwISx//d/cLN/PWCZA4d9n3hSXhhu
JNLXRKiqC+9Tb3fbyLwl120Eqnl0G0npaUrgztefxmgbT09Gi0Ib+mZ7IpLs6PGo7Kt8spwQLHsQ
+sFdYDZbFb6PWzjP+IOChPWFZHRZ8ZqUJmlRl1Bc1PWcIHoxaHIiXPjnq2MgD2ZM0m4o2xbhT4kG
xfDUSnHN/rsBGKunth4+xt6p6fddvgWa+1jb4PHD3cUEMnT9ZFbXeynWVdkZ8qC4dAMZIYvCvdwm
9V4NjV0BEfbUdBvV34/+jkHiLf/Mr8OlZqA1DBUNGElx+2EftW4FzD5L7n1rS1Hz4z0126E9Qguc
atSSD1nxIVfM6XS5FWgbhyegaSu+tAWbXl/Nv1YWh6oIew0gvazA5tHZWn2cC+eDD4/MuBGO1lyP
viZdaMirKGsurt2kTssoghjIVQXRSfPWDnPN9vQNK+vL+dfKIqPxh7LU0obl0A469PFzpSA0IFV2
qW8k9FvLWTi5EPBmzxkad/E+u83OQfnFNL7dPkhrHqDPhOM8/rnxlvngNE6h1igcJKSh1YcoDbuX
maljoy+0Fox4iTNgzjOZFGHxYXKr7RN5alS3tT6Z/ovG7OHZgs6kkLtPvqCUdigPw0bKvnZoYTKb
3x7EInGJU1HKoo06VAVc+Bb3ZvUL4qkphT60G3cIWh5ub+OaT1waW0QI0xvqJCoEfEJ+KsK/1eIU
oFyubTjE2pLg6p9fkBDlUJW7jkNC1zQTcnOqK/fRF23YTxbqaY+SHtw1tBFur2jN1nsBHkEZZoOW
n0xJyrAlBqlMkYXdNz1PbV/5J226fVRs7N2KC+J64ATIM0XI4udjcJFEyKo/quYQ6a7vTdWpT5AN
iZK4+vP1zFGOgRFQS4S6xamtGA2rWj8m7cpaQF6d5nZS5eQ6BJCCF/3QQv/r7Q1ccQmAzxC0zN1g
qv2Lj6VNaqyDejXcgtMHU0uqOUapPSS02h1tFO/+gzVAbO/0rtTxFg7YxD3UnjXWxkaDPqnz6VTu
EDEYWmeQJ/OHDiRiS59jXsEixZipJBFSgjCJg7aI620bKqM6cUsJJcPLijOltpCdosx8zr3opfK3
+rwr8VAmigDxZUQLnsbFGktE2K201hTXk/qdnn9Pg8GZhi2g8up3u7Cy+G6Z0kxlmRM35OlO6SQ7
a32mxjuIPzbuka3lLLYvEodYi5jAcSV1ag+plH/X+4RGl1duKZOtPMLBdvCpoBIgxkvicueUPsjb
yFeh1R2O6uQKY/ha+t1DRq0kaZ4txZHH3C7j7K4yO7g3XxSkGn0HraopTRytLJWNR9+8tg+uw7gK
E30z++ly7DCT00r0Ck8Be/nUWN7vMZGd8DnQj5PnFjX17rj3/8MJAR4wN4sgdIHf7DrMQB/BbFFa
UIJTZNsQs0MXf0rHXwFkJreP4sp3pYAD6dTMoEmxZY53F/EM/VdDbARKOaPwbAouHYNO33j9r/jo
lYn5J1yYiKaxiGql4fU/TeHRzPQThb9u50VQCRBt8o0VrUToGbk6Y3UgGOcWvzbndz38KKbHvZOH
/oNFed1WMm+LB2dt32SJsr0B3QvxZHEeTDRfwqaLNddvIrL5iKYz9BCbnPorFxutDrLqGX0wK8xc
L6bWSeLHLqPGre4j5ueTDD4PIaeZ9yYO1fG2L6z4+QzbZxwaWBBNrcXOpQBlEzWhwuxZ3ZGhIafv
dk31Ixvf6iQ4iGisx1/+g8V3CvhZxgJSwevlFVbvd2qOxdGX35QgiO/bVHmrq8ZwmI7gDkrC4NSN
gsAoKByyt42v+SWsJdT32WD0ZRbGS5IXTxQazhiCr6n8bWgDO/FqJ7bc24ZWPyIzPyhu8SxjKvt6
lTpDX7o6UckTmmTfiL8a5btRnZu2P/T9xoauQBJ0zjGVe1wGZKa+OGyNaUSJFFNqM7vxEPXlm6/X
SKn9yrPUoXbl1MJwrH3vlX77xrlb20466bR50SFnpHYxrNiCn/Rza4KJSM8Qy0bLUe49R2usF1MK
f9/e0Y8arCguXRpbfLsGTUnm7aE90uG5DNFA0UVxn2pJ8Wh0kvVTArx5Fyqh/mrF3X2XTsWTULfx
txFdtUMgmVNre6SuvlPH8haIbXUfaMXK9IeBlC59Ogp6qR/MBC2WMv85Nt9kv4UpIP2Wepvd2HmV
i4uJmgVIKKiXEVNcjq1FXln+f2TNR4QNpp0g7bzMuGsauCAlO8hKG1rhX82QHmTp++0vsBb/iH4i
aHcdAP9SDqYxp3oEc2O4Zv7sB9CAy/f/5bmnQCgERI9WJSXwRSKQaElDRZX6lpc+5IAR26257NXT
QtRhQg5RIJAD87e8uJpGKUvNoUM3RxT8I1jjU2KhWWIKTgz5e+k71SCewqp3Itgub+/fmpcw+0XO
DTUan24R2Cmq8cKcT0vu7Zm32Em1YTfqPdQMG1FuDtpLH7kw9L4FF0u0kk6IOxjbXD2AJaFzJO1R
kKicCDDhoZlsKRvVoDXHAA8BUAsa8Blaer2lrVKNplRYulsUmi1aOROwnh1X/6FwB2XY/8wsJ7+l
ZlL6aMJMUBnmS1pL/d3QDz9hKtq4FNfSCbizmQEknQf7sIg0AowxJVVCw20M306byOmr5PDnvsDM
Kdhznsow2MjXWzZOCsO0k89ZEsBO9rUDVCaV4a3IhD+P0bgb3QtG1Pg4S8DaWAyBQLqnu4b4pScx
mqoHT7KnbEsKaOXGu7KzcAKvGaY2jVhRUp0M82zC2tQa6c6Q3dFoN8o1Kw73ry3GiRb3jtW36P/M
Dic2ii0Pd4KJIrh698efCCaPGZfGg44Ji8WCpjHoLBgv3gMFrEJKBpN6MFWOVAGUrmRji9V4xeuA
Mkm4G/1P5h8WqZjVSKZnyryQy+ZnLulAQD/dXtDqrl0YWCwo8qdJ9OitI6v3d5w810rAJXW6bWMl
xrEI+vvUFWCYXVb1Y7iv62LMDFdrTpL2u5ge0VWoY2sjws0/dRHhrswsgrjaKZJQtSwl0UNvr1V5
fLRSirdZLoVOXY/f27zVTqWeW5+CpNgIdysNQWA0zB5SMGSVH5ToFasNvCkbTFeLakfuxruss9Xp
jaeBbSrVXRB8ktPvrQaQYUsDaAVCcW16EZrkUiin0MC0gk1Jae6rajpKQbxjNKz/mamJ43vD3lfU
u8xCpsdLNip862tH7ovOIBw0UKlcB64+jkS57GITLHt+aAf/fkyCe16r+4bWqOo9yHrwEM1jVpGZ
n/P46233WjsjXDLkPtRM56nma+tlosYoIo6mK3fIBSeJHDuhKG4lWSv3Jz0ba5aHge4bzO21FSYE
kjwtgRvPHARD9XeUJ4cesowInqfw0Le/by9qLbOlAgyZIrkVMwLLF58W6bEweCLwZjCww6fY3OU5
EoJ34N7vYFfdNXq1m8zPQje8FaVdIYfWWVsV8LXwDa4D6A+PMour/HrNsYYcrD9S5BR6fd9b3Z1P
dt36+0LXT/7W7PRalABLyQMMizSaF5HIaEs9rns66slQ9Aczo6OT1Ip2SuVCP8hmunU3rUU+3ntA
PKgCzjOV14sbR8EXkP/lnWKBdRC1QrGpiiI8F8kb7YrVlaEOy2toRj1oi5vJ7BL0YDtWNnbNXVMb
YMH7XLJL/zEI9Y0LagUkj3teGFucRa0B2FSTarqDFGqR3Y+JfldouRnbAEfy3SROHdQnar1T/DDf
S0O61+Qot5UGnVovF+1sAr7aK1As9J4hvZp1Ue6HpFTuSfOzO2GMIhT96o0seO0Iz1tDb0iEPWxJ
MhfQ8hKrVAdNkY9voiKf2K2NAL1ugozHgtdjnru5/txxUGYj3VLdDRP9VyGV30Zx3GL1WDsvcx8Z
mPVMlbkcJJL9uB6aRmPvtd6hXX6k/f8wmJ7jS9WxkYONvv+aX1EVnF8PtCCQOr5eElRYaZhDAuNO
aS89aUpCu2O0+qMqB+OPZBg693ZMWrUHvdssBc0dZy3CgdWOtd5ZZI2BotvaOB3COrfr/Km2ssNt
S2sfi/PCVB8LI9daOHEqQPUE+pX8tDPCAzibztH1couRfHU9ZNvKDBZnNHwRAYpaG3O9mHOfrD/G
cn5qOtmZCp5HibWRAq0u6MLUIo8ztTCUBp1GDgSj3S6EMcc2U32LImUtpJEl8iDSQMtpyzeePDes
/SAEQuPBLCToyIEExtQdTMvbeqtsmVp8IdAgHX2pOdvO9WOf6qbdhsjJJMO0kaCuvc2Z22cYki4A
VAFLNnWvaIZYVyNeRdlr1P0WDLDKyTEZDqER24i17q3w1d8Coqy6BhVQOpbkrWhBL46WZJWRFWFU
K/L7tJ3njPJXNVAfNL0+/wdf55qf+XVnOZyFawSl149dAhxJVJNnJaCpIuYbl8Laani2kpWCVWPY
c3G1NomvV1Y6GG5XNqfeqg6R538pAvERTboft1ezFgIvTOmLjUt6My4nE1OxWt9r+q9Q+Utuy4PF
4EmUbthaWxbMWtBN8/BjfnX++4uSBsO6UiGlRAm5TR/D8F72GU0bSkcAEXJ7VSuWKIXPIyWkf+R/
C0s+QqUQ3pNhF8WUObwgvkpMppoNdOGmVW69ZFf2kKyLShQlKb7asnQCrFYZlSqw3KEOj9lkcWvD
AeuMQu4McfsrVbxkw0FWwhOKzjMZlUIVUV1eXBkYorIdcsvV9ORXGaahkw6C5dzexJWQwUgjdyNt
LO7H94z34nOlEpejGbaWK4GVt8VI9u1aDz8Xqna8bWht/yjUwP8C9hnOw4UPelZQToFSWbOucp3d
W5Vw0DGW5IgMK3/dtrW6KIsi9Ezyzv8vPIPMshitarRcvz2Ddsmkp7jdyFzWnI93wP9MzMu92Lc4
CkJG+zv2zVIdyr8HtIohk8h2Yb/FWbe2c+T0cxpO3Y5M8dqUPIRp2ZespjN+dJFyn79VSWVPxXdy
nf9wpGhY02iCpJ7i5+Ij9ah7Q8IqWq4RPlb1g1w+Dn/p4j+3v85KSQDuM5jiiQXgKJYVNQY2hdpk
iMHt+291+EVS31Jr19eojfgvshrDSLTxrVY38MLgIkXqtF4zfXmywE+g26kne1H6Gk+vjA11Zb1x
aNdcD8owEkAAdx/JpvJOlEbN0yxXV926/9zlr325NRu/5nukYbNni0DQl1L2kw61bgqPnNvJvQPf
kJajLKr+luXvtz/U2loYrZ4hnxZPwCW5WxYmdSPVkuV6QRPvgF4V0GiK6VMmZ8fbllZXxIg6aSUE
LcxFXru431CDnlQPv1O+iKpk5+E5tchoNxxhZYYaVDgdEWpeMs3nD9EubZDIFUUPjmItOrD0+mRK
Te1UKsR1TRlkj1IS/QWhXrWn2jA5vdEL91luZMc2lYSXaJS6nToF0zENFHGvdDEwAwUyHhmNT7vR
JH1/e1/mNGNRPXvvfjKayTSstkT+lKoxDg1TFS6DKU9e5b9mwmPmfUq67qhRvB+tv2/bW8vrLg0u
SR5EgYVImue5gSb/Y3mSYc8clRVvSxq1dhhLJHcevB6xXalbL6c1dwPkMPclKBx9cDdzSuIxVkzL
DfvvMDrZQvPDLLZeg2ueBlfhDGYmjaQLeO1pRp+YSthEnpuORjIT/MdHKVb+btDqtam9FxsBdSX0
wDI6M1fCLgxz1/xzLq4JqYc+ogk4qpp2lsPfZYsOanjWA/iGog1fWQmr5KtzUxM/gfVxEbutYgJ5
ViSCy9D7Ts2jY5COjtQ9jh1DI5Gjxmhz5lsXxso3I3VliTTpGHRfhoiyEiDvH1XBjXr52AEu9jL5
YMUbS/toZYaKUPLiRnoX4bzeRV8qtWEo+GiyVaM/o9qK1dmyulER+phvXVtZvJ4K1ZMs2tKeq2e9
46n5LtgaTP7ofLMFukkwsVNSW2asnjjDUvrMQ0COae6vEIHuhOYp7V5vn+L17frXzOyUF07X9mLq
KWGOj2dC9RBa6nQvedldnjHefNvSR/emtEzfhXcg3ON4+LWlNKy57DrZmsHzqWc6ongwaNxHdWTH
ysbNulLQNqCtxBYjNQwiLNm7KmVoUqko+D7NIW1fxLFzNPVx7FNHSA56/JrIn/1eOCRWvlEIW7k2
Zsszk+U71cUSLkgqWdSFxnfL6x9S9FYpdmZMdpEeCv0oK+cpONQlQI7QfPFes+ogCnvBYOj6RQzi
r6pnfq7SrTmCj4edX8RmiFAZs/3L8drA6zQlpHYI3P5b1g12qDtdfk/IHt7kNnD8je+8cjTo4rwL
64Hk5Qxef2eKFlVDNue5fkIoqTpIeGHt2NJOXfHbOSWER4SRFki857+/8NteEP2p72u2GUVkL96T
fiCM/OW2y67sHABhIjJ5hAZCYl7qhZHcCONeEAiTUzkcrNpJui8B+Cnum2LcjePP1PjntsGVOxXR
JepmBq0oWKqWtRJJ6dUmayrBNfJ6qPalIM1qsICYkbWemuEH8vaRbIPETT8LFLxbpwRYhURT3Vh/
3rmcHRi+trmkj6rRYvFa3ZWoTmuCK6Ua3biy/D6gp77xpFzhIcDKHKp5q9Ao+fCKGLvBGnOFBZuJ
LcvpSTWyHQOrtjKajtUckmxfN0+mEr8AJj20Akj6fn9709dcCVZJMK8g8GFMXCy0qMZY8yxDcIXi
a22+KmMGPeIfJ608L5kQ0SmFosGyfJdNfSv1k5T658iHP1zfxcWTNUVOG28kZWtrubSzCLIGOrJ1
oyf+OYiAhozlfTmPIRQb4XUllF+tZnFphFNZ+5oes5pookp5PzM3aLqdIcfXbe3cqocYMws2YZzy
2nIctBwYqUCt2z9P+d+Jsk/UXSSZd6j0vWrqKSiSXVS9aklpDy6kC6d2KLcQKis3sQbzKMkmNQ/0
ORYBrRc0Ofcm1T/Pz3dBgVlNeTaS4Lg5ebMWbpDnAocFWnpOYa7DjZVmphGEVXBuXsfwvg5/DdVD
U6AB53+HjsATw62275zmXT8ZYNj91+AyDcwmrVIrsQnOma4jv/urFKJ9Ni/QQ65WfMwl5JfCc5FE
9Uaq+/GtgmGKO8ja8PIlv75e6Vy4N9oJw3FVHGJT4z78q6cPMaoUhZ9M9INuH/G1T3hpb/FmzJuU
AGnUwdlqJbse3Sn2bGRlx03U5trJ4O7jaUr45g+LhZWarAx11gdnOb7Txr+K+iHQf/ZmblfGI2AC
cp7cf5Lrea5Kmr4N2adagJirO4blRsBZCwSXP2SxYiMMRNCqcnCuuofE/1bLX4Jhw33WTaCYNUt0
GbI8//3F7ZhY0TAFshKcC/yk8WRHjHO76bZKt2u+QoEYCgveKUyaLFYytLISWTo8PE2wk/JvQ1F+
kdK76NwYzffY/PznjnJpbHHWUYWq4r4xA/I0k3xCfYilV6bA5XqLdXXNIy8NLS6dMpVoXddGcA7D
eFeMvyQ479Ra4l25xeS+3D9A4Nw7M+6S97DF57r+TEbDaVY8KM3LbG9F4qGWdkV5AJCyC6a95W1c
DR8y76W5xd3QSmoE0j3uXZVITdFbznZS8GMyfvr6WdalnTn+M4YHLdxopS4PHk1nBujJB9/HBVDt
vV6lXGihpnmK6E5VeUgENbJVsz9Xg5A6eR2fmlD8fdtT1gySVvOEnlsXQLWvDaZSVXV6nEpgoiy7
zCCeFL8YTWx7Wuh0ob8RwNaskVVTg5hJYLnhr63JfW5ATFBI7hCHmaPVxg8vEw9eZX5tuxEBFnUr
+1veRQbHep4lgUCcxzowlmuDaIDldQG41Z3E2IFL/DFTpi+ikN8zrusgxfKqlN6+Kbd0gObPdHkj
Lcwuu09jaPj6GGOWauZvK4gdS6y/3P5wWyYWITpi7JT3ROC5fSzfp0lzoNWwv21iGRnn/hkQQwqD
HCPG8RZfqyr8oGiN0D9bfnqYDAsOXekurP66beXjJ7q2MvvMRfyFXj7svIScUhxgd0c3MFMsJ5U+
JUl8Cnh8NtYTLYBPt41uLW2ONhdGkzD15K7BqNIyVuIDJcqhMZc2TvO8QdduwNJmtk5wRGAjjEV9
aozVqRg0rKhZbSsVfMd17/TtfRJt9fVX1wN7PXx+lPiA7l6vp9eydqiLzD9r0BVmFkPP5W7zpvzw
rMMhqOLMjVsOFCXLhZVSKERTHRT/3A8GUEZfsGuDyZzktT5kcfA+EBRLerJjoNK9/b0+ejuWcS8S
SgoS8F9drw8qVbXOWoudDOSUtAPViCFSjcNtKyu7yEORfI4sgNHMZWlPz1QfumOP/ErOTgwY2o3k
n2J9g8RrxSuurCyOlS8EchzQHDxLpomQ7luh3wdNcRDKjTm3D0+O+XNRGeXJweufl/+83AsnH5Qi
UtSUlEPxvsdtejAhGdEytxh+l9VzWn9rRcketVM/AIXtjnX6p1PD7/Yp/wHSYVMZLbi2D4ARjJOf
hdxf0i7Qwl02vI2fQEVu5cVr321GXc54SAgflhTcsp+atRWQ40fedMw640nshDtDfb3tHWvfjckM
k8ovLWoqUNfLGYCFmEkwhGdJCxl7NqAVfqlFoG3FRvFt1ZAp8qxg1I4JpkVwQrKlMlpzDM+aeawT
/TSI+0AsHGPwNsoWa6cKkVMKmXCBzKQ9ixX5pR9nnRiePSX45vlpbEsiBIq3t+1DKjXTsGvv3Q12
Dy9c3FRM8GVClhXxOW3f0tGFMW03Sc0pUQ9mnB/MyncmCCh5XGwBsd9LHtfxd4bY8T9UeN9P9PX6
5HYUTV9RovMs5K7BHDeZR1Fn/OxlEKa70giPRuG04YNq1AexKXdV8rWK1K31f/ycAPXndzcNuHfP
uf4VmdoXQmT4ydlPQZKerPwUe+ehbR/DLr6DijMGyRE+G3FxNIOjlQ0vVnCXw3FLUNj43h/PySzN
A8kiWhp48ZKDtVJDhsO7MT2PyU+l+Mfq9mW/EXSWGR4fm/HyGTACxgdhp0XMCYJEy+UqT8+eptlC
+VDYEjJ32lNEtfG2X60tBu4ruvbIzNNDXbxxxshr0rYv03PfDqfeu9NzWNHULe66lY83r4RUlUYt
yK/FxVNNTQVZspSeAySkVYq0cvJD9MrXdPzn9nJWLlfIf9mw+dXNA3FZTDDCQvRHT07PsOA7IUo3
7dcmY443vs/b2pHGyNFVEiRvC2vxgVNy/mSXhhcv08nXzVGIMKwX56Av7S5/C9X7YlCPSVo4cSfs
Cv4VO3AtK4TudvxNWqbXx8Y6396C5RPv/YdQLJ65l8B+KIsvCucBCLdJT89l19p+5Nt+/znvTzqH
VzXg10s3PGjV3ntuC8AT7NZi4UaQmAYPfo6DNL6pRaNWdlJklZOWg37qFSliajFLDlGudne3V7p2
SnhwWTPFBZf0EmuX5J0wMKgNK43a3usJWa6xM8VdaKp/DcKwYWwtDEI1YXGVzOUcyAyuA1CZaFVZ
oTvESUm57uk4v6hREe7awttFQl84aRM2By1VkeyyAuGYm0by6JV9dZLyNLjzmzHemUOWbEAT1raf
DtNMWMylisrP9c/qGdfIxrLIzpWVPaqe9pbqyUlJvNNYeM9l9lJFwlZXddXXDSZDmK7maUNb7dqm
JtXB0IZ6djak5+Fr0B87heg7lEe6V6V/7MrAzrtX3biXpdqe++Pxl+S+2CK8me/Vxb1ELwJk9qzi
Ac5h4eg5ZOmm72X5ufJB+09Kae6lLhr/Q7RHOUafBaeQXnwf17lI/xQNKfFJxErAFRvK/6CNo258
wnfXWayEksUsnTrj9UBqXe9n3TdyT2EhO0+iZVPPVoWvSKz0P9WjOSLwUOxU704ORBu53Uq/T5Lv
EGT0Dx7cZunvMf+aPTPyOQ37vjn2vCg0+dCK9p827AkrbADCIoDwmApSF8e8EdooGyQmfvRoPI5N
/U+hQjgVVFsVvg/zT++G3snb+BN0IQuHnlKtlTK1y3hUqmgMF+YujEQHFOC+1e7FH0X4paABV2hO
7O2Ezf7oyk1Fu40JHYhBZuvz3198bvSwpz4LqMiKkBWYz1P/LEj3cfj9duRauXVBP5PNW1TjZiGk
ayuhbsUjkCAOrSeQyMd2U8a7KNjK6N/LeQvHokg6PzIZQmXYaZE0ipnlCULAQfWnu7oIbMF/6ag6
1xaM5fG+j56q4hhNPS+03LHMcxYeav87HBhogad2aN5Hb2H44g+H/yPty5rjZIJlfxER7Msry6xa
LJAX+YWwLRsaGmjWBn79TRT3XM/0cIbwd8NhhZ5U9FZdXZWZ1Y2ewnqXOuO+tB/QAfIk8Y1wfeU0
I/JHXhLUc4RXorAU6biVw+mWIa0gaGDYoHP0LB83wsi15QUQBNR6dNMF12L5iovlZc44j4Opl2HN
fyRoLk8g11fNEPL8c3+Bb9MxgLQsGk8AaEPxReTwy+jaZecdrcLaihxAxEj7B621vAkoFOcnpy88
Njeu4ZXL8Mqi4JOzsaNZiqR7aENMpC79Oit9lv9R68IfpK22bquHFAIFACsCRwiEkrCBlVQrtFnn
VThNXlZxLNWXyvrktC16XnVeQswveX9sBh1vcv2lJhtv/7XHEO77RaAA3h9YUNFHUMBtkGZApFUx
FzL5rkzSx9gedrUlfeJs+l5W6HLUD6/F2Lrx3M4bl8LaZsWpQv4VFUAEIILDTicSD+lEWVjKsbRr
u7r8OrWSvPFUXrGyyJFB+haPDVx1wul1zJRmtM5ZONatFXB7Ho9F1igbgc3KVsWrH6ENXq42Qjhh
LlvJrB1r0FnY699o8kRKaR/LykEhCrqOWp7FUTse/hExBd8KJA4gTcAL48ozhWPY1JXZ9EpVh0Xe
2VBgrjRvGPQtzamVIwED2B1g3yMZ9dFM4+Kw0zktE0lq6xCk61eZBiQZDlbCPWL+LuoN97Xi0a9s
CfcG0zO7rvD6DY0Jha9ZP6ftdDIcvrHzbxcLm15GSgjQeyB4RNyUgWaDpK3LJpT1Xd+P2kFXa33X
jNkpy9iTSprvXSerO8tOt1gnt3EmLEPxbAmEgIQVQQsUB2FC64YmnIpTleEB4zwh0yFlua85oRxv
0aBv53Mxh9r3whVC1lfcIYMKcItlNmFh+u1wlqonwAw2XObKZOKLgY/Bax51FJEx1sC24tCyCxVe
n4Gxebbb7zk5kwz5FNP+XpFA2wxvbs+089HkCmEz3osgZ1xfQLzham21WYcpY8Zu4tnS/BoYsPvX
z8rsgUC4dPcBt29JJFxbGcympAo1+7CxfknoLWBUkKX/dt/G2uwBSQ6p/0V8D3f2tQ2H5zWxmNGH
mab4MkG3EGSvT0NLvROamP3JGTrP6e3+vtGVbCyUq9EqDEBfPO/x/9pqxUuzzfOuC41Ce646B4Ao
7egMiYuyQ50aDzMhbp5n3/o89c2Y+EP2lNF2wzGvZBmWr1i6Ei9FRrw9rr+imCnJ4r7qQsji+uYY
4KJ0exq005uuPSmS7FbV4NUA626MfmVdr+wua3Lh0dCIseYcnYzC/g+3fVt3cylkEAKYfeMp/WIF
UxqMqItorlN61tYzZeXWvRq1qF1fJLOBSxfWZSL/aIZ3zvdJoruj0gbw4lN7gEAHePW+jkv3/sBv
PflSJ0GPISBg8dwU1ZdGYHGsbGhguXw3jKPKjzlDLa1357YN7pv6SN9dx8zXttTrOYasVZ7jBYAd
tug87Fn83OlfSg4GJhSQIQs41ZLLfr5p/LlsE+QbHgrnF8pfDQ/GjW22NWrhgatPqCi3ydCFajoc
0Q8MPXr21PhRqPbDpJMNYytvhWXcSPXCLWE+xUcoFHgtCCcVXchMqr7bGpdPyOY4kztXcvOnn3ve
eGSKuznIwUvtXTvOZOWYN01Z7fSB98EcZwX7VHcowSSFof9sy4xRl4zUiqqiVBk4pTk3gtlUyYue
NWrrQ580l/aKTFmxTyujl49ja2ba2ZbK9JlovNySC111H0iUIFMHGW2kTASnRYAFRr/PuQu7b+h2
p7vJixoU+Xkcf83yIat71zo2tZ8rG/Hi7bMDcwtrC2wNJXuxja/NeJb36YRzS3rqMTOO3V4ti8No
xcNXq4iTcGMTy9ikN5v4wqC4dfKyahwIFITZWLsFqQ8qABiWesytyu+QkivGL4U+e9IWbWHlekN6
HrBi/ET6UZR9wDGhNlPULiSFqnl5knPXGOatDk5rbhCYWPhf6GjieSVcApLRNZ1s0T6si3NH3mL1
t/rPPYKAMkQW4K8NwcVbcWLJCXTkQ9P4Jg9hTU9DE/Cgqh84iJvtGQiI9rPp9me1fWzqHwmh+401
XPaiuIaXXyA4+1Llc9LzvEeQfEqT/rFp0UOv+Z3mYNgF3dnWunPD+9cu32Ksri0iEiDYrgtNEQoL
1x6Qpa3qSE3dh9Jsy1GVIXoA9jf+fH98q1bwokeaemmY7AjDA7s9QRfopg8No5KPVG3qowFe2gYu
TV12ujiLII2C+A0lHzRnFgaTakPXM6L2IScgbRlkzKHMNvbfdW6m/syy/oE10vwMzovlpZpSnjUz
Rl5EsdEzj1hoWDsnnY83vvwEdl6GimVhH+lYolFuOvNdK4HJpatx/aXOHfpUyXN/4AnZQu3fBhyA
Ci+IV+S6UQm+ESad8BTQW2IPYSGx9F2raeqVvFE+VTxRHuYWzZMhX0XB7oRwLbj0bO5OChTbft1f
sptzh6/AswNpSggEQrlPeOT0mjW0U0Z5qOfakYAu3aTJseu2hA9udsZiBvsCOSsNTZvEUqeUToDM
qD3H0TPot8TuzNFjFQda+v5wbrzyhx2kW6FFuCRrBCepSWWe8KnhYQ0VXZ9qxZ9ygOqOTidI9pPK
v29tdfKgT/M/1pZRX8RuamYbZYIAIjSdMvYck0rBTKHf2SBxsPsvplAUWehwSFkLt1yZ180Y1y0P
kSB3azU+0WLwLTJvVCnX1+mvGSFSqgHyyDRIYISpbbyCHBmf1MFJN168q9MGfifE+tTFJwtugsg9
ZyQdMG1Zsy+VMTDr5sRtJbg/Zat74a8ZEZTTO3puD+BYhZ36uxtO3Jm8IYtqddywszEcTVgaK5+Z
IRlYGhuUOgvZ/Qz8ZbPb6ny2eLUrr4e8Cs4Q0nNAc4DvI9yQzMlVkscjD+WsTt8qK4ZqWNrEg8tl
dM3Ugdb1Y6JOPvosbL2qV0YI5QvUosA0BlxFdLiUQZ/WKugY9lLr2RQPI7MJ0Fl540mwNkKIlMFT
yAvtXEQZpQrBrCnViOROwPRQbSeX0FHxmhRD620Adot/xf4DiI9W2PATgASi1CtWAFXWQg5InUdA
ELTCrZu+ci05+03SCij5sZsO/7wlr8wJN5fdaNqQmXwMOec7x5pbtwPR1WVxMfpGbG9clCuHGZol
2DDIFoAmdwOX6dSm1FJ5DEtaHHR52KPY869AvmX+LkwIR1nvVQ7pF3UMTfpVb7nfSo+5/iOOt7TC
V3fgXzsfl+mFpy2bHvhYVRvDnH6FFnSg5Ojw5kz/7pjgXxFZoDkFgAaiIrnTZ7bVdhY2IDS1te5d
aT/H80YcvzaSSxvCjLE+HXlZSWM4tpOX1rnXN8iUxl/ub7TFGYjOApqUH7AaJNVFZ1FKDCDbJp1C
PO7kKO0gzI2QLDvUTCkCqSHqkxlPfCMFvHZ+QfxFWhYlMCDOlqFfLFLtdH0PJtiIuqpuch+FqgJn
Nq2naTcTvfllWET/WlUj2/FUitvj/SGvBVTAKgAcBoiyjAB0uQ8uzUvzLBUSZpYjb2rPB0l7MCjy
NsNxGGaXq1nYGweHe/fNrs00yiVI5n/k2sW8kWlArSDj2RTqfahLaBQNHm//nZsnnr7et7Ryn4Em
gRTqogdrgsp2PT6So2qSOukYWg5iRTtudnGVm65VFbKnxfpWdXhtNa2FDuUgTF0Sc9fmrCKfeClp
UzglWhs6LR+Ja2SNOeycdJrRXqyxtdGdkgnq1bFZJVsFmbWJxY0DTRDA77GqwrWq0zlXykGdw5k1
D7wmvl04B9B+f1NpfIMf3XIxN/bwkNcNKAfrgECgGC5M7yDrIOoAYBOm6H04oS8hFLS8Zvgppb/K
8sc/LuViC6lG9D1AJQNB8fXcKtoMLJNk4yVK+K4EjCId0XRkSI6qurE9b08FTKEwg/YHaP8JUIkw
rCrng9VqzRCaZh+Y/BHbda/H466P36nF3KRHEiclr725JWG8jOHKBelIwy85A+BYkE++gW0VuO1y
DpIGZYk3kp92egJpyaO4w9+G2Nj3/xzvgWuGKwJ8N4A7oK8hxP4UgmBzVRI5bJQHBgHtOGUv6pjt
KrpFqr85iR+WIHkOKUy0uBKHZoPE1+RVJkPG4St03OppnyWqyzYDopUphE4tUOsqXuwojgpHIFHI
OKLjrQwanfXE1C4wiwyJOLe2GreDziMbs59VsRE1rA3u0qjwBFASAJJByJTDpAWUPT3KyTvO/6T9
/OcjAM4lCmyLFgae8UIolJVd2kPISA7Td1nuXTX7Yqq1N2kbt8KNF4MDA8gHHcLQbBQBtHApMCgb
cyVvlZCl6Zs66W5X+YWuPOnp8JCrXp9uybTcptQBEABrCE328BZFHCEMLBmURNZGXQ9xGndzN3la
Zext6nilSt1MUqE3OXpyz6JaRpaS/Lo/rbdALkiGL70mMauLDKT4uEKfSakyzNkOu7bfd+lTCZXl
sgE6pAgqOXLIHza+ZfNLua+1Q0bywDS/S5/sf+26gusCdUUb/g2MH3yLcBadqUQrF2rGIZUaCFab
pXTmyENgLpSttN6t316o15hvkK8R8XwkwS+ufWJPS11MTaNChhjIgyM9o/Y2JcyL888bc7t89bVL
w6xiJ2HD4gK+eYRzMBQKa+pJpLXUOCVJ/Y1zojzlE4ROjFIqvjpUVfxJ1qjXUnk+1or53KKH1ikv
OyShpC3d2sV3X30PQLHIBgCvgTch4JKCbzeYhnKdgu8Z7Od2eOUlD3JL222M+ibxvEBvgccEMBBA
Hmh8XF9WTFViRN4DiUZo1Pbzq1VEaOQOpbggV/9UrAlUdXDRA/S+2ZvHy2IVHcA+WCe4vYQdJKuJ
VakUY8vrJDAm3euM0v//MyH4Bt2Q8krqOxJBuMaNtXeSbnUhvtmbH6hlXPKIEFGPFhtSEXTLNXMV
FjJ47gVv5acWRGDrzg7RAOF7oSYb+Zsb5y0YFHYEpSngaQlmDZ3F3cJJTpn6szG/mWzYMLS29XCv
A4KGPBuud2F5WtLQXDVGEhEQQv3BjCWXIsLwuC3/M1zzY0x/TS075eKAA42sSkUFUxONJslGr4rY
RXS6kXy49duLGYSaSFsvLku81M0iycdZjXGY5N9JpezNtHtpC+2RoPxK2VH7wSE/ALGQp9zaqoXe
1rAE28KdS2OtUaHtRSLd8mbqEdtnO6X3mvhnLT3WaCyWH5PBHQ0XYfD9M7CyYaDhB0LVghNC+UxY
x6QxiKkMONyyBfpFPYWOPjouLZUXEAC3wIsrmwbADMBi4USADBSNAQYo5ZxgJRuNJh5eF6Fk0HI/
2NrGqFbOHZLrC5IBqcyF6nK9ZUpuU3wI1lJ5Nvqo1gM0USJNUMwbdlYHBMAAWBCoW2H+ru1Qw0q1
kkgkQgR3kJzPaNCQ2cpGVuImCkQwC+l+xGRAzQClI+z/PumbtG9oFqF//Zw9EHSZl5QwUwBHz92R
db62xe1Yt7gow+BpgleKsCnazKghalhk0dCfnK+MvgCoDFqyXgeqsZfe7+/ALWPC8MpmkroMjLwo
S52AxYijE9uzRt+SosIBB89GkJZ4922uHXbM6d8RCn5yMJqspxlGmMRAOuqvteyO4OlrUAXXxiCP
fyd81+DVa2zRgG5hlh+r+deycOlQk2ryOGE1lV9onngcgA2XPtfJFGXdwzAmcKWWZw+p52RPfTts
RMPLXAoBw9Wwl3Nz4Up1OtRy0WCuIdNWBpQNc0Aq6AZszO5KxIDQF24FhEAUlcSIoSkYGt5nZRZB
Q1E3XdXa0+pIVPQ9Dxp0up7PfMN5r+6hC4PCcrK0M4pcgsEmflxAh0bEEeoreFRDqqN6zTKyuz/E
NbcJnBkw2NBzBS1JMCgpQwURAuwfzp5GvlPKP/R7U20YWf7IzWpdGBG2Sq0l2ZRUbRbFtVrs+tn8
maqNAsQGAAD3h7N2AWHFlvZTSBcsUPnrjVGCcdLWOBRRh4KoYp2mXXzUHvr2s2GekuxX3Rym1yZH
f5BR3jiKH5Wr21H+NS2M0mpVo9RYl0X2+BzT36151jqvrUE2StxJPreq39S/zNf+R9Z7evsl0VM3
/kXZ5Lb1i+F81e1dxraaba4v799vEs5JUUCoFU0n4B4yKfaNOofoN6pyvuTokTRvCVRtToFwjSBH
gz4BVgUX2Ka7Rufw83QANP9nYgyfuo7AHYIM5TF2Gv+kmXLk9mFUdll+QIdXVgHaP8M9v2jasaep
f39nrHqMvxtD5JcbyIYbZrV8mtGAFD01xG91lDjvW7lFaC1eEepLS75o0ZFfDviFY5LSXuqSDuU5
swhk5yme6L4aXiutcSd1Vzuf6TFrPqPh1pm92+156iEBcoSaivJ2/zvWV+Lvd4ieCySOsZd1HDkI
flSzZ+z6Ep1tH6k54VQ8F+aTmfkda13V8NFIwh0r9AAbkkC3HvL2RYoPvfQDbDw93PismyzG9fSI
8Uw2zEyjJqZnGNI3dEYs28OUHmj9jCCxpdWL3tfebLJTww6580vN3tBViSghElOTBsmnXnfT+MCm
XVn71CBAZjwmBUTLG+uscZfaU1CQrfTfqvO6mEkhhqDaBBS3raLgGifzbmrt0dXruPE6i2+1r7rR
ZESpYXFaS3kS7gsthq53Dy0a1A0tuJBSS9ysKjxSJEcgfDTHZ/KhS2fkW161eWd23mwPbly8TslC
v9ULr0VkY3VukWzspNu8q/BNggsBPsWQWFcjarOlfTu/6VCqIRnxK2nead2vnNouG74j9bW7v1dW
XfnlZAjOhGvqrNcdtnCanKsy0qrM1cizVaNxzHNFdkhqxyfOfGY9kC3a/FrYfWlaOMWM15qVzTDN
ZOkrlkLKkoeCocHlN1vdYs+vOaYLW2JF0GSNk3X4FzXo1KPLxB23dvDaJXBpQXhE6HoGUmSPFSzU
6UAn9VhAIXyGRr1spRtUg/XdAh0PSDsvxESRkjjPVtfUA8+iFlLSFFIo/mCxMwtitXHz/iDN3yZz
q2HWLf112aIXRoUjKpkoQ7QoSEfqULgTQwvYQ6N6zSsawU6nKiEu3hjATNXViyV9aYuNjbrmIC6t
Lwt84fLLsaWW2o5LdGNX+wSvNd8ZdXh29Dbaul6W97MYY1zaEsKbFOTlskqX+7w6m7NXyI+KDKZj
ASk6VxofBk68pHkGR0DeCKyWHX/PsOCZlNEa53yC4dQ6jNqfGk8oxxvdvIv3xHq3Xu+f/bVr4nKY
gs/JJcdoGCLviJRPDbq7ZT33Eu17PDAvTWbEVf59e+ujA14eb3l4XrEr1DBKqgQSNPzu0aiPwM4N
usf4vuh8O9KarSzJ6onHSxupV7CDkXO63jBAJfdFE9tZBCq242qczO5s4Elxf0wfFKKbJbswI/hP
lZSA4RBcXBl9TjVXmXdW/dz3JxwXVx9dbvzW450mBWbpVlPqauhZsdWI/TaJv5zMi28QHOnIHDob
Gb6Bo1nyXjsriiujM7TH2q/Nu/aJ+Wb+RJVXm51aqURJY0sA4EOy5X+fBOjUXM91kg5Eor2C20tG
8vqUfB5K17A/9+C7F/ua7fT80OVhzh/sl+orBDoc6UQotEogxjCo2b6wiNuqn0j9xu0wK6b9/9ca
AS50/Xkl7fs6dvB5hbyn2W7on9Ju33c/53wHZYjG3s3xi5Q/dPJwlKXZz+bBtestBPhqEgG6S+CD
YlMuwgzXX0FVNM6RE5VEzjnPkLVTp0An74X1UHbfs6YHg1LxGzswhrf7w1+7mDQAsqD2DFA2Lo1r
u6yb0qIuWyREjQy87We5+Ay9Vg+iRhvea+3EXRoSjgKhcwdwUY309chdRrhn2F/uD2XNY11aEDZ6
PNSG1bUYSm6goy5gzzN/yOkzz37W5c4YtmCoq+YgpIH2e3i0gyF5PXOFQnTJ4BOJOqX2oLDgxzl1
i3byY8vIvAp6Jr6WNRsX3dpygX8uwy6EFYBluDaqkKLkJkcyMqOxZw5nNFzvkhfT2XD+qzGEvpDr
AGNAC2SRQYvKlD5MGnISZt7LCPWk0ScqqT43pHlQIZ30AiHkyS3q2nnQFNp90nMjO95fzmX+RLdx
+QnLVFzc6U5ra1LRZ1lkKb7edG7aH4dyckv7LOn/YW8CYYBqnI50PbTPr031cjeWco2HaWLX9qlg
jeHiaSxt3HCrD1MLYRkWzkKjGpFCY7VDhQsBQaA1RUNy4vUXbEpt/lP/LgGp0F+UPnfJ+2zssp+x
7HPnELOAP9s/78/r2kG8/ArhmFSTAuRli8A6SWRzb1bov1nKdAt/uZqbBE4EpVQAG6CGLMzp3JtD
3GYIyWgaaJbkjYMaGBKYmp9iPN8M26vtRzTK6d5HeStQ+qhLi1vn0rawdbp55FbjLBmA8blEr7C4
k059VRwLqNjLp0E2PZZnYGm8qewXGag3KbscDS0k5PWPQ/tzMsALPBjKsa2g/9/7SfxDYtkxV7KD
TgovKaRjBp4AGfb3V+Z/mTNE0UDXAJMlzplp0rLpJsRAvAiS7mclP86zcZAgzBO785c0P5IBulps
Z325b3hZi9v5ArJTB4t86T99vf+72XFaGXdt1KZ66zLqgGOlpfV+kjRzd9/U6u5bGh78X1PqtSmT
cqSj+JxFIxB+AdS35gNTlA33tWzhe+MRHiMD2mhbTifjMcKUA9gxzeSZSe6mSRzFyY+Y24GV2Fux
3jJJ94wuI7/wVwPw7qpcYPFs6BkmseEZEHawNDxCeuInGtp+AL1gzg9gP8rZ5N+f1rUVtHVQ5hHo
of4nRs/UBLyNc8Sz+jj2gVoZ5U7KU8nPM7P8D34ZEQrEhCBki5tPGKcEvHXldM6SEygg4dyfyOBD
sTKQBzNIypf/MC7Qf+CYwehF+v96UpFZqs0pS/NIi9PWRRl18ghvoapUzltPgtUpvDAl+EW9nFBA
LIo8qjtq7nM8coI8T8hOLuxp475ZdVAovv3PsETpWrnPpVjNTBrJrIFOfWc3HXUTp7X6XUOGuX6M
Z4UX00kykDTwZK7pzOWEQwoRnQGMIEcpgQQMTEntoGVxrhyL2Ur6c+eoo+qrJMPviVZqtddzSype
rKQizR9FTmskbEx13E/gKlWuUTbmdLa5CsGXxBzb+tDIrG2gtSCjQ8Y8pdXSVgG6MdbG+NduQgQx
iLWB1gK+SSTs1nNOcQI7GjX2u2I2J0jkB7EO1bUxlyOp+t2ifXgqIelG54d+Kh85CfT8teQxmhX/
HqUoNt4d0r7f32srAZ2GFy8oAwCmGDd6GqXDaTeypIj0RcUbLO1SLncmnQKH7dD4w2X87b7BlR2H
ihaCOeA20XhKbLZSpehfrw6kiDpI5Xqpbf1OWfrDUIqtI7s635eWli+58E0Gj2M0aYSl6cTzQ1/t
kaqMp89aVfnoMl5Jj2Ug4cFhBDF0fb7Y8leDH7LBz9jn+yP+Xz4E6EOQJdBUWLxpCrtkFivqIhqb
x1EN8tGj8hg4aKr+Wf3WhHUdlC9odpiBlSpPLiVhqbrpiKZk4f0PWQkul2Li//sO4RpqrHrOaqkq
IjCaXWfylfqMwsc8esmWMMZaGWCBeS3cvKXToojP7agOkqHZYe7jT83RtJ9Y742+jL4+vdu8NYOn
8F/dl2Q8laDnaUHVf6oHV9lbzW7+Xm7BlNYyEviaD5nfpe2o2OOvKOeBqjW+pj+NlHlz/DZI58JG
Gndih046oxCUGm+6+Tz26IY0tC6VyMlINyTN1hLLoLpBLxxocFDexCJEN+ejpGhDEaFN44+5BIPU
blxrCKgBJQpfRY8QJdKlN/A/uLblfZYLSrioF30+3JQQqQOsUMhHyOnQlEyfi4jZOUpR7bmArNr9
7bUWyeEiBg8IdxbE50SdMINOLRoCyVj0+WQyDzKsLTKDD6npGV+azw56IFhBY2ykJm8dGHAduJoX
nApyv2ImQ21rK9P1qYko1DY0OXeddIfMeY99VhAXAvDBxihva/MQN0KaWVv0UaBUJsSNBtftArjP
LrLJMUX9o4em8wPnumuNzJfyIwjzk7GBYFli9+vVg00IKy0v4EXvW4jtWoh51FVVdZGeGWclAw7d
Sd+bQdsNKvtzf3y3GwUqUhCRwiMY0ar64cwuvGY8FjqxDdZFSSs/QNsS8QfZCPlv/dC1CSHosDNe
MnOqu8gCL5e2DPnOQ11Do1JBRW3j0G0MR5QvL6fc7A0CW2OnhwnNd1q8hUjZMiFsCJmZWaX0y3Cg
z2YkhpslX++vye0ex+IjwAWnDz9BAL6+ydI2rurBoFgTNsWuqvR+C8HtGXRcg1ZBVvM/jtxsoNi3
bAqXBcqBOtirRRcVceZpZn2cwJsti08dgPr9gFKgfrg/yLVpBAUI9JylBRvaAV8PMtMyq9RLTKMx
T2YwWZnhNqb87b6Rta331whoTtdGFI4/mXQ4SEarB9IcGc6A6yAqBq/fasC2dmYvTQmLxnOG4u6M
g2S3vxik5Vu6+yxtCi+vW7FQ8kcjCpxZwTMoep22hMDKPEp+wfZE0XaNlv3s+i0Ryi1Ly/pdOAbH
SbOxUrsuqkqndGM1CQmUAVDj+yLV1QYr8jZIXAi6wAWCQ4jefCJ22ei6Mc+MqYumOvHLFJVv5eeM
C+T+Zli5sBYzWAboLSzQCWHLcW7MTJlhJm0eE7RZVNQmkJzyyGziWmmgWslTGmtelWjfDDYHYzL+
czCMD1joaMDDg2Uo9kIkSQEeVSl3Ec3fKgfDpA9JuoVAWZ3MCyPLSb9YOLOHsFyRKhilI+1Snp6p
xD8V0mazrMVtX19SUObD3Q+qCPYh0n3XduLEkXpLj7FBit8x3jIAC3soxcrAUTcZ9G4Ll86/0agF
6b8C0LIgG4qgr5CSqrJnI688lUxeTV7ZnG54lg8nf+/LhBlA4asmfWPBfyLk9KXGj8MGWKg/8RwU
T9aBKwDE+NZn68kYdua7Hdlx6xp61G/s6lvngwlCzQERMeS6kMu+nqC+00s7HgfgaXPHS9VPo6qc
aXGC9LdhbuZdF/8sjhlqZ5ARAS0EOW1hzJIkGVOrs34B4szEnYpjk/+onMD4ntQ/EBG7QFVIxW8Q
PjdGeevHUc4E7fGj9TmUfcTbnY3gcVlADafWd8M8N/nPjVN7G4DBwEIh0ZHRBTNAuJkaKHlXVM+G
qGv5AM19lsvK45CjEvJQ9LZD9vjd+alIdq/5emHPlmvmtXVQJRRg/fvfcnu0wLBYVGQReAKQLSok
yPmc5HacjhHyFArxQZSCYtJkysyHkO4WJejWAcMY+odAzxrcagC9hO0jFUqi1uUYSZQe9WJqPabA
Z4zZOLljuRUHrg4NjVpBIEHtBW7y2lo8zlVvt2yMUJWTT5MZm0+jLmtHiNdkn/7DLII4ikZKQCEh
0BVMEVPOoW6MgU1gFwMOTg+qUWlnLQaK+b6p1TkE2Wnp+LVE0sIRbGwCIe5YHaOsIq2bqIc0ZwZQ
eSOElKc5uG9sBR+yUH/x4EepbMFCCnOI4gtHaMimSB4l55OTmC06VhsJyMfgfDqzl1gTyz8h6Ugh
C5U0O6vorOZEaov+ZP0AvK9VxXREf1xleO14QYsv9z/w9qji+/AcBN0TaoV4tF1PfNP31VwCaxzF
AOqcC0svF/DvVn+12zkHZWbpYogX2sJYFEIUa04sqdakKaqB+T2D+DKdTCgwQ2S4Ja+yzje709z6
WRg0wVtEkRLUhQ/5o4sLzygyrc81fQLO4YF2Z9rula+Z+X1s9iOwhbYejtA/6Fz5yLLUQzLS5eNL
k77X+hY3ZOXFf/0lwpGdmWkkbNSATU8CrT+bP0z2qOJ9XP/IdmjDKZeGS/dO//zj/rquVDKv7Qrb
HCpe0owE3BT1zjeG7iP5oZ13RbxDTv5r8mtLlWttgYHgXmAl6PAJHaTrbaQNaKBetOUckVxFlaEi
E5BB8bND6tgd1KrZePGvwAYQEeJmQYiBPspo53Btj7QdnXAHzFGvqb5JfufErV/j49usHPrB9iBq
a+/uT+jKQUGJFFxbhDZgSDrCZTo5Sks0Ls+Ifc12l8kZ201Wt4UWWP7K9ZUNRuuFFWEea+qkkKcZ
5shuKq9R4n3F9v1jrgGvfbadbOOBt3ZK0K0Foqt4bOESE65R2tEyU5gzR46dFE8ygmGXdlZ9VKRW
27d6FQ1ZVh3/wzxe2BRWblAazuGJYFMeMhRD2bgv6so+/BcrKDUghQF0yQ0GGQElel8SJNVVvXuk
9vyNoya7YWRt0y8iBw5eqwhyRK825ujA0MvI3KvdmDwmirVTYy2kll36E0Hj3ftDur2NsTVAZYfY
01KxF28SJJykKmaFHM3w4y63++4Xprl8Qne2euvWuo2vFltQ8UbaFkoOojBjMuiz3sb2HM3QADuO
aM+BCkVbeWiBPXllLidfhg55aoszCBA3dDpZ3DE3QoLV2UVJAv2j0CMQEfP1EV9glYrF8UCfkek6
ZbnduUTrJ2j9GQidZ/v9/vSunm8bUJzlKoQ1YV/OuVpAdhL0bmsY291cKLJrN0zacFxrVoC7s5aW
mHiva4IXMQpJrQ2eQj7Q4i9lntcQjO7Dfx/JpQ1h4mqnlyxCsffzQlJcMnSJNzibOIc1T4UIHKIt
GqQpELpdL4+VW6WtFSOsDFAeA7+hPVv25BzjcdHzlNGQLbdbJ2gSC1RIvQGOJplMV4mTKahnngcG
kZwdb3njKvU0+71kkteE6dRLKRo735+RtaMDbiGyw8C3oyeZcBei9FKXTqHKwLnEsQ+xTxBUOxCJ
+4zm0X8xBelnFG4huCLq96DVUZm0uSOjaXE/eSpNh89VC0ViY0KB7b6p1b2EdjOQWlpYt6YQuo2G
QQhtNewluU+eZvQZD3S1k//LbrqwItwRXVNoFoHHjlS713dpz6qjSXt9f38sqyu09C9HaXTJ+Qh7
1lbpOORmokRKgT4qGcQpAzar2RPyLubGEVwpBf0f0r5sx3FcifKLCGhfXrXZTjsXZboqs+pFqFX7
SkqU9PVzmIO515YFC3UHDfRDV6PCpILBYMSJc4Ay+a8tXQS/i9yw0dDbzIglvZV4NqNmb3XVcJLH
qeb7WJ2l/jRMqTo5hM5DBxb3tpz2amqjcSWDbAxdrELvUQcC8zvkFXQaO6zTMdpSa5nEnP9lV0xQ
wEigLQfD/PUv7aW6J0yOJMC78+ZBZqb+MUmchuDYtjeK5GKDl4kHaEABWECSDiTY4oig9W82zM5l
oDiUL+Os/+xa5TXR32IZoExkz6IXyTZSqrWPjiFmccfYoDBZqlZ3iTa3I4VN3gkRFr3t3YYkSYB+
4hY17lqmA1IyIdJrgE5jeVVPSAcGuW7ktySrnPTIDG+M/IEGHd/ICdYO5aUh8ecXzhVFUQ5Ky1o4
cvVSJqlbxOVGdWXlYsT1hF4mijqgtVmSLHFNvCeFV8Q0fqgY3WWYcnR0Xrpm/eW+A67l2SDHQMjE
HKpqwjuulzMNXWKPA5YjgXPNVeLBM1gCAfqxG58srSMuS2t+Yp2muZFuPRpQlnwvidps7OoKmBs1
AaCDkavCV6DTev07mgLDOPGYyehbGk5cF4+jhtkr5WtnFQ7AnG77oDGMx8aKxxs8YyfjiRa93xfD
c1nXB1LF48bRXDkvVz9ocf01XW0TrojzkkA6Lw2Uoj5G2IV+4k7OJ/AZnbQtsNOKb4keIFaPcIA3
1iIUW2OjSUlKYTMuPS17kUCYev97r6/qvxbU620e8eSyoUmIHnSXREGBHow9vvU8/dINHV7sKeRd
o1Nrb7ERr1VJrla2cLMZtcum6Jj8NlW/jfydPMU2yiTzdM4kbVdnqVMzCMCnrq22PuZBnqAlktob
zHsrrQBsLmjeQfeONNtekrVVc4WcmiBGAKigRmCUJNzNTR2MwjIwMFWJClv0kBksiOTRcKpMPanj
Fv+WcJtFGL76DQu3MiluFHvCPdiB4fqHRCS8/Kph6N/HAZnSDNKxE88HxZvLim5E49WwcrH8xRVs
cKuSU7F8E6hLYv1C9upq5s+5+PeKqdhnqLSj6aEie1m4cRelIK6FYM+bwU6a+kZooE0bzCor4f7K
xMKPh0Epiom3CBfGryJyQCehlD9ibuF+Odw/Meu79t/FLDyXlVznhgHPLWd3mMu9bpVObdTP0CS4
b2gFQnS9bYsbGkng1MQSzmaPqmCbH7oyMKjmqtofBd0xknBPll2SqS9zXgajtWsG/oxyVqdNwTQY
71qp/tFT6ff9X7UaMC6+pdiei+tOxmNJLnVstCV/S1IP6i2ONj/w9Dslz5X8rCZv9+2tlbXQL0Nd
zwBhE0YBFgarPkszFA1wkQ9OFzkY15iaH8bvUnEsxemaV7qFY1oPCxcWF1dPWc/SNIp9p0nkN23r
mLO9a/IwneKdRn7U+Yn3yq6ppdqhw1edbdRoVoP+hflFROjLdkqMqBewILvbJZacOTRuM//+vq4e
GPQhUV0ATQpu2uvvyAg4uIgFN9ZA8zmBML23FJ/I38om8dj8cd+Y+MtugtyFscU3jHvWpLONHW3q
5jvti8q1Mll2yqLI/5f77MLS4ttxczL5NMLSrDO/1MPc8jt1T40TeKybZnZRq9mwuBoPLiwuPpdd
8jLjJiyaQ7Wzov00fNAS2PkhuL+H4u+5t4eLaK11ilzonx+sK53kjWc7iUG3Q4udPG09ufxn4SlQ
6SNN/38OsiyoRaOW5UzHuqBeS0GdqEUQvJY2MtsNx1jiqkq5TqMphRcq3PaBxsjt2YmkL/d3buUL
oQerKqLSg7fmMn0uua32EXgO3+qu0082EKKvUa1LP5Oxy7yY2/q/17FEUxyYZ2TrtrpE7miZarGk
hb3B3E36ccSoNVGqYCLm/v7C1mLjlaXFxcptqe5QMJMxoetD7ba1ZaeqHjNPa7/R4hlgGlRe/z0N
Rs3M1EGmK15wyzE66FfIYw0FtLemmvlB6priFSjDKrDxDvNZL82voLstMDGlaeM+HrUtasoVjxHS
PJheAiUWiEsXoYQMBTNqFEjeaNoAz9j5BYOc5MT8ja3dsrMIJKVt1o1aww7azZ6exM99a3mxNT+0
6kPDZDcHPYRe6sTBKMtzw+2DlecPUpLvcjxJ5GlrYmbl2r1a9iLKlFDkiBOuY9nxfI61B7meH1PQ
eU+yekwLzaWV5JNsSwNq9eRcbPYi5mR5itZHDau86ANmxEGEefMcvI1smDY2fGO/P139Iq8YSZ3Z
JpdlDBmmDtfmD5M+zRoIGDa+q0gEF2H0ciM/378XdoYh49BXwJKk8m9pfgxd8QDeVmeWa5A6Ic0q
yD5BXEW/IqgxfofCrmvkzcZiN77mZwZy8SN0Wg81Su7yGykbJ+X6gzV2T1pmHHU2gDinP0DBxGfq
1h6vPe6xeLSmhdQuuqSLw9Nmg9Gi44BNTiwwm+DFkwKHDSDcCE12HCp3niGQp5vuqEoutbf4n9YK
cWDMg46hJrBPN5hs28511g6W/Fb1HKIP2SPH6LOkDk8zNVCy5jv04/GgNo50Pmk0f5syzZnTvUFm
p99iQF39Bhe/RTjKxTfoRpmNcgZHUIuAS5lLQX3lmZOfgWoLvBj5/3IpCDQv2m/gSVw+5aWYtAU1
CB6847dWdfkcyJpT9Ru5oyIi/o17X5hZrIrKFq04OEDfqoICV1+mUL1tOpaA7CMbCIarIcrlZhxz
MBiMjNxSHxuHsob7qlXbHrXm/AH0EtEO1EKjPyjTt9QcoQlp0+ih7EvNn5WZgVixnr2UasNTXGJc
8P4JXUl/RTlNsH+CUlLWFzGHoxBgaFqsvOVR+8y6+i3urS2SkrVgA0o3gQcReKLlcEZqZf1gyhl2
yZimfarG5sGikH5GO2gLQbkGB0AFFQBekD2gDrkc7KrBqUbltFHezFz9jik1DNrsuPKkqJmj2295
qniF9CNpUTfMqa+PdexWQGzd39ObZB9ElaiCop6HG1Mgia59HSD1OUpNSs+S3jgS5kC1NPIi9W9j
xF6svN43dpOoWoAsoXqNcQe0EyF0cW2MpGTSZDLQ85A3b6RVwnSsg7hhvdOA3ZfMDfxe4tLuvtXb
2CLMYkRdcC8Ket9FkT9uCZ9LdaRnOk+BxYZdU5y6PMRBQ10/YNNHV5wa6Rwzf5CHHadg3thp+ha5
xycb59UBxM8AVh/gKaE3hAnF69XnNEv4ZNn0PKdf5mcI90EAoBh2Zu9EuqP50y4mvlmd+r8QZp6a
Y2oEpez3YdP4if4A6RSJO+0pkXfg3uzzEyRB5NLrx6NcOD15pm9bBK4rnoFJHbSSkEuh4LtsOJT9
3MY2wKhnINlGo3Z75d2EzJlcI1Ygamx8o5vLV/TjIMgKNhJdxudabE5LJx4B5kvP2dDszao7V/k3
jPliBpHtWByf6hzTALKO6VH+l5E/vfXOC9nb+BE3IVL8CA2oFUyiWfhn4Z9ZxJSBNAY958CBAyZ7
UNssjEO99jJNcScGsimIRdmDH7XcdIAz/Nj4ASsHRCBnMI+D7hdI3BepZZSCbt+qUnbWsveIM4fX
f8CEf1DLyulNyTGb5yZPDuNX2h1489gU8b5LQO6nenr8kcq52yjaxqjJbTkWe4Kek4ppV7xbwJh6
7bUobOt9W6rsrIIfrlNPwO+QeDciLwLJc22Dt63/m447I3tppdGxysbPVWXjLSj2fXFyVOjZSgC0
izO0VPk2OOiGQFTTn+O6lZ3MnlQHE5uju7H7Yik3ZjCHqAoGShVqZ9dLRX9jkiR56M9gvKSxW+Z+
bn1N1SezBYnSOao9qfb6/veG1Vunsz955fHZ4XqQjFtYtbM+lzK01yCxMpfB9DSNrjYOjq4foSyK
u9AxnHHcz5t59c0BFzrZFt5KICLHiVuOXoKFgSljOthvSX22lMeWgE6/+5Y2jwWK7PcXefMBIZmD
Aq8Y8YQ6HwYBr9c4y8ms9npL3kwlcdrsZ7kleny7FhxazHyBJB9fDrCzawN6i3ZF1w3pWWWNo+rU
sZrAsm0XEc6V4y31xzVraMGCNQnz5qiELJJljWA6AG8FWLMAxkLDrf6mvGvgUdziDVo1JLwRUDp4
/jIGF9o01BVT07NitUJxoDw3eGq2+zbdOOY3KS9kvBFx0EhExQ9P98Up7/Fw102SZmfzDbTjTqIV
fh0xpyVugfaKpPhju3Ha1pZmoJcjmB6Af/m8tC+SbCMDfNmQClh0JhSHTVfDuHNzzLu3+653E1Kx
MlPEL8ADETuWnkG1yTCqnGVnHQ8qq0oc6qLt7ZhyyA/F1p25agyOjpFK0DxbpjjrF4saOYOfp1p2
Hnrbyaw962ePtfIe3FaCTajcAmTcvMKxOHTpgTZHvgo6/IU9xcrtkgxtfq6pcajAdF5HB4OYJ7L1
erh9Hy4sifv7YmVd3+K+HGEJUC81iNug7YPIPBbtTvMIEpYPaQscuLW2xZFOOrtRSdVgbf3sZMlL
Pz4N6ehs1dRv28m47VGOk/DRkAtjIuN6ZWmZV3Kdk+ysmF7XH8viHHMP6Wii5o46pGCzVpxpPg5k
z3f5G0ruzR9qe/ed9Hat+A1i9ggnECHZEK+Si92VZp7oMknzszHtO/M5So9R+6jIP+9buT1yCL9w
TMCekIiiZ3JtpShiDpGBMT8nJIgetSea76dIyML/K35EEP6jP49MHxTueHJe22maIe3Av1udCWZw
ZytUi0d9etZ61+6+CEbwbGP3bt5sC3uL3WvIYI66BntS9KQMhae2x3RTvkv86KvkAPcLoDCAqKDa
gSR1cdRSI55Us5OSM+1+SvJ7s5V9rCwCI9KIT9BLwF285F8aKrseAKZOzrr5e2QvpNql0Vbh/jaZ
Q8AFcsMC5BBIPTTwr78MkrmKRE2dneX4tR4Lx8pe5OJRmna1/ttSgvqsxUftpP+wh9JFzee++y13
EIcLCT7eP5g7x5jODQv+zFMKXbP6HINlKNeBGdnipVzu4f+1ANogLA9WltdlXo9tM05Zfa7nwhvZ
qUhwPQ9f7y9jzQhiLigyUOQWAxPXe9jaOXzBkOqzqadoffxujUOW7/7ZBriPIC8N4TS8zpcJb1yR
vK0J6c4YZcoK25HQNYq3SPtXFiJSC7RxUAHAnO3CGXK1KOUBStbnVD5kGIDIkx0wzM79ldx+dNxM
Iu9DWo0B+eVu6YXdtUBcor5ggrg2KwwCWrii8P//rCyWIvWk4rUEK1oClHft1JiBum/hpoiAbcJC
BFoQSTMg8ovgqddWmtEIJnr5YdYAx7ADQ3ENY3biF5CnTwFzh9qFQgxRnbY6VNUGjGF1I8UcJSg7
EFeX2bqcG7muxiU9jwOzndJsSyhdTvLWMtfNoLmHBg7Urpa1EnDtRNMUo0TTyZ6kg4DSBW03xN8U
6qDsrXxI+fdh/t5TLxk8eYu8YXkNij1GpUaAoTGwg2L09dGC3CTKwxEqJM3U7XXpPTIyf1K+0mzL
K29d/9qQ2IWL+1ZGGXQSrdkzq/DO02RnaF70rUO8tpViPk/AszBgtpxLSeZaL0u5YWfQYCSvGBu0
vXlO6P6+Y96UlT43DT1KsFCA9QLJ+/VaZl6OXILG9BkyHzX7ab6P9CEyP1gSmO+Z5soJwjwN8tah
8q4iM9gVbF/1pOr3pLYoMJxAuGeY9SnNiQdtBBezJpg+LW381/m1j3f1+EefIIoMbbd6b2/JcK/t
ESIP3jeCtQvf/vrHNz14g1si9Wep/zFAj0XmW0NXaz6FgoouMCJgdTPEn198alCEa+aY5f05oVnx
MLK6OnSV1YHB3LYxtCC33sb3EInAZaIgvgcySSFDiY4yqmfXBqWOzrrdlz1yOSe3jpmJStGrlAQ2
MmfiEBTKw/LLvDOaM1gO+48qd2o8Dhxuei1I6D2N+uyLmh3lvwzke8pP21PAfHCKJi/Zyps+n933
fupib5RxkIgS1f2Zl7sp36G5UUs/UfmIO1fI74RUf7DLsOTPbTM7Kj9CtimVfjaQToBmNdJjgBlU
8jFbbv5odp5teJP9OqBnkvsakCPaA1eCkruE/20OHXfkypHJrsuf69yHCo2d+zJ4ZqH3Eb1k1OEN
dSNMBeB/LKgz/MnLXX+yGn82AvWQ/sri9GgB2QqWrjHaCnrLwg8+mQBRIitBbAcp1/L123UlBj4m
xFbzUEjSr9ToH7X37IdJ9oYdVB07W/3X7J+JTD/NagrqFrhPENNFlLpwTbVOi0igkc9cB9KGzu13
LbM/pCx+tNNZ2vDLG0SAsAbpUJCZgtlLvPQX1rIurXoDwVVRC6Biz1SnXiNpnomM3PjI1GdoHNBt
Ul8RfhY+BuYGkdKKZONGso2baaORAbU7sE6mjm0FShZ77AvGP8F0BsSW7CO/edaajQxqJbDgofOp
7wuJJ8xIX68WHISl1klxfyb6Y63EYE/eqs3ctG/Ehl6aWJwekrSWMo8RO7fyrsEmJhXGG5PdEAc5
eWjcGkKwDv857GL+9X6I+WwC3+ypSD5RkUUXZTlvAyI2MKZpSX9uVN8s3GhHi6dyn0vHErp7ihM9
S60v8d8bVkUSdWsVAkRimBbqIouLxiJSVKkUgU3+NR4MQB9iR/su+ZoapPEhdyPpRZ5OIIDv37Ti
3FOHeIrL8o235crNLZo4//kRi+jKKSSoEwPuZBU99xNMhbk8VWt3MJr3++td9SAx/4UaoYXJ4YUl
Ox5tpW509D9AU1E/Sh1z7xu4YUWDA4lcR4xNAb9/I7CdVWh5VyBpPrP2EfdxYnQ7PfvSaV+6dt6z
0a/rc9M6doEyHEb6pT0g5RCgdxL0YuqHrowwfVft6yqAaMr9X7bm2le/TFQSLiJTzztVhmYMKuHZ
XmmPOgr+w0uifKtyT5ufIhK039jj/FBkP+8bvnExGU06lFUF8hDxeFkU7KyEs75V2xDNLzsPGsNV
tPi1n16gdOLLPAKcZ6s0fZvYozAopijxBQBexRe5XmsaU23UjIaGCXmOpzCyiTdqzxUzHcyyTe+g
K1ONU90HKodSooeJJKn/c3/VN615Cz8BT34Ns42go0MR6Pon1I2VJKnNaNibwDg4hLmT9L2APnFS
S4GsE9cwcSk/pdOhaA9m4rXli0L+zhMw8UP7bEOP9ndMHBXKbmTjgywLmp+/DE0f8E2hdaneJJc6
6zs0qWmo0sQbtFNL/jJ65tMHM+y9Gm1NUtycbrERhgaVclRPUc1fXMQg3icA62GqCVS1rpYc7TF1
Dfpyf7tvvXthRWRwF95dA5ddTOD6DHn512SDw5jp2UPrQSvEIBCHzoNM2VdR6bb9vpq/jGm6cb7W
P/jFOhehFAM0uh4DaxGC2TRLqp1JGHi7Ktck04HOtSenrpY3UCd0yvzbt7E9afl3xr4AdOlHiRfV
Dxo0M+3sBe0+Oa42XhSrH0FI/6AHqYNwdnEgajAQpUY203BGgaaP92NE3WJLOW/NCLJy9NkwlQ0q
94WR3rLSjpkRDQeL/ARhfbfPzbnAtJ+9heu6fSDhc0OnHYUvcbjQB7j+3FTtEwbpABYOEvtupJEf
j49zSj2m7ZQYelMactmjrO6r0qPq69C/quOD3u/Tl/aYRdOuKdlpLt4SiMqjMfI9dTOfo/kORoOh
PdTDrjYdDtAf+O/brXrWqp+Iy1YUhqGkuqQIqsfcsGbbZGFO5GPOdZ9wSAMn02saG45Wa25pvRD6
N8KHSjB9WJo/kWs6NH3hKToOZeHkRaB89LFns8YrNMkj8Or7p2klZIsBSqiOo6QMMoRF7GJyFutG
x1mYuEP52KNwSMZXdQoHw5WrH3yzXSoc4yoLwdcUFXv0I1Afu+HYSRGs8EyI+7D/yxhQMWD8eS2j
1+mFj52DLGCf6v84MYwYiBq2jHlIEOKKgtm1/4wqyuaVDlIQvB5mkKrxxLdjJXfptm6RSBkXixOR
1sRTBPAmpK/XpqTa7hJ5mscQAAmvUSCSZsdu3e77eGPAaeX4XRkSf34RAuVBibuGSWM4sJ1ZNA7L
HvppCxB8k0GJjbtYzSJBtijFfUexGp6/x9nPJtrIg293C2gicbQlDMQasHS9CE3pi9wE3VJY12m9
S/QmPzIuTZ41TzVaOUrs3Xf128sQBQqgD/BaAw4BlM/X9mYQRg+50o1hnJp79lwAYB9F1C/BFgYu
186Jsy1Eyu0OogQM6RrMj0MGAofs2uKgAU49SMoYFpYd+2B9AKQf9D8b6/qkYrt2O0WW8ZpBqVno
Miwj5IQp5sRKdWzk0JqHriitAJVgxeVSk3s95Ef3IyH5vugM6tCp+jtY/eSnozk4cTnGPrDNsTN0
+RCgsh/7Vj4WOzXGRM797ReLvfmVYtJVPCbB47Fwp3TQU7tVkym0G+7YdupKJYjjuOVZPMg22QDX
th4h5j/WFltPIQegKxMSwqGtvZjqe41WG033tQWB+g0UwCboY8EGff11J7yMe67lU6iimRB9SXW4
0aOhfpXk1/s790lxtNw6ECCB2gVMEwAYLUJYXkTgICn7KUyaOkiK71IXWKRxMuaOz92LGY+Bbb0n
FvfaUXaT6XuavZbxLoMOj+xBPqAYfunfqtR0LIGMGzdyzNtYBDTcZ40UE9koxCy2gZtmaU8tn8I2
j0+pjmK63WJoNqmKjatq7ZOiIWnhxQXaVBzh6/026t5UOGFTOFvsKda6vVImX+7v9KoJQCWwzSgm
wdC1CZNoPdU41pLICXL5StaxGGneWMhtAUAACNFCww0hMC/L8dSpNuS2M/QprCNQ90WIC7vYlJnX
YTDfTcTgtZ7SYV+RpHPLaaK+MerlA+s66pYsUzbix9oHxMPFVCDrAgDOkiGmKHjddJk8hTo1n3U4
TtGXzwAZ7+7v7Uq4x5MQ0HRg1IGTXjbFisKEbxjSFKYQIa6A0Mvnyu+6H9MWBn/tXApGKVwuUIUy
lgkwRNAMpVXzOaRD9qfLba/CvxwUCT1lts/Qgtyqzd3mUHjsXhhcnADGlFi1eAyDPdtxOXPl5pdW
nQvpkDaOYv1SB//+Vq46EOiK4EUGWs0I+td+OmMQqSzR6gnL7EEGMaIiP0TQJXEG5sR4b8ba7wkM
H9McP4Pf70CreH//B6ydEzCiYPQH1Ugw0Isducg/eCa3Kmau5tA0i9nt1LjZEUXd0p67YfoEvFo2
0bETnFYmnhqL4zh1CSnb1MSr3sz3cuMNk9eljsK8qDSc7E01d5hmAhZ+1xDMcfatp87KEfhaiuJ2
mn/nxj4r24eOqW/3l39bjBU/DNAIjJzJwP3dDJ4plHWVjh82kmejeUV9wk2Ir0CA9ovaBKn+nW+V
s9YOKTYCbSKA1gSLyPWOKxpIEHJNnXF6Yp9EaoCuyKEqtngJ1g6pwFth2AvUDKA1XZhRKnsspHkO
x3EogCPLZNQl2g604YAx8+T3/X1cyciQCQNRjdINHHlJDMySJrdHFkuhXDNpV6f5F6sgOjhmVXYq
q6zclZ1s+gMEYTYi8MpuwjAm3TQgAEGKtcgOSqlU5SaDYRtCFa1uBFD3C5LJfPn39aHaKoYEBCzo
8xhfHJMJtEpaVNdT2OWBbfxB09LtpDAHkk2yznRrjnQlDIHASTiIChazm1mAOGkkntndFJpS4ZtJ
jEYg9Nssb8IcuyS9Vg3q2dH531eIBF40fgXZ9xJWo3QzxiwhCBt2UNfVwolg3MLXK4w4BUO2ASNe
CwcYPgCmAlp/AmazcE7Qgpil1WpTONmmb/b1c80rTx+zIMqMQ16cMuJ36ETxFz3lu2pmXwkesdFv
23iSdDdF9TWcrN/9/Ov+FqwcmatftchrIQLBCUlxmY8xgG7WcFAy7nEg7sF5vZFCr52Xyw1YuG1k
wWmlHq/zWNEKh1a9oyjxbxTRHRs+lXFsfrdhcuUyFey/GOlSMZxzc2tPVQwtxzlF3GFSGMW7JpJ8
OzkMxU/d8O9v5NqhFEM7CkIPItBSACqS53zo1HoO0eTt9zyypoBoeNBk6twe7ptaqRqjtY81QfMQ
6wJV7XWcqyeDJtLczGEOAR/la5n/Kcxf7NnKvHR+Yt3XgrxXzZGVHrrt/Miy3X37a0vF9YmOOYB2
aHAtorlkEcpBjoZd1cZ8BwKQX1Y6x/5Mob9439JaUEDtDDFOPLpQl79eqJKYrT3JuDf46Jav6ls9
PavHWUmBaw3iZMtBV9d1YW3hoN04NzGpjTnUW+4wTEnPVuq3fbzx8lLWzhxe8JjRRJMeRatF/sEm
pJkxWFFDbfDA1gFCL7sJbftb1TXQr0ydufEzfT+QzuXZ7456Ed74+UukOln+0NJDq2ROdoohHqPM
T/p4ThsLTD/mo7GlVbN2YFFdg+4GUId4ni++czS22mjp0RwCTSI5aqe+9Ji9d4e8k107geoYxaCz
W1vsf6h1AGuEugNKbaBU/dzAi5unnWhDTUyjhOZHjgl/hXpWDPgKNLtHr3y/72IrHx25AmgzkREB
J7OE0+ekjyc8YaQQjBa2LyclOHZYnfpdX2yRR32+qRcvYXQxdA1R4lP+Rmz4xbqyzObcMLkcWmZ8
Ngqp9OoI+V8xyoo7T50EfUYgSMeOZME8G6U/67Mc9J1U7mMEstcuHatTbqTg3+mN/GghhwvMYeCB
mqax0xV2/5gpWuVZhdydmry2/Krrm8KZjUj+UAfo0qGAqfpoXpYvxSQlr2MSW45UDLVX9HGyEaVW
vByQZvEsQyUOfZWFlzc9a7Okr9Sw7k8l6x7L6cWC7gSeyBsvwLVweGlpGY9Abla3UFVSw9IM5q4C
kGRGjtL5SVXv5fTJLDBbMqRunoAbLw6y71N07CFkao7k231fWnlYiIlGvGwkULGi3H/9fXu0djrb
xg+R5MqjGmq2W8iCG8A4zsSVCeHOFy7ESDmPdpWrYa4fjfrJ7GqHIJcQzC/mCGnDJ1PyZJQGi+nE
DPA+dk6RCRH6KHv9X9aKpB4pDS69JbZSzmlOmdGqoS6Rk0oG18zTjYfK+nb+x8TyuyoDUI9FCRPp
0Ls6FJQASrq/iJWnkApgsC0av5AIu3FSdeya2aqIFtLxMBp/qfbOHG3600dB+asF8Uxw395tsIE5
IDlRYBdBYMkSQZkyd4le6SEcJUir57HcS8UWf9bttkFGWjJVQDNQQwSO8tpFoO9BjRxjaiFPDOZM
FcPANfoG3v2liON7HcuA4UYsE90C/GtJ+kloCVFDYughC4yWOcN8Ii542Tr944ucbY22rOwbZreE
NDCgH+BBWNzMRT6AyzSN9dBoy1ML6AXxKnXYGFJfac1i0BAVCdS6AcS6Kb10oylx1aRYUtR0AZVZ
B9IQhjFHacpP1ZikvqHNVtDmXN7zxizdojeTJ1Nl9a5VoFvH9TzbcBixsOUuAwyLKgXuYNxQixuj
mzPMhwyNHlLfMj8gidhqv7i+18nu/te8DdaAvcIzDEAGMYp1M8vDZgPT5lQO58TTJdWpfxljoE9b
oL/b7wg1DrwpkSQDR4wS5bVrJmIIZSoNGU+ttthhAqt2lE61fRRpuv39Fa28t4Qtca5VdHoAbLi2
ZeNGk3Sqy6E8v6fUflfHzIfISZ5D2Zn6g5m6vUkdIImZNQPksksNZZ9rDlgaUwI4zLnTvBxoh+H3
/d91Q5+GbgrQ9XBksdPIasWnuIjgrYGJ/hQNkZBjlIlFDu35S9N+0Hb+OYDApUUhrBgwjRlLrpo9
QxsC3aTnrn2vJX4G+6pjVMpvdbY23oG3xxnoEw0bhWiI8vEyaMgD5x1YvJVQJg9mWTt8qp2KulaX
BPX8dSROM31sbMSaMyDxAschtkLcatcbMfK4kjP8SVi+TgM0qdrIy+oic2IpdwnDNS5lljM8tTY0
U9TnhPsSZN2jwTzEXb9xzD5LjtfnDKoTGIAVWGCMiC7932rrfOBTooW8i2yILYG5rgW74n6YWhrW
WiM5TU0iYHO0wYms2tgTLa4AD+fD341dEdH55pfguMs6MicAvxZvu7yjpRGTVAtNGSrdiW+SbwyD
EdSCJFTus+KJudKxzYLG9O9bvvUAbMGFYXGtXPilxHJTpRq2ILchS+lNGLVnJR6Wbmk/kPyFJhvP
oJUysI6hUnEaUMLCgRD+cWEwsogMyElnhMmpTs7gK8WE+46EGQpqhDsVq0Al61BbDaRmo6m+Ehtg
GuEOXB5i0GCJJszVMiLx0BshKKWdtFQdW/vOow5shpIHZlM3LYijBF3jqxBm+YUwUXd+U+ztqNlP
2mOaHeK48G1r3Phdt9Fe/CwEe8wQWUJc53pHIBDLqkzjRkh0Za/SQxNj5nuWvarWA8hA3f/eK9cd
BEjBNIIJGQ2utpyLHhJZ46o+mWFfOFF76jBnK8pu2RRk2duUOOVzxx9r7ZBk09GUN3K7lUQWnNY4
/Shk4PsD0nm91p5XqLvbgxky1eeYjDUiiDycsv6tGH4X7av5dfSZU43Zbhbw7HfgZKZxY6pF3DaL
o3b1ExaJkpSAZWFMuRlCIFQmgZJ/BdIPVcZHix0zDMHf3+/bcHe94MXBVi15rgiZzRCvUcPlDdix
zGbCZItVb72fVz8tug7IA5FlosK52FxesTlhpWaGY9K4U/M1QT/HOMqzMxy1mh1QLMjQzTe9InrM
+5f767xNJbDOC9uLXQVtU8Ykppqhbe7S5qWOIHV54hvB4/OELr4d4AIqjglGVzGAsgge6IvrFS3U
7FUjEjykLSJQjMZmNGA8qaJZ69mZjO4ka1UABVKW5/VjS+XxPW3ipgVbJ2HRfpRo+qMFF9E7sW0Q
BqFyXz1l5Yghq6GeQENl43+G5p9UANc8pEkV7VmeSSBvnYvZAg8KkJPeEHPzTz/0aeNi2rwu3XSU
uy8WWLA/tGQCLecsHuc4BbO5y9QSt7vOZ9N4yPuY9IGmNajaySkQWC6pNPGXMlK4PP8/pH3XbuNI
tO0XEWAOr1UMopItmQ7dL4Tdtpkzi+nr76KBg2NRgog5FzM9jcH0uFh5194rtOl7OzWQnQIRL98O
kg8FrLRWBNQykuG155nfm3mkdmBPSEJGIQIMI7uirbScJmpWvMXawHwzVQoO9nq9KJIGVTeFjtA1
1B+HGrH7l9AUUA+A7ykSCsDbjh911jc5GTJfyY8TzrpXBk3MiciAPe8TIU0rWtZ+ZqpF3CemwnTY
QfVVy+0nXgoS0iPh1ZgqxiYxYWbYf6hq2MCTNutQ9WKiWBgONyly8J4ZkK4nPFOKyo4KGSznMSs6
6RkWcel+9IFBWkm939h5sysBpJtmhXdgdi6PGtxATSjCtuQM0v9jjJxekLxz2rAS2M2H82JFIqmP
nw+RIRXoxcWey5QM7MzAiM+corxyfnvU+0hdOUNu7C3UYmZ7I1CKsLXn//77ypSELpAHDqmgLKYd
9MX7rW4MZt15/3kPgxEGSbb5hDbA3Lhsh5P8FuT3NDm3MfJRQWjr0U72Af+NVqbm5qD9amgOSn51
aBgQA8KfERyl9sPPn6f6+X5HVn6+vIgxu6gESXIskrOhJR8GzxFDZf8ZzQbLov/twjJgC1SuU7Fy
k/MAphsPhx/SRsweDAjS3O/LjWWMhmYQILJps+nz5VgFkYx4k6uSM5PL/ThVmzITK5Iw373fzo1r
EZl2hEd4aqNfSyUavypRL/U1/YRj73ESE+KXCnTu1O3YntrsD6R+Vjp2a5JQ0JyfHwhD4Ex/2TGw
5HIfCUjjJPVPgr6FXvb/pQF0BKsZmEBp+dIQ+Q6giqADp8zYy/rDFMQrDdwaslnMBq8YdZbSWSxj
prRDWmu+fypakfrCAzeNJGoym0mQ7HuWK34tVXEjUpwLL8iPg1EPy/FFgwJUTiWxCrk5dstGiH3K
Jote6v6l7EYXmrtDZTL2ZBS2Pr7wSIjKGfENW6lKGq9ZM1wvS2Rl5jT9TExGoWCxxYqiSwow37kT
IBdUqgdAEkG1ileoN3OHLk9XCKv+1CF0lE34n4jn10GhyWMuh0oandUW73JIDVeTkz+m32Ek2EFu
R/zKjN7IDGo4+1A7/EmKSMvjXON4uE0luDQgTkObMHNk49X4pyA9IlAmpNtJCw8Tngn3996tZqEg
gGcJohoRIKDFCR9rUlGo8Fs8N9AbMAHAzuwMUbLlS3V/Bh4kdzWjHxCZ9KELgWXh2UjyNYe56xmd
nUmQoARABtDWpR4P12XI3zRTdC6jUQfJUsNibgvOLRV/jbB6Pa2zLN7sIgF1EBh8LS5N6DL5ad7F
+VkTYAILoV6C/BvJ9dM0pTsojIFSaN0f4Vstzo8dsAvw7sAZd3nYdEGU6RGf5udaRFWJTAbJpX1g
mAWjnQyHeW1lRtfam//7r4UrKbkgJQrak3Uz4yfIDFmiYkHPEseonnri+X73bhRDoFH5v/37efr+
as9PyylKIrTHCVRv31XYwLNdCLBaW24yUNV82kVuWxXYqjINT21EoZp2/xtuPK8BLlLAKYNdGjI7
S7Zn1qR8B3B0fp4zw8q+Ho8d9+4HB4F5WbFj5b+m/DDgfvk9CCiXo0xVCLSJUiIN0S4pEOgG2Xaq
1+jeN2YCX4ULVFPmxPgy+Ri3qVBpalycBegjtXD6wknlDCXut2RfpQdt5XV5HathEGZ7HBQwgf5a
PnBzxmK1hojQOQSaLjmLOu7s7Dko15j+NwDUCDoNvGTBM4cuyFI4sGnqdoxh+3Lu23dZBprC3/Um
VnZm/fmuLOM78uE76DXKXosKYO131UoMd508E3FOgPoAwZCZwbzEkyn6MFRI6spnqDKTrnmKqojA
oKcUNPz2qMElQo0fjDEnauevLLXr83JuG9wUSHriKYj81eX26oFvDbkAbavCQS7fZXErcQWReBcp
cqk4t4qN983Klr66fEEcwmU3K4vA1RUllss2E4BRkyBNjLMIcfjOTbldJVMw56Q1QMLNhoAYBjpz
vvSWA5uMKbBZfmqcx/DbP4HKPgQ1AWcirO37O/b61Ji79KulxbWTsTpo4IBlnEsYkhevEANVNpVK
2Lnm94NMjfFFDP+GioyR3bAMPIA17Y+r3TJTUPGXoQMziTFdHJNqkeTRxCUJvKQSMnwW3dMI/aZx
VevzKtaUUXhANQDZtVmqXRIv5y4cAK3tg6R/0rkwfmCgwZlihZrp/fG8mjgYEQKIiHri3BaSXItW
+Jar+jCX4Xxodoql4MDbtcXjJJ/ut3N1U8/toCQ8Y7ERgy1pwrIypmnMMRkivnuhxTObo5H+534b
10zhn0ZAowcSBKP2s3Z+3Sg5avyQcZzkp9Yekr/y37wjOMgN6V/mPyaJq5QDSZNdn1EAl4lwAqiL
1LNIqKEQFYnr/argzs3RRZLsfz5osViRXBDiMRXkp+olG60C+hWxvO9T0YYl+P2+X60WpM5U7DsB
eXiQ95bvYDlpB5SNZBX+8ZAHKV+RybrfwNXDQQEiDnU9JGHBcAW4/HKhQKkMdW1o6HsNqiReXeCQ
rPsBWsuhFts6RCUpWAvyuTPCNYPfqw03t4y9AOtMXFGoFl+2HEpR0E0g0Hha4epsw1cH4/H/QJj7
aQWXEm4FRNLL7eb7wHXGMfqnVCFgKhZMz0mLslLsyM3kqlpipo7QBs5/H9XZigFYLryNgCS67JuE
5EULlEbgISlDJxVidhItcyjGho4Q/5OQ07rf3tU2hHgqcp4geKIWDm2xxQOWE6N2bFooL+bKvokf
R+XTH//zIxlt4LbBHgfKEKWBxaIfjTaQ4LKZeiqgK4PUkWTNo+Z6LV62MG+7X/s8ZXFcxWKdep2e
QAP6mOk5he4rNysRnlHkXhm060IoeqTNnrrg3QAVYSxmKRa1mDWKnHiNdBoYbTm86aygP3PSXs4F
S0Ew4We8WwDaUit23Iwkl5lZ1Keh3KshdGsK+79PI3YEkNX4LmiRLqaxFjPWi4ikPNWHJyvOUxAu
YQVkAdj5fr+lKy085AgQFoM4CDoU9v1Sq7NM4rZsoyrzkEkeoe5cBOWX3LOIoyzkii+tBVrYDLV2
2kua1ryN4jCqcHD0+4MqtPCD0Dkjxm5quPQfeI6sWtlA1wWExfcthgIU7DEIqjbzkmI35CPcaTgS
TrIb8JEppp+FYAPDnZMxAGvhORwQcfUrV9v10YsRUgEIR7oGBORlzkbhI67PpnQWnYUQ0NDBnk1e
E/6+0QbA+8g8AXgOO5FlIFeChRLA2SvzdL4sHQTRAYUQorGyrG5NNuIAbfauFPDuXD6HDH/Q8rEu
c89Hrf/B4GrxDdCK+sSVjNFw/j4i8J2qE3HQSoxs2QghEfG4h0q7iuPTafUM7qcNzCeRXQqNJlz5
wusrHrpuAPGgWoSkA7J+8wH3a+u3vjYGpa51Hl9SHTFmWEc9raZTFXy1sd0Xtmic+86NxeiJCw1S
sdAcGy9gIYWjTOCbEmfBzIiUqCKu2c39TMJF5mf+Nly/iA9FDN4y1cVPfAXhvrr3OEgPB4Jd+h/w
o4Vq1RnOM9SfNmPeWIlSgYBuR1zk+l3qQO0vzyrCFTR7G4w31CgQuhaprSpWmG3S8JvBzEV/gJGw
hT/N6gMMPSIUIgwAB2Evqo4tKUqL0yyOR3xYvnGy3SiHqmxgLPcv5wsrPEZfWQc9qQ81fjNQpkaC
7f4RcX0aA2E941eAEZmBqYvTEUdBG3eC0ntZ1eckVzvV4lnK23IcfTdyNbtg6J8d45KVF9XPRbIY
bzyToUcy35wI+BbXgBD5KtDyeu8pw6uvABbH20XgFvl5LM589ChpJPJfjOEl4iSK8Lw0BKt8kD5U
V+S22Z5/ijUz1mHmcRxgbRZQRXgIGzy3XXkn67aimsJhjDRTGE4wNSmt6FE0bC1uSVmT4VCoDoCa
lfRsfImGeX9Ar7MSuGmQ18I21ME6g6b15SLPlabX/JrrPT6BXAD0TWv5wZBhwkY12QmnA6sArolM
7aRQON4ET6p2qOqBaLGjH7OQhMlask+a7+zlUP/+osWjZ6iBnx9Dv/c6KCYIdl9BKe8xMaD/3tLS
gCyauh8DU0b+dq+6avjevfghqblHhQeT8o3rTK2gvr7BYjyMoTVpppgdchmXgwnTEMnfJGmFlQPv
gB1Ur8KVOu9V0IMMIYhkkMtBYQ/cyMXLOxG1SC7zPvFin1PcAShgWk+DbvZA+6zshatzem4K6BQE
k4BNgfNwOXONDn90ZPQSWCMgTYdbkVFRb2N6f4H8BKMX04FmsNFmWsX8fFuGcRB5LzNNbAqo7A7c
Jg/kQqQlH/mJI1RqodBi1JBLT1u5dqaUsZqmchrpKNaOQKl3FcCDhJsivaQ5uLkjzf0RLgV+qPWd
OZRREzsxYx2UdDh4S5MBKXPQ0yRffKpKycBEQlyqo5k6Nikp2TTmFNT2HmcSEEmRDSxn/54aXOzb
bMpDiQJM0P2Nihgq6Xw9atzKMXAdAcyHLsqYgKLgFMDvl2POxjoppSCcg6Fja/eNjbRK3xNmN53V
5i/yrvkEUAY4mpW5/pEoXMwCIMVIvSMhgfzhUo46QMTEDypyZllI08/ajMymtDqzDp3MCuQNq3dF
RTtgU7bwgIYkwGB2EuUtaIUGZPhTZESbjbUnKK1/Z1vNqraSDZihXpPsoB/ELSB+wVeVkBryNh+1
BLQvid/6fQ7HGR9SFxAVPKSZQYQN/+7rDmwJ5Fc9oeHwjisjqr12crrcilO3VUkXrOB/bg066scz
Bg+jD2WTeSP8uocVDuSxsGrByAfcS+k7W5K+RvlkANOf82YNJcPaVLtN3zoGe6/KbuU1Op83i6Gf
z8aZ1Q3N3CveBZbhUPCwJ/ck3Wmal5I96q2jPPPpM8/sbK3EcrM1yFnj+IDGExBIl50dke/JjVzG
doMt3yaAFCPx2UPfbIL+uEZZ+oFOXXYNhwfq/wA4AuQHvfrLxvIkayMjUKDESdVzA4hf8XxKz62d
Qilu/7lnG52Ou7300ipUO4TwYATFJl5d2zcm+OIzli/TXjQmrYfihVcR1zSIO5jcR0I+E6ugzYYj
bm13pg0gR0VklLmOBzMkistZbmjv3JEGJnIr0seDcnxrc8rEnTeYpLOLTWYdFMJDTd0KSmszbZjz
1jgPOm9J/9STgOeCIwdb3zH2El5NJNRJRHVz2FbOAUWIg3AOaUYCyPg8pi4Kiu2j+g1VWtPFZsIf
gKfWbiAwXiOVk+5fv+EQNZj6sTaFpyY348fOd6vjOd+XrVW8aHZBW3wu909/V2IC+zQCo/vekezx
PDS02PtbjWSO4IT24bHQnZB+HXi3tZ3S/jKIYhbExSqn/LayDtA8o1GyGcyYAZBIfap88Na0Gx4q
0j096FZIzdy2DKrS0CxtgEXf3IrAFZRAixbaErBys5FDdG3FgQCtAVFxAngtgX/L+97ZYGefAVCy
LA2pzuRgnIJdmZOAnPRtZiXkb2+XpKMgCuJJBj1RE9oUxpe2E10ZJY2MlM7xMTSLgbhqhJoVIgYo
P5+AzTz3vvmp0J7opOrp/p3/yJzta7U7Vqby8iB2VkeeAgs7OvNyKrmcefK35bPmwQHL6slnb+P+
triTbzk9gTYwDFiOXW/CgMly2fa5gHsJVZzQpDpzIzeytWNKqNUCSkZDALrgl0GwRmJItUxmR33X
KjdPPZFcnuTfn70pPmw+n/tXRSIk3Joo6bv6ebCCrUzCDam/1J44W5WIZAL480AJfN0DeGNQ6R+i
JU+TiF3bvhN/adRw46MMsUdiPYFiYlVmYu4Lu6MSfe2gh0i1bWJ+MwG2dZuauFvpQKfTMbJ5Ipzr
55CkxMswvwLtjkcX/7PdE4ja94Qg5YBvMQOK0d+on0eFlITq+KEYCY6+hWb+MTm2So45/lWwdhmx
Efa8cqm1+fSt4qO3kY0kGZFJb0alZaTWcfNK0y/ZeSh2R0bR0yqlGk1NJ2oszSsd41EQdrCxMpPn
LxcCV1j5e39P2215+HQ2oIOU5JPfAEC1mTR766TbgpyNzyAn4Xdkjm++/aw9vhd2+cwKM98WLYlN
bDSeDNZAxw2RnK3L5SasDnQaWozmh6NIHKp8vif0DOrWGYAtsmVm01CySQmG9p8N/LN7TJH+fmh2
qVUnhGxcCxpfpmFaGg0s8RFcCzN5KMlmpD7G5vsrJImDMHv3/PmWPbzAd/sUHuJ3Mx/sacNjM7D0
sFXR//sh0895tTxW53rjrJo4iyEtLqwRQhtCI+mdJ6BOPZqFZok+/RO4fGMZL6NvavPau9/m1cMI
NwV4AsgJiEgeaUuR8BTME9GXgXwbafPM2AuigKA01dDq/O/7Lf08dRa9A8YQTC6wT0GoWb7B8rAT
yzQMek8fzCh6jSSsUrgNa71ddJtQdRiIEpIZIRxUSCw8RCOZFBpCUoKnaWb5MWYZsD1IhMShGU/b
ujw1lcOXTyufOYdiy8+crQ2QCoKSDQLky7utS1Asr5MCLzYwQaXGkiDmB/ZZVkqk498H3VY5A44K
EIiHfUpx9NM/GbcZtfc4BKyx3Bbgi0l51xEVdLkwMHV+bZXMH3DvAxfvHDXOOwlphd6TnriHaps2
2EMN5HcRL/tvquoep4ORUyjYdRi+1uTX3tLXYGMdjAYwL/E3ajKQb7scITVKk6xoRPhoOe0naHLh
UdTcprDxV2WFm/QwPCvOZI2kX0PD3tohKJqAUQOhE/xaFrakRIV6lYZXJ1yisJN1xnUTyInJ9KBm
iox3AyuM1sTDY5TwKK2iirRpLYD1OupMtXwmtt9AYAj/7q8Z6Tr4wogg8oJojgJDS3ExJfyUcIXQ
J4OXipAFpwJDjnGbSmRgKCCHwA3B+BFSTYk50xBi/RxP/6DVXkknOMCW6RtcOlJcSkr1kaLikxNx
fDWmwmrqQyF9A5ZGwU6OxA/QVRJQJwYUDCkEZsfGjfGgVlfC1hsnAvqCBB6qDIial30plJjXeike
vDKlsfrVPeVFSKT35El6vj9qtyfzf1tanj2VJgS1KKKl2DVkipR4GHyMwzYRKY/Z+xuFTjzRsl85
8aRb+wcIpLnGDtWPK8EaHSXtBGHjgFoNSaCfQtTRGq0aks9P0XbaDwbpXLg9y1R5E0M3DR2/RDyn
kBQVwWGDp0RDRajuA+079AeeQdsBkzwBGO7qgcNt8cjs1GOqm6zcGGvQuOs0ARb9TCwSwBeE19si
8G65pMzGTu49ufNTpLRxFA1Rm1Juwovm/vTcWtO/m1qcg/3ow8SPIXPFO9IbYESVZmqIgbgM0tj2
JK+0dp0ow6GCms9s1Qr6K9gkl4dKXfWNxEnoWQrZyamlghyaKTQ7QodNgHebZZ5a6eeQHaAQSBkz
W6uf3mLgQ/vkMc63knwwILXhpyTfRo2rBAEBwhrUJh9eRX+Z4aXFzleRn/zXhm9NeTDCzynZSPlm
TOwweZQDOCT3pPaVfS8/8M0xHjZ+uoIzvNZum/uIahNgHXNR5MoYKFXqiteRoRqfpZC0nKtuuQjO
AhT0CJV/Kx5hzRb9aV/a72oEdwRPZNvwJsjXH6HTn9N6TaP5Oon380FQH4ftEjLCy7uuVtXMgJg8
9rrJKZav8XiFd2QQXUFDhPs0hJu8IuUW5gDQRKwQg8MgJ6L1Nohtba1edOs1h9GBHjhEtJGuWGYU
1YnxmlzhY4ba1N8HtqsfAaqqatpaqlecFBs+GLLYrSy8283OZVuk3+Cf83Nc/MoSQJdV6poE6zxJ
Nk1w0tqn+DMLJEfKrBxEOn6vhChyUlkp3bWqzK2jdrYT+Z+mFzlUvcyjWh6xHnrjyDHUcckwmoay
G0tTWCOLXmN75rkGSgNxHjyPcOxebrCEAQo5zQlbXNxSTIeEtg/y6LTZdhz3WvEM+N79A+TWOQtg
PdxAEFhCo0+6bHAM+cTv5nxsq3xCp+G5/JtPtHs22molZLt1KEJZCSsGiCl4by+GsRfaRpLHZPRa
vpOshPdrs4sgI9qVvbHSJ2EOwZfBlyrjmoeqNaLEpdCjoo5gv5bZ4LFiJ09/Ux/XgjnCy93SfTPh
H1UILCfuDIMxedm5P6C32kZtFzVVFJdQ5VxGGbUgMcwhdmt4lmY5R9yU91uYr49l71Dlx9UCcAFG
c3G9BEVSyvEAR4m8ByeS9VTBqztQN1C+WBnIGykkFMjg0atCKEAEhnAxaULf1JIPmqKnOgpP/C0I
oACPPk0m9ppBjA+Y0EKhnpb73MCThLTvwb8cUJiGyNWhe4nXyII3gpHL71kMLtdOLZ9OCEaKxFA6
vL0qwxWYAsMTvsSjtRE01GVroao8Y+z048xtB6e2Z2JEfBkOeaSXMyj635+PG5sW5ATU6UC3MWZn
zcUeUkYeSO2uHj2UPYdtXkqADCWVjNog+Cp1DNq1r2eh3fFZ7chlKW/8PlmTqLxxS1x+xLwuf52Q
UFaNuqDSBzw4YsNNcwqh9U6mnc0UcKJs/482UnCtUlq+ZCY8DhJb0VHao8qa0rhwHZNcfsl8Evz6
EgYADkoFGkK3yuT28kALydGKjZxQ1eSH7SFGCXU8aoEbtbuUig5Pxw9NWrsxro/ty69YLF14PfRV
IhgYD5EgyBeFkvSdFbmNRkdkS7KEyNOjYLwy4zPubDU6wwUa8POqPWUKW6Hu/Wz6yy2LjwEKFy9r
xGN4kF0OCdePCQNhH0OCBKGGtKex0Z60/G9rQN4Vir+2ktpd53B2loAND5kbW9JJLT5LwpaLiZS9
IswIGxtVV37aaSXSku2hTdyypsHKMX1j2AD9wosCYGZoLv8gb39NXiJIo1KPw+gx8ZRzDUmNo1wL
hLUoDsEduVxhEt1YKxfNLWapagI8BWM0J2FgOF0jcn5icylVKJC+fPUNRsvo5f5+vT6hod/xv11c
BrEAWWZGmvSjFwY1wB6hWY/h5v+vicXjW4a29yimaCJjEc3rDxRP/g8N4H2BgBBYREzX5YIytKIJ
2DxNeoJcLN5ITbGyga7va4zSrxYWSzaVdCYBCTh6kfiXExMTb10SIR16vx/X4cdlK4uzouFYGWjz
QClwKdUZXtU+Qp7coEb6T2lWtuFalxaPJZ8ThyKOhNHjJ1gvSf/6TgFb1l+5nm8ur18Dt1jSTark
apXyo4dgCO/RAOlZVfy4P2w325gh0jMGD6fKYvrlKGOoaKEnPl7EuvQZsrXK8M2x+tXCYvpRhq2U
WEMvjPpNqV7z3Fr1EL951ODzZyIMzE6WESGMQxXYoUeTJ4rjPzGOTGYMNBiaT1bxrSUkeMP7/bgy
Ozf7BUgN1HugAQDF4cuNI1cQeANbZPLq6uAnx7p9FLg1Cca1NhYrgBWtEBVNOnmx/lGwjhjillvl
3601sgiFZCP1U96IJy8FYlaS3K4UrAqE6PsL7eYczSpRwBrgEbScI33iuIHx9eR15UkOnvq82vPl
s6+A0dPhVvDXqEo3FzbqsUj4zA5NSzmIVu6DMBtztCd+Fdy5lr37/Vn7+fOo/rregqiXubIrMDXZ
30R/VrkVYsitnw+TBLyooB3IG8usax2LYNy36uRpavEmhfWbUfxnKVzwLUGvAQcEgAGA4BfRZp90
01RBC9ND5pQYo8uUl2I07w/TrUAbkgZ4EsJyDQiiZRjAa3EmFgwHTB+De017A6LmsMQ1kP+Te7ny
QbVpIp9m0sSEnToaBhRCBA111KGTfQJlgNSu0mJao0xcXxcgtKJUj6I24LNIMF9OHyTE2pSJOXyY
GE39Py2pxwckukJphXp5I98wN4Seo74DFu3yFTeWRiSVfIEwKDN5sPMgTK1s0mGfGk9SZcqHSnby
FvAwghrWytBfb2w0DaaNBEIkXLmWkNw+TnsuwVHoxSlonnDS66Dlpzhi58ooJQrbyJTUnd++PXPT
I1R7e30ltLgmV4Fu+vsDFoM8ZfCSgLzh4MmRq/NAaSWUOeK/+oUBdALQYEUGZyt+DrvJUsI36K2t
DMC8gC+D5Yv2lykmvGhTWBjjJVObTDNHqBiegVarfatDmuvFODQhYZti7eS5PunQqgYwKDIvUB5b
Lq10wNOwF9PRgxtYqlhVYSl4OMRuXO6yNSe6W8tYA8wQuIwZeSrPp8ivUwgTzxV+L49eJTlR63C+
Nbr8q9GupDJv5EFAdZjRavBRhtrnEkCvxUlQg6jGe/5pxPsnmyuy/ndmIjMYFu+9T4LJxPsCSDxj
O8orof2NTqqQt1aRxZrZOss0Bcc4BvQhGk9H2yBpf1T9d36n/WcNJzghgYAH5XOEQSCHL8YShYKs
rlKN92q8bgVrPEfDqRXfgxkj5hhrDMdrBP/cHHg4GFDU1DCFl1NXlbxY91Ab9Rjt4WK1KR/LjJYV
kLOGGWa7YbI6ZKhhpmdii4olplWKrWKtxHZjsUKcFnoFM+cUU7vYolor8OOA5erVbNs7kWi3EKt1
9GSvayuY9Bs3gQZRRZRZAd3/IZBddrjgsqbI/En0lNbi65ckdrSBhBytAVoF/BF+mKZoloN3/xC4
znFBDQzXPyCJc4VrGQcEcj6CiF5LniFAWN4qAAvp+adqDSB7I3UDyC8S2RDDBTcIpabL3sGlwwj8
buK90W8mK8XR9ydI2jIkcckbpJ8icV/oxriJDLgbwQVEPDbNWK/cNtcnPj4CESno2VBSQJh1+RF1
CtsSjhN5D6aIcTpXpi29eL0/oPM2uDxUdVxkOOCwHyGmsRSc0CCCwxdNJXpD4kGcjkRMXrm4brYA
VCxwA6gLXHGNk0KMlJyVIjzhwaLELak0a6DYGwOFyi04R8gCzpWZRcwb6GIgs1qUPEkGDKHbdIBX
rb58bqx4xBczLnauPs417MvpiBW+nUY+kz2pdmNjw3qV8vukofEZyBl1z0bKNCKuRdrXxyVE0PAi
hB/UHGrzi4NFYPLAp5Cb8MbOzEMzSnfDTnYjZSX5MQ/RYh1cNLNYa3ErZwGDbx/KuWyyDAa4BBSZ
39thxpqtbOIbaS/wQKFDD68awBDkZZaCa0DWKXrf8CRTIrmT77PBnJyJBs/cQ+t2r4rTPMfQLVaI
phzgQKnmNiheAaPMnc7l35TULRz1vEBx/K/72+H6AIXKN0Q/EdvN6rTyYo75dgiyIgx9b6qAqN23
WuYWMiCw0ApgaWprqnm/vevNgfaQP0dFB2QYbMLLNZUBEZpMteF7MrDSsYon9coZcj2vkJLACQbY
jszzIA9dNiD7ELvuGl72EgJ4Yo7KB1U0An3tRH1Q12hz12sVjc1KHTy0QnQU5C4bq0cJej8AnXhJ
eBKzfcfMkaMKR1bW6jXLHlvidzvzqP6Kk7K2KMTOV2SvhR1Q+aB/d9kzJOXIkFuNN+6Yvl0VQbm+
eC6bXNyshj52eYPo14u+35r0peC2TF+5Um+sBQQOuNlAYwVA9+f8+dWrgK9KeBtJiier0IJVIJfT
b+6vthurGyR9cMvn5wvIfYtzkoc+fQsXOcUDa0Cvjpm/nd7D1DHMNXHnGxGmgZsLpyUuLgDiliKi
eOwpog9enDcClfeelbbodRs+pEH2LgODp5IiJk9j5UiRc7+LN/BNly0v1oYe94Gahorilf+g4lh7
suiquDsZPANygD7/6H8Mg/L+DhLoBgCMT/3KM+UHB3B5ksK9GGU4A5xbvER/4Ea/prEpNH0w+obz
dBiQD4Bfap7+UXNOHT0qBfGFcttLf4pJIyhPZYWdsBNsRiJjIBFfklIElv2gxDWJMUzptpE3SbwH
KiXLHzqddoMLgxswPryaO4aTBe/29Av6ZytjOO/TO12QF6fSWBZjW6o15wHW/C21rghXv8xlxgF5
nfLEuciNdsxbaXT+ofcaXRweaZhpYWqg0ZzhwH9KUt4MHlXpjHp6UdWk5M5ivkYyuLEhfs/VMmdS
wRIJvg4l5ykirRrb1ykQ4gb76nYgs1nSV1W77J9P/mkKmWSSmBVslFa6Pd8oF93GOkGMiZo0SD1I
2i8OaIUvBlX1Rd+rXoyI6JB86D542n5UmVkbTxzPyLpy/tVQz2sTRBbESrA3RXh5eX6O0HrnfIYl
2qQbpX0deOg17vqnQCDApPV7zr3fx6trAY8iFNvxMlFRkYC49mVzGQ8VZUPlfDwVUGN7KfMdp+M2
PxprS+jGWBpIDiK0wD8gOTFnEH5tvUKvYCaUJ5xXwZX3GBtb1bdEOujw8/7XUmiBlf1/fkrPfZuf
fqC644ZYooIEoUhYVymclwYWK18KdccHD2VLQsNmhqOnVB2O0R8ksPvOadbotFc3xtw4fgFRBvkm
QK8u+5vHUAmBmSLnFcJDJ0BIsshXjoLr8jF+PJQcQYABWRD5y8VSEUo/GEbGwmdRP+L6o1nsSsmp
5N5UGZYKuc3RzIKFN/WDl1z6o++kiaKzY7lVxJ0SW9DOXDngr4PHucMKli5CcYT8P2XmX5MMy/q6
iHwtfJ64U9i6Q3WS++dheG1wqYCyW1CxehHBWpWat04E1hi+YxOZXuL+XdNoBxwgBD/hL0fK9Ivr
aQT/0qmwe/WAUnPX4/m6mre6Ch3mD54dTPGYg9HBUtgr0Eof5LgueIbXm28Kdvoma1QjEHWeGMyj
qS7BnMSpAjriyIEdSfB9f/v9JOMXRwxMtsAgm6EvKHAuglqt7SFDVSnhM+RgSfkIF7HWDEGkdft3
KMj171MLYkvzMpUHofrTliUBdA+h90dRgFpHoIRgKnYmk9zWWwqcNwgwslVw79O5es4MCsg0r54R
JEcWJBJ4xQL5GBBQwfH3hk4NCKW46ms50ekYucyH8ATMlM1iG6q2n9rRp4+7zWsPYFfgcZ0RiUOW
2Azf+8CM/c/7A3GNQICAG8ZfBAQZUteg1V3ul+z/cfadva3zyta/SIB6+apqW7bjuKTsL0KSnaj3
rl//Lubci2PTei3se/DgPGUDHpEcksOZNWvxgaj4owhnnnbIe4UAqB5a4Oakyl+VQKbsQsAXEz0/
qehfYFaSd0LTa3dsZKNdggPdQ2jItwCmA/iehiCJBoOOqAVn0xiFlwbPimI9cmbygaksv6XIHuNB
L+Jz5Rs8B2zfhpzKaKyOiOa4XvihxSc2A1IZI4strnvtl6oVM7senY74H5wWRzZiRWqiiqgEiD4N
L8GaeQPtvXeooxX7A2lzf+8h24oXEeC3zNf0ncZ/InYHqCzzjM6QhcfLfTCHSSKAUtTlCbExzQmT
D4NcNX0VXpLxoJ3gp9I2vSCMbMdnhvStTzYadRDcTSarOuVJ6RaO9/u2B3wANE5JLwFLiGypiQih
MVNxARNdoIQ7dEY9Gbli5N+195pbzOj2ZQZWn06v2j0uT6Y6Drld+lav6vmn/xRLO4/BjWfXEC84
NpUhHR479N3jjvo66vyvhqCeBPJ1KL+gZSACpinHWYcWgvzoAQ7amI/t3ZcA0NkCPUIBXS4yUhK0
cF9ZTe0IPu30EvHbIjDlD9az2sgsWTffeZ6NvRye2WrFCXpwySNjKqFgsBAwkTHdHmZE5h5vWmgH
IyN/55py0QxeFGeXjP3RcMzjebkwSBJo3ltA3phc52AloWaV88Iolv0qu3Tqun0eXMFuXG2DkNyv
Vrkpuky74GXkDqUNgnUDNTsAedF2TZ3PoFhpGEEI8otX/QAmOzQvXf6vfQGgxYMu5y/pM0rrGjUm
T0t9vuma/IIrB5rh/KRn0VmsLe6FWYJu3OfJKFtUyFB0ZZRIU51flK8eTAZoV3ODYBtHL0zzJL/V
rQHBzCS3Hq/a75uEnkSUaJD1Bm8HB76I2yMraksh00KluARouptwz0AwLVt3jF10RiBsu9pMY4s9
CD8lOI8QxjcxSDtWzLOvbRnpT8hFgILpJWg2c10GMXkEAgEjyVaKAsqMl7ZeT5CdqdddiAbKzYgL
DGphI8KJyMjbk7ekbXXvEUiW4uglToioi5bFK6DoE4R9X16C0JSkP3m2E5d0Pu7PDphAzxjyvoBw
3om9JVntMZ42lRe/bvRhOFXodAyPLBR1xnX2LB8fL899fQTsHdi3MmGwISx+lFOgHUIYWbYuL4KH
Ph8dHO/dOqicoN2jS9WsjtxRsgpdi2OEJX/l0mEWNsDccDUSgGEPoLpGb4Ci7jyB65vyIk1m4en9
oDrxIJiJBlXpj7AxpHqp1Uu6f2VhyCjU4u0Dig3k8G89MtGExivbsbx0pjDYOV73GbgCOd5Sf8qX
FolVdOJaGWN4rJlkFhfaLWgFRGM6JjxUj12wHBHqp48y0huLB7Q8QjdnbFQq1NuMKjEm36gPw3dW
GAO45tp1UXyiU6mddgD+V+lK/uRro2NWKEEVCOcO+UIu6b4TB7E3cK14SKKIh5w4Gf5VHM4NfKhO
nYQWVkFn0cWSVK9RavilXcWjIfQgZHBYsKMEdvw+SsdBNMX+JHwryHtIZh8ZmabXE+CMlpauIiiI
1KouVmuUcifeZBG980akrEDoHihuy5m5ZuM/Ss3SbfKLVL49Nm5HQZ29XJkUoNSUqwsIBkLNVKaT
oOxAVa1N2/pn+kQWGo9wz8m+80T33yd1HUU2pzjeaCjqqo6gfb7hWWc0R9mMmlWfOdp0SNityICM
z648IzhKwlN+UP6ERwEUL8Kr3wcIFPRotPwn8avxLCXfJlAdeB0Yt3JALS5rzwri4O8ycqB0zoQv
sebU8VPM2ROz8mKbl4xqn+OZUuzHqAAjV2mADWpykPUM8CvBhkEHpmxAvrra1iVqczbXGWN/CD5B
VVRqPF6i+OvQI8cYLLF03mdm4RToGSAXNBERorMZY5ULcc0o1YVFI3hW/0C1SJdP2VFy8I1o1ll4
DM4EiDf26C40IWPlFH5YXfjn+MV3O+k4vYu7XjXqGoyL79O4xrmem1ALzSW8L/jT42Ptt+ZDu49M
YFCo/BIsFJXakBI+69MU49Xc8kN+ro3BzcxqsnkZMaEL3iU0cIJZYY1e2faHfS3QJGSWeKjvm79s
ZGhfyipNU10C/UDeWdCK83Rga7XSQKOWBkkMzFn8BLonzumnrWc0Jjg09z6vt5/RcweHQGe5t8TS
fF/7JGsIyhdIrQFTA8peamP3Y6KlSlhfIEMUDLgUf+RcM9QsWbX8lmVLA0Qr+0r551gWVnE3INKH
Hjsi/lurKtulUih51YUTLTSCtS/DgC7+P4Hrdyd5CYt5n58mY1QJ66OKUPZOPaIUeSQ5mai+BHhz
1d9Bw9tys6vyV6RaxWI1RV9SB3pGwDD8DboEs2SpWeMu80h9AMmZXZ2ekAMNejaP64sYrxOO8FCA
+iGG7rO7yBqGX7pz0auhUi6KYokwpiKGysZrDsTXEZi9h4XrfebBiBsOz2qEEqj93O0DOZNZT278
X5+J6vdSOifSSnpKY1RElYs8umXrMIWtjDoAGHh9l2AVC6xmeB9QzBsdNlyA9M68VMgHKYgG8TlI
z1G3U6n6ydjJmF8FB14b7AcbUgoc7hi0PyTQaSkMBtRRKgAoFTqvDwn605NNJhmPz4e5VUZQilIi
qFMRd1BBaes1clFKDVZZREW6tL3gZcq/vHqDhMc/SzjBo1BzU4BVQkpXpB9GZRHHkNQNmksESu8v
HPsMUih4JCPBhdTK43HNxPgwhqwgqlRQC0Ze8NZ9A6Xuhnwqm4vQuyr3pv4wHQ+8uc0hS+47ggRe
U98q63jDxwuPpblI8sY0tXM4uUiLEKyml+qL+4wFwRBGUwQjVaPqkOE2ar0VzfwkS86wr0Wg7MMY
kmWuuhSizx4h11NA7atOhCISy9XNxQNDS2/G/K5kkLaJkGJ7bqDg3hqgtWc5Q+lWylnrFjxr9qbV
QMP7SzaOI5NaAU2YvJxp2ubSQg02LdxCtMTS8IZd0UhWpUVGzekjyF48+byw9vf5TCRdryxTCzBm
aFmpUUm8RDVIsIhemZIaKfhKWaR+v+PanJqPrPxKx1Pdury29sdXIOWG94XPIGbocw0vTU5EHkAA
6IO6poI4bIUyx7nWxX/GXQfyAntQycNi7DeZNX0wuRuLayUwwjfuSYWiXrEUAZMr6e4LULjHmwLo
L2y8203Ay3Eo8HVaX7g3oAIPPd7TDQ+WLNZiQzeyMtHxageFvnqwR9fTK8dLwEwTfTcI0DZVpbNm
+MY4ww5Sc9JgKKGDmk/3z22qOBYIuuB/P5IcUVcXTeGVvBZJmCbII4/oUEZrUOqWBZLhvrHILjHr
GuARJZTwcBGaJaRVsjiQAO+4QBzMyBF3Bt4+i8xIWYi75s5VQO0AdwaHOVEvvB1UkiWdUrRdfVE3
3FPvJ6DbszIjap+SJWAfOaHv1vjKEhWWcFNfaEkAS00GvE+fMZLt1+Xrgi8TX31khfJlX4i4TgRO
44JX6YX5lH+icpX1Ni9s5Uxn83Wwqz3zsc2ZFAMwxOC1RH+ZBNFq6vxo+9AXlU4C0KYJrAgbNC7e
JeHf1wlLRFiEQQZNBE5v10mrpLRPI6a+JP1rqIBvqHsGySg4/ATE5303/F/GdGWOWqw+DJJyYrz6
UmbfLaQEc/WziMOFk3d24oAnxd2Hpw564W7HhBgomhoZY2o1IwZqFmQASfzPYH5sWWhO4VhjgbHE
fX5rpOCGlhmjqL34Hpj+JH1ogJFa4qOYu0qRb9SQAiIw2bvasxJPWpuJWXtRuGMoG3niMv0Gkikm
mtl9EcRZaFJhajsFHa/Qb6Y33pGN0H6Rx4XkzMwmAyIYXRGQnAXckU4re0KpdjGbt5cB6eKJ2zXo
1n3s7TOXBeElIJU4tEYBtXo7n+Mk1kU6te1FAGkYLsmmcL12ldQH0bMfW6KPJmREQPGBzBoAgnhf
0By9XdJ6UO7l2zPY4/g+3RQ9uwsiDTT2zXMEQap4CWtDT95/DALiRQolkN2iXEUOWT5qKrU9Mzxe
2p1y7sR6YV/NmiBgAdJ6gEI37fLslGSxFnag90B2lA8AU/jHTfU7CBBLEVoikqimgilZC5gsDSuQ
Z02yzWiHUoh1sG4vjOM3y3h9zhIzIDOA2DSSVuApocxwk1pPuFe6M9Ig4UoWTbXUwcHHWDHnBuyK
3fL5uv3M3dpajJjpYwOmoX5BUgVonyEKb7ce2LJJpFYaWIZkZEZCa9zlrJFH+/YYiyepPovtuuN3
Mn+QQKm5r8B49tgt6Q3wax7FT/Ae4MgCepUyrxVBGeXlcA7DwCjRy9CqF+SKahGNzwuRmSDgt6hZ
BkAPzVoqgYaDjeDWlopeqt73W9hCbbXyoID2LHaQpNE16EaTAhVyU0qXmuCXR+zopCLYrpq/Xm3J
QqWP1WtQb+LipQfhGzBjghtzTp6BQkwvGkPmNsAVnLhmI+doBeQBYxMXDqO7yPo/U/Xfz6dWSqq8
nqkUTFWjrPkREaWOfJx/jLWfJNY1Aa3PRrLQEzHnmJgyoATANQqkNH1qhIHoxUHQDedYNZt6BeKy
1i3cbsOLVvGac6cxMVpt3cV76b1FFfaxb8xbBxQXcSxuAmAFbhcsqoZGYacGvBjVUYT+QFW7weiB
iV3RPZSXBU7ni1VGeGOLNRNZoE/L+xdOXVJ1vD9moBqK9zoyMiBTBlrh9jPQZqghbhxYUK/HjFHw
IBJP4jFbOAToGBWVXFQNgQBA1hoXAp0yLHOeGQdJRf8JtB2EZDeOds8euMh6PKl398CvGaKfDkkq
8kS+HUyndCyAJhp7lrb+sAt7qwjfO07QpV/gwbRg7S4R+jsqtGcBog31DVSqb82NrTwg9oE5rjiX
3EopVzVac4XUQP98CG6DZipWgTgZdVrsorb9CMv6A6hyIxqdxe6J2RlGfRiURKSeSSdFhSmGihn5
lgEMAf6QOFO0A1V3LCyOmkzizUmDSUYdGO3uoFHA8UpN8iSVIlLAIXeWakscn7OzmBkqc0yPPMl+
B4iYqtH02yfCL41ylxnH6UI6Ym6ZiTY94ls8Q8RfAMHV80pWvUKBgDV3TvqfSXOa5JlvYZJNLDGB
0suScNvc1GJawfuIliZsFWrAqVDzmg+dhHMy7Nv6pXJLAHlAxPzYd+/aHIk3YXuQHjHQXeEfb70p
61HnH+KaOyu1VV9SoFgTuTIEpBQicErxUInncVU/d9N7qmQb7bBgfm5ZFZQLcQ4CpYxb69Y8SNJ8
9MNU3FkIQFsK5ES1qoIEBaRnrfsz9KmO5+wA6cBGgkBWbApgFExJh8DjzyDBAO1cBMrOY0NBUo4u
cCmA1sWBOHBnXrZz8Lr2SE1/FC98bHf9JcT99djcb16dtgeUC/YNOpuQMKSCk6qV1LqIOe4s5/uY
WxG9d9DZed1+CsymB7hmklYCNIg9W/PMurhELwhEdTl2BvmMBm/Z38qSMWShHk0W6NPRN5FWnyi2
Jet82E2Qsx5Tq8gXJunuzEa+Hu99DdsPqXQcQLdLVfZKJRTlJOLc6QqDQAkNdIsVSzcUWXFqbiDC
i85vNICjTYnG4VQ1+BkmVZnORV3q0vgaNacxckpRcl6HJDRYwhKZLTnAXSUEroccJ04wKOvh7yq1
IonYFB1fduw5kn78D5B8daqjTHYy/B3/Nl5tKMHSdN4lVhFfw90ItAX3H1pBqVA7TrtEESZ4dDGh
KJgItja91AHOMaSu/cwouuqEZ3MtgiP/EvALb5eZAd9apwZcNGU7lB0H2sDOnJC4KdFI7OWhXojr
ohENWVlVMe8C1vPY9e+y9b+jBv8mkNDoumHpZs0+GVt1VHOEXKOddBtGqfUpn1Yc6ptivA/Gn0qz
Ix8QtMGVpBpVTOWId6vTQCqg+9u0CztxfhGA2CT1LwI2pQJY0fd5JdYq0PJ8gTx2qp7LaZUzf7of
uUPB9wQSz3Y1LB169zcJ5v7KKNlpVzdJKAJCwIkIOxmwXKhcbYG2qxu2pYIel2g1jm9MA7DOWs37
z9wco6eeA4YUDIRT9jGKuya7LKwJnd38XZOr76F2Nlt2fQjvH0gr1Ji5SszpWm7JGQonzz53GHU+
ys3FGPAOF/kfs6QLCy8HgNSpuZ+SPi+5rh/O7AYaRIp4VOrB8Xm0hBV/IvVdUOxSTvcRhCGYk4bc
/pDvinodT2uh24F9LC0PA9frTXAWRkcWn9SwXDjx7i8nsk7//UBqnboASJeaxesm6oW3QmMCJ2wD
l8n4aWE33hXV6KmgVkCBIAoD7PVw9tFf650UaDdwfIOqcVzYjHxWkPgfTQEhJaYg3VSlwXs7pj5G
3HOVnDhoAPrvCz7B3x3DEuGrImlDXFRIKd/6qBROhSr43HDWoPYxWFlaoC1PjMUPbVQnO5PK7wZZ
mKdKKj2L5QaXAVWMjn7Pjz5R04V32v3NQ76FpN3hJni8UCdlpDFDFtUg1EviDKstZSIoXOVk4SyY
25XXVqgTEfnsJBQSjFh6i3qng54sp7MCHu0fTP+2MLtznnVli65ZylElpAx4Qs4xs2XSdzX9nrw/
8h8+24aC4aNwGcSraJ8PJ37cg5VeWhjqTACCGUULCod4Fj0FdDTd4Q/lWuKHs8q+J+pTw5Z6nnVW
Hq3QldJHriKDFZoLn9q4Mav8XW4+Rsg/TdmaReChotwSfINDWk5tcXCbAhXe6ThlTlxLe5XxVrXa
GwVzqJsSgiHcphd7yEw8nsG7JAcuT0RsyDkAGAuWcuoRVIyaFEs8AxJSgDVEs8jLyFIB+AZSuGgi
QCVGSBtNY7UwcfzstriyS/786ugeSr+RxVgezjWUD7zODJG7lwrBEL2DkhixCE5/5pUrHL/b4RXf
+9B7BlweWsC9ZAbyWxrnoChGLwK2b+YuEXbd5zPIrKAVDXkFpJ/upN0SFRtw6sC7V4lQoQj/JsVe
SswESd1oDZlSpWf0auOBcPfxYvBzFwihDkVaD83Z+ITbWUkYsZciH6shBZ0dyQDkyKore6NeqBAB
AAG77ycgjASJs1uh2ZfbFcU5qk0OtBMT6tbpJLiKb2fyYcyRRV0MKWc+D5laEey5JGGLfP7t53Vy
nwF5i7xpNexRpdCL8MgHxoCScdxBjmI8+2AGHLfS+vG0zPgoFA9RrgQABYcWna5NlDJL1JrpzhP7
UnO5M8lOnZf2kKWW0C8sATmcbqNmdBaAlAIpRzSVoqf0doialqq9L0KSQBxAiR3oXf+C9LPMbzvV
BZxQPD4e2lz4iNcLwauifIF4mbq7O5HJIEgrdGfQGuanYfB5q4BdG14C1g1kjgQM/znEYp54v1c2
SZYtBdAz57UKxk3Q1uIjoFVLDbkQk4SvQq07H1VQ+retqLO5kzN/kwkaVUtSOr/KsPQEy6CHgAoD
aSehUaUJ6ifIW8ugH5bHbD+JEnNMlAbUKWXso1oIpdDN0MLjhYLkIRpIlmXo4MhGrbXCceK3zKSW
34wsjMbotSmyngANtkqkGi0icbcN1UvMB4Kp8ACDTkosrzqvgDoAqBFNVI0aS6jUD6hOFA7TBpzN
9EmINEgj6i1SwLbIjlKp162A80YSyunfD1uQzKITAIRTaCwSqe09BGzph2ncn7ske5X45llkPpX+
uSv3tXBZcKyZA1bFq5gQcCPZc+dYidoAlBbk/Vn0LE1cR7m31pCFzAJ0zPY/XZKbdZq+jnVvpAqj
j1OiL3zAfd4FiUm06CMkwzZCQ8jtTiq61p8UCFmfS9H2gB1uoeHL434s0ErWT241rbNwkzLAQohf
bHvKWzRLlTIYod+yyF94Kcy5OPS6kWuSQCcIWNHtt0jZJHWiVAAW6P0p269Re4K2QCXrSr7Ps4WB
z50gKLPjXSai3wPFyFtbo4ICbpC1/Zlvos8JRF6xIuvcFD7JXx1TQIbVaPkl6NbsYl/ZpOYa1ER8
gf5+EF17zBfktyLPyQtcof4mT2qHmQC2bQc7hBiDl00mD63vhcWeicMwYEwx/BpsBr+51qvrfCqa
pk24BnqTEGqM1mW7lZJd3D6xO66xQvDWQjiqKlwuwhE6mdluWmqhmF3hqw+gtlbVpqU4Em9Dc48l
Jak+SJntHcCv5rRhvFcycSH0XBox+aCrEeMKl6NIxjJHI7cfuHpdptpWauWlfq65O/d6ZqlomgF+
ItcizOzI1CsuBs12iYtXXodATmUKmgbHSVe7wI4kPZWcx8s6P6mgV8Dti1QVzabDeJXKdDXGqKTv
Jbtq4lOm6Mx4FABSXwgI50IusPEhkSEQa3ih3M5nGPhAx7NVf+6z7z7cyYFieER3Gz0o26TWc8/+
yZufx+Oby1oQCkDIfmB8pJ/81miXNxnbdNg3YKIZ1d4SbEl0EohHtQYDWQxppbbNGoS9wfdjw785
7rtb8Mowde0XpaYmudRjv0xrLjiG3nCZ2FgnnaQVjqZALqAPEulsCNoM303Qd9oDpaauNMRbPbQr
p7BYR+I5KA8le+KhRjrwDrBzg4c8Cw91b3Gldi+Pv3n2PL/6ZCpMqMu+GdoccyV3yI+q6Iry+1XD
LJW156YGVQnSbYqmdKIwf7smwdDn7STUSBZoO8kOLHAbCDUY1148yUHjYgKZDB8bIH1OPuuLVp0Z
EKoC2afnmnfgmR3eenK+Q+/MptrL7WGYnF5YDXgJPp6Nma2BvnwUMXDAg5ONpmRDa1rAFQyZDSed
NoP3LAnrMoSqjfhUSkvk8fPGAFwELAgXGEudNV44DTGTStiHaEHOVr4A7TNIu8VfLDQ8sm6JzGLB
3G/MenW0RYMkFVPJIqGa1EbJytaYffgb35HQ2pxAVvLxTM5lMgnFwf+Ojg4UxEJo4qwTcWFGJw/S
X7xSO5BJXWcAM1RiY9bNE4T4lGatwtm8gQW8HmVOpXqqvGrDh80OCqoLqzsXluOboK6L+jJAD3Qh
Q8o6Htre+CaZzQ+a4hXIqCYQx+0aXjFUcJCjMClBCNRXNgAKgjlYAqpzIWiZefbgBQIP+wVBsHS7
M9CyrRYIWPWifA74I2v0HuQnfUjq8QsPrLlz8MYUdXtG5ZBrlSDDwUrlqcxWzVtJmIjCessym/Cr
kswI6Gv0WixVlsmhQZ2D5JWFtDG5MHH63252Ifa8quIg0gEWClVntF7UtSFaIomkHBq8VCgqqxBf
QFFKRShMWQE/ldJoQc9vlacMOyjQEZH0b3lhohn8sTNTh+SdJerwGrgJdUyh40GD9QQBmXWXmN4i
CO3OiIRmQNL0QZrkUEairspx8is25tHCzvPP6bjpKgJ0YKWFMu2MFWIAjyLIpyNhSB068D41ZgMp
2HJv8vABwn+xBKv/8R/nC+95YCjQYSggfgT7z+3654MoR6CTCbaCAlUDJzQ4xU2WQBLURgI3KIgv
0JnMkToY6lLUSFQIJpfw53BbmCK/y3irZFbq+F1zC7kDyplhR4ScDt52kGUhpVjKTh+MaVL4ZbDV
xm3LmtwSswgVcpLfB28KUT5Q8X+AON5OlpBAhUFQgnAbNdYoo98OEdnCwTdnAm0K6GWCuJsGpMCt
Ca700N4Z1uEWyCJQJ472Uo1kZo7AOYxuN1IjJ6jnWwMaFxYB6lDhNusc9GUO/77WQM3ioQehPiLp
Qu+NJNHithqbcIsK8BB/nDPVLOvz8I/0iWQpcJrwuPsBVMGrkhpGI6rJpDJFtAUsTPR3rPqxyF48
sxQEsYCVwCUg4xlPzdQQaUIi5NG2RrWWeSnRt6ou1APuNwbiepF0/aDzEIEMdVrlUZdnNchKtoO6
zrpNP2wSMHzto8Z+vMtnh4KkoQCwKs4UerZkvmuToUqjraLHyONobYvmh4XcypINaiwNK0ayXMOG
4G3U/oMDcKX49/0tCBCiI4KlHIGv3K5IHofxoCAsB2jADhVdZRfeenNDuP596lEgoH6NzYHfb6v9
iC5f2eyZpezEnA2RpFGBvcGdqFE2Ui+OWCbuo23A7ocjl5p4Kv/7YiPbw/IEy4SeKiqWqLXJK6Ko
irfihvOM7M8/0q/+bj2wiCN5iKIiLg7q9qs6Jm8kX4u2WfpUhU91YP3z94MrF9VKoLsRltJ9Wt7Y
q6Ufefj+8dKsEukcXR4boNugyAjw2QrOJ3KiAyxB+dGQBr0vlck21luovVXOd1EbIw9knT6elALE
e+aP97Fg9O46h1mUwwEOQvqLnO63RpPMD+JRUVBmehM3/Y6BinF48S/xTjxEe2ZTQRy6/hyPj63O
GAVFBxK9gA8CaU3TdBRpjd2UCZMLasbUmjyrcaIl8pE7j0apBBcJkKCA1GDZKH9IozoD7Lmd3H7D
Po9/vQV3phMTiHyAaEFiAvyEpFPzl7Pg6jXUVy1QlVk3ueJGeStfhpCwOkG6Gd1q+XpJjeR+MEjA
Y7ZILgKZShpWOvmlKkcylIm8fN8zP6BbXOTMJAt9FXJjPChT4rdJdxMM0KdY0wJLG/shGEYYg6gQ
I+sN9aM9EAPy8+PVX7JEXZJi3Ibc2MFSxGy+UYX3BUMarYJxHpu5CynIgEDzK6K/BDcMXULp2axB
LVGbXLCRraqFzXrvwbc/To0hFfnan1T8eMNs4vxYBLsJJBOd9XgIdxcxGQJCU9JZxJHKwO3m5H0m
GIrQm9ysWnmgm2VccA1EiOt7+7GhueEgXkFZkwMdEbqYbg1lWtCUZVCwbphZUgdqOjfKrCx+eWyF
SoH/uhgue7wckLBAiYfakr4WCwC6V6zrrxJuj4KpPNqd5TFm5iz21c6NSEOzMjI6cGjAAG9HBDHY
BMUMlnWhQDxC3pE1vBbwkoWrmU4IkCGBcBLNIoR8TBTp2Jsd61obZK9z849unZjHyRntd2hlvj+e
ufvRgDeLvIPRo0mYv6nLMyiQYBPktHf/iOuDcHj84/dehowV4m409OBdh4PmdqqyIsqkPB96tx8s
8HWgY2mQnFGyuqUg/H7jE0No3SCPejSaUiUQL1G9FA/h3g2BgzDyL1w0a5SnH4/m3slgBBwSoK/8
vQGoSCYT06nIAxhJ1pAllg31qQbSHnK49UJkObP2t5bIoX11A7R1IqeKOvWu8JY67bf3nhrCj7gK
Vb1eYlelsv1ws1tTxD+uTCX81OBBAFPRoToIrM5YrZ2asg0J2kxXzMczOONsNzNIOduEc61QBhgb
jfQoRmb/1C+RxdCw6LsBUWFHBNkzT6nI3D0Fh67Rm8/utTWDDWu3axBIta+PhzRzW99OIPGaqwlE
L21V5xnsNXYV2mBbdASH3YI/Zg1Uvzct+CDdDkgPj+aJDLu20UKW6120rpWhka6QXEKFbXJ5yBdv
cNgB5uaoNqubSmcFf5Y8k/j47V2O0ZIXIjALv8iu29FqUZqGDIM94LuTYObfTW4OOUzZXW9r6JEe
S+zywBohL7F6PNH3gcqtZWpdFYZHLS+GZTG21MgJJEedxqXZnXVQ3FPA9QLjDW6c2+EVaetHTcfj
NMzWooOnnQtKIdmInkBmL7d6DhVaFu2Wz2JlPB7db56DnlhAiv9DRIFECHWDRXwYNBVE4d1oK8kr
NTDsxA32qE6vmJ3wLJ/0fi04j23OHZrIUiE4BxqSwPNuB6sga1i2WjK43gWMVqtG1/bDJlg6mmlC
z1+PBbaFtC0B5wLk2q0ZvujTbOJhJtnKVr7yrRoymvtyJ200o1p1m2GjHMLPyZYd/0lYPx7i3Hpe
26bWU0kzVZqmbHBlpwM9NuTcNvLlsYn7xxVOUCRmAHiHYAIy+JSNNAFMT6xhozI5fVqp69BpVrGj
GIUjHqEKaqsLoQG5Ne9c5cogdQ+lbCwOTQGDvQEui4UtwM9O2dWvU14xVN7oDR1+nTnZ5bE415b/
kevTutPV9bQKN6UZb+R1uR6cZMW/RXvl3duPbn1YupjmThqkvAg7DEo1SKjfuo0qT3UhkFFqdnhp
TuJGteJVtwq31b5et/9aE/qPl16Zo44XIZLjPM+Kwa1/6pV2auCrgh1anFus+kP/FuyTj1N6WiJo
o1GJtNnf2+Xq9hgnwp6p5IPblWCZMlWnWMulrmemasomt6lPoo4eg/gAUStDeO423Eb9P5yrv612
QIQhfUJzlAQTYp28bga3nBy1MxAzj6y1sEXIFrjzWNLO9z82qMnNw6KLRhU20mcw/GTvEtS5sl3W
HSFk/C2zOrRxwyUhRxqZ/T9T+1+j1MUsK77MJU0No7IOXZ7PaTt+qE61YnSA3XbsF24P+StabYR3
3JpMoedLd+XjUeNBf+vBYtMOsVZX+IDxCcDKTW3If9FgW/eIgnXgwj/aYmHTkL35/5/neyRQXXVs
CO5VZD8slXHC0KqbhcNnNt6BSwKuqCjwzTt9Cq/sa68uBzd+AYfLGhCrdbHyVoVRObG94Ddkj9+N
B1cU8OPIgd510kHWKWBlgOtdkIQ/CR36TXThrd9Pr5qvy1tl0/+VW8P7ItxxeuYvXcmzJ9CVdXJS
Xu1N30PdAF0uuJJTQwG94Q/h/l/73zGv84mhnsq/6Ndagp7STaL/cdsrq5Tb5iEyphPXYX49C0JM
HI6i0lh3buX2kQ4QcrbaFqkZnrWFq3L+HvuvYTqybBktDID7GVz22dsRmjzF0ozC6k1VL81hU+lL
zNGz8ceVQeqmwakH9GPSQ4vQbmJD23u2ugJZcLkQoZMJo51IImIq4MqGbgvNRd9XPdJbHA9FplhX
of+UWUxhyeW6RL0mN6AN9dhp525nFByAXUeKEE9FymuiouZaLoc5tGEb2cJJOrfBr3+cuhSHQIrQ
8Ygfj1dgD31jFt7rs1Ho9e9TBzWJi6E5iN/nd6n+PDwNJrBJ5XP0wT3758b4wb8s7fGZByjEUBUI
BYDOEMgWKnwqJbEAelfg3TZzxtouneClftcmPQQB7F/5c3F95h6INwbJtr/a1k3Dci3vwSCeirqf
WtwnE+vJh3yCGrfw4R98wSQU+EvjnDlNwCMPWKoEsjuU8KgwWCxihas6hXd779ABUvQU7+RtJ9oQ
D+H2kqO9tIdqiQt8xvUBpUPdFi17oJvjqR0mVHmgNhXDuVy9GV8gZkDQDq/yVm42Ye089vuZpAUp
3gNDpaGECOw85ZtTJUvahD93WygnnLrR5lijE9Z9t0LbQlqYVfTvFyx8BqllorkGSm4aR94xnNw2
hSq5g2/6R1AfoNOpADmNrzejXqZG9ecHTDKPh3m/vX+JScDPAVI3QqJ66z1SGI5tn46qy4rgTXsZ
l9hS7w9FEegB+AnyTHgs0WMa2r4SmYZV3YGZdO9v99w+CZPTFMAJLiRj7p0Dln5T8njPg2SBcsgs
jaUUDEboMsjfvQw8Qkbrm8loGRmUDKR/jkxQj0F+EQcjEE5oWr+dNtQYpqrha4TT4bGQN2iC+3+k
fdeO5MYS5Q8tAXrzSluG1b57uvuF6B5D7z2/fk/WxV4Vs7iVGF1IGkgQUMF0kZER55xQElZkQuKp
taNHSgKH66yYTaCdaxviyAPgj8wD7pPGX6DfKO2izPTSFz4yWe1ZN5YJZGpUG8+FQZnurS1UvVpH
DWw1gg3K9uSioCb/qvEEVBkPso1lurREV7TCaRzTdoAlxdSBsfZ6zbnrFqv/NWYM/M3V5QIZAVI+
Bb8dUAMUbNfzN/eFMNTgMvgxv49iJwRpX3//y9NDmSCn68L3crXBF+k4R756KNzm6faPX38/6swk
JMWzEeA1uoVRFHUlHq5x7BuRXymaqbZevTAODbm9V3tMl1FGBTz6nDe5QtwIaJw9cn1W+jkwyQDm
vY9tgyZhjNOyZQWqHOhRi6gFgTbZExfTJKRBK6RNWfqticZIGW9G0U4b9reni/jj9VDOIDhJAjcG
qRn6ga0GAeH3JrlvTG7In2YL/RrQkJpnAa1pOyg0QTiMvPzIowHt5taDGSWlH2dIQPukrc8OkfsE
vc3GHJlvafr8A6AGKjSQOFge0v6C8jGLWlecyAW5r2q2jC43FnffO8hMQto5etAPw156KoFUHsw2
c6vybknNmgXYuLoE6W+gzlAltU3chFzud/b76ERW6pj9e3fHGut5L18uHm2HuobipuO4vDNyv3Z6
R3AHv9vLjvBiuOUhx1/pY3xYjsOx22nOA4r8LuepOyj5H8BvvP+zy58hbm7qu8FDDx0nd2OXlemn
O+yh2HOWKQI+DfAbBc2vqFVXu9qoCx1tQ5+gq72/D6GU8KaW1u/GFKzC1E106nZEpK9+fIRWY6W2
aCpWBeU6NOTDv6e2YQdO4Nze8rTXJg0pocCGOiRAmeA70rNW620R8GPpj49ad6itCi3jIit4TyOG
077e82tD1J7XxbpItBmG0PxS7m2u8gbVVV54VtqYvhzOAzrPL+RmSCeD9SwnfcPJgT6V/qxZIZLF
gwuRavS2AY/Nmf5WeQJrilGpkHtBCIvHFC1HmYfGwAWjAed3Fx+hfw5qxmv60D+jn+7CeolszSAR
SQKZi0f8qlMHiV/kKpA46O6Ph3v0YDDJPxDaMN9L0xXRbeFQfcXvrKfiVfKTjBB7A8xEdEKWEVSu
51NIDVVttLj2ibFw1+3DXbhr9iOOWNiaaDGwr/b6ITx2+3QHeQ8o3pzCzOftyRn9iAX5O7Pj14cc
7EjQRMBowzlCCn39NUaodTKnVrV/1MgMvHX+YCtoUF7uFPz35zfSzWZkhxDV/c9fqfV7sBZrtgUH
7eEtxQIk1JqcGecJLcYZK0TfUZgqsOxUAWsE/ABAReuPS7RRrIZhaYEWNEUPFagcymOMY3R1XtHd
CgUDiJYDagEIHLW9A7ntJ4jfR34EVobigK+iGW7gytlnyBIKvtpvlCnyKRdXbin2eY8cQgSYqBmC
+voe/gqGg/6XEn+kYxc6m8AlAkaNBBqNsRzartEUToj8UrPL1sUz/qRxDxwjfiDuZbVxYAUYTsT1
OuqtmLn1YHSsjZi1S+zHZmCzOkVe33HUr1Mrjyg/KtSB/HpjLj/QUW73U3czRzV3t701TRI4Txb4
pMBCkSsdR3I9jEWUa6UKAd2NHjgcORl6Is/ZcbYR2wloP2oOLGLy+RlCTxwOGiTRiLIrUItri2lT
tE3d8rEvPqrgUB55KEW/hg5AS056zD+VR9nNTDDwvrRDEpr7OnFZ9Lsrj47JRQ930mSYqOtdgaWC
VFCDxIh9tDbg4IJCZ/H1B0hnZdbt2b3Kj5OtiF7sqHng7iDp3PVYOd3I2glJP392pmf5rXjUUYTr
n8LH8Undy662W7zMTv3hsYE4/TdTlOqq9EHbp1Y3hlKUwUmwD8kUPAdt5ef0MNmQgXhEoiL+FLzl
aDicA8LRENyhsnws9tmOVb3bOvbYW9BLIZQQ+LP1JBjxiKp1miT+fIh3yXMvYtKZVWUyEnpXoSUb
VFPJix5/rI2UVdgEbYMewTPp1Zg+loldPCfvS2eO3vjQhG58D1n2j/KZ++A+Rlb8fZWxP0+0yiMN
BIHxa/kvTexBElEAVFYfp32MbiRv6OBUvwcPgVkX779ub6vN/Uuy9ZhNxAq06rfWiijaGQMgxV/a
rn9NrfIeaPL2yAowN70Qab71/wxRV7Uq9lwJDY8EkfafSbZeArv3l7vhbmS57KuLjpwTQMuAuYfa
F5qarlev4JYxqAiA2Z2+JQ+gwu/bM0Y/W8/L88/v69TuGIQJyOYcMya5qX9QGSHv9jG7+HnqLiiL
OEG5Bp8/uLMTfHWujAh8375x7wbKjeEBKRI8MOefwYf2KQsmHoJupphi7d0e5VV54TxMVDMJkB2R
Az1MLomwC8l6LXZ4+NB2s6Ucux+xBWGRx/i5dli6D9vb/sIgtUEUrhkMSZ8T315EE20580fZWyq7
9rXUUqqHhtlmmNx7V8f8wiB1L4I8l/ByiBFC4cCZHw03PLT+r8XCi9dp9wHDf28etAtr1BOjlNQB
p+9srfJFSwYWYPijWH9uL9vm5r+wQl2IUo9erHozJX6+0x/Qw+PIesle1bvofUF5YAiNF0UkwUL/
hbKG2Z9QL3UqJ7El1BM7r7cnb35KWayEczLg1mJRp3rJC3RNi7A7ZA8tENJPtM61W7s1U4TO6cFw
QACuX2Y7sn9wHr+TPiDI7JU7/ohAYAdBIDOwZpeVVNz8KMjQgigBQhcBWa1dDQKTSk5jMA00d+Bw
OQA3j65Tw6/My/zpOTwWvoH4owVspvUrr/tTvrde/iI5ndPve7u6C39WHisg2YzCLj+KbMSLyFgK
xDjMJnwUd9+4EIuxW6tDH+Hoi7zXZff2fruqzpDtcGGNVv6dxbgC+jEg7kq2YivGw+9nYeZIGWTe
bHL2bXO0DPY5xLw0R3nHRZyxFjkG1zuFPe6m91+CG2EjRPfjl3TPO9338qNx8oPiCbvgvoJzTE5Q
mBbNcRd63atO8FlejhcZ47u2IvjL76KcV5yhcUrA47ts/sTdc3vZkvYSSEzoxAQwzku8S1HQkXbF
F+cIBxUaTKb2GDnAHP2GrmeLIOol/ClZ/APvA4R4xypSbDrzy8+jXF275ApXplglCQ/Rt5r8rVkf
C8Lyw++UsUasDUiTafWwymo5gTH+AEUuU/Lcd8GUzcT5YkZqW+7uclyUM+o5PpFTnew+uILonjMH
5Mkid3ZDe0KOSjIT7+3P7aXedICXNqlDj87tidHOsGk8p3jez460653cQ4tri7MGB3ic9+JQsSaV
RBW0/7u0Sp3qHo1Lo3HBBuO9+GnZ9Vb8KNu5W9vd5+3xbd1TF4ZoaD4k3AOV7zG80VF8cFpMw0uc
0Yweb5vZiKKIZD4pAwIshthz7aUE4DQ0oRxjXx7tTv1Kg++AdSg33grgehCxGTwWoB5AzuyFIxSi
puW4TI59obP46AQRKNQXXGgt3x7JxmsBxUVA5jW8QWXgI9Zm1LIVx7pT8bwW9gB98VYNVZIFhXdm
B1uWJWrOOFmdpRYNeX20XRTC1yY00cwmcebuWDCiv82puxgT5c50NDMoe0E/W0oLp40PemEF6ev4
lx1ziD8HxZBo8kJFDyk86lqHsNYYq0IKlKBxStPfjfi35K+zAVB9IXQlIUFAv+Watp67Qa1jP5Um
CzPGtrDh+lH4QbEeLDbQyCkczu29tDHvaPIAVAXSqMjUndHkF1tWCo0uzyTsJY6z48VRjvXwkkt2
xPLRG37z0g796uPBV1DGXot9aM2OaJAV2EFwqFm1d5YVar+2mlblc4RdlJt88PCeam+BxLh4t02c
aZ5Y4KuiWB1pUTpkOBKg207oAeIbqVOzOAobvoqsBwALRL0Kp5w64aAVzlkTwyVWVls9tB8ji/G5
bQEYdpQEkM6muZeRXqdLBTFmNIAf7SoabC5kpBi33t8YBGhdUJYTJbC5qUH0mZaUPJIa6iE3nAxN
URUrkO/6HvId3F5i4Wc2T8WFObJwFzu5XBLdiDQkaqIHs2ew0jcX/eK3KacBzmwnBmAX+CWyX/J9
c1g+bh9DlgHqsi0ySYJsN+YqyA5g3+qTF7cnXnz9n6zQVM6+7HkhlzCM4LW/0x/il4kBENi4Ly6X
nPJM/0fjhjKrkS1DsCzEJppx6+Eu+h47x0jebg9l02/9syIGfV9okSQuOSwJmQvQZ687cLWQiOVZ
af/NgwJeN/A8KAqCbbveVi0XFmUBjWJf5r1MR3CJNgo1KwezOW941SE4gX76FQzLqIMgL0sk4Nrc
SWIHVboSjbxya46cipWF2DwnF7aoAcXjMCZcD1uAQwHQFjGO/dZ8iWA9ApKHByroduv5SpSWlDVK
cOGXX0n4MrGKC1tThWy0AMog2lNjQda/Hwl6Xmk8CeNe+xTau6b+i/8IkvuUldXbCEshbfWPIeou
mQZJgULLjHv8T/MBU+lkPi2cowY2K9G+NWWI50iVFpLNVwBHPW7JVAqxf9889/uRAYK7/nUiwY4l
UcCTAE6aWu8FaNO2SpA9zN/UDNVsUxK922eR/ML6pUDY9IAEnaXvr2IILhdHdVnaxE+MV0E5peAj
OUzwxtYwiEgEgh7kqK+6G5WhpActyZ0VyAZmXoE+Hqyte0WdQxgEMqqqn0u7ACJSj1Y1q8a6abvE
T99+A4t/aGzF/w4+Ird6Mw61yx3Uh/xZewnt2/O3kYhc2yVH9uLqqutZmBXInvjhWwjus2zJsgnZ
PX5fiQe0EUBuq2Cp6mw8KmGT1DOAuiOCTWS+L2yqTTcsuYCxliZXmveD6kW2/FC/Trw5qGb3VOvo
RQKtcnP8MX/fHu/WfoFV6JiBUgZGNjVcdOVaoqQX8Z69xyiLe6lwWEi1aycHghJCYxTHoSeDFV2P
rgYPN+W6OPW1HwKy2X9fdkbVFAJOpHMwKdtQvkFRS8hWxPj5/o+Ees1kzqOJTj7IQ96eqa1Nf2mH
uuX4VkvjWY9SX3Q+eJORH97I0UBjB92mce8QPSq6XV8TqpUaSxORFTGBS0TKxDJ+CC/aj/Q3/zP/
JWg2+P7t33amxwsMZrH+sI0lgi7Vem30IZFrTpZSf0a51te+Q8EVfw5fvNmjE0Vr3p7B6zgBxtBP
EaK/6GJ3xftu51YpqqbHRjC/kf+2DhnD+W3P4oUFao3mvulBhoOF/A0M9vyx2y1WtZOcXxH6OnC2
jszQ7SFd34DrIVF7Owt7ZZ7IkEbkwHW72EOkDLKbjIk7d1GkvfrlzFEOAsq1eZC0MDMR2qICbAtE
E7zYDD/hHky39Q+jHds/Qge9BZB2rffh/eC8/l6YmKytQ4CWQ6C+Ij5CnY0a79zkhYGbOPOF9nGq
DrK+N1pGCmrDBMTYIGkFUDDafV4RXdsly+pyBFDHUX6AVstqBLuxC6FtAB4tBAUhoX9mVVw4W3j3
vorLKQNw1kN/72FXDyecLZGlDLM5DnAXEC8QKi0NcI5Cg+OzXs38UfCU9jQmjsaSg2CZoFxfqGf6
1CQwMTVOWxxggmNl6jbyuSJCO9BlCYAayC7KxpKqHZf1CIgCTzkGbuJCwx9wwHn365V1D0obl9HK
FnXnx2FfcDWxBdlv46cOKOQxvBt8/nVxFSRYs+O3sOtsaBQ5sdvb/XNiZbvaLl97r7Cl4+zKu8YZ
SBkCJbzn2a2Y5/A6D7ueDGr7F2pTod0tPvBNsHlnAtEWXU+RTFfNxgrsH+UDj2Tcm2GyRKfO3Sop
B7CaGbKpLzbtFOuljEYAyGbavVnf9QfB1feqJeGaKK3ISvbCLr2r3MXWjqpdW8LdZ3to9hFy0p5k
o6Jv87bsli6Q6M98aYpu9igAexbtwKrEx0pAcMbgPrNysGQ66K9GIgtdiDWEpDjP66+ujGCuRTlC
XAPU6G5mwbu3TrIoQEYMlwm0O+mkxtw2CSdKeD1VDxPWIbTScZdKZld93XbyW9sSIn5EEgcMMQRp
62FI3FTPKTpv+FXqR8oeEDCgkXUW8mNrsohQAzDrSIgjoFlbSec8DcJaQzXDN77RrPf2GLZ+HXLJ
JMsK6Azc6vrXlSwVxLLmkcVCgPQ87m7/+tZKgEQH1AUREYPkxPrXhzwfZjGtcbPPbtp8abJfhDZS
djaTELbl8i4tUSdwHAAU5kQshNia+ygyAeq6PZStxZbxsMErD9UDvP/XQ1Ezju/5vkz9qnWC1CnD
g1Z4y8BIzmxZAePXAB0KumTo0bq2ki5lgLqykvpN5MjTyQgsQ35MRef2WLYm68LKVfpbqCoA9WBl
HHyh9tAtVFAfbpvY2ldIViOtiOyoCEGn9UAadMCZ0FUd2RJHc1gVvo3oCvVlBBvgwwH9RqsRRrGq
jmqCI6EXHg/wCWdKgmO0bjJb6OV4eyBbK4ICAdhp4CXgTUsNJIFieaMLWPe6MfvRDqBHpxw6YX/b
ytZ0oSE7ZHPxFuJxEtfTFU1tgcQ4DsoSm4bVv9z+9a34F/4Q3gPYMcCfaI+4dFywKAvZvIuLiP5d
P83mEFrismtidP59UnZ8nlh87ymvDMvEO9GuXlPhiXFN4ZV3hbviRwhShwMGZpjCcIcWK/WhKRyV
O/Sq173vDMZQt7Y2cgMGam6AQ2Ko64mE9mnZ4eWS+h3E7SMPeQ6WnO7WhsA7DFvi3LaCLoWmVUyK
rlrq68Kh/sqCo5A5rOfDpg2iSghlMiT/Fcpvlj3aS3Vpjlj3E/ma/g7IgFRmNaPemip001EBKcRh
xxWwnioZbSeT3MDTEnw0JLPr5qTFb7eXf+OgQtETmoQkY4bqAnW7jCUvZX3IYfXLD2QwIBuhIHfO
W1lm/7ltaWMwEKaABeQsEL6rZEYvAqGQL+s8LbrMByUEugnQpI0GxgNkY1FIRgEGNLzHrwCgE3ix
3DTjTdz1VvGr6o6hsQtZJf2tcQhASuuAmCJ3QcMklAT17zArMz/XjtU3BLpZ7JkNT4Oz+I8B8gEX
E6WO1Syja3TmSwDsSubIauW6NUsCtF7AfAMu+UqTUFUDIZKN4vz2WPqDUh6K7ID6298vN9DVpGmy
hAo7vXc5TU6acIEWKkwE4yMHE+PjbRPbA/mvCRrDlGoGF/J6A7nVglz4+WgttWuwGtBsWUGsiqmC
nDnhXK+Xoxo6vVQyKfNlBzWlFKlyyYo1xlC2NhWRzwabDtMF9bu1kUwomy4EmcBfsHmHt5ZHDoeR
wd6oJCIXa0ADHORQRCg01ScKtViUiywjEV4QHmZA/x6VV1U0Z2DAZrsZGYEr+WbqYoFuJ0k24wUK
fgl1Y9azXES9jjEN7+qf7LlA6L2Djl/b/PgXVwrRCkT2DTqOIH5QlqaxqQYjLHIUzILa+m50+/ZG
21qdy9+nTmRVDJze5Fnu89qxL32EleHAiMa2TKggYcDPg1Op0KnWLlYUtELDELje08oDpC6H6a9r
Slj2CxNko1/6lVpKwonPc5IBQsIhi0/axAjFWKOgbhM1iwKj0WECo0D8jVHI5b8ZBd5DAJ7gyuLp
5EyVxWqiaDXYp/wnRgFwy78bha6hLRIqPmAgUw+JLEAWbc6VnPiVTkxN+C6NlSvbunc1Gchh3FJw
LnSRJC4WQ2s56WyDE025NqNn/WWITiNLrGirLoI3MHJApFAAeSTKgY2iksnYcDD1Byp7i9+KENR9
gMrxHJjZp8qSCSdrTB17PMBEAohA2AKU7XqbQdWvLiNBOvNNGu5Y79FS5XeVMJzLubxBmwErDoJ6
IKGjwEhtNSHJKjHMAe6oHdkbfG4Hfhxaae6rh9IavSKBFhXoSyT3ZObg7aXOx+uPxpIOr4Oj7MIH
pOQBLt1rXmGlSAGl+9R+Q4HISrxsP/y+7T62qkTgVf33W2nYTjCmYSH3yKaIj9q7Fpv9YrafkHBM
X/X74St4776muxqSko9wjwzTW6uBlUcTSg0aHlBGWa+GWsWhwAmoW5aLNULfycQl2Z5CM0ab1Zfu
jzHZwmdizqE5v7QvunXb+sYNgMsMDyYIeED1mobHoMiv6L0Ypr4h2nrnLl9dZoaDFf/UYY9xvW0c
KMInQ5qTtE8R6Gxnm45LHnZAZUyKI06PUe1IX2Xk97rZs2ovW3N6aYryD4kqplUCKXwQEMo3wc+e
KwSarIXbeJatxkOdWrmMlhRsGGDURfuzH80qR90lWdCoFoA+Jqxza4uCMoLiAJ6geDvRPYnGMK5m
RUH0UalPsRlbpZ2+pHveDO5Lv7IGVzlwUEVnwRA2ZnJllTrEyzQlXM7D6oxUqGb+1jwWYm7jRoLq
Hk96CoBoeN2HiFPTMUzwJKgks/0YaqtLnNubfNMCGr0STCzKcTSOtK8r9FOt8NqE+PJQEhGe6u+f
NYij/rFAnWFdqsIWBGW8Z2fr2+jc4JiztjRrENSWDpa+7sMIgwjEDzQSbYav5V+txMUoqA09LHMR
5Q1MLBVoj4rhGLvbC7G1mYAVFQnjl4iRUhVRtZojY47xWg6BGO0rM6hPabAf9cdft+2QaJK6eWSS
h0VhHOJjaHe7dql6oBilNonIAAq2Bik16e3272/QU6APQ7CpeDqB2qdTN2gVLGVZiTrW+wT9Fp/f
6SfJ7lzlOOxEW3lMQXtSn+NTd798I61tA+UALjrnhS5a1gBbrnloIVd5tz9qK0F1+VH0RYJiQRe0
MjYhd5/vONQs8kPgCj+CHe+LfuL1+/j5tsUNhy6Dww14Md70IMFTWzIn8GMuwixMw7NYW3Hp4Hyl
u3BfdU+3LW1tHLwbQKgmXCCZTlYiN9p1kwr0brTX9wrKKVbzyGwgtrVrLo2QE3gRfS/RgNhMVWLf
ZfG3z/Ji9Ia8/GkqsO8rABwq8tOzk9m5mR4lLwE75VO2O5//3T4WD8tReJfcBPSW3ELJBdwOYXrt
gA4XGM5wg+gjohXXP3NJHQ6Db+BsDXyLAcWEY/QrspR3BbXHCZdl5gQHyRfcPEenDQg5dMfJQyfu
9EE+5h+TU94HP/P77i510e/y1UCowHjGnYPqWxNFttzFGgzRwgdRiIXG7nWQ58SuckIk7pwZCt+h
qR+qD6MzAU80rHkf7yfubvyFiiVoCDtt/7/tOeqMayBExQvZczku1uwttpN99PeViouluNJF5fiq
iwBki30I7Z2gNH9iTOftHX2lghor6M6gcFhq3nFYoqC3jySSB+uVKuRgLBWyUupiQXd0gcQG6110
Fsr7/++Gq06fAmRXw0GHDRs9WUTrDzQ/PxI7vROdl/A4vsa1+RuawKKbPojHGdKkXvo+vGY7VnO5
rffZap2oXbkIfNjUPfguMt4vpKArvHVeeurvudFEX0OGI9+66f85oBB9Wc/siGaKUpOBQlCAaP2j
ZzWsZvw8HQ1JatQ2IRlM92u+46zpOfUyRF6zKVrV85iZ8a6p7sbyNLOenZsR7MXAztN8cbjFqCln
ocbASrOyDfzhg4wc7sSPFirao2fcFao5+syGcWS+buyiM9HywmytTdDpL2C2sZEpeB926T60BIuF
I9g0gxYfBLyDah0N2M203qikBZyMBn4V+lK5KTkA2KDR+zFgvKS2gCNEk+e/tqhITZPnMeADHIzg
lNkLFCp4V/J1H34xhsoXK2e0edQvrBE3czGB+ixNKphgcFPAfeHxvddApdDc2+6WNX3UGSszNeFb
MqT8D3rTexUEx7lXmQdD/7adraAFMAPovOG9q4Orsx5MNOB1hTAKywT5nAk3SlOZTig+TCPD0Oas
ofwM6RkB5Ba6ClHGqLDqE8Curobi6uSJopPIZsjKS5/T9PT2RvoeCSKkiPC4oVYn7qNymEn3PfFx
8uedeoi88RR+jk/aaPaP+SP6lZvxN+hfCxTci8fZLRGL9s91b6LxmI0uNObtCb6SzgXuEWKQ/3wQ
FUd1Y6KnIfmg2dJcw0lBxi295pi46avspvfSR/K4MLMoZNluzQIVYUXZLI0gFxBqbOQlD9+B3Tic
t1iC/zN/YHnoraW9HCH5/xcHQmu6XGu485QX7m8ouJkseeMNsYr1JFLHYWllCKyOMFHZ5Z0BLMad
0Vq+bKdH8aF5qqEy3kM4InWFQ/AR7ptDv+d/MNZxA5C1WkdyYi9GmeWAHqiEQJHtFVv20kNnQroO
tyvLc27dSBfTSd8LbR4v4hhkyIA5QGVLFqvx6bnv4Y3NcXanFyMZwqXR1QIjke5rUIonPNUCq/qQ
D2i/Ud7Je0gLHSZPelas0Z3t2MsKU3aK78Rd7mZ7uot8YMMh/A0xvu9oV1hMpfONTNLlTJ9fdhff
N7Wh+h9ajGiNFm8mlgZ2sG7ne9HUnduruuX+LueaOpxLMdR5XmEqekfZNw+4/6FtPjNcH8sFnCOB
iwGFcicNPOk6epp+PaT7yWzNwRmwtL9RIN8b9zkjqGGNijqQg9DNdRzBXmerjgH8IhkXi6xIXMit
XUQdSZmv9NgYYGQRTO5uOaSwcXtxNpSoVqeeVmhXhljAMEDCQgUez53qHs+e8iA6qq28Vfc8un1Y
w6m4m95KuLf+15fG8qNbLwYQFTTUBlA3h7zh+sxDSrOe2qkAVF5EgROtlEubMcQNC8q5VTN63wLU
RkPx0CNa6FIFoCZC0kHjzY/AC9D0YofWzc/VS4jUu6c/CpHDGSZfWxBdVyKH5x+KILd2hRl+sNT+
N5wPackoEEkqkHvo61MqDNAn+giwdhPynMDzMNzotZIitGsvDVAnLpS4UZhKcChUwEXzL2hSesJ7
vtPc6GfHm95LiZyxM/uKFz0pliSZtZPeJfsU6YH7jFGZ24obV99CnZNpGbgC2ILUPxFOwvtpaex5
cYrYHh+6NjXbiPx9e8G30lKwCclzUtwioujrLVU2nKSmEeGQWJE7QZ0FLQ4EhJJuDKExAxoPbWDG
c8wwu7WsKKWCPgeVYh4ig2urHGDjQ5wScEOMxLxbTJ9yxygIk5+g/AFKzpAl1iCBLF6B6RV9lGut
BFymKx9rcwpsIYGQfekT+i9D0ZusC2UKfcFRnzoTJyEDuR7NWLZFHQlV7je1jTRbCrXWH3x3AGqK
sVgbjpRIicELoUME8CdUIjvO5GBoApSH22RXxKb4p3oIkKSKLB2Nap5CLN6PxZv+qDE0andZYk+M
Od3wsdBqRCkADR8V4Cyow5Kq6JM4BHPuf5alZeRmmJgZS+59YzJXNigfpxaouNUTbICEiipkDlxK
YaGXMc8iZ7EMURcG3w5zHpQwhFo7CB2EuIvOUSUSpYxzzTJEbfZAVGtulGFonL2FR4fE6nOcbXVh
nKmNxSENTAFQAAgGrb6o8VRco061YOR+WCcmsM5le+ibEzMPu2UG+GABuD2oixh0OFiFQlUk0M7z
a+FUjo+SZmOfMyU/tnwhwIEiUTEhurI0XFTrIiXSdVS24CHExFa/OKhxoz0Sb+pgSEAIjjOLzKsh
sXn7jG0csZVdavvN3RKEfMCnfhuhDI78lQoKQbtnYXs27tmVGbJnLkIwSBJmSRQKKHodXBZOZfu3
oaAIZjIaT9Dlj9KYWmCs59QHI1D0WVihMzCA8nb49P/+PE3fL1t1EIIM5ZtsP7/KXv47PxhW9gy1
5fvGOZScNTvGvrNYoNQt+NXKrriestxosybLYbc1wXSwJ5MoD8lm5rCI0Bs3B3YcEL1AriANQWuz
cAXfCWEK7HhwagubI+2g09YGHVW/Y5naXKp/TNElt1CMOJwBYHnBlEo7jxut27t5K6kH6AKEDHFr
QAubdgpom9sGRYDyrSZZhv9UHdMD52jfpdeaP6UaBFt+J7uxfdvqxu2+Mko5PL1A64FBg9EGos9P
HWNMGw6I9LYF5haJIBWFxPU+CLRIEKIEiFsNBKh4Mr9rnFI5d2+P4doKmjOIEoEWIe7EDK6tyGKs
9nqBCGUQDCh5o2uplNisCsP18iNZTPDPCpQm0XeAus/1RqzQz68BUS7+peenYGYsxLUzw++jWQb0
eQC4vwIlLPJY5mhLBiTsYMbhHs5SeGrtzqrH37dn6/qKWxui3NmQcOgbpIC52Ey/B9lSfTTPbnsz
w4PhfzNELX6Sz1O/dBhRAj58NIPbGtsLy9VsrT2QpCCpaJA0BUR5vfZ6iZ7jRg7gZetwkPQTLNY7
bnO6LgyQfXHh/QekE9KJoFWrvWAjyQ4BQZ6RhD6Dd9duGktyYYOK1They6ZSgo3yoJqvMsQiQRQ7
PBhOtUNvg8wKzN5sncb6VcATWJZuocBZO+jezDG+5HxUbn0JtTnSqmyStsSXNL44m+2xPqZf0U/p
TzuBrdg4lTtYCnoiPXHPOjiNrIrKRkV1PRHUlulTPcoFNHZFTkWDZjK0jc38APGnvLKIzBsHEmPp
5j6Ci+StchozxpYC1/g+dgWv+FrexO/8W3AEZHtYfnLzeGrYZgbp0XTFHejzVEp6DshoaDjaCoJ2
X9ipey3e3T4zGzcn6ZMDgUhcJcBE0YhC8tgK2kgDYP1n/4n3XelVNSicwtPyxsRlbp2dC1s0rb7s
EjlORf3M/S1qAo5XhD2vMEqzGzU/DAnjAU0azBs0U1qfoBKo8mUQ0hwJWH42Mz96EaEaMHyH6Ho8
2gOL/np9oxFzoNzgEsUk0g8fUa/lMiTQ3zzb4ekzE/jN7UXasoCQA10rUMpBe2XK51RFBqy3JOT+
nB5K2Wz4ffwvbrRLC5TT6fqiQ61IzP2oPZWpMzRWHuwLlt7WhmvDAxh7TILgNZgxZH9cuLYwUyZF
4vAKAfa3b6x5OOmoC9d+weo6sbHRQPYC2hs2yGuE8m+iOOdcEnB4VQkeyAtJeRh0+1+wFaWVFWo4
WqWkQrvASi4clMJESkhEm0HW9tqYNPTaA8QTy0/IhJSHDCe5iYwKSZgyO/CTyUlfBN6lPfSM23Nj
zoDhA8YO9AUY46lTE8pLrMtVk/rvneGN9V2lvs+sdPlGTAMMKVwA8F2E4km524KvlE5UEfzNXrVj
hH5b8wS2JU6HCtmWq1YAijC0SxfgCdC1B7zaIXdrHBv9+Of2UdyaJQXJDWCmkAVFrmW9haWpyYN6
SCGT8ASe1SybYnNgFVW2RqLIYFkBVIysES2tx6VVI84BbAjvmv5dP2n9ax36IKjfHsqGGQPSBYSs
AkU0oP7XQykyY2inPkDCuLDRIkKClJedG38dZaLVIGEqYWkglqBSDzMuE5dFbLCrRC9G++cQqtiC
lf2+PZLrRxmMEBlC9Fgh2SdqW+VBNvFJGIFFBKzJQpJP3FfCOUSd7EVmJQEYxmj2cN7opQ4AceYH
EF9YzAXphtEMMgv5rgbo+JCxSte+H6Ic4L7jTYMmKAAtrldJDnMV/S/rwre5dvctpPvbU7f588jZ
oXKABDp0OdY/Pxgj0JxoGk4Y1xDGAvvmX5BKMAJCxoBrQZxBv5bUDADeNhQKfy4dQyYmhuLr9iiu
/Qq65uFFZoDHT5T5KX/fC1y1hL1a+IL5wcrGXJ/49W+T/39xacVqvshRpRU+zjsnn5BtbPMTlEVu
j2BjHUSAMSGXiqZ/BA6wtrJwbar2fFL4U+cNz5xweLz9+xujALoFCR+I98F90WW9VuyXUiWUGFf8
I79/MH596+tBwoBsMUhQ6JVH3VG5Cv2iuksxR4Nitr8TvkcDU8ZO3RwB8i6Is0B6u2KiG10v5aDY
FX4V2t3oxfLd0rzqP29P0/ZA/mOEsN6p45CAyTuDL1iQKl5nuPH43CUME7fGQUxQNwivJmCs5BgH
giCklgv5VIEDwDoRrIFQbkNJOEkbR2JFfISXMoTDsji35+r6/kCWhawFBNLO7UXWWzYLE/TBNDBX
E+8LUJICGwhST59y8HLbztaEkd5ZqERBYhDXyNqONJaLVtVN4S/6rkrus2O/uGnKMLIxXwCbI7zG
xoJuw1lp5uKUN6q61NqIvGg8dKa4D0ADSRhMg00TCBvQYRgZNwg3UuOY+x7tQ3DftqYW2DJiU+v2
RG0YQMCLBwhSRkBH0RxUPpwqvQ8NJL8iz0ju1XZfBG+3TWysBUwg44WKIGhHdDUr7cWm6McYNy3v
qTlI5l/dK8+SSN7w5isjVMyQtWVUjGVCUizDA/fnfxsBtQp80RlRweH6XtAxVDwtuwEqEBKjqrO5
EsgPou6HCAuFkPVSqyFq9LOIlbAL/k4Y/i9p39XkOJJz+4sYQW9e6UQZSirf3S+Mqq4ueu/56+9J
zf12pBSjMmZmezfGbITAzEQCSADn4FyyRj6tbhHBm6KcA1AzTfkaiSU3ZCrynCnvpZbab77fpPWf
J48NhFOAgVIn0Ef9ZKRCiCgXpsPvn/7br1O2qcdo6CWboEQ1WncY+Yy1nQcynpD3CYiZaG4lIerG
KFdaxM7olouP+XPKgnqv7Q2q0yhxgtwe6HtKgYp0loOqQRKDHy3kpFittitWFc8vFKdRXgA/pEZt
Pa8glo3lsDxExksTmEu+TTAaY/QkVp5xZafIfD0y9RDI7rvR2VOC96YopZjPu1jwp1puGiOjt2fF
WijoGyADABD8I1l6ew2qME/UvGhKNKPsZnGX/2pBpsm4zyvLwMwENGoi+Aes584iKUFSlFrSHCRE
sNryMgwvDed8r7AsGdR1BrJbbKUkbTDlTbI2NdATQsqwGPdahYoSxthdykqgjqAiqDbR1G6WhhIk
V8JsdqzDZv08edRcuTe5VuMw6vHzo9NaPSMyW0m4IS4zkFEGxw1m0tJFsWoa80mFnz40g6XjaY/x
Oi9DDbpr8NHGhS/806nPQLtecu+A8hPmdpqdVRj0IggDbTikaHXI3LFyR8VaQp9TGR6VbMtNdhoT
EkCGCG+HMaHkMU5tW9Si4x7sEYcsc5Xa+zWnm8BrJWuUnZhV7rtTMpRiwGsD340wBMzR1GXhC7VM
pnaRDobiqKPVBpuRZVvutABVMdDp4rrjvKBulBbMcRz1Ul2IB3cBrO37O3Jnt8hvk3EPhCVMhS7c
blW/hHlQjJ2I4MOpODvBXN1zlO1fvpdCNuH6QHAQqkKIUnV0YBNW4FspVcIHoKQq1H34qlWOi4lG
zuAPP78XQi8FQpDNFWD94LvRSEfM2tVl4bS078VS0/cphjWFts81j17HYj65Wwkw63gvIbGP5D4h
Q7gVkkvytCiJwmEYV1u/DJj07vGCxSWbgMUve5fiB4BfgSOBKb6MiKTz4VWL1hwdkSGhU+/c+lib
xcfc2Lv8xKLvuSspQxShiMcLHEE0nvuUhsnoZ8njEcQBUWAK8lYIgRjf8rKZn42dgMlA7+1nENhu
8FD8EdLz98dGX9a/ZCMFACNKJmNTstUiiFpBBqi7z20usNrysDyUgmkkm2k0a1bhirwEbzQRtBIw
QoR7RbsQvd+enx7EoZhoAMEDvg38Te1nZm1FKuAxrIDjzrxCPSRYPKwPGUHQclD6mCDJ3IxNGMN4
T4dgp1qPqgzOLQ6VKBbd26WUQC8Lzzodhwh2AYQ3t8tSk7mNy6LF8NhN/Sj94J0kMs1Gcx/qjwzJ
5zOrwfv+0EgM8rc8YrKu7lqqzG3CtZCHyS6x4+YK5j43D8YfmTEe465niGwi3CpogMDtBx2lBNWY
jFlpOVqAtZNwUl/1T9UG9o33GivEn+818a6JmghDcpi4QvznHrY+KnxYtAtpatYfkrO6C1FXfMwf
h2fhUIMStQRf+uz1LJ0kcQh9eMjAgIIIdJOoFlDZCy0hgw0IEAeoUHUGamQ8ZwCGtlvJYeEoVvfz
WhYVE1VLMgkZB1mjZZBB3q35htc/YAadxcrA0W6L7Oa1KEon24YXu45gCVtHwdSt78+Kdrv4cRnu
EOlJDJxAioFax6x0FaJtHlXCzJIcsWBSmK8YCjh1QjRHJsDjWG41vGyzHtMg0Lirp2bxWeu2+kf/
WaE0YUel8495ibEcQnJIcAJItwPffisty/tmXkYByyF8KAejN/lNcdKLd9HuP4fUnFmt9fd+7FYg
ZXUrPmnkISUCn0UgpLkXNCU70vb7Q1pxYZgOQebHk8cEmQV1u6wk0ctaHVAN11Uzd/TiMXUxwVB7
Xf6EqQWCFYY4cibURboRRxmLpQyFSOFkwq+2X7TMm36FaFobnQ4jT1JrSPdx4raV3de71P1e9F3s
gfO7XigVRlVgSssnAw0Jql9FBxA2f6JVRv/4b0IohwJQzRKHGnZzaje/kvf0Jzpbg8fvZayEAggD
4bXgJpGMQorw9sgiwMgW/C8HZFTCGMzF/sh3k/kHSJLQKhwFkwhZgzDv+tWh/DciKS1Z0nBO5THO
4bwGl9+NDu9gekxnnkFVuZ3ARqTY3y+SbNStnuC9o6LtWgO3C1grKIFyb2Qd15fgy5otoXO0/rhU
R7VntJDf21o8QJBcxysdD1yS3qO2Ui+FAoMkhsPwWxYfZGsraGa4LR7LwQSvN9iWGNft7k5f5EEN
8SZFXYUuRuh5qaa1LgzQD6v8Azphs7Sr3l448/vtu/eTlCBKEaVeTsTAgKAys+vX3JK38R/DAVjN
ia2XL95OXcb74e56UQKpqDsM46geeAj0l9/nyBZ2LNd/pxFEACZWoJqGiOKuA5pX5bAda3E4LL/L
GFzipWg7jE27c4eUCMqh8CVeJ7UiDYcofkxaO27Osmx23iEYzCozh9fwbcLYYeWTc/+jYMoqVkod
LlkIwcpJNDD7BZC7qLbeRlfiPWX3s3kHHJch8s55UmulzqtE6JvnZDvTCBP5ctuILPlHhQnHdvdo
FJtAZGgkuUk3FxryJORTUUpEbQOX7vamtREa/5IwHg8iZgBu1T2rq+veRFECKHcZSQLX1nI0HoJp
W1XbcnLq6Ci9j8/ohTny+5f4BPb+h+93cXVRyMygWwWPc5kuPFRxIeZZgUUFkyWaCHEaVry7ppLA
fqB9jJQG7mpzUZEF4oCk/WEWfvEkg+EKVmNG5leG3kH5F5bEkEi26e6c/k8gqaLdnlM0pFPXaESg
VWFEcGxpH51mLgC3LyjKM6z8mjn83+ogjPJkvNqno56UIzzZ/GWY5vT1zrDwKxLQQIYgUUNnFJ4N
1JXOymSMY6mc8DgZnlugFwSnqq0Wc3tyhmm/j6QM9JEZiEMRGwIuRM8F4iJ4fiUepkOHiaxgFwnK
Dc95k2ouQExsS9aMcqY8ymg00zQas9RNB7E5ChhLZ2mGNRz53I9ak8NkYNYbaMXC36yPXIarB+UY
COo4Kv0ERPLgtlZyKl+0Y20HQHoLZGSv+ZmjVfuf0mORIihhxAanJY/0Gp3NWeomzfpixK7atV+Z
7zuWwt8/zG8lXJIEV+uaQzBnVjLODe2nroR+3O7joOzmHx1mvQdW+fa9ybijPfprQRcgB7oSwLlw
u41dI3e5PGIbRys6j5thiyuNedXKpkXSTbZB7bNvN41THo7LBD3i9so2t0v38/vPWLkX2Nb/+wo0
kNx+xZzxTRoO+IpsWz2PTvCzP1RAJXwvZMU83gihLl+ATGOtoBP+8Hy2WE11K9qI30b3Pikqg1uE
CnBQRR3mzoBe9PymnWzQtraG2YFRmcUNxRJE/v8r9WjURG+qcYZ6uCNnbne9x+rdW3NdN2shh3Ul
gpvEYUyjiei4aCVQB8EFZsCO3ocMlImY+p0wjPx94ovoPLqf0TUE44i/u5UozZHYLL0wHZQnznsO
EMYDyX+ubWMbM/R9fXFXoqhIXszjLKoniAKyUHCfAxu47c3RgVncZMcDi4V8zSrerIzSuaKOiwSx
93TgBMB4LWGx1QP3xeV29VBYrEn397cIpTc0aSCJgic07NPtNpZtNUlhKcyHH5nbORa4RRhR06oA
NBUh8AVcBS+GWwHBzKPjOpTmg/QD2MIpsZA3P/enhDWt5Y5jDEhvkN7+LYhSCJHvZH6eIQjOS7S6
jxBsa978KmH6V7zTwGEXb1v3T+NoqlkjzLGN8/jxpP5jZ00+QlfQXYx2PLCh3q7WAL38pDTYTlHF
U7ax5D1nBwzVv6MpvKwULcyklIIflCk3xglZXHW8Nh8mELbpTud2hMfDHHe6NR/NxVIcNAGD/6Fx
CmAUUpDuqOauMHcN8CgaPudfHDEp8SG1iB5OoO0pHZqFXJaqtkb+GYy+zwGwvfsAQ4aN8/e2+A5A
iOoXGpDRhoM2OMAe6IEZ2iguWlqkC+gZOfNUbDuXd0pngbXhnD+9K0XWfBCYqL4V73ojli6RhKnK
jUWXL4fut/4yqlZSepzmep3VEObHyYw5TAth3Jr7DAlZK57zpNSPmMWgnMOSLWI1d9kCasTS6SK7
jLwKcbMTPEWPxi6wnvqn4iH6k7Js3f0b9YKbRcMsYKBIWlCGvNKkvNSqckHpYnBVx29OKUBG+LOV
zcD8xCQUJjvgvYW4FUmpj95LYEoZq+XAW8JetrUd5kWZrFTuHfPORXmwkf9/YfTMgkYLU9AQQkrv
FCfRel7MyFq80+PHYP4MbcEqNpKVbUpgeCSLEanc8X8Q2agQkyox5nrxdKNz0SgBMKiQPbl4o74u
3mRWXudltuaeClPaCZiGprrFTgFJ/xvLwq8YxlvplD8Zw74duATS1R1S/1YNKsrIjf3G05BJmSx8
gBVYjS37ic9t5T2Yqk1W4E2O8PZJhk9AcQpuC1MQwA9yaxZzsFOUYVvjCrmAxp0mV3dCV7Fbp9oC
2SXYqGnjiYbwR0TF3iyQcXQYtmNNydDjimKSgAY7PORvvyBVpLkdomE5lK+YUZI+Ns/FWXzXBrs4
jm/ivrMka4C5LPbjiYk7Jb99v/q/ZVPPHE3J9ELm+wWM6bU5b8RNA4qeaRt8DYf2Ae5dtisQg4bW
+8/KelVgonvrczYT52VzfHnRwQltWI+Z+R5aPzfPGOGFyeQAn7WW834IwVVzODZH0VWsbvP0Mu7V
R5Z1X7MI1ztHeZt+yTSxzLFzOXBm3T4/ZCxEDjn92/1B0wGgOBiFRR64tK3LMGk1kCNFP3SydQah
yKHYsTgbVnwHir9kmi40AHHOZY7iVYAai62caWMSHPSX+pV3ItCltVbmThbviluQKphOBET4yDCn
KzcfYtGUgG4zNFUg2X2rdkrED0UrNsHBrSJnectrczt8yM8w5VlrbSpz3spvc2fygQ3uNO7M4t1Y
sXqQD2wA8A8YDgo++Fv5XB5KY593wWFvZJgILb5yx/RX8Ql8/9b4ZfijXT7X526TeK0Hlpozf2RB
Yi/EP9ThoskR3Imk4Il9pxyK0FWCUSpagMci5qye4neQ5rnGSdyMjuLGj62ZuelGBSp/MWPz+VG1
Q/N8fFPNt6Ng5edxC8InW3QHUCsn5uKIuB0My3D/xEN2hYzjASgQdMf0QyLmqyzoJs44yBvOVX60
m/KlctCj9IYeu2P5VGyEc8QKVldi/FuhVJwIKpYAEPQwOLSP3X7ZQDccMg+hsFhdF2saaACQhNPX
sDiAt241ICi7sQPynTvksxn40XnYSnuQLvgVb8pbfht40REsRS/yPjwFR+7A6oWgLT9SYnhagD+A
iMcbgLK70xxWDSjaQr95PumJHfvqNoWmY7EfjHNcl4TyPSlyk9EetwutgGAoqojDEpDoPoD11M3s
xG72CH/BfgoPC8ywCcDuyTi3HkM2bcEuqwSmFClOaBIM2a3sTJgajIDAKkHph+D0FOx6P30B9kfe
Apt3SI7Zsd9WfsybzJwW7diIaLTXGWQaB4HnUa4VPa0FaK6q0FdMofGT39Vb8LM6YZaNhf6a3SK5
oH7iDtLL7HJbVkfIhTfo+nLTwunLPdb9rFcQXju9kzsYM3vK31EHtVI/PigRRoC8z/vB4Z+O3Hng
TGbTGu2bIB8oAzT0SEhc4llEnblUjGCe7eXQb7+G3WIx+i7voPDk5yVkxQk2DVM86Pp/BNwBwjbM
hkm2+qZy9d1i57vWVzyfc9RPoGExIXBn2ItfPSQY2BAgdPQ8vIHwIMt8A6mI79XsLpLD95DJfcBG
orcRbQnUcps80uqwnGI/wsA4C3xbbx16RdDMEZmxjHZg5DErRz5NDiK5r3nP2xirXe6D1mLo+0Wp
bs4dz3nko1FvBFkttp1SOkER6yrN6snPzRLRSGuB7AaENyJ68lVr+YF//evj/HO2U3zkYr41qMlE
aP6YHBDm44Gqmn84azDfFhTBkKL0etOwR9h3y+ZhBPehXSEqBReRybS7l9lX9JcjAuWBOcPge/T8
3N7UvuPGzIii2Z+tX/5+sD3rR2Mvv3sn9BCbixamrL/F5i+QuZs/ZMc8uYW9UbcK0P+n5xPmNJrm
9tfz9vdgRvbbgFrk08ODZNq7w2D9/MrN3ejKpmqec6uDA8ssj2RUjsIGf9vYX4P1/tU7qamARWG0
vtQTEKKuhH/8JH1iu9Fq3CfdnCzdTLeZeUQoqJzwHNkcpM3baP8szJdDZjq99b1WXZpHv9kS+n3L
DeXYy1o4+3v/l89bYFN+Lc2t//lru3n0bf+0bRz89+Dsdu+bw59m88NjuOALmcx3X0BFSXk8Jfko
4AvUX53dHFRr++vk/nHds2Oj4FuZT85gblRzYzqeczxYr97BMc2zuTM377bOTGfcGXMo95WK0FAZ
dZblUFvwNSlI+35ooHH6fsMvLc/fLZeKqIshCDCWCALc1wKq5f84lSiY7lPTN6BnzygiWRbW/cN1
Hztc6cPGOe82h6c3sG3sXx6gB5+sGP+CFKU+Cf0D6HYiY50I8d3ttdA4LRkVbsn8H5w52Ha3Dfdg
MDpmp8kudFPxQM9u1bawaTx9i0/qNnpoBrgkdoN0QO1+JX73UkyMJMida0NHz6Vxn8fsVxDlUbFD
rRkoyBtJ66spmuqfDQBqwbKmmyqLvfKu1wDtqAAKKJg4D8gzgmVq+bVaaNVkVJ2PJ+kMKxA6qaXb
gZ37+RZO1Qpdli1fE4kyMqwopAoaBvXd7rhSLZGocWXv5+/ImFUdsiuKg6Bs/lT80Q1M3jMSMxLc
yGDsKq3eyNOj/wDxEXB5AF9cQtOrl5CAiX0dN4jJaYBP65ymN3vVazKv6xl6zhJEHZ8SpdmEpm+g
8mSr7U8SoG2z04iu2jDSC3cxLmqjSPzipQNcD7ob6UmR+RwJTTEMy7n5bYBr4efyKTzxOwPTL4Cl
24rbITT50TTeQXH33D+Dss/9/kbfMdVcPgBtsWQ/FdI1eHuYMrdEs6xPy3nchY8y0lhwx9xRwWtm
2VSvx/icI/oytq2X+LnCOM/LgV3fXSTpUFkE3AHAJjSM0x05VW9MOZ9ywrmE06p346YcneSEiV9J
7WbMthwSyt5JQyFfBXYHvRB0KkeahUiqlkA4C409qm5ia7/wgshc/jC8TCxpdExPRoyiOxKAB3DQ
YHQtZSkxKLuJlsIIHyqQNoTwucC693aOxsXKlpnBAf0SBGoRCTp0NqEgckHc3J6iYsQBr6d98lC+
Rj/L2tTP9Z/6ZXL6bbbTve4lIEzvDM25206kxVD+Q2M6ptgjqKMiKX7GgdaSuvi91TsjSGSRTN4K
IBM65YxbcreXkEQ6t8nwdLQda9Re5kqZa/EQ8r5kTva05Y6xpbu8x+pioUNyAFRuxFAx6mxoIGzm
OCxoN9mpl4KFkRF93tXj/hJhkK46DBdDcuP2nIxYy3lOjnm/2+KOI2Ggm639OzxbO5BQHz6/P6H1
9fxPGB0dRYYUJ+WCbUu9yDYs8cCaXHBnJi8b9rcAyvdkQTJJM385l9EBI+tBtFlEG3cVe2rHaGdT
88bSjmPE+9pTV5p5bZGBII/TAdv3FpwwJh4rG+34HO2j4/jbeAjQ4IRBjq4Gdt/vt5P26fSXUE6h
U0KxzseE91sQehOxxi62mTkdsmc3RoraU8oej5mitznR9c4ekXNVXN2Wf5sigE2s9azfqr9Pj7pV
ZRjk/ZBgPbMV7hMQlGsPoschg/v9tt0beWpF1LXislYumgInCNyzvdgR0vjitngfNix1vAAvv9s7
yiKhX3uslAGSggfjwqqfeoIZPqQv1d44ilvJql3xLeDxZGPBnlg3gXqbhVUbxbEIySKGElZ7CTgW
5j6y9I+yHQv4eep8wnktruHmkyd9BOfUKsDnRrrSGks9Gme5tYzeDpnru+tZuCg/eb4j3U0iFipN
VBfgOFOijKglBibvMlvc1ra20UGkyTxGEj/eHeOVLMqsiGIwt4We8mhn6p3ZST3NC+zCizzJKW0W
wfS954TRvxJGPuYqpizAarC0CRa2ffQeGJrPWghlMRo5bWspxG8PcCexk0PvR3ty0K0Y2sxWjzV3
jHhDQ7oUGXPwMdwuxJCGnOOKmvcxVAj1OVAS7dNz5QcWs3+FJYkyUTI3IGiUIIl4ydYMbPQp7gpU
dlm3at10XK2JMlFCkkt8TdY0OsO2NdGe5fegmGg25b+JMK4EUTaqCngxC+eK2KjJli3iLrVd99+3
jrZQRT+XuoIFDfawnbaJjfa9LwsjqR8Zqsc6I8ogGdNgCKCshja4pVkj0WUckXSzZI/VwbfqRa52
jrJKfaZmRZBiRT28YoaHJ2JAq3vgGQtaNX5/i6ExYEHF9Zh7ifVMNnG+4hZPIYtleVasuIB3kK4C
fq2pSJ/eXqFKHzBr3bgodmQlEDIf8rd/fjA3MqiDWRJZCXv9otKtmdjISJhkRi7LW6zs140Y6lgq
I1UwuaMhx9ICwcnD+Y0e0xKQm05Z6mspdIdUyGdzvMQt79ekbd7qULsQULkovNiaReQBSJ80Y/+I
GftOJOUc+rQBp06PhUkn9YHYVc4qvCwze5u3d18su7Dm98CGbeB1gxIvkvXUPgpBFybloBG/h852
ANwm3CLtPbYzZjx2nwsAwPFKFl2KGY0k1aruIis/DoMVPgIZa7d4O6IV6iA+BSfBKj8x9mDH74NH
prFdPcy/l0pnkvK8bQwpvIgnZj2zW/+v21y7g99YEd55jLNciXVJeU0hwGqC4abuAip+QpYMOjY3
NmWETagAIIEoofkss1hvyLu2JEQw5LWKBnE8zUGiSflHIarjNFYTAb5EtDIbs/0+xMocf5L5UZWl
o4CIfuMPnmcs8q7QRMulvOUyKVwhjZBL2kcMA+17MTK/y2E8wqkdxFcyRnQz9hiBFpy6d9Lm1jKK
Qfc5HrJ00r9NevERGlBKPAgiZqnMGF7Q75RTFdnRc/wYPxITpzkteIDn0oxRFngsjqTcwbISq3p9
JZ623VybhVGXpoIfAWLT2X5zkHfdIfZcVzhuJit6Fyzha8G5M9G8ayqN2hoK+Cg5SfjrrUEXlLEU
+bnFmT9gupTX+hEcbuCROyyaIqo1LJW+q7tdTvtKIrXVvDrMoRR3mBMRWSqM72hpT+OGxBOF12JM
AF51yJYIprSfMGCSvCIDD9SOqhn8Dn4j8VW77MfJXSsF9VE05X7CxVHHLdgGw1NO+gOyXw/9bnFF
9JFEdsaDN6H9PdvDpkJ5a8BrumbS49/ljOlPoMz2GMRJX8r4hMnO7AhhQukHZ3G7WKA68TlcCO6Z
5c3v8IW0TCq0x1upVbm5h9o7IOhJPenyym3t2VYAg3pigSXWolUytOn/tI22MFojKaOkN4L/S9pH
CIoJLKmyUEz1GHZz5V1xI4gyKd2C6YoZj4VJuE7lsbU4FO0wwDwzgRRiRkVrSasbcVQU3vS5ESxk
XSNK5RPOLkEtecDy8nMAe4EWxO1/XCAVjuORo2FWGzk5XBbyBkQDu6U9Ft5sY/gzK4RlKgoV9xna
FMhcAOUE7YWdHw33r9MbAa/hdixGmbs6Lq2WlFGaOmnmeg0moocjGraJbhruYnc2Z4YOKPq8AEaA
e1AQ31aWBuUJ7QyJJuYeE0tEB1LX2kpZKj0U47BRcar9rrskZQIUyoYTMVayzfmC1Z6JHTBsjplJ
u6vZUVtAx40qUAlGTm6m/hDs6iNMoSOZ6jF864ACqrDrJ+TYTqi6eIYFnO6wy15V1LqtzqkHU9v1
doa2lNCq/mUC7lrb6c6JvB51QxmgDKXz2oJWKrDPG+WBzEBkKPla9ENAhQLYkTCzi25wqzA+IgEE
T/BVoHa1i8UYdgOaChKPmUVlyaI0vOH6UW3jgQQhgy08TS7BPg02sf+FF547UwMehLjFBBdaY6aP
iErf69rfS6VUXlvKPo5DiO93BloukLWF00v+KUH+X1r1txRKoxNVCuKiwIaOFsJmqzjFD8QsguXg
9K+eIVeHR7tU2HphKsBIgWwLSWoOz4E9EO+J4xNN+d+9tDAbCly64JwDnzHlPzMpQ3ZnFv66rQlg
BAvAIaGDw9sOuA+6y2LrXo3aEDKCLg/cWpBJnVk+aqBzHTkBHUTz12SLr1K3fSaF9PrAzU5cmV7l
l27kl3jlcRuFFbOuaSx8KXp0UCFExpFKOPZzYBh5FYm+gZuhQ0MJwUIMZ4MonZH8WXXc17Koza17
nc86FbSZ8wbPZd+wJnQvoJOX/Qgh94y+CNeSqJBEjPOplROsCnQ9bvs+PGvoTwgw17L7at6LY+1i
FglWODOyJ6vh17Vc6vEDO5PU/YAVNnbwUB4HxKTKHhOJvzRQBUh/eLNDq8C/sG8gHCNoXBVcobSR
D4JASBulF+Hn0JlxKnchOkOkzTKZ/J71eF0zMNeyqBMU1LKL66WDtnikEhn/abfDhlUfXPOY10Ko
wxsUwKPSGgsid56YToT1GwUB3vcbxxJDnZXStGMQlpd9S5H4HnajLZqBozrfi1lNbVwvh4oim7kS
tbwYRFRVh1P7IO1Dp0SaaNjIbzGDMZO1JCqC7MRR1JZsJKIQ/2O2IcbLTdB21gkx10QFjjF8nK6g
cwM+lcT7oUPM8oTBP4Jf/5tM3vX+UT41zbm6FEIsqrEnezzGToTcfuQhePuPCkFZ4rJYWsCasCgQ
ox1IQojYfSyKZQbJKdwZp6sLS/nPErQU4PnAgvod8WmpJ7/PR/JI7VCk7vFsWsqN8cnQwpVENdpf
/mclaKJTaQiEro0glNQ7eSRmcmvZzXYDYM/3ktbibvSdYjgYOAlABKdT56XlSx9l8iyiRjceUw+d
BAfJ/t2hBI8OxcB8f8FFc+qnp9B+eGBt7Yp9upFNHWHLYRYmryyiv/9RnUUn3YPPAQ2maL1E7xR4
gxInd7MNa2+JpaAO9EYqdaCdVkuVOGHFwO9YYop3RoBzbA/5eTqqCDKl5++3eC3Hdi2QzvS0nT6I
CvB/vmb6gh3uK/e0PTvVsT2/eJ+MPV2xKTeyKJOfLDpmqiZYXO/IyGTFSJEmJvDhjMu3FgfdyKGs
vjFNcSc3WNOP2qx+8haHmvyy3f4hffk/f4puaV+oRwK0/zJ2cyUEwtQBMIMBBoM2P5oPNkZHjADs
F7mPE15oaGT0q313JPVrZtuBvKIq17IoC620qVQIFZFlXfKjAAMk6CLqMG1u2KBaaRsc+wVErDGt
nyCWAPwWsFjQr1Oers/7NBcSWfTlzYDnL+puyEhtH1O880QXCTqbh99jbOraTbyWSTbiqt6rpHIh
wwyIvnAKHvLHHn2svCPZz4N5QR2/ZiDX7o6SM3oMwWv6ei2YMj8BRogCiiuI6FMOdun+I3VCh/eJ
vRtMjICzRzvypmM0onWAqUmsRVPmZxB7HgPRJPECdkiPANJgpAh3BM8WJopOZKSg6koYjIfrwzIJ
LNGUDZKFSiw6jVi+D/9DsglQarM5I9E8bZ4A2WcZ+bU7c7XLl9t8dbyg+CrlqsAuz5a6ATlbbZ5+
ZfYWUGcYWxWWviHvs/1ofv7XTb4UAq5ER52kDQKmjQHOMqPoxpnL9vS8OZNX9XtpK0gGPrCeoQyd
uiR+r0TKjahNqIURCwEGbDMBILBH9pYVkd5BEPGyFsEiSRpVCX2qTtlareHiuiwUoj9ZaSZAWJ/c
U2z+ASdB46gCAXh+Ma4LMat3tuFKJGV2pU6QkjjEbqLwhlp5uauRNuh2zaPqVRazQrJm/q4XSFmi
SZi7PqqxwChChtP1n8PL1RB/8L+VHWezoG2rjvJaHmVujQHMj2Xw/3VFtsC77ZQWdpPoZwby1q8e
jLvf7+jqRUSjrSFgShmaqCn7w+FBXXecKvrFjxBjzAe7ekOHYy05KotnclUrryRR1ibty9GQakiS
BDMHZEbBCzeGMf/df8YsIqZVF3IlizIvvNo0jVjooh8Ddnx4HCuAmf7TvtEBatuGi6zGWE3VW5No
zqkpf+oGmQNfsUwIY+NoPKcSh5miRRp5vcS52foYwlXNphRasyeyDuniXO8uGGgvAFwGuh2M3beO
UG3Hwsj1RPLbGtVItTbz0Kpjk3d1/EGi8DS+sVRwLdGOuQwGz2tApYH8hrpmCj9mlZBGkj/OTu6N
sMcy3G77uwZHoog3mvGTJXJ1S2UDE0sIbSGAdrerbJO6kfsklXyjtvXM5GW7UMz4c35OXibWNIK1
1yeY9YGLAIoMnK40u1QZtzrosirJ77/Cx9wbPO4oHafX9Dl1ZY0RHa4u7H+y0P59u7Bx6BdlNAps
JdCTpSk8q5IZPoefpf1PaVUvxv9KEmX8uRDU+9oISbpuKSAf+z19VbWZie7392wtR3W1e2jQv11R
KjeqmBI5nMn78S/EnyruWI6KZHqeveal/dC2IwjlX76Xy9pIKiCMQC5UBRnElo0ZNGjPdzVUwc/J
Y7Pjzv9NFHXl+NgA8DCBfnBP6WOKfFhQmOUzuItL578JIlbzKi4IOJCBhl15WZP+KrwFnBnHJvcg
hJbASr2tlLzJyEjS5Es4JkGUdCtMQgNQB/ZO4ISdeTNbuWOiUmcnbrgJHcHmnNbWbRQnzWaTI6QH
3nOjuiC6dF+ET53BYbRi1MDUCAODIdBAuIJx5/ZbZG0I1azVsiO/UX73mwX8BIkzFZ7kL46hWD2G
YFXOzLqLK/ERbBnBJZF5k7Co1H5rbVqNeqRWx/h9cYvzB2eNZxnwSEfHisU94ursRbNZp7yS0bgV
Sznabgo7GdTK1ZHzeEsCZih9EbfxZtobTppZXYKIaUHuKwJ6nEBSQSiN9hbdKd/klmGNVlpMbj+F
srPLXIUzX2EHku2CWQyYzQbfj56HweJ/GH59SLwvr7C4s46p0t/r+kr2HlgKsKkB+4JK2l13yyLx
OTrd4voIsnbUMEHjB7hpeBIZ5aU1Pb+WQyc3QlXCnLMEcgY3e+6eF+QDBDM5cU5tDyD/4RwovB+h
Xz8AN8f7bIZPkaN7uVts+o/wydiyoFuX6P7Wg4OtC+oOMLMOeDVNpmVgIrTQ1B1m2m4xqQF01KnH
O7Kj7CcT9CqqtzjZY2W9jOjTfsmY9Awr9vpWPBVQysqYN30D8eKueOZ+xOi151AmtTdoMz2gMTwx
y5+MnM9KKwJkigTRrpE+JomyoEqo1HqXTvXR8MRd8nuuzeCnajdOC/asYK9+hHb+wVAvsoy7Xb4S
Sd1ttM3IcdnO9THaKr+lH1juK7gZPop9vJ1j09glj6T4hi4P1sv5PjNKyNgIuT5IAkGQQK+1aCM9
RQBzBEca8OnuOcOrecfCz67aLlwcokAYxIyBAbcmM8OsXE6aMRkZFfgNOsddzkFLUIRJIwcJ5eB+
L30SftGvhIWQWzPWKA39T/LlYl95qSYvZkyph2QFWN0Gb3TlMdvLp8V6N+x+rzH28+4cFQnkSbgo
GDaCYhRPqasQy2kij3NznF9lzAW2mnMtO73BiGLupaBkiS5htBAoqHlpVDRRFbzaJn0FxnQXcCWp
MEO87VATjhhy7l5zMEXXcijlAF2J0sod5OgzLD/v6MkmyTfDYuosiOqKJLh24G4Jx9E9D1Bbh+GC
9sLhWNguyVgnpszw2ncRGPgAryVQTrtXayOJFEhAJOvWoOCIt7r7wIpT7hsxYSF5zI8kCoB5unR0
PqALk6/yYcZFLkRT+pE+Js/9K3g/z62Vg8cnM8NzfNZR1lswW0Q0P5kVt5WtxMMAk3UwyxvvIDqh
O3aFyndtsxxnzA2YwGZTPZGWnwktd4Uz72czPiORkmyWp+9tGFGGGxOGlV/LpZQlzuO+4Ll6Of74
f6S9127rSLQt+kUEmMNrkRSVrCynF8L2splz5tffUdoX+1hFHxGNg9Xd6EYDmqw8w5hjWIeZhNs0
5mF+m7keZTFEn3SJ3zaI7Hy2mxoZRcU8RuB3fDyICYUIiOfvRsEc4KHUOEhnwdJgfiZOCAShvpJX
6XJ0qtfK+qiWA1iQ1B2eWzCMoM5tZ8vHXzB9fdBbcxNnQ3sAZcVjrkpOTotOTUJl17eOtu62O9AZ
kuvH7vzPemxJo7N2v2JgDVBoZ7SC4By5t/tLWcslVYs6Sd7Vl6gnNnDRJ8PcnjyyeDfI4ssJCNLI
K/yntuMs07a36xf7m3xsP67nZgOikn8+WS/PtrN9Wy6Py+Xr5ed4BjWGtbG83esGrTqb4zC3PtPd
ff/NzC7zXD7P616Td5vXDERZiATQFDBaGRGdGLSIBUHdy+6JDjT7wSNiva622Caapczmu2+qR+z0
QeYRDciCANZENrcxGF4KwohY3S1WK85cgTHxW7Vk8qXZmvntWt+HAJQQIE4DTQE5L7VV/PoMijgy
nP7NRZc3J+zRpzC7tlI9f0g1fEpChnVCXl8N8rn/RD8OKbevn4vLSre+ExOUFIACH7661xRsCjnB
PQv06OKDUs9Ei+Mms5vNczMr9HFrKWC+DseKynzIEq4kNovQ5K7fCAmv7vpFQlC108hz6DwDIGzT
riGkB829R7412zkdDm8H3TqRYZGSLeDTltkhk778mWe6uQVpk48CGy7VRQaNkcZMWS3xZROARmhX
rYc1MHgNukhqfJ8Cht8GRAHl6wbUKetXCXRF2GqX7wxFOXw8lHMIYoDMPH2vwDoYrVREYIEpI/ev
ma4PKJgM2ptoFT5Dz4y8tGa1IDxBxfA4e1dN3QDwGYCmQqCygVSy9f78erGulEWQaLtXmr4usf2f
A6TlY3SUIQhGnSsGuhGoGNAt6cCIv4qAhINdYpko9uObRKYpNXYyISsJon8ESHAomcksuyavuFDS
do3ZLnr8UXA7DiC0w7lE0ADk/yld9RZkUrHge6x2TyLwb7U2ZTiKycFzvj2bbAOzEokPNOb6eGxM
Y0bGTKL32eQrQWNHZdaRi2RzP/4Y5/GQGBpcAI3EqwhMLsKCVlHAL+MtBYsWG1ryFZNttspRsac4
uw4+v2L6BN8zM2fT9xIMvRKYI8F9j+iKnTOwakFQJcXXlJiXjLwiB2Vp2H4JkQgWDEkOA9GWauKr
Tu7Ws7+/dPL1RemTCkwcuKj5L7rDBjAcHyMrBc0PmirmSrbT8A/qh9AP4yHpCBk9vEf3ewywq9xV
vUzH2QWZMIhRfbNfcpAG6slBJy8pvoC2c4A7b4dg1JprqJlwAaHTFNw2vAxOFvSbooX23r7KtdAr
rkJ9l1PFvlW44kE/U4EM0QN3HIcr7WJg8nwRk5eREfXdTw96Lur2ALlWCri4frgkWW2vqMXFJujB
cRaRgQOv1PXf4/UU/zqNlJ8ToQav6+DJuP/SruxSvE6qsqPFVx3FdOgMLfODtEB6irzLaLNXUT9D
EpVcKGVwSy6VOWoWX9vpXLvxH/4SpeuBxCe0wJGjYglfOik06oTPtF38WvPW5+gRyUXoCkjnyXuO
3x+PfAq0xpnXKY8mUtLg9WbvISrQljS1q+2eXhVijbhERQfkXBp5fX/6DK3PDLv6Ff/0CK5Lk54s
GX8cNTbb68yn0Cvv/ohjzGhDQnse2q8mrEGqktdlkFbGDs1ep4tvCriovzRTRXaQMymHJtLltkfe
R4L/xCo45ckaNpRdLUX9w4z0mQhq6mLhewBMRMedSIUTme0blL4ihCVn7IbeVqBekDi+Pw/4nATx
IFD+ZYWFscrjIEdjDiuja7rQFJQdTzKj65cG8o/mMGgzg/rDSYY9XQOsHGZppHO/1RUt5GNhSNxd
RLgzj3vKvwC7i2N5QXxdY201sJHhGtXWuxZ+6+M1ngZyBmofIPRBox0W2WDOmYuRZlFZurgR0OGV
Y07JOJiugI42pZlxxulvsdsJgrb4C1x4YNhhbEGeL4WUe+juYh+qvNYc9fQ0oYkLDVcr0NbIauMA
Mb8v6l1RqbzA7cItTer2aKPmiLCsUCQz0Uvt6KvA5hJb7BapWSznLtdpcg3mMY1IWVDhWSQu7tcx
CVzRK/Pc2LVWAbrvCndTQDQ7t9+uOTxCfjn36E1L0oCzo5CDFw8sWwAcMY4CCnOV10ixv09+ZLBF
cvt4pa8TO3rqTyCLdM8ePFXUY2bLPpOnH7kYmtRDQoOGOmzKPh2Goo4H2M1s0NguuyNUdld+tZMc
dU7QyZg4Q9SWJkI0ChsV8QEzRo9TdAiXtP5+8/oO0m57vxcIqBH/LYBTW+ByBKqBnOwTAityOoXW
4hs4gAxekm9dvu3D5R30vt81kAFbvKjrnfm2sw+jufPtfz/HZ2N13AzmUoOLuoaD/LY8H/8htDia
56Npr63HJ23yojEDYS6vOMuRFKYD8XbyAcJyS3BozuXnJl7QzYYBqWgQ04L0gz0BRaq2EVf6e34t
WOnHTCp3cv3i8CALg82Nrn4kyhjvRc0gaSi4OrbbiRwoOObxBN00zO/uB/r7CCJ4GcK4qHLTrfAr
udghgxwLruHvxy88LeSiW5fPPfhSIkDMwBRI/dyW1OuX7Zvdm/Y/3VyTj6XUO48/Y1rxBuBUxm0I
gBsyrKCvuv+MaNQ0rjaaeN8NpBjgQcqQwdqBTDsEJqh6EWf7NiYkOCAJF3F1YNTAQUHJg3kBBKHk
2kb3kj0QBLpVuwAlS2aNt502s53//ftJ9t0sFTW7H5EPgVqkRGvsIDBWbqneX7MtjEOjeppbP4HB
2AVrEcSwSaKuHk8m3XC/lxTpRwlEZ2CLg1gKXAm6pX4baby2jcbQA5MF+a9IKnQN4d0CDuLGso54
+P63h1yONC/XvF2+FUf7qQfoOXGUq47TLsy80ZO73UDJBpLXUJVDch/1UuZu58qgTrRWj5DIMhbZ
GsoRq+Ib3cmUfBhuM+QvBX9dzBYpWQeMmgXKEkcZiSVsSyZ7pcViNiRKFFPXgPB2au1PXzmIyVGh
mgmgJqnWmyloyKggb4dNNoDyXXlsFDWLd+mqoG3uFicgcEL76Cnd+3vxzXvqDrU9Ao8RkAjZjrQ3
i2TmBhBY14t+BJw7tONiX6IazByEii+DIVQTADoBfpZQFU1eE5EkaK/8hx4Ub5aJk/V+YA/VuJua
L4jqALS630JJFvu6WhTZLkisF8NuacSKVNfu+mIPyE08NyjCqnODZF9PGIWTh1hCoz7XFFGTc76U
gH9ll8aLtIU8gwHeSCurltBVSCwBTIBz88pe3JAhQcxHxwdqJDylzMVdGS3I+AoegrCQXfaOdXgs
A7PsZqqtkziJmkFUi0AJoaUENpb72RTQFQamDyHfldso+mlApA9p6eirgmww6AKuM9HJ7YK6v1sQ
HoEmQIXrrEPriDEXKbGbub5W7KKSqBq6jjMSfykBSX2yyjriNiSorHFOK2dybaLxE08U6rciuLER
Sd8PUgxiiGYmsJoMKhIeIIjqMDzJmvEW2JcccymAqFXGI04p5ln+h6DVXPSmh+XOGJ6VeBl8uXPl
qL8s4GqBRjfWisol3A9E5RIXWg1tudOdFkLge639/K93P01zQDQPGuA6tD4ZAwDG5V0lCeVurJ0s
dyTp7fHv/7GrUYWCWDq2G/YBy55VaVooZUXc7AIygqY32MXZx8wqMCagDoJkDco+gNtB6xtez/0c
9VLTB9pYjk+duBjA/eQ/teX73DvGnpubFWQVBIOyDovQ1b63EstN2VfaOD6loiW9uBfZSpDpFi2d
mOGcKjCzfWEL4RdSZSryTzg97EMWQNYs8eNBfQoDu0MYv9uJw0uW2/9paagVrL0CgmNwm+LJZOZN
k+U0aZBufRIMkDj02pO21v2ZBCSzf//HBpxRShQCUzc37pdrUeStkvS1rD75QEAavNkrLfHGGZeX
8V/+fyOo6QCmglQIq3edCyrne4miPqm4mcfl7IvHbjABu4uH5BZeAkGjdY/7pZcUT41i0MA8Sf6H
H18531QC33y8GMwjByU8BKZQi8Cbc4MlMI8c6Dgjo0Az0y4oF6qwroDxCrp1mDqpnfEzjxu7vQRU
uPHGwBYyVzTIvx9PVWa8EuJ12DUfRQTgFnE3vUzmQu3JiBgrzKwFcpIAZw4r/JE320NzbUOIlRnf
hTAzdeweY4dDt8evPSb0Yi0nIwxJGZEt/zn+frw0LEAJtS6ZQk8RS2O+sFLMy2z0vhvlfDQgZzDY
+ZtekB74M8SvMmlkEqmgCQEZ/RtKhC+lw63jd1Bh1k6w8KHp9d1/58d8TXPVj7/qRtD662WlXwXS
JVS9canKqsISuCpc0gS82KH4/PoUkMUTilnkHZlzxN3JrcYESpiBxthIrHj2KgJ/Of6F+IvPT8pb
J9CEsn04vWwv2Sv0BVqbpo59JNdFIAqzRQ4FGmRESIAm2SMULDj0Rp1tcnK22/XPcQPgyr+fxyO6
gYwejYjZMaWh9xo4aUcUKzKkDDabdiGCoyRET7CxAGp7Uy/DvWG7W9Uy3qtt7SiKGezro7nsgN9B
mX8pkZmrhY366Cyjv1vErYLnHf4Es7ncWucjV8l4iBFnKI+jmmMAihWggvNyRRWRJzv5NDMNk+uG
MUn3+6/9nARyO3YGTMrSm2pSzklKQ5OYF9RLCvIeYOlALvUqOclqZ/7oO2nlA4So2g1t7FoIMcjw
iQiO5cVbV89sOtb3B1oK4S+EkYBnQv0QbN/331aMIBxqxghnDa1Vz+5Pue8Rblu+6BQ6dIUfz8Rk
ImBMws5GeE/rIDz9/78mQu28EAD0wN1pohUZFlKEib/R55Dsf44JaAA868hMopTHLHEJt6KLNZgZ
UZc9jssaAgYJ+JNQLItN7/x4TCzWgc4gbnoKzEHIrQHVej+oOozlCP2y3M69lgfhIgsLHfjZb9Qr
hmGxVk9KawtAqigzc8mmIeHdUqE9MMJBQAGCg+xk8nrXaVUuZnvlrFHGptyqacat/5HMHqd8lUHC
YSHMRaw0X3Z3pGEV6U9EcBraRiW280LgfEUFxW2+F6Ey+hzWpqCRsjBTyCrO7c3Je0OvQtCwgYYO
TvmEcD+GBxi6sZbvo598lR8i6KBaBXiOLv4sQzu9iJhRwSWHe4bHEwR7bAwVZV5bexFGVUG6BhpO
hZmjOrgNiPrPvaQDyfRViGrAHBj4j8lEhQtlFawhKPDZyUSDJR8j/ZbvFQDAL7G8ksAmGC1DsGs0
i8fbdPKmAueNXAaiQfg9iBOZM+FxGUQTBa2CLmOoX+Num8/ljCdOCHpscaeC4h4XCarC7E3Su/3o
h0K9L368YyXvNH9xbcE3+XgckyuEWoFjhTmjbyUbP3VZ1RtcItd72ZEs7dRsw+tjA9Ndd2+ASRjD
lzPAAQIDIqrXKopvKtR5IBk6sx5sHI3ji2QEQgFAdKGrC2FE5toYeLWTPbHZ+yvk0lbtF78uL55T
ryNQnLivrfN4WNNLkbHHPEJ84nKgxBaaPaSEV95avMir3JZsZVV3M0v059AAHIV2BPJawHYwQ2tG
Le78Sm72+UJCvdCqdZKDXTdbNMDHxlaADgeAPd6q5eMh3nRr708x4KQq7iQDzwxEvRi7SVMMQcRh
SqVl8F6hCf3fp49qkA2dZhldW7j+N+0yxiWJ3phX0SPVMv/OPpFSU/EaQ5ZVJ9CyD7+DuYvs7wnR
EBBAHvsGdblfa2EcDS2TMCEhWmrBLkB6H1CXL7FfNC3y29FKnHE5/jglEEn5Pwbp///10AZSI6SB
CoPDOl4B9WB20szzM7WALDByaRCo1g0Ker23IESp4mvKOO7jeo00Q5I/CZDWdK3HSzoJ0qEoS3vR
EKJpGhLPKjuQrE2aXCv5fQraTdNAh0wDLV3RStf1U/o+xzh3i17vdxCKXTzysCC9QKL+hjb8NW+G
XosapEq5vXhEfp57VWqycmvTu6RrMLs+cYvHw2OL0FThTQZFPG5+CNrA+WJmsaprP64qITh0wCa3
S8OOQZgjWBJK/TFoqzi4+Jy56LA338Sv5NAIppKa3dzbMI2HgMBCUoL2SCgI2nkmVh2GoNfSLMsO
LcxG1/KsfEZHiAehWYNK02aOaibbbMFvElCvDlv0rtixMx74k3ganHqhrOaSM5PXisJ+8ZJAzPSW
bKLv9e91qArgV7MRyBMQ0mAh3ufPJHvP4x2koTKowpB4h6Ijc1kUY4KqMfjzD4O8CPfBVXxTL8FT
u3a36Q90FdeAygEFB2WwVeytw9lyF30Nf+80FArRRQCCPBr1QfSGMY8MhcYpSSgd1LVqpuBRPJSg
tA0WxcylONnS1BAljYHIOPoTgeu5n0rJ6MCcJ6XSQUKskdgFSpTh4ktauxvoc54f72f60XeDonsY
2TvkNaEUgFLXvS29CLmOM3T/uLdnhjH3y+L9L/OcAflNFEGPgBaYcyEhu9uQzUIdEHcZGEmBc2EL
gbWvG35oJNkxt7wKUFxRJVlp8hHCaX4FyHROsob46HgkzcyE/WUZzxVydRCBp6W6+2G1+pjHI5fk
x34BcPscM9xkj2FcUEO+dY7A1WCJ6YTYq7KoF/Oj8BptYkCWdHDDhRjG41VnHT94YrekIzIp2GL4
+34QQE51uSAlxVFVN2O57gVHNpxQM6W5tuHpbOG4UJwrAlYa8TCGfLlpckVoymP5Klnyobk8Hsd0
j+HnKY8MCsNUqom5BYvG04Wh6fHzlkxm5uivT6edWArSjiAJZHkhfFfVs95rqmMQkxHVkjb2iT/O
LPjECB5jBPKiTBP/qP0yrqtR6FXkt25+hAB99K8cL/Br/uMUIR+P5ha4FijD4HJm7uUs5ZS2DtTi
2IsWWmWLwnr8+/QL7y4Q/D595dF9hEBsopQluZ0xxKNXHrmX5Bq9GygFJpYy66BO7n6YQUMVkH4U
ewz0BrNjRz4TuVQtjyKkdWLOguqivBjQa9sCXZ4BVFcSiOY50lmfF6mf7DJa0gCND9VJBrnWzU//
9bTlXoVdGPjVURGs7L24ZtfhGu5d4EA14CuGVxF5uXb1eFpZZw2LhQCTJkMQNKlo+b0frxzEouzG
VX/svwLUW5F/aixhrm3oDyPIqKm4zWh/KWKaeyMKWuwzyF4qx75x0mbTVlCc7vTj45FMtziKTr+M
MBsQCd0kiEoYURNH7JeBf2qjmSarP8aB9BRIF+itRkNMZhx1oFe+V6jHUtwO2lZLNh2Iz6SZJZnu
dBA5YSUECt1Hax8d6K9tkA6RB6bvDAORF4r7ISElyDfLrlmH9YyTObmecUxxQ+M6QLrGALf7vSWj
EiQtUhP1KJDoCVkphDtztDfTPQ0NEMRe8DNAfzPRUJaDdFDzwFWPXWQ7cWc/XvPpgtz/OvP2K67C
CWqMX/doSs2JzHh04ut/t4FaEJxCxI9IDzNXZzD0niYUhXYsfVtpzQGoZ+EpaGa21nT34tc1xPrw
+inwlFn0QXWzqBp6bC3V8eHrnWfPxx+LDbcSL40K8B4gB3Quf22rvGpauakT4/jk1QuXX7alqXNW
HFv/ebqAFqHBAupOcJyYsx73eeuOta4du8z2+E2TmEZrx5zz/2aF8Y5Gge9C4Ga0owB6+PGUgzzS
NfNs5nxMHwO0qgHJCWgIRTSwT3OVlErSdbVxLBtTjEm5gim3skfkD95nS7R/GQPEnBLSwe1HAHC/
PnGZqUbbCsaxDUigmX5h78I1sFPd2ZurJ01iZzRuUd3Z/7VFv+XXXhgivfSGkjeOAvh51+OnUBPj
FKwgYGFzka3PKfn+sbmRG0O4jnQ0Eo0Gs1q5XIPNiC/dYwluAWTAUbXSLo83xB+7G2UxnBxAJ4Ch
YIFDbuh7WZtx7rHrbaOyXdw2lffhzRUQ/hgJvAIE5TdfCit1P3FuqgNmm2vusR5BKhQRn/NmSaam
QwGuDfgJFe3PGNEEVA92Y9RdUveopURBvcVSHMPp+/98TjVE9fClcO0g/rslpn5tASXVVA8BAnfs
QAJQvriNo1emMhfMTt8yWEEmE2BDitlgIdgNV5dC6UXeyWtOQew4WncNM2s4Z+qMgzupeUAfFm1i
QDcC0ES5JpkLVE18Dw5U7Z2eA/QNgcmBqJ2VHJtNoBE/QtIeJ8osXXNrJsWM7T8WjAbQMmV1gw9y
O22/prIQY91329Y7IYHnooZZOTX4CRunH2ZuvenuwxjRhIbUGuYU/3K/+0ZOFHROlbxTXO7z3NYb
x+/eHp8j9kUFapNHHpKSlSPshVD0vQnXGFIuGlLvVHNrHKKet/vMiZSZgdBj8tuZB/4I6U76HKHW
hxiXeYvKwIUYWeBGp+yYnuY4PdhZwo/T0omGaEHQKSb+fgiBOAqtAa73U/laNHvhSZ77+ukc4abB
BYoOZnhnyGLfG6gFORExT9lJd0KzeY7R5TTjDbDgT5R8bi0LCNooVgvJmXsTVWMgOleG+qQAZZo5
PYrhEpVwXPN2vgIRkUi6xlE35+wTzHPKytJmsDyT3BD9AJWCy2naZgpGc8s2dPNIak6DKSzkDx15
vgzSi/kzcNC7dLbKxt4TuCWASaYKVhCsov+4H28kJLLgD01wltBk96PtW+sTY/4JzO4tA/kQtKVI
bEPIIyT9wZ1DEE6ew5t1VLkBc8fhgpN3b12U+rQdfFhvX3sU08ESa9hBRtqfnOTX2amla3e3+elY
f1ljbiouiFOx5evgDGUjSHVzaN+C3KgpNBYamnT78XlmgdK4eKk1+Pgo4qnA/zA7SXKNpPG6NjhX
JF9FG++IKG/dhMCA8Fb51C25S20p+UwyYFL5hlVKEILuKTwtCPuYMUaSL3pD6ofn7KfLTR/9n6ml
v32L/wR0qxHRIOqymgPVTvfszSgw9AiTcTQV5noU0hEtBJCfPo+SmfxkuwRtiZ0zrlQzj1ZJa+oz
2UHWY7sNUsNFBsg+AkLWPUzgA1cGD3uqOS5DH6ARlUQpGV7+PV7D6W1AB/bLEDOwwgUsVRRgKHge
fvKzttG/k4/GI50d74WEtvRK67etiA7R3kxPFNr7+AP+ntlfH8DE1hUv9+FQx1hOdMGehp6AMm/B
L6BydakdbWXNmKO7gzkhd+NlzmPaoXrU9jAHymbZfBe/D/IeFUn05jpb42CF33ME1X+vJEAuAELi
YWW9x0ou9RK9leGZTzYisu59sgKX8dU78HMZ0f/LVP6vKTavm8mGr+cdTBnGVdTsaNuiwVhCLkt/
Cdf+98xM0oWZzCR8BfRmggUDaun3N1sXy3GUin14lq/Ze3yOjsVT4vR2d5Ff/GN05uYyPX9dpcAC
Ip2ApDJeSPZt9AIVkgg8hlel9ogCK/ehmTlE0fqn9mmOLeP/YkwFNwCyV7i9mW3pSVGVdHqLuYy3
8Ie8J+GkmcpAVGC3ZCs4D3Ol+T+eKXgV8M7Rd4LCHM9M5+j2ctuJangeHMO3EnT4Hs/xHGqf/gi7
ZhLwOyrSJWCZVZhAcOwiwDm7ITi70XPj/ySXHaeSNV8Tb/jHgUzq8zizSSb+DK4Xyj0oI2rHRSMy
0WAocFrOCUZwRj3+iztnvYXeo0OCVPSysKJ/EsSWW3M5HmbM/vEO/jbLph6jPh/5sYDZxoxBQ7H3
3qUTvxjf+Rdurg3vr/cITU+3zDc2CsLE+3NgDEkcFKIUwVZhf44gC/+GhBL58kzQ+pnR3AVG3RVm
CZHCQ7gDL5peJ4x/26ldXg1ckJyBqBBIarWcSb6lj/HanBOfzMzjX8YoXvUG70WmjTkFYZNoCK9h
rFy158RpCtI+x2sz2YfrYubFoxcvOy48dMjyIzuNbD9jSs1TtQNcMTmni+CYzfEQs/3C1Feh7+j/
/jxz72teMAypWyTnYDC1zApLJ4wuYUyGTfpdfGYQMfseQ6wX/zIs06u+68Bt781M51+PLdwkNMvc
essmFFd94RalrvfJGcT2J9kGPdL4WTgBEJjasbWvhlOb/KcBlz9bVptmZoIn9XY6BRQGiQAW+Rkg
vO43qlJJIGPmx+Sco9zfocEsiEi8AKbJdAe0WzZWdODWkv22qvfKtr846andgfF+qfwgrCbyKfh8
vLtY7p3bmvz+IOY28lGzqvQMH6QQcV195ItPKjAQ/oNcMaBJELJXIALZme53sTxmG+BXSLnhTl8V
ZFE9x7jqKJwEq3rpPcXkTbJrB+1U+YgO+uYSzooQ3pxZdn/+/ljmmNdZUXtii4+N4cbHJDkGqhmf
a5OzxBdbOCl2s3R3/Euzqs3l43maehBU9RfdFUg6wocwmHXLpShtizKvz/oVhtvVF0K08jmZVYH7
w39AdxV4KFTaOIZcMWOo80o5LgQYArD7OqKrOtoieUPGNRoVrH7mjp6+d/fGmMUP6jQD2D6tz4M5
gFntw3ivBzCTPT+eu6m7d2+FWbXEKDFMF1b6hX/xn+fgsNNLC5Q42KYoPtDGVyYC+q+fev9bbJzK
JyL4YuThrB6lT5AjvTz++T88mvvfp77Br1SSKvqeywX4fdE3o/do459XRkUicAZcE7AxzZXN/7KH
4h/SDChmqTRrf2+vKIvQ07xMOAvnGKKJIQQtRo2Ez8Wl28ufs+7odKXRHYaED/LpiA4Ro92b07Ie
MVPaCGdVN8XrSoYlCobeitBOi+EfmvxpZkLphN3fCHcWWQdY5Pwh7MpaOPPH6iO1Cufk/iuXX+Gu
iEx3ztj0JaaFVFopQn4I6UA6/F+rJ3p+WFM+jHPyHP4rKtJflF33mhz4LXImc0n1P24Cag3N4mh8
NLCxGWteEcmcFnDCOX/ra4IUfktGc9066RGk+h1p3x5P5c0NvJtKmkMAogPhLuWPZbOPaOyUqqhw
q0u+0j6T78Bu0WSS2CP01eoNfyhtCcarZbmoF92y2ZZ2cu42tTXu+d2wDO3HXzP1FZivYVwRLpMj
Tg+M6iJCb7CwK7SbemC9CQHQoHzNX98DmDZ+PGvmnp8ANjUgcpFeRJcw+oSm3ENc2AP7WIj62eKW
i9VnAD4+TL5pqpsZSyzvEKry95aYwxKLSq0IJSwNTr4tV6nVk+8UQPcRxKuyWaPhZyGgxacGP7S/
bO3A0S0VJOGCHVj+OgEkz1uMh7lImaUFnHwVs+syRWpoKkSHJz1AIjT8p6/TVQo1E8rkLG0EkN/G
AEp8EzBqgLa8wx8eyjicIy40B9IPJHYiNBzFMzn4yfvLTBbjcY+xxCMXg8nqTIAnAJig1F20j2lm
201eRMYO8/wKVWZkWXizkz1TbiDq3oPh5OvlgxJvVVsXIKp/j41O3RpqFJAXhBS3xmpmJxg81yVK
qujncUFlWaWlshyXgSmsw92A1tQSjHh7EOFZa8yr89j2H/OKGxt6b0hEwx9ltR86qVX9Msw5uOQk
K8yeJx7ydzlB2gm98fxcfU2c3NcQmICoBWqt8KIoFcD9FapHUZaHkRdealDXNU+f8nowfyCbtU/Q
huWhwo/eNd6qHeQU0LQ2h1aYQOGBJEYHC+UAAMwXlV/6eb9ucF2u+bqX4vCiXqHoARbyfFktzGbm
mRfpIbm7ShkzzOXVCUVYhshUXhLiOgr4wwbwp/kmAlNxVcJvlom/a8AIF4DtUCKUrsgDxefjlRUn
YT/zEcxUx0BtaFWAj8hfvSUHPgsoaSPAyEzkbdBc2YOXB51oUEMnuaMTbO/YVPYQujcff8fNx2An
A0wEyFBBVYdiuu/nvGiaIOvcKrxUH5GNlMrCANOdC459EVx42iKx8VWLHOSOPQQVP081yGohEmwG
TrZVzBI6mJBWfFNJswL3ncM7eA/MH0T1EIFFZA+dt57qgs/ikG/NW5PP1tGpRsuaOJjMZ/th2JaR
KIeXdiGBvH6FFktKXHQc0cgogvpgMHmIguerwoGMw/HULLoFwKMrfiGB3oV8JACq9z05BxZ3mCXe
mi4tcF08wHJoPAOKnE139GKfqSUfRZd+Yeylt8JOfvJDaInoDNWcelnaYA0BOelMtDCpwaLG/8ss
oJL3K9kBO+9lA8zW28aRj9kRkpcLwx7XDZLF+VqzsLZ78fPx/pn0dsAqfEke/j2tyKls9YYPkBjJ
PT6+jNvq+EpJcnEfB3a4GBGMnpzDdvvifB++v93Xbh/tuZy0c240vfTvtwJ1+dCPgJIZyA/Y9HGS
GCHKtkV6cd/TBfch2NHsaZ36Oxgl0FrI88DzwDQzQdKQC4Xbln16Gdbyc/MO1qp3nyoQL7nT8K+2
u7P7gi31FEEIJbdmZcHphTQZIagDKL5WRCsyE/eUnVQnhS+llxyKn7I9bjznRUBRLsV1AMd9zvWh
G+WROeYaFoaojSN0E8LVTJbJsRfMxORXxq7cqCu0ISwlq7gqu2pR20jHOME5vRoX1wah24sGxcUd
9xZf567LPxw/LMCvKWDubN4IQi436DdZKMKCubRw/IUCtTHRyhYuKLMfb+s/9hReINo0hw1FW5Lv
z1KvJEYvq1l42QPQbJ9EUs1ock3anXFuflmYnFalzxJRHGBBfvcKs3uOviHKuYk/O8t7ItJyCG15
FaC98gooxZyw9R8XFMYFuAbSXDQYZG4KOU2lRkLweUkS0uHpW5bHWUTy5MhApwC4PVhBNo82OTAP
XNq4Wu0lXnZJt90P9wVjz8Wz+JGs/TMKy5ayjlwy/oDb6NBd+JktPInO/sc4sHYUyyUiOXS/fm3Z
lZk+hDB+AUf9i2/6Z3Ub29whdQKfzB1Q1i2l1kDNCq0/JOyArGAeo7A1xqKR+QybU1cXxTVKzH5E
3rSbyU9OHCTWEDOsoquTJC/G7CIB6mJ6m+wab4R1vtOXc5fArCl6Qn75YurI57oIPPaF27hP+Sre
Qxtm65+QNvyvFZfboFAeA68Mrm8AR+4tgVNEilxByC7dWrZ9pJk/8xfjGlLBoYMSzrJlTLIusIcE
ARLMcKxRkpaZSSwRZOX0Qr1IeyQLu1N11PfRxd9IP8F+7qT9sTPubDGzWI9c4/lcXFyiTbCuiQtt
7eZljtWfvazYATGXla/qPQgVYMRfxQdpye+Bj545UH+OAykV9GHAbwUp2f0aBW4biVFeFJfxq/uQ
dv6nVBLxxf14fOtOsv8YCUoQSHOA/oPmc5mLSQS3G5qAs+ISv6LcvDk5i0W/IXjndi55MY9LKo/8
2OQfc3cDD6CtCzy6aD64H1iCLqzG46vikpw88PvvayCY5zAnk6gdGTdAP2jzFfiMQDDIGOEUIVP9
TK0ulLf4EwQb/af3nVamCu0HGaPjwf2RO0utg+hAaR1FsvZJQxSLxiZUufhMWeMfj3sS6t2+SQcc
lPaET3OP2jiMvq5zNYIgHQR+yclCN2q6EDZQGHCQyYqX6gbZArDkG6uZa0ykV/9vB4O1zfgzTdGi
jcWAbTDSvoA8JYS0U7lS1+2+WsA9X2Srj2yRWM+8pS9ie47jdxL/seaZCyduc0loPK+5jAtwQjjo
8ofXyjv5yo0JAp6FAsSXZnYAWOQncdvv0vVcvuSP2xXuDHKVtMMURUpWcU7pQtUPmra5eLkZ5NvK
s1Vuwy2rl/TJ2M7t8T9uPMqZpqO0hVY6QLyYAVdDpMVcnDR4nxTyFJ6VpyU04pc/j7fUjYqbXdbf
ZhgfDd3lWsqFMDM44VZcK2flS9gsFtBRVw/l0t06yjtxwEvbktPKsMMPm1sdjxBqej82yEydc6h+
/PzXMJuu9e9vYo5emVR1WldxcxGjTdU+Sbm5hBUPhJEG1X/owGXzM0BDI4SAfemY4sk6xnN0mbfo
gJkYUGUgukYXIzxKNjKrjKr1R7WpLq/v+0/kijhSrwqSHkAoH5AK8T6N+REtcRAX8cDCQ/+g2+lG
8cohl7bbre01T9Yf8fIq2VAow40BaTYfucYBIcD//OmoOt3q+HhN/zqqtAEaPg3QtfzEkSqkgi9F
mug19s8GyQ8ydDPPEH68qtb/R9qX7Tau9Nw+kQDNsm41eXYc2xlvhHTS0TzPevp/VXDObrmsz4W9
Gw3kpgEts4pksVjkYoeUomRjkIbBrXlLQEzHrattuixWPiNEmDkXMN4D9y6UZaOcDcmway+t5qGo
o8S4uaAJ2ykx7hzZ/Z9xCphSgI4pzKcuoUGehRlmFmsSxs29Gip0BU4dr6LspWPj+81F3sub9pxj
IpbtbcDZjdZgW3xFur9fFs6gsTw0fQ2jcak7ZwfKQ2/BufWlskskUXxCeoHMY7RTkGuXEpwbrpE5
KeYz6BfNEBlFsDdFGxQ8fRbrieu1mQR4bpvvuIN20E/9i3bQ9v2y+aUf/T2Lxux/7DIZOobAHQXW
1C6XeDxWvT5sLm5vJM/RKT/7zrjSzewTvPaqb6AmhnuTLufK5j2UbLkHVrnmbZSDnSZ9eHDIhMaH
cha6lDdaqPH1pd+BYmClRAYaZ59U1srObuwEhgpAhbFMUWIkYDDSt/TJvUa/8VC/k8/FQ5oxsnsz
96BriaglHYc0HwMJUCM4q95HrOE+Bk0Z0tVbftfv9c6o3+57DHoaHxl9grcZ/FFJAx3qSa5tVeNH
ISkS6A2Yeso3d62+JRtF2XQWxgiDLwFT8ZIXLzVUFmfPTYqAAqb7HOWK58jExfoi4ygvd+pSf9W3
xV4YDO47cYIjs86IHJtXbh0pU7Q8gCWA0IcgtLuWVB6GsEiUrn4sOssXkBjJUkyZiV0bRYXFWftC
tm1gnGe3Rzn4/FFgi6gBPHn6LcuzK6hB6I09ulQNQVu1jekPDhK1mFqiWpgs1j63DHUl+3UtJZmq
hDYBQiCEJmxKSoTsC3mofP5ROItgwumWYmeOoPn4FhqG6swhIT5GHg8PqkjmUWGhnMSjjpqH4XGx
j80SFGHPp0wxUXjK5GW8MXRSk4neMoTlpJiDnuIde4uFG+vCAL5EVBLhxrnwDXGbMeLcmc0SYQ6w
dDTfIACQKVMIy4YX6jqXHgczlaxYXSZmFpvastxEpV24VvzKsL2bwBo6gWQsSAvwJk0YOq81MleG
DI9JCUYzG4t9iZdJ/BO2vqN2SOD1GCZlFjLCBAbqjT+jUKnw0i2UmJO4LDqp7xia9ts9yuto1+zc
l/FfKwgRD7MPUC4ho8aVEo90TNRIw2LsYYzHCYzXFjujBCH9Ll2iMo0hFXH213p/DUZJ1fpKGo4h
wPLFQ/LRHdBrVhVWrGM2r7KpUVKbLgfDYsbqJEi+hsVAIqSs0I2KQB1PcddbGHOFVrhp6J22v4ZT
+Kqom3Gp9Ha2Dj5lTDTNAXpf0JsbMKnWBx8qGoRRu3/Duam1Q9cKfJietLNXGU6PcbAVq59lBgNW
gH5+1J2QGiDqYG3KOAoWsp6ewBvLeTt1sUvehA/J9DWDx2RhNCOUS2XfrStH3DGnQNzGFaCohw2C
phroEsS8XtKhkfhARRX9qbDzXXaI1/Kj+oi+O7BtLdbjo/7un7qLsnQdGY+5+po1NPPmqY9Q5E/x
KQ9a5l7aYwfkk2im69yJNsmy3qYrcGwiu4Fe+aW3Vp1w5T0oa/FROkZO5ogrjBxcst53b8MBMtNG
B/k5eDTg9uj24ELN874ICuWEcsLvPMPjebL3dsnOOyKUfGC9Xt/6P7TR4yaPgWhwRagQp3SZHxZq
1YicenpF+vBdBjUr+OMf8v1iNMaQ2bZ1G3lgoCXqUnBbIa4PwNf7XLVFVTZZrJ/aFQjFXtJzsRff
XKfbLVbRQ7isbH+X/mYODr85S+CNcIfHDQmElqQ18BrVzflQG6TePTWKEYDvEQMQvOVBfbpvpTfe
iEKhvJEQu3nSgRP0lBjOy7924NTHiU+a5HoXTcbx/ICPN4cBKaqHS3dEUWNuoDBseV+M2yCNQIHO
FE2vOIHBRXcNVcSh2HOd5J7AVVwa3KfupGf3jV9LihEGpvuiH5mV7sS8rjwquu3RfYVWOsL9jAkS
15DuwHtyowjemVt526C1MFxet3vU6JybFf+r3C8O2QtybaxI7eZUBCz0AWwSaPwg5EvXsEpXKKMv
+/45kZ2YMyoTbGESHsxRbG8XTsWINWa0ELRZoJSCcWOcFJ1iRNG0XnRp4J9TPP5qeNaR8GTlYn7p
+7/dQNITARZJjNuEJ4VxX4tVZq5aeJUfnz0QFy3V3yUSOC/+CwePsgMR82/lq2c8ld2IRiFSC9mL
rochC158Fj5TPB+/YCBXtUtBGsiin7k5pSggSlHkri883oNoAZmto5wQVIvS6v763dgxhUH5qEFs
MdQngjDtUbeROrj/9Vvzoj5PHbQggAfXl4TP+5fsgEJxSztE6qp5RZ2SgqxTiEJFlvMgv/jKvChI
6nRrXcn1qhGQnf2re4pFNFQqj/aixojer0dXYjiQmzsChUb2cOKqdL4dtZIICBrABXLFx7BxUOw9
7vWjzBpFN4cF+i8c3WhpJn2U11iC2OiFUInYK8waRXkjSKE/B4xyXXEYP8RsvyCGc72OOJsRHMEx
4rBEL9A1WpKMclF0vXx+jT4gXHDynfglfVY/24/o5b6a3Cb/0WyEMgLCQoFiWXBrXGNJ+dhUfKTI
521nYpyvt0Kv5ogOSh982735Vl0+PpAVxbMDq0Pt1pavgakbEdh70qj2JRmF+pGKasrww1v7DBO7
jXKupMMr97V0vJxiZtUoAmSfn/P1L3cdLfUNtwb5mc3qSftxrDfb9s9SolTwGgztCH4g+FjKtlzx
mdk+aCfJQ5q73gQ7FfPY24PqWv++0w/R8mQHUVt5DRtnoz7yIRYyepYuIipSA1t41PbcHuWe9n1t
uTk/KSjKLep5EQshlPZsFY/r9pljXQ5Y36dcoib0TVS7gnwWHzHnKBQt/zgkVjOaHsYFVhglhT6O
jfo5DrYcsPzljNHBvMH9itcYMj+L0sdc4rreS33lXO44Q9u6u9p2H6Any2rLoo+4jYZJavEPFl11
EaJzq1AVVz7zy34XWsYnhsaVdrZjtY3clJZAN66AKJWs/GCUuUCTz9q5vDgS6Ma3/Jt8TLcoCANv
qGSWTyjeRIHusWL1b80cQNfYlF62RS8NcqLLZ/A1eVv3eDTGJfeuLEewn3u+wQSccShXslLKWfi6
F4F3TEaD1IghwqBqXZKRwfct4DYXTq0opaJJjrljRc/JqG8O1+mx2OOt2LVKLKhktk/+pnlhcSbf
xiLX60idBii0K9GLB8VcLDNj19sMm771kQru4qi1AMWNoIAon9qnQI8TEipr5/yV/9Yc9J5oNldh
NnqM2AcVdD4rNLkRCLnXH2pCQkiD4khqo2pJ8ktpEH1U0PF4PvHWgv3vy2MIBu4UuG/qoAii6VMS
rg/0oJXRxrSWN/2uR71atQOLrM0qh7h9E6KQqOVzpWLQIlnxL6XDrbgVZh9vin25AtON7a6Ex2CN
6vBNycxJkc9eHTYULLWIER8GTTcCttv4x2Alm+lReHxDO8164XBrhtLfXGAoMErpU78ZOQ6FC5fo
cPEiQz6PIGMM98WKVb8yo4zX+0YpeyHynovZH/6FWy2WmuNt3C/FVjYCagp9JrfzrCJOlISKV7tk
IflxCrGCw4PwkqLSgCXPTdz4s3CEPF5DsSb4sa/P5lTSYyXiJf8Cem9b3XirfiUt3QdcWRg7dOP8
AEQKQknpK8JGWt+R48nUSC2DS2aj7hkV87GlbNutakXr0SSMsoQev0PNzDMD+FY1yExC1OqjRR5k
QnRk3GSY3eXmYvij/t5JQQ4r/taW8pZVP3VbKKFcI1G7JfcgsIpbINVWiyJvtATYL5JdbTOWQyTa
fG1a10BEbSYXC7/LAnckIoEZ3zu8t8dPZ2Ep+8HxT94b0oKsqIe1hGRvJ3j5EI5cXgNvgKciHKON
01hISgj/3owhGN46QM9L2jBpQoMgTuQCM6pC1GE2pGNVOCweBNvHCxVrns5tYQ3ZrAkUpfhZgBIQ
ZLXDS2GXu9gpzNh6bzGUOFkFdr/qcmM4ig+Lh2KtmDwGCw+n/vOrwDO2eV89Wb9DpS4AYYLS3qLG
7+jAsi/AMurd4hHpTt4c7NTB6/0yWHdO8xqt4+fwoC/JdNnI0dZMpboJba8XRKUiMX9RLBA64Idg
BoyFJ7rK5E71y+dbaJT7EnOrXNu1WcWot2lQgKJUHf4HY49BOEmZTJSIWat00KzWUUtD2vnmuMXs
9oXFPxS7+mNjho/5vngRWLRDt471GpeyoATESih+A673IaOiTBSQTWd1lN661msMymr63A9ImR2x
Gg5VM79Uyz0nzr+m/0cmF6O+QCwE+nGULtMc9Lkr5GUzoLuEX8obd8lvMCAOrwWVE+CJolm6y2pZ
roTNiFI51clQgd6tWDy0t9cF/Aa0BJMIDeV5+D3XDqIbF4tM7fLk0nxXBxTomTtvXXwKT+FeON63
l9vwllAo/ZBFgZyatNNcQ+ElEU2nY5JeStAejJaAA2uxVjGFNTX0DbLCK2YJBPnxlLcFnbsMJlRk
ZkH6RZ34KRjHQKeXppfKKHB19WzdPNofpAbyyDpCZhw7oMAYg1seGWBNhTGK1hZ57WbpJTKPrKvx
7SaBxh3U5KiKJdWjeIC8Xrmoi/J+FPsIlZ0WyAcHDA6x7DO69FEfc3+TbjSfICF1DoYDBBboTLhG
KtxFGxfjGF0iw9IGpzWRcS0J58R9mFtdAA7oRfDQTzjhwKx1jcPLZdoluhCjeQlFagfJqtBogfG4
dnj4kFcxSDBYUcyNLlCIlPapbdOOrSfGaDrMd/tA2iSdCTZUsxgdwh3hnpjPYDdnLxmFhKMQj/9o
ewNT7bWMQr5wByFIElRWaYa82aO6aF3bw8W6v5Y3DpGCoQSLNX9I6iaGBZvJ09v5m5Wvvg2OKADK
41Z67sdeDgB3qW1rY3eQ7NAw//1LBgVDOV1ea8c8r4gc6JMMoXoL4+AjO8g4tm9zBxQOFT4owehW
eoJtqZ3egUiO4xnyemF4prYJUd93f3fmbBcDsVDcSPpr8UJLWVRb8osykAgcqF7qtfi7ssDdg+HJ
LAa5mzCdyDUBotTN78dw6PIgubwWBnq3UGuaOAxVu71CEQwQ/OKBC5cBaPW1SqPEBRfSIQOG84Bl
W++i3fmRGUvOmOoViniNEi6KAhUEQAGnoGA4wgplq8hzPqFF9vvx/vbMLRoSWXhhgutGRQulDL2w
QC9A4KUXzjdesx5VM6FnrFb3QWacKuHuw1QD0nwCKodrebJSlwpZanA2GO679JCCd46vl2bFaI+f
NdQpDlnXSbCPQm+O41LgvI6uoe8N71LHxubMpHqeW7QpDqXSWSz1kh4Ax30UwROkPuASaDNUjXit
q6MbmjbFoLRZLnxM+1Dr9LJ1yfTQ+KtnNd/NWuYUgvJrXKVlrd5UWK54LS55k7O5d8k8M55M5466
K0nIak52hR9rSQkESBKi98Apd4qRLtZaeZJTVFc/sW7rc6fBVChKoQUB7OJDBaESI/qIAsNk1bqT
hb+zMXT9YyynglqCJOxSr2Ur3DC2fdY7T34/3YSapzKps8fn1Y2bG4qtGofSXH0NaJEvXu6bJUsB
6LdzrVS9tvTR0juYjakZyYYzCyvZCegQYAa/c8HAVC7KNvWeb9usLcm+IBBwxNCInMDhLIa2MUyT
DkPDTu25coSyYcLeuSVFgGZgeaxNYukAZZxZ3A/dEGHhiu/Qkde/9e1aB1eEHZ2HlbgVt571fH+r
WGJRMU4XcoqXDwC0gtPvZLdZsURimA3NuJW5Me9KPABeZZS/y5+gZFjfF4GFQLmBLi+4ZuRhmIv9
dnR6A6UvLNtnnDP0YebL3oiOamx+h7rFYlnaaPDyDcaJORsD/NFkFHld+7OhiTlRq1qiyYPZ7gpj
+OqczWqBtpCv+0vGcAZofb2GKr1RTkoJRoO2hFB/3NlP4GrtDPml8tGQwipuYZyfGAhxDddIlSfw
HHFtjqUs8FCdg8Eh3uQmawnnApzpElLOwBM9wfXyH2eggNJlYZbOaCmrcitjXqZpxiZjHck6/W+f
jeKda8G8aiFnpUTMJzLeMSsYHEK7p+iBZUT3z+yboTa1W4RdPWD9MN1CXlfg6lgxBLnvRVFTfS0I
3/G9GJTQPdwX6/Pi6G9N21ywemKYikBseXJkp3lVd5wAQfhvA7O5R9Mkc9RZXvS+R8DEsWuUNpUE
DM5BGNWZSP8sTDxHP/hmgLGD7UcKOhTtu9lxy9RmXejmccnLHFIKmIJFLWLklb3HcT68Nzp+9hVp
eHm+v0/zjugPArV+iRJ0PJ/F6UU4ZycMO99ISGCFy/sgLDGo5RMKpSt5FyDQaf3UOSvp+HcAVCjF
q32A5AUAktGI0Qe1+Ayf7iP8D0X7Z6HoFDJGDY/dMABi34HYyxwPtpTaG8wfYtxCyVrcOoA/OJQj
df0WcVUapcgR8M8goH94im2GbTL2nO7+hK4t5KKGVnUgzELnz0tvb/I9A+R/hGx/BKE8Z5i3ylBq
IVwMWmoTPMZzRrSsrPAQr1jmSbz9vTWjnGbclYmU1LgahrstGFCdhQRCordxn5orVnJq3nH+kYqK
p4SibrtQCZCn3Lxi6PiZIcrtS8XPZerP9ymLT/UqEMoGeyNUG80QREtQDOHAHSqLNxKnNEAV5Fun
U/Q7MLXeEBFdMRzCvKKD8BrdFHgu4GnKW1FpldxvSHoUDFT9WjC0FR5I0Fdhss46ogE32zZBotwC
ikmbOFeQZRZ/F2B+RkrHBz/Utt+jJ5cRbM9f7SZYlIfQkjROghZSDajB8sxu92Ha8Wrz/SwhShEZ
uj8bdP8Bo6vqkRvrxpQDmL/2z2bh3HdFs9508nXKQywKPXPhINLLM+nfOyWf5/vfn3UPSIWSrgBM
v6InrBWoZFDAMoyTu7esZIWhh4mByOo+CNnbm72fgFD7kedg5xV6xDmLJQ7S5RMKkP4OQaKC35JD
PZzvIcT2X0HRCNWql/yKER7ObvQfKeh5tGgP/X9R72n5yNDY2V2efJqKcMUhwNtzhQUSn0ErtcE4
8hVjn1kIErZoEjrlda5HqJ2FK8N7YG2f3dNfikC5ZRcvcwtOB0B8bNEMbjOv0PO+arJIlDdG41Q3
+BpUtbGT06/MPILdcleaDDkYuvpDPTdZqFgvJSABZXh8/aV/IML8+itjoF2uD+YLoREB4F/Qzr3E
AO9yeR9h9tiaLBTlaoehTjIFLzmXeO09gV2EmW6evbdMACh7XmQ5V8TkniQvn0tL2qJ/Ej4jAJPH
XwlCu1ZN7sYwKmAWxcEzogsmY//7+As10KB9lyV0smr0c1dSuLhQ1FKGsAU388wcHCP1WBo1Fxxd
oVDHfI6KdR1/Mjw4Sc4vwVhH6x5PNQMrvJ+x8Ssc8v8T1RWyIu15Ig3u/2uyYANLd2c0C93HGDEM
jh5cUejKn0iWUh9EbRlu4g7Yk0DyVzC2/LaiGnWCUwhqsUaMMFkIHCDcd8xoen7Ineopx7wk4dmM
vnyDYe0zx98VGrVkep4JY52r2eXV3Tt8YcponGkR/ZS/72syC4cySTAJd3VcERzUxWCEz8F0D6yL
FwuDskqcIZyitli5wVSXmJKIEx31PmhGv9yXZeYcnK4ZnWmOaq3TIoJjla2Rtcxkwox3AQEDLsCo
fkCBAE+tlV53gsCNWKvguQPVx2IdrDFjKURmiWX+c4msKyhqyVyuU8NMBJSCkmwNlxbHB9shNMC3
B4N/YSV8Znfoj2Q/J9zEQKtQaqKQSKYYusOZrXmInG/G8TLvbSYgVMQIwpK+aXqAREa43g72eECe
5IkRCzFRqIhlUGpd83mgFLa83EfbwvSehO+n4YUBxFoyKm7BnJoI1Qo/S9Z8CCv1bKfv3/f1WZzJ
XqEflrCYov4F1HBU6JJ1Qld2mkyuyO4+OuTrYZMc3OXFtYJ9sEdFwu6tfx52mYVyBPs+9ky0gbHZ
4DxD1zfqfWhbatMUXfulgBugYOXbUTGeAsv6OwhKH1oN1ztJ70heWDQddfdxZhVMzUVmV1JQyiBx
ojqINZ9estJ4LcAdLHlGqiAf/MjqIJqz2CsoSh+aWs4WaglpKjtc57H5ih7u0ixik7w9aGsWK82M
r7uCo1RD90Wh9RLAbfnfXWAIb/f3Zs6Mrr5P8CceAaQbcT2idfMyPuClWytN8LOkxuo5W4mn+1Az
wcEVEnWuFni9lzwBSMNSNPfVcvG5+jsA6iiVI6UMJXUkDym8+QucXwwBZjzBlQDUsdCD/j1NQ5gK
0qNr2S5j42P1zQgHWOZIfsNkO4ouELsmgiIHqJV1hsYepBUr53J/I8CKcI1RRm6pZhowmu99tpSt
/Nn9t5wtpAXoH6eCoc/XCJGEGeAuj51wn8Bucul0w8wsk3HOsMSgbN4t1FZYFBBj2yJZ/dT927Zf
SgbKzmOh6kE+hheFzNgHRmiddDtiTe9iiUAZdyPnqddXA3IfPB7mYquwWkbZ3ky8fLUTlHm7HGZ2
CTFxH8FGN8FvwZy7SfaSSq1cIVBm3UdBJbouELgtv9mTlwN0q/bOE9jQGDXr920D00WvtYpHnnqs
NOxIURgLw/TwGl+smP595iy+koey8jzDMOuoxp684n4hmrytmcVOe94wwor7fh0U5tfCYAxBJqUy
hLmsa4MViDNWig7zYJmyHsb4ON9aIELHuJZ9XTATqoyV+jlaJr4qSxK56nz4w86UnHdSD60awTFk
Xfnuu12wVV6vlCtrvuJmUDDFcBz+bH5lNsPpziJg9gAI7MH6Jt/E++oCfU2tBCPRUFGUjYbyaHRf
jChIIr/zxlAmKNSOV6k0Bp4uwlBWmmFV8arADdypQYICOpoMZHq12S551LdmCCyig7pc1WihaV6+
7Q/+YcPKJc66nj+/hlYR8MEEEsdD5sjI3gvrDY06jFWdVcIJAnUIZGKWeYULhLo2dJM7bjuY6/0T
f9a7TSAo1YjaMk/FFBDP2DYVKJlr3EdgCUGdAiEeSDi5ho7HpeUExmLnY768yVANhv79vCZMDClu
/ELsOoAoht8ald1a+oMTalZ2uS8MC4c6DORmUQVFjeUazPdydHSzHE1beboPwlox6jwo+0VQqdiV
y7bcOajPs8rn0rwPwdJd6iAI2q6Psg4Q2oPTbsMVy7Ox1IqIONmPStUyvaiwH3WGsSM1eHXO9wVg
AVCuQE9HvO3C/1/G86uC4SDM2uJZ1/zHMH4unBMJ5LD3o8THhRLMVmvdeI0OvYGnvXjjOfclYWzF
D/fVBKjppbyGhaSX9DMzHmDpwRfDxm+J/EkgNpGFMvKKaxq1EbDbhV2DfpU3FbytgGsWj60BOkXa
0tQe7dI4f7EKwhmaLFK2r8h+A+Yl7FJiCFYVGi+bzlC+7q8fwyRpzqhhLPIhL4ARrjt78fwpLMF+
/fvv/MvPK/Bkk/pFo+eg/CQHtZKh0RqMtW/l4S9BKLuX3GKI0S4Juy+e4cAOyRqsuCarRGXuZfVK
Gyjbh6LUQ0sUzur1ZdMghbWuL8Vr5Mi/tvKKBfezx3cObfp1MqzctmsrKN9ruxNUO9jtL4OdH6Me
PUP9Rno2zb63IKcQ2d9cZv7HzMZE+ylXETZerIghfgDKQ72Vt5HPC+OsWYv/cmP7A0M/X8pt36U+
Oaxf+eV2+CnUGDwr+3Vf2+fzNBMYKiYYfS3NCxe71+NoQC3Y14drpkuGTc1l8Kc68hOJTfQdg73S
QfOxZqin7GzFt9yFhVQaHld8cY9pmvAerJ5PpmSUswjcQMsGYmNWnRpZaHwgjxY4K1AL/uUSyteH
k9+FxSAHWELcSpOnYPnykZrakZVRY/g++l0q5jlXSwTlp+wVRODr1ma1UjJXjHIYaDPrE6UHxD5Z
OU74lWLWGouRdFYM8NSS6hLMRvmhKploAkZEFj0msSBSAG/SWwbSB3UV/BfHN8GgLDSPApUTYmCU
ohWBvkjYyK/DlpVEnT0o/qDcnOgF5lY0okpit/BNekQtOil41RiyzKcDJzCUgaqLLhk1xG8XazD9
o45hk5hvuakPjEP9ZmwXGghBMPLPxvwwRE02BqSFC6/OgBPlS0x8eMf4WbAFGKYNUpP15lBdtuGa
cxabysBUNVgsepbYBcvEJm+c++RHUDabgbxFzQMirJhtvcdGR4UVzpAX3+CWicU6S+YVfgJHWe7o
u3nPDVCU7V4sUd0rtKRQRFwyMgtMHCrMD5KsS7JKI1e7BMv32lreZvz+vu+HGJZFk0+XSRsHHg8Q
tGIVz1uxM3AzQkPGfRTiA+7tEHXaB73uu2DTQlkKmX/egTH0P8X6k00hck4UcUgTfyhaoogqxh7y
ASt7wZKA8g6BWKPFp8P3e/RDHFLm0z6Jfu+sEH1wi4t6GCIFK/TzVOn88uxgbX6E7OGYLCDKM/id
iKwYB0HI275oPoxkLk56Kpk18AzNok/vtlfdzPUgUWKAictsDP/xuUGjLPfgH0Gszi9bvIyidUW7
3Nc1hoeleTq5RZeSp1hyC9fP3EN7WWDEhOqzZgjPigeSAFLvhkJruogLPVgl/KsOp9M819to/RSx
59TOXv8mGGQvp0rdBRHXdcDYqst0x28ETA8eJPPjv90zF+hhBc8MOALornBRC6PAC4IMe/WMEYwO
/4zhiwrYPVjOc/aeOQGifJraJk1V8BioBo8GKlN0yLFKbefaV8An80cWKh7xUmEU4jEipTgCotMB
U6V/9ybOcss3WFnmWV2bYFF+ra/7AVTIWLc2Mg9g48ANIsDsENZpPq8Hf0SinJs+LsZcCwHzOlrj
7qg+NLtHJsv8rGPQefBb69BmWaU8XNWOQxxyKXnub53so/tAXIq5rENmyI6IATH3rXQ+QvkDpxGZ
J7pdhWB15vgc49rM0RmewS5iHDHz+1WwGSfc/Dk6QaI8XqGnehsqQOJBY//gWzIoiRMIxFKGWd2e
4FDW2vdpw0l1gXIWcGFyOOe4/9D/q2uoUgCJKGnTph/5m05uoy4poW5ggVFNEneQdDO7mnvutJsC
UUuWum6vYvYGMdPoEIAsusXomN2v3igs8RMaUe2KS23+l42aolILyHO1K48DFlAyxtcE98oarH8t
ckIsoDlVnwJRAWMvtFw/JE120ZAXjN9kszJOqTHa5SHfnBl6zsKiosU45L20LrBntYMIbrAFYlVO
hYHM8BXOfbA5dzSVi/KuytBACVVsW0tYrjBS/i2zwJ/Ickcs7SD/PzFdrZL0XPUBgyGqP2xh4CN6
AHUoVL41axsE3B7cIJPshQVLOVvUiQparVfEQY2Y3gQ2G0v+kG3U79Z2fOjfhWeVPZRizqinS0q5
3ihGCW9U/1jCmBnN82Brjubor92Hb3p4KNMWJq/YyZHZbjN7jk2RKX8ctFK/UEqIW2KV0cRl5luw
mYDzKV8yCRmIEtLR5x+sG6pbKYlVMZaJ4jgiYTzcOcJONRPFNoYzS3vmDrMpFuVbcM0OuRqtIlDS
+Eu0PeOzs5q1u328bwuzB8wUh/ImXZd3tRoDp4qNX4ntO79rOz2IYPX81wPnyS14CkX5E32Mcq/L
ADU6Mp7/e3STYaoyKv+Ywc384smyAvpLTBWmn5tjLQhKvxpI4Z+GNxlMFTbsHDdu1jCWebX/B+fn
TJ2YOCJehfOaH5zqvXMEO13+hxpGHbPsRJxj4B7EsIVrL8ItZK6OtZ7oAfrvyJpxe+WDTaBP9InW
7QXoP/BWjoGtmJ95jeN1Old5EnS7hh05KXbnqCyfIueLoW9zjn6KQ8mjCNXgtxpwwD/5WRmtEawH
R18KePz1LGbB6ZwiTNDoDeoDWU5cEWgYRWL86ref4/OGxdjz82pxZ+noyoDR7crCJ26hAwt7YmDK
2ENrqZiQhyv2w2m0HNwej95alu3+O1xt9DWLvnb2mWAqJmXEccCLScvjF4ztRsm2T9tH79BgbOGh
WyPsWZj393DuhJmiUXbsjk2kcSPQFHS+I5HQvNYf9xHm7GqKQBzxxK56eeihpHDq3gdq21rf1Nb3
AW6nxMAXTRGoGEATB75WKshQWiIhVhmtFLXImqGsE+N17z1ispjROUfZs/on2/rYpOY3y0vNXY2n
P4GKDxpO00dPISEPet4jJFJF45vFicjCoIIBLUgwLYOEOs3zOrdr+8OzWGLMlohO5aA8R1Gl9bBQ
ftRBw+CNS2AEtmu1qPZ44rf68f7GsQSi3Icf80KWEPchPTgEpjcHPDzcxyDfuGPPdPK59jK3Gmqc
U0jEiB+ykYDLHpykjBOeoeP0W7I4jGLQB0DpoHY9NNA3D99/JwjlFlK5rxYch8WyAgSbRmSOZoSK
JVZd36w/wBCUhQoWO1mhr8R6mAtZ1mJ4+bvkjOvoKK/ui3HLsUmM9Q8AfQnOuSgVAjKI3Up921E3
qtmDiAADyTKjxKl+SEuTyR9PXMyNEkwwqfgrlGIv1AqcuxGcXGaoaBgm0aVqtSbvmMXD38pI7ZVY
ZHkZJVhExM+yyWFKhPgUO5GpXlrzw8fwXp40WbZLhhb+nIC3cpLeD9gwRrSTE3TiatsO45kLFfPg
kWm0wrfK9Hkju2zC3mBFmrNnMeYA/n8kakU5Gc5okICkYIKiUTsYjtxn1rhsRGZLCwuKWsxOU7Ne
8EVyQjmhFe13GzK5l/kKSj5zb+2ogxADI4NFImHPqmiFdC3GDsmG/CnYZjc6LP1gYVFHIgLaNA9j
iDQ6LXg8Qx+0ZpJZPTwGaJNg5Whm35QXk72ijseqU9IEbI5oNwELkGQnO73ERbxeklsBSva22QrP
Vaa/ZBg6UYHbBSXM9RqGs6g/kdZEGaNc4zk+kpBxeFg7KEDr9rse9VT/5Q0T6ch/YCjpeFnKQXgn
k7yNbjSyIWzzd/UXy7JYwlDne1SDIlXwIAyq3ArDfyUtgjvX0J7BeXd/3WYPrIk81Cnf8DU3Vjqu
Ibyd2L9jY0cuVayob/amOF01cjRPNqfU88YryOZY8W6fWmCSxdkr2SxFnz9N/mwOfcK7msypPmDS
o+X0VmNXT8WaP/cfnRGapdX8h7rNiVT0ixIX15mWubCr1zE18kOOeseUyTz040VvFFvG4CxQU5LZ
RpSXFThQUvoFNI4QrAnOa2CZz01gRitp5TviBbXq6/YU2y5LCWc1Y4JL+VwUBMhqHgO3RI7/vXg6
FsfH+7pHdv2eZJSrzVHXFyoVELbuHi1pJjwtY4dYMlCeT0lLbyh4IEhObAkn3kiXj6y+MGLx11Io
mLGGbl7MrAM1M50ylmWvjjNdbi7WmnUYkZ9379PXW3B/sW9jxuufSS22MjaD741SA+6Lykn2nWOy
ngVZC0EdaR3IejtPxkL8Oh1Z1ZOsb1MbqfZ1ojYavp2YTBb6mVvI9dLQPt3TuUZQ8HHJOlUWiFXs
nYcj6vx1fr6/BzOV7ddIlF/P4Z24lixRZKzBL9sZWxjxWbUMxzyf0uX23YIN2JaNBjmbUbf281x6
T5koT++i7y8qWyjA3nnvnoKnhZ2Yv0ETvLfah5NvcaByNlfB2TYb67w6YGq76Tn6+uv+CrD2kToI
MM0m5NsSP8I5IYPHOMtu3f/16lLuv2kXAyaZ4uO98Ztl5TPJ4unHb3rBFo2iVJ6nNJfnyOYOyTL/
FRsgvQ6fLI7Fz3/f7OmmsL9Z8JsxnqLgjqUikgU/MraS9Sspcy+4ynWDArr8118myJNooR0bSXeJ
qwLLLyvwvq+AKj28b+D4JOgG/GrFMAxG29XttL7FtY5QJtYJ7qAtiHZj+pQpGRGmaTg7knetjHRV
OK9Pg7Fc2d9/uRGUTQ2alrYcD5F6w2R8WmJtMmVSfY7CwEjFt3FpiAojesyWG/thNxgn03psjN3q
w/w6N1tzaRH+q40UWgUrqmP8BCoPe98afjIj/9sJ3kyuD3wB5f4j5Nm+NwZeQEPL2bvr0hAN+zeY
0u+jsX75tYX83bcI1sQmeikTwzbHD7dOjKj5Nka6Utqf+9zky75XCaUW4Muo5jEiWzko4DztDNas
JZGFQ519YG/IuCoGzqsDLgrD2D9w5vv+4tkynnJW4Kl/3tq8cX5esahpGCb/kyKaCOhFVSEkxJ0g
B8NyJywDoetm/4+0L+1tHemx/kMjQPvytbR5kx0vWb8IyU2iXZYsa/3171FeTF+5osc109MN9L1A
A6bIYpEsLoea3hUtN9qTp3XjOKF1ilH+yMnzaYkV7QeysJeKu3oKiQmUzc/eXAUWq8rz0zp0T6ep
O+rLYlpeO/D3Ylne4XO3W5Tk9VQSZ30mmY3au+MA/PVsYuGUbwGlH9AZAbEG5PTMb3ffmfbRXsnr
Y+qtyENkHb5jsliuvhZfW5645rNEPC/EQp6Fbt/XaPF+RKrS6SPOaCrM+cGjCs7Ot7ylZ7X41DdH
WVSwJuhxzhyJbLCl47xjJZ4ZN5NOoMaDUGHjBE4tM22Wuv1AHd05D7pjV23DvCtHG2OdAuItR0m7
pv1xQiUnJGjczbHc0fqM4CJ6BFkYXiOKZf6pUeqGRWU8gH4QUO99zK0N+i+pUFMuEfExgKy1li+H
52AvL19cz1qWpv5wJfbCNckRf6LhEtlw1bbxgaa7OMaujunKBUtbGZeRTtNwoaarzXjoAKNhRNez
cbyBNzLWaoto5ZIpXsWwD7JrpjXIzXgXAcs02xd9gekCzqqY+87mrNmUFmWPlRDlUL5TG1jNCMss
//jkOJ7l/SsykzdRpCmVUZoT09X7UZZ0qgJgANNLDh+Zmb6jCY4JnjkzOXZLh7LNRqpXZ0MBHQ3d
1q39Jn1cgKYMoLAcmI8cOrlCZMvtx++Lc59BlhSpgKmuYiQm0x8pYtfkmwbfc9Taf4HqfcseFSGF
sdEPUQH2rNQnUkb8PxmUIsUNvM/ObACI/k4J+zqNn701t+elhFpy9ju9Ob14Anp+4Q8uCw5oxCFq
WpfFFU1xATZQacv0axzMKxmXfc6gTqlT+i8UUtFH5Ui9PhyqZW5/3mdv9g00TiLw4wpDRaOdHT/4
CdcbuGCegQlzdRXj1Xi1B9vMH/+PlCifxmmSVEsxWLH8p3iwKmuVWIlVL8ZtdMy9xqNcaBs5YYt2
REBCzC9NBLYKSyEtVucIxF/yaDYFEqmGwXLCYO53iWFUx3/ESHufRO6GIBPAXPo6LJSta4rIHIar
4HifzkxzwS0dKuUj+GHly5HRnIJ1cV7IltQ4nF2skY0X1xn2DKSeDx9vFmSFxatE3ZYaYV3wmRrR
7TdQOhkCxLoKx4Ps0ceW2NeFvhHsY/nxfxYqZZD9mOMwYIRD7AEFjhZAIII7j/r2Xwxj3TJEmeRY
FEuj6X8YGoFIMszKtQ6WBLhMjkardE8tKaMcYaVnn3bgaFx7ZAD9oMGEERqgt2MDNNYRwnwlJEJP
PJMyS0Eps5zz3AXbiMd77gB96EG1ODcAReHhvoLOW/+/94Ayy7Ec5lwYBC38df2UuCmg494jZkFq
ZjL19sQoW1JLugHkeJyYvG9DE1M4UA3XQ/atQJBpmL4TAS3KbXzzdZV63DLYVQtWSXiGUwCHqbIo
IjQBehgl0Kzti8uZwyc0zksF9IULWsqOLO8jjApBKcwNFUqeam0MQ4D1c6cng4Rm0pEOUFgBqSwR
tZbUjpzg2H8wqc5YzxuqlHjlLJXkTIayNM5P1IXXnGATU3dWTFjfmRsxIfWribLyxSgoxxuRER5D
B4otWkdWb4XEInKbdP8vLKAvgwDoOeiaM9b5a+5Eq+tCtsu9cRj2qT7OhqCQaRZw5efF92UvLjaw
qTlZPRYuBhPQ229hLNjiFwaze2ouTrsRAG3Rz1mf5+MJQ9a8bpamgZLQh795+CrWzwVKu0Rd9IRb
9j7ST/cv65wlVwRU+Q0ZXZEaNrHdxja5wgdJHOO29iaarP3N5r1gBlA/o0O/VHhChHIXWRu3KPSD
SGlnW2Mr7+rHYKUuS1exo32CYYnRU21ze7HunJZ816jrfed7zsLfenTQsZ73cwH4DdOUVzESpSsr
Dd9zcTzR5mXidnazvaLOx5rbYcqXciwZpxW1WoGU5btjqg3gco9H45X1ppg1RRMJU16FRyNFqoQg
430EqwcdKtMS1rbN2Ss0oUGZO7Eu+VLuQaN48DcXW3b2eOUygl0WH5SxS1QhDvirDx8VP0T2H869
4JHybzzhzflTxg39mWJ84cFJaVf22a5tdNfA6WbsbW1zwfWUFN2plAZCp8AdtoBRwyzvWloHtmZv
z871sfBYfM2lBW6IUUbOGNDkInOQnrATXngYEm+pEd0VLAdd3G/yqveCVWqpsCfWa70083dlcTY5
c2NLMoFp84lZLlehJ6E1RsRYh+9sV4vm9b7FmXtN3XwkZQxifKJ6vXINxor8lfIcrLsrUTLi2vwa
kGYLbNAE5Y/PEiOckfPEID6vw6omoS0N2291SkKdqvbKOYSEerN9fwlXmHK+WmMUFq1aL9UxGDSY
xUDs6CTv4BJq/N+EtGvDYi1BnctZA4YMDeGIH3Tx15IbXuSkgMM+GMSBcYMcrUBKN7eyr3L50C0i
NH++Ijd/jIm8Rt+wxWoDnTeBaM7TZEkG8BdPmcBcuvhG2OAVIdVm8oV1QdkS2s8aWpi9zhMqlPUL
kkIV8gDi5s3LJ2cmr0gIs5C85k3shAhl+1IMsYt6DCJw0U8q2hojPH7aE0/295Vn5iGuABP5H5FR
9q/mS/4iF6ADlLSDeJTw4FncpzBvLSYkKPM3XDI9u47qCW/R7L5e08XZ+mbQmHkG3LBBGT9JwTDE
JQeN3kw/hUWxblbVpxm7LOTW2av2l5efY5tkuYKwAWTDj4ZBu7sld1CdBumR+9zMvYan3Pzo+YSK
GsYax0XgpnMkxzkD2vst2o7DRql1zYi+U51xzZ+xNAV7FeG2M5InTPpU/CQMlXRJZdyjpzchM4V1
dDohtOTM2oEBfTgvC9TbpQcDM7S5xzBmrDv8kzmd8p6FMZ/roF325O1kAKEzMn2CDkCWWo436Ff8
NjlKyljwfKAB6hAm+8WKbM8TV9K2fEGspGDF/P/goToa4XvkaKuhX9NBveBMi4I8vwpPMVkLzoLd
FDr+zm86ElbmIrOs/s4sF00oNj58s0EwSZPzTmkpgIk8PwDHIQbeefnA3BDwH4zVX5qUKJMyrrNA
B00Ub/IQpgq7eyPnu2Uc2VwZBvdCk2TsVoZz+alwTXQjkvkor4ukRSYbU8L+k5GY0vpsXvGO0510
Yb6Oz3KRcJaMZJHydHE/rfs3c/5VM/kC6hRl7Ma+DlLYnl66nAAUKFg1a8Mufxr0Y8Kvc0/fAlEK
ewRzl/l8Ha/d76P9yz7lE3pDkrkuAfGuxrjXMif+xiaNbR/vMznX+oMeMU1VZKzxwhJ6iskoDmsp
VC4tfI+8AtZvBFuHsVizy7FZxIsW8qokymBdn+uYVCfsxFkXJdw5HwP2SX1OjvjvomDV92e97uSj
KOZRfdMGNW0QqGMDQZqY8ukR0L3V833e51VZFyQ05gqyJNCo7YGi51EKKPBTvxpQ3Hs1H5m1n9kb
qiM84nkVXZL04k4f8MZd6HcjJ/mL+raW9+lOXXaHLiM5Ns+97VnNRnNpJQXDdRKOE7lcWaMO9IxJ
OIXz0/YUfSdP4xa1MdkfmRvn+c8WhbWAaJ6wH0ysQw7dIma9xsfYl1ZbwIOh2KWL2BlOr6bpz/y5
i/msRYjRoy/0ckpsoE9teKwi69wja+ZpZkpMAbN/yVHhRnQWikhPyhaD40B5LrdOBzBen/SWybkK
C9hkNuIVRZVXFU3DdaFbKoP80pa5Dn25WJ0Tn66ZGWimCmrpwjY3r68DXh/nVx6zVQwnPdO8Dj4n
lKmo/+oP/jlqqvb/A9z6brwZU2lY6PYpOiIpkehlhIpzN3BKkIoKgl7yz1wNVkOfeNImJUpKeOfK
CH7m+ULuRtK08RhV6vwq8RxJxais0FTNSVYBCbwvH7Otr4HJL9Ly3+BjQZK48byhqoaialTwGEac
pPUxGFOAq7Q5GGgr7Mwtx0xWz9/Dv4T0MYqd+C+9vfTDdZTgExBI0ar8khDZNpz8KABjcyVjya21
fRfXhVnnJF4ZD1ePlTKcfahOeKXfilIjNglf4hPWI+5ms2y/Sq94zteDmy3fMW2BVaQLO7YXsetv
WXm58eR+GQJZVTHzIGjiL+C2IfXFNC16ZCjKMQkZ2jWzgWZmiApnOaFBnaWsp1jFewYN7/qQJ+aY
mlrBLbuPSPMS9OxwFiuDNK+wf0nSNTlfKIu2b4cWlW9lneHtvUg8w34AsGjocZawLD9Y26V/guA7
kqTLcr6fFL0fw4VY4/qNao/tisDGwEgOtIY9ND1rwBUJC60UVTZknZIpP6QN0LRlOKylE/FmbmFM
X921m+tbvOoZubLZ+B+lh/8mRhtUv84wZ1yB2JOG1BWK0QLWDIgYoE9Zcc68FCekKINm1GmvtpmI
bIWjkV0s2oC6RXdEur+iE0OJmU2/s8HFlLdR0JP7n+VllgDcesybxQLSprAywOQgHN4CjDBmLsYQ
FXXc/iLpmqhS0VKC53CfGcoYY2DuFk1UY5jamX9EaxHa7G6Cec4waowoA9P1GOC/5Ww05oGmxx26
xQV0RaFuJJmrKzPzPJetGHeEoaBvYBmRRvmGuJMGnkOl8RRha8+wrR6YKaS5GBsqIfGSLKCNRKF1
Qmr5JCtwmS9W9u01nKkuC2AT22bx1Xg8E/hzziROyVEaMeRye+HkdlTBMTbyTjnG9zX7eUx16/b3
Eek65jNiTohTmtRrrfeVrsLLt8WePWSwdpjcPwMLWV1mGLTbJNbZgv9ZKKzx2VnnNyVLBaF5UWfR
MIDsGbhvmBTbYbhKAtSD3MLBy9ZonflFiy6ucn1eX6zYO9soXDEecHMxzPisQeOLqmHdHGXKzkrt
Z3rFj3Xcj9TS7MF8T10WxvTsK3FC5ee2TO55HiNMCkqpxW0oyceOI8iKm1hrcSXXY7KJ11rJStnM
OqEpSeoCnq9iinFuMNbb8tdwspw3q9nIVvDQuPIi+RPaDAMz5xOm9Kh70nE5j/Y10PMKYJFHhfk1
bBMshkOOfQzRPlmJt9ksogLUDlkDHpmOkv6thQmuauSHMvyCBS9UHc4r30JW+6CuY2bv0JzxnJKi
rEzd9JyADc1j+XBcX9yXxLdQV0XuK7et6sgtUS5lyXM8H9qjT2lSismXQxeh+XGMQXmz3gb2n9oa
UDTOmYXLWbc3Bkm6JOq6BnHeSlKpav1sxD5CQFRTAlJvQ3Q5i05ghvZl37nf9zVlru14tKP/kKM0
5coPfK6WINeOA+Yd8dSUZOgNsSVTeOI3tvi6vWCTxIWYG820H8e8EdZUJxZqpPe/5Kfn65eMJ19C
Gdvz+Zwrbc9BZ3XNetO/kr3hdD45aMXafPy+vvcb839Ql5s18ROqlLk10vraZAWoWsHByUi1GPFE
RDvMSfNNpNgUG4z6hZ7GmPCYtXQTslQEgBRymFQVyAKqJScu7+jIyRQsqFJ5/Pp7MqWuZYX9d1Vz
AZnGSgYzX/IrrSbBFunN98YeAR2VXYtaz2G8SAPRTO0tcjNPfNnyjvtqvGPe2kWFzmy+eae1tq+8
I5l7FnTNbHQCHUROQFQRFanUwftpliQ5H4zRSYMUJcC67Abv8oAJuMKkRB125AOlt+hBaXCsDg32
KUkermbisOK7WXMx4YhyppqMjRx+HHWn+kLemmWxlkkVEXQeLv4FuBBENyFFKZLUV3WhpGBJxRbD
elt7w9Zw0cABv0nuX9DZZAooIfgfU9c6beONHFMwogZlKjaePgAeojoIKBh6D1pPzs63vkAVtVrG
64vXLhiBwewtVVUR3aK6zCMXQBnFAHFt14D01alXg5VeSbnMrM/7DLKIUJZXNnxghF5gCsWV7xrr
lKAOkDEYGY/j14WcMELp+mBcMFVeg0ZpF5/SSjAllquaq7XhEv0jKkrHr4MhXtIrKCjEKg/o5IGW
d3bnJs59ac3HNBNClJL7hVTJqQRCuquI6F3vcyRGzFcRTaC1VT+PETIrVTqbPcS7CTYChQa8dSlv
lQEOIgHi5eitAC/vfysRCV8T+yF9z4t1Zv27R+iUICXN0JClJG/C7vTyEXQE+IWyhQppu6gW3cN9
ec7G/RPWKHEaORL7emzAESnPEXZTHXyz+t+DksJUTGjQxgID7PJ1tLT8d/IYYg8WUJ3rdWBxjJs0
myaYEqL8ThZfxOvQQ2zR90tm586yBLov8gRrxnWat+gaoJAFftQHjeKoR1ewn/vnDi/pZBssdpr5
nJ0w2HD/bOZN34QMxU8jBfI11kGmVogemkqKLP3ZVU/PyefVzl4qjqibDXaFNi63+jZCUq7/9/sd
cXSTLxiN1+TR0gwXMbgo+IIYYRryyJUjuDoBlNZ9TudPbkKHinTRl1dc9bIYBRqaseM/6Ja8fE33
7eJfNO1OOaJtOsBPYsmvQOlsB9vQPPiLBPOTrLByNtD6yw+dUR3OaRzXF1CRjuFJRcqqtHiHCc0/
b5gmZCjDxId+jK3FION/STuAj7rZl2FjBYrD7VO78JBtZJzT6Ch+OZIJQcqRnLOiCtQMBJsxO3b2
rovAlVZbtJQu1yzMUZYMKSPIJ3wr1AFoGYsEWKodUeyN/MIzWGJRoQygEmFPszZeZdHjatQ0A8If
NU8HthZDdHN+XpUVUQH2DqpuP/Olk6uUK0OT8mHWoeIVrJuHYmcUVowKhuYKNrbZ+URFdWat+2b4
9q/CtQltGulF0xVMC6ag7aS7cOeHD41dP/Pji9VnJsvGY6FVZEqL0smrr+WpUSEdd/72vbWlmq2L
WiIwBTv7iu5TY8+Q61xsM6VHqWTPY/8lmri7sdgW2C+RzZn8Utnn69THexL1oe+zb7KmgWfDEHWs
n6J4yfOITm8NY6n7UR2no2k+eA5W+MrmATsxGxMd3cdvjqU7c9HVlBrlbyIpSwQgNnan1Oq3BfqI
3QAvpNXQs1z13P2eEqI8zuUcxImq5t3JkgbrYosEvSiLb99WganJOLdRD37pyUSClGvBYpiLEFXg
6SXfaAARl9+lDAm/xmYpCIsnyrckahS2wii8NWAum2dtHS2vbwuMrtbMZP6cMZmI72e0dnrHg0Do
ix6kgqegBAY6ZzHrhbN5xCkN6r3QV2EapS1oPLXmyzrZvkloerWiR2BMF8Q84nX9dP+kfnI/d05K
pm70EOhASW5gPda7ykzsj4+SLAHCIoX2Sbbi3q43Jr8+BtbC7DwTANt7ZfnJTFCPF+reR1DX3A+z
RPKF8RS9wkkCM1h2PTEXi8D5XDSsZrvZeGQqZMr3XMqLdKkHsNybL4BR3qmWippTjDIzq/jKUhnK
kCh+euXLEpQSYkVbJGcx4f7JKrLObGFCBK6NxRH0SeEtSxkQvS3StLwIuNfy+3WXinb92nyoRNzg
vXSQ0EC/sI7V7mi2azytnR6FBsiVlZ+YPcLJR1DG5dpdhLMW4iOeLO+yCR8Ex6nfS9IsD88ZWiRY
UHezOc0p05SFSc7NpdJi0CusJyDrl2b5Z2uaexZfs45dl4CehdkSRaFlm/V9JRVYcIZFhSfNbpcA
S2ANPcy7mwkNSnRFEkf9OR1pZO+ZhoFtw1atjfC4wsS9d45N1rNwNoWHHSn/MEXJzrgal46PQJB/
e9OIuEoC1AsPh8NASjNYZe5ueQqtMrCKVXn8XuzPH3vUEM1HEzjPjR2gQco87mH7WIo88vnLCkw+
i7LlaaKXalrKcBqq26375X1LN1tPmHBN12jS8KxoWYGfFy8kcOXjCtuY93uGN5+98X95+LE9EyeR
NZpQXnQQsbLSlK0LcJiglQxO5gSFKWdN0AxFlgApeRufoFtP11MssTi9rN941Ty3RLLNvWF9F2b6
ZTEHBGd9xJQedTA+L52rRvLB1EuPCWQDAe0T5gys5WF50MwH+/kV6TpTMdPF6ur2JMvJItgBk+Pz
Pt8/kSytIBomvDCfLEqKJlPfcU78Us31tj+9vKCVZgD+PWCZhwUGkjrAp5ANsd9jzAw17hGJb/c7
QDERKGYM6bO+gsY8bMSyrlSUFTCkJKluRDSMzn8dMjN0DFt+cAGnceSfvy9vyR/zgo133y1WZg+N
zepMne2NnUhDoWKF+ho2ddl0kIblYXsb2SUrQFTLBJ/C8SbgUbBNF3DC+Pc79VrSNTZLFMLv8FxF
d58IYEFNHkdIKb/dxmrYyP61PXEhSTfiqtlktowVFetoc7UNPAiuroiZP1bO7vcluyVLOXBfvTRD
q4CsQnwcgL7c6CRl70r7fc1ARlcVHqlpVQWuwO01y7RY9HkNFc+xr5AD/tDqwhNpK+7QtPWdm4+N
d0TN+vm+kv92OLdEKZHyktSoviYgY+yWj5Xj744ISxb3aczJTxZl0UD/sK7/Qu3EQoaWU0ttlF9v
J3ZoKS5mljA5ep/MTKCFdvQJHUpD0+waVWUBOrV5dSJ0912eBWwULrC0iJW8+GlRvrUNt7SowxKS
XouNM2i1q3xzMjKyK1F91KwwsaXlCy7GCpiG2J1t1mvdvFrqSsQSKPt8WLpBaMXvAwYBsUY92hh2
7FvavgWMmILxdVgTz2I+2UcFvfex1CHXXSKnfY16s0TSZWl7WFKn2eJSJavC9U3GMcxp1PQUqNty
4QclRXPEeNqjzfSwaZbJ0O/33q30qUDXj+vB4GRIfzznFuPPAdAUNJPzOOC0/O/zb7fEqHi31Poy
bNsf6Y3byte+gyVHFSOgnTNtU6mNxmHiyOFpzmh+ApHSE1yUDVklyvk7iGI8hu5FDb90+/tp0F7b
Pvup1u6CL/v9u1o/3b9+LAqUmOoKa0qTDhTQhW3HVrHQR4gXixW1zUTi43H85YSSVF+r2oUDvOpJ
cXYvqQnX7OivzVPmMAPl0V78vjZ/KVFxT+BjRqFLfzjaRW4MfAtEGph2ZjeVzl/Qv5RG2U5Ov+L5
WDJKUKrsGGhlCIxbIh9V4JFgxCywyjVrkHKm6nAjRTqL15dZocQGpPhU7Uv01pjbbBdY5n2VmImB
b6lQFjkO5aQxVFRrFCzR+ggt/tXHDmK0YGhWwnBkTI4oi4yNvCHvj6cFBA0bSy36z7HDevHvJIeX
7wj8w8siTxlTleeCSsHOCbwE34I9/HOB6SDOSnjC6rCYealBfBNSlClt804rE+GHFDIHmNMLn30r
drhtgDFkN6vQ8sU4sFmVn1CkzESlBmJQ5Kh6xcvO+ki8bjWgZSVwgMZ2n9KstZgQoqyF5ld5JSfI
tJb2S6cR7MlKTVYX82gJft3fCQ3aUnDNJYqNpEOp9SXFbUpXDHGxmKAMhHIWL5pfIMO5TscFeCRZ
onrB6tyaAeG41QLKOAjSoNRcDVHlLxc0cb6FR68y0Q2DaAPYHyveFLBs5wLovAINMOKn/DrOh8iO
7tivao2/YKvmQ7JcKcs2YBziyN8dAdNP3FpQw3NZQls8eTXgkYsdMkxIxxmszBv26Seu0V3rayaD
yFOTE+/NN1PELJihtDz9wZcxSMGT0N6uDgSDnC6P3SZfqcu89IyT/jF0EwMNUFA/TYwfQ2YQ3gPm
F6APisVrttw+muclwAIPrMh8hiQyQABPQ0lYw84ySrmMtKuwzbHGJOAAME3zimGx85ERdcxZmLGE
hH8USdB5mi+tC9LIHzsgMrRVC1bhNGv4AgwypXZIvn3WjN1MwhnlFQyDjUgCEmboKYdQJrnM9Tl0
eV1h4x8eUx56gxsLAWkQYdORYGZW7uqH7EpYYFXyjGm7IU35B07MIyWXYUzL78bikHrqNnpsjV/w
Enqw5VjEQLhtCXh/M7Q0s3XEB/nYme/JsdvKawy4brBybNS8wEld7YERPc30Dt5KhnIrotJclGws
PY0IFAKeDgm+RrFbYK45R31rb/2tsmSVRWe6AkaqCtpREFJhaobyMLlSXco8ggWTQHHcl51sMQMe
2Ggb1IDVp62OLclXnKUAla1n9hTPhD031Clvo2SC1l185Kt5V3SBKSMsEMXb3aog2lvunp9ZOClz
8Qgc99hqgShYNlSqCSvxi6b2ZbCrkMtSsGoX7wairDig/AYO690gjj6MMo+yKozbjUUDNkyhDPcl
rbsm0VBmwJNLWzsYtRex/ijeXdYAPN1ybmHbiz1aM4ltvgJW8pEZKo/yu/MBNLsIKs/hdaxzXPH2
FBA5AKp9nXhI4G1XeUkkoN1smb3p4z2iiWo8eiHH/Q+8QOeJukHNwkLSkb0TV70NeAGkrLYPqDAG
f+6HEDOFCFWeUqJudKVofByNecJk0aFfIYULHJwSqTlpRLMITjl6IwcTiDg29xZjgZ8YEKBcmwvt
JLDnOmaCjZuPoQKay1VMakzjwheCaQv7rWyyGde3Naa6hrPas7Lqc+5hyjwV3OTZRY71XBvP9gzn
+/zaIBVqMSTMYorS4IRHtT/Nx7PEOi0vI0NtAigiXnr5Ml5ePkdUnkKzoqXm1lZOXhVXtGw9M5kT
YuLvojWOGrlngG7xoqDQgFucf+V9JQp6DDa+vOneG6qUBgYrthZBrDPGOyNKxX3mZyb9bmlSFrnw
Y8wfxKDJ7xWojXAcJ9NtQKY+hOjWbzGHgL5yn9k+PytzhVd09FZj4InGx6t4FWnWMuqxpwULzExj
tWU9bFkUqMhiKCok89uwP2WL2DLMdGsan/dlN2f5tAkPlN4IfN0b/GXkgUgfZueyzmZW+f/5fTRN
wAZNwjE/5s/itQcH1rgDt9hdyavpf9zn4cf3UYYMS2wwRC9qSDULP7HThEhajmAButifqpXoyrYC
SodkY5hfKhpsmj3TWs8cyw09yoIM8hXzMBzoGccxgYmEYoVmL3UZuC02u2rosOdRzT0xuJwx18rY
eYjmE0xr6D8R24TLAFvrQpRzezxnz0+1W3sZQs0/1UbCiCLrKTPjjxQs6wJeHuqbGqb4bo9N5yJs
FPb7/hSg9TC0WsaJzUyCqDe/T0kwFTCVOGRCf1qvvZ8aBVIpp/TP6WySJfmzaexNsiGvGAMwc3t1
vHg5MJ0/kYpgWA5pVqYTPin1j40Iy4yxfwX9BZ7THiKAaQTE2HYkPh4OUgXntMHUMDlGOcl2x2/9
8L02Tp9rFtLmXEpkIg+dviYad02aLkPJht+HD90yOzQ7YZF9BshYnBk8zzljAJQJqJUh0hnt9O3Z
KrEeqVkP2V+ccRGstxuWp9w5dWs8k1zX3rRWgQagK6Kdo7H8/nxiqPFMKAlIEQMYCbyCHc8/RzJR
40ErhloYzsNPpmmtuxygwTjgmeaEc88A7WblL+aCO0XQEDdj/Q38kUrFrm0y9OPCgwEmzmsQ6hik
2VxO4tPH7rx3SGlttAt5vRyyhwvpl8fcZAF4zQt88gGUsstKdy2ztBpO65cuIgHmJR562/soHCcz
D5FZWnZtFSXg6uyVCMQhoObskLhktej9JI5pKzmVw2jVJoKv5CFQpaocTk9PXrF5q8hHfzYD4nKm
i+bs4AE70BvsOxzXaMTwA4xzZx4DddU63vCxghjk1yg39PbbznA+Kq8jy6/IdO0Y76aLeT4eAYu5
Z17zWXP29wRolEKlTupMNEba6xfdfYs/3+THAZZtCVi+xm6t19X7cdUuvlcAln4FjM5jTJgP+Dmn
gW2jQJXAIJQm/vReTMQ/yEYVx8oA8SuOavIpOqsvx9NzJmIy82q3gEA51hnRGF5jBuUBFUoZEAsC
CrEYWaBOPVLbS468roDrxolmiLqSU3qZh70O8Y57RB4oJitjheGr1WJRL54WjNs+Y2CBiCJhVgfT
VrxKAwZIepRlATZXoEPAk81oVVow6N97hnLNFRSnZGiogFJPLroygEsgsBIUGrK3ix28stP/M+HM
DR0qK+IradhnLehwC1hOb/fRYWbQHFwb2kuO+wXr0s6FNshfI7c8mjADAPK3l1YKgrJvSkU4aTls
dbhburgtAMyxV+b9k/qdIdSgHehTxjS0wf8CTNRTVSyjOkGg5lSkf92YAxP95/fT4JYEZYh9vc+7
9pLCya2GNbE3q+2xZzi3GUW4pUHZ2qCMBq7UwMYIqlKaS7LpLZshqpnkxC0R6k6JEex5eAUja47I
r1vkNX/2SrHM1kxUcEuHCv85HpXTcwU6T56ERrb8wBppYR06ZZP9/nou6st46NW+fzmqB+v/pFQ/
DE5snoFVI8Nwxu9XCKlygn26x/sEZmqMNyKic86R1CBN2YCCAsSj2InMcLFYfLJOgiEnOvkaFENW
NgoOInk33jGWzGoOm8nu3rJBXfMw5rLrgFYFxKHArHUhqhW0qid71nDjDKDjLaUxPJsciRKf8eKT
QWnYeS+1+fLyFpqL3dn82HlOgW6/Du3YO7jhPeOgfjuCW7rU5eeL4FIp4+UXXt4eGmyxs+2YPDJu
5m/zPBJB05GBNxKsJXVh8li9Rv7ljA4sZIhhmBHRkeH1Picz6BW3RKhLMxilyFVC/mMpHw+7cXfW
4nAIvPpqHTb7ZLCMAhB4wQgbw6DMYE+mHtMh8Jr8iwjK4aY+IBG/qQCe4UQu9lNApMJhQ57t8xL9
+48ofmuv38GAZkzdlJj3YSbLcyODnxT+RIsKTtSMCw9BP+mPT9i3QJwledBMwGY/21uTpbT/wRD+
c650L3qlV0YQ5iBXYkkYtmO36731r0zVXxLUDexkFa2v4+vaAor52XwGWHosMw5wpqhyKzbq8hlX
wOK1VxygZzmO8yU+uA8be+wDjc0nFkwG84yoG9dpoab1BYSGt+3g7BwBh+ReFvlig6wIliRhVRar
/+53nH3LH+V9Gz69tIUCIQ7r2jGN0339/w9W8u8ZUX5XaXIp77MKHL0kWw9jCSdkFEm4KLZYbcCg
NX7q7WvplhXKlCQo+MXiGdKzvA4TW7GDTiyT2McIZS/DYjmAmZ7NW3KUUTnHcuXzMjRjvc6I5eG4
lsuHxnS/rosDossVJhAMdJ2xHNt/iJf+ESnds9rzlZzlHNjMAlN5W0EVdVSvqgWjfDnvQP+SoeLm
M3YzKJjjQM7hTPilurMWLTMF/rtseCNCGq+pz/roYoSjvlsvTmWixI7HLbYUYzncsXDR0s16dLCY
okyG0odt0pdlf1IfFbzmnCVWE8uWi55TYIWaLBEyj4oyHpIqXLWzAhXJgRlmBV71ssL4zX7POKqZ
+uatHCm7IYRSgZXBoAM1hM1APgzlehcb9hYG4G6Yg0Ysf6pQRiPWysHgAQZ4esIGvLcfX3L6In+Q
icKbysRSaRb2AsudKJQdMQAeFKkBKCYE6xu9yoFP2TH8CcvWK5QBiX3kvuoC2vFiobB2Iktk19Dz
j+GCtW6z7vFMduX20Cj7USWV2Ao6WFqD3Bvohc4B+6Qd185RtMS9/t5/fvKM7dyz5l4UdeTzAGAr
/zxeJ1EAOjsrxPfQFK0m5xeAt9y3weLsjZ78PqWJwFLMfaXBjZbIE9qq3t52S2RssM6kxsigiTEw
1o0eb+wvoz8hSKlihzEmQYhAcAQ2xHj/+LA3Hd1mLYkYr+o9OpQCporIK00NwSlYcNY+3xfbTDkM
ujDhgtK8Qr1kGpf+iM3S3zF5sBFWwOBbGA/Ah2dp3qwRnBCjFK/W+kptuAyVghRpAyTLWYmJeXv0
l8JPnDPRsqAOuLMWg50COaQdzPrXaI6QPMDMIcv2zaYoJrQoP9VIPZAAfRyM4cS7YoGsP7BzP1nB
BePe/OTsJhxd0/8+fukYuYp7//hn0s03x/9jbye/HlR8U6djsPyEVbpjmf0tWTin0l26yLRuBrP9
f6Rd2W7rxrL9IgKch9fmIEqUZMvytmW/ENsTR5GUOIpff1frnBPTvRn1RZKNIAkCqFjd1TXXKsfd
bo/O0fMR5fFYm8k3/qTOWCnDvDSNbOEEA3RSjMtcwtDHGbMmQAe26zfgjPgf/v6XGHD7FDmCeNWQ
E7atQiiyCIhLj8adudSQzeTIxrw/PZEN5tGepVHImpJy5iCJDO/zDjFPgwxy79iri/8PEsY/T5J5
xucOOFUAq6KpLMBBet5/lJ/javbK2d2WmfmM1oQ35hVrVqEahYlXDMXnGra0eLFXu13zwiHDeV5s
L/NZU40qo0eYDER8aVBpCLEJy5YNXqDFUeQssF1vnZq8pZFy4Iiu5oeru9PhV/eKnkee/uMZKbae
NSRSKR1PlNSRPJ1Is/a0Nay9gTQtJrPd7LDihsOzuZTv22KTwhdALgF4B7eFbBFxamzMO++tjdiR
mtc3Ou/FTEgxz7k+ye1RS/GqEJXQoOQTMARwKlzb/wp2vPGj+eTUhBpj8EUzHWUtBGMOcvgb7+ii
ILx8qJ3Fy8pdXcjeR9gQfNwWynn/E9kiTA6qJmC/GZ0vd4PeVBKiSgVAIHfV/nGJuEFeEmw7tH3M
EHx99ddMHIfsvBH4JksveaKvqlgRKlO+kj0c7jCsCfg/F862jd2qcLbtL6snFTqFRB/lEoGjzGbq
ClS5fFNnYpekbY1cPjcXdFw36/TxdbMkgw36j9stb6z+b17INy1GhlIlayJtBK3gCVDjtN6fYMv8
Auu719CdLhzi20f7N0L7TZARo1OkYpURDWppJAi1CVwh3VkgL7XTtxxaXOlhXEblaNW6blBrKy4O
aADeUCc19J4X7va3Cy/VdXwOd/QX/3Qev7lj7FBndmk6UK8YFpYcITKoYS9+nxdcvL+/seXflBgL
dDqKdVUJUG1PzbtBFLyO5aLwR3jgzwDoHLGrFvPeHPb+xsx+E2VMkRHX/01y1m7jBDFK9eaaLNAY
39r2h7bcRc7HExdngorg358pOol+PsamidXOoj7m2XGwWW5j+HfoIKqdYdFy+Psb7/x//Bkiq25i
43g80hjj1boLnSVRkQu3r5Eur9VCoUd1iytGxTRJj7momAaFjufcUdf54bjwkuAVyUdkRsDfeu36
km3vfQcACX7i7PJfvNTWfNbuL1VjsGM4UOnG8WxcbTGabB4TgjwJGVeI67lnS8/uFsOMpukEA/sb
zlRgMcaEruzCR+BrbjkWQ+eRYfSLqURKf+5BxsyIFaNV9XCxlfcjlunlCf6L9snD7a7JsjDxGcv3
xWL9slohXtm7LlnGXui8vz+jH/KALidrV67tjxDB7GrlIqxtS14YPZ84mlwAo6IEPazTkGadHeBh
VEuMRAhwG3YctTTv233LNaOWErRsDyFNBpToz7eFV9Gzdz5vtp1qnFsXzGgkQypKM6Kh7bg8OSGh
IEW32ZhPpEwOi1E/XSQ3cj2AjYwgqbc7oFeDgl48oE+YNHiqW9dO7oEJs98FXHipea/1ryNky6Vp
pYWWSCO3DajWtuWK7/YqajjOMUetG1d5mXgemVln6UBzRUBkoT4WvNVFR0ES3LO9xwQZr7TCUekG
Wz4tLwMi0hSpsOD1ROc24GA93ANNn8jkawUMz33KiYF5In8tG09YbKshFsdrjU5fhT2RdtADWo94
w7ktLlxCjMZpYrG6NDTcLRfhC8w94Dr9PVcwbvuKBtvgmopDZioDBOMpqDAwaW3Fl2Sf27urb3ib
o5k2salniFGTn6awE+Qo0QQqHU+bjQSTfwQI3wLbU3zUbPe2r2C5L+cUOXaK7VHKNLOXrAKHGMRY
FYrVN9HjjqeebntNgPb9yVYEaMYG6xxo6S3BUsjz3fHwdXoGiCtCCi5u1XWR1Q09dfVQJ/IXN0pf
SAUkfvCc1wBt+Ju7x+VDsvl8zO8e0DN0UcjnJyF2jSZLwA5Y62Cf7S++zztZjitssMmztEZ0WtCn
d3aCw+ud93jfHXGPSP0Yy9zmOMO813CNBCZsX5RkzE+UbcH3qpiEPuBnKKgU5zI5VoDNn2lJGmkA
Y6URm47FdBuzImPuiByp/JvE41/qmE2kpW3430KIhz0mKHBb9gOxf69QW8fb47mgnDdwDY0nRzdG
/1MkwQYV6PAe6BK3HzbP8bw+/AmFrkGWp9bxyi4LBwmlu2XqNcE7tD5t9eU1vXI0FpuNG/JKG80B
kpCsPk98zF+eBDDOhlYdlehEa9sO+lipOUEf7cKlN4OK2NO/PDhGdcRD3sNagheMLb0+Ip+JNfLX
8kNwfOOlkziMsRmyossksZNAK+i/5Jfz9ovzdGaGdH+odzYz1rZJnhbUdz3+3qD3NrMXS2+jLjzI
w0O0QG2WbF10u2NNPbqPOCLIJc4EJJWA3thzDe5K94Bc/uOr5wTqRjo5vT1WbtjuzDv78uzs/K99
vklL6I7gX6ooNnfWtKk+mmgjgO5wAGkGVxW9EDn+cHidLzJ+O5LXEYjJczsXioTlOvQmk9/osTJs
+YCWLg4VnrgwkQhCq7QcaDB5Ku3K10n5eLlwSHAUk8L4A5fYMBMxQ08HQuNkZSx8nqrg5KIMdiuk
VFipFtWgcNgct6L9SiokhgCntxCWnJfM0Upsf1irqE2rd6DU28CNXUckWzws7rfnB5S1OaSk25HK
NTafXH+UtVnfQ6c/Ok6vkxEN1uQ30okxx9PlCIDKJC5y4dQ2yQiOENGVAKJCxKByqrycFBcAvX66
ToogVmZ+QaaytzGK6txhX0lEPhHUEgzobLHQHjX6Ghj8PIjF+bhBAfy+hfWWsnkVnMkZypEUGhG1
85b/5GXuo+58IlvioqRNUxYtBq9vX9qsjzihx7ymcBDiOi1wZxoJBt/6lb3d/v35yGtCgHlLDdZc
5pjhgqRjBsJ7fUPkhZJcTsjLFgWrXfDPpHBCkLGThWJkZhvSEyTL5SL00FJEQvfycJuv2Wc1ocIY
SLM6FkOZUN96dIDswFPZs5mFyc9TDTURgzjK89g60aek75JFTq55eY6W48ka6ygDj/W/HvshwFw9
7Rz/REy8ts+2v0d6hsfTbKj/zRPrKfejYsY9TVHH6zdcjYEtSIGO+VzLkV5qXjlsVoVPiMk/D1AT
rUKW/0PM2eSe+O47PH5m1d2EBFNPyPXMspJrqlG1pYdnpNoRJfJ85BlYQTgvEyrqT0bavKuPiYJT
y51XgGF/DhhYJ26yRH9LVLm3hZpLjNEGp6i/XBQTxJzD4bw+kqC3VbRNeuqLaN6dln7dehyK9PP/
iBon7LHq4VTIAL4ARbosrlwQpGgJqha+tuRJO++6GL0AwHr4s7TbFZVsTLGgX2ihoe67RsUCsaG1
7DGG93SbO54QMkpCQGdFUTb0FatnImQYzODWfXjnxygKJbGqzqJCWCyTzRBY9oDm2i/q3KX4myPy
84mS79tiXfV2HPSTZYHa0wbJdRwhUJ+cB+AI4A/KP3R4FRCXLcGqSM5RztdJJ6QZi5zJmZBeLAgK
VlMi4YxNW0hW9ra1r+4icrl/771uNa6UTZTBhfb92xc53ywwoc6qk+xUdkfazBm8Hj9rT4OE7kz3
iTtmzRFS1lVXx0sklyMOWCEhQCi3WKgrr1f+PuFlROezJBOOGL2SyI3VpyqVzQ3tnQP2Y4a3sEJx
C2C1nNOb9dgmtBi1oh6VoybG8AHOzqF1UWuCYW4IYFExQ4Y6DIca59X94b2XEdYKUdXvoC/wLYLj
tnxANQL1eyyA4+pnjqVmPXlN10KhuYBaa29OJHKlBeChOe9uvp40OUBGkRhgqD3R9HW7ytcAKv1S
Au1IImzr3QKB+ovrQ/GYYrTK0IaimBigd50dzR3rVbi/fUs8v5D14sdMoUyBhHd3dJFp6sg7+l9N
skW+decrj7fJcWSC9edNE1jJSkgZAlSztC2I/sDzpHmXxE5stEl/kRt6aGhBIw+ftE/fRZjg7s4c
o0mfyw2bySINl7pVG0YFQhvsRVomd7ePivfrjGKoUkVWTJo1DnQgENXL27/O06RX7NqJZ5vLVlXU
Mn6+tfuVM9Bdc+/j6rS0A56LPq91dERSqkW3mTE6O9HQpnRKEcOZn62DNdpAX+XtK6E+w5838U2C
cQFDQZdLswAJTwrk+5zIXPXCY4K5jXrEMOwxhNeCfuDNpn1NHaVy5ecLtmZijwFakpAv4tzQvA36
ZorR1qaZ9WflApLya47lVOt792Vl+7eJzMceqihSACpAXbFDGNJoxlJXtdTvO2Ij6Ab+GJpWGoLh
IAzJwQxx/IdZBTChx7gPUq8cGzoH+Di+Y/OxraygN2+zNG9RJyQYeVPOXXLqrI5eFYba0ct1h0GC
JbKNyLfBsGa8ksC8NwZEbsVSLMCjWQxBrb6o5UhRllr7SJKajD4FN6Be2WvsmEkQvq/2GGBIvGKj
pMGO10U2K5oT8ozwX/Sw6NoY5O+iHVwUQMzfPtD5JMyEACP7QqybnRQCtUoh8XoT23de6rS/luRB
/EA73rDYYzIp/8VLwcxnMSdkGfnHYRvRZdSHx8EZyfFXskCza93Aq+XwNyuSEzr6z8iusAZBPJrY
PPH0ZODWTOdyd3q+fYRcXpigh/b5NcYJvAROuBIi9KCg9qy9fHDI0Jv4Qw9OWKGiMlHq2G50jlW6
teP0kABe+eHaSIi60f7CY4jK9C1K9FAnlFAz6nPjCIbSDsA1TW0TL/uMFpG25IVW13rN35OS2QYp
WTPjkz5C/AJ0ZuqfmQyEOjVZnCNkz8uYAGuZ4vLFnrj9cHZGisHlQOOIyLxP8dfBymznVJE0dX2R
6DoUJ68IQZddQYqH/Z4LkM2RFFlklEmVdWNmhVjWEVRdgPLVEbrDN5a7fyUpf2IuKE08Fik91I1o
Vy91ss2BjXExkKILXaPihY2zBnpyfswbs3oj1HsVGHHHryQjyf0q4lmyebU/IcE8sQibv4w6xRVh
5hQYL1kAS0aAumysfivu3uEO7PBYYt5aphWRaOT0BJ3+NxZU0exw7wzumfg2513LPFrMa+sioDyb
CWg9ORSYtHQBVuyU281rO9rmnpTL9bpyW0+/084YbMf+ZY5N5dC/Cu3ktSdn/ai1NYSycJq3rQst
fFsceQyyfUHt8VT1VkZ18OEQrpaJC/XlyUvUrWiE75R+4K90z7cdbqRPJe+GdmEbhAbg9yWlRZfj
bKqP5UAe28+IeJUfqjbQAn3t8Tan8373t5iy7UHYBooul+FKryS9GwPINVvrXoEsEYfSbbsmsyWM
KtGw9KeF0FC35GJjf9G68t9zQrs+t79LbE9zOM7dfBPGhDnGZJelXlZqgmdeuk/qV7OqcrLizvnc
9nfka/J0Ioy5ldStOsLfwXS08K7aw+rYYanY7dObjb4mnDDaZOjMsUrp6/Yevm7/MlcCmMdsnoSy
6Bp8fxzD2SAL6A00AiHBxJug4Ig2W1dolfMwZPSgst/pfvz973QCW0ZQCj1RxAtOaBMuPMM7cnQe
55bZRhvTyE6JSk8JTWAZCswvQKi6fRGcK2Z7bLSLIEVVCQbCJUYBas5mS05UACThnx6S1LXdxeip
mB42/Yq25jbrIvHq3AbMGvoOd3vbdl+2D4tK47382cjxW3jZdhsAWMuW1tCXvzqYO3jsVe988AYW
50PHCRUqfpN3qFYdZoGOYBBAipL3SqfQF8BNRBofSMk2t52MntcNRX01IRNywHdI+iSj55k754bY
MsE5ImuJAhnX3eMdIBXOCS1JiDCUI0CPtWeCvV7HfeWnT2O4j3mxB09jskt6M0Fvzi3VM2ev3oQI
us8LPlrAbBrx+6bYcoEslWGktDi6CyC6n0+bU0dsrJnjaX/Ok2X7e4qhls1WRkzQrza6bd5ndoc6
EoZ7Lg5OLlDuuc2OPL+cnYATM0XMjypIGj4yly5Ba7tvY5Mkr31oHuxpcoRMkG1pYoqFuLinXnNK
LGDa7j+0DxR2aL2K55tzFBPbvqP1ijieGkhfhsJK8tRhn0PndAChvwCI60zMZuWK3m1deHUGbrwu
hbHcWZKVUZiDptIC4eEhJ+8N8HSAD8OxGjzeGKVRtoqsCinguK2GJCGpeUp9vtVQQzcD0EVNS2VH
Pk5J1xWyRUGgMTZYeMJDtnmxsTFgtU88hwuSN58+n5BjtHxrlGaLrXc0oU3Hy3ZZ8Ggu1fcESy4s
x1+lxN/7O45p/JvL+uaRuay2EiXrSLGZx7vAW3qCPT5gwd8XV8NTof5TKL7pMJdVX46d0gn0LAMg
KN4tQwf9wxQ26Aycf4CdcQnS4PYWQcbraoA3WMUhCJ7RlkeHoTCtR1EOqcsKuwKzgtlqhyP688HN
N5eMshcxoNIqJkTyKQBJb9P32NJyH+5lRyR5ZO9OAW/nzN9o/W+SjAt4Ek9N3Iu4QKCA1MS8X1M8
MiAxcTibN5l/kWHDthiwZ+OZRgBP+XpzsUcPeYtyc0nogirubCBHWK48T2ymVQuKJqdYAKrsPe+1
eFR/ZxkJvd9l63L44j06NmaLMrEpVAqjjyGSKNA8D3PI/pKsUPPe/9q2SwWeAa/NhMr6DdFk4zah
kkLVLCElR8MJsbgsTjhc8TQXG68ZIZaWGR1VJdjSI5ODukCF8ak3F7qHtK7DsTI82WB0SGllUY8i
EBRxgLmv5Pm26F1t/a3jYlRHFypRkWlXFeUc5BX2r2E9zRvFRRowfpDYDWaN18clekxyYCQ5+YK7
JZl7nowyqRq1SrIBHFbr4/atcKBD6vX6eQ1z4PPaO2djbQMrYDHdgRU5rLN/woIeuapS9CnWAJkq
3CNWWlMIxdunOtvErOnYbgqMQWxVYPGkMSp+ivULHWd2oDe6t9IG7hN0srX91J17tK5GXhtEnr79
iIAUabqcktTcG5iSZy610E4maiAgj404Jbp24k8Of3M6ZEqAuTIpTC7jKUZ1KNh4b96nvmx82uyJ
slcBAfl4ErzbBGezrVOCjO6XjGOh90fUigDwEqhu5Sf3Pm/nIf0N9ilMaTDKfhga1RIT0DgcPGcA
sE964kSysymFCQkWZDprzn2q0IvBrvp9+nx6R+0+qu0P7oqrOVs5JUQDp4mS71qpMxM6T48W9nAV
OvdoHsnJmvqJvu4+3b4djrixu27NoR2UZACx2sU8rcvT6LPBA3ZdajJSw6h9shkMKWol4PWKtARu
YGRWaogJxKozeNkJFbay8tJjc4IwpUe9n+nhyWjx7RPQUxKSPuck3hUAlLx9ZrPFuikR+sQmRCLp
3A+dDCJn7xDAg2rd1+IlceWX2iLJstGQEe/B25cfilgbeeJO7l/Tb6y4Tz+AGp7JB/RRk+iaMEJJ
ZMh5bN5OC4LQTFqQ0fV9idO+wr1DxozVvaAh6w92QczdOADF1h9pQu0CLjnab9btNlQZdUdJNxTZ
pGH2hDNFloTx1NP7A2MH6b9KMN2SyzNPZ1xD8j9OcUKLeWgXNJ8fwxq0ngIsdXyt7g0/vRsiUjtn
4Fw5+9BFg9je1j0ArMHQcJOs8wc7+QBGWLMMI069hA9wDq8hAOTg9fvwUA2eHzL3yKeHysirHh1L
5ViBTgBwjuo52t9+D7NvbsIGI41lJgzhcMbP54hdxGXruP6ZC447l1+Z8sAIYRuXJdAOJJwVOoFe
lyRZdLbqrJ8LjDvaLZGWPcd5m01HTCnSU52I4hiV5SksQZGmCA6eJ7i1R/Z77nwMjzPGIA+J2svY
nUAxeDCQa4GKvVIfbl/RrPWaMsMYYdW4DFKOXDL1ajBTh/WCKpGfOYpx1h2cUmHMcF9JY4TiMqhU
6FwdIQ5Y1Rss3F8rP/J4qoK+jj+eL3w0NNSYJkZIGGJ6WWAGR1NArKHbB1wJVUEfCpFzclSwbpBh
E3tWaKWqKKkgQ3tdDoNjbFWCzmMUrv7R8X1zxCb36iHXQnM0KEfepnCGYDzb9zaJ4eZ+DP+Pnu15
bTshyCigKJYzWYtkOvqD8aLDm+KoTo6uxC8ea7MtzcaEEqOCjrmIBbAZThFPCRmA+L7G2PmI9oLg
XkRZF/o12YsB6H7oLu8hcwSFzfWVZlWb2OsNbHInvB8X6/3K/9KWps27PmovbkkKo6IA3W1lYwc6
Qb+yrkuCx51k7zS0s92WyXkHZHKajGpKEjmrTxZO8ylD7hzNV96AWTfLXiwWW7y1r53Pg37migqj
pSq9KYdTBlFxzo52bfoaPMWRl8WT7Kx4JzmrEif8MdpKieXIjBs8BKejg+bKtjwIGrQ8t/mX97gZ
HaKO+qlITeh4EYmAbils86B+3371yCeeuOtFeNemMs5NJ0hVehxwhqdX5RkzQapCGpf8crGAMse/
oQnFVBc7JL+hak7crO2smf4+VLYvuBpSNZHOoP5Uu1ghGG29TbtQjuSUkHH3Ij7vnnhdqfNWZ0KS
0S8hMBsLUaIq+lBCaT68QGt+AT//iXuRnDfO9gnnR8wRnmoNR+tSXMyqIYKrPvsftx/erCOFJlss
o1Owr1Vk3h08VtMcZRPtootx6/Pn+ea5+P595pFljSjrnY7fP7kOEHEp/H/rXRwMD97mY97znDDC
PLAE4/tdaIEQOpNtJ3uIVtFmFG29JefNDmXyrfY4cHqt/0aDfDPHvDWjO+eppICmBjhhIrrYb4eK
7btJVvGJfHxwR8Hn4mhDVyBfooRzM5nDVLP+0oVUJLChWngr7o6/NDTDN8hbNr8qbCHtn/lzcpSH
P0yAbpkm2rCRqLpCS018Rhm95I0VJiOdgAeisUA0P5ZseTmcsfLjQjLP3+W2LNqc61Q5ZJl3Fp/H
zkrkdIQLCeGXUvv5l+23ga9wNaZGDfUtDhlDrjTYLiKnIOXoryVRvMLBOgXvAZ3tz5+oRt67zy90
fXRIfq1WK7QJHmjMAd8CpaKPD6Bg2dsXBDk7aACOUZyXr8nZ00OanH2E7HhmlviyjeJrUDVb7PwC
xgFvVTOXDmPmWxEAVSK9Y7C2KTeyQqKlXdlfyn0Z6C7nZmcN1IQpRuP0aqef5BxMwSU8YI8Lovyt
hAPMbV4v8CycHJZQ/SW7zHsJx7gz9QslBfwQc3FQgLIfZW649ikmiu/bgAVtiN5jOhvz2dRhw6oc
9OS3AQJlbuJoVtVOvobVUEYcabmY4ZSd1zFQWs+yr3Y5/qVGhDtmcvUBb4k1o5wawWgkWQE5WtIc
ndhbPizjO7Owka5KUseHUgxtU/YrQAlAjPcrukNn98RzVWdt9DfXbJJR7JVYyhLIFq6gd1+xd9QL
18oCI9EoBtLNRB//LL6ZkKRe7eTZjHVqXvILOA8z4p1WYkoEOAcLN8H+AV97abmld87NsinHKIwx
IyGAYKAu4BVIRxQoVmKQYKcOQAY+eGme+Th+wiCjsdT0nMpjR+mhtzndX+58HzCIHO3DUfwGo3yy
KhlKzQARVBuPAF9ETZObGOaoXoNRPMihy2nbRHTTZeBZnibaLgwZEDN5QAY8FWcwWqcVYDuFGtw8
wVHEloiBREAWp5PKnGO75n9vvDuDUTrH3ujQkxrSMntvp2sDwyTQOkilSlsRoMf18muHGkto6y7X
ZeQYTYPRMFrY1qJwxnFmWD/gJDvlgQ7LYWbALgTy79S4waiXVNUjPGxK60yCw0YubPGjQj0aSxmJ
5vyzYO1b5NksalUUjVFk1Ei/1ovsV7QBdN0emDs9Eda8NMy8m/WX2TAZ/ZEU8bHqS6isDXSW91Yg
FC0CoEMmez/4hx7yhDPG08Eg5SUTAIlCO/7iuxGxLk6QN+3Dk3+TURnDYMlmGVE17GS7wUDBAt2E
DgJ5Hp4+lxKjN9peNuX2DPnHXMw1/wfQmjWy+AFXz8/GFpOTY7SHkUWZkqrxiEoPGk2AJ0Thi+G3
8BpMePrWZJSHXFS5kCqQ9eBQbzpS+BUBiIzMHUKdbVGYOCysgx+qZVEcO5zdZRGXBM5Y4gquYdnh
umhIdXGqM9FJvYa39BHEydbq7Nuv+tr5dkN5mYwGEQyrDNMLxARZGMz16bYSCIAicBIX2FfL8GSH
gIn1enRRyokb2aYPixrBl6DxDh/ehitLjJJpJfmY6Se8+svK8062dcG2YaDSCkuULrAn7jbz87ne
b3lid7JmI7Y8KyLkCZnDDVbgLIGNu3l4Ngm2MVnLDw41KjTsUZsqFgjoiiljCTwjvadW1rrRyOEO
Kk65UTDdtfCTu8L+SDcfCHM41ObeypQaI8IjsmtlZ4EaZkFI4ST28wXeCTdCnUsYTskwxm/Myw4t
HMer0yCQDEh6/uWNV/yZFYspFUZKi7hIil67+j/ohk8AvAVYb5SZuJXr2W7lKSVGAC+nVMq6EPyc
UbdrRiyxwjCyTbsCET98IWaxsECRd1dzEdKE6PWjJv5rrhXhJdboXR2cTqQr3WMKbocA6YMnhDxS
jKnTzLEALgZI0azrwbGQvuhJfVCPoPb0kR/+nRSy7fmGhOzFmV5cuIj3ykj0IwqutAyQ8kAXZluJ
pofIGLwz8KMjswZnl8UJg0+Bh3FQEzsD0BgYEc1yTmg5t8WAkjeWBvpxw2s2lgsKMusPTj+EsYdZ
LHdxQ1+es3GahoA6Fi/jry/kDJAZ/XjiOKCz3SmmalqI7jTs7WaBY+OjoCVChe3tCsZeIa3/g8fh
3CX97j/11zcZ5mlEVtMKZldAf2EiCVPSwDj7RessPG+MQ4d9Dao0So1JnyDikGgXYdFLAoQ6goO7
zdCs8Z2c2/UiJ8/OiFGpjxQwBLvrUXicwR+AoI1sHrU5SAsEvOTr7PThlCTV2hOSlYYNQGYOkugC
Bv7I60bxjitt0y5FlMgS2FXnNo+zLaRTgsyrULpOMPue8pjfnQBA6+8uCw4J3n3R/z/hqb+oY962
FXg6jOvsRKxdCm+JNlk6H7z9K9K8Ef1LCNmZlVzVM1HsIOtPB6gsR0epHpg0PsblOVxRab4h7ddx
4wlXmilGupycaPzoiPZdbJcncvbVR2P1tTde6KbL/8euSx53jDUVNFkH+A6IjndPQMKnKebUqYJs
nT0CDIPXJzgLHzwVDsasRk2ZFLlEpfHgdfs0dODmYdkRirXPH19fXMjzeZfk++4YBSLWEUrDKshR
EImDA1/TN+z+katAZn0SU5GBJW3B3xIZgbzUx0E/qyZSyYCc6neaq63sVPbyBTf+nuVoQolx6Vo5
UyMTTOEAtecU00aYNBKWGC7nqKq5KpSGdlFJNdB/ZmL53s83JsfHogkbFc9YXTxWb9ZD/3I+oZ8n
iN5uy/1cge8HJcZBGM66IBSmBkrB4c57e2yeHyz3850g0gf8d273RON6xjNvDTMzkiiZlk6LK8yF
hWJcnsrIGh915GqeBFLap942gYDqnpxf+2pTLf47+PjBU15z/h5qYBLgZgxFFdHh9/Ngk8vlKGVq
KdIe8XD1SBf2kpeLs/2N/QlcQLYrHhijVH5QY9R/VBXYLz604jVFW2KZE174b8uryVtEUu8B4CP5
dVvby+/z1vQwH1fZAM3wA4Rat695LvTRZTAuAzpAMvSrGEzUW9JpVVv0sYjqWbCR3ZOKCjW8ahEU
/S9rSVfYcChSZcLw/oMic8mNeEmGAUsPHvN7VGwNAyCZSAejGenyvINf/cRPtMz4uj8oMq/z0glp
NIapSEuRG8UJHylcFdIt3HWtc57ED0pUr09Os8iPI5BZM0hRh/zs3Tg68sezb7e+9fgBOyhTVDgb
bZw8K6XOGAxdlmQLKCfA5YEI/yR8LmUFYV4OgdLI4HUQ4nENDBQXy7sNAguZ2rQ6iqwM2upPC/PF
RLn+LX+2FnY62H3gY00IcIzt+Kl6sI93e6fjpQ3netF/fCFzCV187M9YJoQvbFcoTADkfwN5G8+L
xgXAG47GJra5PqpEo1sKzTfA6HW8hvQ59fnjI5j7OWVqdoxFHBMwiDWCSVfUJDyTpFx3i573H0I+
uQ/GgKdpZJVnqwC3iLq7vfxyfHR/fZ3eeOH9XKXrB0eM6e7HEa5dDI7aleP4VgO0aFRrw90m0IhC
YkwBVl62sdDuD492gaW0G2x4gEAIT0bm29yq8VzQ8+N7GNsuZ7DEekev2XHe1JfxTXcKIgGisCEd
5gNpzigILU4CZy7mm1Jlu1GEOpTrXKJUg81lm+zkE7DcYudeXS6i9YA0AXYaxe6FAHIffXV18BE5
l6B946m2WUXzfetsW0pqRPFgmfiMC4qIyIJgh33oDdhPiTXsHxw1Sh32GxLGwqT1UZlben4SYZ/x
3MPU6R58JCa4U2HzOm3CFBM5yG2snoX2SshDWjxXiBQhLT7YAuYsMGlhg7mo4G5puh7WLQYZlZYB
QUcsuwoMluTiZqvSHv2IvN15cUU09MRs85yUDpzUarFfDQt7C6Adu02AYUQ1LA3qUbI37ez5nxSv
fkgbo8qquhytWMebgz49oHqFgShsJePbrRmv8gcdRomUlaV2YogTQDpItIXEUz/UBA2UY+nxJJdj
P1RGjWA+Li8kgx62Q5ceuhGGy9c0oGr9eMFTWvNqWFF00TIlWTNEhjFjkEKwBZF68pwwJUggiOh3
pVf2Tx7JhBDDVq8MvRXXZ8oWtX3ZqvVeYijK22TmOkLhOX3zwyg9JNMaLQxBprUbx7tslSAEWN2a
vC+hdAviN5trUJ9vuHmEWRH5psyObKaqGXVdC8oDdi09Y4t69JGScbBzvE3ubqdZozYhxvjIrQ5M
BcmimkB2azuBSg/xArGRZc8tdM+EbtMTvUrQxJHKqy7GugjwpZBNIKH5WnNfzgtebM87PUa1aUao
aWoFKsIdHI8XTNWiFQSdCRzzNJft+cENq8qsMxAtqbzrhu3In6EDfGC1wrRruxQc/4N2gSR3u91t
qZxrjPtBlVFTplyc8j6hZ9jZ+Z25bj350Gyd6teX4HzEC+5O3Lns/A+CjHd1NI/SuTJAEMPtklNv
2pbsv9o3KBHuLmNpVmFNZJFRIXVdiOZRo7Sw6eb1RLxlRHKAd+25qbM5QLkfbDFKRBxTNM4fQapy
Go+uTkxONgZULaLbmSs8HJNgtM+7r/GXvy8WXwbtquGoZ0rhD1M4YZbRL9iaElsWlR8aopW2/v7E
a86ai3+nTF7//+TBmUBzOJ4akGjt61pRBKLCiBHpLx94gPYHDzJl3qtASsZE0ClKksk8iWOmCXWP
+YpHfXWuSL8pP7PN8dd77K+azNm3dwgHA1rr45zk/KOY0GUexWC0qVQ1oBuvg8P5EbkaZYUY396j
v47zAGeyGbo8IcU8BzEazkktgFRG8kdpi0r4/oPzxGc18oQE8wqyMDpXpgkSlbO5654NF+Ndez9f
8FJp89HbhBDzBsyTmGutekHQfvaRszuS7AsFE8ya0fY62T2bRHo4u62TPbpuhVlmT9j1iIDJL167
79xTUCRdNBTIDHatMAmwxIjFUNNHmqepMls5EYfrndBDY1+bIssIVCT8Q2Whwessi2qxMelr8x7C
zg3R73pe2F+7Hv0ZGFvl3CGPHHO0ilaml0sJchlxXl9HcrcAmm5Otr98bjPNbHQ2ZY1RJMJFgBGv
KWsIDzeHu0cP8L2L0FeBlIG8Mtf/mr2t76Nk47IcOVFTy/9zlLo9HOEMIQh9jBaDu0qAMRXz0gzX
sOfG5bEhWK6EY5pFBt53QpS3bFwJkptgAfTKDFbuAiNpn2Qdku2KULQaXV/tHGS5PvQHwGv9joBy
4XBud04JTE6cDdNk8yycJHri4tE918Fi8RADj/T9xb6gS/DLbmTvHw2e6lOajFsjXJRUy2ucQXA4
xMifkuftSvZD7kLxOSdtSofRpYaiRxHawfAWHyNCVy25VmovFwuCfmUBbr2dfkKrnrgILHO2X5HR
PSFJNHOpM/x1KJxhM0GI8EEAdis5AE4MM3PlQIaTjToC7wrnvMQpOaqEJ6bx2MFe1DXIwa3p1kNq
p769CzEMtbwtK/OP5Zst5jhDoyy7moqK8bBHNx3mDm///qztmzLCGCQ5zBNAKQlgxBlkO95LC/2w
Ut+w3tqP7rgjQrNe75QcY5yiRtZTkz5+7L7MHadS/YsX2e7FezktV82rzx1CnsPQg+B/nyCjSo9p
b6KfHwyiqlo4WDCCLScUDHBxT9HJbVrK7YnptkR3eWc7/xa+STOa9SJnkWzmsfT4dFnAQGI9XNYT
nSf6HBFhe6rPpVkrZYUjbfa9A4gDVMM5MdFsLDs5Q4MyOpH2U91XlxGLJOBSUBBCQCjbdCTvwVwD
ggDbv37vsZH1g3t3cwXq6d2xrdRKl1wGbMzGATqtK+DmkGJa8BzpuUrn/7H2XcuNI8u2X8QIePMK
RwuRoiiJ0gtCak3De4+vv6t4zx5B1RjWidln9suO6Agls5C5KivNyh9SKOjIJkGuugwW8mK9J5GB
daz+iTOeOQOFft8i+3dYASf5i39eSH8bBl3TGrShECsd59lWBm942ykljQVId6NA+Jvx8RYTKyKY
+VEEkNAGQhO+RFOllIOc8pd2NC3umSfFlYf8ZGoOi5htqTVSmYuiwKRrGqFT9IQnl4zF+dsQo3d2
e9yNvM3si1pE4JlaFJJoQtKAoT+DbVyt2K42ommBkYoRri/GYTMhFHgo/dALdQshllYa3C9l85S+
MgCY3BR/2MJMBAUSnVRMSVzh8/SwhY1vX2qjNLWt+s6bu0ZhEojcItU78mhfzjLQ4YtI7F32tY1J
5aKDO5OB19Y3Xrw1OuGN7PN8RsnRihwZ7EDKJbxi0mi7s8utkhvtFgEvs3NjESm/D4F2dCXNilYe
I/5SaEbcb6bJRNZlNH4rKeM+ZZmoSjm7Xsqw0RVMNBOsQMfw4SZ43Oyed2VhMOnMyKe7d9RUkCAn
rZqGI46apAhcdxuBP6oz1ofD227HJL5b6vSaOx89PhGuphRZTUhzh9DAGrvIlK7eK4uVa/GRLsqq
iGc6qAkUgXaJ1m/ENsphr6b/IFrl2tuK52wznCWyT7PC+w5VFWTZxa/YUJ7vO8vyRTQTTjlLGHWK
J2Ulj/ABjLHuUTGPCDPPDdI8lT2YpIa7saTzv8Lrb7E0R0KR8GWDRTf8RS422ebBHHxT2qP4TvYG
/Ksy4eyAb3Wt2WU7eHwjeth7jkrCi9s5uYHNOnpnIRW+Z3JXLVqoIiHfAsoxtHZQ5ymL4A7wxooA
tiPYiom33xk7tevt7uk3uCfvf73lm+hbGn2MoeAVbTrWPPIspHTj74ZPMsgYFxaqzQxZi8g9k0WF
LHqqF5MsQjPXjXxL6W1JQKtl6Tw3708xNj6sWVfFYtcEpqb/c5Y0j2xUeZk8VdBONDonE8zDDoyh
9mALOuoY1tf0dF9Dxqe7tZPMzCSqCi+fxJ6/OP0620jOE8dYnMv8XBR8hWk8rZIeEqqVNZ4aUHbG
WI6x3bNmy5YxeXZy1CMnCyJJbDOcnIWMVWijlIhhOfRUs/mmCTj9gcgzSVSA0tSYcJfrgUde5WqR
J+KFNy7lc25utcP6wzTj4+YpsZ8Q9rG6MZZxcyaajldauY+FvoGS+3f33bmMpYElaYaZbAKDu60r
37Bgi+UDFFRPcVp4UgNtca4yb3KlET5nezIj/jQ2xlO0az/zz/tWuZiDn3sBhSgBrwZioUMmt8bT
GE1MvR26emWu1mZd7BKTnU9aDAS/D5bOJ7Vin6mBDDN9AfdKYKKrelqX2/pTY73nbi51x3roPFJU
/ec85RzcBUj2OwSdX7o39K64maOf5fNf5wsWxrXPw2YVoI0k3yo9CjmshyUx03s/hBzJzPeFvJGq
gSe2hNn/6pg4GRjZrrePSlgjUfFnfFWG39D0E6pfVXkSwUMb9Hc7781WN2pksPc9Ig1np3yiYMWQ
uPhEmn1VCnySqg11cWiJp/JH7K4db41K0gWryFnPW5F1nBT+CHWgc9oEWaVdOYRn/5odRlMD3W1u
YNSKX4OD622w7de1BEYYTGBg1yWqILpl7VkHzTJmCqBkQVKUwIf7ZAdiY5+1qRwrOCzzqUZ0umdC
FBzxaJROPR06gxtcWoP1DqRZ0WuBOzKzzf/WXikgajyexy5vCIsS0907n6VsFsVae7DQuxiZ4b8h
LVZmICRRIJQT6j2Fg7nuER3iQRUauokbcuMhzXPfTm/h7p1zpJffFfUoyXlIbpQXK98FxzrCbNB2
e8ywhHslG83aRJC4T8zABWFi4n4xeydvSwvu/QIq0vFTL1KUdsQ17bh7LNJwj7X5GRrxbkt4tu1k
sysMwXl7fmLOJjFCEJmCIT8dtKzzAUOuha7N+pV1gS2Rccy/4+3fZzjndTy2MvIdvmPnuOhoEp3C
yZ973dZt9Nfg1fbUf2am2a13aBRc/+rM0/mUrlv0LT4HYHoBj8N6WnPHh87GMuPE3LwM/Xo43beA
xZQmNiwq5DWEdm+OctmwbtRVOXIEqVYbjLkm28GqY0sOnVVi9Fv9ZVdhk/L+kZXYWSzPzgVTLjx0
gd7w/k0w9ygbWWhgLODqciNG9HftG1e6GMBmgeViVDiXSvly6Sc6X4KS5oKU3PXopufYN/kUPVcS
w7UWw8K5JMqL07BRwKdDJOnohpbMrDE7nOVOtHlXfbv/FRe7BWfC6KYZ0CK3Uh5D2B6DKn7pxO/B
UbmkgdVuzVzFnVPaG6w7Sq0H+0E0d5m9gWMrqsG690itkvbm+e+gvJkL8PDOK6J0FVirczIaZrEj
XDf39V18Sc/lUL7L+1k5pPoEfTFsdDyW5hmLhNaqaRs73G1kijcyWVXUJbyYy6RyL22Td0E5Qbeh
NT+dCFl4tPXu0sa8rxvLRG89KTPYKKX4f0x03zyJ6zcwxj1qJuumJgHIvQ9FBQ1pNPkKPhYOUD+6
boyJXfR1Bjppfvxil+/I57gnjQKZqMtLJfAgzcP2+cjc7br1R7F7ZFjfUpg3/0AUouhh12SNz/MX
Id6uzijNToHprVhzwUtjJMpcDAUhcqsLXaYR23tBl84RXTrbs3F6xQpxDNM+7dl8wqxvRSHJNPBR
HSXkW+0by5JBD/CMLtxj6QQyujSZWZWl2HWmH92PMPRJgjlhiAPXju5kezTSY4UH+gQYdr4UwykK
ZmMUWRJ4mY49+EkOeBEEdJd82qgkjRuZ02cfWM87VLMjxB7MDM5SpDyXSKFTw+erIOdFRI37yjP8
FWr3eEwiE/b4uDrc127RFmfK0QBVBFPb9sRIcIpSZso4xJf7IhbxaCaCwqNK6VYgixf4y6o1Sld+
BS9La4YOGpfvy1m+yWaCiH3OACmbuCQKO+jSm1Zyys2qMsi05Z7J3cWyCAqUGj9QOy/E99l3noEo
e/eAxa3x8fGJcMwwSzCLdj5TiwKllbhqomEl4a5SfxVvPPj8U96KOQvJEya7HsvyKGgKgq6R1Js5
7J3342SUMAeUbjEEz3w9sNSi4Knkch1j8DjEwgKXzWTla/V5tQNMsCpzxFv+APXZ+VGwxIHfN9ca
mWQM3e7Cn3eC9Uxu3vvWt5h5mjmtQrVH5UVYaWEGMUgoS+ur+/5+3KJZH2scDzZKgc/mPljfF7nY
VTAXSeFEF6+yjothGeAJdCs8ZQU7qJzoYV9EBh5D/+VBKhRW9FrVijoHcS/XlSFtUdZHq8R9lRhw
RPeXBGo5NHwEEUFk9H9xaFcwO4FlEcs3I0q1Kpm8VWWdQiR/THshBmErXlTeGnfj1tn+dQrNNS5G
UPSY2PHIzp8tRpwzmRQ4YSme1AS+Ai/GkNB7dxgfVmBoZ8V+t6DrT2P/Vo2CpqEZhKCsiRiyUb23
J6NwWhEddGibYXW1EDC4J4sCprTqOy3F6+ECLnX+7Bk75qNv2Ry+taHgKBQqmQ9KlUAf3iZXt7Td
IQAnq+hK1/RYrH9v2FHMMrh/y6RwCWtjKtCPQyukG6+VYDSBodrJh18YT8hXM+7GZbz9FkZh0yQ0
StAkUJAIc8PtfW9aTBMrfxudQi/kHto+imIRuqjOJ7qKz+dttiHZcLTA5ViZZTLELYbPM3EUHhWa
1HuTDHErRBPX3i6ekn31AsYPiyFoCdJVFEcJha6EPkbKLrg+yJIRbRAY9rS8t1NqgaoF020MKUs3
1FwKZQkDGurjtIUUlBJ0JPUlwxZtrBhjaLPYGjqXQxlBlJS9OJaQc1sDAkqKyxatoZgK/fjAkmhW
X+Rin+ZMHH1RxcIEFvUU4sDQYjk+4omLc1SNFs0j7viIZgXVOJKufuNcv42nQjZO9niosIcSg6Ob
zH0sX8GKc/+oF5Ms899EWU6KLbtlUJMPOljuBXPYBjZsolsHiAzKyi/9wPA7aQm75gKpu0we1FhE
jV1A9CGs49GQ3hEdpL9RYeht92iE7jk3E+eyPZ/Bhj6Y0QtyfLIJgu1UR0+nzdt2ZjyYqJ2xuNyW
EGH+w6i7qZCHlVDl+GEvFdpAdDYr3RK+zQVQF9GYtXk7FOSoHbc2E84Q1/+f/45/Y91Gi+mPuSzq
Nur0Ias54qfoFsVwGzIgmbW9gBaVe/sVvSpYh15gKPul9Fi9X6xTJP8+ewpITT/IHbFxEfu09YfE
vm+vi9nIuWIUAAlpEtTj7Svtr+8B9umeVfsAa42wRZudllj+ZLou6NgmhiFzSpuOa5sxw8zGZQ9+
uPf3zAIjia2vUwtTpwzQW7pxVfVbFKUYaGODQc4gilu/uJ/SJXYYaLfYQDOXQKHqJDcYGU4goXjq
bLS+EzIAxtdZBu5vJShA1Qm5uupDhEW8GZspt2ibYbeELob8M1XontBhKiQx0jtiZY4zupfg+Jfx
i/QdYajy97jZRGvW5/kHoPxbNbqvbAJ/y8BNLe6Kq+uALw8ItT4hcCWTZaw8xGLVZa4fBZKeoHXK
wEM/kBpc8kff8HdJgF5zAxW6NXbYmU9FafwGafXqRJp7vxi2uJhhnMunsJCMoUSTAPnjGn0EgCr0
biI2Z92IxBzoOHYuhkJEVW5Ub2pgLhjMqA3fbUgVg2GT/wCF3x+OgsJEA1NAVEIXJCewHtiIWxAC
RkbqWMW6MXe/Mef1+DsEszvDF5ZisrlyFHYUiKCrNodcmAuQV3vrNtxn/ckSwzpDCjfG4T+AuLe0
x6tuuO1Hs5Ea9IpF+GpgjV2TnhaGbktvqrluFJSk/BAkQgjdQFjvYoNabgQfLMVY50dhiaJ4cVGQ
Kyw3kpOEusRtsoplHcvhyN/WQVPtylUVt5oIE4Sdy872M96hiX46IAjTTbh3cH7Yme1e2gt7jAww
TpGhIU29q2TyCogPSNk7/N7f6WbphM4eNHkMOct38reOFJqggCu0/IST3KO+ODRGvyKtDRYyTKA/
/Ewb1KjZS+4WBxNmNkKT8E76wHF6C+0I4xU6gm4kc1gohemEX6f14c0O7NtsQs18PjBcgp6z5Ap5
RMGYnOswWc4WDX9gTHhanUi7O9iGmTVy1nekECbup1HNRZwvGiawlFPcYOF0baLp/Y3w7PsO+q2w
bPf+R2XdRzRNbyKoBXIOUBLDq6Dww117+WsNupODjZlx1pEuStN4TpNFicc7U5GosE6P0pUXExXd
yUHiBj0ARmm9yusdNEQzrMHQbulI5/L+ONJGkxLyLAGL2Q4pvdq4oGHbGkVDNh84Z2dikk5Hewor
s7IUhWE8VxVkkUR8MvUcEpIi6EYsr4XROu27irbxguX2S9Y5F0F5oxyVIS/WPKzTso6fvfPEAOfF
4GgugL68J90X5AQCkIkioT+aJfCqxTiQjREM7KJhyFtC0Lk4yjRWeVc2qxBHplVG56MD/C+GgMXO
07kEyhhaORgwDQEJqOWinvZppCQCAgHcfaNjyqFubFBJdV7bQQ7e21ewHgbmZa0+IvTBgD1DFPnJ
dOQzV4m6tYNwTJB8uqlkARgTh1+D8QyuxMpzLT6Y5pKoq7qtygDLOicCTujh42vQa0sNQf7A2IGV
1WIzlS8FB3OJ1MWtqV1eIdWBz1Ua0gUBHftGY7gpnUnJmyKI5R4iWtI2h9gR0TjyyK/oXHj8/XL/
WzHsm94JlBWlGKnhgAMc7SB0NJ65ZZeBCHTuPa9GPeuJNuB1iMDts9uYLEr8xVTX7KPQAJ5kaVXC
wElC4HpVTMm8GMCEgx1eHrBzlml2i5n+uTzKZ6U2jrWOoIJ15a/c79yotkc0cqZrqTcnTN9sdjlv
PJeB8fj0xbT55dvjbxSnn+1yPUlTPxLhVo8FOIT2juXASzHVXD/agYdyTAQOboXJgvpcY1V7ZqSn
hw0WZaIJmGGCLGRSKCfuRm8UkoBYyNUdwG/nXDTrvDaG9fMXI65YzBLMFaO8ty4y7OQUYe6gyBY3
9S/57eu+Py0GhjMJ9ON96sA7j825UMbFBShuQgNDq09nMpiBqj4a29ZPPVZJ7lmFTwbm0i/4TB6m
iY9wiOH6kdkryMJZesSLF7u45Fr89RdL/rUPtkjnoljXXSTZTBJwhiHfwiw6/UNY9reh09NeQeJp
8sq/gTsSVNgLATbNT99+A7vHh23WW9YVycBCerBTBH/zoEYktKhO4emJRcrLQil6xivm1SpBHwux
8xwXfWynm9pwjdA3RN+QOpButzFuY5Y3M8+RuvmLOB5EkAcQk8QO32kTWGQt8QdWqW4e0djyX7oz
vTWH64ZUmQp4AAIN1+GtS4ltqjL2IG8BVV8sqGJclvSiHE/u5TISbv4mO+578OU/xqf4km+BVf8H
jkABSKEIfloORJyFaO3qvnDrq+5EvOnnhndGvSjE6r77kMJyPvoVr1beBJ7NGxojBeIcz2vpsrZ3
u9v8GpMTjHG90O/2UgvFMVOhYY+ek6vreqjC5vZGj+xH1hIBRmigUY+FMm2aSRJv38475Qe801ll
j8XC9QyO6Xd6p+WoyJP3CCi38WoFLfUbSj9PyKaz7pbFtOZcFPVUiNOyGKUMboaWJ1BY4ZGMPKqP
TZIn7WAYhzcsm8DKEyw8IdtVWKQzLHDRqJAEzbaBL/BQFEQFTmJVm/XatNFAhKcEaTxgvCZu9LN3
Qnz6gd7JUSfHI8S1JjLGyFFj/+1gYALxtDZeD9kH4q6n8fUpeSwIvTlzIGuRXGB+2FSEkqSqMqgq
5MdGhgYVyfJC4zeicYaerICB3qIDNpRwtRIJdqL0nNoBWtFZeWKmjVKYMiorFatqiI0i1p824voZ
jRUW8xJnhSb0UhweOceQLyGncq7orcAD8JKgUOtZ521jSJaB2qNpm5t4ZbKyAixz0anMQwfWyCkW
IfpK2lSczy02SeFWGDZkPed6ePSctWIMWDxxMB8wF2DU+9XhK+kNZuplqYYzsxudghywl8VV0t3s
Bomlbospne2FZHvAq/D2IGNUh5grA8AZb0a6MWgl8oUu5BAabBvLCnfV7x2Yv+8LYYTsOoU+g6ZI
kUgcwnp/3dz/04sFk/mhUdjCN2oYeyTn4rjD9uijRQvdTJ7NEMOCMJ2KU7qV4NW6DDEvrozcznHA
I+7X6QDyITTgWozzYiWSdApBGm+qKpV8lD0ecc6725+P2zOGOlfrh8Yc1mAEYpgB0/+od86oxUpc
3lJXGF6ttpOFEi9aMoxiY6MVt7NF8xnz94S9ivH9iHfdAWudAphJ4saYq4htdFb3OsHIsUOcpd19
ISrdFOQp/9FunxxwAzoXeDdIE86nX6+jY5qrN+aFuxipYGQbOK8hb0s3Dmr10IIeZQVQaVBJrI3j
GexAazy0CoPs+AUT2AurO3zZRmcyqfRjO/aZ50WecMm23LR+GA9voC2wc6s+knDs6Qm8M6xG5+X3
8Uym9DM9HSb9IOotZFrB1i06czKkL36XgxeWbGwjnIoMe1nEq5lAyt+9vsWhTzoJAX3JEFAB9rDL
zLwvZfHBOhNCeXvki+B2EiBEMrmTd/5Xr5DZn6fcW82VLNIU/HnCemTFk91dhs8xOhAuxWezeiaL
Ce4rtEhFpM1EUv4t9ukqbESIxOhpYrTT9ZdpZq66BUWJWRXOI9MaiQ5/+PVMIOXXsd5WgRD6ItZd
f21+v/yrhvSZQnQuQ53GSuJCGN4e4UKNtYy5uX4TLORyNxbLHJbD529l6ARGFfsctujBm2OjN7Et
BF09RyQ+FfTQnhCXfHxA7I4si2J1wrN8mk5uBKugFlc8JO+vaBMjbTfbk3HQjDcfM4gswqrl1/hM
TwpBMKpWDzKHjwa+UtBDYqEsNpmdlMu6wbQYtkH6n8yjXYTmmUgKQKpKBBEdp0DBPWbej91TYtXr
wBIig8eLFfQdMankWegrYV0KDCenUx6VlosJCm4CSHReXDc4ufHGQciJxhlrfVDXBxP757EIcsNK
CzA8Q6XAxY9jJY9TuOLnhSTgGve+qzM/IoUuUthUSUauHhedhY4D1oD1ySA1KOyCY0Uqy+HX7PNR
uKJqaehnPSxm/14/6mZ+wrpH1sj+PzgBokSwjOkSdxsKmLW2TWHERyIfi9DoHe/HCUa5PeEu3UVY
HPOIBXesUHz52SN9S6S+EV+D3GIkEvfJ9r3bYkoIgVfnkjIRKw2wHOzNZFHfqwpbjOU3kIUpCusd
OSnnDGT5BWLLxMZs9ePX130DWSTqwhjA38dJfTNP4jO/VCJAs/XZnjHykraWD26wcsAei60hbI2D
Mdgf2GO+eUL9/HdgJI/k6bGZTrGBO4rxjiXi/rwpvn8OdVPofSHxcQ39rXgz9ka6TZ8sVjbnH+z0
byE3p5mZUFNmHjpuoXMeb4pXuXKMDaY3X9CUcP9wGcrcTHkmBzuJ1WbKoYz8ie1pZMmAzMCtxZmv
2ee72dNMRCFVfuqngYh891GJyKDrzuqNTYe00X1dlhMZ34ZyKzXNJKVJFkxFhkND8R//Q3s73lh8
b1ms6GQ5Wv7+OtLPKLLD2u0oKCBov3oKnrwWLMgb/+kx5AwW1/8/XOXfoqj4sRgSIQ4jYvzure97
NKEWUmKc/Z4+J3v/gqxQj3GB5AE9JBELm4kid2xdoHClb7XU4+qQuN7VeXe24HQhL0kDne87wkxH
KENZ9rJ8z31rTOFLp/r1pBKZrfmi7Go0dO0QrqxO+y/mJMk/3D3fsihoyce2jOICtrknfbvOCk2i
2zWY6Ww8IMGWz1CN5WwUcvRlX46RDmlW4Bn8Y/Oy+c0KwFjAQVOLybzWCj6G5y970hCD5losayv2
CdhMJBZ2MGVRmSg556Zh4Ilnu45iVhF2qvrO6sJ6Q7HuU5pQbGw8pVBuXwnbt5W1+/5pXDAm/fbW
W6CqYn0lplpUVKmPWRooMTF6HiGehrchmohId8J9uFrkK5kB4y3RN4OrVg+SjLtdJFe32L5/rgy8
8RHQYZhpjcEKlOZA3lGYI9ppWTnnxZhO1rBGkJM50BdSKsoi8FiUchEPhNqe0NvBuFaIJf+BG7O/
TwGkIg5iWo8JAnMdLxBQcjQG9zWyxnKWM8ozMRQ4SsBgTyZqvCAYVl0kyvG4vv+VFic4tZkMCgI7
LfTqWIcqWG7hkNopOui6vRaCzT9yg3VhMUfqFgFwJpECwCH2PSwLz8jHEdaNhTqVHiOhe5vlZN1k
5EPc+1AUAIZto0axnorIY1cW+VLDoUqwTnIDlhbWSZKTuieLgj9t8tNeknCSLeRYTmApKJ3imca6
MxnGd7OamV+RrROThBWxl6iw6ssTekdZ+z9ZhneLRGYi5CJT+yKFiBeU0svnzkhGs9QcJpozPs8N
qmZyhLjstciHnHG9vyrr93S3GowMzSMl69CWg6dvq7uFcTNRulaluSfj64AnEgsubUQVvUG6fZl5
v8WU2EwSUXomKfFWZdpqkFTaV+t448++DWHbiHDN/QurCrt8fczkUSgx1d7EdwUOUbxt1HUxa3JW
zVODTRJvGCPAFjRW0m8xPpxJpDAjLqehwcoY8RK+KCvMpqFx6lG/pK+x8e/uxpkoCizyBFsGahGH
GZOIV8UeL7RwYpYGVRhM5pGdzww8XAxiZgIpxChzLxxXCgRya+V97x4dFLymh/oXNqL+L3oE/jxJ
DXwegqRjpYkgSPQ7qPN0T8ZYNsKZNN5MjmpIj0FpdcKuSS3tlaHan8DxUxgVz/RVJ3V8XMKrQds9
WEjsYF+D/oiaCf5j3JALmeifwojmMy/QV12ZYvMVhBF2velQBUZgbdHZVLekJMQS9yf4/hRH3fhl
LVXd1ENcXR0aazSFXUk2CFuqewhNdE8PZJOLxTjQP8OMn0IpzwuyME0GkGShtw9Pll7HWrR6dMAZ
hd1504oZj/4JLD/FUW7HRyud79sKxgLyL8XIPjh09G3u68SyEcrfsqoL/T5rAV695YBlUzpx2Gtn
mvelLCR0fqpCedlYge5fUqEKJoA5M87s3MdExHiUWrPlEQmwzIN8/p9380951N2salGjrGrIs8Sj
W13ilTG5SFQx4YNhhvTzZJxA3lMJt0+U/lU9swzuT3D6oQZNGV3g7p+UEl8H88IYv+PgWQhpfoEO
TrLT4Kwy5DHsm36YrDBJMxXk1NyX8CNw+lPGQlvGd7kxsc5QovPjmi9aKISx7310kXpLWTnJS4EX
P4sJbSHS/Xl41L28kkM1nTTIenGtFZrpvG2H8bfb8i/GuS3ETz9FUcCgBmBV0Dwc3Eo3sGWsPQWQ
w0rTLCQOf0qh8CBIc6nJNUh5ca/ty/to68ZU7FqrUsiL7sk2FeMNazseVm97d786unvLLI+EW2Rj
/YuQ4OdvoXBDCfMeveHE8EPFaNd/xVsxMcCkxyoTLKTbfgqikCPmEq2dRtyYZKO11Udb1dRVM1MM
i9mKwsDC2/rlmXG2fOTXjd8heWjsraIztMP4K2ZNqbAuSomg/kzKVPOS2PfELDH8aWlrHSsNjxdj
vY4U9AC/MID3z8fXj+OjqY2zysOGcg7f6Tr4tmxUB3Au+mi8suXHLnDZBQniVHeAl16BVQsYgQhy
nCFanINyd0CZUzUt/qRjAI3hdQuZ+5+6UTEAVwo1l5CTxKXivaMJCxTGYEA6r7GgZHtA0w7ztmTd
YxKFKWrrNX7ZQz0LcHx0jdTttyYzJmXgsETBiV+XmtdMkII97rt0NJCNalLDWD3LayAlKgAsWGZE
GhKFLPU46kknwkqm44v2WKKG1DJzNAsvsp+fi4KMKsgbr+9rEmlfrQmpqAFcSG4c2PdNnnV4FGBM
meA3vU5QEjSH+4zx11lQT1MQp0VQcV0HLdKXXDG0XViYtbbFqubc0d/0zX1dWNJoJsAMe7F1ubqd
WWdxL7ojfLWCIWxq9gYvhufSE4DY3qXqoghRZCk06mAO59ZO+YabjJWtW5hM/2EJNL9wO1ahDLp+
8aKgmH9VKjAt6cYR5afa2Po77qnK7GFdwn3BtsSIDFmgQVMPl5lSi2OB+0RE/cHFcgw0WoV4qqSu
CoKLFq32gvFstqCuylwGGDPuF5kCDyGL2zglV1nS2NJkXlZmolnyxHymsL4kBR+8h5C0rSCHkBhM
gYV3UeIgmYgQi6ERT4DhDtzLFHDw9TSmIpZeoZXmxdUxNXqWH6Z3ZMF81MSYmTBWMECzMAndgGcm
eYChW8EtPjXjiUhhlp9ZWlEQoqlSmnIyxPTmy1U9OpZg962NKtFk25tGZj2OyJ+7d4jUY6US8jFW
yFv2ReYR3++nwuDWIG0YsF2r2pjgM9hsVOZ+UBYe07OEfiKl3SiQwww6o/BMUIjE1m+MRlj3QWwZ
kMF5JwrgzeLo7r84H6Kqj0cExy0h/1k9SrXJ8Op/0OVbBpXq6HS+HYOmJ+C1H15t5B4M9ujbsv9+
C6FSHKWWVsPkQciVtGfW5jY10Q30gFagXYYtvCzsJ276p1l8i6PCGzXuRa4eEQXsXawYdM3aIut+
WUfHkkKBkqJkojKBDuzyUnCGh11h9z/+QvWJYP23FhQYdY2gxXyFvx9j65Fo8Q8YdUNTD0PMrXJ7
77AoICrzbvCG4WYA9YfuTBgvwn/o/my+dDN7KEOjP5gjVrKQ9Xi/o2eGlssB1LeWVGwzqqknVS3E
O0ds2V1jOTIz7cv6UBQohRmIoiWZaHjFBY0O4eMFrG0nH+x6bzjTpx32Vvxm+dXiex27wDhZgPsq
NEasYqlvGnXCkygwokP8kLxxf0nHdpvZMYaanqINq7FQXFATLQ+awINwXxLQ5gmvmD2PNBnt6kJZ
CQhFMWOUbJECfvcr85igYOU/HLf8/rwysRjp8KpgL1lhJD6WILSH+vBgP3frJ9YBLFwFMidxHM+p
MvYsytSpJ6nMqX7jI1xozOtkRYGhg+SywDI77L3Gtrd+M0SW8uCx7oSFg5d5nLouCTKWlNC9H83Q
JX6Z6/jax/K9e/UOq93utxgZ8omBzkt36g9JFABgnNyfigCSKgcrvqOLbscg+wW3YWtoZuXcd5Sl
0A9t+rLO40Qxc6RSd12elBIuA1hxjEknt8zsTjAmH49gEa0K586U0O5eTw8rd1CMbv2MOgNzbmfh
PkLbAAcSR6x1kESZ+gmjPwyV5K0QHu2Eh89h04RGuEEwpnLrdAuaaGybnI49C83JDUQBFJTWBE4E
NwzH3yb5ZnbN9XG6Uj1evyAbaXd7YVtuA0N4fWQ50ML2dk3nsfQNh8txAF4KitJVpGRDKUKQNWIx
aPnBkWpr9ZIYRwWzNZOxMtKPDv9PdPnAfI1CZM3FHUc4GDTV4E8s4Froff75gygXing9a5KVoF9q
239wEyfc1ea7v1kZ6kOSGN1DZOeYhmf1aZG/+sd5z46B+speH3iyz+EYktDQz/EBFv3E+qYL4DA7
aoWjog6t1eua92X9so+2rT3qZtc7+oNk1BfwNmYW2Vi/i3IWNNzXTKGbHTI/lqWyUMgHFnb9h2j1
tRE5qSkrWHUumrZyzS1mIokllEKJoE9W0ZRCVavarrCR8YFwCt3Hhj/DK51Dl4YmKZIET6HJCwbM
RzZ5GXuXK2dfLoGJhOKV1e98o3v4aRY/hVDeoaBFSi8qCHm5Hv9ynL1mkuk9jCLznZFu8rXrYDIZ
bbvHLWbA/E1wPGGnJ2b7Ph4eHsRdekKQ/IhVwsZuFzrY1oBF8qw31S3Lfu8nkk8xQwo/xAIKT8ZP
tNCR+vlJxno7TI1ee0wVX9YPOzQZTLsdb042JrR3Piie7n+HhZANZyRrmq4BqGWwVf/8AVPoy0JV
eR6S9JPTdYa8mTb9WzEaySY/rt5YNd+FR+QPeTTRiF+KTd53uocbKNuGtQGaJc4ud6Wpm8GD/1YY
w0tlCgznXYgYdU4Ho6YqylhbD11/ahmWhTZkeSaRIS+ykksywUcDGliQg7wd8LWfUQBmfduFBj1c
ArjV0fyLViVExj+F+nXiRXXYSxeENbyF/ihUm0vLOz589EZut7aKW/Hp4/73XJiw/CmUio2VLPB4
8JNKAAwYNfaBYQ/jX561ddzrHmRSX1/5xuq7TYnNS7sd1i49KqmhF8bjy/3fsfSdfyhP+Z624rtV
U+J3SITANN8lVvjoP3qnrTFeM1t5lT5Xl/si/0Stn5pTriSA12uMyla6YIfSe4HV9NvKd1ghIjEU
yl9/qEW5ix8JdZLLEGLpx3flr/OUgJ8EqefH+7r8Gbb80IVuHQjqTB0qoZMu2jo4nk/ibvV1XwDL
OOnm6TEsVI/TIWE6cu8Nnk+ihQZZtMdK1mHY9dcENBQ9A2wWGoKhFta0q4KmC5xKM2vEY5qvpmTE
6WHyES25ZFG2ezFWZPZlf8biorUpm0/cHvQJGRYgiluG0ovHOpNPeeRKAn19Kg/EOVLC10fG80sT
hNCpu43N0ysZGXx4fgp2gY1cE+ObLvA3/NSecs3Ub7MwiqF9dw0/lB08c9gMxhmYa59eD/n2AXPH
Aat4twR9P86cckQ8aPDP5MzJPJXlHOXNZaus0AoNTmHC1b77PX6SEwfzIzP3u+gts/OmXFIcayVr
wYZAipg+EugvydPWmB5tOz19SAdCg2Pq/6aK+POcKR+VRLVTJxVfubadzLoA/EAoa9hvKsueF8p7
kKRyvIRABrkuemJM0cMo8zUeXxTu88nvt2us48BcLVg8N6E1Gqya/QLh1E+B5CU5Cxfy0FcbfoJA
0I6ALnALGzqDJEmxwOeOXHa2zkw85Zg50kVonelJBYQ5inzoVYVYVGXdwuGlbfIgHL7Uy/4xeSc9
/Kw04lJc9ONkKU9VpzRXsYBWQlUMLPLxplx3m+E1N/XzX6i5gwLSsD+enys3xinr20f5qG41O7Gl
BwbgL7vPTHXKaYUmwI6IFD8kRp3YdbrtgJVJwMnwcDiIWMq4yy3U47n/RfVi+QqdiaY8t4yUlJdj
iC7tF3SBoE04X1cj4lEOfD0snFhIDfw0LcprBCwCyouCg6KT2WWAJu7pbVejX+eRpPcZ4T9LN5rL
Rg7A6OR5EwzZRUCuGR1SxegZJx3jmElnIO9CF+UP3WguG63C0g2xAg5pbrkDj4BhrNGvjnEJwpqa
2aGlMm6ahVreT4lUwJkHcRzGDSTK/4+0L1tuXcmx/SJGcB5eOWu2ZcmW/cKwt7c5zzO/vhfd9/aR
UixlVXecoU7FjhCYmUgACSwsIBP6YTvxyn3sy2i2h2S0qacmVZMeEgrTllxf5/bzQFs8EBCM0DI5
y67rH1VUCQMQClIlSBmOqzPVda3zhnn6ddlPGDfIOImb2ozJmDSe0uV44UosYQUCLY14LobYmYF5
Zv5CiGKvVFPX/+jb3sTjCFMO7W+XBvem3XqS1iYRFDUZcwh+vcyTBWybw6XPzwy4yf9sLbzD1i+M
mRmJERk0Xb1PBt5qDnHroyape7GHaNBNP8kGN9Oawr5vgfexQHf2gvTJs0qbEj9bsbuw9mqjCUed
jmqERB2EsjNoH2d7AoXxygEdy54HPICiurQlEqYmCuJEE1uYms1G7g2QIblzSYVKdLP0tr12IiTR
TSNVahyovHgK3oMX/ltGMYB5x/wEKqHuL47nwf6RvDaDhhm3bCxAX4KtdIj36N7bta/VljO/VqA9
a/TjES5ru+fR7LmXdUTYW0tx3j29Cufe8vjr/7bDJL1N5Pfc1M73lbc4kE/pYNkBZ7JgBJZ4fCxq
ocZ+o68kqU2DmWQyGJpnSw52APbTXg26rocG1PUM6kao6w/titwXYG5FEtaoA3AhYTMJz4jCTg5S
s2dXKMy5YJjSzH4DMnhUpLV3Zlun+uPF/kJ+Hp0zYZCiyJeqpMFiY0wwV3TWaBjzaJ8Es3VKTwdQ
DQC8OdkNuBfu0cbcvLgvxvv7G6KFyXjHRBfaVZoFPvogIjwJxLIKChZeQMb0qi8Gj4kV53QY2OD+
tPr349XTgjIy26yyRR2MNfY9BtVpayFFZYNtZRU6XKrzf97nhhhli/wCRux+Im0IQ/n4A2iLJayU
HMRtNkYinOrXn5g635GjbCVhlWohF3pM9RBPEa6tDgYg0KZZjxdAid8xn/02fh+mJsR8DVg+yd/Y
mNIwgfU/MICPZlATYfS+dfAuao6YfV1qLqtnZ8rVmXfoTl00VpFZVN1APT7vwdX7gfVaP4w0DZc1
20pf4h/wklAkLEd2VyKIJwrTeUogTFAS1pAN1nKe3t44kO3Ncx5NatC6+KC/EkaofxVEtcelqoj2
mMtMFTL3+B7PmJhNpdul7Rzhltmh8eV6xLI2YWZOG9GcVNOkxlm09RAanmFuYBJwyhzwXAD7HjBF
7Wuw0EIcmj+9q4Hw4VU1HuvkciCpKXimywLGnf3WmK51ItJgTMVAAnzeTA64yjClP/0GYbj7Ta3H
zXHvvQL+jzASQ19JHZP3cSQhLjZ3ZqIi3aTqBvp7qZIWncQ/yyLh9KUKVkLfD6VftBKAsPmFynW1
/Ga6kjGv9mrrxkoTQbDv/b6LPzrMrnE0Z2afZ8zEeaUcE23niHuVTw2njh5kae7OFFCht/nVYKXv
+5bWTicsRoNXyyL8Kyq2WcnyzPzmNXdzOeLjsGutYmXWhn06YmaZhqHfW0y3aLd7dPquf37AokSF
/C6/oa4+g3C2g+YFvldBMTF+ee6081Z2u+I3NDzHAh8bwokrOYQRiUOxbSPPxwXYdGYJU4zEJDqZ
sw2SDChIgDozM56fTRoZyULPwq1cwqRwfZd4woj1vV52F8Vud9Pz/jyrj0GN75es11yFl1WZFXme
bNfu2q4UvD6RTvUaJbBcl0c88JnXcCVeECogXPqmDVGcvSV50QUMFJN5lFwEViMOT8p8L1fYWaJe
cDrm+31yf1lKOLboTq+FECfXtUHCqF0u/Y6X/qg/4z34qDfpz+4SAmSAVII5bv8NAr+lq3gtljg4
Ucxlr5hmsbvGDMK5dREkr5Z3avTadEBnYWHkElSGEn8tvsKv5RLeQczbienHdDZpig56npnuAaxY
W+sMZh6qb12Ktv6RdherNLXUeTw/r/ICLJfwFm/X3Rm0RjRBi9mZa0FEUNKlsRS0s6B5hg6oCW1k
NkEbiGEeOuA+Ep0kYf7Bf62bwKbcmu1IVBuxnfcR80+SGaVm/HzT21sX7/f1ugiLXWlFl9R4p0BM
ZV5UR0HhUQEiotgERz/STZO2k79NK48WRhjuKfJbSeAhEVnTy05C0vDCuGypT5op/zFM93UmwRvX
+Md5RqfQ+by2JuMtSwAqM9A3T/ueRf94vQOEERCEcuhGAd+D/L+dWrkzHDGUT+h1mnNcOlERDXLS
nItHqZc40QpEM+2Q9hDEZPpOu/DgqbN9ZGpfaHdwKUK7lkQcqtgxqha1kDS9IOZkEgOjg+0OBgDQ
Jli5OX+pQ5kozn/Jfl9LJQ5W48dUGcpBOkWaPsZm6rANMiYT5uI9zzQbPJJ+37TM9/ybpDKJ8jwF
D0hejie7iboW/S/VKEng6uXA45ADO6RzemBLmlm4ZWV6OkaWYhSJ0bqpByKy0Xm86EXrfv0BxFZH
1cAwQ4IPyGqzfEXFin3XjO22Rd4PXlJXnDeDBdAneJ4i2n4vnbIyw8Wwck7hyJEDrJZB7hQoSMKB
MuOwe82P/nOQ6Odz/xagzELRqgU6FQ1R/T/yiPNNU4AyWwXyNlGByC7gDNnswMicG8UbcGrI/Y32
dt3r2lYCL1huBc4I/LYr/C/g6RgDKvCiiLFQGq+QT3y/Z+OZGkc5JQAfs6IeKM+9La2bOa88uv3X
87M46fNQKspZLyj4jVzCtaWVEniAqCt4yIH1EZ2vFwwq5k5fExTuKK7E058MvHrr6WPd7Fxm9YPh
5o+/YAG5drty4vmPAckgz+HxBb4rvaGX6AuNKc+vF3F92dTrb98eXcqhL72UZ8inIgEcgif5b/b7
+vVQoDk2BWrl1MdP4Yk3kcweN6k9v5Sf603gSO+Pl/jbcEvc6BuBxBLHJAv9pGOgZcAKcilGPx0G
M3TZzmLO6epz/eLtX9aWHrz+5tZRw0QFswEdZAxw6ONPWfL5Ig+V12Q0WPCoHd664HGSuV5NS+bE
sGYFR2hH3wxnSZsJvsk2dPVgcDv2dGZRIn6mYpAWIpsb4cRtmxJGw2sYwgXeiHjj7/Ew59kLa2As
gPtB3+tSVju7n5uNxzJlQVA5YHs5IJ2JtI/aqizDVoN38lXD3uX74kW0IltR9ATJ771ldBYqxkZ6
oOzyfVqakEvsclWokRTwkFtzq+at2mDEKjg3a0Nw8aYyTzsW2eHE1p3adk6ZaTu+EyEoiILVS2Jp
MsBBmZMYwtPj3bh/1/1+FabPYSPQMk8mHNSu8bJAFIB5U/4IG+1ZMtZnWuvXfa7yVshdoiEH7ZHK
QgjerqkLi6Lol01hdoElP8UOkLHqk+JZ0qizaJy2Yd6QPf5Box0/0XzJnbbNXwKUIy9zksDh/9yq
ulaOXcJnMpYreKgkHb4O8wz0qDYzD3DYdTBQTv0+oUMIJK45W0pVkHaSdxoqt2kArOu+252ym6xq
v09Pk4UBnHi08y5F7r0Tu5VL0gRnXZF52HHvtIl/Npd4n+sYlJDp8Ydnv8XhDIxA+WqOj7SnZ0yE
eKFZ8MVb9s9GK4S2q0meYOag6p1ySWdrvWH1xmKe0ye4DFiRx0p8j7yeFyuLisiBt5ZTyAph67da
w4oBc9qIjvccPWVbzxr1yEKx3BDXYDgEpgh8vr4zASP8nnZz4QfA65efx99x70SI7yDeohzQ73nO
MR4arpy41HPF4rdGbIZmaP9EVoMByhvajJH7tg1CJqHRasBgwIjqMyczyUGGNWzt5M/JDmMMqNvp
/Yco6J+y7fKb9fj27LqJpXx+jubnGSEELWyYVZk0rIokAkomcHOwRlhyzS/92htrBh3o9quP1/90
6g7BJd2LRrxWnX7Xc/o6sWoEq6KrrZuPCLNX1iWnmzQIOjeLIj5FA8sPArX5WwAyvb3mhdo3YDLH
rZuHau5h16wBnLlI3QbIo9JCh4V1a0iscBwGeApYPSGsCaO2KpWImdOo6bH96GLkH+SD9PPJm4nV
nV1krBRqW9L9e04DU/o/YknURhcreVOlMYMEhBljjWKkb0tbthE50FjUly6YxktgfhfwLx5O83Y/
46HX8iiHrG4urj13ri24/Tn+OM33Skc1Fez+1ov4lh+QbkVd8wvq1W9ag4a5un9Uz4u++hBCx+Ji
ZIcpxoe8bjCWrvi27Y+P3WazcQuQVNSHDKonG4fx76ku9fZspSdufieU7/ApGT13Md+tOzWD5cE7
HkUc9JjcbgsmiIhB2/a4e4ru7TLAmEPDj8ze5sFi9Z3PLLg0Ur/FHdAETVRRM9IkjXwUBHXrSawn
B2cmMoJDqUcX3lDXgZGYNkjdjAQ+1ELBN9OfDqKZuLFpFcd1bH8qn66ykszG1tzep8aQ9+V9Dc01
wtysxeKZypEa4mVVxHZCnJ1bB7N/1CfvHcUL0ewxeatdJWfWp3jy+62f5Ym4dUDMyxKJuBnSjFN8
LcvO6GD3Ma3jp//6N7B2d3ULrErQVAWEYcidAip7e8B5OM94KIP8XKwuDa+z0UY+MQ67qUa8/yjO
Q7hTJhW5EhEQdRmv/LuOvyhK+5QLh/LszzN40O/mIyxFcavXu51XG9pT6xai+VjofVeYdiuUcNPK
0LMoMEDobjjx5y/7K3pJJjPZcM5krBtUz23LUBz0XrxIKyPqXIr4OSd8e4GAxEeXnSKhP5nnyGkh
YVMLcqWK1ZlfR6sdczm0TlrqSWMgqWJOVhLocqiz+vS3ACc4yixW5lQOJqJSoqVfigXyO2RU3KDA
gKZzv9HU1euv7JgALUVqdRYO/Y/yJ9+X+2YV2Bxguf4p3dqYtAmrYkx2vPd1ZSc50R4UzXCi50R/
M9ABCc4zFiSHgJqwxivIws+u5PB2eIgoeZj7l7GGsSpXX0o4m7IYBKHy8aXcobJrRDkzRfUE4LRq
Bra38mxuLx4SkJW3tLNa0M9ryWQNr49lr0SWojprLm+EvjHABSBBcMGQPV4PbUSSprDKN5khvXtG
vc6tfCOs5vfqY51ZMIDYAVDNwv4Jigz0+u2dlKesCgQ1qs/sesccotNks58HAMdlI3WbueYM29fM
CDHjrQWQO13hwuqJkRmN9Vnopf2TrFywTUjAOvk2FZ27tEvqnLTBE0OBXhNfl2d9DirZujmDz3V1
il4kX6/fFedFxXPvoJj88fFu3KPyoA8a1FaQcZNZ4Tdvd6W5MRcMUqK0zXmEZj6hI1Y0+cwod2Ok
a+fi40fdP0sw+6HNGWdplW5UK7JavXalFU/h+L5Psc+fovEqkpSsxmGu1e3BSFwKnr66qs+jkZ1a
WccwpdyYnNYcL/FpXAWWZuaUmPO+CkPInI/javlVG+Ugnf2VqQEBVGxblC0EEx7BQspu7vHZCjPp
spWBk/7x1v++WgmjgaZSkeNkTpN4TiSi/dYb1BCYyPrcr0dDtNq/pc5KemG2bmk1ZvLkb4SvQU90
zmDtzgjxb8HoV53FrgaUpYZ9/EJLpix+EmIR5EgxYZtXyTGfTCWLjCDV7bkyk9Vgcqb4N0CfwYSC
R4UEvKWuQiNdqYd41YN65YhGP0CYDeGAUMISXUz90ClPooXIEWkW+DQWQBZ0O5OWVes9VSvzvD1z
mV465Zn7YjF0wdKM2m5gNRWj0DOUskQWqApT2m6QzVRs0dh0yLYOerlJaFp6H63jgwQNKV74WBkt
5rcaM3BDpXZd1Z436aRPwACuugNGUB7Hw4jy1uTD0aR6tzWLNberaA/V+Qpcq4yGfnZk2jg0oCFi
xH/cCg87TlVa0e/Pfm82l9FiI0tw8r91BuDzDnn0cesDx6Iavely1Dw6GczAz4pI8yBonPv7FfLB
MA25OBVJ2Z3yaHWZoA3Nl3dA71m/zV8eX407yO4sCmGghBNHLpUlcYit3HLdFFYdentkp9qqjrpW
1/2ruvZdzsxMxlKsEH3Y5YozNCdfFft2Fbg8pt5otADnbsdRaZ9z+egM4QUYSsJfSuimjEP88Wk4
aC95pdfrYVUbpSGevK3K6JWvd+t0u33vV+MmWIccxUjc2WegCuA1FRVPBDSmyCRYu83HLB48hQWI
CGUbHYSwM4LjgPmGHYDT27fWnHAFXgJkYqgj0e9Sjr/CVQnNvRwnAmswh19X1rGN0rBvlIw77SAV
mCzRufCofHK6jaFR6NtwnBjI4tWJ02Nr0oEhOQsW/v6cM72j/kOtQd7Zp//+IOgGyoLAN5EDETvF
i5JS9lgMvQMUNzdOH7sP8LnFxmS0du+UZrKvnI378rLfgzM0fnuslndpgVn83FrLqqzIwQgQ4fw4
NLmiVtgPtdKDy7QJnWEvuhzqri/gHKaoHplqhDAF1BV4PsAjIrQlIgEEvHHCSDXgcBc8hQBI/ft4
NaQhI3+f0OxJ9stMCBsAqr9V0FMgv7LqNqrkUOK+2YvdmKzbZZC5W60VyqgbsYwPbhOYo9lSDoWy
TWRYmSqjX5YMfp8zPVPbce+Pd+mOoIjYpt/c9NUdaKQRU7Y6/P4MtVHwT78X191KD0Ijp8giXzOk
KCIY0YS+UAoNorzdV2hJu4jiPmhbRbiuIvQkYZx/n/8JbFXTeVrnAU3A/OdXexWOcdtKs0rNHOAK
uKRVTH012y1ypfNMMvz1SjkdihL/ot+uJE5ekPWsgiXVVo0ubJDRYRg6/vL1P3hZWaM97OmzTeab
90ilicAtmhShSlMsE50sssF8uurxm7Ku+agJEbAx8LeIMQRZJKkiYkau42Fubt2xu+yFM/J1B3La
CE3em54SAy9c0BtRhFZEYTgoYgbUefYebxQLhIj8hoZZo8kgFEPrFBXjZiCDLUG/pQf7lrZhd8EJ
iCdQelXm3IeAhwxxd4JEYRsm4WbVw3vSwGvJAdpv1GlyFuKBGznEbqEthBcZGcByH+8l8XPlrwQn
fqp0b0/LzM+/dKcCVysi9oyJC6/KQqwI0HyP8ghePI+r3yYcezhNEmao47fTWkempN9SqSho+0Tc
ETGXqqKe+x1P6WAe0bIi2gIasrMj7T2/YAFuDoRwk3KWcdUUQNDGP9pfsSFgsBclCFu47zci5k+4
MjK+hKxaxADoL693/sYzO6tfsRQ3uWD7r2X8hmJXMiJg5mSMoBVP4bF1klfNpNFmLApA3IRSLQIn
hSzoKZHPeyyYu06Czpk+0mCPLRbt52d9uPp+NDAWuZji5+uf6Cl3phEkUI8lLEVfKnu1AiL6Uj2O
bzwYgDlbPnPQHo+D/netOTO33mNRtMUQxkQZ86wbwHZzMqXR7lsjPz3+/aWgAigRSRNF5DqAJpit
2dVuJXEadJjHC6WdKeFC/W9t8tS+6wVvfCOEOJImG8su6SEkMAtL2/4fl0CcBquUUjm2+PUcDxPe
sFEildCxSouC7woDCIpuVkGchR+FXVxngMoD7fj6/JqtJJtzMUuPNg1m0Y5cHQlh2PtJ6GG0sJ45
dklBuXUqHJOyZ4tm90oGYdJxHmweRljL66sCGayBeAX8Tw2Y8LbP/8Y0zkXDdSVv1vMrNdPksAG3
ItYUuqudcgQsFA2Tm8ve3J5/Hi+NJokw9/lUVH0YoxeJf05scbWdgIGh5UZpuzd/w9VqxCDOI7XB
aqJVrYfbNa0VkXorCTs/VlMLmhscz27j77PV6YQ+TzHXnx9v1bKiaQCsACsFZkZCyhSrWdVI0swc
knl6/rcNzHNOQyktCQFcQAIbFCpqaBK43asub5VIzdGOMBqqM1ocXkY+gJYVJY5YMpTXYshLU7Qj
jACaS1QndD1bc/zD481a0qtrAcSN8WpfYZoJApAj/SnP/OVPtB5p13IpVrkWQlwTL++bcWAhhE30
6KnWhed8JR+4tW/WLo1Uj7ZjxEWJStTd5QGyeIfbem6+ooXzywJAYaIgT4msKWH1UYMH1ndAq9SE
IROhLq6iCTHR41O5S5vPRhk0n6ie4oWCqj6xikbuorjyhHkW3UUwq7dsIxmDUWCG2uuzABPT/m8e
eqAWBexOQCIKmU9CESbWH5scw5lO4Gvf6f46H5xh3e0Nl01nCsJvxm6N4UA7rbt2ot+FXoklVGPM
vchjIhUkuxdTYvXoBQMECyCSzJ9nYHJ+fhLQBiRG7aooikjAodCi2/tM6LzTVx9A7DSY9YJOyfEB
2OnJhgt8fW3MGJTn+tPT8cjtX34CK7B+aHjWu07w34XPeW6UlOdaGXGzs87rU7aIZncIyVFqpGcZ
INICWOX13rA4HLd3ivYSWvBbnbrqpdfcb5b9/0knTlvq+DBqeEh/xSyAy8bmYsNbgQTTeV+jaPpS
zj2UmUMrfyzGGtdiidNGCxLXyDXEeoCoqN/ZGuwlczPc49uzZJuvpRBHOoSFyPoVpLCyeZhRnJhk
669A6flYzB3AhzxCwl8qddMySQc5NeYcYwDRrj+2OykxURd5/qbY0N9iFflavV4U4dXiJm4YKYEw
EZMBkCRLdMH1nrTjFwA2H70VvXkmwvUZmTBgxd0mlZ9ybgYlF0ZYoB+2wWDd7C9gm7758rM+f56R
P6Y4Xml2enffCOpYDI1DPl0i6QoxxEKWYrX/7xDv8ktRrCBNpTozhnNw56MAMbP4NHKofWLYVWrp
f/7EQO+DpqdyC6tBMa42I0uF+q/db0C7e90H6+xP4fz8fFNt3rLxQRFEAOOtKMGT3zpxgfeTfEyR
BKot/rnYDugrPOVOYAdv1cqunVr3V96fzBGMdXgAJs7MTaCuVxQtmq/a3aZdfQShRdGQ5vGU4COE
Q7IVAG1IXtJdfNZ2JaT5drApnxiazCWHLHACi+gIPbcAjd0uvOjVXGW7Eu2xl9rIVtOqF/WxMtdF
b1F04g4PMV+Sa1HEled7RpBTJRdPqKZNK+ktWwUGVzrax48CtlCETB5yl6rtgyr68cYuRTbXgonD
7VTAW4WpAH3dNrRwL9AXEq1ppmZBCLAEAg9cNgpI0KPbjcwGcYy6pmNPG02yasf748F9HihMDguG
RhLnKBMnhh4AYAlupQShWgpTJg2gmOV1bjLTztK1SpdW0W7URdV+fbxzC77pVh7pm+RMCTlJHE6i
kzQv0mR27jjauIQzZRow/+74hX/cEG0eI/pLEsek5ebusAoafl9BCUYVgaBDRoXQUK+R5bYNFICe
AoM1PGf+q1oJ9vy/gTFU9sA7wZpiZBf8E4BdAgIu1MLnTA6RNvAGXgFJVNufmsTeyTIat7XAUC/W
dH6pXYqwWfFv7z16hqAywGLMlNQkBFbmMi7NW7E/aZg95Tm2MlLc4HxKDwT8vsaunnMlU/RiPULA
RtI7mu+7t1r4emF++qrIGbHk+dRDVkSj6vUndnTVcLS7epMbQ1Hp7bvfOlV7aDcq+DoArxgxhi37
pJJ539+82w8g7EpTcFGVSMFwAo7C7k5tjCxPbLVObTRPB8kW7A9MNjTnCbejue8StzEGZ27MknMa
/ehdCwF0FWGUKMq/NCFIoN1eT98b03ZUYugqUCONkdSIX0edAcSjukSRI0eRXovH8tLUjS5Mhjft
tfbYGK33Trm3iyd+9SHE06SM83xKw3w4SYcO9WTsP3esAbpCOwPnpEgOJziRoxIZnQ8Omn47xUeu
spvJqOPWbEp7Qnx9CDjfAGzz8actqgtutCLOXUycTFznOooAj0Ih5CR0OdrNy++x2QTp52Mhs0W/
U3gJ0Txu7ow8JVRCFZpR4iKcQzZwjJ5noaF6bGjK6E3LvWarRbTmkcX9BkRFBZQMIH52/vOrG5YN
cdenbTRgRGgWrYV6ij/HIMoo5n9x766kEHs3aIKXKFyJvYtbcev1or8phCCwc6nRXh7voHgfwUGV
FUnQWEQFwK0RstSWzaqwwRbKndnZGIO+5h3eYR3vzNgYgX6BttjDHzNasWtgG8dD7vjbt3g12tpH
a/urwmptzunt7Cf4lBSjblf4d2e9hPZM/vb4WxeySbffShy3IA6CKBewABEf6Dk4GjhZH7ydXzzH
PK+rpev5x2ZHo/C6a8j6ve1XW0TEFV4ZCaEMZqITU+xC9iP3XjphpWYHCYz96VPBwco8Xuji+V8J
JGKMPFY5ELMlw0npwhHv8qGy8rarVrIaShSX8XtF7q6QAug6uChk3FNicRWfNakfVsMpt/p1Y/NO
9sSZzB/5ZT7d7Cffynbm1O7jBS7e2yuhxAI7ZpDR7pvBfjK9t4k8ITSKKhe3VR1IepALvh7HaBp/
LHTJ10PV/1kq8aBK86xWswBL5fvcGlypwfyH4VC5fW5XGZ5xFu/pXW8xKc1qLJ/n/wgmC0VcO0iS
J8BKs1Jz4DGlZcwtlekpxvBfXI9/xJDOANiWpG2K4aRqT2P+FGuq0bHr0NN55dt/77JAV7gXhhYY
8PPP3mkQhtPI6FgE8l8jbmXq8THX+hAbsq6faobSiHoTOnwZmjDGK2mYjMazWxZBQuabwA+bIvdU
Z+9a/VkqK+bTZ374YSPmjCGLtGh9KaoE/vWfjyPUm6uYLosFXKXUs/zIqdvnJjqpojn2q9RSWkON
7dyU4k3UqnqDOTbafwwFgMm6kk9oOhNqWd8wOPoi89GDlObbWLGaojKUgsbQNu/z/TkA5gtUGwqf
v5b+yjcxQtZ1YgWv4YkXfnTl9l1mEj1wHt+if3Hc/4ghXKAn+xkY2moYYcYWxTf02+BB8tKkh1rC
pILIlBDyAH0+qGYCXZOgEKoI6Dfij1Rx2fwwMBhUFG64uDP4kKPccdoeEN4sZMRS5btmOHV4RYhx
YGSeLTH5czvQEmrLhhPTXP7/dhNqP4C/p+PYFl4hzu0o3Mbaviyj90J70iI384vNxL4L0zFl11Hj
em1rRky9ZtRtqTH/i0WLoO2WACpkZYUcIRmqQTNI+QjzopTDpxh2sxxxMIdC5rZdmmKS3mMdmJWW
1LRrgXNMcaVpdaOJUVDiderva/lJYBs9xuzy0A7zdconFGFLvgIgWfQw4dXN3fXyqRgSyQ+5hxv8
6edfdbBie1VvS8Xpvx6vakkQnp/z4x7gaEUkDtRjpF7li348DWVpIo2gN0x7RhHOnfLwoIo0a32f
kMU8IhUTN1CAFwFFJSzDGCeN6HXCeJpyxYnbcz+kdjp1htquBW2jFdxaCH+0rLYer3LJF12LJZyg
zzUC+ISU8RTyz0q9DstLHNuPRSypx5UIclDrJA2o9jPyeOrqS98dqgqw98AOE1FX41MV07zr0rkB
QsoBPTDXTyTizjOhV4KbmxlPTQAYcYxnn/LMt67at25Q0Spb98JkoJYRK3MIlnmFxC6izWeIgoBF
ogSZkMru+E/hI+d1Jab4jXtDdiuHvGIqmA5DH3IYtOUqH5NyKXJjPD4+qPvXzK0QwpQ3XSIlY8Qj
9hf50uBFj10z+chS1GEBcA0xmHTGKsDczgwbt+ZCi7mR7SIBj9QBRQ71C9HPAGT5YE2M6dc6M3Wr
/MKH38z4mkobZfwekUEoAsaUfHQHiZEbNH+C8K/ozU1+mVq4vLjic9OHp+nb3ihp23Kvv7ffS+x9
3oehpPQTLE7+NE7PjVubnaznvCn7/3HG8lYScQCpL/V1X0JSpawCdRVLpRX7byhBGmzE2plMQZgs
pPkgDw4C6XoFGkx2x2JRTBAPGlYWJzuhC9y6sKruZRDQ19G3LxnrZKrd16zeg3pVQ7++yBq+j0SL
5zTsqu0MLvuMss9A6PUU7UoBpTR9b5vQs4s0IHp4MHFJ+w3gr/xK36mqPNT8eGpHzrPUqgSLT4Gm
2i6O/j7W/IUi4GwtMBZu7hJCizhhBoWcU2sFVIAnsYKLHgxusP3cUsYXTTpOslWUh04O9Jh5qXzJ
wMQcKX8umGc0nMrhTyRtoiD6k6rfCv8sZu9ye5EFg2l9O28oCrJgBq4/k2wQ8TmM2B49kT91Yszb
nDxZjVKGa01S46dgbELz8bb8YjpvPTv8H4D46Lhk4ZTISQAVvFIaKyJI7dATwYCQDdQvX19fovH1
tH17e3t/f9/vP9fneUIeajWJ8f1Y/sKxQD7yONx8L2DU5/240oAikOVe4ybpFGxTgIZkZ7AluzbS
ne+ETrMRQLkuHFNncuUVZ+UH2WIdFBWSdXRu3cefsvDqVzGBbS75w2SxAMDefkqo+aqcaIkMDoEC
NFdNaXm+lVnMe+1Sc9/3sYAqoGUNb3AebUAAGtzK4oJICatWkU/sOnjHxFYXJfE9xkC5FSWzsAAz
gCS0o6EXUBHRtUk4y5EVIgFj32RgzNA924JN6oKC6V8Rk7cw6wt0DFRA+UIdEyIFbCAuNOI3sutC
aZW+KIDFBH/orno6HTDZCNS2xmhoof5lr+YWff1k6zArx/rJdV3DXVuWo0dYPEbuUPzqwoPw9muI
ix9MfcaweSGfFD208s6sz2BpCE+RaxgleOcTZJPW1Bbhe8N2I5QEJ0KjOW0YsAV4cL4aH+NXmVjC
m7Cd9hkqt68NENYv/stjBV7I7N0KJdIBbBjhCR6U2HdQCX/sDvbhABKjQ2Aw81S5r3nTgZRTBT1f
VXsT+/4CkqVPHtUs91l6avX/eOCbxs0fhOYbvFI0jDUkdK/KEtkfh1pGM0Z73NnVNgnt7Rtva5Yz
AWHM/QUyIP4Z10pBeULMZ0patWvBhFUJgEXiGB6CJ87kjXynvVSdU8Z4/9uNcHm87QtZJqwSNLKg
xQArIEs+IwatLfOQbXDDUrRrdNq5n3RPfhr8nfemhEZ0DDbx+PpY6H1UiqoZOLtmyBX+Jls6lSFi
+nDw1VMxz760zoVDg+0s3ZsbEXPQdGWZs1Abst7zFIzAENca7k5khxZjdPrbm2+ILuhjKL6IKpG4
qRMbt0Lig45tAOlpb2BK6r7axGfuyJu5DQV1sx2tgfjX/BGaImrABaAWiCQKaoK3q5S5cgREoMYq
ASTtNoGhWaXxFZiBOfN4FHpq52AeOKJtdl069a7HtKd5D1LH11n7iCF+bmSC1khyKjAjRCCfjIDk
mb++xX8VDtqeMc3tbTR9o99Iq2THrBq0vHtGsCotEKsxVB6FRc24WhCh+nJapSGjVMo8C8J/PucH
GrD7ju0It3pm6AP6EgTp6P0momUFVc0GzITKqTFFQ9h4T8yxsMHRiJbSyY0/AnNy/XXtcG+1Xenq
Jge+IdAbp3FiHKJ35LEPLKgRvH1P96uzbOI4ZzA42iyRD5upKm+PM1L/i7PrWJIV17ZfRAROmKkE
pM+ylOkJccoc4b3/+reowe1KkkjevZPOjjOoLQlp27XXboPUiAMDCP0BvUz/lDvdGY+yTTlG4TLv
9fYrXEiN4Sh+iZu9EYhL4jENjefGbo8VqtaObiMPRE37T4Z+/3DjTxxYq2PPFmD8l3JnL4V7la+W
Crapoau33mXnALCglpb2a7FrN+3Zs29vdEGfTggahBCIJZDAmLlGYxkYVRj3xrO3CS1lWx/wYR1x
W6y4YGtiZgZMMQoJWVOIgRu47Xf8wQT/Xs7099u7WajmArv0azuz+DQ2ECcUXWc8v6VoAfad6MHb
mY/8pB0nqoSU6jCRSGq+rzZCTn94fj0VE3UXUEWYJnKJl9dTgyufxWQwnutjsdcw8zC2Slu19M3w
FH2S+9vbnC7fXBiYxpG9UAH51OeN7mLoFaBU981npbADlUJDoYjGUzqu0uYseLMTp/l/JM3Ok9eK
n408NJ9NzIlkxOcMM+kVK2qeNLuTmLzi0k0q7HpjGqiXlIm+3Zjd/gp8Y/WYpOZzegyftCfZGv+n
k/uPgHm1v84GafAmAdpJ2EqO8MiPoqOuXPaleIOoCDSAYCImlMhMj2qcm3qrFSbgfuKfYi9/lX/D
x9SWH1d7Spe+D7wEYFF0A0HenL23STy10esOQ7Mx6/cx/NRriix5TDufjn/0lcNbVE6/pc1yHHWk
tQHxGhPpOSqJVC5ohkm3YHI46GcxYuU/SkjlhK5F+AuGb3KF/rPJmSUPG8HwZAlizbv6LnxSv6Tv
Zo1gf0lB/ZYxM65mlutSELUmHFq/pd0fcjbuyr+ZU68xZCxdcQyh/gGgg7JgDjuQAg8dmkkKjsyo
wkiczt3J94OFYbDVUbIBVYzd27piIVEEfCLq3mANAxUUYvFLzRSLbSoYNQSKe9CyAyA5bsmhgf30
URUGPBrE8wkwAApIWXPWHLqPtd6hpUD1YgWzs03rmvcDGDPBV5FR/kB123eUj2qj7V7PspVggFXs
hpviv9YlwEFMxTNgSsDXMu8ZHIwykUYdLIW6ODqevCtKaT/+FerOuX3A1x/UnAb94mwNUJihZnN5
vqVWVFWTg5hRNPM9/NDPYuT6NkmB88vlXlxxpae/dqEhwfxhSshiIEKQcItmbtCgRFog5pH8HAtQ
wlFXplbmkdKWlUZhtzemXr0JpOE1KDIFgT686HkxCgOEm3AYFfIsjGep2Iv5wQh3uUl1jCz2hFfP
+wqCrRmeRMBM+NPY3xOwWcsuvDSmK5v+S+R/mq3uPeUxG10JFWz8fpd/smxrGk9dycTiIeCHoQ9o
4zket5rKqjH7BEj6srLjhDavUUzr1tYKOOYJamBuHx0UvoLQuTKm2CVMKPxK8PcrVzZHbco6SaeI
MvUNzy6qAZNRdKQRw7wR7DgIi60v59wumsFbuTlLksHWAQAh2kUmar/Lm6OSXiEeWIWe0fIibeQ+
AomQIue7qschg1Yl2ehVlD4Qc1gr9C99WjIBAOH2maBpnoNSO6EseIisGOA3wElIVPA8KkZ7kroK
6KFPie802Z4D3R2eRr4PjbvUjFgBouqOidLWF9joU/JhDodxdKqScu1eanym5f/IfBsZttIGmEog
ZC/x36A4JbXHkHZu4neesJbQJmLGQX5L90R9EI1x4uj1Oqc0jgr+7/Ydvvbjf24wOOcwnV4lIDW7
PGNNDQhcCqTjQlG+R/xUAqoZY4hdkfNtXtWDVYKy2IpKBZQppHqoY020oqF44lrSWLLkGYyYntUl
6d9k2qHKs4zVSqKDB0BJFFqYRKUtRpjvbq/7GgAyYe1MINPgz04o75k/qfhyp43ciF3Q/MY7U5aS
syxoOz+OC0wMb1jbgzJf8XrHzPHW4BLnDknCauX4rj0Z4HgJKGcRDE6Z5LlyazOlysNy9J7zMMlo
LWUPIZ6sWnYUE3RpgS8ZafW9r7+scvtcJ18g2kDkjnHTKliO5r6g6mlKIZYid5Ns43Ug8u4kpxU3
XW0FblfvAcck3rcqr9QtruHak1jsWQLbGvC9cw5rLcoUES213A0b07BFAeWizhPBeJy1/qYKQDZT
tFW1HUHiv5d9oXU0X6dNOOaWofiebXZFveZOXsUWKvq2gVEHo7asIps+u8NqW6eBFlbcLSMVmbaw
YpjASRjRTeKUSjY4DSCFVlQXxsbk4sjCsEodEOeGO2PAeJDbN/M6SYDVmLiTsD0g+cIgkssXxUMx
yBvAf1zpyfBZEp2Gv2KF+X5MzDYh4izQknZ2GtiKdyepdsUdQHMytaBichdnn/JRVpiab5PQjtFP
iOrY19BuSLjPiK1LB6JYpvmiu1xlurB2jpN7emk7sXLM7sasB+Q3kOe4XHlCSMuzpMONevE06nPE
u8oxeWj0c6GatKrfsu57OITjJtHWqNF/iHauZCP6RIUK/wXL7qXsQenklo85d2XjDOXhWfxxEACN
o36+b9BJ0W4j9b4mjuhZIIr7Ez+Ij92Lag+9RcKDxMA8IlPlnjwnhtWBY0GYSOvXYNnXjtr0aX8t
cm6QmoLofpFxt4deuROqTa/Yir7nJ4K6YX0n2eoheR3fFL7VHwRo/dIC+x5Z+Uw/haHZUaFpAK9w
ArFO+I3Lo1JSzHRtiMHdqovs7GEoXtLC7vnGy5jmfdfCsc03RfOeYhaKoh794bMULU3a6MAF9YRK
6QY5BpBQhMcC4YiY23FrqcJmHPYkPMexHXr3GQg3SluIto1JpdgmD8oXKqTek/lYh7uyioB5Y6Hw
rWoP6KqmjXRq9mP9rpu054wHu+ApGhoqpns0Kq+8Lm3hjl5sfqb3VSFp1SRQuaudKs0ZhIJW/WPA
T2YLmu8gfC0Kmm6T6LXLGhhtmgfv6X2YbSNijf6R145GXuXeGr40vuPCowpkeLbXwSsFjW1Wd5qH
zrPyEdqGpr3LZRvNXIXKgu5e1xxFpfo/nrrTWzeOdkV6B5ShD3U3HDWQBo6nND/EwJUGtBV2mO6Q
o3CcvaSllet20R/AHKs/5G+8WHF4Fyw4Ck0aAPpw0ZBbIXOPF516XBQ07taRoxUM2PiC78C/2VoA
a8VUDjZGzYZTVm+kyO7A2cJSK+Z7zWDacFKrleUsmaWL5UxO3a/keZyaGe8qj7vDKVFppDtVZHUo
ovsizfyXGlyVqq2KkWXI5Yroa3f88iBm6quJ5X5MVIG7GPyUJOi8LHNmVjolmlOltExBrBinKzKv
Q374xvD+oezR5DKxUF9ut+GjopYl991aPAuwPOHYn3xu0CoHniKlvZLbUTVQ0MLtJTjNrYHn6A87
01ijpL4G6WElyg9+W57ya/OBrkmYy4XaKL6bGaSjMqoYZ9LI/aZodYl1Q5UeKz02njOpu+e1WB9S
k/dWlgw91XxJfsu0xmSDGEeWXEjZVy54a1DvxRWicxLM2bIIshh9djU6z9eDpPIDt/GUbRmElqmX
DFD2St/kleM3rV0JuzRsLT97DIWXuDyapRPpgCt/3LbR1/UWFLun9uSpmwLwLW2myLVcVQYNrYmu
tokAaZJedWc4QVlFKpO9nUy2yBi+R3foQXNvS74GCE2STQiHhQWEkcx8lRZYDLky/djVinNqOiU/
6No2izCBxFW0z1A/gVPJQ7uFeK41uzKm0SDiWy4/93lm+anE4M8AaPrWgdJ8iD1m5MEeolIq1Ewh
X76x4a2/EgBepZdmS1Yvr7ikxqoAvytyZS1R3B5qyAm7qgKKJ5btpAxTpvaZv+LgT19gZuRQ54Mn
gsZVJHHn2QkhBcY3EMvYLQGJOFbZyrudrtqtPz8zI4HclcCp489Lw1kfXrovXdnn59Zga4n9BX8Z
WQj06wCMNHGxzbvu9DLxMgVj7t0hHvc8PKnDXir1k9ccC7cYVbvL3vNh2zL4Fpages+379tCgILY
GeAHzN+ccvvGzK9KMLu18XzPd0tp6q8MMZR8oHHntPEJpPk0KTfiWu/K9X25FDl7XPFgCJ7Umr47
+jmL5IbGioQGrHfQhn0LSDLd3uG0gcsvCcg5qC5VXUS7HiZuXN5ONBj3qE7rgav4XWz5zVhRMROZ
0OkRuy3p51NdiUKk98NZgVTh7CyzouK9pIehm6WHQXvg7ch6Fb1m8jcyOuRP29pxipE64M7tjppx
Z9bOeOphdpqKpvIhWqvgLrijE0kHEr9Q92DznQ9W1es8DGUhDt1aOHU9y3KZJcIjefAcYaR5ukvu
DJQkB1rdK66p3ZdoUs+R5uupnq4czXVdCVlEkNchNQukL/Ims/eUi31SZnkduqX6lefPbflQCfdK
Qtjg2zygmlfvmtAlvaWgVqzuPRPeWbSVG5nKmX37My1dv0lhAH+J2g+MzeWFiLKi7ySxA0wKQydZ
azZg7VfCGrjcbNyGehFbcBLW4pcloSD6BavyBJMH1e+lUBJVPgjIg8iNfcPYqm0l7rrmXarbA1BI
I0K80FzxhBcyIACNTUAIALlFbHX2zIbCCzDwBqc6qp/qsBt0cFcmiDfUiiZPPZzxKrClxjbWYMFL
D44QjIpAMXTKjs3cLLlr8hBBeOjqWjuepPgURQl6XepyXNFdk12ZPzddmlwauFj4nW1QaTpx0A0/
QoLDp6ISQHmtGJkl5Sz/FjF91l/OqgfdLCQkjFy/kqhkYPIr+JC7LzCTCy9i+j4oFNNZq+gYosV+
Be64dGN+i545QxpXTLhDReQaOdHPetoLLIwlQJJyHeEuSFtYHCbJ5r9/G5hTNfUugRIY5uByv6Pv
S6NoVpFbDyEaZp89pbB8hbOwz/Eek7Urem1lkfJHiw4Kv8AJXVFQeFkb+WOGPaJdVXIy9BzQGuM+
9qM0PgpBKdCm0SOLw1fdSk0OZFiIVl0MtQmsWijROW6MqR0BY+80lfalh4NyaAIhAHW6LK/dhElB
XV02lJuQ6EYHFVrkL0+mBhFCnowSPkdyaAjSrmjVo4ZyrjJ0Ne/RmipWm2iNk2zx/uGIwFUxjSFB
Ou1SqpiRQVEHErlmUll8qLZm8SSMLEmfketWSqdBhN4bh0q00PMr8jUvaHqq802jh26qjZoiJgnI
l+Jr0ZPzUc4xICdrg5OQGWihNuL4PlR9N/IC8S4ds3FDDC9hQ969/9d3EfkL1N2A0ARByY+P/uvt
EYVHeZ/XsdsEEbptDwqxusJWMT4j/+e2pB+6odk+L0TNNInQp6YXKVXsyif0XO7e9NipPfu1eQuY
CsRK7KAJc59HTAcRfnIXRnTY8jtttRo9iZkvYxqLAEv5M7lh9vpaL1HGKIgTF+npyspkiQ5jRGP9
vzeAgDP/K2b66r8OtjCyOAm7KHGTMUSX8l4dLV8+jJgGtZbrXIijgGH+V9TcuZUL7ouNAVHKk7wZ
wXD9arxj5ohhCToGniAFFjg9WG6exqeVLzrdzKujhNeDRm4dxAQ/SZFfe/QVIWzLIE9cwM1sJNz/
DG51Cp3v8A4Dw0PLALiks6p77cCR+zjAfqw5XwvGCWDpfxcwezpk0AJgCNPELcUUg5g1M7Z5NKTO
7X0uZFNwwL/EzPwKrmZA7udZgoEumnffdFZBc9k2UpobjiBvq2e53GvpdkXqgm26kDpThppRlUQ1
sTn97qv8BH38poks9a1nyATvSqbsmT18PNwWumArIBNzOCWg8jEfdSZT5DIHh0GduEKEiLIv+AeM
RrrxmmmgXRsIm6aTe6am2RqgdCH1PIXjwNQA0Iacqjl7lqjgcBSKmtiNm8K/C+s+l2CKudowngsS
wFikGI2nKff2wsVoqGkfZyU55llWZwys5cmLz8P2KxLMqv1CvFcNSEW3jQBKDtMofbSPFKDFLiU1
Ly0x1PTxxMkIHpGgrHINxYjO/BQU+MpOH2UgjPQTsO1Ice9/KH3AA6vpwzI6tVXcpyxLNVgEldRp
Z90+/sWnDKjUxII9zdibA93krCWkyIvYRSahFlrLqKjEQY/gPegm644EBWuDYXZn7HcM/b3obL29
gKtZLYjelN8LmIUQwAulYQzaE3cItw0RASFtAo0m0b7iVFFYVFD905Cd3sG8gRylEcevKDkIDah7
6r+l8Oa/4JTj+hF8qAkJqJk8FdoJ1Zb/YZmAOhMUHeHog//pUrt2aHwd8nCM3VH8Dv6I2/Ao+CoN
5NIJGqvtHK2krUERJLGCN6wkb4J3ToDEbplZxqyHcx7tPM9GmTKSWRnt2n5XYiwO5tPomPD2vLLa
pZesonwOjC/QmojMLlfbIEEujL0Uu9mwLbRDU2CoGua2d6gMALCrfDddYNfI7behRNvobcCMVm8f
yD0WRzUUMIudobyYA9M6dLO9DuHjAHhDYpWFQLu1ovuSBkAMhUAe8fwUul2uVfDLoBtCM3ZR1W8t
3mi5VSSDR00cuY1yqkbjOMm2ZSmskQkthDQTUhA4lakhB3Q3l5LjMvOKSFNxSprIt1WvgBxNGcYz
SYp8xTgv+QAoPOqoF4O1HqbzUlSuF5yUYwCFrkgqqJ6awQ7N7AVlnr0YFWvlkkX7AadWBqIPKSCQ
01yKE+BfBg14XFwxQZuTZDphQ+uKefWzNoAX0Q5eo9Ea/DWzdQW7w1v+LXZmHT3DD7ywaBK30KhW
3Ovk1IgHw8EDFaJD3m+GNQLxaxTXJHGyHQCOaQCBzz5hT4pK8v0xcYcWOQggi6hXfcgAq1e0kV9R
DDHufXhDoS0MVlsx3RFhSQHqN8OdPP6Vhr2nrsRaC841VoRquaYDOoMK9eXRi4UkBI0gwDfyzXbf
DYAqSDV5koWKnEC96h+krOBMFJKANUDsroSXS+kBTIQFy42GdBUSE7PCRKR7fkRkjMQUqoJq4Zs+
oLqnbgV9ryibtK83MX8ojcoO6jVFPm1s7ptBKEijpglMmHR+uXFVSoAiaiG5I7QvHioxtcwRIIHQ
jtqElWLGKu21rY/o5ac8cYiG8ZJTLJjbaLMfJRTyfCc274r03AcvRmyJHtP/awIJTMfAdZmyNYi+
kGC4XKMw1CSUEil1ay9mgrLjVQtOjJO5hq9ZqA9BECJuc0pPagCJXAoqikYz8khJ3fhYPgk7jIll
E2UnyFcfP0sqV+y2wl/KCV7Im926bkzbGhMKUxeMnb6j/p2aNh6/x/N9dNToa04V5lbh/8N6L7z4
C7kzQ4M5CpUxhnLqtp+IAyL1kPp/Un1DshyUGcFGLQ3qkRM4usT+qRIOHpaTW3Fk92gdag5Zbmdr
s9YW3t/FiiZN/CtEEEZV8xB2pi6K5FOXACa+iwlufU8l/7vqV8lCFuUBqiYSzNyapm5dyhuGONCr
HPKGHu2T24kRdAe+zace3xzIeiZSlmP6eEjttmBs21HrKzl4FX25fQOueT+nq/1rHbPnl7RoOfZN
3IADaEjArq+gIEwrDKRE72PzvqmsYwpIK8abuE/dx8PDWvp1KRV8IX9mxqu0VQqpmM6dAs7q+aw8
ImrJQjAuZx62D/ZdJ7Ae+MftfS9VOn7LnTMPBUMDlokA+27YQCia7BFks9iz/XGD0aC3hU3fcqbi
LmTNzaraBbHhY4+GfmiliIb1vTe89Px7FRizlCK6EDUzpYkRqdmgYFvKHUYGmsjEoDO4PVQdQlta
qufwnw4QxZO3ltFe1lz/3qN5YYVwDqfCx4sepG2GedYZE0/iizjuo28gc8bIEkC7ktnFk6yt5GsW
fKSLLc90GK5P18UjTldUHjQJULrQ6XsmrzrHizprSmWDpBLAiTmbRtlpgqpxYDqJcJgwj8RJJDQ7
yBhBIGBYnz7VdiKn/CO/iqRhouGY4Rn5yQRFQrNcw9VNV+b6Sv27mJm6Shsp9nsJ3znMT61v94hr
BBYJDtrgY+B2DoklrOXFlm/xvyJnGmsKekEug3NWyFEKnXqIqPoGXLG0SiWy4Nrji/4raaaTZHks
QzPFXXJSC22N4Dy9Y6O3vf0ol+pzoKlERWTilAeUbHaEnRjnUpSrqfviZDS8863qFPS0TijbT2pn
4nPttk+sAwZqxewugHCgdH+Jnh2lKeicx/qkdC2n+UbVDV2jqTNSo92l23Rk7G98yj66HJzHUcWs
2xtfNvq/pM+OV2u6LkprbLz8rOwcs1UJjOozU15Ea282duk8dPQBiXZrjeZ1WUmgRg8cKLI3aLe/
NHqBIviY8ohwJga5M3LVSmZp4FcPMTsgeDSMlwq8inWMxqgdtFQZg0E1XHk4C4gKAyEj+AuAgkWB
fQ6H09W4G1KxTNy+paGxAdimrk7cBnYLz5cN30nkDKElRptR3Zmb6FTelQV4flVHM3bpUfoeExuJ
tPoQBtt0rRFtSZOBfQB5JShSFBVm16ILeSt3kZi4plSjSzRD/qIYUogOczB91GsAxYU4VgWvL96Z
CiY2cQ5rGZBjKjSTIPPbD9sxiVMKbNIDmtQ3ty/cz4SGubLCqeNJQxZgtLOXpgzIVLVanboaehQ/
2pxmwn3CqYny44v07hVU/K7ynlUdzfN9tCt9B8DyMWD1Z99vxNzSQwuWeUysWN1zFH/kffQqH0Ej
K9+DTs+Dsv/LExs2xu8ebi990Z7+Xvrsk3idEtWN38B0axZ4qFjRMS0DIuIklujuEcJdWtBs292t
DYu+5vuAX2ZMl0HH1GboiplVC6JB97gOHehpTD+aEkWNxwpa6z5jKiPg+NzUFCmt4ivYVK4X0qG1
ZWC42Wdc0eoYqLuGrHzGpaD5Ykkzpx0+rO+3PZZUO9ZgA0377ey0+02KhtrP/K+6RQdq4mAc66Zh
8uPt76BM2726Qr+OY3aFMCsBUFpphL3baQ/Rnzf1713wqB+0XXIMWHkAgWFt/2WVxfYJGFbJ7iwx
fscUhn93ZCtY0SJL4bIK/WVOs4PRB/GTnfwVLYggg6qHIslc1R+iYhfqDRj9ak9J3lpQ373UwdT3
ogRDUTJPDtKnZkzEl6E2krdMMWO+Yk+W9AbIIwgo0QngOz8f7tdqBoAICOKpzG1qHxPmqyxlkZp8
VrVIntpS7OntjzHd+dm3QDEfdUAV+Qq0s85cdrPXw4ZUeubqiq7ujEBCfID8haULJmFKYSQ0LuO1
/Mg1eT7gOiDpnyaGAxcFLXRpO+RBiqS8qTNXji2N0BKjETSrzLbKY4kuzY00PKpWcSq1gyJt9ZxG
JXwzY+Wgl6IVTLQD7B2QRFCczVuFlcEfZJI3mStsNekkl7QDP8yxQMP+AJJl1ljirlLt1LDlxhlz
mn/qK6HE0s2DEpV1YN5RzgL0/vIYVJ/Luk+KzP34iMDAkPyTPdescIKP2994AX1pQI6JoQjIfOhX
xiFPZWUUfewUsDeKjVbjc+EXtMZtKpCKVguaaOhgISziSMaUnI2jTV4is2EFCdaOfcFSgZoL6XNQ
L+lEutq0preosKT49iBdzvbu/kmw9gCrUzgpXy8rnY5LOh9EIQDJgNtI02EdL4+4bH0whpAhQ0gK
xwQuwKFMqJYyci48DKDRU/jadM0pW4gu0FOFvhx4ouivnEcXyIAJUiOKmduJOQbOFYNO5UZStznx
wJ+epQPVW4XbAAw9dyb3NmO7isT7IUOZPWw8LnxsuB4Ghl7PjF0rFaGHl481eJ74inKS8JX2QC9Z
qeyhkCSVmW9SOFDg6e+6IKdmBqqwsxcR098UXhtFFgAcKbBafcxHsM81TXg0lQCQbnGI5Nc0V9RX
vceMcSb6VVdRFaMVYDP0TDryLhZNasqd/+LlMnkp06qtnEQXVFdp09ywb1/vJVsGAMU030mWAK2d
c0zGGDJSemaeu5nPQs2WchzvaGXoVchTJhQf8juWI+xlEBzcd5g730hM++jeCkcDihYA6RAUXGD3
vL2qJf8YbVJYD0oacAPVmWadEOkl5gJx11TzjW5j1Dmozc6avul9Vu/5rrM63QNvvT0qKwngn3zT
5bfHkAc0TcI5BzM9yg2Xl75ouGpEfRq41ts/g53uTqNV78CHBLYzHAS9m+bQT1PQfcsAFcQnpewJ
c6ke2N6jnXU8TjRZLYhg3pGrwnTBBwzbeXpK2VOOMQMphnXt93v2tBZPXNs9PJhpbBSKMVj73O6B
0TkpFNPznqXiPe04eo52kX/v9yuOz7W9uxSjXB6N72XEQGnMe25EYvP4XAEJC/ZSlowHJVmbcreQ
kLuUNtM+PCtgeCJI4501sHyngyWn+psfT6cTJvKw3fcnimr9vmf0OP6N7skKQHbhZVzKn3l5EhLC
nTjJt7RNHdCT8zHloJGdVO/vX0VkAjU4VGh4YQ1tVvT8tZq/FD1z8gw5MvRoEq17jpr/laK7iGgr
Mq4dyUsZs3vOec4TqBXvGaD6okH35xox4YLlhAS0A6M6PZULyOwDCl3vYcBnJjwnGEr1jTxmuz+j
XejrhGF1xForRl7nSiZp8IynYjj6E2ZnJhYab5WyEZ7B90D7egdWUDoIZ734qLXXjqw4votfaOpU
hJmaOmpn3ocnl+ooDC2kEdAtVJtEf1GGbE0NXie3THFqkJ86VPA7J4Ubxg4YtFQQwLwf2cnGOBp0
j1ldABSsSFpSIDgXlegT1wACrcuXrRWdoVe9Jzz3qCz1oLerFFpVpwJ987c1+5IK+S1odm5KhXGv
QQ5BID1H7KbQVhWp0oNpT/yM49Vk7Jq4mcaqqkatvNIUpnE30WOHiV4CXjDi60+JgamR7bXDSqC8
9KzgkgIQA38J4MTZSZZKocSjig3GJhgGBLSzI26/fYYLdw8OoDTVKzADAeW4y4+Vx1XdyEHC3Vgr
X8ugPBZoVqB+kNi35Sy8KLRDAauM7SDk+CmS/4qmDD3swnZEf3BaZXuZS3ceid7MNPhQwLpaJK0D
Pt+VZ7WQlZpasP6VOftgvdr7vmKgVfTkgHQytDjFDyZOf+/oZkdhbDEDzjvHiGmfVrzdn9aYmeG/
ED1TV1KJimrdQfTbm8heNPulYwNI8gi1HGdn2ljCx/Ok/5FvKDlND6ql0cZi9QZZwmp7yC3r70pm
duH2Xqxougi/PoAuKGZI6oK7QWButdGzWyIei16ykrJmVbXWo74oDkpmiqqAtJyDHkIpBx9Owrkb
IYkv20FDmGZso/oAIN2KGlgyriAakYBbAXoJRe/Z1mSMl657Fc24zb4wWMVxoApNDdrvwrv6PrWI
xyqP1jEMLEchDoP2PPCRqn+6oqTZO8p/t6/6AuADaMFf65lZD6DwpaIQZO5ajS29nUKVhY5y6v+C
+oAzb8XHnLzX+U37LWz6EL++a89LErWViU7kcVM8tkdROvwhSCSR05CveDEL+DRsTEYPE0EL9jTY
81KW0NdiUkSxP5U1TyOVJHv4+jq8xMhNfXVbZQ3auuS1Xcib5dRDzyetGEBeF+7a+iDpbnTwWwe9
6Zi6FXhb5AeCEQD22Ip9xVLUQxvcSeJbYu7k+tDZIgBswl5PbZ0IVp8eI09f8Xt+Asir0/91IrPY
YvDj0QPZuO+CjLCgpoOiB/hlKNzLL75nZ+kfObRqWtvfz3d3zuNR2MRn9vRgvZ0O2yf1I7jDEFS2
9ewv3ZpGUW6L19tXcflp/Lu+OTd+quj5iLHbviuDRBrI/9cKHZ+YvQ3Mo74PyS7bY54UMhE72Yof
Bu1UPKMJo/9TPwopG9Ar7d/fXtBCwuniCpGZvUFuJAi6Cp+UGKfae5cEDLw0t4qXW11tuiRzsop2
CnJPYmmVwB3mlmLp5ndpnIyW09hbbdldsLFAhCBhjxgdHZRzjnJx0PoiFRMf40KNPbggNuOrfB8w
8a0D65PnYTawuPJil0zhb4kzszSkspnUfua7erlFs/hQObGVDv8gNQ/quv/luFGIUCaacx3pzMsX
2yDD25IBx12ojpIwObHUp/LsA+xo2t05pqml+3dobdDDzWiDdTAemfm8sobJDbt6I5jVCrz9BPX5
Scr/0lDNoJWJmTX45PVm1MBpICr7kP/pOCtk5HfTcIcC+0b2dBqLFSNrJcmF5N4PeBszx+DfwBTN
tBZptTaNU8gfNoQWfzMgsWgGIB5jkbNi9xc1JA4buR60oE0Tzi7Pux19jus0+G4iJA6vXqLRTjwf
qJcHOTiEmgprzwIFDFTvRU65YIk6KFJeVg58yaf7vYiZXzzmpuj3yei7jf4E3g7T2Erh0eipkVnD
Q+Q/DENlSVlgqajK7WSE+Bq6Um+vYaEYCzriiZtGg7mY5iFdHkSUj1I81lgDSqFOEltSTd8Vlp7T
s+u6iROBU9efON1XZyUubn7KJKMdD2DyedNyXxEDXAwaNB7DxCX0IQjM225a2/5D2Ff2sTZdd9FG
wcn5j7zZFw9A61/0BPKavdUfy+f0PrLro77NTprl/ym3ynncC5sz2A9yFoPwvPngYCNf++RLbwwd
RBhYgHgVjV6zd17yspGTuApcoX2KRSt40EtbyqjM97p5TqIj/xL2yhpcfNHL/S11Zv0Cn4R92UKq
rzDn7Z+T/zmNx0T3x2QH3xCZp7uB6eDC1QL7HihUOmCyATu7ZwPN/SV1n4bXw9oIriXtCqw1ISqc
zmls7uXFM/OoNpP/I+26dhxXluQXEaA3r0Unr5ZhS90vRFt67/n1G+yLxUgUVwTuYo4ZnMHpZLms
rMzICAAvLS813fKcV+uYfZO4tdsmczCviZz2QHOHTD5UJ0GCNW7+DSC71IccjfReo3uQtO+2HgHR
h7qDQougMv/N3QnHAs7jAdYJ9obR0PIoy7mA8qykcnSB/3IkwrF6Cjy7ohiV+AJUp1foVPJbZj/Z
JvI1F2IWIq+iwTxU5h7fg7GRV8fsCsj1ogsbL/3RPKMMlmWegxZUpTTFcMHQhwb0vMLMBTb45gcr
HDIxMMAIYL+7H3IL+QAu7DjfqssVxaklaF31zn2R++/n/mr4OSM7gKugTxKQaWjljovpLA/4bylQ
oRVUqdaC7Q8JH75aetucW3gsmh94X3tucWL+QGEN8QsQWgMqSI/9BgPBj6AF0p5V9+WqM+ZUZaY2
552BkQfOC7+z4woGkl2/jjX2B9Q4OUG8RxRNOc9TaE4PaOAlg5oGku2jpcpihAAlD3s8WhmKCxpq
434F9Zbn0zZRTkFiGiwO8O0gIUJ/1/2OYKIoZ4vMj6zXQgdArNQk4oPQuN5khNngTd2TYw1U+UsM
nYE41stXKL2vTovnXzEYGW+X248YvThdAJycusJHgOxF5/sWenOfzy1MzOZAJ4SNgdh06Mm5H2bD
VhLTFGjbZVpc3P3S80CYmx2cmV04MZCBvg6xCsgxoJEwfMZNbJbHdph2CQaS19GrRJeyweT5XL/F
VAR2Z2U0mFpheJcvB4SSsq/rFbexPci1RteQ2XbJletNQIFJMReLPRb/0M50M7bRnVjlfO72qYu+
CzWQIDL+W/QHH4wvzpkp8B5azrayTzgRRLiQR0baA3mIceiRJ54C9Ud0YgJ0X0Fkww+OXfuWQ9CW
rUjqHube4w97BA4RhtDBMtAwgg//fvFqiQ2zRExiy+t8KAqFYPpwTPTYeGoYsDMb5cERj2yNlpAH
U20L6ePYYgpJ82sFXFJGVNSmZ7daRX893/wPuxLGEEQPaUkFTRvKyJUksdQVkgd8UA1n5dSfdV58
P7fwWBQcTAzAB7TgI9c/LlWmTOjXDFMDpwhghYuaUH29MrbqC4bzwq7X1NxmfAhLgXDA8QLEArzK
gKeP1opLM98LQj5F+RsOa1lrFPDgQIOLRDJ7tdEQDD8f4ePTf2RxtGKow4ttQHGphWaf9adDPLNW
PfXHN2rSd7p6qMj3Qg2+tFnw+cTqDUk/XGpgRRl4Me+3ZeLZXuA7XmbhdaO9K2ubAt83cVjtozQV
X/ueqzc8HDsMFGAKGYllgOHw2Li353iJKNttk1m8maDYDeJmwVXR1J3+tDMZ5YfYcmRp9HL3IwVp
RgmWKu87FLVTRZNTN8ftMTecYXpvXLLgU2xcD0YiwndqzC9EhViyrR2e7485M+MrTKQCNrcZECDp
0Ep1fCSiFT0AZ/qbcPY847mxx2BkmDn026HIIMNh/d3qN4NCnCgEOB4Ztr/4Lr8b0btS7KrlR22e
oOtV6/+FuYFqnoZECA9y2tHgREgzlilwlxZwrxJZex9ZYhS8dgFJ18nRRNC/z8Spj3ktDBCW4E9Y
BJJwLPerRtt8WnhOk1uornUErHNpaNAg8NxLyFqhUZY/Q9ct0SQbDNOnkjqGP/1cRPmYdx59w2jn
1F7U4wlY5hYYFipnCw3YNCKlq6opgAKtoD2f5CmPdjvi0RynklTbmdLmVm44i3Adzq3hlBu5/fkj
j0kXrswlYpFbmbfEuSba1pAzQhdvbaAtuBfpnM9t0iHkvovqRvM38phCEQRs4lS5FStbQTTrK8Vi
9/jRIbNXSgHYLJlLBc5um1GM4kupEJQctg2XbBlK6yPATy9onYwM/ytlCV/vk6giEeQyYwADCUMF
KvcGqIwwe2QeoiUMHmBi9GAgaYPIenTnlk0ABCIVFRbjHKNWC8FvIIGM3lbLZuE3h16fq7E/IuZx
C9IDcQRA2Tj7f7m0G5+AGL4D7YhdWG1+BYk6a4UXASnJaICp+zuZSNt43TSkX8kGh0TR8907Ec+g
ORb+CDxZPLpDR2eFpmvODxWlsNLq6oMLRBPrU5QSmZ+xM3FliDQIQaFEh4jmge0HYL9IZpKotHz/
2HMLsAbnW2wkcHG2M9WZP7Kp0fb9490HwBDVGXl87yInklUUcucWrYPtzPgEzkgynJVnnbc+FHPI
x4pF9kUF3yyJTWcfq6p+POU/62tGtIA0MwOfij/wOchF0cBTwuOPzm+fdYpgN2IJSgfVjQzKiDI9
3nhrqf3Fyi5CUpm9sg7KpdAvWAgBIt9OafxO/g2veTDjTB7Tkdhrtx8zOtpO7/l1k8slLlWwRKw/
G70GzJX0Bii6CCoeBNqboMrWJYKeLm09l7qZ8GXQWsQeQKCJXld6FKIwRSrWVNpVVi5SUA9QOPAL
pfzsKIdLZrwDgHTEq3hAGiLAu7+E8ibi7IoazPQ5YRYUC/7OpWcqNSki3QdD8wK6IZJEnF7nGzMD
mBr0DWgZqT/k5uKCbolfVyDCdt+en7VHdg/QNKC/ix20Pod/j64KPOb9SorYFgSIRDzalN6Zda5z
X4EmLUL0sTkm6Bu6VG2yTc9qTaIz3D4EMSK9kGKtCdYAg1dmx2hp8W2DhUkHE7af6Hb/HbD9zEX+
R1R+P4f33zqawygMkoBx6NYq0LyLc1pq76gaDMiBHv2bnn6O1+lOUE+hikji+/lEPfJvjCZqtE2R
ZfTkJOtbPFnfQ3Xb6chZgjFa+xySp+etQt4vHnn7EExGtdTd5WPG/iMSG/bRLo6sHgrpeH6NklKU
wrexnAktwrQmJAEU1SLAD4McvbOO4WgC9Dtt/JoxO0zpeMpvrY5OR8QppcwLSmuV7a4TEJ+FYGZS
FhGaOp/PL/d4Du/HN4rSWKHnea/A+IyIGHvtvVPBa6b3aBUrAb/Q1Q2y1J8sMtiRqag5Acs5eobX
Krw1mctTP/aijOZ6+Nab6w/UPq2YMXYLpvd4w1148K33i2MIUy78UaaW2HDON7rhtQPKBpo+y4r6
eOPfT8boVEIjlINiET7Ayb4ZcBFDJo/fBBUP3uK3wE8H4GfozN36k+cLPf9whMCegxF1+KqbYVOe
k7A0Q2HYhPky3NPL+5L6Kpe+IZL044OTgIa19/aOI6EJfl0K+LTne+ARFTTMO/ickI4cJAvGe1xw
PIXtZaezYL4LyRaCsOdg5ZDjD/9tHpfhyUSvoKCyn/zue/Gr5upcUf6xc2v4AkCTwEgxkNiMeTIo
0IXydhR11uv6ut9660/OyHZ7lKo8ckzXpmnu9FNHVquPYrmzViHkjwD6Pczpow7L+3Dqbr5itPxM
WLKJzYaYB1at8wsIX0hSeTMnburAYTnB8jCoAAMXfr/agB6kEiiWOsvrdbuQ9JBR9Ofr+RhgDbX0
fxZGRzov7ER08wzcYxH4cSArxnE4uIHpMJImQLtA7OYE54TH2PHe5OjkMp3fKmCH7EAI9rrdoliQ
kHV3uF637666P2fbM654DTzRx5Yse7K0lw45c+tlpJqE6LqVMMRyV7jtiPKyOPlkpcc7NMdav7H6
rT2fnCnPynHo8UBLJtpDxxlCnhoKtBEOWwNK60Y4+P17yuteJM8s86Qd8Bfi7QC4LPTN75fZt/ve
j4YzlSIXPqQ+ZQRXtAgARfn7fERTu3YorKOFBkAvcIXdW0ptLq07JejQL600RBDQMCiyDamRAf1/
GRqTyhcN5i4cDqkSvdnsuqRBHXN9bmJy1v6NZUzYixxPkVa831lSAB1IZxPhYcAEFyedq9XNTNoY
YFxXgqPgNu2sim/xwIpxDuOkR8uRu3w+oqnjfrM6DxS80C6kOgmG7AZvKgV1/mSOwX5qLNCkQ4gL
1zl0FN1vgEpm+YQO886qwVPKhACPOjvIjzwfxx8Yeuwcb62MAqFGahs2i2EFqSJIw+Nxct3uaX1v
vKSLmhzb9fFYq2+1/vbBs+SDJhr6M55/wmQsePsJI9cJ7ERt8zk2YKpdwRsFMmHQyRjG/oirygSZ
DHeIyeZDT7TTAjiKUJ1xHVNLifS7gjYeVga+YXSkOxadg3/7v2oBEk9iIgczFBPTK/nPwuDZbyIB
iDaJjt9igEUAzIKric5ryswh9P6PlfxnZewwhIiVihBWPH8RkddtMqAT9ssjKDI969i8fPEEhHEE
YizaDtHeMJfowZjxjzND/eNNuRmq1PgKTcv4iHLwj8qPYIWO8Xy/TJlAEQ9vv/+wKY/OBVO3WSU5
Hc4FureLWDDsTF5myhxefOIljWIhMD0g90ZaA41C96sWBj7PVWzdA+9SglsmAcoWzefaMtgSfcNC
aTpfSR+puphrLpvIbt4ZHlfXBjodUShhmCO5a4ofXrAu3umXrAa/jZlBEPwl+Xw+pVOhBYJEeujW
xKX2F0nerBrN5H7JJUVvRQAxdbHOAxTgV0e8k98DfyZ7M0zb2OHADnr50YJK45F8P61xl8VZ0bC9
JYP/rwpPFZNqKUfoK+UfFC5dRdlcz87kY+/W5Ggl/TJOkqjgejz21h0oXAEXgur5O6edDcciUQWK
ScLNYYb+tvrDQFEbEpGhQE/DOBfQsHEA4Wq5t/rAUEIja2kCzk0t4i4e+AzpTVVBzmkOpTVRf2AQ
MvyzOlzFN0vpVJCTVzK7t2owE4kkrnWAiCVeratfRlWiF++FAQVAdLXZxfM9NLmuN4ZHbjQP64xm
UxhmlRdvxbAkDN7o5M3lzHwFwsnnxqYC09tRjjZRItmgPYwHY86hoRwi/KSJGbaHOWwJNwTVj4s4
KMMOEjLCuNoRoLHWiTiht7bbQl0byCIt6nNmUbqJLkbVM2jNYtSvztA/DhFcRLVIzV9fr9aHmUtq
csBg2xj093BQx721TGZzXqMovYVMPScb5YJz1VidraxMLuKNmfG8FknFKx3MxOAF2ncZaeAIYqKo
svJasnNHZPKJDJ5IepC6Ry5GGq7mm81aVIwHZJlLWwxZLin96Ojn/ec7hEvf95/L5XEJchXDoWZx
yY83vgQwG0pmyNGhjCqPXlJZVcVVBdpZi+5ZixJSVeDmvNyjMB82INLtKL6jHjioEN0PLYFKU5ZX
fmMhosFNLKrKJ7PGTUzi/fInXnxdIBAO/NygnHhaWDZxFx8r0LQdJM25PD8rE/mX+08ZzTIQBqkU
OkFjvXKE24P8gzAGHnCAEEUmkNJLemle3tAjtyv2p0M2h1N9xDGNZmK4z28WWaakKO4CmJeta/eL
3n91zxCQoIMukxzFzdeF34vkbbcDdzZx339RrX8+/unV/rcSI4/YB3whBiVWIu0uUbnPpJla+cQu
vp/fkecrwR8mOTwGmGq5VhtXg1f7ofuqdMiLDnWw5WalLhbfsq7MuNwJZ39veXRc5YpupDwJGwSW
BainaLxINcXRIsjDhiBykUDxH5ous8+FlzBeR+lst/Gje7z/gNHN2pcy3TcB5pYj12D3jmKMq525
xXJJeM3UaWOVrk7wiHNR5kRsdmf3Icx0+zZgBrvrGqEZeL5C4/xz9C+6TVaqqy+olwWaZZ/vo4nk
/r3R0VMpoiQ/YhMYbVShIlqrvW8/69M5OJyT1XJpCvolRPI6JrTxhuCQVMxQggfz4lxkOnEp3X/I
6MHUCU2ceH++JdOH49zo7+/lWSHQ+cXLSVTPvnY04zWJNps3KHnu4MMJ0Ad4O5nfM1tw7nT/bdGb
080qVZYkMTY/tXi9gu8iQ2wlqsbS1sq1qx1/JH2jS+jyh+6ZtToo2mHmdM9+wHD8bz6gausuilys
CrstNTCRIbrD/YFJ8MiyJWa6eIE8wEXXV5iBcHtwzZkX9OPNfL8YI/fWdbIQ1RTsu2gvtJu1nFoM
qE3sWPWzmXfkI+fcvSv96x2/GasvK1WrDK400yOU9La8vl/q7PJFZ1Y7lcVFos1t+tnpHTk38NWn
FdRSGguoBMFgtKV7ckg9xAV4Vx4Bd9psIg2Oe4WO/ss3tDvF41xf/0Qa+X6KR25OCmzK89jhtIPU
YD0AFYBWoFf5BgsdrOFr14OaxsvlUmkyKCR0riODni100fcpAUQdS79YzCz7H4PWfWR4/1Ej1xfE
Uebk9fBR20bfI9eIux3pz6P5ReD4vBf4fAe7fY4M9O/Z8MTu3x652QO94lJRMNgFf+I2Ilq52RoS
em1t7XhsjxtCHbAVgLLDu3TmqM3s9D+nfGPZBrOOHdCwzIGpHfkqo0uTtVdC0CfojaRm9ef+dgI2
cTfDY7hbnheJG6Wwl2vX7GPLbRAPErMxUKJ7wRBPjqHNLOrEm+3e5DhqAwUpFYQwmWr21jYFw1vZ
C35vr7s5v/mYxbi3NHJbYfS/N9jQq7Xd1hsQGe/3sRapDrE35gtSbrFIdpx+wjZaz2kBzS3lyGmV
SlskynCixMgsC9NGx32Uq2G/pIK522qiDHU/0lH8Fch2muYKbHWm5nvkiisqIwbKTxjo8vgiqV/y
6S2BH9Os3wPoDdYz25Yb3MPDiQEjNgfZIVEA5dj9DSF3YeH7MaIkfru+VkhtZqpxDLZH+ew1quki
o3NYuka55o6oWkD4EpTBanwYLquF3A+YvVkg5wRkBHNy80mj1c8cT85LH5/UHXjogKlbuHKylHrg
R23ji+yQojupeAvMTMXkst+YHS07WgOjLOKwFKCn0kQ1ld8iL1XtzISU2/PD+4eiejbpo1VPINsX
1gruDYF0hxqyLiiTIPhn1c8YXaBYevzNrM85dsESp3q3YzUUf6GdgzoRa+SvmwsHGC8NsqCa/OQl
ObLLS2W8+TthpYMkSDugTYDdUhuxm5ukYe6fffnoxmNDl215PmogHMvuqoC2KIabq89Pv8mwFQdA
O1RoxhWRzI4zT5GHsAkZKWmIWJCNsnH6Jb3fAZGGrg4dPSyLGMWztfO5yGbbxx73AoT8aEWUICCI
PqtxfanP2KKGqCNKJXSo+WW5rGwqV2k72kGDicS0FGrPtwQzxMf3E3tncVxoyuKaaXw37iyNYknw
4/uqDw3zA6VhM86YevSu96ZGoXoHnqoAgqAdQnXaFPbrtayut+DCQsziatnMqRq28sO4UJeFhxny
X2OEHVMnZV63GBfox72MoN9VmzlNE+hJjAfOa4CJKqAxHOW8vQLdfl2PQizoNYam+/d3ZwFagp5c
ur1ckZ166OfUoCZ8FJDzg1YbuF0hszuuPymo2bV+6fSYw0pvABj73B/7hagVBnC+yZKolq835NdX
5+K9iVsYaHoejRGgCULbwriP2Q7woqAqobP8atU1eiqJoCbaFSUgXeB9lcovEDaQOJ1LKj7eE/dm
R2FmzbIu62Uwi8ypjp9OIcjc+FAfWj7fnY9cCsK9oVHo6Ge5VLvoVrdekWSLtT3yIcH6DJ489Pwp
60L9LMy9pxcqg2xjCF7p/XKjs+uVp1mgGzatxBAXtbla1eYuM06lir9WiXGiCU069N7OAVmmtjco
jpAuG7qMQT5yf32KJfSHUsHtoV58itdZZimeETTuzBafeGhgUm7MDG75Jrpk+CJT8gbbjV1Vhwwi
R+ZXSExd3w2Fqt9TqKuL0licFh+BFprPF2TKFSIfCFfMQwoM+/3eNJulURpxcW85tqOWyt7mgEfz
1xQXoR1SnjE28XCAagMLNXCIgIEkURi93hXbRxUyQV0g3lDrFCR52AIUHg9HSf1Eje4iYxVtQm2R
PcnNOSzUsLXGvurW+GgxWbvI8ypEgtcJF+JrKiLYkZDlZX8LuK08QwBSzhJPTPn9W5ujlYU4s1I7
EQbMbFq08KYLSVI9CvzHOUc6VEMvmXR4vqBTHgQNSNCiGUjN8BQZBTpME4c1FzK1JV3g8kFpnBgZ
r/HKtrbsaIk7/bm9iVm9MzcKdqo8ojKnpWuLX/kaeuLAuclEKlW8OK5plzOsGhO79c7Y8Oc3B4UP
e6EMC4yNVyXK6GIty6/ZvnRm6nSTc4jIYEDyomSLxuR7O0pdir6clI3V0lDpFIVgKzeQZnDtTtCr
LKeWjR8xhAeDdVS5iinwHTV3jQ87Y7RbcVCgmAB+tQFRO7rGgVAVocSk1JbXQszOFNKByZJaRRf2
mHxmn1xDos/nKylORA53JkejjjyRSWsbJnnaTPO36pNiPnlPTb01HRMm07yAeMzSbd9oLHOrCek2
iw8peGxjs1W2of0adfsScEoBnLc/gVKC73Ult2rbbRP7yOP/hnYj9M1oLJ5w6N5BXSC2httrEYSK
MtWTzTA2q5Q0p37FoSpZfvtgzV3FtJqVFzf8EoWvuDmKlco1S6GAWr0NaRu9lZbeKvNrcJyUKohd
xW7zfFoeWQkFUA2wcFZoakJvnzDyG3VboUaSo2TCp+v+VDAqZVT8PuiGlqrEXVUtiJx1TgY3+0uM
FuwLhDiff8HE5Xz3ASMngsRDF3Kxh7RHo/EdiX479xcl6qg2K3Fm50/0F2CwPDrx0RyCoOtvj9yc
MI5OS7bEZWSxmSGQdFNr6YbTDH9fG7kRm+FyLbuqa/TryLKNHjK2W061jQhP2JP03qo5BJ3NHTVz
b0zFgHdfNXIyYdpSNdPhq0BveRVssgVsdoDPUvqVAlFf4a0r11RTa8aXTrgbcOpAzw905dBx/svS
3ExGJKYi6ITD1op7EVuUVuMKwRFSyhna9vzr81WeOPAcxOUBmZXR+w4Zg3ufgwKsHCZN1lpSSXmv
NV6nhBdbe2Y3T5QPZI6BIjU4awH+Brjj3oygJC5ry4DpS2EyaGUaoa0prauBqimtSS5ZPcqrqNJD
RayJNA9q4F2jho2k8t1JzFdFAe66nFqkrs5wxvMZmDpp6KtTAEbCWUOHy8gB+bLDdEEvtZaPLqjW
yKMNL6TkkLk/LLgwUKwEozDe0oVmU2qWmQ49c9AmnqaQQ7z5gPFRj3wPDhnQ8egVDF/Ge6NfNecz
IIffBSorC/C6QkmOfatpEnVr/Je5HNzESQcLwACYBhYLTE6j+43Nauiz53hO5cCuI1tkN9o2WBj7
ntB7cd9svJdi6a8Wz6d9AoSGUd9YHW2JsunB58QCuLQujRCICRLsMsIZe+N8jMyfkmwaY/MlqYC1
NstVu7XUmQ+Yeh3ffcDoUYC5QHjKD69j3AOMAUqfWms/WAcQrdPMvTo1wyh8QysdsDeI9Y2u1S6h
KdHpaESg6D8TUKhoX+P+3EeLTllK8txhm7hRIckOxRa8HtAfNX4eiwgV4qJlesuNVO5afQSAUSD5
9kJE7ety2dU62mNBnfhzygOMdG5a56wPf37jviSXyuRGgvUy24KDE36TQ+MPUSBh1XEgm9crELsE
C8lV2bOb7Vz9+b6aKNGCmQmwbUjWSINA4+jeCoNADNKyA7RKMrKtyxDZ+QUQYO3iJRvaG0fY9/XC
KUlHz1ieWOQ7w+OB540EvqYW7yl/wTIrRySsvJH4miSs6iYzr7eJNyI6aaA1AlCqAB3I0d2kZGlF
yTmeFSW3qT955Tdvz8qc1PgEHB0voyEtIEtQxIX43f1aZnghMqWC24Ejr53a6MLV/xZ/2w1jgO1e
FYyMvPdGrdFqv5HN5oMxtmcT0IZeTT9wS2ebWt+8oc1hpZubjf7RLRmdh2zT8tKrm7fV6vcw48mm
VoCXQMYPuWcwB401zaS4phs/YTsrTA+gq1QyTQnQaVNCcAZB8/N9NlEWgpTIjbHRPsvR1EpLHoyt
t3vxI9RAt24R6VguvkxTR1c0CCQpcK6zl2bWYU+8fu5Mj3ZarXAVIJhMZ7FmhrDII5/G+vt1O6gA
hq+KufqglsKMB5vylnc2RxuuKdLYLgXYjEj2KpGrv9wyu/TVn3EfU491HghsyL6DMglApZGdkC8L
qq8xrQkSYLGWqCLeHKCUppd4wBaIv2yj1OVrpGV7aim9fAtn0F6c5+R8JkphWN2bzxjdibXt253b
4DNAGM+Ax3dXYnLZVX/V+T1l1Z/otWzRvAfO1+WJQT+hMLO9ht0zeogBgo5fIlosQDcwWmLeLhLM
Ak5el/wU/q6Qj8+37x+Y9tEAHhcsurMfEai936OY2hatBTjHe73ktH7Dv8orYPdFwAlCDeUCM9eD
ZZZrkmmdUBpRtN9BJADkatRLjQbGEupBHVInc6d4euj/vmx0L+MJnNFRW7aWJ9HFOnAEeSfI4en5
+If5ezL8P2z3zS1VNkrJMWkOIzb7xrJO9ZrFiC7RtRRvn1uaHA7a3QB1HyShx7lVp0PjQpVhol3f
PWUyeu25uQt/zsTgF28GwwmFUPt21VqvVadGEIDAku5T4w8TtImWaD8UOfVtdUKN+vnYJk+rcDO4
8VqxLdUzf5av7GprcOgzS8yjZyJw1zJNf2OxPxa/yjJEVWUusza5hP9sj9PlYszJdVbVrVWLwqKB
dqXySYu9/nyEU/fszQClUeRGl1QLfiJsRif5KW1Nai+MZ/hupP0XZtBygiQ8dsqDklxbgMCn5trW
SlNHlctPhzPq9FTg6f3cztRjB/HCP0OjrRL1AXhU2K61ZKbQoxjd2oKdE+yghMRo3HYBHA48JNN8
9pfzJTUF815dozxlC7yRSe3SYflXpY1mdvBg9eE03nzVaBtxAsDwCo2l7FHEPLOFHBhumAMoWQJ/
4rpZcOhq/jOnZG4GSjjx1sZ0oOqBHkL0bQrDybo5ORGkQWyBQld0kZaHhvX0LDt0/asQs2toeM/E
bBOweFR30GrA4gWM9tBxIrqNKbz6M+Rl7QJgGU8TcxIrQIyTAiJ6/TdforVvFV5KMLmArqP9FSO1
58B8OJPPnLzLB2KMoX6GO3Z8cgShViBcAxRw9hs5V5vhtZDTk3rrcx8Sb/gtRHSgqtMr15nNN4SL
42UeSMyGoprMo353P9uuy9a0XTs0wB60miBNvKV2KYle7Is7k0OZyqWCxhJ5M6jYokg4poiIu7Z2
YjbqLY25MCA1+TQrFLtjUlyqGR84EYzhBoUQD4qEAuLkUcDCBWKf2zFqGf6yrNRWK4CAazsSHude
NiCOfpw/oKfR8SqAhYFHov1+/qqg4MsgRdCvQLFkq7S9LepFiWSwAXpjRiZhVrKumvU23xohK1Gf
Wcvb1y5pa8qk5bgViTM8DEng4kioCecKoJGtRSr5aTm3DM5VDGFD9EjIvENoB+B3NeGhMX+URKcA
6CjPkIfwwiQNN3IpeaIupryS6EmE7O13EAY2bUBNjpKRYJUTT5V5ge60nK/peN+6kTBIjqFjWR9a
SmMjroBkJSxXgnRBgSgER5yg6zytbRxfXDZ9oxy4qA65fSIlbbjmu4R1trnr5ZQmupTNkYhhU9rs
E9RR1iBWYP19FJdCfpUSqU5eat/LlWVbAi1p5kXIpbjaRQ8Y0b4JeUNpQ46BLHnX5Ss2Eu2hhsDa
4pZl6AzNKY3NMUYcFs4ZPtBtT1HnhcXWFQRXUvOBEZrkQgbC2ST3fLzyFB6k54rIe+VLEDWpb/RA
jFVmlChyrvF92qE1o4ugfufZVAAmHjakK12wWc5dMLnceqB1yujASviwjr8EIQKSnbg9smSfEZuy
0DIL7IRyd6gP8OlBjBqFX0gtiPkPUla56Cnrco4ibMlmiR4WUthh6vPW61W5iZLoPQZjlah7SBgU
X6XMOvkXX1SRA/aqvqDiRZXwSrNyKErwX8Fo4/q6iy7Y8JwEPhtkJC/QSQdFg8gXd3UtCZ4F+QUH
bWyoAaGJXgnaFPWevFaQlHecShpkucWYOTpJU/VaiN9nJcmECv9MlRiq4Qo0fPUmdWpnXeRIjPyG
DuOFzaqoQ8HdUVUlCm/4MSngEZHU1O8lV5Yl5Oti5Rz2YdeRFmKGrJ5VUZhodgZCZp3FTOOLFF9q
d2VOua5edT4rmk4Sev6mYhUXOmEsbwfCBgkaylvbuU3HWypEQsyEA5HxQ9FhvuZ6vqJIVNdJq3de
Ejs6ndhFFqlFngiBKmfoBwb9VRF3+dmBuiHnQzlFaeJTmqZSv4mlDIIjIduGlMpTaI9acHHAcroo
YZIYkiJZ0Wj4ltJZltBXjcHWHceMXlE5F62zhI4xeW5TClBLRVTDoPWtDOSWoFlSoUhdNFG2jKKG
yV7AQBBKgPd2WdctbI8q6JMgt4DM9IqYy+9OI0n+Z5/kqWA6HSUWKHyIXq3Xdqh0Kst6tWswohNw
WCqu5Xe9CJYknI0qWzFuJ4K0ImUr2gyLPIzB2JIxyhcVRxBEoJ3KEbQeem8/ClI8rgEVS8fdu3nq
Ujsmj5lADyMnK3VK9trEYDyWTnNS01TYaw6aUeTfJo4pHXQt/aUFtY8D1aOm/Xl+yUx0ZUKNd6AZ
QRsvC38yyqaGmRclbYlOJSR6KmLburwC0i88hZt60V+pzCxe5aWoMetIVsVtAQ0Ns201CcUlx5SL
VYkO81R/dQ086fzD3GUxEegAsAKyHojGSTIjDH9+E284SQuYj1fTlp2JudrUGbLLTAB+CkwhYVsb
Opg9qP+8lspmAtmpagYEIsH3KoArErTi7L1ppc+CuGEaGu8Qwh56+dgW6C/uPqVVHpgKY3i82v62
ZpOqSMWXO+/sejNxx9T1NQjlIWkFhukHDiGezfIgwKPOCoWw0fo66giboS03teu5bnFm4kkEiRhU
NBABCCxagu5HSwtwjYBc0n/PW6SpAEN8L64pWaXm8/02gbYchFz/WRpGfbOkRQUWUI6OaCRGatDY
gOqCDL+r9FZzFqIJAUYVtUSCcpZXkxWAZoIJLozq3Gm/z79kcoVvv2QUiXihFIulgC9BDn/4iC2a
vMwXdD0V2mblo3ttJt02lSS5G/ooSZKWOOwx9x+DA1uyVtcEebBhfLXuqKoK/cOZvMijDAJW9HaQ
oxPkFw7LORUWFvCyz09lZ64cTQVZ5mySbfATo2D1ztDoTeI1UlW1cMvoeDG0fp0a/FKNtHqrzYWq
U1sVdT6FxbkEz8W441Hwo1SugV21EuJ46rub6/mlPwaoU9tk6NCqtG9/xklOuSGRAVCDR4kFZY7R
woW+nbB50dKWIVAq8z+kXddu49qW/CICzOF1MytYkmXasl8IhzZzzvz6KRq4tyWaI2J6Tr8cdANa
3HmFWlWP1KhuTuyaqtmakdlKiXD2hSKGkdiGAOJOwalQUdJXtJVtvxDDgXDn72BmCxVLVNWzDO5U
CJFkL/ErJI6fQ+XkH4AMBB3FFoIceFnjUK9l3ZcIv3YKljaKKOG1QTpeQd12dgF0mYIHfOgYB80w
tUsiSGuCciw25MuDo0Zr7QhLu0VGchRkoAgAhDlJuVgUsty5/OBQGWNn1ZZJaOP+hC5lttGG/9fE
bECFJCbCSHGDM57dCCxh728G+gftcgt630cIuRBlDyG3lDygOHmCE/i1Yn96ieYn79r+7B7LIkqG
qBuGKDtCib4b7e0p0DNT1gIz6jZTwxcuF4vC3eLqwtdaq9vaBM/OBs30XRLLwArmcf8gi5nVUIjW
7w9xGsG9Ec6ORpXjWHalhAS+Z4BPFnJStpwXRuUWT/9gCCUiERSFaGKeC9QKpS/wIxcCCeZP5W2l
/s5Gg+ft+1a4pRVDYI9MNRAcUzv87RsYxEGfZLILfCVH8A4wl0G9lBftApwlGIsSlUHnUvcaqLqe
EwjMDtuzUx3VtSt72pfzWb3+itnKFZGUhGVIgfQmP/nCnhK33Rp1z9LCXZuYLVwcMMDzg0McYKWM
RNIAVNBAygbcgtxasmjKLP4aDapuQCGD8BpgkNs5rQOOzaDvO+UVhEtiMVtg8sOPxAaVaAyw5sfK
Ei7kZqAy8l9zv3JCRSf70HIFyQdCKWC3Ac7oNfR52pmKbO4OHCa68+oeXj7hsEHx5nxqyKqc09o3
zJKtXRJ4CT/6qKAO+0ICcVF+omXNQ02iQ2+nUL0HjU5Fq2rlSw8Iwl8aWSIIIgCecjvT/NhGyNtl
oxPUuGdCZduGDk6kFDhANRJF2PfpWys/FdEHEPyk8IPvvs81xf0TJFCGUL7vr8Ri6uqHK5cD5zMg
srPDVCZjCmj6BI71DKomkLlmTABQZMIImlyY960tbGjgcPFuAWWG0c9plVKFcSkoNdBOKsqJwVHy
syAHRko3oRbSQ2Lct7ZwtyJJBuFb+MvwiucSbVw5pexb0J4MoVBoaR14OpD2r/eNLPn+SGoCcAQI
Pcgdf9qTrjxyrm7kkPZBeBJToKRCAa/JH5gG01cDziM8CSNat2uCUk2txx5I+JRSy2RZE1cZbZay
7ShhwrHDQw3x3XkXAYCyXhQxSPgmD+KzN6FMmo1UbjMjHG0wEKBPmOpUZReVZFgDAS+VZiYqHdwe
qOCLKPHd7mopjmMxLBraab33nj1n8UtQ83gBCD++JwH00rqjX0UbP+LPddDaIeWaxcTMfGkAbUtq
VQ6sAv0x9XvhZ5rgfQsj8EBr/bULDwccUGDCOAapUzR03H7kOIoxG/HATPD7/QXQzLctPI7+szcQ
CcfwgjPwgz4A/AT1cvR2Pq9slIX75tr6PJ86eJDvQzZndPpq0zx2EkmkF5oyeu4UVGixLddUJxeI
hiDtgiURkJtGfuJXVjqT27ZlRBQAejJIodp7iu4Grj5EDzRyPLy/BypwQz8lrM4CC78y3IX3EQwc
wIog1pjInGYXSyjSQePX1MSvVOmX3tCywYwpHbTNwCm0aATU7xtcami5MTh7kMchHXtZ8GinL4Dq
BLq27tSsxVUWaf1HE41EjtUSyMa8/fQ8M88fKOZAcZqIyFk0O94sAx2JPb5XVG+tFrNw54vo7EEK
Gkzdk+r37caDtAlVUwmo95AOf5NBI/BeRStFrUUTwBDAlwYSCbJhtybK2g2VssUBTAilkNFSnP45
dlameCHIQt7wr5HZmkIxtalFpOvQ9VdqLBhOg01i4skWVc0YjXyX2sLO6EQVGhnYULWJK6A4+xt6
m+4DYy27tby/oQWODjtoFYAt7HbIqKi3rCfltONJ/GfYBDpb2WUX6VT8DWFcsTNC6k8TGNAfIukq
QmUhDhNx37FggUZp7RdkQsrSPuTGgna6niJ9cwkI3dAqLZIoBlx6JEg6ET9ljMwfCZU/x+Hx/los
lfdEHnSk6N5CERXP3O3om3hM5NTHWrjhuREvOZL1ZvMse6rvQ6SBP3MoC/EVDVlOs/Ih5KDVzYED
l9L9z5iuzJnfCCQnglHopNDoIJqu3KvXD45OLgaxSDusSDj6WDyXihbYla/xkD0dVpDb0x7+bQyZ
TI6fyPzmPGaSXI18hwy+w8iA6eMccTwS5CsR9rSH7xmZPRJDUbB92MKIUpm9+AzGeQbvenu5P29L
fhcm7r9jmT+YUVtULE9R2D+DpErKa90+J+HW90+ysI97vYUPxtj3bS5O3+TjcVAPRel/NrKslxgk
x33Ggdie8tB6Kz//I0bya+b+/v58SHVUoI+AzliH8zxxIBXNByealnLW8GgxTkngjelA0jAd35mu
TM4UpBR4gtpMWmghMgSoPijI3xPeg7S30Q15rIeCC6LPTkFmR0+bSNn14LHDCxYy8I3dukGsPEKp
VSC0XEArO3fBNqknHRV99UncvPmoxXekL0e8CEhWjh6R+0R+r4dhBNzLG6KQBFXHpCYjtF2t5ghf
waVPIcWipnkiHOgWvomecDH/nDGpzGsDSGNBqi0EdWbmw+gboTiCqtcVCupSdmXfG/eXbHmbXM3p
7I6r2ixRUHJFuqeukNiSLHA6Id85qoMP8YP7xpZSMUhf/3eD/ATeV4eZ7rihoNqQccodoxkVxCRi
ezQCS/5jsGp9GB8hvPww7GTQovnb5ilEZ8TKFyz5SNdfMN26V1/Q0Dx6e4tpi9JHmYLCLkpRB4Hb
FbGej0dU3/rcklNZi0uDLi68qGitmGq8exp8I6rBqSAflXitm3vp1bv+qCnOuPooPxNQ7BRxI8SV
jouHHtXYfWFXEUZLL/i1mdkLPlQ1irc5zICrPOR2kq+3iskhh5lUKyd10VsHbJWfWm5ABzePw5Rx
UhJmsNACESCmhXrBFu0Y0CZIcKGGgNLSO97yCWvFm/DUfUDwtZhqGavp9YWsAzbc3++YzWyU+2mG
lnTGSVqtPtZQrNzKu3QkOmrKL/e31lIqf0I3onQyEVP+0luk/bhvhixlHBoyrib6I5kW1TBNOXmX
jftZHXJIWZytFaNLEce10dmaumORDIOYMY5vwyurSCpOU1wCjKLJh9YpcyNeE89YfL84qHNIE5D6
F1ab9XwXysE5g3wqu8lSral01l959RdPxJWNme/heXmV5AxsQMqUPompTqdOhrCWDGudaYtvFuR8
8FohXkOj0u3Zw5qlQoUuUEeOTTf+EMQtna14FdOz9+vZkrlJABbO8y8McJ2NHdcjXHSyTC8gW4De
J2+Xi4Q+Cr0drDF4rlmbTd3ge03MZbBWumYPXPvBnRJsEdq885Wc3uJ9cjWuaRGvri16rCOPbWFJ
jrUaLrB/LEK9bT/QcXh/ly/tBsD4JLjDE1Bojjlly8Hza7hNTvAdeeBCrAMg+l4zGiTg4r+8h9e2
ZoPKkHPt0qZknfFAw5lQAkIxnxxat5RMzQ7lJl/L1y1twGuD03pezaLYBII0KDAYobciTC1OuMR/
7s/f0pa4MjFPhsojKCY4FyYaMLfq4+6t3abPMqP5K/mPxYDp2tDMmcg7kKkJHgwJBaiAPFn1x2cX
pPPl+4g1A/94z5+bc+E3pA9E+/4gFz2Za+OzSEHuM6+Ns5R1fAVqXBoWD1LiDOorJ2BT1hRFV4c6
cyRcMCBVLYuhVqUR12oW215+pKpNvguyx5Hu1bg2gsaqViVil/fLxGwBUg3oREz/frVf+IovEjau
WCeBduOU3dFkcH7yVpkf+qfYEFLAxDxdzjWgkERjXIXcLiU9JQ50ItBO/xEAurXPVhnl4owiEVer
ZX1OQRih9aqgc9mGCU1a3FW83fOaclSClcBpqS4Dupm/pmdHhWKHsq4RsDrCpxFZgjHaOJ7lDrpI
4G80IF+fqoUagZDIlk68BS6geMNuWZqw+EOZlMnvRhW4ydq8v/OWHsS/nwUc6u2MhAIENVD2gO4B
xPeQ2EdzwX0DS+cXHSTAUQNrOgFObg14VJH3blcyTofMqpn7WpcTNLJ7T0i6rjjIS/1maDVDs+CU
hUGb1Oz+GzKQA3h8D19UYz5cDayqG9QmT5OY0f99UHg8UPcFa4YozYkf+6GMI69jGAeYpi5qLVfJ
tJ6t9K6NtLIsCOCHoA1ZMbqYTEcrjMCh5kozv3Q+clei2yGXEXyD434ECnHQq6Pw7AK2q0fnbbZd
8+2X0MkiygOQvUc9HbXEafdcndeW49pxAE5wIg8vd/vOjCVSGKqn8Y/3J3TRAUWhGWTBiGVp5P5v
LRV9GQFc7jJQOX7rqD+UZHfel1jZqZ6bZaiyvkbTelmqwWvYbQtm5ZFe2qTX1mfjpPhqUNxssi5u
m8zk3wvvJZLt0jsIyAqvdhkvXEPojENaCF3eyP7OSe77oMI/DQELVrhoVFlooimkGC9cqqOBAwh0
5In0cp9GVvJZFfqZj3Xw3AIIbgk25CN77zv1JgLs1/trsPBVk2gxGmNQDAHyd/YAViNonrKplU1B
FD8WAYjb1wr6Syf0xsbsnWuGpBXZFDaoijc6KjF4it+JldM1Vl/uQ2/fU5pfymqedUZWHJjy//0F
s7cPah9sM0ZAVGQDCl6tWY6I1Cte7+GdMdS2dr1tWwB179ak6nqDVxK7qFbQd4szDYoFsApIPGKR
2XYDD0/VNz09OAPXvvWupFJhuLKYC8TMkKC+sjFzpWUpy6VixEwP5mCGO9/27Up/g8Ad/pg16R+R
XLJ/2Kc354asZYCX6g0wjzImYDE/J+v2PAMYDKnyHtAN6CV9eGjYo1SwLVqRagIy4kxETaARsHzz
tKb8tfCgXRue1/mGGgggUQFipYHgvPggNe9deonFlYLCmpXZWZGzMevaEruoToJEVYrmWCWyNYZI
udENZdw/mP/LZAK2zijAGkGw7XYyc/8/k9motbbfH1KjMgN9JI8Eswn28sYGF9bpa429cmmbIvAD
3g3d95Oi863ZsKeFAUxdQKyIm8h7ZKGrfH9gPxfdLLpETPRfC3PnnuH6sERWC0VZ0g2qvIccL3og
D0/YnJBTflb2yr5Xa/KZqD32LfjjNVbvbdC3o6zy54VQm9oUVEZFdl2lONKt5e+XiBFuvm+2zFRc
C14a4PsA40R+EVm/2AiNzMz27tGdpL70BxDBRUZpJkasI32L3jrKSFU4HfdnauklvvmS2RZI5E4B
oGZEE41n8SpIOd7QkLsfH4bwXzbb9ZrMLkhRKhn0mqMOnGDI1TTpGLJs+1pLAPcCuzf4tOEldluQ
wax4OD/O4L39MO3IK38jwm2SKOKP7benEbbBr0R8OyFwOwgWvSfHz8bI9ZbU1p/dC1i7CDopUzXe
e1q1XcWfLT5XKOAwzFS4B/ng7Ht4vuI41x+nTusSbRhWdpK1rnzguXPCMBrAGY1MInBY2iurvZDp
hcbaX7szbwgSOI1cx7DLmhBQvFR/XIWgxdfS/p92pmvuar7boOM6L4KdiNQGvdGEEcyGHflaMbN0
W0rgLAChoYQ6/pyRrIV+B1uIHQ0zwucB4nkmxPLoUBuf0QYG0Wf3YSXaWjwu1xZnAxvRMcUxHSwW
+TEV0PbCq12MdCKa8dudv1eEB3cNj7YUw8vw6NDowKJfHWXH28mkaF4s+B4g232rIfX3FkCe0FZE
0qBfRV+Z0aUNcm1rFukEyAvLbDQgbGvI/tLJaM6Xxr2mryqGLxD/I9rAiFgZp4CBt3I7KtkfXKXo
GKD3aVltzELaKTiFzCaxTfI4yeUalaF+p3sZlB7macs9PfMPz4qWVbgK11Z1Om7z6wFCNKBRAScb
QEHzYLUax5ThMep9ePFOksps1Nqc5Hu/cfhXNi23kCHEwP8am939nRS7nVdOy7kdjY83460xO1Pe
GNi6j4+K2pJ4e3z6o7/o74X6Upq9E6tWrCuad16PN5fg/TK+hZ7UrWVBmGMkul6OYoVCLaBu+XQ7
RIlWKrGMNR/RdoiejY3ANr6mjH12oClvongZpG2UitlzIKa0LaA0Z4b0KD20WTC1m+WdiRYr6VDh
PxI0nrJygy26LLIM4h702ArwW2Y3GDUGfj5S7pRX0FxTogkPUWFaCy0Nb6Nin7KPb0qDToXdEFld
Q7ssLZ2sAPaACg7QHnMYP+gDZL/LkIGvRn1kPjjmaaAMn+TCsPJgrRmaNuzV/SmHCee7SPY7reS8
8U2uBu0px4Tma5TSi+789ZBm8xmKXIYhIY0ipQRKgfBHGpR+9fLVl4mAJj6IZJLoKG9zlaLIl/W8
ct8snbyJe3eqmYAHdb6cCboKvTiB+bz01FjaC9wfPgR5dxCgv+77hzwZnXZtgYojqfIN4+kRPz7d
/4jFPYX8wNR2C8w92sRvZ7tOczeWo5pxUs+cpA+U95fKMGsozYAq1Xt92GxO0ituHWZNq4lZeMDA
nw7aKGBScR3OPWE5oThpLAEebDYRgWB31enjgPkGn4514o4NWXH3lpYbulAS0i7TpKM993aofSTH
fDDN95ZDr3RPXsrvSTMJig4EpZBUVbRim6qc/WxZ9yd58ulnV6yCJB0CjYn0Du1at4aLHvcPV7IA
oXaGkr4V3mfd7WKI66Bzgws18KCsxADTSO4ZnB0hgU3RMIlEmxN+MtleYkpNlNfAfgvHFIE2Q4Mw
Ew3NuJBuB5Ww4PzKCthI2v3Q6qMajEC8rvAXLGGObqzMticvZlXuB7AyVqq3OQSnyKJ18Nh9sooH
SSDRwptoJd0znesr22UpMzhlEpCiA26axTNxO8BA9PlAaXHbyimEOOSzwuyyRE/QBJqSom+0kipI
/wdU0gOlxpWzJqG4MHRcDuB6mjqn4LXOuRuCnGeSdqxZYEfZk/Q5QTEi3WSkB/riBsQCCqHSXX08
3t+rC5Iwt2Zn6zryPpWCpZV10vIkDp7GpgDV7RVD7qyyJTJY8nPJUDR8QuK/C4808hyCxu/aZyUC
ceyKd/L7jsDHsGhLx/hRSJ8Lq7VeV0WIZVm4f3ZA/O1KIXYhFrn9/dlBQQqd6+IGom2ASxJRsvnA
V5FaVIVxm5ZnXoRUXLVXQq0Y7Gzc1+3aHvt9UG/tzyYbSYi+TabxsQPJXvpjJTy5keYmj5H7Pr5H
4kHqVOkrA8sM8Kv3F3rBtb61PTtauTS0XCFg7HGMDnCjrXJCZcf+paisEjhpna/WSgmTA317LcEi
D4QeKhfAMM7b8hq2HiIBxF4OF9Ux0Jp0m0hEamK05kqdyJ8jl6XPTRW0WtGOo6B2qS9Azb4Epwvh
CxrQwjYRuMHoCznYjkmU56B77vqPaOyG94xOxq9M8opEvz9Rvy+626+ehQUjyBFYRQRCqOR90GSK
FgfcduRvhb5SQzlesbawI9AOM+F2J6znLw4RhqlzOUMbnhMIL3xhy+FT0hj3B/T7OYKQINQRgZWe
mEPmLXZNLHdcOrQTBgbyVlWsDkVlU36kSfkzF2tdnKhZtpYC+e3sIN0F8OpEUo6Gn7lKq6Q0StPw
PEAiURmChyd+71ufWnEdF3wKWGFRUwEzCuj8fuKPK98x7fjEcwOfdcQK8P54U5Uk4PeND3mI2DXa
tghJVY6a3BhBciljs0lOCajzhPBzjb1pofiCT+E4ARSNyEijHeT2+fCqqBGjNmEdd58/gTxPE3Rw
KufbStNlMuopT7gVX26hBA2TE+Ib/XB4NOYpAcqXh4YWUKobThkBlTPEGHmNeejVh0gT/sF/QxYa
rf4Txz4D3p/ZuUDQJElBFwNEAEkBHTDG/It+Z9VEBT8HA2Vh0lxE/OVj9xKa9zfwQuSGaiRmFogj
0LuhAf12boNBpFwKzofjZwR1LFARWq5dbyWw2EGmrtY3fwobsHsHoaN93/TCFXZteS6WhYbfJPbY
nHOYNlKp3KTB3tcBuqmPoJRbY8RZGyc7c0EoduwyisI46e9cKx44zfY2iYo+Y/dQ6jwaD10kEGsz
8kmxVk9bPEpXc/wTOFwdpVoe+cSNYDs/9jVpzFTzthy6OVXa11UKtCxbzK+avPxDyudmcefecg0P
vokkGJZyLXrn1fgg9DtBpZ/gYMRrcvVLryDySpDNQWoQbYjSbCulNZJrstIDodJv+1ZtFfLlCUau
aMBGd/77WK1BYpYu+CuDc85RdmQU6NO3eHYB4AczCwvqFk3cgTxB2HS7d/dlEyMGWYve16zOdhIS
3X1d9LAKbjM6VasGLOf/NDIQkogI5yBwPr/iqY5t6ijkgLdhn2uKtzlm1GqQRwqsU3BEpuyElt+Y
9Ltywd5ksKFFuVZXrTwB03rNfAwBLY6AeOIVZcDIfXs1xH6U5XSQck6n9nb80diegflc852mysAd
K/NFzEHZhFZTWJkU8/i3XmtM5q24ZDbK+GsJ/IW4Fe89AteJQAH8yvMQfajxzMSgA8SQtMQCixqb
qj3Exj67T/nTYYnCEHHL7scDWsl9gwPD+WO6Fu0t3Hs33zA5SVe3QV+NQpQJ+IYI7TeKGgRHbuNC
KPRjlfl3Ie66He7sXQliOpSaabgg6Ba/TM8kL4TbfGdQu63WilELx2JiBed/pnZKx94OiyoHN+wn
W3tB/1rdJcu/jhhOFCeg4g8o+mrSGlb0MoXLOBCPp0+saiQWqCMrjTb07BXbRLv/NC0FMxjMX3PT
51yZKyNJBhB3WiNSGtV3ZwJYjeeQPjS7c2O14T8dAn7CcwM/QwMwe2tPkJkij9KGgwJKSLpNy+ms
vA8/ghPIgQh/bMtHetxV6aoW1+JehIoU2irR1Aza0Vu7DeRumC7qWEcDKeeIUCVUH3zSO90ZiaPT
Gl5nAWQ25ajwCkAqHdTm/CxGrOWoGfw6B7Ak0XNaixTVbQItpmP0MEa6F8saGowxB7s8D0iXZ8Tn
TowEB8zv9HZwmHjrj5sYJNlVZtUAgeS7iIWuxrljVL5UxTcOAmKDRrdfMeooa0pEC6Q5+HpUGZSp
zI0s92yy/Byo6U5oWOcZxGyktexIbS0alyMiPHDfpo/sVqsk5ItB1XR/Py4wB92anh3ksCuEKPHw
5gwnFmL2pVZr7qnVFCIEhHuhS11/Re5N5QPy+mo+tHto061RJiy5xFMgwKJChr45hAa3e6X30NSl
sHjeOQKpSC9TXQbEvugHPXX/EMvfmJrNtOgGwAmPMPWsaRd+U3gkogizp+GgWRa/gnZZ0KDE5CKr
qExKaoinZtaQfZO8MsLTKlyqd/pZ2vZa+8Q9RPqTpJo7BuREINk7lc75zDlOCR3Kl9TaQRV9cz5B
5vT+Si9kaW6+ZbbQUj9wKVrrAcdGoynIvgyBx3LzaxmLpXMPGlOQOAA7B/WwWaWqFQopGuSRc2rh
MVRIkpqe3sM1TPUgcu6PaMnzBuHlX1uzh2GgetYFex+ubg3NMcoZCuwfgUPpg7FL3yFtv7Fy9Vtd
sbqUe7uxOrtRW1Q7qrBjOWcqAYClduduxE37BGGDo77bldCxfB9H1bcEtfq6P+ClpwpMScgKiCBL
AKT29pwEbp2OTSQi0pDVtvVIdw671/smlnYJCB+Q0GQBfRF+Aubr52kMwJhXYXDxAFCuAlbeZhcm
G38lZbjQUzaFLaBpQV56yjLNdiNbe7KUUBhKh3ay4dl7QevwsQLVR2sRKJh/YoMiJP6ECiilf3AV
8QeTWZlNcWk6r79h5oVWAu+D9lHmnEwAtSVhoyoWzJQblRel8AunjrIBFIuC9Ed0FbHRssZFtzhP
+dK+90b0AipFWyd63Q0gUCziYuCIEMHFIGIe0R9swgOYk7UoKpGioCpB5TywQqKPxE3Rd8uEMfJU
npB+xiKfxIboJpJeUs3HiJaTh8Fvcqhtl2PzCjx+Y49M3xRaolCCI7GV+ARm3PjIZmWLlEXN5oUK
qtkiU7lU5Dy9AqLJw//7w2uYSSVypUyeWxSfwDGrJQWAcz+U95HAxVYeS6Pl56L3xQqo+aoNL4C9
P61ThoxJW2/klKXsOAcpJImZXGrVnI2bFO3yMd3paYk2TAIqAUCnU798p+OupInYdY2rolE3+kgw
VRWZtNraf/Fq/i4dxExuT0IXtGjshPKGEz4VMkDOwlkBKyebEcr2t66ueIbnryTkFl3ea5vz20YW
qyFFydXxd6Lqnw+h5p0YkwEvRKzHprByEBdqfjghqCCjgRqn/VfHgNzFqRKmLnan7u+01thDDqcA
MCkjF+EAbr33LAcjqSbGqkplprbyWiyPVkRuEzWVib5jdjgEPnAHsU94h2+1ljqN2Sl65tEoVBLa
xp6SOFBhVfumfxjWsHHTL8/DNu6v5fkL4mVsko9CwDvKhc3ViHClyWa7rDWr9rjiDizeAPAtwASN
O1WYQzzQEwqe2z7lEXBflGHftAANrFQvlm+6Kxv87VZN8oENBBo2SmO/BbkI2Kh87fGPa3i7FsJC
G+v8bUn2s7wa/y4ODpBJngGmGrHT9O9XVznFjdTAeCPvbAOYuf9MTI7LrzW6+u2Zx9YgdSxx028P
jr5xfAAA7//+oks44T3/8/Ezz0kS+hBUODAgh5Zr+gAWXrIWJT0e5TwpJyN3yhqRKNmuq1ecth9v
897YZk9TAWrYJC9gOtP3+7eDAbQW6QrgfcBjudsV9sPDhiXaWQoJJNrvD3vRG78e9uzU9V6Yh55P
81PbwX74fkM8QngdDUL2Y7w18++X1+TpYeMAQXKykEP4p0P/d9bnqFSKyWmuCzH09sLsDlMA4GoQ
KB0O5xroRzNc2UWLlwwCNvj9CE8Bsp9NdQ/ibIYJcKVGQDvuIRshaLU+PG3As/PlrjGFLnmm18Zm
c6v0XeiNg4A0Aq9HG0mNHy3m9f76LaDv4I0CowFaKfCtgkfz9sylbeTVbhPzSFUY+ZY2VOv0Za0p
JS/mmhDSI18BOS+BpeceKM6FLEi4IYNSdb+Nj4KkLt6FD2V7sF9b3X8E5feDCi5mp3Ui7Xx/jEse
IoB+E4EWlGzxBbdDjKUm4SDWxjuh+FEM70P2lFDvA6vft7IAiMVMXpmZjZHiuDQWKw6312W6NX21
PYZATBXk4wlq3jgPPCE76iSTbqfWqhiBFjWAEgwFhRiwwjWoONz/oMXdA2wI0KkMEBXz9zD32YJm
B4l36DfqEHem2NgZq6GDQlyp7S8bEiGcpiBsxPLezq/Egus6k33BqTVZNLgP2rXSVG8jK18jeeO4
hVsctA5g3p5096AJd2uK8jwqTxKYyvQKQkfUeTRGTo3ttz3knPIzmnb/eFNyKibMKf7WocrxBJLW
5Iiu5EADaaRzf4qXqhmoN4MHSeKQGgY32+33uAmlMJ6PraXtO3Vf7jKCsr5avsTbZCdsfBGa42sn
dkGAGrv4yubseZYF16fqGDbhaCD7Afot8oY35mxgmxHzk+z0ulB1ayL3PWnPKwNeWgA0HQG+ArQT
4LOz66Kq+YnpAPctdc5jxeDii+w/cqAJ6lMdvGdhn4Pw3YT7RWF3ryXhF9/Ya+uzN5YP2jHj5WEa
+l4rj8qLRKP1l8ih+g1eRWtlrNNmmj+r8ArECSeM/Pg8QzfKbs9Qgcg7CdphahsalqWa+pIWhS36
wmWtD7Xa/7xvdPEtvzY684GaYEirHO4tfPbni7sHlIvsDxWx/3TH4/El2+049UG1LPV57bpYcJDA
GQB8APx38KyJs1McFaEbilUiOOw3SEo6pHk1cNX0a/Kw0/fPJvXGzOzEZLwXRzXUD5BtGXNzDGXM
KRWE6uCiAnF/LpeyLYB2w5MFjSCYjuchuwdFQ2FsC8FBLpJMXLyP5tFUS+JP+o3blaMxHbubgeFx
gzWcCwio4JGZvTLRSBddLHidk8qxp/kNBtZ0frPyyvxOvE5mIJEHUYnpOZ33o3XIxAulJ7dOf4ge
GI2zkj3S4n9A12UGqrB/qXVeqzSlPa0MT/l1GmaGZ2dPCIQwBaNN53jig1tuqXNtc4kd+AZQrW39
LrFfyaD6qrhD001mRL7xobzHvA696Fh5ZSuQR2rJI3Sp94UzNHYUvICfImbVeOebpUuqFt0ZlVbB
bda9p+yQxWq7UxwmfJET1dcgQlnGhz43hUKtAtCBWflZLI4lU5MSDWoUCa30HbqFp0oxPBZxLm/l
aPPdBACBhruE0TpWS9QINUpIB3lEkPWOAxyFrSGf2k/d+/tCSAgag1Bsr6kXsJkgL8Dr/p7/CKvV
1vbpKP3aKldrOD2oV3GO4gYoRstS6who6H+GjCpXg2h7x4DMDx8jnQRKr3x9Tbvu1zP9s4CoSTEo
hIPec/5uRP7QStMCMoZ/kJCrcqHZunJnrtmY3V5thuI+dC06Z8ub6H7Lt+zamV7ehn9HMXuAQCE7
yIWHYwYZBC09QFysfY6wRUixdd9X7o9fd9VsxmZbvhuKVGiZyRZBs6CQWVysC6cHl+SEUQuj2zLq
Wfk/i3pNRgGBQQwM5w1c+rebIxnEoqrpCEbrqjEaN47JwES9nnV2mQBx1NdQwfXpNcaq37jQH7vw
X9HjCmgqP5vYJAsTKIFi6cLwjR7Rr8aiG+YhDZgJT1zRhAPjZG+KXwG7y//Qh1LWIFhB+OZ4f9J/
5VJmnzGbc+Amh5ROw26q9qcGhTJ4iSG7eoB6TnFIpDUd659q6a/DiCLOf8Y9O4yhkI18X2O++cKo
fSIo0KIIQrvktfozE4g0QpoiA+WbKh4hHZ/YkWRln8yfFgprCLF1+osBijB7uT8Lq6sxC/0qP2gy
CQI/2HpZbEXNo8Co/oeXPylqAl0hu7l0wS7ClECbS9QiahsMj/c/4Xdkj5WQwM4AVw+SMCiu3m5E
yIBB8CgXOqcSt4GIHPExPSqcWkOJPH8V3JT0lpCS2C4EqHagZSQkyiMTvPScMUBTC82faH4RkMvt
CBeaXLcXeVtYxdksXaXTOzgRWMIJn2f/B1THeDYV8ZElETdhjwUUTylvi7Xp9WYcbCLhrVKOAne+
Pzu/EwEwCgqEiSmDkyAJN1sgDlFlRYlQOPRxcQeP1dirYw9i8yI4htxbL9Kg9NmUrMFAm52Cgpao
vJXNCvJ1HgqgyRHKFzJ69aB1SiO8ne3diHKlSmjQZHXhzQt2iBwS+RWBpZmZiRk0KpBqgxUZaAPZ
u49AVmniPgWURPgf6s5rOW4sy9qvUlH3qIE3E9MT8QOJNBStKH+DoCgK9sD7p/8/UNXTSjCDOey7
iYqoLjWVPHncPtusvdbzP68vyGIefrtGL77Kaj0kIGWg+Wf5owysXUsHN5WvAXMH4syc1zHAeiBl
ZR81KBj6VGKgGobDWPkxBrd2Vbpw2/lGbWxb4Yl3Woc4evtt6vLt67NcWacXg6+cvDCee71oZPlj
W3woHgJxP8sXcb+PlY3Sbk3pTHJt9Zq+GG3lkiuyZLfSxPamFHPMD/EwIMjUbUR9I9AYe31mZ9d1
dd1RuZLHwqANMz/IfthsK3mfI8wH4U7itVj/veGPZ+k1nndrfWzAW0CsoJhwpTwH/L+5QkpcT9as
spuUQ3t7h/DPNoFOGx0S0JfK93MMNydnuVAaYSqQdALmeWzUukSGFBUo/sdE943MM9p9cnC0fTXd
4kRG2c/G2dW8uErweGZ5T+0lOWaZtCFsNOB3jwee08pCG5n2M62Lgk9mNw27UaWihl6a6moimr5N
cS8+odWZHBTZmvZCmmjDy4qvYq5/pooYdo2lF3cZWLibuVDBLcnGQzklxf71b3rqIlMIp5NJU03d
WWOdRyFHRRbwReNm2/EaRsqu2Gh27r0+zDpd9ny4F08DBIm5YKVW7mjfB81AOQNC0HpDnchLbmHp
vBV3pp/8GHYtAgqSb/iX1jY+GLthIw7ytqJUBrnpXbpxDshh4K/HW+mcg7lc4fWJ/P17rU9IoaiB
pvG9LPXJFNm+37ZN7I+kdcLwmzUQxmi5Z/wa9T8ex/8Mn4rbX7+/+e//4s+P6CPWMURyqz/+9//r
mrZ+yOKH/A+3q58euj+Kn3/ctw9t3LTxY/Nfyy/7nw8f/6r/3j3RsMTffMj+2Dy0D3/4P+J2/YGj
zzP4319u+ftHf/AREGinu+6pnt4/NV3WPo/FNJa/+b/94R9Pz7/lw1Q+/ePPx6LL2+W3hcj//fn3
jw4//vEnx+y3U/P8zX997vpB8LlDFj00f9zG7eNDXL/84NND0/7jT4mU41+AxTSkAiALA7zNjg1P
v36kyX+BXAcwvySryDtwyPKibiM+pmp/ObBlEQwtsE7eT25kU3S/fmb8RYoLdBMfIpa31T//uQZH
W/mvrf0j78RtEedt848/jy8UQAGCdABSdLQZFoChNVTKdNqq7Lt8vjbGQvJF17lyHYZuPsbpBgHJ
c3mclYlbxqMdEPMGMgk6KMRcjy1NrYsxVpxIvZZygDNyBCWRGheR1/Tm9Tyo32QlK7Zw5iQ7KbgV
4osUVuQRK3Xa/bZXf6/D7/NeeSd8ERxHpB2f26xQXl1nlIpZmO3QFMV1SWNkhZV3gxyKVkWM0buq
eWhEHuy0GCnOQo+sfV0bP8NmuM+RqNjoY2dc51Zz1xVOvhPa8MEqiPup7irvkaTct4lcbMNCVPSG
abXft7K2acM+PsxfVbOcUQkezmnb//Il/2UZmI9OxtmyACDSgkCAtvI8SrIfwhgr9QpGPJj1OxQy
Jld7NMyFfHmrqxedvNezCz09hO22bvdZcxeTt7h1ygOFAEvfoxpmPhUXAiBlveM+N7Y/q34NyDD1
mG+Vpmj7FldTcZnEWyxuBq+R5OaWG+q0eYQHs9polhfq74WzUK/SdYIirPrDSIGEbU0wGtcD7Qn5
PvqsfMsmb7J2cXOhTFe66g3VgZTKdOPkn0yCKq14RDPZNPeddbBG38g3wb7oPKv0jIzk0caRd4rY
dfZOq7ci2nSdN1sba9iMxjajM5EmPd2LFrzupnzf3dbh1sTlvys/Wl+1rw6mOXStWxx/me7KZCsa
CLpc2t2KYANuW7rst+buewjmwZVQPfpc3EmfHduVHVjnt6PYBuChmsex9Xt1U0RXJPjbRzzoCn1n
fSPwYoNvOCdLoEZoTCu12E21ayiuepVcWbBGWPcgLDRELJ8aawvPMWqgxbvwO7tm3DfMKtnDVF5B
VPJBc81dsNN30Q4u0egq/jyHm2Daz7R50Jd/M3zaBlfOZfcuuJ4s1/hQvMOtvBy/gIzWr/Lca8NN
H27C7/MA0HG6qLfGIXgPCeqYuGnkjeUV+JVx3Gm3PYi9AQk3E1HaG+drtpMu56/iO0wMxk6UZM29
cBt46m74mQRucJddLvImvHG+vGl6N/TKb9PB3o6fQo/ymWf6zPGwdGfAPOhD/R0RJAqv/Jn8hO8h
+QkjZSIfetszLmo33BbvINvh8s23yZVebFjQrzlUPPGhajdl4nVbxUt/pIfiy5TsnPf25bxzrnp/
ODhP/XV27dxB0y1NXnY9P3Btaz/U3IqmAjqgbhUfzss7PfWcbjMirpR6Ce1Hg2fK3j8Z9d70Qt6U
T/l9Wz89tVcP5f+B583Ct/iPf74cL143v46ZS0xS6tebtzyIyyd+PWu69hcQTNodlpYDvKSlj/3X
q6aZf6FHCiumiXCASeSHgf/7UVPsv8jumdC2AYMhbjf40N9vmqL+hZwNEtggm5H3gTHun1/sf/Gk
Lb7ZvyzhUusC+4tF1wk88d2fLf9vXntsSJmIJHBirS2p2yFUTD8dpbfxXfJrF8kVlGYWIRBc8nVT
FDI7JGgHQ0f4JKu+tE427q286C8ieOR712oHccb3O873PQ+4aJtAf2nDCUM19/jlHGerEuR7DHes
mtJ1gG0c2nhoLyDnSM4M9WIF6dVxqLrDjMACwhpwPNQ0tUmWS+SXOvRlv6GmU3qUNqMPvx2oE0/w
yhd4nhFEMDp9ggvBhrbu9FLotI5A4hlE5A75GysoYlcdpPpepf/Li7KieApa0Ufk8VRtOypWt82U
Jv/S0L2+1ZU5O9PMc2KFObswM2gsMDDKVXav0XiXadhEI5gycu+qViB5RdM2D2GnnnOETo5FOyq+
F+4d2aHjJQ7zVAgSicgyAXO+Kauh+1BaqbGJrUw6R0q5KgT/Wmg0x6BRsWkhoP31eLCBOHYqhtJ0
oybRLpTaQbfFCG2/LqTiykAb+zadjeoiktvRoz2cNsZKVlovziFp6KXE9ITcwydZqEn/Lmmzaasj
AXEmnXDizC2EHHxHuFDJd64cw4mNnpVUmG4lpNwPtLByS7XoNq+fuVOjLA1FiIgBCcBlOl4J0j+d
FdmIM1uVOeIHzPqH1DKTc1qQy5c9MkEcIMJTOH80apXQ7RwPEzuiHkQakpdUZ1IvcxceEhJlj8WU
1BSmJskmctUdH94M9f71GZ66VTYk61BvYqARTFtO3m/mT9XLIWnDSMeRj4rSTVrT2juhLKxtbwXK
jZGEyowciGp4nQkpkxs6dbPPgZ83bmcOxVNvNOe6V06sOqeOJAoeN6Ss6+7G0M4rs0gRUbWFEdyl
ZTpuysYWH16f+XEo83zKYTaCvQLSV4qc65hdirQh1x0e+VaRxH4Qs6K6clzrYBBMA4VM7vPj6yOe
mpdN1ETGho5JnoHjpQ6qTK6KODTcsIZalnUMcQJhhnj7KOhT2gpPKjGfs+QEftvQQY0VCx4ydN5S
U0agI4P/uJDs7b8xivPMu7E8bPbqZoBPVpVRVAbRQtnfKkUW+3Y1V2e4TU6YPbr5yLUiXkfx21rd
cpp7lawUvCw4FvpOiQbDCyap2AySZL19QoTcFiQmFBXBwKyMnpUrpSm1KL4Lawo29pjChh7Qsf36
si3LsrrpCGMtUTr3FQG41YTksRYojrWM0pgddhKO/FhJfS0wN0Wt3kcTXQ2ZZt/2kXPGYJ5YykWs
AYliSguUHFcbZht1VkllbECIlSyUVI3YdnNvemqdn6MYWB6j9STpOYd4D+wF7eerSVoitdqRp9zt
k2KbdSYhGGmmSA47V8rVi6oh1Hx9WU/cLIrAdLpZeDy8CisDagDZatsMYTNt0iZ3agTVdy05R4Z1
aglBglPHBBwBFdzq/qqmIPAfLN018l7bF4EebbtW1NdD12lnLvGpcwLUDfwKzNSQNKwucaiLoTcH
ifBLNiHzC22VzuBu2IFZUy4TTUieKqXZh3oO+61c6vKZ4U/NlEQSWNSlQwQC2GMbUhStjo68ig0R
Js+epGdXplO3V5kSnmuBO3VYDPIR6HeT1NJfYDYHmW5vo2fr6uFmDPL3UxyQRK3nn2aQXNohLIZv
PSukr5wlRQ/iS4Y26HhuXY6FtCnuu0MgtG0Cocq7OK4M/+2jwK8BYGdRqgdKczzKmOpNFwQwWMRK
KTZW06pbMtHWGTrgl/tEnYyEHKRkMuDaNfeP0UT5jO4L4jVFZd6jeOo8dsXQ/siCed69PqHnpP7x
rQZyKqNHqzjwKyMscjwjNY1qpkoEg29oyS64j7LbaLE2a5tY6Y0bZ+i70YvsAXVHYfRa4xv8J4z4
1SC3G0nv429zwG+helik0G82vS55hjO2P2O5z+btOFQWbDFKJ6ghaEJ8TYcopP/fzNp+i8B6fDVR
3k03atsPGlVtqfrhRHmmeXEk96VLGlwf3bZQoQeaWp00EtJkBcmzpb+njWPje2Aq7U+NR/HGMPLk
c2HDp+OWpDORp2aFh3eGkusfotzApW8zJ2+2IV/4ayTNnfDVPDYuHUsKmaJZhReBhVbyhmNtLUpo
jTS7aagb9PBoxhhv5Ezo9hm49rK+q/WnRxVFF5MyKV7ichZ+e9ezMbHiKJQ1xLcM0nZd+c2elOBw
ZpdPDWJidQwoDDHfq1cC7aeiWSjk3aRPp3cQFeR7u3QiMkxZc+5AnRiKvK5JacdZruLqPCVVLNcF
jSbujCrcLjVTs3IDlFA2op8y48wDccLNhfJFg2SeCJyAYY1EyTM1KoaMACq3SutxgCY8JuVWOrf1
WA7CxTfrGxT/ROAptewgKmOr0w8tamJK72lyVxlOe2apnz3r9YbSEa7IlO5szVgnHrpS09sCF9ct
WzW7aEuzaTwYa429lDjkSeU8s0FycdpczUgs2xuacLwm8e3Q2FZCeuaGqOCM7qjlxGGZFQV31WjL
b6OaXNxk9pviAfLXQJVJ1Rwfu8JWiyYf8VgCJFS+N5UybtJSMn4S9KtPw6SY12GUdE9vP4Y4/0Qj
VEDoflq951aUxVTuyIeWBTpzIunIlcqxskc9STrTcPLy/aFASEIBhSQH5MwaWZ4qSUJ8laO5FhHI
yvZMX4s13tVx8TQZybU1FPOZB+iE0YapwiHb9KxttTakWiAMkYRLuqQbKsRuDPVTxv/pzd04xmfO
/amxSDctnLW84/ToH+9enncFTliDm66U3UEZJNMzBq28lKr5nMLByaE4yg4dNFiQNVWszWs39wUu
y9wqw94SMqcjI3Jr6dJ9++lYziI1qEWCTF+9rcMspmTqiaOg5NUAaGZoJsBNAFaT4PQct8Eps0s1
jgTXwuHExI5XMKK93IC8wHAHq0yvplGftwTM5vfXp3RiFFgpiKechRZGWwc6SiiUXmkwT1GliJu0
Tov9LDcUV/6NYZgH/GLUBEH8HE/GkYekkQaOw0ha45BHqnZpxqO8f/soi6IfgSGBLtCi41EwZGTA
0KV1jbbp70ZHnTZh5ahnLu5ieFbmk34QkOxLUpnc7WouoDsW2R3JcInkeRR18TNQulslti4LiVTK
61M6cbixQjCIk6heCH5X9yiZuykYNQbjgdFQKbfsrSNHw66O1LdntkilErzLRBo69bnVEzzqkm0m
gwlaTw7tS7BY9taOmv5MuHti9WCzhZOEhBOF5nVC0WiUsEhmYhk7k629LdXdYRSjfl+1YJRDjdLq
6wu4Asc8vyNk0Og/4OQtsoGrd2R0GmtitcgzlXkQe1aeqp/pr2ovJBLSd3OpzD/idFbulSktTLcP
u34/8P3OOB2npq0t94tzCTPbOjSdNXMMAlw8t4rLeV8laulbiaR+attoge23w5mrcGo8LIcMJFNd
6tircyO4I0E2M+uwlvNDjbbS1hmi6GM7BzSzO4Z09/oynzinVERkJJNkcjNwFx5fvbofSYY/54kl
ALd25wDm6kPTJ9X25d8YiewZrWgmZeQ1s02c6HJgobQCRWVESRYuA89JerqVun54c+oCzCZVahrS
QEZgh48nFTqFpIQ6d7qS9dtGy61PlPnnK9Mez1VpFsu0sik8XEuDhQGQh+7v45GMSHUSNWCkWu3T
W16Fe9uSpk2m1xRpIssUm16uzf3Q45+9vpwnHgBSXOS4NLL8QDxWt75uxyGluGK4fTTaH1mDwAVR
NZ85HieOo74UuRbIPDGpvVpJUhqOLWnYFttCwdmW5i9WhfcbKtFTEwxvN9DkLzCWJBBQvVvnMCpt
JjBTsZkmfbW8BQ6csVEaelMCfUFJNuXMMTm1hFRalkoiJS/Kecebl82ztIR0FNHranyfhVa2G7ro
3I0+NYrF4yVj6cmmrR83nK2sVHPOPaLdH9PA7PwhORsbnByEpnGbYpqNsVx5OCIIiqYKiEOLLJqu
zBJARU0fr//6mTtlLMj6k11lNoier85cXmiVIlW24U5Eszud7rCLsdKBNijJOW60kxNacOmUP6no
ruEzkd6a+GY49HMZACgIR+cy6STjTLp4+cLr67swiZKfgEiV1tzjE1DXdopfywkY4yLeh7WBpmNj
Fdtem+fDUBVADaTyspbh2pgK82yG5MToeG+4B0tfMNXQ49HDWJnCTu65wiKVP2VlEz7EnaPe5I52
Tgfw5c4hz4zi4LOph5N+tXNy0oXx1Bi4i709eY0U9/dR0WW7UevDMy/mS5PIUJTfFbJwi/1dvShD
pUZzbMxkrKW+irxBM3KvqyrjIZZGq3X7JVkOyHUpGW5fP54nRiZuwSHGgHBI101odYXIhGQ30CLS
JrpLCYLv4dezPxKD2jC5FFrs4+3Fm3lSqeK8PvbLBSYgxAGjTEMVnRrR8V46eZZMgujCbWM19pbA
bA9WNTxMhTWfGerl1aBREWcEmiogZvzreKggsGuj0ElpWVJn3ab50B6Ctn/7+0JwQcmJSukC4Vub
LZKsZTJmTEifQsczpgW+5SjnQAcn5qKyZ9riFHDXn7Mwv+Wo7CKaMMy442omtXuzErOrtUL237w5
S2MiWVzcnOUZO14xwyyEppS2BiB/hum+hZDUmdCHaBp9Prw+1PIgHlsUiAQgR6Bcs9B4rP23KVIH
MZAnd2kgiT+EXWe/h+iue4B0Xb7DRiMHH6nKmx8yBqUoyWNGoQbjfDy/ILScLKxHkpxhEH4bpxkt
rF4Kv78+tRN7hZsBJAUeZPB/1spcKZOkx5Y6cyIIo7fNPIHLa8S0+XdGwSQTPhHzrUcpCzOVkpZR
6jwJfLYNCIPI5jOjnLiuC1M3odlSWaU2c7xiDcsTpa2qQTTczz5py9kDUTp7ZH6GM9mbE2k7rCGB
IAozJO+QUjwea6BqNsFjAXLMKuhYigs59yUr7RqXNIJyGHkBvtLIgz6OItWbYVDFD0JVB6XNUa93
mRRlvlkbw/ukydXNYEz6m/PEi7VG6xgwAJZzzddZm8WEFG24gNc6qFALS+abxOes1ktPklG4DyR8
KJeymMerENZBEDspdzC0QvMzkqP5RdrMNQ2yciQ8Hsj4zBafOK6oW5EpXQblWVht8WS3TlhWbHEZ
mvLVkGnzNjKSc8r2p0bBGVoSCkRtSI4cT0uV2raboURxU0toH/kaX7qgO3fzTiSjF0OMQiW1bXJY
zw1zv5nJkSMzGe1SxShK2HET2zyYc17eN3Wbp64Vh/lnkaLJXIu8uErlMPsxp1GXboY+aa4MKxJn
rNyJ60OmYUGKkXsixbvynKfaNlJ4VdhMgsv3urDiXWFW7b3ezuqZR/3EUDw+5O4WcwBPy2ob9cwK
5VoF25GINroRCFdemlPWbIc5qM9chFNDkYZamBB1mZBqNZRWWPmvElxV2NV328yb3ZQESAX1WXyO
6PXEdYCNheoYvLy0f5jLz3/b0W6QpgAgDNkNJaj31Twm15FkOZu4N6VtM8XnCrQnzik100UaGdlc
wsLVjjk6EYitCJ2sfGD4SRHHe1Oe6jO2br2CrJlBwA0DGskL8qyrWQ2tUbVWzShTRyGoaiMTMbYw
/pBk0lsxhBptjws6gXT/0uCwPoLmRNmvSRe8MVU7T0rlxB+b9iwh/3rdlmFIBcu4WVAOg8E53id6
HuY+7RnGTumcF8YuhQBYi7PNPGqA4C1/dlRvTEsYuRNl6+jBx1lGbC6sN0It3ry6fBeeeLLyBvdq
nUFRs6mfZYvirZFnsAeGusoz39pwR2vn2CNeTptkEAdTZS9JCtnrjTTzNhUxiAxblMkFSh3Nu0bN
zpXyT42ytBWYKLdSYddXHoWWZZWIufpu1ZjjN8WYms+Vnn95m0OBz8KRpKUbXQUu93rVpqqLyq6R
YfZ3rHwTpWrj6Ub8VreFVB20FxRpiL5JPJmr580shzYfBxYs1ezKN/Fr3xk55Ppn5qKv7cYyDiAE
jcgK40t99/g8qk0vBoraYPcBOz8WIBq/IfiSfZvNwkJrXbXKn23pjB/TMnAetEGpHrS4SKiLDUmH
2A/wtd4NFJHTUVBY0y0Gz6igLs6si6wfZetDKqYy9cy8tOpdDMPPIZyLMtxbcdnedkpvjV7cUA86
4APnl3meCMrzY689ThltqX4cTtI+7wtN2UjzpHVezlVpSI7JaM6PorZQeFKH6jIyBrpWKzNqv2p1
gJ8nsrEL9+XQl7XHG2Lvs7qRHpqOHjkoK0Wie6NqxsY2l9GzB/hvT1O4twNJNr0CpzS8GR369bPJ
mj71ukIzR2sUxk3ExW0Q08wTdYso3AxzgTzN9UHWsypwx0KIz0XbRff2FJeT55hzfCXqSvsg263y
UA6qDh1mVo0IQGcKNDgjrkvg28bYXuEQpN8GG/p/mCtHXdnWzqg4V9DIYPeiWC2SQ5JGMHzUeHbh
LrATvdxq9uhIbqqr8+zC3ZaLTQtPuk0fghH1OxW4Vfgxqoax9WqzRMUndHqolFCnThABi+l8D6qu
oMdFkqD9MM1qeCjlUvmkTUPVe2mE/KU757nzQTdGBOmjppgfI80Ectc4Y6d6mLf6zoiy9Fbv6zJz
mwAaRdyWOHWHpC4Cb6phXXTbtLQqz4jrQUahK6uuVEnTP6lF3hTuaJjpJ5n/5py3vblvpFStwYrb
Vbed26SvN70TYP4TUM3ZphVzimMwA8N282IY0BuUy0py40o1vwdJrn7qg7gu9mGX8zd6qxgnfGSj
+pGHdRTQuGPMtHNrkvYhlFN59FWRBJ+tauqDvaWU0Xur7+zbMki1QzJ1Dmwsen0hT33tacDm3AEs
9rdJCsxPpPAb0wWCmgpX0tqBNpJZSygBxdUA/UjSS4ULLE2Mu4bMxg95tFJae8QwcthtO5YwgrX0
nbct/ZLKgVN6SVdlnWcD+Rg9x4mG97XRz4iJlHicbmNVlbgge0ZTr6ks6TGi31SmLai3PvVNkUDW
yucf+37MxG4O7PEyd+y6cavWSfaZXGaBy9GjBydIasVxc7saf7RjZn0fWpA9PmrXQY0iQRJ9Hkk2
0Lw0mMXtok1kQ6Be1BqMGaMNQ0GWl7rkTknZQevSRvNlbcdivAFHYT5EdUyv0+BAarNtU7Nt/aI1
QTjoVW5DYqPayXBjNLWmfTAyZYbYxp5CLkOVQSyY66hJbjLTGWpXMlMrvwMn0XyNlhLVjtaJWAWP
Y/TB10RrZHEVz9GABohUp19q3bZLNxxRyPLyKp4+Z81UFZmbp0Vif6tmad4qTjwWl7kp0mFfgjzM
qdY1/dc6mpGlqawpwz60eU/XjlFGjduMff2lk8f+fagYyA86rMUh1xI7BtTX2GgDQdO+KGaElumK
MoM/W9Zxn8HrZDTtyDR7DBu7DmPbVfO6BUQx90F/aUSyUPZJ3OWXRVWLGo6fhM2bM/2bEKaMiJnd
fCtbQbXE1ioDKoi+XOBLZfm17CdoeDTJrBxfi1TZJqyq09oLnaG9SabEMLxRbnK4fQVxBYwb2fgp
itPwtp/MuHWnVp07ONWzgIa1xJ5aVxroDcwcOv50K3tQYj28TYPKUN1YyMW0C8aMNQnlJHdoTSvK
zCuDSB831WwXoSecsQr8Noy1m1ZUqrpBrHkoPGdScxUCgckZNi1g33AvrCaboP5uy049kBfNwsSb
nXz4MNVBfxcqXUrTSVTb+qdK76G4SIxW+RYgxAuxA6bgolOMUXswkX3Q6L4KNEqdpe0EVxP3d0B0
rFa/Skrf59j/WLU8EJ+p4TeTkd6ST+NsVlrdxNvUkEwWW7FF4FbO0kJoRUkDyCKlG0+lZ5IzkDlO
6g9KMl3XztzPG6PHHfUKRa5Gv4Ic9lqKg/JDPFsyIs6AaIwLM+r6JyBcc+XJsTbcp9MIWuNzl2dV
RB9YvXCcbcqyNulh1MTPKazLCa0lY75I036gn9IJaNdYCk2qz9VoOq8jns/dUqFhHQVb2Y69XlPS
Cy0CnuZVuWofjFaSlU0uV/K3YcYKbBJpsr9LEch95jdmT6UeQMAUGqM6bhuS3RC50d+Z+nHRTw+S
U0QfM6NokZvXUNik78wgTzxnGRSS81wmHGCRxaYP9Nh6P8dUza1O0cINkPzgQpPkNPUq2ea762Ey
OT5iGuX3eOiKbmeDxck3pl4Re8yiiw9xaw8onFSiITmrR7C2sq4KbZmSI0Z3GIN0Vw1pfNcq8TD7
PGF157b2ZOx7p3LubRk5AjbSHCVXpv5kbJQQk+HrmLy7kl7cwovSrtQ9nAKJu+9Yc++h0ia9S8eS
zsByrrpsbySRczcH/ah7clpV11021tdda+mRp0dz4Mvg4B2vKhrzloMO20ie88A/KloUQV5NFr+/
nkZQflfNmBbBzRwoA6x8bRdYP/XMkKRtN5a2fKMAi038hhYT5GUys0WrLO2t9kbu9BjboXBKr1Qz
SlRQ8GZkvo/1BtsXmxAWbKM40M0vjZqOk693Ulft1DoDUxWj4pJcSZk6Ke8dZzDUnZQGkXog5Cm6
QzRbWblVongwtkHShIMnOdnwUJft0N1MSae9L+cgCJAsEpFu74ts7BU/sAKOKhGxkX/t4l77+boT
+SJIQ7bBIiUCaI//edEWpaVpgzmf6GOYBsiqVWF4qR6mN5Y5hLevD7VER79nQ/FWl+LKErSgnQYi
/9hblTQF3Aj6za4FypR3yTQ3Zg0Rsau3zritzaC7iMNGPTTlNPtN0+X+6+OfnCqgBRJ8CxByjSEY
UjlKI9EQxsSzs61a2GSrQBs3dlZXZ8oeL2KZZzEMk5AejST0pFexTJTmhTrZwJKLgAKwhPr3rirb
8Y0pChbUJttEOz3MEchrrxfUlPPAGni51KZI/cTC++o6uAPLVj7HiXJi78BzLvmCRYqO2tHx3s2y
nc3tDHw3S3WZdLYGONaI48m1I1O7xpDF22Quo6suscqLwQjsx9f37tSCPhdzgDycoAKrEsnKceGA
lNtBtZumoPQHgzLq66OcOiELRyK4UvpJjXVhrOzETCQ16K5UF6Wvj1Lj6xaOxTQEzptPCMl5ihlU
IIBSvQgR61bv0jq3gXbETuLPVAWuzMawn16f0MtlW0ahr4GXjezSc6/eb4klxVLwYMg4uWoMrlrt
7XEzjEl7ZtlWDFAk/dCBAN2NVjFE0EsS/fh0xLEN+iBkGKnJhhvib8tPDNF7IKBLaVM3pX09NmOH
p9GP16ZQJL+YUrRbDMAmB7vpexLNYUx51cnPFEOWK3Bsc6jkwyFH3RhUBonk428mEN7UCxxoV59N
+SHsDWkr8wBDJoeLbtOjhihtF50DgpxadgV40AIVIlOrr+L/wJm6gid1sXQKUnCiwIkfI+2MPTs5
Cj13lOSo9cMZdDy3Me2GFsupu10u7G0jhs+yPJ4rWLxMMdCbSiMYPdR0HTGd40F40GI7NHkfwO/D
gNMq3Zcc2idXaVLrrhDK+GtSb2puv4of66Ipfr7gbTmiffm/1gIPlOW3y/uiB/7DQzw8HDG7PH/g
Vwu8oqp/0QxFhxIpJWhadG7YrxZ4TjXkLdSRyAAuyB+dQf5ugVfNvyhBLBVIitHO0o/7Py3wqvwX
jUiAlGh7oopFLeEtPfC/ECX/umbSUt/kH0zZ8ekYBsMiQdPIlyCc0tsWB9S3wqT2k66u/dYy2gLh
k3q8yAZpP8F8eujoz0GSUB4RKOygcEwqfSe6Ef7qgYYrIPWVWxmNtakCom610eyNI4Sxn6oa6DHo
Vu5sSUNGYkNbqqsNiltJ6XeDsoRUibxbUJUb0n+Wb5aB7XZ1U226KIp2Sm3an20lM7Zqa4ePitwW
PwdaHOH5MPR9XnViI8UjHZUy3r8zmSmhcg6phJ2V9c60xFUe5bKnhO/bJt+3Tl/6yyPiJVkX7XOs
n5v2UnUAFOb4IQ0Jt3ImP7a2UdAKEXXJvUqL0IKns+/DWtN3fafjNle02shFh8Z4oqMkmyShR+9B
8aVKbO1dU9cl0hlt7hupnV4HTSZtSOoVuyZVH9JxkHZta8ebvm2Uqz4yc0KzSfelMB7eZU6NAlpP
f7sUhJoXEoIyREt7ixD2I7XGYmPomeyJviIYi6TwkMpWvos1o3qnRsHgqcGAIpMWEDHSv+sWWl36
WaCQWdGqr0KJ+6tElWw/V8Q5v+kZY3PqIK3MjDUhKz3NoXJZd94kXPMq6fzxVpTwonQXsLAk76P8
He1Q8Oa4cG6EGwXu4vj/c/ZdzZHy7La/iCpyuCU23XRytm8o2zMDiCiQRPj1Z/Wcvb93htftrv3d
TtWYRkiPnrDCFi6Mi7j749id/v/D/hTrWc3X/tnMl3j7x2VJJC7SfqJKYimJpO8La9fDYIdCUHyw
fcnameZ5LGLbiTM0T79/5iVUf/Xaq4GhkzZG3koVSAraOEJJR6geHLwhm87x5qZK1SjlkwikXBlu
XB4rH4J/3lL9+y0BtqOGIzlLYtMCujPDw2jVwTI40PCEKIpeBE3tHADukl2ZlH5pWa9Q0CBB3i/t
tl/g0gU5RcNyR+U5V1CXAziBcU4OUZz2dZS6HY78jbX5O/X854eukgqLMbPSm2FJKjqA1XMeYWqn
+xZ6zMWwM35wdfP9N/iN8PvqI6xyW9PONDNXsyUhIur7BzG6aQWVGO6+QONsgIy/DnqWHbT5ztqO
lVeAPYnOw6MlnRjf9PV9V94olK7shovOyZ8bEG3SFo1yaU70qLV9PvoNAPbdh6NA4W6Mv3/bFRDh
P8u6rsJsmTecDOWcKHYkywGQBZB8rmEMNQ5++0uDkqTpNeMWitRgfbj048ZjL1/ti0VejzinuW0E
auMlyQCIqjHjQbfOCQDFcY3h0D427rzsTJvcgPStxCj+ecv1wQIJFwggtiSyLbsL4GbkSLSgt8MR
t0d+GEfiWcYDdJs0yClxufSBlrSFq6s3ltm5BK6v3nd1zEwL+m+paJeksXKP8eoJfnsHFDChbUCZ
VCYesWLh7Pr2bcgcv6WXvqceVoYV0RyFMcmqoLCjzBhjmbD3qtdslxlWUJe7snl1tN63nTmUpyXp
5rcFLSfkAD4gXGHei1ATLIDhPLzHJJIM7Z0Nb1RLoFm2o1CQ4u1W6p4G+Y6T2m20c2E8o2PuZsvT
KMMgyj6r+IWtMgZlIQepmt0p8xHGMpfurj8Xn+i6ekMap8sLunBVqe6goXYibbYFpWuXS2k4WizQ
aMQWG+3Q3NXyU6azeIJ2eNFYoVLE2bBnjbmZDOFO4x0uxnHaj+Czd6kcG22BD6XPmE/cm5PyzBz+
NgnE2wHtJo0ZB23MP3OF72l3CwV09USsAo1sS5MtGPYKH1qPKiKaFD9XgJdoZHeo90r9yspNj93h
mFu7B1fUgE6bUrnSLb3ra3tlFYDSsS76ocK3HEzDqye/GRNNuYWhXdkp/OcoGKuoUqI86gaHqknR
o/84kXzZ9NCRCJiA8QzpHRFaIjVC9EwLryeTukWTRtlWSungbYEyKXUMXtSKQdkLExyo+ELiY0i5
cDvd6b0uG7lLO6mGqF5bhotzgTQzZbgDN3wCLFhU7BN9U0jbfR9I/q5L/nmbS+z845Je4Dtoswxr
hQg5i42NAIK2mltONxoO13bDmihb8FnwOsdtkEknAMHw2g30tvs4BfDqqVWBE8yCpd5edu9M9zIE
jtXz969mXIn/a9ElxWKODUWAJZkqDq03x1tkPXCgL+UCiB5hB54WYsTOCNVr8dR0o++AOAxWomdg
oflDNtCXwblbpl3TD295Ce2zYgkm68EwWpeT9FL5grEOQAJc0eFPTuWggptA1yNIiBSyZSLqKOT3
YATIRhHYcOFrR7LHXbElFEJ9UucpEOqwysOSJUq6hQ6Jm5av/ZTI5jHlQafd52Pl1u1m1jH1znnC
VaSbqttBze/7JVp1HP75/Ku4jtGsoo8YTiR5FnElfcPoNZDrM9LXFLOg8a5xAKBmGDy6er9ryRED
sO+ffG3freI5tBmVrppxbdImajq3kqBQJB376Va287vH9MWFsYY2maIDxSG15qRU9vr4CTy00m4o
4Fxv9dNwFgWEAq0dmh2u7faRtK1FCCTNXpKjHhWU7KOdrvyqX0W2GVQ33/IbfZSVNvx/FlxfRQ+R
9ZkkdCDliJJBuPCttJ8YdAwXES2/SkyyRlDaHfqpHegYGd124X6RRyr8HFMH5Uc8TICFbheYzFn7
QnXrW5j93zTnL5brNzTijziAuhcM5xlxYK6enTxiKpQNS2gf6h6a96YaLdAlUSpfy6G+ZPt591lt
SPq0TD6YK3psw2aDnvXiFWMcvzfd4cOmnjknt0wgVtK+/yzbqp4xzCWvJ9uYkzSVA0PasyMz2GGZ
d/3gCfFY2aiqAq23vByiumKbRWYfGLObd5FcHDTo/OeQawyn5qlpN4a2hbC91GgY4spxJfaDsYXg
k1ew09Ac8h7NrfaWzMXVdV0dMNBIjblSGsSgIt/15hRZNmSXY8k6F/JmHmWPa4e+xSB6JEEH9vnc
JxRypATDDwx8IPLIwoy8LRxheYZQdlO5eQr6jomUS/hw/hsly5Mx/71xLH+DHr/aB6tzWUpWa429
PScLLm00GENFhFLmLx/0QHzYNUANFdV5c5Ctx4xgjOgrt7rwv9vsXzxaWx2NXCsbaTIlJWkngNWj
hm4Bm1CcEG2IDj14t0XsDWbpl3qSQ6P0JOEXmQ8bNCPSlaDfExE64pesnsYSE7igcM5Q5wRYoAM2
BCqWigutSpZvMoZZoLu8fh/Grm3MNa0q58ViKh1+NEZTuCj2y+AanxXfsTxYsg1XiDeepIOIIdzp
LH6PMeNG3GFIV3sF+v5PSlxWr1rrIxeUT9BAh+svxDiygz2eON74Zmf5ylW4njfUPJUBNEmVZNzO
EHdtVUDMTT/LXkYOGDj+Qfvk4lQYTdyaIA3aLtVOPO4wIa2h8vn9Wl27bNbjAGVsp6FQsVYA5MiO
r09n4HmMe5jvutxAWXgskonuLghpeGKUH98/1bhy06xJpl1V5DbpMzWRnQMvcXF7qe1TfBfMBSGB
W+DY7bsW88xQxcY5Ov1eak8j6I2IuU/qeJ85AZojFmSVn3gXqudJ8RCOOxpY8GmRJH8ow6IOdfJK
WzcbfBkIRuMEho7tbKZhA3wTNd3sUv3/5KnqWSXaa0+G5tf8lDH0po7ZXUsDW/P6W6Dw3wr3Xxyk
35nrH7HcFOok8hpvbFBM3t3xZZZg8BLOEf8FE1lNCVAoBBj20HtbeM7rO/IO+9g/IuIQD3Iv4olA
7xcYJhnpKJSRE93yBtvLyofvv8i1lHCtlF+glWoVGvYBalfo1taWP/ZPgyvtpw1fAjW2LJ/tkFVD
EMa81aa5cgB+38d/rEm98BzQbzxz4lEezjPkvgIxhMTyDWtHQszQgZ0y7xf7sYzwXGN6Vlw4zo0/
M+6pmzFuNcTlc2seJe6Zh+ZWXft7uPDVt1rFW6BmqMwX/K629vkGE0fTW7Zq7bdwKsh9O27RSHQd
L32C0vFB35AIqRh3mxob6pgFGsT8l5C8KLuMBdP9HJj39RnU+4MpnTryrA1KYHs3vtq1FVyVdVk1
yaVDL6c3/ejscBn2qHcKb/BV5uFK1XIfsinSfR4Bz1sBDbmXIPfr33j4lUP8bzuSSarTy5bpMN+W
rSORtot70uCGO6Db6mfDu4LTXXuA6gU2pIhvyfhd26vyKvG44OIhQogO5mJtzJ+pds/pGapJvHLP
BocdWocU2WW9r+e+81+eD3nVOFVFNRDIzinJfHaOOMP1EOY/BPMml19MmlztDfw+cCLuZnNfFDda
PFeK5jXJdZSAFZ0GQ0n0C1j4yYGcOlh3N9KKK3tHXu2daRr71qxM7PK5shD4pRIK0/ILBuuD59hZ
1HZAaXQTefqvtguw+X9Xtc5kVGYBMk6SHZxPCKby0QVoEUSS0XGNn+qzel9wHxoD5o8s7XzlRjLw
9RJiHPT3UxkQWzDV0tHwlkHNFHc5feJQ9/j+nS5Z0L8DBXitf/9xiXPH4QP+uGm8pHCRs94mdpe9
yiB8lp5yS2H/Mmj64in2agClD8JkTcGUxGAv1QXJh4JWRXOPyDLSzPzGu/xujn71mNVKcQdkYAJq
QFKZaMjlpfAWW9qDORuU1mdqLq5F7L08xQYmKkyiAcGYwmYIOu1rL+6ZKgUqmp72JW/iGxmeWrjg
PVZ+WHUHEi649BXzFHYomM/IY4eoWtjDWUKZrpW2t+QfuhzWkAeDJpmbTg336WyEijFuCIRE9FcB
CFxjx6msvlcoIiqB4dSGZE+O5ZroXaPROc1vPXnolW1qyk/NqEQ5VGkXDuEzR92WShqR6rmkxzLP
AJdtw9TsL5JrSFmN4lY4vvalVkGi5hXQA9KCCY/0MfV+JU0Bqnl3RilQAQ7enMxpM+whqS8pGPfF
XKpgDYA6G6Kyt1hEXwdlqE78vSVl1ltGm+In8P5C00hyEgIntGH0ljfSlVHCv6R4q7waFwCmkbaq
84Mxp7GWTQ9gYIbjbPgOuaRQ5EBziJHanQdMPHyEClfRfsz2heqqAfPOgTArfda/6eidFia8CjAH
/P5Erlzt/7cohaD63+9fNzrV+awpSYnu+157tTbavTgSZBK+Vr+ZbWIhxfDSPAE8C7wgfo+OtRJC
LXJ5TAHXRgN0dOvn73/M5bN/caLWkkW0YaQEOU5J7Pm9tx+4c2ujXYk765F0YbctmWDak9DZS5Vt
j/xHaZ6EEQ/Oo1G0Qd3fSNG+viP+Jflak6rs2YQ3GDBCyHMZ4EwJIKwdm6uoygE+/PX9Sl05OOup
UN4KBdNA7KmqetPGH8aZxqPs5+LGPXrlQ6ypU3I5p5JDkTCUk+rNHSykb2peXPrXX3xjc9XXJouk
MlLgCoCOI3nNFq+80xSvP6baaz1HQI6S1uciSBeYTyEnuYedh6OcEdOsRzE+qJt011QHfsQYkmse
OSssWgB+/TX8zAscJr9IQ2S8W9J6w8aYkP3ff7/gK9Gh/5yT3/3ZP3NvonUddZrLvfiZ1r6udWAG
w6e99cXssoGDOfN0c/R9pYNhrLu+JC30Rgc4MhGK35VJD0yqqN3KjBrE8o7FhZOo9zbFtbZ1eBHq
p34uUcttbhEer0TFdYcP4N0eTqUYvadACDMxuEI65BT6z/6N5byywy4IlT9b9gPP1GIuHTkBhtkf
pjPVqD+aATMPRQ6sgb+g8FQw+jq0D7nx0PAb7fTfEghfbL8LZuav50pimMxyvqSlcEVRuCdGD2R4
aee4y3KXhrQKueLzWwpcV87pGo5ly9PQK1IqJ4sJh9/5SbrQAJ+A8HecG7qtV77UWkyjSA1QkUZE
nH4+wViEF0jaZrDHnRtpzhUEBBCDf68Y1P5AF+taFA/VW5HkbDelkfUm6FOq+hBvr1DKcFjaRDc2
xpX8819kPMmUekeaENnQpwOa/ExI5/ZKDJh1B3OCF+tY2r4MwoZXPeW38tJr22LdAZOYKZcDWFoJ
HT/eYeozqqEwYahGOh/Afn3D++f0Ta9vrOmVLqGx7mSZKjOqrsHjiB0vTmyov9QGZgeBXgat4cnt
gq4u5AHbzC2hB0D1rbps5DLu4Ic3wul5K0FOqoaicVI4aG+D6ycp23bMPQ0eUsTyStWnmEVwOge5
lKCjTdirrr3XczCgb0a7lxvf6kosX/dAHPD8Fr2oLlHK3igCT4yXJoZ87QJM/xzUQOTQ+Qa++cpJ
Wvc+lLSBBBxMGJNc86YiEPdp9To5T+rz9+9yJR79Tt7+CO+SYVJBWKsn4FXBeKPJ9u0gbhxR/do6
re68OjXg52GgLIWaiUu6uHmQ1TB9F3qsOT5zQmE/pvRk0qex8RfJk7qA3kGEp6HPLX2yF0zk6xeb
xJO15Sn1FkjWI+9qlq3A7ZkBWZ2A+VHo8RShMsykjYpM2YIRVB/maMBQceMLXMlt1tpOrdkUAMsh
dC5Hlj1qDLLaLhg5GlAAt7jv1+693//+x2cAfYNbA0fplnPrzDX9U8kfVVRwxqZ2vGn+pTulBxHn
oKXK61DUd9wADEc6DSomNUZ77Jz07vv98FsJ7ouLYo2S5o1t5AxCFYlc7owZnXo5FO0D5Xd0Ppqp
CtLZ5FnP+lFFf7kgAJ1F/byE7cHsIo1tYf/jqcvgN9UFKQGSDsiosD8jx1r/2ZEqBKqQEPxNNFWn
0LFhAy/DGiVZpGfuwPwlKkCv4cx38FoVHM0CU/0po12mQGUAwunEQoI0wkdW3zbFvqeTzzO/W1BQ
op9ms0TW375fhSunYs0lnvUZij5pjwNufMrsNc1unIgrl9bvMPzHZwYsMaN1hsVd6qNibNp847Tw
AbmF9Llyh6wlas1W50qvl/jzGpjK1asFDznB4/9qTdbNtLyH/G1t23KiV5mroZ1AjIfv//K13b/u
mU1sYJqdYfcrnO9LyJ3Djx6VaHq0NOB6jCnQBstr00co+Ad0MV051XxDQhu+HjyzZUmna4EubpQY
V477mq5S5rRrB3VAYqGUiawKb5jaQNAFfOPS7/U6bobpxpJ+XZ5BYObvFGO2CTQQFYJyow9hPJfJ
m6H0h1DpAptteX4jtfj6BtHXXilMlNwgLSp9zXoEX1mkoQYcQnPs8hvJ5dcrBm/Yv1+Daha3pAkP
mJWI36UYczq4sSkGI555S67td7T9d1wCCv/vh0xLQ6SM4SF6HQB4wtv3vPJsJLFb8A3L+aDguhho
hDlh1mDyQH+pjg+sb+EAOhB+v0+vzP//5QcDTT5tGRX8hhJVmu6x+mhBcwX2Y8CDgCouP9l+Kz21
xQjrvoizF3vemJhx1ns7FAXo1DG8/6QEAIUf3/+ga4uyto7pc1MqZCiHJ2x+Ntq4n3cyqL4MSJjF
fKP27Op8U4AeDEI9MTB9VretvZmlnTU9yO/NCGu+W1CkK6Bl0JX//j5SY1kZNJnlxBjVE8/6sHgt
GkgHWOZGGCHIpXui7QvtPMOdsooFeQKGrFZimeFe2NcyRm67tMm97xfmypZfd0J51+ZOSvFjpBkS
ewz9dhXwelgtyAD25TeaBV8Hc8ju//3GyApqYYEEknTWZlnQjDTuaB4iQHz/Dl8Hc+ib//3n+VIC
Zt7hHRqOrrtCQdBv3dz4PymL/m9ZD4ujv/86NMyrhgtEOdBzvXKKgWN3cnB9yY158ZVfb61igtos
g0ymRUvsQv0lsfS+g5SE13TN5/erc6U8g0zK3y9gUcCxDAOtrR4z2HfAsoDuR28RxqjglnjTT/h8
ZdmNuuXrdODfkkT2LJSlYFoi2TXf2Oq4eENJ+xvx+dqrmKu1KnXyP00HwKxt2IUu1rGOnKABUq0M
LRL0Pr3xVa5s2bWu5qBMpFp0ju4D8iyooruzebC5Ai+hW2CFK1fauoNmEavPZvVSNachwG+95M85
sFI13Eilxusx3CQ3bp0rnSk43vy9A2ZQahZm4fxZ4z2MQtL+nVu6ZwHcy7NX6UWaXuA8+v1uu3LD
rWGjeuoYlZ5hszWFj1ozhwFk/YM74WSFE+Q8vn/IlY+z7rTp9cUEKqVakiq58m6SrvYgcJKFQz/m
3O1qWGl8/6ArgHBQIv9eOegsphlMDJYk9wi0RzJ4xRbDS5VeDH2d2gfc1dcwjm4pbOhjfYHM12vT
5z5afzd+wLX1XIVOy7aHyiJiSUS6hSMzn2WIecCiOJAxBOGumvYYyER0W0xxncbzJ041z37WVdLV
8o3t87vz9UVCsca2psyqHeBb5wQ0B8xAXKh6+uPyKltBriVkCpbU9Ep7OfDuULK3GbI4ZaF7SvsC
em9KW09U9HGcGlD2MSeijdfN1h2pNhpQfs6UBT2nQa1Rr043yIiAu6pwQUQmoHlKvVO7LqjJ+4gi
pwGKcZRhxf0wWD9mHn6/wr/bRl+93SpdapXUVsBSAuYOcmbqwzAgIWuao5qlblU9Dibgq9kJmvYw
4H5oiBHlpgrX6DKoiiYxreVI6QOG2MDDYocw2PiZF4PfBWV8DVdiICn47Hd6C8GGBsDbCQIYoP4f
ZnbTLOBKHDFW95NtlWyxtBE8FLBSR6dFv00PF2NTEpgKKg+2ANxqwLaFcC+HRbma/4CdSdf2P4DD
dLPqcynfeatEc/bTrp4bBXlhPELzpdfhEf4skSMHEBMAROceIg4lyogCM2WDjLsah8BcQnlwXC2t
fKo8m1XtyUZz1Nuo6yRXks9a/pPBnx0qK76aS27dvEx9tRdSVDnQh9ywGX8uBxhZa/aWY3tWD5VK
qO60N4rTK4dn3aMm5mxyauhzYqM1Dlfxws2Ags5azC/nB0e83thBV3KoNW+3wIeGyQ9Qm8If96Ay
OGH5q4/QPDY2aoQrA+JVuEMU2+MRSawXqDOA7QQylOrB8NRVkxK5eXgnwWXeHTYCvugDcvV3eSMO
bPRr+1YouRI11w11DiEwwPix0RFHyuYDglA7/bgEMriOfvliQRMH02LMVzwFckOnG2tzuWK+OF1r
wK2RmkzOJiKj4gHDfxzO+pJ5AHNm5rF47mw/646L8jB2n3wI5TMcyqELM9kvujK5A2ufVYh+jG72
CeK1r6F8lYtQjPt5hvOuXyNzNvYkNzff/9Zr2YW+yiPhy2BRSaNyogxbmi2hQ7AmqmerGLYGQ/bq
YLRNTm3/KlN247q8ViitbWXI3Axl02GMAqI9iUYEuYPRYRFi8aE/oFADGBkQox2U4B6cc/NL3PWV
t5xgsDBF7c64lUDDG+PKd1pFkcHW0RZiKhDyNXmA3t5Znl86qfxoBD+3mglVI73KFVcp0TBcMGQH
oVtT7goj2/bFAK5+s29p5qs4y815Tk92Ebb9WbT3xAAjsYGSDGpQsERdDbSlbJpOKaBoRT3/yCHf
wTLo8Bj1xm7ZU086UCUIsJMqKGblgFuuJxAfS72agnFb9LslZT4VY5BVWTACjVXlcLIE0EZmd5Li
zFCegZSPaEOIE/pQv/UBqXbhZNjUScXpfnTuaRUMEBgaRpzDBqLejXFUoG802Z6kviNw+ywdQ263
7xC2kQ3hKXhdw34l0PuWLiB12NDxj7oFvaWqXmdIeTXWr2xwNvY0eOWiUh9Bs2RhNz3LdSgxlHGt
DevVKis3pBSwj55PuV7VrqZ0h6zOWWDP4wQw6NhB/6wMGJ+2uBHtPgbfawtdkrc0q3agKD8LUvlO
2Twa+RR1uv6aO5U3DfVHPo1HNuWx4kS8A0aNNfKGMcfFSFYdSNIVfR0vOvYsNMubBeCOouHu0Bo4
5poZNAsg7twt1NeyjGp1S7If7cB9HZhIqIi4OYHAlNW4lhiPti4whOOdzM50NN8GWzs4vUOi3uJm
HVi1ST5FrdIPyBjUG/gbAjTfOBNW0DIaMGCkqfEz8FRjKQMFoKaD5WIVZ1f0F2MIoZrBDGVBQ8NR
xyg+aBwAdKX+JTf77MVom2dSv8FvE8papREpk+G3ooTInz6/KcNcbVrNGF7yHJBpCJX+WloaLeMA
DGtA2H2aH0f+2JvHPB88WDcDLD2DokPFBlhvpG1Wk5/y3itT6G1lUal4JN3OTQ3U/EVEynY4mgJx
Dwk061zSGSPWH+lFHOME6wwl30GivSYb1m2n/jgg38nL1NN456dFgB6DyNwcimEMzq4utm6OqGX6
tRRNHYaIRaLzBPZpXD8DG1zpG1QbAL3Z0p2YknzA/NGMjP6iDGUF4ORrXgrtvGUP2kE9lm7dy36v
uBCL2cHld58C9VKjdAfK7GQv+Z0D6utsdTBuO4zlfYd9a73M8MOAuVva3Bs2T9r+Z01/TjhzOigv
mfreTdgkmrgbWB7Zpf6M3k1qZhbyTmnyC52gky/ngBJzD6WYl+OMK91Do5+W9AF6GW1sNfIRaJlj
1Sv7Xu0DCkpUPLPsmSt2CA1l11juSuVQi3icxrelbHd4jXlEo0rikTI8pXTxhMN2s5xhMOVsRy11
Ytao99qs34G+rz3Y6ThsarD+pdyXtKnaGYT6Bg5vVzdgojVFDIEXX0fPpAdgDEqHrezp1bNGc3+a
yQOA0OOMb56DhU+tsKUHsUAoCY7QsaUFtagDCLGCzBTW0/IsKFx/wVUUjoSMyp2yA3+tZhOLWh/F
CLkACaC0XPi2UWDuxkPopaN3wgIJW8WoihA5OAb/YN6MD5NCwt5afFjLea0FJYxOprFC/UYN5Mt4
G7AlSNZJDcwjtL1k+aICMFnCqQIdDjqCsqsX4PgljQHQsOpEpDCgRSQP7UbLMepzzO6VdvqpU+c0
qbP7cTxy+pOR3oXIApujkj7Y+OpmIWKJ+RjI4nTUZutZXPYGbWdKm8Ju4D3MDwtg4nZBEyiGx3VP
fKgm1hCgdB5S6Cj4UG2LIUt3r8Jjy3OkcosFHiNa7RWkVFkALH+fQEJUO8qN31gnwWB9CPfkvDrL
wpWqN4wsbeceJBRZfJhOChstK8reKieS5w2YIcBzwMidVZ7ygf9Jl5gwrwNhxHaV0VMwCsHgH5KL
ANWbxWEE4alNZPiE13etciqAKG4ChjQ8o6Gt7Fh6lpZfed0EdfOp1ADYgNNhARBf8uxR9DkMD6vY
zKtHRihA72WrRkO9zVVMP4c6skVuhRqAB9D18cbJjAbcV1xTwcUovYH3k1cCZQ2IroErzUAUvMBX
d5n2gEhezOBfzUDBvRltZGbGDnplR70Zp8th9Axjk8sL85q2wxMyxva0sYoP5b4vwskI0grwBhgk
XzqCmNfUEcRpojkF5A6Skp5iFi42T5ANuie1g0cLYAayExTD/MWCzJ8NLrC1H2pftTME0SWuf0Gr
z60xD7/rJM8uAfaOmVl6rAWhjzTjqz7wIwT7QIBwa9S3c9BUCXh3pQptT9D+RMCVbadBSiCgGtqU
wJ0xPNd2vHyE0mAJqYHhvSgPgxI5JZL7ETCQfbPEWomKSP+pyYVb6f7cHoj8WC+S26LcY1vLDJQB
buf9I9CIkTEkme5nebfRKD8b7aETwZC/QaN4RGQkwDpO7H45C1AOCLvr4UuQ9qAZNtDy9G0r4AXI
L/rjDCHqvJlCE+CeQYV46zxBm8Pn8ptNfliKyxiS/rD4yW0EidFVWsSpCqYwGw7CgBJD/9hT1RB2
N07/0GePRruF1QfIE6bYt80OspZZfTDnoF98hb3UkOiyvK5DnHuVpvt6eWiR4uvcF2msZnHOo4Zt
HDNK0ch5WbIdOoc6DseSv4OuF0JLKnFMuh/sGQoII7pxlsICTmvEITLfdbMRZ/iiXSYfddRSVVew
hIAB1vR9tkkxbPN0ugTOMm3JmM5BJg+4YubyCO1Mt1HygJjmu/2W90HRLNi0xNNMdZMN1Q5Yyq24
LD4AE/ZYwovbeId3DYQJQoFA3+FboDxn07RlcKtRKPebGYK4jSeodeqZ57BtlTNfnaClxUXj0Z4m
BqpZE6IhukaPlCWqdJ9qFYSe3yHF0czw3WmYOGmFdJpA+aM1YtVkPHALjQNpa0r5PqWALEP12NUn
j9hkP04UVqO0gdiq1vY7rlqQmlxmZFbKRs1euIW+ANctJFXygGQPSVmuWuFcT/XHInDhE0vzSR1i
+Kl4g9NGsPAKZ+imaGzwOSwhuKYgv1jkvdXh/JYxLgFLB3iqXbb6bIcXTctBNSNo6B6n8QWdXpfq
gycDgNzXo6+CsDq3upfDl7cyMNdt5p2zUAg9dBsJF1th3nfjEAI/BLJtFkqoaB0JxuC1nL9AdS2S
0ncZhS9aKu7ibB3rDJp+5GQqmPuXzcxCmFFDae7c95FRp9vOsX/NWqb5gkinuonTTn5XCCh9BT61
IaAf2I1YMf1pemT9ploi+x6DaMOwXcfaYWBMkYUs/ds8T5HTA4gpnmrnTZWf2PKkz0jrgq46L6CH
KCycwSsrXT2N8xEawJnqqSa5G1XtpwDwxZPBZQKUmGP4Vh9hY7dvhQOF1kaKzQ47Vuo3lgjVNpJr
8qlbNMgdBtpACU3LdoFODtQF+sYMxsokrkxR2zVjtqNNPSajOUg4kCyP83naCg35lqOQO9Eqe5PN
+UaTxWuLO3wDnJQTtf27spCgIc7PaYJIQEs8YT4RE+k7Rv5ophYnqNiAwazUHyVBYQKl67tmNDaL
oP5QYZY38y2y2Zim0q5RyCbv0gic7Ccgwne6LkXziBRHNMUvzQEvLRvi0YB+j2W/ybOFJA3bDjqO
GaKlnHRtc8DlvNMwjx/6ZCFvhfMqGwgVB6t0crfEgW8EGNCgk5RBh1bJYAyBRBFKxAQoZtGqOxgt
QkB2wp8tHJ4nE7M3faodIZydGN3gZV29W6b/R9J5LLeNZWH4iVCFHLZEIECKWRIlbVCUJSHnjKef
jz2rmep22yYF3HvOHy20PSwDbegRqOpUUsnXV4s+Pb4DWM/yMkeFl6wJ/Tp3UdW/6pk1TSr3hGzZ
JO/YqfabkqzLhNQXNcE0KAnchgzgdehOctLbtJnGdOyG4sZUypsgXever9vpDQP5S6Hm57mPUCoQ
UWs3YXwc+BPkbsFRli8Mbcq9a6vPRbH8qsvey3h6l0EzZvncDC9zGf9S9E4YAiZavJ+0NnEvAtIX
AiqjDQGrEVEJEk/grQ8puruImZvVR07YqnLlbp+FniZ5i7Ut8pvFOsCs8Xx31XrXW7JP0CaW0HXT
TDwlZLG8GkMTNAnHbqM5ixC5mfSYxFd9cYYUQ5Eq/cr58KFNPzyEpPU+zw87LAq3jVMnzGYnbP7p
z+AW5bca3dVoXhYGuW5KXuhX3Aj9r24KG4nokfJNMS9F4hQGjhzwzAr55QwiqJSflEWdrVDC4iVk
wYIcpdEXzjh6nafKkfWPNc53i1m9NUlLunXhy4QpieStoo/JaQmzdgZzovIvjRzO1j77Ug2+JDtB
xpHyzQ1+nbhq8hqatlZ+xIpjSiUj4osp+sU3PEur2bTTruXnpHxoZsCUsM7brANUkHbJhNeri3eG
5WkNNzVryl6bh/M6mYcIoShSIvKEHSEeuScZaXFdjLo99uRJZxgvmIn6n3n91S2MWMpHuGzJ+t60
qCITglvl9Kg2Dx1lkjmmONBZ7UZP1A8Z+CO+Cny0feY1xk6vjpyeLTfMmL4oiNjEi4xXYeb9qXvH
FDGmYQongdoyv6KI8ITQFeRAE1+M8LEQam7nzdPPUsiesb7Poyd1ud0D0axOJwU1L1RzDBVPCw+m
hX/WZtOpmfh6wRmMY68UnEX7nPQrIomPJlOwmjWulFExnW2HNnOkbMBYy5HNlN0VURCxcSmkBEds
C3LGay1CnFyXEuiSqMwlOiBF33Y9G8VMnWgfe5aEDSN5AgkJPs/GjfrfkJiJJF+8Zqw446pN0m6p
Smu1HCvDW6uiYt4WkmvkIR+i3ad55FSpwmycOLo4n6bKCLRo5SZRfsSo3y5F63O1n4VJ9YTcC7ND
P3+E6I3bMg8WOqn0XVX8GRw9c8na4UqAi2EayNDsNE8QSenGwdB8GWowokmplkdXn6msr8sNJELf
BisnQE6otZ2Nbr5syl/cpCT86+9FF8jxsRc+iKfZCpNgFyZaWPX56W2zdwj2MK2DRL+SFO4trtqx
Qn+W1hWQFV3rP7S4EwRI/uNwoQ59+tQacf5Uw6YD2DMHdScIladM8zYtexd8orHjOPMIM34JezZf
mtCmtPozedeissWENqm7nGy4KUq2soU9VV/PqySjuMq8fhmDUmp/Vl1PDozAr5YYlT6cqm1M02uv
1NemmP6iiMUNompDKaux7ePyWpvor0LTuoqLpW9mPWZ7WUJiTYQLgaxUfEUun8sRl+HbzMd4G4XS
n2BKbjWEP8t0zZrj2tn1l9L8gwgassBg5xkcJbfzf7ogUGvfuguhcgBF/b66C3LMOejV5Pia2ydl
QOb6qh7qBO2eawiYuR2JoNvSlWavrx4VvbXTRpVeaRKgPSMmXl8MA95YtXKTfGdKntZFNnHueEyB
GJbiAwcJg2CJ/sPpxb0EYkc+3qoFmLYt61xU6Ej/9G/ppL4rn8Li9QecPdLgSLpT03SQ3Ib0MGgU
04PFnHsuay1yACsQcOLyIhQvq44t/zTn482gbRQbkN8alNEuHu0y3TZ4UqyTkm51kkZQmJSG22A7
ZQuOdgKDTvWmI9sPr2Mju7ibxuxfonvh4mRSoB6U0RsqyrSMbyPNNnkIr/XeoHrr/FTZF0UdpPqW
FCMUnlP/HQ+OnARh+ivEj3B9jfp/Y7YGNUUK6P1rh9WvBCaM2o0sUtTAPuNa9enZpZcyls4RGFi2
Y5Bb68pLzYc1pkcat3tgKAvMZNFONauH2qqlPac8GlmQ3ZQ6YgO9NqnLXbKkjlxiMkjjQ8Ho3HTx
i2q+6CeNGD3ZMcvN0xVTO9Y/OgzZst3IeC9AJspTNwYSKfVJBh9Lq0ZDnOCwb9MdYwL9F8+UpwG9
pPVWWEGtfcQSAsZ8uurqPwPPVwrARMrSxGFWfqgtmQWC7qrNS0EvifjTyTjIym+rdaTirx7PxM0M
BHByoWLFkTQAjoNcfIIz0YMU1kGj3crs0GovBAEjJY6oziPrMBEFl0tvaQNJDhgI1uqnDN2ckJe8
cAxAu97FsLSRwarSuX/KGHEYxqPuxH9cSSGJXLP6VnYqx6w3UP4OUkROLeNITeLOP2Y8Wg58Sdwa
d/oozG8ule69+qVFIGpecz1QESsT1CSRyKI6zE2bXrHGU1hUF8IwNkrNl5lzHF+tcEswQ2y+8VmM
6lLe1Pg9msmR3QjrW6sw2cSJnSblsSZPUmOp1ikJq0mwoRuF3LBDeC+FFaWw7BRaoLa2ltUgN+Qg
5lujTHnjJTsh+CE+Czu128cl9sOXoqnedW7JnCFMjllm83etOkfLpiouYc8jf9BZZ0qVn0CziUUV
RyF5Eosdmeclu1nryth3gD4d25NsABMYL0t1Lp+J0keNgbaCM8o9JXRG2S/yfUL2xKAAHmYeuFVa
Bt214hzE79fJPLLsNbe69Az9a1h31KxwJDdfXeZPaHqNh4INX+TSlFxx/uJzGfF2ErG9S/9K1Qfc
3OTVTks8qojIcSACbPjlLRMst1d9eLyJCWQ9J8ZbXf4O+UNvugt4O1Sz0r3Uva1m/Ow++LuW6edM
8AgFBxvVuFbChsRR4HrRj8Ei6uoyF59Lclzjox59PBsLCuWShtuSfTzaGNYbJQPAbtYxbcHBlK1S
BjW7ssFJNbKIAQLlhEgYd6nZ60myyeL9yCjLOaLbbcfz/pJy7w8667zEmbIKDtAQI0VbBkxALMsJ
7yMBBzwLIXnvDclGG1Ava9rNlkdaXx891OrflH90ra3Kboct0jqVVWljoiPLc5b2XQWOop9gqseS
4IStkZ7ZnUqZa1PPN4by/oztD+1qJXP+LHSXBqN0weXxl2lnpToXua1H20j5oaLB0fRXiojzNIjb
7aD6kBxcw6NhTytY8BvOvjTHriMclvLWkRVUH4f0HHd3rQTA3XfC5I7I1NL8a7YCRfxjoqPrxSYz
WZGZY+J9tqL8zBxhRmhhNw2GY+pKEH0+T7+Bg7s1gylUb30VwZ/w+UimwHlPscvPVFE3A0nrpO3W
TP22ZXh57QgK6KLfUN/r4W4NEac4dBuPP03KqOYri/wmam78PodOPxO5ekJ3/AzxZ8GTXy0Q9xeF
RB2TFQVwSeRdTrgCiauJkYIHTZQ7efue6a3fFxAee4JfbQZqoXuspmHrya7AUUasGi3x5eKzmvOS
KryWx2x2Vfl9/VWSO9VYJORM8z1EAc+5rJe2WPDTJ6PCiUrH4MQqDugFBO2nA259XVQTbHtTEDnT
co7mBL70nqBtzXY7wwjMP7Pq9nsMrouEzgN48ZUbyAjDTS37sv4vmz/ac8XFEvv0GoqMaeGvnt+n
FYx19XKOWtVW+tBBiDHqjOfAjuAfm6kLFoLxNOMzUg4dXQRL5k0xX9L8Jk97noS8ASO0FcSyjWN1
R7FHngXY68jqPQF8MM7j7IiarbBHSu8C7DCxmp7Q6M44A4khKTCoVPmtwuOE8dMK1E8i8eSYsdlf
zFNFdsew0anaqN8noXLWZt6sy88TD/wsKeMQX8T5MqMbYfWvq+3SuXXqiZNdCU7YuV0fYCwVky9z
DLK0dIiPBZQeLsoYblbKm6MI63J3KancUVg/tWMzIsU6pfU1Gt229ptp1741ZNRgWv5j9wxRhKn3
aLRn0w1vw2zrn8YfDYOxZFcipmdftjZIPs3JH3c9/MHgytzRv0q6k34L1dO4Kw9RqLpD9GX2H7N0
UV8VHAbyeOk+lIXwS940d6UFoFGuZST5zCCkoths8WHytSqiraDLwRehlYQoNja4DNsC38M2e0J2
HL2nSKMchZPS7Ys9YL0l/8aRk3ffSb4FaSVsyZzfqJ3oWieb/VDcsvDpf2pm2O1nqv7UwwOQlyik
TfqFGbu/ZaXJQ1Y/FQBKtS1A3vNjODdBqx9m2nzIIyPAfCMMoLBerYAPzqTEPAYcBOZF/KuqK6tE
rvtqRHDovNcqrumZvTUwsn+N9KNo1yf+XzHBc24U5/+ApecjR3fSSxL7+nmmdLfy4QeQ6ogAQ/H6
raeBSNiG+JbzI5+euZ2L02YkDZcbuFYjvIk3eJOO+A1CnJr5TctvKc9UXGP31VERX9Wgr4+1sjUW
J5w90BJUP/jLsclScMQREfJ2YfzatmLQSB7PmzF/DVwL0UuvuUZoDzRZ1aVDYlE13dYYy8Team5A
xdO/IWrs6kNVb/zYxc7J8RLr27H1gKqnaTN8r/o+JWe418ESBpo8KtAUfmrLO/Hsa/LeCb9ra8s8
OAZBdeL+6W1Xn2Il24oKW6ldElGdofjBLWJEbnpe27uigq9I3IR4xz90mNvMZ4quF3dE9SNw/ROT
BhufHPv2m3QlS9vn2jbN/FyyLWZXIhdMgTVoa5qc0V7O6sspRAKXUPjZsOXV1AsPhFtY/WewU+6J
1nv8WHo29QJuSrbH2NeMo4SWSz70jW/J/yb+4RqMRlBnm1K4h/Vb/SjlcBembzAnz6XHGkKnwQVr
dB/dQQXSp7TXVvJLq++lkctcQu3/ZoX3OUZC8UympOYSJdWGHFUnhRLjJO6YnHUY8nEjjk9nWOJk
VYdCBX/sykRVv6pzsZ/Jh5FVDwernKG23wivuu5Vxa+qSJ8VWfxRDpZHz1iJoLeVFW6O/VI6vV4f
jP9f74QAVG1jL0QUxwRgVNVDxcA/OKt+MRr5QwCA2Aja8OSwK3IgW1h7riET5FkrMlCiaC+TM9wq
za5b4kAuK1sfar+twz8xrb+skSocOdk2UMubTE9stfP1LPOKSXUN05X1kYtlU0aeyjZ7RvaDSnBj
Sk4V/8jxt4waQd6H5pYVnECjVgmkev+E4WJH1P+g7IsfS1D8RIk2LDl9dWpIRIncYfkbRsVBItJx
cYE5+yq/s6i40qoM27mnq7y1Jm/U3FbyVtMroVq0Ifmb9Z0MdTKbw2epuizjDQWC5nSgOX5L7/Z+
6XmJCzAxOXV0QGo5OVZXq/uMNNFLJ3PfNZkXGdkFCMDLhmdkiXwdx+diD1A7Uz1G8RBzsogBnyto
bmc3ajhe6/UAphau46dk3hIlvVRhkPKrNU24qsKNEqc245rAin6O4wP35rQQxcmM9aL9RdPvhJw2
AgEg1dgu3kbDkdT9JLEAYSOMsBraHLXPoRdmmOxWfbcAfPfnKaK9b7eAxEJWQSUo0cUq4S/geQJN
2q86kDvlOBmn4LqrFmCiYF1h4w7cwgmNaLqnzrcyOTFVhrpbjY4QEoyxHcUuqJZj9WOgUMqM8Qy4
DEoxjmeivoXr2hOxCJAJv/GpmRHfrpPL28LwLSKxE/lXx2pVneTbrARFhs82iAjvybp9zqk3Dh4L
t9q+qtYVtQuhN8gJBPkm8+gzJ/MzmlRnjvYpU4bIgIDfy8RjCmEUzS9EdkwjvxDwuvvOjc9h8g05
WOYNyVLK/DOibCsg8E4jZ7k6MK0VbgZNHM4UGSmx34300b5b+mGZjhksK0CvtlN71GmAu80zSW1u
vJwkW238SEhWtuYbQx4jioQN+W1cTo106/+sH4qcNkPi6uG/egbASpLbrA+fEjfDwn88xPeqfuTo
pqxpP/6XAzUlHqQopZ9CDkk92uZLM0qMEp8Z0yNjZO6B3yk0GvlWYcfhKc+2eXmzxpeWYPH8JMIt
D9meICtTMe/LB8nMwq/Irg3uua1/qvBXM+3MYulHkJqJNt+7qB0JUtT4vmd7+st1m+R5KbPL92Ry
y1epcOPks24O4rfJrxkyuh5/wup9wFSuZmdWQEhI2CNVPaxV6vT0yeQElnXSLqq6Pa19NXmrHRRj
IQbETColyDFQn8e73DM7HfT8PVuh05GzDIgDaP9V+XrzO9a5WV2IOAYm0B2rJxHwlDc2gWZltU3j
0lP3ofGMUVPdpfmcRXh+W1V+l6ecAkWN5bJ9KMhWGoaN536TyQwWqEhyuwLxY2RA6WPhLUk/u1eJ
1aS2e8WfSSW+WuexfW/uqWXzPACCAlZIEeSW8JeXXziJ68KzPksGTemjBWaJUl8sLWcpNxE6z8JR
jE0di458TqjiSpzn7Pa5LF4Y+qj5RfO7IdPtBHqO3wam6GRxHVQSX/q0VftdPbDRWKRzyPtm+MYF
8mKQqqCungCNuX6HI2qJ8nX6FAhp5DsRUGm0dRxEvZdwaIjBzKpUrTigD5GCtvN5z8AqyLUbEkEb
HbPls0k+oti1xC8Rii5R73pmbbWXWXRnHe5xn4PAW9A/RGuIif5GzfH3UAj7qOGmCTGpE3xNwWX9
oaccs048PCRiJsZHAwCWOewaJZo882XRcK/q/HBQY6u/c7grUmFLcRnpkYE48QWlt2FsPKugf8yA
w4G4W0+15GQRBGgVxONLHXJORI7Oq11X/9L4SJ+BHUV2i4gkan2zLewlB23BEtR+a8KrUkyIgyaE
142d8IZEBsM7QsEypsmoZIYA19a5pRp61bLJXajP2uQRwIOSnfp8ou/NOAww+utpFmxFvgzRjVgt
uO7IQiC1Yd4ejZb1PrvGNfawMdcoSMTJzXfrZ3oMCvfMEc69mF0R5hnEpL+b9cOUtjyXLONAisJ0
aKtHbvFMJAAuTKdmXB0lU7ZL8yJ0zvOrHi9qfyr4A6P8we9mpCgKzUuu/oQ1KRH3VESDLbGAy6+0
zLux5s1rjwmTZZc5OUTbzFFR+NKfDGhvxR7ICD0MKBNDWXVK/U7mr2Lta47C9VFZ311EN2ch7Xn+
U1QxesSacFAN5m4SyNUrJTcov4pPrmxTAk409M2I0Lgwsq9OB0LNZ09CwTPxwscIyCAGPsTupYz/
Onj4hW13/FvVzvlPqHJateMAtR6xo1FSyYtgflSMREn7Mea065losuJ0J/MXj0xjTxTYvpil24BB
bdqV6muYnVW0jFH4LnZE26+WdBr6MXRb+TltVp9xnm6LvTB/WhL4NUI3e+CjDO+JdZXl0ZvzXbfC
U4UX+kfJi7v00a6SYQ6vkuBrJk3PoaOPvy2dabAruhGQkMm0SyBlIrwl8sik/U+vvqnQ2yR9QMcI
DELakupfgrxntVcU137qj2khX3MVrFqF+S92Wnapi39qi1yiX0RYZ+INy/UxdVyksXUTrZp3bm6/
9Tl5Eyy49nqlBlca4Z9QPiptFTQDb3g/aJxrxr+hBynhBpYmwfSHzHyE8bKbF+M1Gnaz/GYgwqUO
eJs0d02ILh2gdsuCkRjCeEhg94HTTNEuE4jdjKHF0xQx9mpZuxp6lNwUFYFQEzHTl2sVqFZ0qwzi
dajoKqt/cpS5sqYEAqWKUrHeV/EJAXHkRCJ5gPIxj2FyEUKptLQgskIIYbX3gl5LQTDHnTqNKNrx
ZW/UUvYHi16/JjWIphabcRv36nfUGpEHE4pqYYkPZoiARFVGYtkkpvvyFApen/t0Gm0Qi6Gen5Tp
XeB+D7XzMr6yfrbp3jJxADSJU6JIKr81nWoJombWjdayTmU5Ix52B7uN/hLhqhAjxBKKH8JSpgsh
SpBwEsKGTMJINPcKtSRNdc1NYd9IFFyaguLSF6nIvKiWY/a3QUscqfQX5aGZ8F/yNu95GuRHSyeW
XKCmqEu4EjhL80nQkRhSKbaB/3etm2Mb13ddl4j1HGGiZFrJUnWXStpp1PYVMMHCFGsCYc2awBjs
JzpcgfKpxkQzxPEYtF3xMk6DCqsVwnbFL1lsbpuGRFryHAbboFzTDoVO3bQNqbRxxPdtWNAkg5wu
DgTPoSvbcyFbtskpIsz1Uem+rNTcFbhOm3GoyFjSnNlCh6op9Y8mvBhVESTRgAFqSMD3i60YnrTR
S1ss7nhvlNyBdD4pVL+2FslMx1RhcLaZIg3JJ+ZH4baYowNmlISpcyneFn0ntJ5s7SptG8230dyr
pOMhpudt6+v+wmMdef2c7qCz1BWsPhXAIxU0YBLSLImGXAXcXzLeSEXkmi+HQ5GsX93c7sBX2Ear
3i7a15pcoojt5gS9LZCzHV91GklxN3aOlYAzQfQm3CwDm0W++mwAFi4YxQnpIRrQ/ysu8gevItlj
WAxHifi4dRA1Jn1HsTegQBhkFsvmPZ7cZhj8JleCRu3p3FQZmVI0h4ieOX/fm2sFnDrQ0sO5zfDb
j4+8t3AvK591+wNwFrblkQLXI9nguTy9rNavagJ20/9FXeVu0Tpv0fkeaiEw42+FGPZQcPAY4eUm
0b+rbasUH6K17SiCa2vkL1YbPtqyIQEzDRGRoMabJdURKv2R0B3H5EPWXDfce0n05TS+LWFmh41J
XJtqa2GCEqIS0OGO3bLtWoOO1bkarB8KpUV3EBdac6QocSUt/JUq9Ki81MrQjW5a98iGU5FW20JT
Kv4F9EFcc5OvtNhu1I7MLiOy9kiwFQcGkLejGwovS1N/aKx9TBVz1ylOj4ppgpCv5mcHQa3NNi3X
HlBb9axem0bgG3Ms031Kp49dxWf6YNHZlUyk5UGAjFNGyV9RIs4D1TXkNtNid0Kee8yS9BI+XWgK
uBNdoZsVl0eB6kbXddF99qd4ev1UiB1nbf8sEL6uSDurSbe88inaRedOrVJ0XMI40MfNaha+ReyQ
xkClsp2kOGwqVArKreeVb6CXwqJlZOtFVx8f4/qlNr7M3qkgJ2tR2tA5mmHEEpxIv3bycTYsZp3a
Ic0zlLWN3PNX/Ovq0RtD/SVDgdAyKJcGU7r+yISGDUbQnbm4l3X2JpmLflqgucESclbzp3pbyqhv
Hk9Gfdbjd6EFpd6JZfV84cqE3IpC/651HjTlA02LN2SYqkQUxLHS/NVI+TN7ND+SKNoqCWRFAwqX
iaplL70ZZBKy/f6vw4bczcw41g0JRzuexvInC7/jEbiTV9hcfhEZTEzYRVpstB6UYhGJx9a9dfA6
61KI51HdGuEllI5K2MfnDHueggrxps3rT1KPVNV072a+7XP9VyuSY5eMWw25GGl7dHzalXLSJxUp
UA6x4vS1nfWviS7bOtEvxmTnqHEzpff7p/KOICC0IbOF5td0kz4HYjhXzWGJETyhXjVlWrqkwtHj
1tfpkME5BvWxEF7F07WZSBp4DrW0gJcizJ7gW7mAQ+6DyxfZCRKuFhWIyNZdfyW0hxQSx6vqtuV0
XKcgCfeyeeq01I44YrLxfWyvkE5QywRaDyA8NF1ZiE4tvJe2IGneKHKtwdDQu/Y1CvEpYxqn8mAW
vobJ8ji0L4naeML0pioqgWIT3gTFKTNBu2jMegXlPvnYcdLml4i2cL9v1/ZIQ1vlVuEAbypd+P1H
ObYRMTEg89JWWf9CRbRdFOshotUwAadQAIH6MYVWXU5mrj9VTNK2EP28eqyLTBOaSkq0bEvSZx9W
O2vO+RxYHbOHYaCd4j/snnAgPCTVBQMCWJlWcTD5Hq9GpeSJAxi+Ljq+QpCOfN1Z5KHS313UMQQJ
CUeFGU3oClh7U+G3MHUUpKgbEdon6TaOvBpndwWAnSX+WC8m+13Q0KExiwvulrFLakJZILTLHOJa
7Vk/Gx2LS7eAOSjeOP7FjWFeUQY0mzEuh/MQg+hz7M/wWlEsLY4o4vOwAKrSF3FIG3us1XcDGQoG
j0rXznWpbBN8LrsW6ynGFaF8tpXcRoHBe6Ac1htXRJSzHMbOM0Tgo66J9FnWe7aOAuINX+pFWpEK
0JE26bdydJjJyqsNlaxzOT2VgpsjEBkoPeCcYl00BJgF0cS7l7e+PApIWmcwQAaxyyBEt2jMnWVW
zJd+Xh6zAG6oaCItQjLq4cqwro1U5q41X0Fcs/bePjflTo7+KkLg+0Q6Kwyiaj1ldmUZZ7mDVc5P
cviKSj13s/SrUbxsvg8tl2bd3ELzopDbhJ5wEAUnMd/n7F/I8tU293j6lDjcYvO11++zBqorvYmA
hulTEXRPVchihT/H4bE5WhPegZACthc6h9r3kCZp30hi+RHiuSwgTqMVTq4KQ8diuBKfvUfMPAPE
OY3JNDvlRkDZuvro18adSA1SxfB1TkZfCQ2nyGbpVTR/wkGwuRa0JknekUhJO01HkNEqtYEieBK+
WzHCgZI+uq74jaixCPt7vXZBQ5eEALwgDq/JDCQb6whuOi3P/NiYZV4fVL2V6BQ8fhvOIfLDJYwA
0Yuq+xQDLrGC91dBV6z8KxLzAHgxrKYIncxsgi0H6RvnuFZxYBrbsvxTSh2CsTcriMxhL84xXeL5
v2q66wM+ITB5VbW477JttxS+DooXDY9KP/RD/IoTC7k7KsSRr5vjYXobJqShqliyraSOBqIir7BD
hpr4PWM0CDrY1PT8NGnrlc0FWjZnk7fMz84Qr1FpfRXP2ocW/FJfCgFtwdPBj+hxWxTtO5VtTgfg
lurjgUCjlLZVkM2eFgkMUSiYVQgR02lbtp02fcrULbaVWIDegNAuFFQvmo78u0618APglwOs+dXl
+nvkJ4uOQ4qRjpK8kp0JQgImEa7CcDSLObQ79gtnae5GylCRKzQXTqCcpC0N2LqkZxsFy1xRaZeC
/5Wy1e3HPhhERCCruSeHdIM5dpYQtbSmnffJNiHf2aKSfRLuS8RPrJEOtfECBHloR4BvUz9LUeUj
ny6iqf2YSXothwr/EGo1EqKMnv9fwn6wLC/rVjVQ8bW8WFpHItvfFALkVbP1QQMw1HPM1i3g0y10
FVxGpf1BdmaigY7I2pugyy3TX60G+DVWX8oUtI9ZiATxymoOyoDSzJRaxMbijgb5C81uTppS5pRG
PIWdODKX4kTpNLTplDSbjhpe9EkHQDK0o2CYNyNrbCk8VtR4UPi9UczYo+ywiUybY2yfWcwrEGBR
d28yxCnT7FeqclpQjOK9gIdc8Fhsp+lXbox9kVquavIThv/iz3sF3W2LyY/GJkj4a0kdGv7xjWIx
T0u/OPj9pSr2iWX4YbdlOY6Hg/YWotmpa/25aUJ5SHYItrsao40MexeHn2HL6ciDgrgmTqg+izSv
h91W5xko1nyrSSWpJuEg6WcdqbeQ0AOAOLRZf1WUWn04BE35ZRE/icf/OTlNaOPKH2u4C+ptMH7Q
gcXJIxIhUtCxUWQjPCZyvlTd4qOCaLRk6mWLM9XUUWop6nE4NyD+TD0r6Wc4nRlPqx4Mq+YtRnQh
GJ5Ivrxctb4VK15LMpy9PLkYZY4CtvStYqKAXyp/FO5TQ4o/AVBWspfn9xozkjw2O0kVbTPpnjSH
LuWtnY8CYOTzpZ842NMJDuafpU2xr8phkGnGV0wC7djk29lQSarG8FZivCkQ5Mk0naoVwgRd2ifM
QSrmzbCLDt14m6ZkWy9Y//R6p2AhwBToEvfzdHMPKt8UtSU5Nyy/5YYdecQEXoGWsSZF2rzLUHto
oHRFfGv1byG50UKHvwj52ucif8v1PwNeXmpq5v7PqlzxgKZUG80VDvG6/JSq9FwnREx1Sn+mHP4t
XkVc+MVq19ayF/J9bemO0ZWYNgMJVCxlq3x+D1HMX9PAgtjyc8LQIkbxD6Ik7uM92DHvFqdnZWTb
qEJ+nkFlHob6HIc3lpm4ghTeF9HTNuk1Q+r2WvpPAzidbovwxryfNOF51KCuZmzsYjQhtg579g0g
efb/XZ+hA9em6SIiSV1R2lJp7fcsJ6aZUBpplke5WZxVK3ZLrMnX0ATugBDGM5n0s2sOKHAlKeLs
zqVtrS3/6JD+LuWHkZ9Xc7D/x9l57LbNdWv4igiwl6lEqlfLJc6EsJ2EvXde/XnkM8nH37KATA1D
m9zcZZW3xKUAwEWugGQlFqYqWv8Ggj2LLKd1AZG7vUhVObtGR5mbPEkl1XxSYNsL64Z1kV474VeN
AiKbPh/IddFWUHCxnQ/kxLlnrERzIZXp0gxAl6aHoKBMIpdzg92Mth6u79sooblcm+6mj5SLGvqL
COcPz+ohYizzcCkJIEuBtjeqLZfLNDwIpvsAGaIOPrrOOHvDD837BdWXVj5ZqK4Jtuw/SNo5FJRT
RZ29NPKD0ItzXTUXmS7qD0YfgYTyDWVBEmdSiewWUBF/Bh2sqw6f18QM1TfDjcZD0BY4Csfd/4fr
QgyoVMIoNTELgcZZARW4afhOWr8YfTBHECb79MU030D+jcpHTrMA1xaxtZHyn2ccKPmzqY+P5Exr
nVsnleiNWJ54aCFBCfV7P0YHI94OBZ0OL8O4MIZaYQAaGlZRPyx90zsIYA2KPtxrYb6RPQ2OTK8t
mlyWbfg/TqwVVJ3ETeFSNQhy/7mMREcF0QbDFt1zEMNZtaiT7uBVLk4lAPvGAVz+GNqKadhx1oGh
qwrpLcdQz6e0gt6X8FIZ5byxOFFXiDNSuF7LgNs61AR12Gp27FGkxanxlYO3kV7MYa26fLQ5NEuC
/YcRw4ce1PoDAXbuXVgfqnUGz21Wa4uU2TUf81SnG3MZ9UWf7WoiCamgaKDWy850L+yvVNQ3o/A7
AySv9NG8VBt2SZwDTLRyoFJhLtiSYtbzwKuYYClNNnHV4b1FkTcM7ZLMHY/3gn5N0XUbI9cfEMrN
7UrLzlV1GfylothqoGxzKsSS8lQXGSG0RyLgZLGrzIoCSlq2wBGPPlU/j68SO2QrSnoMezyBwAC6
wRpTsKUnRdh/SeNHrz90xGb5eLKEX0n/QjucFP3KCEXvHJU2zRznboaZGW3YQQO3aW4KkA9mtRJ9
6b2tckDGGP1RiJHTjdn+8pQR+DkOmHJMLVzg7rOQR3qus2Dfh/g1tbn57o8ka64yblU6+COxRNMf
4btcFfudgYt8OAps7FbUoCJIs6Dpf0AZqq1fgfJH0ldjVZ2wSKOTSZt4gG8sFPh7pbYCIz/Uyn08
nko1XqKq7ZT0jpTkXKavRvg8lNyDcM3NbdyBZS+Bi+PShQBRVOJMLV37FYvMgDoV2PEVhUh/ViNo
BYVWjca+FP4o0lKL4Q3rJTSYK0ipCXK4+aYDg8hHW6qqVx6sxSTAJWpcDRL4Xxi3C8DPso7TTtva
2XhQ9ZR/piPn0hAJuFuFgtIiQFQoiWm8GvJdIu9k4hsRc9ANMmUU9mcjYjcGjm3B+HxtfHlOlq9h
6AZUJbU1BSNVXdbtscD+hjKXd1E9p0gJskFnq7+Lq2gwhREzehJAd4CTAKnk7wCTzyLl3SR/ppsA
vkpoabyWMHSFQ+MDRUFgPAKMZ5GUywrfiO5AcKSjKWhcryArChe3qypddEO3yyuaG/ug2VbD66Da
IQ6dcrStw3PV73UAo3JwzEWBpelHr3mirg3TZPY+rPxUCulGN+jylhaoTKiRwjthx5q0nHIfRG3q
SE4V+/ZYm5vMwjIHJ06LFDer6Wv32rOo/tGSFFyXvgm88Sks3iypSeCtQHUoOsmGnWoPcg38IVoK
IQBZE1Md3qh5J03ny4OXojoN9a9RXSet8yexbXYB7ZjGQEWw3AqtB01MwNnZe/TC66oIzpoVbApm
WnalBV2XuVI261rZm+Kgzc2MEDb0KhypopVYV3j2XIO7R9PLfkDUAABAQ2ARVlyU8tqN0OZrNUAl
w5jaQ/uuaQrloobygJcvET+inlqS+XdNBGlyLlvDWhKHwS469TyW6S4LY3RMfKKwtK2pruit1y9c
s0aEuiDtLfpmOSKdrEQl7E4qT01fPQVlxm6vPBEDYw1FErWW5ZMnSPrTVb5MtHXye9trtWZtSRQO
PItagmqB2zR7YKJQoKCkCMNLMR6BdkbSj6jM5mOFUgF4+ILe86vB1d57l4ImkAZxwioXbli+qfWp
1CFLDPDBuj75nVaQnYfKJUZtQPZLxbOBbHyZNIRfXf3hK/KuLKSNedWCyBNsj7qtnpnBKmvPJYVj
emqjFM08imAmjWND4lqEMtNr2qLQf6FbjFpP2K9dnJ6gKFs+CZzvnq2WMCk1h/yYloDU4Ne3ZJ6F
IGpw+zrp6F6zx5xWiCK+xpL2AwEfIWvWSRy+Kh583DQZHgyUPi9UTVeEnjW+ml17ws5Tp1AVj07F
XiubBxNxG2D7gf8x1Gs5EBxRdkyjWdNdWebIFeVxcvHzcUfcNAJVCxaUqmoETUH3DepPLzomie0B
zwYVGgygG4ZTgMTljDgb/QCgv75gnJJxnCudOw8rx6+qD7nOl+wlu638bUPmpETCXKP7aMS0rgt3
KVMZ8vuLOhCY6ReTqqtducM4N5KYEBuNJyFp/yTXBRcsLN1YKvoOwE7hXjpVWxA/LPNreEHVrch/
QvltuoWJ1R0iN6FOjZx3hXpQyAtARGZGlxr1n8w4imD4QvILCSsYUYd/jHN8TygB5Q3+oh/E9pim
3ONjdTA64cqJPFPdycLHolhAvIWLfwpohg5kb0/gRdEPEHnr3pPhjVFkWHjJo9k47vAgockirNmW
UFpza1EKP7saYE24aLR5X/4E9+1lp0Z8qNyN3z0O0rp1V5En2H1wcsNdDPbUsnv5EheLofuVJo6V
vgV05fWfgUZz6rmmixq8+pwV3bMYOwb60t1epsAppFEA6ArvD/wOzOTUJ1TMTekK8gx2nkFgc4w4
NKz2rGt22h9kHGlV/NkwHPO0nzl3Z2weiIFtsT3QmqzE5qnwN431ohAs59TB49bNnMrS3aPZdHO5
4qMFcDwaGRIYyQpa6GrXGEerQNGuAmWfxYa6Va6k2qLAKKmhLT4vkdVMpIpItDpYGtCeEQeocEyo
MSbKsS5BYynZsGoEk05UVm1cI+NYaAZ52QLAmhfQrqTkpRA/cI5aFnBJhhxjgnIcEcBpA/5J2w6K
u5bCcl3mxSoWYEvFwlKCBGCiCJPsfKy1rN7xx1++OTfd8ChmtUWJWd/kEqbihgR6mqrm2qLpX1HW
y7tXP4rf0lQmgNHpbUhLxTIubUYUDxx4W2oERPjFQB36mbb5zhdJojM4waF/bo2U43dYmmjk9Mmy
1o+KfJQVbL63Ih1I0djFpOrVsDc1aaYVRblRDd+1Q1/7QW8CwRHa3KWP4BKNRZ8v3krqhyebqxCO
VzTS0caXrKHL4bcKW1yZ6TKcLOSkxPA9MUG9+rRmBlldUr7NVYJac9yUSrRPlOoSqEB+hfhJ8IKt
CzZDE7yDVgXKzMwhodXhyjL9lTxCiEAnrM8GG6mNlgZgekb7Z6aUz3kIn6FzMmHnNnFpD4k2z6/0
o4gu8blhqbYcrsqVqaxHHHRFoYPu1hXM44v6geo2rfkMx1mIK3IPWSCokllTiD+Ewn0VQtrCdKZ0
HbUDX/ulc1mXsSMBzLeqdY+vbkC44g9/vDDcphYIdogKRFBaRpFuuCI702VjNY4BjM2XUsfVz74X
7GuwOZpIleIan8cwcFPd2kjlPgoeZQMxNAMsUERhl85aXdghnHi8OzTYhZXw7MmlbdEZqGMfwMbZ
44mAdYc4p40jvd10+FVYwEAEWjKIvrQDhCgz2WHLPSsBmDYBkCJQgTOFfmASp06lFg9ulh712McR
s1z3iXnKm33YIarUNL8B0oTCyhSOXqTZSG78kFx/6ya6OI98yAlE+bQhrRk1rH3kgnEKewDF3wtx
3VBEnTqk5lHYaqKsga1TF77wmNcPtfv8/U9LVz2rL/TIpnYbheqLQ6zI0lYUO+wwRUUu94Psh4AE
Nfo20pAXr03UQVrVSo1Y26cb+rvxTBo+6uiDC7jzHDf0tpSJsGRUy2nZWuBmxv5wVS+NYZrTnFuM
NsgrGESyU8RzzFToRrrCPqQSIN4Z2rg1BddH+ktavawVfdQNzuxeRdcUVS3dc0Wocr1DlQ0c8yWy
aLPXMsRX7Le2rbLupLXevPU1EgQVn14olrUFixCeRoC3Zyw7oWD94n6p/BU7i5JZymxerUUjULln
WRvm8kAMZfFSxYM/vKQckNWbUkirAGSGaEH/Dj39ze+euN2gJUGWnJtwv9wcf56xWYWasInVCuC7
O8zHhlgTSjtLToEln8x07xHhaANjUatgz72JLYTHdFU05UqK6k3qC6CE1Ip+k+L/wnBwLhcbmb/1
MZw4hf7q959U1m9906so7l8T65uCXAmGp+w8uV2h1SSCdRCKH5Hp/ygN/MwthTKd51DCujaDQHeC
ngzCDqYOHs0ggkeq+Di6aeGmoW3TEoKtCmWev4fVS0CMmqBPqZ0K/2RJ8coA8dx4+a4d6LZ0yFGK
mnwA7nnqPsT8Kda2/R9tuA5gIFw1rpL0IVSeBbT1cgdUh3fEus/Prm3yg9yZEH1eWnBqqb6B96k2
DrC/M64xjnGhOjv6T/jGichEYB4d7AUu9sY2CIXoxPIBN95rLYGMBhYDSc8ZVbjHi7Sj9LsUd/3D
lVZIvfJPZ4D5gII3R1Rb3CsfSLHlp655UzifOMP5FEm0jWl8jPmR3mOfw3cXNgATS7OfdYh5tTMX
TaSUOgDVle7ZeKGNqSk7heOcuKlpV5TwIX5V3VpHP6fBRhRyQqI89iiHAqeSf1U5S45c0KWtro1g
dsyxe9dUcLl+g7fteICqx0nr+/JMFHWWlXeKSw9ujPocy+opCPdeBjbEOibA8CDmh5RKKqce1pWs
gme8mPKhcX+jI173R6UvHK14H9Mt1Bo6ts8lXCS9nEU52wFBIdghEhUd+RKxgKXiUqpBg8yweZHz
9lQ26bscGbZF7C9x9SUpuQ56bWgkDNtIs+ZE1EHp9DDmSbqIZGZm+C67KUIE+cKn14gZTu6tEvet
Eg8pASXpa66aKJEiASWj6gG8ZxXF7HHlwFk+UqVWgKCmPFXULUFZAk8b8ZmWc4IlBSl/5WUAFA9z
KayeymHTpFuZTnsJ5hcsWRFCfw5CTiut+WMiXuaK0P7Ubo5njT6SFUd7Fyy/0Z8adZ/g20pR31tb
OlIxAebRdmdsiwo+VgRDzHut5OCH6fvPUbpKxbmVP0X1OU9lW2q9B4H4J2lbqL8o/6fm3G9gWFSK
v+yzaAYIOAcK2CTZ5fv9fOsWmmhNN6gQxljlyDs3oigTCOxgFg2d7Axxq++HMK8nw1e30UR7NhUt
0I54Gu4oa4KuR7iqRNAIKBfyilhHzkwQVokXL+jO7lN6jhh9CQHOkfSg3RH4Q28n7WEEWSf8jvDt
iYJo7VUUS0thYaYbP+ITS1RTcjCbFVly0tpaYtkKYLPgio4t0qVLyZy4BV2qqDIf/PhDki5+2Nrk
mXM2dCntK+R1lIriQhS8NukhA/II/9yKWa/SzxLXh6ZfWMJz7n9IkXguR0rlYWK3PpgWCa1PK6TE
JTQYATwX6rnFfKZODjQo+xx16P5nHiBYi1B0Q7lxsDaCRW+ce2jXpR/9+CSXlDn95FD2gL6JnOgs
hBR5gzg37ghwGrc+80T4koOgNa0hB8CK9gykHHQqhfYtqIjqwWa2wHZ1+ps+4ekYS2dBPSYSHHd0
Mun6d345A9LTK/AsIyo8sbvvCuOPoILmTuor9eQtZ+2IJNFkLS0K4v4ZmDVyEFsf+DZMkqgBrqmX
c1CrhUHsxiEYraWqojm174RNHe8Fc9MmG0uXAJM8xvQXY6BAcXXOh9UQVqeW8lds0ZjIm3oZXx1n
Nd8/a4H1kbnaPDN/Ve7WBdwkQmZI6gsVcCev+3PUd++K267UfpgrqAX0MRK/sndQx599ulbqvTHe
8+m+GXJN1MfFmhRB0yuKnvXSF5DcgiX4Q1C9J9UDWr9xExQwoee2d+7hG3rI8vXvf93CnHfdQLNX
3NZerl+MMqqOVM4BOCdZZqFunKaIGmDPCxwkQtDJNLQ7Wre3xMKnFuyiMIpKng7KVqhKug6jmy6i
Qb8IDbdSCoolNXpsZoOjJmJyjEh3ITqtUIE/6wjzG6oyGcm+JQbmnePl0wn9i+NFngSZnZ9UrecX
ytbvKgHWWFy7ChrOqfAaZCLqMwFdil+dDLJUbQ1K0ros0pfVkOxT6xgxAkPtP8oovjb643yto6eM
nl9apdu6g8JTRHJ57g3uJTlzq8fO0kPQep1Ev+96rEFbDgAPxSNaFI1ZuXeSA+WGovDU9r2R5DAU
UUrc642OephBhpgtMkTgoHXMG9egXUBRWcx/CmDxNDPbDwGaI8PRU4Jr9ZgucxX8TpvkksfDUgVA
mQDV8TFKMTHV8EDBlWWz6kqKy/DmujKnlIjUnBFgVqbf88m69Q4TpeFetXDdjawMqZqOojoIgLn4
5r6hjxtStES0wVTgKpkrTSHNtQFx5SBLf2uX/By0b92TQIRI9+G9O7CtkBdZjlsBcAWvDxKWF0IJ
H1mPd71EJGBlhG9UV5DDlGfWS/0ninfAYVmHv2OsqEgDwRi+lCjLq47wQUQh0B9G9e43AAihcqJN
BeUZLia+F0swr3WKpNOs+AkFsxRnyQlVPVN1ouqMrMLoeyCathT/0jv63TeODvTr/ruXW08yBbEX
MQ7ZScd+Z54QTTpFpPPb+klYfH8Jf63erU/tbVWvBBoTocCsn5uD/zzrFsIdYfAbvgv61K3WsKJA
EEZ+WtkZD+6ufYHBuxDfvT/qHW+SrwXOdWOSylEoNhr0yLD62ZMc2PD/lKVsQy3+fmrUr1NFXb+O
+9dZKkm6JUlxNOyUWW1H2yOc+R2SjLZ2iPbtWlvQIpwn68bO5p2DKuUMMbNFPz/AZF9a52JxoYOz
HpwL2dxhc5U3b7b3vpp0DZH+92zT9ckWqhohqauGmjGs75U/B1A/Q/mXt1c2iDjdWRvy1xtV1ycp
XetpsW9ajIKW47J5TtflDibrHC77xXpK4alTXp27DjKGjrAO78QkNy4SXZuc270ZN6laluNu2HQH
a4HQgYPn3xy1BEdy/gi/goW/Se8MJt/4xtpkDVkgEOpmRG7JXAZbjdxnj7rKCmofJjQnNPqd8c38
IJN70l9QCrrIu+qO3voN5wVdm4ReVtdmsUf3YZc4xU/RMV8/0Nuz19JMf14kG2MbLuIZ4p+OuUpn
J2AAc9n+kOb10rCb9+g9nBu/vl/mt/bpVMC/ALwTNiEPgp1BMBfeUPJ10FB90fmo3w8hfx3p6+rk
k8qWPo5JqxM37sgZd91DtS+WHR2ULTr8K2uv/yhO4QodijlV6GXyrNn0VRfS6fvhb021OlnHqZFC
ZzaxKAD0ZZtOONdm5AIzw0aH0q7t1kbdYC7MEPOYJXNvTf9mrdtLHBPmoGo2LPEZbqrL7x/m5nRP
vnstuHEnNwLH4tF9QgX7Dev21wzK0iF0vh/i09v2i9NBnVwcbml0shUxxBDPvEPwrCyKB2rkm3Q5
rHIbrbNF8hafpC3Gkc/CXj9ly+CJEPTZ2qBEePDmkd0tvL2xxEj9Yt7ZaTc8yPRp7ZH8ItVaioq7
Zo7W97FYQs13Iqd58pwXlveyX6oLcSFtYCX//n4ebp1f0zKjUQq9V7YMGa5VyD67bAvMa9GuFbva
BxSZF/TOrLmxocxxkpy4nyfv34/8dRSuK5NTBSBxPKbXgSkp7VCEsnsnXI1744495K01NDU1lkUx
E7OC36d0IJS2Prce8meUpWDu7AP7+3eQbmxaZbJr6tQaLDo30s66wJo3shlSt3NumXKm/xDtbO2d
omNz5zS8Fesoyn/vWhBkftte38hCHOmxvxir9kVAcnEm7Wldmncihlt3y+cJ8deV7gtR2iEsLe28
5+ytexjX3Z9+Z6z0i/iRPSJmsRifm8vd9XcjQJlmIMh/omHeM1prRw5p7EJ2EDRe5AvEIpejTS9r
5j8M63qr2sWunvv7eilutdOw/Bk7+dP3n/HW4SdPZlbwpcqIRB6C7GUNZWj5LC3QfXZaW577fE9/
Qdly9hsJ63Nl4yg5y5eFU9tPvZMvpXm19meX75/k1oL63KZ/TT7podvCuMPaftY5ySHaZPO1dnZk
O3Yuxr2r5kZk9Hn8/DXIGEfA1yUGKXnLdtc4hOar3KEcS4wG6n1fHoKT+gNg6N5f6ktzHtyJlqRr
7PXFqStNwsVEweXZNRnZXAJztEGWLRBZmMODnOnHyKYi5Wh39ubnx/tqrMmFSonFDCmJATk91Gt1
o9nxY76DYEichEDlIx2IpTrjYDtREnskl9latnFn7Btn2+fW+muC5U5sdNm6vuZZsh/7mXrEKsq5
e03ciDk/Z/fvn/dKvYVEwPW4ADHj/DaWrQONf31v6qTrFH01dZNjrZPFJq6uC6ReFLPrNqyWum0+
IgE2owo5R53SFha//Dt38Y0qhC5Ntp9H6dEsVYbDSmepbx4fxnlKtP5AB4bgQ1occeA9kn7PEOKz
K+fZs925eWfwW6963SN/zWVoyeZolYwNZslJ5lz3zr2T9PMq+2oap2HMUIWmfv1O9QI1XHU5Lmgt
2TC2nHKNOMwDnIY5mbijz7WVspBmpRNy7J0wZn+TbeB+M/Go7fstGRPAevtee++zS/rVY01CH1UJ
xjr8/yOXrt6i3zXP7azdSDOQ7+tgRdvMUZdonERO9Uxpdtb/yXbusVkku96plytw8mvZNpbyglKj
060gFyzuHU2fB8EXzyZed9RfnyMvgjAbFKZMOgL2cfQlXLUjVAIbNcV1ZXvzbm2ci1O+D+8UA2+O
ODkmjBadF6kH+TF+CD/GR1qtNbzcX0igvFEEUdH4tIGsD2vl0q3V9+LlzkF/494TJ+GPZIl5XV5f
tLSTh+HPaOecwP7140tz+n4sdEQ+Z2g/33vPG1mcOFnotRBGRtka3HESlJCZvPce8kW0Vy/ij5IJ
fv7+vW7tZXGyuFxDSxMROsAOeBqeQYfm4D4Xe/yOOEjs5rFcodW6Cdagpv5UK3kFxnnhLWH7Pfnc
698/w40IRrMmi0gJwnEUGj5p90ez3T1xrfIjPIX4Ui3pYOV/lE3+UB78s/7w/YA3rhrNmqwhPzXi
MTCZ22N7yR7q68tWT/Gxs7FV+mNtvEu6bJnybeZEuCuRYxTH/Cm7ExfeCOE163rZ/rVnCuT46z5j
yvWlvKnXIK/m1eyaro2kav7b25u4Gp3Rue7V/M4F95km/e8+1azJDUEj2BvaXiVOeah3frhTxxW1
yYREClGuU/IT5jfX6rw7ii/ui7GpTfxqn3HeeYCfQ/ddMWe0a8Hz63NAzn+U5xjYwMZ8zzUb9lnN
VPnn5M5y+Drm0KzJ7ZKFo4c0BY9K8cKJHoM7O/izXfDVFExOd89IE6H73FAfwQOt9bWykBH2WyMh
Ci72UaEI+ajtzSPKLU+6DfHNzsmlkECkYFHvUaRYCpvwTr34xo2tWZNtN1qCrxYVa2BwqPPx5f25
OI8X2tKd6fZvpDKPvhMsintL7uvDBFDqf5ecMAQw/YH47IxZ4AREjePCX+hURnX7BClnDhd/hgfP
prWZir13Z9V9plVfTPnUGDseKlUwBj5lQ9//ek7LIqCseXS4qqFsrYd2i0fUVn5FlGYfnKAjncsP
hHl/5meuLLr4EMDAKfyoN8m+PPaOu4Uv+P0R8BmrfPVok02Y674o0aLk4vpAJCDPbeHdS2blpd7I
UBg/RBcfFye7s/ZuFAo0c3KY91121UxntHLR2oODbxxHeb1q3wVHXX+ED9eUBDz/Vnis77mS34jd
NXOy3tWEZmYK9HunLiGsHfqttA0vaHrb0kZf1Es6FMM2Xf7bdH42Y/8608Za0EM3Kz4T62P2Vmy6
J+9sOPGb+WN8bn9GdyZSvk7YF5/NmJxjpqhXRaLhRoxY/aHcxWt/HtumPc4t1rBO0YtbA4GGmbgF
M7OKbPHl3mK+NZ/G5FxqhR4ItM/Q5UnBxJK6KsGY99N4SFf9Rv5Q3sx65qr3a8ZfRxyaMVkzUhn0
/+/yjaz8ETtEZ7T7lb+ICa3Qml8G9iumm3P0Ue7s1lvjTdYLMi0D5kO8H3jHtTV7xCtid6/vcKO6
g0bWfw8g1RQaLRb58Zo0cjggwjgLVz0NBOvO09+oekPP/u8IQE+xOLou93aRbfpVeUw2xSa0kdY9
tNt2Wzs4vx1BuTr+Btxktw2LO0fJjf6lphv/HVlrq64OFQWH7LX1I0aRYUbRfXSX8DMkjGrwEUJ3
nNLcCucADTlp3CqRCnz1cEsAMbRV8E5BIIM65hDbojE3bKQST3f25TU8/WK/fCLb/tqXRhcWudux
L5GkkBbova7dXwHSnw/WId1aZ9lu91hW2Ijy3Bnw+tJfDTg5VwuQ8mYhiQQaz+Mu+ok6C4q3C2OP
LCb92Zm1hsmrH+pl8JrcK1Jc19BXQ07OBFjIFRojDInKzTlaXb82KKcNeIt/PHX0ydanL95HrswI
8Zo8qzvX62SjvPQrbHZ34AJW+QpFk7m2AdFN0IYO/uPdBOvWy01OASMwuq5wIeJqqKpnj9kSHxVI
y/kWpSN/69+LR24Mo00CBNVzvWG4bv7CIRaeectwIa9pZizNh39bGNMWWFx0cWRmHQvDGSun/WEc
5U30UK+BVKzHs//sXmo0W2b5W3ZnXdw4z6ZtsEFrwWqI4TXEgkINeRgHx1n/+14ScaO8q2mTla4K
7SgNWXttM0cPyotP/p/v0e8+y7Nf38/Zjb2kTZad2EaqWEg0g4lT0de8tBsQkfdQNbeyLm2ysiRP
HPwcZtAO5cKj+4aBZzaPT/pT9+AhpzSTlj2UIlR28YJ4//59rovpi406bQ/iO9qL8PTEXYu6I/Eg
V/UmW9eoCp+af0setOv6/uu8CyHE+sLVfbly+vd466uz7x/91mxNO4o5kntW3pviDrvC5JA+mmdY
c+7OOrdzdwcPcokt5VF4dO9U9W98evV6nv/1HpKMKp5W8h6UDJ/UU7kv7sZqX+dX6rRkbdXwwkt5
MHauhWZUER1MGXGOtAeF8f1cfX3nqNNydS22hdlHnbGThKsSakP5vQhZW56wsOKiubO9b4QU6rQ2
nSpWifvyOO5GyI9519jq8ATYDhayseh0LL+rrTm+x9Y9bOfXq1f9TOX++iRN1rWFG6OB1TY4SmNU
JxSbRIQ90np4KXR2Lje2lj59P4c3PtLnMvxrMAWipRrHwBRAYy1H8U1B9lm/N3XXi/F/96E6rUd7
qp4PkaqMO8Ezzm2BQidead8/92cf8qvfnlzGhpGYme43dN7LDAOTqIRgG/mWXs+RU8P1ttdHzREN
1HNzyPZHqYf4GWh4zuDl7TuJ5gOVHccIz1sFCfEG8oEbZ5Y360exQS5IxiNgQBslV5HVKUUh2OqV
LK5j0xe3DQLydl+jZtci7Iz3TGq+qjKWbTOE09CcCEbL2JmJhN2f6+KIE4vWrwbPyXmc9yh5xWqG
jDnOVN/PxK1dMDm8IUOWI3Ijw06scMTAarcfoZEqgAG0e2Cq6099NdeTEzwoNR2dPYbwlShYlghm
EBr4mtMa6E9okiE6XW9Ue7nN3WPgl80mThCaxGcxROEwH+2wifo7AcSt9TpJHvwhgX1q6D3frQDG
GmxMdA2GoJh/P5k3fn5aZq5aV816pe13QVxCIME0sdq3suh8/+s3PpU4SR3EOkjiAvGYnW5itaCK
1s8KH0G56t7jNryzHG4dV+L1pP97R5eZP8qjyCADyF3AKUi/Ze0mTFSAjP7WtMbjqAzGDGtgrEJg
bX//bjf2+rRuXTReURSu3CMR+dQkr1l4/LffnexzPaibIs2uvytArjQXQZTeuT5uPfFk45SIqRtl
wi9fjX7q6NKJdyAGtxbRZI2WFfmhIEv9TjP8GY7qroz38PL76fh6CSnTErafuN7YxlCZVZnSlgJt
UEdq+wMU+Pe///Xlo1iTJRqk3ejVSpLtdaSBPHF0Z5JhyGu1xU4pEBVzE6VsfCuGTZnJ+L59P+rX
UQgM1P+uWT+GaD+qabZvguY9ixQNBouSLKMYOe0satC4wkPx+6FuTeD1o/21PfIgMPNUy8J9rWRX
37siwM6vMN9DA1mOHCHje5W/r9MC5X8q4X1gSYpb4YiHvhCSZ3HwbPRbYUAfsPrR+vmd/s3Xq1iZ
VrGLRIhVFemNfSuawVPBN9m6Vuauvp+tr5eyYk1Oft8LPcvLy3Cveos2eAzbo5jfWcm3fnqyS6AO
AudS43AvYJeWGD3WhU5R/lN4Duv+v1/Zikk0owwbp8F6aePXmDaCn3z805yYkxVUJ5rl9kGSoFR8
ahG3xAbTp/jw/Y/f+Jzm5FBS66Zt21RK9k39jCkIYnl3fvjGdE+rtIbr500q8MNZ6EtrMy0XiOIp
dn/ViPv+0W+NMEmJhjQ3c7/DjkMbe4z0PioEGut/W+VTPLQa50NqGmO0z3AuEeSjEq+/f+gbx4Ex
PXkk4LJ60ESo7SV8R0DxhgqTCBkFLZWfvx/jRg9AmYKtFYlEyAyDaN95IYaaetoOR0lIGxQwIDtI
Psj50buaGVpZ6MBH7xxrTBXKef17VJvCSvLa7s7GuLG+pvVzS3P9JtXzeF/1R0HdKf299XXrhycL
Nx+lxjeTIt6HyKEUxnNd3dlut77Q5AhqpHQcfd2K9uYoLFXEy0tILwH2s8a9Q+7G7fNJd/7rSmhi
tRTylBEaAXxnjSr4yRX+1CU+YEpof78Gbr3FdHN4FL0lLWB6EAZt1EvkQoOEwZmN9Z3td+MD6Ncb
/a+3iPRs0KXeh/clJ7RNa7Qt7tERbv30ZJPUSt3GKITG+3rQqRAl8guonDsB/Y3Jn6LxexE+exF6
8T7HtRgiH8x5WUWMfAx1R6sxuHNj6x9n6Pp6f82QkSf/R92XLUeOY1n+Slm+I5sAQRAc6yqzIen0
RXLta7zQFAqJ+wYuIPk58zbf0T82x6OyqkKMcHlXzlObpVlahBQOJ4jl3nPPPUf0UYfHgMBSVFz0
0AT+/OUemZ+fQM22AHgGzTY0DDFIEn/N2xMnx7EPXmyqlBjCkKGR7UmJ7mp75ZjkxFc+Qig0l6hc
rEM25YcTFbzOEIb1FRqFLQRdcNFAF1drQKcygQ9vWSCN1tAJ80lng+Eo2v6iayu+rvKuAto5h6s/
NYd8sXydprIN2K7meztG6opculLqxLMemcUlpBbXBijdHDvDQKpf2BTe1qH3+bc+cufxxc4wCnNS
0AjK986M11MSqH+aQz3CTUY3/p8b4nCi/LBqK8OGhOw8oG0Giv/Q0oTsrwCucCoLOvYEh7//4eOL
vpwqyM7laLAGSHc2JWsdn8gljsz7Uo2j6YvWHnN8dNNBiZxs+t468UaPfOklHz416DiHDdL0gfiE
Ki8jzxUE1T+f8GNfe/FOTU362YFS3nlXg9ZoowOa3nz+ycegfL6YbCItuG9Ao/McYv0P6VX1YILe
ZUKZ4iW7PBVXH6N8LDs2cuXQ1Cpzeh5v+aq5t8/sp3Gb7Vjtwqcwhx+AG581l7neyAgSgicm7dfZ
jsUXJ5UdpXNvGMCRuy1ITtU9Xeeb/ivUZD6fuV/fEhZnH1cpsIp0NDQKYzbaB28hGAgTdv4Vem6f
f/yR09Badn1U1tw0mUYNx4aa71drr9Fxlrow97wOcSIGEP46B2H/RAz269VrLffF1JX2YLQo6BwK
7SDOn8jVzEPm9DNMZy1bNqpigIVgZqOMs4PfzwpiY7tk192VV9BJWENp/Bo6D5ctuKxQZvMM9OaI
IPFh0IIK+fwAq8AVrCG3p/izRwh/1rKPA+wqqZ30wMkBj7UMjB1bZyChhHf1WX8OwpM3reKg28Hf
eaM3/Qa67T6MhUEqt54/f6lHluSyB6PWkAZsCBQBHBcd5BfJFs4/V+HN5x9+pC3LWjaLQ205NCt7
RH/M+Qwe7wixtRs7cECTV2c6gInfHYhlYIvAS/U9eh5fkkvoyKiH9urz8Y8xfZYt4yPkMdOo1/R8
DIyH/qG/iHbmBUhlvrWCUtwOiqOvkLZelzfQUz+RhB2rTS17MkTrQM/uQH04dEHADWhnB/CPOktA
Jus88ozG+etufSogOEae/L6wfriZ4HIONaEB24QGD0OA8ue+u2vW6U2yt75C4WlbncebalsEYFmo
deSlFxAwPHGtHzluvn+lH4auG3SDty0mN9Q+2Fpwoej6G6hqANH//PUd2x3feUc/jFDUUTczZeHh
fH4/b+GJDVHrdXhlPh6qfCBKgLY/gVLPNynW0i49POD6S4kSaX/iKxy7jJZ1LVETjcw0oefGQ3xn
bpD3oNWqhZzqHifCiYk8RG+/OJKWFaC8nR2rrsFHMzx1K3Zvw67cDet0/fksHsG6re8tvj/M4ixS
ZpUc96lOt1YI99phZ+5gWw9tLOz1E4McrrBfPcMCqOrHPCU2MBkQfoYAtnhuvaWbYpsGYQAegXOV
n5irY5yzZfHBqaLWwIxhspRLLynspmD8iQOl2KgtmJRn4H7AXsBVm/IB3PNd96DW2d1JpuiR43JZ
nGBSdTGv4kOHUV5AjdzlD+WZPE/Qy3lg1ThesobC6OogQPhsnziij50oy2JFlcEnU1rqQHgZgnDd
rofz9C45g9umD3/1AKrT8nU6t//kq1wWKabJQK27xHLUu/ESWPYeYTS/Ije5Sz3j0bmaTtwORxAf
yzispR8WZqjaBvowuHs6X6/aG3iA7d86DMJ8uRn28akDmf16aRqLpam5wQ5MxUPbFN+hIW0Hmqd7
TtbwqAqs7efrnx0JV4wFdMGA8zt20h1oZ2wFdWIMEq2yPXuGzhpUAyDmqs7Y1l5Ht/k6vbevyDaG
rwxuAufENziyzfmy6DHXcNmoDo/Zo+EDJrMezHxcNFF6J/f4r2N+6KJ/fF9qtjJpj3hGsmnd8Ptk
QsJnh14XtDFPfnZ5isD66wMRRosfB5rJDCSFYY937QrkUmhoITBJrtR18fj56/r11cWXpH8rhGRW
ZmMAsYNEnzdfj/tTDQVHlBP4kkw+hUlU1BqfPd/CXPmsumCr5HoNKW9IiFyc6vo6snfg4PFxispm
IJ1zeNtogFrX57BOOjMvoHobQOdmm+Ma/HyijryJJdJOHMG6QmKYIehfoNHkHkj4xvmpNOzIac6X
VGwIgA2cHq4+NrnxVXSL8v9ltoO/xFPxMjyyJySW0Kr3oj0E/WBMCAU1P8oP5lSfP96vj3PcgR9n
MU+h1RUnh+HROddcYM9AUBth2ueffiTJ5Evtk3aOiOgIDm7YyMfM1Q9lIG+hI7KSMNjy513n2XcT
wjPrOj+R3hxpyIKHzccn6ud4hg0FhmTal1aQbOgGslewCmGpC8vygG0UPNBh9LPOrg6iNhfTiZGP
UH7h2/hxZFZ2RlIxjDy+oncJerEQh4UeIQzH1vwyD4iXPqADGU/q7LM7yBjjPyhVnVinR/pJ+LJ6
4CQoDWRou0RaF32p8DZhEeNBztK5jTahPz1n62nf70FGhzyYW94Q6Jm7cI3cp2ciqDZwMYFI0duJ
1/7rFJMvywdRDByNmTgn4WHql8FwNl+3AZQm1+3uVP//0fe82P+KcuheWqASFxfOUzlgNr3hHFvl
ATpUXn7WnIeBteIBtMcsNDSdyMl/jc/zJQl+QrYRVwIP5lzGaDxrz08xo48kinxZXci0SuGgilCg
PGcvSCawch+7VzMARwkinFfNPrnHElpBJOmqOmdqk8Odfmc9s/PpxKMdCbL4sjIwtXMTKwuJ1AAd
ZIg+eXXrhd+MK7t15908udGrlbrto97pnTgV+B9BVPiSJj/axAinw1vsnoqHBt0gpStehQ8L0223
Ms6y4GRX3+FE+zk+50ta/FCbdG5GQE/9DUH/rwuFQFwW5b7ByXAq0Do2xgK4k41A0zjFS4xeoIEB
0yPo47uRd09PAVzHzpilXhDA0inuoSF9bt9GN2ntpnf6nT+M1w0kkxLocx/atOjVtCv3kNmCOZlf
7k9pQR1bINZix4HXkTQjKI7ncPTdsffyDtDFzvamIL+AEu51dVdm7m16f+IMOXLxLtnGiaNLCq3x
GdFctDHQX69XNdjZ0aHLGtIY8QvCZEj2KE+7/okhf53C8SVbF8ZcTdZZEhw5BBTUJzd0U/oI8B6a
bQz0iZwg/hy5c5fI61x39ZgZeIdonb7Jg2grNu3VqRPqCOLDf8JAhelUeXt4iGuxS5/lGuH2nm7h
Sb8bzvLLAlLgLoESRfGNn508O47M3BIYzaJyLmxHQ2nJNbyv8+PoomCN93OtXbSVnHg/x8ic5mJ7
DXWWV0VpgGJ7GZ9f+sUuPOjquF/9B8jNdq6xhkiX4T4Sr3LlNwROO+3e9r6EUkPiRev3yHuNoElh
FO4p9PL72fiLQ+X7af5DAscm2lSzihiEnZzA3GQ7GHKcH9IO0O/XxL2TuJG4J3aIsqEC4sD+0yW4
EutA4KiDJgKiuRCdnZDD2iCAdWOsttLVAHSgBo4pfDGh1wTZTQ/X+CUMvC/yNQLA89ANYQu7hg3O
Nl/3m/4sXskA/bknYsIjHUR8iWsJGYVKVHgqpKUeelLXbG1cjz4cVDrACtpPPHsltpDpg8ACh6JT
5r0930d+FkDn/wxsqVN9osfCxyX8lcxghEKXlSGOgN+O7yBTOUyRQLtW4rUBOLRBfOq8+XWSzL+f
uD+8SgV5ySw7jBXuyW25/Zr6V9Pr4MGte3VqAR+JHr4nrj8MQaBilBpjNJ2TZp9lazYG0lknp3b+
kWPFWOwOaSurVg2IihEF/W4FOVu4N1Lgr/FKzCe24JEnWKoA9AgPihCEk3MYahpmMFEfdn7leGLh
HXuCRTICt5oxSg+f7sD83EBP40pShKqSe/pPdv6Zy8xa9H0F5syc7uGnml0Y9zNgYRjUXY/3pjud
iMV/fXWZywRY2yCQ0wFkO8isWasSnqmTH1I/Kr1ZeKDyfH5dHRll2URtmekAA6YDpQ8C5MNafYM6
Nbpj+tAdEQq/fT7IEVDFXPZMT5J2w5RjlLSCcKmPsLCFRDU02IXbk10Ic8BTjYvHnmeRPmVJlyGA
wkiw7oL3HWSdUYOU7WoKXcVP5ia/XmPmT7BBqluTwX9tz/eRBUv7FQp42ZXRrHh1Yo8cQcxhl/kx
DyyFDq2eY4jpOoXaCSQb3oo6YHDTONhbewJCi9WJBPvInC3z65IoncI1IgNfyBeFb1gwgnLROWOO
foMy3amw89gjLfuc23jKZXOo0de9h9pqzuFqBuNvt38Nn1r4/87wW199vuIOr/vnK9VcZgQxEAlH
zVm+n1+HO/q1fg+fYPf65z57Aat1ITrQ7QQ8jP6dr+ZN+iCC+Przjz6yrpY9mWUzE+g54GvDKrOt
zlDJvHLKs/rlFLXx2OcvFpXTt1YpowOFJPfoHbAMMroIcSrkS+rEYjqSjJligRMPdZXExvfpsdBU
1r7UwLxBdTS/mF70LDfQIUUR7fPpOrJwxeKoByb0x5sw8CbIhTi33uu94586gY+gg6Z1mMYfrtrQ
aSuRt1W+t5hbXZgAYizoc3s93H3epzsO/yFIuzxGJ7oPjjzNspmUVHrUyQRmV4YI6EHdkRsYxh7C
7OpPDrBYuKNUGgxUDFDC3FduIRMIkQplbOeXU2XwozO2CB8yKANKM8UQ0cv4Wr5m7/y9vSY3MDnq
6Fq+dnv6/PmrP4IPm8s8Evr2NoOOeb7X79nswccE7sKpa94wvgKqoXbx2ynNwyObxlosaC7aqjNr
mu2b3IX1avwU3VsHjwwXDlwnHubXKT/M6T8utNbQ8HQWYI2Vr3BBHlEXlW7+yF7t6/AJt/3noxw5
E5cZY2EASxPoCtrr65CtkzWMmsaX4vbzDz92uC9JOWOTWERqOECgl3S8G65gxYD2BnHZfWkvhy/t
1xPDHJmpZWKaNwlcxDM8RI4tOa8m2OGCSv0VHp8Juha5S8wT7+TIW/8uNv3D3h+T0AkTeLnsIYkf
a9fqIGyw1qGbvNanLpJjYdEy4VWOMHlqYgz41xLTQyk0j3Ekr2wVQIlex678o8/zP17H/xW9AbTL
p6gq27/9J/78WtWTSqK4W/zxb3dVgf/+8/Bv/vk7H//F3/bJq6ra6r1b/taHf4QP/mNg/6V7+fAH
eG4m3XTdv6np5q3t8+77APiKh9/87/7wL2/fP+Vuqt/++ttr1Zcwtbt5i5Kq/O2PH22//fU3KtgP
a+fw+X/88OKlwL/bv/Qq6f7r/5TJy0//6u2l7f76G+G/S/jvQNwYdlKS2tDI+u0v+u37j6j9uwFB
d1s6DgBowznA8WWF6vRff2P27yblDpptHOkY1DxggW3VH35E+e82M/DXjNlge+J/v/3j+T+8on+9
sr9Ayv+qSsqu/etv/EMMY9kmpRhESgvLQVD2EzdFwMZq6JMvidSQ07fHEIago3HiUDgczP8KlP4Y
xHZsaXLYBllL3iovCjtCVvlFyyzelFPnuC1U4XcGPANPbKhfPo4j8DAMQKa5bA6JrNnJoVj7TKcc
ZyjVznDTTSWszH94y3/M4uezxijHlc2FYAJvbnFqz045pqKxnsxmKOSqNIr+rpri4RQZ9+PxcJg3
DOPYwkHHsWXZ32HOH44JlshEysZ8mmM4EqdWaD5GMgW00jPqOzHpgtC2601WTsUJePhXA1smMyxT
HtbgMlHPsAB7xY0ns0hD36QF+BtGm6AbN2tAgssK5teTSC8mkjT/Vvjw90e2cOFKR2LHYLt8vKyq
pCKoT81PDQPB/X4sOOxMtWhnK6h6RoxNZ5YcicQY2nlQWayzV5Ws9aks4ucFi/Yyi2H+sWiZuSQg
iimp87lmT30a85VoorumJlDEzgp6Yr3+PJAjYOBLDejqCxzIi6hJExJPsCd8Il3WBGFvNStocMAx
aIyi7edL1vxeVvywCwWOH/y1JW0bPgZLRaFSEKKNJr6YJxPORhNPYKcahiP2iazq4jZR8JGFz2Xm
cHjVDeHOdiIEIYYoZAJzTDHDZkMMLHbbTsejX1Zh+jW0Q0jc9UqYLwUkfUo3op0ChlA2ZeiLecxg
+YM9AuBwmhnUTVUiLY8YUS7OzKY0bFeGg4OAdy5iWNmGLX2VTHLoZA8zqBc8TE0kijSLOhdmOcOh
ydG0oSoH/8r2LES1BI6dM6yZ53kagwLMhyTQTV+/yIKbfN8SJyyvJYTjHk2RwT8sN0cDdpvoBGyQ
uKcDvJ6pOVzWjeibgCsNl7UZ/TmIiiHafCuGEj06jPEOprtTGALw0XPmeEZeVN+oZacW+uHTfNiG
nKm7adCG44pakYOPV0HsTQ039y38+2LDm4moRq8B+iVgu1YlmyiK+MHCOZzG1WCN03BnG9lsns2l
gPtKkSXDl5iU8TdllJaEQ27CYGiB/nQRvlAljehrL0R4M0NJvbsYegGMYxyVRCWXipFgYtcGSeNm
13TMjI1bLtPYhIsz7hlyXfWiFalLw7FsndkNbdXM2VVoJRkSdQ9NmLmTw+w47DpKVlNdq6F2ea3L
llyQ2SJKPddIwlLzms28lsXG0FbR3qSGon3r5mlOQnGrK6fqxrWjGjV5ndlnHZhQVGUNpN15OrAZ
CIAV15aEwR+JKj64xWTDzfuuyKMGQYcHG6GQGgEyYbx8j1ArHhX48WiENLkvWGQ3j+EwmD13E273
NcSxmiri4XaohYTJdc8sq7vLx2nOYPZpFOp9VmYP4yxmiAa6Z2OnaniRmFHZT1cWS9KDpadZmypd
i3Sy4LpuFQYpy/s2VmmFwlWIDljLrZrarH1uYihImiRR3Wydph0zr+8ao7iIHSMzzoYhFMa6NRP1
rqcK/jmWqeTegVdWva1oIR9NNUSAzLnI39K8YtE7tBR6ftFO+RwD6Atr6PxEA7nsZJ6E6xGnXvww
yRjdVlSWBlvbaizmq7CyhmtcC1Z0OdYRvOJpU6bPY9Wl0EpWhrS02/GZYjKYHqvHmNG6X8ezkOZ5
J8JYbBLtqMHV1shnSMBFsNClZdw8iYwZsMma2zJZ0VlQgtzKKdmaQBih/hrF2dgFIkK3nT9KQfGr
fDQg3gtJjz560mE6qKBzypDcT7obzDs6DyGkFLqe5oGcTMN6SqfMMu8mURjxN6foGvEKcrM5ICUp
Jkpb1+oLVj02FXUI2BDY7g4a8RqRoVWkS51uPzhdkUN/0eh0KN2mVUN6n82JynsvUbENJ2cTZvEw
w6uiucdZQ5l1TlrYwLdxHHGvpKm4mmQN91cpIKHqlnrIr9GJkkHAJzFw6gwWQxs9JQM3YE3ZCqRi
fQ18H9oisVdTlV9TEcPJT6WoNYyqjRy/y+tk9LkVWjGu6YS+9w0mFKTKFObGZTvw3DNrW0y+QamA
y6Me4n2Bk6X1JvhCJ+s6aXHDJsVYHCB3EV5HZj4+tGMzGd5YWtguCalAE8gLgWuojaDE6pZ8GO7C
yLbuKzI3pc+jgke+g1qPDoZUJKCRkBANNqzsk9ILLRXDu9FOnttJo/dKxel4RXlsmdAVIiAmZG14
sMQro8FAYmAVl9rkONrplFgPpWbRF9n1Ck36GQmfDZZWr31uDHejpasULussfYv5rCGc3SbtF0EM
Y183Vp75tEuyyO37zohX2pDwuMDrU35jpXbtxWYLeotNK+eL5ZQJ1NEBIJzNU9QJLyp1+9jqNn6e
pFV8jZlGZsRU2XztioqAJZPoaluPZZWsY8H0RTnSudhmhBt9IOHjO/ipOSdfLbuwINgy5feU9OZL
WkCTEEDgVGbe0DXJLQUf5Us8Un7fG0S/4oRK01XVJ470cc3RxEttxTKvHqQI9AQjVvQDx/Y7SOty
dmcM07tjo83Qrw2lsQIhnkOQusNWfGa8hJ1Gp5Cy1ogVYTVmQZfelTqkJMBDhzG2mZOhdobNUbi1
3U3AX9Gmhu3Xs4n7ZQp7WNeMMn1hzK0+mxGLTleQuWHvfZJ15y0Z9G2ON6B9gYsVLvZZz9CjVNHw
ApqwrPEFlyGUxp15BHhBGrvwpVToSptxSx481eX4apa1DYvaYURpfpyz6HVK7ZK5nROb2rUngrOQ
Cd6B8T9Z1UXehvYAORFdf1Xaagl8nQe8F6RWxYuQqqF+JRBmwK0aNh8ua+yyXc0GbOv9aK51uMZv
K5gqynbIVllR9bABtwbhFUlbpkFDwuwJW6akSIVLBlpS2BagP+Wdzjyb1daN2SbjHHyPi/6tpPVo
Rvohi72s38rbTr29dfuX+n9A7orEgVuHFs7/+Ed++FP+elO9xm/fqvYv397+cp68lMiDVfdjJvvP
z/h7NktN+rtEWoKEVTAkpofs+O/J7PefCE6ZwZHvOvIAAP2Ry5r274ybtuUgiWG2yQ9Nbn/ksocf
oYscpD4KN2uUocS/k8su4LpDeonEgXELOTUDzrWkCiJrniti5dV1VLyn/H4E/Rzehz7yDG/EgV+p
yKvi2rMhiRNHsVuGpxozF9Dkz99gkRjGYZdBZQvfACKSaKAd3baM/Eqmvt5PW0tlvmyuk/5LAXWn
TlDXId/+/dX8/wPBfFjwj0mW1G/fkpf/AYsdy+34Mv/fKvqv/5t/xGjwD/5Y0/R3x7GxZhmX8BkD
qvKPNU3k74c8CRCM4SDN/zsK869FbUgO+AUgDTcg+Gb+c1FT+bsjkCE4VFoUrHUwoP6xAf8bAA1A
hQ/oic1sR8BjDqrnzOYc2Rv23I+FAqBwoUJKsKs0aaIMmHrLOURSRisbwCaZEN8lvqxDqsBsMUP0
oK8jB4GvFx0elzgw3dYENsfMmYznYtKR2fXQx697bIyhNaPiqYq60UFPNk8mBHRGir9TL2ncU+Pa
BnBDcVH1cJBkX6zRaYbyOVa5E2fuSNiokTLFVszv7STXtp9TtJvemi0CCF8XqMVDw0tbwwoOFDa6
f2TZnHUxC3HP0XyIg6ky5tspazPTN504uhBZVyceaJMF8Fcky6jZVUP8LTJl3qwreF6iETSFWuE5
oGaIMwycVSg2tKlFfPTRkmQDGa8wdRuHDt1+KgnJicd5aTXpM+/GegRJOVaz2NisF+kDr1hjwDp2
sDW9JfU0ynULkbdo3/SFvsshX9huOBJz56pBsGys4q4cCxdvXRiB7npRbgpZI3FIhi4LWDniu+Qx
tdD0XdYI2RrEqYXfVwA7XB5P9WasARu5Mi9mmLNXuCzXdOIy8mvbRHGcmy1Mu8kIXegikHIU/RB0
OL0UxOYaYKA9pN6YEc27hiRDCFpdV3Njl1vJuEUgC6FOxaj6mmU01l5T2JBQa5Ii7pGUdixBATYw
cyja5/5EKFXtLmI8zZXHI0Qpt1Nt2NFVofCzIIwIR93OyUaEAdZMSyyuoWyKC8NJQNjooISog4I4
k+nyPjt4d5sUsROstgcUc8uhGKRXMCJAEiJS1puCmk3hMWE0WZCJ0Z4hypoOkLBrG2fw56lt9C6a
RXvRWLIla6MfebYe8DnjRnfCkte0cOZplec5hdZ6NDSN1w7y4CAOWWvqOWwq74WYxHUELaTnOnOg
xB8Lye7FbIzMgydEfTUT1IbhCVp15yRUaj/FYBG4dhKatuu0HCl3j9QcbG+EOjCbyrPyoZNDzLdG
XEfvdixSmKZRe5SuCiNunIcpy1ovT8cRpiVxm4uNgOt37sdh4Tg+6nrkUpCqgcJEqhPqEZU65c6q
8/hpTGvNVpBPU8bKRmW59xSvEupaCHfDwCjG9jWbrYh680Cq7GD8TK5obXWlF7EIPID84JcdjKCg
MCRmtfhCnQJ5dyMiB1bhQpeAYIg5ZZ6UaCt3rdTCO7OjpEdUX8QACKo04vhesU2UO3MqXlqM+TSM
BXnPZArKhJnSKIGqMss1lIa0zr2o6zQu0laSKGiiMr1xqqKHkK9MKvO8gjjec64aiBE4zdxpz0Ak
Ga3MundeyGjbjQ+dLbMJiMKJ6VZhpdaWUcIK2h76/MGq0OXrZfDThecgjJnPSqiVv6QS6B8sVCkg
c4BDmN8I3prxzIddlsywDM5KTqPGhdKWaALBxhT2Tr0D7Bqao518ieVQwEe7hdtg7sIjjeJ/HHtN
r7TKW3HXD1VqXIa1bvNrOQEqADXbDsvCd5wB2cVKwXwyfNGDHkZ4b0Pdqc+gUBbF8TdkZKPExpqb
GalOXVrIuARxZutSxkk2omc1V4a5QS7MsscWvpnwNSSsQeUo61p1O5JJWas4HMLkzJ77KvsSZ6k0
Jxeu9V1zm8ERO/eR0OaHI5cPTRFtsT9xeuO8kPMkV6PDqsIfWzpNeldgkLzybdUmfezZLc7vVVjC
P2BXOyKsH5CMC7QhdzR2LhJadnAkZ52VQdwxrqvpqdCWCXgMqiSDSzsn08htQsnr7choZz/aCevY
5nD0FuGqlyRJIzCubRl9Kwi2lnL1PCFDn4qBCJfEbDQDqOfX5SqRPLO9tE4R7Zi64JCW101Vb7uy
lC9dmrDnQTNCbofhIK/k0J5f81D0+moaC/oSzySDOr2us2TVD+NAV2ZGWfxEC2pAH1ED+/Y00zn8
H4gBWdG4t3R+IWsy6XUvgAjdObJXElwZIUZXcx3dCtbTu9yg0+imcmqlN/ZQl3Exgg0DTdnAMSVj
ZoTmls4Oz/MQhXIAWaSIfLS9AHhvaqaR9JRW3WBDVjXxFW/QLgytymJtqlnfD5UVq8AZeZNsszQH
iDDrARusl00Srlgfj63PWTYg01IKgp8+tcLG3B50OjkWkjLqwe3Cmj6HKi+huD4Qi6yjBrvHy5O8
Uet2iqAkM3ZZCHSxL0OgSoLDnlzXRVgFfUgc5sZljpw0jqscHvYJyAMWT1RgcD1Ga53j6vCaUkXR
poSPRrO1s4reWZRT7tOGmGJPWw44DQmaNNemmc/vhewbwJXoU/mCdZy0IDolLIKOShRHl/1AAW0l
dhGmO0c39V7TfLon+VhlQY55zC6mQRrWKkTxC9CukcS0XcUxx1wbBrLk3VwoCcHRpirXwN/UhBMw
R2g+Roeqy22ZMQu4QRob6rIUHTc8UfAYr8UYhttUpF2H458DZ5EpUueE5Nr0DdTSp1XZ1yN3UxXZ
V3k6yNStC8fKAtDqh7upaCEUxsukvB1SJb7EDVWh21iAc7wunaDeHM8l3pE91jRcQfQV6DOiG4Fe
UcSAN3WpQOHNWVHgfJNq/DqzsJQHmMW8pmPdm7u+LmW1ooiqxGpgrd2eIa4a1aVTzLjIfUgUU75r
nGZMXnIgh2226iQNJZhkqSj0/ZiixWKdARp4PeQxlWckbXQH/G2iZ5E9J+VFN6Cj+7UabVDqAZBG
3hAzkXt5npHYz3uBpLvnTQe1DwQyjpdajbVJVGehraVQnfDr1CyVF0cFza9DPmVkk1lJYgdyqBD5
AX0W1SWFjuwQtDkAP1e0ZROAKti0fpig6oM9rGBmp0uQmOF+kNhQ5MwhUp8Vum+8SorohRaDUfll
ppTaRKoi9rZzePZcs3nqLmle2/UNK6ZO3ZIYHvFralbq3UGzMOhtJQtRAtf9ZOwyLRN4JBastL0Y
lQmxQuVWTN4EW/V0l8h0cl6ScnQKtzMnWl3NqZmhh48QZT2VZtbmV+gnTftbK0X0DGhDFwqFFbIi
RY1QIF7HUtXV2K8FsJ6pxd4lZp9Q7EIjThML4NAcme15CJjsPSKWgdaS1LDjNdjUaY67WUHNjjRV
d1ErA3WRJo/yyiWpbUNlUo6TAn5S4Vd0jitxF5uKmYjQ0yTfqFbwPW7YGM2YbZOHgJNE/AhcKLtG
dBV2uKvNHro+EbRVtiZWlgDECZl5bxCMP8sM+A0aNioWepkhasTgDqJnqP7W8qUOYxNW5FXHK49G
FUkRXBUwPccFp/f2MKjLvmxhBxOGdHhB1IKSSRLHueXNE2++2Kj339koBRheCPTyOoM/7Qg0JyxB
DqTAg30g4fMzTsSmcwcnNooVoLEwCAeCm7gwMa+BmcT2U6Jzo8fBxEGNdFoNgK83jfTdHPlQr+uh
aCEVlnL1MI5m1nljUoGmF+dFxgIZqeQ9dhApBH1j4lZChVfKDUotdeTPKEl+pZZAqU+ibNJ4aH+e
bquigopqnvbmNztnNhKgSBtI8FGHQfNRFTUtdG8S3O8RcnJYRcVi/n/sndly3Eabpm+lo8/xB3Yg
TwuFWkiKpERS2wlCmzOxLwkkljua65gbm6dk94xIuc34+3gcDodCMoUqIJH5Lc/7fidZGzkkIfXT
6ngZiYlzyFQOH9fWbZrEdpHnMk21aapkUr3/ZcwX+0eRZRU63RyH4rSoCsJUvOwnBHRtaMIdJT9L
/dkX/P9Vqf9krsQ/pepnXYFTUHP4tQr182f+4ikc719ogR3btl0ScpeWwf9N113/X5emNYl3JOwo
ci6cwV/pehj9ywls3wv9nzCFc4GE/6pBhd6/oDPIsvkZ+IeAmta/ka5f+tO/NFmJmH2XfygYUB4T
fvAiWV8pk9rZ1Jo0atXdQBMiXYt+OeLvrvdi3dir7e41n8pLk/j5NWnbBG4YecKhVvFTm/ALJsC2
rzJcMXU6RDr/YualOTiz87aJY3NPW/Lf86oK+IphTBGPXr0bhi6P4Xk9YrTHDGfbXqdNJBgq5GMu
xX4IbV90r9novmiP/3kp+BfHperoRi9b1tlUdfbklDqVjmVfslIVkHWueCbZrV+mvyy0v4E6nqOR
f30vcWEPYsSNzsvbyAlJf85pddp6AwO3vGE65mXlfe6Lsn4YrTncD5V76UKE0/DGZ2LcK9f/u8d4
6eGCyKCA4vs+v6/GtrNwqawhlWFcX1Of2XYxx+jNuE3UDwnS/txjKOH9Pfrzt9ejBGT7UA5UmF6g
FiKbO9etvSHdsqx/F2Mc9SbEMvzanuP4WlSvGfT9/eWEg5VD5ATeS6uzvp7EHEh/SLvIivbCqvr9
2LVuollqp1nEr8mr/+56sBU2Agon4s2//Pkvb4Veu7zJ53VIV4oph1GGzr09V4LGm+zvZvDOV27n
y7Xq25ENRRXalx2I1P3F46uCeNr8chlQU2z+fakVDUC3Iizrmvw1LvXyiv36xr+8FsXHX7+bcGdK
El6Pi0rT6HMZTtQHKj0kdpk3O4uhTrdSuveL0y4keNZ0282Lf5N1GWnCP78zf/elWbD4ZdvQMvFL
EGouVgNzzwdZRd3s18ia251Q+bWZ+vnrP1/qBZPk851d37GphlLbZ5t98Z2ptXbgXapPAyXIYXMx
XMpTy8O4ttgO0K37JvnBOlWyzw7/fOmXOwMG9gFHTvyztQFd9oKgBc8V/dpLJtq+z0HBfTeZPlrH
ad1vD//mhdjpONz4LjBQ7CCXUvAva1bimmxlVkzCMZfxruU9SsYMQXcSRZaX1kJia0aVILUqoz92
YzUd//n6v91jxwnQY2LcwVAul4Lz8+ubPPToNA8y9SuTX3sqZLBmgIFgrGSZ0NP+Pit/PEuypFf2
vt/usONwWIac0bYdcxhf1tkvX3yq/MbptapSUzXDiYsMbPZxcbXSAt/nsW6oBFvmSPUZ5bXMXpPv
/X55rFgd4bgcaRyiL0UqvSixGsy0SgHNtoMrvQ0Cpvfp2tOlSd0qdBLKNEzODccxPrWEF+0rL9Lv
dx4/hAuMGfgRb9NLZwa8SoEPxr5LF91R4YyL78xn85I+VM3RGUy770UjDrNjD6+s7b+/cGzbDAil
WfHSZqXLJ+mEbdelYeHUByFakZZW1TBCxWtuZTHRRlvNO6aFvOZb/zJSorQQcUEvukRkNuf780du
r5nj5Cv5clTEmLIua3ew41ondu0ysa9h/Xct/fZ/d4H7l84MNG6A1w9dmucXnUOrGM2wtmlDReBm
ViI46NA1Z6oE9Ai167ybYx0/NCLIX1nhv99n4s+Y6FBELrjtS2tdb56jBRS/Tr36orUrrfaTtMv3
3ep7p3jyvfPm6DeVtF+bf/DyGGTsjhM7PNfAs6PwZ3fr1zdrdnurajkS0qAfKMvNMa5iW+BdQ+O8
daSwzv98g19I79k9LoetC2nIgeCHv00KvvCboidF2lNI3r4YbNn2kasoSUT5bJ/iJRtuMouK9K4z
hbqRGJS+iSzL+zpO8UBlFULCMK/mDNOpHy1/MKfcFfMrz+K3pcc7zhgnjhHgZ5uU4fkqKFdIoSIL
4CY6pRLLhJT6xNyeQlz8T9aiTMJeNL6yt7KTP9cVXHZWF2770naz6eSBfT+/bkRNfpQVwyayaGnq
xA7MsH2mAuJVf/jlWPe3kWib5aZecsu+liOUXVpkxRYeTaC86thts1sc6bkt1QM07jYEu412hL+3
p8zNP08ZxqW3tCt95wFz9Fok/qC7JfH6NvCu6Ocofcr8vgk+G3dtmxNcxlbuV70OFJiL1pZ2WkdV
tl3FyqsrzMMde05Wt9PjwSqqqr71Zi/+ovutDj9ko1byTeebodtnrbcCEMmcMnthjeNXe2Fiy5Wl
pHlPf8e1k86i2rJrWOo5GXa/vQMgY4qRWjzWQe2WpZ8uXuW7u0y32X3vKcZl1C3B4aERzmo/TkyZ
+VFSsDk1QbN+XOVCFSteB/ydJyPkExmLjeK7HuN9C48SJ0MmrOZ+g2GZzpbqhb3vYKcM23tn3fRs
AvJgjbX+InzjdQcVDPOxFoQV514WjDppNqNpKURq/TjVvv2W9gZaKby1ss8rwwXNlRwsWoFmGaLb
JV4suZ/JhbBXjDNKbaXIOmjFRdG8UL5n4WEWVzTTbMP/my6wnMfBXXNGFueu/tIM9eCkfmSN7ylc
azcZinr1Emsc5HIudLF8WeLG3E5tFM4HWgGZuTNm6WmgTZ2aDnlew+it0H24GISxda7GPLjBRwQT
KP6+PnHjIrptNtX+ATExUm0dYhGc19Aap4TvnXeM7VUbBjxxjvdZNmzNTeTYat1PTDzC7kQy98mu
S2EdBzol8uBsFv2yxs1rPwmwUff39MTC26gS/EY4AFXtGZvsFKmIzYBPy+xGTdIrBlEdZtp/5VXu
F/S3lLXqA4e+l6UXeag8enW9YCuwqrZMGTE1Xy++nFRqYak+nkNdNyaZnB7wsiKsnc7CacP84K5d
9kMIa74NtW2PSSFKZg7EQKUiwTvMPHrdgDg37+i97evZVf2uZFhHvc9C036oSt/NU38YnWaPGZDf
HHztlY9eI3MewzBmDPzV2XgAJBvbd+5UWBVAmyuLt/bs6ZQS9VJf2+uW18faLcb4bmy32Jw9csjb
ec48ed0Tbj0socccUwUTG6X2amfxQzc2w023LT0TKlXUcoVhXuP9WJjJSZx6lbBcKveG47A689Fu
pqI9ToGf3fvVoOsTEQRS56pDXZ3Yve4JhOvOxjKJY48i11KMHDCwyU+OFtl7zjNaN5vCf33niUzc
T0vWDEQyIT3auqo8LwmZxGbvCrm2X0OpOaOIUC1/F81izQ+NXfTmXjlZYb91qdT1KUWO6q3vytA6
eq2Nbti2mxph3NCO3A57wn4Q4k3ck/iIHo8epvu8maNoeWg71ymvRG3DbA+OGlJ3LZtvS5mXczIu
k8n2Qdxm5yYH5ksWQrYiEbkT8dul6+LxTBMHKXTQT1aSZR7N14bu55pSgwZ3JeMwFg3oUH4vRtfe
UrnF7huGyrRizyAzdTIrFZvduMX23TgUSYar7r1SQ4+6D3Bzz25C8qRqPxphvJtAJFNdOMMHaeWh
ou+tG2wzy25EONVHo7qbOjxHU2dQnbqi/t2N57adec1VixLmsDam1TRtq3k+BIwJxbyWRsTtJNjQ
nkrmVOKrxWbTHosRWv+dT6Xe7P3KhrRb1yD+Udsmm3Z5SIqc5mGfeYhoKbovhTY1SHW3PYylhWVZ
2DjLge6C1eyWOZrcQz/AWe4wAWSApwb9Y8ZmpDr77BZFcdesiBpx3RHSu5tsf3of2UNkn6Q9zW+F
kOoxi9fwY93UZFim0drekRVlp9Kp3GkXmow6p0IwgH6HwDDfz9BefRpGy1zu1qXZwr2pMUdIMpN3
G+fOPOOEsebNUymzgLntWVPch0PRwB72ap1oSY8R9YA+rh+WNl7ZQNfQeYiaRn7TwnQM4M1X6mbh
gIirXIknz1Rn25UemyjlobnYidH4HY0++6KMD3ML/7sPaYdyHMW5/IGBYD/QlrBzeexHJ3oSy0X0
gLi+9NgYgfp3dLDMltTICKZdV63HRY/NVThdyt52m40P3dIy7l4z2eR60z7W42uRVdihjIvcjmvm
Iqtr2sj6OOht+6OpvaVIncINndO0ZXGiNSg6VC0YAYj7sFg7Ckh1fmBJsS1JF5OHTQyz3rlzZv1w
VDC+rbt67c7oL7oUY2yfI9Xp8INBr+C0l56ne+Vvnm/2OcRutfe8LEY4UmS8GLP2giUhOuMkmpp2
Ncm8OJHaxzOeWYyG97As8GnXTjuZE3Twfqzu11lV+oZugPjKHDw0KGppBIoDU/WHtRuWYr+0td/t
SpFvX6VjrC5pO7tc9jKct3ZfWlF418NLbztBLTxIkTHEij9cOwC3bN6ypFb6SrXtd+kTVqRe1Ea3
6G304wjs/GWSlbrSgWpsWr6tf2lRBs3XwFRdTVjmyzecgtrsS7NGX1u/10y/7p3u0sF1c5mMTEfa
dmtZjwvsalzaN/nYBzot1kG/8Z18e5TR0n+q1pGOhNp0PDys0ZyJYxfHYZ9E0pHfrQlM6ggI7qin
GlH/Xbu11ZwI393oAwSVSzxqVeW3tfXX8xDKKUyzMGOkl2mleFxZ1v6+KmyMI0d9Kb5sZTnsh9CU
37Ks6MF6mSYjdzqGL79qzXKJc9FD8JTCvqSFPgTXazRN1bn2F10dZoDgK3t0lk9zt7qnjoaPsyv8
hWCh4oHXyK6aBtMuJ5ZP+GabAzDk2qWzypwf2WjPa9JaYzfvKa6Je0CMQJ22yDgUoSobdYu2FOOy
uyaCVSFiiq/axhqRpwy2pJ1d8bR07AysIWcbnDchrLo+VPSW+FqDJ2TqEkxMiV85jTw6oaWi/eJ7
XndtOQAcbLLG/dIGZdUn9bKwe1Xh0PinHo1bkwpeaGzMNrOqgzvJbr3qZSXezy3C2iz+SjTpe288
BssAdCnKVN5oefyNtkqCpftgnCV/3/g5WBU9RVlSOYx0sTOjvzyBAbSpb/L4sdmKftiLPgOOUMTf
32cCUQpCoXIfG8vIxxUZS0uAX9Uftq6du+82heCj8MfNOwi9LPWbJguxwDBilnmyVQyxJrqVPaz1
poqbadRBd2eCgTHpWWyYqRk1HbuY1XnzeYvnApqoXusTPgsh4ElJzWhXGW8Z6cGZsLkasH1USRh1
VBasudcoyhbGMx6gRq36djA2SFxsaXqDc6jNdOrmfuno/1WoJldZzB6sue/X56qLtzqR9Vw5CQW4
+VMlgyzaLaoZ4mtC3jE/FYPYwH+CIGZkmxuPX8Ra05z0M0RNO8QS1TU4ro0HrhxqIps4kyfUp160
33S3JmpelHfCVbvlWJ91OSGUcvRXeqTOt26UhrhIZmGyMXDX289Ts6GpUX4tE6pKzqNd5Pm6CzfL
YkYpVsyA8nbu0Kv2ZbUkSzTVhyjo51urFy4A44B+bx+Jfha7wN/4eMpVgr8Q5p3dpyTKTVx8V0y6
rFk8UU7tirdFP7Inur3TnFzNwXiC7YOhIPXkms3qxt9HhEEry3NdvlnKnzSxbs/OF/nzSMOvW4tl
x2gT0HlH5X1+GmVb4wplLBtYr4pmbKVq18bWJSrwlmjy4otBIDQCYugcBmASzZu8ysSQLl2Ue7vW
eNWHggpLsx/LgTc0j6cI/EXO7nnovJGw0yfUJZx0/B5XkhDUYhyYFbfz474XB0vHc5O4RanQuIkF
OYezNkNxjjcnOtpaFDj/+2Uw3q3xFheJ3415d/J9bRGFzDNRdpCTw9LW6NZ0XS1MVvqxLT/AOaFL
UYODDYq/hC1Kqq5iMqwo8mmnERo2VwtIhZ+6hHrzriN63Rmv7O9VPUWPzJ7WV9G4DNahnDMSvdBe
5kPrB5adTrzaA50QwDKCM2v091awNOmFfT41lnbhEKxpel9SE4l2iFShdorOCs2xdfyAB8ptZWFG
a6t20bJ1GPxL13yHlrPaK58ZQfZ1kffa+x4zT/HkG9FONF7z5isWL70P8LLU3wpWKW+KP02cFU2E
Mquc0VFjKcVJt0cFgdef9qPK35XeuB0jMY5uii5GMnlaSQdncES8h8adKmvfzWN7ttaw2k4mqq1v
3FNEi0HUFIBvHbnvrqmMuFrbZX1HFjtxgG8FwRGIKvAUHGxxZ23CnAe3FtjK9XK7BmdckUb2noUt
n4m2OYUXbN+VphvJXecAZVYw8TwQkul52Ee1v921Q4kmiPQLpKggTuDHV1Hwkcx07xB4vLfCKhgS
Q6vI3rWOm72dfDuLEpyGqy6FSvO2fSM3Ql+1ZPXNRPHAS3x6a09lbecsE+mz/VHfnXbkMbm7c6uK
7GzhtR1OovJGfDTnkZBOdQ0ThozdELE4sXHhY5YwPuiRI2cgpZv2tNsvThhBrh6CmvkGuzjP7acq
hpoyvWwxLVq12Y5+pn1+2Vv6SueBEOc4Z4Ns49qGpQqWfDmMHejUJJfO2tnL6Aap4y1gOwHAXZnQ
iZvRF3kzJJSvSvxwagBB3iu/wkdVNM7XEJZrPvTKjR5QlTQ3uT+u9Vu7VnFGu7+ACYzaVSw714lH
d+9hrRNfeZRF5B39qPDRn7Z1BtCU3htfT5HPxuYiTycoqDGQsyhcXFt1tbYQvBMCrLyy1Jy24CuG
+tXYofmLpvXcQYjJw6Xo06e5DhuWfOPG8trtVTQd2fQ3kzQAwv6xLkLosEqKMOWOZtlDHBRMrcq7
NsiTidG2+hB0WwerEVo6/wHHJdGyMc7K1vuJb3XhQD2SLUw2exYa8Ic490UEvDb0RbGegm2EfBgL
H7uoynWC7Shbwmvqbl38GA7ttD32JkPX1MbT+j62y9k9BE42n7O2URd7CAK6BABu+by5nXVaHMWO
FMqCM8nOu+mHX+rtRjJXiG3ED/IZ7W2onEQr4Al0r6129jlhx3LTuk49IQSOJkxSHU3ju43Zhvda
tpl17mK3mCD7TP82sxc9JS2nh75rLE7wXeBNXn7LXBIlDjEHmbXrCjcCXJskLdG+tER/qIiNzT5s
8XPfb9aATi7TZU1oxijIg5nwa8XzYqn/8CsretMJd3MPnrw8EpthkZz4pg/3ISmW2oE7Rcy6khQp
dywD/SmiHBancelwEPJqGmfviXF2r9Zs6z/HG2T01eIrK3xaNgh3Um/XuVomhsQkTDlb3kaoq9XD
onykr8Ek8mgPZDdCs8YtFWcRLu63th58QKGuKoaEYkGNhsyppJfwMwPDmoK8cJKl5TDfQe4L98Bp
VZP9jllBRjF28skmAoNsb8yAG+2oO16XMh5pwm1zrI42xJpGTRiPwMC9NQ/Jhpp1AAfKVJSWFTkk
qcXgytNclrFMHULPc+nxo/uimHH47+wIKnHJ5hxFXhAw0BT0beSocms3sad8I9uLrPzL4jJDTRHU
8qK2XtgQNaOpZfYs5yWJ9ACk6aybfO/UObl65jAveqhkGSadraKb7cLWJ0XYZX/k7Lxf6zGMnwZL
L35S9xm8Ye4bOi5b3A0PXDJYrzZmq733WjUg6g1V9l2tQ7udOrFa7gnmcOBE0UGG1VzXR3dEiNt6
Cg2qyns9bJI5GgSb3b7w64uvHiUQ9p4tHiL25VHfFloCztdTO3yNnDzK0aRVww+LyXJf7bFv7/xN
T1QtljgmmgdJrAmpqbpctxRuVOqpILgpJD3m0xi6W37u+85+P3DkfPBNjdfKiobtSUe5/R1SenFv
ux4hampUPl7ARX7wvFWzPLZdLzH8qvri5AfSpW1NrYxp0Zv/jZbhseO4cRMjPaYJFkWfHyftkcO2
A4E9cgxnuw/nwj+vaGy/e71yBCeDxRQoUo7+HTE0sl+drVG8CyMCiD11hpL1TjqmUscOiEYoDcGO
kyP336W2MjTro1M2CRUyOw20R8VGRxsP2t9C67MmNSRhFjH/jVY49ut8q3p759tm8vZiJojqKJjo
PQc5kNysteWfVlvZaTflXYE7Y7VQTvSG9RDkNbUGao9Gp0B/EalruRms1/MI12WvtExieZzGB+MY
++uEoQnkcWjRFgsgUSBC/TK+zoZlxmPAR6KwA9ObWbGCRPI6RC8Gajo1dCJGCTtry2g0+8G7vLOr
NZgrDqa6PLAW6O21XbXsMhjCu8rbMEua2nFoqY1pNzu6sdWAORdissjKQrIoQ7n4M1td2VzWg7wt
SyF/RJZUDkGvLrqUOnTBI+ujaT529JtsZAi8Dsnkbyuth361Wvr3NS8Mg6nFlNJRb9OSx5i0k1X3
J6f3yKc8ON8q7c0onF05oBclxe7h++sqGpK1N+0n+Gx/O4SZmd81UW0AYXlQWH3J2GmSSC3L2UF4
S82hD+v6BCBZw2tOmn2obMruvbTpfZ2FYdN/oGAziLQGrifsoYzpH8w2BRriblRUqkVbtgdkJgzY
oxJC5s5O4QzEpy1jLwt3lGOCIUFP4tJ0Es8IywDasejGO5v5fDsnqASpYe70BxFtW0xO0hm9Xzel
qdzGW8t8FkvWzBhhqvWt6iZFKUoF23tqOTTPYrutyOUz6hp2VMwfNbhrMrpAlJOYTJAERWgU2rrI
6XfSs7CkWCu98rSpGme72KyGiqTsvO8FGxZFpchfjxn0aLuLgrg/zuXQP3F3nC7xrEpdd7SqxC4y
23gdtYRAO+02wZENgUzGzNsyJV1dxe0+btGY7Mj4OpVWHZYTO6sLh4x+ixu1JyILm9Bi6yfnsDgd
lfeG8JmMJi7iBRx3gyhAvuxECR1Qw1CxMl/vrDzLxGGtnEAf2OhNe2O3bOrHGI8KcVoMYpEdJilx
uV8CGN8DCv/+E/Xckgxow9xkL5HtnNaI5ZLM0CXmaPVu9QjorOpTEMjopMB/nF1E+veppJqLF79l
67ehNwTtdVHZ8g33flz2BQjJXRa00KVoLPBj6UplE7/IAtWGrTP/Jl8z6e7CAP42cYHgy5Qql2IQ
BVLSfhdfvHp2vVtn/qGyW08luZTlOyGRJ+10Fc9fVN4i9M2bLGIMwuyZ90seW9ue4cUbpyzdoD2y
juEjVhGk2yt1hwud7UTNPo6CRu+LdVaA3mFQTaeR9fF5WAeHdMjopnkzMr+NBE1s7jfXdKqlo9XE
38Kydx/9DUPd3aXWO+0yd8GIpEBScZDIg35EemBQ/NpM/Ydw8OJj2MeUEkVmWfQ3onotOCDDLAeh
9TwbA1CiVkim+SNsg/m6zDN1Ehy+2r2l57461j2QLWX2jN05owTi7bCrJP+fRFWFadu0ChTcosN1
bK06vyrDqAwSIbc+PtV6Dd4JMqOCfRTvjntFpsykDdDwtxS4t3eB0IVKO18hhV+Z0+K+IfojY7nA
qdk1bhUmewe7Xeh91Sh7/qO3SoEAViyRjp5ot4hgXzFOiNSs5329ttalUG/dOqq9W6ygGPAcF0Un
3jE2ooxu/DLMx89BKbySmkBBdZkupb53grJGDwYdjF3CPzeUf+tf06GFiQgdnGt8bLLc5z1Tv8Zp
iKRx2XtZPp+X0Qvv0HWJlE3OO7gbi/Ln9f4/efufzmVw4H8vkk3a4X//r/zLf3xv/+Nhqp7ht5cf
/C8BuP0v4QISgOTGf8m8/xKAQ9+GPKkYi68YVcdlJNV/aWXR0YLWwCB4kQfYdGEG9J9mZh7wLfQY
Qq7A442Frfp34NsXkzaQX/PRwHhDHxQ2dIGJni+WoHRCSd1J3heWXu9VsFSJCWr6Y9Ns3WbT1p7Q
geAQHo/eLpczgbMFRXWqrXW8CdFr7TO/8il/00V802G5sqctz9TmTMD+W649vkb9vDDn+/mBASVY
13ZghxFmJM8/8NCpkMLEIO9zd7PeepIe5uKW06EiPE/Cqf7YU2F99BshCBZk2B6JD61Xxmk8pyEu
nwEUxuWO8S+P7yUNwWGmRuok1b1FHHWXbZH7pTZOf/bzUrQ7baOg55BVH35ZXPd/woq/Wqj9nJj3
/xjGy2V5QK4gsET6f7kHz7+6yhfdS1e394ricXg3zlHzKahD93Z12cn8aCNF6Dr5mJd1rmieU+/Y
CUpU8Y79v8wP9dLEb11cYKrdjLs/NazBeWXe73Nm5+dHBD6O3chG9xlgtff8I9aZp/F+aar7UazN
zUzWuFNCa5qnrln7k00sf57HJbj1jFqqPzei/xbP/d3N4EKLRBGaU941VOgvACltD4UXCd3cI4C5
LexOPfplWdxO4NJvLKL/qzDk6NptPSpF5TvDWaOa2AtqBlflqpz9K8/r8jyePS/4Id+GXaEfCXb/
cuTvVkQCIWqb3/uwFMOOaSXzt82fHITBi64PypLBl43y9VMrejcpW4GBiBt0K+WCtpFvysat1X4y
6/jEKOLXntTvLxJ2iaB7nu2GcQzY9WI1BRa+O8tED57Eqz2HS7vdxrOrPzmOyY9NPAhkI8I9kUmN
11VRWFet86or4POjiuXCUU8LhC4FjA+/frH71G7NrhNk+k7Osvu0glCjMrx8nHyauk9+o4NX3twX
fqg/r3j5vmx3lOvB6V4ARWNEkaWygvmOzYyXpFRiuKqajhTOgSRpLWhJ9F1bktvYtkzUmveLs0Lz
IHj7t1cHJpe8xKCrKHHYUJ6/Klm/xNLq4uVO2UrejLEWh27qccjPJNHOENj5G4QzWTqXdXkzNlSY
LggvDWOgCMSWZrdthflI0/YVP8HfXmGPcwUMjW3Nvjyey5//ApbW8yo7djj7DnwmPzqLGa6YJqFS
t2zDT05LK9tHXreT7ZafXrklF2b1+QtzAeCg17lqjILhxZLECUDGrT/6d7HuoqeONGjXjg122MjB
52+G7sWtr0107zXeiMyYQvVmBdhQETJGCSE2CXozz6dFrS0TrinEv7LBPIdefy4eFg7QKWw8Ko6X
/H9PX0HNvevf2d48Pl26P5QLpukzguHhho7CeBdtpQIrYcGTn1Xh11du0GX7fHGDLvfGQ6nDxyBu
eP5s7LAqw9XJOXNaYX3QKykpqC/NdVcuB3xS82PUO/kbYCukn32xyvdGUtFGGC7mJ9EO9itb3O87
HAjUL5/nBRyKWrc2JYTzXV2HH6XKrxxR/PHKd/6bRYExDYuSw569/eWiiB2Up7GM3btoWHM7ibdx
OmDC2J6bIctv6IfLGywLLKibtvsEahGc5GaQ65qmPCtl4XJ2KSd+bxHkpo6YxCuL9u8+HkvVZjNl
m8ed9vkj0bRlhAkL746XZHwa5qEnp6hwXqyHJfJewTBfDAD6uQIDokhwCP69GPc8v5oVjAvJmPHv
6I+yV+adNu8n4alrOODlWx0wZCPUcV5iXiXLE2eHAZTT5oY9/inO4dtwgQ76g4QP3yua1SXV3KE6
r7bUx62GYbQxZX1tmMULwvXnpyb8pV8nHNxhfjtqNpxa5sDVzh1WkzMi5clixlMo+4sXAh8JCmsh
Gx08Sgb02R4xdfkuOoKXaXK8P8Y5nK/clrYZJSec8bVVPRpHj0+vrLNLcPDi3SIAjpkQBdMN7fpi
LW+XzmFW8iF1b5simaFxb9E2g7g5qAYkNYrzKkT2WJnKud2caWY0Vr6HpKJTavIf9O3MazK1v71x
fuBzMAYR5oA///yXvZhrUvPtHfcOyj641toZnwBUAEjzNnpAXZpfr1m7nCuXGSER1PJnMxpONctQ
9LAL7wFk0bsp2nF8CuZ4/uYr9T+6bT+zGI/CDJ/0xfoPFmjhvqkcwtHZue27rboPiuyDmLvletJ6
Seqiq06RrttrW9jvuqFjJ8dV8ex023hH3e8VI97fYnOPliV4PPf7cr6+jEChbOKsFLNzJ7o5uEa6
3n2CDCL8qhRzttfIHR48yc18ZfU8B5X/XOKk29CJaNGQobw4usTkTNVgNe6dbIT86k64LwYTQ1w4
RnRqudv8ttia4HoQXfSWIbDMOvsZpP8PPgXCxhA1FS8JRrnPtwdRYl1gLYVzV8YuInOEYjqZLOT4
xf+h7UyW5Eay7vwqMu3RhnlYSIsYMzIiIwfmwOQGRiZJwDE5HLPj0bTVi+lDsNvUTPIn1QuZ1aKK
RTIRAcD9+r3nfMe3QH728oup5vizUzEyyJZfr1Bo7P/ji+Bcik4cCDJQYstbir5/e2ix/PaBM9nz
rR346VEiD7qx5tB9y4VrnYN4lKd6Ks7zWCCHQ2/xGZVY+JdruBQpP7/MXAPicUxPXMgvuYfBSM8w
qFzzdqKkcLaTb9avsE2sc1It62ZcCvZvPOT+rqKPenYBG3yYKiW/4W5PZzCAXv0aJ3mHsWRsuqfc
6dsD8ir7PlC1d6SF5h1Rb8tDg+LnqawWsmIBLmXl6aQQuyAE3kbpAhRxBVVYHi7HLSbarGl/+bKx
u/yybrl8TO44PkGI5O8Po0U1qDzpx3+uEYXUFElBDeRx9oJ7jen3iLzC2yDK+Zz1QfFQLadAGNre
EcEBJW/iuXth2vrUVPaHRPjudjIMRf+vnLaF582bpHXHb007OmfZeR8bZ/COKZCqQ9+WwZ0w2vaZ
jXFY+7kM0FksJx2c6s6tYrSmNwiD6Cj7Qg37OXWJBbEXQQBLxgasFZm3aPWZeS2HoilnErUyoD8d
EdHm58EetgpNzHHoMnXdt/CIYD9629wcq4+qBFdRh2m1hWUgDzJq8nvPnRIefItni/nAVygQ1gP7
HjIFbtXBD4R1HdVaPeqo7r/PnbK39SyZLgx2cgPDoN9HhT3v2smQz8FgGF/qErYBvEbOBQ7/TS1q
N3w4Bs/DJhCVs8/SQN3ERTjtqcZ4VKi3wvthrOQhpD1wr6I2PdKM2yGSi6/dJHgxhXGvm9TdJ2Yi
czopvXiTfhaeZmS5W1rm1hntIuN2JbPrxZq89zgYTmWW7vKgC661nU7bBk7l3o6H6Yi5oThU1CX3
WT8wMsNy960K0vws0DnvyyqeNkQzjEflqPYwCdd4CavxWwWS+Txqm6BJg/nmoYlDG7Bo+bnM++ia
asvY9V0+rAi9TG9DBjenMp4ZjEJFRVgivTsLTAg+kPkkGCy3MJktsn6XnaVUzvBQZh07EE2l58Aq
1LEIW+StYGb5xctvotNanVAweB8alM0xIP4tkiGE1e4okmMzRcWPvcqvYVEZbcea2c3W2ah4g9NM
eQcEAfIO74S5d7ycV04xhrtHidlDGlvKQpHa8lD2rndUPQO/8nLTHMUXGdNo+5LhnbjhnBXsq3bS
K9wQKJC5czT+RyBSY3tkXiw/OfFwUwxWcOSedmvPq+I1G5yP3t0rV3GGoLUw42Tvubp7RJfOTEIx
0BReG143DIzXjNQkkBzVMlF2y/x42Y0YJQkEjgoOTcVc7LFw3frG0nl/mN3QuK4LWWyD0XXPwgYd
r91p+DJKJe+qiJlX4hloWCdkg0NlzTvwcjU4uqTbMy8JglUXDQZOqTa6UVX0MAzhfKrgplw1o5tv
hDGZu5gneWVCSpZret/WazSEkFZNDaqkL5FQbLq+RynlmulT4CA3WmkBI8VC2ru268Z9aZWYvgej
cTBqwNFmHoXHlAb9zlUMQtKxfLbawGYpjT+XSZE/dLCsPo99+jFuE2sbVm65T6oCyIwqmGc31cgw
nSZUymv2xDa0oxvChYmq34zIDde8jJ9nFuezgmuwatvhk9OAblkBsB3emrDND6z98pAha2tWRjqg
q+sG5/Poje0TZW/35DYmL8ZY8uJOquAhRGwyH0oEVJ/zhtXPyHK95nPScwHStLdUSuB7rKqd1k1y
wuDt7hkHzE9EZCHG1IneTSV5BW1vtnfZmOqddrvk1ii75DCgajwPXlWi66RjCQ7YQAATQpMGJcbY
EoVOme2SJlQvYWbG57j2U45jAcsL2CECRjr9ENuRuh5BlLzWqWIhRC7NklLzXG/n0aeP5sCtPbRN
pl5T5fCZL2egy7dXaN+/m3tCdrK5fIuVkM2q9NJsX4LkX5lhmt8QXVe8ua7tfXS8dvxaJpO8mQwR
3vqwgT/YvdLX7Wh7u2ZqnYMZtOPBQlm4CmKy6nFr1DvZB/4q0Ua+AmAEXKXDKIPws3sKQiC8VTFT
MmOZqV8vS5me7O6pht4nVq4o0BqULZ3HrAo4AUzeNVuO/eyXrOqRIx9tYd7ME7vsDF4U0J/ReStb
FBaD5PzkMKO/Rroj94wK81Mb5jzNieanaSw8z67R06Gp5nbkc0p70/Zdc/Kn6GPZufW3uosXJm9t
M5atBvMVA8wDaGa9B9KLBDwdjmHiJFd+Xrg7tBfhTeeEzgFkq3cV5sO4tmGVmIzb1lLU3Qdtj9km
akJvy/g6vCnT8s5n7Ixzu/Puw6XajPqAO3fpXbXIEOo1FWGwt1lux3L4gL0OnNscge0R8zfBLPdm
0IX80UzIluIoE4a7N9IsWAtu1R4lLEd3JwEznQZA9iNSAFaIiAkKHjAl9HnU7kEHMUHE8sPeZqQf
4QeeYBtmuzFJxqM5olsrR2k+lrRb92Gn9FtF3bdxpyIJNhkpp4C3wq59MrKlg9xHixcptr66SIxe
XMBdRKpnpj46sWWvI/g9h6rN9DUhKz0QrgBNt27slY4Jq2uEwQR8mFYN8KKzNfUOmoBcHYh/HHEh
mwb60PGb9KfpxoqckImd420d5VnnInDFB3D9/rXUPQubPcS70LbjhwK249EOOnlbVJrDuxsrj7eK
t75k+X/yhVvcTghV6DFra/hkEQ72eGmCXMo95Utxr5y8/DbHDKuZbDaQxWFktYZP2DDmIGARnPGI
PHEQQWSAtlyNDCagjQwrHKVwR/jtc6HJXZlrsMyVZzdnydK851gjD4FZYXc2FUmWii/y0CtKzY3t
tPKAnQ3DXx/DrmZ+c4NHiR1SZfMBqY461A5IKXqLNuPTts94y0HxsZvJ2V5j/BlvMTXxLtsUbYmS
zkNPDM59FZn04Ty5lYzriWUt+Kb6MKT5lXEEZJIowuiDdkb/2Ne1sacMsp5Mwz9U+ejNPHZeSONQ
BAxxhiy8r9AbUhUv6++Y+P4ns5gMPn6ehvew7HhnosK0X2vKCg4R8LjTlZIj71zHOQ4e2TDzK9j6
OFEudSTmv/o1apZD1oQygDcATOMDvhtWg9ikUg50+zFpE57AKFzk6/7sXjM9SK/RbflvkT115ybK
YQbivJrx4xntUbQSA40xt+qLy3w8XRXxhWY2j48dk7LHpA6N21ACbUfCOQ3r0Jqrg4w1q69tBH29
GRyb67EGX7t3bj74RDOoCbBDFo/dWoAefBgrcZvHDmDCYeDHrYQXDB9oHbdfzd4YPna2J05SRGW4
8RXVRGhOc3C4dHkAJ9lfK/jvH02qXrkyldPeO32tvsnGHnERQYk6ZG7NeRydME6KAVr92k9scag6
eycA1J8aLueVlQeZ2OB7tKqcUN4o5FUrQFvmJzFW6NuqMsXWN9tPbVi7D3NR3+nMewoKP3rSiD4P
rKPDKupBSAjLNKi6Kt4yCQchTrEOUGhsCZ0xNjzr8ACoVxIDLJzVrDGKGpsSWMzKCeoHLzbzAx1Z
vSUcwFsVhu+9YsUcT1YeurvUGcadE8T+cZbptZt5FUWEEB/DgLhu0AQ4wGK62DrAfG/bKtyggu7W
eafV3k0HjXBFD8E2c53mbQpreK5u4s8aMJrRfKlbdOnrtOjic+WNiJC7yXG/8uzF0WHi+rIb5vwA
vHyppyvm68nHyq+9M2DJ+nsV1fg7DS3SF1VGbvbCTH7ZAUK0hitrcpqPAElb45SP85Bsp8wu1SmY
SuNTKoZgU+P0Q9c96X2BoAIdB9TPJEDjGjrXGhDvtR2O03n0CSWws0LdZLH5TYmW41AGlewe6CCb
9yJj+syKCI8yF6DVYOyzmG393rNPOiytaDXWUfC5Hajl14XfYuzJq8p9LpLOwf0R9dPt0LZRfxcP
CZ7bFT0Ele9BJJnPxDHhd/bDqXtidkwF5OGp3I+BrLbouYP7QefxGmGqyxyg4ASwwAfQ8kSDdf5R
PxS+asNV0vrxbS2c/hacG6fvZfGEGo8cduj5N59zrK0nqmgSgHm/bbQ09cYu0VuuLr8tMzGUbSTa
+INJjC/PS2oxT7zUHvXSb85KTimX39rG1FuF7nnfh9EPNxHOqZ3b2Euj0enucqQZm8YsrTObJnMF
uBBPZSnUKyxDQCTCHFeXoxzbMD8xXk7NSVlTFIQyejFlF5ubEbc5QiCnqF/7XF8UGcKH7D8SInGp
JYtqORBUYF+Pji+9o+/3+abAEoL9thTyuVsOvLhA6MuWqTe+xSJkrXM1jKgVulPkvP0U8tH7pffX
5eT9rKba72peqjrqttQoebAJwgn8ZtHeGm7QPTkeGh0/SngN09j+cRmybvkLjaS+rJIu3xpqm2o7
1wsPI8F3B8txtnZmXouzmhUqK3oV9EUtI106aHzyNBlJx8XosGujebrSZfq9H0IHdfukD2wHd6B8
jfVgNdWhTKP4itUheErGhkJB9GxSfMQV5W5yZcC/vDaGKDsVsEaJ6SmSD60s7Rve2QDTVjRM68zt
rAfZ9d3TIrMl3B0v1raZ0mTb5XOymO7K+9KNZ/yJs2Ne16mxG3tP3ZRdW5xVZfAvSfH50gmxRo/D
eIuz1jbzeBMhE1uFBNJ8jYxwvtGhwpEXJWb6pRIALlctgp8QrRpfDmo3HjGSP+7oBTvHyXCKXaGx
i/64sUQnPFmTReswyP2rkh2d00mB/xMf2QNI5avLrcVhgAHWzU2kf5XL2X5su/JLQOH9Yajw74mx
fEGjxmY8JEm5HuF3bF3iTR5LM7cOnP9sFJUmzY98SrYSdcMZniZOYCqEDwZRxiPLZczzkcTC3k05
pwaUqoLjNk9wltPUS3La2YEWeGUuG8WPHdWJEScqZmoHtXQs0imYcGP7+noa5VNqiC+YQr3bDPIh
TlngyhsinWC2DnZ/gnEc4CdwnPteN81b5MbhQ0s2MA7k5QtzVWR8awM6rOtixOS4SmgP349uXp8T
HXdbuLOIAedMOG+esBeYREswVARPFMqnmr5YQZ/T1zIpE3UfFzsVZmINMnq+ctPCPIRGQAJ9OOW3
cwMgdGUa4tOlQZOg6k9X8WJa3s4q0M9sztzPwPdLrKyF80Qb68UtNIaMXHn5J6MFUdt2DiZ5ZJDe
sUjC6msxxaALlsddJVF8L6ktEspd3u68IDWKbohz303FY770r01fxsnGtpQP88CgIeAndEvUQsxe
OYImHIwCzISGExk3P5YjaBP4UeaaFlfddmRHdWLGAz53T1BK7WhvZjZkyFiaOxS7S7RK1dwLV1PA
eyjArVVXQBZbzxy7y43TwXlumkR6/AlFsWPmtPk6zKU86bFdfprillh5BjG3l9XNZU56RaTSB0HM
yHloKfl2ly7h5YhEpwM4gggK6y52au+pWcrJy/GO/YhmYQeEd4U/or4PwcbVK3bJ+CTxid6PzBif
5stC3Jh86CpOj1knQTmgVyU1hjkfZqAJIhma3jN+8G4zTTm/NBNtJdXwxWv8eOsIZd6ZZpPuZGHk
r57QzUFM7rYBDnamOWY8VH3L4WXp9NXOPL5h98epx7NW3oxe3bwWbuOvrZpwiKLpp4dLZzuKve7o
E/h1Axp7NyrPPXR+hUNh2Xf6pbV1aUgidwAj4KbTtY+xgYOYJjm7jpOtQdQOKwIe8Ie8zapzwcT8
fiAlaW/icz/3zIH3IchmIDeB9xn0XXE0l42PWAok9REuiNnMxu+MbkzaIoO1MpvJ3WHZo2wcYhaj
YqSCnkqzvDNVIa/KTqfMIJzoDdU7PRskIgPeiy8ar/3B0/JsOTPy576DOhLhaysMK8R1ZgT35Jjx
0HnAhu/JxYFN6GLQOntiRrEwtTwiWOOAtLlAgVZdV4itxyKlN3TIkPqjJOy/EumVuNe9zvg0PQzb
t96bvWN+6VVc9vkgGdijgnlpBATK5Fnzg4L7sAyAZCTiNRrEYMn1TO5rlvA93aOA5oWpHy7PEiIg
awcpmaaBHKprp4+afUUP9tBXdXgVKq8+qLjMyOIat3UVmycLI+UjyvPPGjD2iYKGogybzcns5iuM
9/aXtna7J6So9WtYB1De4aLtoqZMb6wlrcciOOwxt6PpMXbN/BxFFAZ+hQbUyzr3uhwGGxNceA44
VJ8IT7K/8jyJV3LsvOPlif9LT/w3HXGUNyCDQpYZVG3vpuSqy0KpZce4MeiKR5rnX8NZyOt2xN82
WB62UmmGewC35YNIh5dhGBiD2kYI1oAgrm8/hDgKBca+IPb97s9Xt8zD3k0m0HyYyPrcRaH5fkTT
E11GHZ/PtybP6zpnbp4Lgyxr101tDGQyz459X6XVxqxVHJ3+/MN/1dsg9gvp8wBUADj0XiAlmmgc
YF+HtxAOAECUNXMCczmimaBgnnKXxfLPP/BXSRaCK2BKkH0ccKH2e0oX5e2Q1WVi3GqDvaKghweC
V5jRV8vW5q2upftgyGnYsyNEN6mwJg4XXNxqVF1zjfcwev7zBV1u/s/fPxfElG4ZpyKxtN8N6myB
q77qZuN2dulJBXEavTUz/VSzicdd17bfi2GI9okT6kMwTzNu3uRed2H9PXIxv6LPMvu19mu1qQwz
gz3WxEcTWkGGOCd8cnnBrvqxF3+ZZ/3mawzRfLoUon6IPuY96TIuvMrH0ufeDgl5T6s5murXy05K
d9HcWiJXN9hEnseqyDj9dbVz59Qy/ZabhbwpAvgJf/4Wf6NDCLkaM7AAr/Ewue9eMXOI7KILbee2
q/p8iwW6uzJUSt8ox96gxvgTqtPujuiDWK9wRQxg9ivjFECCWPeSmS+YDYhxuezTBa1g3TVm11yN
SZAfL/tFiEXg/i+X/KtWhUtGbQWZkBgaqFI/jyWhn+LXo+y/DfKgOAVmi+0tdfO9QJm4o6HsHbuR
6jpMtPc6TU27y5PxFVAYp+LloENPKdzlWqd/eSUvoqGfH0iuix3DChC0cnWL5uffxqVoTWufs7B7
O6Zt9owlJN5nrujxPuXFRhSJfV8ClcgaMgNl7EfXGL8Xl3zWGTdWP/vX4VIIOWjBNrCv27ceCeZm
iAlv+sv3t+gf3l8nJ0+fa4S0GLzXIiyyuRGyi32bXyY8lx6Y0Hn9KijzV1zZQCOSWZzTFJ+xs+Wb
0Z7ptC7zvD9fya+LGBA8b3l3eQSxGr579qi52HRMBp6Xga6ZDvPXyFOcrEjhOcfLxOjPP+9X1Rc/
L4Q/h/wIxe8vBDxboTQeCvvWIcDVpJH4xjimwnmWuXfNGHpHGKnNYWyw03dLq+7PP/1X1S8OHcbo
PB0wkkkRe/dxhdLDDAzLucU01J3Hzqejrf0QME5BE7sbrpkw5CcCXAWRpl29zj2l7iF+Qg2vMGZP
sn4MxzK5R430t2/mN3cCrLTHTVh0e775bi1tZCo9c2z9W6KMuqeLglJMGUIVd6xfMdq1T3/+Ln5z
J1hzyPC+7F/IO35+VSA6GG7JnPg2Yu+88kApsZ8L+aEsJGOc0jGYK/XutgAkd+25XvC3YfuvEiHa
phZqtGUVcbgvP/98oyFfxa9D7zY3vP5AQi0WW0Blb/AzWgx03sbSiziQEe/zMIfVja3DxzZSPZk6
ow/bfxj+Irf+3cPBBdFkBS0C+8F/dwccTAe1U/v+LT07/wngPK6iyAHWViMoopHhB9/BypMI0PCC
xNq46hX5iXiUoUZMtl9vrS4VX0Yg8G9kGdKK/o9vGN8SXzVySRaN95tt7TqlkWBTuXUxRXI5WB4P
bV9yWl6GtLmVT2+XYvmyXk0Tqb+bP1/Ab1TObPbofDF78grRU//5lnWTdCNB5MltOGT6oU20S6sf
963W+VF6XXfEXDjvLGeKrwSUwH3u07b9y3Pzm5oDVbq14GltotF+0UihZZb+zKJ+F3n9NWLRinnc
1O0HTHl3hTHPH8PFh6ka2j4MI91pZ4v73M/7I9bdJNsU5ABvW8h3gEerzdRX4muG3ujWN2inqHge
VyIPaBH++av7VUi1mFIWbQmvCxqad48WgDBOknWX3bXLGkfHKrjvMSgc3dpfTiXL2K/3/rpNX/7a
d9sMQxGyEiksYH/672R4acbpd27t9G7ifLn3vb5+Im6FU7HB0autLA6JqBzD+yTHcwsridSTdTvQ
7qbgkHc6Ta2SXIkiaFd5Ujxr1/0Q86Kuai9tl5hQGvkXUUElW/p/I90SRjL12mXh3el8elRTTwPf
kYANcGL0VyCJjqOJVm3TWxAhVmNSlc/VZc6gF+m+adJQwKs2H+lKdCtmtv1DOkfy9UdH5Mf8uc60
tZlzYV81Ep9iRFTr259v1m9WxmgBPWO59KkT36/E5eDnjTtxs1wx+ievMvOrFPnAx9S1rXVZ5MM5
lam1m3UNGKttq7+IYH/346kJEHQhueJFXzaKf6thkqig+TSO4g5btXFtKosc26XPg2+huapHCWYu
waO9Q5f/VueOffeff/oQHoXrL6LsX441A0brCmRXfmdgSyJNjtPhXW05yYERjnVlxbP+Upkh4ExH
w0fUifuXj+/++vmjRTWKY8tBCuwsWQn//vlhj0WDHJPijrWfp/LS0VRgq1mMPfonXHn9eul0Tdq0
zk2QVt+tJsTvWamCHoBcNDw1gti9jEMgq6QjpwiN+tY6Dz65Pytta5oJbpzS5HFbqQ6GmOhQK1Ps
k54wH6y/NPTXDvoXICxe1HyIjUm/zLRxoC31RWhtQvgpegNogosyyophs0z50dgKWHSqmeC89WVE
0DfwJdZVX6EZXaYJBtLxt3xp68OcLD+m5qCeOiB51z69m+MPFaO/SC2k3aKxE4tu989399cTM2fW
xVMUktiyHJp//nITMGcIZQp5l0yxjZ+S1tYqFSWJXyRH0MkszCjU8EPc8JriwPlL9fdrjUMrlvRv
0iKWO/zeTel3JNIUmIco9Xx6nkXqM5EpQvMcQKpbB52DB+7Pn9f+pcygYYSKFSsuBirWwndPU5rb
QPLCPrv3ICoQqpK4DvhA6exCyfjnUmZhL6uJnbE6TnfQcQrldXdN1RvboC7/qcGw4RTu8jbC1D8V
fGMBOsxLfcrCOR3HGBVxIubniwmMg5j5+OdPEb7vwqBbDgLccZTqLOW/LOSBHQe11+v+NmlFfYoa
Wx09VzUoqNwPmubqiiZVfpLl0M0r8tnztz5XT41FFw0xVlKvkHh7B2b82aa9NEhkPKUbJkt3I+T8
G5lVH7O84QkerHz+RI9Q7qdFnsfJXT0Czhu/QSjXd5fHl5k5Q3lfzA8Ti/jXqIjVrjR9hT5u8qZP
5WzbL3kfDIecQfmxEmK6MsOGKwyVc2XD4rmy8jzeqXHwYaKO1a4cgug2tka59iQpFx1ciC0j5tri
wYzKvRyREYWoGD8zLHKRHuuic9focMT+Uh9XmTnehUGW4+Gpnw18JCeOc8128Pr+QwnVd8nHs90Z
egN6kRWKTeMzwEX2P7RkW7+kWRh2ndXv88ZM/U3ADKK2u3yJAqqeLjO+pKvt/CaZBvlkVzVsqLjE
Y4Ta8i1MbetVlDFcfBCauyhmpamUZ4u/PMXv3xuOtKDgmOI7kANA1b+rlb1orDQwUPMWQCGryNSz
03rLsuOSOBAN2fRjB/z/4EJ+lCX/vE/o/SnH97+Mt14u502S7ESGbNf+z8tfQnbIEhP9038svddO
3/ffGv3wrSVs9F8BOcvv/H/9n//t2+VveYTV+T/++5tkyV3+NmK7qn/3Gi+xDv+1R/nhW/2//9eX
QrxdbMprfIPy/R/+p08ZyzH3ivMcO5nFEd/+V0qQZf3D4lVeVDmOjefV5Vb/y6f8j4BGGusrN9iy
ybOgSPynT9nw/kEdshhlsSuFZDT8Rz7lIFiel/9bF3IExvFMngXCH4slkSLj512AfFTLz5p65/sa
Z3sidXIT2dpxThMj1Oo0NAby/nBucyZW0cx8YbKnhvqnF+2aXVuqNVJWtDrQqzThMDFaRyLWvcIE
gCt9uekzrUEgk9T5QZdsoeQEZwqwSKvFs130Y7QuknLSW2mPKQOhPI2/V15OuIC2evexZV4NMi4N
ejRkZHaumcfPzlUPOdrZBy5o0S3lWYDSNJiTcTNFyfSsBATsQz+QTfkSBg0SPEuzCmzIMU38jRKW
e2VbErD34E2+WNdEmObwIJv4k8soi6F02sOUorva1KwjjSwIDZQMoicPaRrhhp64iQyNXMO3ewAv
s6VnYzX0Rv6lpJL7ZPoDoPHJAYe5wmEVPc8iEx9V01d6l0xRd87DikjuMCqs70zgYgvzRCMX0Kf0
D+M0dgn5XrK4Swl3kFuntmUIdQWNyxbPitTbZLQ6+F9SAMXxYBI9MhWlGrQRFLgb31EGIBMGzB9G
IXwT2JcX72bGx5LIUT7MxrLQoWydSfTh3qz7Zo/iuvvUgkxH5wsw7M6P/eZc9T4rl2oBSK6mHnfF
qmjHHOKmWbsGOqQi+9xETfMg/QTCIiRCkH5NMQ56g1vaOVUOoJa9iUDEXfeWqGzK1rAHAF9FjbWj
qlHl3lY+SA4V+ln2MDVD5z/MpRrFlRhMMLq6N4KaMy3u4jUrd55uE44NM0bEAgJQGYH6RoiDYnfd
1m2OkqUxLjw6e6r3Hrub3noJ3ei94QmzO+WQXrqTQLODPdhHAo38tjFDBsJOpa7b3DY+qiIwsi+h
zmziIbkOtemNiPYzzQFlbam8h/QqyRyVbUp44CEGRWeW26JTVrcu8Xv2J52BCwWl7qA4UVMBDVXV
zdRcGSgF9S4YstxaDfUgrHA1dyoxHqE0+94OPWNeoLo0WrTp+Wi8iFJ10y4VlDGrxs8ScRK1YwUP
oge78QQINks3HCD1SFWYlUxYi6ETjwsPLsPbHLeMv4OhPArR2cM5mYpovG26qBsPapzacFfPFd3h
oc+dGC1WlLvfuW5D7tlWKWdbHiCSKBCBik0gbVnfe+NAHF1ialvsUlJnBfjL0es3dZp04mBlIUcf
Olbcm9LXqjh7TUljgvAU1Ngp2D7nGrwR5Gsj9kxrD9re+w4rpRs3LpRaCOteaWLnybPW2TaCjtNO
DYDctrkHuOVqcjoz20cUgxKHYjk1N0k8mNW6iPu6PNtTwsoVJyAEv1K4gCgtiTzr7iJLeOa6nwga
2HnKzFBcAJsiwJC2fbUmJtkEkW10+HRqmOLQZB2ZiyvO6qq8gZPdZlej2bTybIPMDUDPySI9tO1Y
1FdFVwkPPKZRxteQcPCDVXONvj1rPVCqQU+M5yYXVok2zOHIvJGtO1GnyEK4H9ysx2dXC3fyNkjk
w2dQ0VwOd58/VAUo3OMJ08kmDYmPzqkfvyuovt85PVv1pmq1fMGhwU8vW4dfWKTZejUxZXJ4xRCY
rEP4RTHrG6fqzeDbLDdAvYBHVagZtioOi2JH56G7tb3OQlYz1wHItNn8WiN/VFclLeeG9TujbpFj
IL5ZtgrOueZ7JWm0ly+pTz5mx3Qtvmpdt/muJ8P7ntkWDO0cX4WHGbalV1qmhXwJrRalhSdb+TW+
pBkWXs1LWlXoX1c9oQQZJDFPeIA+9Ws0mhVUaOmbeg3gcQlNnZKMHr2HsmdlOsgxD3ZvotwpwLyK
QxPC/t0hap6eRxOH0QmqW/5Yd0ja9iNBAsZhaMC8rdkwjBpYi+t8ZFKcO8ZVYpM/EawaYRnZuqx6
eep1ToOHOPV+XruMZ801eZLDU4k05JtA72Fu/KjXD0OwsO3jiX4e/mhq+jT1KKJje/F8SiOOrlyr
jW8G23W+Nn0xFmiufMIJGqvDqAAub0J65fZIGknY6E5EO3oVsgZdVru0DeWZ0RYAWqbZzqNMCriJ
g2MDf6w4t9nQ9crmVNZ4E9e9U+r7xmYSuccE1cODUnHOWqQngLlo85zqyHCTUWAxmfaj4sfDZS8r
L93NvbaPMYUrh1I/akE8JkgtUJ6U8yP4+PY+LCb/JWMOka5gpwbXaHFAX8XwJD7mhCOwmDVT8slm
Led+T02BsXRU5KAyNpkBMzpMhMlizk/Eq4cZIdtZ89o5YXIDztWqiHyP8zPzleql7srxpSoM+yOM
QhClcKnKux5RHZQRGdFkmlQfB1vc+oPa2qIpn6xOIXdyrNxhj4GG2W5y8O+HJsukIv8SyKzhrl30
CcXKDhSE/KG2dYIJiVT2Te7DQF8r2wm+kpGLKGVChnWPsaB9rJFc1qhafbTLPpPGklDmkZYqFWhz
ZbYpgLukUmxvQI5zTqimFZtry+4DaETSJRd7Es1DZ8fyS96HaCxTfwrZmB2HSIxoAIKJFojJBs9V
wIyps4T14o5V81ZUy610G/qWvusb+T7pZLuMqMX0wEDA/GInWjwVIhJQD0NBKkA9iXrYhpCjnD1e
YHmWhcM326q03XAeKdsVCu7mU8j898tM8/DRRlFztNLJeZboIvJFly6/0mcqsWUVAu4nCSaOYgOd
BLHlEbE8q6Lx3BfFOqw2YZUsN5lB7xXW9sZY96EN8dteNo51RqjwmwiCFnbuhGZibVY1VFPmo757
xbFV6W2HnhCKmdlNqLsKZt9OUTJGM9xsuFP0YV18G3XyzQNLoK8LPaSvVTJiMzJotg5rdDI5haDW
odh4HQz9VY/V4o20ASlWaWO4d8wTiU8IElkhqDZUnu9mRLsZouT/Q915LEeOpFv6iVAGLTazABCC
QU0mVW5gSZEQDncoh3ycu5+nuC82X1T1zK1K675lPasZ6111FclAAI5fnPMdtyIxgfw5FshiQ5W0
8TI6Ibf/PZMAYktqmYR6WF2buUfixqu7ptX2vMc6Q7q8eX6d/p6uvSSgBee30quRfVc2WkbYn6Dy
+m2twkM/d26bGEFTLXshSWYnoSvvgr1HKCOkZa+tr41cET9tuc384EYKsddKn3sn66gYdpEiKod0
XB98rHXuwzkryvwVVpDzk7ZzkSliuwWmtFHx5+A7lU8UfvOtoiyYYCXr9Rq7XQ+2eXVwPdmZgxtk
PXtX0K1uqt4PLSkSUC/XHF5pP6sfZT128sIdnblLpxrAM5KjMPjeZov7XDW4xlOyhhV8f67omC4s
ygkDUU2dnv1GM6DPszqot5b1q9LjfCOrEetS7ZfrQ+PVw4dTRwqwOGqD16AZeH1gqgTPuaL8RJPg
SerU0reXDs0n8SFpMPjyDk5k+RG60mMTXC1zjOUxdJkamOc6Oye/c7eQhEHSd9m59mVDrXmfSykI
MobIWSEkZfeb1E7n3+dDEbzZK+ICXu9+8WkWbhClXTVtT4THNE/bgOYzzXqP9T7pAmSQmhCkP4lc
H+sdRRQvIWaMAjMTUgkggevoTHEZivV7RQYRImwcViQGWSUCL+xq8iEfea3FuWlObkx7Im4WPKRk
s5tFB7fVL2CNEiBBQY8s3P1oyUgm5sBrEL5Dn8xIbbDaj1n3Gbn1nfAxgmi72XY9LzhIjcYILHLo
wrBI1qWVKsn6lRONvZnxAsEj8x8Gbyje+0hO32Gs5ndQqcV27xFLAx5jw0mHahxeYzqa0Ui57ml1
v0bEpKYwq1vCbsw+MhM83tlVTz/sxPbom6fBCydxyNTSG1zarR+Zatr5/dkN7jGZb+oqsQDJfZQt
EcSFDTAujqIFzncNzfQKiSjnyoBHemUV5szXmoFjvfcJv4aHuZYfpbJoSlAAzs8+i8SXxaq6d3vC
DhtXvJ2fm5EhVmKOWqChJfYpidR5Fe90k3hBA0dDZFTcOlCJi+geAhVgJtbJb1L4y5AAdYBHautw
egucFSnp0hCCnW6YU7t46ihcum5byDloneKdLGy2yUY5ek6Sr5EH69Jz9Q+01uW7UTjVO6px/ZqL
fiPdB2GaSMbAq66sHhpGzD9WDzIU7XfaG5B8KpzHW693h9eoqoi1TzGbVuPrOJW55jVA+xZnIL9w
0WFUfBJL5D+ZqjHezWhy2oQMe+91AwQMmj7HPEhsSchgKgfv/NA3Yi4xf5XeNZp5+XMjaOtlmfLt
PSCbIdvR0Q9fY+F1JLo0kzyRUwLav6unitjtiqxw9OluAGsBxfBr3UXNd7x+XpAEVH4IaqxiDPeh
hX4MHE7NDFMuvG53m1D+k7adfr6JqsBvE+SvUXgapS6hYs6UojNRUvkOt631WVor4tgN/nV1X2wl
Mjm7mbzzAYY6vSD/wAMn7vMP1AzYd+5tPOJLoVZJwaCbF9cbqdYJtyfLYTAdUlbEZPUHdyjELUWx
bSNMJOmaUWxpOrtMkGf06M50U8icdYcq18coFzs2oV6pzbENGbbceHDPxsmBt1tgjZe8VInIwPqB
G3BsoDtAVQEIKaEEZNfRpgbi0oV2wwfEKMP5X1oK822xNawrYIkQ0ackZ54K2b0nC2jnbFtuvzDo
L+8wyay2x8UTWv4hW/m3xm237Zd61P3Xl77+0f46T/t/cFJme4yn/vWo7OaH/M//+f7XHO3f/5M/
BmS29xtD7MAB1US6KeQ9Fqb/APlZv0GcAOJksmZ2Wb4xkfvHgMyw/N+ic4Q2+28KC2Zn7DP/94TM
Dvn/Ihc9l2eHns/U/99B+f113h6e80/5n49UhJg8M/w1kbNFPYL8gEPIn3rrflgYllj4xXxQEPs/
XZa7P4ZufwbR/aGg/NMwDqYDUpizBId4cCg0v8oOaDIsTLIcXGYNc5uXQbefTX51VcvFSDQtD5hv
GtSkc0f/xpxqOlh/mR/JDlI/Wk1OZoM3Me7GQl6E0hPHyeUdjEUHu1Bhf0UGNVrbLi8lTLTTMA7G
XTnaOoXzYN+JOnPfHGzZjw0dSWEZyLwXL9oN3vS1kvsZn51THzz7JJBm+WsWbfQAfov21ud8y2Nd
ZhzarhGWPlp1f7odpL6b7E5/ZQ4YQ3C7wXvIO/1QRi5I7cFA4LtUp3oiYy5DQ81sLyApsB97F1Xb
qD5x+mDLdOhv5dS3TrquZffYo4qv0hZIR7Ejfpt1tI9N4msjQZDx5ZIzo4DklwrH0zR2JdYmo9eP
0ogMYUHqzI3afIwwzmC3OTZ4VzJSXAk0q7uTGYET0ftpaYjmOQVLaMyvq13TqjJY4XyOsLd4t33k
RHeTsMaPeskDnHTE8pVJbSrnx7B01rIjwQodb+hWReI2pNLFzaCNtyhb/ftNZs3niH3ywRrXKExo
6SY3nawBvnQ1r953vXV+RKgKvCFsLzbXnFVIlJ/IXAxeCUoEQM8umqAHNZvLaTRg/ewtlOfHLZuG
p6EhTSqee9SdJDMNHbtiZh/oBIt+Iy2K5f65LTXLF7sZKn3CO7CacU68LnziTgYRhbLp+igQIiHi
vh5Hb5dLzDoxea9EB6oeAVSspeM1e+DgxQk3oLElZPBlcyy2Xj172Mn0ns+gv5FDRIoKQDNg2qU5
+j/DBe1wugH54beBIF8Si2XSuf2ThE5ZW+CTCQP62Y0dwNx50ojAeRmqibkP05yAkk8q42vKhp5p
E9bnz7AVxnaIUK6/sOfBUItOukBhcB5mJVMUAnKDzx6dtrmErS8DlxggZyqhR6MM4c5tmF1/VNKq
b10zI6ynwuDW7YM5kF3cz411/reBj4O8YCE6QTBqdpiOgfXPeET71O7djhS2Plp1fk/k88q5wKGE
bP1L9KELE1oX8xvQfxvCgzSWU2vXYttBi4/gEA+MZwgerK1upwxUyafOgyB/DLSWP2BeiVekTj3x
aA5yFgbhExdHQhzsCAMYsBZD4sHWZfjlkpF5GFCpeVX4wT1RuhctfjEubj0JThECbXMOjGV97wvC
Z3baFlRmlav6ckfTymnC7SPfBOacR7sKMJPMtHC3m+WSGFIODg4+t8IneYga7pkYhN18L8lmDlDl
ggrHy9Gb9C+uo2kkRrSVStnBBYEvWM05wbyBCtlYKekxWBxR2hKy0pDl8qV8q6VpKctxpxQDlqNG
adEBKWF1tnPMya7uzGmZPwNnIASqaCZBiGSjMP4WZPnc5VZXvpoEO+WvThU5n4vljR9WreuHPiuk
kzZIXaokMKZyi4kQYMQuJpm7+46hnMEEKqBIt2W161Z/uMvaefNjFvoEelueLDfyh/L+wYpsWsrW
QnyNuaDNfwoHd/Sukobbnra+Y4Y8ZtXZ0aVrKH4wsJvx1nTJYCR6iZUEqXUZTOfQQflPUgmRhDt7
7goGTNkU2Keo2c5uAaYa2xm+71jHSDOGS62qsl8RFthOMtvRdMgJDjKhsxNEE5e2a+ZXa7eWsLLx
UPu7TdFkx5ttdsY3Crf8Q4tshn9N/wBaf4mmS8EUJ9s1OUBoeim7ZuPaT2FMrZnBZrSJ46WlgiLw
MpBrgCXDD5G5jAgnYtoZDNulWU/PivqXYYjJHuW6jjyZf0ei5+mvsLeU/NlNalvem8yuZAqZg51n
XFvW3MOKXtzwHueGsTEz9VS9rlh2Q/zpa92a8yNpmXl5s6oSOEo8BxmZWkoO5FfGXlaoiRqZzGaA
T93QGM5h7NdqvuU6W8aFDI0GwRKrljaIHX5+dixKA2FXXqxkGMSLW9dTAEo7z5yfFThrjGyOj/Ir
HvRkEJndBN4a7JtzJo6i51Pww6UxWluX5qRyciKxohie5sgkZSnZhCnD52Bdq4HDOa+6h7ZzZyel
CLS3o8J96B6ywTl7uuhZOEo00InY7SBRnVBht/6Rob0b3BkaxysNld3wDuVFO74ithDNwWTO5xxw
5QqL6eLvE4EuMCPmYRWatBiDU+di3uHpOCrRj8GFQYIjEjVGtlb16cxWF72sg6/NHbh8YD9p25DB
8rFN2gaiMrKPuiZza5HXntdaYB2ki+eNZ7IJiqt24As9ZBNY/ydTkIqWRqY7FQe78hrJX09gBSnc
cr6d59Xxd0XI+IjAKXuev/RmyiqdRC69+1mYbAwLztfLeWOfnw6Ew9tcIX9RD4JcVH0qisz/aC03
X1OjiQhdKYkaD1K9DcV4N4IuevcsuAo/MXBnxQ/XBSh67WLcza9A+QT2hSDaE5lwY0a6SMgvADUT
r2rt/AO3ylJNO1gq/eoBoIVifzK39ZPZg4sVuRUxMVPyxkfpRuGRrdJOyXGMKs7UzTuOiIJQksqh
dtMGi2ECagCSFW7JlPF7fgR/9I0ZonqbRdflIK68c8AR9qM8K+obaoblp9eYjHg0x1bM3XlOkzU3
nmTUM8AK1W0v5DlqrrPbpJ3oqC1AL7tpmgEbA849LCY+Z8UEL4VX0l5MU7M9K1ER3DBatpdCl2DU
NjDJXT2NFS8n9upaWQuDKHs5I6CiOcWZcRMyfFRtEByd1sFibg3zfhqCz3YV07HAZ5cEJKISjpy1
ewA++b7Sy+c2GvpAs24zlBcFftpmfOmqRd1FC4MfEiWsY++71asi1w8GpOxJAGrO0ogpVBFfcm1H
jMWReajYXikyjXP8aR4EDBUr7+jS2IJJ9AmBHeRoc0O3mDHifmQNm7lRvSfdxfiIMv+d22S4W1zy
gx0ddKxN3fG6d8Y5WWzDHjit6n5XOON2tzY1AvjVb0+d33kHy9PGR+66V2Gx6BSevEzl5pAR4NtF
0nadOFXkgTxOPuaIhImPYXKK9dUhHDD+KndMqeYa3pMKNUweld6NZgSS2G79LPo6i+eFucU8zOZD
i407BQ0XXHS4FeMKne8j87P1OrPC7lrrqr9QtUfxg/yFFIDc3BdmNHOcUj7pJmtP68Adg8KwJz61
NssrVlaPi6b7tZqCJUVeeHjlW3UmBZxtsipnN6cJ48pH/WbaykxADdnXS+9h0G/W7B5ldBC3DpoW
ZOR3BFA92eyy4qIyDJZU2U939eRxjsqJscWW8pPLMwChGQ9BaQLfyJaNhM3I/e5R4rIM9JcLBRGF
+t2sWc2FGw91qo3Q/zFGiGnBzgUXEKC9a58X56G15udg6eXbOnm8P8TonGoClTmquuaTLL0pcQbd
nOythqNV1I9RZ52j/PjDU33WxWxyVrvKkSTdD+CzAMLY/lNUdrqMXYIRvqxG+dXOqfz+pz3Y5UXj
2llqjx5bxDBnW8Sw6QwZIMQ7hc6iGVdhixY8dpX+2lB4pUoNBiEllKfYldAzeQE9Tu2lhhDehacj
sJjamc2drdfxZ9UV5Aj+3sr9W238vxS7/Fnr8j/+v2v2bfrzf93sf2Oa/J//oT5/affP/9E/9DCm
9xs4PSi7oY3exDz7Xf5o96PgN4emHWk9vDAPZuj/6fZt8zfXt6GHAvO3zrondKL/aPb5YRb7Lmx3
rHAQM/r2/32vfxZCIvk3A48+HykKwMe/imG8gbwjGVbDkfRgfc1yU1L8EWESVw4Wpz/uEb5dlEv/
rN3nh/1Xs//7L8N1xp8fcTR7tsd048/i1lKxbAMKw+oVCyvrcbs7smRgdKkJQUckPpZ/I/g8//W/
/sLQCyhcvQCD3q+ewcoaGwc0GVqR6Kxwj9zSuDFtUHM+7Li7xZ+dv/mFvypMuZzMdBCZUr/gGv1V
PQ3YvFDVUvMJx+ac/C384NJkoH43TDkBsVmR70c0NJ8ky01/c3GZQP31szrcDOdfH3HG8kX+IpOL
CiNTltlxSSunSioYMXsUEn/3W/46G+Ir5LfwwbiaSLTZOZy1/n/SZ0sg7stGW3zslkmfyqDznhkx
2Pu+K/Hc/+k5+ie3y/ln/eXbO/8un+qLQRk9+K8C/gw+InLiuTvOc7Mba9oYPQ2Po8M6pBDZw6yy
vwGW/7MPRxzDWWTIPYpK7a8fzpl7LBQ5yU9BRF5pVhTFkdhN47AG3sd//9EsfKK/frow8L3QBrHq
RgAko/P3+acrCRpe537UTAcRztO1LWrjbawCtYEf19t9J6uaQNAM83bjsupLEJ+k2JERfkWVa3wa
VJjf1Tr1n321NS6YJQgbhClG8KtLKyp7ZAnbyLRcCtZ1BlUIPT1hTI8Mi0ojIfSu2Hau1VmPeTcs
NzYdVQMUpFxf5ylb8c6e1/bx1jjWvehIHGfYZTiPJtGuHglmtTPEaGvtAGeYJRmnl7Xq0gAEI4HR
kauyK1FYQ36smSyf0/OGDYnDvNn3VpHbSMr6gDxEVF+iPoMxbWBlGUz6SYbFaVO2URLmy9+qIP5a
4avdZQ05nmYXLHsnQJ36Yhe2QGu2YhIGfOVsxQTDrK8hvCNL2foCu7aB1CBBudbOL+NM4URWg0On
eDlVZYRJW2ch2rsJQ2nFKzKKytTpVPcWklGpd5tln6N6IT1GpDfzsq/fVFVjGYu9qe0G8uVhFSCJ
kUFwhR6DJFiGTuZ01ThsO/cOSX/lCYOL8a1jwEj108pxi8nQCNy9KprxzuZaQqzd8lzvCFklw86r
WpLsvbbqv3eYqM9eVrRW4OoRqUESLXXtkupLHgVcQMpOKEpmtZVEtLUVWeH0OMNlBt1/Tizonuw4
lrpyU9MEcUSDj+wMYKWkvSrNvDcfmdwxXSpD8mwxwJBpGVeTKcZXe7FKmABDMD7narPbfVA47DDJ
i+6GuDelmhDuSy+8HqUTuQdRdBAkVW9og/5/phSTfpH3+yBHOfVOYii4Q9oVZjYnfrB7N0FohnJt
ShsMkAR5m/QC+us9IK/Me1rRNU2pKkCx7AjEEvKSAM012IVjbdVsS5lFRt+tYrYN1j69M0VXxWxS
DYV50WbJhh58PExdUEQniAIea5ElyvKbQTpgVFpwnWPPPyoWAkxq0IApvcbCTo/oTLuCA9SWqG8i
0PAgyTrZloltTBtX3C+H6F4UBHZe9bCIzGcUyOTPmR0kvlHXK/eusW79A4iJaLhzVm5P+g1PPfVt
SYq17KTT7sEKzc4OJ8b44ghir1JL2eSkuXS2xUuIcfi6XYaOyUudBerowsEpkN/kNFQLj4dMUNrN
7oWL5O66gL3T7mA2Dt2+RDtQp+Hi19037vboiT7ed+JWmJAdSkYXO6PY7Bn8rrfMCwi9fGD3CiiC
WOM6MovPLlToG03BgXgz9AEYjIwVGjoNztwN1UTnqXuUg2gB8q4lXFQvVgYEEmPiBhbLaa3l6Ezw
gficgTDA6Cyk1diTdFFdjdlkp2gh1xui2SuSH20BuaYnfEKSl4kY6YjmXdiAA0kwphWVMoOKJwOc
J3KYxxsHBJcbe5ievlYNcHCSkzEkOF0q/DdE/CZAcPuMYGmZdQee9vEOj1fb7EuEmR/K8bN3syJY
ntV+s57R2TJ34iDATJwO8IE42KoFZ5Gwh/G+NZCyJVZmGV9ek83tYXSK7aUtKtBdPoMWoGvEl6o0
t9byxLoVjSyy3JlB0VZtw14LI7wP5VJAheVQEkntqhH3EhHTsRC5GdADbfPENoIdWrzyeeekHjLn
AntfScPlGIQ8LgZYRZB9mQD3w7vJuQ5UVxCupwqGFCOykrYHCnXIGPDW+3EqlHGjgOayQZii/rZg
0k1NU0bROa92oQ0jZ758cegB/aSxS+vDZ8D3Y9p6onJNpv39nmzg7nGkZHIZ9RY2pcoqpCLB2I/a
63zQxW6xJem4DkviIgmmdXBRrrrtBRIRcwQJPUQiHdbNxy+z+c5FgNxJJc2kR4a9OnB/dGdaKLeD
oi91BpMo4aolxTbeWidwE2Vb7nVvz2pCAFcDmEV+EiAGMJan0qgALVZN/d60NiHRrl7ewPq3MFts
+YrCbnu1BrLbOBOWiojhugzP3xnz6FgOlbdcOI1fu2jhRtBVtmHxbVtEyO+nCmnXsdOz8ZOBbHhL
7Z0PtMhL+cbgJ3yDKNF/QyfIDEM0XdUT4VJmbPkz4TgHu1z1B1SVrID65edtMiCduccvlVVcygZl
kQSd+YU2UGeop/KRK9cM7XOZ5Z4ZM5v0Hrdhbr8TjwA0RyMSJ1Vvt7GEXrH7Oj26ewfrteXt8ZpY
RKRiKmRM2YZPrerEN6YM6lLO5ym3emsHbJ3QYNJMFsjA2V8ji+2MF4QO/ovevCtftuO10Vb0y+4s
his9QBqeUJ2koy0GAhMUuiZUZ0WBkqGddz0rnQeyfbdLgrCvbRISUoaSsNbZkqEV6e3trmTFwUxv
w66ZGRF7nCrYR57hvJBiyAyweGihudyR7hqFO6JFPYScdnWL1FuezMZakHBGNaKOYNPpuEWInQKk
bbCynrgpQNv6jgy/ObUVpObq3ctoHk8u2iY3GQx1WTX+JR8hPzl9eT5xt+DN2FrvunElP1NL5Z6M
QBdoz9Hktuc9Tv/VLaH9YRjC/bLRGWb7YJ1C3mfsAefgZ9VM08mFG3E3qNo8ShioKR6k7stbC3NO
UcOi3/eXHrAXmlT2CYjG8YoqHwecXmHxTYa2XtqsNW8QDBSp13ssl8JtzONy3lj+j9piJsGmZrch
jmrhQZrrN0dPW3EoeBK/kCc14hCKyL8PuC43DZaxB3MpPhj3eRwsbo6bmG3bdWsH+XbXt3105Tas
6uw63CiUOs34qa5X5waJ4oa+p8vLEySpfJeVVqaOJDQ4FjtRuYXsUmywcD1ZM01SjboaL12zQaAz
utgID3qu2Kh6LZP5oEaCU2AFsHfzprb7dip5UGtIZ9aepMQS36kGWsG6cvXhExAU05M0pYWFZNL3
/DQSAdoQEsMSSizvtbXDKF6ZgExXLmLT1xa9c/hGEdS/YD6b1aOQwnqXmsntcRDLDDKlRsrOGjZH
+CymfrrPfaT9idxYXt0GHRnDh80VUXlhuNM4vVk9JpLPgmmZc7G2zvJKRqJsXkkcH0/sJa0hQYpt
lXEgEEXBOdHbwjAyr3wi5gq9bytbP5I8FsS5UTEqQn8qgoNA5KbiGWHca2i1IO2EjSU08RwjWtIM
K1SIBrCUb1nr9EizKE5SOXVsM7vG7n6yl52uq8JxTtQ67YMzFr31YHgRL/fSceufS852nwUJa8Bd
xCFJ6E9TQZEa1ujVZsCTp06r2pcsk81uQNeJzlm441PPEodb0T3rwAYzgtcnIGNReyOqqmM/ixgN
hdxcZAPXLLfoGqryw7Ws8b4b1HSMkOwhriJEYJ91Ul5mAwMwhx4vUVkmePxlNz0Lt1o/hjkMWCLW
UE1MY8xuQZ4JTkA34qu2QqZ/lzLMKAmtscyqH6zQW41muWfpE61WdQ6rNL75/ZoDLWfVifxtFZ26
rTMJKcAgnvqVJ5Zqt5caSRSztrRAP/ijywh6jUf4N3dNZnGumNujVwQNdWxJ6EiHd3SIK6OLHhqo
c8g0g6x9WsOxg6ymJrUXmTtear+PEgtD55C4guSmtbHmQ+kUy4VEpHS/0bXzSPv5SWpCtU1DtaBb
/ezSF9WLQJsQR3a1YqSZAF63o7jCC6tjAFMI3FBmTzFWHRu2MQbZ1ae6CPBAUgSNFNgL6vp4smf/
uZcRu0LWjRHpZ7sWI87PRfVs+Rb6n+NoUfKi2O8Ychf6RRZt8eRs9UGh/brAp/KG2vbSGVx1G0r7
oiLf1FsCyTkOa8qI9FVLc5iy0bnMM8v9WQvzAoUe9WyoDllG0wc4OzbC6uDl1q0CDAUdl1dqoPIX
obD+NBq9tWh1vy8ycx8hXPCKJrgx9LDPFua8sYvKICfceluCkQm5fKZSZ1dvWGQMOAVBP+uQ5GG2
Nyvzbhs5gLwcmWC5zdWPLmINbwXy0hPuN2sMiidk9uy423xACmbVhxykCyVG1V2Udni3mpzXWATA
yxJapwhtUNEzCUMI6nOq62xrb4teXPKeGOKuHJZjxzIiRh0dXCuGaDtbeeD2Z9BiNRcnydmbPgiN
K4W55pHtsHdh9N58MEbx2FF2sU4qTmFf8L2MRMNO82wf3WHuGCZ3z46yCbrnv81qZFRz0Ku9PqdQ
r8J5RBDNz8TqyJ8hre0tCrobywVsPYNy+uDHg2OvkV6shYOlum+/LLO6XIZsvNvOqrrECsRVH0R7
6WgLQXaDJq8eopOI+J0kr2YI94r3c6z4ReCxJWNMXe5VPQP/LEJG52vjpWY73JtqJk3D6PdLEEC+
tPS1rgvnUdcLYkADCtqF29rZbuyF+a1mquGkVe0hspUtW+GdMToX5piPfrqS5aVjQTvCM2667QGz
xIz3ZkPFWbAfeJH9ikxgqFknZpFzI2YU7o4KpnSmLGLU3W7vIDi/TFdajBqGIb9QocWTQ9m/4i1h
SZ/thwmpS0/Exvcx8sT1QludbuU07EdH7Kou8/a1jgS4MmNN3ehZbPMrZ9QIdXoBZ17a7U4HK00c
NDZc5N3thpQA+IgZXge1Ia+gh7PKYsKw64zZ+HJ4OUAZndsblDQ/edRwAa8PJEoTtNDIa0tRxpKm
qf3gguHgI933NxwxAeg4+STGilw+p532AmdBnI+eRQvCVLA1XvRAlDSi32c5mk2FGq9sL4AW0Ua3
zkvF5gi7Qv4zr9WSNmG0p8dgn7SEOHkhmz9apGmchCTAU648J/lYkzmsJkFEOOskR/QPPqLwmBMq
m2ILr9QnUmD/LhgnKrnceJlIPrjE4tR9I4rY3I95fizFwMHY9eQAZbmrYGtrMo1pWAFT5o9iaB4J
HXCejah4wp0cpmqynFPQLZcey9CYYGQW4GqAUla46o2JkfpQorjI0QXf1B2LNsPirmsy8zI38gfM
gN+bDWZUTU5jnOmMVy5Gn+9WJqPXBtWEBR1zqb/zOy56JfJ0IsrgY/C9YD9T9KIdt9r1yB07HES5
LbRIltjzRsZBMJnZ/MSGfrpQ1qjeBV4o59rXsOx23K5ZxHwAnGxaF9pLHB+0rWCAxXadwD7iWpgP
l/RPt5g8Bsi50SxSkr6xr4eh/O5V/Khl7LyjyMlwGadKXlP3hwnkxMdRY6IkgaXR71Zp+jdWpH0u
aqW+1U00+snc9vUhy89D4pWC/7adBxTe7JQlSprB5jMtQbbumMlb+zyah6P2neUjmNeJojrnm1aB
f1I2rsSidZpDWeMETNAcDae1nsw1RaA/v0wd+8uYOs27w2WvCKJHtQbOeH3MGcKhNfHl1SgoJBLo
FPm2nxHkon8nlfqwjnmRFqvCfcDjWUrcc6CNdmbf9GkH23sP09m8183CcM3PK/nEnM17k5Yeb6DS
mGiNm2L9aa3zlg7bOj4yYpm9xPcVwdpYr8c9b7ZO7Xg7hWNCOF03HnNtmxOMlk7/6OgG3qSpV5VM
gEPuHRyoFvfvJkWiiQw6B9pk0ME3cmqugiYf4YIbAn4GSa3mw7RFEKaB4XjbyTuPXZPRz81yZ1ay
fhxU7oJ/QfYS8HJboiYxNr8N8HkOLmDIMQRLbUKzY4BG8UrQjMprltFC4QbYMhsPQstUPy4ICNti
GrHKQiPrVldbpvwa/2iho3QVWkWXmAvr8zMh5cU8DO60B0MyFKzfyv7noiNod0s5D+zWPUSGMRp6
mx52saLE8Bvrtl2U1yH5n2aseEs0vNpDX3zvcpi/NHB4NLElyIXhLM1XThdjQ4RspkbRAc9ItDku
ABLqkEEVoXXwGlDPd8Y5AjlzcRUrxu2pZw7RWyOrMzjdnpcXI/PH+nh26N4PLbcVL1x8KzHqRLQ2
o+0Z/cWkvCpCIVQV/l6Etcd2AVvJtkeCI/zUn0ziT7a+pkoZxqK5c1y5faDOaElXbxE2XJD84pp7
08NHVgfL6rB3FtU1QPDM2rGE976T/TEbSd4HW33BGBepflkgXY9VN5hjzP2Ek9ELqwCvjjk5ZAIU
Qfu+Dl577Q5L3yQ5VxqeaFtwxjgtkjJcta1+F2XGLCoUXvkESMaP2FWOVDeLOanz1fBcjp2NKQ6s
fs4KbBSWi1BLkmtA44HoMtFdN917UpKoAY2WGQ1/xDm5bq6D28ZiTrpTHTkB+KibkRrEYW74xCix
v5+d0TK4I5hYc+uWZCoFQI0PGUN0ltIdA4gYbgiagKn3F25oc9Hn8qPZ9o3GDpZgVVXTflTGUMJA
no0nHzWPovkRFeEIg9xeiXJHpEAX78zknwjvYwuXot6B57fhp2f5Fw8djmJjahEGbo1dnMTY99iI
EZazvZWuDlM99/qbkbnuqbEn6woHWMib23AQLMB5CF+6vg8u1eB6NYPyZr5oCV/5HjH/S7J2eJnX
cmCl3gVZn8zMRc6yoHZ982evPea+Zic0+cT2IKRriAFZ+ebalIKbeRNpT+PN5trauCGnEg3lMp9H
Ugr9grejamNE69VN6cYmkjgszn64vQNXK66Zh2Wf7dDaPjVcs0DOgcRsoYrSdC7rsjLet6d6fSOS
cnp3RtzGqUV62Hn7v3V8qdt5r4CgtcRH3pAmFGsSaGCsmkaY/S/2zm03biVL068yqHtuBA/BAzDd
wGQyk6mDLdmWLHnfELYs83w+83XmUebF5mPW7ionpVKOCpi7BjYaaNjlyCCDESvW+tf38+XTZrbv
h1FVd6WTWk9EiGa7Ea2VfUJnnZRb8qewtpLcGT6bolh4pGgVTbZaE8WibvXFYaLqx6LEdjzd2oET
E50GhjBvzWXP8vwkTlOI51A7NlWYxf5WH4eIXgkH6dC2URf/azkigEa6r8QPXR1r2aVJjvCRZoLu
cwXqK3aNSmo3khxzv/GDEoZhIJwIyX8610SqNCk6e/hhkJ+SzgI2M05t8+Too8BsIl7GTXm+aFER
BtFUguaXZjUlKg5ogXJ159BfXmwb34wQq5lEkR38NYMLNufLBhXI/NxIC11ArdHtvk0iE2w0Phvq
xaw22i+rbA0EK+rQdc9W55vyog7hlVz6dCxBdgdz4LLqJVf5eESPlDZVt+/zcgy34zSzfaUoMW/r
uhKPZIK7H3zZNPPYUyJ/trFPqayz6g5VJK0vwQ3XquhDPNpVsHU4gNi2EjW/w8ioeMToZVYRUtLV
TFlBZD9JZ/vTViYlWQRmlVwlGUY326BLCJTIvSCHDpCgaiyBrLgpUltPXU2hN3zjd1iBbLDyGn+Y
FjgQF15QP29aKu3lNjDU+XNObBG7WorN06aadasixyugZatcSpE2xu3X0A/qe4wpkHXSyyTJH2qh
eQdmgEMx4jN/qONILbb0rEcR7HqFztS2J5W3scAif8O6g3NOx/waoPVYGprXaoG8kSinTbrQ4oad
LEs7geB0tr/BETWelErPMf7RaVuCr0E6Co0y4RSo+Cns3NTpGxAPU2Jme3w2Bi5pRvA9jSdZ7/NZ
qNcmVTPfg9FuXzAhnVGk3j/rQ1p9CZKBBTdQ334mpuvFlpYlWuWKyba/k9t3rk1SMbRi54VjubIH
HrVBQSXyA4FIQFK/DLJ0Y1dOtcekSPWswSb8GVRF1whQi4qaS0E/1jxy4LkUPiR55qX+42nInxBn
q4VJJaHvJtAOhY2ZqUlGX3eVtuPDpQ2rQYE6AXHf6jb0e5QoRZ7ez4NRP/ZGIJ9YXfm0ndS2fsi5
y3xGGsZJM0TFzMdnlxiXiGis3dCiprjLgmQ0L2WlE4plfpDR6m+z4SSyhb3rSJuE0xigakK+Tp/9
bWSPS16lb4Onsg2rx35ol8B81IZ5D46BS3Md0i9JimdsH2hcFeQtVC59twHV4OF7UlbBV9KCPAiz
C6dpNyLNeAoAWMdfGri/MSdrQcp4qDUx7HpaKiguNWoNpzov+8YLYssI91aTwm3HZAO2w2IOizuA
0XOw0o8WAGOqG+Mb18NRcfNk6s0PIcgOGsSdaMRpuKa8We6zxFLKba4CANpoJhlKgu7FaKhOqyG9
QqjZ63SDcju6QXrU/OjVMJV7x8qLR8oJVbGvW3oHdgGVs4rUE2fZBYfEhD1UlWrmJffiXJKNYVgu
C5whVDv0Odu1rI4/q1ADWocMfrmzNAElykprCJ8Q1w4frFDOAUqyIaCXLyTZSrgsNfB5ZscMokHF
OwDaSXo3VKr1mLUWzndD5nPjox5MdYKnWeUH7NHbB0x5cfRMtKGzd7lWgMoA6pxnbiBrjIRJafbS
xRMIQxduosijZsBBKtKzWmVR4C1Q3Pj2kP9sdYSGnzNTmZ19Y/VNtC/MSPmGPs4e92AVCdXIuUJM
InEzKXuTpfWDDn7jQeUgVIgh6TH4TAGA7xxUluXcWQgFiPJHjTghEuF8kwk6eDe27UOXrlgZOGO1
PpZzPbLYzKVnsSOCF7UBF4lKcFzQ4oJYUG0vQUTPPwJNa1HShom8x8YtLvd5mU0QLUHS0N8Fhwkv
y9bJ6a+UA77kVF8Fx1Egw6u6hOt7w+OVKqpBEsNgpC2cYWxV/TOrQnr35hxsvFuMtf6d4FNQHs3a
5VEHStFsxdjHt9UgyRD6gcPFeeyWhlnoSxOdb6nms6FQZ70gBmjoSIRfkroyaXxaDAITNTQRkXYV
p0IZXWZUXtPSXtksxjj5EnCGWJs4G0jMUC2mD7AiUQ73xFF9HCZjB3H1FJmfdWTl9i7z0/q+V2ID
dgOAxqcgJPnCbX/Oz7UXrSUWyCq4BulgpQ19MRc/lVhIVZEmxExua90gv5mimx6Sqh0fahrL0SwA
wjijwVnT+0h5mjqPnwu1Bh1rrenIKFjVlqK0B8NXu++haGmJ2FB2hcqg1Kiirnu7HyOeLVefBUND
libv0kw5M+8XOhZ+hiFAKAJUQtNlrOatLwAoiu3dQZRqf8cqV9wSh/Udebz8jEnyC9WRo6sCf2CN
e59mW0es7G8qlqzWzYnooj1YRm42NLr48Sdyf+nhbb3MCyEXw5AgcMiPcy2zxIrlaVZFpgyqaA89
5ob7KqZ7GcIKpjqRX3o9jiFncLgvnyDjOQI+i0mgi2jtdOWwzbYUUqP2INoczoGvYZwVwZ01K9/4
+vbU1OW3n8icmJtGcIXXMkonbT03KMuWFWlTe0icRHoRGHYPbE2zx3xkGXFwfIwT+/zKmuREGh7j
KA0iwWUN3f7L2z/ltaesGfT96fweot/lqfz2MjEJl0ie8+6QYekgZPEcFsM3P42AAIt/Y93oJs2P
mo64CxjXaiguXJhk2e2BhoX4MPqlhBok1TNI9NdWJ9pJ01BNqQrwgaej1AYRGUrllmQU8im+tO7K
ytX6zFxee2zWUXknLZqK10CxMI4JfLqwPUwjjX9enThKc0v3WTpeBaTnCleRA9Xet9/VeoWi2lQ5
rZbZgUllrZ5OzSwFd1C60z3uNC18IdMMkQuMYbIrJ8X/9vZgRzLm72t0GQ3FqWBLs6SUzrLx/bYy
bNgpQGia0aPql2FUBj0L2xlsC1pbiAtHDARGutDutaaRT2UwEM1lpn7AtzHe5fpYAoARyuczP2r9
4Rx/FGEqmy2YX+ms3q4t0DuSjxm9YLLNbZPW9Re9T0jza/O05SZR7srQ6G+MAiEIFjly3+aVv++m
6Nwn/Mq7QMi+bLXsuFQdV/utnOfYklEze3JsAk+N/OJXFsfDJ9Ga5u3bk16vaOasC5iei/rXUJn6
6YsYJ/y90LjNnk2JY1s0nXYBQlS7fHuU1ybEi3acRa0scIU7HWVoKdEYWEN4kSlIR+JqaBN7Zc4U
eBP3g/CM0PO14ZbB2N4tA/nlajiacNAjqv3kzT5wipmeuy3h5wc7sCrv7Ym98vhM01rogwhZUT4v
n/Jv63gEa6lYs8Dq2AZmUemCPICajfu3R3llPrBW+Sg5q0AM6qvNLUPNj9albz2jTYdfEM3sgxOI
8adZUD98e6jXJoQVAFpqdgHLslfrQR8GqmQG9VVhiHlLhuxRzyDfvXsQ6Iy0pRtsoTCZV6cvKIKc
EAaP2Goun+Mod3Y4FnfvfzWWCt99WXBwHsVqi5GtNqEHtBpvVshy5rjYXObYIZwJJF55XujZLCCU
Eok23+vpAqCJZ/Ctzugxx51jd7aT/FIlOfL+BYCzmkNnu26qDLPamVLO71Kpw8mDYaZ9go4G4KrR
TOU6RjzQn1kCy09e7c0AakyAFgvr3ASPebKm9bwVnR7Vo0c035NHQoQoXGBo2ngZdFP/JalAUpw5
8l55jFxeOHX4iI5M/NMxWd1JjfZk9OLYnD6qYTZ48WTY2ZmpvTaMXNwIOLyJjtbMfbyWMjK/1HJ7
VO/VJ+gZmUmPl8jFO5XfbKsk3YWmStY3Z+VqByoyh+yF4w+eZY79n4OQ7U+V6+FT1FvzGQz0y80B
fr+h09Wh6ng/mKvXRYabTCAZUS/DncfTdVrU+rwtcQEhRfXe75abCPh74gSIDkKuNocKF/ueipjj
OQMO23R4On8CZCqe3x7l5YS0xbpD1RcEEdHy6pOKHFQmMApU+jkhF2ZFPl5plWluEyNrHv6dodgk
2PKAYIjVxtoCrUtKX6qeoZS0skUZReIhoU9NT+SZZ7d8oqdfFbOylv2OYptJ2ud0hZO96EJhxKoH
oo3ibq92o+tYWMnXIUL0XV+0d/mMeMGnWHFm93i56rkE8DWDPlsuBvpqaAT0ZuxrvurVekwr2exP
5K+E9u6dEI0lB6Gz3NtIlq3WIWVPAcI9sLyMTNAhny3/WtPqcy0/r8xl2dCXvpjj/XA1ijGaSCfS
kFGk37takrQLTUd/d1TE8YdWyyAQJEJdG/mgL+V1jcLiiUUYQwncdiErhvH03vYXS+owUdCzETpw
JIrVWkfUCxU2VYQXNk5MT62xkOYALIZJcs4J4eWT4+AgcaGZEtNO0HOnC3DxOoBEP8ml9hu4sPPy
vejE9O4d1kBvS48NG4SlaesvivJ7iV1RLT1jKU0GsB22KH7Pmbe9NhcaeGjE0paVZq22V1VkyO1o
9/c6NR523Ft++iHuiu/dHMi4CBrtDJA6NJitDl0loTIeOLn0UK22N4Ge29f0uuKxlqV9+f7HZlB2
5kLEtscnuno5OXhCKjKW4YlFBro1iVwit9b1/t0L21hsxljTKqkBTvnTRRD1PhSydDA8gDbYr1oS
IRdC0zN73fKvnO51BHZoTMjkWJTrzNU5gdtVRzqkZDYTBi2NoQTkqgE3UNDLD4UYxZnxXlkOkk1V
Aw/OccvN7XRWel3j4mMJw1M4JenSsecDVXz/zDt6OSvc7SRNaqSniHnWlxi2Nc4/uF5eUudFdDEU
Pv1BKHBgWiK3h6ON9LRNztyclp9++ihJt+ETxBpjjyCmOJ1apuGuTAUePtsIGheGwdyRyO86KzsY
MXqTjR3UTeGlvk5Pm01S3bjN5qJvzsx9eWPrn0GABh6DKg7tiKs32qUmPp5dKb3MrJtL9FrqjVQK
fw9aF89ptR9vKqCd+7c/wJevlUQEXSd85FjIkNE6nXuV2NRVk1R6MW2IIPcWRWY+dLu3R3lhanF0
pmFLJDtHhg5G8ekwYMww0YgEWKUaH296yWQ57pEQLy0+ue1/tJsCQqwSGb7hRhFFJA+RQ/I01bai
XphWj4bGzEvQBDKUsCsKUVSTW7bWaFxMcEy+ti3+TSAwDDPYSX1pmnGCIde2tRXTsNHL2ewvVBKw
3bvfGR2BHF78Rz6Vm/DpvJK2qWTcGy0NgU3t0ltwFWRE1KM1iQuu3jYA2yk6E4y+/EYYU0JQ5QSg
YdXQTsecorGCDc5NFZDf/JlYXtnmYnK+q5nd/7TrTj9zb3hlPIJEXht5EjJyL8YrZvy6AH97HXd+
t6M9bN8XvrKbhJSXNhrKL28vlpexKQcBM2RyZOYokJ7ODy/iLElTo/GaOs4uUIyDBUOfjK7SP5eQ
ezk12ow5fwjtLZVW3NXqJ6SnTVRJWZZV3f5K8wByR5sHH33iIzcK4JC9PbWXXxt5Y6IqDjrVNMhn
nE4NkxGKwL4AZ18I85KeF9MzZRCcy828NoxGzokYeHFdNVbTSsnlz1E01J5sx/RhpKlmm9hBfGbb
fDGKqXF9UFVCEY5ulv/pZACSjImGcNsTTRFcEbKQMalV8+LtR/ZiNTAKIS9pBhx4wOutdkU6cpbi
b4NH7JSmB5rkwoNjRyhp0t703h7qtQlRrmAf4PJq0v+wmtAc1GC0tN6D6qrdJ5klLpQqK9z3j2Ia
xL2YwS2x/HoNNMhk6fLsPV+g8bK73vg6VlndntmZXpsM5R2Sm1ALyTKswjcULZ1VKnbnIQMydiDn
6AsZ/fydyXouCTq+7oJM1QIJUFdrACRtBw0+7T0TlvO+9aseEgwqh/c/MotLgsE4GviS9YtBHh6b
htMhmi+CL8j14fjh4/Hj/aOwjDE3ZR9fSnGnr38CYdVO6MdJBocVoq260W6CaEz37x5mOeHlEuHg
jagtL+63dKY/K0R1Y9R7UxWMxWWeZ+Z4HURWVr5/ICgR7AHcSMkwrSupRevPKsrEzpsXwrmCgGcf
j9Z4Jtp9cecmi0/ZjewcElN2gvX3KWgUsjOQLQoRN2RYmIXxLszyMv8wBoV2mwaitz4MTS/MrZbI
Mnj/R7vc9skz0Q6Cq/bqceY93UgDbeReV5d4IUi6E4tmPJdNPaazT4KzpViB/S38x4VusMYM0EM9
jubENIGax5daYERfk1xRIfyHdfgp1EaKm9IOHwvoEbu69p2dTCLnzLNenuXqR5C7xxqM/JlOdL/6
pnEqJz9jRoMn/Rn4ZdMUe4Rz/oU2LqQZ266GW4uml+FM6P/KFrykpIhJyd9wSK4+DObt82WCecvz
PrhOaLJyheyVDy2tS//GUDxnrre8VLQgq1uGzBybpiLRe6GkfoXSZWieJvpYr5uF8n3mA3ntcZKl
hJe6rBzbWD3OHC8JSkxq7wEajw8zB/F1Xk9ACrRWLfdlVPGiG5H+fPf3zzIiFbakiVTOz9Pv30bX
CUCj70lbZuqn2O+GXe404/s35uVS7ahcrAWZqdWDtJJg1GUdDF6bDOiOStFchTRJn3ldy5tfL0g+
B44YIsRl2zydC99CFyV1zfY/VtOBSMGO6dOqtWJjlKjEcUnPo1/vf3yodxY/KEgjfPWnQ476VNFL
NPeewFTinoql5tJpYD7+O6MQZTMAd+s1hKal3ADvgEN6otf4wpkNkHtpGpy5Fi2PZ/34KDb9Y5RV
9iPK6lynMaz3St/XafpH8NMNmuO+dy66AGQkl62LosN6KYxIktBgRp1HtbXYzaWOmlXttDOjvNwk
KKKyFAg2cCchUX76XlJOB62u9N6rnWCPbtfGBAmSQRIk787jUAYEzs9NEp4NwdLyS347QMska3GA
GHk37eIhknbtBaZm8kyo/vJc01V4zrDrhCX4VlebQwqkr4GnCuplnE0DiWdN9pqG2Ipu5ajLH21f
3PpZ79OgkRbDuwMenRCUyMpmlyeuWk3RzjJDxUKWPaKhezpQIDV001CeWX4vVCzQgE6GWW3s8aRR
HJRB72EGaFCIBMMb2mR3OjChbhDEcpclDg4AdYuj2DyHdNAgLJ6hZ3x79xKFVEp4j80cHnT2ar5R
HbB4Ix9LQx8zK/rOjU/AfM37t0d5ud9z+aLtjHsRwSTFj9OFY5ejUwvMTD3yOUPyUSsUCAdTZQ/f
OF3Gq3hSentXS8TLZ87tl985CUfyBNpy2VzW1OnATZ1nra13eD4PQXVjtr7i6npinVmxy0M63U3Q
D1PfY3YLcnx96xtCbB4FHGciobHwIAwXRPxZ7qFvrc+snNeGoqKBRo/MGQWk1cfeprMx9An7PgQr
+hWUNiNBjPa/7lX7vdkOU19cB1Eb8QjR562+Q9+p+46cW++1YfAhShDaK6P6XBBqgh7TzszrlRdF
8h6tAaGOgcpp+fPftpYBySSpG63zxqQo96lf0g8Fprz5+vZCfGVvoV5JJLXcM0gTr747mrniIDW4
m02zBgkgxm8FBa3pGr1iPIRTwLWwtPpLmMvRmZrpKxOUcHVtMsYkVyjTnk6QTLuZO7QUeMA6yl2f
5dM3HYeicxSwV9YHd0LEmzxGSm3rqxR2BOjgILl59PhP0QUmMZax0+i8rtyCvp4/336cy+NaLXxq
fejSFvvK5ds+nRTuFU6f0iLjNQH2MrBg62oL3XMCM35Uyo995FtnduiXY5IEX+pw7FnUg9dauFxr
YmjtJQCjGrkoyZ7a8xX7ZzE2w6Uxgsh9e4ov3xvxMAIIOG4qArKFOvj7wgzT0q6rijxjKEuyVbNV
XBbkrty3R3nlloMRwVIqM4j0KXWvholiZayFxS3HsRMP2tl3MdbxFsjBcxCYO2OIfhhOTzsiV76l
Ff3dV7lldDKpy8pBg7MaXWIuNBCjsD/TA/mrdrTmGgrT9PD2JF97lBSj8S3gTkNpcDklfvvGgTnR
ctHzCcQUbLdmG4+7xkDx/v5RzKWGQTxE0ntdis4hizY1qCLPVvTgCqiEc0gH9czeuDyQ04XPx0wc
BGaPDCZlk9OpDLUTxS2+ax6KgXBbxYX82cTpuPdj/E7ens8r652huLUQP/J61umkqBWptGKMOPO5
xlO1TMbszrJLoR+k1lufs6ouv7894quTc9gnCVmxT5Cr1RA1YiwoCddeUFrxF7irhUZzQTeVLk0Q
TXtm6b8yGtsHdS0grBSJ1xGXSgsvVNym8WpD1rtRTLVrxgVWQY0ev/ucpmpLVEf5lv8IeE7fWgmw
wgY+V3v4VBmo9dT4Hk3oeNHiz3VmVi8jHsRsnNDWYliyXJlOh+qq2s+VkdR9Twml3NYZJsO3aqJ1
0Z6Ooyq+yUdN/ByEn85nxNivbCWkBSmCCuJ+1o2xen1VhX1SYBBsqVZZ3wpRdddD7ErlawSLe0sT
lOnCaiq3VdO79CEH777/MrzNA2boJbBcjuDfvnItVLU6naFegRMNdxN2A14UxmcOnpeLZhkE0xXS
4FSB1orzltp82Jgd6A2cyTYtDTW7Lnboqa7O1UVfblqMRF4E8iv/F5bs6XRUe6BF3cStlm4SzFgb
cu1VSQfKez85MhMkQ7i+IaGR61webZV6lpSEP5OGA1PvLG2KceNsnbiPz2xdr0wIBTC1ENLGNhfs
5c9/ez+1rjRaZXF+IqxK/ozwurrohzTbHSf034DjvxHj/Gu88f+iXzdlu/27g/jFz/9Y/vpfPkbG
H6jm2FMpHDokbZZg6R8+RiYdMBTBDXNR1i25t//yMTJgHrOTkAvRcCxS0WH+A22Mv9gfgi16STKZ
ZLOIit7DNj4e8v880yiM6QwjlqoCm/4iVTxdGAUNOJSPrb0F60l4fMMOXY7gfaIu9UhjiFsa0eQX
DA9i6WL60V6MClCzrVY5089AMaER5qGdfa8mrhObjhLzI814w81EwvJPSKha4WLhPdAmamGF27Tx
8NHAYte+Io1QZ1vCG8rTaD+Vp95QQhoSlRjfSGxd8nhbKaQjNnWML8Q2TTrnC+Q6CtiLjGGkKW6x
+e6Plt8+bmLOA5qphY+ndsZdcfQKNxbb8CARAQ4URzdx9egsLoCuf6UbEL9xGKOMsCBC73Afpmzn
KFLSHJamOJXjJIJreV+LMXZHSQ8su+jibG6Xlei32Ne1X4nQAkxchoRm+qaxomRTUZdx2o0FrIsa
ALx4z0J3VYzuMNl4j24GhRY5OB56nP/6bcnd/v2V/e4TdfqF8yI5TAmxBKhcMlycBKcvcihp+IO7
dBGJ3LpJhDXAyBo5hN4e5XQL5l9HsbvIdhfF7qLNZNH+vo84ad52vabecB0FooP5RJUdAMg34QEj
uig6c5HnIs2/99vyJERgbbIqGRDx2ovDO89mQAtR94NbCNY3lZ6kj7ljZd/hODbFAYu5IsQ1Jdeq
nXW0z9GOVjp0ZNfDDr1ReVWQmM038+K7Ex8teEJeWtU8p/TdqsVjEExO7pWpGtyOSQfzrQ1o1/Bg
2Pn2lT6p7bAxmwZuomb6rD2s2mtcZyvYmxvkxCO8vTGn0xrKHm1qWVB+oCdQaW/1VsXvGL8cfWP3
rT7QiGnBMsTjU8VpqBodEH8DxMFgiFT7zh/00sIax9Cz3WzNer0XNrbLRke/BGCHtsZiuobeeGmR
IqVNrsx0dS/x1vkpstB6pMGdvkYJ+HPe5BM+HYcGfsuhm/GzOFSRVGxPylQ+AxyTlwAOhhC7og7b
zDhRot5pAQyMM17EWlWOZd9Bw5xiKMGhirGVNSkRvdfaiH9eMmc/kmqGUxwA5c82zWjif2Do5Wh5
jsjk7Qhh37mktx0eqj7zCLBESJIfEN+CfG/2QHe2swZrzkVT6qN+IedbbXxO4e8wj6cBkls2qVtT
qaEnNLC6s306Jbn2ecZ6yNnaSCRhzJRF95Fzs4HhSJqCls1+8C8bSbsm3Nouca5wFcRmGppZ9xDq
NMxuptoq4W6Sj7IujVLHBEjy9V/PQ5hmFzFkx7s6lRF+koEDT2VOE/0B4FSDUWPdKRMQY9tsKbE1
VrHodQHlxfSRYpXSVEN7CaKNR8HhPn4pA1+LtjBMyfgCJAXOOiGwG71RNWjZgDTgY9FG0Shj6UyB
danniXVdtClMUXh4o3IBAQQX92BGOu7FsO3KrZWHIsIGrBL5Dl0gtkpVEalfE0Bfz0MwJc8haQ24
L0rXhnyNs1ldlnQfXdSa0klECE1pumx986FF+Xxt4/xAPpH22W0zy49arOX5JWyXWN3bepxcztUI
Ag5iqXzQgSjeD4pdXmZiaHfl2A7Po6V1D7h9WpprGXWMOAgjCxKXg77gh+asy7Ylsq9ml2p9fWvi
lmpvh3TO892QTzFd8p3dh27LneCGPnTjyeQZP6TcQuWVXcKX3mq1iippmqZe8RAHhDTeVh2UIz8K
eBupFoE9ElEBXbbWAH5NAgORfanbAIiMZIq6bRTQieiLbqi3qT1Fyb4dLBu01Vz9StlgMPXBHVh1
q1bW92DVRmhWulbf4bczPktoadpm0M3mAs2vEnhoaWu5nTgPn3mLieX6NN3gcZooIQmjqS8MF6so
/xM+8NxZ4rmk4dnJZhi8sK7GeROYWEa7vVbYP2ytw/53mkb1qptL+xe1IvNmEEH5HMJUqXdAD8Az
iDpNFb6tOsJXekjBnJOrS+7Duas/WCWOMl3GprcBhOs/liAVY8h1ISCrgO4MXqs6aF8coyk/T+XE
X+MjwoVP65xocqeotG4CnHwwZw2G2gIwZin53p7K4Am4UPmghwmJ7xb2aLKtFS11aPvQ22Ere5/1
N9tZdIAh3qt7lGDOZ9/ORQbOKYLUOCx3YQRDhqjcHHjEvc/xCCwrMfxnc5Z44JLsB3mC5TRO7kba
29fQWKFFP+VjnrSYWAGQ2gDIkPydocns6xCUzCfRjHiBhdVY1Qcnzeje2ATBbBQeWAR6oa58bW7t
bdi1uKfPQir9ZdVhwLjBWq1SXBBK+E2xPVjgXTEUuUrSaVY2M+KpT9pUwifS2QbQTuRadINidCix
VVKCD2McBdaOFk/zT7DEmX1QpjR/jsxAl3sTF6n7moZTYEYQ+bRtiGvCoaXPj+ZvEIm5WwSxZnNj
b/TyozOhB3HNJscqa0ORU/XSJCiz7VAV2NSEOrGA62PzFLiDH2Fx1YW2+Do0rfpc+5X9U2YL4Lyd
gvCGBh3lkbZ0MIuGr0S/4mDS540P0rq7hGfuyK3VVKDPKxve7lazO9lRWgi7X/ilqoYb4Gtb7EHm
YNtlTOPIu/KxXd6lRtXAao2AeGz62YffN4wVDihqSl4dPKbpT9xIHHb/aJrzu7AMlKc6doxvzty2
N7MZWg9FXYsn+Jh+hS9hUxL16DOYh1SzgZ6njTqA96O2LN0yENW0AVIBuQgkdfwQ0wAOm80JZEQS
th8KAN4xIGGtyLB6iwxD/xGamQZQRpsGQjgKJ5tKEe0NON8C9gl8vBYHw9gQVzIr5NcA6P6XlvVe
b/1JJp/qBDAzVBnh34ytk2KF1HYAuTHSUFQ3TNLhWxn0Mt12yhzCJhz8OXSNrMwuUR0o2cZ2sIty
OQSTWxoJOw6dySnkNoKJeqvOxJIuGaL0KdPzEgdLwqRfVU+JKukD/6edCKDpZhzYj0iCePlqruD+
E/pZ0IJrKUyALrIhihzLCVtDp821XQqt425hUH1vgy74BikBAg4pLfwzRdJU7V4ClITqG8whrtkK
TgWg6R3sBPs+7x8zLOUe25pde++ECeYG8yZNqjG9gvGJQh6WTFAQHvSCjkt1siAnG432ceQr+5N+
Gv1JWkM7b0LO235jmTNNwFDi8InM0sTqr0vbSmvO9CGsbxvEq489lwAoKYDhDgAfp9Q1BpyjLiyA
28l2rLAS31t+l6Q7JwG4Co4nsfJd6OOQvPVllYI9KqNZvYYlMlue1aZKe+XMTVk+TIHuG2C+I6X/
jCmwg9HuAAMXgrKvfRyUZqwOeE+0rMjc0Maa20Yx+8YIUsJoceUtzVqqP8CiBPjGCS2YZL5FZImJ
OR3pUy4pdlWxBtOz08jhIDooRTA/JDCl08tKwpeANdnYQRJCZxrkAL+q57qwyRbb5x+RDEPjMAWp
Pm6LwvfldVoi3h6I+TQLExNCHD+7VSDIlBO8SSpT2NtLifVkmoK9GrYQVi1F35op7nq300yPzrXd
OYofbAFtz+FPDc9lZQ+nObZuYd5L8yepI+Zj+3kUGbt0Yme8EHYvHFigCAFFt50HTK+3EBOKaF/6
Wl26RUXP1EZiW7AoEKN+srzG6qrovnHmUKZuXNlx93Weqrm4x4Aww/2kSYR/18UZ0olNAiDP3BOK
aPUhcJq4AhmW1TbNeaFOthx6KRzbzzgq44iwjcKR2HszxBanqJLza90xmRMQ0+yQRXM/QVNxqm0T
Ir4DjqHM1k4VgdF8UEL8X66B6vXDhwZkcVts0M0l2C2EIxffC9+oK3HTVYZMthk+vMOnsux97YtG
jdv8kB1NByd96r86ysyepoK2NTcJVnbXtj3MGQSj2NAfhnCcfjVq3eBeSOHM5pK3+BxiVgtMUy07
bNsXI8QKHJONcdTij6guVol5bjfKnUJsDdIrFrO5i3wcNgjwIBddx6bVCDbKaRbbwkGKmdGQoG9L
e9AeMRKg3FI3naEeqtBI5519dHN0ZOhol+rR5bE6Oj5aR/fH7ugEiaYaBPl8dIicj26R1dE5EkYE
LpJTTUjuRkd3SZyxFqdJ6CC/CqTKCwA1x62uyJv6MxgnHCphymVYq/mC0H7C+PJ2RJ6Ar+BVfPS5
LI6el4Ts+F/mRy9MLPUgEAE3ST8Pi1mmtthmzkcHTaxEoscUw4BPwdFhMzi6bZp6g/PmvJhwagJj
u1v/6M0ptdCC7n707Kygye0yc3HyzFnazxhYlFCAlREWXD2DEqJJXnKZEFPKzduW9XjRh1Z3j29X
+1VyClIinnHN2GBBa8JvjprhEzBsfEbpkxIaCTkd/1GF224EgzqXN+rRoVRQNLkTi23pTLgE1owT
QnHHuNTTfXV0OYVyO/+Yj96nQLvgyhVHT9T+6I+qLVap1WKaCj0M/9S4nBO8LfDo41529FjFTtzy
+UQW79Xjlfq/k2Z/I774Lbvgfm+//5Uiw/z7+T/+9uX//O/if3z4Xkd58Xvu7Pi/+ssWTPuD7kIs
tqlD045O1vcf2TPtD0q5FHpQwNA4R2XwH9kzQ/9jcXha1EpgLMn8k7z9yxeMPyJ5LJZaLMwbegeN
9+TOjkntfyYnKCrAASEWJBdNWZ4S2ip31sYy16huATuzJr4pc4wo5JErkGBk3WJqHE8L8alX4/5G
6aWHP+2FEbflXmjJXRpru45LjIxgQMkxrK5rAhk946aoZ1O3U+wm3eFnSVtbr9cXZoqfcmpg49lg
ir0Pk9jeWor/DAXTABuIm1XJN7ehv++XxafHtT472E7+YAVp6fajDbKxU7/0pjgAEi8JpjRw7hl/
RzbEQt1FDoy4CKistmbmYjV0h+r377Xw/w/r/K7I+G/tcX9ikPcvbfSWn/NUkItHmd42/3n8R3Be
Wxbfyf+zy9uonT51z/X0+bnp0vY//+ffPdqWv/n/+od/Lee7qWQ5Py3IoOVfC6Ii/31BL22j/zp5
TIdD033PT9LHy//ir/yx8wfqLuT+DpIobpxLYfOv/LHDMieAoWUQ0AV9vvzJf+WPVesPmn81irtL
PUjIpSfur09A0cw/6DxCP7oUtiW93M57vgFVP5I7/vkV0OMJloJ2AWRoCKf4mevEo93intnicCXr
eezdWq+b5IcSJnjMG6k6iK1hJkHjWj7F4RtlEoWJj7ls7O4W0mQUubJSJtUtVBjybsBDEB848Dp4
+cEQ+KApQUiQfdHS7prgOIF73TapvbHHvmnvrREB0oU+18FD1KljczDnqfU/UBlKv4thrrJt3oe4
Ufxf9s4rt3YsTbMjYoCbnq80x0k68vaFkEJX9GbTbJrh9FR6Yr1ORGZlRaKzgHwooBuox8ibulfS
Ibf5P7NqrEafpklnT5D5011CQ92nC74vLpOhfMtdzPTO7FBVVmblu0VlbBPZSf3l+zO334U7Nqfg
4syAKH9LFsjRrhh1aj5981Vr7OrjAq2NLTlVd32VNyHZlzG29IU7CFBdQAJ9kd0xMUhyxgk+Z/vV
0WjT8xy8ejoTtmCaNOvJoFn4toefUkeVbNP7aUm9qxr+6H5ztuVMTx11yVsxVrTjDpymMmWeuWMN
KvTk4nzrcnj3jVSEDJzHIJl7cUdBr9sG7pzgW7a2Jl4p0cQqOsllz0W/VuEoE0GP+DSqoHNa7xYH
Xv4lGp2Jpls92V2TQepc0ic/7boqoMosPZjO7MUrp6bnXOl8XQ9QJra95Kf3undQsGW4MtoM+Gin
08DKGVKuqgIz82mc59K0Z0ZaPjvmvNPmNspai4mKuaUMFrRKizJ6bXct3XBXY5fXBP9rxD1zGJ7L
UYrbLBE3eVs+5ybdiuPq9X4EaCLlQNsnV1yvuLe2iaq/e9DZdIlV20GY9ZIH2lBlN86sXSpXYaqF
buFW9Fw7FmdD4XS3w6CW0+DyaS3VZbrZdn52nJIeZpdlaI++AxrCH7hLC+KJcdc4LSpatnGuoMRu
IpZ1SipjDApPrTtGYTEnF59/bzg7KWMgXMB5sJTFPnU7cRxMXCSeMm+aftMip/TXa186Z1s2JhBE
bmBFRb4sw8uwh/WR3iTG3D01hVufk3Ysvjdro9V1Hab6WI34FbHn5nFiZfLFAdPysDUShdf3st+H
oZbUWJsFJnI68sdGL87SETyAmsGEdMnvctMbjgPXlzDTNnnCnY1IXdfXW1l3nJOpFmS0CFo5nTm/
waZKQ1kaUAeSmrOeZ1BkVtjsU7AsGt6pbHjCXi4eqJw3cHqk8oIDejZyfPKI8g4XYsq1o8prThMV
VlcbM7QIwNHHTL/bkYhn+kAD3rzCMa7ssO0ceL5Vt9x6tDXFsEAuNmdlhzC59tum17ejZjc7JmAm
qF3Nvx2AsZ0bjTpVJjXDFT3f3Pa72re+29QyQwaF83GQS34lKV/eCXd4E5dGxJY4ZrC6a3NTiHQM
kWlfUsNzqKSiRToNZ78YvR1F1uKU6hpDXV9CYl5T64lbJuWrfsYkDdz88jZulNNu+RrXq+QjzwjY
f3iLQRF9wZeNfdPz7Cxj2G4p79YFqwXB7hY8MaPgMpshxBkppfUcGwKt74tj0jsycpK0ep0dMLpy
FtZVuWhlKIbSPLUiiXW3/zZU+ZWLzr2TKzT5WrMpUOlW2LtD0w4vC2nFde9mVCPuUsv1oZTw0R5A
m6cp4nmpzdPXIEpsXBxw0oWrC55MF2CkoKqyOfu0ZPfIWbY4jGppP0trTcNqZA4vC8u5SZSqdCAK
1OXx40rx4A6+S5Evv8O+jEvlimsM/qw+hkkFaJDWfJD3ND9BlxNplQbwyVsa+KsdRXw3y0WyaPXu
wCX2yIX5FqIYsG0eP6rPGJ0Jbillvr4wtDlJgYmIf+Naz1UMhfjLsrpTQX9oBzqwGHUjZBh20CEG
pUadhKqtHkdzXFDztrCtZKQTNeJP94PQd/Wc8N/toXKWwHPX3638EWsGhBD7XW4iXAA2C0yXrTJu
wN7tmkv3NJo5h7SgLbwr6FGUKFdXqjavEiygLcppsvX7LZPHtYAdMTRnrzcCF09Xp3xaWc1dk2y3
3F5jMr+h72csH8oINYsx0cjMFv2lC3HFnJAhqViFuUejdfJgFguLg3Eo2Yi4Nl6Tv+GMtt6NGioE
OsMTCxxN0jThA0tzsgtH0sghkjUlVCl3ctZ7s55pTJ46Mzbq7F7Sc4t02hBwNq+ZWl44Q7u+6ve9
VtCVX9OjYeuVda4qO/vWYNltp7ycxb3o2WwzDZYFGWLnWVJ05seAC54x9GdIVDOLoGvSj7o56xgq
FtNdP+c09fqVFo80GId96tqxPfo/RiNriHW+Th+nuG4smmcdlhSnBaunMuZAiiHJ0V/mL5jr402S
6UOI+GseS5klt85Ca7x0zR4uYXtaOOiGSzZOMQopQ7DCOrEsZoEzSyPIu2Fmst5FYGcPaefftm6/
htM4ZRFUuhZJEftnm7gyRkTmTR7VN2GfG5EvR9crp6+tMaO+9W+huhqHZPZ7Xqb20dYTBlP1EHJ4
+RwBycJ0V+BiKqcMcanRrNbtuGPu5kI7i0XfbiquCBSIzveKfdG3GzNcGhYTAFavhVJptCj3NK3D
KU2Gez2F6DMbLJKqOniwXAOv1+tXut0pK13VfBhl2dxQB+x+ztCZThX1sHsQFAPyub/kO/MyZZvH
SbxnlGd2Dov4YObpFLu1z1FIIUAwAjFgoNV1bMu8fKNyW3uf3e2GnaTKg4nJQpC0vvUr51tyGt04
jnJqYtbAOQTvmDIntD4SZXhxqk8itqm4n4PJrZr9nHnvYkntUHOTx7nyga8VrH6YD+irXxXqZdvT
OT8j/d05xtRehLJdYbIx5d32mgDJDBF6b0uqVztlYyHYBtZAk+7X3rxW81acqoFO/1l7F3m+87A5
MYcfdtkiK7im5r291ca5LszrekJErA2h7bViY6UwtJ+hm62bdJsfNr18mGy/45QCMkN0V2PlYG9u
owVzzE9BHA3CggaO3qSSP823faH89lAq5UYZx9TAV6vDoW70A5IRK62XkmL1ioMYtYJzMArz3RP1
j50Uxg5GrXdYu+7KcTs/nGv56hS5DY+nRcSCCRBMSd3vnK6E06kshi47D3zlDRyp6rRVi4jcbX4y
DI5QTm19Jh6EBNTr7Vgyt4iIN4eaEg8ZqL6isM1QJjDVr/vMHe4GF4JhOWYi5kSMcp5oDqH5sv1O
DSbNodBRM4SOhyqkMDv9tAd6NJVXIS3kaT2YQaOt19Qtj/ctvzFqli1JJcSivxiYCgLbmyHobMZ2
xMPPf0+z3LSDKP26RUW1ykMy2Fo0Tq3bxTmfqR5UUq36qWISG0KXADi0ZtJBSW1a8x7BpPqgUIN/
0Ni826Qo+5vRZkQr5yU5p86y3cEb2sxD3UhawbvKaW4GJIEPwMPZZSwujjRlTOxGizrKDPVpNRI7
4GTgXWt4SFALUdVvXK00KZTq5I6Dt3ta3OKtoPo3p/N9E/tBWeJqoPD+bViB/dB17wT5aMsdbWRD
7GX53QYahZv68rXMkziUxbI0d+k46hcwQO+pF7F4WrHvRrzPpaY582nre9ogdVW0536d1qtJCMp2
A0GzOGj5gXbzYV8s7Sa+F3sbDprPTPVGjAK5oG69h8TK6/ng53SCYwVY+meGY7wwUFHEp/Jl9lKZ
CQQVDZTgdedm2ozWpUZmktBl+2+YmY4TzKXGh78KA7oC1oDCPOkTOaubFnAubamm6LU9y3iuYQ5E
jUM0RI8Gd0ApH2O+EVkl0Fc9Gfe9YxX6zkBqspnJOdJ/bRYUpwfa6flIsqVftIdloJ/5QObEKgdQ
OkY+8bI7joyXdNDc0zblnfFWXkAVh87xICz3NknjaMqa4WNZOo8C9LrO+6hURZodXbYd405BWmVx
3dYBHKO1cj+jqN4ppnijN6XjhU3pYElK2/6y9KR+kobWq6PjsNI8SlUjHHDRZJt2JUma62adJE0V
Lu32im22V5/N1IKSZWe08vus9uvuZGaa3cIag4l+UHlFY/eq8uVUqrKbruaE47bZ1/xchBlQ0lcJ
AzkdGdLQNBqYRZv/WgltHs1RlF8VIkbEWFjdJ9poH721ce6y2mN0PG35js8Hqqs7eGGiHGrutdb3
QdVq2d0CBuIpT72ocrOQx/LogViNymxzQLwNekTN+TPF0rdmrXZGSQNAYg7uQaJQm8XQ3rJtXLhm
3GbrrH8rKq+LnUnKuIW3HpT+tHMHIR8mKM5wbFsfhpWq3wCNfSbD4B0sR700iynDWnP7iFieuDMS
mT2Snn+sar7PvqufN5ghVFSPQDjlya9THwTYfIfdK8KGJHZmpV2Jsk/4ds2nwRBhYXV1IIbqZXa6
bkejRhlvdLBD3LHu19Z8hwp34paQhJ5v6ABf2r1Rjr/G1omXdn2hv/FM/Pw1mVaLQsppGZkfFC98
1O8AWO6yFhVR0+Rn1d7BWjzazfh7obeH2lmvt622D6oY3p2CD2Dxw3rcIitzQ+XMAr6CPBIwuxg6
tBej0R/koO8yJW4nihWQjxvgD/Mv3e9o/QZgdDa04ZHBPqKOXt/B5HkoN3kjpLGEgyKXgwPgZknA
TLvG3bgAc2v18cc3GIzI8lQmy3ptgs0FAMthvl0wnxkcjKW639rqDSjoB7fz+QCB++hIcw1dhxsS
r6Gjd/vLJtjkh1r+kDkKgOvdVR5bmWnG2Jh2LL4qnHXnoxo3UqeQ2eABRki61k5Liv3GdSOtvC/I
lJzJ1yNj0/fVR+ZSc/6+ZsMSJnN+XLfkvfKK3y3MVFdCbz6YfxzRHwJISWNUr+kWo86+LKmhx5du
yEl3P0G9VhEqDABAUtI7pTOLXM0WmW7mFzae3c4CD6mM7XO0eBzzpuD7VojgzWQdKYvnXSalPjmb
GbUD3zL23sAYmncqpWBMcXENPK/67nNt146ZHpgs6CFO2aul0q89V2NKj20WzqnXBLVQiKXmw+wW
z01p3w8FMWPb7u9zDBih6/Fb9pyjCxmTfq/DpR5q438vO8vF61U9dhoF6DmyhNuAIzAedY7u+pKe
i3KhLWJOnqupjqs8iVxjO5t++Wzqij4c75Qp2CSdRkSkPwD5PfS9rC4iULC4VYxdpNnrBkT1MQG6
t568aeRuXz5XBn1YXhULCz6c3zwaXjcwsqlOogf6oqz8mlzbaezEXs+tozlozwnDxxBX5q/FGqwY
F5ZJmylt+WsTp4b/YK7JcMhWXnD2eRmAMIulKMHQM6Go1v7O2zTvVjnyljnKkZHNWzHk3wkHw40t
mgqJMjnnpjVd67MSmFjad4o5zSu/M5oDhSdRn7FiFKoBJZCtc4Rnyr9Dm+0CVTSgX/XBiblHvSyL
MEM6OCygBksZmclY3yO7gPM0uqu8Z/vtAYIHKOS3WDoenUHGXqEFhTPceHnyZJf2bpt9/wGQF3ML
rVTBSnHYIiRzDn9fKzN0mfKcts46CRdTOwoZta7agQEPRTKVERuW/ThuPLdWF7K3pZHU5NUGk3mH
Paimbyq/T8zpxHCLWzgTysOGmrzQrZMX6mA3hPek7u4M4AvB2NpfoLHeBs0/gc+JmTfxouTI51bZ
nM3CDHvdP0oabLgPjZh93JN70fxqn0NNdyw8P0490FSLrt1o/blv5XU9SyJSK3e6i7JvCS8qfT9s
rOS7yWWgg77GSudxmhijIkHghNYdIQC8guziiaWfhy2bQveQbq071msAU30020Xkjpzja9fUbgy7
fEgSf1c1TryOD1XnHnvpPevGFqmtfjD4hVt+f5wMbmsNZ3TIXbMBc8+dpkDfdGaFrQm6l75G7ubb
vOMK3nKGkJ9etsXpmj71M1fxvCqcnUhh2tgaqv6gy4NqjV9QCA+b2H6wxYQY8fKg6B1QNHpy+Qcu
zspFPeWuuklBHzSgWwOzch6yi6veK4AGNWjuWDwkndnyW8kGc8v8gR/uBtrjbhRL5FTba99V78LH
zUBUkJ3IYTDTtNg45jsvNePGHq/WRt7MnDncqQ661npZtgQslMhfi7q8VaIPrWm4gi51Jnzl3tg1
a4edMMToS/iZbpLGzmq/r711W9r9+VIQGwhCAqz41Rj2ozhykHjpWm93QTbjQHhnnnZcnJpiT3hF
ZZKaxySZr3V/0EMJNwO6NlfCZTKe06QFEJLiLuGvCZxyuSm2yQ3wyjx6ev3ulZYf5Yu+G+YB3nUO
1L407dNoN2InjNTEEFh/VqJOA1sNgBSnyTuKDDwjB5F3a+FAKekU31UWI+4m5yq4qq4/dbXFryVr
YNuW+dfERxDl/uzuZ4c6y9V6LwdND0XWx9iJkogjaReqwb+vi+q5SSZ/fvO5RnGUza0V3w/eSHxp
WAzrvE2caEG+58M8eAAZK/2xHrK6wguAz3KdtNDNe6Tx6WIL2WEgM7rIoBAXYh8cxYch81Zzl2Nd
aK9AepUZbW+F9bzV+Hz5PCiNIf3miKcadnQd5lalZQjxtvsDGUaxdbLCDly55uS7dZMZPGU52j95
M7oP7abmB6l7ZclUEodfsHB6cgMQOawRpEAnJpydtg2xk/bd+wxzrgy7fgUTj0TQsNNRlnrOnQ5t
wVfGMydn3wpxHg5ZaKzZ+ra4HY0VKBNatXPrKeNWn7FO8D16+bOxJIB+B0JMXYDr13XCdGm25FBK
yccIi73hiehIPMl9k23ucCx8MlcBH7u5xFM5TAz0G0/bL2tbfxiFNd7PiOa3YinTDLANZ94/7dz/
DZrcbfereRz7X7/Gm8/un6W5/ydFN2Tff626PfwizIv+/Fedji/5U3az7d8YYXsu2hb5CEtcwt1/
ym78iUHyledQv7Q8UMb0D9nN0H8D70GSw4dFaJP/QhD+D9lN/GZe2o4oP6P6xMO5+e/Ibn+UCf1D
dEPau/RzWQR64GFAb/nnViPD20anGJI+atwy084uiyVIcPilGmqv7rg7c9WY01goXnAlla+QhCiV
m69Eb1kptzM8sbGZ+MUGdbpdOgaXtKIcxWKAcFVyLKqTKwDfw8/KMDJ7jKCZf/te5UYD9RcXsS8z
7hpILg0XOB9gkCU4SxLlYDANpQ+CZS0n8wFH88XJ3ne47YbKH5won6fhYGEaBjNsdm/D5LS/Y1Jk
kNv07ff/WCvG9RIwuii6//rp3v/v/1V/5X+RlC9f8OezrQnzN7JFFpyKf3ZVaML5jUwR0zi0YxTl
P3qX/iYq81U8dn9UZRLEdnn2/uPh5o9wYejsg7wwvDZkR/+upv8tuIIQ/6e6/n8JsqBD/yX0YWOl
oHdMp7DNFRQuEtz/a8ikGxaxLlV1z3ltxk+2Ft4HqVubKbbLdJIGyKTpbi2Rj4CnlD8kF7ahj/vH
nr+3DqtckOpewTHRqyELVV71aq46eCqtK/wjMGrzFSXW0Pem1K3Iz/LtgahfiRjYWXN2kr3matfS
rfXiMK9T/jyNuvzoxeypPTmIGTdmnwzyBlyKzo5SV6lkkOF5I6Q9de+UCVUvi5Teh8/2hrc2T2cZ
5m5njgGnKY7Xhdockk/5zPjYqc11xr8xMxMlrWTFjs8uFnq91iNbTQq+4ur5VRJ3W9OPO/5KvMKd
NPHUcbDjvWz15PdhA0wacJADdLUhhaRxCm0OE5M5obRDw2bmsVjIdA7jCrUbKMS4IJJnUMGwqy4z
RGN2u3BUnOZjjaaXp04frfM4uYihUm7A+1pq8/xws/yMY5fdmyUXLsyGkRghtB5NK1tjTffWMTBH
v34ti9El8VRb8nXuysoMhS+1PHaYmDEjvRADqcUxqoZWDsVAxvV695xrG4RwuGoemvic6MthdYvS
CNc5swug6n25HIAesN8mCtsjcyHj2xb4dHe+1S04B8hUcPE1WyZEym0LHXwrptHYrkpsml6tc2GQ
gL2ry4xlexrXYtXFy2BkRHSmrsS7rza7HA+sj8bGfRYuJKjzqbqu5gLLl5vUKKBcejvugbVcHlSu
p6caJAwIaD1lPlsDLuMYC0M+C8tCZBAf25nmvP9Z0f5c0S4Z23+9ogW/mrz+z5v15f/+53rGumTR
HIQZ5rLBsrmynPy5V+u4YBx2auJjeGfQny/4m78vZ8ZvJkoMe7XDAkTn1D8sMs5vVIUJk7pIh+4a
l0jzv7Oc0TH2l+XMZVkkQEkq2yYAeslb/pNBBmZHohgNozYA0Mz3iqQWpFFhStHsttVwdvQ7sEao
bONyEYjZ8ryYUuv216xtXFTLeVh+hyePOp5xN2DK15G4C+0lYcw6eEwliJQVTRXNjeR2KIHF2nHv
efBCm1oATDRA0D+Ni+2cMxO+fVzO6VYxRvckVoClZzIzTxOKUokp1GIMgSucenj+ysOWJWsbUmh1
yZrY1dxetXabL1hIejxj7pAb2V0hNe563ViwgiqHuCW+tMzjWujq2auRpeUUDn7teKdhnpEKOo7u
3CkxNxO4Aiy/iI5g38K5lygYq9QVw2IFldOAmRcK/EE/0s2LhwmzgRPzV4CCnqRBuCkVS5HtpGnJ
J6sRiDnS6pPnJBtylBXMvQJarG31DJT64ZGYLfzKNR1BQ1KVpuGSpsbwkxpa9FlMML1JB4EO/ZN4
W8UN1xrED4eufkImnVI8skAV5T7TaquNF9LzZDEmiLu3daMKKxR2wqo1J3Yx7QYQFV9+abAiN+Vg
rFwsV3i6VJd0L6MEPLOn9Fon0Gqp1IopVmvP2Nlx86UYhW1kXaVtGN9JpoRutcJTN/phMPYGJFmU
Pc0SLveIxP3AnT3f5IUx/VJ6Y1RXdl/I8RYlqkAoJYsPolyzq/XoS+WOh0nV6GzmNjNfIqWDyRbX
74o4N2Uuq/jkmUC9vSn5WRNtMfYLv9E3RJTRZn6W1R+tbROaRPcqGo9xD3CHZ/AtAOYG9N58Pxoj
mMAtd8dyV+ZDUoS14ooWjJaq72yo8AQAWr9452EfyBiU5MYIvKgZ4+Qwmh/t2rmfhUGh2n7ZTHlH
lZQiCzI6NjqM7yE/oVxzcZbIVzUQW+Vce8ruqkgfFKGKyiirHreAtaF/yrJ1w0H7w2IwuWZya0/2
iBsmrR71NNEfG35BLn+3yp7tYp4eJ2W2/o78ZMomV5cMDapl8b4LNVivBezILTR6TFFB0q3Zly4m
7Uy+gHZ0H9sHuG6lFiP0lWje1GaYbyQMEKQqqXn6jdYt5mEEdPWDGS27slSVfjdyNR5GOjE+R2Um
DIOaJvkatcb8yfFavxuTkqch763nJHGad91cB3kwCwU3tOtJSNI+KY0i7v1mOenOoOHIQPAmQ2np
6QoRW7lQ2S1eyBnvQpu/kzaB3olih3CV9waWG49UUxu0ChJEoM21XwYAyhySGfSYgOvUvA0LjiMn
FQoB+JtBMj4GPKSENU1q6KLCFuBiqdFT0Yw7K4tIQWRfbeapN9PLx2euIeljRuasjuQfEPTEW6df
zh+f9SjkcE7r2bjj4+XCMIjxWGdd/9UX9lhj5bL6L1rL+aH6vGA67w6mIv49axrZz8G1fxF8GolK
9i1veEa5GBMAlYsPSLnj1chsqyTaYzF3ybw0cfmGU9fflYJe0JCNfHrK9RFDiKMNZnLdLH2G75/B
uR8J+Dw9RAcQ5IGljeN6642LCSEeo19fEbu0iixlLOISbwa7biIot+XtoDv5FLgVauFuxq/1RW2X
6wQafUEWSUw0zN2WpvWNj7XPucb4wojJ6nr8cE4jiodc+i0Z3lWobu+0mTYdTbmxPNZtJ8y4oHRR
FuFUteUSW0OjZIQg6u16PPdlnKTCea5F1xLD4JjiyGcPp6MeAfXKjhqgx+WGlg8/23e552X7OgH/
+tpphlh/R2Yw3k3Z611sVCxvB0qA2zu/7VB/S4+Ia9iOGk6ZkijtbdaRBgo4IWpcD2fCLYjChgRW
zW3yM011o4k3G1wzf5hw0IHxnunMvMvuOcfM+gG0MHkxKsQKHnVelsRAFJ/dNTuz54KWxyyKS8jI
lP1nF8q/NdT4/21ccSm4/S9OP1M/Nd/5fz7/XL7gb+cfpg6XbmvqZqhovLja/37+MfzfdE4ckIAu
wwgKtrlI/d0izPHnUlBDjQStKdiKLyV5f59VWL/RU4Gvlm4eTPa09Lj/zgGItrO/HIC4wNGFg1me
2gCDfw1G6V/vc3Qi52TWupcVoOY9CnJc+yhEhM/1E5ErdIvKOmU0Q0HThkM+v5seiKQxNI1lN41l
7NiPynzE6ojFsozYwn0GcisJb74A95SnPYzbY7cuO72vT219JcfkmgvLFDhLKl7N9GQaD0L7rEbn
YIwJ+q0zRtOktJdWfHdKRKhm0jg0rhnaw5cmezK6dXlsequKXEG3GZeJcUcUBM/oGLteERKOjEgr
gBFvgkZwu5iGnLC12RbRRLdO2KOuyfS2qEyft3c6Vthw/NoOneK8eP2DvT3kZq7hzGGtxIuXqvkk
lXayPCKKLHa2wrdEQ5IGM3mM5IQbQycvjV9Ex2tHkXkvD2DD971RR1Cz6SjTr+TAC6Y+6B3qCWTD
JqYtDTtt+t3WHjJicYP1pcUc1/RHM2Ep4u0l2ILJcUMPGSBAh8MUF5kNjSKNspm5T3Exhmq7+eI5
G+AFGWs8jz9kvgAm/0zkGqwNy1v/7PnfGQZPoufsZ5v/gGB9ZqnHc0QmfT8gEhfldMOe/7wtjnMw
6cgmpuBxb7P5rTR2YFt5YE7Zr2yYGSLhfbBnFiO3eCH2vpOIcnSBHDzqMwKIyiSLDVfe6Dl7QF6k
J62+NqxPfG5vjsNxGJvPOy0FdIhETPdnv8UqVJqx2Y0cEYTxlUxbs6/0fLpitjecp60NzMZ+mYQi
UWtj3eJDtrE92jU5flt/krMTuWnyIjhei9w24sx+dTAE0ZJ/rieOu4HlDqfV3u78ccv2uXfVtHiZ
NOYMKTHkimj7Yi2MzmRl3pjKirFv7azZ4sC7xJz3r1oxobBOv2RS8US3/Wlxmlhvu6PJQ8oW+iOg
cPtevbf8OkRj2AkKABghI2RoeFGCdJsCM/FunKpAMGHD7tAok9KqwhJrB3yTsLZcKuV0mJuKaOLK
TtJ4B3fSYz7lsNC6WJCPxb8RZJMWzRQKb+X9xIGd8fkaLATqPG/da52HuJbfJm4Ru6Xa1UrcG9ik
dO+RQUag97MRYgaMNJQ8yzzqJKyJeeHelDJwtVOurLAwo0rLd83w+9A+4V/P9JcEO4FhLcc1qeLW
Svw74Q/NkasZ0sdGD4B21XkC6jci2fRxyYM7zf1kd0cjI1nc6PGKnQAXRE8WPVsPiz4/TAsxm629
tTpxgasEppX3gdZMWOj0h7l9TXLtJDBaFpWNDUBd8GjDTl/OxYgKpSNo8SoNNNS584+2veb6m8FB
pOoSeT/XZdS1jD/0ad4ZGieI42jDrmEwT3vstBune1Ggoun1zhhPizU/TrI4bsN9y8ufq36MnKKB
bVgf8oyaM/fWUGmcY3mYsP7iNmXQQ1MGEbNsdlSYLET38y7usecmhXPkykf/hnbXlu9OZvwkKRKb
lQWTeloSIgk2b4O3NTxVX407h+7MI2K2UY/vdV2+RnLnTVLGdcabRt4qlAxqE+O5xq8pec07PMmr
5My4/Uq0n6ZsA4UJu7MflIMLvbinuI8l4qzs3L/aTPHG5s2j3YRKpF9iLaegGp5bh94c6eoxkuB1
bY8Mok6ENggEZzX59wxwyXzX9yUSKpnakViyltHW42bFQVkWPR8zaXxTX3ZZwgK4JShcePwvqlZ5
P26vvvfpozfOM7/hrNm1Qo957pBYqS6Xsk345pmYUyZQJqFbqx+3306bp11vy6Oe0aux1yfLu7fM
7mkY8yhL+/eL8p+l2qEUmO7bunGOFXZwGlnAvl97TIEiw8rOvZ2P59HeJFUEefU12NmdRud94Pry
Djflh+KtZWB3r6Pk0wKgvw/sNT2+2w+Mr0WoUf55nZZDLBV9Eia9n4TrJdpydlvX9r1BULGBXLDy
g+VXfVGe+6ReP3yGVzo6fVIPN/PmRB2x212H3f/ctp0KRDsXJzrldnIb9YO0xBS3mLeCLR0eZJ2J
kOgtvzvdrY5ypscTX6Syr03wIa9Onw97vO39s9mI0MTsFeociH+p2TdehT6Uh37BhaucgbKj1ijf
+oaxIcn4U2LjN0ybJGJ2aMVqGJL9MNdTwA+4s1p1sKT3e92J9Eob+vTIXKWjtcSHBVRM06lS7vSc
2N4YoWZRkkRQImxzGy1yHHnglUdRSxPkGQ42EjYvKKChLdj8fXe+J2TDG5ndyEU8J1oS+7aOA7NN
XTBR4sWH+DX31sNARwMMq+1Obd58rDYjwsX5ynk04UpPsGa3jP+HvTPZjRxJu+wTMUEaByM3vfDZ
5a551oZQKCI4T2bG8en7eGbhrxy6KpHLH2gUUIsqheSiSKPZ/e49F1N/+5NQDlHgxq6/OV0rrxIi
oMsqDHqHnDqzkDU31rIqGsgcqzB1noUf4/zqT7OXHqZoeTVK4auZvjJTEPDLfG8nsmk9+8ER8/vR
MWG20bCIVgyfN2RYtx4vpbXrW2YdmDLbJWm/wbH0atfjW+OL11a0W0qjcZPXwzGturuqVTur0a9K
jvtUqXQTEHTfCMcOd0ndHZoEnAHpIN79Wi6X1wuHcQThwO/GdO1Z1qFiCJ3CqCT0b5nDYieomv3J
TEH4swojdSrbWm9sOndeWvCpu3mOp03na3fLyVbjSC+jmfeqyVx6eQNt7o3ltpsKy8ktBuZ44XSf
YrayTdw/1R6gPw9gxkfgdanPKquUs6ZNem5WOsB60rBraJlclytCCe2xzeS48dtZroO+ZXQUe2yI
slxf12NBKaE3e/eIvLB0SOf2L3EbeOkxMF57T24MMCRcSF7+8+Bmh0JnOM/Geo/9Cg6PKBNZsoSG
ackZJIYMGOOlu5IWmhR/iTEqL1yy6qroeI6QaS154qnWt0UUyndvttA1dGXOKGxTzxKm/Y/aThtJ
WIXgPyMv7Lmd1b813AzbocfwuUlRjJJdH7XIFIr36xWMp/Ls9R7Hp7wwR9ZEf4u+M++KJXWrlSFk
gx437yurWE7GTZJ7MfLiMM5cX1uGJHPhfanoqZDjyWd78dLXxXw03ohXrkC9b9LAPbtTPD5aOp3e
PT79TZDyQhrz2N1EeSS3odbBfbPM4TXdBs09HyU+Zvn0IEsqJasceEWdq5didiJmzsTn/KonlsEH
WL5A4Gf70pFHWkPLTVSF8R0vY4wIqatBvrkx+0H7VLSuddPT2vwNpEn9ksqmOfujCXj0QPv0c8jP
q6mlxsnVAgIiWkeyJ33m1Dyes7aDit1uyMttC6usMHxLa+X6YXeF5qbofi+ek1K9zo4V76M4CXgk
rWSdq632c+cD9k1zlYD/2aran5+spWg+KxH5L8h08bZpivGgbXbKJXW0G0yC8U5Qdv4s6yi9pMzE
IQpiZ911owUxmwP2cQ6tdBcVyX2UO3Rpo3tdAx3oT4075A9eGXxhb7hStXkdhwyTwv1CtC5Nnrpm
Gbd2PBTXZNqPY541bOEceYj98RgncXpr4ghH0ojNJYyTVYfSeckIpmdv8p4QFsb1YnfXVjxyAIrD
7CIbYsLLsh8dMYF1nc1Y3CBCiW56VM20pkf2173hQRZc3BaWwTlL2LCX2VeSYfFs8+DN6eVLPtj+
WjGjGHL/LiZQdxUM3jkvfpb8LTdzmRGt0uYO7DWcHZqpNxjqim0O/MK3xGvtMzxx8iQ/mbRbJwLH
bzJED2VIi6KdnLB9YHd0x3sm26+Uv9wZ4nhXRvecDkjSJE4t9lEH7mHw3pvLuUVwSElkceWITq0y
smxBMBbXQ4CxCacbB6bIm6ZNKrlRgugKXYd8ThGyKVbOQgiwmlfV1Ps7IEQvlAGp6yrzSB+YNMrv
JDUHm4X79kfup93GTeP4qDB4b0eMgTgv5xpXrd90R16yPtQyzJs7Hnp9XZR9f1NkWb5HB82bVdU1
BU9GdTHcdPUmUbLXQP8uWf8uwWGDXjUQoxucbWUyYnoADsV5XkwjuCZafR/GCYmtbBt7U3F/b0bV
pN+06bjabnpFCEDrsxkYVS4EW3qwRupA1XUMq6qw/ewUaBT05eADAXqz7KXYdhYhrNn5kWP1VH0n
8fo2ZoW09s6h+OJwnD4BUOLxJIB6/P/zpN/mSRfLxn9WVNbp5/cfv9dTLl/+m54iLvwA1nXG2FTj
oIH8O3Lt/oLhA73EQTtBG+Gf/EtO4d8AI7gQOxlcYw6x/62myF9AltuwqZmPB0zWGcT/aRj+34bj
/NM/iClSXD4WcT2+acR/wl///9+RXGG89V7nBFe9VXQIcyF93yOPQRq1xzBm9xfCPrIIXADxL54o
d03vs5g3zALUiAND3BW49YsleoqcxPcOhK7aYJcxhi5OSw+x49TUefcg5IKtP0jyKNrlXsdCRZjL
MjM8oiprdzQsCPIITh+ZNd4N9mosGnnmbpI28VmayNPMxcyLHnuXn6tRw1QbCyxtOVFtsByBzY4x
S2JPrMuuoO2CyTu0L+bld2nWgtAC+AXozLP3OsMzvYeaWZPzQGbovXomNovt3qlYn24mZdX2DTBV
Bz4Cn8o+14FVvDFWAYBQlMYJ3sK6TD8T0y4bazLDsrK7WpA9glMXzSpq1E0r/WWjyvi55xiJC7OK
pdJsaBbfsV5dvsUGx/2Mt7ivFnXDIaGx3pQKYnJeSZQ85BW5TbXmg7ZTsa5N35Vnu5GVnzJkr9zb
Gqk5fbCtGdvlKo+duv0+ZX7+o4NoxYs5HApv2qCIe8ljklIA/OBbyquhMqhm3s1sINatO43f2QQ6
LjEA1XxLOzn/xEnrdaCeepdIHb7I4NabS/ugafQg+ubGVbbT2u+vw6pe8ltGLiAcgQCL205nMU7N
ACrKJscpMD/jIhh/5MIp2vsyDlKirckFnLcVbJmfOipir5TF3JHm2+Bge0N2Xy9jgTkC1cTHVT4x
BtKY8mJoF48ztga7hYjhVdMuy2RyQbm0EQUhazCvVXRNciWK8SgyfYClQ0xEww9Lac4geJKkOEN4
DUcjEwgOK0mzno3oZmcFyUZx9omWNkI0II1rFrORddxyfZPKZ4vne6XcTl4jwpNJxtTZ4G6Z5mPi
uFJTYzsG1qnPgqqkbTAIyTSYoL9apjxPr4K4BSDdxZBNNxqknML3yuT/IFXR1UfdjP5LMJItxqIw
bRoqB/aDobuM10grh63dBu15JtN0Y1WICej05JoIEFQ3vZtweiJ4apFfJE2xG0p3fpzVzMam8Wd1
YC4z3CdYYG8BC/kbUcyTRTVr19+PTe1IbC2ihsPFMOvFsaz6IIg6cK1qHomtnitr7w1964GFU+Wj
oKycR4iX+LHthHc/Cdl+JnUSvMfcWmqNXx7wpS5H4g6zvSyEqevEoi+5bNz26Ls128mQMDL7MjfC
1J3porDOeV+Y1yD206dpxjMbFlxphhBdrNnlipSQ+bPp2QlN31Mx5TGVJLEhXlFZq46xFl5xcExj
Z4YvVgXP7bfx3HW4VKbcZXOZbFre9dyfgHyKqGQjoeopdPau3ZkJgchhTv0hHKHJQqbas80jUKrB
WRv2VAHNy4mVi2UbT2ppqmOBdNQ3P1s1sonDNFTEaAsbAJHsP+2pztnc4gcOB1VT/2VGje+b8HJU
nfA4dw7enKCbmKSN8H28HYFtG2PK5I7ero3gbJXrSXLx4cjaxVOccIp0rt1R++P4UsUXLyu7NSUd
gHVtWoI+x4cn0BJaD3NQMAjaprSERPHcgK4j+XfBxqSfXpTo+gU0XR28L6XXFE+hKEc0bxjq6joq
TKaug1gvGSi1VDklG4m+7u9Uil0Ac3XeKGLcY0V63OHkHCs/+OxRLi/QuE4eIEd4e84aQBEau/pI
+eMyuZks8FVIceDAyDoNpfVILGmC4VwSag6qHK82EaTNjMhRrATf6JoRj7oKiyB8SGtoNDPupa3K
XLAWUxj21j7q7foA71i/u1SNrCslIiQ3d+k3F8D4LuuHKFyRp3D2E0VDL+nsg6I0c41q2NgRoRIS
Ta5h/ArK1juSeLFuKS4Z16MS5AiDOtjPbQL7rIW1vOrmyf8YZnafZmT6WPXjssFrDYM4HZpzxHJu
raZumZ8K5cPKi0rfbDn9uJt4qIioEqRklF5reWEhimjnQebYY2Jwnv2iIhYKB69Jqv6q7e2fgWc5
T9i2pMvYAa2N4617jNK2finnPKhOZMn8fezKb0S9OvWRJqzEVz1h3u57XLq6uW6zBjRakUv+4DBc
SOSLIc3XzLDd+T3DEUGcl4xLjZnAr7z4elKll3xnfp5/0tIA9DGY+iI5oybVIRUTuRVveEDExh25
ZVY6EXKgKiQbQ7xkur6nSKel7tkmYNH0QX0TFMtkb7zag+QgQlnPO9qeM+QjOwmvy2zR9Yb0P5ap
ajb7XGiCmQpj+pREHEa6qCJe7oOb2Lp1b0d4vQvMc0FHLJLs1hy6O6tqKiLnjAyWaOj2pduGH36/
2JtuxM+wsnk67yvdyTN5zuDBqEX6a01v4kWUradvpeVyMHSL9pPNNDi1Hk1lF1vj3DJUnAvGPeEl
GxSn5hNqEX/7Qw2LH+gEAtLypVOAfDdxkYxyN1fsvPdxls0nEgXiXLU+jrU8IQE+Y0X5OS9eMu81
BjoeelLiffUbpfofzRv/I4/o9zii//O/bSop/vtY8qnnVPyjwpqlzZ+81L/+y9/200HwC5UNgQgD
27GlJy5wo395qYF4sWt2ZCTYHV8qtv9nQ+2Ji0c1CCQqwMWJdfkg/xpPuv4vRC5sQF5shJkt/iOz
KS6v3/HF+e4u7VNU8DgwRWGGXX7M73nmA4GNuvQL1iGMSbvR88iTs+3Gdjj6e5h9/T/ryfj15+Gh
5TejQwZXzZ9+HtiUqGYUGNL01jEYsCiN3YQW4OjffIL/2UT7p2PCbz/ogk6zAZNhqL2A3H93TBB5
FzYWJPdtaU9zdcAuxKSw8zJ5YxJSTNd5Q954HUhyjcwaEUiuyiJyW1w8sdf8zYf5IzSei8zYjvYt
Lu+lSBWr3h8/i+dlOIv9IGbmsxSHsHOSpyAP61M1M2j9m591uYD/Nsb/+rMYhXNLsaTa9Fj/6QJP
nOU71Kho20+864a6s1nHMnM0ENFeHaPSE8mLDBV/0F+/O0D+v3zLfxxz//ajuWOZpXvwm/9SwQKi
tfCdANBHK53xXEovvefwwDt8BKWwuphewIw4wXQ1xIMGpAPNuAzj/ElPfl5t2EfGp7xtque/+Vgc
Pf9yRRDcsWbTYWv/Stf7/Z3gtHVOz5lPQ27TtbuwSOWhdkFzh7Oo1lE8kbBzp2jnqoQYbdtPe7NY
9cltu2Aze3H9d3fmX544gm0h5m6u06VGILpcxd/dmHXlJ6Nv+AOhVmIYzosuGNdZrpYLHmEcjw2c
5/JvboqLweDPN0XII0GSgwf+L32H5OPmQCwWP3PqzJliUXcDLynZ/Pcr/Zdbj/pIm/QH5d8Ue3AP
/vE3q+gTDUEM+1uJq8lFLB1Met/aRY9ZG+vg12RR73gcRC3bQ1PwbvybjhfcG3/6PVlUkCA42FD/
wMbkz61KGBM7oWJH71oyICT5dOGEYuVKMq9rRbzoc6BA4mOiBe+jc4bs2StsR52jOWJMG+u2+axn
t/xRJnFZrghe+fW2ZVa+7NIQNWITZ5rxAsde6awq7O/iln1seTvmTB+YY3jzU5lUdvc8hyZA4J49
9nReIn56dTSZW4u9uE12WXnJc67I+2MDmDqbCGjdz/6zPcwM21YAgdVygB53oXwogd9DdgMDW+RB
0TKecSPUZFmZLYS43mLygRyKnS8wdzkCH5cYPNO2C3wSWYgB7rhvhE7jnnQ9jv4D3pMguO28sn1x
G5md5Tzx94H7W3XRt4oZJqwBu6kJ+K5Va8n6zhDhV5vGLhgDawxr9qZ1xABguK0d7yekVW9+HNTg
X2YtutR3aUcAsppbak8sv0q/Oqzh1s5NMb5sseoyzQ7HDOTZ4FbstXgq6YMYOeJ+jJ4kt1DH6fKR
CaMh3y+9Ne1YSJi6qLE17+QDI3PBb+EsnyY7fx8Xa/I2jWez0enICLE3d7DGs9kTVngKMk1IYGw7
wFZdx2LIcdVlgGuzdTcnwS4vAJaOArKD4yEJr1s2xjU0f7g8QUwZy6EFPL6rKtHP10ZiHxGVFsxy
0papUg+4oV+ruC0PpaQlk/gQqOBVqw3mEtftAB/HQ5rGx7nRI7nZJhh+QtFJ7QfNshhc0RbR0BpB
WDp9UbJQ7rtw4wmAzsLB6A5DS2Nv3VJV/oOG50tpQDqk9reFDb5VcjJo6se5zWLn5MMyiK4bPNiZ
3PPnmXIsDX0xvkLUm6Z94puS5mJ71Fhrxoa1wYJe0UX1aRkTVwN3kCxCeju7nt9uS21waPgN4+l1
R5C/wcBqBuaMuTT60vwNNLaHa/8lBysj0V9OnIeWwcK2a/O2t1fGimjJmTQcFUINouUXX+aIFq5I
5PmWwQiGmAVGEBkKXTrxSWMzZDzr+CRBFKO0J0f23nU1z8246ekCLZjN4WJkVhoFu7IKg3wfdxw9
N2FQ4ouCpGijO0VTgYJvyu6m8SnaYNKT9keWUovfxQMNtJm70jMbGh3Kz8zVwYxgX6h8txCxsW+V
kyJjk6oXJx0sIU+obWaUaDN/FrGLuYktgiPeuF0Dc57TunZOpraWZlP0F5lggRpU7lkw9PCRuRDd
GO7KMfk2AdFmiptPsU8ouAnq/RCOxTuJH8jg7IImDo7TkuZbhsuBvSKwjfsnSZrJ3i7uaE/7BhFn
uqxj43ks8iHeJ+AOOOxV4wXULZNJHFQBtodmk1ytYYynEGl6A6ohM8R7CUeT31xpErIkW3rfcrYl
s/V5XReF2MsK1YODeZhJnDljgaLkNwntAZkdvi1Jlt2Uoqfqp20zG+wqB3xm1cFCgrebO+d7iXB5
HDM4X7y+POfcUEr/keaF6+7LJeyWve8aC6vUgGkZPt48YhrOIdZri4bwmyRxZh8ylDucS+gd6g1O
WmcfKDGLU1jPCZ0Ja6AnNA6tCK1jN+OPNhCNgSLxWAeJ9ak5O95mdQZbwVqcAdxM04h+PWbw6mBV
edlL6Cy+3sYY8ljI4qJtHrGb54rLEcflaV5CQ7mA4+TzWealqa6icWyeltJX/lksLpJSYqwh3tCV
UWZr2kjKFpMRCMgdRTH8bcJ6iPrzQOBi2lMBhQ82KvDqkuEuS4ZEpZgBRqgBbCrns305u9YPluXI
uuSrLZreU+F+jwq2x2u2yoHekeRy6Muw3eGNzXen1rL23HrLMuyYU1a7NfSECeH4sHiwgo6LpAXg
qk2p58ANJlhuVnJJvQKZ2FdynWW1ateiF5ZYFUFLjUbkNW6KA8IyP+Dv1e3DQreFXFtJIe9VELWw
ew1M7jNAguC6DUeCVaB2gRQp/uuR5HAv9hQT2HBHRJ3/xONLGDzWSXfL2N8PTxmtuSGeNE8u2K2D
TkHi7YfStCe0qUzv/GwaTvhicchVpoV+rYfZ/arsxfJXfdnTmZCx+hFTR32dUBtaeRjGNiMBFmlB
jj6o+RULAInHGnQVQMG6EeeG/QZKmm4yOHxNqudbKdvWPs1x52evxqJ8/Nx5lVXeNOSri31SRha8
AErmFsa/DdKTuC2tCQHFQ7Q39g4dvyoOnkFfAFujDDk1dJxUCGLrnpIaU9IoOq5mkksoBR2AsTfe
FOZSAYT79EQdxKXh6pKUn66wv6T9G90VUNy9YsBPQHGMCPdF4VTHKqA+ZgsOweBIlihjtxAI0S1M
a/WY2WWHw2WFI9auroiHZP1tC2gwxpxmUggAvPfW3YhgecxkVkLPm/LxUaklmZ9N6tfT9VBAu7qD
P6Tv5JAge4+d42Y4Qy0fFANGO2CCGU0rWJOy5DGigOZnheXzQmAOIoMRXZlktwwtlrqitxP9BYSz
i7eynFL9plqNXjZFXj3eBZ2n74BJVOl7j9H/NfOsMj+U3aSZQ+M685mRBi4gjJRH/rVJwBR9MAJM
gHwBSmBrmCGMOBPXGbRdLHc2w34GpOg9t0wmKDHSS5uwfLUR8tjcGZHfOmou39IWUjkWGc2aQv1G
RhNPl0BiSNkTiZUdhDFQjQXwCE7/CELaLNvoy4Nx8TwVA2gImBbhHU+++Ib7Pz3B7iLdXk7B/F20
w3IftSg2YPxd9Zh3Ka6YJVu6mzwOZHtKpnwqf3hDkzyYKMB7Yvoyac9kCQNQUSg1aiWW1PqGOMye
ry9kyS6E39x5H2vazLdBVhn1iI/Kvs6DcJrXxvJ0QypZKENGwQB8TfGMR5sSEA4bCjut7jN70BW0
UcyMaZrIV9umY3NrSiwVK+kWPgkeMHgdIy9bdUd/5t2+pfvAx+YHYHC69McLC2+YQqvyo8uMTCZ2
m+MQLaxwM7DUjVgtWWZWSGrGWwM3zEoAX57NbBglYljZoqInjgUe6FZB48umJJn6ZPWumrYOHVc/
nTBxmnU3V833cQiXt7wPKD8Ak4aZjruWERJ/IT5QQpHHc5BJ9dk0M3VDrRHO29LkKdDgdEm/cVRr
DYw6dmcgeatRqvvIb0y7HzDw5ZsA0K955X7Q4ffCU377btuEoY7sHSNn3qp4SNio5kB68k2lPZhH
wcQUHHicjPz5kMFzbD7ZGpE5IqHN1wwuVkAYlm70OKRFkJ7cvggdQ0EW8eCNQ7VIvF/CIQbG1pfC
V9a6ZJ8d8Y6sE/uHL9qw3CWA8bnUpsRS7EuKLdJ+GD9waWT9jrB3/2xl3VjdRGxXv1mZUBjXKrco
duk8EVpgsgQ/kqo6jCzancK1O3sA/n32r802QMJIt5JOGuoFZtPf5gxfxSqIq55VFWJzx5dXdKe1
lodfkGNX/MP2KfveFJOOmMqMDBvsbsJIoWhzwkddx9WBhpicumWvApDTV5X7xqjel5tFee5HorT1
zsvGM9t6istxLVKOIYCCsuFDekRx1rYfjVjYdBbNa4fKBdoSk4m3CaomAwdTSnK6Mph1uqmJGtFn
HrrT96SzKnudNFD6dlFoifvaeGW+n8tcwxumzUKBNKFTGzaOdpwt2jRMsUvQ6svmPtHEx3jK91ln
8IKLqJx4QSULcRNxmSb6WROdvVhGMfZuCjNWbrP07CvbDOiGbrW8l9lStIc5wqBGqNUxBKITKXfN
OMODJiADqMKtuJuaMRsAvfSNA3yrhtjY1Axi182UR6BY0XDnlR+Yxb4y9PeAaZKud8CeGt4wd5I/
fZHzG2Csm7N1nkfOHV5dW2zDIuP+WLw2OPchRcY7Kmby9Agnbf7paJulBjrlxI9Nuijbu94kXk0k
pxEskdWPZGGymehxlcnz0jhhsctlUTlXgBt6TvGjMwbXmUlLeaxMSFOjKTwtpi0+DTdg6OUWlER6
XcuZySxDvSbhPbPgMWFaTZHwK6i9EBtWg49SjA7iTXsH7kG2E904ggXiYIydBZ38FSkkDbfW5HOI
LRuwl6tOYWvexI1OPt3c4YzZL0Sw96buh/chL2x3XY/D8q2eckJG3KpFtKJ1Eh51p8USbpjBpe5+
NjYKoKtqoAgC62D5vfKDpP6yy3Aqj4GvbP+Qdl5qHdI8EPEWr9uY7GrfTb1b1ieswj7/Q7Axphia
9a96xj/Stf+3KdaOj+ryn20f15/lH1I0v375bzK194u4iHeXklb/IgULxOjfZGrLEb9cAPuEgfGe
BxL96n90auFfIja8UoPAwxwuQ/7Vv3Rqx/7FodWRjsyQGle+7z8Sqknt/EHcCTGO8MnAw+Mhwc/g
ehdh7XfCWehYtEMVeufpiZuCpYQJTjnZmXlzRz4ZbitLhfU2q8ihX06FzrixCgz4J1q8+mjvB107
PLhTK+R1RUA/PxKINMPPtGMEdwISDyS1km1/1AQq9VHkvVvvki4op6MXJjDAHUBv8Q6QR92/8Oak
w2oiUErZzaIaZ4N5Mo3eyOo2KABgEqm2QOj1i+/hOAXMUl0GqMHGrpmRf+eNmQHU1VB506Ycs+8M
uk2+VoFS2BNn8hG3FOVk2yUtnJrQfe5JOogWInTQdEqmun7qxE+2hMa772nq2eAzezJj9NVE4/VA
VJ8HqriPPeusXHbWa5dtGU4ZeqIIFvUGps8av2BLVqGJwhfbVh94OZ3kOHmxa69FAEJgseWzl6Wv
Xmeiq6VjuLxt/WnhkubAjPZ9zK4d4J+LR6xOJM4KLJrhi0enDFFUF2FmV7atSU5jVHRXMsxS/eJZ
ubXsA51qNlTTML4sGJax8PIbqPpYTI1720DNZZFkWLhrCmvCkm5xKq2dtjpqpDbNflI5T1p70cRW
aKBwC+8i5sAFMb9Zx3jBH1wiytEafHHDyRHm8fQtD6dsgqqP0rufZkrS7hari911ScfTN4G+cuPG
+cJJaGRhrohxIP5VVK69C4T0zwJvy/2YkdglIXpNxjnYwCC3QhrIuuAhsobnpTbiOGeO+4POtxRY
brqM1PW0U5CmOwrPXe/Lw9KXrD3Qd/nep4Wuv27zKWd8aKLhLQtCsj32rKs9sUNVfmAn6GaUDicG
hGZUS2rGsAF/SGHpYoB2bObX4P4K+SPr/dL5UfAmnB6L2XQjxEIdqRvcJISiV2zhXdIVtoPFyOzd
RbqkFxtNhZt7oM2Tkp+VFKzUx5YSIPEVSDDQCRkZe8y3dm+q9LVlBirfJQzU7K5Sftz/yCwrNxhU
3VRBqlYD1u29DqO4aQJowLQSb0TpJte8C3AR7Wy8lmo71yLKt0WjdfMtisc+OfrD1MlHWjVV9uwm
WqMyZHlWAp4NFxQzHMO86u+0Df31xoSlBFwObaR0DrGjQmcrwaaQw6TyApPi2qWBLLTWA1ZjKY4g
tJtTwUt5X/iD2osRlGHIPJfmd/c69Qf8nEWfz3DyEslppEtOce6IXSL94aOoAw2WXBbfkFkupOEi
ZIdv9+3aufjB+GTRjsNkfbCKotrnUVwTDAMNowmvQFK9xIkENMlpOQk0sGkFWh9TgxQN89i55/Yt
+v5l7nt1Yo3LD2wlgquaNO2GTerPPPfwc7XxU6mc8KEpluTKLiXXvUk6or49uvtqGHkeOLIHtxXx
6qewFBKEPlG9vc1KeDWGflEjTubjDjDxvEucKXi26SXhTAPJmq45c1YoE+tZK4pR2YnRsuBiFGDY
OLx6ldeyW+hchKOMw3K4G+lK3XcCbxobr/Bkhz2tjANtcvu8CIfD0s7Nu6jhmg+CkrZw8NqdRCsf
Vl4myPcRzEKYwwRjWvoybaGtoygz67of9J2DtAw1FeBoUoNuWjocOUN8YfZCZABzSS6KTuq2x95t
enSEKdoiVF1qPtlIBsN8jVdo+uYP1njwcWg8GE3DlmVTsYtzEFTzQH5CeMRhLHwMJyZw5mpOx/Qt
mQuUj2akztQO1E5OPcbtqnssKGbcBUAXVmNIlmLxJ9qOyz6/yZBqzzm1BA+Z1WZHWrlmej5gAmMy
s6ynLm2/0bakdhlY5LcE49R9Z0iT9UnjshecoaSlIzhXLz3ZNZ1HkFiidWxVUHrz8jNZhoz5I198
ueUdTj40mFHstLDP1NlmApy3q1q8CZ5qiq0FrOuQ4p0BHirF9ZRa3hsltsHJC4eWcUHWXhFPOQ1C
6Q09GebyyvK3DUrCwdORRk0dxuueNs+rafDj66RJ471r+eJAqbD6nONBbR3t4h9uc2B4oiIevZhv
7JfnrZ8J8dBBmquoej4XCXAMJwCR6S1x+F7aALxXNkWjO49UK3CfGLYu9k37rq3L/GnEbfgusmxi
qhJ2yd5kfn1spHHvnBS+BuPf0D4CMOzJYSVj/UIHxn1j5bwRLVs8WAhlBOvSbgcKdt5gLCrvB2kz
d/Dlwa3y4EPZjrOushGiHhkeUH9ueDV6tfsacQre5EIR6venL6vsWVrQ/wXfj4I5wvCRhacSIyFY
HqoqHtmMA17gWM4pHvf5g+HJJSeoUA51E65VTdaoi/E0WTBPr00SXnbB9kI3q2rMTepc3uLkicEN
Wnlc0piwuPK+S4LuLIop/zkuiO7nnkrGDFkottw+w0IIGxLMvNrN0NixZ4CQJziLBhkwKgmStz5M
FO3cmcITCOSD5FFgbUlu5V0p4QBnhRrz9VCi66BGhCkxFQqR3TBPXaworICp/chQVGh7Oo49Jd7r
obDT/oaEga5+eI4M4k8R9HNhr0JksA+jneYIQ8Xm5q2j3VSSkSoq81Hik1nLaKTpV/vZHS2BKdb2
tHwq/LoM9xa1iPaOAxEaRzQotuj1mFfrPqyaBwODfFMXtNfkEU3SinM7QOFqmne+0cuhoOwCmgJH
yxG2IGINXA1v0D35kNBVRwcH1dGy5uxMh2P1UveXWiHIns3XCJgZHGSTcnLJmmYT1zXctw50ow9F
ETFKXhHxqqBTFfk1tV/5Z8vJ+9nqW442xvg9oWYarMtxKSKkbmTBMYzmV62B3VcMKHeIg/6PfJ6p
ahWZtefE+TkSzNnYiXTuw6HEv18F5kH2pF5WfENum7yX1DbkWWpRHwNMt2+gweoieGx1iGiYcxZa
+bMVfsH2Iq6LDPuMZe0tjmfzWLOvwXiY5vJei8El+8uiZYMcII3cxyWlxQyOT22jCZpOiRKPoxdX
HS+d8v9ydy5LdiLpln6VYz2nDBxwYNCTzb7FXXGVFBNMEZK4gwPO9W3OsF+hp/Vi/SEdq6OIjIqw
7OEpK0uzrKwUG3D88v9rfauCcmxX9kXfLMnjNAW3Vpn4nxS7372ERoFxOMk+NZkBcYTYqAhLE52r
ButvT02lleXjNDglNBUpjkvtqguOx/BTiEY4kDleHOtkEGuMh9/f+amcsGF4cHwN2qgby3CHE1I1
a2zLjWTBWJ6MADeUHlYxYOVUX7THcdgDWkUNHewzGkJRTwSHphYVGd2ldKYajDHXa/PlS283VAM7
AipJBogH+Xn0G+d5Kc3unpWR86ueaI6Tu5NfAvVkDp9s6ySTmXWXzL64cI0xfijrKHvKSRjHsNfX
0/0gALR6U7ku5SWd2gpk6QVRpt1FIifzorRKTG78EQEOMmWeL+Ui7ypLN2fObNPvDbrcIfpoYR+j
3DkBi2nFF07HiX2/2Ia+HcidPhCoDc8HxRkFHPYaUfcYyyFttrmoHYLDy8q/4Zd+bo21UoRdMwef
q1IM2X7TaPeibbp2vpojkMufm5zz2FVG99z3NxjXlmmDxmXs7xB8p+rCMGrEMo7tY05K4r5DR5hy
gnECTuX0iaCRN6znPTx69wLJBaBPNNgmUaLECVmnDg2Jau8NZNNu6IXn8dF3h2K3qizRshXIPBFH
H1tq1L7dsCBzLgizrvnMfWHVGwf6dCg0ePcsgBv2a+qktMfm3BiN+Wzs3acc0sUFSbzBNZnM2VmZ
d1DYS1hEehxRAfYI00qPzNrCom2tSRnfuio7S1wgcF5SqKNO0vKEjps8cd3y65AX170A/gHVFazS
PHyFs0HIOl81YasF+l8XQ4hEV/6dD9S+jZm6Q0eP4qsep+TeaoKc1o4VHUDqUiWRMfZ2w8VnY9hm
+q1DzXc2RYP9zcQMqy9Hs56ep056y9GhKgc4pJ9G62SYOQ5uKcG12SW7ePnoWpgkTwFFl0bo0D5q
rizdZ8XnMp2nH7HlsPQBNIV9XCKGaU6SIuKXVcoTx2YYvcc+Tkt6O9i9o71Tpr15YtpU1rczDc+T
kXp3dmakNUfYpQQNtTPHecjCIs/wNPQkyzZHdCXk2PhenfacvRKGsFeyMzvpM3YZp2Jyx+5q9gli
+ubEToRlv++j51S2APgmOgurlZClZ0OXhbDxnhSV5BsEZWcVafteeW2QZHxPPZe+eZD3NtO5C57/
dAlWbam0zCkhnyqNvK0zKdoyrt3HHrL5yCKAZOxUfG25hYehbIB5ue0GOvphuaR4vgxu6scg3aq+
9Dn6UZ3KsRjs+2HpIMTC6Xe2i2Hwtg3w3edJzePbWIDLOKx2ommPjZWilyn7uT8aWf/gEjp3GgFR
3NlzH+3TLDCvVEIWcEMq8lFEWftsLjp5hHCU0B8r5GdDZwsgQYuwGCNSh6yif8vmnGY18oGAFK9y
Kp5IqcNfi8S8ODpmIc5giga7xpRfitYF3Z6YXnmaUCQ9jUfKbMhm8csaRA8AAs82mFTrp0GUCKkL
tgXPK6sJ9Sl58iRj0XOlU1m0R7p0+vtcYOozRzd6UlRQmANdZQfb3Fyc/YxkCQcB4S60a8EqUBp0
OARmIEQO+KXmvaQOYqAwra2DwLF2XUY002crHg6eEYhPs1ktu5FcjT248Aevnue9V0gL617eng01
KlC9VOIcopa4iNHnZptOtf6XlQWwW4Spn+za6M8Ks032qOiZOnJffMdN2p4l1Ghu4hmNFVVlTGsR
jEJIbqw2+A/6IiOFiOaQcGzO73zwe7eUPJTF9HnC0bW9ZgGWGCrPRtyuW47X+YmHDl7vADYE55CH
sm3kRu5tPcf5vY5jICQdDwSTWdSfuBEZ6nUvrJN5brJt0U/RWQKhaiswbhw1bYiNi8tlp4ZUX1A+
9KMjyezqa4awNseKPlR9cIVIpdJr9dYFNSbceCJpylbelcKU4R5yq3UCzsRFjdLk79cS/2dqZFfc
4L8vON78UP/8v09YMr/9x/ZHWT+3//xPvf7N9/o/QqTdL/jD65/0uxZpAws2SdaEI2zRpDdXcM/v
WiSlSCReSGPRqkgSIv+QzLr/QMsakAeKvFlSpf4j93ZFvlI7xM9ALYXpmb7r3zGhIbd9VYxk3kE2
y9XX/4A6tlbF3R/FSFDZg2FMfLdM+qSoBRwry03HRl7VP6m9c0zuZlXQ+rNLNlrzugptzVaIr4p9
N5BDOcbxpiw43G5ck1bflsi75ARfTUU/KigLfPblspCnK03vkxOnzTfZ9/FtkhsGyqA8XV2f0cRO
P2sL8hXbCM/eBp6wycLJJx2m+DkQiyNukWBVoDJuYzmm506c6WaDeoG0iH6m02BAHbY3bV0U950X
12QC2qyGIdl7eGZssu4NKglLSx7kOHCgXEPTwfPJRT6jbsKK7dJTOatzyXw0VXXxPULNhBO3rpML
6pY4FnQuIasFi9ee1na2wCacJfTF1h9rUuDmju7i2DbRPUSg6hmG5dIfB9dfua90dayN2eniDgsS
HV3DSXs/HDujeuydZV7565Y4mFrgWphmVe3xAFMFDlyNT5yYHfrp9FGaDUSQ5jNFjVbtAAGtB5vO
dPmrtqt4pyNrnMOgceeZ/LrFLEKhJ7olzRiMX8aK6W/jEHU0UJdKyTR0WJW2nK+5jlcMzs+ZrPGr
EsJlBZ7EiW+mwlgckjQC9dMzfJbskhj66aRRSEqPRmSmyz6YG0RKi9n7euNAH0PwAAxS7NPOKHgi
1J1v8etgIYNMYd7RinYfSQ1AgYKz3n9wh6QbDqLO7Ic66rrnHNQ2TBYP4yKxVtkPVKzDw4Dxy2dk
EIGyCm7FdVI7znevHxpY6+nau6F/z3zJimaBglL2nO1wDLbZRoDVZ9UdYCRfJzpiW7rBQWFEJyWl
Jeo8eToyu+bkTVhgMQDMkdTUmCuu0zf3sjSVTagdsWWNnuZLyHreEh1YzaiYyVbF86aIdHba2nGA
TGmgqqgvfPyTABN6Oqobp0BXR9ZmPJDFBcSF5SKqIGRdR53XUP0meaI1z5ty0lR+p6Z0o8uWsglY
AtPhrz75lOlD1QatvS8GNx9P2BXm6NJUFMzu4ywc7jNASZnu6pzBeLZg7xzOTeIqFyIng9rcKwHq
gF/M0rQLigqWYkPqJ2Ib32Dvmw0UuUOdG15HOmWRAzmsZld8sSuY4recwEg2i2QP2KFrwTYCw8IM
dT/gGVnCoRJJ9Fgg1Csf+kaK8ZIEMqnOWMkz90uFxK04q0gNWWiK940KnpY4U9lNsdqm9hNxKM6N
WYqpCZMRHA/lvmkcL5XqveFM5TTO2BD3HqiHKDDY3A29P9q7sZtH89Zp7IFhnWUZOp8saq8yXiKX
QWyXAXbUtvu1MChN7PqysYg27FL5VCJLS7amvWDNios0WWPsRuKLDIpP0J1aungx25hwacvZP58l
dRVEgq4ZlmMB1tCqOo1IIi/9i9HLMQFyBnEckEz1ZFwFBk7OTcQ0o/cIjOz+25w4yy3WfE6VzLsZ
da8iUCnJQtiCduyhy+6GVl+O5bz2nWtvrOmCYqIcruXE3or3njApucIeM27HxVYTyXH8SdCbBv44
8DWT2LGek2xe6XrmJowjwvt/y/qUlbcukNUbyijEGOXVEuPrNP2qDdshHixkYsB49hRQ3Ou8m7vn
JfX7Lw78g+fUy0yyh9xpfMpjwLcZZ5yWFGjN4X/62gj2NRvEN2VGpJEU3RbdcktIoKQzhLys8Iwd
GqGiuw6qtEVdUE1UYIq+0lGo55SHZfQm/K84srAHO4AzrxgDnXNIewfDFOaJ8iIRwYxkXZKkEFax
8KptADHxSvtukOf2RjXB/FMoOBmHrPc5GWE45nhKYbpEyFanPqqKwSxOc5U1a4Rt5ESXeaXzewma
ut1NtFtJAKZK+qnIpUcbppjslNMth6cwTtL0i24G+2vhzYJ/Ji311ZGZdHfjXCmQHXRrmpvGTNQ5
mlZinNgkSs59taiccMHVi8KFz/mBM1o/76whIW24F+n4lW20d2toSQmT2FtrvrBUTCCFKqOf7Fw5
P1Z+vNzVse7GQ2Mx8I7SHpDeRn5CFo1r9SX+RK/qQRv0lHBb1hz6zp41eaFjDQD9YXfWoM+xbm/Y
vPJTSS5E5Qc1Jp33HCiRLEQVda6N6wpRhQmVkoGYbLsodkPpz8SkFfPXBvVYtkvybCWG6NpmcDkG
QGwfuJzctGWnYEnYk0vJP+m9+8lO6CGI2SNtz8a7S+mMvtCxNrqA5XliPqNp1o/lLslmzV+N2sTG
ZWoPmil+mXDVcslQk1woj/k4qWabKnOotuUyGgTyDB1ZWdjnvMPkmr631Zny70Sd8/76cQZmgXcU
B3uWZk8FK3MVkiPJdFYS9PmpE1YUhXNm2feDWmwf3HIBG0ZlJohdF6mPr9KZkgxP44kdjQsRz9PT
1wL/8pNFpy5hRRYjj9huqPD0lW3c4VVNvix5E3ynkzquWbsylyEZx/wIt5kpKHpBabJsJj61m5bf
kxd47M9RL/EKcX8SfOSZkkNF4I8L434qsVgLtIe7MqXgdEveKdQJs6LbRtyighPUTU1XnhPASXmg
LS3jB4nrst4rPWbOHjGnOllif8QK6lgxB8/RCr4MQVZfQdkCdedD1GF2xwt/JeIi98OM5Trd4egl
Kt2LGn3gqFun4aTZXGFhjzkSipQIpzCPmZtaXUeESSR1b3MWtAie7geCTnaOsvm/RykCorCqe2qE
aaPYp+TTRCM5ptl3PoJhUMcuB0CMRIIHfVjiJaoul9SYvw4tCXcHdxiWn3br2QwGqmWcOcnjKs+7
yZfTOvaWc472iGCm1PicUx+5I6eI+qpPP/hJVXXurOfP+QcA+KjfLgzMr9FkBCWlOsM+B8oBkVjP
Tuts+B/T4zB1yze77X0XrpDhkPlDN5cx6psc9LrZVA+9BQBvM4vOuyyGXvUUO5hMwrEY3X6TkN58
ZmMyEbsmbaJT06WdtGvaQeOZX9LvYwwkC81JV952bdE8BsOUfY/1FORbcwBcRnnSTh+bMR45KcLZ
vScccf5REznzKRtTWIr+YgZ3rUdhB4FK/43ta8T7s8b2mVW5va6VnFpCj0nJYf+jsofUTa2fNACW
26BuluOIa5Nf3BjicTCN8qY3LMivVl3AIJsTjjFOp0GPOF0cPDXFEH+evcL95vVguQgx6qonRahl
Efb5zHnVluyvoiRKYFwhgP1aMlIuJg9gblhTw882mT1q0HO6WMgpNgWptPj3/fPRm6kazHFG6DRF
lZHkBYQHTxJCT0vzQuG41W2v7mLUqUciB1F2VfHkf2odR8CAQ0GGSHRZgtsZ6x611W6ZTyym/Bjp
LNJ/5jTTYOkpaHtUTNx0dGlDsGGyu6HeZTRXqGSuo0Xkw1p8lWmRE41LhB00dTIk9u2s9A8luvaR
ln1Xhfi3omw3JqCjN47QxudoKsdnifr+LmPGQHepNTliKZv8+xnwL0LvhYrwPtByOS5LRAR4zJE6
Dun0GlEYaZSWO9fVq3JbwbtAw2m2NX4L8hU2+GaA/KRWm2NUN3IdHHXW2myYGzzz+BXYT4ct+kzm
+tpRsEhnxy8B9injLgK2ieHeWAOxWzt6aIi4QjfOPsvY+lUFl8uin2vvYt3MzsVURBW+6WCB1dUY
xcj2UlJwxsiAL8LGr58i5WfHHg66VCip/YrFfQCf82OaBhnsopH97lb4LTafbA5YWQxpZ980owSe
hz2x+Cg94DYyVt/EkKhOMjuUgDX8yNN+qEwuuiMozv7Ce1afrDx1v7a+YROz0LfjJSTU4kuk0XFT
vQq0v9PwUR+SMm78vUd+/AInAgvylhOYsyDrj8Yfi5lF1FVgphC43TWoePlc+iNJxvC4Irz14A4q
wO+gRGjGsjaaqt76k8MBEjzAXFEktsgDK5pCJntnGst5OyBDwLyP94VhpAuhjr5ZtpQAUUzTAc0r
HCVOz1yzRwmYUetK44lXQ38q2RauVapDN0+ESVoWUfJ0uOmqo6CbOHXEM/Rt3zFgJhVi6dtLg24Q
PuqgKy88NGNiT1d/FZVOa9EcLxZtct3PcOWLAaLovq/w1obeYBXdDv/mmsNXyJSQThth79ZG3I7e
flwwTtd4nWgRRVIDqceJkx3KJYdpPtU1UC6sSLI6QWTgV2EMdyzbZajTcefjVGEvvkQBFCtWFvQG
9lRVBzYz3R2hZnV+GknKvMS4KZJjndyiM4TohVl2iF0XvWdpw3yKR4JhEe/pQ9f2sJdm2efBRT/X
8xRasc+t5ejNv2ctYQBh463nYUyMCqERp40iTOgDz4RnWk16xMUy3DcFvq+DkoomfY08XpyKxAzi
ezNotLlTaT425JwUBRtYgkOIQSustNvyvSTBZulmv9l6U+uQ0h2zDEEAT4P6gD/GT/ZkfgDlLQY/
Y9tJSZqjn53AEcGqU5CqZFkkpNE2pjrQ9gOyiwFGNnoiYk2jU6p4iIu7skBmWTQe8kbhIVU+xizM
9SXJjm12XFBRlbiocKofWf/TmO9by2QXBGLWSFAKBBQdFcVVR7L+U01cSrL3wc6iSXINEF5ss+ki
CKTF4jvkAaJU8c5UJY4SZ6lCE+p9czklNiulVZRLdshcIAlHRbysteMH5vU+b2OiDvBqcdDHFaPb
XU5DVSGFmF2Cr0eCkPFoEFurURTZpwk/baFaWrv+Vc9Zvbg0vJQE1WlpCHQF/dKmJwiLnX4bQ2ZI
d8Yyi3QPAa2CDioY/dcd3ad0mxd55O4VRiprawRmVB9I6408xA0Vm8FNSnnb3w827emTcaq98WpW
szlcwsroyzOLOaK4hlHepncIdAoE8Wk0jF8HypckNqRIU7wbMIdRch7YRD5s5jHvpv0wM8XPamh/
gXGJYBgFYIC9DZQyuuupkq4xhH5PzMvSk6W+bzjithzTqZzsGFDNSinh/sNyTpb+PNcNsmgsdEu9
Q34br3kNyAS2DQ3Q5CgIuLUgqmtMjUGBLwgjXWp1OymrgF6cAhhEa6EkOa/ukH5S86un7cwjLvc+
+FBEKXY3a1ZUhGwHPcf2vFuafgQNb5ecMok2wONkKwI4Q2F5a5PUSU1zN45gcLZiERk8GN0p/NwI
xNVJmqOPPmGB7xlpbtvKm4aIHkI0vAoYhO0uqjx4Ofkje2IdehJarRSuhLWQSBHCwFv6gx1M9rnh
T/281amWdQirOp1pmdntTQZr+NtYxS4Klw5vDDlFLVvftlsMcjt6ag5bqYqODnvlfaKjV5ZgG4v+
0ddWe1gm3HEHwRdFtm+LcnBb8YvrXV25bAlBrJikw2KqTC0z8nEVZlgcZ1HQ/qA/qu6kWa/St9HS
5G5OQTXvMgqCgAExgCF6RB9c75x0KT5RHsDL6WJqOKH0Vo/hXGcyRveTEbU4TXVE/EGgL1PQMfOe
DPXkS9r6wUMwVLOCZc2ohbZce49W6uRPM5hE7CKZD3ElMmb4r8WQDqeWY6WQqgXPmdmSGiLLeclZ
Fn4lsj6nLWYyD8sgeER3ZMFntSS7FYvNFksJmafNpvXq7jsfP76cwGub+XQYOowibcr54GQO4ukB
WMWAAwthJKfGmOQiGebD2EMUyQhWoasfmCtTbx4mPV4Wqk/74pDWbcdGqjY5ORPAWCXIg6UBGZTI
ByU5t5FVaU3tUTNKRsJHjCy+K6OJrcWn1pK1fdkZyMpoTfalk6s9oe5K7016l9RqDTfuFDKR4FcX
WjhyR8p9Pj73/iJWiI6DsajFPGRCtHMjdP+0kvrJrO6smv74Dim8hLEpcyfdxj71IrWvZ1qp9OSc
Hq0QBjWhHGPvoNPwQzyf8BeR9Rg9K0BQyNVrGhXboamlIl1dolUnalxQpbB7quIHUktcvz0gbl2I
SC/mYLgpCLzwj04SuQ4vW8beTZWb9Cm7wYnYobZFz6nybExxixwoDJgcYUqcGqw8HJATpotcjX7/
nAQJ0iFTtZzsWhzmxHh5sGKdNWuqjIUNwFeIPNv0qESaJ3pvc/SoEZL2d3kE2AqmqomfNEXrSUOb
M3jd6WzeeFXgOl/YUCfdnRsvCDYXIfzkO2KLEQ0Bk/ckb/HusPkmkxcb3sbRQSqoYeLmu4oZGvUN
C1KE96VsM6W2LJMaLjsRnRnsqfs2ISPnMACmh4Tq996lCR6GSpiHTdMxQBBy9Mfl3wgDqxIvrjyJ
wMs1p70Buh3P7epMopFc/DAxlf1QdWo90Gei0pOOjUkPt8F7zGFCJorJdSIpJCbuL9kGVrUYJ06e
VrAmDe2de/TO4EuoYCL5R/lRF46Wk6LFsCschL6d0k8DNcY+2eIczixmqPm2M3xgsGPXIFGxkcis
gG4nYQ+LKJFdEYGa5ZZ0p1xwLLM6ESq0kh3lIbP5Ams0+W7A+A6oJeXGLW1RKBcZMlqBFhPkBp1d
PuyTaqqTT/jxLdDqo6EvKBPFI26xkXSCsdbpjoLm5OIkq4m3oPyPgqKNceoR1TYW32u/mh66JRgN
EnF9uHE4gSec5jSBCRAjNOYnWk0McaOXAB5FPTpRBBBInbd0L2Lgq9ConhtbQ46mWoaAzI803o9s
HtsveNAhfvvFIG6ycU1tRYNmPXNMi/epV+Q3eTUlIJJ8ZDaLlgSAIAdHbbS43oAVgAxtCulrb8Ua
xgyrgQK3P/7yZjOaOY2jxWgm5MuL94gWxaXZGov2x+D1K3TeHPLr2TN1vPMXj2GGiEIdc8b/TVR5
PmZpSuw3DgeUesshL/mh2SLeUA7h6Qy6HW91MPcUA3Ha5TySzv1kpLFCxr1MEbNuxpccsnvI0j1N
136G6Z4mCJqQJH4mTk1yxlDOchF4KYw/jDhsMDG/sBNdhoxT45hQ+tuWLH/5Ls3hDZC11vrfDFJt
J6Y8Vf5cEVs/BhuYBZYZE/MzE8W5Ebks32lbYtNIKESzlKVzRcBC6edfHXbD87bBEtluEHKMdxGt
l+QkKIx4pA2Vgi4VVpON6GO88WIKDABvOnOyH5yjUrzfYMXOyzxDVEW0Enq7wZfgFiqFgBtZqE8C
d1CkP92KxJgQNjPtGle5Kx3aztgnE3VjLkSZmx5zSpE7GelTGAuxmkxs21pmv+S0RSDJFnmlZdeQ
0jhgmvmans7cSIR3A6gqjouBDOyMkJt9UPpdtAmYlhyMUTE7fXphVb5WaGgHSfKZgce2BoUPDr3y
Nhpt88GHXbvsy8VOru3WbBhF2QJ6tKDS9D1ncqccgv1SUccZOI5TxnDM01ap5jmYmune4kvCRAN5
4lL1pWhCD+fWNYK8FPcqDXg4tp2m64WHLLprHcwyFGxtaw7tdnV8NgFNkEu2hP61muqedIS64N+M
dBeQP0/dl6BuWUpz26OQ/hI0U2yQMGXLI0oHuuzgRqyOgIqmoZQj5zInyjDryxPOfuKWk5t3GsVs
kXerIW7ampEC9NpO9OU2YsisJcRfu2CAaoCBfe2WWv/MmgGNnVkWw3fPAVFzI3Wng60w1wIwZRga
Qb5fI49US2CcSa+yL3VAzhU+RJ19gTFoXoNqzWFoK6dNzzt+33njg2nejH20PDi0nchHSwjJod5T
QSVXGLaIXANRgkfcRD0LYiO5Gcqu/iZtfN/b2Wy6ByKDYpzqqqh/k2v+Rxt9UDW813e/7f/5f55f
JqD++jf+C/Hq/ANIqwV/BjSScOmj/6u/bv4Du45lB67vYfmhK/Mvq48kTQf/DR4hBNSWKwWYo65m
Jfzf/8ul924jlQn8f9Gq/gbj9SVHhrhCfoAnLclmha2E+StP8I/eeo8inQI8wExDTfNO0+O6LnJa
bk6yiGPZWtFPkdW4eHE6Rh+Acl6Smn5f2g8EVBiILp5cCbd/tvUF1RX0fsoNETsCeRGOukgHhNi+
sqrTP97HG7ikty/l8hZ8HiYP9OWlTOGgF6YcQzXaabZlPi1sJajsG0jaP7irVYzw3/if33cVmIEt
hWdZAAFe8acsatocsLgrK02cU3R689ZpnPl37NS/RW699doC23Ysx0Uc7QWv8D99GcdZpGqSMxZJ
1c6GQz5QMD7t+6o5iYQ/QLTtOH0jOp2sD+5w/bP/coeeIx2J9shh2L58mCQiciijXxE2hu5wQDg4
ijjj1/uhtI0QW6fHDsfvfxsE/+0dv/UKA94eFGKuG7ivRksATHRsJVdNgdGGMfvqsOnT6qhaDGTv
j5aXepNfr1CYLuY7W+LMs+2VfPTHN8HZMZ3poDlhI+aEjUFv27gVEu96PbBvHZEOULrJyQ38drqI
FIkG71//jSHEwFnnA8HtuuLVy2WPkll+wcsdJir8AoGUDHmZ2v3gOi/pWL/vU9iu55tCSKgzr64z
mP0EXwEssL0Uy4nSLBGGL7tzNAQtbI/EP75/X2+8Qqwk1Ol8AsWZvl4/V2MisDjz6E0joDnKGK/4
PMv53tVL9sEYffNS7NHxRPqAsP1X4K/CgcdEJLMbTmPzXLTKO8R+oa8Tly38+zf11mDBQAQQyTMF
iIlX4zIasqADJsVDJDUKs1RGJJMsY+sCqVV3V07gW0N2vcmDSWHxvBnMcvv+D3jjcxS2BVmYIz3i
LfnqLRKKbmWGoCKYKGHcBeQ2hXQK55NGl9M97h9/63Oe/eBVvjH/MEItVGMu4i9YZy8/kRoNEMZ/
ni/nNEn+WE0yEVC0fTyNBk1udB3UaajC9Wn78/3bfevNghtjCrBQoKEWe3llzqFTD47BCXEwQ6S2
evewFLm7xXZmfPBk37zJVcgWkKfoUOF+eSmym5hDrcgJtQzqrdUs2ckkJ+tJdYO8QBubfoJpS2E9
VY7z0TLyxm0y+9jSdD3bQTL2alhx6s7gRrgAIuhuHSGz4ESl77RLsVl+8C6t9c96NaHbgNSk6+Eq
9rH8vrzPDqJKbplcK259TtQNvTOjWvo9SykE85lYaiLMD5yO5S1dEBMKhffdILbkg2nXWq/zl9/B
cyYgl9nhL6Zj0w9ov4IvCxO6+YgBkvuBqsUuTZDvLaoBPYMpJXSC7DEby2aPaOPH+2PrjQmRLRoT
I4xaKFrrpuvPiR848hKbCXqQrtKIfIgKObPzPtnDM6eTbNOKef96b71kz3UI11g3iAgmX14PXFAw
OO7IAIMVuDdTZW9NN05JmoIV8v6l3pimAGPyvXrurw3fq1uDHNaablQ6YRFREqy9wcfYYM3jrRz7
lvQnVx4bb1A/PDUWVy26sg+myTdu1UGi4LCcSifgfPnyVmeKnF1lFIwxl8SW3jEkmesJIXHm3Bz+
9q36/kpxRa8JhNJ9NUMoOoGVaSRO6LEEXWFCTkmpw86VEZ26L2JyABCZxrschzZCwqTZvX/5dep7
NYr/vLx89TWpdsFHPRs2S/Y6ZGMz3zfdXH/wPl8O1V87dcmbZC9kwx5Fv/vyeZoSB1sy28gs6Tlt
bFHKz54HarKm44HEW+Yf8B7fvJ7Nm2Nfy3Jjvroe8lq6oyjFdhK0MWzobty2CnlRPKbfAkJwP7i9
l8P11+394luC3PWsAPfWq9sT5CdnXq8h3gPux2wBJGkR33LlRPtuMDGZBrRTV5nuNmGf/cGM+HJJ
/a+rs7qhPJYctNbT35/zgNFbJvRJsCy/KjmJPaM1EbI77bH37tJipFRCjtWn98fNWxddD4mMXOFw
eHh1y/hSDcT+4PpHKytP0PwUO5Mqwi6AY/uTJND82lv68YPX+nKJ+3WnAQJc1jhLkBvivNonRRTV
/DzH+mI0LuaKtHaPqZplaDaLh3XBQzFLbaffx+AHPnjIb4yogK8TMSUbJ6JP1p/2xy67j1I9lxM2
2FKv8VSQsc6BDQUh2hTaW81ifrC8vHWrCMjX/SA37Mv1u/3jel5CvI0QI7bb1WM+4as79dwR7t4k
5XlREzsfattob2gwiw/m+TdvFdEQ5zX2o9ZaAfjz0gVAVi9KeLWzN2ZnXtW4sME1HRd+BDVYsrvf
H0qW4A/87zno92u1Ao8JDvE+k/6rKdAchMRw46A9UXawr0qkggrpooU1d1H3tScbNBHCM4lqcQLS
UCs/+JRFrOh2RDuQQi5GxA9+0stNxu+fRFWEKoPPwkrN4+UzgDABB37pWtQv4z3fl78PYFls48zV
oQ4EYNRWyPMM8OIOtBZCbRqOe98hxe79H/JyIfr9O2y2/7gTCAJh9/ryd3jEzxCPTiDL1NOZp368
nJIjTp9U1ukHH9c6ol6/BWAoVHakg69IvHrtRkC22zhkpAIg3r5wRlEfhkjpL+/f0FuDy7U8eMuU
idZjyMsbsljpEDfXehdgJdwKtM37wpyte7On/UU7LPt7W9PfT5AyliuZp+CYrH6RP0cz1FXIKybN
H1SQ1R4K/3Qa+DbddDtLDn//3iSbI4mVRODsfzWOGzuu5owQrl1RNM2OsnV1hAAyb0i6CrYxEI79
+9d7a3BICm7wdygToQd8eWsYQ8uxtiUZmi3Zub0Ha1fBbAwjEeUfzAnrH/V6cLDrIx7MkYwP8Wrm
dSaT6kmS6J2upYAys1R3IJ3zK9ouCKDYr4eZVaA+1hOtjffv8ldR7y/XZnfEuZ//rrCgF28QXRzQ
MKBnOyzV/kkXLM4OJsnK7htQcRsG+fVzFz3PkGSOSbEE5hGOe743NNqeTRIV0ZVOTDStU+wB/y1E
CTPZAMDrWLoNJSpl/4Mv6Y3tAIcwIrIko4Ev6tXcHa25PSLou91Y5dZF4E/nk21an4KqSq6meOqv
zNSwv6XdXO3tago+mrv+Op0GpknBy7Ncm/3r62FRuBmQdxExd+EJAtGKN3Q3NJkb012rpRUmS0fT
zoi64Bu9DqA1fa9xgziZf0AF395n7mI/vP8O//pEWDw5d687erYLv850f6xmDu2QQXu52oHkgQGX
9D5ZnJ4+XdxRPDbmbN/novCvy7abr8EXy6/vX/6vo3ddu+FQedRu2Ty82uQOyG0JvO4oeLge7EF4
Y2BNhH0QXW+cNnXtH5eii/HCt9UHn+irU+I6/QRcEcg8yDQKrHKdD/+4c6Ckkef0ZEnzZCRCxm45
sGCZ9qHBz4sTaJEnHY6vsymIFMGQgxRXFmTd+/cfwF9nisBiLDqmTbOfeJBXs27iRUQ/I3Pc2YbC
nlvQ5daTlV15iM1O/n8uxRQaSPai9uvRx1dc1zriUvni6KfWaNEXdi1mb75G+cGH9tZ7BTrGtpuG
gOV5rz60Mc9dO7MHtXMRLWJ4i0aoO7aWIEEjfwEOsNB4aiZvYocWkN31/p2+NahZLpmBA8Huw3+1
skBp6uac2BskNok4Ix3s/3F2XjuSG0safiIC9Oa2SFZVu/E6Y26I0Uii955Pv1/OAnuaLG4RLeCY
AQZSVDJdZMRvgNnIIegYLQe3DkXiyisWG2Vbip7AXxzYZYiFsz4VhcUdOTCTKi7TTWaQAG2wOjWr
fFrzxbuwGpDiWSJTfVqQCL8qWfr2tNAh6aaZw5cm3PahOsxDpwHKzH2A+eEVoPTgZu1kYDploWoU
Iyh0ZI4hVuVmiGQ+0BLESQq9ZzO9AfRbWopO7g8Ul7yeC/tlTnKLOl0r/CAoAKNWkP6LHauylCgx
E9eyzc11M5RVYqtDWvoWTeULsLn0BXx0eJ6Q8vkoGb31iP9lpnhjOGACW3bpO3Bu41/319bOhuWm
A6RBqZY2wra209pq4bRhV/qNPiigrIb8oiFUcUZotDk4G3YWEvczHSB6a5QOt3zVRVbEMm1qf0j7
8G/IFMVjEag0Wju58Yw2WeqDfbN3Joock3eNqPFov+X8Xp2JqOiV4WwXtU8NeIBtXXfo0tkB9mGG
BP5ARpH7R81ZWmGcl+uXFn8URNpD5IT9N39lTVSZbFEY1gzBGH59OPM3gwROvvY5uwHPZU5DD2zS
McgLamqL94PtrGaGikGlYVFC4ypaB1tsDXRWP9Q+cmzGi1BX/bCYo3FNHecjhz/CvFIsH+QCYods
dpBm4XkBXZpdi+/LOqaBuPsYzwwwTGvlwwhG1+Pkzn/dH9nOMUxZhxjiWU6NezOypOSXGxhZ+3j7
oczdaeCfMetyF4Q7Flcb+TuUd/usQjA3Sv7F8iX95YSg+6TZN+0nDZoQAAPybS1ooUZBAgAcF2Dc
pk/KxYyAbR2s352JJIsQnUxq7azg7XC7wSohEVQIbWDzXqGp7yKuNH7PquAvuR1gNoeDpL59qbI1
kRbWqTcbsr65bICwLDJ4W4ZpxdMDbin2u25cik8VUvPf7k/nzoHA6lTQYhDrlG+7XjRahcgOuhXk
jxpkWqTZFdw3cgm0sY1xn1kWBxnDzj2Ka6tiGBhBUFDa9qSYKyuxbbD6gHXRlNHZGDxGcUOPNXQx
gdiOz42CkKbLeTz5uFJYB7Ws/R9g86qhZMg62gzYGKyIi4wf0EOw+oFcVo/TNO8Y7Ffy58rR45Mx
AeHqC6v8ljTq17d/bmAuFD9oopKobKIniGPIY9+2PhkGiPLARuoQwLLlDgjVPXLg55f7AW/rLaKv
qbFPKfDwB1t8j1fnL5owyCAYmeMhtmJdYxh9bjhNiod4+JciKbSHIQL6DLAX5r6UJ8gSSsCzJqfy
aske/lf+4v/tlN8cUfwYerpY8shIkaMSsv4x+MdAuAS86QGJ7V6aCZsQHNP18/0x70XhmcgxqCkW
L+bNSY/7eDGno2l7mpUt5wQIl4CIHfWmDH7r6rhVMTJWbXqlNA40eXuflIxRXUJsAaAn5MDjgY0q
0KZwqdfC6/0B3YYSfslo7+p0Kfhym5O9Ci2ONhMl8sYJi+8jO+MPe24td6xj8+DtvxOKbE+nV0um
jV7e5uhxphxBRiyxPPTtkLmupLjvThr+uJ0Ltg1WzP2RifW+/ohMEZRsshETkQhrsyCMxhZGQLrm
IQfxp5QjvmtgfXhuBosGCN4tBx/yZvMTie6ZeK1TQuEEWq8/JYVTsFiTStclwmSkMNHzT4ruPQI8
w4uMMOkjwB8MNYM2Wq5D00j60XYUETYDBppicVA7hkGWK9bu6+1YlZUR673qDRywrRsqgYmeXjDp
X6MBFoaLxYT2VU/wanTLvB5SwEDJTFI8CXEdLW2g49yfAXGB3fwgnlQKzmgUP7d3zVjVSwpNRvOQ
8tN/2BWelfg+1B9gwH6apRZCfgWJP5oU42Cl7Uw9qSg0DZRa+L8tGilvzVbqavpQWRnPj2OmgcCW
w+4pQU8TM6bWPDh7Nr1kXucc+TifyfRRhQz1NhN1+kXrp95cPMpoFEwaBbQMmlQNuzdDEhL5I6Pi
eTkFozqANEysFnsrPZNc6HTNP4OsUt27/+13Nhu/CCQIBn0qJlebfT0rvZoXnNCeiiL6Q1lbFXTA
2fHZ5d1BqNs8XMBpuOaZZsrv3H/rhQeHXWlC2Z49je6cn9jRgDZUOjzNg16cc4dy3oA2ko++7ezF
AwKWwdy2b59yslOHl45AZ93MwCDJhTVguuf1llI/lGiFeWqgxz6yS5U/whY5OF12tjuVRFr2WC/a
IhdfjxllMKQzUwNjXT2C5m9E9Ysi1dJjaxfS30icarWvS079EaDINKKPM0j6wWffWeSAFkS6Q0Wa
8py2/gVJEFNNXVjk1MTSR1XuVIyw2+UP9KCXv/FDhDF9f0ntbGeTJwc1CuoxirndVWOuwklGhc1L
JXmMHtNQix61XEoNVzINYSlEHogWTokgDfC4oD+qwO98cp4e3CC4CzoMWfy+V+dbBJQ7RMtR9iR7
Sc5ytgDzRu/LhKrYVwZ6G1bzOavU4FKrw+Jmc/Qv7koSDJ0Pjpnm7QfATqIBmdgsHrxw5Ep6GEel
Ek5wbqLRu/+td3IrHVlnZEroNJADbHPJKRwwC60QrJv6ogm9FOEEf2TtP9tRE5zCJLW+t4XWePAT
bEgmTqaTYynGu7mxsCAyuujl/g+6nXyuNI26IzokZAvb0udMmU/B6tPwDD2sXsLYnK5ktM0Jbb3s
sSjayu2jZrhQmz76FLcpF5Upyr1c5HTR9G3NMdXIqSdnEq5venyFLD88oterH2Blb3cTKZCAHYvV
ZcjG5gyLZ1rbVawbUBp09bMd1uoFZx7dS6DgeGkq6Gb3P+jtAU04Ula0xmi7qNvGrBS1oJ01iGPD
kmIwDjvM1zSE85jp6vwvQlHbo9BnmSqZ3nrjjJBoJTsrTCQmcwU9e5t900aWa2PydnAs7n5Gsg8O
JEcDNbHJQZYQMoUCFcwrU+156hPINFqm+YMdoH+M/vpBuL1VSW4HFJhmmagarEcmq6gKmQqvO3Wu
qy8AgrMzWxf6qtomn1DEQhpU0YIL5njJwWG4O1CUG7n6qE8DCVxHXuimIvMy8k0REnCHSkP9YMRy
qeja7Eq/5KgbsxuPfoys6Rr12m0zHdZlMOOsZsLnTcarZY75FwfF6UcVjYEHM66av+6vmdvDlsKa
2OygelTaQJvDNsnDOFPwzkMzhA+ohjDH8JVvnsclR+7EEe5VfYXOSeOkD51iHL2z9oZL45MyF+c9
NZLNdkQgDQOjjM+rVrODyqKBjwu+ChTlHf1xmcKj/riYrnWqqtNiM20V31KhKbNZtxWEZh1NMNPD
A655gZMjf5ZaUyN37AIPnSXrHJrhUX68G5SnHDwHXFIoWazXkLYIMrVdmh6IS/3RCbUSjSCSp8qe
gyvq+vVlrDr1/PaJtXhW8mbn5YdSwzoodEXNqccC4VSUARoXV7Xm3IJJwT45Gsx/8E7LB1dWYrTg
67iQT/jSRV/u/4S9yQUASKmUW5S7XKy9Vxd5F83j0kUqvC60tB7LSRv8RZECr5IWVBv67uhltBeP
OhSvMq4RiuGbU8KZ7CzLKS2ix6nNv+Q8Uc6gPcvvCsh6lCfQWfjz/gB3znbKXuAERI3ABD22HmCa
yUgY9xqCO60CPzia47NByuuj/PTrfqSdoVEq0Ki3U/bhItms2wSGcaaUi+VVwKxRUvlZLkbsxzFU
xQQS8NsPPTDXIK7JSgBtKdp6XCWCyBNuTpYHiZc6lkZJwuo1xavTqfFaHGQPko7b0XECQZEBpy/q
Blsja0Qbo9yE2+hPs4LLARe0O8JGd3Ok4lDbGIaDJOA3I2Z9DJigdejwktvzlJE3A0SHy0ZknsdC
U8zqrwlPh1/20uYf83GQ3yG3q/9A5Hr4EEVJ+BAjopdeAsuJzjLOAM+0ImQaDUXrYjlufyWB5b17
f7bFbG5/Hq8bHdoUiTgzsf7+jibREy+iwEM/zbyyM4XiVzY+3I+y99XZKRh5U7MV+f46Sgv/EC7G
HHhxMpaXClL1g5VbX3LLaR86qTtYwbeHIC05LhgHzJACZmizVzR6f2SObeDhJze4KEI5OKZjbCGH
xXSODCuHVFkc4UhvNyglIfIGZpkLjt2zHiK00DaJ8Fb0EWCWcV7JIzdJQ/1MmvHmdg2pHVkzKQpI
OFFoW4fCHnJR7KrlXZyhcd1hCneCfFr6C5ouCLPI9dNSOkc3y874DN6GHD+QIwQgeB00maKJrpsZ
A7MzwLbIeQ9k1eo/5x1KGPdXy14oeosQ2vmWgEQ2oWpIyRGiYBEFdUX7pwpMlP5MuAJsBQwDL/eD
7W1QgxuaOLwE+cNmB/DyM8dxhNlrwYf9uzKH5v04Ql13B3pUFznXKi5qfUaLx1ZR5+6L0m/RYCw8
tGDBKnRcNc6o939gAhK91OBr/Ps/8HfGudmiiAPTzBe7VKbUuf7yqNxqAYbkkT8NM2rcjbBFjdVK
QhLTQDOpHYVSwZSrH5ZRrd4FCDS+tHoRX2os615qrUSEMXFC8BVgUie5CVDYLZr+vSpFxXckajC0
JGugl1lL08Hh8vv03vx00fyCDEEpnQbYZieiClGaedBFfi8Xn0vUch4QAogETQqndwsIUJS33SXt
kapCcrO7SFyqkBN6+11WqKEPZqQ6+Jo3JxFnHVxCeoF00vnfTYIkMGLFGC06su9W9IB0UouUr04F
McXI8pMhB/n5/vTtBWS7cAHQuBKFnfXsBdj+Sv0kCY0WBYX3qNUeq16dPMSZyocK/86D9XyzeeC6
EQZ8LsUzxKbF37/KhKx66XVEPAxXj8fxXENXAZ4AHmEZ7cm7P7Sbp5Jo+Iko0BE0EHCbb0nSKyUD
dhnuMNYGbjNUif5BcMlwKYz29OxTGckkacRSExuf+6F3RunoZF6c8kB5yIfWo5R4jLV5VevuJPW2
D00r8zT61q6u9/2n+6Funi1EYP9RBrREf3zbxdVQcqMUBeHCjMfFl4LaokIRTB6EdJQN7BFf2Xwu
P0WqNHh2mB8By28LwcTH4ZAtBGOAPtFmAUVEBDeUEB9Kj9cGch9j7zEk18oyE2SC6Z/HHvsoaM+x
MipfnHacX1Krqq8h8mru/Y8hgq02tPgxgHqgVFLYoK29/u4VKAjFQkfADVVhTlYpFtK7Rfv2TUqy
wLKykb2i9bg58eQa65bAKnUXLP9wxrK+QuexBwhYYcqJCPLR03B3VLzVVMEWFe/h9ahmCCIWrlW6
iy4gHvFFWDz3NfLD97/dTVoivh2PBgFy40Tcpp7KmAMTGVvd5cwN/tLwsfK02Cz+TGmaSC5geR0T
BNs6IDjvnD/Ab3nhU1mAo65vXkYJyZ+iz5aGOmFnfmvVAllSw6zk86LXSuJ3WnNUG9qPyGahtkcx
ewuza9R6QOke3g6uOCM+xXiAyWGNNKa2gFBP0MO8/11vZ0/jWuQtRhEZ2se2tZkjd76oBfFQHZQu
RmJ3D7QbjYNz/Hb2iEKPEaQKosfWlkijO0EYUZ6GDLWE6Xu1sRNfa5z53Vihb+HijuQkJzT0jQMc
4e3HJOnSeB2xEziAtlg6XkHs6Z6toEMnvPYBknS6PNp+bAfyk4Fd38Ewb8904ulUaCzV4uI2NtcH
XffcqVoH0HSnF75uTcVD76iW7ygoxdH5owxn2O2pzPUjYtvOQUdoSCW2mErwepuzZQ51aQRHrbmG
irVAiMuU0K5V/aa1cm8Gk4yn79CchcGNZ6DJc5ZMSfskG2B37y+o28tFQxubagbdJ/bq9sTtBjBP
ZsIhJylD6gd1jZmL0lmPpvDKuh9qb3pZV5Tlye4QcNicPG2M0qIaoBoR9p3hWZU2uY0yS1fVQAtW
abvxIDvYjWfwbQXjWDxM1yddm2nKCGaU5cTC8kMp5wP2ZvbcM6swZFFtvD++vU8JcISdaYBJIgVa
x+tx++a5gIhDasv9CYnPzJsje/B7BSXq+6H2jgHB26b0DRMUrMM6FE4EqakVhGqssPcdEjsPpaoj
hNXeBwS7QAGRlJbqsBjwq/QqROg1CurGcEc4vujoZuYp0ucAxeHkT2uwlIOzbe/UAYAEvooGER9R
/JxX4QKanmploc3btW1NhpUoF7zsJdieTfvYwux2W6UwDxbJbcZDGY+xsQugitCVWgdVqpnmr9Xp
bhAqoKOlxOk/TPi/XmVr5AFSlFPzwZbq/D/4JlaPSMBP3+5PpZiqdZbBD4CcwBa0oW5vGXyouSCz
CgbMxUUcRVYZV728x9dNkRznC+/discMcpeSWY0f70fem15qtSQ4XJcWw18PXZvaojTROXPtrKrP
rY7vSByXOJqEwkek1QbvfrzfLPvtUGn5ClcWWzhSbxJZtJCFfSMSjnrrjBEatwVmg0HY23+NNg9f
pAgz9NxrKTBzz9RCLEDmPC7eydNQflOCIplwtKjwXUTlVcEHZaqQto1idOZPU18Ow8mJsnF0bZB5
X7FIUP7JKDp3blGjsHQF8Z8iwVQXiLjSpsOHw+qmn6k5oS4tdIbxJkqWHpOQZagO4A07S0xwg8C0
cS6Qdm3WdVdG9K8XCOL1BD8oEg6q+Bx0fhxGmPTVfeHOjlm7KtW6U9YVR7ih2zc1CRHleUzDhTAQ
fYn1PDta61RGYGvIvsjx91nTETTNzUb+hRMEosF90vSfOwVQ6knHnLZB1ltTv9TKjGnu0sX6Nywd
QtrkUVNjwNT1wQdsfesAIeFCxoEXwajRBc2V4yNF6wXuUZSPRwmJ+ImblUNrGMzTb3EDngbrISTz
khsRCuuuJemTpzhz9nmcpPDEg3z276/SvVAGHWNQCfT8wN2sQ2lZX1UKG5J1A+ySqaNVo7QLt0bW
HdRndw48wQ36v1CbC7HQxWkXMyrD6JWnQa2ybzhxqeaJV2CUnUC0TtfJKJfz/RHuhsWBCRIKdQry
u/UIcUJBTiVmhHZtDni66K0umJM96o9y1VffUHOU/EBH8PZ+3J0vS/eUQhfVJ7KNbSc6sls0Afk9
roxs/jUt4xrUrl0/B6r8619EEmxD8jqBatwcNFmOeuU0p7yYI6sAEDxZZ0evGxVrQ7P+cT/WzlXM
zfjfWJssA0+loQh7cuUIz53PA1o4PyrRl74fZffboQ9FTYWk0dhSrnW5tEe0vVH2UMIaFHftfMK4
tHjEzP6IK7UXCgcueluwEWBfbFYlyoJmGoAodLVKh6DVQHcAqpNe1T6PHu6PamclklfQCKGFxzNx
Czodcmsa0TrkNYPltT+iZXGW7JG6bjWElzSplU/zlBvf7wfdmzCwbWJh0NTiDbxe/tjDOFY5MGHZ
nLMW40HIHYOavx9l7yvyvCahgOrFpG2OEcqnvTkLE/u2adTvYVP8XeFV9cms03+x1hkKSQriU1S4
NtOlWQMA1WHScDQY4pfSqLlFVLRKPXT9pYP52hsU6TRUOs5i3i+bWJVQjMicUXMjdew8QwZ2h5p+
d8HA8IjEuzdLJNPIumjwvunXrGcpmpURGw3ORqVNpvNShtHF6oI3Ix2p5QnOLkxrvhKLfh2lKgx7
NFHEcK2u+ZOsr/bzVF3OKgNyB3MIrvcXxe6gRG2UvF08OzeDMiVn1iu7pz5BqfS56FteWwFenLJ3
P87evoLB/39xxDy+yqTFjaNqEnG0EZ6WoqCfqup1D/oHCU18KTKkbnXnoHa4k07y8OEZTWtBRaFh
ExRWS2hm+Gm7WgvRFMuINv6Khml3riPLesk6G03o+8Pc+5y8T6j2GI5BCr9JrBIlbZMeyUu3MSoM
ApbqZxHK6sGrbj8Ii0SwWyD/b27L2R7yUTVbKjz50D06dQJUH69w9/5Q9mZMEMxkymbUrW7aXEpS
5HGnai5ApvgZ5RnU77O48YoZ6wcpsJ9GJ/jnfsjbgVFpUSnugH80kRMSaeurRZIonVphrae5Ge8D
zzEq85MyaPaX+1FunzeinqOAwhedYViv6yhtPqhRBNEWFomVXcakXZ7UJLbfFXVQ4UVGDlCiO4Fq
a9L79yPfflIiI5JJQZnDCubYOjJqEdUIrJyJwxjkA6ZO8VdAzf1T2dXNA+6+hW9MgJrvB73dBBSS
ROVRYGghYomP/uqjUt1ss4jNB/1qFE8Zw4ZHZ0mebnTfMEg7YknuhwPOCUPod91sHU6JQ4ybUhGu
NNHfd2LHDbhAvSnpfs1ScIQX2wvHaelA1TMpPm6lpzojoSu6sMXToYdtBSzPM6M0OikQ/f9I+1w6
qOfuLVFxmgheJInIFhkdKzi4IbOhURBEGp+O5niVI1s/aMHuLRTwGBSmfhdutiUwjD0K8oUBpInT
xu94+I4XaUwSV15GFJnj2vagzhXe/YWyMzS6SAiKCMIjSInN6gRG6XQQspk5NJyfMjXDZmPglLkf
5fbCBvvF0xOUMyalDHG9PvTaMhF3J0qfzwBtrQIrC91s3yP4lb75MUOeI0oo/LNUU7e9uJFC1IDf
DrlcIgeepE0Iukf24mGoVLqKXvTuZIRH1OSdBWnSphfdKpbITQOwqJdYrwouukjvvyu4/D3S1Cq+
StidI1aepwf5j5iU9TNU8GVBWtCjose5RfFaRk7TdpnRArPn8YOejJMP6dhyUYYJXbzWcV7Mpfxx
CqP8kx2pR6KNt7MJOYLcQaZHA4XV2GQrWTRksoPfFYWScPxhm4FcewXkOH/Bj7k/uFx3g4miBRNq
Qr/evGvycZnkfilgBNdpc6njWX9u8HS98EpVLvdX6S0DAgUaHbteKPSUT5FpWC/TQrLUrOzn3EO1
foD8M0w+zt6Z7yT9/BR2U/qMiWPyNEUGxGBpetYHu/lw/zfc7kfi0q0StxTaMVvgASgazKEWtHDQ
4p0e5Fip/DBeovO/iCLuWhJO0j9dfPRX1wOvcdZoZufeqPbdNSbLBVlB7e9+lNtdIRIVqDSiuMeo
1HUUrWsmKS0oomkt5W4tXoYHtRvCx9gc5xwvta49mMC9j8cZJhyhDbiTW/R3qOPzuwAn8JZaaz5h
JWK+DJXdHmTPe8OywISAX1GFvuXm4+WJhb7tEhXg5VL9ipOB9YhF+4TW2YTVjxIexbu9F/iCr+KJ
3/NqsuaSnjLMlMKzZuklAw/1FWHW+RobZQJl0/7ROTg2vXHmoBTT+xIAOsp1NxwROSj6KscQxJvU
Brn6pHfcUbeaqy6Q50pcHsH2bzY58aAEUIWyUQ29kVOzomLB52NgpUhRfI6aisaPBryBX9kdXHi/
2zurw1PE0kQbgUUCd3qTCU4cj1gs0t5qm2F2XH2cwm+spem9tfQD0nVxXtB0mzN3znvHrytH+ynH
iYqUcionz90SqX8sqoauKFaYz3WaYcrXTAN9Zb3If6L6we/P8/Irj/r2qpjN/JEKNkYSsVZjK1M2
B4ne7pfjzKIBww1Lt3S9OIoKmeeJ7eTF+WQ+j7LV+8bAY8duW+lgUdysQ/HhCAMgQ6iMbnEI/WRp
08jT28vM+Ycx2sVP7CXnS5F0+Bpiq5kMrp7FR8p3e1EFQgxQGv+9IQEWTkROqU25V0rK7DvLVMF/
wFEpQDHnnHeSDExfVfz763/vq1IsgYCMeiNgv83JtaRJH9SmlOFMhw5Zk6iz1yLASZ2wOAJy74ai
4QPWDC1B3nfrCRyXdsZThPutAxGGH55RC+/swIuofL/1PGYCUdRD4B2MgCg8rUMhdDnqo61nXocH
ycWiq+YNmCv6UhpFZ83Jg//c/4q396kICGxRh4KAJMQWfSFNlNpUoCueMoU4zCl66ZwBOmePfSOV
z2O4tE/SlLRo8qblX7HTqL4lJ+XBjbqzgIgC9APeGo2HrYCLk4MeLAs79dBisLwm1kpvmfTqhKPX
/M4JMM4wc704CLozqxyd5ISU1bn4tuiWNu8gK9p66qFhGPsBUkRfFsVqab2AlLj/lXdDUZ9CdBh+
B3nZelax90nneSRU2MjhpW2z8DzYav+uNZrs7YcNiB2hKiroTjdNetQHB13Da9MLB1zfymCxzxKC
Sm5ZNEfljpsUl+xHaNkB60XcmSfcelRhngiYUpAiBJM7nhymxqVCq9w1Bsf5ZRr15GNFpl8bgVhA
VOroWbT3UQFmC6kunhIUJtbhazIiUw7CzMMZKjsNvYRyayWrroJr40Fh5yadECOleCQ0YPjTFoKB
c1CEQX2feYs2yDDImupzFqBUVQZNcVVyLbvcXy97+4HCKdmfCbSF0st6aFpPkcRMp8xLQ7V6zC3c
xspKLc7o/ixuqmBCl0RJfXD0iGtoc+kiCP7foJtLN8bHdmhQ0fSmABNunoHZ/BlSt3kpi9R6SDUt
OjuppWD8oKvp9/sD3o1NOQvsBThqYJPrAdvKNHeDuvBcmTrtaSlk3J5SE8Rkq0W4D/U/U6dQHvsJ
w/r7gfcWEZVjIYeLYit4k3VgZy4KW4rjzJM73OJn3r5/JDIFBI6rI1jobiiytd/XpJBtWoeispUV
lVxkUAqUjwsWzp/LwYKw3MvBQZViL5Lm0MnlbSJk+zeD4qNNOmy91ANbF7sLXob+OBWZn0xWc77/
/fYmjrcYtHeSPRCJ29yGumBiyhw3SIQWD3OeNDWmkfmnum6kCz5gyKzXikQToJn+uB957+aiFkm/
hfAWzDlxPL3KuYGdIlA4Gpx0i6R4OIRp57qR2wd7NiO3b6Y5Olmx/XWoI5wOVdFKH6ixHaSqezuV
ZjkMK44Fbu3N+OcgTkXdBDdbzN0fejVCq08vIrfOip8K/sQerZwjWbebJxSnkUCaCGFA3qHbrlQV
q/kQVjMxY+ifk972H9H9sQ8KanszCykF6SJRx4Dzuf68XR7OU9Ti5d0gLfO+0JlPe56wsq20H1Zg
VItbd1b1bjaRszj4qHsXi7B9gDcHWNLaopjHYkDGqMkzTx/UpnL1Lh79qU3DK47tzdekq+yfNoaS
0amx89nFhFQ+cmbYO/AFAx8cBvIeZCWbwfdpHSE+mnoml5zL8xlsSNQn3ihTvUkK/Yjwv7djxQ1K
9g6gmsr+Ol6cmQrG9sQzEiNz7dlZPKU2k3PkNNnBjt0bGvQfHv1Uh9i2m1BJM1ltXGqkPcJ90Slt
XJaroL1mJgakY7voB+vodmicr0LEk64Z1cVtK9/UG2XBsiz1hmn8FDZt/9jJJJoZKJ43J3RAMCjJ
iLOI3sg2H8mEyJejt6mXJ1V/GWU2O1D54Zw3g36wQm9FAwTcg//QjRY35vbcc9pCpxick7FK8fRd
bdMBG/ceJ9sTyvXL55mm3l84/U5u6/QxTXGj/ziUhXlSUes45+NYHpyGt+cQP0bopHIkwr7cAgoz
WbL0bkk5h6U4+4IB7Zi6mdHqV3OkXHUK8qr9I+yrIjy4P3fjUmFBadgGa7Bt8/ZqmDcY1KUeOqi/
JkmKfaAH1nNvUArntT17eW9on++f/HsrCjYHpgRCBPAGbO/Q+9LzGgdxfVQyuIJjeraSUX6ZNfw0
/kUobjW08jgFeCet9+Uy9iH/Uqa5Ad14Nux4YcfUJkYmzZH/1O2+VMFqsIC5sQW4f3PktG3UGb1O
qFFXy9OQwnXvyHG9OgzlK3gz9eHtQxO3FggbYKFAN9dDa2KzV4sMO768MN5HdlO63OXF2e6i5SDS
3sh4KLA6BFjz5r6ai1izpZGRYekutImgLSx1Hp6mOG4/d9lYHIDobu9HAREha4aQwatyO2m6OoeS
VVqJZyp1fR4sqX1f2416AIncW4XAXoTcv+Cybxv0ilpS489xzUbaFPd2ScE+OKXV1XPm+Penam9A
r0OJn/Iq0ylivSsi7Lg9u0yV92kXJBcEvId/sZV5R9GIBM8PY11bR5m4CpUQ8xtEw9LpySk6+yVo
kBY1hin406Ij6VbdYV9+Z20ImxGhvsK5xXZeBw3bIpe57mOPLtpfQUDpBttOCw8M+GcznJ63f8nf
GttASnn0Iy+zDhegSmWXiJugA1C35zYypw9wpN7me4ZGFWCy34Uwsn2aFdsF2Dhqrkc1Ufq8GhqA
wgEev02V/JgiaXoHvPSoI7GzFuElUFcgE2WnbWthKPDZRNTEWpwaFwqY4ZpRhKZycig7sheKC4/C
AvVMbr/NMdX3coVxNxMmazivhgHOLEOodJzFFI7uL/u9S1bUMWFUkauQ7W5eTFqUwvbm0PWyMZCx
U26UX0og6cUpiIW6Cj7Fvo05gRdNjnwJUU1yUUDJLkVfFO6Ym/3P+79nb+gCliCzTHlabVtPOlzz
0ZCaGFF2KX6vLFnwwqGHRpEcHuEfd65VixYp3UpalVBEN9uixfzKzJcq9vBKyU6aVTfntOrBWkdx
MyBRpAQ+3rnL9a0D5PYBHADcCOUBFM3WuyNSaePZcgrpqokdX516DOEnDgQjiZODJ+rtvtegFgMP
g/tOJ3jr8QCk36rkNI69fBqzU9zWgw9gDa+WElY/ltdHajm3RyjoPVFZpdjHILfvNJjCoMQ6BPUX
pOK+UuvNfXiD0uXNH1CYXwmfG9YrZ9r6A/bpZGbw2iMPB3vNy+ukRiurxWIH85fT/VB7A4LLysMM
zapb0faxQGyuUDC2J2OXAL3BVB4p83v3o4jdvK4JEYGqMP4frEJW83pAaI7SFhyiySuQpPooN05y
Ng10pxrehpeUfwyzban42Naz/fYFwiVOdZFsSLScNs8UmOfW5OAc63EDY+XSOf251dr572JJcIso
0vlg7e8sSLIhwW4QHRRIB+uRYroUtEZHvKDJZyBUZebmch8+OGo9X8wMTu/BBN5ucR4PZHr0XxWh
ErOp8WVVh75QTobcJnVwqSDtInK6qG4QN8YjzSr9UYv75CBp2QsKR5UzjJc9ImPiiHuVSQypRmY+
TZMHc77w1bS3fKvF40oxe+nZVMPyY4y32UFicXtuCnDwf4OKT/8qqKw2YCQAQNAJNQO3rBf7iSbU
6DZdFn66v153x0eajsg/O+OGlNylWTMOFesVc9z5T0UZsc2wY6k4x+oseW3OUipK683sMd6BEBHZ
8tSikXjdTKWOqFA5RdnkpQYsFbpuszehSf5IDupQ3zPstx8zxCNFw0xAPOQ3s1j1i4NpVjF5iTXX
LqlO5+soULqjlVgHd/DOAcDT7rcQIH0v7qL13AUBzuplX01eS+/maUFvwW8CDZJRkiSKckULR7oE
ily8lNoYHMTeOeJo74luGGUYiiKbdZOqU9LXzjJy342fW5yU3k+1nny5v2J2Fic+yjCP0Wci19iW
Q8ia8Hsf69HrI03IK/bxheu98tJ4rg/eJTuLE7IfPUtxsCFDsElnnDhN59Lh9LQLuvNNOixUJOXi
MTfo92VV0v5HyofsIOjO+BA9oIQnzlGFC3c9gbMsLZRm4tEznck5RUUme2itt9fEGtvT/U8p5mN9
WcDkhiYOQZ3yC0oL61Cm0QaKM0L3Z0XGPySAcK4OReoTVbzcSyj8H1SWduOB2gSJA/iI6sc63gzi
ohob8iF9NuzHPJvilygLK/jGU5j/WTt9fhDwdkEyQHqzQqeNR/O249TaUT1OyjJ4SoNHSlgP3VPc
Tt3BTbQTBeU5ATASkkBIZKyHFUVLqqm11HssWKjNwCAe8ScqDg7lnY9H0QYqI1AcVuW2YLQMWtsr
3KreEGmjRkY9DpdgDNOvUtPHT4vSBAdVgJ1hCZqUUIqgPsU9ux5WaYxlTFO395xSly+VNUh+dEyy
v91jpK00IpAlF3G2SOXFVtPaMZfe64w2/hA2XfAoNXPMyTwqlJN76wPSJs3BjO19SxQoSFMQcxJP
y/XQ4ljqyVeMHkxTbv+J7m/mhsk0XaMZ2e1kmI6kb273NC8w6o5CpBN6wBaq2To1nK8qH/CByjHK
ieL6sdFZMFRvj2C8O7NGfwVkE/U2qJhb9vDcJ87SdgVLvhjqxzrRlEsa8SS5f3LsDIhdDBxMaDsz
ps2SX4xEamyFAU1Bln1Qk6bzE73EXTA6Ele9jQReBLw1hHpgMvr2zKBZFVldUpKL2HLzXm9l44uT
54sKObF2ooNh/aaNr09Eov2eJYSSOYI3tydyW0OMad7k9XFUDmiBFwKiv8S2dULXgufVQpfl2of5
PFwMchrUf+bYQEGqSGSesJVsZKcAZ+Jf3SIZrZs6XfnHOM7zL8lu4y9zpA+/yFsdgHo1SmjXmRKz
dspGVVu8+xN0u63gAFJgQCpDaGZsUSIDxIZUC+POi0PqNadoyss/UtpGITQ5Wzshsg4JyxkP9tWt
9AEpOdUhSAUItLLkN5eXw4nb5lHVeQMEr69TsEioHg/GovhV38/dJe5H86wLj91zM0I+N+dA+0ey
mso8LWmkOwdH2O0+R3abt6OAcKCxvvXrnqIwa0c6DGiPt/FTy0vZn8MM/6oh7Z7S2AoP7pu9ePSk
QY3QGmfNis35KnHWsXpPlaQj+coN1c3RxvWdGu5tBHby1OOfdXAn3G52ytz4kfMq4YC5uVDbgbZK
VpJXxlZcg3Vo2IFFepQt70URRyUdW3ruHNXrUWEACkwbMKY3FIlzKbHAPdOSag5W7O1GF7JEQtSQ
C5t8ZJMcDEujlCH2sl6o2rFP3a35qAd1epLZg29Gh4hQ5KiQwWkEbzEEyQyYPXNq0n/sxU7Gko//
Q9p59ciNLFn4FxGgN68sVlU7taSWnxdiLL1n0v36/VIPuyKbKKK1wNzBBYRRVjIjI8OcOOePwkGM
lZB8urPDKvp6+zLubQ2aCuiX4LuUzOjrD1jDvcYkE3FxbU7uqYWUPPX1soK/zLDzv9++lgxEMD+K
95Rs1mt1Si0wGMiq5s6MH3n9wjPFp+zdoMzlkcrUjpPBIIhVpXYTgcJmX+00lXiCiORNFeqdMnmO
D9td5deAkO6b2ZpOOmn6+fYG5QbWLhoyE2Jj6Kh5FwCWrzcYas3k9ap00VMjACsm8aciG4UUE3A/
zTCG3dfh4Fy6edC+315Z/s3blWFuBlcE0I+m78ZCJy/yliXnGEVDURW2NahH8P+j+9ftdfbMhegY
ri45kgZZ3nqHbu44Aoou0o6FCnFBH9HPa7dGL7aeDj7mnsOCaIh1eFvJTTdL0UCYR2UOoTbj8vkp
rHKXOoW+IHXbRzsbhx+3d7ZzdoSS8MTIaM8AP7je2TJlCVqxMjktLQ2dUBCaIvHqxh+WRbube/SI
41h4/mAsR0RrO7YqAy/SDq49O96EfKAzNL1oM+KIaMmYkzRypAkSsAKG3ivfaRGW/uTU0/X2hneO
crXq5vsaeTQvy0ihwYD8B5nCfH7Uomg61Z44InTZ36AsP0vKUMxm/W3ZtNKoM05tUqPkMpn2DJSl
oqYheIPRTB8f3Uw70reQf+nmSsimAmTFknjb2uIknbCaIOLQYAHMVAiiozZ6Dsfl7XhsnlQ6kTKi
IkPYUpLm06hCIJvwzHnR9z5PnZd8ccJLawj9aOz05+TgdkfU9yh2E0AhiCg/8y9POMQF4dJXIGTs
zi3eW3Eu7ocoNIEOJ9WzNk3KP/3c9oHeOd0DfNDVizFm/XLCOWQvi2Xh2fvcthDYsP+JYjM8EWl0
/9FrpfqaWzPScJE46jbu3Som6UjRaHwj8rWphIbRuFR5zcupx4skmIIaPG8BV1aAjAJ4nKtzJMrl
TF9fOXhIX9scJWZcooo7pvOxtbnR7q0+cxxorNQ6mf3GzeqPaqk2o0/BPvmgLbOr3QvGfaKDhV/f
K8oxKtkbJVGUILYohmEwgIzMFH/72bYvS994j2T3ub8MYfhmF8lSco4PUme6SFvCartXQ3ua8Fnp
rJTM8DpDHSjtaL+3lKrp/KwzjmiLdjcn80TAIYBjtjTkqtK0ULYIntXeGoMk8exLgYyGn+itdnfb
P702HTZHXxXmHiDlGM/G2kOhpyY8SEHRO+al15fs30wp3fcI9nbnemDYz+oZBFXV7Aii//rlYWU8
Fc05iifUTtYrG5HRNLbHnZ7rZTp52RQ+VQUvXRyOkByUWd1+ur3V3QURW6J1TcULyOp6QULXZvYS
GSu7TvPoMMLn51VanYp20i9xAjj49nryLVs7EhcuUTpYNClkBrv5tJGpIfRS448LZNAfktYYHzwN
Bp4Z5acAfqb8UwWY41oN9eKbS/vnm1c3HVlPN/gBdEg2iWyk542gJ0j+Z5v0laOEoq1vFC4+zGv7
U8Z8x4URs/Jdmoj+rOnNEWptx4hXP2D73o6NohWj0wd9QxOP9ggYkr4YnjprOhp0ev0IEVTQuuL3
Amil+7w+2UnLHK/wShGgd90F0EGaJ9WFuPX2F93bEN6OC0klEa7YrcGOo2XXQyOCxqZlH844mjkU
KMGn3psFNChCUEWnNUG4IsnW1xtK+MNaM4UI1AzJ1FAzM78c4Sms50I9xcohi9Te1hglJHBgZ8R8
m7BsKNuptmpVBFYWlXeugiON+2p5V4PUPN3+itrONZQ1N7g56AMiSrW1C0N2QVtdgPljZJnoix62
n82K8xctLW/x0QK2Lqguz+V11hnzP8dw77x3RWwVdNoEDEOgJTRxpsJcfcrm0H5yqiSNoSCw5iPa
593vIhUcIeEzqJHLP/8lFqDvRjUo70WgJ317JwboqaY2/pxEuXfgnHYKJ8SJSIVBMAAmkFL1eqlp
cCOv0fgsalV3l7arEKlTKOnWbVqfmzb+lDIvdUU2Z+Luqu7J9Zb+gZGt9uB8do6H30EQQb2NhGD7
9jQzY7gCorqgErmHymqyWD7EbfaJ1NZgXjFy3pzs8M7ZfGCyAULXbVc1Rg2uLtJoDKY4EfeOO1Cv
HAaKblaoHOxtxyMzOAD+HHdB3rhtd6hFBShvHoegtA2UCJgRu1/SIg2QGukDRguByPTqcNcs8RIY
RXKEvNyxJurcVONYW2Z1G8sXNqO0SeXSbUki9cHNjb8KxHe+Du3hJdtxiKRzgCC5ZVSCt3DsBoqW
Uk1CaJzL2jiLPqs/L2GTHJAC7O4HoDlFZvST6AivTdZqcjMmNx0CWKSWh3QZx3OcJxpFU6U+OLmd
MIVaDVQYzLsA8t7GYI3jlQUdmCGw7Lj4IpaufMhDz3jR9Ez3hxppqjLRJr/ozbdXpQB5U0qhLqUB
tfM2LsBRsCgQ50NQ5I0WMHJDrNtU6XmOe+MgYNj1AZLNj14ccB48//qDQm4M35JF56/tveaiakV0
Lcq0Ok9Z/KmvrOzDYOn9E76oCAZ7yXzhudVVkBsdfO09H0BYzYA5s8pgJTe+SBOu27hVPgbVDDue
ny8d/SZVy6dvcWkCmI5nqNJvPws7iQRoaOaHmaKkt2ts7oY563a+pDR1vaZP6PgPBsJUtvPozsjs
TCiQnZQQvqjbi+5dE3mwNMKhWyVxXn/vmVFCoVuC703+5Of2pLwYc5V+uL3K3jUhspYGRCjGJPl6
FSc1EstsUcEz+sg6h+FQ+cucNc+TXh1NmO9+ReyGZ4TCEcCG9VJeNKcCZa8hQOEYAkUtZMQ2EUN1
hgvy334qhi+5ah6VAPb2x3sFkgKLcXm71ouahWYJu6rGAGKOCaMUXRWowtafRW4dPch7G6TQrWKd
ssuw7dvl7RLqYzzjcrQhdu9tq0+SlwYGaeuLMclXKqpgy7X0MT/qDO3dCdCnlAVwabwemxhzXGbT
7CFaCGoVfvqIID6oh05cRKKNZzCFRwwdR+tt4vdQCyejTlkvqfs0UJshPudNW13U2XMv0WAcsYrt
naKFsrzslIPs3ZJXSD6hQczVEChg2L4huYdCtghNcUYVPDnokhyttTFTY2L8P9OBAQBB0c/jbHkP
5Uw9rJrjI4z+7lIUi2ktQ1JFC3FtnFFvNDBEAgAw6sL60os+OcVDoZ5BxL59ho8OL4gN2m4yp96W
JLLBU8ZKxzYrpfWusNu5V70FBeBxPS63Xcqe44IPB4FEiX2jsbDeFQ+QW1r6MAQMUpnaueR7DnIK
4cgr7xkh2QDWDj0T4OuN64qzhFK76RKUmnby0VRym66ClT7Ujhl1sAgvR/d777ikcCuzkOSuDDyt
N+YiEg9hTQRglgjtotrCvDQlemzhJPSDysfuUhLfgGDrzqAInd2o1JeQQFedy3OGaOhnDENQE7DS
g6X2jgt0Li0SiqRkjpvP2IaujgZwMgReOHT3JbndJ0U5VCvY3RBYcptnlK7vFqwEQ9fixtAIBRVT
FNfULhDAsgdR+UlVZwdv2p4fBmX2v2ttzqk3KsNNHQAMsA3kV0aZ3EdHmdw/+5zBTkWNnSBltOw3
rJ5+HSwLwMupd8og8ZdsLE/rvhEpLorSRvVvobVMcEW9Gx5EBbvf8ecYrhxsBm6zXsbK81SUI0bP
hHOa3mt5ZD7EUde1VzUDY3r7Ju8uxhyWxGpIDPLmWWmBeFXRXJMTDJ0Z+kZtxQ9z3yqkehpe3v+N
1QAEwE8JRxGS3OutaRBYqUOW/oShVM92OKIOMhkPUX7I3bW3L74dsjpgnuRIwHqlUEsdTWHGDuxQ
HgXqErb3SIJ8iYdKOYAd76UG5B6kkGTpiPhswg97aVq7TPiCNVJX35QJZgGn0jPJfJ2ch75X/XJS
8tMy5d9uf8y9SgYyjbBQw98ilUc3lyCyPSUrRrIseLSXR3tE5Luy5uqaigGGd6FY17wwpw9NPSTf
4U8KH1vIEZcTbN3ZuYqr7mqnkfGHGorCfsrtuPxXGMP83+0fuXsOsjeAD4cqZGvM8I/Xqebx/nnq
aH1K4xF0ba5E/3hDeqResvdY0KMBZQFgUvYi1kdulQymNg6PUhl6ENTiHy52N8Pwr4N9QNXraKh6
b2sS2kKkCzIByOl6vb7UEp6Siac9m2ETK+30myk50Kve/Z0kkIlCWmgy94Tycr0UVzemVcnW7CZF
kgEZqPYblNqDfUpq5ER+wyfIp8KFDojxrm36VUmBQaYwCP20NLyDhKC/K/XEOCFsGJ9vm8femYGC
k3kXqBXwpuuNDYMTR+ZIlXiQDfxIR8N6Kk3qaEWUIaztDfkftxfcOzQqm1QNgGuRMGz83WA2vWsk
qYC9zFTuo1yHELoc4oVL2ocHj9Teswv1HCwHFA5karLeHMm8U80ma1WDObxkmd0rAeng4Byc1846
suPK6BgjjPSkNu+So3dzWUBWG1ijEd9bxdyc87Apftz+crurgAkAhkOe9arTykRPMSA8TC2y6Lrq
MlSxfh8l+uhd/3/rbGydCg7IRJ7AAGjW5M/uVAPdipOD/t1ruQgQANCg/bRxGrrbfMMyvWTQEIIN
at2I5wc7rybNr+octzQ0efZd7ZPqz3GuWnFnVLlGMiJipu1NUCV/omulG2d1trp7TY2UOCjoOQu/
THIH96Y7/R9tqWmKrxpx8qlPylwPwrqkuNBqEJo+D21WSjc4G4M/hKWxnARztBllhtS8dztSiXNb
Zcvnds7bI5LonQsnx/1giSEhoWq2KfGM9gh0zETKN3JdaAOKZP5k2NVwZ1ZpCU3/fDTftGc1hIPY
zU84+baTkIWl6dXwQQSQ46aFP45q6zt9XR+lxzsBIaU5JmsJpSmIbSsPetcU6VCrdHvalkE0HdQ/
0ZoaVHWhXZe2hMOPtOjAVHeciZyqoAFNAZL8bvMCLHQWF6PnY6pwetyN6ZS9dKznMx9gvj2Epxzu
ycYPjAhEoWtfInKqKqhg95hrZlEAK7JvBn3hg1hm77RkC0DycsppPmk9v0S4taIPuhKVNO0aVfkO
snRM/ZHqeHD7iu8VGmXYQute8nnziK7Xsbw+Mzvd7WGgToQa2O4UfRhyVM1PZZnYfzfdyCxM03bR
+G5sy/4T4u3zX6ltK9rZ1DJ0Tm7/nr1zJHyjrIPaEXMIm0sBYrFOgY3icgxqV0uk6XcgYv8rtf4I
HL23EnxwgLfkbAUzcuuNN6M6qeGCQrpLRezHoNHtgmI2m/wQodGDYHvvSsizJIegNMZ08XqtbIqy
vDOULtA6xdHe6ZHjAGYcUqU6mVDbZi9eqri5D/nf9Nft77nnZCih4mXoqPBYbALTucvbTkPlNogt
FamRuc+R3EGf573mRfaJyfT5Nw6QhihDtg7NUcbl11uNLcU1FWUgjMj1zFccxYFaGWb/2tbrA9vd
3RsBphzgpxq3JV3I0bw2s9Hqg6o3+3tknOxTaMXDdbBrcW9JDuTb33LXYgDywgQHcoBWx3prLVVh
Ilt8jNkN4WNcKQYSOp72YMTaUZNjb2s0mKU4OkUk4DTrpQa4ivoB5gBGiDvrKoY5PcW1k1ycLuy/
Kqx/ELf8vFcbhAITvdQKZMmAiFL+oF/cDdHfCMspUxAFTZ5TMQjX8/tpeqyncon8seimL+Vizn8b
SsPDSuM2frGNrDy6KHuf+NefsbmU1Oc6M6IOHwx8FpjxGdyEL9iCDSWOfuPFwN2BdPlJm7DFgMSx
MSCLwwwNhG3ilJilBooz7S5NO5nn24az58uhApb3Twp/bV96TR1TONLIgONZyU6Zro9PlF7V77dX
+emxtmeICDBVEQoqEhG1OUPXbLtJmQRTsJVjn9NRmy9G4jYBqH9GjW13fLKMtHqKS/B5VTGZ90YW
9VcGTdvCp/w19Zc2Ew4zDRRdrmC/q89laFn3PfnzQTz+E/3+6rdakl4e9k8MffNe67AoltCNCUbL
2v7fLHKGa7eUmkq/pzcZqO3QTC4ypxuuup61n8Hne99j08guaPOmfya1oRXoU7pdHbT1WB6c154V
0sQkndQ4LpLK9Ycsa3iDNGrgQFNbJzk1Y+jegdm0/ugYtz1wKjs1CxYAhERHAfqHLZ16RU2zi8KZ
i+cYJMhTEZ0ztEpOSwI0B8Kkf3rms+/qKTnynjubZNwJWDEEBQzGvbrxbbUsBHAUdIc2qs59M3HR
rZSgLtCMyc0OPMzOPmGOZtwbD0PbdjuLasL3Og4us0hp6Jq+LSBXL83R8cemLt8B+9UvSab+0Kex
O0gvdvcpKd6ow/Pab7E6TlcxP5oznkSZcgRpYhXnBmrLqzq4RxQMe16UKrzEUJOcQXAuf8svXrRk
cmk2tIaLXhrJXTML3S+dWvheitSx0rvOSQu78WOk4GKUMUF6wJjfLOvEyrQwmfqF/I0EYuvJQxBQ
cU/rCzG6+nFx++ZJp3Ptl+Kw3be/X1I2EBtSlmKrw+u4aQMqnzLssGjKe6uMrBdmwNwHb0Q9RY3b
zF+W2QkKqOR9x5ids5uGR0/GTmxFVPW/v2GLeHUZ4CAdgU6+1rv2+6TSlLbRHPkE30H5ME6J97FL
i+ztOQCxKc1p7g15zvbWdqEXK0UBfGTohtGHcUN/DAlbD1bZiQLkaAMtK4oJUsNlbU4RJK0AiFlF
Q9XhcxSnVXpqzN55XsZZPYcxlZoDb7TzUjH7K9uq1LZkv3+9oqomnQg7lY9pxvPiF16rVr4ee+a/
t9+qvUv56zqb+IaRwRhBZWqRdEDqyzgV4bmpQd6MxdgcsIDtbkkH5YOYCcnhNiDNtWiJVEtwH2BF
DFIkFE7MXB9VIPesEP5V2GUwRURGNgUm24C9sk45KmES5kd6KGNfczqLuW2CGF97V8z20TDW7leE
yUdynPHvbZvHtSvYOsXPim5VPqgzhNa9hRQZIgrxgfveNUVZOAD3DHnlNr/WFmATfU/fyq7gQi9R
U9b8xcW/MXCXB1HZdZ9+w0IkRZHBPAqA/40lji480tFEzGQ0RgGz7GCe0mLqXwzkM+9/ZyniMxIW
IMjbkSxtXlxllj05rUP+Lp7nKmjc1D07lXE0uL13YghYwbTO/yhVy1fylwfCbGGS1xTprJqq+Sqa
JfoDSQ/raSy18PPtXe3ZvYzk5Yw4BCXbB5c8vnfEKNtJaup+ZoQ6/6rAXXBgF7sbogxGVgs5HHn7
ekO9qjBq0vPiUcVTLqh7NP6YtfXdWKrhgW/aM0GmS0Axw/UAf+PGIiJUSibN5SGvcxFd4FpX7vI2
zT4vhmgv0HSFB45j70oDE2BTksOGz7jeWssoeoRaAQmCOTVBLVTvfRxNk+9S9TgnsRGj1buEf90+
tb3vyXlRDQWFRMSyiYvtVKnrCY2UICoy9zNj/iMC4aJ+DEcY1W8vtReR/bLUNishd86arKbUorpx
MV2SOFGe88pRat8eY+/k9FbxbnJK4JG4Oy+4vfjeYfJuQmVK7EDJfGM3S50mZq2A05baQe/INt/n
VqsGqj4v7xI9PtJh37sMgLqYMpCVHvDt67PUUUuEFXYEFm6qDAuZ1nRROvXttE6IrJHeydkyPOU2
/OvDgdB9VPpARLF2r7k1ojbZIa3Tnl1ij5KajjIEULL1XuIQDie0v7DLRcxgdOb5nOaUjPvW0i9G
ZqDqEUNNffu8dj8gwDU6JcCeAM2uF830Qk+jjjIh0L3sWvfIUDASctRc21sFF4zZU5IE9bGxihAC
EMNOchobU1EDI0BfZu7D4nx7L3t3jHAVzhLQ56TK0jZ/ccLTwgyuNWD4KRyd35K0nHyGeubIdzL7
dwIqOabGpCgvi/YKGAv5fi5sChpO7VqX1KoKJmvco6mvvdtELIpnNBhjJgBZ70iquqexUBkQUvoe
pnVTBgJWca2LrLh3nCo6uL17VWOiABAzEqzAmpt3jHaeCvCCCUpkk8FoJot3zZXEfjKVJT6PITB+
Y6mtS7Okit9ndolanRleF30+0pLf2zmdZinvAUUcLaT1zvtxGPXcGceAtpL4xzDz9FQAdUH9DBkK
LUrNH2+3HfjMpJIICsfMA6zXmxwkNkTPeqXeV3eOGVdn26zbb4MxjweY6r3LQGdUQidgUHitop6E
s+uNzLXFU+tdIq/LvoyIqF7fviFIqIiyIA4kkNxsSMvz2NAmRqHqUFf8UkujYFZcolfF+41ZNkZz
mGXDciT5ycaHVO0Yg7yD3yu1+9BPrbDyGy0cPufzOB90T3Z8JC0E+ubAdqDx3Bbcu6yjPOZJKrHY
si9G2pX+nNfjBZa0lnEGxz3Rlj2iKdx5UKW0J+kTrP1SlmBtG0MoktzV+hHyBSX9Q09d465qB3Ey
ujb7bzbahUnR5KMXCuPAUnYcGm09kIZ0t0n9t530GvgD3TzmAwcl0S907v/phta6U9PoIDp5ZZIU
i+Two5zWMeWo3nqH9oBoepLEFN3ivDvNHUCBiqbry22TfHWn5Sq8bhwc0CSaQetV4qwpqd7nrDKI
8cEGWfNcIhVyITh8iQflzRzncjkIGZhBx15I39bLRbkxtkNNfa2KXfeqqKINlMFMEWfVjLdeNhqH
hAaQUOFAeBO2YchMBzOs+jpovEk8mF6xBN2cFo+wbR0F5vKvWhVYWYrYn0YlxLxSS2a9K7WPCqeI
6gaYwyi1JGrLd1o7u8yl4t2FIHx92Fua+5ritz9605u5/OTy5ISQoDJMRoFxvXwBvVeVdIB/CgiP
zlTKmpe6kLOlhGJBWzY0vtr5KEh5dQ/kojRLJX6fp2C751ptkRUroiaQekenjon0S6Wg7WkkYXS5
baO7S5FzA2ijEI75rPdnLzy5nWXUgbM4y7VLdXyLTbBet8588Ni+8mXsiuABrklK5VKUZ72U1K+y
AXfUgepFsmVvhN0PPS7F5Ee1qXysjN76yFhG/OX2DnfuOqAjiReQWSTI2PWyDT+lHSOtDiatgq5g
Hoguoqr/je8ot0Wyw/MNXHq9yog0L6kvdlIOfXk1LEUP3MTV/H6MvPNvbEhiBHBhlEi3orbR7Cie
GbIhXXXqF6PgklJNs6Ebur3OnmlQbwLDyWMHb/p2Sz2l7jg3awi+kuLsNul/k/AApgzeUV9pbyU5
nAdpHxuilr/+ePAMewplkiqwtcW9cwGt+E3qqU9DatVvfWIwQvpXnBG4BwkaXS8VYSTK6FAZsepk
RMp5VK/uMvGWdmZ+f/v77bh/GiIMvGMUzMhsJy0xgWSAxLwMosoWjd/NuZq+04nx7jNamMmpdtz6
x9uXpDkA4osK4ev+PAJxRsIG0UDtxuTM+Kjpp920+Bra2dfSdY+a5HtX+tf1NpHClIcc5oA8qCU0
81TVvXJKJ32+d0VowNcQx9e6yY6YjuQRbV8EShkYv8aL90qmpOS5tjq1KQNdKcszNXH1lFNReWzz
pYXoVK+fIhgpTsZk6wc37/V2mSOV8iGkj0zBO5vtOonV2nWLByuhGrvPo8UIxp6ZjyHK+09qNjb3
js5VuX2mry+HHF6lxECKzBzdlvzO0wGuNAMEDfzboA9RKg8TeYSvwxDxZieGtfIP5QxIllhufTlE
RWSGLdNozSfrazdMsz9ZYfGpaJ364HL8JLlfnyJEoMyW0LcDZMEo8nqt1LJzZWFnIDKXPkFqonNT
v1Sq7Ec+lRUTgQgFn5quiPqTmLTuHXBzHtuM0TOdtypKfthhBqmCawKNPXB8r18MkmrCQhwFoy/u
9uI2Q9UUmWnzGRQj/ZRSnDupSK18uX2ur90DnSawERBbUyKAU2r9AdCL7PPYJbBJVZ1p8USxfLrH
3meR1d/1sXcP2od7m2JB8nQqBcCmpZn9UixYZrs1GyqcgWv35qVlBLx5jza5fcRtuLctOUDLrCck
Jq+qm9S3ywXDaRg+biAe6+M888GZRn7pddFzJ5Sjiv5rfkOmeEji4egGG4TpbqwWWieVkhtW66Zx
dD9FU/VsVnN1Z2Ne59m0lMzXJ115x/SI+dmZQ6YIIdPq3oXCEz8y2+uCMPOqb2np2o9dH7mPfZfa
/5lFZX2pm9hETTeNXvJaS2hfNYdgnNfejF+PgK4szkLzsJ0AcUJSZsNMWuZw+9LxFS9TPzaLnj8Y
iG8+e06vPpXWbHyfNcU7SC73jgrggkSnEfxB87o2iRn+rckdDELr3vxPTJH37C1NeU5c82sL/veo
qri3HJAjxm/pOEoA83o5o0y8UG2TLphRKvqnVKzpTqCCAReE4fqiMI+KOzuO8yepmYPXJIjZlvST
0jbLflBaiDr04TnuW82nemre1+54RDq88zCwlMzyyADIvTaXSzXjXs0Qywk6qx2Wi9uI+lyq5AgP
EeDwh9zo3KCLkuSgsr9jO8BrqGLiRalpbrsw2kjFgW5tF6R5FH7pTCb1rgzqddOjZcxuTf20y34k
bdpftRqE4OW2A5PntfHgRJjUiGUDiHdhU+QsuzB3u0pvA3UU4nsqTMjU3WJ6arUxhnFNGF/hJCjR
iNDH5GUus6P193bP3ALQPMqs9Nakvf3i0bxuCRm87rqgjebse43ehu/ESXzfOEp0cpN0+TzXYryr
K+eo47BjWVJ1nXSUT8/LvEkpGCC0tH4SXVC7ihM09hh90NUofgSykH+8/ZF3l6IaQxNbVii3EJ6e
yWj6JhUUMCUKxsUSmb4AvncqEjDet5fauZ/UeiTfjCtLotvWaCU0ZvRh3wiEihzNdVHasedFtoB4
av1cnDs9Pkp0by8JgGp9hG5qoMYExSfKyQ7dUdsNE7JBy1ZOyaLMT0NnTW+d04Up7/82CRphvWLj
2HOqKGELWH1Zgshu6Qr18/JkZcaRU9jdnLybdH1/Ml+tlxqVTktCM4OoNRuMb4kn8qdlqBWkqecE
hFTu2R9uH+DehUBYhGI2SSieaLO3OrZrdUkgMY11kfhhVVb33pD8m+hJ+4ER6PnB6SzvGRaEo+me
ndiCUgVIUqnPQXdqExfDcdB1RtK2QSgym5HCoj1BrvX2LJGpNCowEg0kW+kbJzs3hTBs0uwgUus/
qzJf3hmaFjKuOffn2x9y59Kh3kerlAoX9BzbAmjX1dUSDaRRdojCJNx8TTCOaEVAe3uE+tlxokQ/
bIteHiPJ2569OWt6B6qyCFrDEN1p0tLmsRWM/0EMpHQPLkxaX+NhLB9Ks8yeUgHA7vZeX2OfZIuK
9SlwkRFz+ddmurjO4JQSm8BfPiHpO/4zDFTxGqUyr61BoUaLbfccEf/4ZW97V6L1IyHDnZvCOCUp
K0EIv+EVrViqzlOfIN1uFmN+sVNzfD82HvDk6ZwUXn53e8c71vqzasmwOVcFbOR6w9Chd1OYsWHI
K+LHvLLjL4PokoNVdi4jq/wsOqkWifbmjciFFjuEHOwJCeEfg5rZvmcUzTvPqevHDOGDF2KWmqhv
OfI7eyZFSMe8Oc4A6qttWDe5czy2KkWASLPu4rZ2gzKllRQl6XjXJZ1CT03Tg2kxqovjTvnX2593
7zAZNaaZJftpFDDXn1dPszysTWoCqWYsuBzne0NYcYHJ9j9VifWDXG3vqtLuwd8BViSM3RwmSB4z
LhOcwoLZTH7Vld2DXmbJ80LV/+CqvD5Suu6sQsdFJ+7aDsdWrtemQwMdmzeG88fYtsJTgZSGD2rP
ukLdXgdREjIBFfJDbn9T7fU2ZUZFWm9CFgTudHOmTRh1Io7qLnCsCKG/LLaSsy6UFkeLDnjuq7Nu
3jnLaJ0dZXCbs+rM2bUbyjC7ZFVs+mrftKmv2IUBQ6DCzM9gjv2fBz9Sfut1QAjulwIFQuhUDAmP
1ifv2lFaJSNEou0UzY/6Il8ikVW+6KcSAiy3f1rsF1r6gReZY+yrk23dJUb7ZggbCQY4HiiO5Aw6
rZD1z4Bawq6jSEB/VRn2fa8MP6IOKa95MPOLBg3qOQ2Xo1rpa6NnVFtOi0h+KgZx5J//EotGi14l
Udgx5YQiTXpWlmnQ/BweTfUKeh1GSK9v5/R6+4O/NgpiX5M2HbAeumbb/A1QmWPkglRboEByovkY
nabBDt93aW4dVA9+IhbWZ+uQnJq4Sx5gOiGbsxUzV8IroKIKld5EyagJi8XvQsPTfa2Ox4c+gZX8
ij5kU/nGCBbmNJT29NfSKoNx9owUchd1sdx3rmjb4qQ4Yvgx6i3KFIo7u19hw63nC+LDUe93pdq9
r4YcTb/bn+v1GXE2Fh8MIgnZ2dxEKSB7qzBPMUqR5urJHG3nBCpK+S+q4pxxyaH4fHu9neMhOyGE
oMhF3WWbnaGczF/vZG3gpGZkw4dZex8XKA8/t9bIZztY7LVzArRGLkgPB8fL/1lbYJ2lqTW3Dirn
uVo17zLdCK0fYzaiXw+FRuE+g3qxRl9Bj7cPlFxBedIqRBpeHPrm6SUfJVH13Ob1N53+YedXla3H
vqtW8buoSKiQiyEOKZcoy7MhigH5Ba/2vjQ1U9w+dTREGMLRdT6kSxl/XsRS677qQEB/CVMrfu+E
rngaXUWNgqoiHvKbPKaNnOUGdIkgCLvqDMrIQr04BNt3GhVhWaiXI/t3NzD5NZ+mepyTyxKXKXKP
DNBGD0WWC8PPKsjLT14+qcyEwQfnPaLvEqWIZSfpcOmVxhWPAxFe/L0F74lygd5HOtyDHty3RqSG
H4wp0+o7WMrQxCi1vHUoitnuH0sNCdKb8ytAEJRaQFtTraL/sD4hAKZ6rNvUrSMn8fwIXfaTNUQF
9Mmed87n2DkfmAR/3/rKMoEEk/BPQIQcWVivh2CKrXXAuwEM5/H3zmzqcw/x0odyhFn+9lKvrxa5
KTkqPEokAGTE66XQAYgahjybQB+b4hq6WvzozOhxkjvOj4ydHCXgP3tc673RyMOqcHzypdnWdox+
NsA+geCdQws101lvl296KhJxzfgPnkrDCP/qYOKNAiLYMPqQz5VZnCoKM8vJsUMv/FK50/iFpzqp
/Izub/hotq32T1U3bePzuDTfRG+mH5Kpoo4SJ9HiPkP5TKLfDNF4Xygp9HFkW/p0ajO7Uf1eT7wY
VjvP+up0RvTdQmf7c6O1ZehbdmHV5yLKp8hfRGp9beNCVCdAMfXfpTEWn9S0VH70Awg5OCVG92tM
/bHw2yTq7unc5kuQlKL9GKWK+i9Yc2i8ay9MF9+ZSwJ2eRrfdGGKrxC/2Q95l+n/zgOSJYFtLslf
xHdtfdYmNF78Oke69/0SuwXdkbRxPsZD3n1Fomihjq6EXXGqO0bLH4tMc78sDNhFz2UXq5ZfYKf1
p0XEY/zBCQ2zh+CgS5c80CO1tD6EBTziJ4+wi4sHX8BD7nrTV6OPrf6kGM3wXWmLpGMyq03mS8UV
gIMT+iB4GZCqzAIBmKygqhFmH/NMyk6bWiieR3iaVF+UsNf52kCN9FJRm/gslJT0tUQ3pD/ZoTmn
vmDs53ERXjV+ENOinKOILtiBfW9duSROJ5KlS87dZUhjY98j1ww0MKCvyW7rB6338icmQ1Ln1M78
wcFi0g/8attyMYenluCF0RegkevL1PfMS8zC0hBAVfPTlAvn4obiCOTzCvomOxtSt4+XSRbwLGO9
DO13s2GaTz1paRkr59KNpkcqTeHZivC7fqt706cwssSjPfwPZeexZCfStesrIgJvprBNWZVTSSVN
CNnEQyZkknD159nf5Pxd3dGKHrdaCHaatd71Gjljntul4Zp3qes0hTd48k/MVrJdL0/864tTtpGU
wte8eIS/52biIOjXdkvInxgo6z4munMMfLEoU/iUx3X0eRVk3IZzeJECehIbBbFGw36Fk0qDxekg
7QKVwHfIe58WNX2yRL8H8KXWChKFGNbq4GeqTfJ50qq5KoltANmaFtcvIJQs5dMUNW1wHGe/r/LS
1qV3bPuY1I0ZwcXRq0r9qMws+NNddTlysm7O0zUdxQmi4m4K4iS3IdeRSX6vbi2HcxaYujs2TuY9
cVIkw7FbbPag/Nl+7UsR7rmsy6g+y1Esb1E9TY+pltk3Ezps8aqc+eiriGdbVPEYfpOTgdRZy1l/
KDsU9bmYA09/VKbdP5b+5HxpRxF/SDAVc1GlKbEWXiQwLZX91N45WYYNXdsN5IOH0h9vm6qy5i50
dfo2KhluJNKo/nqu9lkU7V5J9+Sq1H5h8Ldcb8o2EELa0vuow3SJckePWD22YnxgiDQ2Byt24uFk
mrZlrnU6BoXwk+YeKTiri2Ha9hExfHJDdADlHf7SzFD6sdRpTmgSiQ4LghZ9prXCgbPttv1WdP0A
ZZxAlCLBc+cr+4F/oQ8Z4Ea7OhLoaXtih6bOGdeTFOGGMC21zUuMPsY7mDaS9GQVsY25SlQ7HUrT
V49ioGp51qlUX6vGxQ1akEj4yoRvSHNb+uuXAatJBzqkHX667rzHVyPWxXvROn36ZmuhHCqeWbQF
9IfoDbB2ezHdkn6oUnJgi81Zsh87//gXqyYCHPDgiL8so9f0heuE2atr97I6znFVTodt2L0E2lDp
Y9NbBxN5Bqsol2JLSvGgvaHyC7ugIspJLhYNnJzA1nkfb9n8aezT+adxOnc7woifPsAvY+gQ1F50
1+/Sbw+Zln2QK4n4F2Ki4zqHbB6bk+od/KIUXhDBidli8nNYuu0XTXzCXy19HSzXXRohzt47T/+m
qRjUsUrt/hqhWtlek0AQYUoYuzMX9aBW527dVCSLpEqb5mDqJH7Cv6V+0agho9uo5evl9M8X2Zya
a2xIh7juz+wj8awCk5InNqh9abgTF3OHN3Of3UQiHNfC1Da2x4vWrsrXpemG4yBj/uXVsJngepjt
8EYc7mxzmSTOuWoWEgTwqam+13YoP4xrKjuijyb3LYLWmuR9EIgnvZK2jNjBDw9sCNpCZ43mx9CJ
Or+Iqy34ZVSXLHmoUerkFreWD36VKpZoa7oXgRTZP2M01d22pkyju8QrIUaKLZzca5IywqhomraO
mlwMyeAXERGzd0EmCV9yrM9+tW3zPJQXeM22u/1YkqBWQuoV8ZT3ZbuaIrPwrmzgT5I6xAsJyBnR
lH2IaYjEVWnq6QFVfvxtGtZE5ctOnEtxSatSJ7xstMkDxaK6CZugfRROKCjLAz0ln+dW+Od+rWmi
ItEHRVXHQj/o0u/qJ5+AX1nMjRo7rGkZ4ea0Rl56cBZjn5PAV+kBB5p0wdJ1si8Jg4ehWIKqhJQj
0m7MY0LNTe7Zpu5OjhoqBE1pWe23c7iq7qbfw+aHU9K2XneNGLcjgT+Ve5Ip/qUFROYkO5R8sj1P
rRWkRW3O+kz+6UW5G9btB7zJYZL4eNrIGySn8VSfm3Iaq3wUe9bfGxGL30wqkuQIkX8LTk6oMRZI
us39ZlemujmOJmt0UF4b/KTjphYatyY47xrYsbgYGT7iSNKXhZzKBU5OsiZQvP2mA2kMo8W9cZwx
E2zFPViLZkemc++z7Cb+a5o9T5WfPJjEC7+KOlvrq32a1vgRObDuTnLMqv40dNJ92tpo3y7elcND
slb8JqQDVcSk1N3Osva76brxo/6be7GXKUgo1U+h6dPqTJrtYG82YwedO2Pvfdp7tXA0+7a6MVh8
Rswr/PENzC40mEsN66d2w9w8X/dkWQiBIyh6VQHbZUSDIk992KZPRnnEt1hvSaIDROI9PXYaYk7e
1ZHl4fOQ/lZWRwrugRw+sS1dk5P74nTXq1+6P5pwl9PNrnvviVSNQB+beYxvWhz2pvPUdXPKRxrV
cxnHVI+u8uP9aVWNuHUoUaksSn4WMeOlfZ2Iqfvo1I47cyHO/bfamtHPJzm539HX1n5elttyr0qW
+WG1+HvdYGo1jzD/w6g+RVWWXcXW7AiWSKtV+dy5hOVU62KyYoL4c9AD+pEDvDgV3maVWrCUbyYr
YXjJ9gKPZdtXaS588Mxbls/wA5aHrvI27kql8HdsdelON6M3cWOSNFZ/ocoMCZ73snEsEgNZ+Wat
TVUXIXngE9WB59xQpkbIqFj1e3cmgm9sEezWOsQfcBtxmI+aKSQCegk+KSU5C+td1z/h7Qo/d2TY
iWup683Px8B0w2MpZ/SA4258ed+k2Ju87pTe9d3IRKXKma7sGcGXQ3Mhv1TeQ7t7fZbHQV/q48a2
NoUwXhfQGSwpOt5u31Qem43hj1798QgVbZ9BO+Z5uyrDZqsOXTL2n9yuacq8leP0MDtt8k2HPX+s
iUWEH5BV28PUoI4ohOCkOk111mQ5PILmc+000xMT5XA5mtZL7Ak/1dUnsqZdmoLLqcT0PpkQi4zx
6jcFrbg6dZPYACGEX7m5SS2rQ83Rej95cjeweKy33nmepVO8yE/CIppk+UxoN7C5J6by2XE8PRQC
Rs03K5osOBjplvjATy4/0+Yq9cGTo5uc11rV6maKEE98ruuaSi5pdPR5blxnKci2TN7SHfTj4Ecd
3lGJr0t82upO3OP1XqY5ILJe76Mq1Em+87dCERzBL7LFd7rcjn4A8CFqJ9wOekxXrpXJbWjeSe/k
HlW8eSF63z4kemuI/Srd+JHGKr2efb06xcDTfpJeKrA9Fjh0zEEXdKew8dmJsiYC+twK7dcnF+Q8
y8tJlT+gECD2pYRzq5eknebgOMXB9Lnxkq7Pm9B4d1lsdn6W3gs+VQAM2Js5rXOFJZGTHrRvwuDM
WS7vkotJQi43z/0FYBCRT2k1pcCalgdpO8omNyir8sqma+0WjYwqVUzRGjUHvCu8nygUnMuvITyW
rhe0h7YMUn3C02V4DsZIkCG6+duUB1kt99xHsf4VRSz3RjuHsKO9jvQDbolhrIpRNOl6G3BANbep
aezIXp7hmmChl9zsPUzsfFulKk9sSSWLPl72+3CY/fKQatFteQ1Jjns1CRXABgSzteiMnqqzRqas
0WFIZuXNHJEjLHRqrmrf8ZKTNw7+52gABj5j+MMmkNZ1n2iP6vaYeEOa3VUtmYy5W3brfRdEbXvd
eVxW+RTUuM+WTE1e3Fl5y7HSu/uNzDXlnkrhK3VuulV+TlzLKIkeQjxGK41UISuM4PIoWyeCVeeN
kcHiErQk4iG9obIOEKMDlfZngCsnPkgmpi5m7QF7d6i4b07Ma5wqjy9mbQT8kJlNMzfGZCtKf85D
eg7QKvIQFEUeIpSCaI35Y5lFfJ8Zi6G3WeDww+KstrRwdZVSUA7R13b2F1l0pARxGLGsucqBT+6U
lXinze4MSctnWOWAUiRyy1t/me8H27Uml32yw9GL524qUsW6LeK9i4JTKEAQ8jLKYIzz2yPc4snC
5NM66e9zU8cDR0+ffWpinXpUkCos65zcnLg5l/EK4Y/JzpRShpHHmbfQml8pnEMKtTA2aS5XEfyY
BvzDcp/8qPmUOnJqPqaDzZho4IiW5FFkrEHBNwHt91nSHXUStPNxhFsY5RDRp6nokfFwnGUZ8SNq
d/r53NV1eLMHtuE18Jvyzn3U9mERjA2xRXswtHuBMtF6RTBo8xjt1YrLHHyLX1KIuKMjqJM7NUqS
U/whHRKuQCypHkuO8S86WrhBGtblnrd7vN9xMlBWB6OiNCHh1/81tFX5pPpBvs177/R3QWs2B3e5
yB7XKsC65qJYKYsmS9pX12ybLEy5+jFTpTS7bcQWPfGLeEGhaANOaC785FgPxn4SzQbPpYWx5hWh
KYOmsJFIbn0MV2I2lzvdR+vG5a7qdKjRsjEZPZRrHHYUW5NzaJSjtyKbVfw7jvYou42mpfpUETzC
r6+NfdOa6dShXRz1cwwzYC3PhMm1N4bGL9I5CB5t4G0DiJ/s7mzrzpA522r6GI6CMtOIhp95XQhP
KmJJBn2uAr9fisFO5a0vMaIrVgSmwaG2Vd8VRsjqxeAjLOG7KigvdVbr6naq9FqSWxOvYw6uubyo
0Ub70cxVON7gLR/9qpI6bA/1MtGOx94qkqsNIdh4mOt4WXPVZs7rPvhqLCIAw/Hs95M+xb7u0zwa
YmS0/AlQsd6lE5hNP+p8T4xt2HbZVB9YnuF3rr7yW+U0mEcpO2niwznPe8Ley+VnJBft3yf93s3H
IFviX5YpCcmh+9TRSVOY5nPb1M1hzRoQt5ZkoIlru+eP7AGxZD89Z/d/aClYxm7TXIwJ0ADMTEjq
7ddW1tWNaJZ4wp4EG5jCgIl9Vk4IvZI0+J6N5g4OB+Osw1dMItPfibdF5Fp4S1odGmPn5G7tw+Vp
0HH1BbO2uDvUxp3bHOB23m92svZ+kQWwXKdUXBnJo273w3Nbd+X+rcEUtEr1iz+ttbhaXMR2V2kZ
rGxA1w6/+9Vfm2NLYdYChA7Bmx06800nzegURJy4EyBMnwHCdKuyVxet25RH0x7KPDKhkYVOdfLk
qIgpCY7RIUTYEjM7bu5yvOuoqzhcRuWfUbGQxjpIESQ5HkT1745IgSpHJYAv9wD7/OdCsNF33cxV
SxvVDt0B0pRuaWca7iKWP/lzdr10PJWtjDxQlXUNuKKWH9akDPk1CMIDE0qMzziBT76eXGmiN3cy
DAnirDFLHtRjMuYN58xwVNaNfss4pp8w9WXkiecCfXdTQ2tmffHv7od5/YTwRNSFoIB6cezkLBQG
1rmSDGjSHM2b4nI2mulsi2lFHpQrmbYzJf4n2cuA6HZr9E9nEPJDJ2vxo2/H8rPd6vqrploGq8YF
+lV62DUX5SD2140Mc94vdFCydmG65QG+IaLwO7iBCb1ZnXu18O/VRo+D2BTZ5nGznjgbMpef1TYu
z1taA7fM09y0NNOSa1EBQOuDU3FDFDh7Tx/ThIjVPBSjfeK8BkNorLN+m5xw/C2ndZyQK9WJKswe
tkO+Y933hKFX8FLqsr2mG9C/o30Jnit20C87jRD3OqCTkZbfBbrNqiBGHiTdeM1LPHTT3KUHJdc+
3NJXSWdo8gq44ZvnzWN1gNWSNEc5xZTf+B3PTFaiXT2C42wdtfXSmIKhzKCeIlrQ+ibIdrQBjd8H
X1QVD4/a9823rJ1acye3Ll0ZTa5JlLsyFtNdrap0ONJ+44dts3U81LPMxuuW0cHPGqj/NiMLcrjB
VDJ5wqvsYjDH2HEqsP5K5yP1S/9ht5N5KlvTfEdlvt7ifVdWRbhUwWu9tNmWD8MAgKwZ5d4n8z4K
0ptirIMhcLVzPush+tz3VpecoDFHzrrF5mHLOtB/L3QGdcVRPJ2WsK+cPPZLDnPLfcaIzB0dt+g5
s592j2sbZfMCNgkzLsLTyfVGgNJGDM9erPR2A7oRvuxUy0z9DI3z0XokK+UCCH4HcezstenBTIuu
dmeWj3KA8fueCLy8UdvgFVXqZN1xWwLbF0p3+J75kOweOhXg+CWyrE0/hIwQf3ck4r6OkoaXvXip
pKutTa9F2a8NJZsr1yd2A+AQcTn6wyyaQeFFHa990WX45BZtq4LXKByZXixkRVzmL87g3ckqWG4q
gIwyXxVy3fOmxC6PZT0kHS21Zxl6rvv0Y91s/Qopd5QH/PhEcyiriCSBWemQwoA5+u9yXe3dJs3+
s2s5U+/d0VvZoWi/lzOlsLmJ9tGfrzbZOVfx5grNYCjW5alfs2w4z9Qv3zJr6WWDafdPUxnI/tCH
snkiR9Z5CJMpfJmZpda5lnHyhGK5/yLr1amPQ5tEUz47Pn+l3cglL+LIDLSGa1gCBdiNq0PRN0ZF
wEHeHqqlvHCN5+WSKjlsy1eK2uZzpVMuxqR0JsH+T5ljQf3VV2Aju0bjGrBB2rah20o2d8KG0R0w
yGglhUIW1T/KwERzvhgIWviKWdExkfHnPkezPtocKr3/SnkSP4edTeZCd6m9EePkZfmURM51Z7Yl
vF1juV4b3ev6qtv86rXfAZLuKnwe5Ulg0VtT6xtalDCYoi87jUt1jAC6uR4aAKurJUnLrNgY/b9i
BxQ1J9RnY3TQ3SarE0Nc8QRjqiNXxQOcmkYvO8Od118iaZN7ZZ2WIVvru9eQ+5uRCZNiI7R91t55
zLOW3Ddt/ej4Hne70mZujsMylN8E/L8pl0ZxMJLkjCYs7fawz13KqZdyMx5lZDe0yzE25fx57wY4
sGri1MixXFSvCBedHw0L4McCs6EqmFmUb2HrNw/zQgVR7KsMmI9j6nLWuwLjq+pp0EcTi5nUQ9N3
N92gHXHy3Nm5STn44iMOKeFwmE1SDlft3O19EROe0OdTHXPxzHPk3YXhopMj7gTUXnTBSJj9pK5O
mfLFWFRKetc7QD3zhVHqc8NkLMp1ZSld496sKSC7XAbwszjkoua0pdoQsPsyjp+NYXHW3CdqzCiP
ot3/2cPJ+D6GGL8Wrdd51AQLjhaZqDm0Nc7xBeO3OcmzsVQPa7/X3oGd0Se4eGxE/YWZ3sJz7HWu
oImo9s9LEK1u0W7xGBwWB8yHasLTTZGMNvw8dnC6byvil/xcQTS535wt8wqZ9d6D2S9tJodPVN3C
NR0/lkSDXEglvvccUUjPOSM1xrp9196YS9FTYDrmvCQSIxGMshr/oaPbGZ5Kv99/9pAe0usxHPRr
WtfiMZbpqRaTO19Zx6sUaLvywQXCrQ2hG2TZ/ZJt6xsji3S6QiPV39IQyZ9OJzgZlPX5P9re8R/3
dZ8zakuzwBWlHXiYuIpIqkp3sNuSIgJQJwk7Ws42qI6XhtscxNSmBw5WkQHerFpejZC9QI+mDvOL
jUz47k51QcVhGa7Nhy0s7RfJtf0c8OPUcLkW//eYVlS9F7e8uyXIRnvmHceHsGkmytjGliDlAf/N
rQnPyrEihv61d1lHO5qwzHOiLkJ0sb2BE8gP+xSsJdg+0H70NbYJFYSvyvoH3AjsnhacP5s8waIj
u2fAC+iXDiEAFfk2kXvYWKERx3fnIGiCZ6IeqkH0bj7GeIaR/B4v4jgOcvkYZmSG3WoGG/Nx65DP
0Q7HqHOneJ9IDCEZ+xtsknY6bQ499tFdGy4bX1ViP2eA7q/Io4MLbBzRuWyGkdPVBmql82Vu0ZJV
yhNwjETSh3nbpCkYkMPdwfUQi+EY7gOmghR9Xneq9xYq5NFNdebKPJDrFp1MsPTOhx7smWDbqe2W
6ddUKVV9sCJdyS6Y65aChxzLYOMUrf3WP3addSCgGAGlU33QNePprYjnQOpXqaXczxQwk3Dypgzg
NmUW8ibGdH7lvPiLDVPc6P0WilQu+phz8JhIb2ieAxFLU+Yu9qIdFqKbDD6GhO8OH+TgWBcghksn
vJrdGFkVsZo+VfbgOs5nt+rX/rqxq0wu/19fj7cVfhX6JfbMTqnlpHs6/iJg1Ke0YezHM5YpQ8mQ
69GJVtr8fXW9q8i2/novQ0B0JgaTGX5jZG32sWCcTCN2UlMsyt9ltifkR4fN3N3OA/G4n1uSV5af
qcfd+cFNxzIuLMbz9hPjFuV+7E1MLVSUWdx7X0Znitz41HXMCK9KzxiGynOwp/tPx44XQg/lXPVt
gDrbnnmMYpooLnHcG1ci4QRvQei4bG4vET54WYulMAb5qQpnrJ5GCAogMExUcHlo+TqIJ2adRFcm
2rXz0kf+SKWh1yliWFIatUFxXlzJlorgXaTfYxnEyXcdp22ynGvmpKLKQxs30wwCVYf925Ryy/zM
aF3Lo01tUN/auu6Wh2iTmGMX6N6w/K4SWya3ViHZONeBMf2dS4cenlMSNtZjB3S+P8UT//4xd1NG
BVj4k+D3U9TCdh/jynXs13KzXBvMSrbsSrG+ebXYa7MzsLg2195iuDIr12eUAry2qpvN0Zg6x3PS
mqu5X8kSWYauXrkq9dx8gBBVydO4Jnq8Ubu7N0cT9UH7FWePUtLnzqk6gnqG7pWCarLnzbDt3iFw
tj5hlgHYUmxROKRvLTvmGU/Axt7NW0Q3s7vcr8fFLtgi4Pe8fdHCVr+U3T11HXMItAcbtuUXR6jR
zYVj1ldcNoV/sm7WPtdjH+gc9XxHyBLXX3jExawdv4q5LRN6rSCzV2LiDxXcG1t5LdguP3Ukm+jg
wnXezhAzvVcESGBMEZh9lusMHC5HVOM8MkkV3aFNm/3rJpPxGT2093FLhZvQMM31cZZVPTBEoEbM
K4ncNmeEUt0P9N6PKe4dEJnDuY/yMi6rr8ssZq8wkVpM3k/T9tb7+7ZSyBrXPXjalz82TMnfVt3a
G4div4MWM8bXesbwniYtPjoB+4KQy/Y6aBoJZ2DZ7xgDme44ChPejuyeNd99zfhm2koCesN6be+6
hJDMlbaBNjKYpj43lT+REcBgnMk8IND3fvfsx2mcEuDTpDPDQXbQ2w97xeT3ueFE/Og6agaTxsOU
cIgoqTbmGgEkhM6LIX1UfN2PtYwgTbejUW/wjtLnsu299iSGMkmeR5K/P0sCLSHshDb6mY2m3QBj
onk7lFvUD0W02vaoRGYv3g5tglMzpmFdsVpScO/mxVux6+hkf23ctbpaITOP9xFSppqWOuL6ztQA
loGdHPMazCbBflbfre4QrUddMemyEWDPM/m9XPwDg09ZJmEuo0R9lYK76Wi3Hj5HQ+vObdxmJN/q
vdyugLVEeJjTua9uYVM5PcmGdd8d63LXrzs0gflIG7l972Ov+oGRfZrmaxXZ2x7jJ3PapKy/qmWF
rpxWVfO4TGHN6NJPR3iL274wZVl8dUu/RPuKDX92f5E3iMLr42opYPowh2G4yrR3MQPJB1NP7mpO
4OjMZWW60MlluS8vVUVnnJPFhXl+QqWjDqHd7OPSBGbik9jIzStOoD0XKuk48bwMwpUwM8d5lmGt
fvaAND8z2If5YFpMqQuWJcB1s9fTrbCUWEeDdMdwuF1CCaO9ll9aGYQf3cyWXc6xz7rx523x75xJ
qTp3mQS9CTHHHT3eDKV7nFWTnjiM0upEmGp10u7k6CJheOWdOi+bn6JZ7BfuX+Tfj0LFj1jrYPPa
jxziubO36Xas6m17rKHmvgS1lP2tyuKxOpahaUQhIR0sxzIqRcqshyLjlCqm4hcIAVjfRFpMYJle
JE+e3zf9SU9hBv5DAwgIu1hT6M3TXwfu3rDoPHxwPiOxGPaDdOG+gbtViTi6VVbjkp4E8y2TlG18
85o9rY976KTfknFOg0LKwZojmxv3hKYfevLd7ZyF19Idl3tjSbkqcEICZU/7frjxRwcIu/Lo5E4U
CP4nGRn1izOU4VZbuxewCGTbpf20XlqohjDo16ZR+1UDlaIDg3UYzUIPal9VpaKPnsWY+Nbjvnva
ey+mHvh3kubfeGWwxbFVSnE9cqnp3pseDd2yaYoqcNipUafeVtG1af74lPdSWEx+sTvCARxnugzP
o3dMeJoUGff7kBbTBAaddPz60ejBfWrhdNgtEEWNG/kfXu1v/LzLQ/9HB0WRCaJ4+e//h36vhcdN
VGJLHZIyfItP8vgyEjFw7hnh//dHkZoMWRf3KG6V94ItHHi8bmunpJg8eAVBWi9nEbf6XHly+INX
yXtW7cUv+ZLS/r9QCJzo3jH0qnUa2HYmLcpmGvK2JC2hTfr6vDVNnE96/5OI4R8WyIUwTCY19mYw
A9/9dO027SUUkgz+wOZfd7ux1ykH6R8+4D+9FYxmNK0+9qd/WyCI2fuktU1WQOEjcHaFAR6UXnvo
TMTYt1HRH+iU/7A2PHLcfQp51BJM6v+6NnwY4vOMwr/IYvm9Dt32IFY45rUe/2QP8k/fD2tE3Ko4
2FmN71iiSOTkJJ06K0BA1AuEgOS+o+z9w/f7m2DvsiwydHqsiBh/hfc63SlSEd0hP5OzAOKP7eTf
w9rwDip1ggcjU1M0XVU+y9h6n5gs6qMPR+blP58laHzgfIfcmShqLp/i/2w4WrsEmQYfdVZQ54s6
g6oCSysI/mtWiYe467IkU5A70p+Ddw/ymwolN4GnqHQTE+ZEDMAnW93J/7yv059sO/++VAJMIJlp
Qb3lnMzebTin8mZGJ7TwTtXa78xPGG5ueCK8IbSr/5Qx/V6wcXmzi1Y3Di6287zhXz9h08xeyZgD
wCvx0vspGb5JptQnqpofoF99gb4iPLTCrH+Q8vz9gOa5F4cO9t+F0vzuubFNlUNBz36ITHSaiOsq
pA6TU59N08ER8Va4Xu+d/n29/OPLkljMmoFsjADnry8LmcSGsmWutABmoGWH6g7HbztZAgfzJWzl
0fckTFLM/f/z9ud1L0EiF31tggLor08eQklAUG+zogz2/lPn9MPzFnRAqatd+4d/f8u/HwBIeHE8
vtx/3EfvjWPqYG4mIzOeNYj07K6bPHs7c4R/f8o/rdKIjhZpEfvfe+8+QFteAqMmHKA2UiiGR+ZW
euhvN/jxf7iB/mmtRD7KL8SkyWUW9NePt7fZLBMcmIoMttYHu2zlhxDuzxcPPwb3uA9hueYUAU10
/PdX/KcPif8dKWgkKiKjvXyC/3O8OI0L/qnpbPfV7792voj6Q5ctwXr49+e8l8pe9iDCygRBZ4T3
WPDubpgdj+yDLc6QEiAVxAKWHdcs3oGJBPJJCAyEz+jop4IE+WEN0v8aVXl5PMd4lDC5xBf1ffS7
Nj7jWYbLRYlJdhFi1p43fkLg3Nrgbeguf3Lg+6eVg2fjxYs1ALd/769ZYcLRbMhYi1S75kQGzFNJ
aNCBfLT0D5fUn5707sPiILrXm+TDiniMjl3vEfjQtOWhl1N4/e+/4T8+6pLR6mNbgd3Yuw0OnFUK
VYZZETp1+B2jCpLQg3r6NNXVnzLK/166XKK1//+j3l1GFBixZtCUFabKMKv2yRMV4GdHMr4jCJlk
S/77q70/Nf2IwuXi6OD+z+E5evc8mhvM3HSrj6uzemfURxZq1pad2kt2QBBYc0oEEE6wdfMfTrL3
H/V/T8YYCE3h5dZ9r11sfI2m0ff1MZ3b9Hc/jtl1y/QXY3xv/MMe/KdH4ZjocjbjNhiF786YGOP9
bltcjWjWpL+h1IcFsoiPi1HOn9qE97/f5a2Qi138gS9pDO/3W9dp5dcCFqsT2HsmLt4n1a8qZzgR
P3dp9ydV3PvTk8ddxLk4xcBZxPDy3Zt5iyb4JM3M0To1HMk4PUf/E02goWBoOo78O5je/eGXe3+k
XR7KcUJdFl4avexdEVpHRi7JCDMzZch5ScxprwxWJK8KrfCJiiM6AvKMN5WW6bdqs+vLf16ylDT8
irRHAe/8buMbwRBNbf1y7De1nJf2NI7PQS/0Y1+l0ZFR6whlZPzTS//DGkKZn2FtluF7iGrqr/eF
0RTzPGQ5tqphThP7zl5Qoca/harhEvz7K/7Tz3pR44fpxQCXxfTXh0kNMYTa7P+xdx7LkWPZlv2V
spwjC1q0VZVZuztc0p1aRExglNC4EBfyv3rS0/djvRCZr1+SyRfsrHHXpCySAnTg4opz9l5bYpQy
4qWX2/1J1FFzEWhjtJYVYjOlFOoXj1X7ZOximQLTCn6QcI+PpPIsdkI1TEuJEr3WTzplW7ouri2f
Mim8bdX1/Y0TTek+kY1+yQkvu6cobPgVjt2K/BtaZYGXx1SmsGv4gQiMhUa4+Fc76E//ShRqM0AQ
jenHIT9wSCdVOkGUrGLQq6Q7LRgl1rbOlGZb21b2/PNn8dlod7C6YEhHu6B+3N1h9ixyw+5b30AV
raBBVLLAN1A0IZYZigNZqvEK91JwSOOs2QYwL7r1z/+CH9SHP7rW5heOvZFN0j1QZCQU74dDTZFT
nxOM/LS08wNlt3ztkH++dcI4XZXNOC1FI61jo06lb2UCGTdP2K/aNqWVgsDp53/OZ4OTqBmXfTaw
CPMjigcBfxgInRbz1Ef5IR/leNmpmCuUyHpKy9ChxzRUX4zNz64J8oG9L5BYVqsPy1Sfqeqk9KH0
cQYlS3PUu7kVJZ3LZHS7dEHzjmpCHpjOFyvHp9clLGAmVSJL+JiIptEFnyLKbISXGzb9A1nM4NiW
HFK6KRG2WUWN1klamV888k+vC9xwnuUwcn984kJGQ9xahfRVPTO2TpLaNrJimRwCXN+rTowaTRHM
ZF/MO/Nt/DjQeLVYwgBiA3Cc34U/bIp75L2tbuD0AJjZ3cbx0Kz01rZufz6APnmjCPbBNs4LDC/y
I0cALWlmSW9qfLsWie9BHdphC0BE0YRv2Ja7ZaMP+pKtgQHPvzV2P7/6J7cWt6ZKgKepodr7uO9g
nzDWqRYxlLLEPiQ2qnmXTKYNO9TGl4UOP6BqvgLmfDJpcVGqKewKZhf7h/HLSgZp1mPNalt6yJBT
WJ1HiuqpE8RLx+q7v/6OgjrS50Wa1GX14xrpNjNw2Xalb2ajcmjspr6MUPaKtYo3Ml6qmQzXo+eM
F3/93nLyZ0vHjdWJYn4/fiSOCQs1vfSVdpKbUWj5Vlql6uOydS909OoYBOvx8t+4qEl5QweNMu+d
31+0zJtYzSxWZjuNxGEwqXvXrqU8h2U5bNRCPxGsO6ZfvCmfbAfYBjCEde6jDoH//UXHIHHszAyk
L4K8ochttNeSjM2M9aHGgvrzT/jJJp1gC9zUjFou9vHQ30kUhG3Xs+Ea8RYb2Mf2Vj8Z1wp9zIXE
vb00YHSvZTrVDz+/8p/CR1l6aISSIDuDs+bI2/efUy0mlvjRQ09EpYD+xFidKpqQbxgwxnVUGsSj
GmVtPbtlUOJdR6OMmEPR1X1G8Pct3RgEiXpfRCtUTfgFfv7XffZWsS7zYlGk5BDx4SFYXa8qzNys
iy5iNZesdMxDoX2kM64ugrD7q2S/HzeD2jUVWPZkZGW8vxlj5GpOVXFkiVpq1paEXqBTnNzEutT/
+gIw84HRjVozvfhjGA69IqOJ8IP5ARrzDVveu4K3fMMEw9nFq61zT89T/6/fTgJx4d6B0Cd/58OL
hKVN2Ii4W9/KBbUCrWjP+7gYfS9AWGKS9Xb18+t9NhPD2HM9g82cSwrU+9vpFiq5m2PR+Z0ZqNsh
ajU89I28xf2owZ7Og5MtRPpV3eCzQQPIlBwXkJczNfH9Vbs48voQT4FftJaxtL0KZVkWKyuEgcqM
JDC+eJKfzBQGCmHT4HkSBvLxeqXLDEzbufetMUyPpRXX97Vujhvqaem3n9/QTz4alXJQcHw+Sr72
/PU/LN/WRK1zmpKeNiTyS8etHGzENgZEpUX8DSp++mJb9skFTVzWLOL0+ma23/sLFsLEgYJZwk+r
MFgXdv+am7G+JSqthH4kyi8G6Ce3EpwmXF86vDAlPh6LaKS39H3V3m+YtHyUfekGXYOJutz+Ch7+
g+r2YSs074NIQAPzRTX5w8RnR0jH7HgYfJlE49YyoBZUsdJeJm2irexeNhw/1eIibht135T4a6zG
m87Vvg2/x5Cwn3B1mxAOjHrbzYEsjmEF12FQtyeXQ9+e8ZBsC0ws2zBM5Vd4ss8ODPgUOKRSdLT+
HHI1aQYRmujffKtuBBKhACOWpQ/WgYi64l6g5GAXOw7hg8d6vBNVDHcEqZDyKg0RYwoBCNCsfj42
P1nD6AbQJtPY6zg0sN4PFVURgFFrhopmSwWxUe7O9KUOKguKrlIz0+2keA3mSmF8cYD77MrU5ilk
04uAVPRxmrFa8uCjcPAT1XkhcMJkwz7JE45yy9eknt3bTRcv+sZrv9hpfjJcaYHQV+LIxnDV9fcf
OcT9VchSG3yg6BHyMjtdkBFo+FbVfRXD/clUCmV7vg61cPgmHz6jIbPQYDkcYDYEszjf7PMNSp2B
Hu6AuHGc6q1T6d0XH/CT13+eaYigYGOg6h9r6KNmtXUqMLaXI4QTFUUsWm1wHdupHwpmANAe5fLn
w+hP95TRzAbTmnsTlPM+nlBo/QttcNuRty9uTo0WFRtdmP0GKeVf7QvqXIoBC6GCXYz7pzy6Msk6
O3HgYMyiyz3eu3iRdi46IyraX2xkPvtUkKYMnqALtObjal9o5Zi4tjL6WIGp0Oe12S4tRCsRMqU+
839+C+dl/N3MBkSQwiSUdAqsCG8/vIkuNhmUsGATYuTSJxTYtPqnSQBg+fl1PvlQzD0ceHTuH//z
3g9/LQR6EFbG6GcdHAQTzxf+F3J+Q09Ujz+/1J+G/8xFtNkaM2Nz9PjBtvzDwmenHgiCuWCObbXa
yrYp/QZ35Uq2yrim9D3eq1rWr39+0c8+H+U5Y8bJchL4GIYVwcjDrKohOkK+BjdDj6+KkZqdIxHH
/juXMoggmD8ce6X3t9LG96ahWpz1TZKUWqtBtQR/Dkm85/zWj/v78/A/wldx8dtAaP71D/79LMoR
xFckP/zzX8f4uRaNeJP/mH/s/37b+x/613n5WlzL+vVVHh/Lj9/57gf5/b9ff/UoH9/9AwsEvqDL
9rUer14bnDs/LsJfOn/n/+sX//b647cAW3/95y/Poi3k/NvCWBS//P6l3cs/f5kj1//+x1//+9dO
jzk/tnzMH+v/+F+vzccfeX1s5D9/0exff6xbnDCJ0yBGiEfQv85fcX81ORfNcHy2eCjvZtFTIWoZ
8UPGr+RT0AdD+0tVlXLlL39rRPvjS7/SjmdbwXII01/lsPzLf/5p757Rfz2zv0EPuhBxIZt//vJh
KFKdxL1LKZwKNfqrP41/kdLoN0pMsGpbbO2gmQ6V0XdgMKav4ng+TPm/X4kLcTfo7/3phK/1rJu4
HrPC1aNlVFkgDkw1Tte5oz7ZzG9fHbQ/rN4/LsgcZVM8odtNSez90J/aoI9ML1lFURpvajlocpnI
YXwbsdotsgaYCxQK3YxWJD8qd38YAb/f5q9uK9OxR/OW5gowwPfXDnotFpEdrwqVCsOqKVGqb0wN
6uFKFYjQ/9p88uOTUkhgAM05aXQB319tiKgumqVYlZoLSgCAfBHPOqIStWjZVt0XpZrP7usPlR4i
rLmZ8mEViOkk9CITq9pJ8o2pT8pKpg6+osTaBcLBdFEmxgUuI+OL636YqudPyV6MlZv1h7b4x0iH
zrZwQrpiBTIzXE5VtbRSaQMEMZ6Deg5KVLA4/vwpfvJJTdq2dE5Bus9lovf3FQN9U7ugHDQ4XJgN
iUrZplVQHlNnalYZYu4zTQXUr4d9+4W2gRMQv/sPa63BZoUTC+UJLAsOzf8PI4hdvzBxOaw7uFbk
ag71BJDA1Ht8AUwnL72jB8dIKIG3dQLi/taajOwdGDj1BgMGgLXeaaoaCbI9XuFTydRVQU/sVZNT
d2slhlSXZUwayFKOqQp1uWjFmdHMBLEUlMlTX5NOzxqhmxcklNbDZtAbLb/Fzw0cwi36BiRDM1C5
t9zKKpb2gK1tNbb0C/EBdVeRFHJYuW5SXLYMi9mfnVmBT/BwuVeAESPjTrBHL9TYMcD2mZM1+kPd
BPpqSp1WXyqxKJtlV2lCHFw6FVOyBvgi87UuLSuKVw7GOc4dwJOSbjOWpl2sIspYHVWkhJp+0hYQ
xZ2uz/Fc18MD+IDY3uCMSK+syWzsy84jNrc3a3Cn5BKk5irqJ32ZVYVH3IxRFTH2WAeWRTTGXb0t
9UzyJiO3v4PxkCZrJXOm752wYix1aE3x7mBm+iaw7Yl1FACxxech0u+hbTPR1KhxdFBWhXbbc1gB
vNc0KBpSxS6ydeJmleE3NMwY0WooT9Y46GiEG9fcqTiSXqOmk6MvXS95MYQ2Viiym2RCNKfZexvX
Z7BNKEiYdwY7CWiTQ5gWu9xrQGbQ9GjGbzCvQVT2Y2dpDx7qMZ3QP9E4+YlmbzMu6Iloo/CToSmi
uzRvBE441osgWA2yDEukvqmqHMYKZjOkPzwaOUSeDkXUg5KGvbOGohlFJ+Q3CmwcgsartD9hijar
81TvZquaKUyckjKPrVUWuxPUJTHYeCIwt6keZjzppleqRdrpPlf70TxGUSdQRBuuhz8mtlK4KYtK
TfLwTMtLS3mIcu4HKJRBkajJIwTrIl65HCfGb3oYZ+OZ69Q6/MvKaPoN9uqueqlEXPXxMuLIHE6L
2padAX2k5rmcNIgf4bPaKkK7NsH+GGt3xm+MHEUUkFR0MYf+AfMIcJPSU2sIshaQkG+8XzUy/pYe
5mp0JFyBXArnrc1MHZuKRN+/HLWp53X0wMJwusHugtak724w5uF8xEfeYOiKQxktUtscH6LO62/G
YbCSZVPmQb90SkCoizgolGt8Xf0DpJfqCo+DUS410EvaovY6zD5ulgbHzKntb0Y4C4onzUqXaiuA
3SBSx5c75J55UksiZBeZGKIEznONxT+3yRU4C91B8PYlo3YdkW14mxvZ+Kxog/YIiDL7RrZL/1wB
2gRcw99EvTpRM0iFkfpUN673ko5B+QiHy+poCgDLXg9u1Tn4LkdU5UVuK5d2BTplITiSPYdIUvWF
jh//uuBQXZH+43E/pyTp74JhnndcvSmyRdCk6Zuh451bwgewHh2ZTdj6LQU+itmpY/4dFhGJU3Q+
AlstdgR6Jd80KHr8Rg59L+NghDhm7QT3LiyCeOVFZgo1ssjx9HoViJ+qTTlr5rheleU0qEhxKOVg
iJP8H9b9KChWfVzmd4ghsJz3GjDqVVfps225AJCzCMPZWKGYwYR23gDUhuEi5cF5ua7hFwyQL/Qo
6Hk4mhbfKCBA3VVgRric6xhaQ+mmmrrAMh7aK1ykAJ6aynOuJKaqAltjFTDeTTP/3nRJ4/lqqsU5
ECZB68d2IoW2vjHF+SJvilwcgoTYkaPrTQEIGAWXxgJv4XiElWvPYDYnvGrSFphdzsfauU5ZRuex
a+PtIi42EumKn8u8BVY7nA9l3dbxztDast7DQMBgOpmD0+9xtGv2ptF7z14PvG3BSnSlByJFoYW0
0KssPhoyDYIbQrSVaW2qZpYzuxdGd53HQEchYti1yrePGeOuhz68MpMeaLaCBBijS2Rx7ukzxW2A
qxNVFb56ZRd6tyHGs/AsUkfgXlM0edmGhHV4r3AXsULp5ZBFL5rZdPVZXbkjsKzYNcedVlWltxqI
Ca8ukCOUuL5LzYl5EQVBEzjYvXybpkpTPnvjTB5lXlP8gP0gQhtPUdXiADsxN498rml6aFp3AJ4c
BuHIcoKnTV6lSdDqUPassPHduNHqDTuVusPSpqvjPsKzBmxPAQjTLMPeqMInu9A7zWciMHGSN+1o
4UHvO2LTcXnn8Yqcz/hauOpkbEumPpgWnX4btnHzFpVRdNX3xHJJp8b5jf9ReWmqttnC/Ru6xaiJ
KNkkQ2Q6Sw3yAm8exh18nnXojEu0YLhFUSAoaCDdsD4I18LrqmkYVBcNxlJwlkE1NBsZCFEDgjOd
585FIb4kaW127EjF8ofckt8a+At3sJIgQyh97T6TvSaYf4BNPIGujQ1/lmEa4DawtW5D1SW/jxJO
cGdnY9DBbICW0q77JBge6G/CwNWImj4YSYvpvVH7KduValQ25yOo9D2rPw702czmDis7qdszrxXN
dOwTNLnXxhC5dyCcPOxOxJNOfhM5LuC4qe90jLOJLVe9FffiGrev6eIyRwNC6AVJBIsq1YDAdg4o
w6MotAbLeWXJ/D6GxmA/MHm34AcUQTCRVgZujfzWc15CPBYPFZbzR0vayinsIQv7kbS1k1GY2UOA
eoXyrhqXYjnVRmH7pKALYy1D0cvFYINJXUxp7tarIlDiGG+OjrnNUGYuQkqtutyazPKgXnl9cNUB
Aee2Ki5uocauANOFogu/kzk0HmNOYzzYjs3PwrAi5bte2vqxybREssGLCPSQIhUFdBZ7ejGnvDkT
pE/qxwrHUb9MzchR1rYlAWAoeejW9z2gUWUNNsywn8hjAQ/hKGOQbYOKh7NBtwCzTbGbSu4bNx3S
/aC4TJxsMCqohunYhGtiFiJ4CcFYWYcKyKe4ia0Iin6dDl10UOOBaWZhElBk+HkbFmzJIrYSy9AM
eTFotnE0WkDlIX5Aq2LzgRT7MFjkg8R4YaRmk7EzcIrG75ssiNioNeGe1Ei8vNKLyidHm0YHe7g+
siH1xuMEURxjaMBSxE4nT7211o9QBHOIfzA8cb5q9QI1AADdUgat/dLbMSQ28PyIlZZAtbEKJwa+
wo1uD7yTahzFyX3uGWUaLTxun/vsxXaS+XT95R2uEfGkeNCYlyGRdvVCVx2BWoaT/KMIqZfui0Y6
8QqIsf7WDVl8kr02fGuqIr+aIkTF/VWcgwhY6YqXY1EoaCBJ2UtrPRTRSK2Xah6yjSY6FXGafKc4
XdzTa6idZWwarb1q445V2+3C+DswTj3E35yRoRLOxN2B7PU3exLZpadoZbr2RF1/q+CdEH+b0vGE
xw6O5WwCTnoe1R0bQOZfOnTjmIZg88qB152oYeZXrauo8rVjKjddjV2ZgMwKP2AGf/pxIr3uPoP5
ViyV0YlfCF+mk6IVlc4zVK3+GFVV43BFRHwt7JNrz6zm/FD6HVupiQSYahZMF3FeqDYLfq3izxUU
A2IvJEa8CTTliY5vtevKwhuWQ480GRCpo0I+HdPssW1a78LsdUuBipaPXaUAYVWQnCIGRXQCvUCw
5YJkCEuozkFqEX7je+wYHd/mcJEvpF3RkvFMPb8IVIiZON8b40HA/7ovx6q4N7MgPbEj04o1G9Hw
GNRJ/Y0QBi9ZAzNOzyxq5jd0/6Yczk1vjctkQBDCmoTCYAEyJfzOdGWUvmd00UMfaDl4D6929rES
E1oBLNC+15K2uWxg/95I2BXxgiKhRK0XDl2/GOEUH7CsWuQU1ho0+yiJjJsy8DCQlibHLfjYA3Il
uwrQZTdEt4FOnJ1nm4CF/DIrA+yXpsnKmKOz0JetoUtvUWBDBRDK1ulG9i3HAI8N9QlQdF4AILQ5
xBVGJs9QfhRwPIJk+F3e/f+rg79YHM3/++rg1Wv5H//7KYufH/+2pNhYC+V/vtX8q6BQ/Vvxca4w
zr/jt3Kh7vxKlWO2KaKRg68/99J/Kxdq5q+AidHx6YQ6amAY+Jn/LBdqv86VQMJ6qVI4eBKonfxe
LtR/RQDCyCOZjvIv8hr7r5QLOUh+KMMwkihPz/0T1BO0U+0PDSMOgRxi6myDLz6HpigBVhvKVpbM
14oCrMOs1e92A4JXLb32uzmpzarqbXlecqa715xuOK9DXOGst06xDgPNu0vN+MmoRB2sprIjGqLj
tE4KAU6HABXBMq5V69UxknFvsRdd/fiNQ0VskdJmT2D5gboAG6oX8JXEfTTkMt6NZlHu1LaEPAgq
8AxRcXpl9rV1ZmtjCs5TkLCiJOgBJ5KnzkU52bdBFI13Q0dsAk2AF3OcSSuNpUe7xkpgf3BqPPZ2
ZCxjjZ8lEq5A3JAVx6xoVmSNyvMoztPz2GpfkkQ6Jwio7GAyQ98lJXQHKDgveRgo93GRy3OmGriM
miPulaF1TkzBxaaNlG5HZ8o5tbJs3pgrnrp8ntX4SaXnN6qpYd0obf8CfnQ8sAfPOMDxJ/c9Fx8G
BdYbWLNtHKfO1p2SJyfkBgKmSM9rwiSN5Y+PERWOzUaT+/Tjr3THPj1X9co59WP50sf8VEplKywN
DZoYEaIgDO1tgZx6BUzGejMTVdx7rVlPy0jvJTz4XN1aAO3OLQ/Rv65Fw0rOtbHBsd54qiCOYeJE
O8gf8/a+0rRNNprpraFym5Mc8jan8X7NeuicKPM4W6nz90IWCPy2GtPznsoOoClG3GnCen9eK/z5
llOqh5bFBLC9naXWAi+3uu0imokFagPo+hUpXvBrwAO1/M4+NTiF2paSWJTweHgVgv5FLZx0M99c
PHz2dhpg7S9gGlhviZM9VUXGFY3+Ja8TDrsKksLKErv5thaGdLaeyUcusMatoGg9TeSMLDvQbCun
DO03mAD1m2WGnKYED2TOztnSFH8xhsA+mVY6nkalNr/rQucuut0plVZ/UYwqO3L22jPm4k4N1Ast
C9AzdpXQd44bE6nQ9lV2XaOf94lBdM6VuEoPmgziDYWueUvcau4d58Ua/G2tnltoyvyS9ess91TV
D22QCAs2H2JNPpgCTr23TlWOMFgtB4gcyLqPaeHlK0gc9TcgMv3SBp2384w0WtJ/BMzmyCFdKI0T
vmCntLYQ5YdgBakk2Dqta7wYqjCjhRwF4UpUA4SfB4SoGGJqjpK639IVrnxNenAJTkdywIJ9/ESf
F3Ix8qzmHNLYkyucBEvjQBs6nwzA6WZqX1Zqb9yXrdtfJaYjQDjoUbXIjDF6DDtehGmy64MLI5iz
x9hfjaGTnBj17X0dKZpfYOzDl0wNHGmmSsI3PK29A0IGICtnKhs0LWAbza58off6SRnhOnvCiRha
0rto6U6scAZZSxv4yjHFbXkKy6Fe9IFuEJ3YSc70qrocmTaiZV13YA+k120jVe0r6IDY7ACzJr7T
J/ZJ2q1xrhZBf60KNrVkP6nLyXLCPRAPdg9s/O0jZA7jKeey6xHs8a7NxXPr2M2VxlTJxqAbrH2W
W5bvFd7Jjg0CIULc/FrV3GgFz9bvU6IR6OMb4JvIbodvWK+NjldiVqSBw9DNnaJHwRIBUb/vFPNO
QAy8QD2lnRJbxLcpeX0EFCrmEymjlI8AlpGBZqsUnPJKpvu80W32NaFr7LRSu21UO773Mse6b0t7
b0yWuZhkH904cSF8W4GN6BlUT6CBj9t46onDQc4n9wCTgztLJ2s9TiXIb4rFF3A/222dz+zhILem
RW+kcklZNT1ILSEdvXYAbqeTt1QhVVXLWm3NhWX3GjBKDkdr/OacsEo3zl7KMnhFjjZDWIetEWnU
pe0pviZD09u2CnIDGMHCkSw/xIupAycEPaptGNyFDrCmyJd9PaTbeiDxirJZfeL+twusIXhhszw5
pyRcrN3KrW7DHpo0NmZrH1E2vQjDgXizQLqr2jKHb4PhxIdoCize6tbzISepC2uoVDhueuZHesWJ
vqZWrZJRje7dCR8n6voLi/glKjIV+JRJeUinYCL2gT0Frwqkoj34ofw4WVm40mtd37XFQBUpluQx
FQW01F7rPL/CT+qjXNmGZsnrHcjuuTPbI4QMEijlXJhSrEM2DKDgcWruVLI7tmWQDZJX1BKHLM8N
v4aecwS9zuMAyEkRpOwM7RANXn0AnTcXEmqdAQXx4gq9WLRlU9Ivc3UACuYF/a5WO/u+7tTcV3q3
f1bG0GUPUN40XRHvalHmt03pTXfoQ9wDWiJ1fiWME0obnUkYif5ecpqw4HbZALOQWVuX4B85a0+K
tRu0uDgLRjFtEXt0vq4H2QqrSbFqlcDx9UnLTkFBnhQhU9WGngBUG89lbiV3boWCW9/VnbNvpsrY
A83zzhFuSn+oOASV80rFepfs9MhMLpUwvMrIDDmFVu8dYjmlL22viQX5FiPnoOKG4hnzs6b3yxJc
8GsIYPho596waMaSUZyYYl23k7jIs+Y6D0dS1YQd4GTmtP9q1CGEfHcALbhkwm+2XpDrB7egaKrm
Nth7Rqqzt7ngImy66tyDsf6CzsM5NKYb3XFO/aaMjXlQKeyni8BsizWYxPwy4yh+NoZMarao5mbB
1DMcY1xOtJHDZa0hpNXLODiXoroc6D9t9DI6Yh+pLmOHCkIVKIz2Wupbi9+/tpT8olWGAhhv0V3T
9plLe0q/CaL8vIwsEh6c4UJRAcVBJaF4W4UdznCHoDwKQpORH3lXR7BYDGI6GntCQpolYKL83Kmr
iwba6TLO9ZsoKVZQOZ7YwULrGWAFCs/67gUaw1S6QOVrFaF9HVsL4BYkKjgZiBZHg2riQWyzBnWf
j5wv2aYpS9WTzR19X+fATANCrDe0NXCgGUiedk9AI8T3NOkFAdRuXJ9PljbsFMwf502hUFMmP+Eq
Lj1v04ie2B4SKd5Que3rXu2uNbJRzkFwKSercLs5qChcdwiccY2yzsELNzZJ5dIRi6t6C3yl9mFg
G37UG+OagChjXfat+WwAuPazyBkrfzQGSHqyubVZ3I55Auh8EYyasjP1lgJ+IRS9563BDO7mdrUa
x0K9dYfcfh61IVsXbHyXFggyFI02sT1B22zaUVbr2CXywBCwut0O5gjdgJzUoQEIqYW8veWV3huW
PEZTbyy7NrP9BoXMnnAPZF8iP2Ymxd2KLsnGg+BzUhTmCQqd9i3gufuk1nt/0vTKl46p7OxclhvL
GnTKCESwu5lN2koG9CzvrADpaH85IOlaw16PFywOAwkrTrpSKqa4UFjTVhRobOBZwqwC0ImXouZF
i7r40FWgGiqzb7euJt0NEqd4o5iV+jJGRHhTGKe8DSOHsqpFxHbcTgeL2trFwKagSKvqGU89gR9x
/b2BtLQwCWK7nNivbEB1mWdiNNkNd+6pJDtBmdi7aQNJPQnRntejqp1LO4oWmDmqpWhHl4QjDnXw
AHTExp7SPHvDZH7LWN2eg2j0dgUq0ngh1EnbAct1NWwSNCQBfSnGkcKeQkURnZ++Mrq2P3iuqHcw
Fo0L3thyp02mdXTLmh5opcn4QXUaqgtqJE5BF8iAcoc13ND/rR7jki57Sfbl1kNvddE2mkYnrUuO
edZPB9fNJ2r/MDipJ8PpJXVOq64ssy4uc09RvmlGVKtL5OLBpjeaTvisKiBriYAZL6CZK1ctr2i+
iAS5hJZIgy17wubOCtQ0ZIs0jTslblDki8I6jz1bzqmZ1cbCWQ8mKCE2bAE/3b3ovVLdOqAGYZkX
srrEhlxgObCDISE2tWt3E9jCJ8POnRcWimlnxVDCV9IOowtkGNMGpyC1Ds1tN1nVO3c9zjgArEgN
FmontGPoZfmuCDxiD40CyJjeNeqwjF0jOUapddSUOlrZUIr3UV5FEccdx4DRraPu4Kh0pZD3qEk2
VnZruguIg48ksJBd0TTdwR1o+DqRBFdge/0i7OJgMYbWw9BAn6BBepuTfbAsnO6l5j/5MCPZM0J6
oxFfyTPYWCYeWk4n+VQ2fuW4j7KkRVvVHRFwdUSQWahmZ10oH9M213jSrbImX4bIa4XNesCgfemA
TJDN0V05U7lx0zkhTKp3QLBrIgvTfdgifu0IoiIstVLWHk4ncgqs45A08REBRv+U2nV6yqLRfNO8
Urskii4+8/QEylhBA3Ua4xDbuZpv2f5cOsX4HfB8TQOyC48D7yttuLb3xz6w945mhXsgmIqfIjZY
xW11Bs0Q5DSH0hWwezJvlGg60S1KySXttDsSLsGMOSNCDPzCSIXlGei1F+ZO8rWKyN3mjrnGgZr6
qpevM8W7Azx9kw7jdS6tfC1hSi6TeLwpBNKYuqFz2PW3Q+7Mla3E/Fb2ZDeJPHEuDPiotwrQ+oXu
GHdT230j5BdENrA4zoFaAES8n45lmbCaty9xaQkC8rSnIRdko7Ret2pd6tBqbcN3zunSJMZU36It
zs8SPttOsN9dV1NyTYlh55AMvTDTPn3I4mRJDsh0TgXBWA1x/TTG6lMx76VixbipB1ZJL6B2ys52
n+Qp/RMr/a6kRbKUmnUd9MobZV3izMW5UIdvohfd2h76i9yizV04zXgWBLayt6UbrCfbWGWGVtKX
IxSjKYJx0WrKvQbva8EO8KxvEXimHT4eoVa435pUPxowPfxqImIAGAt8e7W09krqUrAARrxxw+TE
tlRbJKpJmRMK1azvH33omOVuIm5rGcn2DPmveB7E7HSip92R2qFNK49FbiUhRt+AKnUP7tR53wn3
bVYkpIV+l4X7iugnvsN4Vlm59n3mLnRLpYEujqmV4zKpim4DMMlcUgZ6G6XT7vrRqBZSgeoaCBjU
QeAxjlvqmbb3HRXD9VSbcgH66RjH3qGLu7feap9x5ayLKt3PdHDCzPNjLC3vTBTBISbk5kgl5xR5
wSajDKQYySGpBmY2Nc/9oXHFGgXhXZEpB8VLbpu47I8mgvurMkjcpaaLNxs1B7b7F0uZdqFHFkGq
cZKTVnpq27InILwkurqJOl9q2n2levcx+9ul1KttV1iHMmWZgzUZLoTb7LOghSCdsn3vFfu6Y5FM
GRDEkpF+6A4lLfvU/D/sndmO3Ej23t/F12aDS3C7TTLXyqx9k26Iqi6JW3Df+TZ+Fr+Yf9T0H1al
yiqoAV8YMDADDKZbiiQZDJ7znW9BjjM8D2ruZ2SakQ1gXUILYJqchLTWXbFFhnqFzykkDAfTBiPJ
Ol+SJ+g7+kBsC3ZetPTzdzb4zJ/B4VUr1G2QjY9laGY3hiu6reLmByQJBDG08kHFOj+TCll2eIfw
2X5UWvdYdnI86Gr3DXwuX3E/vshcNAQINsY9PI6nzFDmmzJRv2DvxXE1NM+aUt0UpoZCI3vCQOaV
LO/viXCOfUbnAqNZGu73UGp7p6Tu1iX202HW4vYuotu5a1+iohouwLrZbaVBpIVs9mFr1c+lAhUB
bU961aKhplZUg6Odoes0FcP2ZRilFJrMglJpEUpVV+6OL165cpsM/oiMfPjXWOF3vccQFzVHdhgb
Y1sX4pDlGI7qirWrwvktn8fR4+cQvlbNF0lQfeFm3rV5tCuy4jJ3onEdyX7TGZLParcnS9HycKwH
EUhruSMUrdrIvLCu8k7xJH3aKhm0O5hxIThTv2H6R4aAqhIqgLVWaJe3KbV5yMQCzJO2SdrXDDu2
hZsdnN7a1wT6WnQVK3dAIe9azNqj+HGZaCtTRAZLF75grcdHRDWo+oYtYFPwACtYgtybG6JWMNfs
7XJHHX+jzMqJ92HL33JrzcmVHtcN6YTmpQiSfTvWAyG+8ikJm9ueWL44KC6wglA8tyL5KpkfSMia
VlPE9CkkjttvRHST8d1axen0uGS6qTK4ErhnBSEx8ZJcA89N3X0UpoHnxN3Ossrw3shdcqus7gvE
0Qv64WrV52TVWIUW7UqOMmhjzPXKxmb3RhGQcFGqAYxxab/UtU4PnjLwawmDajwl1cvbpuwfAAm1
bSMV7RCFJKG3xKVv07yp5DrIk+ZxJljAwDC8AMBwc4Xmx0kWm3dORegR86nA/nLfFWq76ck3B3BA
yaSDIo9ETRDFgOpFO5Cn6n6Teu/sAwb5PvSI8bUtcnfVxllxEG7Tn6hU8zcMtuXT7Ib1vtHm+NDa
IMNgBHiVE6+S5Xd2HUV/w7bQvgCxiR0kOv2aAUrzUDdJhzXljKiwTVTa8jY4SNKmMaUXfuc2P35S
8UhlYuMtTvujVbR7DYWqT8bFt1lT5AWvLXbPds4NRq69CRxrvHY6G4tkRuK3jRItoFFr0cpF5C3C
IOjXTAlnwtfK4DQx+VnrJBNcRxWdsig19zntOsuLVat3MWitHu0+yu+bSKYv4ZRW29EpWizt+SoZ
Q6sTAzUoNz15Mnh7Kl28RSqJCbtRJs2XpI4C32pHBxIIVqOU0rrcuII2TO3aYUtKeX+kWwdwaGqo
OLxwzA5BHcq+i1aQlGPfjFE02czLfHeoNM9G9L9rzEpu+ggP5CrJxI0zzd+mMAkwe5+DfVI0/SYo
MioNNaTh1UI13jPXaw98UZqLXDrVlhk+DGK7NrRnKxn6E01Hvo74+G6wJZf+oOjAJEaY3kL2n+4w
OAn3tl3Jt65r7dvIbLBRM/XGtzvllNEM4jtEGR9QGB/KXL+xavgPeTcVPuTTxYoTRKPmB70EsTPd
lWajbsqWoGigrnFLGdN9mcENLqzCmUhWy+qdqGrF61qHwtXWmouaEMMHxqT0wxondpnDx4oKqR47
vn/HxlIEgYi2cQjTaZ+4CchNZxK4nZfdPq1rx0OfoVxFavIVFiPVqhXfEWRJLGhZXbU4xhxLFRNI
gijusTvWb3s30cGaSThbdcQFE7BIw7BRVbP1A4x7VqZIckwQMCAt0zk91ktcSTK0cmdnleY7uMhA
OYpysqzUsvh7TvvuAtrIRMdAxlAXLg+2xgn8EJJdwFyF+8DOXIeBpZ2GppyZtQ53YWagYU/Uiq/5
GKySKTP3uY3zMMl9xRoyovS7sA5hq2jDKs663BdjHx7iRGovI55vfHXrZB0up4pO0NBpHFmVppIA
Nye019DSkk2Qd/hhu3p9cKBJeeSMmVdEy9x35TTdtqSlQUdRx32BcpRqGQNYWwY37WQ6GxNlv5dN
6XyomrbwiSXI1kmMsW4FmW6LDnVYwyodvTLKIm/GLPWWndu+5fhor6wlM1ziA8hXPbL9WK+1jS07
AmXK/g5hbLqeGd54Mhryp9TFfsTCuf7QJTwNIOuCELu6hEwdQcI39GoL1sLYxFJMQgNBmOogqW5I
zbNOwWgGJHlOpwKSHDgiqmp4VtlRd9Kvoh6wd5mE3HdBX21L1QZAoefKTGyLS+aGB95f/brXhu6q
T4kF00voKZE5pIzkI7kxw+5LZ0G6HVLLOULTy3cx3LFtPI2vfa3C+ppknYNMzuFFC8H4su3T/i1M
GoHmCN7hYeqHfBsJtT4UECVPjKKSDQXqBoxrDQuz3eii06i3cb3VSXr2mYo7GyWEZZQPEGiQHKrb
ERTiAtBSJc9axJvETL/1cWbA+YrGvTGWwzokffCVUCdnXZsGOdRhI7zc1GqvtsBnYRI5G2euxgPU
gdSzBqh3LWfDZixncoKUinOdHJITGIz9gL20PIVBqftD1DTrklkQHM3mti5lSi513dwjtMTOoq3I
RrQq3sDEwcB8MogfxwJR7hNTvjBslNtKqsOp59/2DFUqSCdsfdekqnkfzzDwWymDDQP2Y5QJSvvZ
JLY5TKsUQ36IO4GV8abbSsNF9pZYuaQ2eXyfrBusVzEHkmUTUkG3U3zXp7LZFpkJZdN2422EST2x
9UWZ39ipYBKFzPZB65maachJd8rstn+rbVdeVuY8fFM6JpmagjHfioQ2G7OZUTlhqVptm1HShoGp
XM8x2Ws4FyggvzHvgJYbe6uYjWdtXuDVRmaPjtln4K5CPlp0Pr5UwZ/5me71FDPlGvFbPmQ208LZ
7fuHvurfCLkML7OGWgZc3xoey14ZL0sIJJ46N29u9GOKy1/SWTmxl52txn5h9eJ55hW/Vgmd5rjT
6meIhO61oYhM9wLVhOgYcMpQmhup+lQNIdkQldV/yQZ4f15JoojpdWII2RBJQfxkx28LCR0bKYrA
W2N+uZPlo99oZXvo83x8TDCv97HkL75CklWeyr5td2TOt4fOcvovkESyG42QWqZWaHUujdL5PuQm
vDKFWfyXzNGak+324souNfWgpV0YgyZzM3VX5XyzgTlqppAn7B2Kpx6G5CPDue9uzcSXpKuAdpMB
pxi5AzCCoflPClMdhJDamyBrkNHMiJzPDJNX3N2Gm8rIhz1MD+AvRajbSicttiC6wccOxr1O6wEL
ehhMVJNx3X1fNFyJD02GIMfRpbyydWi2kthkHw/dtzpi6+gOU3dzSYfxSo3GmryBHj1Fzy0aoynx
1azhTyd5uEujtrqGxAQFkjTbvWaDpxJ8aewNtRbPlV6na9487uxslORgL9fr9sy5Z62rn3P8e4kX
kstvI0xF8UkmYEI8AAifZj2jTZ7MOVsYjPK1x2XQZyYUrIQdZaSp929mwWZxM8nPT/uCmOLWJhR3
IEoqEV24I1DDuOJQda9zSNpgaUHWe+RzFK+TWRrtW2dlVancsEx7AY2bszyMVedRQ6vtFwytu5Vh
zMQpLHcl51qvA3SAk19m/PO4N0B2SSWfIR45zOSM12pOIQhgV+h2WyQUDZadkCh3YH0Gyd5kVvrz
6GhrKGZsdUO+YvymGTh+G6RzBUC7npvLfALLcbX8C2P22ryN1TIcT7UkWZpyXXwn9KRzMXJvo+qY
tm08+IGMWBQrr6G+dMcy+TbnbTZuzKQp5RWxyoo/OIWtXSRTPIs1qmwzutWx578qAxXn7xVaQM2H
qFD0a8jWZsPXZJb0y5wLYt7Mczc+kjE6B3c1Kg4y1ZzwNomxGOK7WalW4WeDwhdJn+o3nD9LJrK8
QSMtfDYTLJJEKd4LTVM/q1lI9wvyLR9nuh6+ps2sPGXhPNhPuSUwSE/hJQzUun16IQudamPKSouN
SC4hNvR24j4PZqrXJ8Y0D53OP5kHFAYvWdjk86XocefZjoXTHZy4gCAFq0/VHuOxUDRvSnO12qM/
Iy1okEntmTyWhxnqMKlk3Wyu7bJLntFBmi+92beXytArxg7vMb1kHIsdEyT1UNorWHYROESV3zhh
qHrMmjRYmlPIQbqz2VEXITQdX6M/DRG6MPb0F0xv48p211TKxaxaJH5Jda43mNktQXhxghs7nPLt
JDPnGnCbM8KcyLDqoqFl3kyd4RyEgNj8NDTBmG7FQOoroZdRkqwHxh+y2wJ95AxEi7Y66lVVA1Ym
Frl7Xoo8p2ZypwnpR32CvsaBtUA8cBYR/VsTFIqwoquwfA9FHhzBSpzWMyPL+oY2uQG+HwoaOQn2
i1rBduWrNIkX8gpdr94i5LPGlZ4WITof0ji/m4T0XCmVKoKVzWK37mTRIxtk+DIJgyN6i5JwVC+S
zJjSC6anpQXSU8ZXpRChWHeD4vYHksiZh7VQaD28uChck4AIV+EWEWnjuu1Hgu2OXY0dOl4WEnmB
RoaDWV01tat6vT3b0HvCQQ77jPwlhWlJOmNZlpfkzmwaIsPa72PhJl5eM6+2yY3xef88cn0mX4GQ
tzfmiSxTRbWuQESarVK0+VErumQRtBDglqO5j8r2nirZ4Ka1yTfaE0iQYxN0a7yP1pR2VkRtIR+p
0U4zuEFtpMDGsTXthTbWvoKE0ytIEfMKrN5uuJtE1jXTs1JMjm8H041d9KoXSyB0SpDWUzrjb+aR
lL9F+1TxJT4KBuLRFGE5YClfu4LE2LnVbloAjLe647BY8sNbV2RbbWggLiR0JqDXFyMgiN8PVnAs
LeMuq+sM3qizFyHiqtSkQzLzHFyi0FcpNPFoBvWICn8sbJQNKhVV1XoTUFqd0mSHyLwoVTZz2bkQ
INHlS03F9lbQXfP8jPvZ5COLBueetG2iYCsQ9SJEt6JwjDGfWtsj/mdqmDtPaF1zQik0OsKEfCAv
6UJ+xKSvyXaZZjYqJ2IegwIRVJhfxuRkPyGt4H7oZSOPZZVX9xhCZ6doCh+yiuLQnspHF4R2CLCK
HhTM9X8ImspkMrNLJ7AdGYFHWiR2VwGWFcyryVsjoMObUzxfBVYA14AG/WEuGEVS/sTbtjXRY2OT
amrywu6GGzPL/DIxr8Vc7kCM9+gDinUlINM2qnINOAZPHO9R6t/6JggQNhDHo2Yrtx0LDNxJlpa1
e5tLprmNM2xaTABXDEyPquPGeHhrV50KnuvmVrlJBSIX/JKA20T6OieNvcnHMb9T+7RalSWWZkMw
ETFqk8sGEnzRjWq6zRNIdAiEycyzWkpHSK0E8UakaMKk1VX8WyKdZxgm15UL5BnVZAGoZXKTSesi
rDQI3fq0Jy9grYAO7gsoz+hO/KGtwh0wIIhWUEp5cBMHhE/rikdmpcOLHheAaG0J7dmJn5QySjEG
Sb8aSHpvR6l/GQtyEdsGVQWJlIzNBrXZWnW4Ntx+U1azvp8c01rpBV8nNbitNXwnVERju0b08xbd
aPfNtcmaTSMQqTyb/CpjMCiN8jFdJHFDYzqXsBIB4WDOH4m+U5aBY+njsbKX+KYu+hMdlRYTRmzq
5jdOphggGHaFhfvDMTNJxpbALzUgzyqsiLyxovGZkLrHboyKo1AkSEf4Qh/1HDTExXcaNBRTDA/4
6ZM6hlcGw5ReQblgO1ciZuDciunFGWmaEQDQACTim6FnesjZlV852szg2omKDY+V7LwGYkk/jrik
OMmLnRHpyziWmZfewdAxJ2jC1HeY74g7xkZvUiFtgHwaB5AxaX17mk8RitR9OdkPirBHPvjQCOHg
MIpQDedLker2VhhMMSZzB/qheKTWfU0IIN7GtUL78D3N9WOdu387HVQVSydBCUEf5UqY1/cJLqXI
Q+KdqylrrQ43ndqCeiuHKbOudZen3uiO3E+FoV9OhERnev+aJHeFlVylyAPWlSvQTeUXqppcCgOr
gSlRrvWwVHYZyR6rzshebaLCpjI8EY8aPJd98ZS22XqKawrFgXF7pdp+UwfB333SbWJyTO5rU2ce
Od3WjgOshfeNVteXkT4XGDBJslBJhkrJ0i2j72qbwGi2gW3QY6+HGvjNSZVNHAwHwthMii3D3RrC
pEK3iqsEod0Gdsp00DIyCZ04DNZN4jyPokQrikw8RoRAiHeyRC2K8TjWKr+xdzfWAEumsXUylVvd
PJk0JVk3DldEtV9hH/rghM4+SkTsK2W2nwGkaEN6eq3+1U2QZLpZ5K4LJbk0ZQJAbdcPuDUe0A/6
QVq+GBR/aaUQc9nkfzemtiV5rl1JOOHMe/LoKsDsR+rJY2hXW0RusAjbG1ctLhotv7LjYTc7rg9a
siMM4DIpSuuiIQNBrKCYUPn0eUdDJ/0wjw8ig6hXEPhO2iWEvxoIIy+Kh8hptwhbyP+WQ7YuJmUz
N+LQdum3pNcv06K6oMXRVqmTE4iqILBVc3a9jMD/HRVeTEIowZhSNQBnr5HBmV+NFOZQH5ELFcBp
WMFAkl6SFDbtNZnhzOv0Ta2QgArYOty6XWggjdLAxrUWuqNWZZCGetskLUoXR6trtctG8N3S2QEB
ksCgGyZPa38IghGUoQ5eTE2RCnc/dMN6xovmRuStgbK4ArVWvtei4KqGZHM1yJSOB4KIm/LD5MBc
q+QTM/fmLbLuR4dyn/S8PNs5dCAKqT18lWAicXqKuUJxJjwoVfxGJD2KR0wTpMY8AEONuj3zy/5K
1AbiBFrp667D2K/JByZ7KcZanVkd88xxjjKpGi9Kh5tYBNuZUTi9BHIYNe3EFgjHOXRNnm6HZrxo
jfoy1sxHPm0Xam7aK9LB41UsVQGJVbN2adGyCQaR3WBBb1xXfWYSJwB31EmDI9mZ64rEU5oTRpMg
Q2lQbqOqHlZj+Qo4zawhaTVPXVzbZkfxY7Pet/ZwVNoaFCg8IUzbF6185EsEX230jax4KOUAw7cb
QG0K6uzVRFLEm3BQJnid1eJxB1XG/DYIIz6RJZQcmU66p5Bx6CGKKyNZ9dSEftCb4s0yqOPwkvme
kmDpwTwhkjYnq9q3G+cGTS9w1IQvO7xc1+ej41wOjMyOmYMb5A9K/v8XJ/w3zcZg7Xf6hIsuf2mi
uP5ZjfDPH/qPIAHO9F+YgziuZUEEE6YB4f+/BAnmX4aLjw0kOR2dlECq8I8gQYi/ECVhfGHzz20M
FHAD+UeQIAwMTNAv0O+CFKFm0P9EkGD8MB36ySgBaQMJGtgOYqZjEz6jnukRqsKxdAU+w4NJM5K2
ijhVoKdr1PGvBfjXGigRLVhXla9t0mJPn9uIL1NhnSy9LF9o3dHXV/kMcUqaHKrh7AGOVKscYOCE
Nx8mIdX8KIxRX9dp3jEubrudEtWOj/xh2vbY+e9mw8DFTQ3ExUTZc9QIc95SnLjbmUrHB6S8mZrZ
2gxa+mJAv9jjO8oqM39bxkSTChq4gFjuyrdRpMKYUFPOXl6yoS57wA5ZekrJ6QG1dfLmIrrgjaf3
RJFLUSBXbph/rZqF3g0J9tJJeYUpf1+1ybhx8oyc8OSN6NtXMs8NvBuyoxuojyKqQK+abOMU85cG
KIAUsuquQ1SgqE7D5HmOt9Y4c3wrxdfImRj5F6QKzmZZbgY+tOSSWaS6lnyTyB37rjsBtN4xONit
Mu/Q7b9GE9hFExV3od2fxhK9ux2DOMc9BMkcCyEPHcmrLWri0uFGbimSejAzNbmvSk3uUQREV4QE
tznSxnm6CKCzb61pSRQWxXVuJJEf6gl5GKPtbFHqMZATgXYcS+uyS6tpOzEsK6uvKgQGZvL5VzIH
F1tB4vPUgbuw/F+FJb8OU32XT+EFKXflWkdttlosu1cD2Y2e0St/azGBAvh79V6uQZmbwCzqDGJw
FgoJwdS6xxH3DX60pC+VX6txKAH+p/HQoLXi2Y+quZpa0qOKbmzXPRpo1G2AAWOs1ieVx6MzW3we
1Qh7gbp3vTpNvgdCOaTT8hs7CeEiZcxNjY6urriuZp5HnBBviuik/FomrrkrUAGv4Fdq1J9ZsRsc
U1xOy9YZjeaEJkihoey74xh03dG26NJIu8s5sxs702+JnixfERpB/py753Iwt3rcOYC3Bjm/8WuJ
rSyc5QJ3gBbQdsy/NkF9R5xqRp2b3zX8Wj5iz6SWX+NsQ2U8jNGmqZWU8AmqvS59m5Ku8MUyq0e7
qKzIthsPeSHFBnmOwceZIFxG7YeoLu/cia2gR1xvm6dv5J/ekxByYwZTvsVTFKf+uIH8wnfCa6Y0
vizAJP1CR01gZan52MVJfkwCuwNRR8frJZO81hEptKMS+kaY39UT79nkRt/NSbshw3tcDZ1k28X5
d7O0EDZGCjN2PWMTYiuwjRXByDVTYq9JxhTUcTglcfR1tkqVFKK82MmEWzuWdo9on4CandsyyAkg
Oh+t2WT2HJjWug1RLpvsGdA9ihC8TjbSDkLuRasdyzEer2I8D7Zz04DdpgE5kqQUrguCsr0kpGgd
0B97aspfYBL+6xPAsmB0k1zlUfWMGKP0uskKfUbqzbYqwugNBh0EU1EdoB1+DxyxNUvcGzW78/HW
tCC2VeY1IPargTPf3mJS7xNpjSFJyA3oHIl4MmTFys2FryrzI3fSWuN0eZLQh3aUJ6rf4+XK1Ah3
ALWBthYPpzFLvzuj7B9lUqKBFBk+DVUABhDz07AZgE+ftMibQn3c2xIc29BrAlrD1xq9rKP2EtZO
FW+xVhgPVdClG42XG+5Vw8FHtechT449xg6ctDky7yJ2SCp2CpWiwKwOnUqGfAof8IqckHmHhUf1
3BWRXJOFnR+zPq9fywL39Z7CY8U87PRj35htVC4vGzRPh1fKrTF/IYN52qkam2zkPNopzqSuBDyk
rQl3/v9WsfEUp3H57S1++X/AI037vUna6eXtJfyf/6P5++V9pbH8qf/UGab6l8Dd84chHvFtJKv9
V51BxaA5lBe20BZB5A83rX/qDEXT/uLfpatjhqmiBF4Sw/4pNBTd/AvusoYNI6Jp3BFxDv0Dp7T3
5odUK5Qy6B75hQ71jOqe2YlhU905Gl5itE1y3BNTXWB6gKHXT8XXB8Zh79WVjsbfz8VwZFC1MOA/
d0nDjVTVRjjHXm9WF5FaPfRd/9SZI+cCumzio6f/lL7vTPt+dio7vyyWsiDuCe43TGTEX/hQ/f1y
G8ORwobuv49IqEmvHSu09ZaKvKUMtq49/Fk8AJelE5THNWGejHEds473qyRpyHAumWqvUqMGdX+j
b+nMxCcOYe/9un6sQsQSwliKVQI3tDNnsgTmI/GqeeOl2SgwZahXsB1A1+Jj7DT3jJf/7kYCeH//
xJYb9L/rz2XRJXSJnWsL3cS0a7nBP93AaQ7DdmgUzj14AMQsQ5C2f7j6Kvp0LFS7/GSHLMZf79cz
YPKxkqECWkN7fL+ePU0qZCBwWlhyzzaOa5RhE4pv3IA/WemXraFTVJum4QiswUivOruyYKoLHdJo
y4g9Gg/TDElZhz34L1aBdcVaUFuWvuD99SyDcyt2uhZLwAieJ542OPOQlNqMnyz0y6ulGyY66CVN
YfHeP9/piXD7cI6WQYfElakb0hSNQ4G8IohRZyiF/r1p22z3+93xwdMyXfwOrSW1UcVg+/3VMYbE
j6EjvanVRb62KJI3tRAKJJjS/WQjnj+uJe/H4r/YfGoORr5nux+JH4KhyjC8ZAgTxByo9IIBa6Df
X9DZXdSx9Mf6nEwZTkBVhZ75/oJqk6gEp58xipuCW9NssR0I+2NJJvGYq3s4guEnj+3s/VoWRITu
MknHO9PBUvH9giYKjXIcS4mUZbowkHzw1Fx8sJFD7Ks0kp88sI+WQ0RvsRuXuNnz17kCSXGqTiOk
2rLMZq06OcgPhDl50cueAWMnJCS839/TsyfHJTLDZHtoJDSQiiPOzuAFOsZpJU49e7CUPeHRd2ll
Nn98YTo3EAd8biIRS+cPLtLCqjEbrErscYCBq2Zij6lqso6wfVmPAzKAP7+o5XiygAHYLOfPTTjL
oZ+hseeljzedXWKg4obKv7gqZ1mEtBuDrU858fPpi2lFPJWak3gjdtJobhVCZ2sdFLKlElXbVFv/
8VXxHWMr8rzIvTu/KmRPBLdbbH/Ms8D7HZGuJUPwP/sosyF4RBQZ/GepBs5de92pIHB4siAiLaKe
tm9QdXdNsfn9tZydTcsqtqDgWMzqtcUV+/29ay23wZNvkojrooVyPk9rYtKTVWsYwScX9NFSP+zw
KdUItVTPl2KqguzahhQ+SwsnQTHeNRrza1efkpc/vyrunO0sb5OBEff7q+pmVG0lhmFeYIX3ZReM
SAkAecuJIK7fr/Tra2vY2DsCjdEwUQicXRSkgzbuQlqc3ETYBq4JRXyMC/tfXBBnOyoxKt3lst5f
UMQYnNAAmXlWojSnWUFrdql3VRBeqrlbfhLA+9E1ucvHns+9IPHw7CjCaatyajtFPicR4/B29SeV
me7+j+8cfscWwa0ctBrF9PtLyhQV3xxeUcTWZb1mQvFFTNL+ZHt/cCmYy8PMADPEGdc8+1LFPVqO
QGMRpctxmstrcRW21fCJU+sHO/vdKmdPB2PAlEHBMmZHdrpzoL0zqK+6tdQH++73d+3XpQRFhK5D
eXfYcedhlIy5CdHpjdQzB31mbuiaCI90M3mSTqd88oQ+WIsEAtDZJWoLr5mzJ+SmKVG+5JHTeyfi
IrXt/NgOYfxCL/FZCPKvzwkr+eXbhOkNpYt6dgcxU4AVUbBUwblK7gTZZJi6NJ+cQMvG/als5rAj
0B2LObKtTDq5BcV+96FIbCRKObLHKCzD/qR3RfEsw9RpL3onxFcz1RXpfLIDf12TJsSiYzQp/+gg
F4/fn1qDgeZKH4oQZAcsHGRKhRiCJx+wi07BbiCv+f0G0Zan8v4iMerAWNKyoUnTj5wtWPB0NOQ2
ksxlN2g82yjdcGu5kEjhikzOozJYbrq1OA+Zzfct0De4mPpFb8rmudXgankBzAwdHo8eNEixog4N
CAQb+MjpKLcCeamy6YRiXcxMmr/+/tf/uuVMug2X4dqyEzT17MejFwhDjbhYb5gzVDUQ8ZqSpmAO
XslNlOYn++Gj1fBZchdzZSovbXl2Pz0bAFucPMCawafsdkKWb+oPtahQgdaOa0afrPbBTtDUZUJB
epoDhersU6EHcRJ3Gd8/YaTwiERkJWvC7OBbwfPAXbIvi/rm97dz+SvP9gIRUA7pvFRh7Hnj/QUS
GztHSmpJr3HVTdxZ36YZPlmqAsZWJfJGOPm/X/Cja+TtZdpDwaLSy71fsFNF0yzibi8eRgDF0Hhy
x/iEQ2jgpdKMP9nrHzw/bqZK3YIhFXqo5VT56fkZsjdsfHQyRFe4yCM4aMp7/FvSPfN345Owoo/W
Wj6HS34XYUXnazmlWUMtlrlnOg1yMatQLrI+TDBjaeb172/iB0/NdvSlE9YdOIULPPbzZeVRHlpO
0OTe7JJ4X1Wp/aA7jQqRFDYpLWSyltMUfvIN+/XJoWCwLYATXsDl3Xu/KJqpxT9F5V2wmubUkJ/F
NGvQ9m680Co08WcZlVRl+DcvtQVX6lqCeOX36ym6ElaRQ4nWDeOwdXrIR6sOtvIRjYR6SIIUVwkc
l/zf39pfn6LDRtGFCe+L/2GevYONmAQiIVatsR3dzjBWvCqtMg+F5Web0+EC3r97nF9ksjB7Zb6p
nd9QIyHilpFT5iU65Es4QyKDhVWr8HwY+yH4S+Vd2lRztIoniDefHDa/7iHgBvYrjnA/UKKzC5Xw
6ERcprln13V7KrAM8ioBcsmAcEguFdgn9wES3c9q/F++4wJAinBX3n+yKzh53j/VFK8PvGHhQpSw
mvejE8ojluOfhbB9tApnqGDoy5yCqfP7VeZ+1ie1iunPM7P0bdRQ+CZiMfuHewXgixdhuYOuyaj6
7Ba26CdhGVM7avUUrZeCbKVBxMboYpj/zVJgKvSKS8rF+YdIzkyUM7PLuKDB2unM2nyB0fVaTZRx
+/ur+uDeUWARK8VZxvFyHtmeaZiDxPqYeWOp2MwUOW18shOKP8SUf8CGuA4u1AN6Sx7T+2c06E2X
ZPlMY9QMGGerQSS/Wo7S/eMp+X/Ern/Z6MtTAjrhROFUpsp6v06ojHVjhiYsaYxZsFd2gh7CXenW
MKIxUoEQrjebVkco/S/uI+ce/oeWDQ50dkinRmImVj6RSWq61QEb7+TFTA09/lfLQI2l6RNk6y4H
2k+fuJDIh9q2hsyjAelMYF5I6Z4CHPbJtvgB/bw7rriPBjETNisxLPnleuyUvPeZ5yXqVehMkCLD
exnVBTbpcl+oeFPHgDf5oK9wvuq2tpt/Flr50c786RecR3O7ckmPtDQawg5qmeegB3rqyIW4/fMH
9/MyZx86q4mRLfFyeb0xjqfMdR4gNPWfQFIfX8tyfNgWm1M/25V638/KECy1FrGNizQ3hL+RKa76
yWP7aPcDPliC2g6c8vwjk9dxj7OdnnlmUlmrQYzabUNACKgUFZ9YFXYVHEk5+6zJ+PDytEWvYlPt
gTi/35VTZxbQDllWQFPvoJAvbsBhZ3xSvv7ytV72pAG8AmhPHWScdYVWPykgltR3CL4QeOPasyFr
AZhFDAbOGH+6L3iZNV7kBUGnsT77qEB7EP1gck1KObSI6qIy9gxMmv/8jWYdikiaeAMU/ZcO3kBf
JQoOLGN28CFtehFuzbGOP6nnfr13dO5Lqh9noq4ycXv/iGyIvyV+Xz07Ae5tMjeTj7Qaw7ElR/n3
d27ZzO+PjiWjkN3HBBEU8Qc766czCrZLr0DMYXozZMEmKRTEp/WUXUWWVuyIXWg+wae05be/W3Ch
lOGQq1HBLRDf2dmbmKhmdKUbYZLqaXIFR90sXiQlZ01v5dbtDdkR6lNuty4GMHiF6Y92MnX2nppB
Ke9+f/G/3GfiqqnTGWgClTAMObvPda4nUVn0o5fa+PLEsP+3KmDGTYT532c79Mch/POFE32p/nA5
txH9AWmdLRZUeY4iIrY9zOcUTsopV3r3yp6EgINjIHXEKcMZqo5IPqGIAF00HvnzVd0vxF7BpyOB
PqyF9xWW7vFLMjU1vm7wn6F+IY+6lHRatyaTRfMAbXf8X+ydx3LdWNalX+WPfw4FvBn0BOYa3ksj
enGCoIV3Bx6P1tN+sf4gKStFZqZUGnVUd1fkKLPIewkcHOyz91rfauFJwS0PZmFp93qKI/UwNQXA
lkZo5oSxDmbejcT76et0BCs+/U+EQ7EWqJ0+oAbSp0oF0FGYpcytcSa1H8+SinbfZQiFC219109h
eFvIubNrCyD2mRuleGiedCfHqxfwlrJH7BsLyQ5YOapZw0CVKFatPYXqXGBemU2KjM8gwSQLVhc0
JRgfii0KOnCOsNrigJ2JRYBwmCgBzFiRpp0CFQqlyl3MNu6DBiS8hUokw/EVOI4opgT4DYkdkYfW
pk9fJkMKpxPLsHFGYrWep2d44EVChy9uRsNNy2kg8zRqx2lN+lqK9E6btBiR1ZTMoXlpDZXj7AVx
XMZF1SObQ5pvau2+4warJC+hng1MeIcyf7pearGPDStttvoMBOAsIxHA8cZ2mOpjCNRsPh8XkUs3
UlSo7SEcOjFc28jxDcIbcJ0OUVwarjQtS/kKiH1+TfHmq0etH4sSV0hiWieNpeXLqUlQl9irohz7
fRRVoQjgLOnWvYMZyyBjZTRtDxp/9KJTVNmA26JMl9200cvooI1TlEQ+zcAY84ceh5Be2JQrd9B1
MT+Xs8ZM39WUME4feNqQ7oaogsOrMMxt84TIA9taTeGT+gVxdpIGeIKE+TiJWM5LWiBJQULNDF0n
CiB+gErAYjnJl1hYVx+oRM7AeZmpDfklC2aBk2YsnTcB+/pVYCcdXdkyi2in9XKcUxAS3BqMmRXq
m6iSpfOWAylOwXZMpmutFyGpta1uFD4If0O8Nkkof9HIRyJFw1yF44tad7wImqRsNsg+x6M8IzRz
aefJyx3GXbx0pHIQjSyHo9V5SkHx4ioiS+5VNOFwINrKIGgDkXqD2NTuem/C/BcFuY5cLrAIutD8
WJ60Z2UoCrBZDlwTz2E8hibJmVKbdVil51hQlGdZbTNc0cO8aNsxk6ZrJyxtsTfkfmwBiVpQ0FC5
V7qXtaVh+kVeN8amrGX1NSLnK/XtSLWG7cJB3HDhmEwjHJms+0J4m6afRrPNB8+LacbgD0IEf2Uk
kQhFOKtyXY96DDgX+fZ4YhE/zck5JoLtxA5ned7oYxk9jxXHlADHiwZAXjG7B2tJje4moRgm8CaS
Rk68mUkVRAO4uWrLSp5PrSzC8daM8RTTe106B4Tz0FjZWV0hZdtgrF4Jm4UdozeThoKYMzI5NC+C
rdqepE2PIT5KUtxnmbTEdwvZJNyMNAUrVSSYuTcI2vUbNv74rnYmsLHMy7OgbE0zvZFKMgV2rd3I
y25kz3wTst59wdQupgNNg/QL0MOkOABjBgAWto05wUajvvflPiteZTVUbuKBQbXLBKsb8WSrg7Sl
id5EOHXCyiQVbEjkzxOhOe1dAW3tUhZSd65AJS1ByTn6cmAfKs8HMAAYyoraqXZGKLLFoxfUXNVQ
FXIPM5z9NqB5r/ZzN/XNFmaEmhzrWJG/SLFsRCsQMQd51A/RqzYqSo16r3XwQjqN0aOfTGtoTlSM
9gbVf5oeo3J0lBN9lI07M5ZbE4SMrt6nMgd2XH82sCMe9slOTuZItg/KPBcLlKi4LP0WS6gU2GNE
poIZxiMQoHCOzdEdASdfFMQuKH7WtMgmgfPqdlDYOHmeQsb5zWlbrJhdrY8HLWAvsSAAWNBRvFZK
l8/5QkvtQcit/GCbYZTdIHnKlAOucAjyM5EbqFojQ2s9p1fQGCt9JmVb9pJB3RR2W2OwmsMFX3Ak
JbPhtdpURPc59pMniKPqnZlX8NR0RSoQQ2g5QBGZAA8hAlwLUAncRYuaS4La2uKaRDvh3EVZnURb
aCA9e3fFUcQtMDpdauoi656aonk9KKEDvYxTEdwBWR7D1LcaaL2+sLM+9JE0p+V5VA51fkewm6Zu
Mye3l6MVIRu7ibu6wg5c17wlISmtCUmMCW0WIuABz4mBd7jdgL91K2ZW+Rcp72OAet3Qn+hSNI17
HWQ12Gc7kVvCy0UWAiet5mxXFpDl3gTT/pkz01A8Qj61XhvHtMXzlI3knrCiGiNIpApzNhDJhiKh
Lkzjlm0D8p/bh7nsfGa3gkFbFViQQNFw4POSGafpGijXYX1SyY4I79TGbJIrye6xb44EvMx+Ik+2
2K5z/uEyU/Q6viowbep7pVLgyHiF3etQQWEYFdfwiSog5S0hMaySJU2qUxGPsA3bWjg5UeaYP7xh
sXWwignnGXFXSsj1M8/plsJBC4rEeXjoHKb6j0YXtdFlAvGrfdZgCPAIJWG84swj+1WvQjJZRtnp
jJME2Qbk11SBNklCkpQEUGsMBCsmGW0oBkybK+yV1ZQ0t1RGzar+lcoBkIWZK/q1ns2yci4Keol3
Zp+10RVBoRZ2/6EZ83OBE0jZMF6MwdxFsxZ7ttbj3TZVfb6cBw2aA39+2jwxbe2IG8lmvYd5qTYy
OHwbr3RV9qRsKzOUHwPSZHtfxws9OVWBbOES5YDPUl5Ge1daKc3zCUxQ46XtAIqHTUIedgI5vOYr
dqLU5y1hz2xBNX5YxWv1jgfTjfFhSw9FkQHsVeImGjeSzCccdTUhuY9zZa6cEi8GCGEiGsjE4Can
8FoypNRYAlGvX0QtVK7bwdSks0b0lXUcGOd2z0ThDeOZHmHfl7yVPdJexSr6EVLJRrXbdJJVKxcW
9lR7K3e68yh1stzeWuE4lmjkSElZgYxSbwRrDCU8KymtdMnLQnPGRgY/3JYf62gepXtEzWSdKXMx
33yt2/+/3ee/4S78cIRZk5DfRRVfPZb8m91r/vo+fuTrj32T4Ur6J2Q0nB9tUrKQ1NDg+kOHK5FA
YliIojjAMmd0mEX/y/AjWZ9MHX8QOlwUgzT/fnD8gCH5RKfM0C3bUAyTKNPfkOF+OAByoKXDvJ5u
FdgaNL4+ageIapggWACoW3fSTWtVspr75cL5aCdKyqkb3TDq6omydapD6GWaGJ40pVeJuYRkEWu/
OJh9lV/8eS7jILpW68b6R6P/pH27HhJ/OAGrpjpnNol/vBt4nkvEYyKEGVoXQvNMba6SZ2lo7Q6q
tQHQA2PHYjjtbgKRglYJ6jaapWAyF5UsJLaX4w+39+Lb1/hR3fuhtceAk+qDNjbp30zySZn78O0i
gCmONWDhrrpUnRavxgmlnmQduKnt3OFl7rETCD1OvZB5sk4grAEx6SIt88nZ0HiSrM9KFNnyr77X
+wnJqoZk6O8w7ZU5PqOgZSW9u2paww5pJiecjeg/4wZHEnSUMqc3YeiueYCWK7Ao08fq5axsbhGo
6cM+U5wENCyR7ZSqnjZK8wL3j51R8XVzbtPrQsktiKlZPg1+JvBs6J4YjL51a6gpDLh+fx+5rgr+
+SjQfxd+/u+Fom9fqzVPvP34q9Zd7bmq/5W3/n2X+z+Zh742Xf458Wj7Idto/X9/txJ+UhzGNkxV
VCYmBAj9ubVon1QD6SqyBca5qPl09rE/w43QMtCY439Ix+gH/kvir39ilIEWRqGiZEVptMh/Y2vh
eX3XXDK+yfrQINNb4ptysH+/KgmYHvLYeaSpA5ohrmWiYIlKxY+jaIl0IxpVOpKdKVvuFLO5MN6Q
h4XEkgYiwUzyyb6INWP0u4aWkydqWfuiEjOR7gh1wJWjLCKFVxCbJGz1TKo7n3ZOpV2ERWMMJy3E
rjpxi7Tn+Kl1vIUPeI+mDJz/vFYxTZYNHPuB9vo1Zmg/AWHoeL1DvcZQMU3lfY4qZDjRIqP1Jv5N
dy1ZWKji2NQ6v+3kV9Ws6+gozV2veGQ/kh7pkFF4l0FdwOuCUAIwUlzV2W5Ja/A40I5m+WwB2lDv
bGfAmA41uKj9SdGYWKaqMrzZQrbIVkuTQd5XKXmCuz7kwvhWhZliHR6Y2V70egz/FMaqbzlC3+KZ
GvrAXta2QZOXot2RdVdGgZGj6HXpjyYNBedgHqcEWLlrYKV6LZVSOtCYWTmwRL+YHhC2ZnQteTFu
7LbQVXeBRHRSmQ0sUECT66kqayYZaHbc4NpKikdqmwGho92YW3KYnJ6z21xcMhBdBF5qJyYEj6TY
Gy1V0lc9oi3mS1WdnNayXXy2YAatnSjIXaAWjFgcpyWSmk1UzuErQjwIcQQv0JoJO3SUCXZ4zi2j
vPq4oC8ZWxQ5CU4uJxRbyVQyZQPGPGwCs9O7J3AiwL7qKrWuZCWdGJYlKufNkDhY0yOAeyiCxSqs
cDfMjqW6WmF3vqG3pY75RBdPXaGp9Cm4L52nOlL2ZV6q4qG2pJjQS8oryW0S0nKhruGzL+U4JoQV
KHnlliVEDvqI4x4++zj7WonRyU+yUjqHjrWsQsYkJueDlXUYsyihaJPjJN5nNfIK1xyImnaRI3L1
lFiSVLfpKxIgzK4FybHQ94W+aPfxBVGS+M0G4jv2ESrv1wFhwOLNhto9mXj77mkm9uSGOVIMekSO
wyyYaK0doBxXTwVoVC3oyqT6LCc2iVHSbCSvUAohsNmCll2mFFPN2FSfFn8ebDH4OrkaLxIvt9kb
QPa33IwCvpWmjdYNraBscvMcIIZHch6meaPqlLvcsPKzStfA5tM3IIRXRCWH/wov2lUtWqDTCYKP
eqv1xCQNRvtEhhKZSJQX4b2cRqPp250JwmZKOUJ6Yye0N8pdamhbjjlHcixOdHdC+IZ90Uz7eDsS
TPCSOAM6oMQRw5oXkofCG7KuswhlbckvVsw+ojWR4UmMBpWUz37hmMHaaxt44SjitxHhGfF+TLIw
89qG9BQeTmeY8REiIt1WYhBXCzM9wonJ/LY34bBqZJqOg0+gkyozu5mTvORpaRIdo2ekQgns9bmX
CX0MRFPR/h2HUDpRaPK8hVESDhjkSvUlJIYtu4L1N75ZMCfe4kamZUYHtsKkCBEu8frSVu7tjIai
wVm7wmZHLJVIeAkHo2zlBJqm1YVZka+DX1RJ35I4VZNNuKjO42wCXnItCG0wIND+nJq0IV+1FibW
JZAkrovJkgT8oRnFSUELZ4E9itIolLgtexVc5Z7DeQ1HZTQc6YGwGOlzjQJlvo0K3b4XM6cmfxlW
vnO5FjwtQm5anVZEEkZHsiiebXjnBYfq2hTgQlUTNPZA7xWaqGzt2TXCxDUqC5WcUVX0tqulsu6s
EC7KmWb1skUwfGi/ZW3HHweJlC5W3S3aqZIl0gDWP3GeFHW0Cb0zATvRox7FuYJAD0KXk5abMK6B
h/P9iMzWtZg9reTD3GRZc7VmaB8X9gKMmeTrhaifyOjmjmSraYabbwAY37ViAFneTpZ5bVQ0o7wB
lM95MoQjldIUiku08bPlLgIgZJA2kO+9Jc91UN/lBBI4YdIO4WZp1t5jW8IxRccG8amkkeat5GnE
LKXorlPbIt/chtsPW6RVorPcIKVvve8V8Fq7TVhKRfPCy8BivkCcAPPJKs1mNlyRtZgBSmPZGApN
bjD0bGpuR9Jz51aziE3fkaqQJ1pLlNbNMWNa96otNeySli51p2S7jvE+Yn2O+7auaNOPRANoXtZY
Zu63ZaPf4h1SazCzo5odRn0e7ix10hhSDjLizkwBdermQJCezTGJyNsNVR634xBOrXI7ZQWUXPIC
CJrp8lhbPtewV2W/4gXT+Aihu7slndErMQVZgOaauKsn12LUW5OvhQcGVBbbsqZF8UNaxOB0MAao
nzGHzW+TndE20ommAAs3LE3xEKW5ulMUeshnpSIpGTZw8EfXuSItEDzJJIdAbEz9HCC+1l6bejJc
azTMbQIM8rO5WIvu2uDxIVlm+rG4KztNr12rVPrr1iIojK6rPSVHwZ5b+07exKQqkzFABhEd4Lcw
1/jq5HAvMRc7nMiFocxy9nabYkNWyHq+I9Iqf4I958pYox8sey4vRCdAjzdpjgk8bmrpKNWEQ4Gm
sst72gt0omBGRhj0fCVs+/EtVZf5C00z46WIiqrcjo1uHiMScGW3KJ2k5EPXPvzvl+T/Xr19Xr+W
V514fe1OH+v/gKJ7VdH8c9Htvoqif3lsf8R4rD/x/VBv6hzPkQnAxKc9/fUM/h3iQUP1E6IP5IMm
797VdktR/L3y1lT4Hhhd8FLqtk3s6J+VN/9J5alDfMmZHq/A71E8zPdaBg7PDE8Vi8M0YlyO0Py2
d8fBpi8kk/hhsZmUbB8b2ba2e2L2Qk/nlUAO0mRc0pfwiRY5i+xsVwzdli/ldgsd6Vg5TQlzrCQY
aPPtak1T2sZjU4Ov44D+b3egPH1bkk7qKCc14EXvHtDnuVNDvlAc3dWZuOlJ0AobcxPF6U4hLKeE
w5VWKziYhBpwbaHEdLLbxl18F+nQFUxCUyoAymnhhknuSibpT5N2RH2qOTuBZse1zdFzkhm4dsEO
r5bptSYb96EzkAJNEZCQsOJ0BC9uCRZxuyIj2Dl3lfFXLqz38/m/Xljt/YW1ZXMwi7AVm66pTmoi
PkbzQu/TABbA5of19jethve6kL9+0vrff+iD1IiKqf25hY6KevPLoBx+8fv/+qfYNj0n+P8Iy1iQ
Hz6gsaSyVdMRRU10msgp/eWrJWNTDz3od5l8HSGqd2qysRtGSfFBq+CMqtBH03MGRx5vpYBEb1fk
MWctEruwVWutL7Pxs3Bi+vNtF7oRP5925Djyu7pmPjqc7Gjfgq74LEEE6BmigzMgp6sKSHmDGtay
i0WB0EiBkOjHgzLViJmpjJOmkr5tbf+odlP+eoW5ANi1eEaQ69Jie3+FsRpYYT0OYiNIn4hBiU7P
KWxSp7+j+N5lSul1EAFpQok8dAGturkaboDuBj+/EX97H374Guuz/MONLnDhm3PEfUgdUr4cx4WJ
DWVicNEW/2JNfTiPsy28/4s/nMcJ5RmghExsC7BzsY64IQzmQf7VX/RVkPhnD29du+vnYEUCcmQZ
dBre/0lMYOq8y7iyLXF0tbFPianIRwIWinorxXfCITiY1ph+IuT+cpHOqpWgu9ypsCkWOKhMWzkw
BGH4FA6t+/OrvepZfvbVPkjW9LafBuIkxEa2DC+eLD8jKIScHjoCEdj8ZjsAO5KG6PLnH/v3N/nP
K/JhQ3awGpG0yU1uKK0od12s4F5bD5scX8nPP+rvl/WfH/VhiyqNJKmjno8iVNlFlUJ6zC+cJb/6
hA87R9xzllrL7c04Pwjruu1/sTX9/cWiY7662WhCrf/9hycCSZldpxabbE983AwfmtURGa4TPv/8
Sv3t44AgDnAPTl4kvO8/J0HURBoXn9NAN3WGbd3fysvVzz9D/2ox+MuKs3EfoOfCtPRR+4yilkZc
wYorwHm36bipZ950ib2nHet3UGBKm9gj6JF9QXYznEFDRiWSkmKv3U4R2X619aYayXkyQmEUUGF6
aboZOpqwJhE1LsKPxLWTkYnPsJNy41hMN2km7/S83MQKEN+YWD5gNIQ3B3ltbOX6hRp6IwPS6wng
7axnuXmRdH4e/rdUA1yPzwYbHhMkJKMDI5e74xJI2guZdUoFBQK9TeumOlG+i7MfSr6/xdPd8NRI
MHqJc40IwyATjC28phuCnAISZZh0vlhuG3JotCHd5XK/I9ykrnFitPmZWr7KJ8ChnhJhvRn6cGsa
y5UdTpedte3UM0Qmn/vcekt7x48lwkcVEXCUuIoHLlwaHzouXEtGJfBZH2G+m/SOqxdyYNeWb44X
AsyoxHScbGtJ17YGYCYiyt26wHQfnamNE7BELoouO8ta9Zg1L8QGu8vO+tw1z9myDXk3rn8CiPpN
qNCfJOCveizN52h56PU7kTm8nB6JC71YK39z7knacPxsXPylFn41pkEHRHOeAJa16SkY80M/qdsx
vhmbZtNk1YnpbNUClFbfQPFPT9N53KhddVyXi5S8NEmxmeR0axH/xO3xbd6ZuNHcYjZ8Yh+PYGlf
IJBudDu8Qk+Uk0ljAWNVgEmq6mkFYN+VovFMG8aruhl3vdVup4YTB6Cz+YD2ya9huvbErmJGOBQ2
SjNSgMjwlguDgz+vh4S7TUizBdoBLyAjbuFPNMKM7kkibmQm34txY9K8EAdA0AjBEOXs20+dAzMu
GoPEUfYNQ2wrOlQ8ZcTL7dP0UYNbqBAbzTXHoOMP3akuf6sIsDOnUr+zopReB2fXJCKFRQsKYje7
wbkuhvOWljB1iEPsQEvZ1/VPahwIJGmOelb1m1G+kDnhL3QR6YReVsWwwb9BbGEBGmm4TyOdtx9y
XliaC4DECu4kLaqNmg5u2Dvsx+qpg0ynydWNUeVnwtKB2qG/0pfz0qzOOKtetqN9LChlZf1ZCSME
bRwmKUK7/rnX6dOW4nadRYXWzUAuBeJXL6qeuvkV+Y8n1wPRw7SwgR6Y3eyhwrpSF5J15MXLHeHH
Fxh34Mi+KCFn3473oaIEpI1NqKIonKCYr/71equYVNJOcjZJADOzysWiby4zTFKJOFTkJjmZy2p3
KBrAm2p9OsG0q/ltvaoGNtl5qsQ3cGnOuqQynFfQOxHUBXZKnJY5bBKJ7ID0FnTnPm6KXS8VLEhj
k9UPhHFehD0xrCYphLQ5BVrsrktPbftqZCKIthhBvQXFjxAdAxq1RMQQxaTaemaUfxZk1CBoQQ2h
7bNoChJRboj+9ED93Wq62Jkp3T9W/0IgaRkHxZwEejMdndk6zyVmjxWZz7RmEV6wLIt271jkts3F
bqlMT+QM4/gL6UReme20HdSHYYwCwGoGAQfcnHo8a6vyAhTePi6LB1tIn5NOEHIWHtUZgnY0bifO
4EwnGkhW7fKAHpbYe7JH2a67WQSDMcI2uUJ7gkwh8RTQfXqBliTMN6LVd1rY7ydCywBIbzB5BgMm
0axyMLtcUGiSbE8Kt0keGGTuuUh3keQv0XjU7CawdTQUmXWIRXSHLHgrZd2xUN+IyQCMfBE7/WEe
Yk8yG3j5RyOJPlvqcKY1D4YaXYp+2g/DaW23vjY7gZTl7qyWG5HTXy73JZTuKs+2GtvdmE5nDE9u
RVgyf4kPwhzOFYuoiCzb9QbcQSMJ8Ozuk/ZKRL/S8H+lzrx7CXKotfgHZouNvNf+8EpnsAg0s6/E
hvTkkxS9Eb1HVBm1R+SDy8R5Q0iUC4PQn2YdPVXmY3IPyGY+ZIN8OlErCXu4kOLbbLR2P39B/6Ug
/PDNPpTfFgBeJM98MxNAribCcxJnXTVdXKPFWEYEAVTHrvsVpecvpceHT/1Qemh92okZsc5Gop/u
6Lddn251hgK/+NvWWu8vlx2NPBsz1gLnq8H5h0oqtlrFllX0gqZFu7c3yaGm2u67i14WoJMtvyLc
XBnH87UASOM2IOkMW1t/GBr7PuJWELlcq7DoZzgn/UHtag9A8NczeoxiV2dd6b1+ozfM5vXOFQaT
D34r0cJGTNtvNvejedtddsl1p5C8Di8+axnHKcGw0zgSDiSJ06s38NLJVRYo+n0dBppOdRK1QV/r
bg3pfY6NbWvOZ0LrLnRr2dC/S7LoIpbai/WZM5Xhlq7ovdRmPlkKF3nrAEYpTsOBEO9ovEU5H6w5
L6jcHsZi9qz4yoyWghj4aVPMy1UryYQ89DuGT7fzaN7nXXS5cDSRVcZL9HBJY1wjNEiJpGAC5xgV
sL2qzEdk7SarPJcu5xxr3s/v3Fe60E/u3Ncj1g93ji0wFEzY12V5RqzVJhZXYI7WNo69EBXJNV5u
e6jG1Za9N3R+URn/pX+EzeZbM8qkd4zd/n1l3DY2kEWdT6+qbZv0m3ofnyWFcezK/tsS/S3t0P+L
M/9VofHP7cdt/wpX7XX+sf24/sT39qP6CTLPOlJf0W/qSgX+l6ZI/WSiMlpn+7hH8KyuP/UHRNj5
ZGmcypn1cE8NmPp/Dv6dT5hM8ZsiavnWs/yNuf8HkQy6JN1CR2BhwoSfRQ/yw+aG/6ibFitCjSdi
52BKYXYrNX16ZlVSfABdr/ldYlhEYdbdqSO37Qm+P4DdRvIrZMnXs9UPT9HXb7KSZGAMcSXsj66n
LizIFlZJq0ydrEr8IXkITS05arM8vM35OusnaeHBnoku17OYuUkPLXEryOH40tHVytHjdwaQct7v
3TAQ/tKYSkIZPi+/sMR/eOC+tn4NYFyQO+ge05F7/8ANZquFI3pRZIPEpkipRPRqcwLelHTluKE3
F9a/OGQrH15BXz8SBrWMl8eCfffx3SABhB9CVSfWhrqwWOKdJVfxlaRQ28vmXDFWmzXiXfr7JIM9
WqmRRkE6IbiyE1xj9oxMeswSNPTG9ybrb+0J/2njhFW798/Ps58mT7xWkx+f5/Unvj3PADkZHEEG
hn+tIJ/XuPvja9v9j//WlU+ISr6206AiGRhX//U0K+onHEywC1e9HM609Q3yndSpyJ8cBYU7gj5j
9a3R+fyNx/l9twfamELhgEzR4Ddhm/34JnIqKaJaQSzRKGO0Awza+alVONsfrscv293fP4XBLx0f
tihmoe8fgCZNFmdEY0DQhD4fI7JybnPyANyffwpb0LuK6Cu7aNXH6VwfSAKIpt5/Tj7EmClGk4l9
3yF06WIxKz4kcPvC5u3eEj5m6X6T2YJISLh9HntUOvgOHqyL2jEpXtA4l9flPBJ2UiB7qk6JGVK1
kyaT9YFAKDERNoMdhZNvWSVkfnehs6yZURNjDkPt93qqhCDOl6nfKowdiamE5T8jiAlJDeKrQGlh
BN2HZBLFudwQjFWDD9NQ+ZNwpevR57AqjXIn94NFiklSUt6YIc4X3Vlae6dPnbK1Qk2sMRKlmNda
Oj0PKxIU3Iq8jcNoacalgQksOZc5A9/Oqhqu5/00u2GDc+QApUx1hu+1yzdd1DDHIRpwgojMXloE
Y8/xBi8amg2m7IY9unSdDNtPF5kcipXVUgdCxIoOmnxCsribwji8LcduIGNVDckZqzO7qgMkQmG6
7QtT4BQLk3I4SEbCuL5TMUN7JRDxvVDHpTuORqHrj3g8ncI3iRItb+FO1QeRLnqzE5U1X4SJjMBb
EaM2uLkzd/TN1JmZM4f65jGtQ+exxbdyg8enfhsKbVVoRF3+gBAkf0jk3ngmGV17o61nlF8kK1xI
PETtqARKiVt3h5JJGK5BSyLZYTsZx6DDRpfualUSZHWZHaw6Q80Hogwbu20OMq0SXHrKVGc+pK5e
feiEpJdsn5OKKQEzXxToSk4DSMZTNQYzvP+Udl/vqByDp3TaCzMckg34LdnyNIZkuNmySBnvUfp3
CrDorGRoXJMTQ7E7fJOR/t+98bLv/WTjrTApJc+P7zZefuKPOa7C2FWWmdT+IcH+Y+dFOQY/edXT
shetL8gVR/eHghIQsmYz4mC6S6EDT/PPrdf4tBrVYb7QUIZjge30N7Zeba2UfqhfDLZxBRIjhCP2
VTbgD7uiIo9p3CVK46tdIW+W1Ja9KdfVVaSTT4lX9Fq3uFYdz62r5zOR23FEq9dQQgIms4Iz39jJ
9mtWpic6BvCGFlN9oZSsvh7/FgkHhVq+qZUkoxDK6qkGT2+RxKA6o0k32moPiQkDyItpmh2FPfbH
1B7mu5qIQZUciKG4NXtFvSmbot/2FWG/TpNMh3CqGeXiTBWJ1yD1RoK2nNUKELfN1zv5W6v139Qm
DK+i68XrfyFNaP9r05cvj11Slf8JKgUq+39e3W7ymldC/K//2bbJuyWu8mPfljjCArAJBgQZh0JP
Q7L+xwpXwYAD6+JdCCN8fTGy+L4vcMPkP0E2sVRYoBSl6wTme21h8MSAYQDZacPspPb4rQW+NiHe
LXFL5nTJVgaeEyWyTcHy4bAwTISIJ6GK7zZUM52eYO5slKmxtnm/kDPbkvm7mNbWsHti9HrJ3ht5
dD6MDbLJOFzyA0Asa0vA8gMKNtNV0PF5+K87MgukvbNMgG1qVfgcVRy3b+XPZdTPOyJv8itLUqwg
H/XFjQfB+5t+t80+T89NWMEkMYrO217yjTlqT3iVbs1imW5CWyJiA8q9Fpq80KUUVSmlANLjdPKc
nEgB3kA1h/SO1khhEb8UW0bxGYHruBuK+kutt5+jkLyNoadfEUbteZkvt6Qa6D6R6PKRlLXGbySE
BfJox4FsdRu7qeutqdVYLeaxhZSV84rC27qBSIxbGqnQoUjmlzEmxrmyyusIq4FX5OOpKpftRTqA
ENCjiKpEEdVJGZFCrMW9tilbLduZTlEdWCORL+RG9ooml3ZZ2CY7tSLwDIFrf5iynjyQjAb3xtbL
flsBGCSfXEPT6sTkTg2iSW8VO2xQ9I7Ldd5U5gGzckjTlbQKpu80KDVYKECOj7qR9G9db+9oXS+X
ZTSc6GbH/rJGLwtbOabNYngY3Y+Uu/NJWoSIOvn9cRDhCg6GzH5tapVI29IaSGuoCEt14nK6aTL9
xckScegsoK6OEObJUof1LlycR0Oib9+u7Aad+OyhJNwSSVhzHpdCDqTJqBhyjAuBohXaWEVcELqc
nUpW9cDRejfpE9OPXMud/dxUnR8jofOm0HJ2JHzsNfyNbMQAqSBujWS9M2CKKtJlmi45JEJ5cGKm
YrWE21hnNqIsjsodLPxFiqXrmVf7RWo74kGRaV0nUZPv4rEJyRI0mPHluENdcoOxfJmPqUKodZ+4
syIdoxxvRt74GQmi+L60jVG3xzGOCIM0ibw3TqKyuDORYLDYuBcCL/myI4XtZmrL1NVp3jVkhLhz
g78s0ncDhc85IVFEfwll2YVa0QSykZfn5ZRgrql6wXADPLzD46m3t92UGzZq0ko+yZOxOSSTJG4G
YOM5dVPIo7XNOh3YWh0ehBB4OhfFa5YmddNe3Q5i5ArWimc3OmbNMrHPWy3SnlMJCYikrQPxCPWy
Lvd01nnzUe2Q1ktsqtQdFczdJ6SGUlg6orGCSrH+N0fnsdy4kgXRL0IEvNkSAD0pUuZJ6g1CaqlR
MIWCd18/h7OdFzFik0DVNZknU+rvOZKsKB29eIBMcCYeoeAbmw6F9CVPLPde9t3EQFO4PxNSp0D2
aBlJ/c4sFVWlRrXtmyN6T2SJZlK6cemu+J0IgcGvSpRMX5P2KOu6YUrgLMcJV2uYjIKcSmuYd8U6
eCxjh5FFktPPNx7us9eZwwsEe1Lslaa6OOjyD9CPHbkn/b7Ph2NJUREZakl2NpLRJGx8ZN4Qdp3j
kLBdLVZiWstp2qHSEEgrU0AgY94fLe/LcxvvNI6NvveIuQhJDSYVtB16ninPD7aeTdswYJnfBO7K
agNmFK3KI7iPlENoInMSt5n7hlT2k1H8IzfE3xEQRrj16IEHYK6Inu3ZVcYYEvyihZJ6mIZFetuF
Aol0zDk9Q6vM4wLZI9EiSS3RSBvOVdWJ9mwKjguRO8lN1eLqmRwOjv6IAnS1ay6Cf/WIm7xOs3DM
ij9O61qXFVElq0v3oqPD3HdE3/J3R+esPfDx8H14cgmmZ8Q8DsPTKF11zp2q34s5I8uhkVfcvFoU
BF1zFT5Rgehl/FAzfLq2pMdPAnjmiP2rjpvWQmxudcZ5pb/e6dw3NYs/ONOj7AdvM9ge4p/Sjm2k
Zv1D5t7hDlGq3xCmVD7kGV+dlGjmZFwQMioD+bksw0Gs62vBPZG23nFmi430OzSCMbYHjytsCfPg
YTheQjkLP2S6s8GI9U3JiM/a42Nn5yTFLWyb13L2b2mQHR1Mqcx+eCvVPcm1JurpMMhOzdOoNtJp
M4wO45fhU2baUz++s0tksRWEZb7c7aHt/xL+ihbX15xNwj9wDspb6hFWM82hDZFg4nAKl8H+0XOS
vo3vMfcvi7n2GweJ8sx7lom7Jyz9KUCJfa7XEtg3PjLFxhdvzDJLxHezIq/SnYLXOvV/lCTrsNed
t6RGwus0wciHnXD8QrWad4vTjKfRGPE0PJZwvS7+8YTRTTl5YUYOFO6rpgFuMGdEQVicl5l18qy9
2/RrUV6whDHK0YYEwifvkOpKqzFOS9VfTMH8DhoEgwgERtnFbJayALXtyJ1YJhF5U+M/4zZKvzS3
MP5z/Yy7qoFIurNbmaF3kl52mS2jOAZV0lxW4FYffW7t536xvoW3pGHa5e43cb2sAAfBk4Px5E52
mebFXW86e80dOJ0LfQoONQFU+4bo5dcJ98d18XSMw13OaSEKRWCq61Y7zOENz9zjf3PN9Fe1KBmz
wMXFE0gYsmRe3Yrc+TC1jhQz1yk2nAdHgaDzUw2dTfrvnO0XsqY3btkO97at17jTs4hYtvUvIwRU
l74JK3kWgzwLo8v+ALxnM2v5LwqwAFli/TexgzhaKlROskQ2bo6rcUj9utl6RCPFmuvK73EUwYUH
649iE7vhJ0obCilHP8AFhOXYOv6zkIN3LQOTRHCi1/ajnl0TX3zKxOwPqDo/K0fuSwSnvBBoqdoW
igBZg/orW0f90GPe3w9LVQGjmNW7lEgJSi5nfnTRXIgMt7JNma3JYR3YrM+C1R9RuGlYey0YoGXq
NzxBaVxX/XpOlWx3CK2RO7v1E4GIDA0KVHscEzQtdpDy7tH9wzVq971U4APgYRQgrySawtRbvlDw
q0/00jA0an8+Jr1bl5FPChbxaoQt5GTf7ofAKWNwO/eHsZPtrix2g9OJmLJrPZhlle0GY5L/ScMc
Q6fn9hon6cfZ2CZR19RyFxDNmulsZ4r20mFt4hHUhmiynYvWL7T7vXgDwRqBmX1p8Bc1YnwpC8LI
8Dz0/cgKK6VpcpNbyqjowI/obJj1i8gwELUIfXld18J5H2YHxki27IJS5X/9Bh0F3MPq2FVivKnO
f2KIS7hT4fhFKLP+O1+T6YqxCwHNpJNT7NR+FZYivYG+Kd49zXYe9Dbjya2ZcyNkgkpU6+z0UPa/
lnyL5yA18ck5erNRo4fAdlxaIqqwBoSM7ykvhYY0IZl/isTXT42vba2VgNNelGhAE/k3tWYGICNr
34Bct2K6toEZQRRBcoD4JHP3CnMNC/762ZvXA7SAD5WmB3ewBNWAHXc4VLPKPpoky2bz/D45NYN6
/Tp5DsXdnO6Q5lq8mQicfYgXG0Yqu4UYvL1MxH+568TL2qSbsRnu07BSt4HSInD2iI018sn1iCbm
QLt1HZ792o0LByv0pMVN9VcfyNEV+qmoiArjw7R/4ImQIJ4cBAuEzeirt9GX//zF3Ca5i1OFt7Wa
/KtV51O4dtqlGued5ffIfGiaYdaslXrJiUJjbuuG9WogdTSf0ymVv+NUumxkPaK7hsE518gS4xW0
8anThLp2EyP30reZNWORGHMYP1rqUSR5ortoqZuBKHCfvBSqSfcwnEmWl3Ar+bU46/hIWblXqf1e
ZW0DuIZTjB0jdyn7+MJQuwcDaFM5y62cH7O78gAeMa4g4lPHd2lU5Et58Xrf2sMVMm51leWQFOri
Nq9iO6Av0ibnbKWB8WlgU/oDkumazg/+08SwIZEseNusmnalYaXPUk76F1mB5XYt8iDO9eHXApoS
VzNCsk6kQ2S0A/6uxJueFiLqcEQ20HxWx3qS0sasNtznEmmuqnPjy8vKeksBJX7zLEPSglTqu1q7
61xhomw8Xp1xfNervHoLDLIW7TxyiaM3KgH3iw8l0Rc5hYE8nfnHVXrNj1sZdQz+rL9WKzeppbPt
qAp8g63j/gpDUW/BoULI42xJh/EuZEv4NZvwxjkx4bSOjH1/k4FQ7HVZkBJZ6VtntqcssR8p5h0h
z0t/lAN7dQOP8i4zigu5sekXweBEGpN8lK8h09okTIirA07sSmLd9O7kjG22Be8TF1Y2xZSeJha3
UjzNhJtPniRyjmtP7pfW3kOZubjEQ7wsS3t3QehjZGnuyhEvIhUfXtlf3LYn2S/Nvtm8N5s0zWJg
OnvAEUeuN7FhHoSTnBv44mO8P3AcZSdB7N/G73o30lEsY88rz0lH5RaQ9bmzR4Pjj2jz96SddeLx
lPtV4Zf8xDATWX0RYc6PcmJm6OD7WDVLiCr4PylB0dAG7UEQ7ksY4dXQovbn/tmVDi/1xNQdFI86
2VOKlKrRjrO/3HHsfrt2UsW69GGvj/XX+HAeDc6v7xRf/TR1YT1b3mtWmPrWcSiju5qjCNwMUgUG
U0Ym57PuFhA6ivKmcU4mCQ5ks7f2hvY1AmeX2rh1JobXmVkfZ6ndcMqWX/08upvWJLjetyeqWY33
L01JX3fWsdhnk2O9Oh4PsOG0/haP8Knteh4uj2SppjZ02AXmX7RdB8tr5IlFLLneaznHgVcMOMEG
/zSZ7UtQ0NY4SYexyKv/+FMS7P0RMV4RVCWtTlBykxicrcF6szT55hiVF492fckWD8laUR4t2CuD
zUYPqFa7Z7pBQE1GU3daU0gANjV+FY3MzkOD13MTWC1sLF+XFMvSfsOaUr4hGekov0ztQEhG9/6I
5zlrntNEbTd6m96T/b3Hbl1H9romsT0KAx0EfJeoNHBKV9IUN/THKduiTEWToOTo4QydFdf8b/BQ
Pi09E29Xzxby4923xmOebcH4+k6U0b6SkWjGDSRM/DmWexztpdp6M2LTxUxIt7QkAZ7JICMLnxVn
jkWSpVsVH02ZB5+1JYcvgkxwdmbOb24O+oEAs55xkNewxcCswCA43QrpayQQ6Wrf2QwuvZlbR02i
Purw37Z4uYp4lev6XYha2zUadD5nqadkk5Ra/cxPM0YdY1T4WRlyPpJRx3AYGnamkG5esII0m9y1
xX3KlYXp0cvaqNVwQfYji6FleBhiNXLbHNsZbtbY1De6cf+sKh2oUtB7p1nDbFsucKsKFlLhkmNf
b+aOAkSpNdJEncbV2i5EX7rZwc80/XX0jeyS4E2IJBnuF/yf0SJJXfeTHL5XkvqCPynHj4bEx3M/
B8vB1pV+WHTnJSubHaoszMVjP+IDcQnFnSeO1mq2J5KOzSez9biwx2m24x4oGF8hCaxIRtfp2/aa
ekcJU20qQ2d73Br58yDWD0uXl3Qamqte1n5sqYInM/Xm3YQ9+KdJ2oSE8pzrH8AJi5uiSip6/Lkr
X+Zy/q6BkIWBbNKXsrNYjS1eYBDZmnwamqkwECTMEEx660dPDxpTaDKWlYK7tXaMYGbocVew5FZk
FumnmfnEdWXeaEY0OJdA83p8ngBMNkrl5mcylN0+dfuRE6rme7OzTxvf9wZ23XdCnMrG5Os5UW9i
F4XN+tXX5YtIlk9tasn8TQwGR6OMmhFbNKvyo1bhqdA7D3f4MBpYYJp0PS7S9/ajl+vvfqEhJLJn
A2k1G6H5AJUjDTaTP/kbAgOzyMD8ifqNyUU/6v7eVUP5bg2G2FeZhIWXG+up5eE+YYrPnorUnp/J
rrXe/VJ/apvaJoO2TjiYmxXVv9/pjCQJp481pyZ5ok7MM6S9kadwXa6OVzj0dJW4K9XIo75a4ABT
zdqKwOROdIIceezU/zKlSaLVmFeoWcLcJ4PWklQ/ndzc0nZ6YxpPcCOvKIXCpvIR2WIHV/OcvCKr
+Ie9wY+SgTqB+LSCBWiAiotg0DwelpSo12Jgdah32qE1aHz/P53eoIFoQlj2VYgos2Y1ZtBIzh2T
ULw5Bb6GKczYvp3J0N4mrMlCJoPwyPg344TGa18CoA+sjNegnl9KlLnnbk7M7aAl6WE1S4T39CGf
ZIPFZU+6aQuo5USMImWU7dzItLgWwitfa6d7EAAyxif15B9cqAt+OHvWJXEb62TaCdfn3OnHvl/m
S0Zc1pPCRx/QhJo7KIcyQt3I8BM566Ct/QLazds6iccPLMcv4h5+0NB+liKjwq1wburNp4F9dM9y
mbdplvqmEQZziS7p3F0+ogkvi9LdWLb4M5tOaCavmpFFyXpMScgdEW8Rf5Gvxh0+6GFuunWrihnq
YBMEO8vwFZVecw+ynrF0/9S4FQn09dMUUAkv2H7spqckYtQSNDAHcrceYlcO//FI0zsK5y5Hrd8k
gf5BY3YMJopwz4k4bsad8jOFk72NukB7qaSHQGRu0p8EdwvB3+62Eiih15UFPrbh6p0l17Ef7Wfd
qa1NZRf/hKDyY+Ze/SdF7W1svWoidzUelIX5G0oCRqupeK7IwotxX03vbmsW195s8KvnJR75UaaR
a4jPmnHKVNvPmg8ZUR6Vlp90jS8yKIN/jalQ4rZY7Qmk1QdoF6voTkBLWtr6ery6kEwjZFLyaEG9
X33n7D8g3eABtbAZlpdlNfoYXMiH3ToiorP4Z7TdVpV6sssg4Z7LxYSHNPm7iXH0HsJIc5pr6ENj
LY6LtwyXpZMTAE0gEeRaVaci8D49d0p+TKacU7K+Gcy2X1O3RAqblZZxmmT3TWtubMqcOUEHBXeT
L5mxbRwC2Kh/4X2NmX1rk4D/3AKUqFFbOtVy7ga9aBne5vVf2mCArJbXs9/PVo4c9A1Wd+mBgW27
sV3QBXiFxyCuGIwG090o5LfrV1jJ8X5j+RjUYCFotFLf5Y+v3mMgPaZzmI0ZVgjLgfpWTQlgtbUp
6x+3D+yrylOtOCZ+ng9x4mf+pzFaHXoGBpp/56AN/Kgx24y4eDKJMYjj39AMsTC8Nunpi6r/b3FA
iNvr/KdPkV7zrLzrnhqMDU2GOPqa9ewotpzFIM4cGcza0NGcdVqTl8qDFGnPlr6DZ6jzrvbBFemI
fJmqQpxWmQX9RiN9JtZEAv2SxGKEFDbbm6rIje2gFu8WGLR5MMXFSUfpsWOx7h7Y+0aOyPFCaJl9
H1ZgKZ79pxbEYyf+elxJ59vUlrdbvJ/e5lWaiTXv9eWX2Gz5PjBSfvI6bGyaRjFuDZW3rXtsWO5S
wZ5cUJUnK06ZteU8C0Tth0udip3eTX+mwLn3wJgOay1VDLMtfQ40NlBsuDaOxjGkVWvxliQ5xUjd
ezhsvZ1JBcbpOuW71eniwquObWGXx7Gg0zNSYzM0D/kKOUCxkZT5bjbZc5SSCXfeJ34EGvDZaDB1
FuJuzHrwdxy7+atbtPyardx/wK4hdixrrmICrtPInPrV34xVMtzlsNykk3NsWI9ipXCvS99Osa0m
3uJJlRO1nLmzMrgaXZq/0d+88ZCaYUv8urL0T2Emseenr4O/HtoquFdisv4x9AIFq7EUj/SGN0hU
RRnjP+CxSJz21V9m72Dp+k86LYyMYJRgwLXyvQKiEpeJbm5mr77ms/Nrr9zGjTZYTy0rHtvNXGag
OgPoZNUpChae6MF3MPAkRhUbZAbxbBdDpKhGNp2pVZE7CFY2heHsh1ZFCktBKOzVDYdMPcMgPSRd
wq4ooGnmuLc22SjHuJ6FDY3Ry3fatILaa5Tv3jAnDaFM5LB1xzT9ZApOCNjcFlsbtMQHhAaXM0ZP
/g1FqXGJS+1Dh1rJfcJ1vuADzarnohnKD9ZuVbRS0NIiV5duzv5hLwpZ2P01auXEll9ln3qZ/2E0
P+xqVf34PN1c62jZNdww7qE0M7YnRaWafaLoo2FTBDta/9fAYPpvt5Q+xIH/cP2R7gaNSRprXPpJ
dcktZzkxfZ9jAKPIkN0CXxG/YO+lInRaNNB9Uz6jSM142gApTBpjyQkjzSbVShIW2MRv/GR9knld
7epHPLs3ulmMfOXQuZjXlCz+jrb35s7VcRLrpsT5S2A742zxkASVfrltZPufz3YoLviyKZnzZmsF
CbvZRrt5tpImL4Qtn8xZjrTa2d6R3QIE2lrgc/jTnw5WyosBv+e/Kc9JbocoFZk0CM+VLAKKEdgb
jM7z2DaFOLNqFM/NkreQGzL/jn5yOKM8Qis/BvsGStS2mlN4x5n+oAuvdfnaUShGskmCaJaBdvD7
IH/p/bzb8tzBjLHAXIQklZKK5T2ATwOcSX1yi1PqNn1EYfuX29LcNfnE/d6yzIS5xPgjUMmuBxFq
+Zp7sqSz1dy2AFs7NpupFtSzZfcfXEmmb2YddW7zaxr9wShX7nqZ1W+t8C+93lkYxqhfnD4yay2C
T72xHPNrQEQct7MfyTwl/TDV1d/KGTB3wbQm7KyEAOjRC/a1DjQ3Caqr72bOKVm48Gu9xVyXPid8
8GPaBSG4PnZYXVeakc7umPaysk9B2Qou6TxkSPPeN1DNS93j/rII0MEgfgR+Ou1JIYi0ua9eaQvJ
e57MV63XULk56lbBUI1xNaKrCjrnAQ+wgHyxrRJrybM6c8VZCbNdORC5RinLFZPQI2nzXzRXWQ+P
qU/urkrmDQhSOLDMfAtX+9GGVPJPw+ek0DRu8rwJLmbV4s3xofKzI27miw24m8N6+q8fht/+QWJX
FT16V9ISEHLnp/PCtc8k1iyt7iZWgJ+tOAYJ0rAuwfZjiEgyMg5VY742gtCWPj81jRtkFPHTeicR
1L1y6at4NUEa5nodiWI6N52RwWPnPE3ajsxQmR5MHxKu5/KUFT37iFZjyq09eOdjSW823IPRLY5Z
p87Z2FzTxs0uGeQJtqKyqDbwA7TtNEkWwZ79NrIs2aeThhSwgaTqYZejmSpapqKV5R/7mZlyQHs0
Z8unZGWR8oYe+Iae/Mk2Qs+vmOw+MLamDLDhsvqzWdLspy6xYaHmw8+CyX/fzWn/XARrTc06Okuc
q5mJqZn0sVMprFrwiWb4O94fh4HgyehGBta9u33At2YeGQbbVvhQZ4a+au0X/Kd4+sC17+1ekceR
VtXJF6jIm8wADpl3ZMZqD2zBQiSH3jD77Y013dfSuDVV0J6GhftKODOIioyAqI3qdD/yKhhhjlHY
+yB3P6fHUVck2ENdb2Bh4bJvlJUpD7Yq2xh9e3pKvBbQXKXtKsGAsvA/OxhEfCrBzZqPcV8kcO8z
Ttli0awLQVic/2KfivanMz2+kSXs52aX9+Wz50KvGk8M2HDkLa9Wwyuese413DpK6g+oRogKMqrP
8gIgn8xA46OsmSf7zYvmMEXJFp5PTC4bh+lvj5OMaJLtZDJdbcxdT1ivOxrXfsYwo0ZAUWi43nld
j5Pev6w+HOalNg9Fh67LH2N9GSM5VnHOewQJD4tPv5sneAwo4WKminHVF8u2QKjPUUIlWnNKrxB4
GmkeagSamWZ8e7kRmrwpuc9yMNV5PjteSsOJG4OB6conF32zW6eMtnIMK9KzaQcYL2hHYXge+2fJ
bJ8FYVLuDArNA1wm48mUQ88zAzToTXlEGAxan8VlqfSQQekNu5C/K4BRXkWfxOZUD/vcYTvEWInv
UNff1kmDDjdXNzjWUOQHn+MKE9mTOTQqqoPO2qC9WRDTDfreTZhFFYwVL8Zk/gG/hTBEQUvh3bCL
c4bN52YhZghBByYHxGtU/orbDLvC9+w62o6j8WmtMjPSWIpyb9tvvc/ipEa1+8FtgUigUmtIJxPs
RFt8qo6dYN0Ign90rKNep//6lb08ZV5thtncDTSP2YJmdMDpPnru+yoHXuCSvR6z9GbRd1DTNm3u
0YJbnxYtioIBFJjtxqS/qHwGENZUR0MDr4LBM2E5+Rw7ytgnXgPM0+Xr8LMf+pYHj2znYRbcp1l3
NGqIg34B8S3NBuCLXYKdybWQBFvMxT6CxThYGdLvcYpIQKCD8usgKkdax7a4qexxLua/SxNsof2F
0+gKjtpsDVfdunjwif2EgqjrxAsqFGdnNmaFY5MMXBf/qKMz2Vfmswev6d7R1dHd+M9F6X9oINTC
cmYqmwxUGAbrmhylNS1PcOOX0J5qGoVPy+hotPuk9XeDXaG4sbvs4RXn6OJeZik/RB6Kr/qfRVvH
ClHO/n4cYQlqy2IfilwPB0cw+Z+DTD0WwG9swk8d2LfYNLjWcguklij99Bxo5UtA8vsJUXYTOkC5
QoYz9GYJ9uM1hbFmlaeUDl/lSajn7s2dsycvayBbZP/VsMrmLt35rXvLbO/ZzCTmcoZ+oQ4bP0qN
4CU1G9ZV/ejGRo7MOXPEeqrsBp2Tzu+1mR2h//PI5B43hua174YSpJkZwgpCx/Lzt8rgLtuNQqT5
lkX0EFylz9R7bayrzqKPIbV3V10aJku3lfXAQMbg1gM6ncZT7qwqpgQNwHM6OkNor1HC3kArEY8c
Qab3q9ms7mvQwkVTohOHdkz1tzmbc5IQStcJMA7nvM6OSvxnpyx403W33jr9qu6FL9MjlSTSs8B6
zLB0zqXRMNJf4SXI9RJ/s7RrpPrSPNCUltHYADj3HoNNA41BqBYKIs0er05H0menG0+eQteOCqfe
VLj2VJC8FLX7OGKtPiSrKT14Im0vMNut2MuChTlS/o42TkSl278jH6MlsIb1oFqZ3hcSoCufrUPu
VTHirl9ogNE6mRkGeDK7rK5hyL9akACDsY4RyGuh2dX6ThrO66LETecYmvvpnvPAhSJpj3Wprvps
PpH+9faYf8JSNtQBUFQAWVcvt7rFdiAYoOJ0KgveFvzykTdr17YwORRcRgwDmzwW6O0zMjPWmWs8
M27HwJtu7XR98kk3JWiF1fC4WpEyrGdDW2LGoh5am/K1qJAr6I56UVqysiX2gtjTnGRjWg0jLlr2
ljucgZlsOu1ad72AxBIMmG55WCKhlm+pzXlUe6SkNM6QhmTPMAHoG7yG1KtVQ5YwpgxrM3mLeqae
dE8w+gZun0o7G5K3uzT//0qN6ba2G3OrqjwFVDC/VAvdW68zafbnOfYSvQkJMUDYZzKpr7WUHfho
Q44YoPaXxqCHnpXVUbla5nbJ5iN1SXOqa6XtCNHoz3wjQPysUn6mgzBDb639c5VR8aGm/6hda9rn
tk5AWNKpSE8nZIJru+7Y1vnXrGt+R5YJ8GXSKR4hct60sTM3DudzzP497iCMyGqgphNpVCHb2hMJ
NG3l+KhcbaoyBjTJOdCnPyxeuz2aTq5PT8MlZY1BVFV6up9Wl9k8PLvbwDw2yhF4R8XAvgULhn5F
TNeGrlnPrx1Vy5G/RbRH5kSrWLSnYvEV12nVJLdVs9vYyTkfWrPVMe+OxSuV/hwujI43JmOdWyuy
9t4ofN5LTSlE92F/p60+naAEr5egntM1dIcyI+UgcQ62W1MaBUO5y41hYPUv87tVOuYJ19x0qR+M
pM2MvsVld46txHebNmTytdxlV/Q/E9GQ9M954r86o3mjjFz9qCIKQVEw9ixJgdtp9cci2rmPC4Rt
ZVRCh4w0lsKsK9iBRhqfPhpbeBKL1Vb/VG1CksV1s8B6RRT8zwSgxaGGlGsjggUNX+3YKHmFmI1T
Z3WK+qjuLm0v8Eb0y0P1UfKQ+huAv+mtMNV6r82KsQyhkBRjak4DmKKNqDvyX1zUtASoUMhkq9T9
xxGNdrVt4tqqvS3vcxtBQvlbO0u/c1YxblrpodmwM6o2wJbd3sH/Nqz+zazKrfDoV7JhDe6Da3QR
wlf9ZLfsx2IbGwtcA3syArpJ9CAa8z0IoijiLfO1VkH5RERDtl3G4jzZQX03RnPY5uXwpRr7ydbo
cEgOUnj9zOYoC6lhnmFNLZVJrZcyNhPwljiNvM9ercYFBsEh1SAJJb5xs/J52Y9KEQHkPVU+o3dv
/BDUtEkwxFYwb7t+POn8OlnefKkgfc9bVthCwH2Q9jlxyRcdylg3metRG8Z1Prv9xhi1YjtwO3Yb
VFfpsUmHMfRmOAEjE6LT2qVNlPfC3lEF+bFbTtYpzR3+Jgrex85o/GN2y7YmhWYFTuptDQHk1k0p
gbDpELE0p85zI1iAwshIjK/Oy3FBjXUy/rfmmneZqiT/6ouc/mjpAzdqraSMW0sfwp7iFtJi1hLI
V9b9BwXY3fLxKlG0pP5eS7txV9C5bHKpSLmiafh1ZVbEDLiflWVDc3SWJ2HqvwruAVu+g56PZx0+
HQ/ptYHQ0U3EOLX2WVOwGSvn22fXRU1h0ze2gWVvhZ9o2znX6jfXZDe8QcN9LQA2h2ZTgKAZZL7L
pRPX48yljcjeNaPBn0v/qwQn0u6tngivdq2sr1Zr5efcU9mJNLMt9sujTZNXHixoM7FpVvNNVcYT
NKdhigImkGd3YvS8oblPPwX5I9g+lAsVwVk3xVyVByYmihrUoh7mTvSm/kkK3XyTRUlhLzLEPs0g
Tp4IbJYLRrK1gA1/MmZ91tkFHb2S14MGQfuRg6OhfM5U8CZrHpNCLfJo1n6+n50qCBNprR+C9A0k
R0b5i4JCXWy55K8ZclnWEpoGe6Lh+6iNr9Ex/xLMA8Ivq/InM6k+h3KwL7Qry7uO+2yPhLq9L4h/
dh0qlm/AhdphqJvmSddr+4a63jyZLrk7HV/uE6cyuwv4Fkyw+SWLtpoOXl4U330boAhGmRHMRs5v
wJTPWtrhXJmruEowIXEq22hx0xyHmhHsVR/o7/nsfediJLR+Yt7sEh5LymllXHNnCSJntu+yT4tp
XzSl9SetuhnDHR5Z3lfIxLKis3T1A+rocyGnf5UzHdY+7Yk7whLIC5Av+3Ko2zF27Pl3qlCAZXh0
GDItW3DIbeQMy4/mjX3cZbW6B0ONpL94QFqIN7p748JsUfeNbaLK4IEnW9yXXPF/PCE6CEtddZHp
Fe9INZ0/vV0US1R3OWByf/jxOOCazYoAmVb6EdM1CoZU3WrUu8wzzWv9wCUaVv5NyhuLhMn2j67o
fjuixfs9Ayi5VdrgvdCBmbHhpuNW5Xw7YMX+5CMrxknLeG3wTUU1USL/Y+/MluNGuu38Kg7f448E
EuNtzVUcioM4SDcIkhIxz1MC7+Sn8Iv5A/XbhyzpkG7fnQjfdHRES50FIJHI3HutbxWanBA7Rhb2
P2tvaG5xST3IPJOcfJAW8O6P8fTdCRFk0jz2Giot+a2jJ3wKmtQed81g/wg7zzsH207qjsrzuywF
GjMBaVhOPQ81T5CeOE7A+h31vwpbQqM2sntKpxSBJ2x6Gyp7SLG6EeWI9FvC46Q2QVsSqO6zMHV2
Lf5BMl9kk69Ri2U72fcWDXWd7pQzOd85e9Axbu29LruztiLglo6p2e1sYflnelKZW6fVkn3EQZbq
h+7vx8wEwqR3/aby4jMLm82lUbQu9QkyqkGUbJvcdZaloKxjJUmysOPQvfIn/HtG65A0ZRkTLajJ
/2bgg3zJXa89uCGySrYLKdZQN14OwFS2UDDCJzSAKCENar0OVXX2ffp4XqGXWpOWxFcw0B963w62
0vBQ8w5UGVm3RfCDmgkbI7sWtxnN+2WgBd4Sz1dzAx/j4EkCqPJIXRRO+BJNZbekGRmf0wz1oAkN
ch2jlgAYknPekU5t79yon9Ylsohlr5IXKx3uy4hzcBckyOSqbt9Yntq1mtmt1WTpm6IZv8EFGO9V
qB1RYFOQdry7LjLyRVyI770HHdxnbwCrahYPV97ezvPLPDVvQR406JmafMUXsFn2mICorVt3EByD
LYmNYt1XxY3BZ/p6aJJmmxHNuNZDEe+kZsMHcpFCrRLcL3dGXl6jNrAg+3gNqtm5AztSjRXx6C0C
mVzSQlgPVWp+q94mR55bNxLVxiJqxmldhOzUDGOmSsVUGhet6wJiH5thJcCZaoLja1TbKw9ewAJj
d7tHwxnt2Guz7NiTe48Ty+RbVlHOI8NzVw2Ru/TsJEdrCAkt1DRrZ9WxdR62zEki5YBb617bcZaE
ffmCfsbZRYn5PcgajkxFciG0SFx2naYvw8r0uS/GuMW8Z288gcWisNjRIAvhWN52rDdIcJWsklUw
Yavqes64diOgq+rl1WBU8ti4KO1lMNK614hEu0c2PuzqvlTnbL0AKyvtZepnqn2lS9IOy2PZVOx1
xphUbWjN12WQqa03yeHcbuLx8s3C9o9sff/V3P8Wxsz/3Ka3fHou/tv9r/rnr/c21Pnv/NuGaszU
DheMB0ZTHQ3WHCvzGwCgGda/JKwjsMC47sj5eOdCdYj/mK2hhoWbnfygdy5UGMQkqRIxCgjfmNM3
/okLdbazvneh8vddhyMAP8AhxMMxARe85zEGmW0MhCTQ6BSaxQ43418RQtnfCQYyaTVO8kc5jgGs
nFoa6zJE8hZ5icRjFrjZU6HHh9Dv7GqtUWlYoRzkzJWlIkVp3OLtdgvjrEODVs4UQwwcwOupxxv5
6IL31bVj3CUDkvexyB4osnfnmvJXeBEcilKGLnd8y7UH6nsuIRrFuA0703qmQ6w9sR/hxS11epKk
6VG3meQcVzDuHeEOq8Q2ort3D/UvCANjvg/v3Lr8PRd+M/gGKF022b0ze+Ads6cgRrBKcvlqOZZx
J0WOpDytZnvEHGFkBilyp1zPKA9bOREkod29sM3whkUKS6VAzBuoWy2KdeJBHaO/R6OYjUQ5qhoi
XnhB8bFM17Em8Bu1dU3pi5MczfjEnL4IE/rrdWB9Ni1PEHaEUeHjdUjQZY41FK9VGYY3me//CmUy
btMSNxG4Nj70QfGzLvmqOHkgt0Ef2jdeNpe6xwZnmVMSftQG+rOf+v3Bt1oMWJk47+PB2LtUxlFS
9+aVzMN4H+hF9EWg8fzbTp4BvAtgGVB9hWm9gcjePQPOB3RlvOA1p+V6ngvXPHcDXFRj2xvneoLv
6/NnfhKfZfHMkWnrlscz5ak6pxSVaUAB5BnOL0ySj1pi3YXppHO+nu1eRZ6ekdI2Y44xLQ1lwdxX
2W8T9H9KMZZ/vJz8AMcWBpFUb/SYk4dF50yh5i1+RVNKsU+LrQyzUBNXP0nCMl6n1MfX6Tf93tZa
Tm5VL6j00Ocsl1NkjU+DzodrndWZew6U4GjlDviXbkqrH6gl0vWUjE64MkVLlsyUaREBo4adr3Hf
afc4RNe9LRJrE8iWGnRQy5sJvUK3y1JIdnmeBzea7wZU8VFIf0GveWOzfnjOHqsShFhiRLGiWOLk
sk1iQwLiV15kX9MQLQwUeKQPD48EKVNHmkRUYIOJxGtISQ5iha8QZJSA9C9pJ9u3oR3igVOUh/UF
cR3jZUfMp4tWpuwwT4r2EsDhNG2U5V5T7rXYxygEiyYNjJDvL3uXrtjnZVhf6FYRfVOuew0Rydl/
Prf+mMrAqZnBDi8hOWjmW1Lau6nMy1EElEyeywrfmOWntOMTmoGoOmjvEaL5BRtF/m08hgQoNdNR
LGeeae/Gq2JBpW+snjuwuI+WH9AcTKIEo2Sbxfsu84wniYRp12vTGf2XcoQ429wYfV7WuIpYjwwH
IEWBLSpbOV5u7xqdnfuqNk1tm5L6uNeECyeOzTLxvR2BKeynjOY6cqv+m8GxhGydNhi+gc5YtY7d
khAqnDOwIug1+xyleE2VTaJOrNm+YiPm7dePFp6PJbHZnv3FzTgBL8wAByD+NhF8ADjg0ZyAFzIz
MskumV4Gzyf5jMLaauSOIbWrw7NyMS6QDo9fDDmTZz7OaIZEZohXfw7nklAq3t/+EPtCa5XqBeib
u/eSFkJ3iq7OStAVfD6x9D/WDN4ZFkkeM2l2vDwnV8enOtOMunkZvf7RrgskTCVi7+8kVSzjyUMy
Drl12iX2DHiJXGJmIlT5F6MJQOaLn3LC42H9ZG4z4YRlCH4Q8YgfrzrxMscNDe8Zi7T4noxTBoPL
M+srtt75sFB9SUshVKNzF/uDkEg1A+0xzJvh0Yht4MbpUB1JJOFgpAsq+12m8l8WFU+X+iARIwun
97sdMmtAyU5d52cG7lJcNDKko2n4vs2QmVN/8STfUgA/PkrIILy1nufB9GLufrwohHcuwhz7KaUy
SckrVfZP0dTTsuZVP/ZIMdlau5TU+Zy6Ot1XgofBxoD7jMgNWTlwMJdVrSNNKSOE0lNB4U6PQEav
LKK7nshaGV9Hu2dVMLQJk004GbcmYv3LBGTj44SF/Z4MI+PIWtyjz9Kx9FfRdRK26KYdTOUcpAlk
ixaiDfAPoY3Id8bYkc5Taoa5LjUNN9rkHDQcs2dmWXRU2ZyM5NA+BkmKh9Mu4Aub8bVuy7ZZeVmP
BvzzGWr8OUOlDtdO4EgA38bc+HgHZY9xuwmMp9oIxXdEnHa+1ENzQAwcZhMyqXysnZUOvvuMQDlF
30cReTrFKdCAOohXlmtgU0ODtEyz9MExWiqNUd3cUM0Ow2VZSjS+KrC7M08FNKG1timu367gH51i
/i/hJP/FglNYON49zD8yUc//5/94/ggjefsLv086nGagkeqcVeYAHBZYnvvvg473Fo3isNpCnpxZ
Z/9BI5GASjgeCU/w1H4HqvwbRqKDLeQde9sH/P6v/+Sc8/H7x7eNRBZpmxLcGg1x/u3jnGtGmTVh
jVRE9RmYgbZRBOvlWnTl6EF9SxlEXb27MX85MHxc8R2Dxd4QZHbyjXGlZcr5v7/74BILZSV2T781
UGm8qnVTW6E9fO7z2t98PhKdGv5f/7Ekcaw0BQgrKSAhgjrh1fo4FotvGrstdKypHI1ABwVPALm4
LT2pSdS3EncImACWMnjTgYeLbgpXboZiM9UB19tTjxE4CpEREXaIKX032q10l44+ND9lYyrUwxrq
G7IYhXOeQiu5dDQfqLA2BNGqKazktmtdS9ukLr3aldbZqTz3FLo5XJTekC5DvYSZXGgoU1+UXhM7
bxWDE2zxsdk8EUMoZIt5BEx/A+ahwQyVJH67SuEQIkHIXPSMvtNlzVVh25GxbkE0YukoA/XSUak6
qylyOU8Zehc8bVPgXAVkXF+UoxO9pCrto2Vu6eybLTq8o6J54k2mvUzioME/OHlJWhxTMiwuikkl
SKojJ2lc5C0t93JlU2OSGeKmsXDP4SWg6dKwrgwr/LA2EI9J2dWMzUNcGwS9nn7PtbCVy3pA1Ypg
fERJsFICdxhpKz7GHYqIlSrJ91KFS9HGTPSJDkNg2A1wXcG2b5LrSUc7orYpyskYMVBEGFq8qrqy
GB6rMB6qCyvQ8vyby84WU3Re4KbzFnHF0fHeGVTSjBQUJZabpRP5uCnW7gADpaWWZBUaxG6lkUwG
qUCjB7xpimrw5BrldT2ZLK9YkJxj21Z2xt5NyyqsFyVbDDrGpLhnLpYG0xyJT6SC5kxXTluxC1xF
mOyd7IhtsRN4qCBGPQSxF08Ah8sQ+gxR6kPzlOZaUfGFaV06j1yAgfenjJsO4XuSmU2N+KIMi7Rb
ViIk1GFh6AhAbxzZNdkV9nXz6Ld0LTYo6TDmKHbrDxUGomBb0a/KNmUN6WrFc7TzFRtIbOFxVEN6
t9He41Bs7Tjb9Uk9opbUAW/Orsr6Zc7unNZtidhrO4lSBvddDZvCWvB/Ez3S6L7tgqOmBMldPRY1
zCTca7g3OE4hDzguKOuuoIVNMXXgs0/+vOttfc+KdnJopgyZcwAmIc9ciXAA9t+ilTE3LEc5Kn8O
ujWUh6HJrOJSt1NXnqc9HOKzCCA4uLtScORZChql6jbmU0wyU1XNfzRV8PUN3grj0kYYH1O5CQcs
0FSZfIPSR0I+RIz2n2Jn4NjlL1GkZrKzim4MzhqbBL9lY+j1c4MLGfSPFal91JamOMCy6VGf0TgW
mJtqZMltt27Ioat1FL7eREHcV61m00CwFF0KMmCyfotKhX1sSyCfvm0agRqhxRhEFy4cSzYeDcX+
0Sasj5AIawTGYYRWt+jQbRYLYVVNQgMeVcBAuTTfkXdri03Q5go1VTTAK5QaeIGrxEPetSu7DNm5
HhjBBecT5VJbNjr9NsBAKIjFJJ4vvi8Qhdq04BRqbQSflLjj7yrXtFRblp5OEgFuCJ+cNoV6Zzc2
sTUHzxv0WYUdCaJS41Arz+eA2HCvEVVYbevBD3/m0rSnJXnwSJHtNKkAtJC0c4kCL5VUq4gViUBa
hBvLLrUBygNekWRSriJbY7B6WCSd1a8MPgjZKtGjTt0yKweHdAUrNO8GDVAGNN02DWb0qvJYrL/j
BSPBYluXnkl/hRqEqd/4oT535jVXjcWPMO+BO2Kcy0mtRgES8zbj5M7KKMeWY+rCQHpeoOfvhp9B
ledAn5e96ftF80wznn0yGpCxBwz+Uxlhk1W/q2X/f4P03+czzH9eDF4HUVu8rwPPf/z37kja/5oL
V0CdWbmkZLPzv3dHBnlz3hz4bkp6M3DX2Cr8m9Um9X/ZDgnzLohjqN184/8Pq83Q/+VBNuT1okJk
sbdx/sn26OOR2DEoL5HH485gZ4hgeJk/7iBcbcSgi7xiObgo1JXcQdc4oGjkw4L/PW02VfTt3Y35
y/5o3nC927P8HtEDicuoHAfmzeL7/VGZhSj3AEkTTeOeSQGkgETUz4d4q8/9OYbNF8qFc0uZ++MY
ZKLDrPBcWmwrfDfdEhW7/eofEOMujmrxiysFNPJSLw7l0vuivnNSO3y7oxQZHJ6Z5XIC1k9O/COB
lmmNxw0G/kvYHFN8JKFdnpV2iWhPo+x2mbEryMbXL655jt/6cM0uHEAmEYUNx3bYbX+85qjrxjAR
jEvM5Srxi61W65cEY55hCrAkArO4xGZvbV37i+CoeYp8HJiNNec6FkOHx3l6s1tXKxAVYVkoTALi
VI8rSsJoSvv+WyHlsHJ03/riAf8xa+ftLmGL3GJwvyyCJ9faW6gQO4ZkZ/fcKNUfHPbBaEK0q144
dzXI45smw9j8+T3+y7CcYdiEUKKEaPx2vn23tReqr5wCXcWSWFVAZoNuPCMVb9a+SvZDMqykdzAH
R3v5fNQ/XhjC3g2L7oNJKZqe0cmDrXTSXRPIcstUA4RGh7pNH0a0SOqL48TJYcLgfWQC0Y+yEXTz
KE+WArJc7Lqpcur8DUSCQt8oAxGPyM8Gvt+fX9LpGYktidAlGXIOHTDWxJNLQn0gEVdREMkdbJTT
pSLSBGTj54P8ed/mQTwBA1OKeRn4OEngXaWFrmnxMgKyEbWOjwJI9evPB/nrldDFM4gb9KR1etMA
ZsV110uiTEhH3Gg4GxZqKp8kO4nVPx+J8zVfEtOxEJieXM68szZ4x5kGoViybpNXkS55+b64oL/d
NXIE+FSZBvNg/vC8X56JE3dNg6h10h3Db45V3+II/WKIk4xGlkgeP0d83l0IptRETy5FG/SuFIon
g6+mpuAsjSs6GsWur4vbSWSrIB884BA0ubHCeoQeecAVjJxThlH3OvnDrdWu1Zwv+Y9vMXUKJgzb
LEmn6WRZyTRdBk2AUGPCvm6gAW8wvZn1V5XEPz9PLnEM0p1LIjNl8fQTiK5Fb5uoJXNdDc8A7RR7
3/ib8FJrRedFWxui+AWOkVZsFgAZK4iEWxiYFQ6RJZLzKqiinYkfcl+ZKGGdTr62HfX0gQLoahKd
+Pn5XZmfxsf13QK84VL5NCR9w9MSNicHM/VMh7sy3qbqp+Nfgl+9HuXd58O8fRj/GIfWCE0Rx6VS
c7IoAHnt0VVKrG+9fejKftgMVaYu3QJy3jIHVFIt62Z2mYxsnDHPK8z4idGta3qs21FL2PiKtPpi
UfxzyWfPBo5i3o25NCxOp0TZGGIE+bUEmL906zG4Ul7/lLS7ztpjAtV2qCm+yjC1/nLDOaAzBwWb
PwrOH19BW8tApcek/FUmTMwBc2gY5Qe/aL/oqv7lVeebwmoCn5dO4+mKoiJOwUJUBOZNObzENvOR
RReuf/P5gz0dBkEV32iWSL6cOi2YkxUlxlKodxnzpxwD7eiF0l91g9F8cTGnX6/TUeZf8e7bPCUF
mNM85GKw6K0AGzmwoCb7zOhlhTe6/jen+j9t0Z4+pNPx5v/+brxQeFHQAwHBK3th6mdTda9/deP+
OgSFS+QZ7PbttwzKd0OgfIIB6TGEl57beGwyF1utmX3xmTzpG80FS8ukJcZrRw4EiVInU9xIEtIE
csF7Z5Fd1iC52qYAIL/34DsvhahhZXLA30RTtVCZumpmtsdUdNNXIa6n68zb79CFQDFDj+GPy1Xp
qOeNC7IPgdy2z62a6gMWt1BY65ayzDr2ii/mzNsMf7/k/B5SskknNNkgXPvjQ3StQVogfpKl6XRq
a5aZjwMe1ArK6HQxRX18iyIGrEriEx8hqSpJzdioJLyiHFEiOb+c8monnWtdt6tvbeX/Fk39kzlG
kiMNNJZXunriZI5Zk8nZyBz4ef7QvGjuDEbyGj6FPtWOL6bBXybbh7Hm9+vdZKtciW4a1/9ypMwx
CvnTHr2NioovLmleu/644+8u6eSOCzsbwmH2Nw+B554HeXmAE45J0zyOXnQzGiHpHUX35NQ0//7x
MgT2eD45s1dj734y8hQl1BFlzTS34YGrGqt2bUDw+3yUP98mvl7oa2iIOPNlOif3kW8wDbjIYFuT
hRhjM+htHPuwUgnqnPamjoO7AtCp5+eHvgu3qRd+8cX64wDK1p13GvEIQjHHQbz08UkGWlaryTXr
pQqCn05rXoK6vgUOhZE/C4963X4TnbFqQK0btb///PL/mEUnY5/M2BY3vUggkixr+TJgIDdwfiOk
+GKuvokkPsyik2FObrJeDtSvKSMsq2HEW0ayqAbKiRLLAh/Owc6CdYIkrErBeYPARGmAlxxr8vbz
i51nzB+/gvQe12JHK63TAwYkF7CtcACpiMZXKG4OkUZerh7fwhBfQ2P4xwskVz2vA3QVWLjstwb1
u1fUdfwxkQoJa4jqmiVjqxRIC+aUbW0UZd/Pr+6vN5nWEFc3d+E4SH2cR6EGNgTG+nyTvV1YRofQ
6q8bqMbYGK8xNV6Udl0CQHfOS1D/i3J0oShCo//8Z5xuwObZ7JDmwT9R29Cp+vgrksgZuqHVqyV0
WLP71jYGa9SkNc5RQ8Nd3+eyG8rb1JRFtaHpU1o3n49/OqMJMZKoZni6DgpAjv0fx8ebNMpi4C7k
2VEbz7zGXNqh9cW9nufr+5k0D8IjRW/GijGXND4O0ptZzpFjPuRE+yyJ4BetPWQxjoq/KJz8bSDU
ozRkEQLOcuWPA5WpYWbG/AkxVbUONH9LW6K+TLq8uon8+IvF4C+DWSy1PD1d59B4uqGPQUJQS28Z
rBcbamB4AGk81QD/5Bf3749Vlxs454oTmsUtZNk7uYHCiceA4li97B+9Y+5v7PrOzxCtQm2tzwhV
2bjW3gbF/vncmO/W+8c2F0nmYDcKu9ROTOdkZ4t1BBgY/suZ8H7OGwiJ1g5/fD7GXxYZSO/Uhh2K
XZSKT+ZfEUd4xRRXVqr0u2V1ZFeFV8BIbmxRPLb++P9ySe+GMz5OkCEJJT5JMCmxBiyNTIWD6rvb
zy/pdF683bZ3Y5zcNuWaIYUoZHfsuoByDDUp3BAv/dkFCUL3nw3GzEDAyzRkI03N+XQSRhiIAPFQ
Zkgh7KzCphIP8OOGJQyiYuUXsfbFpD+dE/N4NP7p1Vsmhcm38J93i3QoB6NOYbQuvSQgiHkSUOJN
ff35Rf19EBu4MMdlcmDmXda7QSxBjM8QDbhH0NoC6gH9J0NMIp+PcvqcuBRPzCpUTqJo1057Ax3P
qBlm60DuHrP+Jh9+klZep/efj3KSIkwG3dswnmnPcY50Ik72DAJmQ4I3EUpgKjddnNwDfXxKicYe
bNCnMWENQ7hBAVws0s5H8OXuktg+N5yOkBYXRwi3WWvMcekV3pUDKPaLn8cx4PQ1p+gGP4e9HDVu
DksnP9C3NDdM53yN2kZ2q5rRgCTW6Vr92mEMThd6qrmIPGjK+muv9TFrU9YiKNfuLEmsNU1LNGH0
HO2l68bl0Q0AIDyEAbbYS4ThuXMoxz7Go9KO1kRuuKMu00HXHsccqaScxJT8aJrKD1d2axbHAU28
v8CAD9ZtjOOY4Ru32yV1VV+5DsyMXzl8/KMv+jqBjjyhCtH0bjoflHcD69NdN47m3DlI868HI4TM
HhnN4O7GwdO+6x7gmS0areK6FgWqTr2xIXlPvboXg9Fz3Jnc8WiKLNsrW2Lthc/zGrFpfwzSoLww
UBBfxo4FcyNpIbwkyatlNZO5bxKFIL6EEjAuYf3gMFWFTcR8bYpkPaZBYG9H+pYINqgVVFs/x38z
1l6C1M6tN4TNG4ecvhL2bgtkPPXpsH8UpWe0kC3yc9+w8QxbbjnVh76N5FXSxpvUaMOzwfL9A+SS
fpMmIBWNqrYfBODAemeNujgXem5eozYDiBJPtzZGdDA0ebsHRN/QUIf4S1oAPLY49/d645FtahTh
ehjysN0R81EMz42VIrNpu2LY9J3ZrjIZOce6b42r1k/gLmZWxpTmiWKz0abuNkC9fUcoQjNQ7o5K
a6VcMvD2vZtPWNJKsUgqI+PGZWtUfV200OqKjnojwitCjg9wruHeEtZbuRjvszJxHu0ibV5r0cr1
2KNbRly3dACRhGKsrjIF0oeZmS5gsL66mGWx5CYZhr0wJ3i9yraYow+GGCCJpab9E99fGC/tnITz
eEpXWjTYa4x0JYZPM5CXYGKSKyTi4prn1R4x2gv9wqumZ0tM00Lw0AKEByn32czREiac1qWXv8oe
D4GI3atirlkXWgscGovbUJjGMq+E+ZA00zNwABvDnszP9WYo134+/8AoKfd9YZf7CM6QjnpV2xul
8VpKyI348cJqwVZpjRoIwo230NLkjjgTiDllscfsCs6pM+mdgyduwEiKYNQelVUcx4JnzIcNAO8o
v02yLpbDNJYHp8z6JX9I22XOCDl5Pkxok++elfxR6DydcYy8ZqTyUYzLqQuLda6Evon1/mizi14S
Zq3vhozyZDqw46jWKPe/pSiwGoBUdCKtYC6pIy6BhRn9yBsORo2VdQQPVS9S1DHAobS88HR9OnAs
S47IS5GKKKIZl9IOzYNf/5jS+IyiP3QTr6X9/+jArEKdc0zb6S6z5pRt/K7DXcH0yK8NN1TAtgay
HvM06nZh42HU05I8uR00msELoVfGbSdeTSiqK+F2Kzv0oH+E3yfDeEJpxBmZDdXC0RrY30bSfiNz
wDpr4ia9gxCF766K7TX9tzA5tCxtVQ/wstOqTQfs+aWJNHsTVY23zwJWBfIns4VI9Iu6NNdBigwp
HJA/edYvp4/OGoJy8hBtzliup7bhBSIyLHRtla371GqDBfAD0gD0gryptrgP+rRc2QiQF/qIn32I
sXVnoLk8DAlr0qq2ZhjuTLcBqeztQ1hZpvB+WB3giThdgSIj1gjoOoFGBOk8KDIPRBwxXAzrOm1/
dlmAO28UCN3tdWuWa1t1SFB2MUEH+AIWA0znpvdXfAhIiIKou+sBVDxUg66ARTSPrGMrz05FfxBj
cKCQVlPBml5tt12aUYkHNXXuyZfsL2ObZSGwccxC4VDlBluY/kw24MAmEpUv8+Jg1uZ0IRJpV5so
ZmPBdoKiTB90zQtekBc3sK4nkaY7N7bx0ZLlWR1LE4hSr8V6DdvRvZUBT7qxzBDDFdZhCH4YIDAu
VTcKLTrPWwKSJ2VGXBk67mtzNJPnCT7ovh/9n26jx+RJ9fa9yAMsrDK8MHP/vA21+9wyH+OiX+Id
B8nnule2hCToNHIXkMhwZYFguqk0Ry48T7G85toAjrpS5FM5RDjoe6vS6+xQj7MZ26PHoSsftFzo
VaiGHL4POFwe2rxAa+h2MfitvBpI9aBosvX6YOsrXm94m90rbOcOdiiBGeG3vM3HKykStdW0jEwt
O/Xt7dRkzlkLOFRbjWSsLyOYThepaRx45YJz10U8hu1qWSKba0NIZgO8p8Wk6y9Npx5Er+zyQLPS
XOO39F88ZyRHwVdigstpXaUyK6kGZsmKEKlL4qfGLUdm4HdqRS1i5SbjgVPYIq3LdYsOE0gQGAAC
XLqyUTs82+RweLVv0cGAhw+fycS6nuaY70RKHupNE0j5q9Yrtsjl0K05H69FbV9IEV5Qft02frOe
HNIosO1Vl1EPCYWuRDlHFKVhsUcWVTfLgZruzACubmps84c0rAdrISTUDH1wY7B34ZgeGqT4Oili
OAbCTMUYZjwS9qBDpSx8lVHva2sfB7K+91RiHVD/Q+0TkACWbp6n3hnEh2lZUf1cMJlht7UN6aY5
+GQoaKa9CMOJDLRg+ub2XcEFllV7N9UDWCoMShxwGxfvkRc45JQFpHKw9XkJBHbZpph6mEx6+chK
9UQfDRVd1ppI06GdXweGNuwmO6suU62Hn9X4gujMxh/lpQZHhpAkiH41S0wypKsaDzkuDxciw6j7
CSUprbhQDiEhhSXjO5B5xbDIEMLvUq9zlgVFSvTCwqox/1bgppZ14AWX8VS5P6q6HLbKs8i5EYGl
gKc2LgL2Qc/1jiRyryIExyoevFwtgVI+Nk5pr2SKhwk3jTpvAfBbZXWrXL34ETlWu03NqdqUNqmF
3L0B2mA0DJeZnY1XYQ4mKBLeg4TXc1E6kENyiPYrFZKL5JQJRK9sDI66KkC9O6zUGnHCyPn9DJ9l
MZUbkWd3jUVG+qqCkrqC5xVftFkEJDYIgsfAKNig+JHLGppVu7LFurfAgv3dHMfLXDVAIexA7kIX
7I4MgMa6HHCv2sFtz/1ExS/4MEk0ztmCU45W177pb52+ONOttrop4F6sRgqBK0AiyS7rAHDm7rBv
Q5TgtDGIS5my73Xc7YccpCTI6OsMDE1e5s3R850HPGnBgkzDzWThUV4oHM1+TeMDhFifPQYTd+Us
bfpkW/J9WLKm+ZdNYjo7c+qPXhbeuolVrLLZF84fwllZ5nZ2I/W+jxYJ79KiYAsMbD41b+KKgC0N
c9jBHIv6zEUT95iO6oZAvmvpqwdtlNuBcA2SqVKWnBTqoSQBmv9jYD8lwyT7tV9LlMKJ0OMrGfGx
af09mtr+CsFYQ+6SpfmkrRA1+UyWY/UAn7e+Kdn4HqsGRD5q0fJbN5Vno9YDsiiG8iaKCCMw2nYr
kxY8aVEmr1Moth0hHI9l6QAQm3OeF3jc70MrVtSKjCeni35lJFmeh4YKyrUXWf6hdrqLKDaGra64
iCInOCNMIjzsRbGqE9IWBqXhy+0BJXYDqDOrsI5BGhtby0ogxwJzXTZjdBkIcd7Wxtqb4Gp7HDtv
qykEEUNaT7LQSsh1RfRk1+HS7kvntXZsCpFE7B2zDv4EeJbStQnscMAWkVTRAXxq4zmhs5LF+aDL
fNcXxAzZcEJ2sAVyvsPg/YD6o24dWAZWWklyig13M7SvRowqfWJUF05qp3SjEyIILZW1Wy+hPjKU
KR9uA1lJfyatvgghePpbW9k4mPX2VcUFzSQx1hXBEEpk20S2JIM5HEpeugCIF2ppY2lW4fCDzE44
IVHwbBuKrBKf3AsoaTeeV/wA2BGuITFM2XlV1wPGG0GYoeGHyb4GHXFRASyaNeTq6NV5sHKxfhUb
YuPUwu5Ej2Q6EQE9fnoRMCfwaJa6valMOtkm2BUwPDVyaDX55PcCg9jXqvTWfVzFJp9NJ2zXsWRV
zeC2rZ0qKtZGksEEmNoYI1HznI8c1Vs/ekiwt5HRw45qjAgkIOunLzdEjZk7zHyokJkG/QKi/H1u
eihPC41UnwS4P8CW2G7BIckBrFEU8ZnctSyjIRk3BA0s9ZYS78oeqoJELah/T9PgedWBU7MfnPWT
UebnKjfGCQpFJfNsh8bYu5nRGhbKGwirJBkCEVnCI8mSnTd0tYJDUeWVs/D4ZrYXSdY6dNp95bVg
cRJ+26h7iX1TUxmWG7q5vb6KRgHWSMnUOJSlOYorMqAxuGmze2xHHdUlIzxutVXoEKHepaMcH2D+
QIENLGxuXazBKqE3PHvjXAcEa+5lBD0IsLNGkfXRVpjkdYI/1YFEyM4pnyqsAAAtkyRnewSS7W4k
MSVdD2oc7+gdJnJblaP3KzCSvl0BPC7xRMvwymnS9tazg+57B38pXwfTGKrzkuS8A39S134MgRtk
2zis3XvMT/24JHJIyWd4LN4Vx46CVbkEUnFkQ+IM92Fn5GuyfTzQE5E2uvc9iQr+/yLtvHYjR9Zs
/SqDuT7coIsgCeyZCzKNTMpLpaq+IcrSext8m3mWebHzsfa+KKUSytM4QKPR3eoSM8lgmP9f61t3
cT3iWYjq2UkO6dDJ6LaylC42TE81UxLue5ak/lBXsXExt9PjSq+81MoG5rnd/mx74GMxAYxkSRQc
tHx0Na0FpYqggdeqHIfhmlZXXgZabQGVJm9tn7Af6y/mBdwFBcISnrWIQMg5SygZjeTl2f1E9puB
BTm9LjWj34RlY3YwDsu+JSRvzL5PbdS+JMYUH+pWwSWm68s0OBDuJarenl+S0RLTuK/JRPCekqS9
SiSQ+wF6LlMB/haqUdOOhQ/+zW2F3ze1f5Kz+tSmxAFdSYi/B47m0RWr6biJbE6x+t7QH0TGsXiO
4Pvhi8a1cBEvG6hWUTJxYNM6YxPGJiYJIBu4dRL3ECrcfruyN7ajay3lhht9C0nnGrDbttbVtdW+
2s5falmR70ayCy1V3UZJa+UPbWvK8AKoxjQEy8K4u+1jUT3UpSA49Z4LVp8nc02tGtO/spTtfrQY
HLVulvCVlG6NMrk9X6sOSnBMiCARxG2zi1P7GwUPLZhGZZNk2ZaHuksOcaP3N2vMqnRh7nGX5NQP
vhGS0Q2BmSyORN+P86L/JOvJHPxELCHx85bbPuecBUTGi4duPxzba4AU1iPsieYTKJGXmvRg2R4c
HJisljW/vU0DMnAKrbcPJsEquR5UZbeJ4CVnpnErmzQqmc6lp+3qcIqNXQ40+i6RUpG3MuA1Xxlx
A5u9WPtmAvKU5dz7sl8CnUm2XEmgZQ1yGg8BRqVpJHZzUUTuEk8Q6BO7Q+4QOE74ccgfLoVHSgEk
L1lotOwT4pOyKGmoUsr4QemFpe3stor7m0JApTXNv7xFzd+dKM82hM6SFxRNsEOh7vccbpySTCuQ
9sVFWVGUaen1lQeMN32702aQuSbv3GYkQQUhZK662yhrQgo6VoiYMNb5wGzcYNk3jv1Mcsh1NkSx
6xN+9GUmucAhFYctnD3M07aKGPG3mjKUD6sLOo1b1NvJsX92trWnmvvaN5zCLkjPih1KVrHcOEgh
bo2yJFqDtXmb8Z48syeNHnuS9sgvsaNtGEMBNA1KUMukW3eu6rp2B3C+cX2rKcb52ZaV7VP6aiDt
koe36ZxuS/zs8yzLWn4bDD08pBlQI8D2IrBYmQNzERh7fQiBZV7CxStDsF1Cu8myDgJQDHq4Gm/H
Fq90WHpXg1bXtwM5fjjEjI0aXOKvoYSONWg9eP9QAqrJoglTADs+UAdeegJssErUSylu6qYdaGWS
9WWEJEoGip32lUPWFPWEDDUvxQT8n/GYz3djiRtkcZOFc5hT/crzOE8fSorrT15IzzkwOpKCfD3X
XqssjQ8Ee+rlHUksil1eP4eXg9u0Zui35kCmkxO2w3I1ik4/WMg33e3qjihX3jejLI+WTTaywd1l
VC/IDVmy8jnOPChg4AVeqxgjz6GLMR0FbpY35jaSZkaiXThGhDWYylHQd6Nntk9K23okBhA5O8/2
Lx1L8rTtMANtRs1MNwMF00uvNPvvIQbs545F/0eutxkcKVcrHhbq32xMx9DYZHXWcHpY7XhMNQWC
fHIAKZfkew9jzfds6vVrbzXvhctI0TzM+grGZ46Y75LGiLFVrkH7apd2ztyUO2rXdSEeayIwQxgk
0+Kx3sFNrzmNfpkSy+bkpdlzV3OCgt1HlQoTGEJGY0cuO78CTUiGA3m/yBDFTFzXFAZEmcT37KHs
F2ri91a3lBdQpi2QaZ24mwsORsawRsVl2ZReRX2eP6cjI4u6hAHMrNBHlxRvv0hh4zWKKvzFDE15
glZMssTSaF+nCQEgdKYwL/xxngDS+swA6uLjQv+JbsdvUaZEm4r00zlqd0NtWOK4oqfS9e0mofy1
gpGk9xzOjx9f6LijzTi3EAxIOje6i6B7/SB/NG/MuenJwKP9RVcBml9q1kFhpK9ZLF85tE5wQzkY
iBFo5MfXPdE0oi2FF4WulG4B2nh73RizCdENdKbGosj3ehtlt4Wq6jP9+uN+5frtoCWDT3Ecwd+O
bmPUa5ixc25jjNnSKo0gKsxmtzjurizkCOZeP2crP/HgaGejS13xFkgNjzqkcV90zcCbzRnRKC7q
krLaqOryskWlE1jojM4MlLW59mfXd20Cge5wHNqJaJjF0Tc0JseqCFHl+XXp3iOaNnfd27T12C+q
i0mR1BC33/os//zx43v/NW3U0i47GNugby6Oen4Jb2iTgTsICrJoebqbuQej3cnHsHfPtBdPXsoW
mBzom3pYD96OlBl6vDmup4mC0g1pHTp6E6NlK3xmrLx/E5BVoAxlMHogUVZ21p9vQklJ2utq1AhW
g7s/VxsshPSAlu3Uxhsi6dZV7ExP853KGHu6Dgpl1ewIpDve0VvgTtJqNYe3b4D15KvZ2PcxbHu2
KbSz9JfOyL50FRFy1B4bnT1lxsna6h/TlH7Dxw/03be3JWKF1RCGAUK+02KQl0Q+8drZFwnf1nqo
JvyQK+CyZSuVX5TnTDPvxu16PUEfFxsJ1nHraNwKatF6W5lU9rb5fX+9+M0Gtd9rv//4a72bALjM
2v9e9e0rKOPodSwha1NkYT9GyQrCo2icAOHSYy20ZxaKhMyUcfP/d0Xz7TDyCLsoTArtgcx/tDmu
gpzgRotCodbvUsDsH1/tWF+HfNBeZR9IcpnE6cAfjSCkSiBtSLMIgGhcGTK8tbpiU7OP5AhTRRfm
4u0iYjri+t8sn79lrnyuCv765/pnvldkySZR3P/3P9/82/5ndfu1+Nkd/09v/kz3379/TDr5ynp4
8y/kQCS9ehh+turxZ4fb9/fv//f/+f/6w//4+fu3PKv653/95/dq4HjHb4tIBfrTJYn/44+b/446
EbTV//7P9yPuxPpH/uWsXEERNvMH1ihcFPwD89i/uBOG9Y/f3gpeK5wWSHMYhP92VtryHwJN7apB
QSPJP/Ka/Bs8YZv/sClArvJj10Es4ph/x1l5tNySIGS4Or9IWrgGMIAeTW5YETws98SJxpQ1A9mp
dBOZ3bmxf8R3AiPFZdiuWNwCKfFNHIkT8sm0xiq0qWQlxvAozU7/1EhdI3fcbtpHqM3Di0nV4XoQ
Ff1leiQjfSvdgwiQYijWAqJb9Ne4U+zVVTni9DdUS/tWmjkBadRN2fwC1b/OhCS00WMmv/WmkVKx
KHM2hxWHOvjUJiEevm0ZGtnxhvEEPi39NGbZPOzV5DC3x6TcPiWVdEAfRELfhHlJfE5mZFpgd5l7
5w6WN5zZ7hwtYuuNWSEcJowMuCRs397OCiokXBIDGLaVEEZP6d06i/tkly+R+PrHmLz/18r/H+VQ
kHxBKeS//vNoXn13oaMnsMRZZky0ygJQ2q+qrm6b3PUlNWEP5ir+Dirn81Xf5me+3/E8y7BG/IOB
iGUM1Zt7NOtFCdEeVqkTPKAKepmVN22jlACiIXTCnT1S+zFF75yb/NbZ+8/Nz3pVVk5kiqio2bwe
7UIa3KcEFZLvvlgDeH9vTIiWgaQ/qcK8BzLcsa13ZLabMhMZQtNX+1nZgP8ZxWdgcfa6Xr35KAgY
TV595JIonUH2vX3AXQGbGWSphtCmEvCph1jc4GQyUV1bc0N6W6WPpa8627uFFkj1D5pScdMkKZgG
eshesdP7QT8YwiC9wQpbKoXVFD6SFDU8aOAd1FXdGjTbxyxCcWNrSlN7Ox1UvUNH0jdAtZR10/Hf
bwQpL+C3Q3k/gzOjlWRRR/WNxhHf1tlG3+mFYYws7LZU27ZKWQ2jkbIXCEJwuI5QMzE0ovMAW+X6
vPVEl/7VqExvziyU60g8vmPYvTFz4fkBiHO0NGP6jJZKDYRh1+4AmVM2n+CBqG/1bJ7TEb6zVmAg
xMMJzc+A5YN34ehaRV9TjkwTuIPSyIEw9C7yp27oD5ZWJ/dpr/fkrwK47eiD3mqZVm+LvGkfRFoR
4jpCWQy0SRsOwoqrK7XqIyqkYJs5synbfPz+Hk0UiDcpebERRMIJdtU8Vuy7TjbDISVLZW1T7wsa
ZrDi4URsmDDrx9xGbH5mf33q5mC1QXcA+0gijrXeDl1SCOmCqjEKGt4xElYc92doFuX4l6pbsNhF
qtFnhoeSX9BmgxMeA6bjLFN2xuc+t0Asj1qIvh1PA0qaksos3YtifKGnPMD7ScbOPLOpO1rM1nvE
WUegO1/PWYY82jsuEFGA1PA0eTkeG6vjQGCJkpf940fxbk4T/HKsaKuYd+V8Hg0aBRQZXLvL7AJu
5q4fQKSRrfnUILO9z0kZ9et67r9+fM3j/dz63XgnVq8GSmXOc+v4+OM8LiIHV89QsGfUlSH9hdJv
uhd0clf27FB/sdHvkXPWORGKbBuN+b5TOrXLVlrp88ef5cRtpn1uU201QDu851+qEQiQDtDNiqhq
zQP6gpj8sN3HVzFOXsZk60Nv0NIZYm+/cSFyzkaiJt9sGfXLHOXbltoMqUx485wMFZdt/zVOc34Z
mrWd0r2cC2bBIv5eV3VyW+VuRjXXJYaPppR5xiB08rO5q/uRx6/r7tFqqqohA2nSM9LyuEdmqWuX
bHGiv38VCQtFCmDCgCjY6b155nXUrlCilqCc1OjvnYo6Ldoy6/XjG318wmNk8XZzuNOxQFIkO3rN
YWJKY5m5z4YVFyQ9Evje9NQowsbC8y6z6MKyBzNYCgQ3H195fYJHMz37Tp2TGIC11f/+9vuZyTwK
0vs030477DfkG6B6YLxpD6lNCAJ88OoGS6D2Ga3blBA9GaUPH38C48RiA3aN8ghVIF6uY40yOSL6
YLvrYkNZkXC5Eh1GyhEpyWT6qNFyvqjbPtp3gzVe0jaDIJwa6FgNOaP+cforI59YWSMVYnLvlvHM
THNi0ucN4wGtaADHONb0DuimB4JAo0BzWuMuk3J4QPclaoJrlvHgAvFoz7x1pwYD6+A6sbGJerfM
zOWcWKVlRAHzLCmyRbdc25NWfUPJl6O05byaWI5FvLSrPn/8KE7MqpDv2Gngt4dN93sj9ccE50WD
DmtqJf8MDVux1mJA1nTHvMhuUUSg8d0iswjPzGUnrsoApBCIcJxZ9dgcMZtRS+keglijozzVpyb6
MoHgM7atNQ2zLwAiJQGpV8X+429rr2/V0djHJkF1FQU+sqBjAF87t8U0gGcLErUA3kw13oQLKcvm
KiqrUFCx12tt27MDu4IAZo1XFqF8v1SP9tMnWhPgHTxl/VdihhTViwxfSRBlhVkEAxrOekME2fKN
vLfFvPCGBomHiEYCIpzcpivFUWyZdgYVwWc3sovR72Y2PReGPQh12ZmFIhWzWOg2dDTYqusuU53Y
qSohvSJix7mhLyRfTDg8Q2BqpnNLiXjw9kZYkSs5lClpk70zlMqfvTyu8QdlXksNaxDzFkhWd/Px
nTROvCQchC18jGy0YTKvP/9j4Fhk5A2oe3mF0VpfhxH6pBTglcVOtor3pJ8PQVpk+iYZ8+mgCbu6
9tSs33peal+gzkCHq4b6Mo0t77bpdfNutCYOmB9/yBPrBdM3BS3Y7NRFj2dyZYqoK0dU4aZeyh8p
01mgtGY848I5MZ9S7mGloLqzGjuPNia2186Kp8/Gi5bHZizcuCA2W6JcdHs9If+hUgdM8JbcuL1L
rnrm6GeOeye/J8wMssU8k3Vx/fkfz6KfsiFRSmrEjmjGZwPCWpB6ZnSGEn9qZ8pRCngwXjvmKjIG
3lyGA1yhc26mnFALubNzwtBg8ArUKnaxU2IYcR0UtXdZUSPfCxLgd24zJ/dmh9YWri3EmEK15acY
sYaf6oseeBBeyfZJc+PMDXk/n/KSQx6ixwBagF3T20+qMJqC0GBxLUrQLn1pEXBa6+krvMToFp2s
cQlE4XXudXlmbX1njDRWqqexbty5Mn75o2W91FukQDFU/DJtxEVuRuKuBA94ieBXXHgLgd9OMspf
UqN3W5Bcf4Uqcrptq6EC9RufLWm/Hxl8HKzNrGLr9vz3x/1jZNBSDk29oLFpaYSeFRUWmELR7v/4
PXtn01m/teREt6JGYQXIoy0Tloh6cibMAnNs9lsrm7pNg4AXdDmRDfvCKJd7NPn9l4Wuch206Zry
jKUAo7Fe2QgCLEKSwEMUAU4YwmXnNP5mYi/Yk5pg40y23TOv7Pv9B5/399ET947Ji/t2fEwZxjmE
WMzpU/WNkK8OxKGO/SARSJ/P3Jz3ax0lYVNfD3PQk6Bfv71WVCCiMtRqpAhT925Y2pxAztx6aZQu
X5KqYFshlPx25omsv/XtQgfaaJ0MaL/CJnm3wyoou7Wkd5CGF784dtjs9FAwO5uZXga5ypZ4qxWx
EWgcqVbIhw2Yi5CYOMjmBN4p1MIz/ZxTt5wTNMVOygu8HUd799Kq5oHuGEOEXOYdem+KUFo9tajm
k/kc/fbUgLSp/eAJpg7EpHz0GlqxpC7gcdPNUrMeBxRZCansc8Nuw9NjsEHIPWCAehzDJ2JxQ4Cj
RVGmYGlzF1MquXjESNNtS/aOBLb52aMl3wW5jPv0ziNtmkzCpSiAIQiJfOrjZ3di8sIQSwmG4ogJ
duNomi20yHCygc/ujMb0gPsrvahcIoyqfGz3VWvnN2Y4YBihFnfORf5+KWOuoMzxu2TOjTu6dIrx
kqqER2HGxVkUIHFcPvVp0aeBro2J9tATQX9AHC/ET92alud5RAu3+fjrnziB8iEgmhlMn3AKjsNn
FPz7GT8YH4KQ3+epSQXVlsjx21m8uF3bXYyLy1FBt/otvoXxc503SednhBW9NFOHtlp4q+KhjvUz
e54Td0esHJTfQBCL88HbNzlRtZ5L9NFBFxnLF5znKVnmlWncJKPWLfup9shjmpNmvAxJtEwuaw4X
9cvHd+fEhM5zXSvXq0qAI8Pbz6CIOfU6B/bsEtqNzwApNzPM0TPnkRMvKyYZHgDmdgjdx3MW4dKq
dytmj8nxUAtCTIVrZ6YOMmvg62cW65MXo9JCxYH0ImT/b78SrX+vhwqmcRJFH0zwgPu1LwuEcLPx
6W/fPAqc3LUVnkTQw9EDzJwsQXi0vlllCIe6JDkr0/PkTPH5HcKL1RDjLfZbyoboKY5PN06ejMpG
1cJOXCZ+Wy+rRnPsrMuEZM2/ZAHI5NLJTG8DDzLf4MJMwT9q0Q9zGgaiL/r8qzsY1NNc4fwq0C8S
Cw0cOOCXYaMbKzMhKNnR86e/f3Ood1gcB9cO8DFZiqqicJU1an6OA2Gb9J7ylV7bZya39WEerUtU
CVdtBDIJKgBHO7O8aCh7RFwFE5kkLYn88MTsjBerip0D+9juzEg233cC1lAPh8dAC8wGZvR2dDVx
pnVshjWfcwApKnOjvZpE0W6shQT2qCWgNCnC+UA/ELgQcdYbhK9L6ieTZW7qLCFhYiLsANFZcSE7
N9o1bmviXIrsS3IQDzZuu+6Q9l17ZrN94j0H4sGrTi8eyJN+NFRNIiBIag9JtuWwxLEUu4mGnnz7
9585XVLWGLpFDqz4tzcn7lsN4DNn22rpxFW7COLogMCcucqpF3yF0QrWft7v4wVtiTJARfiyiMEm
2aTFN4X12bNWU11hnPP0n7oY6gLSOOh9evK4tUcaoV5gstf8Oi7iQzIl7WXVUUuyq+gczvXUM+IV
B7DPhMLCcPSMOgvxHQpmdnYCSWJptN0lyTn2w8fP6MT+Ua5ivN+gk7U58/YZZbFy2nFmNhmJiwnY
6re7akHeU3aPM6mJ6Zg0Z57X+++14iQkJ9kVXqkfS29El7S1hQgRPzamREJX6zvRa/OZEf7+QcF8
s34TZH4fWtfV9o+jiYErigrHSlEf1qx0zQlj4tfxfxhkup+r+/C73s46XIvOJLM+8wBHobfXGrA8
xhp6iYBzjL5pgKb6UdMtZ+a2E7tOKngWAwJEGTF8K7P5z6+UqVglhHDhQh877XubY+2YjSK6WmQz
XQwp6uwuzdtHHfrD7VTEzbVI1XBBuRlrUITDDnZBszHaAeFm6T0B2CpvbHNJP3V6iVHo42F14vZL
Eywpp0IUY5wS3n7WfCQsqyALwu/wbPqNBtvPd/rJox0bml8+vtb7IUy1wASfyVTMofh4DrZFSE0E
GWpAKGftWyWdPgUzPigtXCwsfW30lLhTf46cc2In+fa6R98R3sKAA46BrEXUMUVrfU3rOicAPF2Q
UBfiObcsuU/tRbt0VC/vUCd9LbI1q3RFRu5GvCi+Ii3s68e3g3Xu/XgEQL1qIbGXrFqQtze/kIqW
srckgdTjpn4gf1TTXvSVSnvVRoVIn5ZyRIxFCLjxy+14H4M2CWW6cdoeUrOoRxKZ21bTb0tZ52KX
xgMpClRx3SfafBIvj+flzj6JIvNTKtqVv499iG71GEmNnbEntl5NdmIAph6rNNuS2PLdemVpum4W
s4XuvDa7IrWVOFHaWWbjgwGZsQUsC1HLPZkYHA4miXkAZ9jj4HGuQmY+DQ8UqVITUXpbfh8rjEfX
/SDqhJ1MbeMnmyFUBXxKJQI8u0l1yB0qnqy1a+O2r0zyn1CEqFdLYlPdeq3h4AwOF+RUgEjqa2qH
jQrIrdTKTbZk0/fZbHiTXYQmeIcbj6xsDvGrp7KHvKFrU/6ASmX62eo5upJuRkZ/EImO2SxqsxCM
xBimKPuGgW2VToLtq2Cz8BgaxIpPs2M1eyu2cZgXSwVLte8sU20mffQeJgPP4zZuKjAY8MyireFO
Dl7DmsO0r/fjYm2w1Flf8C/ZP7oOsNJmRrN7FYUrBigX47jHzqht8NDXjk+NEPBc1DlYLsKuX743
1lC/yl76SUq0iIhrAFpDN3MUBHNLVv1kdYT2FhhVdqJceQkkZxG5WCAh8HzDCN3HCT2vznkpxo+a
uLE9BloSx9Y+bpP8sUBP/7lDqPF5VsWD1QzpZZvI1ti6YdH+bMiB+I5Du3oNPW25BytAOJhKe/HD
nbBWBVnmpM1tTUeh2GAbHPXA1saquwotjo5BYUpICR35i8/GOMBvzp3O+ISPM2LdLx3GjpPWHtkx
EDCMG/ys2XUoCQ8PbNWCMsUtE5G9TSrxgzRC7aveSoVWA8j1a58o93uKOXIhSCuKn/CQ0fVW8xqy
pYcTemI7mzDdEMPcbjQia+8dWe5DYsDBCfZyKbd6khSfmyZPVgJ6WhJs70bISBnpkfRHIcMnNaGM
9/MxMg6ThJ7hpzPBgKNK8m9ZWky3pHb238gLqdJLBw8TDDm2gks5S8YnOJQnouexCTRtkgifeixk
bJBsxrWqqtbZCjlgJ62tqo530iD/ZRt7eppuJUoQTHFhqM2+8oa4xCWaAIiemjr8apNJgfeJnGDg
KEtIm4bxV+DEruP9rM2Z9D1nEU8Cx9dK/3BwoylnyqONPbttvk8JMflRdimKkQbx6mapoYZimy4p
g1Doqj/lRVpWm7yBn+trNCq/DU4Gy7YuE+wXdWS7C1E7sN33RMhI8jcmr2y3s0xUcZ3oDT6ABopM
caGNIlvfQ2W9Zm2HBbYwFBL/kM76KhYbf2WGUz4bA+dNH8sb5ien7yYQIIDVNgukGZxaU5H8rDwD
S6Kja+FnUCPVgUTYdEIqFXp/6XjOPtuVmzNFLBS8fapb2LOorcGoTTjuiUD3BjBs+LttLH9m/4y2
dvk8rGWKoZVGh1CiJCxe9WYeb+J+6T/pzWSVnAtEd7cYQo1gA4T5xRnj8D5h1saA0iXDIwWB5cFT
UV4y8mxORUmzWGqPRIEVG2+XPV41LvgGHnlrgCQ1SihjXZV/7zuDsJkpXaYt8aC23ESJNj0sbSK+
NWPe3elTBdegBoD2bSJYxWHYThlRsEiNcb6zUsEUTrJfQyv0V5XqZry6daIH1FxJyguNvDvgLSb4
TtauvvgVRFt7Y9KXeZxc6AOBMY+4qtKkc67mesG4YDf2cJMPfSg3wh6b6TrUiM9bERf5c2RNjbun
ymU/GxiMybBrsvSR/Mb4G0c2iuhhaLtf0TJlrwnm6Scby/pyQfiUWVMkoLSJCWrsX8HHhL+nH7xN
ExMFnl9QNRGUC8aHpYW/qlkgK0YukT1Ja8k/M3l77kEn4gRfSl1X33sZZvGFsxp8/HFSOKt7mb8Q
u7IUu5DXdL6XUSLId0XhZt4Z4Bu7nWZOOqgM3SpwY1pwC4J0pgvioyYpDlYftnCxbfcwRbPWshdo
Fkxrhk1EK8CcUr8klwkjIxIth4dbDeZX6sEljrZ0iq5Dsm6KqyGF5BiFmpSb1EuM254Uh8nvhdUZ
F6aSIVOFBZeFfnWIQ9nx0IR5TWWTOkBtMkU8xNS5GRLh3Axalki/byAS+JkG2YioXLMjmZQO0lPR
NOEjfVBiIXqZdfEudnuj2jqtFb9M7tKa+xD1TpuGHYGGUXwVTbxrChAQgRlhClNycLEC0DbXNIPc
ePCEF5G7aLed9AjBi4ZSfmtip+j5mdncGTUff2tgwL8QPcEbvsuIibAkGU3vL+RwTHsdZftjVhpu
smMaSNhBOGWDBqmx4HeOuRN+j5hgPy0c3H/YmkPIUEW4Jm1HOZn3vTRBxdsYu80ty1JDLhXdJUBO
Xo6ojqAtDRnLIhZ3X0y2+9kk7R6qkWThwNurnPvZMOjFznpIEBm+1Nj0q9DRD+QQA+aoda26i5RN
qGgyi17fm6oFnToYo/d5NN0huUybdr5Z2dZkMMd55d3mRDFDq+kLb1P8Fgx1orTvZiKzBE3MGm1e
hP4Nm3itL9LPsmVwNyH2KEzAHgSLXYNhNPUJHhwJTOvcfDiEieP9EK0zfaGKaed0skLnyXOXdATs
kea2bzVN8ZV9YI6FafI6RvRo66NPyJP1Vc05a2XMPk/DB0OelC+dWRh+qoFj8sPBMyHZwPW/ld3g
3Wlp3z/WYRzfyqWJ7uLYwE1WdryuJrCFnNXfmB/bEqIdKRupnQXuiI4xSFWn/mLD5wKXERneslDH
YwvfJ8lIk2pmBapGjN1DpHLzS9boGbMU5nl7kw3SuV2xeIFnDxPd7FjfDHXj/UphmX0dTHqaOrZl
gfaxsZLAYNEMfVAw5c7EVTvuLAvkkUjbqd/Gpoa4pTUTc4dHLG8eZafPeDp6UjAfeT9IJp77KKyC
SjATYdjU3C+TymKyZtKUROXctkEjuQn5BtdOEbfoVMgSbzcdRr/sMsOydTOURWVgKmgG8u3ZRDS+
ibqgvRFDEzasbwXULIzNnrVphqbs96aGH3HvmGVSX81umpnUAdM22mmhLvDtjK2N6GmAfuFpw/yS
t1r6VCWmN29b+gk5wDbNFtjuy/YFFFrGHmgRo8FGJSuYhnoP2/Ms0kxtBqj1ryiibKzZXqV/EoUT
PYtqxsdoOnN8Vc2Ogdc4q4sdmVaowHuGyn3rZDEO8xDMBsR0fHHQUaabkjIZbaoZKQFuaGsoN9My
Jj2uNycnk0t2EHUcu/FQzCTLfFHi3Sw2ljczrpXQnAN2EqPYOjnQm0NekRfjs5ka2K/EmkfEz9R5
j0bhTO6uYl/8YxyJCt0tcx7lQUv8F4Ghg0DHXFZu/Au0echnY3dyk5dKvyVjjKh1ZxUybMDGmd9Z
LudPvEwCFz8S8YfKmgS1kbq4r404Di9rM2y/YFou79BmQ8YrdIz1kFQzdAtmQX+yq41xDiJ28wBw
Irro9AO6A3NJPwYCj3VxaJdBgxWy4hu3NdleF46s0m5jT+wCQDkIc9nlnXK6HV7gzNxUaNKA5Tjg
zNkpRvgO00Kx+69DaCwtVTgp/GzImfbtKV4+oZVvbgXKdSgni9LAy3hdVjxAFsvqrauTc76JjLEB
+GM0BKUiY7DVhbAUf/7/REubWdGAmocURBq+qz0oiPpRg2LIPsQ8U+E80XKmpOHA/0RRg6zlGMWY
5bmnRnNiDVCiRoUMpyoGeVipGKGUa4TcBwinTjbp37p2aK9ifeyu8noOf0o5x3+/qoOTSMf+Yjqr
JPSoWqVQdpUtiaw0Nc14X2tZ99PJgDAkpU1mxplz9KlTNORWRGTooqhjvj1FCytkO231fHGOYn48
et1m6tLuV6mZggDJwjxzbj8hWxMSPwXMNv23RPeoXGphfctqmzKSLWkTc9IrWSi1xet9l/CLMCaL
ToqSKdAgPC3T3PquUR58KEEgeRMueEbj0KsboALzvCdwl+b2x3fkVKFFomOnnIscBSrY2zuCRFOv
ZFcjV474lPNINr3vEe4ULDiH74Ek6MFQVurMCFyf6VF1jarC6nb0uCx99bdXdSJWR94ormpVw7U2
g4+CnpF64F+8Zdc5khq7aw2AoKo5O1Nze39tBv+qU3V0sYbMHtVgzcgLAehw7XZJ1VWVgavsxqL7
0oEgYRsc3hNL0JLVov1tiwV5aFRILTpkNLXpC7790nOiebCfBRsZbcLqRZTslaWHoP0oesYgrvLP
NMPTM3d6fX5v7zTSVxQ4tGYRphLp/faipHZ5+bL81gCn1hUmFk4GC5ufCpvggR/kZ+qmJ0Y8EwtQ
cdrRKCWoshxdUCeZsKmRQnZaVe2qHt5ahNc6WGb2mKxpEhO6M9uslPi0J5sDScOZBiln/OjpWMoX
RLpXxjygTbITLw4m02ZX/PGgP3FTWAaZARGfUPU/1vRN6egSKTpHbEJq6U/4YHd6dYhTa6c3xo+P
r7U+1aMHwCBbBzpSF0TCa+n8j6L1pOk5geME1MGzqg5e5bTaRWprntxaMd7KoPfs6HVYZi2ieKRD
qSH6vTxnwX1HtGbTiZoE0R2lQ1yyxx5ctHVCRqukxAxVX1xV5iJdQqYS+6kwILloTWP8NYcjoM6S
ZcfGQGqyscJb4f7QNB1ywcc35USd1dVXuRMeZEzWiCvf3pXEcrX6t2VhTKFBNfliYwFig1EvmftQ
xBVF7SKu9xH0SbIDF7XJB6vZNUM4XrRpOn4Zqf9th7oLNx9/sPcjY/1cK/vbWtP+jjXWrTl7luoZ
GSmh4Jt5QdLgJAovVORqF/nSnNMbvp+M1khB9PGYjla11dHo6LVRbxiI9MrLyX1VtKf8pO+7jN3D
eiSIFLvrFKA6/gjXnM48hfWXvx2afEMmIjodTIk02t4+BDmkqVWHCmnrpNp929RT0HNEO9MbOnFL
GXl4EDDFYJV8p6yTMl2MVWoY24v9nCGhvgfEYOy6cuku3Vyqcw6c930KVhQaYLwoKJRp4bz9Whl1
CU0TLGlD00Z3otCJO01LJwAm1J0ZLicu5aDhxOG5eth062hKHwuzNXob5w3C2mUDbTTdzqhl/KUJ
53MT6/uJhCswWNjf0pPmi739WpGD12yMdRbpOSbSfijrV4w8eU0vsXRv4hHYg0+WdncoPE2/IBXl
lzkmpAy3iR7UPQXjwamqK7tFVNkM2rKlRAPZfrBrLBmZM13l6F7PfOaTt8fE3oyvjkXvd/frj7lv
9Ga0nxFvE8Wq9Ccdo/HaqCZjl8D4vfz4xX0/o9CM5lmTbsRUByzi+FHgj8tyt4yD/8vemSzHjWRd
+lXKag815mHxbxBARHAelSK1gVET4JjhjnnXj9PrfoR6sf4gZVaKlH7RtOtuK1OuUqQiMDn83nvO
dxhO69WVHMjfjvqmmz9BxaoV9rSRXG0X9dFpPtspUyRTZONTZ2ZFH8tVduBgK1RgkcXIwrxps+BV
1MNXQcSzBw6ZBBGF5K+yAcWu9eI7Wr2uklJfs93KOHB5l4o5NXYT9o1gV9KuBuCqjUt5cI06mw79
bAbLWwREColw4SXRjB1/3iGCkIwqWOL3Xds1uPzabpjYTm58QCY/4NfK3pT7sehgNnV2IszQxJAE
j2tI6um0cix5MVRCFTFZwXOsUj2bT7Qh0Zk5aMW8XKrZJNHl15fn62vuxaFjDtpm3pwBQsJerDVJ
UlGuNuSJSrZ1h0nrtDkqdb94T+/BaiIShqs8pmEIQLdY7BKAre1MTYQqcLnA2DMv5yDqNEBzk+vd
qcHLrfcl84U7S+TLR8/L6RbmgQ0szu259CG7r+F9TtYBLYbRXso4n0WmmCaK7HdFMDQs8cwGPJP8
gcDw/LHs0qQs2G+CgNIp9AIJnLCVIJ9/ff5+3FahGaA+shy2zewiXwYPcKZ8YSQ9QtAhac/zagjm
g6oXlUVlZcuDWH1tfbvIpKa3LaDlST9XA6S9tonGlonmLqudQIvSuceJTacjMePRn/P1FSXTD6+U
zfS28RrY3Acb8uP52XDpbYMQRaLB5GY+pINivEWBF//6bPzsUwDP2D6uru1JenEz0RNxch5WmkgZ
qeEamkh9N665aF+5a39YchHpmwS14IemSObMPz8ajf9vqgp05dS2GQxH14CXt87xUkETPuTp7J6N
0rAQIc+2OpWOKJz9r4/0h/0B34DziSUb8ZP+g6hnIk7M6la+AfHi2l7ZehN6OM3Omc6mIy28fo5t
zQgOJnPB619/9A/vbT6awAbAOxtShBn884OfGbUPugBwnU7duptwnlyIrkluWXSMmzkpqt2vP+8n
F3WrQgHhkExLef7iZCc85chpabb0LbSzubQ/LXjsX7miX5V0z9ehzbRNJbR5M7cd+fOjSqiE+5KA
hJ1wK+cdgQC4y7Ng6+xLdg1ZnKsCqKXSMtw2DH7rMV6xji4tSrCJ3hICjMYarxqhBsBWBuxxmwHi
mTfYzXBkslC+Q00yf0i0DPJv2yi66sqc1lv0a+Zl6Xm9tzcn4UFDXxtLhfSdvfdzawRaPBTFaEeA
oKGfe4Y2JTidVEW3zfGa4apZWhgLJYJIZvwk0d8JNIDJZ39DwkMHLNx0X02zBd+TS4SLF5VwGRUa
ooCot6t+Bc3rVXZEikhq73nRA8xDeuW+MxN81ZFsW/OGmmRq7hvaP8sZWb0rKvN57LsY2fVMmaJm
iHl12xMTX4ypeliRYxlRlrbOHOWgrkbOKH37Q1+sATuK1WquNC3xoFguikmV4mG5SRFaWSG27fZj
gP0lOWYmVpjHllHzieO1vQgpA1f5bbX4LdDJhfgoG9V86V9iTJ6xTq6Is7jr5efP/cVT+/In/y8E
nlC6fveM/QA8ufss5dM/zj9vapNvAJWTT//1z6+/9A15ohn6GzxO6HVttucYirbX9jfmCeG0b6jg
9c1uymYaghnrw5/Qk4DI+ADBNx07pHkIzP7NPHHfoDMGCsa6TMwpECLnd5gnz7eP0IxoIzBCRm5E
hcL3e7HMywVRb7L6J0MZGE8LroiFJtHQfzBsiOTfnZjrbwvA99SN54vP148CTYW1FROOTT9s+yrf
7VSVYeRd182wyW0w535ghbrTvxY09/MP4T1CnDstmZevLSzBXb+K+aQ1XFr4TD1iDXnKK0XdT04a
jATMt8jhidt5qY2eB8tfu2o64eT2n1ynZMBmWtMNQ4DX8iRfHg5eXKKjqSCpSnChvmRfubU+ZcnU
nOT0n5pQQwqLDqBoXquxfv4x7Hjwm1LTfUXWfHdpencKWg+8IaBf6x7WQbLjRdEff339n7/sNpDV
5i7WuaupIchc3Nqk331IHqzDvEz2ES/RckCnb8HXUG7PGsq3OlmstntlQ/fjUcGzogESbEEMPrq6
5x9oIiKRg2fhJE2IfGEkAhZXvtb2+dlR8WgTgUoniTfHi0rY6yG8o8Y4joLxHixrNsOTDVpH20yG
jKmj3z+Jf38c/cbnx0Qs7jqumnHUqsDZ67np8Cqv+qtsHWwa3H538+uPM7et9d/v8q8XzeEkIj/n
FKI+ffEuX13FG2euj+Uy1e+bThcf2mElGMUuDKJtCoGVLSwqv7ie3ZG3HBMk2ivaPDCDA5e8Rovt
jED969J7bNGfAEltko4MZvicpDaUjftWVTirw1bBEx+aQiequRSOdiNnk/FWSY7Sa1FcL59eDA0s
duy3XHpiPMAvqok+qOBidMMxw8l78IJJXlTszI6LlYhXxi4/3huw62hEsxSxHtGZfn6xEqbcG4P2
WKe9HsPk93aDXMbPSI+c3div7fyb69J2ZFvPnX0sMRU/mAXKbjEYM8hjLTwVrZCHD74/T0cINcX9
r++LHx8tPomOFp1FKiYqkedHNucqh5TdHd0VYLKqGf2XtRh/a7e63Xv8x/iM7qVn8j54caGGoqZx
lTRHa/bgBnsAkMVUGftfH8lP7gaoApRSLpgUJnYvViXTEoRtQZce+6bFZtfSCwU9REPU6V6p2376
SXyAg95ZZz3azul3659DfK6lzc0xR0B0DsRCAyFUt3E5ZdbVr4/pJ1fH2ZyN/OFGZ8F9/kl4GHHp
aOTYmgT0pRV0HOFlwyuv858dDl4w6mUaIYjSXxyOQFymI488TjVhTZPjqkPWG7xC6sF+pUr66eGw
NWGURaUIIOD54UxVunTJUh61QCzMoy0RES3hvXKzbdf5+UK3HQl+b/yZPO4vTReujp4UnvKx8YIn
py0X8juG9mJCO3lbg9b8ZLRz+4rf9acfifqdDQSdcHoPz4+LPqNjTkt+LNYu2+VpVu/1CdaIizT4
iNULlT+xOK8xZdlq/XCk7EUxFLEf3exQX5f87+5Dzxt6MBLlQblG6sejO+kktwgY34qHbYqSYiR/
pkeRFwZD2z9aoJw+BBrU+ZBJoiKliB3lZUsz/WqZipWMDbeRpy56ywfaFnmN4jaVAJD4/nk42SrZ
j6Wx+nFWqGDZFTJAN921WB1ugDLblzDN5XCdj80ooDDUhbp1RY3qFDGWTrbMKnvEWKCW+g67z5g9
OeTv6bemgOK1E9w0hLuSaXdFkzj/ImAAIXpdON2xTLTmXpvBXe9HEHsVQQ7TUV97ZAzWnOkXujno
Xqw6Tga1YIXukRw/Yo1okqWxqpIxNgJctydoAv1LoHTJo2stCOoqYzRP6rlIvnS2o2w0mP3yUA6I
UCMqa3/k6+TpZ41ueJSoQUeo7Aiv2KMZ38IkMn05JymgMULTI8iDkQRTOKjsc9cdmUF/lf/IAFVb
5iE/4/HaUBbdwiLe5eMyIbDGzLND8rqgIfRcYe4aItGzOPFW+2HUM4MfYdL6BTxgcSlZzspdgtTu
ruuWRIedn7R7FLBFB0x9Nj7Z6ZjiLFPu+KinRrvG4BrmC3IQQAjVQb180qBb0Y+pEKuGQ1ZhfNLz
sjvrFwNf1jLB5iDJqO5dMqSGpo6aoM/RY2pOhoEODcrtYLvDI/rJ/kPCA6aixk51l/QsOd7ni9fc
oqJGZdpPMx3TI+zwRUS9OSGRCzvh+OcoWkR+XFRV3Kw2uu6LNZu0GG+v0RykT7FMk9fzD7Lt7l2t
KZOjv/DOA9TV6vvOmVyw5SN+MrjZ3rjreNZuIWunwGthD5z2flH8sTj++r5MK+MC5F/6jl3/XNDt
yQuSmrrKWUKJiOk+dXvNQmbfeQ/VgjYy8nijix1SJCqZlmljtTdzEny5IXv1YUlSbyT0xyhFBFZO
PA3EAnxSNJ+NXZCky7qzoTJVZ7QUeMQrR9JUNmA3fcHMzLKmytIko6Wvsqd1JorthITkRLxtNcXZ
Xh138cOp74kctlGz3TkTDaqdRi3ZU7hZXrMbWFJUmELh1+FVowQMO4ggF6lnkhvTVQu1UVp3JGsk
BrFXgS21A/uhVEMWRUwY+vWUaIUBIuCumTskcqnsl3Xva0n7HjGH4EHSh+WQsaapOKMHRM5QKXTj
Zk0MTY8IgZPvXAPpx9GdG5lEy1L6f6D1YhhQZ+Bd9nSQhyx2xyJAi6TPbWR1gnlJk+ro+R09Lfoo
Iw/qbevxW8zoDJWHOc2fOe6yrPpI91zclWJ1VLxMPOiXrUfCTuS5lf2lXJoa0riqyQxYK1rEyLWc
rokCrgXa2cpPst1ISE+Hlb5OPrr4nNwdEYqEq+jE9JX71iWsGhJ7mVchEjjyQWyifD/mPk3AfSu8
EYbYYi5iJ5NUtoi0nHL6Yx5b2wki0gjJptqVG3eNMAqLBtSSZqYbSsMwsgu0S/23N/B/mi7/3Frv
/+N7iO2fvZWNkvtf/zwMov7X//pH3A1PfSPFU/l962X71T9hs8YbeCNbyjuFrb+Nrv5qvDhvKGZM
JDGQnHkL0hL9d9/FevP1p/krglKoeDYK4p+wWY1/j3cbv7ZhzqAlmP7vdF6+9jv+3nHwfXjpU4Ew
u8N/w8CKL/79flDMgd0yXqAoRRUYo98Y3QPJJaglskrUD9qg5e/zoGm6XbsQH8xsqavnQ1Ubvbwo
sd5PUbXtz4GGTiuhQp6TeXEyusVDrTwlds6kz2U4oJX8CFdTe3JYBsozW8/AaqwWzho0/o5GlJ1m
+/d6jS9gF1C6AmAWmbxK7ILkGgfNLukL5H3EGoAtolVtBll2a5n1+eBpFv6E1pav7Sy34uHZibHJ
fmbfam2MeKxpL0rq1F5nhw1C6AXJdKqj/X4wjIEA23LNzstcMw55kOOJTaomfffdffRqi4pLwifj
Q2f2QxnFFX6x08yMwbY4Lh5cFobBbftLcOPtK8AC//nOmX9X3246GmBgN3CZvWwZLFNHsh/rKxE5
yBEtr5umUKyFc6NrxlJYJ04OH+nM6x1S1hAvjDe5VmfCCDNtGIpYTSu+42ge6ANVhO4CuwzVmspz
W1NAQop8oZzWyhSc7VCa5EiBsOq9kNTiwQ6zSdnYVZ3Oe2sEYwOcSvYoV1ekb/bORnRcRkOP52/f
pxavORzzdwURLp8WcA5NpGfIqKZbNHLl7TAZ86PsvOyyyDLzi2wwoERtqi/rKf0E/YmqAY9SZpJy
GxJ4kkRdQ/hguCxd+yFYVfm5rUfigbBZW91pZaV2HmnLrOWxLFc9v5jBr6+svtXU7JQc6zTubL17
JH7HRs2lfPmZYTNBXjM7InTCayK6EKWph1ElLZMeneXg6kdUuWq5Sbjbr4O0xIFQms2Yx3ZrGg8m
maAYKLTBAFuRjs3najBR6I5TN2P063WbvN6AiC8lcqIo2XaKIEr1NinOisQVM0EcuDUxLEoCYlp8
zCgS2O3NvHA+2E5abpa4TKn41zfo1nz+7tnYhDMoPLgxNx0nsogNoP39oqGtjShK9Qm9b3PqdKiu
RyKg2jDDJRBN5YgqAiXjwAE/Ioqdw9K3Lqu61DEuoeItjSz91tT7zzvon6Avvrs2PzT+L56kbD42
6vt3z9df+avt/4a+uutQarHEb3IEXiR/tf29N4jUkGzQpAEZAo7i79eP8wYlGzUu7RXu/O/a/qb+
hs4OiwXsIJ91w/yttj8W32c3ksN9BH4NdSbAMFoSPwTS+2tAYvCSPsnB1tazainM6hJ0KMa8qh66
7iQV9WaNTrHOt3hLWa8dOA1uoDRudD93SnEohVm7aFctpG/L9TT3sk3OCxoTXbDT0SCg2mYY9aWa
F+JygeGlfn+fT5YW4K9qrMZOToAzzS0lkvV1cXLJ7+nekcvWlJa9mTyyWUYdZEya3nmj6URcRmY1
poN/b2tpY4/Ez2Z6X1+geTf7kZQnpxzuZJYP5fWSDoPzwNSjNOO2ma3m2vUEUzsaQXrwhMe6yk9t
3pgsCfUwu3FQzY23K0jbK/eiSnX9NDUVkdaM53Tmc4stvySZpuRhwGMl7xB4BO1tMEx6f9W6Vfmo
dY3mnXiTqeRRr0a9iWrfTZ8wKG4xJ5NJaG/l1rnH8uTPOrUEFib+vzQju9c6FTmq7thkl4sXOoNf
j/uaLkVzhaBR7xgGtrnHxnkptGMvKwvpfm7VxJmMHdVjJlkBDoL3+1ExTgp2vU0FFGbp4I5hURYa
CaS+Uzwo4m0vLGbA+Ap6OX8hmY0Jq53SZ7tsicg1zrAGp/eastxmV6DS/UjvlMAU0q/b6W3r6CJI
QrCjC7IWofureKp0FPbAGGXpf+7Ilc4fgtle5ZXXpoE6Q9BuufGgmqCJs9EbyalbOvuGkNrW39s4
BT+AaKTY7msSkLBq2fqt1jheBnRstE1eYb2ZxAL/ZIHpMSO7UoJ1gtRHEPEGM/ed96RT1HdrRewu
/Ip0vO951Ip9hfSU6ahMvWuPoFM7hMKmFlKVCuxe/BWZRGnTmF8YDPe0sPVxvBNWI0S4ekh3d0Wm
yyvcQ36BQHqo4QnFqJ5U2+3dGoQjcU0WhUXWdU19qPG/7g1dlMFpTxKSJMEPbkpM07pciXnzNYkX
gocZ4qNmOHEm6qC4zAejLfajUaI8GvT2Au9XkqMZauc1zAkKTa/YvplplPo1BKW+dQ1kOEMH51g3
1i/62PrWQVc2b3O90yyXbGRmjoSv6LiI28nwT6ZJc5zDWJpcaT21l/Tg2kLuBYx/hxZEU96WHu7A
cEyQdYRk4BFER7sIZPKMYG0Nl77AO6cHM7Wdo3oJ3wo/WLernZZG7NAujX9EIWM8Cqm3IxeqoaZj
9gEk90RJyjEGb8XIZTODZFbRMAx5EuvTuE3XsZAHWM7tTpxMjZNJkt/W6W1nm1l10HKzuGHM3WqR
v9IR2XWckzG0BxcDT4ZzOI2AwgC/RTeqnZcwhpfQ9zuU5F0hvHxn1GmGU4lQNR8BX7vOYdd4xj3L
bUqMwODNIVmIDIDMBGvyfVE2OkbswZnKS6HpZN6lCC7WcJ0SCL9mZehqn9P2yh7GcTOX6RPgGe5H
rfCjda4ITNScabqeG9e+wQamk0Q9magGgm4cjxw4coO69p8MwjfbExtMKX5m8r6LKEeU7e2ExG0e
k/I3W/uxhuMXEvwuijBvjYIIMpBZtTyKuRnVHsKIUe5NNmoeObbQ5cxorXyzfW9WTX2mI2W0rkH9
KeIESZbD/DUTkhnSThFPq3Scm2r0WMnN2R28AzHDkwVjOO2+eIq00JFVvn1XsZvLYt8QuE0FfS3j
nJxNbBTWRL/kMAxm8LCQuXZvp4qzlU9aO5/bmKQ2heM4ertqrP18Dwps4oav6BcTBJinhBsH7rBk
lxMVsnmRE6oMAUa1rvnHQNX+5JMkMbxTmuf0JEFWkG6TmWiGO4c8USsEpGCJ4+QKwzmxZ3ce907q
aA1Jx41+VwACUCFGezc/zexe1/cC5uiHMQO1HpIg7TWxIYvCutKrbOLaaa0iQ9eCiB3Zi6eZLEso
ECN96Jdlp7pitj+TE2uTQs2EYR1J3DKKdF4gxWLSW0I9KzrynXN7yL0d7TAxFDt3FcnA87ku3mwi
dEzwqIYyG7Tx1C+9NDuzi1UIDOCF23vnTl5p8gOpBklq0QWSEqXHUkIN2GlOlbafzH72wVroqrE/
QvfW37LFXXKQF86YJ/Mu0KqEhWX0zM67kumw2MdmKqtl7yFBZHeX22N2zJdapRFvvqLe5SP6teuR
NutyEPXC+zGy5TgQ0lsaZlJH7ExoKO5MqzBvK5eI0F2LhgaH3IzBE43k7KyXucoMqr2cIR8GdntI
Dw3MWmzizNZubF9408zsz+rSEz3VVuPgGBmNnJL2k3MOwD8jcw5Nd/FQNETN0sQhXGAk2jdoaIWH
2ZD5qt0FeZX1xIFqy8bWZRruxU3SziQZJo7m90/+WtUzgak8YXVkMGRl2KAIXqz/yMt8hgZVrb6b
4enk4rYnZW5Yeol9bIFsFAd9ny0X9Uy8RuzQOxrPbDUo/1RpdI4OtlkJLhyWWh1fllfNAzov3nIq
IR048e14M17g6SUnsR1o3QYolagucHQ6SIuG2hgPzFfAvG0ONX094dZNWZvMJfCyi5JQS/d91zuL
uhgBSgxXUy0nt4P4KRL5DnB565z3NCnMC3OQmnuWYSUtrv2+oI0adJNHIQNueB2vW7fWlvsukfr4
2DMfXclwlt1KhLGgE3aymGkHAC4VlZS3TuK5rQpxQlhfQBLmCZnbkwbF05Fl8pgETtPFVeZ7mMmN
4IIT5yGo9uz6A7OOpLN3azfn4/vJUWVAs45W5Rmhvq59KtgNFPeEpCHmJTS3+kDPN2mPZTOW4/ns
8hifJABTRVxjRZqui6odGXCyyXWPBX3h7GxJLbs6TTR/qo8Yz9b+oeJO5y7URSrfEeno3MlqqB83
Tpz51gUFUxIau0j7gDmqJfyjAASAPq6GiBDALtAjc5zoO4D4ENp9WZbNdDsFjVNtPOhOyKNv00ME
2pYZfKm+m24znUX/WzH2n9rnn5QFv6p9wP394/5pEs8ab19/51vxY9lvtpkgbFsWXbTiWyX1rfax
rDcGAGACDHjG2ZaYzLz+VDyZ5lYxoV4GT4BfDQDsvztvpvGGf4e/tHz2auRGeb/TePvBqLPFDkLH
JoGGqoUJ5ouRL1TDwvRXGCZlMCrjQ8LPTCpcIXN/wbuY8WLJs0BiJzLygpHmzkntmUTxdcxdN8Bz
RbwMKWW8WW+/nsTfup/+X5PHbeLP/75TG/fiX/+7fR4Htv3Gt9vE9t5AHNzan4RhIVz3uOJ/3iYm
8rcth8YGRgKbgGL3r9vEsN8gBaBfij8DpxeE73/fJqjpqJtt+CT8BbcjzZO/esh/9v7IUEOMSDDa
T3qBvAqflcjbXUhEF8KerUiHLPJSf5CXoNF7zLhhWhiNdzpyya/N1ukYqmew8k9l3qcD04+auHt2
/ljLPFwEq/aopJSKBGbblA9dJm2SjgkWNzP8aYMpz4RX5o/WFIzZaTZbmcCrB+snwj3vF7GRta5/
0nd5KU7lgJqfbnBu2Id89ZJHz2mTa9WsCINNMqzaSHOWjqYP1tZPPW3k90UF1GWnCiXTAwDv9U50
1CURG3U92BV10Y6R67cQ60r20TdWZ/XXCY0xLcS65swH3ZEptV9V0F5dOza8zKHIeTCDPnVO84W+
H34pXTqHjlrAeEtrbGpPOjJnF177QAQ4/DpNT2TTB0k02jJN93PFSAcTZhfoV7UNFuNQOV6X7ouk
zuZwTU2fqDVP1ghaDU1WzJ7R2FrBVd70Ky1M8PMCImXSLVMLSN2FPMP0S6q4dVc9a6Pa87I8dhrZ
Mu3zasOeI15idMSGZSjS9c7Lm1TdjwVen/VEUHEo/4Opi3kezupZ6/XhZmTSWqIEHrUsDy6p6F01
3ZpaVa/drlIZW54TkC0O+0XKQbvq1tvVpVAZmCQB26HeULUcgXhZYmJxGIiNhrggA29Pe1YNsWs0
IKQqt7Pas5ZdYH8mhrJ4b9AwyNlHeFnnX08LA6pwnbNloOyS9XiXljwvsc3cC7zXbBr1bdN1VnFh
KYxrB68cgeZbZS61yCVUOYuMbjBxe8ogcUODyCgnsgQTjpMVYGwPkaaYWm/XTF0gjpjwhxNF04PK
rE8Cas66ESNJH4gRYhv2prd3l5TmCkBQ3To1l0xvLpplEi4UXVHfB3Wltvjzor9Ox5HfNCzuOZZP
z0bTDVrq0Kerf03vc0aYPVGchi7/FIQQN79CNVK3cCsgqIBhEvMDtpJJZ/rnT9t96yaoAFw4FPPJ
CJbS3PTORk6Rp7opxlK6mAewIk7KmRH4eeeS8O9octCKvTe1ntrKF7XyYa6NQ3cWzOaYhwtJk1id
jSRt5Y3Bsn4bEKUhjvNI1jGj6CRJlnCUujTeajLXq4OZicnZE7KHQaYgdX04oaEMGzYJyrEk91yt
Tn7hLJ4Cly5EYrsPupE24AUtN8vNOO9tn5KR+re/WkrkjYc+70v7fb/SPCbRpXQ0bQ/HVYOiBrKt
Sa5WYBDWhcPDP17Cmk8TVAG903w08nqdiajL3Gu929hyVrYm8TAWdgayoJKXRtF1l1pn4PA1RsO/
6VY8YMcSTDO+XnTxZxkcKrZNDQFehLgMrb2D/G80O8cp9Bsg+OVWGWWLE/lpAQjU0wvaMWCD/LsB
GtwxmAM5hEBvpzVeSie7SWerOPCp1RwqEt6zcLAzAttsBHyEww/UIHu9AvIC8GJLMS98FxLmNDTD
gS1B+wGYzhLEIplodKx6kBc7LdeCU7C6VhrV3CM3EPi8W+ax2ebc5cEPR0Nlcmc3xegQXeQUdkwu
Ss9wtvHTt3kzLk8KCmgR+zSSSHwSypghwiQ8C7IQJemWQUVTRlv8D/NqdHZEN01/zzSf7PMOJtuJ
zUSDVr5lFKdJovti1xmab4Xj4sCgIh++G3aJypgwNGhQMIsW47SGppvpp0xcKAx5QqovpKaWZ7KX
9tuxLrvsRF+rJGveFezj7yAPsI4sDFs+oxT0nFMB3odE+zxp70W22JetoXcz43DExjvKbSyOs5Ev
l+4M8y82B52SFJWL8g8ZC50KiSmQN6usKoxoWe/KUFpSEelgBdl6XrDmXdeFVzixtdY8UKk5juyy
0XY/uiQIsU7Yw3IjMW5qMTqQxAZY3pqDf7UAEmdvXZbJRmnR0W6GSD+Dvtm1gT5jP/AKi0sgK+W2
MW5rmzedj2r4XYtDpw2TnsULSIg216HRM5sI80WmM6KLKahKHAcy60Eiue6NyAPRW3vbLQvIWTp9
JfQnuf5OaqXWn6L3E1uSZW/6uynwUUMEtW18MnVJFUNrUNWnbUkOQUh7nbdfWUsSXJhukceT4fyF
qqav8mDKYPBCxC894OalQNS8t+ZSurtKq5OztljhgUwVNKKIIDbrojNrEjPpS9jNGGudm1ioT2hf
v52A7NxBH/PcEFFGd80jwLEi5sdYTxLVeFIJGhZEbBrNu9Xk3gjTOYMlaOApKeIcCsKAh3QtTEjF
onOKL0zxPP+Ee6Nd0RE5VkFHvRy3L7lIEuGCIKvrHS6B8g+vUAvWlSEbaMhmjtZe6oK27odcAX9q
QrNpqgZgnpPrdtxDNvHxrPldI2Aorbm+b7M+NWPlt8SAqbxFl6GojGntA4qE6DUREx8yyoIp3CDa
W3YrMtXrgpNHGEijiTTUkt5Ids4YZEVcaEX5xM8tf3hjH9wuuYYR0Czn5R6kkHc5qRKsYTB13YNj
TCYkwHn2rNN1on8drnIKvoB6XtMIdE99yYRZ3AUMJK/pDaK1JEppfQcR1H7PVx0fc02uF4L0xjH0
pGhvAFHLe4s5YRqm1lwM+4pclzocRCDpGC+yKcLaFCPfOmvQHc8+gGiGAiqA6Qqegq0MNIh55wRp
A5xrruwsnqp5PU8U0wr6hRV5XqrvJ3REY7F3RZdWh8y1+9OaQyHnsSjkLbgceh6Ckdp5UJiSXjZS
/D+UP8nLEYsfeK+1zW/9vFWfJqWc26JIcAFR8xspPec86UI3wQG7A+iaHIhxC/rdWE/1Ya2myTth
rEI7oZzwK4Qgsyo0gFbZvKXZ3p5CYJUyMtXUfurXzLFC2t/ygR0a/UkCJKyPLLAzr2LmGPiNNyEa
YINEXmVei0eXVKwOpmPV0O82gkRrd9xN05Fuu6h2k6GKcyT3JhtOv9U/uhuRG5bxRCi6xMSYhsDm
obdBmavvmWta9dlcpYwv8spnz1PXTW+FuGRRfQaZT1cvk6P7qBuFomVlNW59nvGAtrATZc5irw3w
J6resFv64YVBiwNWtx8pr6fhWtpqfBxMO3/ILYMU0KHKFha91S2KHYI9HzET9KAhIn4bnuLgrdon
CVINJp9d0TDFCesCqRRL0kcVDTA7dPvFf7t9/hSrOckAlWHh6vUdqacJk/A2wV3DG6MbrHBKtSxg
jbM649ik01zti3Z1r+bEykykaLPFHCWfCxlmTaVd4O6WxkFjNygObrCyN2+B66oozQb9ONfJpnBT
lR83pUz8fVVpdCUS6IAHungW3H6gn5yxsIfLRH8jH5zPDYek302zGiIm7HP9R2MbK92XxAbMcRir
nDqClLBVvzWwiHj3UsFWi9ymUOcJyRParur79kbrDVJaaOrLd0FX1qV1EIGfqj0AW8mKLLxGc4LQ
nVoxX3TbLIo2Z7215kksXZm98M5enX3hd8GNXAP/ClAs94jIhvk2cRVAycZqjRmWtmvooc420og0
s2EOxYDPZhiT9BW7hY70rMiuVDDs07Fd/vDTUrRndaHRWqYLS/PMrRjEhDm5EU8E9y7cHkvZsDXx
k/JgzhOYM6h2Q46USqZ/8kh+q7j+/9ShtsXI/Pc1+L/+5xcpPj7941Pzj7vhWceGSedfpbjl03yh
CEf8hDrd+9qX+VaKGy6qJ3o2KKK+2dD+bNdo9Gsw7prcdjRRQARuvJO/lFJEdqO4wtNLjY53e/vn
XlTev6rEDecr0eZvSZCDVnmDrW9+UqJ6KH344t/LHmyh6DKNUB+Ea1QmOowJObBZKsDVKG+HR3O2
XXZjGtInVh5u6m5ndRRXYZI6qr20DCic5241dBVGTDk3O8umFs2pobL10iYj2L+BEQCOgMks1Lvb
wqZbfl7netnFlk6EyHGt3PxQOHaanpqs1n2JombIgkjQ8RzvKEZNpstLXVu8NjRzHaIUsLF6Kgnd
mcDXVmZq+NGcaP+HuvPIkhxJu+uGiDqAQRgw4cDhcBVaZYiJnQwFrQ1yO1wKN8br+Xf/3ZVsthgy
Z1kZFR7hDhg+8d598V3F7mHeukG3eG9mn+smQHgViHifZ+xp0Xgidp9vkEfN3Hlr5SBFnroy10+T
JLsEHatDyTr7y1rclHVZdPu8av3swRSGmyOMXpvyvTd6eefGbOfv3AET0cmr237eAouW1VZYPGp3
5YjJ+EB4zeg/DmhxXdIMR78mfWfkVn0vY91kB+0H0wq+VKu6PCJlHYOrsdYsre1xlZJtMt4NqN26
PKvvaMdWgrwwIXE6h/x69fLq0uisp2lmIf3FRoDTaaMBE6PpS+q83QY8BNt646w8oAg0YX8hDnnS
WvkdRLqse0tcmfbXqWf4ZGV5zWQcy8bO/G9/6DUZfUO99l9LLi2KLlqT1DE3Pb2UIc7YAySfW/qv
ym7DpINMMG8BDhNVnMV8JN/sNj2WodVqGTtVWxiFw7ZkCjRvmPgF8U1F40r+8YKAFyOhZlVKpefz
w6a8EWnB5oev7+DFFgPM9usxqIIVyV6gSc6cZ/hMCuU4XLk3wJ29egGnO7c/oEXU9S0A6mgqgna/
9umjHbjORT7Z+Y+4yfUxngIIprl8cRav+WR0wO7HGEeU9THbsZjO73zh3rElq8GdzfE2qSc6krIF
135OLiM4gw1OcZvFtbSfUVWp4bUVeTFduIKSCRcCHMhzwBe7OZ+GEJimHMYKIiAz//KxmOuKRQ3Z
W7tsXNc7Zehmx4cKFMJITHQL0nC5jGk2ik1PN5aEM8xKAjLTzHsFkAp+OXDTLiC3KZhS85qc5s68
nQxkzyqMfc/otoSmpGQRW42zDJfpkqbmPjXEvL5j1VKaRc2cu+I6R/i43hSiycWzZGv7mhcLDCNY
n0NY66W09zXt+I47TL3ypWKfNQPPau0IwMMt1P72irzFzjvB1AQvbJrdqO+Nhl1cskl0gsCX51jO
jcvCxTFeUgzU4/tSBsH0yVYy8I+mVxruwWiKKb1qiYhH4Waa0OctY0jVyZtaINGI+YeBsQ2pDPqm
4zmpD6vRl/ekKNHbakwrFpdem9vhuvRY5oa+MyNKZmcOHTmW0GIWo341xqRNtlluY5dgeyhWxBjc
M7QBgOjWgDeVIZjhI9WmoT7Iin4EKYg0IsRxLZpNHIhBFPtYykQwFG3YoRulEzRZHlKO5faFWqmy
DiBriXIF6FnRPTUxLa2Y6vJlZPXboyIM8gvD7sbbeimNAtn6ObjSbZzizLR1q5dBlOuXqh3vwvLS
NRyHdPqshT9GMbCQe3ZKL6tyl3vVE+VwRD/aMt5JlLFDD5Pvy9zwImWuLP/mlvOTH8Sgv5RmfZRt
au3XepyiFNsHNaLR969zMMN9TEsj/YjVZDxX0H9uNN9zmyPZjorFXu7h8RT7hqZ536phuaxEgUwf
tc1dX+W2OCnZf7Oe0B0wiQqKi7E2r80a1E8Zwo4lNLV11n9YkH0QldgbBgQkWa1sNKOS0RTc5ZXG
1K3G+NtEVP8iC+EVpDujnQQhA/1SAyc+Uf+yDU5994fjMdPYo4CHNF3SoNKgifxSj6VMtqNQ7U3C
vCfyJnUe8Jod6oqqt+evoRufdOeR0CinsXpxKrN95AQQHZIVQ3URFWR+HJCRffrFGFynvRNvmXjF
W7sSy1WBceBtwsxvQQ7VUzQORQeRVUzZjWwzecfbPB+9Msjf+uYscrRqf9iNaIti2i7qtm1cxSOB
rnDtwqq1rObQCMT7TFz9eAuPwGv3cnSc+wL0LaeiTF4qU45X8egbewCfzqOX9N1rZ07DDrebt5tm
md43DraAtpjNwyiN0+In6Saxm0czn9vryQEafrP0Rg5gDDOE3ZQT46nOXS40klz+rg8pvf+0MVXX
HoalMk/2ZLpPEOjfnbapTtYcX+ZJ4Fp0TK7+QYfhcNWbzhXb6Zt88YvHBkPidrHY4A8dc1GCJmi3
UnWpa+GF7qC7u6EYSD1dz6UA/U/5mipQ3EJ4xv2EaWYLdaS+MaFdbwWY0NcgJd6tLeUYtaZrfBer
gA8UtEjMNg0JIXezWbf5EUkMnHi2Woyq5xFiLfTuy2IdvuOUZDqZHisY0q/KErdyyvsHp22NKEs7
57k1oGLYaXMtC30FqHwge7UhZMqoS/MbJ1a56TqUBB2MNMZXyQ+4S2Kj4347V6VzDGJmMmvfn1pw
VJvSBM7K2WPWjPk6wOQBUpbHmbXojiffp8DfijtJ4vBvymEf5Fl90UzVrqq6jMF9X7gNBNguLzZt
Y4702BpgujNfUOT4Bw7U4LJcM2PPoM39QRl0Xm/X3Rh/zh7TrY0JpPU+JzMSbR9U8G1AfHS1UZnS
z4x0bPuEj2t+dH36Ixo5NZDJKuPuzOh0KdYOmE7m8t5azUm+Mq0a3xO/9JptT3bLIc3OVF3tmVuj
sb6bmFTVHYdc+ZXzyL/2B++5qI3stewSjucajkoqTaJ/FXnWF3YzpgeFiWQ7mkisNzMLgNcZcDhL
crO9KqAxha6XNjuJWGAzL3N+WTaL/8KdYSxRZtjunh8eYUedFPGuptT8wcQmNY5Fcz61wclKhOIE
I+ud7JblY0ajXW4CoGD6xiHfkSyrpv1w54oJYtoxaAGl/0bARVmE2vTGrfLOyQGdIYId4uU+yhZa
ZNU0NyLLfMbcPox3SAwAeNpiwY1kOeUlhCJ+HhQRDPTXS1dNbFPKpqouF+XOG2xb1b4WI25Wz5DW
zrCmMVK5gWyTyrlAk9lzntIMxtNuXgWMYjJ+L8EadyHtYeNsujifPhnOVg9Vnlavfo50kPGg80Ir
re9nRAQWo9i13Y3m4j/7Xa8PI2uf3TzUn+SimzjVugKinulfNUxYrmpv6nfSX4vPchL2fsgd85Dk
EzawgMmXqG1AYjjXtq6XDSBM+vR+nBzilhPD2qmpLJ9AQ62ns5PxmcHGE14jViWtD14zW8cvHPeA
qgv5VXM17EeSEEOcFuecKUkqWz7eUyb0PExTpwxbwkhCr2fhIiqVHNmoxVcsarhk/ZmxAdTiK9AK
X2nhErnC9R9sCXFt7zs+TfvUE7Ww7YehfHbs0iBKxCz2Y10k7xOVJF5ynxuuF1b+BL+82Dt9WV3X
0+C8TXVVPPZZ6RCg3TPuwxxvyD1oZMpTWS3JjYOQAVFOltcbUC5uHlY6d0NktEFFbcZuIHQz8V2l
7nCEMmr0BFRjXJwkXDz899KK8UVqHv75BHAaGZh3ZMJJ0VB1FTWDIZxjh0Izi6rSJ26hjTFGnnxo
6CgZZ3/Y91qJpzJL8oCLswFC78cDslclnBdDdO43hrPiXbSgrtNAUy2uTveG/OYsQeuhg7My8UiJ
wXL1k41+ebKqHmT6SsRPiNnLjGJwwNsWxcp4VxYyIUGDZRAlXX9biMm5HuHA7jETBlFZlPpeInu+
1uYZLYAzhpE/EhP2CyqdSKgYWmZFaOROHvMQpIRmx5Vod7KS21lnQ37VZmIIh6bsQ4sUijxkRHue
ubDN3DqiKLZKMiNHFyDNK3xiKRzORXT8SgseWbSUNp0gV+x0zfQ4f5zXyVRYEhLVXIANlwcWdfZ9
a5jLoa1zJzuNXQowTgMzeZoauGUbElzIPukdcnQGiRRq0ye5NT8P/XIFoJzwAYtBakKhbSaHJans
iBLGvbXVaOwJQvA+2L+ZaBLyergFHFEckftmlyTxxO+SoVJ/jM1YyCgntySaHHdhfL54HFp5WrMn
C5hSYYAouhV6EtNm0BrpuAvkkL8a2NcuVOF1j/HccysyO6ZMwab+7fi6jDylsqPBKfccD276PmJ0
iEDKji/AfqqbweF8sryOia/twdTuGGMSlzvEN5MeTYVqrC5+KDsjIZEHzALhCb0f3qEhSjLpRvh0
ap/iwTavUzuX10HtTD8tSspoaT2HNKI6JWYlc02FNJTRZcGheOzQIl36DpPHyg+qVxJhKKcbR7MK
Yabf3DfsJHZtVRQXi6lZ5+RxH1WZ8o6m7th08fhRn06jz3xTNT34dke+RzUwE16WfoJonmT+1nS1
tc+99IP1RvwjH8lEWAw7udJMImr2HCrbLq3d31tOtcL26AY2iZXMIOT5/kn39bRvjMXZAA9zT62H
mmQL8f4ZZ6o6dnpcHhZlZF8eZN5wCezhoq25FAdTqw83Pk8A3T659so5v8d5zLKKhpFEFbqlO2hN
BRfY3P+sgya4S5WpdgBTe/bI/tH1zOGy8MguqwI3tzY+v34IEKt98J1SvWndllei6Wi4pyG9xEXG
c9xgt3HtchWD3z4UqkLR1qeE7oYpnts3F2jghWf04O7s2Ipau37AS0SgAirAegd+KvV2nN94TkmA
SvdTodKTFQ9FaJGbgRV86oofztojY4xXHtCyKrDEEB+IuSkprbsAEf1z1UpCUTxWyBTwQ5yzrVTx
yv8xecEdRqu64UHbrJIIsoTmmukJRXXMHmjGjHfQVE2s4sisDLaym6FJdrXzwvYaSbq1lu7ZteSK
KG4t/weJ1qQqVdkcHM8JV8HFsgL0fF/x9AeHrKXGZx2FwQqVeDvvTHq8fk+p/Fn0oySDoZ9ux8px
p83Y+t+mn42vfVqY/cUMOTG7qS0WUIwAZsx24M0IF+ny957d8/yYjTk37ixSuF3tFD8HWNAPZ17d
A4MPtW/T2TPCScSme7QxdUncEfFymGZISBsTfzhjXNMOyKeHRRv57DWqk+E6NViFNpguz2koWYTx
OyCvYbXtXaAwQqR16356sdnuVV5nU1QkVOOhpJoKJxIqAZMV5pe3LgxBalOATJVEePeY0PMd7Snp
N1zjlkMa7oTLdfbFcslgB9sAQSzlY83jkgn1OcEITarlsOds2qe5c1JWNoiLUUPGUPLKtPwYtOWe
eqyyGzzDD0hikRIQk/xh9iUMTlIwWDrZ8wNLXeeSAtXeMp+SIVkL5rWBu/vOKtZqLyabqLOukiSx
OPOD1FV+zW9KI2aU+avHUd/jLVsIXOtL0t8cdlnXiw9KDhxOE/FcRdcK/pfkAXdZrlqN7nsD/YDz
qc7SdIc8JLv3aty/aV8VQcTeVZghLVdx6xlp3oezql3zypKKyWBulUjDVnO25WlYE0bvHTox5m4t
+WUXTDtYXOSpSMDbzQO7GwoIw37omr6ObzFJD/RtXFkEJ21Ejkv6yynXoXofYkSOu9ztWoBH2u+Q
AnReu9Y/Up/j4wCZDtvKxlf5rF40DhAICiOrSGOP4SUZcBfTt8f7ImO3e9vTjDtHJVGnofOdaGR0
MAXqIoFTsUYIZnjVRLuIjsGZfE8Z0Pc30ILKRdSvOZyiGmNGd4kaXd7SOTjZEzQe74zZI5boSJxT
5u8SpEf+laKvVXeuslW9K+gapiNUmTrbrRoRwDaNS/ezolduYYtCCKixrSGSIQQsG1lj0tnOGyKW
SBlDc6IsIAWSfx+xxdp3iJqa4pBZIw5UXlvv0KIGJLgMo74g60Gnu6nkMXOPFHZcdynuJLU3uZvc
q7H39XqBuBsNNKHUdnJgPlTKi4LVybC3Z+QZbJyG1VL3ho9+G1GKafhbn1803jMpXMYj7pRS3y6G
LnGIE6237DOcwMYO6wdYT90j47+FdBmUCJht1sHe0ov6nKzhqUtgOhVFMm2U+cQs3ePYZZNjU25l
YJ9ySZd4G2DcD0AVrwxq/0cvF59gIamgTi/LpTGtFdWx8xNTenPqTRQ4WNADUEm+6utLaal5DUtC
gvydh2Qfe/AEnHMTu6V328/ldKkGjxGzwiCStNyedCfFYXXU3ptYnm4KzTIs79dyj/MZpGCOZ8cq
S+89JW41QueinhhjkE5ndvI4MD08ksNhXXjL2h3VoPKtEnTxyC0MEmK6D0+Ta+wPw0tcBwNLNtFe
MX+Vj27pdzdwrMHAjkqO0wbT5nSD7+ATKvPT7Jea1/JfugWpSLYGp7TpTwRYqQ3+ZCb3WE8jqi4U
usnZqWDm6LDJwQkTzUQrKZLnbqXiGDOC+LLWgBanjW6nnZW8mCRO9sncGwc5drTCDiVYpbG95tO+
hwsZaR/KcOOu006V5sLmU+Nd5mF56/atCkeBLzZKx4a4E5d8NSw+wkQ25HKAL0gLI7+y0p+9nfg7
d+aUzXMsFUEoE/Z3VytpBoekkBfG2McHkLpl5CCf2bWiuCfM42fqsWHEzOa2d7GvrP2I8u3ogUA5
JksjHnXuNd8LavVrkJVTt+EgLG4LyChx2+Ja8Jt6uLKGoX11TEuHZi+KIzU+S9iGl3ub0EMeErey
tyX31EWctvO3XwX1pnJ7bmyP6KA9nhzvPcnGy5GImB+QCOLnsTE87HuN/LBVJt/NMmVkyRv7Invq
jrFP0geEIOnGmq3x2sKTFHWsiELmZVVU2iOjpnEMQt8gzNysfWdnNsmzVxOKs9cWNLBN105UTiKI
743Baw69l345cJuOabvc2AwUNwihnmAtN1srNziqW0jZzkByUDCrb2ecsqOVlP577fpZWDIcb0WJ
2dgGER3gOyTp8nnwbKSB0gGEOVGtI/NSF6Psmlsk+z8p6Y2wwogLyZOscqJd4tvUX/ytZzGO3cK6
uaMGey+5adn7kjS0ztltwfoG/UU67aw1qV7WOu+qqHAsHTVp0z7kJCCyNM3m4n6tlzskOYqmbTCj
1ZiaYzmAynCKaib3ChXRUqQWian5A5GPRC/Aje22EMKpLfHZ/0R3eL9q+37Ry9OS5wevsth26PrF
kF0NAMQ7pNjxDoS6HZLMnl4ri/AeIpVOah7x1tiOQjvTOHtlVfpinLv6qqz8+WS5jHsm6tojOcf0
PQ1KSosQ9X2wVvF1Ould3PrWV4t+56GHr3seAfvdxmu94Sjt7iPtWF+1DLlOspVt6AOlwnJJEI4O
yPxFD8MKINjTNqLoy+NlC9ltCkXvvXCGsqpvppNTjOqY5ggf7SHzxmhoHcl2IOsPOqhPxFbhmE6a
guki3k6GsJYL916M9o0vJTlWia3dkg7KqU50bhW6JO6XaV9grL6wlfKubY/LtgHkeAjsctmuY/Hc
mBnP1E5ZTyYJ1ez6FnxmOqhOMimpUhDnAjqpnsiNfIE/RI5bqsFf2xXHt7SeS7E6IR/WuWPLZnRU
xcI0LO39NKKDfbYK66P2CCDPS48WzfHKPbVAGY1p5V7iHTM+z46ujSXqNGxwF4VrUj81OR/pPLDu
Ci3meBvM5uLkjZnPjKWNn9e8oPabCU9Ppc0mL89adupe+TqyP4w63O7beCz9sMlYttE4Zu6d3ffT
Xqfng9yO8QOG5RJ/0ohSawgMQzPxWwnnYMN1XMfNiUwk6Dw+LIZctT+srrFCifZyg2OIm9JvMVsQ
u8UzQhpzBG3KOwzxsKebIfs10drZsiAkeKGa0suh9IYTw0HO8GQI56ro75Yscy/4DKsvZ80wxeQV
TQpw7ydnGPrLCdrRY1JTbGAAnCt+NZw8m/Nw+NvQlNM1UtgnsUBBHJzcZ2jC6gh1UoLWxrSxGy3w
d52rruGSRS/ovs3MkI9GAGwgZNDZ62hGGrpBEbVSGA7iwWN5uC2t+T0RBmSAwegUMPNxIjh0yA0T
1HzlePV+ksI+zVmnnxWT1It64WFJ2Gpzx3a7CnMjRRh2HqWFJnLdDeJr8ky9jCLaQNlo1daVsHXx
RHLiskNCx0Xbpp9oIeMtQ6k7qwruNP4/jiM1k2265uuW5IwYWZ3JIDsn6dXJEn1Og80rapAWh1nj
f6SZNlAAm6Qd96nXxlRLHW781ikyOxRNg1hxQZCXeW4SumzSqGpLcYN/ZmIA5PS78Ww3q2Z4mbr2
kJqfmQ9oOwRnUAbhYdeQarpLTDCkleOzyQus4mtYq1Mm54LJu7lcoIs0bjivvf0CVzuiWDW2na/M
R4ideiOXafwXjIs/Iy7cs5TRCWxghGdku+WcNf9/v69HxToZdrUQ2CfGAx3aDmmixYIXe/PfaRn+
gUr/zzZ28Bm2iSrAgsjiYAkQ8jcegppcomVUmYWdXTmAJEBizReLu1rm9p+/0J+hJADhUEHY0sJX
YOFC834nHip/mbKmrNLIZpuKSQ19b4agJVCvY03tuA14U1fKtCB5tGLPHff//OXxLvwJ/HB+/XMw
OKYZ6XrS/p0eOLV+oGovwIFaGYQaKsawDrJChAtOIu1q5xsyaF7QT2TjlTkU1q0JSaZHm+uC3uDZ
m1zGQWMGV5Yeejf89cP9R9qax5q2sPwd6Izb4qNuFkLcE/0//z35zf6rPmN++t+/1fmn+e/vhXzk
Lz/dGczwp7/g56KQvhu+uuX+q2f1+lflyfkr/91//Atv6HFp4A191EOlz9+NoUP197yHs2Pk/y28
2f98/9//q/796//CJnL+cFlMWQHyPiltAKt/tb74f+BeQcJBCAFQWSg4f2MTiT9s3FHUeZ5pOoh1
uOn+Krix/wgQycCgJXBOeGdX038iuPnz3fsLgyM9Jg5Eqp39W/b5Xvg7QqBT+LLtIQ6xx83uAK/R
fKfofude2Nd/9478g9v3z6/km1hFTd4FWnHkRWcmxZ9fSTdyUed227ca8gza6gxcWCE2JHTR//yV
fjso/uuV8Ad5HsBmDqffFER+irR+RkMpklZtRUbeVce6518cEv/g18HyxmeG7w28RvA7ucj1u7aT
iIhS2R7ioI5v+qXTO3YD9b9M4PmVk/Q3TRTvnePB4wUhf4Y6UDf9ZmNTdoM62M0jWxESthlqCuOr
gMz3PGoxRiAXcTNIG/Hae1ERjwwhgY0z/WvTlSfJoLySpF3oMWLbVHFPEDCCpQIJeoefPsh1vT4E
Q2raESgzElEzstPFdZz0+U0+2aLba9OOP9DQM3RBwYou2qhl/Ry4aimZ7M2VhTNh4h/xp3rf6Gwy
d9ObCcIjux7d73RNDcZgZ+zP3VKS/x1acFg/HWNO2XrZAmGvMU2gDvOmCPwTrYuHflVQ8l6btBdP
gx753mehF4Jsq6Sf6DotP2RQyYImT2EamfOgwPOUy+V17s3xJekdGAEBU+Zk0xVjxuqxqmD0a0lI
HHHTLR2jNPuvKp9KFdHmL+8AgubnmR3UdwmT+Iq5PwZfpsTD/TyzQdnlsSAhgjUwTUjQp+6LT8w1
sX7wcN/7oZVPyinzJ6XdrtukjrL8jWBjSO8BfWR4YWQComFL/4Md1p+Gm9WveacrP2/eHFJQ70UX
g60TesouS8PyGew5ck1ZtgT6pXOL/J1dS/rOXTP8TJbARbiz1rgIVC2gMrDV739Kq1+JhbP4ZEyD
lhH3FvvbrW8v+cQ3bqdXUvQsd1+i9u3DVdr+K1Jf+1oQZn/XdTEZDoz1yZ0W7Zg/z8JfWCzk8w0Q
gYQaeND5QzV0QJKqvHR+WONsUCMPS/uewiN8nlUx/WhzQ/nI9pb0A8F7/9DDeQVmsOjpqssnLPbz
zHyPMIN4vvQRflBMjUVJLngzm1/mNGUfY1wXGY4XE22cOXYxzhX2UZSVVW8g3/DHfK+qzDoRXkOx
jwLrzIYowF2yvqQinpGX19updKs7TRj5EMIUtdUWErOAilXHFZqJdS3XOzY+8W0F3/MNfkDyjhMq
lveweuOXwYOfu2n1WZ7ftb6fsCsAYL5pB4Ct/HdRr9HYEhCxGXWnus2cWc1H3/a2wpIiwZc1Jagt
ISck27Wmqmy9cwakp+YW+qWsKXTNzMivjdUcnQ2GLVTUxbyW9xWauUuFzkqE8OidmmkVi8VNBsnl
bWSiiiOFubeN+M1lb9+ogrus4BWLyFId+rGkR5ZndC6OCXqYicbrXJV3aLueco79YNuZXvI5OAW1
cNIn8hU3v3cnOkLUwpogaWZ62suR9MMkvTMH5Qry41mhI1GzSOJB5sH1bzZUZjRrNuFYgVO6rwQk
pR8++9LbpRmyertQIeDb7qEK0CWYEs02XZ3AMKUSxiD1PL6gA6yBXnD/fcxcQPd2Jl6w3PBp5XqY
rrH1LF8+Og5/Q3ZwPoUqqeoCRZTyI9wC1bBFxI7AmEn4YGwZQTk/Oo7MN3ad/gRQx57aLQdOVx7J
Rqx+prRVgCg86JAbk7FytsMfgPGRWV+FXiWhI9soqhoH34e9XLEvo6Y3HQPiLQPpJ9vI+ALLzOby
fKbN5TaOE/t7pdd6QbvEuCKoWTNv51QZDAYLOGAR/WZxJwAUFZFwcKtD+62BwKC/hpeLEIDAKZFv
Hew3ctcjKVUbJF3ZvLPd1G3CCniNvx97WtdwzIQ9Me8ZvQsssNOrhRVzDq2S/mtDBt5UhHQUgsOs
qPNbFyincxBo3aIgbUhpcwqYogQvdOVJFwVRN2lN37hNEXtv5rOHICww+nyTW7Yd7fa4MIm2o9GS
BKvjmTCDjbW07m03lqSCqxXhscPVmmL9Yb+2LRK/KJGyDfYYoqZHCcHoOnkFVpgup7ly4y9QEq4T
xW423joFY2ImoUUjQhZZ8wNCVYTpru+0S1Rmvucc8goe6wbV6jlPnMzAhOH82H+oUQ1JmJiDjYQH
IYaBJ1tbh6CKRQAivErbLVBWB91YFaNTlNBY6fPMr0HVrUOKOVSqzQibwPaXxGM6IEoTCaq2D8Yq
2mPusHUMW8tLLseOKG3S452LZXDPrVQRvBut271ZwGeprQ3kCtup0/EV89D+WqMUtvcBbsAxqv20
tUOoEymenK5InwzZmO9kqc/3DsO/MuTpTstZg4W9LbFkIOdkGf3R5JP1HDP9RYc6GSoL1YjSkOXb
eA6X82T7bnK2RcXg29V2EKp+r6Ziuqs700Z63zHlLNiy9g2qrNCYxU4YUn6g9cegi5MOAR6z9qE7
5P7k3wDBOF/ncXfmwmZu1XD/Vf2jYnFzH5TujMoG8/Znjp3OC60GNSsLOLHy2JWcXyxhmu5kpJjt
w9iToIYWrLN22AlND6qtpDuyujPeW94NHQIjq5n22nI9SIHUD60qDMMq6N2b2apSTDVDbx7cyuKO
HOn0H+IRQEzatj0Ku3WcrhrHw2hgOELjbdNZeeTZ2+8hl4iKVj5bn7k2LXamSERRZFo8QLJhyfXe
tkYuJ8b6SP38JtOv5KgTPrQsKSdA2o34ESoG+zfS0UhrCJ1feaaIJXPCpg3aV5eLL99JMlzvFhTq
34lpN9cDDwquI+4+lK9jnL4Jfb4/MtiRHsafGFWg9OzqWfpW+uZBUeFgZ6B+cJoYY6ldqn5rdDau
zTn1MdOYv0CMBKJ4T/EvPKP5i4ZW/MI2lt08oE5aBkGe9S+040Q1GYCdgfi4dPZYo5m005qTiG0E
76nWPJUj0gXYL2xiHFp3VeHW+R3ysWK86K0WPeqxjV3nTvwCT5qi57ND0Qur0P3FLeSEb99hHBCI
vBosmX8RDudftEMA3Cl2SZBW+QWpWWhNuoRziwuntuxIT+mI8liIej/4vU0G2oJ/bIMWw9Ch38br
xOBEdo9NSt2JDcSy0Vjmjb7VU1mBH2KncGgqMUOhwSiCKtUlaR4C89li4lj5/F4Zk/C2SG3MU2a0
LXjxJC/J7coHEPrsqlubB4kh7gSzbdRaI5tU1DIyE7daeNREgGN4dpmr8HEjo2XEh4ulfJvFJJdc
Iy4qlu0y9xR2w2x5xTXy2vlnl9UtIFSei+ewJxtBJ8qs8bMTjqKCTDRwGkfbwNITB58+D/nzzzws
sd9yYY0ME+NVjydnrvvPYR0XHMBezUQ0jw2rDC0moDD2+q6fwi4wxyY0eo+J1aw5g01WTMepKBBN
l5MsfFb5btPerTMqjis92lkQBb2yA7aK5oiSHxUu4majgTMOShZBimV59rvE6iUjgUfQiVQRCIYU
ndtn9k2qC7EDDyvWY7mMOTdG4vEEWlNdnWzkJLDLchQL5S5VKrU4csToHJQXQ35BphVUZw5QvJbb
mprC+2kllP8bpWhCeC6bWA/e+0Ziu0Rp4vM4GOM8cK5an1wUvNhF82IphPgRwKPM/EHCzdz8TNMs
aG9zZqfythGo3qgsYp7B1HVe/vWfTyz+vXHE/29ADgZEf9cY/1/Yysc6/tNI4teX/2Um8YcMPI+4
COvMpQU1SYv8Xx4gw/zDciz69PMfn1YdaOTfgBzWHxYuBf4Zp51wQAf991jC+wNIMpgk/uAMs114
un8dxvwbQA4SOf40A2M8wCCY708GBHBMvt9vPXxjrosrs2+Z5o6358FnXMoMpsTVMFBvhTTe3fqz
YTN7zQo6sC6TfkZ/M5FwfW0IC592wtmysQtP3cblrH5QSJlvyZQ3TzXaczMSApQltVGL9zuJTVFF
XjDqn7UhcCUak4HDyBQJBumAUSryK3ccbhptKBJQgkTLELLSedfhOPWtXTjdcBBtZzbRYrT2K3ZS
Z/mo1NJZz1jcVLLvety1e5hYyXzl+Xl6DCDOn1Feltc+Vayvgjg0Ysuj3BR5HjUY03dIwqhkRyq7
GRYYUXlZWNUNR6+cmoWY0vr/sHcmyZErWZbdSkjN8QWAQtEMamKwhkYj6WzdSZ9ASHcn+k7RY0e5
jtpYHfj/FUEamaT4sEoqUyRFIiLjg4ABqk/fu/dc5Kd79Lh9tUtqrzS2IxOn5LqxKmX5Le7kVYDA
wj7TwzA/D6skVdvEKRkEpMyb8c8iIXnSkhFxp4t2qQN8UqZfSjT9u6Fx4viyN+hvs9MHhsrAa40i
n7cDu+hEFixaXZZJx1b0zOee8XcXoRaZ6lQGZ1NcFQhZa6e7zQyZ4g4yKbK2M0klTYEGNO9B2ga5
BnJHs6s72YzyIi5QRcktE0q7Bvdoht0V3STjp0eKQe/r1lA8W20RHhDZM89JlDVscBm5GeODdCi3
VW/IfOXm4U8rCLyJMk/CrfR6kFNobjLD3RLD03HmKBJ146Ykbe4QC/TTWpHuBwEgTgP4BKY3R3sv
kLO+YxxSn7Uzo3mmHHh1lrE1+fUS3P/zIjYGOZK2vAVqygLl2xKbKMASD88+muT6Z9O7TbQb6Psl
q6bl7AZuIYIRP7MCLkizxrtDvUdhWk7ov90kn1AxJGik1mFVB/dNhpLZx7diPTrSPcTeWFQ7vkiO
gEXQpTc1oFBMzynKJnAG2VzyejrZhcek8BtG7KY8pAhhwd8D9xrR8g3OnS26gZ7C5OBhxhcLHVmo
MP/JlLDp1+ZsTvO6YepV+aZLI2LT2pV9Mcd1/GuOXTB4DWXblRnnsUBPMpdPmRsOhzCKvHQTEBdC
aZ7LtkHnlxX3ozTbpwTp1+yXUe78MvsYpclEiuFT6CXR5ZQW7OPYLxDeUp8grjejRbHcVzZbONQc
fE1JZcUCV4kd7ilOmIeBWUmSw8DRhS1Fqlnzo7TQvpiFtLq1NybDtE5EO6DzZUaShcjDkchHgAg6
aNdEQ8ST8CvR4sulJc6vWiOd+C48DcVk22IbGFGdgEAkK+UJy0lurSy8IetELx0THF7uEDeBzjrf
eOFY2L4bm2S/4q/nT201074RiUUPwp6r9knNrldvHAtt5RZHj9p5Iw2nZabnyJ076MpEJagbjc/+
GeHgalvtjo20RjTGmfdXpjtevcWKRsk3zzrd/8IQSLW8Ysyv5k6Lzgnz1UBtzCRAj5GV3kWcOdFA
896rVVvl+XU4YctdNdVk7+bEJHgEJUj22HVR/X3RwmFLwlxUnhSsKEzFwqA6RXMKhFWMoX1nekk9
cE53l5mXLGyT4XmhHaw+kL8GHPcNyJnePivRBCIvzzjQreImAtldAWhoTpwZi9KqdPoeGo4H0w3v
etYjLBijXSYzG41EKWia/v8dvp1+h0va7LD//dhh/7/+K//1akxBK/r/+HwlcweBcdH+O4nSNP69
x1vGX4Q46ez7DhGAsLhe7PD8P/0zaDAw/fIfL8gu3aRw+yNfLy261xs6sywBxthYnL3gvghMfd3+
r9rFSi9Te1WyYmg7QYx4dTnT71pQ8i32FogkY45XMazpKZ2ZEsXZTjr5/IWXKgv3toOqYuVaplbv
TFHUHbKNuQUMYuYmp9W8yB8mVAeI96Jw+pZ2qfOAxXWOfQ3R5DeXRg7n+2Fgt0VnBMB58LuwbN3v
VNclvKdAuXyzvlKyYGrrpcxZv2Fr6/s7ww45F4bQXkSFikAl2nNKCFAOq6aPmCOu9DGKUfSnMG2N
00mLTZokZOxocE1EVaZnboBobFs3RXQGhEobzjEaooOYM53WjQNDk2aOmN3mEhKEbe3DKYqoSlBp
yemUblpaPrrtwqtx4Z6ECjcLQ+6N4aAwR5uGg9KfoGhH+CKHfAjOog7tFXYcHQ/KWg6dfETw6Oq3
gRfLkUapEstMIEaJCqwx4ciTf6X1WPffOQ6N6m5p1BpEbo/5hCa1YNzKYB69FhiHMiKa2SFxabqY
MzAXV2ARUBvm5L3sUVD00flI+Y4mbZDoeNRaSI3z5TbkFhLTT/iHcYgOXbRQ8PbpmTS4XKs83Cph
IgXq1iXex0hDbFuxN0EOMRKLjRElYUlKwMqc56Dqn/VYm2S08WaOyaA3iiqK7kj3BbrFahe1Hm0m
kRdOv+olNUt7RpZByr8qC3qJP1gN+/FEVgkkERgVtAFOEoL74ue6szTzJrRCWB2xo5jNax7dfL1q
HwvHTmjuZDokC1CYwFSCJDvUWVcl+7JlGz93ogVrlRSOvAdypwTToNmuTgvwsuFJE5kT0tSZxMi5
87KrIZiaNcrz+qqClYyYKypj3CSDbVyhLW33KGcobty8uzOrwbtv9bx6AoVG6FXlfNPDhIwfOxXW
VSlU/sN0OXviA+toF5t6p+7J14nVlzGxsvsKD+9NHfbjmvAF7wH6WngehiamcFmxhQJc9kq1YhxK
VafdYJ5CrlmX6OxjnNToQ2ULHXSEyxIN1nfTUrQjzchC1ld0MY37bBZbOksGG+CQ+yjb40NaoKtE
gekLcMegb/AQF02N/mQUOtF08hk/Sblpe1Oum1m/7TNKBrcz7TPqT/4REPSu4WBf9w2VuZlZ43NZ
JeowTSWGqiKwAIRZBDYlOiVQkzdl6XuYNWjWmjXpikGKxGpDqJhuHxwUTvQP2yBJT2vmc94hjhnP
rl01tO62R1OdXmS6MSYbYVdRfs97kAw/OQl5Hhi4IdAv+j6HcJfLULMfwgSvIAQaLI9+V2YMqnrg
XAUUqyzXLuYxaGZfYyzufPG0FlUiQxxa/YD7oudU2HDZtcCurnvcX5e4xQEDg1Nj3praToQcq4XW
W8xxeedprrJ3iamhwcvxFfAyeXlRbIDBGpxXUjIk1+Vk0eBohjbCEJYYbQPzWzfvBzyQxcYwRI3J
asBtzVeepM42sjjsPAK2S9Vpag1lgsl55iSegf7Ot/kchWiVRm+I+m/Crl0C5jFH0KvvwiQ6qyu3
1PENqWZmfhrQE/nlDIWZXFpVTdBaK0ql9JO5VhPTQ2G0jMVq1JEHVbQ5T6dxFzzzoigs/0gGskyR
Dc/i3MoBlOErO9PrjYSDnUm9i3EJJqMW+Tg1IPBXlWp/vNhK35lXv54i/3MdscAoBHhIJC6vryMH
BHqO6OHP50b9VEXD9GRAxf1bT4GA4X305DF4crkb/AxAuwiWtU37aLLLKAx2wEDXa+w9cSLyJN56
ZVZcNzY5CnWVNucTqq/rj2/NON6Ml6vaFsUC27th/i4NXk79s6HwXH6hYGXmBcphbcRQD7yx3TB1
TDYdyL2dqQsNmxGd0Y1eVvBfMD45Xz/+O17P0P9+xA4JpmgYXJbG302AF+IDL2McJhrJAKQIv7l6
Ep6x1QL1Bge8//hKb39M4CUWd0xjgRbGcT6wy7rJ9IOGbxsW3i2RDFTnzWR8EgL79n6glEIxNU3S
JpbojtevTOEw5piBGa5sj++hoQNHonvBmRhV7h9/Bb/VGmhhXRoypDm/vhTdkQSRHyIKqYLy4E7G
zwjXyfbjp/bO/aA6QHaAtsuxzOPwa7AZehu5HBNqDQmCD2Ii8NvAbS/BTECg+vhi7/xEtknLhy8b
lSb039d3RO/c7kPoKCsKhntN74P1HNIq+fgi790RdahhLe8Ak4gjEQpEV6HFFiPQWSQldISODvoh
7YuZuqps6n798eXeuyexiH8gzjIHWIJhXn5n9sS4lI8QzbrddFtTtd4G4EO2+fgqyx/9H3UIdfWS
yQqLblkRuYh1JEUh19jDRosiMZKM6po+SmHR8XFjiuxOca/+/OPLcSyAsYeWBy+Wy5Hh5U05rYuL
vSHFgICu+NtYW+Kg0W0+qM4rL8Q0WZ+E6b5dInUC2KHK0JRczjJHD5FZQqLXDXJCx2OGl7Xho2ki
ArV742KyQcRxMP/kim/fEq4IBJgNn2VOOEcPNIxDEfcFV6yh723JCmUyyXPwlU7L5eOH+e7NLYsG
SWT0Oo+jdSXKhh66vbOi+h63WBuGLYrL7tZxVbkNjSS+c7DczZ98a+/dIC8/X4EhaBz9ViC+WHiV
nYWsIJATXQO2vVbFzQb+Sr1tqqzZfXyDbz8BhGys7vxfHR+KPHqWTsgCSNGLNYU0nwOT+aXObPqT
j69y/AksGxrd56VZTE31Gy/98p0sQMelI+Eqi9wnekpVqjGczYsNPq7+Sy614JOV8d3rMbcloYnv
YOl2v/oGEkjKAP9IgPecZFrDektJMrSme0Y1yD8sB7jgxzf49j2hNoDZhVCPjRtv9OsLxt2sMcf2
0CMPqFgIY6L0NiPMyxY0tVMFzYaUVrse9E/elHevy6qiL/eJcvvoRlviUBSoUbaAIbduswqWByqH
8qpQsv1BNmx/o0E7+OSib98Z00br5hgINxbl21HpBQ+P4I7GY/RJw5lxJ6yJJ3Ooi/XHz/TtV4Dw
UvyOd/RA0S/CzJcvTUbtRVsVIYGtRUTxob9nDSqJHByDT27o3Svxk9BwYUxCDuDrK/WJrqZawc4o
af09cJwmURQvLa623sBX9fFtvX03qY1phEBy06l4Fr7/y9tCV6U6w2642MLay2abSSPKgFAQ2y2q
048v9vanQqzMyAcKuymQgh/9VIwUVDBrOLu6odd9HXcloPLynw7ff1slH0mil0pxuQzCV50yeYH6
v74ndDpjFhUOQ4YA0sm6swdv4X6b3bQmDhhgMkMNnmnSg67RelfN65pxA/nPGrPe7cTnATYhYG67
6kLQNp+8SO8+hKWk0HkGi4z29V8nOWkGjeCuobbVvh10+nZC8fXJ7/r2U5QEAUINpTbivfzdYXux
aLvVEETYH13kW6l2Vs5TeRnqIsVQ01Q3k9PW97hBxSfq/re3JpeamQQF9BXL/b2+tUFzsPnO+CDI
QgBMLHHiNOC2PlndlsL4ZQUDcV/nIsz5+MJMhvqvrwJ/W0u1sSFAdyrUDxmTfoZtJ6UTFZtIRtcq
MKUGMRu2xpmUsbA/ebRvPhmDvwDXiTCB5ixa7KPrg2fLl6HHSsGjPOtCvOQrSxkjpM8JE+Pcxvnm
4+9m+Sce3bHBJ+owmJeMTN2jj7QDghdHLPMrYjWt4s4KStK42DtCa89gYfA+2R/f/IyG4LTHwBfm
Bdddsjhergkmww8XeKoE2TyYaw+uzKosxz/epJarsKJSxNsU1+7R+SdTQ+9WkUCYiJlyK4qSoCCG
/L5RmiCgyIr5WQey/+S3e3uYxY0v0dablE9c3ju6KhEzgeotMNaphwEKX9095MivhedcuFGDfbV/
srCDW06PhwnU2ce/43HCCDW9vZTdNIcoUVHaHn0gbTu3gzFlIBE1KAmaRTxQFCaIGWc5Xto1bTSn
bpOruumGndaYzUnny6G2fn78Zxz9vtSPBjTA3zP932P4o2eQGGVReGLOSYov3FXVDqCwhDP6f34V
m5CX5Xxros47utcMg+BcwVn35VhPflxj9XTn1PjkkS5/64tPw+L9kewmVACUqA7/8vW7GhfmwEI0
qAVr7IXbIrC9x7aJGfdqqMKnx8CWQ8KwuJZiM3RTNj9+fJdHn+Zyfc+kRU01ye7PN/r6+tIMKzdi
luczhdOu2Tl6GEzCRmKnqY4W7Z9ejb0Nk4frUCOztS2/7ItV3aZFFhaj3TKzZwyR8ugjOrwJgkob
fl2y/vhqv+vE1w8XdyZoUccmWoXF7milGw3SKGOjYqouXCIYqco99Gy2apwBE3MytqfknnnmujGU
Pd3WHn/Qxi7ozENBzrT6wlLenAwkyve9/YjF3HDWVt8AYHGgnt72dpmj83Vip0qv0mIgaXiKjM5Z
A13Tv+MVhYqYEGbibe3AmFsU0VTO5X2Q6Fby96/4R0al/9sEPUzkXvycbwQ9HCEIQ3/pMvr9X/hb
0qM5f9FHs3TWXWvZsmlb/lvTY8i/OLDj8kHMbQLqZfX/B+3LkA81BKUVjUBeQwq4f8//nL84b/Pv
8j8c9H+Xdn+g6DG4xouvmg7S8k/ihCaY/XHYPS6Bk3YMEfFG55oa1OOYEfOMWdPtfyU0tgnEiXPr
UhqwF9ZgRANQZXD4ygPBtMmTpOiZ9mnbDJ8dAF6vNH//TQb+OpOCma6TfbQJ53lR6+aYnc/TVN0Q
NCkfqmHKvLVtBel3sOXDnQe99V7KzjA+WUpfVxz/XJrTN89Cp5o7rjiywdSC3knOiyrRtkjs5BlW
FBwnZqxftpMRPb14US7//sD/VXT5JR39tvmf/+O9y9EBdXTbZGkjue71KiPyEX5vlpy7GFEZPkQM
j5I6Lr4HbonICIXDJ/vR6zX079t7eb3lbXixqolEs1XH9QxzRu2Z6tXerht95yb8y4/v7PXO98+V
TB6gy2FncWy+vlIUq6okdPhcy4r2HGcFWKFo6r98fJH3XhQTMDY5dks39PgipBp4oDjic7Ca5W5C
2/GsyI04I/4w25sIIZ+62h7WKrPNT+5u6aX9Z7n+5+5cvl1WbJqI7tFzbNJZL4g6PQ9N4SJhKSyx
FekQXruzdK+LsesPI8QaP09hWgbIV//Mc/vP9REALAeOZTM8+kI8SIdITrk+OZWbSsXDLhxq9eff
Ar15lhgQ0vTNj/22qXTJzSmjcwJx5Y9On7Sdoc/J1QgoZ2FctZcf/5hHJdvvm1p8yhBbljqD2cPr
V8YcAR2iLzhPoCwc1Fhp92VsxpelLoIrl2CTB2+CFsWgG69Ol5IN6/DZYGEbimn78Z/yzmfC57j8
L5+lePPz9kXPqhmE5y0uXr+tMqKwO1RyNFI/mzO9cyW0IPSPqFI9yZrz+p47paG7CpyzHrn0PTHP
yZ6NHJArloOTj+/pqB7//Xg5aAB2pyTFGHk8BcnpFAEsEmexHhu3AJyb71QD7lPlpXN3Ojih/dUJ
IpiEHbi+xwCQNvzApBq+f/xnvPPlWOw33KkLyxs39esbXsQmRWUbZ2ZFiQiPkfhvTJTWOWDoapPr
83w+GWH+dZ6yfJ+TS/FJC/mdBdei20NjhFMVW+vye7xYABmuJk4vxFkZQnImKLQlYCpyMMxMagvi
I/ykinzvoS/lo42ilzYT2+zr63WexWnSM88sJKXuKidjBi6qA4MPBgK2tKEX45miffAt1lzjRAsK
8Y356Wenofce+su/4ugtY6EPnK4yz9TYwjWFNnOBCZPc28S0r3TZ6FdFMpGlCu9u1+JD+OTNe2cr
YBymU7rz0tGuONoK7CIlzwtEcgtJ8TRtgeDRc0bp8fGL9c6XZLG1GTiwHTZU62grbRnW6lVlnGmB
3m44zpq7Nsp1v4Hb8klvzXjvUjTVBHNhk8bIsZEZwEev0SE88/DU2sgOJofaGlnjVhM9hLsgCtU5
stphH5uTuS4IZyV8WKvRXeSyvnUg0F9IqxYXYzZgCzSlcj8b2r2zMRJ7wkyG1jRNOv3otXML2K2W
HM8wCE1ng2qsDeCM7NKMSd2dSHK/nh0VQhN3qs9e+OWf/HpnhIVlCY5pbIy0UY6ujApb62vSdBns
pl+CLE7WYWyhOuztZqfLbPAjB2gjX6HmJ2S3X/E35HsEjeUW3TJzUxxywydVwjsfIeo2g9+Jk5Wg
pDzaWMTYDaXrykOvymwbTGl3HuaxdxPnlblG7hFeK8fpTjxj6lGPDsYW0XP/9eO3853NzcAGalrM
G2lniTcN2aiGfV4ArhJxc87I2zkzwyC4kA0Bgko6xbVmQRkak8Q8HS3Y2XkhikuboBf/kz/k7cv7
+0nQN+RhQCw4+hqTDoqJ0VkHMrSTn5zZqzWxk3sDS/e666es8gGGtbuwBf8twEs9V1gy7zledr4R
CZooum2vit5SF+4wWZ99We+8PfQQfp+UTMrG4y/LoK24DGwP0sQc5ntdJNcdk8u92Y3deZ0/grDP
NhRZJKqNfYB3RXd9YLnlISjbqKYdQBzdJ89r2ZCOXmiGjbD+2TQ5nr8ZOlothOpJP4guRtwinBx5
JHLDddVSe4RVlV1PHthHgDyPaGCWqLjS2wdoyK8ihSf1k8rkvXeZP0dyMuRnpP486oJUQ4NdwRGH
EBPdTjmBbazUCIekG4kSm8u2urWsqbweezxLVlVcaIK95uNH8nZxIemIdtMy3GYFtI4+pw7gLsNP
86D3rbON4wwTltGBcGuJx3zomP3uh2Wagnjh5OMLH40blhKGK3NNmjKIXzmjvd5NyRHo9MwxDgkC
thNLa+MdznRn68hMv8qUZ3w3Rlf98vKIBTnV42A/etneSVxrZfJ41nnutZ+sLW+fhaSIoK0qSbul
Ej96FlmhjQFMukNclvOjrgxeVYCfBOilIQ1W0dpYMojbzk/sQHXrjx/H2311sfwsq8miNGDne/00
NBSAKTaxA+SO5LodYCgWOAGfPr7Ib33H6/efq5C0At/HXZphRxWTjNvKrOfoMDtTyWC/AQ5MJgLq
dcwQonWsbcbrQNJtEK9BZ1qrXFbCn5xIgP7qxPyAt8VKVgXmw83Hf9k7j56tRmdE6DEGIc769e1n
AX5YAgYOPB3zZCyN/IJoungbjGbou4VDGkAZFD4f7SdL+fJYXz8QZD3Ur7yJOm1tcfTY0xYiQJFD
8LZTNyPewFUtQLIeTSDEzgoL9kBKDIK/EPXAx3f8+1h3fGnSsjntooKgNXR0yy0SbouYx4NyZHkm
6iVxYIhb6OTG14aATr+1DeLl5/Eq7Gv7MAxKbhH7NlttcTBXmkovVY3LI5NBe+NY9RcPXO/VjOz0
PK97oiL78IfSu9tuSMTplED3KqoaeYVqtI3Nv/ykVnhbizvIAhgkL9UCBdtRVUq8YMaaSvJDvXwf
mQItOEeB2CmJcWoj8Dlfffz83n4wywVxz7FwLgr8o1+O12Vh0NmnowO5JCStEWFHXfgfX+Sdu+Kr
pFfOzGw54RxdBCd0NSNqP4UXElz2DlToVV2EwOAWtONqmCPt5uMLvt3QHQo99BV8oMt6fPSBAktR
VB3qlLSbeO0RfgGI2LC3mkRC+PGVKFWO3n16VMtYGeEILWrmgkcvIMTvDkMfYlocAu0WD7NZ+k2o
F9/0wp4KHDi9RAEU5PM3s2LlArCpKXMDdaMv9nYT2OfmYFDySq0RJ/qQzuZJg+ceSjEYjm7TET76
BZteDMGgcO1d5jDy3+fNVP4kZyr/pY16U99MlpnOECyroPKbOhNfIWCnZ71ovR94uKZoDfm9ejRG
y4EsY9rEshAHLAkvDtzsh6o6J8eWEwHSQwKWXFT8XCDro7bxtiYWb5j1Yy43njVjhSsJHf1Bjud8
htZ0aNYFJHPwuiXMWDZcuC2rocrSS0ef3XRlV6L7wcevnutsHg/pYrfh/3cgupDAk+y5qWDdwF2c
7F/oK5NrTqj6c1OM5hWJUAAAokrhfgghrT0V7RKdpaXzXJHCmdmPSWmbaOc1Pfhu5QZoAiINMrEO
4BIS72elRKpkpC47jqXd0gQwo12ACYjBO2HM42FO4F34irknMjQTgi0hRHiRRugGPLySdMa26sp9
0pEaZUJ7/aU4/Ny1QHWCVTTa8GtrBCb9BrY4yHZQIom9Jdrpm9l1Rb/2mF3WW0yJdU08VBCRzosx
ul9NbYI027QVQvoccMkzecLqVEdXe6+KtB3Wgo0SMj3G83mFf82zwAhMRA4YLUHRK0KAh0Op4YZe
d3R7G7/Vs372oV4y1MCiCM1FFtGwigos7qslcwjOsHCHk6bJSS1v6ygiI0LEOWHLENi+5KpfRjgu
EaO4yGPz0sLtiAcUfDMETIXO3pimOvRt4AjMLCvF34NYIQs3OK5libMtrcatDGDvrpl0N8kKy1qx
i4AR/iAeIrbAwLe8Ww2Z2rBVs6L/ysegoeTW5YRbQyqIikJZ0140In+grDIrmLl18NTJaPlhilDr
Vjkz9n1nOuorS+M4+uE0itu8MCLgSUTKbNJmFD/tgt12JaPaAoyNw2cdtGXcrfN5AubDy0leXNAV
MuUdneTNoFvagxuRsrrpSHZL/MomjCxz60wuIMpAXyFrr9OTsFdefBpHHmLFKE0g4mhNt1hwWkfD
TeOk04/KjsFU1XlWEGUSMkaOB/K5V5Uzw//MFFnP67CcK5JytKiANsUr1B1QLZcxLlty1leeWdbF
Dq85CvdJSUgpgcopl/LBw2tQkY2Y+Vmed926nha7TIoHF68dAvgnGxEJ0ZeWE313Zilafi6R6VuP
AJwza9BnHH32EmOO6uMhgDHvLurl7EtFSQh0vMwNCM6kf56JjKDc9QAKpd4bpRQnIymA+OZx+bib
edJIWABVqw4lGR61Xy6+xE3s6sGTZYdJBXtQd9N1qBoC3uF+a+2JWVbtQ+C6SfvFacPhWo6miQWW
qB+sizxIsoiEG3wtqjQGO5QuAJR2AEq5zqyY5SYYOlLTVU020BoUMTCDuHJ1gOJx36XUWnqJFRZZ
Z75hw/R+VBOC6k1GQriz8Sondwkaq2DcTHU5EOyZGZT8c8LKYxHu+xQC8qQQojX+Y3ZS8zTXa/cW
WyTCMeRzSl+VaarlOyOYTbVRtd034LpwoxAuUDU3NtAltc4UbYJVa7iJoFlWsE5nNcBYRDVLmR3H
ZncHHZPUFIOgFRDCaUJd0hkFdqRcm+/gJbH4hL2Zn4RJObuc6gYNAzn5GdC07NhY2XLUrgCmcryy
gWhJn4xya5m5Nv05+WywcOuqLK9s0UBNdTBGfNONfnggTs8850lJ0u1RQ9/xA/TXIQCxGzPONOG7
edFPfo6uqNyQwWslGxczcL0KxIgIa/SMqNiaYezceJxpHcyVzBL8BuzRmS3k/OB1FGArcLwBcqUe
1SJ2XtKRQKFWergu46EmG713wS9MFjuLPwyB+CldwupEQpyGP3GH1YnU5ugGdUv1rYln86nXy/EH
gsjO3tgRHCP8EixEifK+ahCHLkCdg5IK84K0NoK0UUXAboc3Fud9G/gZ3B8cHsQHXulwKMhxzDx+
Gc8Zpe2rilzmVRw2BuBavtjL0jVbNsA2G05iUiS+mVZv/KIhG1xmDNOwK+mjfV0GLGh+Pc8O0zUq
7bMs4ZdbW0sQ247innzofpjZK1EFBFBTdb1+xiyrd4BiIsAng4mTfoPl2+7WcdukmKd5KfF9dMyP
Txsph3tvaGwJxbd3sr1OP+gef2var/muunY/IeHES+RG2u2kEVai1Z3AkjqA44Vn7iFxNwnXuIM5
hF8FbKD9RSeGKfO7vAqhsYx6a/h27ridn7uI/FdWh3mA0oW2faKNlcJbjezNlzJSEktUoEguGIfy
18jgpvBlyb67hOQoSBoKJPq+GtPidE4oJ9AMpl/igdHKL2n33YnBjtOtCl0vutOxFWbqR7EocXmR
6fZF4ejBDC1ClnSRVuK7RWhCvaYkmsFiF4JQsxRG80Oq7Hg/mA1S0VoIUGYoHbXrIiM8cjWZZkrI
HKG8/hiNJPi6mYWwTlmGCsBb5901Z+45IWhHZJpfdTL/0dj9OGwtB4bO+TDJSezDzLNPCijIxor5
qiVY0DL5A19UeNFifvsBKQDdVF906ZWVO9pTSeBqT0OlsNCPaRWQvBY3XOUbVkbQ3hTVNQuOl9wI
ux0vclZ5ZlpU7WwKXbtA/IIQANxcZ/qpzplkPg0Ch7TAvCRCkoC6yOv2wVCR9U7CGdzDQQaadW6w
/lAZThwrLtFAI08UGjgFsA9eEA3rkTeqJzKdDOUNZBrdBE7Aq7kaM3A10Kzonm8iwuO+kiZBZdHX
cUUrjaEU/imp7pvaSIJ16DhhslWOHX2LdWX/tAO8nX7RU/xAu4vNn1bnDFeg0BWyPbjO4cqSyr4C
pI8FPM1DmIaA83V3JQqeoB+4VNPk0g5s5wTNVCRDOKFBWeQKeR9pcXQ2hbZ7M88hsTM0Xm+FEVly
rxWVxy7KC+9g40FZtnER7kofulR1aPUEVhDcWPENpsT0S+KCq9ZtL+Tt2ETjLfHRggALVHlwjM0A
s6SjV8GXiOnNsPXyrg2ua6lCAg+kbJc6SwYLdwDJHDQbFyUJDizP2C7l9blGrUBGV1Ise0+p+itn
mKLvuVa35FbM1rlrymZTGVkb7ajoWVOGoXGT1SLJudC8gfgHsOopLlX+ne9o79W4xkbojoC7c3ku
u76/naWe13sEI011Ug9TfgXyyNmxyMTFLpkqa96EgU0jIMCtSJ5UaQW/gkjPrysiqTaVtRiH29BN
h7U+zOyTguWTsJRYyzG8JxO5Uwn4LngVOeayLbQ8w9gQG5DOFLqd92w0+OLIEGnydJ2XPT/f5OWt
ce6lFu6byrNCG6pja6FoAMuc4uIN5A3Q+uwOcHvQbNMlUsLvtaZ96KOEIFercer84AYoq3zVxsir
aY7Kn8lUJo9tPOYxjWN+kzVqu+aJctfTwU8OYbFtp5bGT4+wj3P25JZwEFrLuS+1mKaAZs/5rV7n
kjKtp2LfyJ529AYsdfitigfjnPHxTFDImH4FrCFO3ayLCIUzhwkcmHJBuvVNt7PH1IHjVM015c/U
TzuIy3lwIvrmlmQQbyc0laPQTCm2dkKZ2qag9BLnIw/nqnNIfDmpYumesd9aMBdiHaIlVELiesRJ
QhpYtGK4UV5Xs+pvCwsw04rjNLnq7pC2T7lV9g9TVkzXOS8V+V1eCzsDNn+JD7cuWvuE5RWCGCYu
HWttktUHxjDYcz3azfz6U6UM1m1r/KmyltchsprxHPNjNW+qpukfRNhDBUuM0Pw5TuFC0hhFta3q
CZCDJ9rgBptxmflhM6UXTKSzZ4xx+rD2CEW7L03ZRxstNrA1hyjv5CkJAuNAZuE0Did4sl2D41Xd
4AKtoSlC/atTbKDZWNNM9MaWxIOKgB1f6ySI7yjSpzOY0B1vFJiFdEtw0xyu5iwAel8n4S9aWk7v
s/fa7TrDq3dvq6Szdg6hZc+Z0Zt7KSbwjdBfgodlKHERET4S7/kVhg3rO3CGyDTHr57i026yJv9C
WnsX+mq2ItIAXS27wc3geCcOFtBoLSBZnc+p7rk+tR+wqr6eLA4lXfgUqYUfZpGQa6+x4tTES1mh
JIXPyDrfha7SrWwz1y5xZuMZJUdSb9YccobnOVVat1WTAUQFQciAsxF55kPBv3M+DXVzjQfGuMwC
Hs2qMOGLrsjD8e6bjkViWzWtY6x6EP14EO0o1/w57LR7pOiQJqOagfd2EHr+nDqFdlsnLvlAc+cQ
+TZBBuafJLN4KUIXqKonQ2zMAmZK5jsJtdomH4au32q5LE4lQWzRVsmOihnk4dRwRgKCR81HohwI
lEj2MOwl+Ut2Oc6e35KW+R3TctFs6L1UKduKVn4JFSxgH3IoOXao/qsLTGyVthq7mDNlOWrTQ6sE
uMAMmli5xZPr3pKzptSWFLnw7ncb5Y8kcP9vkq8YSbzoKL0RytEvaR//9bP81/mjeo7zV4q55b/5
j2LO/MuCgwzggo4WA0xP8B/9Q8Fy/wKhZ7HdQ+1GpUXD6z+SOf0vx9KZi9CZxXFHY/jfkjnrL0a1
2MX4r2J3Qmbl/gkEC2H/UReMHhv6FIv+F84HfAVHXbAkE3B1Udp2eRC2t2MQQrz1O8i/3S0fBQEv
q6myNfVg64w4v3ec8szrJuxM7LN6WBv/m73zWI5ca7PrE6ED/gBTuLTMpHcTBKtYhHcHHrN+Nr2Y
VrJbEdJAA801u/9/6xbJJHDM3vvbqxoCapmH3PleOqWI4yhtW6v5niuDbty7hbliUM4yp9mQXVs5
08Ikn7pBinZfx259P+kTFztezT8qDM03JxUxZTImg3AHmNC3UEWOyujH3MfhzGrb8gM1MnY9vuWU
miPiCm0AD2LJzoVZ8c7D2xmfp3HLO6/qtNEKtrlCx3dnKguBycoDqGrj35aoYKtSHA4j4EPRiuuq
trnx3GiKVrzr9B6OFwhF2p4sUfVppTT3xdw+2LZACs3rT1prCF0AecFwOGP6aXYKECeT9tqzQ1EE
qqE78P3GRYFyfusYsqbzTGU1CEGqudRgodx5o6i6yTjI90mh+ww8jtqrPmYcADOY9JwO6b0x6ODA
Uv5FNxmjb5bJ/DZm3HhPKyywNlQHw3wtO0GXYKMlgMHJqW2JPydWC1qLtTk94EMpwx0rcMd+p/W5
eDeMDHBn21Ht51NKm9qB1SAZshxOdH6R/FzHkPO8tUUM+QAz01qj4DKuUZaCnao6dTAZWvcdi2TM
opHC1HMFNDbzt14jimHTGUUnGsKEr9Aq9EzFYlX5xmYDUucA3GwXAGHrszAXtp54WVTzr9DBpfoG
VzAHqUlLklPqphK8MgJ3EYySIkZP6F3a73KCS4W3mSQ8PDGMOZ+5pfEXM0E8QpHM5ypsCrWK/YLy
ZUmj1giYhtpWzQ5zbaw/pFPS7ym2lnIygEVcCHtYoa91fZtVgLUYH2Z6NRQvUQQHnHEendjvmIHi
5sIGX+x0jYeCoo4eUJYtFOcbLY+HrnRLOjrpW2FSSHIYz7wyHWJxggtYJ1xpNvc+Tma65Ja57/0V
RhdaKz2Hg9cAr+e23prLp6Poy6MmVfHVt4uCDWknWQZyVo+TaB5VjuyrYUBynZIp/so1l2lim93h
NesGUDuOTh+ubyb8HV079e+5UtUP3FIZVnCbvviXU5vQBQ0Oy59kycyndXbm2Zsnuezp8VIgkPV0
NHoMzBm7PiMUsufTaYG9AdHzM7ACL0qaV6/8ScoUqX1JQzGNwxNhGONcufmtrlQzqJXWqT0ZqB8r
aYNfTDMZgxb59CM37HT1Nk3SooEAOnIoT1v9R2P2lVJqXm6fWMcN1I1MZXu00g1vyWrnm2/18HWi
UitKfh90f10U8nSNN+ZD/7fYhHot+8QWsDXR0f2JObTLvNByFsmuUFWOJ8CJfdguA9KciL9wk3Il
5GQjV68zh/xEjR8XRKaCQKhTrzHzuyCpDJwmyVfwNfX6oc798MdYBDcRg6TBZTOHiTluh1IKXy2Q
4rmAqtUL8zQt9c6wep1DksjhXIDW/lO6tJqyLwvRBaraVA98UTP3S1lz94K4Ia46d4o3PXaATSXa
0J36Vth/mrW7lX52/Hc0Y6fra0/t8QXeWPvEzeUWDVhF/ZJM6vAoYiajl6YrdWK9hRY1IiNwJap0
fM+q2aFqO1nr7thSYtxHVd9bH2U+iPxAGViMIKvE1cNYVBRp60m10gfeOcybtp3a3TGs1TYBWGLl
0hmiaIKEe9pThSA8B2CL5NNYt7cLpzVUJ37uRtKInaKI8aVQOfGvldxnepXuGgqWsNKlU792Cp3C
1J9Msxq4s60CmafzaA4tZpDPLWV4hW9TvjrQANzQBmE0KsW7zMMkfxQDsY6LTCpEAI5S/i1kla9n
MQqFlnCZl/+WKgVXDSo4viAMspZu2QqRaRzne9hHVASPwGGlp9twnmkmTNO/ulhQWeZiGiR+xUoD
qT12VDdx9LP1QEf7EaFRx85O72M5eABbOsRdqRc/emuPH+SPqYOOrR5EZpKoLvoqJI1n5iEEfPs0
GYVHeap+h4LfTX7pNKvu5RwFXgYog488KcjeyAoGKKhmllwA6/Q9SUoU8kWdFz82m/61vCnoheiR
7fRioZEvv2ns1dyhzeg35X0urVXsNLNBlQdRelPoM3t8lb+6PURqzv4D/rXJrxppf/gV+X/1fvNX
+09+fYCKW37jsytUSZj/egX8s0WZriPaBPXi5ifUfTUfm1WhY5KJfP2eiC3eQ2yCL/DMmyVR/7oT
/a9TAVYT16JQ1HkPehMvwzVY0r2R+o8Z4EGN32G17IaLJcfNH34dkdlxVlz3m1HS2tzr0SacxeLr
3rwUWurxVYaF6joPIZ4cNAgvG+iclMfyZsegvKGf1FoZcyH89W2AnTVd6Pz6OZU6V1NQ2MO27Jxf
32dgKLi/G39dodptjRftZhX1ZOCeZxsOvLe59Ptgud0MJpYmPA3+Qqr2tQGR44SjBZqPsz/mVA03
4LmqJl6GZa0sPqpfO2tuU6yt8eZyKdSH0ato6PRk/dpg3OaxxJq10P/gDmGUkWXDNOMz1x9is9N+
kDvyR23IxD/5a7TBxi5+oCtiv+W/Vlx7c+VabZQ/4ubUOb+m3dza+f30a+VxqAEzt205Ft9YDRMl
IX2/nZNeL/5iu2MHTpSihNqvSQg/XroRowjrSIk+PuJAk+XMp+nw+Ew3p9EUijGH9ChhQOq/ZqRz
8yXBi3Gbm29u5WyNxRnih/HK3ifyE89/jDVXbcNdmrRDuysby61O7uiY404W9fIwO+727WqSiz5o
zCzI6tK+GjRSJRiCsq99fAkMHno2zX8tPX8MThrpctXMtl8Ci9UPu229Kad2XoMKS7UVz2C0c/Vp
GB2rOY4pM0C7hvLFU6ZCKwustYQILeXags68kS3ItWiXHCHtjgppmxW3EjhCla1tNA5OjsaekM5d
56c0Dn7oYFFOssmnl6xlaMpXRJ3v6mqbR7/mieEwOon2XhYcIAKWPSoc+d/zqR/18QMx0ulYNWm0
1DlZ0Plg1wjcDBg7DaQSNs1dQk7jrZohHJDMHpVzvugKxjDNVF/S5Yc6SlrlDkuhGl9ikLRY1TDV
g2kwM54btXeeOmbL8boavadxC46kzXtFb5KXLK0ZUZltWScM4flFk6b74zICW3subVdqaCyECHem
OU6JXyMDfVr5iB6/DUrGVhAP+pEmlfkjWVepcKRq6+eO1ebJYioxCxwQYQh15bKG5dzm+1JRQ6FQ
OO6tIPcO6qCX/4w2yZ9ByinqvjAG5W3BkH2LO909EcBB1h5KDcw2OzpT6mpizzce8jYfE4gct/Kw
pDpRoyU4TyaO8i9vbU4ILS2gblA4kl4fAcQujRIzkzsap1cF2lyfJpE70wzLJivGxyqhxMDDh9jO
ziyTJZi2uFeDNJ/oGnfHTaUXEGx5FfVVJyMjpbkzsvqmtcDN6sW9xEpPfjsRhEeWj0O/C4IZUvqU
wGGuOoed4/9fqv+rbPKWi/m/d03+j/8c+0FmpBr//VK3bvWUt//iv+7SGtNi1G5QRqQxDEHn5P+6
SbuUUJJ/dxnNJRODgMdt+b9nz0z3P1RGMDRu0lRfWb+Bkv/unjTt/yBQzEDaLVisk6M3/l8u0jpT
o//HTVowt84QGwgl5oTJcjHMwr//3+L4eZJRZMQJ06eBPz72Y+W78E+pq3+PeQAjMAdHVxIcNnZG
q+6zxaQKa/kUGYO8k17aPnZn+uxa67iCgkiLlzlv8JA6f00WjsvPq075fZpau9iglq4yKDfO8Mrc
ouW+oS+EF5/71aCv0BwOEwEHiTFhN/S/so9AY5oOI80eevE+9Le8lftHyvG46gC40/hmJEnK2vss
YJYgyMSxSK/66B4We6I7V9fv6luFV7E8krjwa/NN4QY5uKtfKuLQVRtHWnW7mnYB8Cm/nWdB+MwL
rHqhhIq8mxXXk5sS4KYe1RJ+kgbsBtz5jtNW1HFOlHXF2S5+n1ZlTwtdCvFmDDNIczL5bGrgPfNR
az+5gNOy67zbNPQhhY3Gx1h/k5L36uUN7rMesJ8aewH4fGKbA2DQH+WovnAX2dX9/DIW5l/42+QU
qF1stqMO1jVzCzdyCioce9XD6mx8xVhObnHDAdfYYW4EbTI5zrrcQD2le3N+RC4BlFkvrwKFrXee
hXsVneTntBw0FPhAzXKVeWr4tVaNu4JT60Za4KEjZiJTdU/l/44myrO6fKZT7j6UiDyvTet0zzA/
xzs1bl6HgcO8HD4TftBeVd81unlLtSNl0R4HSkAbCR225xjN0r8lc+lV6ZAEdnLD+MlmX9JlKNw/
m6PcAW4+DeUyBe3Shj1rqkVSIyjw1qYYt8npsleKtn2GaSo8CVWGqtPcyzV+nc28+7N14/zPad9i
5oTBd3zJgvx77NxTKcmaOPtl93ArF8CIRHeOOeMtCanUtvGrVsicS8h21jeAKdLkuu/2r8tYv6xl
0XsLRar7jE0k6nJyEYOqlpzOtd1iaOjiRiDqybfqF0s4ITZCtkG6sdsT9HIMOzxIWgb8NHcvsaZ6
Mfipfsz20NAfWjd+bRo+UjTbooApq1NgDQvKtQlpVIdbzaid3LX2IaZt06jIX6TmflG42ZBVkXr1
wiXat8R3jtDRUHAtqivsEi5FTKBbpLjHaJ2mExcIz3X7Z6gZT1n5d0tIL+cUaZ74o3ccBMZQn8zA
nj636o/bP2ATHSF8Ea3cjW4bpNpCC/rplrbCZuD719bTrAx/tPjW8dotvpk+xDr/P+dnThEx92KQ
RgmXf7DVdZe9UHF+T0b3DSLEhWxMtFFcrdlYTGgK6YIQII4lR9yzm21e57bPnZ08tOIAOeEg4kkP
KkvbU2xp+8kCUoKAFBcJSpO81lj2Sq/8LJnITpaT32uFvDO68YdC7M9Kjinua/7eJJvYYSaE3WRc
XD2/lV9zDSAisP7Vti5539rWeZjLpga+Ww8Bg4V6WBvac2pO03GDGn+tNuxg2d30MkPj1ZJLir3t
cD525b3eW0/SaB4LZ74rXEkSN69/CmqkXksxw8aiusLr9PgZ9Bd/XiEJ7dMr9Uh/Nxt2ekzUfj+l
yh0DdYHk8itF/7lNRGaGym7Zu/9opdyX8XCSq/IUDzCiRf6BbujnSQ0h1ploAij70VfourtlKufA
VMzUJ+2bdF9kOjzYUALfSue280NghnZ9e3ln/oB2X79sx4kO4BsW3U7S7zlGGYJhQO34Jld33S8F
4BjcDt8QEjhOtamfMw3CZwofYz+tnSbM+mEIBbbIrmes7NA5HKOK3lKCvrsWNIRCFkFjJMPEQc/o
3ivdeU5RjCgTUnp2ik39O2Hi+nQ7cmOiDD+0LRF23RtklvdcUB8Rx++AmhTpOo9waNu+5H0m+F+A
Pll5yfL9xMuBRMP4hCKumXo0YbWNLnNUfxvOaQmvBmqJ0Z3Wsjngn39C/Em5s8X7MjGORa9GBY9h
y+VtM74y2Cg0E4ZGBh3XYUZsLoN4VTEozFs7sbfcHCjijTt1fe9Zz3ShfDCSGeBVcqStkNusrRFh
KRrhrc78qAHnymd51p3t3Fb5Y2rZT4zqJpmvlnTKtpVzEW32ScUZOboR+hs/3iShBMmnTD/3DF8g
4vKQ6OoGMffBMZOPCppSMtd+nDkBDGLTfCLSxAOmQoNKPs0ca+lmqg3FLmng1LjulaO45zSHXp77
5J2h3E+l56XujhRheFbZcYWQ3qSRZqrKICVvVCjJpZuGnWiUO2spPzKxMKX8UpXy3YGzS6RyJfKO
YEJ10hrWKiEkJwbuSKwtSt1BXOw2oVeEw3o6gbDfBo3r6Dydlbl40PnaB/NWIlElCHbtje8sLnUy
70Tq+iBUL6Xp3LzZIFndb5OhwASCMPwdiM7WkPhpWe7GKTsteUdKD7Rjy0HDgL9kNdN0cOsemn1J
81hrFh+N0jzHc/2HZvjTgvvoMX8ZVHiTFU+wwpBnMzQTkpAWpYXzDRfDDvTE/B5s923QqFGak+Fo
8uZj5+uACCppY+ZryokMBW2/NwScWzs+7i1bycdiKyx4y2aE+KyeOZfvGtHBw4LbiRzrIFOSCkPf
B4c8PXcLHcngAWkYzSLi5mEu5LtlVM9ElqEUbVrUDW1E3Mb1pgyfo93KbGeyVKXDFuEBRUWDz7YZ
qA4LefvdaOQE5Vo/R0YZ7OkgKiz+tMXS37Jt8VSdk8nWhPivp6apr2N+gGHCEO+sq7tO8Ol0xJHq
4kg/9B54FvyOmYqBHaeDZjSyA5uY7hd9HOWl2G0VSaUluzZYgKOq/JsM6bWuCNw1e9Cq7qk1qgfQ
gFfdXh6VtAkXI64+DLPwytF+KrrhQ1V/qsrYjc0PAcLj3J+05CuxRp9y78OsAt5WZizXclcMkhXh
3KqSIOFd2t5Nzmesk1991XijY0RSyofm9mitb7Vbh5267mHIuxurrFYTnZkCxX011gIH9quvnNCS
S6QXMDXIGSwJXcI2vzszIB36nJcWEJFlPxPzbJLqE10lJ+5a62+ytAI9tvzGcDxqnZGXlnWvzw5N
zLY4aTe/dEISU8anfHbsEJGZdrH8R2UwIR2LU2LO56xxGk/I6ZKnB80UDKavQMcr9bIsEPlG868c
OyqbVTN08mZPYXBEjolVt93D/SQPzEQDUHcgVCTwcF16BwhU2+1JhQGGmhSfLuAjbvKhRNlr1I2I
rN28OHkfDk73qPV3uuQxSPWHMfsRDAltGn5vox4p4D6C975n4icLtgpukhwK1vnxtUs0zh/McGYx
KSYZh7U1R9TbvJqTPGQcnS5KmbWV38ea3xcsnCaEDZ79uAiBuS/g5NaOxjNkPX4XudM40aASrO2P
hnU3IhSy6Bg/dry9NDM/AsPS5HFG8ejmRry3IbL5JWXOTUcQc6oerFb+sR11gGbB78Re6L7IlUdu
0p/LyrwVTG9datcByXFuvi1KG2LCOJwuzeZYqgA+2W17K38atxeiFKiufKBNfzAKN0g33QAX49yp
ZX/UpHwdzI2k3vpmpfNrIfS7MtNO7BM+bhAKlnrqDDXIdEbvm2av43x42jaelr7T/dac0NTlQr5E
VFGtm1Ga5sixhd6GbZ6eOpuSAHNEoYOfQ9+dDwvzOe+3PaSNgKvO88pHTl940KMdu/lWn6dad4Ie
PKFnT8OLUy2cdUc1Ded82+VmuyI6WNgUw1efcQvAa/nL0RXDs2b9LxZNvSSVbbJ4TPUu6w3yMKNm
1oGSkFCwtUKTSEH66ilKdxLEovaJvu46IDp7RzWsQ5knhAnjp9LekvtyUWp/6mX7IjfJiptiyIir
si7FddmwX2ytVSNzqqvAZfTgxubgLL2LtYl/YzsBolEEjJOjP/pvmNZIKU4T3ys6l73J0AkZDku0
xsYBImm7FyPhK0W5OE7n8sA7PJFtsziRVGY8LNW+NTxueyZ+iqABpeGIVHljeLtnlFWgWdrufa4S
HtItTuyajkWaiy3S56I/lMVA/xMsH98xRUic9Vi48aOQBhHcpr2kWQNisq7v5QTzZqq/s9wKSwkZ
2DZbI+yygnHZqv7S7Dy/z/Kk/9asrd87JcFThqIhLHF0I1K4+bPIlZ3TKP15EGbt2wTYPRi1fpeN
Lo3ubGSSgI2zqMrRmsxnXSnJlthoaiU3LauuA7HoXxNCeQTTs9tnpq6Qc74180IT9cQkjQPnn12r
SRa/lrEW1C2vd3Expj5qa9I99nYduuJASOOhV90rrf9EJekZLaZvsXXebG7kUWQSiE3/Z9TFud7s
qxg7zpq8LPoofKrlknAAQxTJJrP9ba7TK+d4Jci47O4GwpdwLxELW6vqIwB8uq/Rf8edqP9sJbXr
Uns0Wn2/9uLcMJOA+nwl+9SfCoACpvNxS6/OrvipmU0u6uKfnCxgKfEXiYS9Xv113Ndk1l4NrX+S
pflsYZIc4zX9qwj7y5L9Z1P1H0IZHzODn14x9SvNSmUoN/urTXgV1CxkHoEj8zIcer0NyIiSkf6u
uMSfUrtB/otJG04TXXlWb2HcoeA1Rc7Hy0EiH7c3qVqA82hD9rq1DHKnvSiKsnn99qC3S7o3yk80
7MTDjoccag3XRnR2CNS0DOyxJ+mnWBe9LynuJ8ficlHYGvWRuQioMMVRX9pjlY1/0gX3UdRbyyJj
L0GH81wCPdCpmWqS5A3f6IkBkwtGzaWFiWrhvnnt9j1lRKHZeH1iAIQfizToBrbrxebQts7h6qiB
WuY7buWPsJKigcEU9Iz1a1am/bj1sMKc5CfjmKMl+anspvtanb5dGFoB6Wwu/YIhgq1+dzYRAcVt
fSonObTXYS2dd5lXfECqM3i/oUo0YV/osEu1zywf7rM03lub7Rm3jUS3u7B08jK8TaAuSgKLZDuW
pruTvcWTrx1h95zUefTUcnyxSEZ5AJF28SIiBOyg0GZYrAVlWcBDOUoys7DSE73u5bB4KNFwvg39
7caFAiiNvKH1XLOJi87DISXWnQPNNLNmD430OMIPcIb2MBpIGksMQ8Mdid+ubnkGV+uvU6zdS5le
LAKPg6G8Qk8m4qe0HTtu7qgUSs7TPunb8QxRDb22Ww5TuZLtTfNheONENJ7dTv8L2ZBs8xYwOcVJ
O+1R06bEukzrDAiJSJt2YOgou8zidjjBfLJn7HNnIQSaYKnMlj0/5LRT39SMJ6Nrc/7BWN8Z+zzO
LXQqkvJELqa09se8/9MR5naXbyJ8QVENz2m2XKbM+NfUJv474+pk2FtSEpYp1xcSnzOjDUmF0AT6
nSPGuKorRhbudSSwBve50quPXVyf+LYHP1f7Jzi7PAm8JCH01cVbjOU6NUM41b0PFqb0+MPXkt+8
Qt3d3HR35GGjorKbnToQs3BUdhhzuH3mW0lisfMTOpRRu19jqwnxUSganS3rTO4yvUy8GgwtcMjI
1/cWF1q2qxlR19AFhEHMo903j3IssvPIXE0oMpAcjqbvqmE5AkPDrFvE4ll1Xjx3soUQuU5QsOBh
EjgkXhMgBRHcX/5WDTlPrR3u83GNxE2lqAXoT2U/D0zuTFOk4fFF1M0UXZgtPPYDIvmFRb54c3SE
vZy7AOs1k9VDdcOJetZgVwxJYt6N1L1fRqtfXlYGh76UUk1+ihq5c7wwmrLPuuSvoTMlnTDEDxsN
x9KhBm5iMT2WjFgVin2cylfKdcOsiRlmnyD5jNbTCAJDHZZ9wYDgbjIO/WL+GBnaB1ZBWFnZw9LU
kZFv0UQ+dkXa3+7SsX1TDPVQKfJx5iUml50+9rTFM2pm/ZCk293OKIY9h7F6TvOToqlBY5u+afU7
SHbPjvHXGLB8MyhnpfFICGANKkKrYpy/9bljF+2awySLUyaqcq9v8WNudncETXaMMbALAQbZTwOP
fnn7XNIye2Ry5q5igDAiYkTytjOytzL+6PPlrA+kaR/xk/bJbEVVu2lXhCnbStA5y12bY6GSPtA+
tx4iew+WN6SBL8A/udzCqln8pzWesk30ENPR5KTxvrahtN51dDk0vYW2R2fKL9lCIpJtSRmYQ1Pq
ODSp1+Yssr0jehyFUPeahgRCJ9hRNGx/pcZlQOuephjYkplZH4paMXBQ2EwWckJHqPecwnnMsFjy
wQYLZA1s3G5oSz3DYq0Eykp3yq3nPhGBxWI2sMfSqhvWSXYqG415ZdSeDAWoV/N9oq6+wmlPr2Zk
BB28Edee1SWNMk8rJqEDOj6XnhU73qxQz3sb9mhp9vDq4aNXrj2q9JqA86WFkJ1ntZYdB3CPqbjA
FBvrEQiiJFCTZX5Pk4dK+WwGPZxrqLsi+bm9YDagVbXudopU3xlRAYw2F8j162VOnhbhHHthHexU
JYqc+fm0m9y3gudnidWHsWo+Cyrz/IkCCL0tD+7AkjwPTw3LRbw+53YcNJvF5MdtQGS4myZzhwXH
Au3uaoZvtPKzd8E8xe82wgQp03l1sMgyxi2LYzFWjNGlvr2qO1uMx2IZorQK6zEs9Kd0+adXX6Xz
Tnk5JS/fg4M5K6ebI4wv+tFnL6gapP92LSq0am4BusKlLwEowv7LNO1iukpUTGCQrbo/VckPDWle
oVV3kk7iJqGGbSSlt65EKzozADLnE6P1mfqFhJ47kZK+Cbsg8Y16w2XiqKefqW4cmB45KNN9Ca7S
L+xxLytzn4EI6Sz73qqfHOOLMXxPX9MQiMxjVXKpl6ayG3XG00xZXPusOFGrAQ24NkKNWNxiSNA3
qNSdMj7Y20zmO/luNHbCpW/vS0dHvDHvrUo9b6x6XZ0dSodcMbJWfZSq/tZqjFl2b910qXFC4vlV
M7KoTX4W/ASCZ1J/q+frPFhEwl+bdeHD7X2TYPz9pozqEWLCQVkei5vPSPMwYfchLAvnaGbTWZUN
onBCmO4924ZD1s7Ppf7JONOtYBpAkcmkQe3Z+OtafEqsDzNz9nU75fgu4mVk2odASnmu+3yXdeWp
Ga5MwTbPWpaiOSn7jgY+rVm4KbrkZZ6yPD5RAeTXC1Q0fY1yKwk3uPc0b7LxO/5Q33ep8DclZiN8
nM3nmrEYR9erOzsLk+Fz1I8rgu9wUEZm5YhTFXPuTyrT7r4mz9ylTO1UtXebykeHQJkeC+fAjNhB
SY41J+Q0DwsOi1lY16/ldi3tKrLUT4VtPD+3zXFJxD7nDMGgCHy0uzkLS3VlE2FgF8usNbysSAKH
imbgftHtamgqzT7bvhl+C0itPZTgqrvlzQFKlACfnMr+Do25mW/S83bRLK6RsxGpdXJPu0JYasYu
N/apmV1kd2cVuFjwT/3c5KiEupY5U0Cj20F01pVJJjd+YwuAEFaHaney6pNV3tkqQbh9MyAXRYQp
vab9t9SvRo/xFWbAIbVWPHYVf1Rr7uIMSUQvSdkxxQ6vyauUV6nl4ZBhdkyka0muMbO0W1tj38yt
z5QEBs9F6jy3ya5zZ3JGDwwsrDVUMIFonrfnut452cjo62EwWFgylik9MskdmIv2R9ucp1TUiSer
e+C7OmYFFojDJLJLYY+udEFS0e+tm9UdUAh4Hq54W9cZ6uY27imB4Jw4h0WzHcg90n+hBb3GZAO/
RDW9tESFeTdUQdo/K56n1NG5JBB0mtBFrPQQx6VGRMCpDubac0Erz62GaFuOZwBP4CCV9jqk8dds
N58Glv82jG+wP7q3fCrrIzAVjoVa0d6trvwolveNQQ1P7fu/DHWfZbUBjSpQe0ZCXW3opMGgOlGl
XAvA2TeR3F1XOmQUVmHyAes1VvmR10+l7rgJEwLsmuzFNFUkjj1ZB2W/9LtFh5+94treJN/ngvtF
txGKgY8UVjBDq/a8dhz467ByX1fttcsvhh6DBBy8TenChueTqd0o1s+VMd1r/d/ZUA5ZIw+680WI
+jFHhdWzeyq8cGVkKLaVs0wXSZTkojmk5YGgbRq/6/Optp5QuS+yMjh/D5uvWwQOLBURqu+GJzCc
qa8MxodrzUHpfjhTe25tI3BbXDZGcz2GKlhKKKUstzt1Nb7r5I+JeByQ4g5dfWGCIRZZ1In6gl5g
oEW1C9NP03lS+SZ7NfPr2dpX8GyvNUOFH2To7KhY9XverSHM8UnCLd05KBKu8sE9m9dJ4AL140ex
1UxtbBF534ekSltPtbN/MRmavtTvQNlvx2yBj1Ek+6436FpeOKU4SgvynCe501CnkUMDZRX7SSgu
xjKjvK1kkk9xLzXDqHQEmJeycJ2Tkw3T87SZX7bKG167RGVRhxZX/oxDd6DeQyE1mgzYXij+DAMv
DDrhiSzLg+vm6tdgKfa+30bnaHNFEdsAmu6LIcPRozB5QSpCYoE5Wh2Eu971o9GFGh2CQR0nC5pg
2j0oVvy4gXE/MN/+4uqJ4aNEtn4atyrvU5/s80ozHiotiom6cby+zmnHs6XMMxMexpebAolcgUZy
5VzMa8d65DnDOu8b3cRGT6j3eeNiSIzKcLcTE0PDzpld5Vh1o2aFNsNDkUB6D8xK7luxvCULv41u
NpfQlG/z7OxhuX+RLYwKEj0k1fTXRN24gulRXzJUp29Xe+oOOMQRML9I9umh1dXz4KoXwdQUjB2Q
mfqyHHNmglvCpueFhlwmuBV15/Ik3Qt7PWlNMjleWSfJoS6sMlJbQZJqysuS7oSWiWQdlWTXE5ZL
A1XPBWPvlaErrCfJc1bQ2EfkOkW8LFK+bpCv+W7+n9Sd2W7kSJam32XumSBpXIGevvB9lcu1SzeE
pFBwJ427GR9nXmVebD7PqunuLKCBqssG6iYrMyIz5E6anX/5jlesOyn6gyFcb42LI46Dw5+pw3VA
oyUnGdFWTN1NFMl625nVgyvs6qG2MEhDHfkXSQNqK6qsX+fUxp79Tp5zmgdrRs16OftEwC3JbDOy
p5C6DVLFnJg99YNerFH0rfupMFk/rbTX78RMYQfGQDmTmrBhuTVjg0fu0OrY3LbH725YoUUprMc8
kt8Daf38ropsgdgQ1+J9Kv3mN8t1rQXMiwmEDkpTkTft7zmlxx/G8/DDM0iOMhLDZa5bkqV5i7pS
ZpjB0mjO5Y2Vsaj0yFg1G/wWuDEsY8agUGuszF+jpCxUJIV933r+yxgikTky2mWENzbJUIl3LHeM
6VoShLdnY+2YxNe6arJWpjSLjTun4VtMlhhVop8+oIT+JBQo+13lTe6p6Sbx2caY3oSu8h9ZkaSn
hM/N3rTInEzGDpp/SWBsblDavGQ4OTz6O2AM1cmDsDHW0Y7PoufdqNxD1bQ//WjJixsmTI7YkZy3
yl9S30Drj43R4V43mfvE4F4GWXC4Aybjvo1V2JCG67qQBZw3poJjGiO7RdoNssfkrtOsZgsOE81W
Jga6b5Q0nQ8GIWiZgwtd/ECOyR+pkrIIsVIdBspcr2A1fsBeKDdmORc/YUYEeNUhFmHFUmvkNIb+
fO2GmKzuzNXtRmTkQw6Z7ka6XFwsbFYOTva7VQ32pTEj+71nrtlL0JfgX2bWxLauTeBYx9xwJDcq
otmOvRIZMOc+p6GKAB7hfxYsN+S5tupTdqvtu1MSbGWjUnAuVcvn1mKoRLlkDb15zgNWvPNVdIJf
0mUhNI622dK/zu2LWVfhV9Ea1jabDX9Nes49R+y82JjcDw4o1FyiOEsv3WioV39Uemm3tnffWXCT
PHjYiJXS9Y5tK8K7IBf+aiR1fSDYRNU7NNB0VANPgvf/+FXQImm3qWEws0SFuWxFW5FC7ALnpMGw
k04lesnlzK/Zz42dywCmIQkYNaWKnAx6LPruTCTEIcNX6/h+QABeD1Sk73NP8efrqaS8ZZZP/3fo
kzM4Ar4bt+QtjzKjHLuyt7mIXZbWS/M1iKK53YB7UjunLIKPMe9pb5t5OUOWZl3rg50T+/F945cZ
3UqfmY5+lTBiFmWF6eQKCrYpcaoKiSIK78IY1aQtwmEF1SXgY0ndPYHnexU11JkwMdM1XTvWPPie
xaRY+9arU0TiHoGH1GbnycK68/J8oNtJapD5QFrLnBDJ2jCCzOKZtesT2gb6d+aOK7atrAK7NkDE
ZMGVRLXeqmjKjia0lnXNAtdl7Hv+Lqjb/iEqVHqVzBeN7Zd3GRdJQh9T9DuVrZ4WURMHZ1mn9yqU
est28qVVteZm8AVGLtSLnZa2vUxHGb9NEOsO2eS+grFoLvRv1b1t96zFymyx5o9l87OO2DjuDP2x
ySPr7fYq3LghM5QtK/08mSMfAt+JB9pJ7la3kl+rUr5FTmvuHfLmT97gobqo0lqz+JgnDX3iapKV
vKJUSQPrXafTIjDH0Fsl9Eh8Ss8OgMaiL58TnIQomOCrFeV0jHLdH4Kpa3giYmOlAiv4cVi8jEsd
9Jta4vryDGGqNA5fD4tr/q8MQNwZQe6rHnDMaYhvw3nESaYtgRir5urOr8m4LrKO631P2XOftLm5
Y78CX+FJbGFybOYuDPYs/kXxD3zC+2Zz+LPrLQHznTEtnY3VKH0WutNro4fOQsedXjDbsx5UVEF/
CqbhokdX7cq6yV8CosE57q0NIDSb1HAncEkAdKRmxH1nzO9Vr9JNclNjezt50GUrLprPlqq4a4g1
dpK/KxL1kmZBcXW9cDiNjh+91oY2UdzyNwt1YVkanbWalap3bV1uwtGZNtbYylXErfE5dIe30DaD
NUt9EUdrXQwvwSQSn4pw7NGH9XrkpNnv5a5tlLuEa2Cfs8zB+Y9rc8P1Bx+pwJUIHIzKGYP04rsW
sSxYCTcn+ajySVBD8dplm88fCD3oM/WkvqJImJTTFNmLCcyHYgXjWsl2Hunn36LEPI32Wiq6tVDe
ItzisiaWwY7ptT8VADrspOfQ4CJS5R2LlIZxX6LmgQSxGF/m6MOOczAx5ugRGgqZQeDyhPmnVfHR
RTbBAlFCil7k6S1/0aiJ+l1M5qRvyuiniq3gpJH9GrI1q1kYJHmyYmWGNaxtczIPfEHzXWhP/leZ
h4QzMSUvhDgE/6LW3xYzFeTFZNnGnWnTXm/rfBf1Q4sCEyvizdAEGmTdmNEZxM+FbxtzOVihgqxT
lD70BBu5YgZjTa/CTnc9948F/9rgtSjabteQrNMLOGN8LDGovHHVdXbiLZAF1cXOhx7JiBTbnW/S
XG6nSu0zOwLSS7OSaLjfZa/QWwoyX01qr6QVq99T2aQX57aOq4bzsXDzRHWoFqE6kH/F0QGkCyAr
dGeAv0Egm/vc0dFXp3x+dDQ+zYtm/8Yv3dfz77wo6kM4m1T6/djAKRDjzYFV8QcJDPdi8Cbf2AhQ
B3sc05pwjJtcDQ04kAJ8f5wGZPIp6a3drMbunb0jMQUil9s0hcGHcGjSMxrWrRttc4tO1HvB/MCT
WBsIhj0hj6chUvPvgo3L5zCKxk0NQaVc2LYBXMr1zeVgkvybayhSWiNZsGyFdGyR6HnVzg05VspP
7UXF4U5lOTAmjqS9Rzn0YPuc8PmkqnMDw2yVZlpfVE2cp039hwh/cqN8kb0nQd7QQGRsPQ7GwL4x
5a1b+k0fTaQkxdiQeFZWY7n6qn8xO75UFG/MFoGu949gowkoTlfhxW8o8IQRTN3eFU0mtn1lDxdl
RvjTae6Hz603yF3tFSxGgcq2NkA0XVkjz8HAzl5OIb/kTdrPkKvoTxFfmnVwN1N3WPHMGKdEWM5X
G/PDTChJcX7GDTZ7hYwXYA0toniernOWdXx2UA8I+FCVWCqfV0TuZtYrL5OvAVdxjy0cLiBbyvU0
GXpTpSo7R5qmyTKKM56FCVrIpxfq8BrE5yLC+kiOoXsflUl58Ki7/QLwy+kUnRoYFujZC9/ruQKw
tW3jW7fTfDaOTYxO6QwVhsvRHUkdUqkyLYdIbXl0qhR4Rxu6jJPRrHjog9sWehg3/o4LivuNJ+G8
c3JEMFKHIsUs8d3vkA7by0AzaFcgZOCeY9FTxmxNg4t95q18yUaAVVFUNaQt6np2kGxLq92x8fXF
RP6DJzBb8X0gDr7T7toIeV22E+Zx3c77wke8T2PQuKZzzAGRLAd2TUOxO0XB8GLU/B3aKASvUfJd
/fOv5/+f6pL//dutiP8Nha4lr9X/uRvlP//qn+vdb3/qu8/yp/vH3+ovv3P373/+bfZJ34ruf/mL
9Z9R/Ovw0+qHnw4X5v9vaLn9k//s3/x7oP9Jy5///b++66Hqb79bjAn4X7P+9m0L439fD/j4v/+n
/PprO+DPX/G3eoAQf/DNDVxWnFKpJ41P/v5vTXvb/oP8P34q/zeYITBM/9EPMII/bMLHgr/PP+Ba
rPj4j6a9YQV/mCAiLZbZII4BnfH+lYaARSXhLw0B14OgwzYIQc2euREM8z/gqntJmMsAwrFoEa1I
zbAcJkX3KjFM7I7+08JKApd7sNV68e+utdRr00clgIkpteKJzMDkT78UDl+/zYIqRhwtTZMFdv2Y
Bj9uNTgpJamSN+ldwd4Dc0mEpq5f0pDUabGimaT2vA0868MOVV7cs7K0hwmRWYYJ7FKb1znixr0P
jYrQIxfupDrHqYGA7vBYD0hi0xsQZvZToG3rYAPhowRlo8u81AjhmdVygPdKeKtYhmZ7tAtiMxxL
UwenqIyZaa5guivu1QwVRomc6sXBmlbm4O18FMt86803zU40hP5nkPq17YVndJ/kiYF4PCYujqpq
gx46SKremq6QB01qkP+wbnhkhbzcpFH97siyB9FY/eIJzle2tqbjxA8XG8jhbm/4zSeES4KnLkvU
QOsVGItTu3VVnZ1Nc7iQVcD5sulg+GTZl1aYdGtOUWdXjdNw7LqcM8MU7xqi3RLxJzhWZeff2xCR
1pljflVeMawisxl2lQIBphPxCs5lPCJwjIfEMavfCV7XIWqk2OYtuCgZTmLFUUSsnzUXCN5+/+aW
Ac2rHnpkVke3Ahr8KilGpsba6S89Kjgt9qyXDR4qE4fIn5UnEQ4oivJBLVpp1u3V6OY5fGfOzDsK
DR2/hGJixkqSRQt1SmHOhExIBFSIlNBAEW08XrIxlQsji49svbChzOQlPqHLDkh2GEUxyDk4pevK
y9vlWFOnWLihmwNPDB1aj3bV2B45eESTTvVPuUfiOsioVplBSyfLcPTNOZjXWYkIHrXNugrH5mYX
0NZcOJUzGuugHYPwAQhf4W08IxzOXYY8SM+NU8ypiN5oKgvikc1C1FYGSE3vYxsFzk7IPo0gnSUi
O3MU1+mBD/yWrC78r8RMTGdviGjID6400Sgn0X50pLwfa69y/Q3J0ineFjEEyx2sV7kjPn+1Z8K2
bSL7n9nt3X3ues5L7iBHZ7BD7yv35kDragfHVpLsoOlxLAMjIL1E4hycgqjwKqZUb4bYICs7Cypp
310gKPCK/JZpKFS0tUg3zUs27t5yRIUmhkUOzAv3AVwh+57ICPGQ1KI4ynMwn5wxfhC2vGvIAmyd
rP8RnbSxYEDs2XUjXpGM/Pqto5deH7ntZP4KVzo/GFpHFeTEDKt8KBw5rdhYUHgr0HBucyx8r6O3
7Rc3t7F3p+x7ZKtiuETSvzPqGjJ2O43wcRa0qKnDVGNy826dD525uA5IHd9IjPt87IBWWLEFGGxG
sF4kQeOFS8m9pNtbrum+Oqo8YKU2hA7ywfwadSWYE6axTQ2eS6F+8S6QPh0hvwhWAUdHDPyRTdab
uFQpOYHRhuxgzGLsDmmYNnDjom5mqqyS9msEopoiq1VI8rioRAVDfBZ3gRDq1itOjCjcGQ0grHXb
IjuMcnAWMVWyU19Z1pWHV60JXNVnZvBhK+OUUmdczO+azEe67b3JWPojZUFypL+cjGzRIIZh2TXO
Tb8aSKqP0/yszeJi1G23IEfVbe3cmpliip8KhRT0pjY2dmT4R5iO4tgTpzw4BMC+gyGFGonqdrvR
eo1JoBXCwaa1ZhYw+U3nbvxw+Mlj4pVWnuqPpq9eWZDqbpi09aFo2BredHg6aAAgwGr+3LnbLyvh
/pqUkZ7HvggWxM24VFqT8wrokLSRTueDlybtmj60IjxRK6olwhnzE4DpeeVGQ7crKvMnTOvkgfdt
dEJolPA/FUIIRIZy2bIbZUut3Nu7ZQ2SUXrzR9bH9cYgvP3heDcoEqpIdsqKqtizRS6/Bq1THTJV
Xlj1/ls1Zd4v/CBCiifpfir7Zj4wLjPoR679kMNTeWu8etrypg32KR3LA35H9EyBJV67vAZBtibO
tEfRmi4pR0zLuEv4eVnRrs5HN3wXugqxPdLpfoQUftVOs3UCyp2+1YidKtJql5uNcWIbLON6wlZh
MXn8EJGTOv5LfO+kxv7IJgD/zp+6pwqwrrsSTcg13pnd3wH7Rly3cvaZNEeAu9GJTWC3VYX8LMiy
1tL+lBbrJbzu3igHcnGcl2VTwfFsq3WE2Fiq5hjT0vD9Tm3mUFMJTsW8ySSWdyL6XUaEeeNqihcV
sbulifzd0xxeDHxsm9bRD7bmHa8J2LdOQ9Lb9Amgz3gduIMvoTPxW009iy8mMmIJJI8bg8fccOrz
tkiK6OCpEr6CY+ARWcNwYLSwt67O81Uy+vXZKoDe1KW7LG+aHnCBbxhmE5LOvKdg/9R22qFIa19c
GaM21dMTzCkaSKnhTdgYCQQ7Mfyux/qaS7mgZIu6IT66tiXclhy6mlAK1QyiDBhWc/IaN9NqZOpM
W3IjdsYh7QU4qilrswqBk9jS8vCbU5hNB5qV2dpsyfaKoX6xMawIIDKgwVReQDAD1pEfsybUVKQR
wZjBK7216/k5SykIwl7AcfbNe2+i+DGpTViTP3a1x8nbkvQV3S1eMULCwZOBU6LdZJ16Sc57yTEf
kjwKn/KwcZfzmOo3JuT4JSAqYCyF02lKBEjf4aIaM6dbSUUMdhNKTMX9nI7wPRlKRbFsO6/4tMV8
kZUrwaWWirxLK1YBaeBlP9waXlXWwqQgxrZveqs2+7OVi2HRDDfnZBRwQpNS55s0tKiQRbl5BIRZ
vpKj16vQZOTS7YzWMDd+mXpbniC5sXQp9oHuCQxlA122eaBmUTtyONhhPb+3lW1uXKpJxapNO3/j
1KFxNSreLovOYsXRwumz0tsGZqA+R60DooW4Glwk58zC9yedgD0+56k4x8Ie/VeCXk24tvoxq9bp
2MX3pt33l7mzvR2FJXEZWpdcZBNrfJhJN7m3SIgz7KfwFpdk9xmtGmHNmI7auZNJQ0s7F/l6VnDz
xjhHViLsRqaVBecxfPYVyBZn3U+piQvUm2c7QaIoyqxdTc44vLDCsLhOOr+20sYixg1basF3d+a2
v0XI0MygbArQ7vCQsoytcQO+GFzBl04NKdWp1MkZGsxwEefuShV9tSlk+Rh3GV/o3sKmz9oX01MM
gWF4olGUbJVDtqarHXNVsX/swq0FIw7LderM6RLzQNMpNHdmKvjpR/MP1fFPtn8kh8Qfgef56Y56
/b7zsumT9h2hvS4P15Cg+72qG72KkIMI5KqpeuJjHd8BvHQnIw6/lTM3m7GR+a7u3FdpdO0dI5DY
T0REiNBXjxby+NInuZpAIO3atVPzdkVU7xGCZofaB09tcgpczpPl6N4q/GoUrFYo5kfG/pzyIo1M
esLnwtLu1vVUvB8FZwkLtDWokqR6tSIZ4eX5JXBLS2IppOFGZZpoJS7E2g37X9Mgrmmt5FtpUhH2
S/NDgGBeepNZXqPIkGurVPF3mNnhqQ5m881N+m0S19z9vKYmHjObS/jXwcOsqkczrcq3Ph1+Gcok
rIM1Dv4FTg95tGycUppopfNV5119cA05PPQD4W6ArfGX7H0fRqw7XNrEcZ7DHC9jQe8Shjixvsdq
4hGDO9M/DuzlOWIdp0TXxnD47Wo0Edcox21umd3W6H3ONLtjW63d+B8aIsAFiE21iAHacI1PG2Mt
nOJJu/xnB0WtHs1x2hfpYG9N6VjfhQn7EhKq8Y5kWn10eZOsax1Y61wN2QWvMlx2pDMuRaDN97Qs
bfLDRbuyg+p1FAo5Vox00oJ6W09Iu2MaaxIW7KkZnJBMiA9HMI3maFn7M0Fh06+3c2el22ZMFeUa
aOy8kcI2OipqBVvZD+UV/2VFKWxY4rVRX/MovuDREOfS1CwOBvmrZ4IrsHRiz93yoD4kMu8O2nQ7
0HDRNdGmWNVIfSuVgWaa/MQ9Ki7ytApmUMlGs4c+vM6GTL6lrWld+7Z+gqXYHNFN2V1FgJekV0JD
PTV2og/yS40dvJYtIQVDxOEnxU6et2B4DxyV3JdW7B1JOdqPVieSE9QHvBdH0C1ArCGToZ+jOjzQ
NZx2WZ0I8g0hd3zDDBeZpYiVV2i3igg4iqsbpsRqSNmNY5Y463ywunExVMRmLYeBT3PQ/KISnq+5
2rK5sSQEypjOdBn5YYcB1HxnubIJEguJ1Bok8bEhuHCqAF0cwC11C0YYLLLZYebQhuQN4sz3xP7H
o+FOBHGt5mEUJr36yWL2iV1kACCRd3lTxOcAujhtUwIvtE3g3zmgh7RIw12jO34aUCyoz/TdJsul
+1Dd7j/pRFLRseW36Uc8oY2FwBgK8iFgCZGAPX8/TZyptgS0KtruJfuzqJbEzKH9JJm9Zb3TUNw5
iFIVYg44P01cvWVmYj/PCfke7GLMe/Y1fPF5uQej/3NQTt86hv43vs77qKaL6c8ALrPS8bbGOEog
+TOpCkcSYC8RCtpVFoIzYByMMljsIdkTYXawsBJVrMNIiYOTZzQYRByQJclOJA6CLVjvMwtsHmwb
jCCdlPRuSILnOh1Xlsl6KhkGmDQjZbcmgMKe0+DkBngNI5e84UCucm7ST3QS/JK66Lf4qM7RGpPd
UN0spmYGY1h8jKUzEabpu+4ymgDMi9RezlbiI4hXxTEKI6mX2NfFVHwndhXvErcfzkHnezsbseAj
8udpCaidSF85bw0dHiUmwaPhZSmYdE7nXqj1QJT6sYv1qfB8eYosI4da4pdPjZ8/IRx1N8zXdBk4
B1Z4IOIX88FnII272qq+QZpUn5Oid1roHPdEZJO5qxF0iVSynMAw8m7Fkpng4Eu5prtDlcds060f
2OzbsDz3TU2OuTXs5lSMCaVpM4QWYM9AJJpItKS3R2vHEP4hagsAjdO/eVBt+YpEPBaivsjONm6u
pQnAsT6xTz1e16LONm5fOL8dKo5PHqIOdasRCEI44jhp9Nt5gJMdp7na9Yb4JtXcUN0EW7CyG9Nd
VdZYPiucXN7bSXufdbLfM7Kxua0JDKDrJHaltIHaWXFwAA4/r41QQ75wi37jla61NGvTWLF70OUc
A38lQ6t5bkakEUPNDkGViZaJ4xQHecMsNebvWfnJJrTIp9cmzwOVL6N7lHr+lUU2tVtNR7mr0PAr
o+SsDBro2rVdIfu7dCWE6LZYhO0q0KM62nNobuOGcKEXnCZNgi7g8qWdko5JLct9X7TOqQgAdVA9
wbn1wQF+wGCruBomv5XmLC8wHVcdntapz6Az+FFIw4c/HCRfwgkJjfckws9iKdRCQtigbQF4201F
uc3Zs/LJ8hKFF1cXOzhyJVGb+W2YiZYLPfindM7YFFLbzo8RR8bSBPB1LbDGeHpEtCJdVJ7BD4II
Zvw9IP/ajymLBTadTVRtNG9znZgntRwCZkK83HbbpIHDXM073mfOILTgXxs5JauajOzCt4Nyp6O5
AQVSGXurh5HYpvZvFCjyQhQGoXHMi2JynYVJeR9gD/SnMW8tGjfRbxsKxhFMnrcrbZ8FFFZmcvGn
NFXCA/DIEaG0UMievJT2aNCVwDjC6C4MenCBusuw+EFOco1EaCS3aTAxTX0D4Fq4y05Vw9Xw8npT
lLQ/I9BmyKNFtyoUgKibLxZhCWpSECwaWrJ47ZkDGgSIoec1SEj/tnYC8rBXkX5IjA9OPIOQ9mQe
Az+u97FNqBTuxEVX5V6ytIHyrZLbtoZ0CDqeuyPvB2Z7MANggkkRknhPd5lCWXLMwNqKBo4VrUbK
IVHTUUXonutYvUBxGpfIi/ZHXLRfRe1d4GFTyJjd6QUCSnf7bnWEM9NhiwhOb5CgFqmvH5NTdsmG
43w9tcRkpeEDZyg0QThvag4skE5PkaDvQrjHv8+LDOU1Hrcdqfb9HBMUGXuNgugkn+wijMSBmb0n
M0xmTVF/6JJ6m3tlPtI38NQj7FWXrNmQDzNkS5T4RZlFJnW70Y7ForOpsF06MWenVJj8ZD38Yb3M
s6YjMsnrIXlp8NgWxLug00Dkz6o31UFno/WmhKL7XgZv09zVzRKgevFaWJN8ItUwMT1U0lCU1SOe
nTaWNTslQsVMGCQWjs6iE1R/gMWSF1qNrHSkolBKXnmdWTClTFCrJF6d9WP0yHVX38PtOmRtbVM3
r4SAgcK/vrevPZstUKAaMdBDCqNBnsXU2vahsRqSa1xoreQotStGjHlWQ1CLo/1wMDLPHldTDGXs
4Ew8S6TNvFKdSs8ks0602r4QN9G/R8+DdzKNZlMBgu1RP1Ok5XuUf/DYXap3XhU/lfOQbUbtcU0r
z9HgPxesNVl2BQIcxJf2oYrdQ+NYX5FdEbsvLEpFJT1NU/m/xt6aX/giTM/ot9nWMxXgQY/NbK9W
B1A3B3hGjgCzq1Oz7aztvIRzVQXyHJIFjatlnWIwci0PAOobxZi9EItp+6vdDRXfh1b5u7BESF6a
0Vg9pAhIGVVlgvuPVTvJo4kgRL8d2bKjK/WaDwHdsnKSw3mSM7ZEYtH3tZpll7DijS6bQS52ql/U
OL6StnoqGzCdbZA7D0NquA/S0pSME31SNldEyF/VOwBN7ha9+6hidvPEvCRZkgVhb9sMsrov+0Tu
89AgFTIgmb/MXQT8RAYuqJm0fbPnRP8WEV0N38b6pVDm3TZnRG9QMTVBd6JDYowtVnkkLosfaZ+H
7WBoUAkqCPAM6s46B6qVHUCcyfqlbM/mFTJLV3+Wni7tXZmOxS3mhFqwE4OTEOHuojB7SdMO+xrs
nOr2aYILyWYU2bTiqOzMTQF1WBHrN9KGLFhNCZuuGyFpRNzKsfnPXYxhtg5TXgiwjsauhlngQ7Op
B4y2p5xtDwpNLU85VfUaN5xNSau+0fPc7OKkrDquRTH4lFPQTJ9YQUSWbD6bTT+HLBOao3k9U9VU
SX2PNH2IabUt7ET4C3YktjtrRqktzSzYV1hKjOygS+ZJmwc8ipTdt2nArdOtpq1Xee4G15aGJW+7
BUXheTmQVwrpG93hd7CGIfHf4xYEn++yjWpU5daenJg1PJ23M8GWX+Cis20FUXI50hjER8h4kyw9
i+hqJGUAtLgr7WNlzhK4TuK/QcL1T8SI07U1i+kjaYLkoJBIQXgkqLIuvsSpJwW4iUFf7YJGxYch
YfnIZpJ9K/l80g46os1pL5M4J7DJV2aZw81iPVFChHVpV6ZFbSh/8IPwY44j6xFjgPVp1n7SiRw2
rkoAz5Pdo/bFtdyMinzJFZyOle2x4qbrO58VI9qmsBzIy+jy6GJtQ9uVKFUbf+wFeryjUzR8JJ9X
EknEemMDGVdxvX2Hfv/T1X9uo+q9kxQUGPk2ZStuKTGCoV2fezX3X6MMLj00xVU2pKwAt3TI6grC
vEGaEL6JS/ua1OLOC1tj2/Z6G4zpXZN3u1Z64dHyogHogJmxPxH8zdnBHVhOXciGtTyk/1zEZNtY
1IDt0xOWNziinww/usPtuEUC3eHa+HwrTUTAB+FkZ69JN+PMsgLsvNYSfOfZTPTeGBSHK+1/unD9
V46Dy5SEWfxg6cTboQIk1wJU/po8k01Hxka9hbGQhORDtB3mX3LO9l04flaSjAOgox07ygW9T8Uh
TSGLdO8379vydQSlydPYRBvP1BfHgPkS+xSblgYKwaoVRPZo3VrTbiA3yRoYst8QWMtsb0/U9UUG
2VbPuf2EKvszefFz6ZrYXzx3J7fUaufH07zSt3pQWIZ3HgDse1qGFLbS212hcId2PyZlsG8UXlML
M3ZVNETuopGQT90L444sd7uyLFkeCUBO68Th/cwDHRiP0GGbx3HMH9KSS2xUO+MmwNtcJPAFaGDa
M8twXNLMflnvq8F/rTK69qYOoPFMU3kuDZshMGq3he10XzHwCXpc8Z1/+6G2FmFjBrhsZZZCr1Ju
c7I03loPVtoYDVzfsvolyUtWxQQ0PTJr+pwya14GBjf3lU6yAJxJh88pqvIc95JKaux9Vz64SW7F
5lMVcBaIfDx7bsKsRep2L+Jowx8QOdrL/pTK7iozRzuuIBKpyfigy8+eNV5aBxbIlCtrmMtqRQM7
eRodTrFjPo1je6c7rknUINi0eCxR+6OPFqCAu+4LpYZjE7H2aRwth3MXJkM0TbHaGurWhZaMHiHh
2mXjTN6BBY52+ozxkWRLMAWTt6PeXbM/1zST5osNW8RhIy/yUFrtTv5tB/QtOkFU4p5DM4Y/99dY
xj/85b//cymNi/ypHvv256c/f8r/CVENk3jFfx/VeBg+q19/4Tjat1/w96SG+cefUYyQtAVytSVI
ffw9qRH8EfDFC4Lb/k8RBg6/5u8kR8P6w3T4P27rEvgVrCP9z50Ihv0H/7Tvhoyz3J4s17P/laSG
4/Nb/de1uOxk9hw3sALXpEtgkdn8K8qxHpNI07N7JE+KygXQGjmCNZN7hp72xbZ7Z92FXnGXeIBk
CJMHZ2Cj6susepqcWQTBjrNyFQ+iu2v7Ub3bjM6PTDH2E96w3AxTp/dQDrKXWVtwiuL52Zrov6mk
i6+sAJqPTm+660QbarzdR/QGe9BdU87u91wqfBxJqlUiTYJD2UcUtdFyBSeCAe5wxcgcrZukH98Y
YVG8sySRPnBd3/1wS0sNq9iZbbgwmB50oWriz2xe8phYGK28YbqxuwmKAkKQcqZf5QkmGbNALQXE
1KFMxEZKF8IEwBi6ApHQ7R15LUXlJXvQNMNL51lYtg0HybUkhbz9f+ydyXLdynamX6XCcyiQQCIT
GHiye3JTW2xFShMESUno+x5vU8Ma1yPcF6sPku49JM+5UhzP7Khw2GFbV8JGmyvX+v/v56c07zNf
OuuqABEgy0mvW8lmrZic8gz6keGsEjJCF1w/HcocXkpbivOGEB6GSdFJqtA8xlLwwpbj5aAfPLu7
bOnNTjFTa1VV3yqbiAZjuAqG4bxv3Kc6mS5sElP87DijBRj69o6W89pJOuae5BiboAHM0P9i+F5/
XtXDQ1n42VlXgnWr8ULiIoDfYzd6Y8XqyTJH96Jpq3Mu1Qc3lDejV5VbRgwgpQaqLbYwT3HsgCgq
ic60YhIiHD0+mln7RbExXZeZJz6NTvMpqjzS0rD01AFlFNy1a8aW8d6pxuJLbqobOpPf5CzuXCFv
fMc8TD0dYTJbGh8jQm7wv1VWIzddxLgWSzX/9OwXNWWAWx6mDIFtbchrVWa3NUvIRWwxR7AnvtGR
f6jwn7clOZQDul2EhrRLj3YX40ktotsmHmhQ2AhDFIZ/09r6Q21+Kwbul2WsGOjGydoIx5A9RGqT
XpgUe3rhm6jvziq7jT8O0p8IIVbrBIlB2j8QBaVozkdIcvBuByz+tMocJEoN7ZUMEQi97sbaVuyY
F1VIDT8urOF+OQ5ajhVSaJHzm6fuHL6fxdTHrrL+QlRx80jnIb9sGDNtXbsLzpzQwpxSs0VAUT3m
BAvGaHPCJvtoBBVoQzSGJHeQaxF0pymisHK0dwmowaMb2xwG2dxjFd/WdnZtD/jzA+smnodVlU5y
01rlVRekQAXHBkQB8pljZ48E6sjokwm2UllOx1AxJF1TeeeISSj5AVvQpAsPZRddYFTM8C/NJDZK
Mi0VchWY99VO5uYubACRZEltwl1IXBy4ARtILj+gNshPo8aBxUyH3kNS6n1mNR8qwXYKY4Z/kZvj
gkJPL4yWIiTLa7hRjCUW4PIiJkOzFBfBTUZNfpZPo3VLNzm4Mh3yDGiBUfood9p5SK7Dldd2X9Io
uM+i+ozcKZBP4hbjM3nblTI+5koi3Ki8Ayape+TwFv0TxefJFocEa36n3G4/jFwPE4fBtonp1Peq
HjY+8pNVY4TZeoZfgwvQ7SDe2Gg8mUHvBGakvd1I/ST8QO+6cOjX2AqsT9PoXQdJfqBvTi4dEyj6
Q08B+V7sYSXRjvgH4k0cMplpSCghgwR52vS9NMj8eN9JEtKb+BnkyYyRD/1N6ZMS2CdnzBg3bDg/
BmXzLEHTPCV5w3hdouwZLLrF3drPJObZEVSX5TD16065cK4NsHprrEf2Gin/YXTNBzIiDxOS8QM2
NrZn3AOa7Zuk94tVXqcH4kOcE3zF8pLTqSnd5+iUOTY2ANKyDuj9hm2ByDRoMQmR3UcdKfRBhohQ
1byBJWB98iIE6CvSYP3bNp+Dc/yI4S6LmCqPKipW5GUGd6mf3seV3LdmaDM7/qRdN1sNuCHyA9Jy
298ulo/7kPXz0rZL+64cUB/4bvAEX5x3F4zllE1qhQoZqfes+z3kcMb8aS+fh77a8OlZaDOtY9BQ
B7Nkj6FxtM3e7B7BPSHRFV37VIwKqOVoOc5zTtNEYi2XyNfwz9jAaBKzok1V6X0kov6E0ypxF76X
gLyLv2KUsWHsM9M5pV7cnbI+h++mamw1Yy2g99X0A/lyewxriBYaGBYftfA7FxJUwEfDa9JTnQ/h
boD3tjYY8PBiosshhAGUZO8hHHSi6IDyB3uNK/U9ewUys7KT9NtD3QUUvYdFU30A1pcvbj/k8T2f
QNVARu6L4WCn6pvhFdXRHk08nWMKIKsZ3W4XVdI4uO0Q0zZO/B00jTWbkflYEzB02RCdAbKcS8A5
9KP62I4DwokxKq+xEsNxbR77OY52fl/qO2STPvLyrNm0Jm6EImgYUsE93tJrUTg2k+KRnIv5NnCx
RozsG97bVRJ/NCJyfKYkN/bSjoJzfEz46y3PAB1XT1cGW8tP0aQAYYWUIqyek+ufJTKzWLBbhQfB
yC+yyMw/ssXMn0Kh5hvsdf6G8TUh4NI3dy57+cUrvozHTP8Mt9j8/PcFzf8z62Chxa/q4FPUof3+
Sg/9J/98+Y//qIINobx3mhJYukvBq4X7L6D59z/yJBWt5aJA5hh/EM0XVbLnWA5qZsTPAMdN64Vi
2XsHfpxhmG3atsT2r/9OHWzx216WwZpcO5ygrnZQfzHUcZYy+QXRfHZSTQirUd6ZRknzp2emFG5H
2z4n25mOjj/r6oT0kgDtzOIBXXU9FJK8BmRje8A28NbDFgUtOQcXQ004K4tyNnxhAEdCShiXd6GJ
9hZJWdm8LxszfJpJgHn//5+8n4+Sxe349zuwq+4f/yd/LZYXy9/48fBJ8c4jPI5HzHJsUtI8/c8t
GDJ6z/TYTilaISisHTZnP7dgzjsTKyi7LPZeGsOQzfPSEAUS/ud/GHIJrFPL/98Uig0Vu7N/+gRe
bZP/2Db/r7zLLtHhtA2Qfw7y4snTtnRQzzuuY1uEJrru8vNePnk+ObQTSfFPDj0eYT2MImYlJIG8
bYcHb0wZeuNIHgxgMV38FfID7UrApaNx4ReGP2w66c6Gtze1003BGn9jO316cTF//uKXv9D5ix/o
Kq4Fb4apTLm8Oi9eDSvQRekn3ZcxxCO6tQ1fZgSWpfTW2WNRuf36aMt+80dzYYlAcLEdK8Xbbrs2
Hw2M5kuI34uj9fNY1/gGYjKxRQCnf04/lgjdrv7+UXBJmHxbLDbZzpuLHoZTQoZXHqP0rLhqWQzq
EYzt6ddHWX7r23PBl+RZWK2U52o+Xy/PxWVmHxDnxsBWZMw4mKedQPshmAdadUxCw2P6WX6VDMp/
c3qvb9mPi0jjwLFpMWD3cN9s6qvK65tBAleeENntJzENZ3XDEF5MdbX+9TliKPnzOdJBkKihUbWa
b67knI+lU83gORyB46pbyvVwrmAHzt9MOxOrXx/tTyfGnpB327Oloq8iSIR8dUUJz0mZmkIqSqbg
vpWVuXVl83Uix+Y3p7X87Fe3jpYIh5CsR5oejL38kBePYUxGMeVziNxaCIPtMeqxXA5yy1xmWDvm
kIOQ8qcPvz67Pz37LhEIpkM7BpU934PlU/HioL7soxjZLsbwodbZdmaW9I1Ybex+/4XjKA6kheS/
zTfmnN7DBIReY1HFhcWDQ8oG2oUyfvr1URav0dtryKJNg5r/Yswr3hzGiePJarGiQfLBIheWqGdj
Gt/7KEhuyxo0OvvBNJb7Bvh/VdUHHpdDAod6NgvAOAiKRF2cbDVf/vp3/dVVZrNgASZl0Uci+Poq
9xERbqFnYJ2fnRzVPsMxNji/e4D+4kn1LBDifNRp+/Govj4KePfM7SXXOBtqCNAmiCpcJA32l3UK
Xrr7zS39q2ttSXqCNr1B01n6jC8fHen5Cf4YJqx4WozdIN3PonePjeucB04R/OYb/dcHU6YHydOi
r/nmCpI0JLRcmCGDzPIDeP/2SkSFVJAJbboqVlX97lH68+to8RYKbbNQCpeDvj493xnjehC8jr0H
qzIO3YdGuOdeMQD2AslqokRqH6Awwx6zgDqU88bGDq/7xVHUGs1KBvzaKY8/hpgXfnPp//w8WTZ3
GtMct1tiAXr929SybvKbwToGzBj4SebasrPp7NdP7Z+fJ44iuQpMGhyTcvX1UYRPD5QjIQxoTBA1
I3M8dMNx6g/7wI+gW/36cGJZ1V9/ADkeET/cXr4GXPjXx7MHrF25w46zNGv6pT2z/HRdzGHyTdYF
U0/HDoIH4GoxNN26wd5Wkbx6b4YxsSu1PxQ/ittX04WXRchfXWQbLgwFF/W+kssj+eLT2JK77WY1
p493HecGbvRuPIyTHVi/OfHfHejNelbEHUmXIQfKcc8fCsqErRBk4vz68i7P69ury+JMuq9lMgVY
mv8vT8dqB0uqnqub4zSiG5CjHlm1qFY+DgQCYZ/H1DGdIUsHAedXRfi7z8VfPU02ATO0/Ek0FW/v
biFSPUUt38BEQ6Cd+B7uMgaIgLZ64/DrU0XH+fZkl1WAeyYsyTH5P16frNnYBlO8kP1SAPriQMi6
361k7WFFyIY8MOn0ut6thXWKNk7RaDTD4yKdn6UjvC/CF+5dlPm54eJfydF8sJQUM4mDhdG7xRP1
fZU/10sK5cmryw6LlBOGiGuotyD+JzFT0k9tOXXi3EibgtAOMxn8dTMQ3XAFIBzmcgcLAvMDtvbi
fT5glMCI1c5+vjfrki0oxIKBmTmi8Lnd+GiGTyFwAEBrMb9pbcx93e48q6tQpoyqRRhTj/Y+c6HM
rNH2RV8C1OvthuxE9Lx24cEHcAmTDvkJbZLsG8gy6IGyvFBgSCYbdw5U15rGydjCi/XcmswNogY+
UxDZ2UVSpzUwW9xHtDmrzNFEaNn9kCq0vjrEJdNnbCkC+u502vz3DOvZ2F6FRj/V3hGxj6zjT3GZ
CzhAtEeTnqyIMOs9RMCeGA2gOnWNPnDDTLTuznTht4+S5vdlmaXRlXZL3a6bJkOvHtcm8u0qYsqx
QZUz3yReUgV7E7OQXqNPST73bZZ9wYlWMtlJEuTyzaTjbN0PvndJoK2P4jsWrP5d4eP54W3DzBiW
yj0jusZNtohPYE7Tv1mofwNSKuabdvSpN5RZH+ecIoo+H5Y6HJrUgfWDOcgK12KQGp8amw6vxnGC
WhwmlodWjphSWZ37Q5CjSSBWVV4GHpOi84ohRYuCkjJr05UjXvrY9dP9TOwLQX0oAcAFCTt4rBgb
I3aTPmiPIjFEuPXompfHEFrVR4mNtdv5lczwR42+POAHrEHo2kVGtqsoBiTKKJQIcULZgKelcxXy
8Rh/0HVYY0MhP3pyP8Ru5V1lnh6d3ZyYc9KyvAY0rmjhlilZEANe4PexLgzHA5hv1CPQF88NGg6M
cpcnDgrYfdAJCMt525ZXRpGS8zBhvrloGokCnHpI6FtAkaN5PeAfaeA/kau8R6o/px6dcsRNH8ex
IckY4aR5Aw0Zz5lr5UCY2IkqHZyDwzFyJuS9aozojNG8E52xo8mRNKI8QE8RdmSQjWhaLpFPxk+D
iCEeFWPkAXnswQRTIqTuKRQLrE2zSYDkQNAQ+hMhqnTdBDOiG2cagNxFUxN+daYUDQ9G0tHbpjl7
rNXIhIleKCZsEtMdOXs0THtMqnwfIMgmPa6jtWcxn2NqNTNsUXnOrA3/9fJPComUMi5iLl1Xidbn
hRvluCmHbEwOCqGl3Fh09i+YtyHVrjzPCTe99NAylLPXfGAvV3jbUlckj8dFneDb0sQqQ+YN0guV
5Yv6OQ8kkJoyLRPEKzbS0iSLxATCK0ccwwzQNSBxtfMjsdbOfToJOWxHQFZnEdYiUi7zMibbgSbU
p3AYBg/uIKDGeyJs4f23lp88V6kreAtmVA17gtBy71jUhWOfu7UuNSw/neGdW3SiBHln9ufeJ3Ny
V5Uza43tjZUBQMeMn0PXS/s9MyrzYLHryLdlXAeownWiaC9LC9N0U8dVtaMKYOAV0lghR5wXGtl5
2THaIikks9eliqpTIwr5AGIq/la0ynfR1HRzt2YwpW0I7SJ7SHBt0cDPrDJcMz7lK4HTpgm3HeKH
79pIxhJGW2TtHk2ncx10xKMuU9sERdRcxpJMwLiw1/0UhOmRTNtqummJo7DE2sVTKfeWFeaYkyE2
12LXMG+qtx3ATwwaA4kzxqxFQMJqHs3Jx0F5gZscKPopYreEK9Qld7HWdte2X3XsOzV+o9JpqxWw
IYG81Zlq3rCOWr67HPvAOkPqW3weANg369GHIr7RTgWBOCwckjLcfokHzaPCjErUqJ6mZ87YbVBw
saQeArn3rMlMqh+14d/SXvy3U1UsZcC/7+ndFNk//nf6uqlnLX/lR1PPEe8kVQuiCud7CubSCPih
q5DmO8BUPOfUiS71uEU18rOpJ+gE0uTVdA8o1gVwij+aeuIdbSdGmFQn9AmF4/6tdvLrIhKFPH1s
eoTLvo+WnkSj8aq8U4U3NDQYUByFU/0UDTYLExif8De16lI4/VFF/jwMlRW9S+058nvh9aIoRteJ
zHimQFFpjEfObYIz8gzEpjcDQlNwwt28uAWXP/7ll0W4JZct+x9HXBpL7Plojwtr2fHQnnt9Yn7S
zoMPHYhvYxETr+PjCh3RZ+WkpfOyT0ZrrLRZdQFG/6yMyTVoMDieR0ovs33ZMnUK13mm2itU1xl4
aDFKbydlPxXuPnFDWmnr1ssThos9TBxiEKMIk6+zoUIMWmDfMrShjI0arz8CRmSiA0Pu0uj6et9G
IsbqgWcYYBOvHZnyAGNLJ9LDse6RQj0jSMM3vxpNsIdEiUFQ8XpcAPZIWmDqYfInh8X1EILgGM1g
um2qyJQQrxiTGZ3P7j31YGRpqXUt1pYXuRnQpTwNRrDBSW77D6xc7fxRV1Qw9npshG0e2jriP7cw
Wk2qI1kp5OBtP2v0gnliF1Sr/cAIG7E1HwtUbibYq8AHJKiTcZEKjITZueagkzNYV1BGzNpWJA3i
ItIY8awoc0ZnxW/xLHRs0vZx8mFhIuUhqSw3Wkk3NWp86ZEZnmddTzxpmnDiPotQUcNycER6D2ew
UmdB7CUR8K5ZFCXZiXw0PzcBqfRndIYnYr90nVnFtylu61uq15wvYaxob1RIq+vNVNkhTE9HDLBt
q8y1bqVoyhH/agCEPdYqir8UQQxPTZmGNvdcc4NcSLi49a70Sy98HhLLtb/mxSyhBPCYCUJlQJtn
x7ay6cCR3MBrvbKhZ7hPCVsNdP/R1IY7aeEVRo5hzSo01v1si+wUyUE7fNWR3R9Z3/vsupwNo8A5
jbokQeNLlcDaHVQG2iKcE90NQjpTvSfXMK+up3jigNQpiXlKB3Owj4jevYRAKPyz0TpNLOY/FGAE
/JAWQn9qNVlDjycXEWVU7JA/I+NTbVApqFxoZ4m7yvKyOBpx4S0Gcsdp2zOkHGaNhCrNCrkdGWCX
+FWDqMdbQ45VyWYprTAK74J6bOZPVDgWFOk6kZ15jW5Q4X+oXZm8J0AwZgpeVJZ3opAtjRVUyiS7
MSI76k6Oq2xxK3FkZ8kaVyVDBJ/sg4lu3cpRpbcOBcTibU6fKihWavDT/EQaeAZSIZqAAuMYQbhU
MccNqvd9IAlxXAOd8iBMaezI6d4FmTDhhQEEdB4D5ptOEy1FiCW6VGJDIdB3lHPBPId4qasKteU+
qpsI1JUoVf3Jq5oGMVOPmtjezF6d9zd1MkpUG6ZRsRNfUU0mnwsnztqj0SeJexcHP3ogs/Bbf9PZ
ZoXud1IxnuF12EkoPddDT4UIRazpxqDob2Qmjbq8mbwWT+GJb1axRI0OVpB2V77BIAWBZamn2n2a
26p15rPcCv36titJFp9uKrp2kH8jG/66KtARUz72OojpA8/07jeFV2No0TFm5lWj435A/B0qEsl7
UQ5EhmDCFd4H9iqwA2AkozSOcT56moCKhJgFEOl2GexAsKBo1U2rzQ+ejo34fDZyA28tjhqSgV3H
B+Ldwr/b1DHTIq6O2SEo48Mh7ozEqJx9noI2YV+BSuE8acv6yLa6SDaAXGAeagN1BooeabGxw73E
vn+Nkj9n01fYccAWEJckZPrV/GN7CLd22SyiQOnZOsIdqtlIktH2fV85fN9l/npdeb1csqq4Syy1
Z2vTc7CR2W8axQpfcWsvMngb8liNfbJDbUeMWHT/XzgOzXVLsVZa8Kler16s+yYuPqYHRQJ/c0WR
3t9Qx/+ud/Z6Wf65SBJSxBSZ1RLuyuvD6JjMFe1zGKMyoOfN2XiszIokTae+kMTDWrtfn9by771a
lF0mkZaQCuw1DjTvzfH8QgfjrAhZY2e3ZDcyjVzNTlFsci0amN3QEAs5mY/gnIff9LH+3EcyqQn4
iiy6LaHUmztXmFOvfKxUkD39FBhoku7aCsImwsNh8+uz/PNDwknaDPql67JAW28aoCzWTtY7HEq0
tf9hCq3kAs1M8JsT+vO1XE4E3CuTH6Vd580j0k1T2mgbJyJ4EXRd1UhMHcJ550FCll1Drl3I1cRj
g6nIftzGv1XF/89UjvC+vbjXC0zvp05kofX95398jrKnxyeG+C/lI9//zk8Rtf3O5KtANWbT+KZj
yq3/KaJ23lk203h2AdwtyTz3X8W+IZx3TCio6OHKW0o7y5znnyN8MHnSkgivQTLxx8z6/84IHxHL
qzfQWRr8yAHYdYDENS0q+9dvfOXmeBj6gRypQjndYSo6v81vgjLHTvJ+nGey/cI6isX72G/UrhJ2
cVSeqG/HvGCj7TMhttHGoL+KiRT3o6E4I9mzPkZlh3m4LUeCIExxPWn3Hg7ZUTfWuG/KaNhXLnEs
ekktd90qxutWz8c8DPoDDrQVViDnGaczaKiyudXF4O66bvwIlFWva98MjSs3DoqGxbpCfF3KKX+2
zS49mwCqHxZaJwndc34W8/MPeAz6m1K6QbcdbJTUQJ7V3vJxleR+Ya3x6FE/BCRnpgxniYUrH6Ro
n0gQONoqAyFhmqu+cynT3ITatkOh5kq/P3LQyy4WhOPkV7p2T5XNOAG1d3fUU4AnbEJqU+2JIfWj
b4jVwBxnAf4l4Km+2MsCLAbd2KY9r81EXUSdcB6rfmCvRfgDRbu8ySthYGBKhn3rBBZ+Qtfb5oCy
d2FqHiIdC3jqTqd3Nea7XT2gqBy+IyesKNqNc/+cIYa7Kq2p/FBNAbkgGVnsCqvFxl0wgaYLW4E4
tzsYkNMaPlpcQkZyFDUYOddp2FzOHpFmOMLHM2GGzQcBJowJVU8taDhq3S3AF0GM9llstGQIQPC9
7V0fiGfZ5+1zPQDXGqJGPMxZL4+TCu3PgARQFsZ1RqiL35+5QC24gVFrbkkFYARVtnm5aSUeD88H
zo4q5KKDecD2JCMqiK0bpqkwqlbmMEyH0jNLvtxxKWv8IhiinbKfb4coq9duW8C9iLVzRTKfcdBl
HW1GVmfsY2VydCe0wmbryD1VFNdQWWMDoCjVz4U7Fg9unGUH0O6IY8vROpNgHG+pmsYdBjXCyBRN
HzSvxXkYWPWRYlmc4Z6i3cZZn9wI92EUM69jW9d62XYUiYGCVsiLARP8UcUea1qGnhCB5+SIvV+n
xeM0DP1+cgxyibsZY6E1Y36xK9fs13aMwn/warlOPT+4gOdC3guCdp5rNzkWzUQ3NSRBnuE7Cyha
WAS1xhPOsr3OJ0y8cTMYH71U5OhXvZFYk8J7xChT3bEVlTc8ODNPiqbZ5yTjlRSFs6N1CH5Yt81z
MEvj3KTCukaNTjxEHd3nmdR7J0dUXZgEpJvs41bD3IcX9IjJnPUzGz/zLLb0+uudE5jGdsT1Dj/W
bNBgM43S3+DWV3vPy+VRxxNhJDjFrDyPrnLSvPrFW7j0dAFPHxrDyU5jrc7LNqsvPMlmdKjyGwI8
S/gu4Qkx3E3s5Y/YMHF+MIAfVBsziyqXC9aDe/GM95SE17KXT7MTOKsulvU+JN8SNoGd3AjD08WK
WKCTW4sHPUr1kf5KvLNzojqtWh56nVF0wF6y8kKcxjS117ExP9u10T8NfUqejXdbFMUe0mC2YVpG
yGbwIZznuww+td8kVwi9HynVH6Ze3/kgNRqABTu3BQOhi3rbqGar2Ew6Cj+BRFJTmM6DSPtnbTFR
WGjyW1BqGIerDy7cos+RgxivmFMKXWsMv/qqvPZCfcJ3CB9wNO6LSIBKN4t1TrO1UdExG6MzdpUP
Rj8AvmQ/sI2iCvoTPJ8IZyM9zHVRhpeAu87tUhu7nNgAo8tLNqXiQrnOvm/6BiBGuTOiZc8w2Xwu
tF5XTSlvVGs1e+I/+DRqMUe3Y+U430pZpTvC1m5sieR6YNDrplw/khVI8sy9U9BK4l/yMYc+Aoly
0qjS6aEoTN2kZ8ydu3WzL9JOyp3NCGLNN+O9O3UAAAwvPZ9UYZ1n0iIVINSr0gC92ZfefCCt+oLm
w7xq5/QZl/nXaDZwPpCfiZYarzT9G4zraPXZgmonfA5aNihVcOv2+YFhDF1ekkwi13/PPrSGVcia
0tb6qw+qncmKuqKTfZul3pHRAmOM3rIeOoP3qYviD1mvm8MYQmzToXU1QOw3vYFQNOV9SwI6Ck7S
qh0pKjDea+MUR6yesUrIEOUf2M1VNq6VXex1RPBTMLfwBQiJx6Qb9auqz82NNesjtDO6QeF8Z2aa
LXTMSI42AmkXyPVuwqruGJHMn7tG9Fs/dtOvbtqk1x77Mtgx/F2Cn/MRf27b7gX42me3hr8c1Yg5
sMDWX+amR9nOmdLZNap9oQ0XK0g/AOcfdNV6V50m5LKcsQmsQ/pfw47+pH8qaJvBBkWLItYVqJWn
ru2jm7Lif25qM08BNoddj31zAj1CB/6qC/1ia3Qeptk2dCCPVA46KzM/t9LGX3tN1W+zPl6T+5sA
GoyQ2M8+TQxPRmAsgXFws1Huu6R4QLvcExU1r0GbJTs14ZkU7Tg+Vmamog3gRhP4XA1lJGgqMoIV
iM7xvGnpZW/6qOnH20yxDJ5HxRJ8adHKo+Wkxs4oL8c4gt+WzFtIBOV6GES2o4NDiLxPVDSJAVFX
PDpduK1A+sBl27CyrHWZfDKhmJNUaAZr9LL3zL/bMy7Mpdk4a111G2LH2dw71XaIkq2P2dOXycZL
gaaEESvAuhyBy0pSt8nqfSr76QItI53J0bwqYygqjBQvhSCqtTBZWfEXDMDtKs6R1KLCT7JvrjmJ
tS5IK1AiHzfcQnJshtkbNx1RrKTspo+xmuSq8xWWKYg0FENb4BYRBCXrFqU+76ayjWX7TPrMYDxN
xRh/UEVT7zPPfihgDK66xgvWlpOT8WEPBM4U6i6qpvdQCtuDV6G/Yg8XrGnVeSvfzMot1jgaeXCM
V0MC6N13pv4MpoaN697s4fk7PlNXGQzvEyMIj4L59AHUVbKHXsefNvkn2wW9RpdG4bTxiyjalkPr
XxTgIU+yJvrRdQwMTbBUjn3vtTc9njkdMu+pctcgRaD9BrxyV1X8FJNH0sgGZFmhpT7HjdBbL5Zt
s5rrAVAMygFkWvsGaI1o3Y1U430y+dUuHegsAWzHdz+1R89QDw7MmK0ZTPFtlvHC1wWNXDckRAUx
HIugU0VPHRlf51NWTclaabwpFeDgxwrSXastos5a3L4sbKR2wBW0cqyKfWSVHnYnbipOoYwLUCyQ
5STgfmxxYQBftoYxWRJOvmOZRUU1na3YvLHaSImJhTzBBeRsT2KE6hxNuKLWCQZweM92soSIDyN9
7Z0VdA/BFJFjZoQGoOgsdI3svfsdIE0HWQRneuFKm7EAMQ0Tqql3mTlH6aURTLb43KDvOKsczwYq
WKP3xYccN7G5tlsYwSdRmiY861FOmkSiYIBzzYTML889mrztHgv78KVoA90bG2UBgIcuQ+Pq3lzY
2aMIbKaoY1QbTCLDHs9LGljM0m2QRN6m/m71xVhMSUjjVcEUWMzAZet2w2Y0HIxO83fDMECvObor
Fx9xqTrGlgbfs8WTFkYHf/Edz2Yjz2sfL3L33ZbcfLco59/tympxLkfgE3Exp98tzSjDsJLVi9O5
icpmA2Ml2jawYbrjNAFoO+9QckJytN36YIWGA2Qm8zLOGLI3y36RM2OYOcSjq6ekAuMxdXRswGIk
w4VgKAghgYaUdXLU1LMzsYy6P2MykN2ChnWevJimB6ufcEsmtyrutjYWqZCY6qkhGaiTM9BRJefZ
uox78hjPGEQuPMWxBL3QhnnzOZ8MhnaFckEKAi2C3j91UWk9DEFjABKqFWHVQ07jamOjCINHMjQx
oIVgrEfjGn8gkCzwp25znUeq8u6Fbvhg24huaCfgM2j3vGNmy2C6G7oUGUXRIo5kaWtXpQUejmF5
XRn7vChyQpbTNlDvmTRDVByFFabbQERturEM0NPkMiyxBHbfDqw+mEM1C9PoXCS2P7Pukef6kc6F
eGzJUeQzQ+zdnRulU7ZhaciGg1/712YrcJ7Nk0ZfAAixOUQYu8QX1+5dYkLGyeyDdYsMlp1NNXXT
ce7j4mS0LIJ7XjE1nBcwnwCyuEa8Z/jg9h+NpjWX7LtxzC8xPoBvZp7C9tiOI0qCtgQWAbNgoRqR
+Qa47KHIXHVNflh2BugWC+Wy5tAoztjN9tG67scEw07sbZGUjofGXrZ3ltWdubON0KAyk0t41EBW
BjQMq7r0AXu2plV98gZ8uN4o5Sc/DO/YN/F8is6EPhfmfri2ePnWi2DiYcDO8YEmbbckKBu0lHPc
zMh0lI+cmenMo5cqOW1QlAP9QQQDnY5a/J4dX2tsajrkzTlJ1NrchPNEQ3nMFeloTbUD9NYy9q+E
T8qrX7feee+5ebopVZ/cAph8bBNLvY9oI+8qX4BcduVptvpum3ID8qB7DxWKlnMYXzUIjiAvlfF5
prsRfiPKpQ/M7L9NGEY3UJoSbzchClwPthLbqmJq3vcWQ3C6Gd2jQRDkj07Z32pX/XcbOmv6k/9+
5rxt2n/83zdGkuVv/OhCWeQnIJWmVaEc+7tV6V9dKIG5SdJq4o/xKzG0+lcXyvHeUecrififcS/2
JibBP5tQjn6HjtPmjywE7S79y7/TgxKv26N4UTQwgeX4dLeXVtmbTix7OotRYyw2eWdaRz03D2Wg
QHiKGTLMPFGwCXJaked5exf1396ucZeuNHE4dAcYR8Jy93Ei50F89+Ia/sXQ+HU3/PsPcxkt8MPo
0Xm4vF73xrTPPGNIgcXSS62OOR0L9qsNaX15wiTGMQiH//UB/3wlyLige0tzA4cYmWOvDyjNAcjv
mFq0vfxubdZufV7bRvvx10d53fJDXEDnkJNDj4yvAxPQmxG/7PwscMva3UR2Z16M/oyIL2VeDDnG
tu5yywrugq6yLstpCH/To35rGeLYylqwDXiG5HKmb87Qd+2qL/QYbO1ZJZ8DMqbOm5yOH5vgvkf3
Y+f7rFXEzamY2ITGzYlxDYGyZmgWTqlu1AeSENzf2ITEctQ/xhDLFVHcZZuSwV2MUW8b9LqUgWf7
gU/pbRs7h1tzqETRwGI3IHf9P/bOZLltZOvW73LnOIE2AUwJkBQpqm8seYKwZAlI9F2ie/r/g6vO
/Uuyw46a3riDUyeiQiWIBJC5c++1vsVBM7mFO3MlG9Wdg0YADTAbyZkQg/4lK0G/Mym7gTMfJWFr
oWL6w1NhrDfkpz9P4CvCCGYxLvl0wxAEegsqIMQDse/teoihoU4/49tUoSSmyDCYg2vMnrEh63sD
3Rq0XSfZR5NYYwbi/vz3z8/n14JvCyU7awbvquOh6/74lIpFTHPSYTJ0Uo8XMcXUvq3bxNu6ta49
JY7/J3PJr54apvYsQp5LQ5xn4eMVTbfJU0lW65bwyXzHqMg1NxlYw7uWxL0gKWUCengcqfzRylOe
9pdz7WTbyjTqo8bs70Ef6RH8/lv4qOv/8czwKJvERK3+T0YvH/+mqeuchgwMUghd4d60fUQEqA5b
jv7fdFbC1g6QHfh/+Oo/LxCWgTQIlQ+rEu8PC+bHi5qqtpSPZn5buVG89yDp7fF/Vv/KzMNHM3R7
XffQEnk6/tb1AfiHOKcUHOZkFmXbiRYx/u8+RdSmYDD8y2/QMNehn+taSHMIc/ikVy8ly0RG5QgZ
cc4vKuDgh1JwfNwQqhbtFwUiPdUKcf37qwqfv/7D28Rl2e/4aOiwMOB++nQQcX2n0aUdVgW8vzWU
V3unEZWUu2pucPSPRsdx3sodPRy1dm4JBKgAL1EXm2PgeRqR8Bp7I7GvftvfMcNOkn1lMZnw6HjA
s3TMETSJPde3rVu6q+hmmW6hj8QnHiXrKkVKcNM4FhnWNVNzrPNz1J1i1B+QPxWqUUiienSRkLsw
7RXLwb7TU7OCE4WojMIombZ9SYun0UyCtNrJxCsX+x2DFIEm4hF9t7jUOfWWuyExqyPPScoZy0XW
BYI5sZogkxn5d6Zy87uOelrfeEYTmwDRVT0cchPY6c00QM+twRF6ewvtuAyyZci/9o6zRFvfmvPH
ieiGKPAIsYfvmyaGJE6nt4rAooh/0QCstBy8dboriuFx7Ud3o4yax9xOXYzGbdmFv7+nP72LP26p
je+St8Ngcfr4wOZdupgRvI/QNYliq2Qe7bFPiq1oVBGuGIHLhMCY7e8v+tOmsV4UrwNaMn6X99m3
NEZRrKy4dsLCasV2MQt/C/my5mxDCf37S/3i81ETcDGm1QZekk+PbNeR74nNnEvxVpxjhdR3nArg
1li1feQ5hz0ktPwPe/WvLor/a50KCl+QIPDpS40h900LERZG5fcX2TxdRYmbhzYIM6Yz1Ceib/V/
/50Kg/XdxA2GH+knc4dtYQCYyWItpLR32F9FUEuvpCUcu2e//05/2sUMVm+LEgQJwF8m/A+LXJfa
hE2ryqFdPhUhu1Z70Eu6TanuLxdGUUx/uJ7xi++TeMiVnIV1kRLo07YJULEBFZ64IY1HChxcFu/e
Qv9UEjt+D4vGfCJmWI17cqGMJSxaBEF65AKr1TPHIruyhiYvxmyo8HS2+nUTG3VCcwJKFbMFr//D
K/WLp5u5NbL0VWnF3rvuRP/YA2jA1CPKZuCWTemflELq39SRzqwQIO7v78SvLkU9ivQVBQ1b6aen
exiGDh8MHCIDDuZm9FZ5PiG9yH6MP92EX90DeA28sdiaWfs/VfRILzqPtokbdosTndQC+nqhOiQE
q6OLNfZ5em7Z1vCHW/+LD+g7OsN6X8drzD8+fpeV70tALdg6lJuVBJXR2W5NPBkqnsz977/Ln59q
ThDoCjwQMniMvXXz+8dtSxjo5XNHSEqJfzRM4apsm0W1hFHlOglFff6vzG1rqQCAwEZXKwyH7fSz
ty9KrKzwCRqi39Q4u06b+5PPDvuHJ+RXnwqxsM2VWN3FZw9lg9+r9m1IkVLAFtJWrLJFuAYOW78K
YPx7f7gev5Lv6WORwNqChxDYMhoLqt2P32Oe+dhGIIuGvRg0K0zlVBLbZBA1sWPkAPSxrKwkwheU
1MduwlWxUXBcmMXCZRmQNNTpLbphn0mfB0iYiAxBkKQkdSWciTnLgjF3SDPGG0L0WrFEtH3T4ZGq
vSEtd67zV0LyCI+W1vjeIXe9ilWfm0xTFDt3biWj2lWE+K7wJgeCjps18nJaivbrlOLADDXXBupQ
A/NA19rlzw3dLLGx9VgBTNZb9ZZUgH+YoOED2oyWOb5EFeVX4KPHWj3waXPOIU1/tdt6mgJuffHQ
KdU8ZNztdxwt0WWEzQL570AY4cZre9pSBGqURZCRbIPDojNsXPX6VL04hOFFR9/NnfVLjOZrR5Mu
AS4izyMMD3LOyCZMiEPBFEQbUVOuQT70knP4YxR0DqOrgmE3xdOb2TcMwZJYFN9E3TeM18ncueew
AJM4g6EWZPloxCeVE2e+ATYxvURDSz5xV3s2E3qxEIWH7LD/kgwuc85+sTjHwY4v8h1Q3o6hErm0
2V6SCEjpNFm9teGPYkGacKO80n3Vbms0kGlYNRF/yOhkfIWqnYW9i/KYf0NJ6LwWbZS8C3MY+VyZ
jNWulWN8S/B9VAcm7cSrVmj1I6Vb32+0SDIIlcNSQh4rGnPZNERHx8xNiNTYENqWgi1CEM73snSo
0wfa/eu8ptTdU050sToA+eofIDLD/UqUKHGrNXN57M1yBXcvnn/r41nx980kxnPdyEtEKIadzOQZ
+h1fq+yYXgFki865g3TuqT7JRpkZRpQbEIK077i3/KBbG3IhYN5Sl8qrehX4Wuvep3qp1aGsMg+y
ogfzVHPK5LtZAYPdY3qJDkvPFHgLUbw8SKssSQiy9PhmEAuERVqqOTLztsI1Wi63PNcgtKKkHt4a
VI1qz/yCv9Ys2ORI7YiaK0H0b/6HauPnk8BK6tAxOtA9WBNJP77kckJCDvnSDJuEvLSmFFXIFmxe
KKGNTIVLpi2oTeBnjS2tCfvw+6X651MtxZwPAcygM4fbYoUO/XOtLk2jacwC1m7NyKDcAGVFJYsa
nPQCwouK3gFCadcxBYpWhqQC+Ve+XblXJjecIZgaT7WhzX+oNH/eqnid8ZGsVQqVmPNpq+q1whu1
wiBzy+N0YdtGdq1h7ts0iZ//gfTxU9+PvYP+0/rhkZ+5qCM/fn4/q1ZOZk++lilGEpQAIBJnXJJc
IVbN0NR9g9JY4hQfbHgKUttyAKmCGaUwrzM9cJckvvMBttru9zfm5yLBRov24/irUwKtNpx/3heZ
i7GDCOJiWKj6kw5uE/SiqLVd5dXkymSifNT6YfzDw/hzlwcZLE8E9RZnb49248fLLmlNjFyCQquI
hviyliz4tAFrUMLrsCUSaoeofdgILXOvXdm7uCoUPuRIl91XrV6Kp99/C8i5ueCHPZCGsQvaymGX
pwf8+XxutNOkWQMpIs0yqKOd5AtxAoJjIbS3qJYB8xVp7ltXqcuY5Dh0+jWPD8ApHY4ez/B3IiTX
xWIpXQLfDJ1nGtsuL9WCIYhROvVlEDlZWx84MrPWlYwcjnHt+SpssVTWRD5ZziORWjj9GJ4xiTEa
FN9FZzB4S5O4BkFZYS9Fhsc2GpksksE4O+JL4hA+FujzjN6K7FOLNPteycsct123GUyD3IACEF4X
0DYTr3U5scj0RTNOB4sQJ9yCTjs+eF5bWaSF9MDtmS3GB9h68gloX94H1oj6kOFJ4ZFA68iueG3i
yiY9h8wQYlDmifyXjdQ8o5sCl/j1yiYwzyWQz6q7B5hbS78Dht5cKdZdK4iwBMY7Gz3NgmlYtPed
Sythq8wJqshIaM8S9o5+UVStKK8H1pQeK6lrgfxO9PwRx5IVkH3riT2ATRpeSd11kJo1D19HJXsg
QdM8M5mysHlfT1XvfE8rDBV79sW8eCuGWe/v5UKp9wBq3jHPGjz1uMjnNtW3FooqdWTj7g64p5rL
qavFcGpcBrnQK6IF9nQ+VeQsEufR7uekz+TOdYbWuDEzfMVaYltNqFpPx7oksfIEjloFFlXeJVdy
aPx1Mp6O9/gJHAjWCQMH7iYRdWTrtDifK3IBm9DUI93ctZbevSZRNN6wUceviIhsKDCZdF4oeoW1
QVZGhALWh/rJgcZBhZbo3TPnSfCWKC6iNEhI/YrI2huZ5ImOWW/IpJdOgb+CamVGSuF2BIR733Vi
XfqnOd/3mLs6pqWFe181o4sRvM0JIJeySsnuImR0Q/xmlm17bVL6biF1dyTVMKtXYdHgXqWz9MyA
GHfg4m3UJ+OmJA/qkaqh08GdYOhEHCSLOVx4+4xdm8viobcqRv/RiKpgAya/fhtnv4JYateKwWxp
mChqRZYTEIb3n9CXPHFO6dKCBNYl+bgnv1yv485ad1YSd0foVTWjh7LtTuxrAkaQTS7jAGZ26af6
NHWR/pAYmOp3dMi1FzGmrrspfTJnwhY4Iol1dpY8xSQpnOH+8GIkMQh8Q9fIraelnMWz6tVMQCwS
EzswM4YJ4QwVZ6W9Sqmvp1atCeZZnxseqXL6Omo0EkOCQqenRVtMkjJ8njQAona1b9pprWxi70mr
8CshPcn8MiQFqQEDWXf6g+r6uEMpZDVH0oPSN8fttJu40wea9LkcXgyRtKTQuLn+nDW+dj9MEiMd
VaV2U/TWCASeNs0dr3rUh6MY8ucs9cTTYPrqHgZU9s4sdbggsoTAGviicBoKKF4Ppl/HL3nvutpG
6UoVAYhnewqcNjHjDe+ZKrZzOVb5Nm8M4oDpwDVzwMG6J69ITFMVRNHsOpvRnbCqr4OmrWnHZHma
UW4QraVy4wrFbbTO0puq2JeU/URdJZmLYauZSVZlCo3YN04xrmmIw7aqXwO68ch5r91EXgFU0T6b
zt3cBUm/cLK8jqZmfJoKGLEbU5TeQ6aIIuka5NuhmQ+Y/ppkiS+gWaTWxshcXN5IuTyGu2MHOdUA
INswl5kt54yNpU2CsRrNErz9pMtDjepa22ZDAUC1bBtCCHpOgIHlYe/eoutYClKjRHRT18SaG0mi
i41kYr9sTXPovlsoW6hw4lS7GlglY1r6pRqClUqtArJEyRfVpkx/HHsNy7zFW9nu4U743HbTTh71
yCSo01/a0g/IKpz3FeSLJhz1jPFV7FVZduUiGkDm7PfTvF98P35fBRTibKyU9oU7Tah1BeSm5isY
KbOdGIYo6AlDgk4EcvVEiDJKhiZOicPzUloD5FUKmAmZEg8DVn1yWVWVf5cGEjb6nW72pdfj5qbR
GTSEhirLUwPHHoN5BAQEKxdY3aC3IcmGut1rwK1R8DHp8irwucKswC1SNz9FRrO8kF8UDWdJhb0U
o6VFijk3U50mcuWYMRF9BES80mYXThGoDjJMJfzitTojYsR4KlrcU2B5LRGHulkMERG/crQDLdfQ
lE4Fw4O/OoT/ao7+/6btg1LsH9XST7aPE4keffVPz8eP/+Dvabv/HwYXGBFxafsGJg7qx789H+5/
8BxRXFqYNzz+jxLvv+B8ZvTriIsmEbwxl8MA1dh/PR+W/h8MPTiHHIeCjLbzvxq3mz/mN/9b2OHx
YPrKCIkhrEX3kxL8Y6XZubPXEEIE8kGxCTYptAJVIgrEZBBmzIQv66K9NWxsnfOQn3IiYrd9pY66
1XyF832IxHDW0JPmhJ+ovZMNO7PFAVchNAsad0qCXPqh8v0bySE3879EzbeK42+Meo3X6kh7g71L
fBn6FmWw3V8OurxHwdNfachOOA+kge9+J0OeMDpT37RjvouK/rqV+WHo06+x7S8h0uxuk9t4Qsqe
cGjPctrAstpHkiPCxIVZvO5Sm3IYr6wyOW96yw4TuzrhNdwLrbsWmTsGjEsGHL/YJkEmVQMAjZqt
DkoOARsEt745aGuJkeMACwcOmDQTl+F9PUrvcmrTIl5e0iy/EhkfS6vznLzwnpc0/SoEBaxAA0+E
2ru24ItB2PfUtsW1gpYZ+Hq3IfXw1ZEnhN/kDD2SMzJ8pXHTBC5vMys9QXIAgMwgRyQdDP0MnSSO
a+2+THM+E2znvhk3o+HeepmQQd2Bb62hjwROszyJvA8J37D3cNjDnLws9lqsLJ3RYVHsrko53mDj
u7Jg6C8mRByjusgwbm6KqnxeWsgkfj0d/SyG/6+XFygrysBoW0jHWlUTjoaiWxsBei9ucQMcdptn
+X7wQD3Fy40d5RdWW1xqvnVkPKxwb9Z3rUpvqSWTQIu1aid6Wl+25r5qU3StuQImvddhweaHvdxq
N1Y/N3stt4twQO+BV7noNAjTxkYxud8sAmdAkV/mHBYMq1bXZWvdaejc7rIfva4IuyA27nJvquVR
s+NzO6vumnZpsk3TvEh2LxIzLeNdi9YNdRYjMn/fDTprjh6lB7OztBJyB6W0DuY8HlWaLtt8whCD
y1wGc4uqN3WmJsygYQjRXbdt9M6WeoHh6EuZlW34Ay82OYQTy8Y8WXayMwfXxSPUzTsNElwA2P5C
tvPZLP0idHr3mBSts+lndWk46C41nQxZDOQ2oOfxmw1sZYeVWsOblfJ3NckTQ++NZXox3D+JTIrZ
5SlT7VOb+w+6ll+4eTIDj9FbXkFzuoRTwCHRUVTT6fOojCyMWtTWulVzquIg1jBWHGsmlxpwoC3N
wBcrVRcGgt4Nvvd0K4EA+OlFbg/Nhhyp8dBD6AsKhfyYJE4DdvW0esMbCPedmBHQ0ZiQaNI2VDrD
JvHy13GNmSglvhZYdk7Yp+qck/wDKJMh7MfirCB6ux2TBBUYuCM3nV4hKJyGXnWbhHyFXd1pgdkW
R3dC+KZNeI6k+VIO5t7sJDlLKi+ZFGFWJpftjCZ7G2bw9bEbb5P8Spp5swXzEiT9DXGvO9//mhqE
WzZN+hqPp0FZfmjJ9hptu+KEYBLYYLflSQ1zgWI6XZ0M5kAAVUZSg9AENiG/LraMgbudqSO8NJL8
0EbD8DUX9bibgX09Yda5A2Z7muM5CuyJBq2Nv+yy7n0nmCenfK0UMBtVKhGOhZUebKwLwVzSh/TH
Af8D1W7pVleYYS8yCPOUk9OZ3TXZcTDKLQ9CfT362vlcD+dd7n9f3OE+TcfHVXbYFkkVFpP2JsXg
byUTZPTK0VUssMIt5tEe5vPuh07cmRncCU4vs2dxoUo76/pM38zOOO67yiouTGJqsQJwyiAotoC5
DquM3Dt1mVYZawG8oDM1coqI4/FcOd6xQ24b1j4cJeI2T4rUokb05sZsBv0tRcFHM5z1qza9FLS/
WRyRsjM6n6bQW9rppNOU3KOr6vGgl2OYUs8y7HN381DeOS4FentbzdZZOWqwzFJkoDnH7J60e45+
+Xwf5YelWtl6yhj6x1mY3YUWm0dSRXGUlMdkHjlouRbSWPJBF5q29rhTkhwHidAyGJHjvuo0KFHv
i+wiE8mVBh4NtAEacV0lRI7l/bTTSQofi2+wE0BdVCoN3Gy+JIFCfBtU/V3GfbcHuGPBCHHOWoKv
kgqMZa/jrSAeuEYr2ifiOMZo2g15qUn5uDhSbKGdHTMtO0iHxddpieTWaLXS19qQBv+GYRL9fpyf
gyWKDtTwCJrjJQ3KAS4cRwB8SiHT7QvZew8t1v5RReccPr/rpPZRLXPm7FHQeslFHetvbZc/GC4R
cpXdOruk5WGqHEzAIpmMjUxKRVBIlO3mPtr5ZU0aJhnvm4bshbMk8SVmkrVAVyNuKv15ksuuckuG
BVX7LdMph+nKFMFoZYLxT55d+D470LCMz9IlD27jdoZBvB7TNb33eNA9jHxzSyeJUxm8oU7Q3Cm1
5Qmr6RdPKEJzR4SwTo050NLMiUQzpz7DSEaNXk7pMa+S9EXiS9vZgAb4QYKsQ3eiwG2iDMeEkOqF
7IXisMwYC+g/qC8YS+ZHZ56rZ8K6ihumqVsfV1bYOldOvJsdztmOT9ruoN9Zmv2lKLOO3vaA18L9
UgJUOlTg0XDykOgSjznRi2SH7mjC9VtCbpkvkHnl07GhS17bG4ykRQh9d9f51XHSdcInmrexExZR
wh65Z5rThMPsfEtTfz8Q93MoUN3fNXH/xZwFe5l7G7lq34+D9cWOK/olrXYBKZLccrMpj6OBk5vU
6IF2MLtlnpHGi7RyB55hMyEIJtz5qi/TY+LrBzXRDSloEq0BLE7ZnPWs8aaOXgO1VOZWpwLwQyrj
jZ07j65sTpieaE/kQcGBIiJdbjdHRrfLIUgE3RpfQ/pIQQN6owr0LevEq47QxPWWuU/69X3k2FGj
Xs7mJtAbgd7ZZc+s6J9iBCQ3qWQ6hhKEeB51F5vW1xmeoU/yaZG3B4gcO2nbD13OuMkAwYXtOPQx
8ghsMJs1qlj5HK8T49IAP1tGcIxzLVyZLHjC3swu31cmwSsoGuGoEsuM+So+s53ruJSvuVmfL8To
Yg2A4AcFpY55EdwidLV4X0TqLJL1sWrMfY6pkbJrp4Q4an3v7dH3cMtL4NMgRdwwspfbrBSXVkV2
YVaMzR52wUOFmpO/hCQeK1HqrFHjI9pr8vNmNrR+Fleq5HM7+kvsinNDZz+DO/Q+DOMFh32ymUdm
hiSe5NgwLGle8VBT8skKyoWGZ8DfjZXY5gWGROzYML9e2u5W08e72kY21UVhbd1VVf7MKO8LRsU9
5ojdgJJhAQ9TxNoBgfllQ3rbpOERqFKUpdMIII1OM17PBu5LO78zwHlycrYq1oZMNM+V277ZenTu
jNgNourUyXw/mmqvSXufZCbxxngwnfH7MBZbiYR+sIdnQix9IEFVE1PNtzur8E9Wdukv49dhNk9d
fNLt21gsN9Xkn6ucuGi723mQYtqkPQmmh02EySoxWMiqqT1vbWobXMsXKpPfBLVuNmVwiHyPmqku
X8zGPBOkXNXZRb/UUcDx2wl9L+NzlfyaWRfvJbO3DdW0fZrJkO4X/6JpqqvKam8GzdmxflwIwQ9k
3rUzQatuby0yQpjErqa5/CrH9wMBw7zQJZlMrWkhBGMzafBX2iw4B39+xri1i0T+Rcr8wqZQdTrj
nGHHo7STB8J46EzGMt7O5I3kBpuWVNeVoT8T5pKHA2MPtgS89sq6cufXwUpCD97UMnVziIcJTZd/
UKX/2AuKl6ZXx1XvM5lWu1eWdkMD+KGpn9xJnCbhv/IkybDos1siioggFUlEKyyPt2MyvpTJ4m+9
OtuZEFQuyrm29iX+9WUyL9NUvx4Ffjcm2Ju2E1AIFTPLwn0T0pGbVs2PUiNgvlkS0BE48tfHcvCf
J2qllK2M2d8J7HywTA/4//e1hkXFYaAYCHvAODKEs04oEjPF2FTnmIA2CYioDQSkbKMm5xDBG2T+
/jwMV35eX5JDfmFp3p2v4CC21hOyhY3Bssee0baBMusHtRBo/y11tLfFOieN7Fpf1V2gf1j2bubZ
OesWdVE1yrppq/Q7kVkXOGofC1TWgWMzhLQZDfDXJZF26YyS4PD+aNrDdpb1u29UN1M8bKv6CcvC
G3y/syItz2OpT5exgVdxjK5q8IKbbrCObNqc1hYyeGQSZin/m6KdNNTBwLgoF/G9bKosSDqmoZVl
MuZ3zUAbO/hM2l6ayxZX2Vnbtl8ziMMtwfDZnE47R8cd5rWmDDS2hrwYD9oYXzotJemyBqVaHNNp
K49GwJTFC6Jy3Gp6y8R7HLCgJfW7lq7mm6jlNum30LSR4hqs5tId+tDtR+tgjBAMpFsF4EXvozp5
JimEYmtQp9gwL+umeRyYuRMeVY7HuiAWNZqdR7sgG0tluEQtK33pa/uu0rCsln32LTFpl+FlafZU
pg/DMLsbM2oOGhGQG6W1T0PUPDNFRssIOjbokqnA0Je+oq0E4LBM+hHBgbtblKc20hMv8VjdYv1z
6J951/QACQaLshqvYXdl6upiicVlZpM7laawHEEO8UYh4NkSgS1wufvdBn7rs4YCJdQ6uzhzvWTc
p4iwQhQWy1735nwnB7y9Y100hJpOY4C+vDzmKCv5ymX0xTDi+6RxGRoQGrX+NnWVsRKjA6VANttk
x82haac50UY3I+RCigasZavzHIkcFOn4hmziYBpJ+PQQKQh/G8mO1qEzbuHGvSGwus7bBaFAZQSz
G63d+xinM3Si8sKVJoeJJiWQ0Gu0cBrmfpfA4QtEJd07OdjgJlFHsD4cZhPbcBpTrUzVdN1HGT0b
MUQniUCViUWtmec2HchdjY0VwupYBpLZ/cHMkIA6TZN/jbypOAgNloM7vcbAlDw93c02z0bmPlWa
dxo1DkqdeRQO7lL2WmsuviaR7p1Vc5WxTqeYtCZz+FrI8TFKy4NmC47usXVcOra2BX9frlsnc+Ax
n0rznNI03wjWqrAtUJHWwDo0G5crK5xrVPcK+6C/nXMQHNaoJQe2lkJDIhobEZufY1IKV97OLQ35
zcgnAz3ykO99ztb7uKcHA74V9fdQJ9FBpjmxAzoy1aBdw1913j5Wj+g8jaOLubOsDXo6EYDYbanr
zEcVJS/Kh1c6GefoQS5tnkSvS77FPGqlq91LjwGIUePaJRw1b8tdUrYoM8AbOEnPLGdmoNWzLadA
0MhIz9rAiRQ5CwphbXwmjPE8Js9q05IgzJQePy6Cm6ByynPDsC5TSrXCLI/tKN9sP9tKezj6OGRp
+p/bzUsuooep864HstfIAtgpzzy6LSMQ7Hb0k5lVDd3XyJckjRfkKI6XzIDO8/k5dlVQlfONZcdX
05w9aWV9qrPmzKFoExUxYr48Op5+4zG8smBxddAQw1IbT8RtXFtw1upOXcfDl2ZKb1PUhhixl63j
1U90FeyDS0lMwVh1bLGaTYtAkGaZx72xgwQgTygYjuuEUEXkDC35fBFNw1Vu4otgmpeI7h5dPLnK
2ptN3bdY6suYMNWBan0uS3mbTVDgmEsIxpmISlVFShz8ho2ErmZp7XM+lIQAa6y7lXHSUh2nIPsU
lAH/HDPqwwDFPVgY4B67RN5EVo03Qcd0CYLlsh9MiXNuuYOe4AcrBy4DmICv8CqeIhePvEl1udhl
wCzjKV6VRBvTuNX8jizNNn804X702PWPRMdRvit/l8FDy2KD2XCcvHdZWx0iffQvSr+eaeWkltql
mXfWyuwa6TDbosdhV+26ynu043WYtA4asmI+J5iJEN7kgsYQmraCkOWWGSeAACOVe1OnyDEh6qot
Cq9DskBsG2z3Li6nu1TmT0NDSf2jhf3/u/n/B/Pb77r5d2/lW/wt/2c7/8d/8Vc7X4O9igpE1/2/
eubEbP23n68ZGOFMkpaQdfoIpeGK/t+GviH+g7TItgmpJaiJLju9/r/7+Yb5HyTAPtY5YSL3WKFQ
/yKF6aNaxSFFG00ppj4TETOj0M/mIBq0ciJa9EZIzXgSrZU/WL4OI5SEI05udu9NLxW9/j/oTFdt
zv+OEP666spOM1ahjI5C+OMIwaUFKREG3wy2LVilC3kHZkj+K7fL3xdZRd4u4xLUrJ+EOA0lhRf3
3g39VvtpdtvuPoub6U+Sp1XK+fmjID9mvLJ64hAGf/woCnUZ1FEP63aSs+OYsX1je3LYxv6on+ml
+/Ufz9b1X7/4nyTajwqrvz4UwTWrttp0AWN/Ep1lqTG6i3JvCA1vzvXJuotHwzl1yhs3v7/Qr27R
Py70E5qwBOyvj+7NmBPamCBM3+itlv0rk8DfnwZJNC5RxGAwiz9+eSLu2LQScVMgdr3lhwYmjeOy
kD2HXmr20zxH6xkn4e8/2g/Dw0/3zCXdgykWno/P+OA8XeSc5N4NJG+87+TTOpuGISsptY61Wyo/
u1OtH21LRuJfHA/0imMV8YuMgflurEgxQkkJeHdbvzmOSW5EYQ5bS/7hBvzqzXR/jPnQVrlIzj9+
N6ptVeOn7k2lmm5HjsBiB15KMHShe/LdtBb/ukahfvb7r+YXdx0vLbFdmFKAvH/+Zma6lnYymjdT
2htHsx39cMEv/u9fTMaRvPw4hFl2/E/KxRZkQYLU6cYvBlRftBnBygDw+f0n+cu28/EuAyTmEiy9
TEStz0sblnCMRLU8wTNznW3rOMTKwbmpji1hmFUIWJkhBqlargpRdal0a5QLxyW7sQxO17revDOF
jeKQ5PphhZzatbcZS27JHmkLHaC0TaKTaBDKhmNFiySQiy9us3GGFAGzN7peiFHQEAr0U4++SNYP
rijqh9YuaFQMU9O+J0PXo7CJPZ2ek8aUjTkYUjdm+rX1ZRpaypbJ7NP7vta5+YVtHOD+Wf021pnG
kJYhyfyBkb3g727g+vLGTqdYG62bmkYpnixa9t9QpsgpsN0lpZkHa2/PaNR6iEYb2fDMrO22tRpr
2mGjtUhaNtriJtV4BfcZ/wJy69gyDu1GZ/wqjJqWWt7A0eA0wIw3aBBHF4wCJD/S9FH/ZidlowWZ
0WuvMfqzd85i9gETrpuGzug4Q+BRM97xPfoHcyoL/2As9AQDXrH4XDTwYg4VIrB73crMdBeXfXRA
rDwSJtLB0dp0TtLEW/q0YwIfwsDJgs87e+f4gD4q1gwTdVHTL9XJHCXccSlK2nkwg5iZxBSrby1n
oyykO8SwR2Spe4yUDRpw8hzza0lBiF7HnxZEvI3GwbD1Ek4sDvPhO0s6zTW4seayKrgCAh43Z5oq
ODlWnuY9sKnEe347U2yvFuOzp43q5CFoscLGytrrZeic80b342+J7xYp59CkNPainbKnUnZlupOZ
M4igY+Rz4uQwZFsmR20eJEs9Rntd56wXFq4/ZmHij9AlEp1mco1nS9u5hKQYoSPi8ps0yH2h6y07
Jn7LWL8UXeSSbzs71SWu5Z6qPfsf9s5kSVIk3dLvcveUgAIKLHrRNpu5mc9DuG8Q9/AIZhSUQYHX
uY/SL9afVZbIrUyR2yXV67spKZHMDPcwA9V/OOc7E9vmIUpd5q15QKQnkvXkp89YE142Wr0CH6ye
f9qmHa5CSRJq3akQb0EzyGqzpDnKH7wj4HVQs6HM08oB6FQMory0xtD+Vj5Kn01YhOapz4r+DN/H
/Y15Ws73hU9TIxLaDZUzgl7VgyCEu6hRLYOzSxezqgYSaVb1EhU9VF+fTcYVYmHtcn8pUZuTQYc2
i4EOxoEK0NB66Qf7scXbzysGdHVYO6MRMZtfNQ4U11PI2MmGGmdCth2rdgzlzups3huAJHbGvQJw
b1O2dp5vkaZPP7PJ8V5EUXYfqBGzp8AE9DQjACS5FqjOPg34txcvqPyHwl2yr2giGmGTeVT6mzxS
xVFNPM3HqEqnWzAYKttnECiPQ4UWbc3ftfkiloYvCK1e9WXbcfLOb9C91WPQy7Wsl+A0QtkqQG+o
6CMq3dhfzTgQkLFGQOzIbh7m97jul3TL8IjxQZ9EiMBANtkXeN36I/MWJjz1VOW/2Mbh6oydenwm
CVn9lIUVv0PqbBtCukTy0WCweJ1cj10NloT6Lq8hUa/sqLCYjCtVZGu0Uj5ze77x+9DyyYi36iB7
j600vYiO0AmUSzFQlMAsqdyxp9JmZ6rWTTYKb2m9sZLAf1HeOD7b5fUZnOzhdeqIcV6jXIRY5mTE
ciDxa2d7DSrQvDoTiq8WaUexhxSJYHlxGN5CkYIbtK7NmF5sN5OMHazQnxnLjF4JVYRkrDWdDOC9
ws+c30aD3cS/rdNpw7Y9iTZcYIg1UyHMfY9b5cGoeQbL5FtA6rDp4w0Yr9SvwRctAWpWBHWqK2tE
mApI30PBc0/sStiU9Vb37AM6A7V6nfT0YU4CX5R0IlMcxwUC62XiJG8+qkGTFEbbnV03xsTHcAK1
qgaWzDjGr7JzqEnVWAmO46tMzPjVsIAh1cZ98it4DaC6OnHba48lFk6ftNqQ9BSJk0UeS3fpyoLF
BpIV3ly/EWDMA/4/qeC8FdMqiJjVboJoaa+XXaI5NgWh96EBxrQdrUDcOKiIf9dqiDx0CfmyX1zT
JADEWmZbpXcll43xWB6AyNk3BFcJRtpuIt+1X85nr7FDzEaLHMm6dKX1PRZW91qOcYRva5qXfkss
QvYxVFVxD8Zt/IW4wPlF/e0tq6nO+Orx+KfmOMQJSe+WYleztdrQAzKapvXWJXLddl7DrLOfW8Au
aAnnLskObTgl/ZaNZ2FjV1X0w1aqUVamTTWXm56MgGQXlLn7TU6eM2NdAqN+ILDTz9dTkBdije7Y
ngj+bgprK4mKuS2vwO9DH5a5s53dls0gWHcr245NAaVxrLz2LYecOW0EEM43ZlcM88cANNtNTFAC
P4Jc3WJFJCZPlseUiSioqpFg5zB0MTGcaO9xq8jPSRvcerFA9rsGkzS26ygxA7NxuHHl2p+RQu0m
r4LsOvUdmV+uLBprC5ghJdN8GCSPoj3JaRWCSvtJWI+36k3JEBNGO+8OMoi231F6lPF2FjG7EKoZ
ohcCsp36tZf7DPKDyp0N+xaD/ZwxLCLLaFAjK1vaCiKWssS0TLV56nGAxQPMVNcvvFValUkLrTLl
mie6vWsvtphMv+sYAo+wKRU3lSzDOT8QCi0tVvBqTE8TV0HEWrjIp2OFEOANA2UIQrIjGKq3pP5h
UyqwyrbnBPRJwYh1QwgcAL/ainX0XLke98/dgm4fcQiiloelcoIPLE8jEdRRO1OfQG9fhw7DMi4h
l0z7lW+KFhVKC+R/vZCp3qxwz1l3QpYIUsknYA6M8ZDCwTVjxccZj569wwrnYDTzqfcQgNQQYXXg
sWPrXIPxK8gTx2y0Gzu/pwF99kHEXUlP4ohwL+bYmu6z2WXkTsueLtBup8Y6kPRUPUnLHZjazCaw
0OGGAf8RK1wxnrQPduyFgR/7Jc9fomuwmcMGZOASqXdlr4eerzg1yMcg9ANC1VmY/RyZXKpsw+5A
NFvjRB181zFpmcRFLTgEMK/Q3Ird4NhBcTfnxVlNRX0aE8QWR6TNoB2jqKpAIrEqxS6XJ82vjg+6
4FdIUQypocYKQ6hDoznq/RLq2jA756GROQ4RKpWBPeowOOu+ahKQ6hYowHXfL/Iud7hfV1W8lC/F
EuUQZKeFlEl6LS/dTxZ19gTc8BlrlNQ3lRzH/tjkUTFuljLLfwzZGJR/+KD+Z+7E3Inm/r+HNj0N
3//nP/+kIv37f/DH2MlFD8qiGAgQHQFC0ivG4h8qUudvBAHQ2pFIKGGL+P+lIgUOLpCQChtrO2lB
f8c5/WPohCiVPB8g3/B+GKVg8fp3hk5/9JH/1ZsxuKDpDzDHMnCCH8Xs5M/NrRe2JJ308kenl0Gy
OxnbICQ5i72iPuOcS4JfSCE0C7K+XrpGf3g9Ep55m8Tg1A4z5F2bRZCKd9KeIqrjtqquqXilF7Gz
3HceT9s6bly3F7cuVUYtdnEWDgTfpj5JOevKR+pzKCqYyWuVGWy1Fi6aLr8MykvkpoPjw45zwijR
bAYrq692TGUTTLNrZeWkbO6769qJY3cudqGa667fGVSkRXAIOIURxYKEDlckeaVyayUtPU49LZw1
WQR6Wu1DJZVZw+WYMgQDQDsS1grJZApm49fGpJBWMiBUimcSZkBJIoDZlNfvku1h4+PAIQTQvihf
+8NunufM4ZBMvRrzjOhgbjpLqO1VOzClYKKvUdqpvGZ5snhUowA/tdMjuWJtuAbk1F9alVCEh76Z
sQ9XXV40v116MQX6wkcXdi0CgvYrH5a0vZVJotDdUjzV9XqZdcHkBLXeoFe143MvVm0IjinwpjA8
9l0eFr9n5dUIUDKRRMON3VVDsbVMynB+FmWB19l11BvZ7RO9E3TkYxpz0CNWsieQtWXZ3g/Xyn01
Rd7wxNflDy+0Jb1701peUcwEFQ7uhUp8yDZtsSBzEu3E1mZIOnk93q1+VySL4dcTJVOAlersRe8R
jYlv5JMRwjIKsnJb8AA3m3JIqS96Fmj1qbK7RG1xtojvJHbZVLexcsN1MOcYTYkvSoaTL439Rudu
s5gmhoUhhu80vbvLloqhTRpfFz0mAk1JvmWBMgABEx9mbSau/Ki/UnCdduZvGYz0PG/0Pl7A/rEP
rjpZd/RBNlrCnzaw0dMBE8jUEi9TlXHCGg2zGJrKtBFDeCcbTEzECIYWSS1FpbJvE2Px3geydl37
ODpoVj8TrkqXO1glKliNrdUkqKQXlLzHWnWLm+9HkkHBYvZaIW0tFwNmMKH/3yA4dO9q4vNipIuh
StZOjplns2SqIRTX81FPU+uWAJcrFhh79tKs3aY0T+9h0nffHiajhF7zWkQBn6Lwmd2GbszMkvLJ
Scbknjd2euWp5WM0LHFZ2sw5a3crNP2dTgv+aJEK/mE+UihscXkiLYoGt3mPXAJLt2oQ8d5Y1G0b
xj39BxFb9hNiNe9jYXr52rS6wqrOZvpc6kQ5h+vVbM6MuYYAb7fI8E4zQDKbdJCQjXEF8bCVTelR
OGlQZKsI58+yaZmWZaegZ/S2Co1URy5NNVHOTOMjukv9o/QbzIHNnNKDNcHMb12zXgX6nMrxvfU4
YlaBPZfmwCQHVZPGvLQDYV2GH1PKvY8OjASr6Q52Y9hjhEyQHq4ELRXkzinsMGXLDAcnR9WMEV4J
v39SYPfKS530JMYUZlFVtCZ2wbdwhMjcI0KoUEi0kJ3izlzeoH5Z6aPVY2tBJgAgnFYeX9c1NkVj
EPEuictr6qw6oeN240IOz9bj0vjJXkRdGjg8pYWN+ssztqOPEx9HtTFIUTLEok4rb5Bne/2xUH7b
XRgihtYN720anIyn6Ds3JmonvbYCZcu1BbEyXNY9EG24/dhnVPJTuHY6fkxRjNTXNzFWE6onx3qr
wzEXc7opG52NpMRaE5JMzHGspb9AfYVLcaxpK4Exkzmq7fwQmVwmLxBb/bssqaC7A4/1Xgzo4PKc
QJJ090KOWu+bcphsWf1AZ8pBFo1Wzap6nToLwZBPEjuqH3o3YsiYdaB17t/yrigsRL+iGdCnMAo7
pniu4ITzwqRPVTqSxqoXxsCbyc1QG7sqotYP0p6NX5m44tq1E239mFQdKbEgivsH7J2gkfQQo1qE
O5RP+2hu4hhDhalu47EV4ab2bPEZ2mUKU5exM452O61uO9/DREtKEJVwEl0fSZy/ZFEQrkTqN/kA
dXnxiZyyVrknIZFbDKEoedOyuEX9s3CZdn5PiK5kOXPXd2U871sL2cgeMU98DzOZ3oGJBjHMCD4R
Ldmyb391UjY/GFMsM0roPLiMdOuXhLvp+mjY9qlKKh+WcWZH+WHBxwej2nSLfaRr5/ZU3LtiEzsc
KrvAUjLZEXAlS8JEm3FOd8vcj5+WqppvxAlhcbG0aOGdA5RHOZ5HiKcFNC5nNUqDeLBMuthF4uHZ
JwMzSwMR4AK4iuoIFKGQB01MV6Dwf9HByb/7UvxsEwaJc5O5uKsIDmGcGVKiMsjXUYpBpIZ2geov
6DlVxxKCbho2KMTprIoTy+qrnmxhi7vyeVwPRR91Zpfkjf9xDSO3GIoyKmi3YeD0qAoUWSQHuyv7
5VG2HYlYkeu6+3HIpDrxQE3kXUSTXNZaG/kU2m0DNGiy02/YZS2hykM/gzaP63DTaBGqnds0o74d
wNeeEjd+LNtF8UdWpryNItqEVWjN9Wc1dM2zsToZbidyiXAsEC1Vu5eW8IIMQUTtzC8g8VnYNx2j
iUPcCXGHT37qVl2bOzkOwmJRx7yH4LCm+EjJVLDcdxfiUHZgYJrhlbxedH2Vu+LH2AtveKlZICDr
k3ju19qKUoHVEInvvg7Gtj0w9F04gxiH0R14rQ+hXlZtYz1MPqnP3xkeP3hosg9EvjY2zKRYo81P
2yl5al0PyZiVOvbPGPtEtc7KAe2CUi2kwJnP+lGMblOgMtXX/Nww1c/SOPa3pm1GZZMmAd+r7S4/
S9waHLN+VeX0gyVNbwpS7bOY2BWCskgJqqKZd2/snggLkLwzCAzA0IXZYnoSR7/ig1hJ5HgVSldv
vKSJQ/ABOwX7Rde9g02WBN4AYXlPnWgtYC5Wpk3ma65cl3Ec90T4rnNnab/IWgaNQvRM/4lerD+x
aE3frLFWj04qZ7GFwujlnHJqBInrBzbp5Fd7kxclst7ig8IbVHPDHiFnV79H30/PXdDHvztmzj/Q
ongNVGXX38vSRqCgs8W0TKYTLYhgQUdvhlGSOei38audme43tCoVv+GWdAtutqaattFYpOIdZE01
PiuJv6leJ4QbB3uRaQciTEmv4P6L3d+fF6fXFgDlPH5V0BkCfqb4y+4vGltiBflLrVKMJBXfBMLD
LTLH7iELir7iwcQI/u/+TA8cIdg1MhOxynme++e2Q9AxgXZGaxdgUr3x3CbcL4U1bWd0WNuiHLt/
sYS6bmP/1Obw8+CwAl27/kD515/nW4zZiNgmfGNOHiT37ZrPeNg6OcrKxOoNEyzU2AK55pbh/Pjv
gRhdxojgcKVLTiX0T+cqY/hnEsWC/bdPnYLqWUl7G8kejZmov/+p6fyXC2m+Ri+67tZoNIGgkEv7
l2Ve3jd1OnGYr6zRA7c2y9bjDLbFNoE19vn/87OACePnJqksuD5S/4Snip28S3Sm5Gqg6Nr0iVW9
teZqG9E5lp//98/6y5L4j78Ywg3IB5Hn+uAy//zDLKc1Szk1kp6G00fOAfx0A9r+oFt2QFVfmi22
FGuD3qk9MWsLv9DfY8xw27+zkTgXTOi9TVPbfzJBnkk2bPS/Eh/8eV37j9+RUZqU+DqvPLo//45j
kjATNXz4MBlAPoxZefCsPN79/aP4nxHLf/D+//cDlv/9G10PC7j+L2MW/qM/hiyB9zdGItcdNi+X
z0iDr+ePIYu0/8bO3o9IRwMM9Id85x9WXSYzHD3yKhbBwhvwVHVq6NP/9R8i+psLxoYpC6mQf/yj
f0PXQ3f958MH9p7A1A2BFfEAD4fzV0DQgHen8y0rZq9t8rPlhr/mNIH9uyDZy6hLkJee2j5PUdOO
ycka03cuIXsXjv7aFlxKjtbqosAb0p3E0t9ZNTNBqHMDaAEV2x5R8qGO7gefmf62G6+sBMw3prwv
cr8bt23q+a3Nn9IKhiKrfCqU+Ol3jae/fV9PN/QenfXWREIl4OT7irIiGC+9F3wFgzM8UEszgWb0
WdYMSCtTraVdbBMG48dWRqjZ0K9ubCsJH1KPyAIH6b9dNxejkggsnwEDhWmQJvIcATpYDplXrQea
1o0bNsOpCX02o7p0TiMlOjp14up7K7sPEBdv/Lhj00G+e3UNlqB6vknj4WPW8J0GDCMN9rNM44mr
zp1fZ6gSEyfYwDHJN7XQck+RXKwcTFJp597Qu+d79nNIOMb2Gt8U2QRprYlfdartGPvqtVs6ghXF
psNLu3agrULqgv7KqsWtzg5t8hqqA3BgDrwOR5e8q3qCwuzK+T1Y8yWvOvOUtNUtkvsO7E9lZqpU
O9CvWnsrn63vpeOPpNgHmO0cyaLm5852mt6JQmDDI3K2+tXNo+ev27bAiKhFGlErpH0qIE2SC4Aa
3X+1tMbeYpKE5ZZrG64xclVBfbM+V1fs1yuwnPRpiNz+Rqfmtc0M9ZkcvGqHRDffDbbX3Ph8bPd2
3hyHdiEoqLlXoInwOLREUHO2bRItd87YfRaKmDTfYeTN4pc6Nio6UuuAEI6R6am1HUYOFO93dTAQ
y1YIUHarhkdmPJneT++TMEmhoxSuMccmLeeXq4VMbpDq0zgFh5gIJ5Wwt9yRHuGheF3KJt4SW4GF
pRiItSOcyWVDH5pLjD1Q9wVmPszfpnkoK3SUpwZcLQAtNzTElJVgFDZ+TpYHsQ6sUEs6TliJDMXk
QliRYFa1R8KOm+pq8xLESWRpR/I2ljhyJ/xpy2vNpsqzlydWWUwqrMnYm6Ecnh30nXf5MCZXVL1Q
31xE2Y76Xqx6p/bu3HDCXUPr6jTyxizJsOkbnFy1R++ps/mDPOXftZvtG0fBROrPRBluqiL6kgVa
j4IchxXTlDOOwvjVM/R7WHybnd0kaHR9FPod71HWEIokVdzvFeFq1S/By7TjmZ6JMCnyhgX8Upwk
c8AdEeD1E2pfWqtgGhDcT020YNmw6J7U2E73gU3+BcSaa7/i5vW40JKogSkfcPxpybsTM4HqsdYB
CtXRPkvRMDGMG2s+DXq8Ibgov1Eu0XMr1UYQm5jVVERRyRG1llFIolBokx62KNXtw6xnQ5kFdlru
Kb70p91avbeHuNyxJeoY7G49yG2nQQzFA6GPcAi6TtPKsm8RrNzm+l4MLd1kQ29n7XtQ+19j4iTF
ji0t6gmiqQN/LaN57SVeiA2xSn4v+Sw55+Z+U1UuSntTyAcLea8L3qX8HRkv/1FGwxDvxywdV0M6
OPXK0lctfBgXrEFBtjyid/6MpiI6tQimNl3JkorclmJtJa77XJSpOQXWSChJJ9x9lSVoDjAEWggx
spqB6txj2ipVZB/aqPnA29idorkVN0GDlxijUtIb3NZlvu8bfOQrT7cuQAK/vFp0ej0xf0gZITfs
jEtjPhHHizURzNgbO5fHjP2xUqOmB4aydkMZM+A1LxwIe0Ymmqz20llOagiq2xyR1I88uHpNNEl2
xZCir0syfZAqfMZHO6SbyX+2cKWWaHISNpLxpF8ST9yVDUZWlt0HmRMqylop3JOKij6m1CcK9vEc
+Wbt2WPRHRImD0GFqhXliE3SKYNQewJlp/skDjdVm/c7PUmIQbC0N730h3O6BPrGssydH5F7tsJR
zEp0ZkuPRZnCXR5AMsmHwiKGx+2y+n3EmvOyDJ4Ery3Euxu1D3gomOSmCDgq3bzwlBPBNAYPwgMC
UzjegyQQEcRA2l7YiP9iL/AtmO8VeKHxFeZ4IMAO5JJ5IhJsDopKLRAdKxQLa9O69SEPvUeuqPCU
1SXeUiYOl2tn9kxcW42SPKy2rmW3IPuia7hkiTVmia/G5XwQyyeszs3YV+ginAGLG/wHmkeu3Kzq
TkZhLxNZS3CUIyqC1EF2NCjFW1z7Cf0umYtyUzIv3VZRrgGQmjN8mwvj98e4dyCNmc6rOWEzGdMy
1kiIN1leCTbgMtrFVr2HEMAKXFjJocwyXDcWdqaPxRnr5z4LrWMGTvJuocMjTYgd6XVilgHyynBk
Lmup6+c4yFjUlunCqYl7v1MPJHdMqxwRGGyzpO3wo3KNfc59U1WU3W4KjjYL5ieRE+wBf1Li9RVi
+DkGvLg7r4184opZYr7iDyIMqqaDnv2cSmN0AD/1fXYLKIWLZeliOviuXAuaqDObmHzrmvQ8hYHF
LChlfA91HXEReVz9e0H8n7OmK3FCvLlxdS/nwfVIK7PLS1+AZAaQ2U3TqgOKFbVifA+SQgv4WOLW
0UV+35VqzzwL11RZ/6xzG8s0QcrrGI0ZEsi67Z8XJA7TSjrRWcaqwihEiVigv5qXFbFzyZ69UH4S
nRs9I1aa/HWYMPSUoqx3OVcl650pO7ep+5jFAjMKj0nabpOuiu5Tmy9nl8WUqwQkQYxOnB5rTigd
OFXZ0ugeJFYHYSVsYigAoCX4exTC0yQPSTgZ+36SwJV6QOHIwu20Tp6Tnryush4fYmLlq7Vw+2A+
eg2VFdkmHfb9ZZ4b9eo1AfqSnPBDfQVWB58iM/alGaagWnkUpfFtijhXrzOZM47ELA90JRyQvayM
IB31kENtXHDSZ5bZkebZYRfzLPM7dwImfJa2XrNKkevOo3RA2SV2kgIFqkVfj+6u85W8GwUvLXKN
TTrlyZmVenjqCC7aZWp8Q42iMdeA6po5TFPkY1Ebb5BPeKuJJ21TTLJYlcQO8aKQo8VXpZo30FIx
Iia2js7G8+z7zonPtRK4dJQf38SVGAF1hFdfDBavab80g2VvkrRCtzFVaY+BMJtxYkDdKleQRZaj
DFV2Mnkq0DbEmKwHYfDz8co7WfmrzFDH5wW7yMzWwSWeRxQby5wQJok5R9zaXKVfYIE0cShld7FZ
vgFn6DZ50OQPmOb8jhdhTk6e6934hUMUQEyu4eBW3gU2V7qPButJw+RKNmOQdacMPQO+a/0iEqzR
VLHpzyWdD2RTQVGbuu41MDVbqxEswxdbFzIaQ+X85osl/avM5T4y0NRsoMQrPDmoSw1Dpr4JQOBY
bvTRto497tKpy07JaELzwskdDqc+jcVphpi4VZUJX1Lu6XI12g2W67xIzNdo2dmLG5fVh4E7h4rK
7feIlPxkxX7KOkbKLT9T1NHwZsDErETnND8XVTv51nP8375LFbOtadALa0A9gVMU+/EysXI9Dy6a
2FXeYizesDYofyzTWH2XbjDOp3FhTbwn02CJjqGFLseJmQeQqEbiMGmHQ/HsyAWY5BxU/HuhqIb6
GvuIiy4oJ5lcQrH4/iX1vSHZwr3AnKXzpN5CpcE8ONeth2WM2TluvJnjCsefAl9rwq7f8O+N7hOB
C3l/9DTA4K3VtD1piPgJrnrcUlzz+aJezHvhoQ6ERhchouF+XluxyTcinORXPlbjPbarBPCAoeIz
24R3jCyaBOrw8hShR20+dBlQX3utPnISGEjFUdsMn+jSHOcwZMlcnDvWfPj1c2uNC79fBdov2ofS
zqbvgtDSDC1wRBk6x57/jDwuo7AcAr/ZNm3JxTtP86VqcWo/c49UeLXsRMdbS5VPQFgQYfdJuow7
KSan54cQMDhtiQnrvoHpRsPOwDqOTLMP0MC92AAPfxAqo8q11aVEgYuRkz3XJd7u3O70XROo4iaG
h/xVAdZmwwlE/B2NYN1vUzMmGNOrtu53VUdBVWl9r2HUsIlMo8+M8AecsE3wMC2sMijk+n7bESCO
0RpmXoSWq2BInvuxoO6MrNHfViUGvFWjmsza2Vxe7HFtvvu9Te7jOuZWZRPcY5k8qAWD6Rqpjgx2
rGNy8I1DhInQMoUHQDpx5Mc0dq3H4BFc6cZueu81JrGECFcg7AW6LsQOKwxF/gOh0dxtaTJlKITJ
AV/LkWS8FdHq1ze1qqrfGj1muVNR7rxQwWB77rzxWiYlxaEeiZcmtEl9TXBB2pVjZfYbjOKSPmtM
wfPbgI7ui6jxy32WxzVVnKt2NSaUcRfnvsovPp1axHYgd7j4YXjaP8B0pO2qcRrrUuKLOIxqjG+1
TdovS69MvdRsMLPdnPTjQ8l2/0tLFBvN4jKzrtuRLO4Z9WiU2jVPy0Q1W+rGvStt5F67yUGQwP8G
RHRLNPy3uFxa8+gbhBsYqhd31Sw+q8hYsVHf9qjQ0G1E+ImuVA2KyBb79IQfPaQ7is2CvLpA4d1u
/Zh48N1AkN/b1DT6MVriQa5AjWQHd+QQ+KGi2I5PkO9B9OSkc6lNKjoSwnNfXAJr8R69YjyxHCr2
7PlpUGQ7ifsxajCtzPE8dPuUTEakx6woJvx8QEWcxQXk4nR19pbDy6xO0ZjBbOmIU6PoBRi+KeBV
kuzCSo1STU9uxQyFHCOQnjpLn8JyVvNmagk1ArmVzaBzHSPNkaF+MB2YnKDegLcu1X2X5BGyyigX
+jTQbf1EyG3UrkjtmExmhCxo+Jv+PfLi4krbtOTNlIdiS9w4ZY0uc+sBQ0zHLRVakptwfpSa5moI
baJZPHQdgBW9WxHk8sgkBnQVaEk2T2jrSkvWP0CZJmdKkPAY0a88acdNP8pk8igaoDqCYRRg2JE0
E8o1pih2V2DASTcMERZuClGJ89g4qA2rSm2lqLuTHc3LHcQoGv8pu+1T22xghvOVcxxspjqe09vA
JYr1IBzLmZ+u+/rfqTvl7k3RjmUFdcoqDknWBsRUxyOSx4HHXG9qyTrlPuzxaRTrUkkflS1Kzzr6
umbTkn1LoV98AKZozrrlvbsLGoLED1eNZASqtR4OXhxubdcAzvD0U96oJ7avb3nkf1tDbL9h1+ed
dNrnSYGusS19X/v8UTbCYzs5oFDiLx7nM0yPtn9qKLUJJvUvMUwFn2Cglmr3tScwBXXPqR2rL4rW
T/BYD1HXPGrh/Kqc/IwnK1gXebXFmv5JfGi28YL+mMTLI2apaMU297OtavIaA//NcnkbR1/dQ4tk
21y9+9p7ymzrzpSef1bIlxipuVQzqbqrpg61hbkxEQ8ZASKf6MDfVUrqQxhk/q5qmg5qMHHsaeX/
JItUfJcOY+esj1DM6ORzEuRlwd6yooYRTcQcpQxgnF55VWxLW4ZG4vrA9GgVaKlXDlvnNQirQ9Vk
zzZhJcxhqDp52n8Zl6fEGcVjmqtX3dER+R1537IZ6M5JXE5A7eqj1dDnHOzcVuAmQlUa/wX20NJu
62Ye+BUCqb0EiaJL3vGiz1zQt/HMRo34Ibw4y3Tnt9EhXeQjQ52LcuqjqeU2zJl7lD7nlkNP4c9q
A6L40LR2d0Rh4m5iXCmBPd1YXX3rUsMjRYUnQMIDtPyrKDY9G0k2bt3kELEAcdljSV0i+3cWkcuu
0NmwI2oB70vOKj+amjsKrm5tMRNIfaAM1UDmkN33L9Ec3GsnUneNm5wVnRQ5pCxxAmQ4L23v/xYI
y87O7IUnM9LmMrRpb6yiXbB5TLfUWui9guAQakiEfm+vcxn/SmpooqgZPuG3vzuySLemxLKQWdm5
U8n9OKm9gesx9rP36Jb4k2x/1iukOtGp5mk+dsqqD17N3QStDH7vELor+p7mRnRtdvTy+UeUWrum
4Rfk9l9RuELPAoIUL3gKnDbYT2V5q9EioQnOH5WPPZ4mMubha7OzsvzO3brX7zymR12q8Sueetiz
Ho3gnPFpKtS9myovY3RcU39EsXvnWPnTUpWMkcZmvkNiOn91XniUSfw6gF7MIE5WCCD3bjHfMU24
SjLcR4fq3V6a7DCPuKSrmpavcfxD7njOOXW8jjQJfA82NBCes3G58yfRHFBw75EYXOMRDI8Tp/ea
RWn3xI9Bq7Xwelwb6kOgnc+2pPrFkApzpmkAIZNiBWvG0cyaxaUWZrgLmaithqZ41rJ69PP4fQjx
ZiPW/U21wWDAjn+VjGGKyL7Iiso0zrKezxX7fz5ED12o65NC6kc1gioEAVs2AJgOZjD/qev/SGZ7
2jEBuevT8MON2xvl+B8qgDYPoT261kWw6tChr8Lafe8sPFxJttyGAZgzaOfnhBjejyjFgOR52bEt
vZPdtyFxhUge7hBlgjei3xYxPisvBf02JKV/YM7PoLS+epB+urVoy28Uzma/pEV0BsC9PHVKoUZs
UvGg09B9lku+nEkIIwi7sd+QQhTbFDXVesiVtSGrOocX3M3mYMqye5t8vv0aQMg2yHSwG0Q/PxIq
t5xcsm55PSdrB4nRAauhg68Box41FoP1hrIozcHwXn12T3lMILv2QLOFIBICg2kjqVtnF+TIsvqG
4Vuenf4ve+eRJDuyZuettPUcZVAO0cbmIAJA6IwUkXLilhJaa+yJq+DG+EXVe3xVxcfuriHNOCmz
W1eESMDhfv5zvlOm5cXJlzum1peQff6q7mv7MDT4TZO532ZsSHVT37CbOxUGZiaV28qLYrgeNBZa
gZWAzebwcKElp16jM11hILpG7Ktztg5t4iiSB25cC08E96yx1M+NuiS7tI3hGBIp4eiSLN5QwaGg
LmNr5N3JpjR7nafxuU/Ux7m2cJVQEGYinx3SqKq/6QSatmEPma7j8OQ5jXmMi5bcUDTtCrffjfa0
b/NcPoQVVEEg+1rj2amxIzbHcQM48kslCiTDJblhtLiliTE9GdnY+aBj0mM8dNZrXGefprMITPg6
KDyne1y0MbowCqLxt4YNBBlmPyVTswmj9tLYEEqjRt/DiFtV8VCjk+fFsx5fHRl9+REq4UcFXX6U
nOhzMXW02Y8/KTdJmTJiWyl0U0DyYqVdODVynDTQNziS8q+m+sCt1LdXaATAEeJm5opT8VcyKm/2
3MFH0TaCdWQXm9kXBxwe8Iq60eucqEf0QhxyLfDAhDkOKdTyR8usrNdwCY2Aa483TwLxagNLTyS8
PxZnFF/0QW+iyX6TcfHc84U6msZ7roGHTHO1M1OLUgJ5GuTyDRUNIEc95o5H8BBuqj714Y6BGGDL
nmoBFdHcDOI6LQOSgjEQwKIMPaZrEj9Q2T8Zav+SdKLzndp5ojUWhBbU6QWGzJWWV+vdDfvCeY3B
A0WnN9Ya4ohXRCg2/JsPjtVx4JH86JpmeQd9Bc85qe1bkEMBRtHTYDgdcoJm6u9Zgh8DF4oBdCh0
OnoxIG6x6RuGGONvb1NW3nC+pUSgY2FJS/eqt9nnMer4aeLE4xKFGIodAJdRp2xQYGw/jNzyJcPQ
fHL5KX8JVbbvmiJe1KUdW5dwxcyIHHmgPQvmUAoDRyFjj9mee8OOqzC2yyClvpNmA0mrGvkK1pK+
6KcJ1i+I2CTAOTGSbAClR3TOXh4dQyWGOtLWA5MpVCD24amoXLixRjaU5wFVIeQ7FguZ8pVZll1y
Pyz1RNu2Bkw24CQ1Rvc51lpCOB3jmhlHyL5h6fhJkfBPaj8m37rVhUC2wI9OjwJbiMqKYBdbkrPt
PgXhmQGMHAG1nvh0dnSOajMW+wyFNsjRtsJVlHbGBtVs5ioEw12FsVhjQH+b8/yUmhNSK2R1q8rw
H1X6vCY5BcdUlIFepE6Ahw7VfSBce0Pa7ZQDDSebmMpbrcXtZaDvNPo8BIQjkZo7HmuLui+6VgZa
qHyx3NwUiwHts6OazgntqyQ9AQ2DoCdlYiIgQIxJcHB9CYomPW4d05vKunypOdkwBhrPtUzwKeMU
dlaL62wqYOfsv7nCuirAxhMKRiaNUNCXfiJLXZSEluVa0+lpz41yZE8B2CVNZAbyqhqWlt1A0Ro4
vZVMB6Brp0vQI4uGQWVSf14tafqRKAWBVubOk7aKcEv7vZWtHVN6/9/G0M27r3//V6aE/5GR4fQe
l9337wElv/6F30wMpvgFlIi4pjFwumhUGf3dxMDvUG6E9dY0+C8PNxxaf+eNAyGxKDfjb5IYceg+
5vf+5mMgaP0Ltd7W1RCEIG46OGf+gpHhjzax6wtbNltWbAxULfG+/2RxUWrOAnijqLow3GiT4LU6
9laUBiI1PmXn5H8JgHB9OcfiRQysaXg3VOtPrh9zikdQTNX1KCXp3uDcAW6b3dfvvv9/Ypr61Xr1
D2PY316GGKJGKpMcjvmnl4kyZWE2iK6n1a7l45gM9ylBxTUZEuMwJ2FK0q4t4M426GwNybubcjL1
326Iz+nfwu/yn7yLX1/lz++CMCRVTbrFx/1zn2Ez1Wo/VSNZ76opP+j4C+/oMFsSmfyUZSm+2p5n
BJJdu885lxPKjQaUEdQlv2jS6tayU/2N/hptpeVGrm8oDBi+myHP7nrRDJdejMl6KTu2Eq3CVkwt
M+0Ar5RWTrul+C1ypcNa0Ji7cBgmAxMpZCnkP5qDsTkW69pIus9eZCLyrdjm9UerDUqIgG9RUYxv
SzPfmm4lb1hItbWTRSWxvHy82IrOWJz5qpcPbOjWmj3CD//rS8m5+i4euub7uzu9V//taqb6LKu5
icOo++9//GX726/5oVyrAP7wCwC0cTff9d/NfP/d9hl/9bcf3/VP/ld/81++f/1XLnP1/e//+kl4
r7v+a2FcFn+857m1/u9up9N79j7G/8df+FucTPxCxZggL4ad0VaZ1/99kTBYCGzdcmxhqFfLk/2P
OJmCoQlDgutSJ0nLNcQi7t3/vUjYv7BPwZmIm09ww2naX1kkrkZNrG7/uJavKugVIKOSK2Phoe+G
9/F7b2AuE3jrOgdGHOTYggnr1suxpaMqYD9RPkUFIu2KzzD6kWM2wZQ5YhcVaFmxC0+7QMM/tIyL
LhZjy2BKlWbPwGIhflNpx9bVQEFY4UhavUUOhmje7cMpK3dV1c2e5UJW5gze0JMnrBykrDu/5gOA
jEXed0vh8+ZIYpWD41mjTtPOVD2ZzCt4J9g19Nrcc548VNe85TiejWYS3lwV8BBd5rxhBiJESStY
rvNwUBuYJZam/Ci6+9yXacBRxW/xSu84v2XAcwAoVibIXMWq9tUIgzVK4tJfXPBzQ8uwLG3kpa7f
59lYsb0U2x4xIghNi9evtYcwT6nNLW86UzGDRc0vk5VtiJUwQFu21XVAlbBnh0APtzZd92rq+sPY
tmiu0RkUHGS7dkE1Nde43U+mkj5KxW+Ziph55p61LH6OVLjrxgTZMmYwQmbHqt6khSaTdxbTbEP/
Vts2elUR6jxs2WT9hKZ4OcfIdV9nxi4OydVN0l1PruNzHs23c55SzFNEKf6R6GCW8WejGvkhdR3F
V3r82kxbiJL16qfRmeQJxVdUIU6oyh3jdUHCUOTBkPYnt4OAfnU/NGKklgIK3r2jNTd12u6rDj7/
Xs4A/8iBoCAYyMz6WO7GTnvhiipolRsOutvdk3Q7wuzA5TLoIIF765aSo++GaY5ntMXOHaZhK8oJ
YuW8pXSnphww3Y99RBpgyb/iuP8MTXFeLK6lBtZprhLDSWIFrWwefwTX1joxi10uJIzcEQQfJrGg
NPtki7xC+F0kfpNAuEpJZOjgbJvknKghI79wyPYwL496YZuMtcY4GMkS0G9JrlpjymmQs5BxumXu
dtOODGPNrP6UvfZZlKbXz/POSOnxsi1cOS4J7UZD0pAM5KEhJ7d9mn63sbjTmuVHJ7yzssNuwskN
nbAxAlcHI7DQuyoqYAhFGz86ZveYJu1NWKkPpsKfyB3mZt2seTrqgedMhm/LaFcu9T6yio+2p/zH
BuL5PpjNB1CJF8ZoDPwI/J/hO3gouxfGgJ5BEEZT2G5qkU7bZPcV4nfWqT8wVOshbqbitg5p6jKM
AjiG2mvbJNQ/6STV95HSkLWZXHozygr9Vcn2dSre9dHAdrdw7YAcnHeAFVZDfLuEBwHa3m5bryA9
Nmvba7QbyePLmsVel+EGf2FPkZI2IT6IkACp7nDz4zig8RONe1c0G4OYeL7AVG5kME/Nm2ZwzYwO
9PWce4HJDDEilb6RZ6N9AL8G/pLZlJlj5LjWtS89Tanvo7lpiWXb1TMBya+IVhFyNgPZAeT+1VLV
GJRUes360q7eRs4y1BA2Ralo8CYXTIxWyqgR40UpiD2uGIbN9446Y7ka8MJVfE1zLD5FMpgg3PEC
5AmWDyV2zB2WHTV6Y/Zs4cl0ZjqJ71QLk8jZ1qoc/nNFImwbxaaM924DnwVwj51XOO/ImwGE7eiv
PUB4xJbeAiMBO8AmkqT+EGFB4txlfDRV7pxVN4obT6Mh/q6LepMeB2FWu4mwCTM5FEKx7pIpQlDv
6FfZcAIz6HHNJn01zmrVbNrasD5DNQT00hQJB6I2GQZW52SpaWa1mL0CTWzIR/l4aWq4w6GRDF47
zJSnMR7JkmDhecMRCqTSqqqrULqrAlYIXhwjK28XXVCj1DbOJsrM8DWnCFXS95b1Dt5ZLQrBW5pD
Qaal3TEp8cTcpS8YZbL3dtFu6GE5m06inMq2MC6lNGBjlBIzhmnND4YGBl4g6r+WjVN4k5RPhkt+
JR77L3Bm1Zbgf37WuoFbpwPYJPBtuNMW5+keCCT2sSUgIrfupvTQifFkok+5cbjOGRVbpJ37od0O
DJUx5/PFl7cjoKTBdTepwc9d0dYKsprPSjtvw2Wv0WXFUCKAaJqfBndKPIjxlxibDwwe+dqS/nNl
ZR/Hgf9B5c1iZsBzc5WNWrTNY3sLkQUDlXC8KYm7huKDoMcHeM33oM6gM41VL/dKlFEsMm6MfhBv
kAGJdpGhW03CAnDBXYSk2z8xo1g3FAZDK9m3aMHkWUGocrDn8RndW7E8OVUYwG99kKpQ8YMiNIZz
lB+nmZ2lrmLjCae7rFTynZllh7xJ0Tmu3VqWkAPFvpL9NoDssq8IcbbfIHbh1ybaymi0eBsNmDY0
N822RjgDUbVtv8mw0U3V7FcT9x6KgO/IKL8d8xkPK9PYXjmaIU4FTutpo9440athzm0Ak/+Qt9Ut
TuC1YQDSh+WNwL3pw3NBtMwH9vIE6vpYVYTHMpRi9heD1zSgHFR6xroq3WTMPWy1+VERva4cjDN8
NlKH5rJBZ3Z8bSKmKPobuwH41KA1ilUPCfjimtO7HM+0DULaThR3M+ZaECFRucsRKdrri8Eb2C7x
KHWGr1J0TyYzv2uWdd4RUol8Jdexf07GtZeIqe1cPzI62y/RsNwwtN5aEKWPljEHItZvO8EQnBZA
Dv1TfpuLNMW5k1yW6L0YOj9nDsLYdUcxrgbou8d4WO0JpL7mi8pUngwcofWVrHv4YF1ycEoI3Kgq
vJf4Hsc16/HGslmXJzXfttdMclwBcgUh/mMbNO6YykfWlFun5EKqNH+cYMmU87pzayDwNRdAP/fp
hu7op0qvgxkpLlS1bWjnr6FsThVliSggINZsCDzFd4Jnd8xzH4QsZglelcbiZ0N0QGa4F2VxTjPO
Mo0aOoEjpmJniGkDVWY7t1MwRu5Hl9qeGd+28hjFXFs1RTSUe+J/4ZFxubrFro5zqHCDKX2pUsI5
PqMybdXZyp76SuUpeHYX1d3kXbmrSe7pwJggFa0NHIzCtp7V+n3IlU+XiU6THJl2qt+4og64u9eY
ulZXjTWT7gYP1WOu5dIPE1vfIDPlT5z7njV6lB+4J51ViIMa0WeAKqBusJn/WIlxHUbd0wCNz/Tq
FedRSctq1NzjYa5nDxwbYd3qGYrPFV+s+c48FhtRmpI9dIGdm6UQvy87PrlqlRuSg3zkNyv09fTQ
xnd5LNCh8PG0MabyMl7C27Eqn4UT3yB3p9QbmRsuNWI0xL/XsewP6NHseMr3CTN51Tk3bqopuzqu
KK9Imi1MGUKVoUo4Dhmrpu+haYM8aZeXMR4KnrRvVeaCjKs1SgOpy+ntDQ5UUs7qjdkpxdrWDWdL
7lk+JqPcuvGWYteXJbfuMox9AIvMV7f+GDL6SPUIu8OMdV3ad3YVj4BzVFaGa2jAhFqGuQ7/gCVt
8C3jOhY4hZnXZrMORdm6QYHZhO7SejH+VfZEefNYFng+V6plLp9gk7FrctMNR2MaEq+vpyVwOn30
NF1JT20xZl5dmRcoUrgLKnFb5vP0uujt8gMM0It7BncM308J15Df9LduNz4u9GOR593bS70DqwbZ
WyerDAdtrjF4z+HRyOyAiUnQ0KCDHdgXJh21Sm4rdwt2GBLw0fCEP/OSUxnJ1Usf2tj65FExz0dY
GGPtWZHWobHl1sgHHPO4ORwlowzAPTpTdExiIn5ucqMUznOfT59Vm9xExZ3biw+GW9eHy0uNnS7K
HV/2/bU1MfFH2VgXoRXKdrEY8LZmtlNCXMRdeSA7d9LB9LD6j3wORJq4x1kl1AfN0s/0agSTpPnQ
JK06cXAlMl032wqqGj5vPniYlPT42LeVo2wikJ/u3H0OeWltOT1E65YAb22F27ZN1hWm//VQ8eW1
grx1OKTzlkalR+R6DnO5Y67g7l+wJZ+Ym2waXe6MsX9kI7jvgWcEsgW1XdfzPh4z9gTPtdO7azUi
cl20JvVtyn5k/YJn8uHSIOf3mdxgoKek+o7HykXwl8izjj7uPzgSDfgnRQwrAF2EV6b+OTWUNdL3
DaHTZC2aK/ws/g4nNejD5Kl3ewgHeA4hn7+Y7XSiiI97293O/Fgsue2ymR3Hm7QD3GBH3WR7WyYW
z1fV7zKdmgAOd36WFc81rLAnpl8dZWTO1swZ6ddZH5iael5insixDTetApflhcb4bFXGW5GZmgeE
6obCrvd6if2myB8jxh7rBECBFmtfOInWGR1N+3Y414jf0m62dVOra1WBE1CZtyjqzQMOuQCDF7g8
nd0pPtI7wtHBuNiMzuLxJ1waPiKeLJYI0jadzrpK8tzw3Z7g0aS/IyL1q3w2vmRkNatSRHRcTflW
SaciwMYG4aALQEMx03U4fOD5yw/a1LJLNN9Nu2Adcal4CMX84CzGR9iUF473Gn3Pa3uY0BaCru8D
at1Sr03twCzD+7GvAkxi92MS+oNu+2hfsCmMr6Jtts44PViyQuxm+kpHXt9yRioobHUObmYGTZc9
UpRStPmd7Yr6Xgr7ag/eNiYgFMoiKljzC9as8ZkMgX0ifggofLGStzR1KFnU5IQfNKppSKGX99oT
iLHqM4xidWDZzqLv0OiXE0gIDEkqzsgdV5RS+h125GcqMOJVVI7GLoLk5l/7hi+tple3qraoxzTl
2qupL1pj+uuf8yIjKoXeu8PnMnvNzOFZLsupztnimpUNwRLXSMB+PuJEzQUM80XzGIa3m2Uhnykq
NSCt+SFxPkVMukNtl+Ya5nFRT9vapiemGeSbAl7wEflO4UAX6h/ZlNXPLem2TdRATHNDEjWFrBjt
mE7LGK7H+1RoGtR2ZdzSQSS2EvAE3z04wiBi3vxoRAXRAXhmpOKVcNbvxYKrjdcvOeYoCE0XyaNs
XxVwtejPMWFNhjrLPGw7dvXp1QbCXLw88mhJ641NoJf5JTJHm3b9KSIOdC4sOe7zwonzABPg/EWg
lJ6KuZ52rEDlLmyjeQflQtkvDNIsUILrsm1CBINYD2bcjj6Yyuk5dZd8R9/49NJimoWaMpAo63mb
99Y0jT+S/RTmbGFvCmOQW4Lc03mS+fyVCpdDr5rP/lwW1BrAUHEgAyacgko+WXnEixj5Wlktmw4H
4dpuQmejcD28hz2lzq6Y0w8W8v1AysSvF8asjup0k8eTavo2rwD/bhjw+OupZVxGq5vXU1+YR8OY
VHiS0pTbARPzVq3Rp3OO6m3SEN4WFNCuaZXk/FvnF4fnITV7uAuDni//lBdtQfGOUq2J+tHhMNgD
3JirvlixlFhYyKCAgNpfxI2ld/bHpOcJPqGU74uwZbJxVfjQFc3elwGW0KFMKuOYx0Pq5Zp6SJUY
d9piYS6kkYt/ZlTL7o5kivoWiqh/jWxdZU2FZ3ZHcRUHEmfMccXHBZsNvOqKp7O73dp1h2sO3sq2
NicOsbmIxVehZpRFx6RnaMuSXbojw94cmrRN9wL1+piwPXrpQADvkt4QB9rawmZlS9ciqaPrcm/w
qowxOxrBsrIRbNfL2njm/ETeSOEhI1V7F8cF5KdlJ1zrTsN96RWNe8/0/J2Glk3N0HhMm3ATaTpe
HEcjyUVcy8l38HcJzc9tjwJQ2qXjrCn2mw9gLFhG5MDTfzUZUbJQhOaSkhoHj4P8cMEHqnsNQ9Vr
dgtzv8c4WXD2KChz6xR1bXKc3pjXiQlhMFvel2MRbVS+lVnMJEm4BzappDLR62k4br1wVOQGB38S
NE6leThus3bl2OO705XPw+Bqt4o6mewDikNmjKdKgRoLc7XzUiyQd9qy2CfaIe5LkoO5U9zNUzts
APB0/basIeBtmrG3TxOcjtxrspYqsKJ6Swvteqcypt7lcdKaa0OfMd+QU4qxXzDo9buUJTWjMXBT
TeYHRlDoOhri6ykEYITFKMutIztkzS9mBbU1NxjEUpPR1XutKqlULTsJrpd41hq6afWV6dSVrBYb
r9Geu2C61t9i8WOrrRMAxX4i+uE1qq5sxwWYEqsfbtSVokNRouASlPNSF80jdbUV2Sz+3b0MG+oy
FRg1i20O20QPd51r2/Tdqv1p1CvHN5iCXQxzuW49FmfYjaaWoSnact53CBU8XtOqPU2SYqyeCuGj
Xkm9YQnR3MAYOSFyby0aokrX7RBlgPZwDCx61R/CXt009tB/aDUMLdrohhUxpWrV1SXEAOIMkbHp
a0JBJBPu9S7ndN8b6vRpZ5h6RMY+hANzKgiphE60TniI7zhe1d+MheC6OC2ds8sA3iyLRQSoKyL3
a7XIJbqOEXRd9WW4t+byVjgCo36Xh81d5hr6W8gZzF1hwSFkptBDv5ZJeDA0VuwkbYazbodPZl8/
pmWLsNiFd9qAHaBQdMuDj7JmDs0PrF9Mvl5s1yW0TJiRDx32nUaOr65UymN2dQJmdrbXWWs52sRv
hqZEuI6aV/I2t9rUXQYwkCwj65Gvkm0p53DlZmjsio0FmCzTHKFntC9IYPyRWb50Ust80JjjWk+A
ixZkU1RYLQpBacGWTWSYfOQo82Ntv+ql+YCSpG2oVDVX4H5vx8meV+pYbnJBp2xKcRCTyKeWchYP
RG53h850GxdTEKOtJurFWDT7CG/zY2L907IGvVcRZn2EeVbfKQpiOtnv2IesQ91Rx+Zk4E5yFNDQ
NnodeKkg0qX+JucSpCo62HqEj/YYN7ggW+xnvXqhsYcojOOcp5adg3Dzz8wkc2KWMG4kpY+kP+gz
S8i+CLX8FFwrFauyRyH9WU0haUQww5yc8jN7fMgss9ss5LPvh151fN2cjjVgaZwKn21nvXfJI6zq
tSpLP14GY5PZz2XGBKKfJJpTl2P8TqvZ08Q7hHW+xNgG6eSe5gmkqIIA0Mzg1Ux9WdWqhpiSQOKC
rVGijYmwvIVL4Q8tNZBV5fNRA9JfHLVnP+/UgHPzE654nuu5OaxlneypPbqmyoh6JqZ5b9eFRDZt
LmPfn6ULQpAD9HFcjE1MiBoyja768Zx9k+olV9jZ94NaJ9uUfRoxsHwLhCU+pRqbPMcxAshE8pZu
j4RYe/NtkKzfklktbhGI7yd2/Str4KwsR/FgCUHRNeJ2Hduu36mAueJxy0zHfAHhyqmgesosWiKR
6T1m4N9jnIybLKo6jydTop7jpFAeGXXjayVIlW8A9r6iHBxIoDFydigZ1GlJtKdpqw7tXT2XX1Xf
x+tFjmzRyvwHOznylvozFdqzU/eJVxq4PkwTPCgldPGmAY4eoKg8jjGq+bXAPlSra9jXXk5KLOsg
H8M2MLO8WoMthHjUGsdynt6sLNu5AO1AJM+E9PPyghqvrNqcSi+i7htYZCYNhy3DI4YZO0HYsTTb
+loPJmAR9JbhuTikl9bZqIZUPVWr+ebkmv7tiBhmJtByppeZ/kavGNxj2i/6iWhYskrhyd1Nvaas
f2W4RRQrzUtpQqyNID/3XconXByeucuR+MqdrGI8TqF+sXX8j1qS6G+9iMatOqo0OBYhtmaXgsmz
lUB/GgxLpcSEEqep+3KaVtCfmLYP8zKkrzzIpwOVnx+LIuNXcwmdG9nKbdFzuWBe4nhCpTA+wBB4
W73nVAS7CXuldOK11oPOIwTJPeG089ECzx0YIPnMrDzKntpb3KeYOt+nGsEO2UNBkmIwhsP51Alt
NU7jt866XGfpS8QcpmQ8tB6mdLug4rCiSUyspeoDwhMn3eI+rWjIak1yq0kUFDOfmm3eyh5lkBnp
Y9101i7TQBlfU4NaavijovBDIg+icI6TxmNMwTI++47Mmdv9JG39sqRuhFss8eYQgByxWYjfIPIN
img3eqytOjPZF7VKHEKgarNER5xwY20Z3kStNNARMMjDwXpcRrrc7Ziq6GRPW8M2gRIO7JhYc4uk
0m6jEeRBKusjlOn6ZlQ1iX02ZJijs1TDW8BV2SwIUUUIyyymY2xK+JBoV2V1BCm501snY9faiy3h
S3zS+dYERI4fQ1FoKYWMAGLxMsscQ/30wxSLj7uc8UOAcTCvO4ToxUVgAlE1eQaNmLthVB/iJH6c
Gmjh0HF2Ji3xM1hKWWgnASEiYYi1Yup3IOKw58GICS3W8Lky1ww6YUD4NzmK2Ew3CP+hOKruIaPd
AOqveG4X3Hw4vp2VMwltzzjkouDTG/qqXddK/SqZbhPnkyZGMyabpVXBAc8t+NAE/lTjqUxe2/Gn
bhl2KFz6EO/wwOJh/iZP9NZ006qxzW2ZGxoDLCJTEd0tj6Uw8r0gAcC85sYYlksZx++l2rwCqKbK
XlZ+386Y8W4IX/Bjra15tWSRGSQhhH2XE6arKSvd6BVgbq3JtiHUoIX/2np5N9TY/akD3yfxGEhc
d0hU61pVD11IFV/VsToscDPXaalygFBMegpUX2jBaIG6S5atm0PBa6sSZJsqOyz5/U0+5ZqXCfyk
aTztJ8OgeDQ3nUesZzyoMbF4BIVa8GfGZ8+0Y2iVzXXEOSikwzA3R14N99Nrq+VNJOVdkhxHQvp5
UqlAjK8Joqy81HwLxyXVWMA1C8sv729OeOQtKh3ipCRmvmiuOzGoP5b6mQzN+NExPwywv/Hit6ql
QJ8spXtj284dsPZ1ahvnpEIHomPwKdXh25nuwo57eFDYa2wXmoDJoLw3XF/XfMX4ZCDIkpRHpO6s
O1UPtws2UP7YBk2VoUZkMiHn0Y41F0XwXqUKFINGSvth8kj5brmKR+PHWgIalHW5MmmdxFEavuhN
EoyZw2RRxwqUM2wk9LGvw+VesgUx1Yi5MyOSMP8JseihaMcrLIDjRvRsW3nUnCGavtlVsTEc4dU9
QQQX13WRyEM45gejpn/QXqweF3K+TQpjR1qE9kVgeZ88UGjOds0qKJR2U8ao6/jGG8/FwssEN2Zz
kBdnbq2UMrzlnrMQUVeGcpQPmB7A/NIrM5jguj1eUICRu/pqS50PxtcvNv7bPFLIZXC2T+zsK2zH
k5U1z+aVFDMb7nqIbpkIrQeu5FRjQS5bAyd6fSzYFObP2Ug/J42WaEVoalYfUwyaBQZBXC/uNHnv
pNXnaGT37chdplrqzrQ6xMf44MLjT7TwJbWZ4Fda9ZNfbZgzxcEdj5C1psbXUdmM6C+gNOhDfMoj
7aNPrfKk9w0Vp615UMO+97CW+vB5fLcY5zeLvMxzvHQD2FPEPxtRyGPPuO1m5XUyU7+IaiQ6MZJR
InvRJLDNbSiGRFsTeUM2eu0C1CyG6RKZoeeoIyTREsd394PWyTxTldxYcn4cnQSc/1DczhxWIe2t
1Grw00HhOOTUB6frDnrV3xbLa6gu6wofnlrhA8vsO2S7jRGZG7gR/tUZo3MtSqPZTBriXWlTbc95
NcBnvsvgtWyMucWoRcqLMtJ8GPiF0920FY9mMrHYFc6MB2CIa8FUGp9KzbofNt2pABPSsMa7tYKc
djfoLftMLB1F2J+NgpJs4ymnQDFk8OeaD4VN3nRW91F03QqYo8RMbXECJN1U8ER0lBelzpkra8Oh
tcmap/NGM65JjvaYAJnmKes5Q9/uNJ061mGrOjmbSK692Nl0c/QJORAHPomvsmTYQn81a1wW2pcW
LT8tZbbpTRHQtkGwLr0nMPMcUXLdpaEfJVAkaLXxeEBGP0bIKgvQa00kYscZf9Xklr8sWJqonNg1
1nxqtZg7Sx9XdRo+q8qwp1TbSfI7tptjkDAlnpJMWeXJuyDqFJrKpctbn/CQX0lGuwvnBoOzRaMx
NtAPPca7ylo6b1EMVNy8Q2Yn6aU3V5CEGq3FEG+LBScAXFynXTaaxAaY4Kxa8JBn+bvIzOfBns9o
bpk3oe1bBXEJyI8uDy9RR3fEpKTC/Idkr63O6PRJNX/rkqOTnM2fiRaRbOGLEtU91SMPi9i7RecR
cH6Ii+EGaApNOSCafKtq/cmNOz+h72SiQZZRIxHbQeEc7XBlzzwf/aJObwzYmI8t21MWyAjBFTkF
RstezIXv9HSmLtry2bJxipv0AfrEg9OO27h3mJPn7ilZnPpYq31ygyVpOYO8OUz6wlZHfv3OVfdP
TJd/sn7+alQDoX7VSa+2VvhhfzSqVe6wyLTg0pCQZM5zKq16YxZ9+lXYTfZcTyNCalzM9nEaKqKl
GDM6nbQWo17/P3knVzTf7y1z9tV5B6BMONQTYq/9kwk1jtlo5+CEVtj32neqJPhJa2iC1MtSY39f
54ryhWzvXLK+bB+cDmYMg0tC6jBD0u9f38xfYsz9P+eotP7DYsjTe9/8z//xGQM5/M2g+atV+/p3
fjNVWsYvlD84ts1zAwMk6JS/myqFBb1f6LpqGL9Zsn/vvFZ/MeDE2S4ea/77B1OlDnZOF1gtcVWa
QqVd8a+YKrFg/v76cGBWChUjpYb1mxeiNOCPV+qS1JThpAx9itT+X9ydWW7dyLqlp3IHcJkIBpsg
X3evbqtv7BfCsmT2XbDnIGoa9VSjOBOrj8rMOrbsIyPfqgpIIIEUUhTJYDT/v9a3TNDzarx3a+J1
NkVHIvPcDuSSNjWCqXopPbblnHwZxKC+1TUF74/H6vJR/Huovv0pJkBe7spELc14/PFPIcmrga4Y
TwSuhs3BIfNso4y4O6gqw8qf21F7nXph8LVGCPEbEOR7AToZIRb5cXLRxiuCspC+fi8sdWsM+41F
LhgE7QcPJg6HkvE1Gb0dKiLrNxfjlf9wn1yMbAZeHDEMNlCqdxdDX+w6RuoBozfsaTNF3RdimdP9
xw/z1xfxvEW2yxjz3l0k6gkjzhyj2sg8NkkaR/k0o4i//fgqP+IHPeCj/H7eFOBTGKGAEn98blXT
t3SbOkq7fXntGDOSnrC+89X8Gprzp3SuTrw+x7fl/2ZaewuN/H6scGGoh1Q3ELTDl30Pli1dXxth
yy6TYGiUEh2IrGmXYi16BH9nt7sAlTCKglJ8sZb21WiUPnuhABlp3Ze4CjtWnk3g1KD9rBomybTE
5HGI8sfH2OqJN7ClwTnWyE3oNHkte7rIrKNrD7rYXdt4/DYd4ePvekqROnXT4KQupvk4jY6SJ5Je
nqT82WDhLLUhMW91NGxOyBFTkD1o+jrgnWPjoUisB80jCw+W7mhFmG2nyI8mDo1FARcd9BEc7OM/
HYC8aNwAvm8KJTkjLXPCd4hVamalkVIV3tCiAcQNrXCrY1/95io/fVMKwqWDDYJoSwuB+LsR2MZj
k5stMRQDBtON32qQQSIgpnDsBdogBPwfj8XFJPLjkMDXjMnFdBQTrvM+pNWF7IXMUbcbk+ShldEV
FhvvGvnxYtXGmEd0/ESh5+OL/uImXeTowkXhxlLvvMPv+n6Elt7lUKrS7qrRVXpoowZ1p+VfFVOc
/eYWf/qol2XEEQpVIjO2XGw83784MmHNXpseZ6so6da5RlvV+aP+zT2Zy5v54Un6rkC2D/OU+Ynp
8P2bM8lMGJi4NsDNis+ex80jnq8oK9Zl7N15fXVudNolNTOUUOenWuW7IiaRiKOZVHfu1EPmb+i6
/3n7/1/vH+hnCpbwhfbK5+bab+PyPzs0/vU/stf/enn9L3olVfWqmT2/31j88pf9udEw2Fv8YZIX
bSIcBY1Jus3fO423H0GuXQYq3yFLHOPmL5OXyU7D9JWg04RckoWCueAv+wY/kqwdNjJyD6cU6o9/
tNF4Q9H+e1T99Kd770xeftjEXUw2/UmXn0XUxxW0ix7bAMgikuFX5nRERocKinPTNN/X4Y7eLkCP
xNnSdHKC0wUKSXKrWrecG9OD+oq62BYnxLHW9ZUbHAkFqihzIE+dH73uPFEvcV9yFCcMrf1a29em
fR6E9HtOItSAao04il7DAmBJjwZayuoUlmLjXpXeuZ1c9c0ZRDdAiMHZHF82497zOMoEZ4jiEVwc
sTGtFKTvuT0itg8NpA7pM+7RILgZ/AcnviyN15TzWWcfl7Jk45OdQ+8ku6DrZPcnrrnrgzMHEkpx
NzorIHiIEYzkIPVJNHyR5L5o6jocxgAC3OTTbWTdEbNgpI/m/LlPT1R0ETQYyk/ciZrLXvN7hp1b
UTTdO6DlzIDS3IPvbCRkCgod6eU47SGL4jqI/HNz2CbZ2dIqiU7pzk791SRg/26i6HTuPxnlbkHE
QPGykit09QHMA1Qq89PGCQ/GeLr8U+5m+zEaryFkVQMY1uQMy2vhHCGP1M1tkF0k0cFw6FbifdnG
KJSgrs6bNtlP7qk22M7RDb6ozJ2s9nX0Jw79H00Rd2XOPz/as/7vdGu5bIH/81xwUf7rf37Jn+O6
45z1/emC/+vPj94Wf3gWokWo7AtpX9h8U3/CqS0+XhMHFSZjxb/UYsv6P75O8YfNEikI1sTdyaTA
7/vbsiXdP7yFM865gg/etLET/u1Wu/rzY8bo9h/Nh8uO/d+fPL+GQwxdCQzLEDbxj75bSIRKHCN0
yNocBdXh0CidcwAoyXXtNvA/v3s2f137+9D0dyvx27VMtqPsReG5C/Pd9JL2CiJABrvT80m4XAfa
gwkUIof4ShG2P7O8NKx+c8l3y/FySeb1xUPKDoA3sBxovttHOShs6RoBKDPcoaUcNRl4JqP4N8ei
X9yYRzyRdAgYUJZ8qzV8d5VMWXYdwF9eRSHMnRNgtXBocMd1dHcLz0HpWEDB+vhh/uLFeWTdswWQ
tq0YDj/e2WI0UU4L4iToJp8q05TTSoJC1cNS6sL9xxf71Q36QnFUMUlt8JZB/P1jTAILazl5wpjX
iorOG6glZJn1oTb6CnqCptb08QWX9/L9sLQcwvJwNHL0hZvOv3+8IANS9KBA8O4MEXFlE/31oDrr
OlrxCRNoXrhnEbFTH1/0/WBZLuopwRVtruks7srv7zJqkfC5S6l+CTFFyuWSA5mVfyUl/scv7uer
UOdhg+i4nOclRcsfr9KT2W3MIhtXtVn1xxjp8kXdqOePb+X96LBwkaO0XpD3HCBwf/94EcLNvLnS
9LIrx9T3ZFZPV6kkMKsxu99ZtX9xKY4ofNDkuzs/309jh0mUDA4hcGFKDTrLywHyEJmnTzTBu/k3
72gZaT8ODDazzFcIhhTaQvHu6Q0x8TMYdgimSbzgkPhT8BhVffeo6yS8yM1pcS8lnCs/fpzvxz+P
E1c+G0QPXzqFj+Xn333gHGPruvLIGs1Mt70G4DSeJZ5fnFsQ7NbTVAjnN+P/F4ME2hx2XaZJAlKc
5effXRAqXO0J6MTAompv68dWQGTaNP7ms/71VVCwLeVH+dNnHTu2McY5R2lLVhDNaZJsRt8K/vnD
gxmAoIJuk8VaJ3+8lyCjhzoDc1oNWtb7MnWMY4Cg4hQeTf0tgsJ29fHL+nnu8HxMzcwfy42Z3rtn
R+a0m5cVfE7Hmg88ZZgWs1+vyrZ7qnLzMvE4gLbaPP34qr/4DJZaERVlUwgWgndfHBwGONLESyI/
AZOkOzgipXL9Q2DM3f3Hl/rptS1zlFxK2IrqkVDLn/Ld4KhpJnfoppBVeVZzAXY+2RdFnfzTIegt
ARmkjCpkvZyc3z3G2SCT3YYosEqhgubUWYxxU7WtefsPb2aZpTjULDFAlOGplf5wMzRPY0TeVH0m
typX7oChuNDydzEyPz0y4jfeqqfLAu2q98dyXyIKSm0GuV+T3S17oHtNWajNx/fy0xhYyguczJ1l
JiRN9d00MTmoQRGy82JszzjV6Twjo7fByxJquvv4Uj/f0HIpPP2c/1wp3xeIxBjGE3GGNtbDCHHC
lHfCPpkqAA3bjy+0TKg/TLhomdmwLI0Sn6LU+xqR7j10l3JWGNrdwGROn1p1iO0ceZpUExkUMHDT
ae3WKiPjzh4XpvWQeOM/vl+XzQfj3jEFr/B95hDfq5WEMWLMZOzH8HQKSHDdS6A45W/u9+d36JLS
sswebFS5zrvv2ICOiWeKUhtRImQq+Kie5m7uDqFVybuPH+3P75CSNvUGIaFqsW98t6tyZ9OpdT56
q6afq0uFQhEAFyfpf3wV27c5ZJA/Q/PgPUplKkKXtjhKosQrFgyyRdBJN0S/eWy++f7BAa2iSEE1
ip0tOxvvXcnSiQE/9LAA1ujcEUdmrF90PYeoflFeG+hPRhMndP4RdKNEa+MqcFHWanqDGMDSqLh1
NQblHercmunTMDi+azkauNGBaonzOM3nF4WcHXQ2WH/9SiwInBIbqS1ya/Lq9W1oNb3aBazGekvT
ZERAaIZmqk/FGMwBcVgR8RT4Vv2e0DYc4/3kqNVQRqntH5mkw8k7qWXix9dJNNr9boDbhNCN9azu
r50R7DeWrcS3t3NRdOa1Iv+WanBFOMhKUXjDQJE4k9oTTA4AAfFj9YAzT+ytsqcAV3N31WVg+4b6
FOlhyi5Ek1Nophy06MF6N8B5M5Wtf0hj3yyuZt8pp5Oxmeb02ghsqLpmY4zjOftt6FU05DuKEuQJ
Vf6+L4YckKVtyoA1NXVKtW1HGTs3sEmDiKiQ1kOLPTuGfZ3mjo5BvQb1NXl4JLjYgOcR/FfNMK9S
iAMgoOl6OLvOaWTxJMMgFKclsXzWvXRFNGP+HHWcfUFV5EbbCnqhReyOFS3sZafLSYn26hbDTA9Z
vjZLQm5hcYSf02TwsIdq6KSbfDTjexFBlD/x/MpARzcl6Iq11CW5P1Pk3nuRxPeMvBppAjJf69vc
9JgzM6ua/RCpcIkIAuCm1huYfdGigu2i6yUNqVznKkJz5JZpRiUo57dfR0Yf45bLXUQhFtGY6O4z
dxyQj+RZe4TL60LWrGR2RdiI5d4B82ymkwYbvRMwmeUEB291H8LnxSGbhW23GcYmMp69RHe2Rdw9
QPYj/vVcn4GndaxtRbqKfonzaT7R1gTuzqoygCAFWuaevI/FqzkDBpDWjrTkVt9WLXrv50k7lWWt
i0J49GGQnrV4T1PXNyRASQDLQHeKvA5Vvw1rVEfU4JCk9y8gQkR7bnt11rx2dAQr2HkgIudwZ0+W
eRRI96PThhTbcdtr16wP/BHN11R4hbMPfBVfYRKvvxFXCToIfVhrUKryiY5BeFPk5VUN1be1OfJZ
Vv91oRHxVjsiJsG9j7PbP4uBVIz9AulGcQ+yF+lz6pCGANgB2S8xFth7gCuGHt5/1xhPNLloaj1H
cR1ejzAa4US0fu9fjG1UQW0O8/KF3iKCmqjlG/6aN8hX1gB5izMo3WI6z8bAyGh9VwCOrSg1xXZa
IkQ3GYLFYztYYXg2dl6b3cCMdvFz5YmU28iAFbjFjBkSlxxp9IYBvKOJyl3aIzNKXNvfLsGsSG6S
AJ0sMykr2Njh7sNk6c9sScrAvRzTwXyYENv3WN0MYOE2uj3E3SqK0q1Hv6Q8tBLk2rrFl4ggu6nq
YO3hWiYfE93PK7KwmA1wlCGQrfLSNg9ONxTDJye16+Yk4sTjH2JD59ZZ1eShfdVBB3UfyxI58A0a
66IiogAB1Z6YJfQ0s6RxuEOn4T/WZMheiArg81ZmSfkqUA6E+KFqyDJzSxj5Ng3AaWwHYnKy21p7
GUcnUZrLC+qGLzYsUrWCxhfdlcD3YdgvlBSkQbI4YtLD2tmZXjwdVFiSkIQSSjoYEzjwH4Y0AsxQ
NBEFYp+v8alUBoY6AxfHddPpQqzTMTOO6ZTWyDA5FmA39NBcWbJn1iiKBgFllCPprNK6Mtcy9BZ6
5Rg4DX4FL6kup4CYXd5fC26qibVDAKlleN6WhBo0PG0xag8LZFXrdYnxOHgK2dVwdC+RDZ5D5jf0
0Rz8+AT12iKlNB00M5MijvUTUEGcaQWhAp/cjIVzTRjc4NIunyIExESGtWeqiXSPPibClVOTcmic
k2QCCMMrssw9nQcTvGc4CKykLOIUZ0Vb1N3WlqTG7gSka+g7ATFq64oYXORY0JxxrmJ/mk8jvhZz
p41EoNDtirGFMU0awgoJp5Pj3W6s5ATdJTatMMsSed+2mk7/qOzQPxUs5cikh5zjLwptNkOZO/n1
zgKb5G5TWS3s1awGWQu6EgsqRoQ1Hwt+vyoOCMGJFClNn/sk6wH3wMRFtNOFIAJ4kyX1DrKAgWxM
M3cyhB0iqsoGirB2+tKZKfPb4dMUkMa4msYhFevA7Id4NVeK/BRjIOiNSp50p/VsVmwKK9/Vr0Tw
BjgjEeYPawaUyx7ft4YDtH2saf0UwRsph9QJdy1rwOd40sNtYsbEm+SGy6eYQeC9rIwA1bKskh6u
KyIDuuVJ7yenWSoNvZl8IwY1RUAySGicLHLT1yM8I0qNyTe5iKgADpgDaqsun569CsEt6B5r8Lap
riHU0iHzjBVaZZhMfmU23VaKTGYHkVcdYFPK/Puyp8m7xnaTSWztPczPJujdR68touIkzgsD8FNk
khlWkqQCUq2Mp2uqflOxdptqAUpKoyKezaWi39Ltf4sGsR/U3BeE3zaknayaMBOYiPpuEmBmYeVv
VIVTLiLYS/H3RKjIHbL8IHYoN0c6iXlgWqtsBlJPqDMnToEx+kmy9PHJ4+WAJFprBYLFqa2XSOmC
BXCwKGs1Pc3kFaKVWq7SnPx5cEcsBvjOEmyw8ZwWXyYknKitrdK8A4KBDrgk6eJUCw0OGNQzgA23
SKAAh32jjlZjzkgISZ/w2CBlNdl1b4SWzpEEj1agT5MdHrCgvgoDUYeXsO0rf92GHvFBK/1Ggqnf
qDAG8zssH1GU0UX6ho8hUyIZb+UbYaZEOpUc7cSe+z3CgWREh2szdvJocs0z7H9+elaxl2jvisSX
eATDN+qNCw1/8Z9FDd04vMfwcuZd/sbOgUlWtuG5fIPr6IGtAuurrFUIVIuFlDgCRRUoXVeGZVef
2bbIcqMxm2HaJ7M9gP2bd4eYBbHZ98DsnUMcGgiCqywP2nXI4bBadUWHvcotUXiu4fbMTzVRZN2p
zjwSjYocBjdbTzVde11c+xADfAzJKFvidKcDtyN4AMsKWpfY0hWWAG0BJ68TyeOveQRb3oxz2jZW
0yBqbLNrYZQ4lF3tzI9kfCOwhynUoWfEsX6j86E/dZrUQnvMDHUeBpadrEMkLu3aCl2DFQofrN4O
beD3T10orSfEuBgRa+l35g45N4ZMH9dnu+vjqQ1xRfqzXCv8jBapLS/U+l2SdcepI8xLWPVVhIAH
5AV/ecUEyNK4dPqNo9BCkeKKGpE/r5wokffUFMItasrkiUxmZhCi6oja6Cw2iSsSwHosXmaC3JpF
fUBAYkhcHjJvyVbOguGxJq1rZhqWA6wGs3LvEKKTXYwNGWy0zFI4FYCMYyTpc6h7cjw83cMpw7G3
yrD+3TmGxDY39YbT7tj2qSsX3plYWVmGWBphd/IkZazJrHbAIq48LysOblEFE1enObOqu9G7MQei
5zY2TPR6M4sQrWQU1f1r1koX2Sv+R8mQSRqNmqVT/BdLtQ9Nh1i1TDUl09lDD4hsxRm+Fd5UPbpw
vUk3CNhLidRcPNBmUTZklaTN+aQWEpGjjXFZb1o0BUTCLMrVTlXA6DgOfRmMVp3NpA/mWxkmmbsl
zTC6Gpnpqns/1rW7HiMFICMCias2NY1o8M9KGDsduam7E+kM71Hh0+5Isi1ku+5lzaqHqH6+7ook
hELBYnquDBJvT6PF3ASlQYn7ypOEeGmd9mSM2dbV2BB+sfYi27iJE4j0W1f07s6Pug5tZ2/D9HUW
nYeTVuWzjR/kqsexMrLFTjMOw9KtAQx1ESyu3Cwya1kOgmAvAayNJ4nLQeOamsfwGuJK/JZVveNs
cqNh9YydVCJVN8cCOAlkVJZceMYNyN1+WtwoodNyDFZTMcM7qXTBNM3wKZMGGHky+p+Mac71dUqa
6cyfGKXdtFOxJ9J7q8gLpHVAgkM0Mb6FTPsyKoyMr9KoRAPMmg0QP1EiUA+5Hud7AinddoE3OP2u
q6wMXXTrAIaHf3VncxTUa49TqLUxZ/yJDKVkatdli81vNxnIn8eZTTsa/ZljCF9rzKAT4FaR8Eq7
jV7h5zQ2lDRvxnbUdC8o/6J+DbMEqysRFiR3VUaN1d8idwZzTp0WABGDKNqhIvVgSRW5GyxgFnbA
cy4xScSWeOgTZu916WUi3/sq6w5JURB9BktfHAtMklCojQpDI4aY/CXsgtLfo+JJgZdnxIG0bZGR
aGnH1tqVs/+E1dKorjCrD4RFIO1zqucu5iB3R9JD6H/m2U7mNjUGEvGika03GMTOvY8qDd2v7HGQ
rhA6tsSeADPpISPOs32Wq865s13ZjfuRrSAkoJ5qgn9tUM5IziCYeArOQWrYW9kTxkZBtv5qTo7N
3Ib/FO9p2wUOB+V07LcUm9iQl60dVuCIKk4KfTM6B4ewaXdVs98E+mqO8908G93n0PVhQZepMLGZ
OpDnJ37Juo5blop4cPuHIdai4eMQtbNlxLF3oHzqsNZ2FfoyX1FDW1EexhhI3HuY7WvYAiSzQjP6
miNEZuajS0vsnJMQ2di1qiEwr+wIRI98hTnfy3OcZGCxvhhDpOPzwSlxtyRQr/We9mcA2acS3Y1u
8pjwWsMbj4VJ5txWljXKOw13+2ZuYxOmbNHjyR96w4j3lP1Q37O7VVC15sE9KDU4hKL2FJ5XDnzY
+ojBCFNT7GWuOu9zLBQFGSaYp92qIofKyeWdUbpEVk09m91VM2IvXZPLpM/inHC8jZqN5IEt38QG
NGINBRPj8PHXA0mYa20XxPo6hFKJVer5ncI8ZeuvilTYZoVarafOQzw88aGs1dWGccl0WI7YFrdG
mPvhJgvhE2GRjbPPNcZLf9VMcMYRsM3ZPTCk+RKv8viq83rmKycquD0dqr5/YVyGpFygyYy/zVNa
1HvB3tg4DUxcJKuunSP600i4MpI7urbYe+RfxusaSZe149QrxOc8t4GdFFaS1lst2vl5rGPmnQ7X
yFUWxAApU2PWkMZcgLdmH2tPw8pLJyO4MCYPhsJtNHU231fdTcl+qNiSdEdReaQPkx4izU05c1L9
SuEgyQH8ub25DrXZtPsmBF0SruqEs/pdyjauZuEbpGs8ZbZAJkNTUaHaCaB5851Gjsiam8zKgEY4
7kjDpU6HuLrwAnf4NoypMRGBNiJsYfLmtKxSziuxcuPzdPaCV6deomuNrvtU9X4kHzHldNm3ZGT3
vXMVW+iV6ZbSPJmaKilvowjf5F5mXhtBnaJZTRWgTh7bsL0p0mkBU/WtuRDP9JlFLsvGAl/MsciB
XFI58sBz/owS8Rw//iWoy2+cdwkLrNRLkcnxU+J7zTb3Qh/e2AB2ji2nUZl7Lx/bdWoO0v4aevYU
nf33vzX9kTbwjvVNbFwRjASEyZFJxyJZ2dQME4MkScoSDkcZRQl2L5vBufxvrxwDrTn+cUAvCDAM
4cH3NIqS7tLvLPOWk5kJpIIQAvLfBq+5qnxg0Cs2Wun9xxXbnyqpCL3oiKACM0n3Qkz4Y0uk8HuH
kekaHEASZBKUKNdjFfibRhjjPywOczCk70IPCS0BUeX++6LtaI3tDCp1RRpZekHC77ix22k8+fiG
3he6uQotEUHLm7aI6Xrv+iIN0OC2jBI8QrbSpxyCinOELdZvrvIms/i+VcFlUONTSqczZtnSfNcb
bkIMaLJt8BoNRhbsdMqqA3PDLuotpOvpGLe2dxyUwJqXhrVx77HgfROuxdbn4/v91QtESUjBfWl4
2urdH9I7gW0aBi+QjXK3HloF5VIQ7lLUEH/eLvWP1FQXwHTLpvzWvhdU/QDD/n/O1qGs7576AuL+
S2F1/JID2D7+63+Fr/oH1dXyP/ypujIBZdPBcX2F8NxbTB1/q67EH4w/fxkntE6lbynBkP9LdiVx
gpg0O+mq+ViD1CJp/1tpaf5B/x/NLYIi2hyLXeidyOoj0RUGnx+6agwMvCECIYPw+Sr4xJeff9fC
ZS8+xSFsjyDMZH+WJ3MJeF3MabYeau28oMGhXNWQZqYORjWB6CibuhWnVl4Gxt6i2U4hO+2n9Cow
/D7DtU9f+iXyiN+7GjyLw1YCkGsP77qYN/ZQB49ZRZGLKtNYfAVGGD03SAyALRemt4LtXpFBBqv1
tBO6DJ8HaVbhuSGJk/ZkW+6ZzrGfs4tWZ5OAvbMLWLTJjPNztPLO1hdp4p9QOaj0BQnYoE2hjrT3
4BrcfpVRAgKYmxT1vJ0JfsxhQRTR/G2aK7xVLhtzpIbkmB9gE6mEnoKvwu2IoZ8ySEKfQewJS4Qd
Vju4eF8Lyt91saPk3NsebazSU6z4Q+Hbh3xiPw1OKxiDz6D6yE/LnMmyji74L3Md9B1ly1VOZAFU
3l5TglSGE7x0bKoe63SC4lxPATLIySugt/U4INeD6/U3kwqHdC3qiRaAYJ95lXbAL8FrGNV5Wdqc
jkZZ12R0dTGFgVYI0DCcp00SRCt5U+kp37Uk3J8FrgioWk7Z02QaZGNiiUiOeEU9sbYmN/9a9nY6
oAUtoluC5qxVPpI9tSgm+k1O+eNzbiGSB0nsg4cxy3hJJq60Pgkwm+f47CXHhWgSkKFNWFBHGFJN
BaYKk8HGTrpP5jBABOjZFDUyglsxteM+JmCag590b+LKrr7a0l8ImmylMGybxdPEgn0AruMX9GzU
/DDDMXopnNQ3gU8O7oJDEJTjAXSbhPYmpAV4ZiRvc/ixYsGBELt5wKjOs+IIANgB5URY3mV9i7Ee
A4ZiV13rMT0nEHPw8Pu33kjVhOhGCwJf6DbWF9rbuW+u0EE287EiyGrawW3ijKJjlxdryNnMlu+C
QB/R2OXdTL70mV1rf+Ok7nlfjhczCISupGPoQ7ghHbLOVlEWk3MAea+ABLHSsdNtRO232xE9ctYM
YqWjrHhOHH3HkU5vvTAUm64SdJ5G5X0ddFVvrBEIADqCkny83jmkAzsSDW80lDAwoyjrQVqPlEAj
46HNxENqB9a+tFvq2kNK/uJUZXtRd+dj5W/MgYJPyz0fpqxiH6IeiAUiwS8+NORfY0/B3ppOBMgZ
QhPFNIuXZiye4EE+1252FpPRMo8u7Z7B9l5xxb8YVPfRRV1xkpW3BQWXtT3MzQJL5dvHZB9w0NlY
ExV+qHHZJhvUC5U3johUdleRHMKNS6stddjMeZ3JYX5MCEs2GkrsgEewmsXPPe/7DETC3s3DczIF
GTSDA0OmDB9bKEK+H362a3U7LF29gb2577TBpiZTfdOj4a5UEn6qovxaSu8EsaJF6FsClqjTp7OC
mtZWxmUYIewKsscohOqRh3MB9FcsFWQR3OP1d2+aqrp3quGTkbeXw8wZoCH3m2MVTPcO+FKZ3zOr
15TX2xJ+qmnsygE6DS1RJotRjRMHAfcmGTjkZ31fbmkNuStMZEuBueup7thyS+VxTIDwAoXoBZ6p
ygV6DKhrSUvL4h3xcazmEnN7krWfrVgTyOG4L7QF04sacd8RGvoVue4AQ3tqTGbg+ueNJp9qUAQP
TE7jHUVBOFrVOZzaTLztYpeUllj5kZ1et357QLW6hAo5Jw222mQMPkWu/Vz4dbauEkpGmT0+tmMA
sH+EXR7Owtm6VhNdFDHn0rQNto4rkkPYU0KjLbnpdM2+qwLKRZPqwop9fRbS6z7tFOU/QoSrrZv2
Zx64FNWxsQXPc0yrONp0av7qWN5Nzjb51O2J6BrU8JRlYX6rS/IDsmGEFikofhEwLw9msGSB9uPR
0xnWfUXwZSUIWbfq83a0ty3F2W2TGsknvCt7GgrP+dDZsOPsyyxvNgi0OL/R7t8mtenDCoi9TdT2
FYdyfd+M3UuOIz9N4zPCJWF6Tt1DXhKf51FTZ7IxjiPCqxVDLlu3BqDKGDR0LMf7VozjTtjmqRjm
i3KZ6Idsr6BW0s6iXZEiQ4j4ougsB/vYtvdpZ5YHN2p2bdn3axunc+n4m2wyGJ21QakKLrPITycg
J5ZZnzSzME76wr5mfsuPauaeW7JNV0lMDcNxqhcOWfeOKL7JZjp17Wg7sesk66k8p5rq77U5Zbu5
MAh0xmWsfM23PhonRDafVn3TPkdghoCBj2tklbAKpIPmgT4INc36a1lOVzmhX0Br2q8qxKnoRXFx
RnqYgQZnAU41cpeK8GbufIQMZHnnvf9ijPNl22b2dZk4p+6gLmbTSyhBeIGXY48wSbojhkBmTHfo
Gtv6m2hFeteWDEZIaLRA7VXSL+FfPgakHblXsMVKiojl1xFaFyfJSFnN2o/a2XywI0jcQajwmME4
kYypXVO2Ndwyi3o6DvFWmrrYzuabCDFUVkcI4+zFyzo20PBUdwS4p8M58drJCdbQHNNC0XZO7F5L
Ly/pfQmDFaf8Js1OlfkJJtFEztsO5znAsIBqm7kmqJlA7oQ/tmHnxFlPnsXmEM6fbVG3I/x4VHue
uR9F6mdyb5Gf4ST7wCrlWOwb6qwAaklnO9AA6yXxfxR0+uMUGuJUUJ25GuFLXkNSE8+14DvaVKwV
kiIKPIHxVisHU9tBGZFLsyfvrR2I1Tl0HtMBzjjV9xSk96qwGUPXmeQ7NLYlGbiCzPEEgy0tjlE5
VE9nrJDVxhB2FeZPAPwtiAlleS/MfMiMy1jouDFPOi8Vn8YiG/p2EyWtt55Z+BxZzCRqUG+w6/Gc
8GsvX1tBTFjkDZ4ESjmxk4+rNAXZk+zB7SzEcIsKzF76Ccnza/SVGQ5OwBHTRS5FV6PMg++U1xua
Jgr9PsqSwrFWAad10NMllVLKurnlrKH5KOaFdGahOUacrBvo20IzyWp219dTPk1qbTV1vh9batUL
6rWJPxWm/tyyEMT3ZtiU6nY0E6ALuFypFMc2A3XLFupKG13CejKjeNE74sppeDeGRXCIr3uafUM8
D8CAVwlY0KLf44BFDEraOTLeVaHJlXoFYDLFV0Pqje1TW0KqOYHYPeKwoV4GvmHkoRO9GUOJKTOK
gB6tVHcHoWZILmdvEVNtY5JB1K4dUJcWMXLCfTrksHQS1SfjI82k5ibInRBsduOamq5Nhds07v3a
PkY9rLhVnE3xsC/GDHpnS8o8FT8ynA/kepDSGgVE6vJ5A/FFXwD23Mh9FlAUOxTbIMTC0ozY0Sw5
gXm+qSx/ySAwcHiEZMDQWa/pQ1AijKZLPYUFmii6N9mJWRXSfogGqqBIhzSsmSqfG387qqgseWg9
USchiZg0pvDc1tNMcIc2XP1kegQBSKq0q8ZLs9O8leANCVOAE1bNj1Byqk9dltDCYsHCSBxvx8aR
+4H0OegKRtjQwMq7jRWNUA+TxllzOjDOR1+VJ66b2udp3w2H2R4J1G5UfVNmzHbOZHQOqOhh0/K4
T12IlCDaPXlQdDROhce0xV0aWz+ic0utHQwPlNX04NYYSbw5TM+8rMvXKsianRW75V2TGe26ER6J
dmVlX6CjyuDdKeJUIoqUyagEhslQfyumml2iYo//mgGC/6areUxXaOwR/XR011eSr/xIHk+yNXPE
EIA95w0Fdk4NZul17HugyUYqJ+7casTz5MQLCoRphPhSemp53R79INLLuvJc4fNZkUYVgNqvPfQ2
bvrMmRVllTYg/pYpgTIjMbOwQmzIIzGhsnDSnvHoDCdEgUwHR/uEA6ClCtdGN8KuDJkYjZBQTCpi
/5u9M1uOG8my7a+09TvS4I75NSbOwVmi9ALTQAGOeXJMf9Tf0T/WC5TqJhlikqX71mZdWZaWVUoS
CITDh3P2XtvcTXXv07kuHlh2MlBvY/UAghruOnX3dV6F8YfKzMeNn3VngYYnYdGHBmNacTzxNAa4
QDPf4Iqz+o9BGzaghhU0dY5Q5I249vFYd4+tjwtwQdBfk358RfBrfh4RDsSZDMRJ6rOWp3OGcCT3
YKtmeSCxD9b2/aj0fTjY8UlikpLk5+7OjkjsBHzvbsmjEaciIqUmqZX6ljfLQdbLS2i1AsGdFrAI
kxYtC0XRlRzscTXYffWRT8IWdYI8fURIMIkQHCjJNhDznqT06kSHjccH74kFkBOtJuV16c+qz/+V
Yv4T4O+bpRgV/fd/NQeAjeVHfhVjbLLJKKQGFjgA5MpLPfOnBW4JLYNpi+0WLwfSb0HB5VctRlh/
+SSdsb5QmMRTvejpf9Vi7L+oJYIVoBSAup8CjvyTWgxi6YNajIlrC4eFy/Vw28OYeFmL8bJWckYO
OQwkqhqPJhN8D46I0gxO5sycfA4tERqKsVdpfEFzpuNN6eienXDM8+lFV25BY1W6zZ2nC/D/VTpE
w2UA0zBi861qogMjXZs+AVYChcLKllIStIyswKQBCOAsXtW5aahdKr0mOfYmO3HWlZkQ5moXHEnX
U1QualhlMiXmnTGJVenqLgYjmHigwQxRwsPCf4HCIytJVNE0+y9sJzY+z4Zy2bVptujsRb3pwm45
n6WJQsxFVCC8TpSJAKPK3KaBaw8pEz8AD686JtYmxvnLqjaT4iSZZqwhwes7uWNXk2bmDRCPVQzd
2+oJVKDDqypIfHXqTgSU29lD4KVyb8d2KbZwiaPLZu6CLzHpdg9l1PnfAeMGDYxJh159TCeS7COt
hfsQSi75MRIE1EL+HMb8YpJZkJ8CZ4YrVpQs+Ru9uJEIkCmm8taaExd2UjUPcpt6c9CuPfYl85Yw
YHC7iaP9DyUcMXHrlJiRLuhA6PPADX0ggZ2RsUNSrZ5PM/Dq7WXLBiUjFh4RIQc+8jGkS3l8VbbD
+FBEoa93deDHtKf6sQg/UNDuQXIh2iD/hCndWkVgWaxtrdr6azMVJTx/yHDfCM/CbWDKyf4w5E73
yURo6WwF+oQjEF5VvY6rwv+GzBPMGl1K9l7MeKDS2d2V9gr7IA0y34+aswS45NJ20ZOza6iWTevU
VohLCSnpCTnXOVPuKLitI6d1x55ajm6PIfcZ3+PeUBQABqXOcCzHN0an2h84S+87FRFXFbdo7tdZ
51cVIWS+utUDJQgeUFrvskyQ3EM/qyG7Z5bWR1mOKRUiG9I5rXTHudF2n8hVn2gTjW9MQvyqz5Cu
coQYWkxFYz4+jGi/zDU6hOIb0HtiPH2Lvh9scGe+rjPUD6tRCLDt0ioxnWZFz6EeCUrzGMs8/BYi
eLvEYim+KhCdZKVFJQpeDRO237g9zTv+robPMBAQBZnalM1RCDCjWnG+slA0jwWBzIZTXfaWs7TP
KDuhdu5Lv9uYdCQDIjBrnFaxVEl5KrsGgbwyZanWkdPS5zJDsqxWUsGteshS4Db5IGzvCBWnpK3u
IzJi6OZVe0uWOsl2YMZRHPedTK9E4sibcKrScxAlVEHiJjW/13Uv5x0LNWjbtk/8h8SJ3OvO7QIU
lF7G/q4SHrLFzCJqJkabdFlz5iKELqNNxysHUX4ddH70yHnSBAjcYBTjDwckOW3tY9RxwC5H1CrG
7H6IyYVmKouxICVlFn3SyfL9BFmiiCDuhG9u3Glg6hsh6BJA547ko8WWXzNJiai+CKCa3ZuSq21D
L5k+zNNgxZd93jZg21xXpzfNaDfhxjINN92E7LuObRnXw9Hirei2UeOOGaiUoSFwjBDsaGMZWc4L
hRqe8gkR4TApw5xNa6ohH60M+mwEqxdi2dT2SWzuVBHFmk5cuny6QBnlxrBLvPd5BqWvRb9DdjYO
a7YFs1+FG7+xQnc3oU/5ZJhe+Sm3a6kJKTcqhBq1jNhNjgq3DAFhnF8zTUDeyuVcfImhfvjaIsg+
q8ZoJu0xcIqOyls1VpsWFtENAxYuK/TRbPHa2tRQFUnwGfExwMU2FS9csbIsCmTr0NYWSYSunwxb
z6uq+DKMzZj9mk5nhLtedKPqvCdSIpz1rpA1c3Jt8xX4U2aA4IzqNr+A7VaUZwCXgXLWxNAiLWUN
0nj0nSTfsavqgi0k/+Kz8msGhVbRWFCcCLybNjRCjG/oNNwNXD9hMqxH9UkpkiPWTYvAHH2MUHc2
cETY6RxzT8Ncinab0g9FFWZX1JSYTU1qzyZVudVUg1VZdZTaqICKjHCQjLCKdlUmMv8AXJyQF68j
knRV8zdUKqNZfSAeL0BbqFMGX6/MIl5nRe58ipHURGvitNSmcZOZlAOgrdVKeJ79HbKcWa9Y65NP
vkOtvDixh9YZhg9gk3mhV27ciO9Dlxd7Pc8qXdGb8E4QteX9UahkujSms70zus69NNT8KdOy+RYb
zIVrpLfud5SdBpaP0jQ/jCWmUdRlTfnDJocAeYFXwnWd589KSPInkbhCsQiJOSYmKmnKDecBimqq
LsXNRE3jIyINDsm5VwJbGfjph7C2BqgXgZxvUvbiP1Kj60/pMilC71CzHg1ZQuJIjPv90gb1xL7W
xOa06hsy01ZmHRN/gnxHnDjaY8zoIXWZGnlpgOnroUcrrXr3LqXiQKWzCRFaZFBA652dRJXe2GMz
IKZ1UvMizmqc9CPcqtVYV5a9djJOqtcc6aiTt081c+oZ1M+NyB9Ivxp/1tfttFfWF7oNXcwPzh3l
Xer2+Xg1z7lDTV66g/bPo0D06bkbGT1GBibQsLhzMxwwGwCVNmMAPll4rFOjofgfRLmJMsBwMvOa
/A1fIBZssnyD/o9uAvkViBA48GRnRRfT2vHmRHwjcW4YvouJstp5mYUZJr2nLsf41PGYhjS0lp8E
6JFNsfU1yhCjri1zyknXghYG3gcjBR2YeezM8KQlXCz+CA0KLVALADG566a+WLCQCWVRNBoRzSCX
WV6sSWegmRA8dYxirCbhZ2olLaFbT12l8meLqf/ZcCp/tp+ap15UnTKNrYwF2QI246lh1Qc0uoeV
gwXQP4eVGE4/uoDC0r5lgmh2nZX7zYVKo7K5CJ+aZjHhWXTQcvYW9NMgs9Nci4dKe2dRmuAmsGHE
olPt7Sz6CqWK1gY6uSVSKXHybo3MlRuVsQ4RVYcYUkYKRpFlf9djp7PT6KlB6DkBruyl5mIcFU9N
xPCpoQgPcvaOM/pH7q5+6jwyTOlCWrOrxAciTaU6imqPrTAD2Rnv/T4paLk5zkB5EKQC9PxgEOIB
U8Yoj3Jfhz9MDWaCVLOEWJosSidqXqHJkVLODOZN1+caoWWN7u24yJqUQDucg3o9mb0i+bFBxHaZ
MPFkZ3Ei9aPBNvrCH0Pvs1dMpgf9c0rVTjRtS5HO74NpOxSqkODTRTivS2KBnQ1VAuXz0PpyX8HP
t7aTFiZRDa4T0c/kg5HTaVh4+3222jCWK6/+ypxAEJ7Ttz5DHRasvY6sofcvOygK+Jr8DPK3zbaj
ZremI8qooUQg77q++aO2zJQdfEBkCTmec21tXS3RVpfE4IYbV3hjxh6k77IjNgj20sMcqZGEyF6I
oGPdvCfUM+AfoUfc0SBS8U7TxCQiaRjsFqCzGN0taXvJ0kaMfxTSTdJ11mNdWgWjPZ111IVRj7Ol
7jZ4We1oVTYtfS5YgGSJN0Hu+qeEYPKIG8+MPxqC/Ka1dnHp41JpknxdOHqJkKxTM76ydBPpk8Ip
0dP3aHnLM3vI8BRPyDDL9TwYCSXQoaw41SPZxhWkdVpc1GOD0qjMfMA8aVCSyhhZjRFv0aT2ROZi
MzEoW/It0GRwU2drl1Ck13QAioxuah2H6w5xdLsCSVroNXXHydsMSUyR3myD4VtvzJCsaRuXj1Gl
Mpw6tGiTr1WGM6HZUOzlcDG1qpo3syvacl7XpYdflcJq5zZLDGunSXaeHa8SPZHlXQAi1XMi6VAA
Q0EYbslf7oiXTwvPu/SZ88PTueiShthG2j8fMReNOsQSg/JnUQlior9j65lYbBAaSK3zTzHO/xUQ
/tPjzP3PFJ1t9h+3X7L+y/eyea7nWH7oZwUB4SbyC2RjJq53FDWug4LoZwnBCFB0SIfuMfoMAA1w
O/6uIdh/2UAH7IAfWiLOLfQh/9JzWH+JRYsUBCZKI4k+5A/kHJZc5Bp/K48cBwgLhlgB9E2aoCIO
kQOePY8TE6ezS/rwTrume5vCM/xCDM18jH0yzHaIDLutDioa920TJhYtAl+cNxhHrjqcS6TI+VSI
O5s6AApoypO0BZzpU0mP6sx1qxzaJ9Gpl5FPJvPaZD05EQGS6UIJYrqcTBHfbRU3rWvRrIziUlw7
TUQzOxB4I8o8xsAVDSfKkbQ68xHXpNfU1Ms5cXxtKD9vpKNmvSmm3k1oiGTNViNuJVkuMq2PmDWp
CDpOOj0U2FqnTUpz5SImfMva1HNuXCfN1F0Ta+l8r1QBzi+YqZFShahDpBRsgSJOW7KmLmETaLEV
c1YeW5nE0EUuVksikKO84DhZukcUQqTLlnBM6k9N6c3noxTprvYk9qAOuiWdvQyZRGYvOr50coKP
Fca2L/hap1NgyPRF/WL4LPUEkrxqOfzVub1JkAmRyORX340io9jiWFPFLVU2swFfAEnDcdRdZtJq
+OijdSGIR8AflqYmjeKenO7uFMsNcReu/8NEQ34XydyiUNrSVOtn+OMrou6Q6yCyyy/YIif7osqv
bOx430s3po2cLNvdlRkwH629vI3QwBiZeY8NjQ6MRyH/C+11akESpeUxxrbqgVTZhxFfHCUQwhez
PKVJUKH/6Nqh2ZBRzMmms6JNFzkGNQ54Go6BX42uU/QjhMJxhLiTDmki6Jc3+5YG3kUTagsxY2B/
7pv4cxovxn2SafDTdxH6d6OmWEV/d+3VWN507UG4VtWpN7TFjuN3d0HR4mJy9T5qkRjAjSeqJvfH
lofipccBUhDE+kY2XYe16V6kBWD9yFft3ezl6TenI6gDPFKO6LjqQF2nse9/JFTY2sSCdN8laXGO
y2gnyU457izSOlbkuKHEhEvCeta1I2fJDll7EjvUPrLkliCK9Gj0nXWU838DkMi2uVX8YKsar9mP
YJRtDePREYjukGN/IXx6CRvvHgY5ET9Mewp7hSKYsdfnHEs4zSA1YCP1mVM5kkE+9aYQFiILDGQ2
zTtCHwJj57XelkjTwVuFjm/Q+tfTSWSlRIDGVbsrAmweQ+gdj0jS25CYEC8RxV1aB4+tYLD7pSTT
uWyuKmfJOalETWWJcWoI/AbbxgOnP3daFMjsPZsQ08wwtpUtRpyWkfpcwoJ6QN5I6UAOA6myE3j/
lCIVOD15TYGghP6elBvIuGorR3O47LCB7IjU+jDNLS3xcrS+UpqlHNiL1npoIEAygIgPVWieUvI2
KU1yKJ/cYM2B8AqACW8TWnrG6mRtJqcMIHYSJ0A/pliLGqV4A0US9rchTyOCaPCZ2hkLubbXViGD
Gy/k9Ohxato2kx3QpGggpdrE0ZShQI3BKYcTWVy0wQc5euLc8KuJCcic++0YZj458tTk7uyAju9m
rpUf7U00tzt7cuYjw1JWu2GvdGNXqEP8ygu7qxGA+2lQ1+3HKbLC23GaBvuqDAg6roWt1rGhvqbs
DNd0/lLShYbxCn+le1vymdAj00a4SlXsJptIkCWP16u8jaogvOvI0jm2046wtqYjRdoGde6bVbtJ
mDVQQgeKrPjRuKHrirgnHfN5B8EYX8A0C6qrEylv/ZyMl/0wivNyzKqJ7M4xgJ8oSOnFTQ6iyUVl
MkMYOEWdOF5NSUIxgZNn/+jo5Q0b2+qLKmzWjIC64w8dwPm8CiO//sguBYdb4lbubVF7rTjPvM7v
f+5K/pFXdQB2WBY32uKokANH4muCAfKyPi6LQtHG6p1dHwf7KkKcVruEJXbpaa7kqRsVFCYKaI98
SVv4I6Q+pbrYpc1dUdYfEdirjevP7TuQH/lSU/zzrjxhu7DUfJbwJ0LqMwWlldgm+VkKVgHZaNhZ
Q5K9hg9zObj05GrrBBPunQDsaFJ0JKAN20FWEowXG3epcvfgrYnjK0G04tBboeQONrYDWMHs/Dus
LsN6bvWPHBEbPcjkdBk8zzY4Vz+3Bs9ReGKRPL/cMSwCb9oiLrQgpNfsdZ4LQN3Gw5gfQvrXeiqO
gjo+HaYWAXb5xSdxeJVVxDcH5VVWt3hyOYolGXwXBxOnNdZbOMRHUR8S9y38i7dvbGl2/HZfC14L
VK7rwEN7eV+2gXS2Q6+6ownfITsvyByGAUQpiTqc526trj9+uuIf7XqBQfLfN+XL/57I+eixXOTB
7eGvWu7mW1lNjQI+glT3190tquIX/2NbdKqbrvVjM9080nrt/rUtXP7Nf/cPf+mU76YKnfK3Uhfd
8tvwa74gxYqAMfHPm2KywIv//i80/m37RT/fFj/93K99MV0yF/MUGxiTnSdKSDamv/bFwv0LKTNY
DlTL/ANmnr/3xfTdfPDEUO8p9gnrWW8Noiykbg8WJKR5n730vz7/rzH9psr55VDy8NDQprMk3n4Y
T2g0Xg4lYhanXoTJZUR1GEBQ26GEwyVnHoX80LYajebezBqok88e02uv1kI+fDaEn67LZp/xi8Ba
UEp7eV2a0GXdV+oyjra2KC96Ztc4J/K1Gc5dlT+yXm7bkEZXYKUPf35ppNkAmSB9AoL6jbUTemwP
6uaSilqDqruq+20SFCwJiSIYEV1kHF34swLPGmkyUUzXXbLJ8RNGP3vR/zxpL5PywUOwTY5D/nI2
Ai10MGlDKIhcTDGXSwVdUthwZbZpsQnFK3hhvMtEiQgSwt1CfMW737KK5PTA1iLI2AtElh+fycQg
JdXFxV6/8w0dzDHLF4Q7g/kZkT3MZevAHlGgP3DHOdhDyBZ0HdmzNxu7b/L7aezGCViHMMuzXnZF
tXn7+1l+8eFDscEU8R0tZFBxMLk5k2/n7DMvTcbA19LR5dexZGMfUiI/zUQuPvbYYa+MoC4/mC5h
cG9f/eCQ+PSxIXUygVocU+FLHoxL08YI0wb7JGriD/R/uq+S1swu6uR7uM6DtfHnlTiG0jRB9POU
TfF8cQHIM9Yk3e3D2DLvfdHWxyLX4ujPP45De96BG4hd6RBRCBWC2mRo7VnFKvSo0Xg/RibR5aRQ
3L99pdc+DhxEEjXwbJhPtoznHyfrJZATK72kP6zv6tatL2GU1CdvX+S1b4eoAqYr1A4ugoWX345O
MQ+3mbosoHXUq9qJ8xOTzsxNUnbT2duXeu3zsJnysJhYTMGH72Y5DCFRueml3cx627OPbNY5+VJ/
5u3id/OaYYBB0OCw0aA+8vITdcFANTFVPKx0vktyLB3tUql8+7M8geYO3im2YNKyeJsJyjj0dg1V
GVWTH1+WVNONTe3VfbErQvJg2f00D4WVd7eDnDlMwDrBZdsmfg4QqJJEicOTw1j/9v288mzZr/J6
YUrxIQ8cfGjcu6WDJnbfdkVzkiKMPu5Jm9++fZGDzdvyZJla8fD4EuEKrP+XT7bKM6sJa7GXkjoN
0hFNNnHxMc6IgQ2ad7iSr3wgV7J4Oh5cQc82D+Ys6sE5yplxTxB3dIJsedqYVuS8t1wsv+XgW8Qt
xTCh8Qef/hDNTGA2TqVM7oOpl6f50s3ErRzjpkZdXNuwaupQ2viJJ0SAkujwB8edjW3DoeR8prV2
QsJ9eFfXXXIrk6iP4T4149oiKvLG0UHxzszzyvrBHM6ABui8bJ0PHr+tZVWjoSGTHEDMDKDlK8X/
arWcM1f5FJnH5mA6N29/5a8sHS+uKV9+5V1sjjrp7D1MKaQMCqPkOh7H/KzyAW/EFmzEVZEtyB+K
cdO527rG9ds38No48Kg80gNFM0UD/eUN6Ir+N5PKnrMuOC+jaS/GOFbvDLaDXImnOYPXBpQf5xKJ
j3K5i2enqrYUNfwjc8++wrK2eiyl3shY2Ojy56B/cEgS/2RUbXurg4kdDbAZn3ag6xdbm9DpaJNb
GbZHDdgjfefFFq89AF46RGEu1jmUXy9vbRYS2h36Wcaxvwmh79+ITmVf6fHK7Zw26gNtWKwi7VL2
Yx1fVCeO2MaqV/xTEFypcBQ/kB8M7yzrh+fjZTZwAzYyJgshL5B/MDT62QmGNjD3WiXiFC2tTNZZ
2venbd8CnnJG9DRNW35yi7E8a5pBfbTaDhaIqluUXBl7+K0bNfKEs1Z6WsBYuPvzgUO4hRUwZnzq
4Qe351a6NTkm7I3GQdCOMYU4U1+/c2x8ZUYEhAjd3ifDgoPDweoZTSKir9nvEZP16abu7Pg+x7q+
UnOIJaAgx/md5fq1dQfIKtBiNnSQ3f1lPX82Uqu5R4Yj2v1IWe9MdCkCkRSKFMBBeTUg6Q+QKyxm
v8kcxIWtqKMB4uxvwxn35DtD85WRySspeW3IlRRYSl/eSlpi3Yn9Zp8RJbydlf5hyjF7Z8/w6uf1
2TniWbVIpjo8WnSFtMI0bvd5I501TXdyP5u2OdJlbN0s6CyW3rit2UiEJL2ChO+MNanjMTDdxnzn
2b+yWOAXZ9w7aDdNhFcvP2/TNR4Wk2Y/xJwVKBZ+AkvwOPjmV5ggANHmo9az3lugXnvGTG8WCyCW
Wfn0eJ593Sla6dYpYc+TSAh0pcGikpAJbNMFWaGTP7GLCk3YJM/HbP5oLPOkpa/RqG87UX6GOPUr
6OYfD1iv3s8yETHkIWUc4p5nRFKg84o9tMXmhOFdbAJwou986t8vQq3QZt152gHYHMdfjHGjiBp0
+jVRujK+R8LT3omYKPs/nR+WRCbc8swOdK6cg5NiiQEpr51hny/4DWtw09MZMM87n+T33TUXIYOB
N3bJtznU2BZGUBqOO+w7c5C3Sw/ghMyvAlZsv1Td3v5Ah7U1BiaHEsujIr6EKlJje/nYJqxvaMvp
4mZEjq1s346u49FRH6x2HOftMPrjWlaJdQ9lT5+MnFy+TELGp2SZXdDecHDaeHDeEESOWHCGbkrT
bWu11bB55z4PCxU8bmdh5i71EWbo3+YNxwlxu8p9ib+PEtug4QaaQa/OHMdVBUFmjsKtEwTU39wB
OcPK7abpGF+M82epVWwruRPOCZR4adXI3yIoU2uES1ZPexcJ7ZptaIoWRZnvfC+HY4CLAGdABkaz
FKztIbp/QsRqwF7cDwUhv82QkP4L88aeimT/zoNdlrTnu9mnKy3nXnYwNFsPIxZ0k1tDxwCAENJc
z4aLnho/hHeqhsDaKTjEi2bWO2qG+LopSB2GeGU8dkEdnKIIme/euZvlBXrjboKD5UHRenVl2e2V
3bYXLCLFVS0HfWWaw0Vt2O62jqb4PiMamn7SfFpFZb8DEyOOPTeSGJylAV777Vs63MwePJ9D6sc4
zQpiZrNH1oHqjsn2Oz6ZDAuH267CFE15J2xnm9IlXAHY/NNZbbk6mXYWgREE4FCjePl6opEHeue0
ey8XwxpgMJG00LvemXAOzwhPF2GqAf/gYC04RLGHJCQ3WcoQqDp5U3YADEBNXchmPGJ4I2MfivH8
7Yf62wq9XBK6CdM1/Wg26Qffc2YgjAm6et+2vom+c5DyPAfgfOsHJUxFKTpdrKVZghyRvrpJICmL
DYdmm0RrUQJjfud2XnsJHFwXiwLV9diWvHzMVlJQtM9aTixRcDb3eJAwoNkkxYeJ8cD8JlYuR42T
oLCRZgcugYs4+nccDIqrMq/qL+/cjvvKW8C+xcLlQUAe/3l5O6i//NK1OgKmJ2MR98XtJ6FaD5si
u8pkrYtguCjrqa23I6UgtI9e5T5W0dTVp0alAjRItt87KyPU+ihRE1o3euiiP7Xz+lcI7j+u7a9+
k0zMTIlMhmxzlvfn2WaDVcMsxzLf915Ba9ZKoV2vfRNY30YNHmICtPuYjpuojet1QHv9SmP1e7Tm
gZMv32TuvrNSHO4DlpG1HMuoOjim/5tDpcn0GLl9tRdGPat1pU0U1vgy+/+fIYOpxieazmPb4S7f
4bPPTdu1SKRaPjf4sZVkNkdlEVgZm6q08NdhmpcnRV2ioEaFNtewnPHjb6rayvYqjABRhAV44ncm
q1eWjcDGOSQkJMnlTPryphBlR3L2g4vWn4LzCGvJdS/i+DPk8uH27TH6ymMObI7vDkVTTkuHE7UX
hzZSHeOinLzxxM6J/UaDYbwzTbzyHlBltIjPZfajZLasFs+escemPNTSv6gabRNGN9L0plx8naYV
cdpQz7Ljtz/UARVpWdtxSmGxgkVEuYoIlpcXLOawJ4ayv2iVbB9MGHQEdhdDUa0GX9sFVHxiWHft
HECZCJKegG5LDNP3og879c43ybzDtV4shezJ6DehxVpuix7Jy3vh9BSPWlcXkL1ndIBDX0dbWGCI
XZqFGWh1wz17O7oRccru65ttY9TFVFR37RVoMxuLTWTHzkWSh2G7ygMPYMscxoE+AQiHTVCKcjY+
mthI59OpzsxTQ1sLDkp3PFvdOBrp/5xH/Vq63bgXc5XeAu2vv9EPgFzn4Lip1u3sN4smubDheo5G
3G+d3DO+wnNNr2G5pZifWBO/da0Z7cthnL45bhsRdwiEHUYfhPPjcUJSfBLl6dhedG4/DrtaO/m3
CeWEse4ohiab0sr1TWuLJlwH2YKnFVqGemci8gdJIGX63cMaEEHqE8ZNjZ61AMXZ0qk22bycpEk5
fKoKa0o3Shqk25ZAc+uN11vWZ2GBIVnBNKXBFc2zf6mUVcKn7CyiBtG6Fvp0TAKtkZBaGrER3SrI
H0nsoc6o3ZxCzwhvxTwKqkBADfeRzyPdbZSvvnWpWZCIFbGKYGWxWU/kQPbRzkp9WHJl0Pj5UU5q
VwAfoI9T4O/K97IIC5PpGovwVvtkA5BUehH6LllKUzCqcRdqIxivgqL3j6yw5V8P7KbTx60Vih9F
oszFATyMiJPAE8+rLoyGemUu0/PKr4Y8WoV+M+9zCwvuWhLTlBKALaSPwyAb+QLTDGpBKBik9x30
Yr1JbDu9k73T6A1hdApwbVgiRsWMiqy6RsJX0+KOUE/1Ld/OhsiB5hrEAMumdBHauGCgxd5uIeJg
xO5doJhOKzLQRlo3x8DoiFROWpD3nYxbDqpxXoTrRELHZLnScQvhQYnH1qCWG87G+LnUMptPC7Oc
jKPIDptvpZtCu6nVVORrPA5dBqqsK287XBftZrIR26865KgCwaBwriZsRjfRXDOCzAmtwErXpDIg
MR5BjpVNUEYbWqGM6iCsWkhDrY9TYXCAQe/KqRARVV6rl6u4opSKnXDCkKMHMQXbCF9Os41zw7bO
ZQa8dlOVSfTF7uLO3EVW4d2W7jTeWZN0852tkrjf0fAaY5TpY3pHKgLJso2JombNqbW/6sOhvxYl
jbmVZukH1ToG8rubjmRMNn0gt/ms+jPPsaojK0N0AcSgPS5JlrBOQodfs66D0F0NQ5Xc43vDOoa4
KL5TdSHOMYYZZ2Bo42KFAgZ5X+5X2j0pjaK763SgLscuJC5TxaoeMKno7kMH85o4zxEU+1bPg80c
gusmAnfeA/1/mn3/SNzw7ykX/rfh2Sh3PVuIfsOz3T5O3+LHLHtsn2sXnn7op3bBcf9ib+UvPRoY
hC6n8H9JF2z+BE8udZ6lxSJZJ/+fcsGwEDVQ8kcIvMhtOUGwwvyS9JKhy8/RYMVkYdEu4af/RL3w
ctvho35gvhdUwinucDZ8KjI8W6eLSTcyDGS40plt7KYSiGcUDmgoJ9Rbz57M1c/177kY6OW+49el
UN5xFFo6tk+V7+eXsgeQotLHA0biwMYzFk+Al70X9v37Veg2etgml6A+4nkO1t6azXWvamgEiW/l
G/Jo7G2BE+joTz+LhwAa4B4V8aVpdbB11iafIcwagjDwlxznIew19Jtq9/ZVnor9f28klke2nO3Z
n5MlSjqVdfBhCFtbSL04y3xv+g5MC3LoaiQNi5mK6RYq5+ydVqwOWBLOHR0CZzWJxy03pdmszLpf
zeWVrMwLb45v376zl+fO5cYob1G1M21WGbbQy6ns2XdJtLiTc6qgspWDnK67/LZEMoxCNR42jKRp
E7bYQ9++5kFr5OdFqXbQjLcEl/ytFR+jUQ6TMFoHReKfjLjFTzpTgmMfIdTjRqo2g1sPW58gnpM+
6M11I9x9EbvjEaLx+ATZY72KnMjfvn1fB7L4p/uipYTDSCL04H09+JaaQVKHbgsqG4UxTZsymHZ2
I2gTe4ku3ZV+ipBYBJc3czbeuiOs5Jmj3kc/YUNh2tZw7idhc0R+4LLOe9GjoaIIwbgVKbnSdJ4/
69kxzlCbzDe9xJW9McKlI2soextiD83XjaXke/XF31+kgIovNYzlPIIW5eBTDa7XDS0aceJEZpqc
loLnHNnvVQdfbpV/PTsQlegDiXfn5PxyIM2pNbmOspAzO+a8JdGG/JqIk2VVWvVapon3ziT0+3xH
0ZTKA68vf1GaeXk9cDd15SGiBdsOXmqoe+RJ+eRu0NH+YSjv8o5Qn0WYxiFoqQlaLy/VZFNqVrWI
154LmxkKbs97K4v3Rt/LKtfTE3RtjuOosUy+KvvgCQpddXFi8gRnOyj2ajDHS4/T5DZVvn3UVZ65
M4WyEGB62KpgTQGMFhLG84BG6qIPtzg2hxOOCFQSq1U8dflVnAcjxSrDOQae9pnMRAWyxNDE0ITz
liZ+e+YUo7nNEsDwfVSzZ8x8l5wr/B9vv1kvOzA/P5q7LEuI+xgg9jJEn80yZk80LiDieN1lFt5U
z2/XEnjoxgNhtdaINPBJa1hp7XtHuFfGPv3VRdlmoiqzrWXUPruwbCxOO3SagE1a8XFQkxsGi6nc
vP3xXplEWXYdWvwggwVqjpdXGUYvawqJ0aWnDc16RfDpPFrhpugDd413Nd6FTGjvXPS1Z7pgkE20
TJSpDyUQqPLNnuUxXuexna/nMUnPjcBPb5Ef1cfU6tRHbcFq871Cnbz9cV95qKzLbDFoVfA6OMud
PXuoKe/IPEzYhSdsq2ujMAB5eJgM377KKy94wLJIogSLBJuogxfc7+wMWRo5Kxla73Uq5Xjs1ea0
qRLjXfXh4eTF/k0scFs234wR/zCtUU4xG5CusldpIz7j3NvEety4hgHuHAUosSjtLVC4dofqX11N
TXEXQzBYeYhIj6gOZ0eUlOjMAP4gj6BI/vBx/7w5OtUOdBmUFAejKwjtmjouNzdrJ74esDlfhLAU
3plPDwTqzNxPz+Dvyxx8qyWSWAzI0PKKGLOqwASJB7xyYGlM89fUDOOT1gnbc7Psp7s6w2taUiUg
CSbW14oSAofu8NuIlnClFKhsnFx6Z0z5Jy7sbz1/iK6JQRpW0kvyrQW4ZZcnWJmEDh7fHjZPwpLn
Wy321OyD/4e9M0mOXLnS7lZkmuMZ+mYKICIY7MlkZpKcwJIdWkcPuAPbqVENahXa2H+QT1I9MlWP
pn+sQalkliIjGAE43O/97jnmtlZz6xM1fn91sjAvFdQ6zp3It/wg716gXwXfuHFz0I7e9DQmdc5+
B5xNAwiQXoscDIgZE/gphrCy6qEdtdSIbG5edO8GfN+yFB4cxgYsS1UPms5kvmN00RQwsxKVuZQQ
Ze0ZkmKKMs6OTZshb9Adcxp1a/mZ5/ZD5mX7omhIMQK47dZYsz92Wbs1EdKDRBN2k8Hwbk5xhT+r
2qk8C07ZdaDhYeA4osnQ7zjgyNuc8nQe1O4uEVokBsf+ZCX69e4hMu1QeiaLZbJ7+vB8HKj8BKW9
MGbkN+pb5VhvyCQw1YAO3Ll2tXzych/K3T8/AMpxFlVWGhjYeD8s6gh1bMgQ1LWZionUbJyXrjtF
E4qACORZfyg3/NA6YLfq/a5EIYrh1grUJ7elue2b3l9o3BIs+uxfWX2JH72/0JhC6rcThc/Ul6D0
pJcpB3gkRWy3p/Mpg2StGJa/MKuhOYOnAio7QP42isYnTI4FFECy8aM1BctHK8pTGNtjWGl2cDeX
cxePjv1KZfKTau7HRZVjKKVpm34PGUgd1dX792w4DVrKZISN0y8YbmrtuUrJNJc1dL0/vw//5Ss5
Nn3abWCE2PT7Vxq7ru3nTmpIkuo3IUR3aJ1awtnUtU9eafuc330PW/mfoyIFcLL79s9d/R8eR0tr
LwZkOWg+neGcPB5pDjn7RkgZK6ZNPzm7/HKtM5rwM3kAippH70f9MwWbqWOunJ3MsJoHO4ORS0X0
gLEQLN1nB6Vf/zL6KJDICCDwfREBf/8ZBm0HsEuyWCUu6BM0H02/g5fdMWznIP7BjXhGZqj45Enw
oQLP/cUKQ2GC87BHuEi3Plwkyl71cdTqMlL1EPv6dDcLdQHwmyGv4KzI5Wnp2Qem3s/Z131yU/1y
1XA7kdRz2XNT0CBC+v4vruBrLYGk1m5lM9aTpKUaCcSRnTfSrD+/QH/5cHkp2u2Mi/GSlE4+pC6K
BJcpfkX2F2mNhw+RT5gxnrar20GD2AeNV7bduP/zF90Ice8vVhK43IJ8wDjl6PR+WLtmsxcAPVGC
5RzKDh0cypipy/S0kzLFNQ8fog4ir7DaqzYd7XOEw+OVkU7BsU/Lr5+8l+0vfHfjbO+FrA6TOEzc
/D4l/ocbx8/njl7KzPcMNTY2vUHhBOomPXQnic6QjuahhTN61bp7vIGURmsVjvpnUbxfn2cofwKW
I2biPC7zj0kxXdoEdsGzRhq762uWkvbCZY5233Pciq0gfSmdPjlkJBFxKSrjyqU2fBgp+0Il1pxn
JazDzw/mP0XQv9KO/MM18msRdHr52381f3lp/vJlqt7VQbef+70OaqGqoJAZeGT1ne3kbf+jDoqO
wt7Ox5S66P5u6pR/1kEN8zc2ZNTy6CBykiYS+88yKD8UWOxsqcFtcUSXdN7/9wwXs55bPXILhVMa
IOj38SSWZn6mvL56cApDv3NKzEkga6vTpl5GtmUJkjsuevuTBZNS7bs7aXtZYrQ0YUnl+FS0Pl7C
TiBszlrzt6Zv6mKHkzpVh2Zxknu7zcHmI+aRyHsGUd0g85ZIp7LJuyPTNT5Z7roc+pIR7yOzYXl1
ouHUMw7tNDrmN7wSBG9Nd1AvwLfzU89NBn3PKCm/ojBoBe6GaVTpvp2ImB8GNksXaTPN98nI3imi
hNU7F6W1Wu6ONXS5SlM+hsgsmOo5aN60zYVXJdRsvu3ygrwo4YbcV0xmi573wqip1rbs49yZ8f+3
MdeH5IFAv0VLEWiszhken5qCxd6Vq+qbHXO3gOBWvuKhOmLH1dx7eEHMawNHTcjt9CrrmV1GvjcF
z+TrEok5ymzrG/hb+pOUsLSaLGdMHN5D79z6eQMVUnJy+MY/KQBIyg9W3H9dDsmd8BlGQRtk3ZfG
mNQ3DRwFuPploEka8uxo96Dpe/JB3TR7jK6lTKykB5H16rbF8YHhVB/8HZVnfYBZPOknHRfVQEFi
TdjGS+J3h0lt2qa8EdpFTpeopxWkLIiDNUSWWB8a96qRwKz2xtq3xolKtSxgaJ4WbmjMNLh3wquR
6oaOWU56NCBZkzdt7o/ZHbjdJ7OXBEAD6fgS7wWMRsCV7mNbNnBgigJsFQVOsrKh56AajGgZQyQ2
1tGHPaeRbogSsaIMKSG6W6HJ9vEexfn8AOxTrJxkjMUnmZeUYAGIRrU7XaP/FALixiE3qgJuosjX
Wj/TET7sKbW2X1ECuA8JRhaNrASf26Gpm9GiWDKCF26SKnOBcwyiO1H8jmOQ2unZirUbCIFXvE5S
ilcBMM6D1ZdR16WqnL0O+kLnNQUzHgEkreMu416M1qY1TygKprh+BexkuIt2OkVOLxgrAqYvz7Fs
jAuz906GfcJ3lRFaeZK/AMxVZtRZSX8/rZljwUST7Us6pJjVN5onWfSl+2q3Ztft55UmCYxRx5mo
CkrpHZFX1wfMJAFDwpuyw0s6rpeVei0N8qXV011VJsA3bDTEt0HRDi+MseS3Mk0YENeV6C9z32m+
2Yghu92qDfJc6zcJol+W/S2nQTkQooe84WELF4d5bMs9QMBBRk2rvIMB85sXFmo9D0S5JrG51uBB
YTVxgvHhNDRRsPJ64AUtCZ2cECXcEzMHM1oukK8xXssBeQJtxprpDVVOexQKK7qCZurv/D5vbwow
XXNIzHmFciTmB+UMzmOTBut3i2YqCC44oddknfIvBePul3BQViTxvQze5rUJGigryrPgGFekZYDx
d/c20Aioerj0Lo1KLXfLoriJ3XkMbm08zt/Kaa1+cEhGKJ4kI82DqqHczSa1gv6IfX65bmyQrZEf
4C/btRrHM9IMBiF7OBzIagezTo14G4oXEbC2zNwxp1Pq+xLKKD18t3JKn02IU+j2rtPNvH0jPCu/
gHz3+tccsho9AG8dLwJ3m+ywwFXAuXVEDViiqAEogqEwzbCfuNwpNvoQHCl4ChJZGZbx/bosuUHf
yumdaV/W/KkXMJIc50UwoeacUjREqhhj7bCYOl3XhDlPPUUkDcqvD1ouVV2ldp7u/ZVcD8pVMGFq
P0+D9o0vGeLY2s++HUGAy2BiDcgJYMGOyHFk4Rild+LRzh7GvdZ6fC57TQ6+++RO2podXFfkXrlP
AHVL/Da0x1mKTMApcCWyVQ7FRdOveR0PvQToZDbQMU6y2szsikJqP2WhrbqlNvnVljWal6Xt045W
gHKQN7RCIL3h0wB/2cYMcyZ7kp66zsnUK5eTRBtV03NEa1z7dHtE0QsrCS97J93W/9itvghY4xD7
Fnp/ju1ylRcLVBkyOHoxDO5dKuiBgmTLe0PfVtUa7CjIdA++ZGWK+S6Zy8x86PVWqF3fF1YZGyM7
3O8GFNm3xemSb9gBYTNOGu4khAateaz1LUDhVfpU4oCRzgF2vc2zzsn0e1a75G0dZHY+Frp4K8rE
PxYjA51xqml2vc3uYRwsGo6oMFuS6QIkm12QBcGIs0tl3dy6mAW+t2k6nmp6Nv6YBFxT3JZl92Qv
IyrJAvZQEJH6WSCKri0IlrSQqA1cQB2ommdHp0fft/pXFg/kiYsJyY0Vi2EiLl5mlxdszsfeMza2
pq6Be53njiAjZQ3rrDYyZAqVIgUV5l7t/egUBf3Q8Vp7Yx6hzNo7slkh7fLsDwd7Ij+Xl0J/Ydi5
v5tqJn4jiwddGa5V6d2msFDhvC0mhQbTannza1Dpz70FwwyfUJV+CfrcfFIr13S4uJI/dIIXqo9R
p809D12GorJ9W2WZE7lIEFltskLdONL3v60lQ7I7vUOpFINMmjfNt7f0B0UuCK4KUoQsrgpwaDvK
Y/ODtIBNwqhZADRWpIZY6LpOwE4zMu+rJpxy3gfM7LW7QCuNEWk0iZlwbryq2qd+UzxYi3QcguSp
+aK4rQErr1P2I3W5f0Jh1/gqVFq2ilPwNBVxEBSNCUMDl/IezJJ3aSvwHrFurptExy9xHirNKoFW
prAUws5q9LMgUwTmYT2xB2FBngm1BXnrXogZltQWtgdwamosX2xxVko6Qtteu3f11j1CUdYQYpAp
iZx1MfN47UH5hq6yjW4Hw6bpTnyIVkFoBiUrOoWWisGz0gSix7CZQnoil245rDkLE3169j/km4n4
krZGejBIDto7poi86bCsJMBg36X53hO1554yUtGdcJ7V5nim2a+HeTK5rEs+K26P1xVsTJEk59h/
iUeR+TSg9y3JjOJWy7hSZ8dLnJOUWs1AbAxgHAGVnMWXCOUcKmEML9OoecaestVcEwjOliUSTAlu
WCplXxfG7N/Ms9JOjFU3OCoqh/Uj7ShFE5hyLgcrqx8DkckLe3RZu4uqXC+5NNUjsd/M3NsKqEyI
/ls79efZu9KVq49wltL8lQkLdS3pjY571Zbad/5y1wt9RjPvNDiiUwhoz6GyNkC+Qv7k2z8ar6l5
RAXWK8OhLXennRD+LNQoWO0ykV6putAe/cLvnxcUtmihmolRMvru6b1it3CdJDK7kMNSfufbmo7t
DDIm9PwO1gDVgvatzleCb9BZzTuqyYaFxkZ5Xawq1ctDQ2LvAIJ7coB7kweLoDMXDxI+hwjxOBjq
MEs/heCqaXiYGHFCv4QwB5tc09VUzXXE118qRrU58wPVqqFNqJQrtFTVd5+tikNklyUmzNLCZT/I
Vp8VLMe0DOnZKii9m6pIcKLPkxl6LfO1oeVs/t68Ue45kdb11qkIyUUJZWmBzDXAgBE0eXmdg5l8
c8xUO13JVvOQHAzvvuaCvx6qwr4JxtE/zh4ZMT780qYDkKVuxaWgDcMRXq8E9phAWwiXfkVYY1tJ
dumUY/Bai9TC+QbsOBoyzdX2OnnELHbYgiNs0ha73gel6Jh7MqzyvFBqe/T4I2480UwF3vB8pWRt
A0YjEDfXer4rNANrCz/KLrQbKXrt0C70t0YONi0ivVsHOzkCeQvHbmrzKGBDB6DcmKZrrJUi37GT
4RqkO99fDS4Zt6h1aZ4W+Kt5Q7UDoVsawT1x+5l8ab4i2EuXujs2IyawfZEObrPvhKG91l4CAM3P
00mcY40bsnjg9QBy+1UhY+6/zP3i64lV73y2iYpsoliv6IKKLEzynE3e2nepHqL2GZzz3O2zmkB7
5x8lANHrKl00bGLwH8HslTjN6XPh2uEbc4IXI6nye8FN8FVZHRkbDjdMCbYe0+tRi3n+KfU99ZDP
zO7ufaOxnvzVXIj52SbgJ+5v/ZFODvvW1kRvzwpgf+1NI0kikMvNNZAnlIFl0/B+4OsXwKZ03oSJ
reXWaMpE4x23/l3VUQ+NZV95B3uYGTWqmMHgsmj1mS2IMXVdPJhrj4zZqXsMQdBDgqhqdc49yKfW
85Q9stgF1iSRwrCs1mGtDTRFc3OyTkzNwgogtG7OQ0DdmAi5E72vjexcBrjpJQ1Rjl7XDTNb09NT
Fns+3yBYTBHzMA7EThepdj8Jf7kpEnYhNLKbct6NWDT4kGXrZVSyNGjtbBGLZV8wM5JHtbCg6RUy
AxxNCbQ5WMbMExGml/IAieS9H676jIQOC5K6HziK/L3w+J/y0l+p3P5peWkrLsFN+tt//+X1L9f9
3/6nfs7b13d1pu0X/F5n8n4jaGdQawcHRK+Zpsk/6kwu/0IfdMuIW1T8qfr/b50J7Cb0L05HJOo2
whD/9I+4nf7bVn3i4ba5VD069TRn/p1S089Ey/+WT+k4UPWB58UsL+1GWnIfa9W2qVgxJjpwdhTI
sT3q9TpQmbCtE73K+4sy4emBTbcAYY+fPjl6gtkf7u3MOp0zba5iUXrw6lXaXTuJR8uRIO/6SBtS
i7FLNXe2C2vlk6r3z2HXd+96645u7XT+P/n1jUz6rnlvEzHrvQfu5dJENmwY11lOfjgay6GAvU27
MvPn+oalnZOCYLW/4gzevVH+si6syrJPrcGk3KL3xVWliBZFaecbZwqrJMJ6bZYPs2jru42/Ye+E
vi67Uc/dc8JngJN85ELPKAzkq57P7S0zTRiCJmt+KuieXmhp4u3mjOdS2ANAPF8ac1/NG/JXX3ut
jryVqHHop+vwBqLUj9q8cc7JqDsRsAGt+ayo966k59NO+plxYDe1TWfS6Hv/OY0MBVTe9jl5HCt1
4D9Tl8Mzb6BKeJQnDKP/+1fzn3WBdYEi8f+NDuOw8rf/Gd77eH7+yO8rgWH8tt21TJVss/rgdOnk
/A4N835zmANmAIhGMNkij8Xj7zoei38i0bjFYvgCdYAy/1wILGK328goHI7NkMyI77+zCmxtzD/c
TiZpH5+lgA6KDoeMnvr7y6SgWaagumOuM3TxyJYgO13tHO55Ms1f0HpX1FjY23q1Ls8MKBi/tyr+
z9Gv9/0yj5fH8bwNfkHEcmizfmjVUYEbOyIH0Gs717hs6nV6yodEfRm9rN//4Tu5/v1v+mPq95eX
sqmOkWFFVrOhizcP9R8XDqElthqkx+akLqo7NRZuxIkTV6pRBZ/8Vb98qNTv+asgDgJq2qbv3r+U
BQ6h71VAWcFBujjietfCMgCSgfnSAUbGS965sy+M/YIw5HVgG/+pnJ0r9P0Xy1/JCo+GCFbChm18
/x6GfEqljrWMgZ25aE5kILMhcuqKLT9ENMgtBg3ufb+06+ngLXQcUrDN4WyV7TeL6Zxir3Xe+uLK
bjB32Ovafy/VyTdvM/BHUJU+DH3SX6aT88VHAuFy+q+9dbhAgTqfaqITnwBWPkRif74M5REuXhqW
GzXkwwXWTRvEhCYzZec6ZxvpE/UJLUqGfBi9qT94Ks2vxKQNZWTXQq4HfW4DBoE8Yb9IQVHkJu/N
7KZDfoPptZsb9Glp3lcknAv9S4EzUUYTv5oHZVN5+3VNQUYEHpt++iRaT2uEqvUehQKQya5o7ec/
v6i3p90fb19Gvug+kv1xCPfbxGPff8s818XCTYbxG2/n3i11H7mAQ7JkEXI3jJm8/vPX+zDr79Fr
5VPcIsbbpCY9lQ8vmAbFJP1mFTB49QNEZ+qJlhvPCdiapHz0k/5LAw+5YDQmaOwHqbvIAwkS+uOh
duuLdPsQB23+pOvOYvjxU4A5jnaCCT+6cN6HL9lzNJ2aAi4eGjT5l5aVDMXD8roOpX+mbCTCjOr8
eyP8fBDEl2g+c1Nwh3O3f7i/1pluQGoHDPGVPuIgUy/3dTXMn3BePt7F26t4OikdtoukXhixeLdo
MbftDwUAKGiqbR0xZW+RpRjcTz6/f/UqPAUI6Hm0N5l5ff8qi7LdZK63V5mr9Gg4o0t23Ks+wQT8
i1fhGccWkTzyzyzt+1fpAmA79Nm4FfPuBw1H+Wh0vf3y5xcoX/nHi8HTXV6GvInOWq9/nO5Qhjs0
xuw898HEYq9n0kFTma9B+8oMrxPN9Eq+Dyki0JPUtjUT6PLqObvUmFNwarKt5OU0Wo156ZADLMJJ
L73m0kIkNpwMbrGkEcqWpjuO9sjUGUPlTG2aash9wKK4Mm/ErLoKkRmzveepmfKz9tQt7WmWOMjP
rEU31mgekmKbuCso89V9NrK9zmob+zeJO4qhrc75cMrQSZd9EBy6OkcyMfOFdOEiHHA/fVqoJ4bN
yyLuRwlibhWUiLixgLNftXNqMRLZU4nBRI3zdWw8bTiHKjutt5OFLftr0mSpeZinfoTOERj9c6A0
Mql9L1Y/0ke3EMCFCTrHZd5nM5R6Ig4hWRPqGWNjtlrcz8Mi9l3r+Olhsdf+u95qMwPtepKOe5G0
zlXd9aW+W3rfn045685rTI+iMeKxGhIMTO3QZbE0VbPETm57Q0z1K7sjv0l4Y3SywCB6SYopNOwl
kVFXmH53MJnn9+Kk6W16Ylan8fg2BohTksnsNBpmg2OLMeg9dm6I40cYxnw+5eCsR7/0NH5mSPXH
ZhFNuWvzzQDVlo7W7aHgZyJO2+0TdCpRjTvmANKbUSkeeTnP7EtqpL2iutIzFVm0WwtzZnyQsnWx
0qZCN/baS2sedl5alMGu4d1/7anDnplg82+NcTG0K34Z5fUyMVyx60viSAcT1dWyy8tk/V6a+aJf
4EnKxp2hCAbug0XV+8VmlvFoDizCp6a/4LlBt1VW19o8dP3eoNBCf6fI6GaPxqTdG0wfLtQoOhwl
dIgJrlqzeErybGbC2Pby/AJzctqEXuGq4pLB3e5BV3PlxwJufE7g2i/MeNBF9zJb3URFi+7dSW6U
xB/TzmXoVQ7VcGzWrC744MndR1xLi0HhUuOgNfue8Gg0VBU9Akv0I9tGQKlRnYNBd5rG13bZOFLx
VULLJoStuK3OWqOcSSHTkTiV2lQ+dQtPLdziqbH5AMlIUtXoiBql5CFZ92oKzFHeeOmPxesCG/ds
Zfc7sWjmE11/RU1YbxosM0JpW9tWjJeiU7V3pL5Y96c0Spf52qkChzsF2ZDJUIeJlDztevg0elFB
x/dmynD7ecncfJfWrSkjCnTkp8211cZLB+COOjCotnrX0zyYD67WtRRihyVNvhoj9JhTbWkTJpGR
KHCmY/qLtOrM0NRQKpOakczcFkGxph4K8DJUr2Y1N3FC6WbeD8FQPy5BLm+srMo2AH7C8MSOTibT
TENJG3FvD6NLMw5fnYt4ZSnXAzwou48w4qK8MZkAbuI8hT4KDRCiwIlfTyuTUIvfHvN0KOvz1UEa
BYUCrnHk+9mAzA3DjouEKvCmnVX3/lnXDsynmphj62id5vqSmlPWxL3dZFsZVdjrteljvqYX2dkv
esEp+2CrBZWOW6jsu1FRKY7apGxfcmv0LszGypud1eo8hycVIKOA2q9FTE21Z67RuXe8peQiISLX
0F9kBCHsy2qwqFJ33Ule9TO3bdHXFaX/2v0CuNc+an4fSBrmlX1Rtl5N/wpZrQzdui3TOK8K6tWU
x4NTM6vQPpGwZjdUZFZvHU29Tb7YHnESeHVW+hKkk3Gp2avXHWFlLDKy/WrQidkE03ooq2ClxUiz
qWOadlzdo+O2dorDR1L+c92lSkLhDt2P3vGXMx0bRx7ZTUnLkVns6puhRNAgkm+YpsprwyZ1kVnd
Pke6TVaA5DilOiZsR281rlaV5ykNZodue7byXAtTZB1E+G3jlHtTWOfoHbWzGlME1VHiZTcApMxy
31KxpIdMPIBUgmcS6DcLsHBx4RcjJQhlam/cC8P9AtHtR9M2Wg+LuLOc0BNIhaNZjaO+qRSApXh+
0lFMV+lSRlmpcRxs3TSgLxKIaaD36DmPgV0aJvX0GSsA1p8R4/WQjTVyM6FdL7PWlJEuaXZEK6/5
bNdySPad3eRGSFcYR9CQi17f0XxEHDpaVnpf8HCqT+0U3CHOg6Zjfr1xtas0IbgQiwnXaOLmJg4K
I0cPwiKf35Wj8r8GtELfxITZeiMVmPo5pylFiLlc8vqwZm36NvhzBry9tMQ35qU56pjp4Exxpmrm
zN08sbywYxLTDxM06RfTxFSAxk3d0Z702mu3dfE9VMlsfq2SDK87S4n/sI5de0OOqP7alLQEqXNn
cOHISLZd5DS1Psdo9JZlRzDV8m+8tqjUCbkeuzwscum1w/aBXNJza+Qp2LhgjgHY0RJ2nE4+i9mu
+SZcvSt5emqt4DvoJkrlhbNamDnmMHHHDRE6CwTTW7J+U2cBtD6x2PXzmJq4fEld0PidGITfbqsg
377Vue7EpY35gDhCUKqaIb68R1tb9YtGm6yFf3BtpXatvmg4FOgcMjIzeqeEW+xNU2Gkix8Wtbdw
l5mVmy5VrDw1+cduQ2JVcQMij1V2Gay3KbMhk6gu9WuxGyD+w7f5ubH7T3Xpr6CL/rDH/SXUePna
/ngXZvz5v/+9tOT7jGBzhibn/LuNid/0e2nJp1zsgj3hhM1/QILjX/5RW9LJOcLrJexnsxln3PGf
tSXT/c0i4cCBw7WAYW+j4P9GmJG38v5kpm2nfM75v0xzFxpcWDpR/Ql74v6G3NV0lWWJ2MZq1h0y
F+0G4+umIx1nYZD6oYB2MPtBOxSpN902pRbwkG46BEEiOcnxTtCDMTFEiNyNS2cpn6Q1zSds7Ayw
G0Uxv1ZZ7uDIEAC85GTGTJHIvWD6+6AjY//S8Yi5RPyIvSWrO476htVE5iTVhS+S9AuTzesuXQ39
tZSYKQpsZz0PUXIuFk3Hm0AX+WkDGuVubXGskR5M/NuSKMrRxQx7P+MKOBaiqp6QihQPQzmpKu5Y
m/Zuw9kYi6Z/RiubFmiql/6F2SWwTwb2/j5V4VOG77zjtj87kkLwbtGzLpdWJrvvndng5RllgMQT
KCd7X2O0rb3quuY1L2p1QwDMbpgYybQHvEHoYuY+aTeURQfobXZ2RS6c69H3CPXp6dmQl8blCKf1
pEOwezsXbXUvTCf9muNVdHh0BPKkC3Qq6XZmrY9zM45nQrC3C6tK5PcJoRK1o7Tm82i0x/MpN9tH
hTGUBrg7vFlTp10Wtphe2Izo58UQsB/LU1SmmsqQYU/lbBy7YvW/K7c04h6X1emiWjxF5pSlVbh4
TJGTsLP774md+oxXMlj33HaLeEbjUx/XcWjJUbeWzrQxjk5opEVY14zTDUzz7geLnSCnki9GDRTF
Gu/aNLBCMGCcW8rmu6qME3fJaqZ50oBVHvD+2k7FbarXN60dcOK9q9vCjQtHejjqpDhgXHJDLQ1i
l7JKl2b2SWaMlxbMHnyotDcY5rhtcsw1SQGjQGveUuYtDjmzyaSY0i4EvrIDT/bkLsMJgKqDZpR9
7Dk9nJOyiU3Jjmayb4fazskmVOsJ+qJdFqQ7mQc/JPGkqPCvTQ4ib0VNu5LeHvytDdj0Ik1Klria
3tp2lt+oDg27Diw5khv67zb/B8nuh4V6+oQk43cZCHk1WH15xkksVsMT3JEN+DIj9goOnvS0iFGe
UDcfHYO3VZbrLsm0Y14WB7AI9aO5KGfvi1va8O2+1sqv5RwQBLibLJg6IrtoJ+ZtyQ5xpPeiofZJ
OtWAR3SfGJeQ1xKEatiP0wHM44mZ1c+cZTnU+ZRnjOQ7gN6jxQkmyvLVRd1jEyDw9WOvd1d2p+Wn
mZfHaeM80Lt+IYJ0NfW9O4em85p7LvIgBOpCtm1seGMR2wvPRFsR2PHWxI9lpZ3BPjwXa5axezb4
o+W1lwW7jHIdlUInNHrIDLbIb9fMuxGJ13/tArhnCJ/LQz8Vh8GwkkuHRIoy6li4bRGPzE6DeZFx
NVWhJCTO7s0vTlqDK9G1cbKOufiu6yIaLNHtiTFjuG8d+yjs6ovZ1W8Tfmh/1aPEoefWWwuiaO5P
nqscMwm57nRjbE5VKfAyUw0ODDZn2GfLO282fbIlOheIeiVtnTMjl3zVxqq+JuHLn+5jrGEkeR9o
AsGUOJbevOe0v4T5ZOEp0gDTpDe+N7b7XFP6zdKn3ls9rtiglmQ3cRiNnb60LpHq/fCSVi+ipBX+
D4RXhEHIAfWIJTMHa4OyxY3b99MPZfOlcVLtr6TtpAdtbItLNkKEhdJ2HTnW2XrMKSU5LRu9WNj/
rcbXZtbbmN3tll3i+3Vk+7zI1fqhNTJ/XrOgfrWEbl2n/WAf866T+yRonLjycR3A7//mjBqRXpf4
j6MZ3yroTyG8JC63QnNC35k4AASyP11LzpThoiAwuVDk3nxlnfVpY5PxSolJ+HqzJc4fK7+P6Yvj
vtZWdUb5ND2t2QztKgWWipPcpW+lLZNus33XBu10Y9rqrK7ZG+Zq/jEVRnldk9eMvFkfSDg3yVXi
ueI5aRLvuRKJQHc81fYlpdIk3pqoyOSy3sfilS9q52tFQ2KKHgQPrmUKk+FOk/NCJMy4EanxvNrr
uM+c3Ng7iNDuZlzaeAMN1ON6tSqWs1KdVya+kCRbvftRdV86AXKZSdAx+UFFrCU+qnXRXMiDSovz
oslkQs68ZklNhQN4zOeZExjVCbysheO4PPikkGIjHUAq5IqKSrxk2A2iJHP7p9atvROnauQZOZP1
WFe+vPRg/RQhD3eyiPYqwVaxjFWxncMUDEs5WU1ccp2xtTbyceQXzUfbJKc9zUEaI5Jwwk0+Opf2
ObICl2rbfdX2At9ua0VbaIegnkqgEtbOjl0v9zcK82ysyj1fheBhzBReoXmE5QrthC+Rr75cKLuY
2lWv+EMpDsEdMzyqmfD1HhOjxFlGewDHvZLBdyom5H/81ePRwHEbWhYnyohs+EBjqG8ie5yDeG37
HbLqayAdFgHg9KK2if+lVX3IBm2K59HxInTOUecOe6K59305xlLZb0RovJC3DwfdHRI+nfmrbCQP
aZBRF2gdUalzK/n7DdoO8Om0tagj5WzGzujgzpT3GKByh3WJeocHx7r9Vk08lE2X7BvzRfPGeSfS
4Icib227tXMkXMJ3OMknUXbnPnbJSKB85/gsX+GgtUPYa2Sx8lHuTMnqN9t6ToFxNk8szSF9r/II
vNMpM3pRwLAvgVkttjs3GvDc7WXSBhEHNZzLjn66VvQE8+pYt/M3fdEeldsRwkbtEeXsGc6WLRqX
rdYbyKkrZDsVlD15amn2SVAWF0VZE9tnZLRd8cPWrv7slVSb84X6hBfYUe7wXwxpdTvPIkiru5dK
XblOTy/eugYYvBwaS+tOZ508oB+EmdeJ1xGNIMeNmLUoj5q0e2STM55NI3OUU1vmB6xtRrxa8mJC
1n2TTmf6QiiIipBJOaA985a7/0fZmSTJjaxJ+ioltccTTGYARKpqAXf4EO4xj4wNhBEMYp5hmI5T
V6mL9Qdmt7xk8HWyUiQ3mWTSGXDAYKa/6qfEC1BDDA7ksrnspDW8JIM6WNOdAb1mo8L3mBKGc2TI
gGMnyiUtgjFjfGSYK9Jku4FUf5Sj3PRUUZSKeuiyeFqLBxdHP87mDbS/y7yfj3on9Yu0ATjK17IV
cfw14UB5ZdPoWPVFtCXgcitkdJ6T6gqj9c2Af4wCJfswsEYfhJk/L1rm7dyp50jbXbqJNBDm+si5
sIfBb2wVH4eCcAk7gAunjJ86Mrj35eJ+pz2Ck949kaJmU/bZS42xm67S8N1zlgXv0Tkbp3Qz5cOb
XJJbayQ40hTcrFoG2dsuXt0xSc9NIzaZrtf+Yiy3iNhAnjODlnmL7sDpZUY8vK6V3VLjJwNhpvlO
FqK5RFi3rzJ53+TpkzuVR6GNQcOg985S0/eJHhLfXi2FQ6ctx9G1229aIk6UlYIrC8tHOuwfRqo5
iD50Z+7ZjE1X8UIUPmUJGF3M2C71nhyW7awCVxcuxUaK5calXMkX1OT4fZ6WPuZcmGhF/sVBGemG
dhMhKe4MMZo+tecFmYRSC/cC+gTG7KYO6FkGlVydi5pNrZrKOxXJA0gTuu7cBwxg7DQMGd8rIzsw
JZ/YY+AgSyqe6GreqORb6oobZel7us63saBUlVCJnzazdzbqZW/bDQ3V6kZGOc3N4jJe6hz7SmRg
HSyHQ531brUlrHGeF/yRUcSwIDIbvgxQfnNN7GgY6VYXU+bsvOE95ana4bRefHMq472Q6ti6dcy5
Zv5g4deK6DSzFz2qeb4wI4M9FWwo9qYJr5XOxO/JwLS+x7oKJzDT5aOWWReMDcVZr6sTgwaIcOkd
Dpx5a9j5IacuD3rlKdX0h5Ytj9lQ1Tm0nBR6cQ3Ub/RrPLomUlYo8N8wbj7zTjrrYfWkTWBLoeBc
RCzirlvtK904xHkO9ibtr3XjOnHNYyfnW9yuECZLAmLElHhYoTaylatPoaPd4+zzgq6LX7WuuEwX
GjVHxA1A9BSqsk639YPsRmRvvYU7M4whQaCp9glecAwbxjduWN7DcxvvE8aVyM/djhfodyHWFFoV
n9MZWzWzmittsjHt6i9spsKYv63Ypoli4+Pp2N/b8t5JHCwKJtZhplhPg8S8iUa3rkkpt8OSk9ip
cPwP864qtebotd9aiUF7Nviqk3i5d3i3bMLwCR8sUbjcPhT5gzXVbFxz7D8GIaetrDuwr7guQwSm
7RiJZVNi4Hovs2R6VdK7SrSLhJjD1pJRsCAN4vXt/L4fatJRLqCnqGEDBHpkG6fuuHP6du9l1aM2
ycMozW+Z0jLWgmE5AtlFPrP3ZR09lt26DfGandf1/dGtBG4qK1wjGv19gbGRR6xxuZ7K3KVS3pYZ
bbxm0l9XXfLu9NqtYyyHwRHFntoiMgPeBd6iaE8QdzNKl82yNhrxjmKQzUCTN17tK3TKF/qQm41l
Vucq7T/AOyZXtQfB0TbLt5nf0ocUqA1D2O4yzdxrnvEymHq55Wbu7hA5p+OkF/zujjNCkkvIj5n3
mgCZDSqMyDeFWyy3bswtBTSDrntsa066gBmtgS03/V1CDcAGbTPd1EN5tmrZHodatVtYMG+Fir8t
TfzVsTMURvoAfH21MluyfXGqmoql0bmmijfZco6otxEY8w0hhhUQfNadMWUpSskeFLZ7JzztoaGk
90BWG9qFcE8jU0gGfiOJynY6AeIB4YsfDSHSiPYRsxNRTxfWqJPbEkWAYyYJBPH5vMOxVameUFyn
Czz9YXHZ90gfmTkG6BnQ32L0AeTSY963fjk05hZh476zpx3WDWOvaYxR0n44NWuJZRo9GG1R76cm
6fedCaqN9onbhZ0A2YB3nCN+5F2njDcj5b5HKUuc16cfiPaub7Z2gG0p9vWoxFNi3hQe/oeZLbXD
zmu2KcQFHc2c6XGgcRdd2dhHcXJqUkCjWIc5sqWGuzIvNuM4kuShUh6vgt37JGB4UE0nqNN5k7aM
OmNvAXeCbrvoLQ2xWstP6nDsbKCHSrKDyQBbatZsi1BKYpxrTX5Xjn4qBJW22hBd2zpOm47e5WZM
gplv1W+b55ZV+jgaAv1VruWzdfiFpfbK9sL73MSjzKhx62SrlN6O8FZberZCE4P5dKOaMQvkOHbn
OHQv6lp/S0b3Q1UJDpsZ6z5ybLFjc35rlOjkTuqy2QAW7PNe3WlDr25Lq3k2BuvRpaJ6I6d+34Qq
iJXY6xiQtgTugEsVO2+yH4peBWYNpp3MHA9pfNSS5MY2u7e+yB7TrNnYKTi9lo1LlDGNXMrkIZ/z
29ZsvodhtN4pITi3papYZBMEek3baaI8N3H2PXNkxehBu6Mr6kavF+70wtg0gqSmVLx4Ft59GXeP
HYc8t4v2NmqstctMn7az5AIhZ+zeO2MMt4WwqUaO2Y8Kb6cvNhTnGLR+uwvt+Dua/W7sha8b0/AY
tQMF2WxGa+QVmrs4ndRz8wQp7i13eRMMdcfvxL8fpLp5XZCc2NeNrh/zKTSZ/9hafCtz2tJnj/0D
B6dtNCwv/I1JDxV3RdEE8FQCrSna6zCuywurT5rnwRKDb5Ao9qs++aLc5Waeqy5oLRqIARGkizlt
54RNgBmLp3qaOHjMgO5GRB+VNfdpnAdxmLyUTLX2RSsfWsO5LImLpcnA4aC4zMUjAAp3mxXlMwah
IwXgH53wzp3WXsd9FiheojvL1RbOF6oPiHN9KUqbogszDYiq7uVq6GehD3JuRQf8SjVUR1NoBy+1
dG50KygEJLUoj/DNR+GFrCHtovZk297R0+d2XVykTS+2eE7yyqcEKN45Wn3syuXcyWXXusnd4GIZ
mcOYpGO8Kww93Sk7O+FhujKUsRuN5lZF6pIjbHWVReN15S6cOMZww5grO6MLcF3LU2vnRC8yh+b5
cafn3s2Qs+7w7tw4JgOlqU4nX+jVldLcaw9KG/vn7DqEbrfHK3EIy3KX24i1vJ8yPb7Ll/LZnuBf
y8Got8JJEVwYbM8ZA1O31G8jzghW2lLbPobjvmYqxMMd6fdT96xkeSAAsVZ7bJRYK/zQfkAaE/Es
iIAbpOX0PlCx4dzg+JghToq9EYV73DPuzm3ZqHCrHwfr2lvSk2a7Z8errjl4XhS9+BbWCgS28cBA
vAtoAn+KKyQszF1s6udnFSUHYBzsAep7SXX71qmevYydtp6kftfO1mGc7nWsQHRqzuxgE2Z+Bn59
XXWvuWG8anp30uI4sLSwvUA97QBDM3VtaYjnX276dSS9xPNDPs7XQ99f8EidrSV7HCA44UQbn8qE
Lnq6dgnTViDv3KtqcQlaAjleQ323M1RjzlfzRgz9iYdii21hg5f8KeRM4Nsac6K0vknH9iXF5rAx
nFbtMRwBeQRQcjLb5pTFyHzCvk6Eda+bpN+Ve92ARWvNbDul+YejELmQI7ONgUaWNxztzPWs3L7W
tSQxJJFlzXFfRHvdnK8EkOqQ8f2FSZZk25gcoVu4ciST24DC1mbL3NjHHE5j0phQHMTZr5hbv+g6
spnNJh2p/C7tmRhxfhxS412PtSerL/VNU/fVFtPjRxJjiSHHWm70gbVuwKVwpzqVBFrV189oi1Za
hdt45CQTsTuPLbjMs/jC2PJLzmFpm+tjdg6ntGeZbKMr12sPIhsvZLOkOwCWmBcqtlmMku2isw5V
e2+L/oLozvexUvGj1GW7s4XTHpaFL2XA2nlbLowq52RG78SeEcjeHfdewWHVTdUJrzaxzDw7My4/
lM5LxvEjmOk85zD+nqQqgJiYkFckxTYNe02yU2rrR1eEXxjEG1v0F3JTX708etCH6ewO4a5Y7nK4
43Yjtvrgfo/YqdtMJjB5vZp5+17q9S5ekmASXYDL5Vm0zlGaJGDH/OBOA4HI+LiU6beZ73bGYFD0
8b1m3mqc83rbOekyvzX1HFqKtM7Kjc5hWge10x1SXcarnzWFPCArIjbIqYkcGIAnkX2ZyGTctDHf
gocwNT+lZmNuEKxH3rzeTbWkD0ub3zAfYXvrMhSAEx60HO92Q6pS3AXRg2yRoV2PNQXFiPVO0G1m
m3tVxl97PWMbG+5ALlo74hOPMmzxZ3TGTTbh7tHsmhBm3I27ZMwXv+pUtZuRNIO1hSRx36f6rlV2
7CCKYjmZSXaMyD5RH6XAMLl1zTi66uFKZcL5CpulBxxPJ7eeYS9CHHE69iWgJ7Qi3q+cO9J4+lXH
ndXJ6Z4D3LVgneCXpTwL3ICe2QRewt5V2GZ0FkPubNtJe1VtdjkkSN1a8o0t5ZPLQCrIau6ZjP3b
UZsNZx3bh0GG5ScuVg20pdINo8A2KlERDQYEifdh4t3AMZYepji5lfD9N+ZgiG2l6QcT9RuZuP3e
o3VovDm3g52Up5KRywSMPSkq87ZakuTAib8+ERmFTTATntd5X/pa5dXBYHpQx7xk05G+2DOzq3w1
yEPnxhAntJtaATSsuhB9ddIPcWjKXdr0G5K5r5biwVksbRvX6Uk0JGDJKRJ4MgiAbnOzYt8yS02n
H1p0h8JO0XPSRT6UjddXG+Jz9c1kVeI4o/C84uudL9uwrL6KDhGNxS3yCr8zYPIpWfRsSLvY3mKr
Ye5fpXg8o9txHj19q/Aak7EaJ/mAj27oAdQW9eWo0pzBoB4O/Q4zRnNk3UE8MNUOftJbMevUioju
xlNVvDVk+g7b/VwZzm7CqOFP2XJpaDaur5BKZ1fWVwtywVtTh+XNRGqYxzN1byNspuwdZqS03G3s
wh+iPN3XPT1PnC3bryBUSh5x9sDmRm+LbhcaibmtjHK5KDQnJYydTWxAatnsBzoXrrEZ6fdxbNl7
SUB1Vy4VFHYEEu9bbaQaoxuE67ZP3RPD+iTIOXgFoaOaHZiEZN1mGMHSq+Sc0et4FRM/2NajIh9n
i2bGSVW3HzM9BZtZtH3gKP6OWanACU7L2B8owzIvxjzKrhwn0e+cdADYOroY6cKl5OjHzj4kSqI6
U/pRovrjsEj1FmHHOkon49DsNXhwoi7A8sjhX2NLWa89KlUxj2euaL9zeR+T8CfMCP+O7/YAbp/9
bmi2uKSR64tpt9DGhNsm/1EglBTXFNC4ZxwOLoGd2mi/EzqKC85zPDLe6KSPy9CtDhw1oBbphuY8
qxQCc5fV1aE1Z47XC8UqxwLnxalr2Vvt0lDjTSTiMsE/iaPj3EQj+yZ6e9gzRfnOVG7ymoGZ+KYZ
mOSxFiu5s1qDIgFqK3aCjyvZaXsNL1HX+xpNE39ali5Xoo6XHZNazKeobuYXgsnTrb3U5jYcvHbX
84gQiaVQYz/Lvj5FCEGHbMKvB9z1wTA0En0epwzeV+F5wbN35bKfuUHDmI9pNRU7y2gj7DA2KoOo
7aO0VHw3omJdw/zMAj1DgsLWRw1DGVf2eM1Zh7GcSz0vm/cuaZejoUiS+zFP/1sbkzfvZjXdiErz
7lyLAzuYLKldWmg7YP6SefC11Eu+9F7cXtqxm1+PRmWfjNFrv3he2M4XWCz19FCxKz6jsUOO1J1E
6744GdmqZZjYVVYAE75HAB32daSF0y4qmQMSMo+MiVlTOiCKRDPjx/KUl4qZUz5oCdmyHpf5MkIV
3ghzEjcsIBKNJmvcK1M2SXygW7SOtk7NNHscKmnuTPSL/WJr4R1+1LuQ+T0tEC7LInnK4mLpvelp
wT357KLlBk1uqE3uDNGxqbPpsnUra2+6r4XbiL3sjNjzh97w7pMFePsEkCBYYAbUAc3Y8W2XDQ1r
UNUTXKnaItsrlvg7AtkWDRGJrPY87WF0pk2Fo+CYTGjt7jjK2p8g6h5zK1xODWANZEbVNlRLuCgy
O7frb/ANh7jjVHxJbRlTS13T5mAoGmdjhamXf+O/1dZ7CmcJvGeMuawtyhmRw4v6iUxojsFBH/uH
aC2oZyY7iieiZeK5kc6IuOHM44Wy1XRGZeuPfSX0czVP4SvpB4Ekgn6+IYFDwD82wsvW8SzQk6j4
KNXsInTqKApbZXeEUeth3X27pwh04AuuUtpC7AJ+dVmq28Zp7IPlLgIqyTQ9YfQlXqzHt2Tho52R
tCierJ/OFwwD0bgbaSpgIlg6O3uQpX4D/kVp92BdnCtndL7YeaN/KLRi3NUjkz5hM0HBCsB5rSVX
siGm4R2zSdbhjZGX+J6seHkseCnJblo1t/mReaV3PyS2jtqsoQrX8zrmm3VfSyZWBVL247LtJswQ
xB7su7mvtOfEnu1gzKvOFy5e7zUVrGjalfMzl7s4jzY4CrCQYXbSOfhu8hkZp5SwMYc+i88gnMKY
o5ZtfdFj13umRwWZ2S52cYo8FQ1OBFfZEc/KK5xbLBo6nWAx19TX8UhQ1NGPD0U6iosBx0uQyYqz
jBJLTtDATh+sigiyB85gm5D73ToxFzVNGQ91RQ9UXsOetXWarNjieOEdTgvidW4O3WnO8vC2M8fu
YY4j1FCC/pdhPOvM8fARD9upXiq0I6wxEtYdZ6qMEcEKTLgiZplTM1JWVubXJdHizZIrDz8098tl
S3dMe5iZMWb4SovhZpkl0inkPftyXiwiylo5j9tCx+cImLDmtAEOteOwMNlnznl9EDXlLdI2Wanc
Q331lAl5g2IaDlYzZffuyATFaZvxLdTYGjrxNFxXoJV8Gcr6WlQDBsRSiHzLygwzCiSO8zBUOVN6
OOUJ0AJeLF/luDi4UG32RlXRobdq0cq67AzoKiM+4Z01JEmyM/Mqe56xl0Z+jF/lcm6H4avA9XiL
OZi5VWa49k5yw7ykP0ZtlnCjIIKies0uKSyuTVvJ7mB6rb61uMX2S41HwNS8+MqhTHKLSFxeYONu
v0sGVP5YOXhphd6d7cmKjjq70wDOHNjGv++bI7PMP/+xeu3eq5qDYhT3P3xd//y3/Ud19bX46D7/
pp/+n+6/fvxy9FGtLrWf/iUogY/Mt+qjne8+OkAR/883tv7O/+0v/tvHjz/lYa4//vPf37mV+/VP
i5Kq/DlkTd7uL9KYX8vlf/67/BzH5P/5wzNnr/Y3LqQuScg5plwTxH945kzvHxb1hWsJyspx9Lx/
BrM1/R+UaBn8N9jDlE5jYeEP7NBc4//8d8xb/3Ak9huaUEzTwjrn/h3b3M85GdcwHAmGmIA4rR66
B23z55zMkGRm1Gs88CoK0ylIw0I/UL0zRb9JKf4ciFw/xzHWTBzVoHA8xS+1rSzkUG04eSVpDcIi
tUb1bi9L9QyF8XftCr/+TGsj4ppmwnBLeuxTbCwzSSc0FSICnUVrdk652yVU+W/owD+n4f74iRzc
O3RzCDLNP+ClfwKCxp3lFbpnrpNlTrOia0p6t8wkvs5cjMG+S7zhD1fq/zK/yieuKVxumPVmsQ0Y
0j9/V5lpdy4AJa6ejRvaz5Nk2sYADgFWp9F0+NN9/NsE668f9ukiAo8HW291md8YK6KfM5X1CCJS
T7a8g5vdX3/YL9+YB0eX+49Urvcjf/bzTxb3a3cZaSPfqhvtNsVqv41G8fdCuT9+JHyma2TPlVim
PqfU0X2gIrHaUi6GiyAjNEBikk7cDvrB5u//QNb6WdTYkKl2PoVyUW8sNUNAw0tSG0fBD7PhgR5/
81D9q8tmE/tlsbBYYZxPD29eKJHP8yoD1baxz5SbbwzCG7+Jta5YiT8lHv+4bkIisjCZWUPNLEZ/
DjObGnEbXc+YAIEMrfFTwojH1VLXcb8nI6bwVSz9QK52EM3XqNXS+Qw1rzGY+dRx6hckxtoHc+Jp
35RM/tDrJhWSYaMP8ZKiMrwoBrWJDPortumbfuolu2L6w9TGayqmM6GjV5rfjkb0fexQKCiNW6oc
ATL1vsrcadBfS0CLxCWK7s5L9aY5JgCJ3G2pKudLZAvj/zZ//X+fxPUn/mcS9o8rwo2q8wWvcA25
OpH/9OyzGlAPqtkEl2YKHnxcqbrvOVV+W7V9dicHB3pfj+7dTTpQRSbH3vXfvr+ocyBvrROkXG+w
n/8CfTdI1+Co5k+6xqBsJDOmW6P2m7v4l0UbQzdtErrBw0lF5+cljopBbcBwzeS5obrQHExxsnrS
B9gh5Ptf/0C/rKZrSlPokJVZU5kmrPfgn64omNU+EYLcj5215TdnGrLeL4UFDURS83NfitAUfysi
+uNLhEDL25kss2FZ4tM11DhwVgmFOD526XW4Pg27JHHn37wmPj+jHNRsstIw+OH2QpL99CkJPi92
z6s1tcaXi2aUdEjdzji4v3k7/PpBLl+RwP/NRmO9LX6+gm1GFDXWUmwgOEcugOkzEaXL8P6vv6d/
9Sl/bBhcLPvCXr/HP31P1VQ2ccz8y3fpmORIiVeV/oS/2URjkBcw3ZW9Tz7gX7QwFaNh96XJ8Xwe
ZXGqKlDEy5Brv8mXr5f+z08xxAvSClQS0MrCTuwzOQGlQTURNEEEvqW+TYyi2GrKnL8ZxTdzTSKV
YDb/+urRcfP5M9mzuTqbrR8fK9m8/XT9yklGYpTE5sYC5i8pwpJyM4okNRXgIUtKpiGefMZsFcI9
DRugeqw0JJ+Ihzf7paiV7Rt6buaHmNeXCnCpde4WrYIJMINsRfkiWWc36EYG8JtWFfNb5xmjszEK
sy1AWLXZ96UZ6d0YZN8yuK/sNkXhXlDBPavvVjpsGeUXIrNjEmnoJbSEW5Qj0/2I55E+y7LelPgZ
Ea4sa7wXjJBfKa2X0U7Nsdn4eUSKwp88a0QKK+U6Em3JWZYaleRBDuDhA4cKc3JtNCXi4DhWrT/X
jpWvWNMRZxkvTSqrQ4NCxxqS7gsCp1wCw6tTLEBuU1dbMFutChCJ0XvT2MB4NpsjFSteaxnZxQKK
AqpWyXvsNSefTTEqs0l9R1ZaICTj0d4p1HL90l1s582uZ6159HTlEtzrRzsi2VQRnKo2rVGmOFui
kjLkC92jKhVThV45z2a8BtqmcGLNpUk2qTdY80W9J+tB/2aUTyNBw6IrGOfIEc/jMI+Mt7uxdLst
Oh++mbBudbwF3jA5h2gFAW4YLlnvFjdBvtXcQb6REo7HJ60qwq9ONeBX7DUebZ9D4Hzn4ef8NmWG
M/mKgfTDoFJbwzurLw9UE5vJpu8atzhU0hjvI1egOdXpWBU+3sViCVrNa7THxi0nrMxaYrz0cvU6
AfUFBeuZ9ZcmAl0x+F3v0JqZjiN4VdvMsHs1pdNxmjWL0d40xhS5pDBJj+KraFRjXWTDPBAbVdrw
2pf4r19JNfSMygcbgSLNORrs1VJb807DjISbshssnAJdROK1QMTAuU0016QkokHb9nTNedWIXCsM
nCSf/SmOuM+9zLLucj1exxqpbPpvdqKZ86mjiVA7uqIBStjoOcqS5ul9vstgbd9w3Y30GfqVAd8z
D/P+kXlb1x0USb4UeqVW4kEOZ+clmsp19jHU6X2hIVgfS8oytLfSy5vhWMxhRqVDwXx4B8c0szbN
nEGtS7ukdr7LQoeL6RMMSd8J5k/a1YAZ3cG3RCT1wvWaHm+jUkCr7FgO9Rt53CKlO7fFqov0R1/u
QfDE198aHWKoz3axpZtNLRPQYpp46ltqHgiUhDANgL+BLcWVJmLcKpmxOvpLPJH0/DbK7pg8Fs2j
YUY4AEVeF+XJmwbKJ2tvoZpHWInt+u0QsQeubHCWl5JzVHcZJ7BSywBNZIzsPZGCUYptx4FWmzZU
5hBxxbKLyhAklSB7wJXOsgvP9grsERz1OkZbS/U6D5F5LFJUoRuWnLjbmUNrxDPSMPVbqMJpiMm2
cyzV9x9tojjIGAQsUlE5wSQ9tI1D3AKSzJ5SNzNAH4xTcj0MYOp8o07tBQsnwYwo8oIFxCo6P/UQ
5GROiyyiCbsrgOWQy0ooo4ZjHNS16T1ARdXddW6AU3qkbf5pcuHTsvZOUCCXysrLXYWQSbezLdsM
A6cNYZB4R+8xybYwGdm0Kbg+cjSVwJ2h6dCLkaDNg8YcvaXzMZfq27hALcUf0qju1GdrirRkl6rv
52mIwks7Yp8aYBKexaZudOL/yVJgcXQHWM2HiSFVEuhDl2IIhIztC2sUY5D2kSBI7XbQgJvKJaRp
jpZ3k9sI+NumN/jbUxPMml13aXHfT7Ce73QZcYxpgD/S/CjgbTJqtHvW6Zow1UZiIrrVcn0JL+oS
tzUPSh3dpDIvrjmR4zQWQ5jc82cw0RrVpMNQaJMuO1WwJThVzF1Fg6klMcSOKZLtcel0sAF0L7v3
XClqGC1tLF6qOXLCjVHJ/KNvGifxy9Fk4psvIUM+Fp0yubAqN3zTXGemdZiTBGTy1MF2WpM9eNNM
hZO+xzX/QPqpV7spGRr92BtGU2E/0YZLbQxLc0/nKOGjLHLD9WEpvBw7isyfeqcn90GG23yYppIz
ZA0pGxJtE3GU6AqJ2596Lvm15tUJ1B1Mtr6JNbN6LareYDxuGfgom9Vla3achCC0qdXlaBjLk+aw
G9+ZfRyvM+h+PPFwCND+ellf2imBOr9VutLR7cNObGK9iSifrl36+ybmb/yQPeE3lXYMKgsAR0yq
psqOP5KKZ+SRv6aojm0xODk3kJaKFwwasj71SJnqlHQ9dR+FgZkhUK0qy42CYB2+2vxvYO67xqmP
Bi6paNO27oIWKZUNeSTuYROnsMCjezXZAkNIQV5247QmrmtBl4F+2WUaNIxkkJZLFRvDCm7QzKwu
3LzEjKLXkBmCymw0tfdQVPTdEifhcpxTzxvOJS0M6Qk3tcHg37TnNKhCbxavwkyAY/rZgMXhWLS8
kxmiN3PypHS7CYOGxHAYjA29Lld1MfX05lhZ2epnr3OaiXd4Sbv0rYiaun0L40q238c0VPB8rEwU
MFTiZvLpp6iTw9KhwSId13DLNdYW4+DhHH5ss4h5MVTVka71zg2rIE9SzfZF6GlYkqMZ6jolkHOP
z6xXmNBtWaCvJ63oLtK85m3kQLMjG68SkLSAACg47dk7WQ/AZBXGY5gZPOA5Z/9Daa9Oih7rhrUh
3agIZo46UR2BqX0gXzgSd6ks1lCaedmrlbR/Mxrlu2YPQ2R6uBBgZmmvntiUzbGG/TYuKTnwG/S/
qzYRYco4ZqC5YVp4b+1VViGzp+Qxvs8ssy6c1Th6JEaBNQEeTBmeXMtp5Y5nH2M09grSpbzpPEBI
ks7aBqGo2YxGEdpbY5bpY6yTgmCI3glMvXkGBrae1Xp98wYwe7HwjLh5jv0yFbm27Hg3LOBXic/u
EeKbs8V4DVppPNM9BJnfImUDAuZJdYN23TUNNZWo06Si+NJ0XzRwUgKQEqEeDKEZQscKEQ2m71Td
iC+hpsvhYYqnSdvrIfvPjUa5wsxYW7RtQDF4+mxBpXhPhF6X54w05codLUFpkEqeZkyspTJBamnZ
vpK4ZjBDJmSQPAj+pN7zGAMZoynvMW1zmsRzLwaR1k2J/pIqkocbh1cp+8+pNYudVioHxSGsrHu7
KKz2GDFcBancGgUT89bhUO8UMGgx+S+CVF4HcM9feyz4oCoWD9iDqzfbCceU3thwQWFiRdU3FUlV
m+yYJsGBe+5Ear9E14EIPXTOlShT3oEGQOPAUkkWM4o2mwug1zHATKsyHmRfwWGNme58HXqn5Pr0
k/fjRdxq0AEa8IrdZCPWtW2b4YLoXOb/qDHWN9W0jumXYO9K8AuFYfmYVeqXdsymxcfpSJgjKTNv
psykLTO4AAv9d4Ye8yri+J/R8ET/6K2yuMm35qDAV0M+N9Jt3hlMowFOghMXsrOfaqVHHpOpND8N
nG1chtY1tpveprl3I4mv3v71Ucr6rBhwkKLky8IZslJPhftJ/NIFm1NKPgpf69n0XEAzXwvp+zCc
z1XUhnKXxGvuFEiKvWydZGwSgsHLfLMYgPuJtmGr3xGDKedtXOaL2LtTYWNgk9i+bnIgb+WdPXQg
EGJObAxMIy01j9GQml+Y2pVDsGCICW85akfJpphLXP0WrZBfJHFU58FYHOso+lI6W1fV0ZNNF9NT
yozKu55zhp/7NOO+2GthqJEw0my4z0U7quHLX1+jXy+RwKJInJ3xKVy6z/y0uIlr2M+i9N3SMB41
etEOoUeXoy/gyT0y1VcPf/2BnwUjEzkcHj9iP+1EpvWZlzrMKS6mGXoExKv8HRs1ZBHkPxjcS2/8
TXGKzwJSBhCN0D8faH9Ww6U19LmdVL5o19KLpiTpBhHvuMjsd23Dvx7aBRhcPhCyIXLr5/JCrwyT
ThS4Y0O3fvGSbL6c3aT9zbX79UMkgN4fc6J16uOsv/4nZSVtvKKRA1mSIlbp9yI14xt88+Pxr7+h
f/UpOAAZSPHMSOezflO4LUcbDjlYMvLhYCT0XRh6Wez/+lOMX2+E9c9HUqF0l7mi80kmElInd9S1
UPz5ksjBIiBPbBENDOGya4W2cZXeNTdhYizmI546bbhPOcrRhT2RTPbNebbNM2+m5v+wdya5cmNp
lt5KIecUyMvmkoMapJnR2mf2Wr1uQrxGYt9d9txNLaBWkRurj5JHhMs9IhIB5KASyEEAgXBXSLJH
u/zv+c/5jnOgW3WSh8gIU7mGvjN6m3/+Z/17nwgANxcNkJUayNRfP3fTqzSLyzSfu2zvzMrQDvBx
5X+yTfm7v4mQBvVd7PXQBH/9TQyK2UVbsXd3Gq4hzLWVcjcTtobp5wb2HyrTf/rgTfRonlKWbCzc
vD/qS2kh+1q1Idt5p6UyZcAfvoprF/erNZDw+ucf3Z9/M5aby6ptWUHo4o8LqWjuEK5soi4ISMqf
MzBTWec+KlHq/8kP6U9SHecXGJEFrSmAIf/xYBGWoitIJ8HMw9utrKkcDrzNkus4KsMz6B5v1Xae
7v/zv96ffmjLoSngPqNMs8L5I84zdFUnGpflQZxX5GsxNG6FxdP843f5H9bMv3E6/+4D/xNr5mv4
Vny+/bJsX37Bz8W5aX/RdU5aBHq250t13u8W57Y0Ycw46OpsWv7GmrHozUNgx2ciF7iwFCwR/ro1
/0Lp3AI75xGypWX+a815fGn5wv5eO2Ylj5hv2Pw5kKiNH2DI353WQzYlWBK9O265c3FQcYsAy/MZ
YQsOR+08heq+poaTnsYyC9SqqmxxtkvTo+k3K6MXbZDIhwiEmGKU4cTxrhUdwMgIW2641qQ3DaQi
udStmjycCYrYZVMSs5uHZz0r7ekwuMlEfvCHvtFi/33o27YffVG7zMbMb/nb9EMXCUNrrq9qS6+j
YGdGertkbqgsCW69eeYIyUg/FI2xpd8IywwdTISudlGAemJALGayuh/ABmen0G7QvHonh+hkDxN/
1KUOxVnLLonvlRU6aqfjfUzX/dDjqxwaUUY+blaMBGHc1kxmPSIZ3yQjfx46TdIgQXMFoSJhaMxY
UEe/6+gVz7UT1xccioXJPwomODMxRXxomh0GUDGDV18D3lP1loNi9Mgp0C9IZQE4xJXQh6Tw8dzo
ew/IdL8LnCT9QI9SQCSrGfzLELSZse0H3Xw18Yt/rbqG+jU3LBXVVEEt/TIUYhGDqmSX6RafR+02
1VLjakixU5lrEO8BPfvB1SyjxWeu5+aJRuvBexG6Vr0klM2lmwRHnIBr0GfIhoY1+PSs2E9MiCAv
xpjnRIuKCehXTm5jrVsDgSCtyqp0M5C8DQYBYYQGG5AZaU79h5IGF9RFuDe4GNISvXaJ6np+PXvN
Ne4wZCjAnXa0oeoOj39uTfMVxtUFcIPMle65IFnjpq9ZsaLEAdLgFdTgXpeoJ9QVSnMEjATJBtNp
MmN5TvO0pMe80JxgU3m9SWrdtmb4ITiDQedg8tc3RGe59aRjOXi+UcDlWiVTE30zeBuwpw3ZEaxM
NBtKnIOe4iV3oD5t5YVIAujgg3tRQsRgTTzNU5sRoSc6Y/VN342qMG6482T5Dg01/sSkSH669wpc
/hR39A9xLsXdQGUF91YzzRV1iuhtS7mi+7NqMcrSOniZUryC38O8zihkFAOgz0MYhzwd0PqXxkaq
4XGelnzD0zNBCWKHbreExXSuULvoR++ja/TTNe1utEGG86TsM4IfLZH04vTPaqmO9MrcqHY6fWYh
Lu8CHpTMSd6tC2kpfTvEkFMEwc1PLtoSlaFbGipDubRVerKKsj3OcMM+zFMz7diytO9By7WBFMWA
j3WpvjQ9yeoFVYs0MtoMSlyLHEW2sNPGvagELSmYDYkEgYG6EBB1oLmlVbK3slSRjQH8/0B8EJPb
hA76Ha0vvXgBDM2z1Ny62ShTOPetiIcXvY8UR1ftdZMPfDp6HLCyEmcRQKnX0qr9rqnpOTOihK6s
So+qK1o76/quHEyob6bD5tZP3KJ6sWl6JKVR9+ZLxDXwqc4phVjndHbh304diS010J2bwRE8dzbX
0k02Vna4aTw7/UrppRVcsAbhkkM0yo6K1Wy1m1kyjdvMlQrno8bgTSQowgJrtO30nV5E1KIru5Nd
72ylmSJpr4JiyO90aD71CuPb8Ibvp7yWmQ3bI5TRDKEWbS3euG1HuruzWBuNUcORZxY1nZ9tyn0y
6PSh3tpeYVoIZaqhBMZ2E53/65iBtrCipLm19MjRfIV5s1vNLlRO9FjXaDaU0+XJnimG/x+q11X/
Oip0eNQCd+Sot4J4ePfcxGq3ThuNHzXn/LOJaeqdGdy4c4rI3ZoNdycfNWJubhbTdaGA/KhwD5d0
6T7KYu+DDURBBoOOh+HotovgMQE9AuQAimDAIk68mNyUPUODoqLGt+nHq9msJSpc8UeC60mr4fza
grIk9+5FYl53YVYSeHbIsFIaIyB0UvwIplc0VhRugqzDgjzYXoDJwtDQ3LvUoO+u1IfHygNYsdLt
xj2ay0dAXE9RoobhrDF+zrb/MykxKTFa/2OX4QpndhcXb/9r+9aUvw5M/LqfA5P4gpnB49yVHiYA
2oOZWH46DTX7C0M6pEZ3qX9gpl18HL/h+QzGLCDcSwcMGGt+Ef/ot5HJ+4LxEE+RTmDD1nVPyn/F
Z2hgW/xlZJKM7eiWJv/xTFbgpv2Hi1aWIj91hLQk8HrAR309g7qmk6zV6B4iCwlSbC6IBhees8t7
wgxFmGzrPtprHvVZgpufWNVAgCkj8j2ZBJsBvMLKcwlkGZUnTzihJ/avKcfYhHcWvu2+QuBasZSw
Vi0r303bJFiQLHza7XEaamq7Ba8Wjpd631G0dCqb5D7S5t0wNn21CcLgOi5HtW49Z6srQAxkNc6V
Rt7KZYd97fYWtb/QUleGFvPt61R7pyAGb6opuMWW9RQU/QZ40Jrq9G0eBcPWMYLwiWENOpMsriYj
ckgezDo4B0c8QzKNdhUrfhaqFkV5DcW9gQMpNdCbr3mf2NdDK0wM/YxR0sm/55n0/KAemhvKDefv
mIxeITdntKUaRIfKNDmI2Gz8nN/0Gk+5dSrcIb11mKgPOYjaNXDc/mss85JkQDAaRzsIdRbttm3f
WWGurevQvq1iiBKV88r2z/gkm0mysEnAOG0Kg3US4OierGNjBVeuGCHgNKVFoSqhkzM20KL0BxrZ
tmEeuN/ryLB9EkZsFGxIZiDSqjx8Kd0G+DAFk81NSBz/KasDcEldjEpH8j6/wJKLSdLn1cSaB0Wt
Yc9V39DWVZxjJb97bRYTS+Yj7H3RDtNh4iTdgbtyJgzXhEjinRPKcID0VDA3okzHtEAWA9VbcLWo
F2V19CwSmGbvTYNRXWtq+ttzs7HWbZ8J46HWQ/3SK3lLSIWCntlAQHeyDGuSlpBIbJn0+ezq9KqM
uf+WiVm0K5WN+XGEtHbde/w0ojSufLoU5+tAVRdL6IhhNe+tC3s1GoPrfDrOoXxkCBfpMRZWsSsN
aDwlyVdG0on4injNmTVLSMrrFqjOUxyIcDOX4K8SZGhs37t6ts1NIOTB5YC+ZiSOjtOM+59/xQxv
K510a06LbTBYV1YKLzGVTNU9fofpWdbJOZxznOXxCQ3d3dBW7odR6HcstFmXINoU2p5bCXcPCmDh
O86RstWiLZ+lTK/NXu4yai3dNNiMefMgF7A5od7dqAP/gzl9ofJi3TqH1rzry/vaVrsK/lgoPiAR
8Y6Z+Dz1Z7Tc5q5Lu+sAjt1o1TuOo26r4HvogThlyuJqFZxDs6DEnqBoRX63SoTfFnnve7O7j+Mk
2GeEBWdV81PVvJMbV8WBH9WWtfUpI8KBURMKfWob626cAEI45gG9uDn2FjAfO+L3jRKUc2A20q9l
RvbaCK6M5GYKBZSW1zh12ZdQioBQjPa3rjvvYNIe7XH5m9rkWrD2qRCo6K85cW2FXvXd4lSBPB4d
GjMevw7QAFYGXJo8qXdWKZmtMMQEkfwqsyXg1uQ251zzGuA5vIqSqV+Pafy9zLKbjH5lUizsezq9
fq7q4VMLPDZpfBsPwupO4wgMf8wuRd28YQneGWBw9q1pvE9FOoZndq/mZogbGjKTIsChmOpEMrQS
1zDUBsps653U0QSBbFcXvJfrMinjcMn2s7pLqkDbJOT98VhEE5CJjBmCYQ0oJouTbUiEo43SjaZP
JIyz+zBlpanp70D8OeIiN73N54FcFhD8oJ9ZgFm4lGSn3UHabz7RjO50TQ/uwK7GguAiUM+oL00/
yDySN73u9Wc7mNINJg21H6pSOivZZQd4RcYjfuxmRcCifNbKol8jEAW+VszeXZHgyViuuG+pYvdl
mfEW0hEh/1bgfqkYStwShAs3+7MjSD0Git137D5nmtshWyfjYfB6xqdev1JxAhjShO/tckNYI+JX
V4GYXOYsz08qd91U+YORDTc4RDYYfTEQAEe/qoMiuQ6KlrM/+ionvhml3jIOl6RA33CErO0oBO8z
0UZZ6t9AbO1DJzgWTbnHjc9oG/NWMZ3xFPaAooigfRiGOLtp95GPMcCeBg5rWqa3yjA+ak1l6ykk
ptMZ8T4fDY2UkvArJ/U9RUVJgE9oNc+UmrsSd3/ADYTVWmHhWy2omzWdnKMQ8nwUFLCf5+ojMEhI
Z21xHEEMfPZD5u4ATn96RNSHlIuNDNM1MI51lffdmk3oEhi4THl8XWNtwIFGBQQMej+VeLvqalPh
iimsR4Ms3PzSEGWuKSiL+LQVc+ry0FHm/eT1w1WmeKu1VuK33bi3tZdYK3Zmys3JEfOTdNNdor04
anHtDGdpjQ8hrBz8MzWwPY/WyI6tpS13HYhVBSXNKsfDHDp8HSDhW7K/CdvqGuHwFFMOgVm+eJcS
3yf+irOY9UPXKCrPrc2EH9mrra9BHT3TNHDs++6Y8hCXEb6uNjlx62X3bvRrM9Rfaeu5OHl14L69
zuV5lt0TQYAjNY0PmmfhvVTaRUKanPv7upHR1ujxgKKZEF+brO/AJX0zsXeBeCPmRlxHM6DchOtg
tO8RxJ6n5nsus32fh2en5Zih5Gll6smlBC5bBQS1hRvfcH9ZQbS9wVprrTGyLkZkbCcJd2ZJXzbJ
7XNknuCiJn6efdR6fAgr2xdNtUmQNrrJgPhrDVBgXmPXXZv82FfRaJs+JT9nL+h3da5hq9KbQwaD
X4OhlxgTiPyM5PtTNIYnc3qaBjLqebgdAUIAaM5wRAzVUadsY4VF466vvX0/j7fYMED8e4XfBd4n
X9oN6YldkDVwJiVRUxaV1JQO2iculUPkeVs+sPXS8z5l0YEkL69Cd1eoyU9o+9OdB1tTb4pKIDPR
NjPHRqjHNV9AdQl0GC5FeyfwOi6ewoWMhS1tTXJvHWCJMmouo1DB1iJJz4u7BiYCyMPmm5uBASya
Z6Lg266e9lZqb+1qpkUc3j12iI2e7SgnPIQS3242A161IuUhCZn8eHUHZ1q3wb7MUWVdsaq6mnQP
NqQR3nI5paOToHo+vMw5yT4nK/dgM+RpbLSEv6g3Hdv8kx/lIRV8JiUBUK6mi8lgbACxpdYRuCMS
V59eFJRqHDXy1ulzhfI2JKyL7XNFBm81x9JvInEHZAg5STR3AJ5XfdvfaBAL5xGuQzQc1Mwq3tPx
IQ7NzhjtjTN0q8Fs7kdTcJ+k3oXvRF5tGpoaNxaGaFwW1jN2j+KhL+gIN+3GO3kaj5/Tk3EsR81+
AP32bJQP3jxe2sq8pxRjY/di22ntbeTWJ0cIys+HRRBk4rS8jaWaYzsZK7qQby0l7lyaP0YRv+Kc
uOFSvtW8KzGQ65/1ncAl0PHZwy25ygcXe6PVb2e9/VwO9G2Ov5ITtN9lNv3dqv1aF+JAKHi1zKZb
6ho8Qo4Q/KPAV66FbS7fgOTYyukJJ+SKdUO2Rbbpdlxcufuu3Dre9x3gFBLFhj/ZNo965VJ6Qher
Jz5C9V4gHOwY1WkKJm/p56J7LMz8BRsKGIwxONoy89mGcQRgJgoFnoWiAKHgHMhg8XOjriXhXOhn
Sl8NW/DmiFPawWTw1tr9mlDvxcSlyXSylnhOzJxIuzlsKbqFm3rOAQRb4SWIXwsW7q51naXNri+0
A7mjl6VFI8/wfgnk5kp/NUmUE6HlzgNJL5yJ05a+XboAMQsN35faljmIyYA9MGfMW+2YuwRvnxvz
A7G1B9L+h8XVWjnxjnvrHmfHJhQeD8+ADakSu2JBGcYlb42EvSvSip+WMtgt+eTaCu5k/ZrQMgtK
jqDtbN2Zbm76dk1MYUjdbYDyW4dQVGLbOCQ6PcZSXnHB2wagFOOUlgI3Sx9rYArxJPfx6AF4qd21
lr0jKIAcfGukdTPh3DXCj0x3sLpFNcJocuyMJ7MURChnnhncOgpIUY7egzU/AOM9sZO2sF2X4I5e
o8AIXtyQfVhauEmtrQZBglJxkYzF4vNV6l6NMgDMQ3cS/1s4nUnt2ts2rpghMGMcsA7xwoSrvhIW
8xWl0vPiOT6ZVvpOE9LzwPkMWBH2ZKgtj6TT+00Y34jJfM9HMHJjXN8bo9yW5TAfSeA/iZpgvQ2R
PNHTz2R5lwbplabRtWYMOwUy055aHVBXfEGe+mxq7ajinK7ywlnZAJOSQH3W1rCeeIS8Ee67Iy40
AvlNlmprD7bQStdLLMqW34faFWp9c5N4XPdQ39MzCLcEIJ7y9hPeRqbTTHkorlnSefDnk1xduOlq
277wzEM3pPZ91i4V2RhBcA/L9DWgdIPOkRl/lSWaK4dM0rqttPlVC1scR32v+aRV3HM/a94eQz7u
akNUfbNqgsHZttmsXZFyhFdqap1ukCtm07Yx8tn63ldRRdE4qtYlTczuGj8QTEF7Bu5IhQvGcBpu
OpadoQEJZmN0wcCuGVi8cVUy5w71rki1rvT2sAwIAQZtGtqPrCEctV6M0WqnYf9mfRjGO540kBfF
YjWOF8V2ZgS/qQZayAEI45+PIC1dvNgEsyk18uyKzgrsIfRhpVlEdYpQKPOQJSIKceYUN0hVWsaG
D8uAadDTEEBZa85/txgsnjrO0ZifG9o0Temas5/JUDQMcsEwrrO5IY4S4ISLVkZoTfhTMsvZDinD
xmBweDOktnD14sq6yLrKBNZ8J8aQiWdq1YSAsCYl1cnrMo+cLm+CxnS0gpGMIr01xkSe6BQiCsCI
sZSXoKUiJ6bzhZ8g/3DfMf2uesghZ4rR+ctTv1PdIiFlk+sPjTYk13TT2s5WUS87P9gWzuENSwGN
G6RHK8DkGTHgC65r4K6D6bEuygiCjsV3iXLCZewEGecketXAokCR96UMZB2usbBoxofLaxm7pywT
GBiltCGF75M51WtzZRu1UZ2h8RehsYldPqhDUHhFdpUMoz4y7bLTolhpxvHJmmSU6pKxaB8OGWyP
8T4hKGd84wIXyW9xgdupH8DhHyNqVMbnPJ6Hq7a15j3tFXnHDDYO2DZdOFwzLvo7qLcKDTjpjFOA
h4CTKR7raVe0SUbWvnWhMg1WhlBRc5pwnlWFe04c12XZz1LP3vQor8Oq5H9iJPDCnGIvy1kwsnPS
nJ2GFjxq/TS8dX2a2u8lZABYJK3XUmY2Yt6BdzcFBwquomBt1mNvQ74KmPWm1k4MoCC6vK5Gl7Zx
JFftzmky81tRed07/ilxOxlj861smVAyD1pKq6poRzNNc4RXU75UBpsLmDO2gIyrT7pYd16AazfP
Jno46ZDDeCnm+i7CIgxAJwipDg+CaOPWsxOvnBEAnxOPUEinjIbLOoqf6URqTv2YEd5udEVBzSAn
NqItMhbuI+4PaWh8a53AO5D29O6r1nbv6tgtz6Lt7FudnQh3t2IwjqoBkenD9/WeqPawb2ucxMu1
O1mYN3aj2pVTN1gEc8rKj06eQ4nQCRAgiMQ2+CfTgQikJcmhMcJ8VUeyXCygqbS2Iyvnp9GO2u86
6CF6iAId8xshjPtCmuY1Gr+2rdNJnHCDcV8wrmKdrG0jU2YIVj75ASo+J92odOg0dhaK+5Tj8pmY
d3VMjDK8D1rFPGJRkoGU1aO22QzjlzwW3nND0RCv6hi8BpmDkf14kUU7PJ7gD5rG+EhlZmGZ6438
EUSgjcwYaiY1cEDzMCerb0ZYXPMc0bEGBf+7lhABxCY/9+VOtOzH0JlqaBRufNEzHZG04HxhaA+r
7i6BvMhmoAmtFxOiklplDhDwq7ZynSdjrJhmQtmwKzKhQnR4jTHPWhhWeLzIjhN8gdWzKWj4/Irm
Okws1XTMQ96yTygthmTr2nRSjisqr3eVbgYSKH2XbbuRoAUyHF44DPc3ynBJlsxmeaDzI1J3gwrh
/7umfoXyOUk53suevETNt/BoOrO5jSXcEJLpJeOzZsTfoKsz4ozQaY6Ax8KbMHSt+8EsuCBYc7MS
Rdw8jHrExRcJutmGnT2e6euzuLZWd3NqTRfDrmGetKZ7snFbUxhjtbfQ73TGDlX4w/hgpigEAolh
ARGLlYXZbx1GOGQdhSTJz0IfTyl5PoowVL/NzCRY12bO0z2AjOvtAEW1vXRDdAZfuJ/sZMfXKtvQ
jftcT/a90pmEy502eqcxDz8LK9s1kHw1RhvZsC72pn1H9xV9bIwdECT0YO6uBhfOTcnqcF1ZtHxz
ymDMlQjORqn6s1UOwdFSk83lJzU/AVZpT2ygo3yrl4PzmNJ7M5iG34uboG7jZ6eBn06K/H3ElnfO
p9H8PjA4ANyzdIitlUifs3KavmWWmb2QwrOOwaRt3DFSvioCFrgoMlLte4LA3qHF8ZMwEwJf2fF8
5sDBMT89ZxLaG453ovDpbBLzd2r4+FKLfZla2VeqhIwXB/7XxWx0MyRQ0GjEhmsJTUQbD1GUdhgo
iV8RUPL660mE8+1A4QCyu94678BY0iPWfWoJZ2PX2YO+Z3HrfFZGJq8iJiRaGkXav6nWQp4Y2vra
LLJ879a2votnTXLnkvOu0KCymMXtOKIPdcEJwxkc6jYSOOfH6HlSubEbIuJ3ZMOKdV5eh7wCSW4R
PSKrEq6CMPYOekAbDIdprbPf5kXOHtxbvpJjTKvCXJ/7IW/QnuEZw6M5IWuxCzdDx7cANa77EI13
Ju33CF7LHwtzXwkt+mylzZ6wJEoyxqkfdF27LwPH2qSzbW1GTS4oSUCDtkdKqeEy2zb9vllwjQa7
zBRBVGKbXGVl8NURVrLDb5iAF8spQ6xax3fKab6RTfkyxupb0o+bJG+4q9QYeq2iOHZI8eR8R0oV
jPDYt/mjlmm+GdTmG4ENhKUo0bYOuUwCwTviBMGhchOEmMH5ajg8+KoP5HUHU+gUa7naommxsG4Z
6Vw4rAi86tqp7HuI2kAM2J2zLpbBu3CBxnkN9oeWRuRSe6mBx+/LES5fzmPsVeDUNbZDbWdK3+0/
Kc7hcuGJfVWQspva/jYInXplFXwufZZLv3P7p5E+U77H9gXRJnlk/MQabvc9PFRth5uT4DQthfzf
THCokg17oW1I9+AWCmbpW2QK96XZ24cleU8kpOOrXKj+ZaKrkNFaIVbgfr/J7GcAfLumU8cQadef
lssN5J5bI/XabR8mp24y4Y3NozmvXCA3K121cj3mlAemGTDdxhLXpnKQiWmuM1K+SyWcwMwuNg5C
nTt8kOeAuejoW67XpDwErTUTuiGhPOMuo8Gz1WXuixDjj2bUPtuY18kFFFinFRNT1z5ZKdJ5DWwb
Wwm7NJpQbjTwmKuMOWzdaoQj9QC/0WCMh2Zs99hpO/pXYnU7DDwxaYa1wONFgpk/2UIbyK5ylVb3
XqCfPa8xDp2WPxDDuBLh+DmO8lhX9cmd5RV7/Efvh9Q3tPdM8PoqL/E0VNgsP8m20f8UqQsrce01
iVN5jVmUUsFRdXvO3c6n7S07uXmRMHzwlxm6cr6lI+K9/eHM55sWsV3cLPYsIBvgqLsmvMC6+2oh
4utJmaPfA/GuugORHcwU6S0rwn3uyn0UJdmaRTxvp4Hxy8z3aaN8OjauC7v1qzF5Bo0lb6e6W5tq
Km6TprbfSvJz8G9JvrJp4rEdUz07eW3IWEHuhWp3Bdkro5F1mK2VcspiS94cwY0tyw7va3s1SPMo
EPHWvT5cmqDpHvGdRNeB1mxt0cZ3UPmQ3FrCDF01ku7tJ6w4nvtW16wVyXNN4ozRHVWn6YODXloI
Yku1rf46zTUZFCNcubEnEAKH3WCGBmVA5kPHUbIZw1EduyJv38fFK+a0KZz6rrgzgXzroHsxxd5p
jfEuzHCXcSS6iID8RGEaU3zk3acFW5sQ3j4mHECJ2ilMrYMomM+98rWayJwU/WnQ8pZBnApWq6Lr
toHb61VVhrTOwe5lY4pGrn+YPVks/Btr6FGfRPHvKkqiiEZeZ5HaTEk8rpD4nR23pWnvRDp1FyJ7
nBAf+0iYX7vcO3YIeUVKk1WX/5AF+SKMkWgeR2x4T9S8+mnN1sWNmmqthklsjWi2T1LVL0kYnYgG
sCxgww2eux27raQ60Oe9HK91fXiWjXxq8vKe62z2lb8O6Ed7gBrtHuhnXqUWivEYVpsuCa9M+zhQ
55EgIN0MnR6Tebavk/iTOkzgwkmDLkPv61aS0Rq5EL7EvRjflRrt6x5jz2ccDp0DOtgcN+PYLUp6
XHvBWuMrSDuqtmTVsC56t1TxQoxK3dF7DLmCaCc25Nq1ObnFSxna9pu+aG4Zf0qHf2n5PpFvJgfC
3KYa0iWi3lS5luUw7qaWEYam8I5tirGzxYDqHDT9NagPd0OHg342AG3MGyVZSFmkAz9kxIiBHpN/
YxgN2SMm1HfJjJIbNzPC8BSaLC8Rg7/pE95E5qC4LQGaMpito9ZJXswONuY5sMwJcbNJsBbx7xvr
rGynn+bjf8kNcl19K+5b9e1be36r/jvQpJx/6oj1m6Z7a//j/xbxLyaP5Rf95ooVXzCoewAy4LG4
YqlM/M3kYepfMH7AFoA3Iz0dA8hfPR6asL9IwxUe5CBbCvEDQvWbyUMT8gtxDVzO+M0c/KwYQP4C
07r56XeFw/UP3efYOX4xeRCQWJwiEHH5wxgCog9/9N+nGIgWmKIacXiFOq0MVfVgjRoL3wKtctop
m3ega7vS90KWUF2XFNdVU8SnIamZO8kMvI54GD60SC3gIeBK7KPTWhxYh1/3neasppIVWFq07LmS
6Ml1YvJ08bvLcbO1E+tYtHQOgcj0815tktZ+4PeydxjWDmJS284Jug29UadEdM9Ybm4Q8Zz15EbR
xhoF5tk+fzC7QF+bo7Iec82p/YhOMSAALVFMP9CmvtuZmdtGD0kugk8Vc7tG8yLhcD8SIuIrYDho
sRYv93teeBGvMppFdM1G8MwHvb6EBfQ+Rq/2RrOxuKyovMvFDjUDMYybfR0+CkxtjL9aw94hrglr
+O0QGf2nVddds2IMQhldkGusorXFetKDSgADw00+ajYA34xzGRn1FVdsCj66zEn7p44vo+fjQ3R2
0L5o6K4qugh9Af13KVHrwtuIweAcNSk7MQfa3EpVFAlsBCdOTlVwED7MhL26izkWsLypr6PlTXfD
5eoxPgpAo37JgXEeMmPH733b2fi/ZMn2Ppx0E+idBqhuKMMrHh1/SGkinvD5QQBW3kHTMW4Stw32
NVv1gfawAqRs2EV7K8bEE8nFFltLsI0kWCsQRLWenFqVPmCFXfI46t7Tlq65fp5pBkmZZ7T4aba9
6IyVMdmp2PO0dZI7gsY8bjgYeqdIGU8uGISchX4usKK0OSECyky8dqKTwzJZav8wa/3XnVR8v/4G
xzvHHwAIyu/tf4PzjNMEABLcOFxnMOl+gur+sY/t39+nb78cbX/31//mZ/ub4V9+wWKPdY2ACYEA
W/+b49/Qv/CCcjgLLeIZOPuxw/12soHXw5uP2c3htCQsIP+1g+1Xvz/KD4wgA9obsW74a9jifj3X
kC+CQava16kYKy5wfbYgOBsV6oz29CRRxW2V1IIfoiagV9yc1NGsqTPC2ZFXyr1rUjukxNtUPS0A
r/z4FXn6IU5xwapM8i7dsD+35Md/8YO3PMJ/ffL+/wAukkz78Zf8+c75U2jk34v2P/6PauNfgyM/
ftHP54Z83l/eidqP//6b01Fz9C/Q5Sz2CzyqHpkefp+/vAVdbJCEplhnLdm4H+bJP7z1/ulbUDf1
5Xn4+b48fP7vf3MMWxqehZnO5JbNMPXH92A16amoEpctcNShjiqRH9PU8GLXyI+hqQJhjG5jraoh
z/O+/V7JJm71m4C4lXbraDW3hxp7iyIVipECvZ6uIeh7DazkKKzYEWauB3T6KClLwTitx5j8qagK
gwhzVjOVrcluup+t8b6xbCvR/Fmru7E/FqZT5NEldHnkBkZDhZtFWR35DDVorXVdtqMxnqsgoUV+
9vTI2HNVm9Sn3rR0dEy55U0fRHpJC4RhO+Us5GdVoRiGSuwqGBx5eeQyECYUWgYN0NpVULmujhBm
AaZGYwroEmOzmCzmyzEyW7o7p9xIt51nz1e0ytbppWohRx+bOKvQyzXiIOVHM1Le+DSXY3C3QLY2
MDs6GW3Ix4joHDSlNzxB5Zh8A37cxooGAK99OHm8vqVWVbdeb1df+R2KNxAB1WVkUULjcoJGtsaM
7pR7O6COqDFm/HSYT0W0C1Tbf2aeWbenif56LIeBzWZtoWAkV9asxbvUdNz+uQUOc+AiCliicay3
tFVcpuPJicSKGd1Zazl1TrsxpKmeXZrx2Pc9LoZYWjpGGZUO4bTnw2rX6diacJX0jJqitGdoZiKw
2JNHqnwCtz39P47OqzlSJQ2iv4gIKPxrQ1u1vBlpXgjNjC6eKnxRv35P7z7ciL1mZBrK5Jd5Mp3m
zarTzNx8A/GsCWiY0IwH3OakNGounRmqrr0HDJLRAOWPKCnacnEivA4Fz8/HCMqt+m+kXqHAHmBZ
dGNhzAsfrQYjB2uPFfbJQNBPnAMqIio+aTeP7waiJvUfe/baYzQ5IgWx357I/uR3i/D6JAfb8rrM
KJ1wmBAedvDNw7QPautxXv0yHUVEQS3C7i7abjnneK1h9q7DymC+oPIPb+9BSwyYCdqVvTOepAiV
09LN+1AL0BScwxDlMis7YChyz7QKDL8EcQS8JMHGCCBj0Xxvo3F9YgvgBoZjo6T2QeNNstQAXQAr
gJrA3siV0gwfsrwRch25pLl8nHsCp+BS9jhCs2LfFeOGkJbjgZxc3SaN407OFVGTKlwAhuX90sLa
Scg7BDYdB/wRdyVzNiS1gtIjvcuKMWYqU1ucD9W+LWe+y6Fc5EcgySJ9t2jjB7ugGo9CbL/gQls4
mOnFmokf3mAcmB0WgpaPzqLzSXrjCWPR4vFMjABoAO0PH23YBgX5mFqn/ZC5+zFE4x6byah9r7zl
ZyVf9is2ZUt/zGR9LvNcZ4nIDDvNAqb4HgNc8xorzyQZNFyHqjmqeqSxRx7OWQwcgWIzPtYF6Nk7
BoBMk8WcgQ3IoaJz5esRJtOVEt54H8/rTDENpAaTGDq7MHmVo7ufZ7yYZl0pdrgFUghSuFSQwynJ
7WfbnqF7TX4T5n/xog+/kM4bdRfJPtKnHPYIYXxuuZQZMS4osH/ARFpFJx1IW5bIrprW1/slitBL
Vi1/9Usu36dNrL+2eotpRlp8QMjtlKPciBo8VM4xuGIc7nGE7SRdMA6+xwuIeO9IQDynWYjagmM+
j0FO/XUuYYAo+IlzZUVXiRR0L7womGi2jYf7kfTur2iV/A8HFxmRGwq7TkO3dQ0PxAY+3MuZbAAd
0MgvS3g/FpBaU6+NOnlchNvPu3kDjLPMGFR30TxECVZMqmDsum1SRijiwLwcp+9A/wR5ja231N6R
rB0JrZUKCpKZPCqvQ7O3Wk0ckAolTMg+22Ial0sV3q/94n9kEcs3UxCzjGmFTgi0rRfjPaXezLk0
xDL/iyKd6slQWD6nWR2QP/OldnChNNOSXcHlt6+SFvFrNWT6VYYxXsDR0i7uJ995ASfgPXZWnn10
Wdtb/5l2oiIKWHcw7YD75kHHekuEuxBbk6VM2zKRtIbGl4adrETwAEUuTfYxti4+am+L7f6pD1hi
sG8MozysKybuZ1LlVXAS3bocx7L0fxsZFirha6w2PQ8t5aQBFtpTV2g6Mrucj8/tHEaS/mJ5XVID
I6J0HaqOBjzlh+VLMGnrzriqq78y1qcL0BLKhOJMhjpRtEY+B77a2gQW4ZQuiELPEnpsRI7Z954Z
SrOSQ4vNv0K/W9+xp4sb1KhvzA/zOv+zYF3qd6PQ1CCIpsG3zMuU13HUIn6QSCIZVQhsedNNgKuI
Hzwq0kBcJXVV3Ofg8TEHBAspukWEk0IBB2R6ivtG2ic8G9imonIo4P1O4yT/0P97+xJTy+4r6io/
iXpQzmlcbCJ8Eh8nNdX8M4Xc3vl4AXrhVGzvo++NDT6OXJctRCwoYYBAmEfshiEkzbwTE3aIboxE
l/CtDVmLjGhLcwlDn4xDKaOO/I/VqYMOfNJB0cwaz0l3InuxdXa7svK53KCdYnIPnJPMgaxbvCcb
eyOleD0D9RBV1sH8ShNlNI4aH7awgvyczzbGyklwt/6zSoynfdq1bNAJ2D+c7+zxzpNubYvU4ZiH
6yNnpo3lr8KJZyZ+W3kDvx44jet/L63yoiPpPBL2xmljiv6A7TunG3yzS5YYrPyuZiPsEC211bzH
VB3pfc/tc0ymNYMsWAkVH3w+sgdrbdHmE1rjAn6oDqfdkJV1R968InTH8XGkLIwu2LPVY9hKaGvB
ZtNLPiY6k2AGZcy0MRYJYmWXnkn3dFa+cYiu+Nr72zlUQJ3yMB6UTCpmF9je27W552pcP3Uxy97O
FZ3Sp86mn2Yno0Y8i0IpP/EZDJrE6TxgdrznpK88dtr3rN7sN7r1+NbgAMbv9mB4esOm6V4KjLa/
V7CZX5Vbxuo+WxYffDxLVcLYkxywaivCwhOYl3IvhFieKAUh9OfUqxsmUViH5S+Iv/kfBtb0B2fT
TBQNO3PuXWdIXR1Sv+VMmEUGDMEdLkjCOMyr//EnxbdYYtm90AwCjUyHOacSEXnep1wH2wbdZU+M
nBQxtmaPNmU0gTx3O0+W7WOZo5O6Tgq4rfQRxStWEIsaNSYr7HK/FYQwkdCwrq0DyoJuXxaXruxd
QNhyfTU0Kf6jcmj73JzuRpBdNBSx2iE2uwvJ+RCaVHHwvFj96h/HwlH6faumTO1H38Q8vspU8SFj
RNccqnWIr3zEEw5Jqw5OAy/Vs7GU+KYBQqF7LlyHKaaB+AuXssaignupblJ/7Yj4AtjvSx78kCW8
9Lwl2EdFhEg1x1WoLkNAwHlf09gl7wbcLVZ/dA1x7GE3x2smj3Co1jENq2B926jR+zeGIy6dUDdW
Oo7wlbCaFZFJIk8ojuDrFL1Cl7CcS6e9ukxrYNpMsroKQzpkX9t92OBHYfceCxg48RgN97LByMpZ
d8nG+8nx5PcMPpYzCD9+kWzgA/8sAGqmJ7+jlOky+QpbcTPh1OfpQU/z21B99xPGmTyFrt7trYDF
/EWDyuyfGxMYFkmja4shp4h6euWy2vXfe7MStxb+QJqAOE+ULDjF2qMb09GHkoMYTtl2RPkCTAnn
QtrL7RLVd2R5ZrnE7xPGYExoTieuPkcuF4tWjv0qMJas9s66oH9ZVR9gOJvWPNrdePP1Ic99j/Yz
yqFO29LE+tKUzEky11chLa1Eh+Dr6cW8THrU1a6zTHTuOwdWCYd6JudwTEqbuRkrPh/H4l8zQvk+
j4VYa6JppfqPll/rxhYM/Dd521FJT6r8oZpnt/wKLANviUwP2iIGnUI81Qp06iEnxVRQny2iPy3a
IdFMP8suYdNW1MQP9Mzg1tQBBUNWVfzGRLpad2y7Lq2G+RCOTxEksp+BKyKVQKKa73vNPeEc9lNI
lbGx8m8tVXFnliF4bivLKg8dqLllF1Gxfc+1k9EGf/q0k3IUvBYbHbYlNqky9jDeAgq626pWuek8
SuufEsXsXqI5t+s/XjN0yz87z9oZG8Tg0lUry5UTJ87aP1u1bseiX4A/gWu+BHBBOajl+Z+w9omO
TiMJeEqVAIJWtlV8WKEJCCAp2eJlLsMPfmYbiohiPdiVCl4ca9O4MNNt6xB3Zyan98WeREYV5hSH
e1YlBpU5eCH33oktfzuEpW76j9UNxvKtnt2lSEHvOvWLtrd2uLR2UMpUSSqtYGuZqG7OOl9t+37V
PA97pUegIm3Wc74L2Mw+KfQb8yOsnu3No4XE3kOFWXEcDVG1PAgqxX/PONw55jKfmgCcz2bLqWEU
vk5Bx1T6Z7Un5b/roBbjsb25rys8vsdy6/OXmcb2DwfaEJm+YD63dmnUh9dbDGECMX0xLbGi52ro
DDObyF95poOIqrGqxkaaOVGPhWCS5XCU4NAj/Ogu9tUuUjQMC699BC9cn6iPjo4luMQ99ajhESR5
du9oUkZ2Vjsflg3X7Ca5+moXEhpi0ZmRn6uFI1zq45SfdwHXt6fABE5HxNlQmRjBwTDHHrMfbmJ4
Zuiw9WjnN1E5RjiO5i+OoVQ8zjd3u91vG346TkG7rsPARSJsFjerqyxpf42GAI7PPNETzybIG93F
vmx+FTwL3b3yHa4U+hY2OsWAozhuBH711mbtuB0a5QkuwiuNhah11THrRn1uraj+Kznzp7TRtq/a
7jL7odKUCIVYrx/16lAQ70wdFwjdhlzIb5J0ENqQdSOn4eYiunx8hBrnYPGMyu7iS08/UDul5y/p
bvnFr6Iet9EWFndRNC53czNSZOs2YbjHxt4+NLm3HHWcqyppqoWmVbLwFYUTYW1eOlBvy0LgBcdh
EOvptdaVihl/k17bLdSsCeJTxfjP+MXwnrnhElzGQdIRr/A80m5YhjHNgyJ/nQuXpA5xOlQZ49nY
T6xhzo+z123fPlV+r9bqOR/kT/IkH4wFRknC5peRWLD3rcXK0bYXHMoElWEjVhPohxEDuVHcKrSq
KfA4rzU5p+DhlggQva5ohuyK9XHDt3uMF3R0EGqTdeALjtGZ6LpL8A7t4DrjcMyScvBov4h8AbuO
S4STlNVASzuhpAaO5Djau7HIrPrTryw+ODtCEk3rkrP/s9NzioVDGkTZT7dU+SdVCdw5NU/pBUy8
fKFSdV65kveqSzkHTjjgHEyuO1gbsSD2adsXqsltvLy6VX+dwPPCT5CMQZBWMwiZK/U76nZVFfc1
t1b9wo7m/+7dyj5HkAtLHF5l+9nFMtougzOUicA/+MzojVjYXA/1a2REj8N9g84KrBluS2LKdb7z
6brll73KwDtnYSc/oUkDBFVDmT3l5JHofiTeknb/tylkBTv+ycRL9K7Bc1IVt3pbQxFqOC2YJ0ML
A7ew6P8hfXOPWzc7OrJ3H7xyXf4az1PNUaIpYe+L82NYLvkvUh7kpWbBqDtxnVxfc0oZT9MgJTZ0
jdGsXcVAoXWux108l2p84EgcHm40AAdEYm52LKx5eyizNoNO4Xt6eAY9vPapmQerfIUjwJPjTNbq
k9OCZMne3Af+jLzdTXS/oSbMQe0WryVg7sThEXO/qQEa7sqljAACVn4YXpxui15dm7MPb0t1FH5e
nz34sM++FUVPtksylzzn3AYnywabMtGVc4n9CndbNgt50Jus33GWt6e2nRVt0TmX3gOgDpc0cEDK
gFxx43zgQF/FHVNEQOJ83pKRlrtOZzCKWGzL5iZHJKqKI77UEGdH9sr4FdIJdcIkmXAM1XNjnqFv
VL8tCo75jpAbaINsuPzHOOFhaE0xFic7sJaTVVPBuOvXyPriSNXhBQ3i7p9iM0spk4PQuIiB27pl
DZcCPI0FmRwVkpNDLLNL39mhSJATnfuiyhZ/TxG2wtHgUSY2vIdTo+bH2hDe/I9QgH6K2JW2h8ps
qGFBhzy3tm73YDKrWH5VGKi3RBUrmbXQtvo9jImyrlIDUGjYFwNr1ENYuVNDOBvZBJdt2727Ren1
kLr0jOeXRSrYOBKPW5So0grQfPE1/aiutX8X8UABpyKRpw+FNzpYr8DaiPjZMO8HLJoxHnmSCrZw
ChZ7OuQ1l1yy+5Rbb2UQPri0FLi7wV8oeA0I8nVJtI3dlbBcVCTOOmNjRqX8V6GykHwLuf8e1tmQ
V5GQZa8c8tUJXmm3HUpU6kde5e29zbL1ZcpylIChXAtImipcUpy5W3NjEHtH4oyFhxRXl4QerSXf
V9A7PnUY1Ne6nG+rYDDOOnEojS/3a1zU0UmpFf6rRofSJOV51dKSsNdnnwuauhcrmp5csU3vRQMQ
JSFl7NXnyN1UnBByKd/aYhmY2W44fNPBOJtOh6ENlmtZkAHH8WT/bsa69Mgo44YjV7Et6/vmRPPv
RUUQkEiEJqTwCcDhuuCwysToYtmaFEnQr/M7fFrWTPK+BGvdPiLhHHh1l8psjLcjy2knn7OauDAT
1iKsn70mRn6z8pjFW8d99F0VyC07Se48ZxVo1CMEd6gwgep+m77Lr1bQbmlVUDoQE9qC+lTE6EtL
sNJvb2/+qQQUlCcbWvittyKs/819Kw6IacWxIS9zjNzJunbzpE8LvT1nmnSxuMjY/g18Zrnyc6nH
whUWNlFsOJXsRHiEPQRIONgs/6eLJO7VZplwu26BOm5ulv+UuGfe6x4CxD3BBA1Nfd2yX1XbdM/0
0VanbJo6Ltcx8TFndLOaDLkFb9+OjQfiYVxDbIgWODi0LDHBatBF9NdtjPenr63x7CLPnnsgND11
TWV1cOut+ih7gBM4PNdlqg6QT+VvgRjPaxRK53nI/KK8IGlK71K6EaZMWktDkgZd6UQpBXjjaYoW
p0/jaKvBUxQxhuVJKLLvjbdQ55cRkqFz2yo8Nn9Jj9yOgWAR32WbG/zqmM97ifbMivQnKus6V24f
/iA04hjNdAQu2xJUyAL1mZGeB1azXQFuCTQFZ16YwuohJ3rl7ZBjaTbsQZajJ1iuYXTgBUB8qTXg
lZuD/Jm+4wnKQtAtK+R0Ul1cIyaB3B6J5klu8/yZYbF9K/siIO3skXdO/GEF3+s7m5ifPGiUKZ0E
2taJUV6LutbAi39aHIKIPgjA4cFTbevvhnEr7P9Y97JP48+BvARhRean6sUTCjsfgdtap4HC1T4V
lOrABM08cfFLVakv0rjRN3W6zX3WgIP367r/xEdWj4RGI06oxlqik+PCq0kJntjtYVlvsqUNTao7
sdBY140EPY7oJps20A9F/RiYqHludLF1F6uPWm9XBir6dnm9nX3j00XOaMqm2VBl9a05mTq/Xho2
8NHyyDCXHSQbM/XQ0Ou6jthbOk/CjNpWjCnYNiP9OpGFPmIg8C9b34zfhlhAwlvqzvhpA4uygsJy
Tz6MqyWNAqu8IyJ4C3c29LQXU5RKGmOXbcsPyygGJ6090qVRbHB3soZvB9jh1s/sbsgpcNJQtcoB
UYZr9tzvsPS1kq4xb/sTccghoTASH9YU2jw6S+P9zcUsTwZu9wvrik4Jp7TZIVus7OoLq2r2IcOb
4jhWPWEDgzOn2vsglRN6zVX1YtYbjHhxCWwe+sFGJjCNrhId2c37MGdjCs4coFQ12S+59OWvJjf0
O1RLrH6VEyBztF6LwnFbt/7zGEFXZwFx7P8GL9jukc5deXEXwbk7wJymWQ0bT576OK/bhIuOoWhg
Q3l7RhrRA+eIIn8KVVGPd80Wj/quGJeiOHOWmR5B6YnorYMQ3D/5joJulvO3gicvimKixZEbHbcS
XtoLEYL1bvJ8sexAnoX5MYI8lwDD5gigZx+Q0sDYZeZaNWT5cQKdlrMIZ4y7gtr3D/YyRxCtYg0e
rhGtg8/PCOgw0rFcD4usUzkpiifm5ASpIrgbSrs1CQrfSJMlQiZOPm9T0AZWzsh/M0PO9KEZllWe
PQUzJ+U+HNE1SeIyY8mri1+x15OyHaxlfoUMtjjAxq0g5ULJrav0LMnzvTEYCpYaWE1drE7aWzU9
HsRBljTAYbDnTjgRg/LR5EwatdJHk7ZImwOJnpsMtowOgLjvfCtey4WMNepuQowS/yhv/6uxI5vG
Xr4+ZuOlG0gaT1bOk1yLP7FbOgALiz785L+dX4raVWcdob0yW5q/jZjELzset7cIhr9OvawX0652
84nacOUa+MqEobpLFYAD/2jWeLWuUdgV/bPv5Uw9RTmLgEFdIN+sWgXPZC6W7lJXXtulxozhdVt6
mDucIaV67rD1hoThxYijm/zPzU+hwvkrGzOQ/l4+mvbHjNoQDwpDrv+eQ/Cf9AQuomdKjyPAFAVp
NXb9elr/DR0+84SaQI+cm56rINFM8Jhm+ow6KGmOs7/oVMhlHFjWbzXBZzvR+055lBfid/QpVX/Y
VooMiNvDGA/mYmaHd8fOIcWz+c1XMPbBt5g2LmcxqG9wXtnwR27MUGhmgU6udhOQ8OoM54/KFu7h
7mXGp1YmWPYYcnRiqFJdT+F9E5AMBDk9+yO36YVkQh1j7nQVqsgbG004oPIEIbC2yS05oqBqzO84
DzJqbBbZHv1t0cEDRAQK2KEM+1R9u7Del3shyAGeHRTG8RDV+MERaBzrHc8YT6nJl/k/rYQRF1KP
srjwoXp3DBvINPZUGc0UpE/GS+PGb503HSxSX1bZ97ddeZNfGZN5dNL/C+6379RgAhDzdNDrOq+v
HTnFPZ6N7VO1NRejDXBRcYGz4y5n3ZcrHny8COegt7aAaR06BaHitf6DuG7t51gJncZSCerLZ1nf
Q8PBUTwLtab1jN+eT4G7/IBoe2c1sfOyBQ384brgrcYduJxE03v72bb1+YaaJJOguSJkqg/HNx86
QbSfm6607gfLWZuzE8Dz9zUxKexu9h0TWfVrm+qQt1cvW7ylTt079846OC+1FwAZklwfOAdvmx+k
VqFHskDeik9Nd837RHubbSgiyfy0YTpUs9n4+aemffqOoziDM00909Zw3A2ad5yR5tueC8P7g2Ph
g32PgHfMhKItr9RJ2MY5cbixV3sXeGjRn3nTFuUBWn0fPFIHhrDDUF1uh0qSXn3lphqKnQo5+p2y
HE2n3QUxUbTf42hcfyOi3Kryms+6nfecI6oY63JWcIu7trOIiG56g1owsZPUGYL4WMkgzr5CqIVd
SgHCOHl/9CCJr3FgQYOZUDuXZ7tgnzD4+6CankExlkWIWjkpc6FIwsO8HeeeP9+BzpwiCY3T8UQH
EEIt62ftl7l4knIJCTGV2dZgAhi5glKNMlRBl0gDgvNBCG7W6RgQID9uEt/lri3JlB6NYxNB7JjT
gOocZ9q0E4wOXHmTTdhq3VtzPOJgoUYhZoyLME1Z9Kyw4FR6GF/xsfqQTHg1i+rNcamYyLhAj2j2
F1koq6Ylx/c97IOLwudIDsxQkwAMYuC81x9jRGmSsbS7rCd/szjhPXSVG8o/HU8Np/xNG7kvOSLA
32AqjZbE4+L5QFEyTgsMmBiWcUVAw+6fWpKL+gkgT9X2Sd83WZ6Sx2u9MNWe7cGtgR6YVxVhH2S2
k8XdlfYcEmhzDYa1cTgka8R5J4la2i9O5Nv53mdvqcs7ij/64pGVY+I8zWiXcSAAw8qBCQuwg/5K
fo2jT5ydLhbSBuvajOoQd9AH60sGyZGcXFlOS/gjvXAI352IiMyVi2zf7tcOSn5aVzeTeYmETSE5
WEa2RzuLnIn3D335Q1JdN+2j0W26PcN+FrfOxzpyVn3u1A8IaYAg42lY17Mpoik7gtWN4x9iv5AS
UhxMpMpPYO6km3qbv1HXDcrkZgeSpPdo1GF4tYaXQNctzQZY+dAEb8H+mINEoSNu6nprqso9QY4s
xjsMZBP8qoBLMUdn/CPlv6FiNnY7rHcjmFWYj63wwZTSlLDi7lO5Y15je3D9I1YaZvGclCbPPhao
MS6ncSwmwy6PexcYf2hwuySSkBzW+sibQDhZfVHBtcO+FZ6ZXkzyFMa53o5TIG13P9R0rSf9kNfI
UXIiin20hzIYsiNrw2qPp8HmJUpHq2cc3NSbtf4wgiEgeXCjGYgjP58/nAuDl4RgT6nt/6oIM/Ob
x1uh/vTwsmLrP7/sqZm7pcBoPfM5LJs4AWRbyorEu7JzdiLbZwe1yNVag/Uz6B6OS0T6sj42+EuG
g0XF94okjBTMUA5db6fyrcE23Ph8x4UYCn1Zoi0A8zRuYFi1ISf1FLtxxzZaqNryVTKqtZKvfVjJ
+D9rDMrtVAzKltembDmh+hlZKibGZSG+q6C1GXYFqFkO0ZTREoxSfahwsOZpRGUd7IhGIS6PNdk5
IeZdTxxlvl+k173ZgstyMkgnbv5U2p7kYZu2yK/HHbp7g5ZEuoSksjwbjRPhbXanlhhUTUdL9VAj
1ovD0jMo2M9hW9pHS0oV7/GGzfmnbDgEnb3C0tbv24wgOI9s2OEXy6OaiHTB+f3IrHAj/9SrkMRg
S0IZflqjcnMXwwCEwSLIPSla6ljr2C3mSi+3y0QkgBTnpZL7TESFOcRjbntpMzRQh5raFPo7Csac
egrEUP+KEMXheRfDm0PO8wKrOXZcHix9dBw1Gp/0+ViZhhUrZJDMVDCOmaLa+H0a+ACzrQLE/LZt
BswEdjR1h9A4eQMNlmNvfEHLkdPZcD42n8rjXnvprWy2bLxUQx+natkUHC28XWQgaSOK/uOvNKgB
bV7l9BCFTKHaM9IIlzMtnWoFpkLCCDLAmkXVea0ACR/IaursgDmxbl5saecJDDtuCayJFjgVrlR6
4VbhNitdMF3Gr+ahY3wV/woAQ2yAmijeGy9rmLvtZcS6kB2Fw1r9pAP+zym0bVJa0IpGAkQ7r5cR
Z6y4wEHwNPVsmInxhnxA1NnEkJ2DNZftoVmdpn1VHV19L6wfmCqOzNlN+1LRBNek21JOLOdj07bb
NafGz+bsvZQtzNo27OYPr5ks+bO0hZ3/BIpupRdWZMkkSnljlg6sNeI60GXiHRAq6+mDK1iUn0yO
wvQd0kIW+odaoE098pCv/TuBQHqv8m31Bv0Ct2byro2zUnLPEZP52RaY0ql3gRNu7Sc1J0xRN1lt
uaEgkYj8wZtE7cCo02qBSjDRucQkIABD7T2G+SJGLCaVzzf5WG0UBtGlo51ed+c2XGYNu3ayiUsj
B/bL96JobCCgnPlzxvM0O3SdAaLaiuoOGaRYehxcgU/xiYn4nHYGp0lZ/K2j0iwLoQ6pm79kCrgU
IkOVcgqSZuHc717p7vE1pxdUK5IQ/TwkAqgNdZQzfWH7eslnZlHCqR1r31StN714RWPA06y38fyr
qKlNOxUzOyleHN1A+tx1YLSqr2Ax4M3B3ay4NXf4NABUgcthzqMTfr29e59TGAxbw+3bpscrg3Hj
SeLrc7B9YN2qT9hPSIa17OH5ZybEtsK3m9otZ6S/jLfA6LKEkT6M3swXJesnnivIQsCKSgE4iqkG
EeG+b999zwGENED6/FesxfC1lKP33FpFQFK/sKbr3CuCv74XjF1CR1YVP1huASCTmjoWdlwRk2mP
GXkaoDRR63LVblEAp31gD7a85W2X4iUT7uAcCHHW7c+0IPs94uUS6xdxQRGz//S5B+0EEtYAk9Nk
QXvEMkltaGIg/JZcaaFHXh3yMA+6leVhyHrI9BWBNAYcNYY528lIvIxWST2l5XjDUzdm8SmLembo
tEQVJwNI8EHjC6On0KGODvlQptNak6FuqtW8eFXuPRYjYytGMX31NdQVOZXFDS6+G5Qeeubgnh3f
gv8WePznmYXCA0sip3EoDtOSvOA3x01qC2Gt3Dl8GqDmlb8lmp3oMEuGfkHne5fB9inXNJVhrjOW
7lMHduGRKluLNKyZ7XhnkUxhsEiQntwkLGTg3/fxltsMjtGgzzJa2ldba5EEdMu9CFEQvjExKFuk
WpCwjCUw+LFCfHTcjPdhZebPEBsxBYpldwxbBRf2/xmXbB0vFgzfCTvboF65NHWIZ5ZTMJSlaeba
Oj2dVEqoMEFwbD6rqmOsHHb6PzvMg+2R0Q7ZUzM03qmos+LfSFRoSnye8dtqWYi/jWeGLYEGTAAr
2KbhwL9/y7cUIW+FXz5Es1v9bvMZZwuBQf8dwyy+DFoPOR0ss3segi5K2qzIriJwkRgtcEEc+MqW
T3jwnIT1VWG2lDMWmmzKB0yTw5gWClIWmBVxqv7vzUVWjxH+NXwaNgWb8BDXThBQWfhUwB0PqcRa
hzcbiAkCiRmKe7fWK82fJQ9iPpCzrmt0mbODm4TQPHxChqKhUTshLYCF0TCYNLa27SGYaB9m9tYe
YaIX4OgnrDhsKoJHo9fuDrRhBTUckeLUrX1wrLeIXlMR3kBJI3oiU2Gk7oqEI5Afty65qWvs8CBB
qcrUiCZHeKreF1JWfXCB3x5dYHQHpmSIhTOZOgAcVXmmTMx93Ah+Xra44LReLRRpEXEvzHQVhteU
y1372lgM7VEMIuOnYe/T9reV3HZ7WIwUCw5gSRnuIlQWLR6voJ4BQZqa4WwxGI2RIAJwecgEulEC
a33cMyn0uwcUSSB/wmNKUYPKSi2haC3kMt+kuAndcwnS4rTY9UCFK+LsOWPtOc/ToE7ww6dz0aNK
Nl1LZJ+/+Yl5tnstZy6n9OO66TKhCnNniIoTuKn1sV/r8ppFRXxPk+SK7Yss84OzrGjQdhCEL0Ub
Yylzfcs7yUValyzUHmzzgrqtW0uD8s6bkJV9cDE4vMvMat7sepLvJFXji9CD2NMrxmDU2Ux+4tTK
VCNbCr+4TtTKhM3KIZNAnZdPjrkqpJMrDLxRMr5xnOtaFuq+xM7yGVHKIfZDW7v7riX6n9wCDtHJ
m+Khht3p1xfiA7yFDv25jwMwqyuZH5UUHo/7DohmcR2ws5SQqSC66yWa54uH4yXh4EddXzTo6aFm
ovfZkRLf69CXJy7G3WHYjGSASv4WiMTUffE813dlBpIpqTht7Mmc1feqySiHZ3wQPExsTng7mXOy
SzCTOtFRxOsWdFP2hhRtrvQUM8sGVHdhqn3jC0ec6FyJOpgDNQPa2SxPsYr+x9F5bLetbEH0i7BW
A+hGA1NmUqKyLEsTLF3ZRg6NRv76t/mmN9gihdDnVNWudVfmvtpa1rQHRZvmA6l/cx+VK6HslQDi
NnM5OD9ZUBgdEQKTvzY6nJ6gLDGFxMpLDi7PnL8LXtZ2763MVgar3DfnL3AkNYnvXZMnzgtF1f0p
DDXD7aYCI7JdzZx95LxnP7NyoXttKJyWc5NAbSPMNTFUl8Gc7capH5HyA/XTdnEMDqCT7Eo4uLBp
sWQ8Tz6qBxTT1oIxYBVCwaxG23picJqYB1T1bvEK3/mtH70Noders2WXdRz0OjWPKzYXCjsiOb8n
cS0eEmIuCBRt9OyyQzqLuZsIj7Yk39nch+5hiYU8Juyb/2LAVOppnm3/ygbSOockg/OwGzi7Ttyj
CevLdckl8HtbjrvOVPVfBWPqnAbKufD+z7u3Lq/8aDdmwjTn3GLU3be6DWEgk+ClRXEGAzhnacrf
OirPu8l5wUPpSUsptufa/0YZue83R0RIMGYFdBmn1HcnBW1cwtCreKQARay/q77VOTvJmf//xBdf
+jv2Z3L4k8wpML6UQgBE/jHG7SNmj2QIHWzZuV/wSu8dGZV2Qu8ARsalH1kCt32c0ywR4EQsnqEN
d/+f8N040MABFsbIWCSRf8frbgITCx8co0G8DIDJPAe/isXcXWY7IVsPG3K1ZgnNi02E/Z0T49yz
M/MXld2H/HBYEdAJKbHgO28/MJJXnFYKyCF3nMAiOomHwH9Sczw0z05USnFwAIOH54YVl2SA5Fl4
4S04b2c14ACJNTGCnQEzxunJmWb8y0PCZtuBCVf+Sh2XmukkxD5/6HnorJuiH0C0aeY/vIjQKj5l
phkUKeRUByfP2v7PyFC4LaPa9BeeXc634Khhdosa+PR0T2dbi/GTm8vwENkUZiyoaE+TRR9kLnV6
iiEvXVj2Z89JdQuMrLno5WfbG2M+wjTD0bBOpEy3aed4LEedEEGW9xRHYOrFdXY34M/MN3Eub87D
ma53cwcgwOq3VPI1HGFyReZfNY6Fg3WA75+zquGxf4p6a/QXu9qJrhaF6bXSdDjwKmkBJ9qlxHAb
Tai0uz6pFfR1mAs/ZGranrf1ErgvbceS8B7xZajZMsxWu7sKElwDxzol1LQXQ0/SbatoPVFntpDd
G0OplxL6KOqLG8F5wpsuXPuUzlDKXFrapwZLleH9/6vPK+3v2oWkwo9yO9aVha74hawo6AsbtETC
lOq8LDpxBnFaTlCWJ9ROTA1Z5432YhiSjmYfWZOviMm7UfAyk0V+RB11Dorg708H3RK7uhDVd7KO
zKxrxg5lkxZUdZCjql/0WM9QYagc305FbaNT6mbNYRhEMd87LF+JZ6ZQkfaEzez0Eyk1l8Dd4uoO
+kaun2PsN38xIE/5OegrA6qh5AV9i8cRvmiS5Key0vLh1oI13iyCk1RB/jcnsH1BXAuCUx+J5R73
719hdciDKteZX3+CNyFDx/pLVfQA4FNttzQzwQDfalQvHnzGScUDFqsm3aZ8gcmPWaWyR6qSLABO
0u6SwBuRO3vylzQOyq1pFAXxW0a6SJwGySi7Dcg20HRfyZie8MQbZ+ZgIlRYs4owKrOnekJvPlbR
2le/iU0vqHCmi9biMMKkXL4yISiMKTi2A/qsvJG0lmeoywYd2P9ddWTsxqtqOZP6mzDksDuHXalu
XPBopLd0F1AOZJn2uq7+aYWbznf4ojX5jijplfNO1iPyKg4z0xj9aREf12tb9Nh9uinDw7JgASuu
KWU/QJ3HpMhZWa69bY5CsoXZC/41PVj0nETo0Djv51PWVVFEwbVV9X9m7VnmXaYZTybNEIFX2Yty
qltjic1FoyHnwvmSFfDKZBmW5S7QTscWhWPXsHo7E7P5xpwylaD5U0taq9kiEEpDgc7SS0mAhz14
PWzhEBIzyTKgXkG2Lh+Bta199elPyfcBEWUuY04vQUZRjDN25bkoevmz8k2V/FVCJPNemdDpPusO
28FGrUj0HZZ/H1NTp8MF41Kq/bY72An63j4dnWrilqjkUj+6jZz4awcP7t+1H9rZeRZNmgfynWVV
HuxF2KXRMZMs15mQZN/hjl4UXVmwoQmU3Se4lPt4V5Igrf71Rep6P26UomPua4PhV4yU8fj42Z+p
Xkj8C4Ovq7aeZrHz7NkWP2rj+WK6A0Jeua/0zLrzXuJ8HWjLLeRZFVigNqK57acMTMaD27EgxR0/
A1RZyrY5O2Su7ngm0WA1ok3Rb5vhImyT8adAVdwVeJH8HcxfS6Zpyi+axgxx6KJaHnyjIXpia4fq
1fY8g/YW8Fp3UOkwudFhltLyEiWVBrR3CRZIx22bUjLp8fMV5CKc4M+aN8RxVtXlX9rp++M4rdB8
Pb/SilURiwwu0gVtvezS4JZUdSB0JUs4QgufhkNb9t3MtodfwF7Job92JbFHHgoNlCAdxRevVc3r
gjU2Zprs5oeA7Ojv3iIN7BoP9uA4JCR5EWrpDfGBtjdAOgMX+xMO2OGM32KFKucTKsGLW6YExXhN
siJmQwCNs4oa2oRFB2no1iN8psU4fywiirj8HobDE9v9oIFyQ3vCbhJT9qwAIMD6IVd+9QyeFIZo
ZFMfSXTcsvyz4rEeEFJv0ieO9YIp+IUy8ZCwa9mBTMKTB46/DGGERgTzxNkHCgNTg2CMOdQB+jzl
BSl0d+1lHxS10/MVDaHLDAOFZ19iNncegrW0R8ogebTJLKYPMppxwGOBieBa0FE3b2xok/ZQSzcd
rmCmmeKIutkVu0KBFEWQiNJ2Fqtt9DmnTvumU0qttgPpHJ6DJrbrufLV6AKJjqbvpSFrQAYHl05b
jum7Fy2i2YreASKH4aTq7kYcXARB12hnCsovdm05yzPLXj890N50o2mkyG05MvivYMpESLh4WP6m
isTundHR+FKlk7JnrdbxzZ1ocQ6EM+RH1dJSfhAR8+SB/lB5slnuzYzPbiUfLZuUp7rIzMXIyagH
o/uOknGSgirlVN1X3QywuozOE/TGswpK9aMjTVe1TVmPS1m0T0zH/Lq2WTxU0DBJdvzoIclPFWnM
E7cKFXtuOnEAsyzdLhlMSXN2iYUQ1Cy6Nbq28D6nk3FwxByED3wS05mDTurgbMUuE08I61WUqqM2
AP5ExjmVl+Zo/lJtwmjLDB+w+VunFXJ6BviIvTx3c9s7n7RGlcMr1XRy3MWjZeEBFOlKfiNFNuY9
7TE0gA9te02FDHgTpN4+aTk1jYWX7z2FhYBtQTScmwF+yS7iOPDaRTlbHd/E7L8qDXKoaivDyd0T
0WMz2ZjjNUHLzZj5AWDTnBgf2Pl6X9aJWCBVOsNTDPLzsBZArJaReo2JBuezP/TLc0X4ceuAayDk
MXb9w1IW5Fq47QwTZ6mnnTvm3Q44JF0Sla/NYYHQ/Wi45rY+C85d6ImsuHSlF+9cfL0OPn8H7yYo
QGQspHIoVTyYgEz1mvrE0MHelGVjcJPfk4ENsF/iKmLR04hzF/Zg6wPHRNgKhpiSM+Svi4M1h7P3
QAD4gBsGg/Oqc27frICWXBFJJLoExUpsUtGjJ3tDACsrwyBO3noaQk4ZHnB1FwXh1IvJPRR+wZ4s
dWPnD0Hx9BiVQfqlOjy5Gzis/tkbLIaYGsi+3kAVwv7i+/GXJFf0SxbV4Gw7XFMXEmbNIVWD2QtZ
R/lnL1z/VXkqoxC7QKX4ZZwbOs5I1z/UqEVMhnBO+w1XB1gAlaXlH2cYgicTr055qogAi23tO5iB
6Wb7qcyNvEPo8ble4LxUuJnrbWph6pjWoQfJoNCeDWLuEzTU7qnv/TJ+yVBFH9sB/QU7Q8AsVWA4
YpFfw5vxRpuofc34R/2Ai33WioYBcKor/wdA5xIDXG3ie9QE7rK69rXPEJIEhLFZcZ36HNcaLRTY
Th+HqulzQu9YIRzwxtD5hiV/S42o8xOEoGDvoglx+Bm8HWLyzLoMc3ROmcGrVC4DcE80CyMYjR3/
ps72sCZTdv0biuN5qBJeAak5EDJMjb+Ig4dv4HWJF8y1LNTEsbNdmPDYbEAFdwQtfkJnJQ4mKCM3
rrGPInczWnoaHhtbkzs1WxCOHFcSxm23Y4MZP8ycXX5NRvABAzicfEHx1GOXZsPl1Zw3uv5W4Akc
6IWhNw2vuu+Tc9V0PkVO3ZxfIrIU0cE0aPebYGxJJwlZeeYDmSTngIpK151nv5trKrfZC2LeHgCp
77CtYlYgESCuMdeHOeE8GL7xEZR3Vi/qlgcZB7LdkdI7uEHNeAgMvQVOmcsHvB6AkFNp2KYlc2NP
1C3U341fwRxlbb6c+dc+iPwazyy/Rce7aBbQ7rUlrvYwRW56cXxbnZxet7+ZXev+fjHRvABxGxUb
7pa3KGkSLSl6nGAHsSWH73Dpb8NqBdmVBK0VI7zgeerZPIviX2Zrpot2Vt0/aghj+MEuFywZx4ik
1sYpR+8Suxwr3ibdCw4KMkqaYE9TMHg9buD6Uo0GLwTWyfxUhl3x5MhGJsequqUtJ3ciRuWSrDPv
Nl3WTMBzpqoL9vLiqvYPoSkDwhuhdEsME8uktQLaeYlltdzj4eY0IryxN0cSbK3egBwoOAxWgz2h
30VkaoCF7HhrT48cXrvuN5kRkucY1IDvAryMw9Mqx+SyLs78RSH3wvpFVLiEovh3uZD4eb4tkaff
RgcLaTRU3mY7UBjwmS/sL0BzZ+u7i6OGKxqNF/dizDz24EE4F7uCOAMmucDPTh19neFBNv14x0eE
vsCE0P2DMxi/e6tr2ScbHH85NS0SoceFSYAJs1i3svB6fdRoInEJWqBNyGlgnUmIIeIvGm81iOxL
4evhIEHDYSr3E6QJ0rMI7iiep2QmMX2MYPakO78eMd+FK0WXBwvW1tKMOhCEOK5e1v3nBUP73ONJ
WCnmlSwduRRQ/ktMps9FCCEReh7wb2y4u76mfM5px3bP8yXfLV6IV7fHSTa/qRE7hlrz/oiXLjIv
YS2S9C7Vadoe6Z1ZcrauxQJkW4Hw2CcLmd8d8pJ3bytUKodszBleliDwpiFeNiv8wSFi/etbPhh0
ieExxmp3SViM/zggZH53KSACXlpjTFA5xGVTkTU6iFHcHpspLAcGDtmg+GTwWq2ywWnO5bgnLcVT
Z3K8rtoty0qcBAQM+RgrsgHf78B31xCXWPhzue8VH7pBXtgNyRBSQhuDzvw/9RLnHdl5TkxH/BrL
t47tdOrMCFSA4yx8G3nLQTWYHv5yI9Yp6f2kf2Cs9Hx48rJ8ifBF/gE6qrieWLRuurocj2sz9lcc
LYi7dorXPYmA9pE+SjouFo8ymnktMeYODQu+xEO83PO9OK99r8hMpytuVVpIYXrkAAn3Yx/wvZZM
Ans6QNLfVOs0wb9FtFZ8OQuWSa9fMXq7S8apnFxytRv1aB4JHYVn6wqWSMXYR0xRCWXSNNlEQOfK
dWZnU0/bHi/3a8dMc7ImHZlmUlClGRthzPxqwRTadp3jnErtcq4wirz+wSEG1+9Ww06ceHXAb1bZ
UHF8KlauMv4x6RY78fWVUQVEt7ZXMOvFPb4hAmYlhDeuu45AMWhrwmmQz4gzh311YdyUcOnS8I8d
FInUzkp/iwuHMqzJClRSgBuUBEo7YeAkafCmKuW3v/I2lUhKoZ421CqY8qR0SxC3SG3JcyEkKI9Y
XAcd7aDAQg+tC7AYxYl99kYjAJRvbterEEGV3x5SPCrDafS1DffUGtIoPfR+Gp0qVsnNvgTPgvVF
o6qThR2DyLjYuaeUfJAHSQWxGYb6sXWMcJ/ImQ4jvQNF+FilBXNvOLHkfxLa4uDHJClxNaCrHV0n
yVj28Zt3NiHxVQP/o5+Bi+brYzJPlj8iIMhDoPpjRix745yJmVHKNKjusDVn070YFgi6xTR4+bFq
+zA8NKFy7H3mtpF7360ikKiVUC1x8TfmpFjefGBWzb/mqBhbvIUh5ljeRe175zBHCd7dGT4+fHn2
ONVOCvnAVUcysiwfFQop2dd2xpjo5XfFEBef2VTqP34og+cyiZR3Xd1qyu6YBzAy8nan0S1ll8Di
ld0zxW6L/0MDQ/Zo+XU+Y2HvCXnrMg/RxLyZqrhgkG58Bv3i+c8aL7K/9z24tLTCUkMGZYYQwzaY
8LwgXpTIQoKJjII1jt6e3iA3wAQEgSLOc0fdG9uZ+RDzB/6loXqkZwMLe7LXSTYwC3QuUcY87aPw
sGSc+Ei9YDH5pWfs6nAMMbzstYii8zLk4dGXafvYDCajIzcHLrLjpwGMLTHn0S83Ld12WtbhYyrW
9l8QGqjT5RIQZa4DTmgbXQw08jaYCrbzjRW9bXBA3euAtROlguvEt+M3OE5106Eoh6lmkR3HWNiv
a5iUz45uS311Vh8ni+Ki1Udnou/PW51l3yxucCn9MP4RM2YHnsKB1XeqwbJ2hXlVrbtFCKN32HfL
5pKWvXgss7rbIVnGzzQc2bcCSzFVtzGWrzuax5IQYtIqkegKrH7B2pGX2kaVQzEbJRrszSAayulr
GPiCyluQM8biroyoTqjw02NCrcJAEqgCl50U7QlKb35tZk+coC4t3m/E+hBfdcHJIc3xJXOo603/
4jDRyy1Tfxiel5y6X1QtqhHhKsnXRVK19Yg5gomupfTGXiPyFytmPsffVSN5BDtTXrj1XJx1l8kR
8pA7HqaqrROHXvBZurOfv3W1rWd00RoAEXGsyON83PB5Uctd6d/6KFL3jTQPDwYsDp535w5R+FDE
gMUtlYMVO/oAFYRYXkA5INHiZ9z5miHdTXkMhGzxUCrgn5nnSKrV3JEXLUbJjEM4gN9KV/wTHO3k
u1+1dIVvEJGmaNOPIrybpgS+D81sOCqI5PeWJ20YMyJmABj+uHK0Bx2WguJuAzl+JAtlFRmBoVqR
sTbsiESoNpCkPOxWkQ811OhhuXKjmL1SFkZROUe70ouwv2diGI6rw0ZxUxkJRaj2oyI+4NZQl3zh
PA5yN7ivCHYQqgD4/Uxut8Vf4HJICJg7r2XsBd8TRUM1xaIROZUnzyFUcgIYRWIA9AFB4GYzYOsv
CVNWTTleC6rjvL0mB9XRH1LDOy3dZcruByaI9Fj5PSvvfGT9tWkKPxuPfuOQB857o++LjlrmL2Iy
yn835K++jeIHTTuA2od24CFICNpCWDOTe3vh6GCP233QB/a4Yj1L9kWbxQVcfYEXS9pxgkl3P/gJ
9kpAOxKdo54X9TXMU+Cekl4zcON1QuFIbcB7Q+T1sPxZaI157RC4qF1C08BMuK3LgsU9nZSF/kfT
XJN/IECI5ISzIa/+L3zjFTHBLDHqq7w7hK3PtFuoFq6zLYcqRF7X5iw5UaBIe62t1kOHoYtbn6aZ
+1BMVXTHELyOfNZw/b51ad83Q9Z9xKhS2ZOelH5gObQWu27swg4eD+pXuyWP4fytpq6jsi/T3QUR
kycZ2qBzDxR73mPxLAmMahzONNWfANMGO2BCDewPDOw5LtJGeu/OUOH9GmWlvwEU3Aa3Kc+T/NNG
7owoueBtG6iV+W0Cbo0kbtBx4MvwCPE8csy/8NTi/ALTxaP5APcJl6hhfQsnV0zrcJqVB0eqZLH8
4Rc1axUWiwULIjXFWJyq9b5g8wPWy+Ci2vHhG3K4ccReZqA0guM/Nx+Ri5ciyrOjHZOqBcA2sZZo
3clpzqPlc9LInowRHBwiqRD8F69/dlwdY5IMggzXqOU/CTL3Znzp7TO38vwMi8m95GNVPqlp0hT2
iFj9sOGn/SYKetrdw3UhhcLJEnQb9u4byssGvz0z3DYi2U0HTVciaxf2wtmn30ZabYjU+w+tQi9n
dQIoX/2HwI9JKkZb2+SNpHG2ajShFU/OX1BIomtCU8G4X4mbCFKaYjnOklPDca6cWAJpaY3al0su
fln89CwUpYTYl+AD7k/caBo4XJtmFd4kTBPVZVWTvadZdXzrQuzDJEqSqTzCwJmKHU1wVUejZl6/
rMzLWzWl5QOA3nTeRG6otlQXr+Ai8KZpTIPHHrPOnvK94S+3P6kox3qcvmi14FRfDyHNCfMwh6eh
oAP+RPBrfW/XcaLPrJKOfCm6HO0uwbxabqnUgFmAmytgHR+CUfgkXr5yw9okiJ5hbE8rvQFB+xHy
g8/ALmgZQJkFNBkEaUw2NqWL4U7OlubKMbTrJ6b6/pshgQ4G0y/Q4Wg8QipVrBAT7GqHlQHw1U0L
am5uwoI49ATMQNojo97IRtjJ44PvCsxxuYupFGElxTPOi5OGNB5Q7XOb6AznGb3UB1rgzHV2ef09
E2EavWvklvIiKe+D3q/Rys5Y3Tv/znEDeEuRH3pfNJ9RJE9eu26JJDiqauEAmzB9KPFJ578jvwnO
RmH8hGA1WA2BIXOnl7F3q/ew4cxXRsmwR9cp2ruiblYY0gEcmwW4lBQfU9rM/8VV45xm23jpdp2W
5aV0lO4Rm6HyqpvtdjuVXec9ESzwKbFJBgdPYKkhPMk0S5d9EjvtfclZ5go5Ac0g8qU17AmxSJ7D
aoj3OmZhVR6YQTly9eFUtceuZ5jEkL9KtrVOJJ5Ld72lcxe/bPFRTbM8uUQ9LxUu+x38MrpBgmRe
z2McBD7leC5iNjQU7EMCbl9zTuo5OvlNlD0phfcILJdbvzVYsn8i+NdbD+/Tfdba7u+sCt/FazvC
2EiEuPIiHZEvTfQhiFrOm9RgR+LqktN1xLh+adhYbkGOWAKcDRvnJ7QaEoIujT/JJUrZT74tss5w
N3lwT6qvZXXEIZ5JRHJEjwV/tQCptKeIBXmDeQhDJ4f2pr2fEwG3NJvI9xh2HN4+DKL1oyyG6k+x
TM5F1AKBwxipcJjByd1ETrL4KDFT9JohTty3TVu8Z+OAgZgvH8qZ4oYYg1h0uwoWk37LrYMI2tLt
TF5RYWW85S8wDvS9Pteo0ebZ4JbHJ6u78g9sBOISqZxZhvpC3x6UC+oYtLr2v5W+2+c1W9b/0lHL
9xtoW9/DaqydK2uTjJsFNdBn7VH7014JPDbvUyZDXk7sVm5YtHG+Q7jX1EUUvBTPVabHc8IGMDgs
uVmdXUki48iLlaJtzvvDI69iyoXWJKoOYVnRslq0bn7UQznkh9zk4p62LN4PDucgkI5cUQ6IxYga
23yBOBoRvMAIYW87sLS3p3WNWCWKEXoEecvyzI3Z4xvzzbnD7Sk3ZbTE3p7WBnyGeA14FcI3IyqT
lH0T7CykjRRdxs9/hJjSPZZ7fefjA+AcLSO8vZ2X4Ifr+mDXVIZwHBcD+OMkjgh101muLm1N1QJB
XfomCdwSquHghpaGTOSSlDqQFpm3tQzZXk5zNr5SkJOSYqPNBXhU2nM0jxfaA+jdAc43iMF7BMOw
eke3q2x6Xl3CGXC0gvStZRsNGsftTHrlrJFcx5RQCzhSDhE87lexkW0U1U9Ixmv3CF8R5xVEPBve
z51G36uXyviXBlWdaxf0IhYuJzHLXvZjY+7WhV5j/DhOTbbNjwjMx2hddJcHPknq3gC+JU+Fs3CH
d7i/dcyPOCQjkXj1P7OGNe3Ahfrycxu+zI4cT9KZeC4VKUZmV3hzjfjbINNLjP0PeVOa9oBZJnzs
lVv/WhU9Z/t2NNMr+0SdvkRkWaiEqepMjJ/J6kYNcLGQwj38xobNRj8QWR8le4d/YZZU8ksyavyb
yoVYapfP+lM31KclGEior3U6OjRkOfjPfq06xaee5vWNc7J/e2OxsYF4H9hVn0oGrPY9GOOm+1OO
YZL9x4SREW+wa1JcwrUjdI4wxJtXo/etGGXLUB7KMKnBhegq/NdOKvqlkhSABko3r33cFlwXqKx2
fGMZyJ2570lBPChndONHLIcYETeVAItPgiNUH0FYyufZcQvKsU25nH1ZY4DwluZVZiPGKiGpbfTt
BD3KRHHbb0TWLZe8VeFXawBQ/dQkMf6juycOEDODuvuZVEXzVIzPwj/DMlQ1zrKQWcASBmXLUeMx
b78Y68zyhwhVU+yIJXt/jeup6onSraEVaAE+fkhKOupjh1uIiHjIQLmhyjW85Dx5r2pabAAHRHvf
ozcGJz/yMZncigH3fhxwlduhrbdC68nFueF3ewADDGDNHBGaAYKxnnNcUfNvM8jAfMLb8HLOOUsy
flnPTBSvws75wGsw2ReuFLf7BUTQwI6Yo74PtzNbQALcTfHEMwIATDelWD8sK3sTdMne6ii6M5zD
ewBoLkAs4m6DPFXFTH9XmnvJPyztut7xpPaeOLgOl6ih3Zq9d9T/V5iq/d3mM6GLPEnMiYRH/2IB
BRzbsGu/6fQLHwy+CfsaClo1B+zVEQ3W3mw2/BQCsRk/JLAqTj35f+ziKbY5DDlGFYK0fljzx2T0
3qGOqhhsK5Y/fmt+paY/8Zr5QIsbbILDLsrBa3/y5OavXDkwxex+YvlgUianhZOTd+kkogrmp1Wg
ukzCzcROwZv+VcD4oEDU5qArCJtoveVrdD857GlILGlpclhiRIq5omdnSHcapPB0yBN8Kr8JMeSY
AJ1Rjs+i6rj6Nx7JmvZ+IATY7mq7wKRRfWqPUa5HFmYNnqEd8cMsg9ZlCWLJcKzdJ5WNJQdyGh53
TacYG9asDB0ytrZTgFtt6zVnsPK1wvvazn/6muP4fZ6GLIDHjhaamRzEdxahtSf7BOkOj5rw0FB9
cKYz8IkYcJot1/SZOR0nlO0K1DA7z8+xDzx72pJrEicWqCgoNVGAbzqnkvU1q2UF9xVfx9E3SE9o
eDx4ILnFYjd5ZjGnlJcuxmWu6Kr/qqkHuuZEUWpEwyZTf+mQrWjfTuOCsQ1TKdfMDQpp4mdCWE35
XmVQHPcdp7T8sHhFsi89+MSHJG6XfF93eVSDoCji6kcQ3nM/6P9zsTDQ6WTfB3ILxUeIBwFZFM9s
nF5gVnqviH40ORMGxSUmdERbIY+uvZQxuoRLaeKx9nnYtsz01b2eZiLWGU7X58q1mr69yVFPbL/j
bF+4MGx/ei8duEAgiQb9kaMNeROIiwy9o3eOOdh4O2QnHHvh3KXOzo8GYgq4jQheqox6XVKex7qk
AYBTpbOeVi90nLe6B+N9DIc0yW6avZvcr74DYs+vZmnu7MR+/9pz9ZhjYW3EOVCynt0lSdbfc/2u
vwBt2ZJ3UIsZ2fQ4Tho6XJBE3Mz8l87dQEmKX+cFMY4057YIpT8ehQJeRe2aO8FAyxfCFT6TOuSi
ejk3s8hpmM29ch9h/GZ5Rqjj7PoKYroOB7SUyiNCuSnduNl3Pp0diCL5a6VaHCG5L6tfUQnEhAmn
Sb9Rs5L/oHoKKCTTiDUbDye/W1gkW1yRPpApik+qCg/bqkr7VbRLMJ7ymWm/oLBB7jW4nUOCZkEG
lg4EDnwKvN+vG+Ys5+zM3bzvOOtEG99HC+Waarxujy103JH5gkJGzgLuEgummxgPMRLIV1OvFGhR
tPrIIp6Af1bWrKNDnF/4ghSFT6Xrkc6q2RUogp+wNTd+sRoyDnZkoxIHi7D71WNvyXXVLW68C/N1
Cj9bHkhgW1t2Ga8QBZ3sJchYXrwiJHIiiFzw7CdOHUv6vvIcTKhkSwlGMTSdK/RE6DPxeFRpg5Ze
yOWCFR/wG5TR00Lm99aanSNqlO6oCc7c7mQhoNUfeRlmSlAd2LoUvOsOJgvGkXn6L+Q7XO5Zwq4g
21yXRBtu+9qisvZcDa8rl21x7vEjkILrScvilw3C97DMpm/4KH774RCoIMxQ82MkLHUudaApbWND
84/JMsal2NEbDeOm9n/lsRf7J7bb+X3KqMx8Wvhd8oQ5xcMpsUyI08mUXNkXoZflCcKuIge2YX0t
WfCNUj73tQMqUrkzaSPJXnzPE0v9xjHjvDSFhzNUWglpF+zIdR4gn6TgXNHIp7b5bkB03dm6swfG
LtJKksKW04i/4S1NQeNfQ/LNO9ARjoBOJjO5xeNSPqam82hb4wGKeOpOSP9oXzScNmZp9nzA8XVh
uH3DCB+IY0Dkka9pKlrW4nMB+l/p4mKV0c6haWkzDMZeI2ouCR5E7AVe/yuNquZnctlAkzHuGux5
IojvMr2AU0F+8N59hPT6PFfrRHGhJ2x2gngQXxPLy4803G1/tukjUkS3u826vxsN2fCbU6iMHnss
o93rnAyFvgvhVa5vYdRl9rMDGXqg1xcobeQ2hdx5K+eqx5WN7y50u+W355HtvIlf/2AcYkwSBjBt
HWCxioeu/ZLVwjmjrQertlmbF/dQkoPh2Z99NiYNhxuQV0rgqRSqOxGsTbxz13HUGEKFbm4a/sNN
6SzdF73e82+HUiACj5MhjdSPR6AiKuBqMPV5dLyadZ7iR0SFo2n0QYcjfpvVlPnVpf/1VlFsvBgn
WOCdeGesVYLhFQ/LnoVD8ClAWjyT16TqJ2siVkmr9ZgXsVjvKs4LcHOcjOpJFIF8B+65+JtGzoyk
PBbJw9TX1fxt8hCT3RwEi4Z0M9ijdIdyPIwlSODtgCnf33LerT5N4MFYbRsS41OpQn/Drk4+8obQ
ryXTK8YTPyXzUYfFfwBqzRWg92xJb1v/CYpxvqsyntO0ufXrq9QRLdidduqjT5p/X8uYUGnsLgUZ
E0gsPJjEUXDYfk8n4uqbJBjlZ7+Q/2YQ5tc0M9fvXId5738kndlyq8i2Rb+ICNoEXiXUupe83b0Q
tndtIGkTkqT5+jt07mvFOVWyBJmrmXNMekereLNJJrjibOieccN8o0mdfqDZ58cZ2gzD+7I6E9Dc
HD1ggozg/U4yPJ6CUxiGgH6Km4V5E9naJlGaVfKdMxSxt9NWGTLqqTP7xfcj8T2QpLRH+ZP3x6pu
QuAXo/vuMkxgSDQql+NBp+Io3IDFtn/D+CBT4FMyKs7/rYVfvuJSXX7ATFrQLYLUY8eHecW1kVOj
mSzip3mym+vAx/6EXds/U6FSivnggnCl2cVLZabgW0q3wyAQmvghto1YiJfLRXjAaIttZbZmcZgK
ej8USnCyQlw5j77T0HxRKez8HC391lbgd2GuohwlOPHBRXJPpQnxmVU6EjMT5zVrKztbE9/2jEjQ
FBXvba7yt4qun0N+iB/zrhquXVeAzaKeKd/HUH8UfRXwdZUIGobBax6cNPU/W0Auf3JvxgEZalkc
xcxOf/WXv10eTQeZrcEL8T6yPEa8eDuPW09v+sANn1TTI7sRmO7uR5tGfDdpMeLcEuq0KI9vNez0
B/XHsutxxuzdNovnn6CvbbG3YK7sW5gBcpOpgvUosm9UshYiuYFfiyCT2KRHa25iN7G0fY1if3q0
b00WuhGe33wCQ4nAOL5za5lebCYJGy6pKvHZerHbIMHkPHRecWJKv1v8ctrXeUidhcW8l6z6uuhs
jBpBmvgvZs4BwPlLe7bGIntbjLhitbL2Lny+BxvV87FpnOg5xEx+WIkRNieHqKOEs6ijX0Aq3SSk
P7rngt8HghHbA2fje5PPJmZ0KDP8qnlbOIbP4O74bdk05ex4+iJ6b9ljrkcfmcaLz2V1lHlqvyN/
ILoC0TNL1RDsh+jXkbgwz498ukf9jTRzeI1lixSoEvIdIaZ7IukTieroGlLpJWhIJN75L5uifFc0
ut8UYDI3YuBzNTMsKzk66KZpqpLW86BglSGJ2rj4GQe7gV0+YWwYE7KQ40vOsomW3hQZsjBLsLGX
fpWT0wO9C0FFbR/RZE1/zdzN3550aspZ/YXekNS5aprRqtZp/GaRBHeaMutlvf2liCDbhSgM3pEb
AQbbRR0KFgsguAH10sGO6AF0b44lETtbcHXuHXIKGtEonMfbzlPam2pui3OI0YaPukLLrQtkHLZL
qQP2dDsYJto+YGrCZ2vzzIIKWDRzHzlTMPVu6XEcZj2JCEN3An0wkPMy6uE5ztYj33W869SKHDC0
WP9hqf12kQYkvWOs81xMZyzVTCs7oeW/iHC6jaVdLr+Bb3WFrlxe1yUmhHIUE7knEA8GrExqS/tJ
zHIEkOsjo9+9FWxj399WQpSHqKSeydGIPq0heMgDRfwoXCH3HGcOh6oDwvrRHpHxa6hPW9zxEExR
1TxQLFUPJJjjvBFILX7SzuH7Dojj6uIyEnuSQnoH+gZPtOVY/0kFHswtFkCL+Az2zF2IHr4ZTSrl
hc0WgCgXcRTW17INSziXZeWeIqbNn1Go2rs5HLGgUw7/ULk3vzXJ0dXNYcmrmxL9qwk72tiO5XxN
XfXUDir7iOCYbzQb0ac0EvUeMrqTb6YMrOtWBjHZuV3acqkX/k9jOYTosn8+B1Ra3YY0UZDLPdk+
R+VRP1PcQpLzQnAhxO7crtCKG+vNy2wAusxy+QZjfWRKYTOA5GOuitmFWorljLIHtXUucS8gClFJ
XoVMD6htN5T08buaM6wEYxsekQEB4JAVFltZqdehGmg2CQQaEB8FN2TqOhW7VgQFh8z/vxG1qf6y
nIqbnb9kzqMya+ZiaGBmpDMNbV55sLmmovmBuKK9DY/fTfCqdP6nTFP3kRwXefFZmyfVMEeQx6n/
ZwKOpy7cecOaE1xdjzkta9axnoXZsGHD398qi/x3Tl19pdf/7FIvPQwS7DGOeioEVqREENTqi0X8
VFD4derODDLytzlbbNgADOi+Fig7+VYEHTG39kDLr8b+L9PhNBkibwJmNY/dpRB2BHUqLm7C8xoF
UChvaNER5DvucPc18CZCdoK+q76UdPLDivp+K3ufwTZss/awQDJ7znrTXehSOEuE6cxfEj3MphtX
pASmqRm1dEGQbzkXQuJ2APwQsytyvb/JFbZ0ldPWWMCC2kWliUXwa7ISfr3r3JLeBy1rwzZD2Gc3
ZbbbY9ZKEBMPu9YUCkMDAefGlgRsi3kkEUK2kdK7Yu0oZVvUVSRykXwLsJLjZHkDNof+0ZssvR2m
GGvr9N7lWcAe/wbqQO0E+yb7MBO+Uih6MSZflMr5PBt45uzZBccZngrHenUX1jaeZ8p7O/TcD2Y0
+acJ7e4U61iYg1OVBwiRN/lRye+DPdzNn9OGYdg+dOEv9grnzpa0MaQxaU8Oz4QBWxbqBNbNOhUs
HtuDpRkP+iYUV9Lom2voBXkS438jlyuGgRYO7nulBvvDAtdmHarClj+j8ZHccGvVv2UwTA8FaqwY
uDsxXVuXef/NL06xTwJHzckxFo+NFtWdPxHZrUzEqB/uA4YO4DupFrTLLXahAm28f9OxQyotxu5Y
yAijQMGqqyb0F6Xf/F82I4zCLXmWNsbyluoYRZX8YPDCf2yMX2rN5jQu6zMmgXjTRdPwLqHR41GZ
F0bra5kNf0y5vGbprUaQvGmHCS03QmA/SBaYQjuho+qE8Sx7VqwcPmXq3VI36pCx9m3X4M45xyce
J0ouoOsHlgxMNSK7Jl/H7h77CPKnXEr1OsGn2Jal8fotwgTnplPMX29avzcsD0t9Thl6UE1leUsg
EIjX+xWM+o4glOEHA3ZsWGZlDQdcXKAEC0JvoXdzLW/X6Xn+bZVkdznyV/wGU8GTVdREI3cOoH8H
r85XZ8rprmY64x0ogSLw3GzC8aLxgCO4LWqLiS66Erjcv9An5nfmJ/YhquJAEXQ1eC9j1Pb5qXRY
Z++H1fcx8mCEMxsHm9Y/1/G5imbEpMmY2/ovj6/THGo29n9cWUzNl21M87T2a/ccwnx4npCd0Nup
2MHZH03lDdMPwuaEms0nVSq2gfVKWJxTMkBjx8oj3F7UFxpHv2fa0XGDI3KV7jH0mhtFL62nOzNP
c/w10ueFCKUG3Buolqzriux2+asKXoE1DCHNMm1CJjKuOWDD1cjmrlgibl5+QCnrl3AaDRCOtSvP
hRvmMPPa4mdxc4dbFW11sAdIE1TPeADcaTeBE3snjY5ay2CA2+eiaY50h2ik5diET84Eei/SvqSx
rdbommdlAFDOIPa72ox+C44NeDZUE6Nnxh2yh2aXaseK71HAuGKrqzrYFTKwd5Oi70YvCL+wLIj8
29O45ozqkMh4cQdlMxBEqPlch6jw2/h+zZvGPmgz+/+xN23PpacLOkCCPRwU1O50z1t4Qx4TQrCH
WjL8Fsg1n5jikOVTx76PXjj10GZCdGABGWEsMonpzS3yG1YBYx1s/tvRZ6i+D6Jw/URzE5hN6K/i
jxmqpUkyuxHqadKYRwmp61Hj6k2lA3CBQV/IGxmO7N41T7C6KtIKFzyoDx5gvOaVRZa1oM65uX+/
bJrY9iP3URcgMehYpuCroO/nf9652E6D2aopuUhwGrbuwFRKoeTNhuVEr8DHxBwlr9BMmEdt2XU4
fDr2obi8cr8UcKRArW7x+zTpi5eVeSYTxFX5rChtGUAXR44GK3OYkHqZd4nRVGAZRh+Z/4GjKNO3
tB5N/DlhktdnMyHnx7/SWgahtoFG107cRuQUugfUAXo65ryrsmbHkxsLOEeb2sWDm6aeDZwarhM0
t4gMiPJUZkU4k2i1rrYmY0n1c01kli4qSjj+kUR1Lhzs7JQbWYoNjDbEFP/YRtriv6mCgzIBWiik
36HnqMSkLnmVqhR9Bf1xGYDDg/3S7xktgwHn4lkvyELim3+FJMxLLG1rOKoUdBAhKlwnG5owB8td
Z8dJLRSpSBk6hw1GWeZi+ZwxQEYkPXyW2XzbS1WueaDDTUGqQ76gAsNh4m90H6jyONbTqvcm9utP
wjTs+mSVJBU4+IHGxJV2KY9002QnimVa5SOcOxkeFhV60WmGs5Yi6WyoOQHKuGfjjfQoUHpYPAV0
r1fQPJAfN5bfaX1X65QJDtr8toGxFRXzBV8TyuHGCFpol5t9fCz1HAbHum/iaR9Zxaow2LXm03VH
+LwbCqbZv6d7mY4D7kjk+FUf9tf+RutonVtUI5pXh8b5pgQmeDEtMMmjahi2+DwyvXdgeX21xYg4
xAdvzV1TB+5zmAfLjZmlkTcNguSUE+KwaDn1nSfyveNOVX3Pf1IoIkUVglyOA0GkqaXfemsJXxBA
memVjKLhSYTG548ihgZQieepQzPUHlC7mImM4yoa/gB5GQVtZU+c7Xn7h2KhGX9HmD+/BNThhnJZ
jkfYyTDwPyBR6N+7Ku9A2zJsf2msUf+LffwhRzyvSForJKWPzBE9+eQrl8LHi+Ydj13+jbsiHE4W
09WN6DL5JDkOqoOZqrzcN0Tf/QhBTk5S4EEk5oLRZXYs4brl2EALPif84foOYJggqspyCz9Zy85d
/jGPHy99ptrxEC999AMxjuxpvKaSMaOnqaEFcA07yTPRnlpftn8H4CLMlWyLbLphnew7my3bF37S
+bLMnfXGa0v6E2ohEs6iUY7haQhS53Gia/H3jWPKu1zD/qU66zjq+eWlv/dVyYa4Z2CAZQPbPwsM
JeOHChKblWTYMmgVOYGcu6la2zccOoKhP40SqmrHLXC0zKFD3+YKjyaJhLb+kSQEGRLh1CEcqYSr
vlNCOO6DQKTnMcBKzoU9lXBvnBY7oRjYWyZhY4nXNcPWwb8DFwhRoVkLXml0wnvyFPBKCQty4M2h
kxtGeJWoE9RtQflWw0WfjvU41j9WNSNOG5nN8swWs4N9CEDRjy/xqOKjd9LwFYZ5eeUXbdgJ9NVw
JvYj/HACergjQ0AXDdJgEB8XTTTu+6YLrH1ED9weVo8he4Izhe7Ts31/3vdI4Aw+VxuD34Dn+7NY
p7S7qwLowGdEsHn2t+/zWu4sPelsZ01KVacUOGMBKZYQNqwWs3MFdA57W7Dru+V5UqiNmABfwn5U
DESc1Cm3VUVJuJn4MkGFdmDGueUm/SLRb93ZEDeLg8Ot+E2EIj0z+1txoSoBaGqq2yfWo828orEa
4nACWeGKn8aY7UVkUzl4lZzRFtcO57ZZOzc84HOB3MxJibt44OR9wUlQfzhtQOYtTy+GgszASEpI
CoPExpVIPITiIDqZrCiy135h9LwbwWeNW8YH3nMBOKxNFH/Da2agcyWz52db0LHOg6ULG29Ktpb3
rW4ovQaGrvVnH1h9/4dxanNv6XXK8G9NXXGm7fN3pLJP+sBkjWePdVgzgwCFE+kjx79nImefnYxT
w8lT8+3UUYWRplqZfTp46NgGLfAvb89c1pwU+0LUM8SbOUgocffKpJnc/g/AMLH8ddOaQJBN7TDC
+5aeQaZA6emJIwWhEZuhtx0007CY84suG76NcnEm0o98McfQeGImSfPcxsNumXD0bxyop9O2smqz
HOzJSuXBFFHkHbTFOMxVPDubblL6J3LYb+9F1U33DqKc7rtjnlwiaMh6fWI6bmX3HYGi4uAZKQQV
VAVEZmK4cKlmL0Ld1FNyYy2VUPkEriGCTdi6wTphJuvwVQuTTfaRtYAuvtjwjurBF/jNj67rt8FF
Mmy2N3Y/duuxagcyxrx2aoLjYvcyOnFbTAzEixvUVGf0w7BoXPalng1SfWt3XfjaYIskbwooVPat
zdh054zb/x9BLexp+LH7q9Wj3kwGKCHro5819j+UyfPTmE1ApbsCsgvGB8d+XhQ0g2SeoMac+9YN
/6FjYEsnfLsItyGyx+hM2sgafinoockYIYHSUAypHuqqeAx739g7w01s0RdhhnOQ9W6XKg/PaxST
hUxpxQRO9jlQP5jvSU28JIcBEcnOXtrsO68ewLVTBRKH8mFqfucQUfTG9BoNiQngOe+crGE0oP0R
QGJTKf3Uww2hoqwNJXGhiuCVvym9zoENFo47O7bBzKWEOckoaseXAqngSa5s+W8QNfsR+3t+3yrn
w1asehMNv/FpnWa4K2ThqU0AxGWnWnvFjm955wjIYMZBLVC6N1HqvONH1fJlGe0AQBVz8K3Lucsa
xHKfQuhCNs7nWjAIa61nBw36vWSeWm5rBn37zpIEEt5yH/oG0dauYkx+Qi6RQxqZ6/iAbIy9vhfL
+mOtDf7W2iMy6jCZ2Srv+8VDqGQciGFaxXwXJk1XZwctTXXsudK1KlHGrtiRWun+Vyo8UXk9cyO1
bXOrpqLPGyvmkc+gHkG0sUv12LR2SJ2q0t0UUwvLrKmXL+HVPeDdFaeKjTnl7Lvea8aoe5fW0Y1a
ZZwzyimoDW0df8CP+QvryAfDaqZn9Ia8/3JceQmY2wZPM03UBWzwzIHHRHWP6DF705b2D2XEY1hO
S07ORV04MPRz2oCg86oHKAZonZZY/9cFujw3nS1Yu5ZINXdxUdb3sZuWx6GS4q2NKu5AFtn4jnpI
wZtJ4RhHLRjlcsOdEO6KAFky4KE03igdu0DTMBAd8pFEapTg+Ob02hMDXk5t+FA4eJxBaiBeM5hl
2KRAKfH8dRekPjcpMIPHoszFU47w7T5yiBpiOg29KGRkitayUz8j1caYULctr2b1wCBRicf+d8t4
1aPk5Q/bzp7LaKrlsmBQ1h0qHgF7j3I9bfn2FHfHMigIPE1Xzv1Ou2Mxn1jn2mliqloDnqWywAfD
u3HltSZukdFy2e1NmI92EvqqK7/LxbBHCKyZI1cC3gIoUBNR+FqgjEJv0xnYZGijRQ68g8A3EASo
x05AegOG1LPd+mrvOLx+Cc1HvXwMdpc3W2cdov5ptjI93TNrwdghcOz5PPsxyoZNlmJJPWTWjXPJ
SQC1qmOQ4m0rd0IRwNAnRkZp+/HB70x1Y9iS8sP1kgWP0CluazSd/xdnOMpgB3TLLQCIE4QURETz
YD/clDSSPetzgm7RS9SAymJy0Oi5R45kr7ENaXkMzUizG2o0MmYRIX+8Q/d5myMjV9oWea0WbqPa
GRlfQTxDYY5gOmncLLxC02KTxn9evqum5Thborj78lLWfFu4RzE3CB7e7jLgs+XnnYnm3M1od/F7
YUfGlopfFnRIFA7jHrmlf4VGFrOaQ7mRofOTXXHIS0qeHWc2K0qp8ziCmJuirA+5j3jNyWOG6pmb
CRZjDjoo8RvXX454gyaz7ZtZewc8qm588EAcndoYwAvCjtwYRidKyXvcEUoddMmOZecMHWkUsRg6
MCmRNTz54y0fIyJ9/q22OpR8GtvIRfklbFmQgsiCpYmKhZOks+0DMTJMEnmSyJwtSCT27nqyFV2s
XE2f/4LqAMPcREv6ZYMxQ26iVaESGVcV2ycv7V9tQgl/12UAoE2uE/c9gt2WBj/0ndtnM1H4tmYa
7w9VZ4WjroeCe1bLUJAiSACft2+XlbwgWhGfjsmlcuN1JY9uD2hSrwmKWFpE5MmUgaT7mjWB2+3C
5/PkNB87wBb/XH7Yr4axb/TQLNKa7zg0sUeTCudjuKPBeuH1xs8azn3Eziom7oWKIC4sgmrEjQ+A
cuElRusMfS5lr8PzZJenSYHD2pphiT+t1LXcbShvniGUrE0A23TpXVYNQ/eJvBRQGxWCvR9pKQjC
cVEjEG3dx3rvo3FC8OlFS4sCYxwi5k30Mzvd+vCa3ApU1GaMKhgaRrl5eTcwHAkYfLdBcWTjZtmn
wBUo+Eza1UANjYmi3dxpHiF4JGLcsuJqPfY29XAJJBL5m3t0soHlcfhxpniIihvZ0N461PhRwjqL
E6dyHEJ0MnyOAv40ebg7voe2hEyTdv4J8YqXXf0Iad0Tq/aBgI2gDebPwPFatQf26Y6HsorceIt4
RATsZZFjEb4VDd85F8mQgAoIbyNXgva2Obrj61xUBEPi4dPBIRPWFOwownvvTwGe3351aLksCNFh
EWNe4PlMEKJU5f2IDBAcEoXwuRRW/zt7+oYyr+fmQCGYXccQw8iuax185ZBp5ujeFk4R1TCpTQWn
ITDNshNzC282RA/Icl7fVKpUpOIfzGGWeVQOQXReajf9NwejJJOq8orfJXe6+5rwakYpUF743Ve/
SskPRU6JJChGC9SzVWXJAmfsExleOzDGdWEeYXVFrpZnlgUpIyy+mRkYw6S2Q6eUKnGuM6RZGCq6
5co/C19ihLfdbvVQ0u1zBtHuFlP98MMidrYSShUVJKOVD+MTY9syZ5OuGyCszhTQTQ6okh7cLKqD
DyvFxHNaSsmAx+8NAe/QIMdyO6dyvDcTDv9kQXbS7BgxdWqb4fS7oImg+5U9hD4rD/y3agmWux6N
/gBGtgufITUTTUP2htKnhdqUg7Zn2QJKC1kh1MkxP5JWMPyzx1b+WENBLTwNyChPLgZj5xhwW78u
oCv/gSlK1XPjYpTddG69Po4UMU/9IIPHJutYR6QcpsBsptZ6yZaute7rQVXfOcnw//k6IwBMdYhj
GQx0xDKQ/+kn8PsFkjwzECgZ9xZUNWN7PzfxIK+rVchHwULxL1wj5xeNevMcZQviNInZ74DaCWqt
nXkkiLGwggTXkzWC96+4gbXiUIys0bySes13HIpZXKDeO8EtWm4pnf2XSgE435WNQLHWWT6rzb4D
8XWFnel2SY/Y8Kez6csJorC7N4fQsXBLOEYx7PtoYJkje6ZAN81ZfMGHTVpX4MgMqzh+VSgkBdo6
zMLGDpNwyXPWqrgRdFfH36kqemYocJVWb6GkU3xCxapmX3RCPApr8P/AyLyU7fIKiPG5KuT8bM0L
4Q397NyjLYP10+fZE37Z5bHnkSpAW8/lqUKIexKuQXKBWjk/DWYQe26Z8ogYW11J+FkubPPXHR0e
MZVzaH0hYLTvCOnlfHZHsesGMrsk4Km9Ew3Leyb069T4E7oFKbde7oV3M9ahB9EM6J7LyDo30Wwn
9hB8rjwouzTQVwWwJmkA76FNINkOJU/DcpbJI/tYhYkmDnPzgVHhnYV99FthdXqxNKQC6vvimKOk
JPe5ir86ASopcwyLs47h7SZtq4pTdRz2S+yLrwCo0ruVNzd61ejWz40T2g/elKdb5FxfaUQ4DbjI
sEOy2kGAYBSi7rE7va7c+BuNOwC6ltUnmDUkqYZz8dva0OWWZbTOJXEpL7WE0GBX/fKMeJB0jN4i
USiK+jt02PVdWY7yp+sy4B+ylseeTMAny4zru+ClTGhjQxxCwfpFy76cuD+xNuRgR9/nAucic/3g
v7Cz9R1MpRvssk9/JZV8kkVrfxerSN27uJEwzA/NERHX+DYiEWOxO6inWIV01z20SMsO9WtPVBwY
DRwnoHUW/q7mR+ZhvNV97f6xEU1uo0C4Jxjc3tE32ntLZSb+G/G4HXqXdCAkCM6z6wzlnyCQ6sML
Ivp7t8V97LLE7nqrupITpg6rsjE04JLeWSBRRKfkwam7/whfaXZgJBjiVYwk7oyBC562KKMD4/lM
e5FwHVK4Cdhf/IF4HuKNDkuFOJZSBW2YhwwtMWXpPFTKFG8wgSrE0hSOaErG/egIfQxEMz2AdIXp
OwoGAGQRMUiMmS7i7mN3wdjkBP1gQfgip4gVzxxtKJfjZ24WUcO1XsLHyY+uI86ShzJfleBUHqaT
a1vVN3rcC/6R7tMb8eHE+YhMtp1P5DOlb20Z7y2GaJ8B7dDdMtTuoUUQgcGUaS3+ueHIA/SMW/ij
GLicncoa/2EDxLNKz1j58/DMGfcZNmvxXgb+lACnZRTlwoBqiFiE0jwwXWfG9TYXkOvzBvcP1X9w
cH3FuQBhELeqN4TeNiU96VKBkTKANOqd08bVEXSweiZ7DCdoPYWnFW/QvnL0CbOdjWqki2VC6jdN
mx6CPwuakE9+ionEBevaYc37tEpaBsQTzT3BcKTU+GhqgPiNmIkaop6PnZv7xwAUG/HekApZMjeM
bbJp/a2dfEH6r81+dRQ2qml8dywb1ThpsoJtbAYZIZ1G5pQ0AlxvU7FcBdHgROBa2bvoVbpdiOx7
LU1OIOgaqPAHCsr0VHpsITdNv2JRwBPHRB6dqPuTDUOQCHhOzibotIT2n3nd19rVL3kXgBUYxL0C
NorUpiYhg39HiWdM2VsCWvW7zBtz5TcRG+7r8ODgemfAHJi/tm/HH+GEEDKfod0rFdT+bs0Q82dQ
xOD+IppJmjVzXr1FYeIIXEyebkPsKUHYF0e2qLAlDLkVIWco/9CDdIfIreekWivYeAjNu5PIAJZX
HWoFv2UCK1AxKOCYT1Vgsw4d2vXTnskBmVME+SwL3TvWs3rnT6QSOi6CixDa+kml8ccUAPXXdE+X
IouKfww90U90Bf2/XbZyHxYiTHAY4PWgJkyZuXb6xw0ZWlPxkm/DZJ4EHxWC+ms9pEYDhSrmAAej
KPlCiCC6FX6vUucoR3dTipjej8n3tk9jdcym+n8NKZ4MeqL3YrTNBzY/ancWVu2Z0zj/qjLh3vW9
+c82qBPgo30VvuPdKZdo7IlggH0KdG7raNdA+GiyR1ZYWEE9duYJai18/ZW97G2tm0e8KuAnyp5F
ypDjF22laBRWaVZz4PXUt5bSf5CRSZ+cYJZIBK18a4/BGyjY7I0BDCtoFG9PllUVnxOjhZfZ6XES
1jDiFSzKB2IHnkgt8J4rEzqHfpmLZ89yzLtbIcbVpaNvWNIb6tXqojsVyf4Qx0B7KQQ9/F4gJR4x
luD8FaPZMuNpX1vfRg1bTmrXxqm7hetk9szbxHPBO0G1nBODiGQb99waDv/KFAgYMp/Ju7CdSTGS
G+eoGAwmbqXTy1pFoBoy0vHQKaYPJiRemHaadCSEXt43HjBsNfM8UCb6I6cV7sw7KCtQb1BpzG+g
1NosETEd5yawWbXpzPPvl6XoHnAvsst3MjdZGbo/Wlnn3EOZHO7mOVJnvBTqPexpIIUTqh2T4OWr
z/IXIJEoabPoGTzul+0HHTpUhnWb2sWiI/LGvaRgL/Y6WIY7z+24fbgG90KM3slZqsvNHLwjyApC
fela7E70dFhivpAprEa17aaMziwKhnhjUIA9FdgpzwZ9wzUMtPNH615AjbdBHO5S3J560wga4Dsh
A3GMhsY+Ubo7x3npFTkZtPcneiabsqN1P8XqpacSp/9ZrbQ+MWuGpE+F2Y0IOhxkyn3/srS1PjbF
PL/j2G+OkW6AuvHFhhAGWYheZ9WtD3HPSt2erfyuj1vvVboRnzYaZMxYiR/4BtQYn6y+tLallb/O
BaxDYgMAgwp4Sf52sgmIMAbG7IxhC9lrlLHU9xlFgmb18281pG3iTGn6YWz9CD4seHGLG8esDtP0
zhtE/lS1Y/0H1xoy2AqYaTySP8vKdmy/GsmQhm2j/Vu6hKs0uh2TPlQVROiWnAtrTC9EerBRhHr8
Q+y2/w3R5TDRuOLigbdx7zj1cmjglNAoIpFumD2OXjIsxLid5cCe6obcT4q08PKE/RHRjUg1ETBa
7YIMO3X9gi10ve7sSmeHdGYQypMjt410vAXdJbdKqqgLvFW0v3lu9CGYdfimZ1P8Ig9GXwHSKwkw
kv9bGgcZAGdGv9HEBR+K0HvXE+bWTbwE05TgNq8ujElKeOGBbV1dnCifY2MMConASveiDdLHYhI5
Om/ahB3hxm+5VprIDOE/o2+CPMYJXlLxzQ0pAT5eDEnEBrYcNjQfKUEKr7SkaOE8nSWoE6N9XwfW
Iasd518sJzAfN+A6SQA5tXkavPrEu2MCctUV+XIPXTBdAFqQyF3UsyYNmIwe1obVSOU69RfMMusL
MDWL7n4JmexVlTkVkIeo6JaQLIcuSkgWTFFwZuN34NX2vvW65tIWIi64Qew8yRyHxW8WEXfQpi3l
QV/kUJljcSLmOn5UUvffmqvofqrC8A8WrDFZMs1SgMY7IOHJ40FQ/VrGG4bJ7TZlev1ddqTHs4qa
7x2GyccCf8lF5mQkJp5nN5+Steovrsp8TwAma7bS1s9DB4bBLfPit3M9VFDWeAvPSv075HrycY1n
QisXy39r0L4mra7HfRY74U3+10XvCDr6P6wm05Pn1enbosbHtl31WUsg/g2hNz8ZjfMOpwfHxjK4
mxxoxg2U4oDaiUiBdkpLn5FGDv+Fgxn3/P/SVyuyaYdVQOzcCFv/DGM52Lv0+ri7wuVepM58ajLu
7almbcMI0tWPBXVRR3jsjcZl6r/T0oyPDQS/hyDAPYbYE6q6PWMxrGr5y8af073IrRtH16jvcSZE
loHeeQaWtQH5nP3HJKt8og3oPpfZkEyjjNP8WY37hpmO6cVA9uC20xTbcReOTzG04/LmDG8YDvnB
u7HQ2WHKDyeiFgJx7ldmmyblnm3GOru4nVGPUmkDoH5W9Yb8tekFhKLZ84raBC9Y0ZnJeqwPIZMm
xAz/87Mpdx0uc5SZswY5MpxJSRyP5MvUDz0c0I2YaLM2gHE1FLKqsTh3i+yzDEYCkTGiiU2VzdW+
mDI6TEbCb8HQNxhoJXtaKK2XEnTngcixCDKUTf4oppAZ8SncI4PdAs/IxgU997/sCZwcniEHF2kr
fjIqB5py9EN1nqZHVIbxfCHvZBT3/8fRmS03imxR9IuIYEoSXiWBZsuWZ78QZVeZeYZk+Ppe9Et3
R9y41W5ZJCf32XttLETZjlaJ8BnKhsGkDzGpAsO/9pK12xyodNA6VksthLsWsrgpfdCG2f0Fwpnc
6MkSyZeaXb5uE/cEnv/Xzkz4kVqr/2Adku1yPqx8ay+u46eC12KEzPzuAjalIHSKqs2oOYy6PbZu
ZKXRrtEUDOswOWW9nzyj+455qf+/O3G/8AjaFKgDj+QIGfyFkEtxXLSmTVBrPZZW7Geof2S+qTO/
Zd/4FJI0+glbWKhZEzow8Qr7NxJDiyCDJH7h1PG0jeDJIbHSNUdJxt4J2kl+gS2FNF/NFmVDIGUO
FvV6fKNixjZ2DYTj6lnXFtCqkCYdYMj/gKfUxjWtCU9sAQC154WunOexBwtB3iw+e8nU/IvbtruH
XpkRyW3az4RT6USaVu0iilqfqf9Ijx6h3gsr1H6vOcxDSSEwYs62Vvqu2SeHXG/bwvfsur0bmrO8
aUXknOdMEy7GPJyDmBsK3HlIKQ6/kk4P4MTHu34SyckyC/xl09TfcYXqRw8l+iNrUtMnTJehbJed
eMhTrcfYyWTmPNaW1nwkLCo5tJBQ6tCeiZMsdXKYsF5+dlE0fztmvjw2bp/d5noRnAn0WriNbtyM
zqEnWhXlu02d6q4P7b/wrTp6KUCadkWn/dFGym8mSyUHCUtsNe2Xn91kot+vHRVhETtIVyL+zjB+
sAkozbNDoeNmVFZCFp/EGbyOSII0A1/xGMY4pjZgI51jpBwLnE+ZPq0Aro2KqZVyRr7ZqVGD1yBm
1TFrmrn7SH66fyGu3F5L7nj0eWZBPWLjHawDWBhrv+B1QDSy5ysNlOrP0qUa7IgFtT/1FJEL/KZl
2TFKITJGBM0ntzzqvMzI+3thbF2HGkuUjviPjTN33hS3Jm8DTu2dUARpao20yWcY1uqBvPL4tMRR
fyx5tZWkYSkNsR1S5RYsDRy+YB1YuoyuTz/DEgyFk+8TLxxfgaj0Z0qvi7ux9o+A4rCxvLLcZZMI
SApNrTO8uyZwd8BtxpqYkhK4i4K0MhUz3LyJW6u0D6g8FV8MUuMUlENPVyB+ZOPs4Pc2AlNj3Q7f
gFG6ZZG3H2ooybyz7Q+k2pQAdKJGkKDuTOmEbbqXeZwkII0pEajvXTL8ANAwTKxhTsznjhfPb6sE
F483ORRgrBmSwMYl9V6utPsnBGfD8cHDmSf8ZuyAkKELQe2fELrnJ4xIL+waUZ76QrL9S1LK2r4J
LY5PKOCREcTV2NTbEffJdLbiDk8vlXVR+ojzxqRBifvNj+UYurUtchYpVzz/XQV4OE4/USLxPFFG
Gi8b4j4Ymo1sEsW2qPkwENyc/FElLZGLOS0sQmvZCA8RYRwLPs8xvmQqhvApe1wO+2XSripf8TK4
ZDGYtbzZ6GGS2XPm2T1qlpEU7GYylcZ08sT4GAqvjZ5G3Eh3GEoYJOJMIwoNn8WHHMjQLy2rPNRY
O5hQ8tLt8OcZLes9D0zSsdCMlZ8pveUfwQVyQ+7Sj6dWLcZygmVZvwBiBgjXsqwGnlCtk1gqjdB9
BPLK5pcUFW9LO4Y1BKQs0/hti5H8pMftCu2rJMt4Ngm68jAkfUGFkRv1+UEBBQN/PwEFIwFag32D
0K7vR6cjoJKW2ceISZWxkNCcs3qS6YRTVe2dl6Tlt5Lo5gKkD+7vFhKfiXTG9h4HLVdgWXjsPJUd
Q/poNNgW/jS7+r+s06hCISulnxOQANw1qxo4Jf+RJG26ZDbg4xVCnMZxkPKBpE7Nc18bFCnrmtTO
s6GK0Dcdoyx2LWiU+lwYnjxQyaY3xzHLoeDJKTH+rHRTpl/VVr+WGGVQOFRhbFL2Cy+sXruFKhqo
CUFDhdp4Tgzd/tXVwNUlj936CgTCvtHRIt8jDnOusOigL13IJck3sB5T6wusbC+KCpiNx9sVcqf2
CexUP8KnVQitZlG5AaZLw/VlwUJ1h+yFI4Oeo/3Y5OOzid76o/XZKzXB4FsiDy2VLDuJBhtyipr/
gBY+YbrFkx1m5oyttpmeIa24Z640DB4RV/N3zPMUOFCPiqoGZj7MlO8B49zkpvXOzRGBQRXanknb
e0va6Xe20iSgO4XLnjOgrduFd2iw2TNKEHNA/e7jJ3wXVK/iQIj/WQO+Dh4GwNXO98xx/Q7U6SSI
kW4mqrYra3yk0WFbChLiwOEeCUne3TWu6DFEkrt9dzqBd3EaWzrN4eL6BT6rnTE4xPZgHlK3GJkB
DipCrk6dHsyuy7GEuMPepBQRLKXTPJBpkY91jwS/DWnlAl0wjwE5kw8MjuMV3Vo/p1Etj7pwjQ+7
78MTnDwarlzNqz6XuvGumVq9UqH9kg8Y2wfdS/7OXOz3OhlrcrWgRioMNrnHQtpWGzNzL+5kTlcD
4uA2r3QHcigJNjwN8UvDwkxs7B5/KAzEO/Ky8YYg6F7R66qfKDTUo1utQ0p4BTsEwBIHh3uWuVHf
mADcdh2llkO/OvUzptLJNNynGPormCi4CYUhsa60dUGsfrGhVeTAroBEvxdu++uxVw8A24RfMxil
fyFd3NyMlf0ogBoGWVhPG8vVDmzDkL0Llxe2TjjnMjgGkTOn48WTlNVrpImngRHzaMBWCVp6Ih+A
OmSsUzmi2HMdooxUSeeFWlCacb1JEazb3QRU/loqUZy5zKLBuXd2hAneisY5QwkOCcPGesxcOD4b
Sz7bG7eFX5yPFJmWnDg+ijI7B5x6ewwmXBfZXaF3DDgSZ/HZkorY9IP15rJb8lnrFBvi6zdZe+GD
NpnXlNDcZiBzHQBK4qPq8n43L1IF8+TVO5Tg0l80OKKD6OpvEH59gJ21Dzrbfo9n4pCUsm+Z4wFL
gi9mgmWx4OnSveAtdU5CYT9uDSq02hC/nWpJPZvKe8kjmHHUCEOEcb4X4o9AHVVpnSVG6mMZx847
K/GzWDCKG22S0JAs0FQH43Oe1V+zya4dDISuUaaFhKo3Zyss0r0lnSNuVXvnuKJC0wnjA9bk3I/a
GBWxEnNQ9a35iOTvnkUyn4HqoTWH4wtAHZtZaPFVbM9nfJZfsTFIYjctcGzcygGepz9AIFmwRfRJ
YuMEF0HJ12ovjAiGLmY0Pg46WkpO5TunhH6ijQNXz1TLXTvZBhk7a7abjYzL5tPAcxyMTQUduBlx
DZ+p6ZTOVkneDTwZQFkNYzO5WHhZ8Ig9TCTzqVm9DYyvjLNzbvudAjwxrpw8jidc1G3lPDR4P/Gj
G/FOpw8XWY2ecqbVnUEKGje82R8Ii2FNGw21iVX+r7D4+vTuot1bpsCTq7fdAZjLuG3dpLqEVv/q
sXt8jloLqSnF4qjoHe1Ca19La/o2dMF1wnYvEgWMOxjIIBAXbQBzDagWYb0D1KPsoYMas6977VsB
L95Qq9VjEiZr4TpOR1MGR9FBJq38pl4Ql0iWjxVV9MRedcX+KfcM9YCB7EpgmZ5xobPFceey8i17
Do+51LjtMjknp7gckDcABOxHqRusMAgxFJQAQI5MG/praSqwydlSnZ0a1B1qziep7r7HmJYLeBrS
GLiMY8fcwPbqCZAayUMDcSgALNXsGq9OXmND+wbWPownN9FAZ5KO/sVurIOTgVu9x/Nf4ZtOKPnW
ykkES0t5LcLpOB2Zq3kPVtZwhmajHVI51I90saSfXOjxRyWNzWeJ3pbUc/VIFYS8mJYKvPnHrhIb
jaglH7sCxgBRLGQPK2KKjmM6R+WhW6T6kD26uSU2nmtqd143GFfGPw3Gm3Q/IRB+2lbv/FWDi3fG
iOZ5q9KoM4+sf7nWJ59DZ4c3h7fSGV0xwEzgXkk5XIQl6VpNSzsaduwM3kuFEZ83LHiqnmtCQudP
MeXYsKuBCCnffZZkf5NO4ij3mmzHP3gnPV7q+WwsZfSeaPRWu6Eptwh0Lr1Azp/Zmv81o1JPTUyN
uQ2MBMkg/9bdEN9HvFxcGgxuTY3XS4+KS1M0LVtRM8O8nOl+QV3PdsH5kW+EcOtgHgf3lbUwaY58
4Eo50GCyT82Wt1IjvYu7LtmHBPWRdiWgHFGkG+d6ankB1qJ4Yb9C5yyP9WTrFdyOOHvlesWBxMaN
KBvHv10hB6SCHRPYUaeQN3b4t2gdG8HD5ddsGZqTVfZmgCm/eqaaO6TomlqmnalT3u5EBCwLxrUv
/FS0lQ/9a6thiitK16Hbr4KXVEtmKZ0tc+OttBG2z/fJUCd9mN7dJgq8HotVSbhmmawJ7npZs4U2
i7+RNdc13R4axBXJSIiKfe2TVL5lC8Ut05zedOHwympacSrHMMjb7LvTchA3UP49UILOzC+TlBnB
puhvpy3DmUQP3KWR8xqui3qwPc9Cpk/a/Rz368/QRTfHjNeXn2OJi+ZG3T4yku6FV+ns62MFCMQu
+vxDOo7zo09G+oO/DKJKnFQ+HXXVbyjDxyQhDOMPQ//RWctNOSniwsQWa9tTDBAvTnd3zHo/9HBL
ZPsd4UXesqpKCUxN+mEUpbqwHFsLpFegS8a6ZoyVL7AybnmFfDPBnUCSTsdq4aCxiWUfzXYmMzL1
UbLpWkrYBlUXPhJsuReD7pIjG9Z9R/3KFujZabOQREjUnTO9zF67hT3MIBUFnqikis1hlb1WFueq
1CKirpB/D4Pr7cGx/0PrXkBZd34Oc+ycZPgrE+DeRx4T+1pp8X6aSX+NVhmmuw4RfNeWJkTrZBg1
1sDsNUT92uLF2bA3B6tiMPROegGkU9Dbk9lrl3q+iAcSdqPOtRkqdNh9erU6gOEo2K4UFagZ7zFL
iWPJEAcGYR56ueScHGnOS8+MX9F+wjRxUeUHVh5s2MOLRlWZA12kJnWERQEVfYFtso9k5TJ4l52i
qQ3CqAZxbz+M2A3LMTvoXWMEjbSLJ0Ve0K+SVStMCxqgupxhuHBukZ0eDAJ8REun7g/+/WZv2doc
0PbH8G1KWH3DUF/VEt9d6DSMJBCdC3jO9SqDm4aovskoJz9d1j3zABm0dubTS2ljeGfLKn64ptPQ
YBGrvmd13l5Nsoi0jCIdm+7w1QpB2GWjjOQejyYuaseLVnWTISoDuAldG6HGSeqL16sbHsKn2sD0
PNNauIFZ8u2psjqDoan8fo6ZFtXaOp6xOD63Wt0ceyfxdlNEAlGWzG1J9D0XLS9He7IDjBovsVHe
6rrlVYo0OgHhiORhZBy6D2wzyQlNuJDZQ+Vj4u47JbVn4o6reMue2sSguz77xpu14ulSjzEHi2Z+
0ET8tLDewYmTVbsI7/STFvaPeQZll6FC99FqdL92m/Svjo+AY4YHtxdetp8QsHxOkBZiExYln5pL
QQO9Njwlw6Co+SG1scH0m0Y4idbSvsRJPmpBZoUKr7XUuzlHM6tMMACB4uesa1sGBEq46UVgeLkA
A9/etYldHto0huAUwphx3N+wiy82XmrIp+xnMvcP1wHnuEAf2ZujJa6So32vpSSAJ74XZcjLEYKJ
4ePZ5UqLWNqPQR2644sromqXCDd9ofvg1LDNuVqysf6Rq2FVN6Thh0VUd0XtwYCrB9dnp/YWufpA
ypZLkUv2Zp5w61QLiro3ziPrL9zAO30dOnZayNRKMJ8q7ciLTiCIHzzNHlHZYcFkFlUJp4Vc9DWH
n3+SC+hEvrm1/PIK2d1bzXqooRmw4kKaP+L4x58Ye31yjl2I/CYDxwZPe3pbMvYmw0CrQMrT8Rq2
RbKdaqP7WFjRIX9QwA2VJjklQxQ5x0LgUq3QQ5jl0cTARwPqg93DddPMY2tPsirf8axVe0AHLYkW
uH42VXPgmSVmZeZOGpOAkPKhTJN2g2HHJyNy7YMpFBg+0bEtNsmHlRrJJtYsTjWeSNIlM6/Gsymn
4tmeov5VNaJ5qLJID7p4GV8M2gDQ75CLTp2DTiGK+ZwrCnUqs2A2pB/4F4i1xzg5rpkqSbHTDlsg
AKwiSoY8oGepfmjqzgqGzviTeeVJuP34o7jDnQkAGpy9hF8mtl1W9xvzQef7rLAdfIVNAxcgSZew
39PuMLJdDcNH7NvDOVKRk95zxBo7GAVq0NExOo79miszAU9UiE1cd53BaqaSbw3pCd+mLvpRJgjS
2tLj9MbwWNq8A7LuSUr3xxiSGK2qtfY5PC1/cmY8yZnpCbjMzuTbXL2ChUFiX7k8N8UgIShNhIgi
un/wrzfrvk6fgOGQusWwbmfLX9UnzZ+5kH/nsnP2uWozn/13nOEjLHiWUdsOC+iYp1QU2pdbVyEV
Umt+HfswEVPXpI8X2nHDxTQfNsBl/8LuJV9p8rZZ6WrbjAbOPRenftv0lMnww0PDiNd7PXf56tRV
UU22nmC5HdHRhoW6N7eLlx5FmWCWa1qFJXZuLhyZsAhwi2PF1of5vRvMCsAQKSoOS2ou85fBYlV5
kuOYYttoS76m0K0wK/YxO0EEBvphEj6RAMOOI/eQA7pjXmIR2joYyPY411rWmknRvtEKQ7QXpowt
TgXkg2p8kNiz2Plqg4rXeQzjhCLyWiUY8fThsmBfBrziSOEvRfjJtL3cbXLU+oaQunlAolLHAbzC
C6FlCVwEU+BbIxWcfqyIxV1X47jPYg/LZc//Xde76Bf+5OB7VGGeiMR/kdwoDwsG9tVMRyNssfay
azM00QCCSlP6lqzsO9N7f84myGOYrxDwPGVEt9BpHT/x+F5idcegUY9otWb6QU9Md4oVC3wuuC3Y
Usk6jJD9cNLhjbJMR4dk8c96gU15jA2ROj7aMlhhf5MhIytrxa65ATVFXRbdjS4pFsQ1FJMNmkO2
Z/FgpX5uYNzAzB8br2am3tK5RIacZxg3xP4tTHui+e3iAswnkFJUd9Mf5XzL6NndDDE2I56f3VQO
7gNeG+fa4tQFYgyksbFZ/M6CTiXeB38TazCCsJhjNmDjW2RaoFzhzEGS4Q53bJZlwAJSZyGqnJLj
iW76ZZMsKl9pP4ZxHvRYXjsG4QPREItuHsik4Oqp0mkAgGFeG0+TkZDTYhnk5xSzL1a1oCIc9IYt
QOnF8aF3G9LWCYRvO++8XYsOg82Uk/eL6Qoze9jbr2FsvvOprgo43txNpKWXJZTLe2nDL6y6EUtb
a1KnuSTlo5HpynfVjJ86be70kLK0D8E6r40Xxm+E/gELcF3noO8ZBOMhUfAvWRcMiOa8qYB6wmSR
nL58e+Z257ZYeGq9YlJK6Suj8c2jna8pz7SQDJRShi6LpS7z03USDaEVUo0xuSgt2Ox3JGM3lZUy
RXojrVGQwm91Kn/nxf3XE+QnUAOZpNfovMKhlOO27G1MoAv17H4vpMndSeD9hE8IizNJq8B0y9U5
s5T8gYt4JYNGjbsjneSTF8kTIU/6FQxC7MDKGfgp9VrYY9A+Hd5nmCAkFuZ+euD92zxNJDPnI5Fz
iygVf5vxGMycGmiAPZUx9mNqGqce5+sBUbU4pGlPRYhJSR8bPG/HfqBizWlg1TWj9Dxhz7i73rSL
4QrvpW6x/s717yXS9qppabHMoSw2Y46+FZve0zzSqyAnSkfyuT66NV1UmMC0j4gyX5CPrR7yNDkL
5MDG+Cq7Ia4D2kXBhoyQQktH9HuG0PZULFi9qMasb247m4c2GVeKA2VxnqmIEVgeO540PbOd8h5T
T7uPllntbCi4+GM1NNx8NCcKgBps7u3YgY/padR0V9zq/FXTuwZynwL7c19AW1kjEe5XZSkx+1M6
L8VZh3n+LJFqqxNmAfQK1XZHVVQjMNPWDR9Uz2N7Y6Fb5f5UZZAe4rkYxkA4C7HYHXu/siN2U5jn
qV0P70Y1z1M23VNTFzuzUd+EiqZ6OyvcluhDTH71Qg8k0HNCsW0EcwePVISRTYAe2E3cDA9F4vEL
nHTxd+q9+hSi02FrRPpr3fxV00geRjM6uo4dLAadvmkJvEdEcic22tMUoU3mmHsyPcNuoeewiULi
wKg1rZGf3YV+VzHn4yWzc6hvhoyabV67BW/bdNTNLWYFyrjn0XzjWK/+MQUs7zWXy8lvFzk9o7Wq
Z3uBPp4Swz4YKJKnXNPfVkK2T71E50e66b1gf+6J+sQj5nCr71hR6vXJ0Rv3yDAB8iKbpI/dHMHO
pKTlEaLCnJNJblLy0FF4EbyVsptmKWM8swOeT5BVHKxbbt0fsFmMHqsODEwp99SDVGN4NYwFqnQv
s4+5yJ0/NWVCd3vJrTeaXdkKNIVyNyZoaJ4iRXXQlmVVREYkpAe7QBLwABwAm6zt9jXlD35v8qoO
BmX7qBW0JS4EdQN+RJOxTAlC0Jzi4XJyZJjcE2Bs19EFYoYmBkkLRGQ6Bck8EVgpRpFtZ6m6v27F
Vr6TDfITJ1XgOlyyK767WpHMsQ9uAvB7Qx7tAMKu4TvIFY/eWhzN1MqmyQ54FFboxJ13OjGRQ1J4
8qFask/o4pG/ECcmGiebU+y0D0W3vFSgqkzFyggoE/U02tL+6yPUQ09WeLGdEdq3Y0v2i0WubRyn
aEBCxGJY/10vYZnkPwVWEN9rhgYfVuIthFi1LBja0D7o8J3xbObV++KkezspHp04+c0cDgEC+KSx
+5RwAmsI3l/12Ky1GEJSEZ5o6TaKYSalA9jdCB6oX3YIaAT8uuJN9U7Grgz8NjosB2yLlynQuPYf
dWVl10WRtu9Qn1FuWBTVoXfosJAdMm4JkoTb/DzQ9v5IbXLFl2ZGBR4aFSReL87IN1ydZTHsK9LM
lwjA0L8EpgAwYaBPyMke14/crG5ynr0DW2kTBxYh9GVqZNBJ95+k8PtMCRAjB4T1PUcOhFaR8iHw
GAdyYkbA0bqQAnOqj5pNgksN6UL9TK/EVrSDcahc89Xwprwi05I3nxP2HPK7kKTiIE+k+YSz/IkS
B+vUrbiE0HQf3FoTD3gE2WayWKan1siA1sfhU8yWckexpSl3OOl7mkAGy/NhQc6vzdAb35GDCdh0
yUcNaWXc6sFgvmmgOuuH0mudnWir4lZ46bSzSDbdARoKL5j5n8tNZ1kKTjYmpzNLzvrNErJpA6Xi
8TlTufmwpCFfVytJDyQj8xOzIBsSxyQgDrxy3asz3LI6ot951PAkOE3eq/soRf2nbyP7kzmmP2XR
rO1rZaRnL+57B71Ds/dAtowfRPz4nz4bGN4RyfO5K69yyq+jrW4ViySi9B6R8TFP8vtSDllAn8fa
tULoaeuNjgWLV6O8mrKqY8GNl7/YJdhpmqTZKlDMUTX/kgQckNlyrCPE8sIjLs+WsETO2SxlCSR2
NO5tM/GH8MzS3p5/GGnXBCO3lXSr63TdC1uGwTiV1IjR4AGbw6PZkM3nMW5ggaJeVcsMy4iF9KGc
jCgk0tFb2lHjNCcDVjXjvTMbbUKDMcJL05TmcEh7fhfPC+AisJyZw83YBjhNYQ+lmQrWxo7uURwq
oWTjbkOT2QvgkXujC7HtLoJzoRnhlwlKyVDFFclQWoMd4ydma3kDkEDZd81H8RvLJT8O+Sg1djsc
d6VOP4g/koS7ubjIztCqvIBvYP44F+KvIvXnhwYs5FiAMSRV0G5GnrZ0JDw9O4pGdfAT+T9PECYj
M8IavkdD+k3rCEG8N/Jx3wntYIoiJ75XPlncLXDCE2lA0KGwIapjPC+gwlgJGCxBDEcz91bd8KGQ
nHoGtU5ml84g1NF6AkXFYjPAsgdIYypxeDvKma4LeV20oEaECLhIfpgSUUwt14OUVTrVIapYH+Cb
trzlRfRd7PhtK7svVetFTldDMSe7cMIEuyURx0OHOWJQb8CUMNvY1aBfJC3aJy/NNO+ZNjbHl0YD
jrUEn+LTF23+GoSBnxw7CtVmwrq0UxgLPuIO5t4mi23r2oRzT/Mapu8g9ZIl3ONwL1s0oEKtnYNs
6bOpRz+ZzK5PnrkATpYPFhM5u2zcYtdpU/ohYjMLLG4Rzhf38XE4aqoe08DWO6pI4WnhUHM4tc/m
nDRPVQueCvpxKL/g38viMUbAtJ87YbNXAvJQxU+Kl0Hle6FXlzdg24JrHz3SQ31ShD+nQIlUE6uI
Fl+6hCrHekxS65m9JtEWS4/cbgMJhQ7CLfeQKEhCAsvINBRJI4yZFETXS34hJ2pRZl1qLjP+JGY1
ImZQ8MumCgHjWNgyQ/HAFYm9t1JQtBI6md3aVkSyc+5gG1kvU3ueHdPInyfQLdq+T+SohxtDNRV6
CC4terKWP21BO93ZBl70h4iqGeSliJYbvsu09duwi+ZXRjUC/OjsSfnj2p14Yugr5D633ZBo44CA
1BWie9ByPTNoes9G54Ncc1XfrNoQy551AO6WzWKgDW7nGNZKvUFsGiAfZqA/Qy0kDJaYNm+8ihaw
eqtNdj7x+PVI1Vy3dGYvDLse7eaVdSSqKP7YdkqtOTY2seMVQe9rmBrDQ8IiMb9E4Gpx0mAMOy5p
W9gPRgWO90pXQnnn8peJAxegkWM3m8gNhwaY0U0c87NvMhduFeSYAfbjyOtiRk7gbel5Rc7TapvU
DAyyqo0dp07ywXhoUamo18Xr3GZD8w7gTqb8BrHHgyVQ+zZMWbw3lM+GJzrEdONYxH00XVi0z4K+
X65bW+D68XtVtJXcjeFAhEXxwV+KRNjjCc9Z2UGSs9wDFrDOfCPeS6epTXXo3mE2/klp6HhjGdKI
n2Syk8soeiZUwQ7VB96SnWDY9Ld8NMqDvoZJKp02qo1WI7EjaDirtR9IzhuKWkYRZSmj8KtiYh2f
HNzHnGG0S1uFZlPlUnXlet0tBjJMThcm4+9E4LnalSKWTYABZ+q/c0150XdKy/l40s3RzC55L4ej
clBMaRJq8zWLPrZ4krUoPNU4jvQ71uzpTiARGGDbKfqxnWIBak8RTszt5wHzkon9LeG4mKwE+9ci
7CG5lGTg0ge9MOlvjGYzPVlYxmvoNLHNloy7ssoREOlwOJR6itHXaKIMl4wV3SPl0Uwg8pa8/VDk
tET26XzRMHH3LJxF8q4tJUq7XdKOfGusUMMAawHRcmj7ltd0Wtz3YcA7vNEmSuNDJPi3pq7FrpxC
/e5WdXkUidP/iUzPkfBNTGFgriQXdvYWKLNJAt8W6t2syoFGVxQP9OK0SvaIYtTzjSrS471pEXDg
YCduwIlDs0vfhni28TNXX5YTDRaTQqoI/U3s6o91pI8/FEQNH0uGohkTecuHyYccjh7aRnBvVtuF
EdbHsGtMLF15t+AI1xu9OqVgOQCsZtGA2EbRSzGxdoEpDTKIqLy1mMu3MYh+fKN9IuqCdKrS1eYR
J3R4NFPipvt21O1ry1V8uVsGNrgMwpEsN+RuBLl/enmoNlJ18xjPdDHgI6O0b2MMGs0/ZYkI5Ct2
tWiwaPv9udP6wUbQjKT7oEPlDwFLJOZnxWUG0iI8O2Mf06x1atC0JzympvYKVA0WAWUdgwvvdeUp
x9vWYF3NNa4zgcie3AyTfoOElFKonacRtgI9rNZya6OEg2fBDMamwKt76tvmJWvgK4jV4PtWD63l
/SrCwcONvGkFT14owi4ay02sMA/G3OnImZUuc3Fy6XINqhDX5LYdoFddknEwFZ0KVhkfa5cJ4TCw
5/dxLPavVpsARqujisvrarQ5ShtiA45dAD8UWckfxv/Op/sNU1EEXPPRM1ldnmsD6969d1aHYT9X
JlzSltUm3j6agB4GI3fJXCckwGnLomqKDoGpMK2K9J3ycC/nZXNUxmoM1FcnTZDWXvxLQ4bhPiBX
OsUDdksbF6hnuA1hYAPlHSkyFZIwVzry6pGx3huBxc5T3iwvitmssK7YWQus1R1DajZfpp4X7KNe
taheGI2asyzG6o18x8SoVGrde66bjZ8lRW18MLcVx4TphM2ziBygL5i1u9eaaHnM4sVydnrLRnJv
RiEULid2j2nRhn8lqH409KE+g8kOT5Q2jxeZGAWkHH4Cm0bjzmqxd/bEPlL2e5BCBXaCjosYyy7+
BhTPinN4AVJhj+fqGAeY6btpZ8cCMCAeKhv7mGWzgCWtGPuRQVD4XBZevDZe9MPinh3bhME1DmRX
er4LhN8qMeT7DvoAS6JS6q9uuYKbgWAhLZpLUvgZW8pi6zUzuHwSl9zjck6VbaoamdNW11rbmNn5
LRmkd+M/k70ezt1htZnO8U2y3DI35mD18Z7Bu8NETOmGuLX4dI+ay2KWoPmE5xDkKV63qBE6Kwtr
frMM23kzY2U8ZUPG2nxcGwmubmu1/VWn66S89kgw4U/Bho+Tw5Scp/DoKLY6cMVEcURroqUpkkmu
JTuPGGWU85rg+3vQxsTilYMp5SWaCnmRsh+1dEN5jZZfZ507D3SqGDD8xLlfb7pCkx9Mpob2pOus
ST90iKJ7rE7520CgbvzBlAv5jPe5FX/InvFkj4+9Hu9lOsfUv0wSL48z1/OurSkDofVW2mR0ZPVk
AaqdSVZzd905NOjwa6uIV5yXIlX4v1Zm6/ugtanPpbi+850I1YWknvlC9wgN5DqXhmPCdlWy0xbR
B7Gpft7hkPN4tPiVh+cQjiRJzrrxwYAMFCONmtxa3VTabJlMETsPQnFBOoFhLMSyAacy44dqomQF
SFhk/18RNiLs2hZ6/Bx6BGD1uPjrGC5/rIkJ0mefNVp4vhihD+FsekfQ9z0rfh4TX5+HJjpbE/fp
bYbPvriljQP7ASmL2TcfGwfcYW+yxjP1DM5HJZ1Ow+ElhCRT55pkcGWHJxf6pef49Dg405cHnvRB
M/jtmTuU4/FtKHvNKv/j7Dx65EbWNf1XDs56iGEYusHcu0ifWU7lVJI2hFzTe89fPw/PbFRZhSzo
dgvdjZYJMhjmM6/Z4HzVfEErG8/wqiQQUXAqmqugrZwTBYIwXoOEWIoFtmbB6VjXMBIFmpPuSrha
RkdL28I75nHkJGtpcGOsqMECRwwde9hC75qvKQHPX4JGmPW+myqb0ks9YQbUzVhZwU0b1oD39HWO
YB46f1aYx5sE39AZAq/fGJ9Be/pH16kdDkNkq9RDIfNqvI/gexbxOkWdCJ5YUgWutROtKOv7LJwG
WhcooUIisICgsgiqHhkS1R+px/bXALIklskT2iKGZV076L94G6DKFgoVcdGIbxXS8vamq4ma1zHa
JBNwFRF5KRJUTj6chLf0qIpQWmW1KVAX8UijncGauk08sCbpfuE7neLCzXYg/9pBCgw2wdhZP2JY
9zcuq/SAMbfTYuw3F+ODNkzqwdXgI4TewkBBUDiNNfT6moK8rbyx3lgTunJpXYGpBVU9/KBJFIY/
3RK/4RtY0inEU4k74E5SyPRBYcZN0t6HuqOZrlo3T/do/wjrgRo56vWDo/J9WPkGNYHKz6DGYWFX
9pDlD7YJu3QbF3FxBYAg3faV6RyCEdjpJiuoP3WjheaUk4fOojkZMM1zfYMRMbF0YA1NswVYp3aU
0gcwV3QCK3Rx4i57akc3Sa4T0x0KAO6z+csLK/GLQg2KvoWhPMFvR3zwW8WGsTZzjZBNMLbIha8i
O6O13Kb6GSan3kCZ6JATy40rE8IzQR21wcLYlKkrcjTh0hQlEB/JBXA8Mve/z2MzbHtUOjqNHFkw
o9zZ5oY8VYE2F54i/e0OOtqznRql/d1swvoGQPiM6FJZ7IEn4H5CGylW4H6mbofK2Eizv+io26AW
qEPmI5bdFonBmqymbNqdVQFRp2rpDg9EcHHxjHYbqANu2d6BO9gS1ZTWxC1Q9a7trnMNdnMqRnDl
KP4H6wL3TDDMpTEl9xhHz+6+7wjVjk2rfevgFoEon9KFWUTpHQmZ72M/jWgC5ihNxQtyuixPMxJl
0MEdU3bkBHMQ3YMKr/U9AloDfDDduyTjXmigVYOhdTkMJ3QVwxp3vpyw5wntOPKojbQXIczCM6yt
ZUcdvdaZ27EhrSnj8JPbYkK46nqwhAkQ66SAN2fSgsIqBEvKZls6Q/tbp0sfPKY8c6odF50bUlJs
r2RbPRdR4O0jS6hqF0gRugC5LP2UjY332HZJ+yRqL/w9IqpgfrMQZ1ik3l3xC9jhAMo8sfpPBO0h
kiThCCAhsaqBizxE3qfmT2m8gsKp0Qbhk9FNxleKRNODF8Tax2jCRd8W2T6Uv6599OTufZL135Xp
USziLLCfkMPGDSlNhm66SxFGvym9lpdHNEHhuKr7LNjqstISL9QK/6fODot6mwmIoWst0unKiGkv
4kIq+qcxrMPvHggssQPjHmaf3NKEUOJ7sLK21I451cyROCIAffyEPKVhnSbtdiNxT4owN7pWVpEj
9Z1gkELng16d2XneDVyXssTYtcI0KLMplV1lQHBTrFWx2YR1Emqx7fDtuJIlDWgE3PDYppfHvbcF
DuiPnyAFeV9ggqTPtKSHflvTvT46mY3GP4JAD7Ok9XIiJbWzU0Dn80do1v1n1+zdGxgNxkQJw53w
wpaIhHqBGNpvuFpWQ3k1V9SECkBU3FW3UU/nD7dgo+y/YnIDQAUQz0zLDJlBH8qlZwIeQ+Z2pkDG
sY7CuQsgRhdGdTXinlusaczTCgq7ZqAviFEVdr6Wa9eoDYPPG2974fV3fdU6tzIqskcbLUP/zhgT
/Gml34+4JpdO64lNLsqGuM8vvWIrUb0MkdqvokPUldbnUONVd6RJ7zRPDdELpPNUhmLj4SHjkEqX
qOeu4EEOSMwYSPULrAUPfq2jH1YoqmdL1wjcxL35M41T7wQMpvqnjcz2Oo5cfVWmQZDupddjkORB
jqBcN2TRr2xqFtlWNQc9hjuGfev4NLdum9APPXJDQuKryTJreQ3muakOqueNQWyhbOSFOSStYnSj
CjVkaatvum+NIyT7ZvgMJ80zKbuTkCLiXsM6/l24XP53mc6o9dKVmAvvl6UbHd+kQxdTYZLIe2Ek
wJUC0M5XI/eL4O7f5NgHi5WH8Nih7+eovyHtAE0NP54UYYxjJAwxMi1njINnIs2jbcdgYoep9PA5
n/rgoYZo1m27SSRIic+hUneAXYwOSCoh/2nEMoMxphiyjK/c4bbneriXzjzdYR9sl5/wG0q/5nlA
SXXwAhvFh6iMIKAt3w6BWpBKOUzmTQP9xXjQEsGL/CACjEOQdp9qr7w3tIcMshFbCOetes4cWSy2
wDHy81boIenh+FYBKtUZyBJWNE4HA/WO0hrR9uJ5Tz5Kp9g3WGWX9S8GHcFQra22hB5GOSoagwO1
ZuSipZqXzq/G5PTarDh9gDBSkKOMNIWfA0TlStjlxVxv6KvDAaeUMjrPGks0FMGBjsTX2mucNkIv
ENGZcsWV5dXXFi2nF9sfkfJo0YhIqZQUAUl+NmGTGqPpgGzEqAs4zgjAk1laVoJbSAsdU7xkWd0i
2zL1YWDekEa2QPdS2Jo00VWhEzgSEEeAyrl6NqjGw4ylb0Vt6Ei8OzJ5TWEfMpHD1Ajq0cAQz7WO
ynaSBvkQohLUYBE+sR8X2nH5G6ncbB8MVrlXFSn3b8daFkmHQcfR8SSdyb6Msp9jrGRMci/mTY/V
ubPBx5vVOHQVhdaww37txzzAYD2kBenHbWQ4ZXEnpdFVuxpoWLAWfa7To9GMpg39WufWTRIkACZx
44N4gmfPYWT9I4upBtv8rYHkp3uYbBybMan9lT0EqOhGSVrdIVvNVe4n5XhT0DEwvVXdBpX9lEK4
1I+wF7I0WAF+MrZA24ARlihZAfjzhhc6gWgxRJ4JTJ6KUQCWozTkTUro/SyIQbL7Oc6jR5uKLbkb
deOfGHUQ2rk6qO9FU8fFBm8F9ypnX3+F7jijmQx/d0tCRrGIXqYYk5VF6jGipF5k9lVUBPwEKvdo
C+K64CLU2Rh1eUt7LUL7NJxVZX+2hTMdkCbQsGVzTAop5qlV58Qo/OZJdWxUmRh3DTkQEA6hrPGu
4DylI0pLIZs3Y+MENqgXTz1FSAGCiIq8PD1F9M7XHsDkrtwMWSzrG9C0UfY1D0HPftO23XeYGAJ6
X9t+0w7rJDIN/1NoQBCis66JEODDFtL+UiDp4RirAP0x+QIJiCYZoC4vOQI+Km/kqBG1oddgffdw
iPOhJOF8jMkPp5G9N2aKFxlZDsX7G0P4if/bK6hboVXGoYys7reSL2of2FZ1i3NBZorqRjU4IX/u
LQrgu7iTpYCEaTrOlnYUzLmgHeYtLAS8hx36UMi9tHp2rt0J5QPkKWbnJsdjxaENNFH68LYp9Rz6
NwhbPlHvCsGv0QclCHGh5MOEUiRRBSQIJ+lOsQtk6MiBNtsP2HlXAeIoht8QM5f0EVNs+9RdOqt8
XfoCSCMBY5i7zw1VKjL1MnPGX5TPgbGSeU6gFig3lgllSCyxxv638njDtdARNQpv7JqnJA1zvc6o
Bn2ZOItphxp2mBGBTeNTQ3D9KZ17g50VVi/o6OhDVYpuvq6snrQ0Qu51ZyO7EDxrYY4UM2aR2L/I
MTTkNdpb8jENK/dlxiIiCHZSzoh4jJz+yH44IkEXS/vxU14UgX/XwdHfYZmBYHqTzI+dQH1v8Wju
g+5Zj6kIt14/oZ2KZVmVt/dcOzGA5yzLixdZBWxPWDDhV44Y90szDQ4Fl3TGihYfcv1JGJZnQkao
+p6KWjoDmMi0vp/ID8xjizXGt8Lt3OgFgBEKZqNVJzhIu7566AtfwhOqElKicNBfJEb1J3jIcGqJ
V63gqUWvy73HnJRsi53jfZ/6sd97SkBSHsvsqhYL5J4iafpCADsdKP/ConSV3W4xa0YqEWH/FiUw
YAPTTWZN9QtEiWh8TNx0mOpV0Ut+5VIhpehIaPuzpZe9IPdtXK/QqEE5qSsh1uVZ7WxnMmYILwG5
4HpuPRX99hGcvB4nnBpPIvYKenVJa5d72c0EoKjylfsw6mKaMnWFvoskaIVGS9cLH9/R1ut8aNxb
7KEJuWGA0NlNisz9Ssu5vO+07FHYsLK+6bdMv2Fe554z1F8F+j7G8wBJ3FjPML7WJYe0PgpH1Oh/
FY7R48eg+vCXQ3yaHusevQiJH4ZzTTG7rw8KgnK/QWQuAxvlNUl553ruABuOTMuw/qH+ZEHsNlBa
KB9SMNPFVjgOfERkMVHIhl480F61jDT4pAzU3cxoxOtha8xN5T4EcQ2llBjGX9PiRPgD6S5kqyI4
c8aW53PKm3IwC/DHLiczfgqoExY+af3Gny3350xLCatmdsFzgOwGOIsE3WX4FAbGmUSFMl03czZ4
G3IiqX54OQTeNdrJdInR/TEngmGw+fSaUDBAXAgmIOUCWmSPqjWwqajogqL7aNOmHGS2tZDp6ugp
OeQBiHGBOZHholHrmC1UFCq7wW5QkLR7BEzVWtGNewIjbya7mOhk6ZCbk/s9R3AWWatQVvmOprQP
gRUr2NM4FPlz1tY1DY+4mwKQlYtsJ9ktiL5dSIAKw7dDVAVJvSD91nGCjXdu4snkSsRd1DY7cyod
46VEdsv5WnYeuoxtwL1zQnULdF4l+G+KeJRPn1A4SAmMCZ7v5NiZybzSChjXb9O0Y+aNg8VDkBhd
tvkAnL91EWLhE38pEcCeX2AL2AFKOnEWdo8FroGP9G7HAAsFN/gHge0uua8qVyPvDVJhnxrMIVGx
A94JM0/L+4bfk8CDQEXT96nF3zhMA7qs0ELVyp0CMNiOGZBC0KBYdJOCIL4pu6D4nfquRwFAWPwT
uoG9s92eWtPS/p5OwLut+qWORv83LTy3+D5wUWAaCa6b8Mjw6/opR5oB5XhqgA++VVEaSBAI4v6Q
7vw9McISUhyBHcQ+PMnxrCk5dKwOWOqNPZrDIZ3N8qoOB799AuwzqodFJKDet7JFsmBTdtWEm0jn
c47oEMb8I3ZFWfhIi0kyppnAOVUGbjV7zCrs3zgTkYjGbhvSWoq7XeW5zl2l++QonaTaViI2fzjQ
+uDSg8wHjoavTXVtzxKfKspiALRmtuQOnoJpAqKK5r0ocpKgjr3hjsqgvKN9SioUnBDUMK35vjaA
WW10Zg1f8iAbvX2CceWEdpPv4ZmgYqoRayTZc6wIOTyQZ0DF35fj/CWnCQZQVORzPEGD4G5f05Oy
F/FLIoxVLy23fKJB587HAAJoQtIzuUiucS5Wh9Dqa1pHU3lDOzKvoeRYufrZhXb57Bqd0Aj3TIM1
A7wx+I1tPvWf7LzurgHxOAcccwy4O4kEcJEPSBFMnuMtJf8ciVcv7+cX1ZYRIlbmOLyY8KEtKkzQ
Q80+YwlHzKs+ECwFmBLm3iMNJuY4M9zY4CDzLOid+HJZcHKzWBSPgVdmGO5xxAGV7Ariax9tlBMI
VKqLAQrZ6ZZwawaH4elSrRNQuPm+6OiCBmCQNfro4AsPmT1aCfu+r62voCuLuKXaEFfUBeYZ4KQ6
aOgGjBBPZujeg4CNbuYmSwuEDdze+NTP7oChWeXZ5t1YidY8cZZBIiQLq7/VeN98Skyj9D87ZWdY
i+SErI+hL+WugohxwmJ3utV6oidrRPbNRGrVfOlterBrKnHyF1WWInrGjWF+rgyHqI1c0FkXLtN6
jzti9NzQxVmDgy2tX/Qe5vKEd6Z3lXX46qzRPPXoQ8UYEUElxtngCsn95BP3AtQkUgJlbCOn8uhe
xxm8xl2TOTMUliFii46nCsk8RIA1lV+c7/BExUla2Jg7IIXqDfFapEQPEqBLD4PykLSm7cSbgP1J
qJtZnfMYD2SWm6abB7J7NRmfSncy4BlnS0H7egZOHuyHGKYONkqe1X8TyC4mT1MzJgESdGZDWcIa
PGgyEK2oJgdoTY07o8dr01wr7AwyY9Xpkj5M5eIFgph9Kf2pf4AMEMzVP45Zdz20xb6coFFCi2pH
6pYFuLV82vRVmLfmI3q5Mf7fvkFrv3mKFFJ5n1u36McbgDpGGfzyCLZjf0f/jA0G5nsELr93O/DG
OKxlUHpvyfVmbDi0Y3pBipAFQhAH/ESgPlgT2ectNX133nSFLL5FtSj6fayNigaSqJTu9jEXWQdd
b4QglK+dDAinOtAuCsOvYa85sQ4T3qFTuRM5+Dir/eff//rf//1/f47/J/hdfCrSCSujfyF/9QkQ
SNv817+F+Pe/ONaX/3389V//Jg1BpdJyUHQhavMsKlz8/M/vDxEeb/zq/6WSIGthX5Xffbutqg2Z
z7BPzVS82JJ8ArYfPG2I85hyN6Y3kb3ULp37MaGvFQFPuvw0zuuHkQ5FbrwiPDidtrd0UF8/DN27
yR64978mArjHRujS+yLgtLRb2WdTtsdIBTpwlYSEFH85MqR8y5Kmo2yFar/Sr0eWmh6QERrDC7Fi
sq+zCVsWG3Cc49jBNeTIn8JH4OrymMJ7/boKwTnlCk3NHA04B3P314MCm6KU5ID3xgBkaG5c1dkI
R7baylb0Y2k9rQa2DUdz2VjikyXhnSKEb3kpt7NyKAuVdFM3uL4W5sGmTBtTxKo7ggIMNhd8ooHd
dTLGZf84iM53T0FGYnN9+SXOPpkyPYWksGt5WmqQVp77+h0kEzRbQW8+TI7ogSeV4zfU8/ptI02k
uhRBzZdJyuB4edTlT/1j1SohTYHBClVMFool9LKq/1i1xdwkoeXbxSNSj5hYlLmbXfcJzEJoxHO7
phzs0F/GcfYYurhzfLBMrXdGV9rRrFbJv0z5evQOrGzdNGbx6BdD+5BkynoMmgWmiz7iB0MtK/78
RZVrSQUwz/a0XpbQHy/aSGXQENDFY9OSWeYAP9aQiepdl3jjrnZM9/nyxJ5/TiE1CxK8oWuxLqV5
9jktBHuqEfrDA66T8BZCb2mzUMdAWC7KDxT86RvZhMeXR307oYxqUcDXQhKEW+brt6TGwYvSfHso
EkL01WzYP8KGCjZdM2P++ddjsUypjLmWQPf0/IxhbVYmJTb/gda5eiZQRLcEOlq0VKNg010e7J3p
1EoLx5VC02h1zlaKhgRuU7pejIEWOj/qdd+nhY2DFJCEv0ayjq1kGolpe3lc8XbdaAZ2bb4i56in
lgf7Y91YBuBR6aX+A+irU2moOt3VCi3egFoLFtsNEvXRMNffM1u86MWjZ500LT4DPooVNaetDfFh
IJ/z0H/5hGTJk+f1+oNN/M4z2iScVKFtio6mefaMVVgGQ4N4xcOkcSZZhZlNWQ6+tL7KG3wfo7So
Xi5Py/mBy+p2JOcU64wp4Qh5PSsh2fLshoZ+kOxtgIHwB1qKAuCjbRScFSpSB20bdO+hn7S7CIPc
9eUHeGehc14KnoPqlrDV2UJPegFNpAucB7sb5THVDZWkMvUB4/bdB0Od3+yckXqBBHHOAmhDLkO9
ftkgHv3OzUr7AUE7b1PCq90BvycnpJ2/z+PyqiTyW8F/VRshfFQ2igJwQD1nh8vv/PastjzhWTyM
yZub1tkt12LmAo5/tB6MwZPo3Y6uOJZp+gU2PZF+gRRrn5rTBo5s9MHIbz8315LLoK7Llc40vJ4B
bx5qzyq1fgDyQQfUsEZnM1J/2rlzYl3TlLpLwRrt/M5ewCFueXX5xd9+bIvriatRCEIK0Bavh+eG
cuEMNOJBxkSyIh6KEdGncN6oqOl/XB7r7V6yHcfEqE5Ltj2tttdjYTiN70bj+g8mcMad2XhLQhda
eyDS7To3x3h/eTzx5qs6YCuVwyEDI9lESur1gBmIi941M7p8gSHKK8wNY3Xo6XhSGo58q97Z7WAe
M2xuEJGaAmzunNlWxwlTu/lTg+TkjwKwvVrlulHX1pwMXyKLWxxJoxrieVmG8a0XWt7d5cc+mybb
BtTOhnBsk38q4Z2txb6ZOlRjRX4l53w+IBpWHwojExs6culDEJofbcK34ylT2nwXtHs9yrZn45ng
jvBETypalB42tfkAex0lUR+xf7oWSIy7u8sv+J8j7I+AgTcEtGS6DpJeLkeAd3ao9oAmClBM1RXN
5PbZ00a211rmazs0x2OkZvXFGHSCGdwIJqTM2mQ/077emCQxW0vK8YOb/fwU+v/P4xA2sCoRN/TO
9qBIEVXpJJpKgGbyLMTYs1a/hrj0w3/8kj7csQ7HRejHTON9DmoGpWHkUR81LkXuSWF5+vzBBJ0l
PP95IHBIrlKcibRWznYl/ToBZrLlkwRZ2q9RhQapoDFrYoVasXmHhyRIYqqzKBph1zipndUZ5j9p
KaNw02eaduPlJ3pnjQjH8zzLNaW7LJfXO8kzjYHIf2xBBNjpzovF9IjA1LSn+KB+m4Kq0eXxznbu
MgFcCsKzbeDO0pRnazLp8MDpqHVcVchGox2MlNNwIxObDnelAOYf3Kq2x9ua8vYTFpt9/cESlcvR
cLZECWa5+pl/QSB2Frw3XYptTBM2V+GYTscWnzrUQc3xsxfVt0T8Gi2t8G4xr/2VLQ0bcmDF5VRR
M7dxTz3gl4TCOM2dceUAhEIZWLj/BD0qS4E9xCs/tKPHSTnOIVIpcJCMMiO42e+XJ/H8o7nkzXww
FCE1dwz11dcfrdEIGpK6p8eSR8fyxrZQsHGiO+5AZy3wLHi4PN7ZXWK7rq09C360KemIe+JsW4ey
Dh0EwY2j63q9CdOTCvRIs7EKILyt0mziBv9gXS5/5J+fyXVJSbm3Fe8pTGGf7VwbggIFf7c96dYs
Dw5lb3w/JkSLWt2sbasatwguFh8sjrMrm/d0HYtkQNjSWuQczxYnlnlTBuYTUwLXcWkfZlDUrDs7
pWdyqMyynnaofhnGcWxE2dK1B9ywjjvaPx+8vHr7IJ6J7ojkQrVcQoezD5yb4HtqiF8n7H3M4Zpm
W9g+ZGDKM65vu2u+6E7YcHs7qn4bFaDUkyG21o7Tk9NHVnPd0nU1P1PetaiSICVsRl8HtVjmgOhF
dvM2BumXPFTIcvgbk+aa97PRqG9uBbh9Dp6wq82HEuXWkDS2Ai+HqgVK9mCj25AwrZwi3KKjoRTm
sUEfCHefTI80Tqe4MJZENDKj09BlXY+JYwTEfg1Zygie1IA683MMwD79RHyNJuE4jGMnV5hIoM19
ec2+2SMk6J6lFHo15HTSXqb4jxxEgtnDEwGckt3kdEgTf7BXtBiRxJFz+YvCivvBR1sWx+sVy4Ds
EMEPly+3HDx/DJg08LfxI8tO5jC29wjmlo8YowYfjPLmSmOLMQy5tWRTcNOevVeJhEsM6Dw7AdjA
y5nK4bHWCrcW3Sssn0t5NDKEFjEBD+E+4VmSllmzdsIp+SDAPD/JeRDySguMjKAE4+mzQ2FMFKKX
WAScAk8Pz7pKo12ON/Upx42vR2V+0YGMivJEylt9MAnvbA9JacqmXOCQXJxPtUCdrygjgW8I9MK1
nefRXYaW0XZYVuEIseMI5sfBLBIT4pSSzKfLS+udL01So1hXhPVa/eeK+eNLh1kj5ykDTRnkAtgr
mNDslxFl0d+vYAmwzeSaBMdr2mexQj8UnYMbOV96hp6IvOlo3yjXn6xdEA/BC3B+HAAuv9k7m4Yv
6qCVSMyEeMzZ4oqbcCzDLAxPjcYWR/fNFQxCYPUd6DJL4olxebj3FjMazMIEBc4PlvPrPVObydTS
EgtPg51yjY5Jzfnmc3iMY7JD6gGrlLREZ2OKy+vAp0Uwua24M+vq5+UHeRMVsJgpkVN3cuylDHwe
lvR6BEFQB9kJGVWJv/rojO4Jss6YfNEYls6rCt8q9W1sQO6tyaBktLELKsar2bWM4FfijGZ553cS
yVXkWurZNla0Nyy1qYUXSLUqiCXjUxzNQ3k7A0vq7yrhQPf3TISOmnXmd546FLmuQeEAq0Wg8/IL
vrnBuUwVpXZCT0Jhpc9Sf5QiMZGWVGNcEOu/F8XYfdv3SLwCHsIA8PJg5/Uf7lFmkx8WOGIqK+eJ
B8iG3I24JFDOS1W+C9EW+gnPE6nsxJ3sA4eaQ0qKCee8k2AHqsWdq38qseRJr/mt+aMEEOOvHbeJ
bnDNFuUOI1/5MyaGFR8swXdWPDkZdXeHHWZTBjxbgVNhQuxtohN6mLMCrI1frQ6c5tmapVvctHQ2
/rk8O++cmzazwrSQAip5vuZHO5bU243kNExev8FbyAIW60SnmGNsVyrZXDcqwOuwDOLnyyO/WQSY
giu0VDm2uaDovLx+1yYVODNVEevQxmoWKo8MMtCfXXSVAfW+uTzYO4ckAb5F8gXNT1FefT2YsmAE
iLLCSk+547GFZLkWU/I/uIQ4p2gfOVraJFZn0fyAy0MfwXo+NXNCSROUMwBSUxgYeSKshJpCh+vQ
BBjOT7Pt5Rd87zsSmpm2yXm5VKxfv+AMOMdrdRGfcBRKqeHJYt+iO7wJXYbPGpircKT0OpDzsL88
8tvYmL7Dck6zYLkfxNlmBsiuhs5LklPr6sK5Cw1qQFucUcJHGUg6uyN2jfhbFKP/90t3iaWW+54s
H/LO61euS62m2vDjU4nHyzYZSmM1AWm/HsfY/j3iQ4cdRlBAbKHgWn5w579ZvEu1nAq9SbeQqppa
Pscfly748SByu1mebJh064JfdT9LHz3A2Mw+SK/ezC8ZDi1JQS+Ql2SLvh7KAtiRUySSJzydJTQ8
jJ0ccOerwG7G7YT+Hn1fM/vbg4hJXUblFgLkT9z6etA6BbM/mco5pQh4XJFmIWWFMdAqn9to39IA
+WA+3969XAkkOrZLEc20uRpeDyidDAOdJLO48uAPQI/EQTyO/6lsvAiwMJlWeZTx9mWOgnsI3QO6
o9wVI8I1f7mal6tJONQe6BSwrM4WlbbjRPuBr09NW3n7pgXeiTZFvtG1o1bAdc2nHJLaB2//ZvMu
g3JPLfuHIb2z2Y58dDFH01entIntEARvN4OYGYjXVx6h+wmVQySpHStzDjX41b+N7BidfiWRhiT8
4Sx+PfXaFDWne2whu0Q3/qV2cBBAAqQobgFmJQhlBA2Eg7+fZppANmcknTzqc6/HnA18HLOgJ5jD
OgxWShVvfaPw7lwcT/bBovcGKjaLP1jV7+xab4kkaXdpKfi6Z6MKuhxD0OrTZGbKRJKqaVB3Cnwq
siIETHv5HZel8ioFW+YVTUi2EJc518/r0bLU6WLDyPVJl5wMbejkazr3YheF03eFouHp8nDvvRx5
AOEigQcX+tnK7aCzRShAKVQjpmzdygizPBNQS45EwQcpx3vrdamtKkm4TKR8FphXohpmTZfllHZY
RZiq8w4Gkt273MnVsQX3/txGQmwoX6KOePktxbuv6XI6kXORcJ43Mmr0DxCRDb2TQn09c4E4z2Wx
Rh5nrFcV3BJ/60Vg0bb4bZgY7GLgq7GKCLzJo/7VKhuhfh/a/orfGyOUidbeZO7mHOGJZyAWvvwA
E/DeInAQU+B0o8bKMf56Efit7wd1BCN4dkEi9iBAkctwskMek9JMYWJ8MD9vAh0W3QKfYMGRNnnO
WQ4zg8QvqylAYTxr21+YOtZ7WKnZ7eWv8N5HcG1TuDZYRVbC2dLWrTtWplnrU1tU7SMuS9lV2yLx
FDWz/uBsfDsU1QuhKFISwhPgnL0Q9gSWgTSFQ4Dam2s/bOW2qzSCz1GvPjgIl2X7esMuhRIT6rEr
7LfAlySwmhpKoAN+3wVzFaCF7Mio/QxKvN/5ROBb4PT+ZlIlJBkTZZbLk/r2omd4hwY52COgyf9Z
+X/EFArFJYQncu80he58nZb6JilRu6XE5mNHD/ZQhsgIXB7z7U5mTOBFDmuUyNg9CxtRZMQUcFpE
KyjVPZjziJaZMyhMGp381irwWm6GHhZ2Yfy8PPDbdbrETqycpSO5gI1e74vGHcqqAhJ0suPM1jel
blBJRzO5Sj5fHui99bNk80tSRRnhHE/RG1ZfTYrzIkQk4oR/d3kd2eFzbTK1l0d6b/kwjXqp2vIB
z/PMJGzNaJKBeyrD2gDGZrdYUkZ1fCWGAd24JK/6+yR1sq9DZ8a/Le7G+8sP8N6cLkEEBRpbkgSc
3QDkrqVhZJN9Qj5qvvPRCMTNiHz/788Y8jXCQ5edQrfmHHHUx442HIQTTlYYxz3ypm3l7hPKi399
yjAO9yeYPIrONElerxHKt7M7lw7ulmBNvzl6zq/gE9XkcOavyzP3zjYg2HVtCfpv+WtZRH9sPUeH
GhC1Z53GcjK2vimyHTXucd33FQ7bANCIsbFetmiVfvDN3huZ0I8jx3YUH2/5+T9Gps+zYMQ5c+CN
Z1/RTYo3Xt5C9eA+Rbc2drI92n7dBmDZR82nd3YGtUnaXzQkQWCc74wi6iGVhp1zCr0cLpZBd2tq
02TTDW60vzy/b29Bwi0PpieHjUlB5ey+CGOj/w/58gSBmDaWP0XDIdMUVagTI7hiYBd4ecB3zlJe
y6VBxL3L3+fTaqBMVZYxx4sIEFTurWNneQicRAobxaGoNw7aH5eHfO8dHQ4ZwVJlFVnq9Zckbxgq
xNnUyesR2g5A0V5pCYHBdAqN0EzifXDcvPf5wDlQprTJQcHQvB4PWezZnFSlTkpLIAY8EUpkM64k
g/v3ZzVdWZJdRUXqbVkjaqexKs1enebC8l5EH/Yb1xqLD3b7ezsBvQ+LohBHinPeY5ONQAkQCZZT
WSGhXHmZ8RlDgHwT9AUId6uRzRo5xm+R4/8lbpODhTqEclwXsJ8G7ncWo6Fhn+DSR6AuAP/mK7iw
9uem8F6kAGitR8gR9ZKW/fVykYSDaGYuSYKyl8P8z41ftE5Y9gk1UApW+zZIgo32Cv+pQ5lkU0HQ
jD6IDN9ZnxJJRCr3Hh8S8NHrAZEogMU9kGT2baMxuY76o8ylf8SdiFa71Txffr836ItlVlF7JaFE
DRjI39l+MON6siKvUyeUfdq1FcTo3IA33ETDADdhJDZY9ZFCdaPXDqlCX98UC9NnoPeLvkPYDB9M
+DvXs6TAQJOIy4vtefaVR9wWp8Ie1Alf24auuYvB+wpMCjxVG3PIQz145a6BzHCogGM9uHac7i5P
yTs7lpxzQaIgngOqbvlCf3xy7c+uH3W1xA9n8PcR3fTTWNXNNqyK4IOXfef8UwL0Ki1HF+CLPLs6
0RBUqJR28hRnrnkF0wRZ1K6zPxfxHP2enHi6aVVvfnDKvzPDIMcBAJARLKfu2aHbepbTO6OlT7mJ
mi+y4l43Yw6BkMsqrbCVXfXoCt4GLdo3awTanStHD2H3wZsv++YsiOc+Bcdj0Q9jL599ZvQnY5T7
SIAmLBe/Rs3g3899KOe/303gZizKrUubHqWZ19+ySAdk+AqhTsJ36Lt0iJoWZSOh50PLUzmd3r9f
Ox6nL0gVviZH1evxsCkecJD9f5yd144cR7KGn6iA8ua2vZkeDoeUaG4KkiiW976e/nw5XJxlZze6
MCtA2hUEMDqz0kRG/IbuV61o2Y9RMe0TJvLKcwH/YOHuvLNMRaNfF697UkkZGYqEX6DUZmqeVCq3
axRfR9wrW0SUAz1EwPzxuO6cSiQfQHDEEwQEvficv+0JL4nn3ii5NTPQ6p+9nlfdChIgVksGRg54
vXquvxDyzvhYnLyx2ITcafIyhRYTc525+gkCl/pUF1ZJsa9Bws9G4/Tx6O7sCEqZFtXpX60HaZU0
Ec5ufuzj9aQJjI6F/MawCrAG30Cfg+dt9OM3xRjs3YCwAU/MyXp9/APunAMQ5VyabewGIJjSITxF
qZNHfgm/MhxmBY68IaBvKN+gvaGPGiJFIHeSNewst1rYIXdKupy28JxAXvMo4kV7/WkhMldNVYQp
aZDlTHAFfdTmVBsLphkDbRy8FBeRvihMngddi9e9i5+3O4fuv2br2NvH83DnVKCVyhMXqDML+41+
8tsyS0ZF5VWtJudZSbR/WRnZukxj6/3J/O9R5EpqjxxRh0R+crbU2N/o3mji/YE0dOtmxZ+O5b3O
UVmfuihfAnPf+8xcLA47iQ4XXJDrqTZzgJwezPXzAC/MPE81Wg6fvcDSPtG0TL+3o4oWoKOlzriQ
tN3ZS6L5Q7mEhzyCW9I9E7eKbqNOGZ/RgagPbt7o+zjWMK4IoqX7+62RJJ3srvuW6boOHCE5gWkH
/puB3cXZqVMTRxVQrVj3RFmGyUVXdm15xMKv83cBXpGY+445WO9DVcE6nvGPhla0cJ3fHl3gJun+
iJq9zjEpXeckPcnsT1l2jsn7K3xC6ylaq+R8H6fSGj50bb5E9bmdbQHd5rCErSHw7NJxAjUqsFQl
xpc2HLN9nqrRtrKyZuPo5lKucruiDMujPCPIWOCoPenD4tPaYjUEty22q+avUIty5DzZosj65C3E
81DPNurkIZ34eKPeGaIAEnKDg+eBPiMdGr1ddjFmsv5pRJWu5iats0sXhXmxLpOElv3jaLdvDio1
tINZuxrsWjmaAXEV7xHQtajbus8pemhbv+wwjMHpGwndqevatV4KsDrlbv+fx8Fv1w/tPMFIYLwO
1QXpbC6gdzgDJpQnK8qo8KXdtKqtsodob3urNIiqhRTi9gwUrxs6/ZQYuQ1u6I1GhoYdzjyn1q8o
olqpvh9AsWwfj+r2A3K12hSGRR4Ig0naFYOjo+OLkflpIql+KRp3flYgkp/SNveWnjT3YnGtqZRt
KHWT2V8fe07kpCV4p+mE0JAAdmRoUSMBDlk5WSrO3gnFw0lA5tlMYL2k/CvGzr4dEBU/TZ0T/YXh
VvqSx0q6UeY5XliU90MhqUcnENypfM5hy1GqKF718DCK8QVZkfygF2a+RVt8Cf98ZwnCkxCQE5JY
0fS8nkC36THs87Lh1CP5tXdrJLSzaADzUaASOA9ttzC0NyrE9Rlu0TYXgByHpj3Sj9cBoROr4WD7
/QlTwQzHTdeKjlM4+p8Ks7K+qbWv7YNw6uNVnVE6sQPusU2Z6cNBT3Gc4Sgv8aPFeffxmr097CwO
HF4ugJGowcmVsKzGIE6Psb1C8ABpDX0Ktk7nJ6cQQRnUOMY9AqHvZHxRdIBACHqZQrE4zuWEvsvM
IU9R5zwZqPh+VUA0/zlWIfKZSELstAbHusdjvLOqRGoAgACul82xI828N6Kvk0XdqUEs+pQjinyk
xj8fHKfR9v9DKAgxABd4a9Oluw4Vad3Yh6nWnhDrSnluB/7RUAJzF/IwW2iv3RsVx4wpyiiitiit
J2y4O9Sv4vY09lHz4iqatyfh1T5T6HAXJvDOInEoRFM44U3kWHLTM0Jpo1Qrpz2p1YjsvFJ7h8HB
VtUJ4+FSVxOCVXPx/ic1BTe+Fjk0KBdenNdTGXhN7TqZWp+KYQZuskHzxAeKluLdmOFRHaK4jAva
GO5p3SOIVXhG6v9AnaVsFlq+d04Kci/uZQ1QIpUJKR/ouhSv47oAA47K7/SxxfMgPOZ1hSIdjxwF
IdTO9NP1uxeSa3AwCVATceXr2WkmCg2z2ZwcIxv3E95buwglmIOpoJ70ONS98Ykp5hnqkV160rWF
NdeYYB5Fdi5Ud3zV+5HPkb8FdzehY6D0u8fhbhMPi64XtyNNKTroMppW73qejaFVnzx2PpL80Nwn
TDMOZV58xGQoOjTCrwuNn2Zhb94dJ2kAD2CKCDfACxQL80nBofc0Nlb0GXmP9OtgW8EGCQahrVjW
28cDleIB8XyrdsEbEInHTR45Y7c6jlVvnCvUBr/lSlz+4/BefZ30/C8USMuF94iU4xDOgK8KQNmi
205lXDrl8qSxcZo357Nlmf15QC/iMrR2tfD1bgdlgFxE9EFwinndSgdc0ZXwhZMSt7LJSoDITmqE
E4TVvozRhCgLn/7ds0hAKqmkORTYAF1cHwPxhNKBN+v92RzmiZdcqWF9gxfIHuBCsMvrwl7CWUin
nZhIvhxAGWpbqNvJB8845XOBm/p4dkI6/Wu0qccVKpgRxtZZO31Q0drb9JOXLMysdJ6LsIJ0D/KK
b0jVQjrvFJQk9QAi9Lmx5h6pLFRoae7+bGdvCZ1zJ5LNCKncsd9NStXXU9qy/JM8xT/U8ilBoUXp
6RvLTOMEWZewXth1b/XW3/IeMS7+hrcEMpgPKFNE1bIb7TYN2rMfK/6m02cUShV0srSvneG09UqH
a9yu3GEKv/Wt2Rer1utMj+a47iMpZdAC+hykWdUfMP7qq43ZWQngaV354mBMVWyz1urwRW6hj9ka
umPlqq4188lBwsZeYeyAjyeKTt3fZm6ryZpSSPGRRjSGQ6o5TeinQQXN9r6DOu/CfrydZbIpl7uZ
5JKEx5HSZlXVRkuravWM9l27x7PZXfUYzzyTtA8LueXtpqQ7BYePOgq5Mw/z6w9aN71mTfk0ngun
/4ndePLkD4H5luTEKwsv0H8en2y3Q6OXIIgvb+9/jrbreL5a9oMdDvT2Ut38iZtTucU9shp3k4Px
2cLgxB92vX4IRluMGwpKGIvpOpgzGX6Ezqh5tkDcbFAEJHtj258tBDjBQvZTvINjXcNQ0NN5b+C5
tfB4vJ1dJBto5Ly9fsDaitn4rYCWRSiMTIgnnM3ARSS768wSFSV9/uHatfXBxHPBXxjyvfmF2MZT
gfqDy7PhOqKHQHKKzI599qsOV1FICceA1jRi69G8cOrcHnbwhoAZUHGAmQ+C4jpUYPUooGromRp+
gqUBvdtDZ47xuip5fqiQEr67CtIAj9fPG0/x928KQE6wTkEjsjlQQBBT/tuUopHrBy5K+GeQjnhz
V4ODBUcP3mbe1oYyl09U3p2vIRqdOBsXfjXvS2QizTWQK4xdosksUUueC9d4RkPS2ZUqWdEq9XpH
3+F0G6n7FOOOfvv4V8vrQPxoElFo4xZQb+iz1z9az8gEsfGpz1GOUPlHFJtdFI6rzP27DMOyfBlQ
2k0XVsJtTDCo5N5vAAmHx8t1zNkdrb63p+oc4U34N9B2PNMULAsuXhx3zc7z++n7e0cpFF8Yncpp
IpCG1xGdEZ+CCcOCc43Tx0VvZvUAaqTGilXtaKQZS88YKR0U4gGUoDizgCyAFZWRO3zPXi+QOTsj
sjkhwYXNcLsJXCPzMRCAkbSy6dT+Yc+lsh5Q2fzy7tGSg5IN0i0TtXhpb2MppqbVoFXndECec9sj
n+auvQ4DnguKjuo2RoPQP747JjR4SsdkNbpo/lzPsBAfyXzHgtI1pcWf0ahXYKNa0JGW1mQfI1dp
Xh8HlI8T7kiHGjjQKPrpFBelhdvgXO+XujKd68poDmnqzbvaC4INJrbz/nGo2/UKGYIXCycJwki8
J67HhmGp3vBmG89wUo1tZZrFuhAG8kEe/DPj7LVAfbw3MlIYogFdBEYkXXyF0YDYQ7f/nNN8xF+q
VHLh1We2360yem/jE3UakW6gqcBKYSINabH03hRhqofBljBOBR+ZfRnUutygv14+JX1nLhB33qro
v5+SxAOsQIIDrIYrSK6SuqQLgxIM1b7QhjBHz8vwsue2c7121eUp8ripHpX7sYTZi7dRbuCpODbY
aI3k/T+7UAUDB/oCTszQjMWLqyXul0qp6dT6NJ8/qY2n5Os8U8YaO6RRddfIdqRbFF0VDYsupdsG
uYENT9zXebieAnob69DBT+/xipGv97dBgpEQWB4DYK10wpHSwZ3vq3o/IIP9HDRxeOhUtdoZmonv
sQv9YURp6qAhMb53PH9aOGCvw/OqF/05ElQbmTl6Gqp0/+VaikMPTva7abSTg69n+mlShnhr1EPR
IgiilNTCo3yP/UL5LUjUJbSW1Cr89QMA3tKuR0IMBoS0hB2r8oKEYvnOoDq1y/XJXcfarL6GQC03
yFHMl1F3rQ+tnvXHWmuCbYXbwiZG3nzhUr4+iH/9EEgQb0htYMeOlHTg1Ngp3uyqSLb4b6ZEGS28
AABDhwHmyS+16qXqnGCnBKq5cGqIP/q/C52jgmOfywZ1AXJYatnSHMyooKAXG+r7BDr458Sf/Sch
Qbnwqa8Pi7colFO43Cj5CiCedAymUTGrnTkbe5de8BnCsPaqTXq98WI/2j1e1NfH4H9CQV8V6F4a
ZZ60qH0vNwoHe9R95HT6B/y6uLxqbfzmByMuGrO/lFDdDI2KMg8NQZdyYAzLnBJX6Vtcj11tH+W9
s3fVCM5SlSrIGZM0PR6adCoxNrqtAl/jgAChLSBnjLi32zZETR1wfdu+zB2+L5riuit7ooKttvGP
JAvLI+/j8Q/4pzOWQaF7Ud0o+WwjwopudNnsWYfhKTQKd4N+qX2abGRndCeOnqMwU15nPLK30QCa
Bqiyve8DNzvFbxzfwR23ud1VC81rqTb/nzEZHAYcROJRLJ0CmtXglGN2+h615OwTt3O8dmdnPhgJ
jnV1jC2raub9Qe9rBcFjPOHT3K53mq5gsmxM/RbPlfpdr45fP0moKgkNA94A8jRj4KEBU9L0vWsk
1gcAMB/xwpoOdU5nvSjmn4+/qrz5xUclP+BSe8OJmdLmL5BzBU1lGHtYat7nxKOOzBqAD6w26r6c
TZSWh8H8FuPLu313ZNgsJIA0BKiby8/kJCQ/CyZwgCVb8xSi/YpnZOivHKecPql43Z3DZtaPvoJ4
1nsjU82lEIJ+C+cdpPfrXMWw/NqLgik4pAAHN1rb9TsjhklZmPhRem5dbNM0QzahM5awMTfHAzh5
j+EKNJPFo0Ka7b5ETtmZuG9mrDZWZeEU6NEa4SVxyc+ojSoLcyzFo3En4Ksib6HHw+knxUtHfJfM
oBwPnVG6bbkbsHtWKUm0gCbBnYwz3ebMpcTyeIJvwwo9R/J7lg5JjIyCqZ0IcItda4fMNxRIuBCm
0K75YVbDuIvw1lnIl6SrnFESjgIIQ0U/kmrh9fecEiT1TJA9B9hg9abxHGE+3xsI/EXhd0vx2kMy
4kXKTKurjK+9kNZLW+gtPCV795deDP/nOrwNR6dDYVg/pNznpy5xkFOJkNGtyvhDlLXqNo2Sby6r
Yvd4lkVK/dvlKeLygqcuYgt8OZi867hBrkZeE5jaIa386IsLO3dtJkPwUlatvp8NsjtgktnCXN8N
SmmU/pNgW8inkx7RkHC9TD+McKB3SoZJGqor88FsQgQyeMhtqlZbInrf+cCATdguvE8h7MvovGAK
cWLNTP0Qzk2whx3qr2JNq/ZGjN+izbNq7fldc8DmztpQ/td/Pp7o2+VMYR2pMKLDMgRffz3RAy13
PZod6wAGZ9ymnYWBqDPEexdLodWshu+jbFLGowYMmAAqG50SxAKkDztFupEMVWIfYnd01zY2HM/h
kFXYqlf0/Rau9XuDcz1WEDVLcDZyRabBskSZ+84+JKzhA7Ia9bM+WLhNDebwZ8bGWUj53mbretly
8gl9J0DN3CnyY6oq5hFF4cg5zOUE5j02ZozYh+yTXviiJqwZ+zq0872emhDs8EzaT9yBq5g3677P
8KuMfb1/bWLEbXgjFC+I02YvrTNph1LTwjV8qCxa1yopEc4LGKw9XgpSviU+DS8znmT8L/hGGbpJ
cRX/ZD9GQUMbshcLmfO1oYGLqGrEVR+Huj1WOLYFiBy4LZ16ua0z9+gUNk5vH/BhiQ+enuK3FKIq
PmDjsI/STFkj2+ruIvwb/odBIlrIFYUKt1AKuF7vdsMNGbqFcwDAbn2dPX4A0nCVg6uepn1+PMo7
y8/8PZa0t0qa5qi+tA4+SRqKLQ6OI5PT2Sfb7LV1bfbO4XE8CaLP5qJh/osrTNJhUKq4Hlw0l53t
ty6S82jTv2KA94I3SLLRm7D9jF5o+KPy4rPeldaxTzsP1Uok50lUgk2bKEuq4zerCWYCwDbydm5L
5PjE5PxWDXV6hDnUUnEPePaiY1b31gktyUuI4+6nx8O+jUSSKzr4AD7gBcpICDsm41TIbknPvRr3
tVnZDqWjH6NEtxfWrfxFhV4cO5uDGrlqbmVpUB12skWVe9pRt6vsnLfhX4pb/ojSMXvVMnVJ6Vge
mGjTkcIKWA3VUrBK11MIz6JyAtwfj1WBy07dePETJhPkG322ROiSrz5C8UjgyhM8VbqE0rHc11MN
1J+FEakNPotTa4s1Ma+z1te24WT8jXiis/BAuTOZzCLoA1F6FkSW6+FZQs8NiVTriO0Zpk9NoW3g
duOjbdcRZl5U2R6vE/nQEWNEKIC0jRsPfpWUMDaYd8Q5r5Jj4DbVptMwzVDHBp9Y7N3tf3oFVCCu
mN68Tuuerfo4uPjDf78ZfgUnti6WDpzu68Gqfu50/WhZxyqr1G9GWaqbzq9hJz0Oc+87UnXg0QGu
jb+kIweXEKvDB8k6QphTdvY0/WEoY7qFdhgcsTgLLlXgVPvHMe99R/oegpshVqpM67RBIJRtEtnH
2HCDMyC+/mNsY8rC9BRrPRvUvx/Hu7MteEr/fzy5DmHmpW4nVJKOxVj8odZD/zThf/pvHzluvrBk
7oXimUEwcYKxbK6/GirrY4WnJVaTGIEc07bInh0uKqyXG3fhFLs3ix4NZV4nvFdpJF2HitUh910g
AEfX7xOkPoWEYBWlCXkDAI9Vjw7dQrp7b3Dc9YCtKFRR05GuwixoTCNVQ/sIKLfec9Aol073rWOi
udq7Q6EKIvouECd43sv0pWkyOitG5vOIxuSPNDWmZzWGwlT65bgwjbeDoicg8goacUL2TRpU1w9u
Uzidc6R7EH7AaMIAMo72ZGiDh3m8Dm/3GqGoP4lb9w3Ifv3Fki4uJj8QBk56d7JToVrhDu3aHFw0
BZxOPRihvSTxe7tK6OugzAQdS+A4ZN7D1M2QQ93ZP7ZBrWOiGUQntdaqrao35r7EI2lhb98eWx5A
ZoBNPE4ojMm9iMzvR5yRg+DEXWpvprwOXhwzMRbKQpIICOUCevz0jkid6Z5SspGuH0MLUmsyxwDG
ppftnTRtsEhL+9dImabVEGf9c1nRMnBiP3ytcEBak6IO4RoUGS6m/GPVNL1+6EGx0bvUe2fhS7/J
I12f3vw+EmTApOBoboD6Zj+mVp1qyjG2selrAAj8gIbTP9Xd8GdaKM1RSW28x1uaykZbOphf597e
svJGuCLrpx7NzkM+JuYBuXTjqM3JSzXO1ROHSwDI0TXW9Cbrrxas0TVkRg7utDe2imIHW9uK7R9J
PNiXEtfPLYrvw0UxB+eYj9l46MvG21g1iidDvCgGemcr0axHqlZUlNi24uX6WwZX2FlDot4px9of
xlMa4tkyxbl1anklLkzw/VCCI0BTgNaXdDVjLNiYVjEpR8y43Ge9rTEeBctzCvq8Xgh1s2ttgXqg
SQlxA3EH2dQlnfHZw8UxOjl9E26iWNGP+DqrKydslCM2m/XWxPVsITO/GR9BASXRbCOgoHxcT2Wn
0FXXjTE++UbT7KPOavaGG/X7HMfqhR17LxQlT1eg6EW6I4VylCnTQxsVNaUtIASM9ngZdAy3xibL
F8C6N4cRo/o9lHQ7dmmPaenoxqcEq8JVHWr5dgoNLC9V5+8goIH5+LyVhB85JUQ89MsgMwLXpSR1
PYvelEH6qBD967vCWudKgTtqEpZbTOGgWjh58DRYoDys3HF2k2J0h9RT5s1UF+1Oj7X8g4dt5+cp
6MtDj2PuocAo+70pLb8Q5UXelsJ2io9w/Qt9Jy+12EiTE8d/9iHurC+jrgXf8DIrd56ZFguS/xKF
6teMCBlr3iQUJKmEXscDaB8Mk0m8IOvzXZzP9XOM5d62yTFT072iUrBZQk15JnXLV6PZxGcbRt7C
krv3M+CgA9KC4wPeT0b56W6l4v6pJic82oJtoagh7lrlOJvPs55EkF/S2vvLbvqopeKTzf/gXkSD
xbOGcUm7987q57pCA8ei+s2RLS1JIwp0Ky7d5NSp4A3nQMVGPa+yncXuXsgN5cIdq5FGM2kESr28
PmWURd0WfVxAhzyVSao/I7jvrBA1iLeh5gyX0a/sNaJK1UuIO8HZD+BbPd4NdzafcIfi0uR5LZA0
159+9DV6uTiRn3KtH3duo4anIlabbYlK1yeLpuZCvLsfmQIRVwK69jAdpN03DrM/l1mfnnp7NFjg
2O4N+txWq8GzsesdsLRYz10aBus57fR1MaK3x6ZcoqHem3ZkoUWPgxToRljQL2uvh4WRnhxUdD+N
gMB2Aey1k5l2f/Jfhi+G4qVre0LOyW4hSCxcH/cWmGDBkvgJxr9Mh2rnKpj8ck5PZpf6FI1wvm3s
EqvUGa/i935hljAvfyqloGipo1x/4bKv4rIfkfzGUm9aFYMzUB7GZWmMs896FyXFwtBuykeQ/QXI
GlwiyRh0R+n0KjQV1KzmNaexcNy1io39rkEkdNvMuM1jVees5syIj2rnpdveMLp9Y1TuR9qP1hen
N5d6sjcLjtSDeiRLjk3GTSZPNf6Ldjop43hInBTltwqIyCGlqb5mqZWrQJ2z54h5OE5lb36jzV/t
o2hJ1kreZZRCRZ0SQizTgeCNfv0N3BqHyqFoZppM3ggmHMNAyynCMwqs43l0qqXyuJydUBrn8qBC
wOXBs0xOFBCUINnKLe3k4Ti/MUG/bwy97jCCQHq9dbEOToLcXji/pcIIEBWqEkw0iudvdSBpkGbl
twXAdwVX8sI45aMTviitit6t1dGWbXsLq3t3OiGCvlSgvxsZrQDQ4fTfec9cT+84BpSHpkF50hJL
PRWB5+5hajbHvujzc62XeKyrWsjDBgbl480lPWwYM0RNob4AJp4TVC52xxX6JT3dnEsDLmqT9Jq/
i4f6nT1KEYVNBQ6Q5yjPRNnywWqcpvXyObuMsLUOodoaOLeO4aVu1HmNk6pyfDwq6XR6i0e9AtFI
moUqj6rr+czA+wyBNWWX1MWu1Lbq4FCPLXIss77U7r0TCq4tNRGYrgDxZIxRlSE4k6VuduGVy3cq
C99xVtmQeEevQqfp8bjks0AM7CqatEQBSM9Kk8EdphFiOGtUtoSulZ3Sxi8+kcgbL9zQ1efSrL0L
0snGCkUNbSH/lM6CX7+B45jnH7p+gPOuJ3fIEjNJQye7FLWZBZssyaY1fj7Gp9owz5gRZYvsSjGq
356dvyIK1ATXvChnSJ9zahmyMzHHVjBP58SaLvB9vJ95p1SnDh7jR8SdukMZe19az/HVdWBR6aiH
IefHIWy/8A2ks+nXr+GJznsQgXGuiOvxd0JeFemJ/JLMlkLnt07tdV81SOva+DaPbczXyPRgrw9O
tlZ8XK1X2uRXFyDFGJiHZrwp0D48BqVr/9kVYXV22hGnKB8N1e3CTxWPHHnicKITNVA2A8Wg65/a
Dhptc0XNL30PkThpY20Vm4G9RhRffYoUMpUWfNz3ym3MP5oiNraB27v9whFzb77EExNemCh5yXYH
qciWXcTQL8hUzSAiBquneW6Xe6vqk5WP1sLK0ZN39pPfvhK3FVwbwIc8laRV6iuZ07sZXylIDOcZ
4OrXfNQLQC7TvO1Bkq4LM/y3qHDXnOt+Xtin9w6F34OLLfRbyWDwq9ENgia/lDTynttCyzZ1Mtun
SC+/Pf7E9zYj6RemhyiRUFCXbg63VPywKKf8MlV+/h1AcrLFNmmgBsRFjRXLvKSud3tVoZsA0o6e
libANdLQajsuOwo/+aWOqvIDtuvBBgOYbj9M7Yun+NGWDzJ+7vnSC2f6vWUE1gVqocrjig7N9Zyq
xjA1auzlF0WJo32kVpjODQl695kTnlUnCbAuAhXyeHrvBgWAjLEz4GpUp66D1klCDwSn5UuIdvWn
2HbKJyOAD+rUmbXzzaD+GJV2tn8cVIaNvq1d3hc8IoXiPffmddQiVf0gGUuWT5iauIna6oGba9o2
Vdy8Npr1E3a7/ew2ypcKgbNL1Hk1RWTbeJ9YBjmY0HATzFiRGIke3PXv8DF5cVu7yi9Z6mk7c7K7
H3ip05ke0uj76Fn+E0oSw8J3fvuQ0qElSlJAOQmOcqT0oQEluMk0UebX6yk4oWujfKo6a242bjz+
YUyq2q6DSp3/wpnb2gE8CvdO5E18kqI4+n5R7mj2hk98uKU6z53FgNkj5V8uel4iciJe2jRWOzsL
L/RysMfq3GnjWDViurVvrCfN9ffTlL7PhoBvIC4Z0lG2G0iRm+anj0E5GotxdGn6ENl0H0j1Su0K
dNNJBrLnfuiiv0lw7IWvcDNWwr4ZaJAastll34UyMBUrRsjokraa9jNFyeMIXCU5pTkujuJQM8Zp
KReVYgJDQNKJ6gmLjdYKrPDr5VaOTWIM+M1/KI0+iva17w5uugJVW1jFmnae076oftuh6qe3k/2+
khXBRW0X6SxwTzB1ZdWbeMZhK02c7kNRzcWZd9yfVLhgL+FCtsriZFy4FKVzGygkj0uaQOA+BBdM
dontyt62CtNqX/l7X3fwIwcraTdVausHsIvGy+MjxWPqfttThAOKDxBT8HBI9GWLxrpwzNwzBvNV
HXWorjovmCye1a2dGTOJ4jRuB7VG+SZM86ekGJRPj8NLl8Z/wrOkeMmLa0ra0mAIDLM1IvO1MeZ4
i5Boj39WrQKHnLxNPOqfrcG11yNV583jwOIPvh33fwNLWYDRBEYbBqX56sZJsWkGt/0Y67r7+XEU
eeH+ml04MWwU1FTk8mMw25NZlY35GnuJ8rXuoTIqvDR3E8bkh6JKvXNWG/3C0G5XEJ8UIXQqFOhj
gbK93i211ySBGszm69wWww6bU3tjtyCaMVu0VpnnL2E+5Fvp7SNy9AHsot8mPPOuA6aRE+X2bJuv
VV9261yzq7WbIUOrGsW0gS4U7Oy4jndpV7qfcbAQut5q/bFK3ymdzpi5jNmqwthTo+Yrr6akcSct
iWLrNbSDfGt1VXTSG3jcWDt4C9W+O5OMegz8FaFlQvIh3cR2kFagwQbrdey7l8rptZMRWNb3tE9A
SjljtUT2vbOSaPxQRuXVCuJVxi3keuP5c91ZrygWB4c867yfXADKZmi8cOtjA7DODHOJO3Fnd6KJ
6EJ/RAZIAEOuP2yMu0Gc6J396rYZgFIvbo/e2EE4KlrzMvvwKZKieDXVcVFaXL7rxaekWk8aKYpK
Am13Hdof8CTsMFB8LScosKld0cI18xChCt3dTb46bIokiLaWE3UbWuXdrgADhIFw4n/w29jehnmp
HpqgXgKuX38HVvibq7PguIkXHg+T69+lxUkYUquxfwiihHem2JnqZxwX68rb+IYB4LfHL6X/M+uw
d9cXFp34w/97aL0FJyysaHBP0Exk+Fo4GFRXu9j5MZZOtEui2j8xieEmsZ0l+vP1vfAr1JuBA6Vz
6vdync2MyVhcY3R/TMDU9qmj1btBT6eDZ3dILygOzH4vUdU/3D5JVnE9pO+6dSmJElzoE6FrCrYE
htT1PFupNnaUt+N/ixHCyMFz20B9aaqwt78kVagNPq5dfbGkiyRVeEVYiotYAVG15dZHIeo6rB5V
+dQijf4vsrgKDDkvtJMtSuR2dXTSuuybDQAitftkQDd0X4CBqvHz1GRhszJ1H8g7AhL+tvV5QS+k
XdfnDb8I6U4asqQgPFqpsEgpEBkXkD07Uv8FJQm9xkwSbRf7CKdvrCarvrp49S5R8OXVBiwYq16B
ERG46xuwJP7lftHjyvyTckezDaZx+APjw3GlZVn44z33JCVzEUokInx0riw5qQzbjg2HotBPyHqR
8RR7HVg36E1u+lnTY+dl6kPPX7HXHOtdlyWRSSchI4NH5vHICSudM9S20Un0xhi7gt7pzpGbG/up
GSiQRY6tHJAcyJt37mJBNzLENoZ+LEDt0qfs/VxXMi8sArYRbXYlaK11GXCqd2oR7B9P7PUJzvAQ
oxFHN7UOun5squv1rHCGOUpb1cEqtmwfi8OMvn5aDKup1KIPw+yYHxR84VZIjGWHx6Fvlg8QW1GW
E6YXFJDl0PXcUyfEEClYzaY7PWNI428z3iwf9Iom4DtjCXg+rmwkIFzFFLuvh9lESgeoJUfNLe78
+LtdhaW9Ai3WPWVz4zULKfrNyPB+o1oKMQopM/4pJViJFlM0x7UeyU3e6g4oIzzVmzj1vNXAJbUQ
7eYT8vqht4NkEkeTwf1/PTZ1NoM50FM7XKmBqQ5Ea2ja1Vbom/Q/UisRYF5YCZ41FRdjMt2vj+dW
Ki2zhpjZX8oNVAvp6ZrXP2CgcpsavYGcNV0QXcVkzoinTTlkbnoqRi9ON3URxNNWU2v3R+i6frZK
Wk/92rZNu2RZKh+DvLJhY0PVo8UI2Eiu9YRky7PjDU646hwj2nd62p7bouz55E6+V/N5SYrhZvbp
LlLNAtsEcYvzQdpAet8FI4VJyAr50DavdFK7HYrbyspMU/8YYoD7MbCNYYMA7rywgeRUA1sjxJag
+QicHvVRaVEX3ujgy9wTGin77BuWt69VFRh/FLlK99jRp2MSRunCgfEmA/RbjqFzMCHZCltWpTwK
bk+6AXs/4hIqDDVcmeTwzSdVmI1v6jGb8jX/bn427HAsDmM66t/sNos+orLZ5X/ZWAY9NSh5Diur
SKY/LBVVutXoZBP2M3FufgW0Z100FHde6i6EtB4F1qDsUct0xu+chsNTq0I5Xrckb/WLowfJkqW5
9EwRdiqcgqLrw/joGMvajzH6n7Cjyv5k1aaPM2ScpGs85WdnPQ2tGa6auiu45iL32fGzeUTJOAv+
Tmol+T5qSbNwn1+fIeLHkB6Sq9L+4nF4k0eGU2roDURZBPErKqVh0M/PXp9U015tNDjoj/fw9Sr+
T7S3yxVwqRB9u97CfVjHoGAq9aSRJberOIn6YdPOjfHHlHvNZ8/2I47pMU42dZeUC9jW63X8Fhyo
D/1TukK8yRxpHbO6tclyQvUEGrtaO01cfteGOvq3yJVqhWFCh7lxG7t/PR7ynQlmx0IKFIkTX1za
uHFccQEPynwKNL85mHHrfsgznVohalsLe+ZeKCB5FGQpolCJFrP/W1Hfbawq5CIcT0ORGN9zZ5yO
PkCLVayqxUL/QMzVf3fnr7mkLETGIh4ffMzrUAHilW0302sO5qHc4Xdk7VC/sA4ptpyHqQtw7GoU
zOniclzZVZlv3z2p9NoICwsCFL18OLiIbmSBopUntEyLPfBoZzUkerPq3Gipt3dnUrH1w6YEhRaO
X7lD1aiKoZZ4JZ5KXKq3mjeln+gvFis7rZd4+3cWKMUnDnh6QixSGZ1Vo8teoFfGqGDP47uNGM4J
M+qs2QdjP33JSjbyuWa7FAvFt+vb7O1rvgnOAS4DWnCDhsO4Nprg6BYnoxojfAUDZ3JQvYV2tGmN
Yv6n9HhYLUDi7sWEcyVo72A8WbXXK6g1UpSAxjE/Zd5QZvu5Ur1sV/GmcJ4yu8t5V2PHsHDY3Ztg
cGA0aBijYK1ex0SwH1yIi0XEnGTayq+sv6IBK0K3c5yDbpc/cgUtuscr9e4wQdNToxESl7LFjTZO
pj54fnaqK6O52HNT7tr/o+zLluPWsS1/peK8s5rz0HGrHjhkJjXLkizbLwjZlgkOAEGAA4iv70Xd
6r5HmQ5l++HECYcsgwO4sYc1oMOJPvnA9oulzgE1jtfbcjTgzcEvRaINYN1RkHOmCvmbjv0SVAtk
9p7xVij+m55W000z2t0EJRdscvvMDjqOB9uySIM2P6sNYXc8ebD7nlN0+LySz76aD2KVXotOkAx1
Bl5ylPPKsXOPBXFOQXEpoKSwnAkJJ8cqNj+68ijMIA2JkHBcmUrkJIlhlVtyuxmhxzVovjzKAMaC
u8TUg32nfWPCHbESQnZCu5Z96Xeira4XAfML8A4wtTuDuz1KWbfJBCaRuCYouG2wgJN6sgoruMuK
tezEEKR9Bfku3UJjBRh1AY8zal2go+VA7UERiOu31V44UPQ6k7ifbonN3Rdq68jeQPU7xro6OOGt
epznckHBW0RoiWbewPVFFI0/bPTWzpSVx2f8ds9I1VHIouIDYOdo4EsxhYtm5s4lDRct71qWdG2V
UqCdw53CNmmiVKuo9bpMjXW9wouok8OZ7XgctHENmxYJkmXkj+B+HB1PDcZRFkLtXBruur9Cs3af
O0m7G6kAeP34A9+qjr+fhFgKsKhtHoTZBZq+R1WJcbrFVksAjTwEzAxkGVWE0+TuPl7lN+8QININ
Tr3ZQ2PE9z5yJSzgsMha5nKexXotO9mngY7aQwzppDSuyTmI4W9eIuaqG6Bl6yuj73K0XuN2FnfM
VHp4e8vj3PYQyp2Yt2qWEcbCDpIolUsK4jAzplU3+vaZxttxrAZOGdkSUpkEEwuMt4+2USjaiIVe
pUpssmZBb8/na7eLyQqX93aIwHHgFubKJGVebcDA//h5v01E3r9WdAsgJIbSY5NLO86lJg45Py61
KWUDG9/kMEsobrdpLDbTrgHEh/gyhimP/cT9JWngcwFli2SBDIE9x18nv6mdm8Wgo73HvKy2vlpT
U4sdpoYJNGhsKbq9Ghw4d2SVBpfnByWy6e4ctFS7MO0BavW/xcmq3E9gxscmozXV54yqTt8whiQ4
JoDN2BQcjlMov05qGPFWMKWph0dOp7XQI7gsyupgcz4D1TdF7ggdrPrPmEpbTISIIUJRvDFJN3nt
91ur9byh1pDrKW0bFq8NOHMZDVf2+eMX+JvbwyqQEIRCxLZ7tp//LReWaAf3rj+R0qqIC4EyNSUq
0/68QM5/CkS8j0O4NheRbl0omXmsevjT9QGJ3TBYaA6js3cSBaOe66C3ktJARi2bEalkOs0wgzG0
JS8RV1XeVuB2Z1ID/XwmJp1GC6gabi1FbDBkUcfNRN1RkZjFJKWeHZ4vdsCumiFmd7OjnWyIserH
N/ub9YC9AERzE1tBs237+d8edtJbsLRsdFSqdgDMpffQHUkB+WgvlLBQAKhqOJM9/uZkhc4UEg7w
yYHBODnUwpAgAR94VFbgCQFrYBQ1PcoPSDbJNBqINzTpQHs4jMDlrq6RPK+Y0MjFoey6VUnH/zDP
w7wR2xrDcmxq5NDHtGEJ2pkF9yw8Ardz0UvVjwQKRgWZ7faaCas+k+385omjpYdG4wYJRkp79BEt
vIlGPlqgSANkntIRju19tYaFUzk6XW3Yfnz8hk/zu232hWCBRiOO9WNPQe3jWRLWVhdTj2F8asBx
Iynadc5L2BN+NcxBuOZy9ecnkJetOQXQCu4ZH1/D6YmA0wDrAygI9ZWTwMFCODyBlgXjRO30h0kx
k7Y17fKgQ5OEV7196BDu/kxHGa9zE+kDNBj/38rNo+OdwX0GTYIFvMpEJzlDkx6SsBHfsTrodx/f
32nSgqW28mSrT9BGPnqnkKpV+LyAKAppbbk76BFXfRHYvdUUc6egmPDHywGzvRXwYLRtBivvP1pH
AHnaYQQAoWbwIvumslLOwvYrsALnGhO/+1oh1IP2Evpd2LHHU1RBvEU2zpSUdQCugtd2sKwPK5MK
B/x94GD9rNFVBzsyEPpam3lpOyX0z+8XJw7KahQIqDiP5wCkg3SgmJOkHKep3y1LcB+vprkisIb7
81iwcXFB90IdBv+Eoydbd0lggg4A6xnPYx8zbkMW3JuJzPjcyayrGBTy/vRlYvKAQ/UNdoCJ4VF+
WINtzNhiOaXQjnttaz/IQYMdDqyaxzPo6t+8zG06hjYTZtDbx3i0T10I2jiV6ZwSWnroEwyDsl+h
S+p8Cec2BEJoWZMLfx01pILWyb42vtU8Ux35Z0LSaQgEt2fDlYJjtJU3R5Wu6M3ojXMylBriJXBQ
GAm8Ldv2Ou6l3Ji75zbxG43nfUqI9ZCyoJCCxgCq7PcfTD8qj4LpIMoEbC4op4WQv+kvoh7960cz
+gY37BHWvyxRPPr7MfEH65O2IjFcBYvdDr/IANeCi7BerfDTsnbcD1KpmPcSNVNYDdBN9SjEs8hU
s1K7q5h2ibNwJwtqKQh6pa47Ojt3mZnloxHf1mDMrVWVeM80iZZV7B05KLoL/HaGkTZMzt2vduM7
P5zOLFEeS6uOim5pqvYu5j0Q8DWR/ByL4jRCb8gXdMnQANgmtkdVA2QnwTPzcf21EmSfaPPJLCN0
32zKdmqF0a6tiT6Te5xGTSSU21gaPc8Nl3K0pmX5Cgdf25d0GlkOKMKM8UsQpjYM4YuPP7LT2wPx
BWkVGmao9ICjer8BeLMyTjGEKvWwup99kFQ3QZ5Y6YxE7qT3YtYwDzYS8fTMyqfZLMy2QKvFGBjf
NhTT3q/MkopJCTJ0GTozlqvcyoYtHNR5sxbNkBbgqjpCZjcDq28Q485Ezt/c94Z+wUePUxCLH61e
Wd4gcWzpMpiZlzFs+AKdBF3M6Oxc8y4295wuf4Yx2coEfGXb3AnajLBqOvYymuBhDDOsaCojV9MB
RGBCqoPt9nTf+OrPz8LkDTiGbiSkZzDjf/9860pwZ3XUXNqDHRShWlSBBCdJTeOd61OdPEycgmCN
QRoCZMFNW+39UhGULlbd07EUMEE9QIB+04SYlhtd2c4Fb0AR5kl7zuz15CPBomi2AssCTChymaPZ
bYS60l/6WpUjqQBeQjssuAHOIREp2s3V08efybYd3sVJOLQgIwdpwt4m/sca7vXaNEausy4hFZwU
GvOtG7aIJK3ajhSridocYokEXVfe5tob/DOn7+n5tBVemxbT1rLH2PTofGpr+BXSsBnK3gOzdbCi
ZO/zpQPZ2kh6C/hpl62YO/m4gqCTOavnwU275o9dp5Gcb3hS5ADoiIEUdZQ6tgkmpzp2ZMmM18CG
bwoOThdWU9qtfvP48TM/OQy3tRL4Y3kh0EKo/N7vqilwSbj2oyyD1YPFLJS4lyblo2mDHSJKsPPp
QJwzkfd3a4JhtWFykLBipPZ+zcoHf0uGZCgHFQh6EMyh+imUQAhl4JOYT1HUzn86+NmeKVR3fESi
zcPJP8pzSNRpq52CAY29qX8N5zDMQlOFTyskyc+kVKcNZayF5AIbGbkVMu+jZyoaWG8EbJKlhTfc
TJjOCg79u06OCi1bi0DtDwlBwopYiOQJiboICtrWrvpkNWQkTaq8AYoGf/yikViCLwXlgq3LenRR
SQvtEs4SVjZRq57hFTp/Q31PoRsbyHmPvlR1Dib0m9eMJjYKTcxtMW47Vo0S3ASR1XusnOCDozCd
1k6dU8BnzTfit/5nbwS/7kyOeaTPiOiP9cDdQ1MV3w/anVtA+1tHwW4Xrw7QJisNHNcY+Mz4cGqR
BcbxVwA/tjaZSztoN154nqjMfRjyZtkNgS2Dm3WAoEI2BuvS/3BcDuqDCJyxgjibi3GLRacQXRBo
79rJVCw0SfoqA1ZkCVIKgAV9tOGbJQ+DCcW4/+N3t2kqI4eAGgcmtEc9KboZBnBIycAut68P3Arc
Q2tJXbgieBIxbc5MH7b48j4Oo/QAWnZjpGP4fNxoE4z1jqgbVdqY7120elSXPII26sc39cb1OVoG
dlwwQMCRhpP6uNcuaRJYlRmWknN7jkpUuFyD9M2mYDfEEYbcxILJdphra1qsxyGAz9tFhVxNpZHX
8fZra5qhuWMyWMhntGcSetv4rnDWPICOuVu41lQlqWyRKYPFP2gh0s6fx7CEKAVietxAXPpTvw6d
V8BYiox72F/X1iHhIzpuHJoSchcCcuAeagE1x7wdAFJKW9Ot0b09ENtKVwJLim9jryaSLqvhzXdu
OTYtGHF9cUOhEloXnR94S1arEfZ3XTwY/bnzfVNntevOvxwLpko3hjvjdNlBJdaj6epR4yA/p5xb
FzIZwEJPHbdCByUFriNIbnhdkxj9yNVrzqAcTo96DD6QK+Klb54Gx8BgmMzhGlAEgIQeSX1QwoWs
HKuA0MngZa9eP377J4kphFwAOUAuDFALtsFRYkGXuVoTDK1LHXbRQPMpZv5wF0vkPTAt0HX7OoLA
PTl5zC0bsuq6D5ZPH1/Cb254Q9uDug0U36mqnbXIDj7B64DegubPHrzOnyUf3esRrs1/2gxC9o8z
J9iI8NCUPj7xEs6iNay5LEcLCjfPBk7my1cLWsv6l5bN5N9/fGenqSIe7cZHxZgc/x3Hi2WCrgSA
AGHZLY66ZjL+Cp8Cu+wcOV03E+tS2HoGZyLvb9bcGsco6xF3AR0/Sp7g8mGHIERASE+ucDNxp9EF
/Njy2dNcQZmF9O30QBNR/fz4Vk9eIo5XtBW3RhQqDdzu+3iPtCbE4DgK4TDJ/euoStyLGtPqi1rD
DOLjpU7Os7elIMUSwNgEqfDRlpUNJSqwTHhQ1BpefJVASUpB+OnOZaNXgm50Thn8twsi6DsgqaEZ
f+xf6m0ahLFnhYfQN9+Ju/TXC9u0jWPzk7l2/fTx7Z2mv1BYR8AH0BbvEFCA7Vj429Ep2WoY2pb+
obet9t6ZAvurPyGZKJqWh/A94Bwi926zjKR0rWh0UpvoMc4hcuwWH1/KSSEAFShAkTYJGGiD4yh/
fyV2TBQUPCP3sMwd7V+tla4qKlgcL814JXTQgKQ3VZ19YxqAXLJwgBvnrmk9tjx/fCGnuwuY7g3V
vc26NjOi9xeSTAoDzDpaDwuku9PKo/beDRTfz8DSlH+8FMpHDNYcbGcbdMj3S7muFTtciPWg0Unq
0bahnRc+uLIK9TPStDh5/Hi9kwCMFhhGwkB7AG2MrOnoGTeYGa/atqZ92IRLoVhIv69jbHK0fuSe
+qLJfFAWLn1f1PnHK5+OSPEJQSQVUAsoLEH7fgslf9toHTexHMdw3NNI9WkyD+uneub+peURUeAR
ibwbEnOYnWiEA7ETFQ16dldK2XUZTn2TOv485QAmsFzrZkwjJvqyayF7k8bJQNN6noL7QCxVaYMV
l3dEuje+00RnAt7J17ndBaDNkMOKUa4dE5pqwFUqn9Fpj+cUXtJhGEoY8jQw/zHtjsXsHEv8yO0D
qS20iNDOADIBt3Ia6pAMhHwRDUBdvk/FbuU9xQjdIxCMgBCWGdzqQffcny5kRNrqdoIFdodMAXCe
K1D2bfsx0TS29n2ToNWWWqSS/rnK7u1keZfT4RoRPgC7RZllwwr9/au1uDEBNB/kHhBv68JRqwtf
SypTNdR9RhcLjF7meoVtFu9a9wRFprvW+Tg0fsZE0+ydyY5zx694biht7nVL/Z0KgiFXpm9LG2af
V7xTVuH4TfWUjMLdJbIOsg7BsRRUhWkwV2YHyIh10IyvZ3buSVza7g7HN0yPMEFEuvT+7kByqUEp
seSeVRHPxdR0V3Fce2kvpJuTdhqvdRyI3B6n8QrDsHMUmpNotC2PdhOYkdsA/vgAaqXDHUtTtWf9
CsjpUMd7KgeTzaF3ro46jQ4Al2IqALj+mwbZUcXhdMmoQbtvIGZsJ3LOnbaJyG4JpG52nulJfwOe
ceN9IxXl5sVItP/sMw/7JKGApRK+LhBNNhYdMFrvH3YdtIsN6zVcQgtTW1r1KuusQV0HMBOAIAk+
dGs0fwZZxze2LYraB1CDLeAf8zCWcVEyDqu2TKQ7zpDih5wHyyAbAT15WO4Z86N1XZCmM976UsVn
GiMnLzgCGmiTj0QLDACaY87aukjhQqOLHKxlGB+mIAK+e4buBfpM7Zmne7oUOomY4aGJAykRHLfv
ny6k+IOwZmty6FXYHdBCdO/n1o8yY9e6+DjenwRKHDKbHP+GyHkTXHi/VLU6lm1HJDnotq52NoOW
aTy74SV0Hz7L1m3/dLyD5dBrxgwNydEpmbfVvR9aFF7vHZqphW1JL+tq6HtZlCDqiegcSu6NQfG3
mIcZOhAFG1ny7fYwyn9/f+hj2sT3IHHlAybCgA7th+WK1bJud3Sa4wHtQxZVLEU7rZJQsbQF/+L0
y2LvW97AwjRefHvMKYSG+j10bEJ7hzx6Ml8FitJfKClXmNmZAJhlg/K1KfywDdd9AGgAhCPgHtJe
6aW1w52jRUvTpB7IADtKrVeWzoZo6yZJquAOahr+dGig1uNmNakx8fAJkA2HqBGBzo0YCMQvRhIx
lODMMd45pMdRQIGGIvAd2AFAFKI6QLn//iHNQVSF6PxUV3bnkb2U8vM8BuGjR3SURf4Uwq8vAp5n
nc/1vY7CCBbe5PwxHYc2VwIi+9HCDqrYt77yVR1WKqe28+I0llUM7eiWDvWXgzVN4e7jHf+bNeFZ
iRgNTReglY4t2+hEaxHAMPpKV3F4qOpJp3wSMSy5/DWDgmWbA353TtLkLSt+tw9BkEPwAK0LEIDt
DH7/iKsZx3sgA3OJBo4PGu8cG/eLtYxdjxmas9KfPZTnvgzQs/LzqFedn8UBJopVyx33Im7shmTD
ECqVrrC3vfGHgcsdYTSKritRxZ8DI93quW+Y1Y2IxADzwWero55KLUbX4a6HLQXmAklFpLyBgvfY
5PM6RvGjPTgxzwe7H8W9FwvjfIZJ4cyuYIQdt2ipkBVaN7wDhpql3CQTdmKlW1lBY1uqKqigtw3U
6Sd09iyHZfYQCkB0IpHoIQefh8t8YmN7qaDMOe5wjrTPsxhWL8XcfCnbdYQWRI1j81ZPev7ZQqbj
NXHBRk3BOyd/Fuk2v3Aw6Tc0E0ZuCHVHR1YPFlBiYNR2yRJH5vhmX9aV1Dc+2DmHtW68MxnoyTbD
ckgKkQygxkdJerScBA6OaEAaL8cxaC4VmX0MZ0l1QdC22pkp+AnDX/9MmXIUzLdbBBwDnxIw7wAN
HOs4J5gHKQ3BkksxyfVTAHG2L6M7ycvQw7w2kWcHmNumfbepoVAAbi0yALDIcCQeB1d7RMMVqeHN
QIN1b82yuTIQq9wD9HzOBPZkKZz3CBQhZBKReACm8P77MS0ZeO9zcjWg3n6wpV7TNqTj107rc4SN
I6HjbZdghIekCNsELSiA7d6v1cK2zEFpqS4RK3vUYBARYReBu1jfPKvxRQqIJ3DwYPEmkFEJlimz
wNmD2mrf259gq2TUrpaWqA9jjE42GFAOrK/XyXke19H5Dy77f/3Q/7t67e/++2mrf/8X/vwDglqy
ruh49Md/X9c/ZK/6X+N/bb/2//7a+1/69+38KsdJvv7j+kWof+wm/vNlrHt+/Dvv/gms9J8ryV/G
l3d/KPhYj+v99Iqd9KqmbnxbDte8/c3/3x/+4/XtX3lcxeu//vrRT3zc/rUKl/XXf35U/vzXXxj7
/S3Eb//+f35488Lwe+AV/5zkizr5ldcXNf7rL+i3/3NrmWx1D/6HVADvc3n97x8l/9x0ADBDBfdy
E1HBtuO9HCkWjf65GZaiVwdCNdqQWw2u+untR+4/tzwQkzmIYG+tH/+v/3vz717Y/7zAf/CJ3fU1
HxX+4fdfLXrsLty4kd1ugJdNF+CoLMM+RKRuw3Cn12UtvFWAy8GDy9Fu7j1LAccaapiVQBchiOuU
D89kGcILUzG3nDXMIh1S5YYzb8ec+kwT9qhixKV5aDmD+4FpwzbZPm4G1JFa3NGfq71ZHPK1Ixwq
hxYAgzwTntfuxaIqDdSAYmUEI9QO7Z+Et2kY1LS0ibU+mHoVxeBN6tGiswpS1SvQii0A/YSzmDt3
HJ2rRaCNfdcA+CMwhiL+nJmeud/rsEHiNfWEvMKYL5FFQyUjKWmJc2X5vjwTOo/s499u9Q3iiY8e
+fQJW0qB/MtopcmO2lb4qPk0LjtCNM0IIN2HsJ7qB5xUpoyt1tpLa6q/MqR5c6pWCvV1xqP62hpd
2PKRwNnHJIl/wjDKyaZKnDnH3iBt/xN1364UTXFEXLyYLb09ag7RGBYLdlIDMrEYfdewiD1h+FBI
im2Bpt1yCzuh+ElTLXfQGPRvTSLisjFRn7f9WE0ZmVwNyEBfQ4x8Xc5kV0eNSlwdLgjADmgubOIq
J9TTsMfMINYNmINCjQ/9OOgcDIs4W5yOHRgs5z/ba3uLQ5BcKBRcV4FanDMjMlSz7w6mt4uA4MNW
KOI6QJk8+qS46oH+lJW3ixT8p6+5rioPIu2xKBq//VIhiOer162Z6hqZU2TfWWz3bRpVT2aSdd5K
7ly2g3ELFS32lRVMexCVlwwA6D5V1dx/WhQXoP5Y6yHsu3YX8sC9w2xz2aOlU2ei+bYqCZMxtJw+
98HapUrw9jMMYesM+pD7boGFrrSWR6iTi+sB0qapv7pmTkNnqh8p5D+sNKzcGb3MPnppgsqhede6
HWhOLjTJQgD585BM9InZQ7e3JUQ13dbE6TL7Zpdw3wFmDUL7ZS8hDAVhi9HOGhXEzxOkQ2AiQUbg
fYD1qdNuFskume0icZpHTPZ1rixMzdPW8n8sIeu+weB7OKBqgcWHA1MqD8ynIZVGY9qmhm4pli5A
l1DQhb1aVgewEpSE4cqJ57uMEoarorHqFHC++jPoW2tKqnA5GM2Gb0ko/RugrtbLSsTrHmkKKQSR
dUkD8L8tf1AvJFZZw2qONo4Zd8M6Mzhguj2sXFWDwXgHCIbqbzRvWa70EFxBrqTZ92EXfnKChuWQ
LBHFGs50T1eHX6GHTF+TsWsL6OXPpWOJBy+AggCT8xfuenIXA9K/B63NfIGEhShYHya3aHXKvF7m
GugalSTfxoV8RaP7zqz2PGRoZXqP/dJi0hzPj/WiRZfTeE0em8WKf1WdaOiltpLwxoNTSoY8wIHi
KK+K2TKMp2uLZw+ddH1TuVR1mSVd9hBCTRs+L064D2Rf77UeH8DM73ctwO8pnLqHFMSWDtycZHpE
Dy7Jq85ZAWKIZ512rLeKpMZLhOIo3Q2gBZRkUfUrOn1BlmBeXPRL/HU16NJCpONrRxPr1aJqyZhW
9C7w+m8aJhLwCMBDNq29FOg+kz0wIj+sdSwGokE96BZ5S9bxuzO4bqYTEWQYWcAvcIZoQFPNRQB1
VwgqjUNhoM6e19hITGn3cjbWPR2a+44E6q5Vce7LcEJj2GD+6wuyA6lj/Nl2wV3gELNfBnoDNY9l
R+FD+GqZ6AfkWupsXiqewqMz2DU1a6HNV+ONwVYyc/uxTgklDk1d5V7qmdBfnlzVDWKNnaTWRN2v
i4Eibu+0KMahPHOoTQc/hN5IJ4eP7VrKRQaFJZJXHNXAQwTVmGFPLrdibc2uberxcYWNQlr1g383
eEHBV+MUkKeYcyED1qe1s3pXwSAh1hHw2i5wakB6gOvku8cGv2xmGn6xkEp+E9zz0xVmGFeEKdtD
mdbCEL2uEnoIlPnUu4m50U7M9h3qmNt44D9WsT5XCsZwiHfBlRJOdYCZJNlZovc/S8+oB0rJhSGd
uegZI/etjszVyBYv65Pw4Bi0yhqyhl0qIXdzgKqj1aZBE8MZQvR0+tXiG/0GjuGGt+1cdttVujpA
PCLadeNSZd4Ka79+6VDPmWY/Sg/sLNVo8TzxxisbtuBz62BO263TLyjtLje9L2WBgpSboieo79Mq
bJu7RGHQCGDOl0asV6h1o5IqhLHYI0MKUbLhgoZsLljrtZerstqbGACg5xr4BJ4Ni+aXPYn9DRH5
FT58GXQTKAwW4+HGr6ruYOCnSKF+zS9gUIL6OV6SxwUIlxZx1/mk3LHPbVepXRhSpFCAq0JLxdEw
Eguq+raik7fro/oZrSlgYBxrViJn82TuAUlk6VjNlpv6HIOXxgzhvo9GeWF7qs5tyPkAN5SwDMYz
m95OBfxKM3b3Q61YPkSMlswZmi9L49RPdsvtX8C0LNeJy763MGm+hJ+zKH1iBY+66TqQaRM0PZbm
VxIODxgbLKmTTF/MW0YFLUG+oyjqryt4AJUY+UVp74noeogcUObkTG6bkN2Dtfe58WGp6TnhA46p
DUejnWKRky6hH7MD0FJchHK5akJ1G62BVyyrdyPqxEktBU8XaH7JMhJsykENcQ5tbaJL6MNcgO9y
z6cO8GLoRKV9CPhvKuVo3c9BG6MOW0nm6VrntqzpjjTkO19JlFNFcNwNWwcTkOZsmsUzLPD6F2cY
xFPtNl1R+xNGTN4s83byAxjbuzMwQX5zyUNfZ55PvUPYJtCvQIZe6GSmJRBv0b0/xjSnZuh2DOZ3
qcsmlnax9G8n1gxdNvjY3zj55gPqsvayR8b3tCb8oaEM2maudY2+8dPUODqDPvbdAO5lIcFd+LX6
bLrmfsiuGxLVh1gHPItGslTprOvglau6+xVVAHUO81DlUozA4kHCMgUbCzTkJhGqaC2L9bk7QCAx
jSzRgDg0owuQNtWI8AUwljulMWj/8dVc9RPcMic4WFxKDNisgscVTGKGebX9oiWz5ezHWfc2CJpK
d97DWkcSSqw16TgBrx6oDAxsuJsGE9BhaYdRQbefhMd+cBxO3fUwN0t0CZ1NtBTR4THqJ6bHjcjr
YLChBYAN1B94IiRsyzQ6NA+CR+zKId2E+JTwzfAuGMebMfJ69MgGZa0pc1wbUztY8oUArHtyuZ/4
ClVYC9N8pDyR8i4NRpnXjr9Uv9B/SOosoXSB+S7yqxts8wkFjBR7pSm/ChKlb9DPxPNw1xVPaJ3A
JkEC1sxoPYUuy9GAVs+YjzlPkxTt3p/n7kbwGEF3Daw8qlnyYrejd5BR7xW8ASYppbNRET5YQduC
B5vyx2xXGEG2YZ15E/WLCZRhN50BLRcZwCx6D6KrFpllz9rLpdubHmabkPUDsz5aWDZCLuYpav3O
umP+5KcGiP47tA/b3bwuAAguiX1pJtu73iapV8CrkK9RLVGqjNDDFvkczf1aUEg4o/MrG3UNrR+/
S8koyIXFbAJTt2iw89BXvBQ8XB682R8u3GmSQeoCdAW9Qcc9SH9av+MJIE+bOBHIQZvwE+QIyQUF
xBXHGFuQPWlnB2rW/F3AZfliMpYjM0nq+s51iffcC9v7hlzbK/BXzHfLi0xBooonSGD76NWDkSr6
vLXyHyK2PEiSKNRd/DMbZJ+TpH6GBvWakRiUP7e5aa3gGY4kcWZ8Dwkr6O6ZHbiAu7Xq0zzM3lUP
jbsrsBNMNtXDko7chp+iCznnTwRRtjk0rokFilin5wdBZpI5Q9XljdXNYNIEBAPDsQ+aC0YBtiz8
aEIzUsA2LA0IoePBaSfHuqZkVO59bRIKl+xatj+XxJ8AeajCn7Kyhks7xhAanVNWYmjTfaEJcPWh
slJtIsC7glA8Wn1opXVXQQFkThDfIzu5teamLpG3gvC9isWkDZguEKSTekYPCCjEtBE+mE3GrNxP
XZe/LMuivseJWr9QvwtLPxrUlWrl+hO446+6ndVF7xh3SCGV3gNnJum3sO5RABuIAuS2Gd2XhnSs
XF04g47gdhxgavdUDTJ48pQ0u2WqrhXX4oszIzkA+tf28lBM/Ys1wmIMdXQHonKMsJapkML6sIZK
ukkBB9FN6rld85MJdmd3VnOD7xfeDdptmmzC5VepQF8jR8fWw/OrAuQ2YfwLes9hzpbxYhbznrWt
fWFrOJAXidTedYsUuaDBMN4OUOjD0N8PutxHs6JKCe8MVKTUZsWLGV4qmJ/3yuvB4QZVNm1jvnxL
OmbnNmRwPYJ+dcrbeIawJifPre/3gG/yeNyD5CJyUMDZ7dqLA3cN0pENEkqjQaZ90wFcPs9WVtUJ
u4oHiewztvLBq5zMkQkks4T12s2Tvm1VU+LcRZSDguGvWjsaotXRHCeHCY3vKJfWiLGh5mN/GEEz
aYquWxIni9Z22FfOBh4RvlDXeOa/uF1DmCpZg4PXKzvjnlVICzIxMeuyBcSh0gqS8T6x2f0y1l0O
iPpzNWDo66sByaQnXypVLanV4PsKZkH+D3Vnkhw5cub7E6Ea87BsDMEIjsF52MBIJguAY57cAVzn
rd45+mLvFymVqjKlVkn2Nt1mWsiykhkk6HD37z8+pEt1W4rSuFpqr3n0za2vAXvK9SUreCvDKrDT
cO6JTHGravlgR9nO5EjVxqr0kHmRz6uMLhIoWrFpMqOOs58fMjbgOM25f8VW5gMc2aVg8VsOFy+N
8zXIwZC47USF8MRTpXI62nqunFy+5WXb1vmeK115YQ+ZHvbToh4AYQ/VMl0ORl/dr0SFh2ZVr0na
uQxzgszCR5DlBbUwjnKkMCO+nMqmiGOCQ3xW9UwQSmPr9RAugzlcEB3BJt+zmwer4Vwv6ECjjGLQ
ZDSt7JUTJ48DIc2zoVumXVtIPbZb13vX5+Gpq1zv2i1T8UHbx3hRq0AlTl/mXFnHQ1aJe1vzy9c0
l71zhvwggxi2xOfEXRlrmq92BXUsT1xstYs2mI1L6rPU+7yNw8229mOsU4fRnL6zMj90U2HRtNSQ
X0EOt/mpq0zmobF2/q4eXE9GOofBwSap9BJZlBkj1m8vCmGKr+/I5b8F5z60Nf/7GZf9Adn91xDf
s6/2hJCOP/9T/wMhXnDX//gNQ/07gPc/t6/h470Q//V/2j9ivHzNXxBeR/8F6xZ6VWBKnEwkcv0G
8Nr2L6gyILbRzunfrWR/w3dt4xdIT9RVwLguTM2pwe2v+K7l/wIBAH8DCX9y+WMP/u17+xfw3RNb
8Dtch4ILexeSXThWJJgoTH/CoracPXSdcz3xNvThWp+eciOI0P/DE/nrp/6AIv/IN33/GKrhKEWH
7zYhGn/im0i2MIwNwJC7I/751bO7xG2YeF1zVc+rZX9TpqJ5EZAh6cZmPboi6yD9jfLdXaqJDCOZ
iXhqCnfPpf4kzZ9kSBvWnyX//kg1f/82CU/g+7BO9k6SZH7kVgqMbaNZNmYC8DyeYZlqxrDeguxi
npavLK/Sq4JdPp6gjcM/eUKnJ/DTL+LUCglkfwpTI6Tvx49uhKGK1S/NhLCG6k5V4/TMkAwBaXET
32aPnsZ2St/rNAMfyfUJOjXnCjpzc6tdcPZKrn8COv+DpYEPDjEE6D/L7eeKV5FzKdPJoU7WwaTU
ddH0cld5df35z3/yf/Qx5K2AkrP+Tmv+xx+8B7qr7XFakjavh4OYVB9BW/2Z2+4ffgrvCwFy8IHw
3D9+Sut2TW/7/ZIU1RZEhFVoO19PP/75j/IPVvmJlIOxYQm5DOQ/fkjal8oPymJNqiK1rmyCIeJV
Nu2dSTcEeosU8juwq+Sff+jp+fywcNhBiCggrPwUfvR3saAm6QRgi6kJ2qneOjSnx80385BSmOzN
bBtgzrXECltbXRTI1nn655/+d8/19OnsIDRPI5eAiPnxR942LV/GPjATV1ZHh5iCo5vK+U+YHvQ3
P/+QzNCnSF1InlMerP7T/pFByPA2jiLpQbVjLDPqSrgZ5bKbVW0nT7J4TYO1TGyzGa4GZcEJmbXN
HrNVcTWP8PbL9NaBt5UR4y9mEVta6i2bDeIDU0dd5KWqzknyEySLl9IMU34iL92WngviKm6JJeq5
SjJivaa9VIiBSn3EZT86hHkKWSTScfE4kusi3VBm+sxYuBbJMFnmxTg41S2eQxXBEbmvZMRsZ0IE
XgTXLn4FEdIe6BFcd3JWgKv8mteoPF1sRe9Kiiu95qoahAvQtVo7pxu4PPfV15qN3Re16VcWodvn
s/CtlbKKtE0wEqTX9dKOZUilsHehqyogYo+I0nCS1vZtowrznHb37jxPlXgcef/7MNOKdSSH2S2A
bs2lJnKoM15nV6ikmZpnCagUtUVP8XZH6u8lsDeKTHeaCaLN5A5X2kisAtFMO+42XexvzbQLqlU+
UxC30qJcB7EGcHKto8we4mqU23tmrNyJhxF4V9Y0zUedXWzJoOb2DgWmfBmtiuT7vuhQjSOqjwt3
2fsuM3MNoYGZsesPGKusPYkk4uABqcBvO1p/TnGyiNxiecnbQSauBYLgdACGHZt4yCltHAZmq4MQ
rhFvypeH2Z67M05p765b9TcybbcjkPFuQ8YUM4RNRyFmcFU1ucmkA8y2dqnHplIhs+H9Omt32IrW
A6jFrhy8NeyJediKsbmcUXDYUkDQ6bUeumln7wcNGJoOo/lyWuwiYlyRCZjyflrL5VwILU20vh3f
vHnaWy7OyW5mBXWETTXzZU4eczSr4hkjRjyW+sVcmB9zbYC1286xYLoVTFeUPRVEBVCVeHSJzz20
mk00XVtd5G15bTTCSaCj5B7f6Jsv9q1oP4lEvBy1+anJpuFExZynevPiUDVz8DOeWOU6CGZrR8Zm
BuSn8nSNHCRaRVgatF1mgzMnxXAqD1vGJTEYJp0NCG5ixGtt874lenyvDULfBzNAWWnTVeDCHgHR
E4ThpACX9hiXuXWj++K62JQZIwdlfvMagdHk5Ng1gSau7dQwoXiCw4hkNp4Zvu5GbTEPeS/TYzqU
H4vv0py9zvLKzHOZNGW2IHmbtXDWhiqWDS6gul6vyDGrQLukHjkdiYF4vS/WXu17e3kdySvd+0Xz
0oDKhO3i3IitudVoHH8M2lYezUoPXuXcbwehVzfUjwbHpnbWqEBgBCo7bIk5yG8Oncor8S2h6XRH
N1vOmrL4ls4bmLQ2wOWl3RhLzRmiacseyYq6bJ2lukhLHlpgvMmik3Aw63tVoj9m6vwAi9gbo8Eg
813AFZqFOTHIMG/ZcAOJBOSJoZvrT3odzyrLu8j6To9wAaMS3LpnwK9vmu+TjqTyLa4qbW+DfFyP
i/ap5VYaVU1AOa8lrPVm5dJHC90K4l8bgjgfltY0pdpucccPbKe8eW5+RrnqG16zm7Ydnv0i769c
2ld3Wg2V4p42wdU5mA499UG5iLO1cKqwxwldGqkbMp4l9rLeGlvF/Ls5u1ajsFTCgPA6VcdFb/3I
FJbDftBFfh6wgY/e2ThM56oXH0Ks57M3W+dONm92WK/vstcI+7AdFgq/YuxgzwCQQ1iO6yvOk+t5
rpukVwFA+OCkiW01NvpxfeT7CIxDoeePzSheaBf9M6sPd8W/O6uIQCcjhFfSxc77cyJFNVYkbxRe
lwSatq1Uv+Dh3emLtNOdU3nal785WTWGaljhmAJXDkXSlXW/xbI1+3S3TFN+VxQ1ayFdLKpkYM7a
D0WY2DsciofufdQJFJOTephpn/01s/vWjgxN0yj9qHraUPpxXt/WIsg/EHrqWTQiZeNS1eAF3GUE
kV1RZlK/Y07Q5mRpXOezWblyF11VZ6GqNQNRJ4mNv3qVVr7PducSj9z6pO0aArFnrOuiReiXeaO2
k8VSf7DkzJuJhLkjKlWskiadXM4OU2JxbFuym6I6Q3UnU33Gf0EMcX1ejFI50brl3Rj6PuXzsTan
5XVmL/6d3k0QOf5oyu6wULnwnmuYyy1vdrd3NVdLxqHjFNttrmNfSPR+6PS4JbfXjwPEfl64emo4
daGVCp4M4YO3U37afqa111OzDltCb8zQsJnZ6VTf+LagFL5qa+cRnUg1hJo5kVZip+hHBkeOPEwN
0RRpg2ZwqZU5CK5rLssQdpTxgWylOq6qflI+3uBAl3cWam8SQarBpvra9DrS+4wA22mt52kNAjPU
V3ALksZkd8CzOZnWMp3jZCK0YLAUyaW1XgiBOqGxmpDErfJ58TQzj4tZBmWsTVTtxp5JLxdkdW2K
HYEGGKEDjybo3eBM6d5zM8eITL309NCb7cWNStEHK93Ic0VTmnlqkUCM3K2R66XZN8drJOx9mvVO
pOTaBrGjOcUX2fps7/R5N7HZLVUX+lXVcDnIa9s7MxH2L8mgE6HLsS3tNZxEVgPE1658m9cSfXZR
E+2dzCZHxbW7ocm59JzBT+letJvROK982TRF1OjLQCTfLNoyluOyyljLzAIy0pTbU+BLTcUBE+kz
7E9hRWlOaGRC35J9LtzeHuKlMqwlmgXhKdFJb2ElU73Mj0OjsyW3XrrcK0k7W5xzGnRh7yAWCkk3
9257OpiqOCszQp+wiUwTZu2ytKJtHY2kGzYz4wFm+hJhQhrY0Cm6McK19rOO1VUO925bTC+5YWi3
rrEtL/yT6FbKXJSfM8Pae79Wy7u59s6RJT9AxGuFM+9X01sg+qAQblaiUM1wBhuvI2PGqsumZHuv
WY8GK0SrN5ShVJ6klsOgXScSeBUEvwx3uihmtZzEFqP6HAuHzU1L54mj0coV5mHHQNXRa9K5KzJv
APbSWi5QYFZ+sGML99zY6TLxrGk+7eRE/MwFMyUom58p8a6NckzjxTU5wmxjKVbeoVF7gs/mQdCY
sciEcCfph0ByGPi0rKVW3XCm8gaSD7I908yUloZmuWxKr7M4z1TaQo5O+RbWoNBTqFESeTUE+or6
BlkrmRTZ6L8pq+lZ6qY39uFEesNNm5WKOL0iKJ2zcaqD8ns+EfRwaQUvm+6J6sJwqSw+F/lsc8Jv
bg6D4bfCJMFLXw5cTPx3xx6Wx3VoyX81jIpiwkI11rRjm3Ce6lXocifbGuJm1cTGBjZPdWhO9HiF
DfFS3yrCfRLUa2t/sWytdq1WPX3egsp0zwNWR5EY/MIUhzzVcOeLLYKNAPlsZlgoFjailXWo9nCy
gRPDNKspoZVwvVkULC869TK97WHuqogabXpvZcM7EzaSFpJoJWVV36Hh2kDK+eV9Y3+1zZCsB7uK
J6PXT9rjwkYbIrM8WT1rPKJ924obfKBGf1bSc3ItncX2I2r7Cj1E2KzrIXxa2oXENzVl0oFsPARO
YT9UiKIRLbS9T7SCv5Qd5eW9unH7dfgIFLAte7zbV6GODvqWKUO84NjpqrCVjnVj26k5xMZmZB8u
S4S4EcHw0Pui96OAjmE6gYJxaCKcmID+a+qTfm+YSPe91vMyXkZ7aSIA2XK46HWli1CvcvUBE6GR
LAiI7cReR2A9MDKaCldbgrum3SxSFVy8auFGKtmlIt/41g+0/LOzkcvIlcEFHqhBmmNr+qEufZs4
aB0KEzTdkVM08JO9YoLaTIhT0SMBH6vucTWLKU+kUVXIF7EN5VTGKy/gVjQ7zpkxTumn2S/2F+Zs
qmMsS5PHyW+1LxII5oqJjxzbmAoddea35CDGTWc5b3qdtUhSMJo+1+z8VMzovWyTYfBhKhs/3drL
2hjctw393d0MOD9AkbYA3O7q93boYmKjw94jTzP0QKUf2aULJ+Q3zc2xWlP2MWWNmzyzl6x8rBga
VJwXhOocPMCxG4Sx4nbQ855zwGldeKtGH8uog5vKoYNn6KGM68t2KG1ZvRN3u+wypRe8AZnPwRRg
/gtrr8gfJ2eC+2rdspoS9pC24h2xjBpphCZdSPHO7yKEXVMVbR3wUQiysiX9mqsH4mczNADjhhaN
fYyFdZplkGg/mKlSd5M7WzhT/Lo+qilQ3Dc4WD1oLm3iXuQyNsVFUVUfuQyKImopmiJGcxzGp3J0
/RtLCNuKYFYNBtUmlwVFCirPok3m1a05lHCtJdIkOwycFuFDhauArXTJ149OmujBam8rnyc5Mcss
3sSJrmnSRiABh9ufIYju8wfEZTa3fZG/Yrp38bUITV7U3lw5F0pH1wE3GtwNS0OZDxwmCktK4eY8
qma7Snf4rpwumpaq7aMsSP17jgt7iEraF6xIOwnWT9A/IgVNmwmkwN+EeMrsxPuyqLHC7lGN/jOD
UTHG0Jrb9jimltkcyKbKzr2T0lWaLTYyiwNpifCTp8hyAdDuO+EsQzTPYnKffX+2ycQpt2ZT5FXI
NRw3HY0gganDuJsMM31xJrxpF/R7qttqRimReFwg5jCtJwQpZj9JljSXuDMLgZyWFMRdvFoeYcK7
lX604Ap17aaFPrEVFCtq5DIx5Hrm1UgprRNnW74UbPujXu0s/uBsq8F2do259PeDoCs47AuVf3mF
yUGosDxA9ub55oQu9zk0oNowZ0kw2tVXXvZsIGbZZ+7p9iLO86yeuhubWIk5LBuy1+J/Dmh9T+n9
AU87FW/ikiWUyccM9l2K+weLMSE4CxUs2ZSMCJ0fTDvDW1IQ87GGXttVOxRWxkPn1MYljpwuMrpp
SOa6m/vIbCSvSxWM/qEPiKIaOq3TQsdsShXyJCC4hbYY30ThL3/5nv8tXuZfI11uuq/mfhq+viZ0
9v8bmBfwxv+eeonaEbX9XfH5/gPzwtf8Jq43f0FxaBpE9uKnoqoaRPY3cb33y/dcWVwpWCc98ODf
pPXGL3wBHTnEjGCrRwf9N+rF+QXnOfGap3f0lGHt/zvMy/e+kt8XGkkQHiFPIP1o/FEjUyj9I3Sq
1agzqjUod6qFXQedklOi2mo417g/tFFQr23c55V5PVATmGiay82v5cZj1aKlm2f8s9b07779P35D
HpcEMjZPMOupHePn0P4tIxyvlCTtrUSIPeSjbx0GdwzinBT4YzPL4ky6RXDZmg485OlK1Jge0qti
2B7+8Fv8B3QRJO0PMzTPhhEaNTg0jHcypuk/kQIu/bBj3k9mMgUocza/5kVaZHto1sy4QHH/LR+q
JVqGYUHe6q4GWlQcMX4uvWRm0rzcnMY4OrhymDIt68VE4HPWU+QEOMdVnuCu3cy9v4qBhYKrycuW
3eiusNibftc702dqjoAm8PWXsNX+VTrU+XU7rvp54HhTNKKY5R48FMNxnBftzsvb5tpEs3wRzN0U
pkaHrLDijvKrtdguYoU5vaCrrLnCN+1F7VxdtGoaz5S+obvQamriLXSopxuhbMs3vhFrrzn5+o2o
CC5Jo7ZF1OhaUeZldzRvXSxYs54qKsh3Bcrd99Kw892SX1eVPwFuW5+eVr5iT7hWefcITODtesQ1
7E7FVdnm1YsvOm4RpODeZilFJN7CA0b961wOemaFutGDJHPWXm29s8WWSpddmTvjY6OakhrUZiRw
u0VfzfB1CNZtCYtTolDYmMy6RmndBKq1P30M0AnAqzsj6P6se58BbPU1/SadNXWrsFHy/GhVY2fX
169my07AA5dpLpelGU2FM86RlyPCfq9UX1TnDsy2ZuRFuh/QQpRqu3Tddj9KDcOHfKKV8sX1+PV1
WR+EFFK6jNf1h7YO59ZIhaPpvrV9PgG2MnKDfej7bKr0UHbtcCH00aU8CJchzoDPwE9FHBhOHwat
OnQrPi5fOhO6O2s6mx2mKUmOXgg/daGLIH80C78kDnPSsNlWUyw3IyJx60ME6W5cDP2Qmw5owETX
k0Ly8uAFhRuWeX+ZQ0DttW79JurMTehYIF5VEQ5gakqPBjf/MkS3b9fmpRw3Awg8nfZdxzEylmLa
p6Vzny3tTA1bv/c0zt8TXBNVyruxUAdUIZBff9AnXU/KpbtL58FUiHP1yGoH/dhVKNp2Mx6QXUbo
3TFLs3W/bnPwSLoIv1Lwjsut09FS9CgkzxlAjRuugMuxsAiBi/zV6y6MYXSP2C4lqnY1nFbyoOyk
80rHiWaz06p41twNGHBU+UXLbhIXpq/ipqHqMTTn9b3Q9fJWQ6+qOac1uJW25l2NWWshB0UQl164
geyAGaWrRFTUrsZwgUnhJLoh6XehexBjOtlp/WLc6mCo235oh7XdedyAxjNbEZIUzn55o4DTwCNf
mq09oLp/0DHXxpPMimhK5zSiTzgNy02N0eZsOn81784tWzl3q9jAkLa22Zm9yUiicS2J7NZ8r5BW
vLPhlUdKCKuW25KnHyRJNHmUlavzVqOY/dJzb74N/Fl/0GTWXBHQe7pXpV7/TWvTLWq5zew0mK6w
IrIyHPQuv5oMZt5+Wcy9p8Y0ERg+DmlaUItQTdsZBfD1HDlLju6T4ofnlbaiUC36+LiiaTrzA7k3
jVHtTVV4vxLWVyN2NdT42jayv4fDRgE5SOziaiCbjSB1Q10jasnPJKkyp5YLVP2Fg1a10dvmbOkt
GTkrCw19DEiz7y7lXcMKY09juR7rxZme8pLShpAbd9HsZkcTB90hOeRpC5TrPwiGBP8MlTi9UaGf
O0P3haN5ScNmFbBThW2LXYAujY8+1RVbrM2K/alzrrpGp8y5biaXQVE3HlKvuTTX1L4pi7Q5+tDC
uOAz4dMBaxsvmFKSAvCTCoxmmD9VZcwRviRk3xZdTgqgHiRjkmdtF3QWJ5ZQsVgclYj5FKaoF/bB
oksYK/1Mnn0/Lu2uD9LlHK3nBiLRzsZDlba4uno5rliVPUD2EG/ncsRZ/Gah024ivEwb+8TJ+Vl6
1SNOC1TFczGbVtS0QnyunnOP6BJBNGzTcmxIwTiyZJajN+XBZdN2OcgUAb/EQSEGfzjVDjxoBX8p
8CvnoNJxiE4Ju5fgRlNowx3d5/6g9iRk1vfZWlf3pqsded/VIef5X8FmraDiqT5cZdjmk2LUjCRj
z8UPWlUkv560yKLJ3p12xr8xSBa43Oo7krBkbPUWBZ6i8vzLAO18pyzinq1Sdg/D1luvK3mVM2aM
wJjuC623o8lYs13WSlGiCpvckq3PH/QQzq278nLbfe7Yh5BlkrtzxSxVR0jQES80OPIe+omU8Jip
ML3j//VnakAnCD4RXKq2K28RfWqhR9fjDJowuLeoBlGSV5M20KvYN34Cz7HdNC54by5t68xwNatK
XAp+7jQsLKbflY8OoG62pxiUbUAu00O9epekLFjML+zMa8Gsi8SsToLKSHlfpGplpKl5flgHUR4z
MRAxLImtCjZLP6N9ZmNm77SnsUNdp5n6mZbaND4NqXOOWVAlmV32r9XWA/+krfWKql9FQJukZKQa
c2CZNw/jIHpQPt29ymu9O65+Ja+FNgQ7N7PnM7blgGfKe5f5vrtbOTaKkAwmSEOb7z1cDfTfqbDY
tQrxMrhBeTfn3AlbXQ1Jtg3pxVb60z0u9goKdNZpsewqzTrk7Qw5PItZoXg+oWzkh3SvKJz9S7ya
D3ojunek7qzDBdiDl8F/LwFFkE6LNj9KMLUqTpEM7ha9qPYrk/aja6DU5a+a7q019LNCj7PWz2Jb
jDxyq9o5d3JNi2UKxbRJpqZwdSd/iF3SLE4yyXw4d0bsqLE1WuO3CftbXMKv9hizdwS3p8eB1tyd
6pwxIrKzQcFYdVe0L5nf8jLQUGqe3kFzq1gseeNio2BQC1eAxr3guLoQ6SyoOlz1vUmQZ2RhNYrX
XILUFUH3+n2DyIpipmk5SF+3SvlxNQXpdWf0tcUNDisYPs6moM1My+2IldUmKVpT3BPS1rPzTVmz
faW3lfkwTLUfj7IwH9AY2MSz82RpbAig46f7tK+mb4WUbAWuq9hm/Gk5bss8Fo95t+LiCRBe2nuJ
7ebQWVmdx7WP0CZapnQhAynlVucyMB+/H8u9OVaEcqC0+LXJs+AyaP3xWzMSJ9qGVsZEWgqdZ2uo
VqcIYxiMNrY8Q9KX0U9pE21YCZddnWXrcRgJXut8Q72cLL+RLrP0mNduHYTz6XLvWFP3Sv/eeJUG
BqCZDTmK+Yo/5KZxElg6oIYnPhswTlOqeyWKk5Cfdsb+G2nC4Qdo7ZX9Lei5LeQkAX3mTl3+6lql
jT+r4cvwMNgHv8bHkyjkr0ccrd2rX67dy6g01mfgic2IjcnlP7mywxIm9aPk5o8ZoOfDC9Iwowkh
qoHTh3Povpa1uhha9PWJrbMxZevMn/r2nB0DMRDydnr8WSCDG9vp/zKq/Fuj9/+PJPL0QX/zxP/P
MLQzh/73I/d/DvV//d+m+GHg5gv+Mm/b7i/MbLTn0kPk0n/9+7htW79Qou4AhhKAeIpzgTT967yN
1PE0a6MKJJsMy/ApGut3qSPMHflPPlnPCNGIMfw3pI6G/r2S4vcJ1yOviFGTVGzGevxLKDJ/HLmZ
ZqeV4nGR+ENToFbp8hgOVybdhgYacVOG9thCllh40yN1n/6ZWbtvqDdjUZRXuVa6IIZPYN0HPBrP
1uqej3l24bUrnlxjj/ls33b9XimqNlZGv92CYHrImvqp1Mb8ohTdoSQLcKwDHEnD4MZGUFRvFgUv
SGPGnVdtt6nbpbFJBu054kc6NbJ3g3TnBLtlCC87h7mDMmLxlo8sZVu1YWEi7YSIW3l93/v4BoUf
JNs8PmlrQfpJp9Shd4R5zAdjBJ/d7sj7OMsQU14VduPfuaKeb5XYBNkoU5UscjT2y9DD1SApHFOt
vZnb+zFtH0/V3haw+q1ZZkR994IL7bzIkEsQUwntC1Mp2p1IYS0bjqbHUe9usrRzdkFdXnezNe1X
mXW7bbGqj1HqeN0McZDevIV5PbPNNylYvYa/QayveDcd3EiojbZ6uZQmqPVsjDth4DKpCjWdLUxp
8D7ZfDGUuART/3G0NQaHeoL+F4/Lag772pLGrTnObhJYZPnKHjZv1e7G9LWVp0v3At6NoSIkkMGL
dSQ80+Y9d9r4ZZmzjE6lnBE0qR3TIxsrT1GQhgVAWS9NDZ5t5ORQe11GhXKFt6DrSP115nuzaADs
qdlqw6UdHgF9mtDRqiD0vUk/2SsnTLL6Y+Ajd8mv10nGbjm+NB1QsguzZKRqP7jZpTuNDBujjSAH
6DoUjYimVR8iWxV9uMGGP8FwBdeEGiIr2Lo3VEDqg+FkJN65epSDd6dNQb5FjtiOtVgRVhIrGCLf
QDK+CDhYzbw0oVs5IWgpg00Ppy31LmkWGcLUhKfIGu1opOKrwbRVYn+Kuto9t1pobB8uMsRFep2e
buyqAcQv5w+hP7WDeBr8EsG6mOVHTl94mBblhMZeuaHdq/SGJGIiyfRa25WaGvfekssniabtnECV
NelZkjuaVO465WtR71fZ0Wo4EgVYOqAGtu3ZVelXUbFiSK559EkmSwoxWLiXAYLA/tDHVppL5u9m
7jOuk0lnp+sd6B7yNr2G4kBUY0QpV63QRCR2EfRLTyKbV15Jw0wIVrbCWYpIpodTScFVNZ5sWUP1
uOFWjNi/IvoGSZ3MplvO8O6lWfwlok62evQk2Vl5a7A4DRwsa+WzUOikbzjTYdPnOzn4/ZWTEUy4
en1965jrR2CX6sq32/oc4VTDsCYK3L1TT9p4NaGoGVzCx8Gp8LXqjddf4YvD4gYq9TgXjJrUIOZU
aTrNc+mYwXH8zvWsqAuBErs1xE0/f6IHqfcrBzBDCvXfRCbK7ZYdU8SFMRUMSt4mHg0tNW7Kpvdk
XH/nlcAkcUu1zHx3ENrLzYTz6wJkobnzvpNS3neCqgz6gbBMSMKI6A8yGhcx4wXZTCdBgqEegyZn
rxq91H6Db8Py1TE/hyU6LBXO2YbIoBlIfg2swXovMj97HryusnbGarfJ6E9bYqyMC6so872plax6
21/qw+hisoQW1YPEwBL+hJVDxJvvGRjpdO3SBdhwybTk0ReicK6E36vjwnjzOWKmw/a/zIfNKaYP
0bfo1xq8kzuQwOBgtLzEs9aXH/ZMo8nkDdu1QXJ4TsoBntOw21x4a/I3dpszBysSEVc+YYLPLkdn
4ElmW1rGnr15ILObvTO61uDbVBQZW9ZgXAwz+hbJz3vQ+3y5tbbFvVt6fbiwc0d99UQNMGN48Pfr
0FEhEzTro1d02kF9JzS9qeWt8sXswew331ZQ0b2ORPBysHSoJoMOFGwmwU7LRX9BxqMX45cU16aj
+S8ZtptEA6I5g/0GYsOYA5uqibqNsMyk77TXErJZ25V8E8ztN6aZTfu+NMZb5C642x1ZnaVscREO
sCxCLNvtGDiqR6LzNdyKxnxwCUQ/30ib25WcqyhmvtO6qwEnt9aT81UHwric87J5m74TwYTAFHFd
Of2jBtEWobT1QxMRDf94EOY5EAQJd+7lhCboKh01AMEaexO7dGP6B1CPLQrQvYW5OY9nTg4yksPK
onfDloekEqElaACB4MhIkpY77GVbAjF2mNsv9Nabn/0c4VDmgD0VafY+pbmxy1ZJZBL+3KghAXW3
zMKOKRA0kmVqPRLP8vFj1QrxkP0/7s5sOXLk2rJfBBngmF8jAjFznvkCIyuTmOEYHcPX90KW+iqT
N8W0eux+kUlWVgIDg/vxc/Zem5S0o9kLcVqo2QFNhxpb6EgQee/Y1YHjacS3n2RyX+t2tW2rKr/W
ot7bIrAYLu16eLCdpNtTc9u4UUObI5FVwDRz3U2XDpA5XKvbSHrItGZVfc56lIphZuBTHmb4keXM
BLTwtL0Xu2IbZdJ8hZTAuxfNSy+p87amFj7VnHo+rMIozricqsBs/BttLNSDrcHnabGYj0TLGLJ7
CTW27WryOXOA7VDleKBpfmhMdRclZoA+ZTFKc5JwvHe45gHSh02GZzozync5uscRjOUqQZJgYXRE
SGVsqspdJhZpu7GipFwV9dKGbITH0dbexcp5jpQ54s1W4QV/PPS4/rllvBFaY7/xCUfYezghv6t2
ptUkwvSxGye54qjUPoe0zCtXK6+KydEWyCFuPwxnOBGs5MkblU+zrrNXJJXYAd5vf20l8bCyZaof
qSFuLfQj2UC9ldjmzhnLwHA1xcDevSo4YME3XyPy1jfZkAhGkM42d7RbpwAOMtbWbaxZL5Oudc82
+vKC4d3ZRpO8xwOyr/q9GYqNZ7dbC2zNIffCTWWSm1pOQ77tyCv0kLcd8GJ/aHWxiZluromOzFZ6
T5e9xCK6KVpoFla6tzqFPt+h1SYh562d2k4Cr+BkrusV/V2XIiILgwyr31BU3qqe6u8e3y1Gidux
uOvdYe9ZzotPsigq4UtdIfUenQhDz7QtsJ71/rdRTrcN7IdFEMkYlUV/Q0YkG/lwGXvVZU/R1Sce
Edm6um7ZSbNU5dsIEQd7666rncDDqR84vXA3CdC1U5IX20xfjHOt/4BWBaGBO33oLaIHhTeQhpk1
bgSkBirUNNnYiJs8Ye885QT0urIj6pWNkRQfdST4h8MdCekMvl1RQUwwxRas5MfoTA89wIYN072Z
2oj2RBTtEKe14HGLcJOoqiLaru33wiF9E1mIv7MTfA/sfdqz3hnJzoqQafctVoASMMJkb2afQQVN
NICe+mzfegkoupa2SGuFN/TNaQh1pq7vuoE+X2+pmzAx5FVkeyXtCm5XWSWANCbrVDdIxoqYBd2L
GegPGzF5hgzwI97PmkTVF8rpbgICywvfU7zF0Tl32/WA1mjn68kHTkRG5ALIPup19GU50ld3wNu/
Go2BrcOZnyJ/REiD6vGiQvzABIxzCHi9k6+l3r7zI/dkq6IscSdo8mnAM7qKxmI4ILLDxmCpeT8g
loWw0zS7pim1Ne9u+KCHhlyr3Hev+jjuoE1n8tiICYejGBnlJ0pbVTW4FBtyxy7KO8lyGl+5OimX
Tt6Ja8PX1IXp+qDc+r6+DUs7frbY3rai0+cT6tEZjb3jFWep6exp5Tjdh15eV4FQEVJBv/bXyOeY
Zi2WxdEMLQrpcWEcKu9IN9haWw3FaGtMSPwdN1Xfh9Lrd2mPXSOs5+t6rhELm6I0LqXfoVeoqvSI
uNMAohCG66ou+3U36OKpF3N2FrmTXpfUWBujhBVQVXYVdFrKkIje9o0riQQXZq49swR4r32W2acR
u/Dad63+5HXcnkHQ7pym7C00KYGdQiv3WKg1eAMkQ9vdtyIqsSSE/bqvjEevKndpnASu2E0zsI7E
OXrzB/21NX64D4j7WM2JK1wxHQncvjg3SDVFGl2EgoU4GxFmyHDnzQiKNO++K9R3qm0CMo0YKI81
vDRWmGybtLuKs+vJmPeGQz2Ff39X1ItFzZzw1DZhqnbNoEpEULN3CH3UrG3DvqoGVHVOX1D+z2ot
uvoa91xnBpE/0zNtItrJWCSeJcSZ41DMEIBSiflitK+bBLSQayF9oJtIMR5L7V4RXhmyMTjRNz3J
qqBvu3mTOUpKqvCs4gRTuAHx2PkNZAHnKtHUvY0FwcQhDJpr1QizfumFhZaqgBO9DvO6fkc22QZ+
qRe4TNr6udV8fVyZhLzuqnZMdnnbQy0wiuG7KDTOz2UV8h5MQ3vG+DGtssoOL8BZjHD8I/lIiHd+
FrV8yOjk3TFrGTe1gaRuVUZje2ZPZLOIpHfs24HznwGp2qFj7nMwnywXYAYN2kU0ZOlvSdvrBms1
s7/aqDz6c7rcOvXgfYyehX+st8RifHaSPbnh7a5ZVLx2laW7Jsybc5kwsBvtqt/FsF8ONPzlo8b5
dmWk0r0bl3xFNFxqnylGFJ3fVWCDwnBfl7nL6BJ+flTqzS2IR9RewjJOqJNonCq7yHfO4noxFv8L
XTOysAbnmTbxjpEGt003W3djo45bPAdeUPvp8KykI1FdyRmpyuK2MZvFeTMYOCSyxY4z/3DmIJ0y
L+PFroM9cWJlztRTy0qx1RAbUKaoEObc4vUpVKnQMDHVQqogqVgS7yypvzixDwyX3Th/6pngLV+o
8aJ5CPNWcjEXaeHiM2r+9hwt9qOCLe44LZak2Cv0b26I+WCld71/FIt5qZhtfEzIt7RLtZibcHxa
U4AbKjwWY37hMIv8LnBDWYstam5sExPOYpVaTFPJYp9CgpgGoynwVM05bUoCdCdUSI12j6Ay/UgW
G5buRvOuBNv0ggyczUCDkVPmvTgJvU2CfjFzpT98Xf0Pj1e82L143Di/wsUE5v/wg/mLNQz4MS4x
D9n2jfPDOwasO6BzhJ+sGDz6TYvJLFvsZnLsMO0vFrTqhxtN/nCmcaO611hU3zO9F9f14mKzLL++
8BdnG13y9CX9YXcrMUvxIuCBczx72vjT9Cai+UXZ4TWyTRZLTZ66vN1MRe+ufjT7/lG78/9PpZEw
sT7/977nvaz77/lb/7PQ6Me/8m+lkeEa/8IPu6iDoDYTCfQfpREdzX9hs7YxcROPhD3qP1ojzfuX
TYws+QzIkMhFptv0P81PbaF/enQuLAMEoY9B/J80P3+0Nv/T+rRd0tssKkZm+FTCYBA/tT6ZnqDW
cCr9Thg3Zn1VRptwm5Y3kzhJcSLwwtRvq+g8lSauk3XhXFZF0KbbmfbMqnmiiJ7jM07CvmSaeoyc
NkDMH31Iiti1fd/Qd2CRXav02gUY10IN20TWVRGvR+PUOdeqv/CHXTTxKZ5rnwaMdXDQNXigsjhO
96s0fIibFx0eU7Wud3Jcd8q7ZypAugNcovRol9dJ8qoZL055NeoXBHy09VUursq4XekIlz3nwsge
I/A1Ein2ZO0nKq7oDuocnZlVfdXWR/RXf38K9OP/CxmVvvRPxtt/31HBBIrgZQ9Z4CeNEpVGJz0m
eXdI8Z8paZPNGFnuyZzdVzghq6zDQVhr2+FJ42u/cE38DenAnO2n1/A3WqnPUikerEurHQeuQaPc
EYuS7edIlBKBc2W21nyXxeLR6A3v1o70hJroZDMnHDz55lQWK+2orYWHxESvxNoGL3knU20zK+Ph
67/nV6cud8XEPL+4/AET8Pd8NgRL6YloMj1IPQIpew++a9vO1nNnUqykzlGYhnYwPcMI/vnC9P+a
uHHJpfjvK87qrYzyt2/f2/jXNef/Dlt8VhWqUSbAYLX5tpcQvL+1jZ73L53kIQuFIvxrwZLzP8MW
wYRGAD71baa87HuLuvXfwxbBAsZcxqMHuACzCUD8J+vNr4xTVjLCbfn/52jH6sUMZfl4flLRFpGY
cHr6yX5OJTks45Tuoth0Sc4s8x2Aamv70735zWewiCX/s7y5EJBQiQBOYLCDmo0l+NfrlaZBIVOW
0R6vwYgKpA3vLRVDL5pVejF5sc6BALHP1xddPq3PF2XSZSzLPkOtzwmoovWGXkkr2ne1rZ3bPIs5
bDgmuDqoq19f6pPLf/l9DK7AdYAKWYgMy2f30/0soebOlSMStGpFevYJOCeQgKU01LNs2xg2/PbO
pQZd/lvs6cMfvupPl+dDJqkIPwvAcfLo/tfgzMa6C0zVa/ZZx2kUOZK57eSsXcMGxdJQywahTxdb
l4ib63dMs+3u65//CSvsLiubiTyVPdJ1l53yE6ckG6hueod0+bBfHnI2igeGvMlrphK6KxPeYerE
2DpVooY6Wve7uihtNFyjoI+vuta4cx3isj2jH54H6LrR5us/8NP7/uPvE3w4PlF9MGg/Y7ITaQMk
z/V6X3sxSpWiVJvWHp09Go8x6JaJytfX+yTW/XFDPFsnhMVFFARy/tMLrzUdIsuub/dY66HeWpiw
DLIkWSwCSmV6V7JOb9Mm2wATCAlAEx1St96dzqMkz/Xv1fe/7oU/8pV/+hI8VnydDDhWHFgyC2z/
19eTQlM2i4dzj8PCouXaRL5cKVe0xxq+OKeShqhRcL7yOemrb+QZdrt2cOagXXKJV33oxbfwMfRX
xlgNoqOxiWjImon1GHV9dWiWOcYqwmRC36AzaNQM5E/QZvCTc1HW2qGIPQKrBG1rupkyvHCNQn/9
+oYv5eDPH/uPn4iL0OApL9/h5y+wggYOQz0pOC0PnrGay7o1N11XjQ95g/hJutX4KH3IXsxtDP8S
zUq2JUc2Ojc9LBnK/u6AmKx9V4atXc/YQ+5yu9dfR39CgKrS/A7yFjoIaTOBavv0m2kQlgF3XACF
0vDigwRDHFoLZT5azP443MNNvBgKpYI68vO7r3/uUg5+fqC+y7CeAzBEnIU/9PN6o6khpLcUQy9d
/NZOj5cKTq+2/voqn78aXhtDX+b0lL8+8/VPJZSHXYkwcJnv6QtFz9rSrA+79qCa2f7uZTQBvr7c
p/V6eYTYUTxjWcgY233OXXNHvD1zw+XMQkaooZMjfxjsY3NUf1gOPm1Hf1+JZdJks+WrWEr+n28f
6MgyMts2J4Ywii5yemEPqaPndzMxVMfeTPK7Ajnz7dc/7/Mivfy8BTtjsQyxBIlPdxP8EkopRLqA
47ronbGCR5Msq/kSAYwY5gpFtfmIfLZ6ybql29nY2p8e6O/uMBoO7BOgHahJlwf+0zalDUvfjpIc
Pa6rcdyGW75u+xI3KUro8A+xs795e3iSQIiQcpBf8yO64KeLKTNFw59Fzb7S3PzOAnEddMngcoBA
fx/nXffX1/f3szVoeaqmaQjwQchSuMGfPgpp62kC/07udTB6cPQYTndB7Epca1YnVbGetWy+NoBX
bmJ0bByxpJeckSPQqUUq66UHybwWFV/SvvdO078XokL6HQ+huR0SRzsjKfyTq+O3T8RxyCVhZdaR
5vz6RBCwZI6gy0+KTERijkZlQqJ5ecJE8G8t1H/dBX730tP4W46qiNIwi/x6qdJL6rbmJ1EONeGF
IVrjAjrscNRE7R0tMytPsamc/dcP5Te/D1zQQgfCYO+49vJH/fQSzINVZ6KkOTuCeNi6Zhle0Bl0
9sA6tT+Q+3/zfZk0XDjBkyQJte3z4yeqKJ+nSu7DDuHhtnDS9Ex2qxcogPA3PXrYgzC7DhFRL+3z
gMTtDy/8734rV/cXhxqVmM/54eff2uuzOxCfWu4LKyLVATzHGQigf9Un0v8DsW35LZ/Wf+IKAdZh
mnKXXf3XS1GgO8tiWewt9qzjWJrtsXVm9mZPn83HCDYHGktGrEet/uMj/c19pmdiCMB3QMQRkv16
7drL8tkenGqf1LramfS+b+OaoSTiKwhs6TyxdiUD6VyrqSGPhmYt1dbXb9XvXmVOsrZLB8bGFPXp
Uc+tFyrl2dXeinVnHzFjAr0a6gH96Zsi0mgm5ALw7tcX/c3jZcW0BRUG4S0c7H/93R7YPL1uWTyJ
gPBhEiN9YihWI4MhOzLdfn2x5SZ+esAg1zBoUT46Lqe0Xy9WcULywJUxr6ZWu0yK5kG1f6xSf3MR
QjZ4V6lX4f59pgsWKDzsucDr0pFdAv2j0vwUdABN3a9/zG/uHA02RIS8sfyqz3cup5GO1xKC4AgZ
4jFLmHWvqgpwgcrMsvrDu/GbT0Owl3KSIq+LI8mno0hDpoLCX9zsHX7xroj9RGzIL+h2M7OvE4Zc
7TrsJVj7QXPQUf5PB+D678fzM0fxd/fTQgZpLz8W2+KnHR59LUaksWz2eeZom0ZZ71rKrvf1RX7z
7gMdx+XkGni9/9cejsK6dkfdLfY1/NjLcKZomBmdHKNuSLZtVoM/S/zoT8XLbzZzvnX4f/wytqrP
B6jZinFo52Gx17rSeizRk1x7jObvPVNCZXaKP33hS7Pl8wdgcpIlrZPdw6cc/PUDiGipFfmMjSzF
zufswY/A+k8TLf7gY3AfWBjA9va+PzzMlRde++XgA/FOJDCmyE7rjwr8992QCk4BTTm5O/RbJuL/
IX63rYTaP7M7Mg4oCxgIe7VvBia4qr1EyX1P4VI9ff3QfvMFAKcEX7HsvfRvPi1YpqO3nYV/Z4/9
itwf2LTmhlQO7QnFhLr6x9daFkY2BrqfPmfPX++ci70CAUJGcetoEViKYSbKR2MUsvQi/vmlgJ2y
PqGEoXL/tA1NyFLLSUz5/kfHo9URcukhYGUrjNP915f6Yez+dUVkXidoMyzwRgK0Pt3CIolw340h
H9cYcaLuHBMHvOFUO6PJ9deyExjbrcaW81WXT2w+/eQ536A75Hettpgjc94zTB2KdAtSCh4s7BCg
yHQJ6g2S+fvXf61YNoNPfy1rEJU27ToWPefTQ6itqbWnmIYIw8XohFmnwpyWa2cmpnTFhySJ3ns9
bu47u44YMRshMSiNQP7kxjVsMytax4be3TSyQ3nrchaRea82UP3ao5Mo72bwynHH3BrdUegUp4GM
qT8s2hy4fl1K6RdQSsGttPErIXwyPp//0rZRGclBFSg2zUZQ2vQvoRCQyJCBQReympopqWoxcw7U
A9zyLEo4X8/1oDD2KkwL9ehhPKADXidgv0eCGRrPh/9OXLX1SJ4GkLDBEtJfS+m4xS5xzSqQ00zh
Mlqk8+19hIfhtrNwpCJfTplROFPWvMWWVyVBpleQdzi4QfqwEPiREi5PWaa5Nzp+nmONLOZiskY0
Taqp47VtR+Iqjaia1lPrAtpuICEOOxg48h23IO12GTpEVrvM/L0J5EQ/p+4x9DP3wUAEtPCaEPha
0gcEOO5DLH3BWBtQQxno5Xfg4LVvXhWavJoEu3x3iWOZs/JDN6TYQK2Zg3g00Kdkfo/CIoIaA3ju
DcSShvVRt1ZdJt3LXGjknqB5uwdM880nSeLCrHzAYa1OmohF9/EhNm20p2YeOwfht+qi9rS53+XG
oiko05xEkjpHljnxOIYy1O5rOSVY8YAXIZIG0Bvbo/Zhi7YKPNLCFQOaBOS+neT+fVKb4RUh3Dnv
q1UCq/QaECJVh068q1p7DrQZ+V3K0IAsXFd1FygzfdR/faje/NrM9K1i7Lkeq+G1BdH3zosgoU/Z
xfTSoP87tGkN0oxTSLbDxId60GscsnCGNr2las6R2efqhbWz+Avq+nigqWcie86rRz9SOJXtHtJw
6YfQQkRW8YyG+A1D513rqke/yIGSl9bsW1theRI3EIL8q3Yo3FU65j6pDJho1QrsDUCYPCE5Ndbh
Do1oAjdiJlHLk7q81uqyPSfs4E+Jk004mbDYeuiFDppZ6tuysLyLyS8gtJRkor44ltYciHZCwqY5
EedE9exWGJ4Qo8RHWHnf0kbZWxJ7zX2BjgE1mndnjfLNxQIKor7S7jqVNfd26pr7duYQ2gs5kjne
FOqy6HUrQxptxkFrOIrcrFq8c2Rpb2Izq1eTsrIjrTxxiGpnEQobWjBzkj3rYRw4RXo/hyrd9Mjx
j/RrIf04GmLlkviEFVCsIZCwoLEfhnO8ltmITy91CIXbNmjNtqFRY4MmwjWCKEY7exV1qu+DTh+r
xf2Tc4LyJr0LsZu3kAZCbWd0mvc+1knGUQdrmFOipsvGECllGQPKhA+wyeY8OvczWj7XjdVFjBaO
MISEBKRoIf4hUls8dBCUTqYltHWJ5W1lKNt7VUPKYo3SCHZPjxeBd9w4FE26sDuUqT16E/bcOZyf
GgRCcAYS43uC6uYjxAX6oOmOfJ/rmxCuC/s8K+eOXJxoC+8zvRrnsDqD7olBMhZd4q458ci17dT8
b3dAF4eeb+clQ3WJq1h/r5pk3OPuGo/DrOm30E+i197QRKBy9CNTNTKMVThJ/cZmGxwqQ93WnRLf
kfYACaP7uml1IPV2KZ5a3aRLrpU1w4hm7GZEQLE+nTK0RDFYp4rbJUEmrp2qdh/CQeufrIxjXgQM
kJCsyS4LEHS62o+dmP7y3LFE2TFSzZCrXufIOlD5rYoUHCsKYvNqIqGRXKnCGm/K0J+fYJMae7sc
xWZ0e1XhHMeYgEd01N6NdELPo4sYXYQqHqs49k4j6UPruuFd26BcA6FkgvRc6wOMo7Uqs24Xl0nK
vFlL9hbFzNH2w/YeQIKNY9qGsMFLLKpruzRjbY3PD6NohntuG+ldZgRGOy8CyqFWyZZ6yD+PBag8
vUdPm0SVeW9XfkhzxtSyAw9P1FvZky8RZUXxzeGwcoe71Hxvyw+CshkxQM/9Tm/SDFy0g9lw7lgg
sftZ9k1rsviObuiuYzSA6zzX3bvaKPxT1/XeigRrkiftQbGYx2Ydvjmq9a+6Ki2P2E7rYwfCClCz
rffPzlCMF0bROWtbxSe7ifJ9MaakOxhmtjUbI19PqMXXRt3UOz7bfgsfsA/m2eK34r6Diqe0rVE4
1qEm0JUdhBridXAcHfIx7bk7RE1+9kzsBqhjVxBZYhEWw4tfYYHupu+2VvUX2phbhwnK7ovtkEPD
RCO9EZXd7FrPre5ygYe6cLX422SV82OFtTgg8XnXCZHf9K71SJRIudJxB4LYHUcdufY4sXrJ0EAZ
QJ4XOZkcr1+s3LIues+OjoXZO+sZeUy1GtEjHuzJ1NEn08MlfGM2u1NlNcl9WZQG0UnEb50LZQ1X
9eQ08th3ti2QLOs2jNpR8RDiPLqZrXSxb2D/KTTJzkYYJIwxzU7uxeDq2zAyx/tGat4ujD0VeDZD
JOSnl5qlQBHh7KHTXSadd0cupTNtaGqG2ip3Ku8+dsfiBhB7Va8rocXJbugMqtPWNb/HehNtrdxs
9Q3RQwlwQBtiSwGHiwhCQFThRKKWbWdyw93Pz5au7SfGDe8m7Z4DMu2UToZlk+YSDuT6xarJz2oi
GikO6zgGsWVHMFytumIGMnA820QuzrAR5RGAzbz8yLXeuKyc2H5QfmmjDzZUdFZ5YuarBHE1i6kk
dgZHVOUEsnT6GwxZYj97Uh4E0k0sS4k4Tb7nwgF24stqMpdXu59PwE+SHQxGjkfYOTFdOgZGIct8
Q3jgrT0tB7KitTCd4Lhkm8GBMwn8sLjVYSwFFkwF5rFVTba4ob7Hpl8GM9XKqS2jGgSxKt/UGPHC
u9Gmkpo6dJ3v4/eo1TlKGDoApwW3C6EloA88rb1RppvKArGhhuZJb+yRHJzeeE5atPFk0D8alTGv
vayGp5Plegd5DR5AMsKMmCShfGXpp3tnlnEQqYFcktLW9glIiY1hlOY5pEQQwyCxhnF0XEesfisE
d2SkMLlB3V/Hd4zRil0aNfHF3CE35B/jocc/Y15lcIxvTdgkl4A98H4PfkcjcOGEVWF71zCP69aZ
wDMHz4wRqj55B959+RSbjbYBoxE+jmnd3miDTJt1Il25LZZb1LrZtLexVW3cxGn2bjNEgZk9s/ux
ipciMu4tI5sp+6HJrmgAczAxIlgvUesgESyjo97Ob14smpXZYhMQwKP3RonXHXEqvhetQWRIgfPh
aIV8VXPZnPBnk8U5Ni9u47+31USp7bIGGqy/Q2bj32iMV7in8tpkXQjKqJhv3axD2xiiKBJachP3
pBeuKorpXVQXGM5EOa+N3hk2PbpXihAO1o3fFRe60/qB5RDHGNZFc/J8uLGxzCGThMQ+tmlDaFGS
XHAIAdToCqSA5mQgap+jJ1B6EY6Q+NYyi/t8Ii1PtV11nEsNqpsVlmffLPrlG+g2dWi995jRqO1G
7ICC/6DYDMqiSl6SEuddTPG4MRon3KfejJCJ/KhAS8Hb4l7L0dIXPovB2AaiKJdCs7mY0h7HX9M9
gnwdV5lp90cEXDivdFiIa8NIsEcYuKn1LWw3JPOa85BOBVCJSqtTFLVGBe8Fxxhk3sgPyl5zLtK8
i9fGLNVOFZq2w46GF0wVLjamsbgisbb6qyrRsbvleEfs8A8Yr76N+6R46odI7QaOPoGQw33tj4Ih
T2U/5gmm1SaKhqDNhuwi0nyfVMA9xs/pmOuVfhD5oF82PfLTGFDvnqQrb4WjPdnUWtUe5yIy/xoS
U992TtpCA3UpznpvfLAsGMPc/2rtkjh1ZMjbI+s3X5McTjgGzzkgmZE33AgbWgJy3xTpvE5tmPG5
QdLPCq5BeekPXRVkDfxwMdTWlSdN92DE+V9Gm3SPXVhbe1Z0dQwbcuwMrJ+B1dvR+zDBeyasK2YO
amaPrdP3bwhw5Q1gneRZKLjYtV3u+sIzT6ShthuUIs0KRqM6agTh+fukpJcgrZHsVURTPLt8sUbG
qvzAM5wgKoZIjEo/7mkzJ/peF0186TtxvbYiNl1dC7VAi/v62ExU07EK1dY1pL7hkeXruNIaSnDg
qP7g7Uzu6YrNgdhKPParuu3WWpLZgZ1i6cw8QfGJBVMjtnNbDFm6Nlu/uh2zHFZ9wlpI6m4TwOqx
UKSz9jicYTYpJOgLUDwjB1Ov09akqZZbo6txACEwQKUbmSDVKeyT1ZBm6mLCrHLtOso50aNptpNj
zrynzrHBxVdufHOQV0ZiG1clFeBeo6o7eFmP5r3jRNxit7jNOTOtuMCw6TwPk0VSNvEKHPI+x6e/
HvXKYFGpQcSE8zmXybs+6c5lXmOdwCN9qcgMXJEm+82qu3TtFtmFl5DqJgYhPmRMMltfl9MNROt8
K/QYCXMyaacc35bAWAVsaaU7/UOoRHnGhjARhFxedkq9MhPA+dzqT2WGrl3rJbShWGgrUTmguXTk
7DlgT86yXXZTKcm+TRMcUTE8/rwyhxUa4v5oKJFwMK/DHQmtMV/7mAWxFfqPgwHTMU+TvzIbylTd
0q8kOnZeEugYfliqm3b2HBffFLXVtkPVcDBAN14PqQSaKFhzXZ1iZdU0jB/XNdmqr5bK9NVQ5FoA
xb540No2PHmt422zEFkyaGEMstCIVmKMpiskI+9whqdND6gsXjWx+57VxLNxbjL2PkmT9z0SZpId
EUcavYTX0RWpuUqc3GX7SGfSA3haQAlnggESGPO+fyaUDn+VO8jd0I7dZU4+wwOInZINRYYbVZnZ
cWAWHiwENLIVhHOPTWtHqGp78K0Y64yvmreuh4gIeONS5liptZKXGzNkdeNEhf2XntePwhrKMw5P
grwmMJSzNyZHvwidbeqiRyfkEEchLPmedFXZ3k1ZN6z7gvPjeshHL19VY5KdzHDKsLTFH7POhKVH
7E+ujaMDZiZdWQ/pq65UWY3bzozFFlPvvEkLcgygkQSVRx9LQFVaRaA41nnaZ3thW/PHSEV61kIX
stSMTSCBzGE6WbxlxIQsBjncpjVc+Y3kN7k2a62lOuDLo4VkFyuXAcl1ijwARQ+r45ObjANBcNWx
B+J12UWDQJU/vvpZ8z1OUnfrwt3YD3Yz4cv29R0g3OIItc4h4axy1HcNeVUJBUeqh9Sf4qfcS5tv
dv2RNi5nTRubjQjLBvs/AXCumIsX4nyTDfLh/tiowTpiZVDXJE+yhQykJwUC18I+TA0Pp2oXOTu9
MKz1uJzlqziSW/p24W00sHiF0Qz8B9PAHbsrRviqDDcp/Ot1WGUjABHXkttcdnxJGcR6PGp1S8Eo
s+o1LIZx38MQoROVxUHXJ1hybQMrpOu/N3izjs3gh7sMF8cjnWn3aiJTGIRvqkMS8SNoPguMxtKl
v20S7Duc0JsYayknDANoKqBPnPOVxCg2NRmBHSRH6oFtTVa+NiKAdPxBdTVsWkEk2ipnBNduJNmH
DUeQezmM5VbSqT64WXYd264ZyIgSPJ69fG1NWb5OM9yRupyzA5ohAKW1Vz3OBUCyFcUs5EAOeGC/
MapNW6drsnFlo59FkUz0UdAnyS09KyYCaJQ7gC3w98jNpIwel6RxPG8RmdVbLjNchl4b7vBw95dj
mOtrEc9WkBfu2kCJhZ8vu3D75E3h4aSLiAm0pGO2xUwV1LMDjicklWSu/f40kHS3zwfruhkkmYIN
3izOTtWDrixI2voo8Kn0iRZIoHxPDEfQS9ucpKXu1B8Dg643TG7pTaqpae1TfWGmqWLQSJF50dO9
fiZVNWNZoNI2VwXw+O9VFBm7xaTtV6i9B3+BkqMcPRh6lh9czThF0n5CXox5pcAAktT9gzSM7JRb
hIj4GJQ2dm3NQeF73YtyesfbTeECu7bAx6NOIjN3wOl6h5Mo2+RmX+/MKu8vRkRpxwonyDYWVvxq
0nTNVhj2vU3dqupC5GEbuH6bfAgvSS41VXs7TlqwEqj4jj1v6YnKQELacP19a0Xauukc61gUs04N
25kPtBT8N9dD1d7ETnthq9G99v2Igc1AyHAjPepwKFnV1mn5ZDlO4aclT/BmDhPnepzMbDWT3ntj
R02/1GL2qR2VRdGWmf0bFnZIHJ0/Wt5q5B7e6Z2ZaCsdUva3hKkufqIWKiTYHjYM4G6HjrrhGPZR
e8FmjdfEC90TrKwK1jRe7X0vsuKwwCbEyq3p79R2Gz7P8CQPqav0w4KUfvw/5J1HkuTall2nQmOb
+AYtGtUglGv38NARHViGgrzQejicCifG5a/+5xNVVsXPHo1mafkyX2aGhzuAe889Z++1FXpMYb7m
o0MlkQwsrePKERmly3sboTDM0roPFdkh2srCjYP4dNLdqrSyF9nW2gel1ZtzPNwyKItsWmMk+cQc
Q7WSWqygce4k0I0BvsTVwtduzVHE/gJZ+IQL1iK0qpg/+wSXogmKFBqEAnQ5qtbpskpSe62iXD0U
UVk/ZkqcU02UC2fBEVtYk5jjITdBe3ugywYM8qsD4nnNFeVrIh/hCDJbfMjCpDWfmHN2Ny5JWXrw
LFLzKHooDq7dVNkRHADT/rwhSpL0zVR90cmV/emGnJAHfOblQc1sNmbcQrbkSniH78opHdh6OXEf
ZUJAmlNrlRIxw5NhbptGtr6WFAXtyrr4Ey9VbB+ow8gh13T21RnIZERyu3KLiMnb8lCbgD18MGrN
oxQn+jNJof2nXNY13UKS2KBY9sxIJ5aq96GTR38VI9/uQGb5MQac9ZATE/JcOHnzA+BGfuciW0DZ
U1J4J1XS3SHJ6prgCjvG7Wn2ZFh3moQMCHGhHXYc6ejf5+o2SjT1oS7a7rwQe0HmsiD4E4h3pZ+S
TjCrmuS+o17CLKT5yXCTBTvx/FSuNoLJphLodPXfvi8tGg2vqzM5Cykwm7dumQ3HxaHEz4RMpvcg
PXgniuVcNOQlJ2NIiFFioBJtl9man6qIHJzNJBZnDx9tbUjOHXJiv0sLwydan7R7IP4TwUQk49a1
CLz+gYCVdA9jVudKqItMD0UmlQlZJ1rxoMllnO+wTicAGUe71Xw5b1tSCQQ2lCVydDobKk89QC+N
2CMIkDUbQoJoUizo2aB1ioMFM/sB8Hy/qQfQhEFvDXwgAPv4SBXkRjHlf63oIXdppoQMzKgsRMfo
Nu+YeIEMpbvhRdZaPNDSiF9pw3OCdqRaDwdlkt+rzur29M8hFoqseJbnbMwBizNnIl2h30TECX92
09CfFWChe9PIhvTgMO4F7HaLJIf3g3n3NrG0e4f7lBN9BIqDG5Pcax0hHsRYXC1UJk6GHdRCmxuS
MJZt7chkjFtaS/yhSHF2xLSKpmFUbRq0rUnjiTQxDkhBTtNy9GrZuaXIE+BBSHJNoklK5ovw4Xxw
N8aRwZyys/llq0UpPAZNe6YjAFq9TeuWxaLo5l+VYzSP2VT2n/j8VIsWnSb9klRkmUalNY90NSUO
d0tl+jBPSYNF4Tw9tbLWvuAwhG6ulPYzZwbzbGnxvBLf6pyq1qQ+gORrssmXkulaHesVY1Pq8Ygo
I98p6ngIsyRDLdYZqodHhbqyZyE98xz0xODSnM29jLx5qhRwg52v1hHDg0GzMcdhfZdfa4IObOAs
KADpYHFntWOmP9t06EtcwxoXoskMhhKtXHAxYTAdxhR5rra0XXSPwoJ9l2awuKSoW/1mtJOTUzjF
ndOXUREqEX1VF4ZC/wldpqIBSqR6gIJhSfYIxIxnrRHcBJ1ZvxVqb36ZWpIdE6LQaEMuE8uD3KN6
7CXdgrvIyRw245JmCzMGmYenqG46lawmqco3CsN5TAAOMIx1uAOluuEilAOTo7CDS0JOBOg1UiHg
aD3Ho6OILT2q6UmCZbOVEThc8AAV4BvkARIsNy7bQnRKLJOMXPD7j7ljJ90esK71xWFnEn419jwb
aY8EmYJglRCpShWVWY+cbkMdDY+nIuSh8lb6iK/FAtxlZ1W12u1wpCT3bEUNtJ2W+NuduQzZtrWt
uD3GPB/CmxhxvCcFt3bO9OpcQq3dLEaVhwDUWXXzJX5lOsXHaSnqUl6mzl4oOpJ4DWQmRln42+B6
QID2gz2ygrYRjSz3JnwFLOnZ7fnuaw46Z/sm8y6XLg9vYhaDQ3ZJdqeST6z3vAhf1CFetNBIH3Un
R20fcCFNjKKirA+z28pcsgGEzjrPR9mIMH8D5Lwv05JI5lUhkZKinh0oN/ljOs7yRs3K5WTKdstn
gO73DsJNZbznRVuA78kSkyYqffVbh4qLNIui31SQcNhVhTBtb1Ezs7gkPYHdTd9UO1mqK8LaJHnf
rwnXgk2uNj0uME1uKP2k/c387Cdrzto+yWl0KQxgMX66aqxzRlSxiMiNpD1zpJQ3RUY2kxFLyX3L
/X1p5jw6TdhTgj4xxq0UKwzLZmpqT1QrHxKER9EfyIDvCBQqSzqtpWRH0n4RMMndquKGUwn60Eno
wlauqsxc/TJvKLZluqSbhHHNkYHparsZwSJk+ViQaZmYFsibYfM9zrXCs3hjgV3GGrgon4O5jRpH
8nJNtI0/tRUxN0Zn7AEpGgDMbGRFqlIbjzp39wasnwAuWlTGr4INhSoZb+22jqdTJtpuPDIKZcvq
TUTGpY76j+Ih2zozjugBxGuYxQa3ysiE1qttJh/AFdgv5GSZnnS5N6kbWzYpMmDRN2pL8UChJRF6
ZsfcvH3mMKNMakI0vckq2DCpDtUDx/jhsjQjbuw60XEWdh0y/mxWCKDrL4NCTItdYhc3S/YGSZqR
QNeztB+GqdvTmuDdGESudR6tcWk7Q0UgH8EaWeOlsutYqnpDj/9VqPZPmXUf/z+Ma8Yn9Acxzb8J
bL7/78F/Of36/LOX97d/869eXkXR/gY+DJ8s1gcNyy7KsOm76//lv97+BF6/hV6SozriVF7n7xRD
VSU1ALsdEnuNMFRVR6/zD2Od+jdMYjfF+M24hTHunzLW/SZ5+l34I/EqeKAwMNwEQX8QOsf5bNcN
bnMeWj2InHNeaU+zdgLCxS15Fxk0UqOXYQynQ18ec0d7+8Nn9O9ID7U/C45+f13e8x9fV070ric2
ZTyMS7gO+0J5kKfqXMZPSmJv5Ub1LkbfEk1X+2Zs+p01b61qL8nBoDOe3hb8Bbmw8f19y8T8DEUZ
OMRmVOblRiiYdHtrOdWGnPQBkQNCpgH30DJ//Mffu2r/2bzz+zf/F62m5QyjQJHDUSTdzfJ3ZnwU
6TtJHPpCd6B8M2YOgJ+l8oNtefxUEK/EzCzvZCgNznx2ljsmcZ5VnKW39IPfCaruat2u6lFRj2zr
+0Y8WPlTDpasFaGq7QGuTrEHATCY99V785PrC+hIN9kBq9+Wp/K9I5jX1UPZb8J2s2yjwPBrvwvI
4fNXnybQEbydGwdMu3xwql7m50F5kdwP6i0XzzVJQscMIrbX62yKL0Q50CgK1YKp5nlOtlmzizBJ
12QBPJXzXpDqrT3lzcruQTrwi0Mmyy02xS5RTht+MXjdeJHr0I7DUfOXYk/2gFvRZnKN9FJjnL6X
NM+iI0YDhLKsCsHgQIA498zLaJYgbGy0a75cGkKCIs8yt0X7yAuOpdu3AFw706uZCLV7vTlO4qz3
z025Z5ilGVul3poJo+ctDa1muNjxnvQqedxp45cJTZNu7jBuRRXm/FgIplru8UgAzKUn5QrKnaD+
APP11GkbI79P1pNxKoyQWEjaLsAr7mFbcMStA/gizKX0k9mNbr/4entx2pAfyr7CqdmAuJ8bN31j
Ok5X2h1/6Z8yEW7Iq9jOiJ2yZwCzEpMcn6/GDaPcc6yPUKQx/DU/q+hif+hJ8VZuOPgwFd1J83Z6
SF9ntQ8bR3mZ2NPl+ExraOkeOwGgUAHYMzVQrxIv57JLp3Twleog8ttw8ZfJTCD22k1h+HxOSTBb
vmSgm6E/52PEIt2zLH20uPzkBGT/CZ+4zXR5HpYbpvvMIKt3nrsxbEI1HINupwXFvnhytuoeDGdo
hHLg+Gbkyfom/yjT/8QvoPxZv/v3J4xJ9V8kybOpkAdnU0VLD8VdtG/2yja5aGfjpO3L83wu9+VJ
uROH//iB/osT5/dX+4tGM5tb/LEcmg7lcXhuzu3d/FC9Jw+QoYLs3J7F2/JQBu3JPlf/t6/4F3+J
uoBlnRJ7OCgXeR/tzed112ySS34yj/bF2Bdn+Whu1Rf7rD3+J++RCK0/aTx/f5d/kSaj9xmUWTGG
g3YBCNZzebm/Old5Qai/n3fmvnicK8ZPrnhe9squ2ZrBGuZbHoF9Gw57/l/Y+tqu2zMG/dTC8dje
9Zc6TA83jgKIybDotgnnEgfglCulPvGzMfwGV59ClQa8GhDhKpUeUst8ISuNOUaQqKTXclJ01ZNT
u8MHjezpms5+oTIUhEnmA7rKAiWApWN5dE+O5yq8Ykie83BY6FZ5xmt9VDcxiL752I9XeKZyE9ZA
Vem9oDxiIHiIuiNzY0vjqOQuP0vpA3sm82vhN0S70T3NKtf8AfgHyVRsxFU+Ma+AsWr/au6bs3N4
7DY0R9Ce3BIwwQKeenSlLkGWwysJYMvdQvJwSJIMtMCBl9zxApe1cpnXEbbtQcU2NuTxSQokYFcU
vtVvUXIh8W/Efmi+HVbfqv5xyOT4LOq3XntWy58Yap61JUx5/lRP00F6y8FnZb6CinEDNLWOtwOI
oG/5g6TuXfrTGYR2+O1n/LG+cRBBQQd4S3wAur4+p1Diq8Ocv49g/YTfwtemRhU+2lNwdFGxhUDO
L+o+4Ibofiz6Cp/peQnSbbxtOIheHf22j2geF4nO6AG5F9rXF/NevpevxS551F6HAGxfmPBIFqdq
O3gtD1Hvf7We6tNi9OOLc8enr0wsjyHqhZjsSu4V1SeEmtZmv0PYGOabcmuc2mB1dW8N1eu0uJNn
B5rbBPmZxDPZq49jOIfORf5J7g6xn7nIGXwulDvx8gwCd8VrE2BaekZExhVWfAZYejCd2PR2VhCF
eIz2vEWCrN0EIS03v8/ODc3+Zbko5/gddWfvXGONNfm54zmIHxHNcWtWDAy9pfyQv51Dc1+/tW/c
BA0/GB7DZFr9ttva8AGDW3MvaBEFefEPossySJ+KgylBdGICio7pEdWVl1xIwnGrJ8MiFcjnC5il
N0yuci8vDzapZlf5zkYiWt4bsBfv5Z10bX9lZ+PavCrX5WIfpYAVOtCOagBPz1v83gVW6j4yRthW
99KrFRrH24cpeUSE79/7ncPfzsLGK/0yTEJGBl7tvimeGQ6PZsiBK1i2Tfg2e59zYIfLMf9CLpS+
9b/Su+IcPQyvY+vNvKXYNe/yPRii21cDsLZf9+xZPkcZPIq/cm3Tp35Weknjq7PXQYP8IOgZAm2Q
M4Y0D6TMwoXUAzZ+maH3SnnhmsAD4SGyB6dBqVPNuY7rhGU4HnjadDSobvUqo5oqD7YJPwlpiYLe
A3mwGXYP9clkxrhsYOSS8rupjjyJ60YcBYDehPn70Qikc3xNpefq3Qr7I+TQGUGT8Kcf4Gm1gwyN
KfxJGjcciDH0pFo4OyF5WAb40Hc9iLf6XguB2nrIXV6UF22rB/1ON1wbbNhOCYfzuhvOzdnci2fp
sN5N1/ETpfLcbrvE4xzKE9kxZeFObogScrPPrPbFVTVhL6P6Af61IdEhLkiMZgZLlqoPI9/ODwM9
V8RU89XQtm13WPs7VXPXmz27Q4/sWgWa37toOc9LsG5mZo/zvn4pH/JDfOjpKOyr+llV3mrrw8nf
TenFeo3XnAxyawt7mwyDxJMrt3uE5smxFIRV9lQQwdk/dmXxYSGcRiFbQU6VbyvltM2YqbgUqKCo
cf8vi1uMIBrc5Et6HR/HO+dlLBDTV03zDiT6aJE3Uau+lKtEEzlceECQ3+LbfrPu1Tv5brkIQp2I
FegBkH72v+K3/n68xq/NdMf8bSObY6DODP9rYsGoCdVgaJotTvUofY+LDbFbaA9cKDfIWar0SW93
CR3eErEl3cf7Uoq9/sH+7r+AHVI1pzQOx+Nw7i/6m/lAkTMsr6hlbrA0tyPgXaFlCn4VYaVLaFB6
GZFmjjtH3RYo7e6rryw6jOXWJAP8wX6Wx4+8+1qUHVC/5/5Vv8rccSNdoVtcdbGnA+N8IJCkd1nx
+fCIV0AJE68en4mlj8qQyAul4TOk+gTCbo3zsaYUjs345HRfmsNAwNdrv0b72HkNuRpPdTEGVYOy
/kX3rRNB0OviElQsscgCrU43pnMvlLCMDlp/1yhhrV0GacPJqD1QPeOBM4/6Nr80D2DV4BQ9o2wf
Wr9oPLJ+mKMgAhgFjS5KvWBBDZkx2vXjONDHg5wjFQ+IXJrHp1Vwh6We/MbuxluLjrrvXKPP+AsX
CArZ5Lku7xbxZgK1S4awWDxp2Y16SHR9yVg+CaZ4I5PJcFNyuDqDwW/BIQO6rnK/OleDFlHnsc5x
TbMfUiTzO/XYXxfuvXqbtL80jenPUegArd2IA6Cx6+w9ZzulfUrRhNcQ2Z0JZggtFFfUpO94UeUb
ykHLDnPxoSSIeQDFDqYAeukl+bOYO9ecv9LokW3TooCBPXdZnlkbrxa4PJ566aANZ2M451c9SO/z
X8alftWq9+IVUUj1kj5UF+0pgkOp9M+E+lS7zp/vlfc71qSAmOenFCRTUDectBIEO5iJqu0tFJfd
KfZMQkTg1zpbewK8AAeLEKFFeRmy8hAriiuPo0duDLveZg3If2IeTXDWR1xd1QfDCcR4C8Bhklk+
EtLDV+td+wWE/2Nzp7KZrYgYAk4dc+JxuJyv06dGoORNmkkUJgrv3Uo33htCbsj8swqMYwai+8V6
ZAx0VxhetkGqAeRyAXH/0L/bkZuSE6xunPpg6Y9tfUgRCpGaLILBz7ttthV+84Eou3hCtmQfhofy
WnyjS55P3OHIvJiG84vqI/3JjvMbCbVYDsyn5Ji/ROcKRjTB2DD44y09vfWreXGoyWJSoG+Fjapu
kfMXBCqxfSNRCeV7LrPN2Fv2/lsKHxyUZT4e0ihDN8liJA/a1rSzq/RqerhLbBIR3PzbJGdtYEB+
zrqTZBJnvgd9T5H7rM6+QZUTTtLoocvCCuPL8rSpW2KppTel+TUURTAN4lSAAuQ47SivU9sGc/Xz
W/n9TzXP/s9Id+dfY1r+VP8PpGnesC3/2276b/pirLbif/6Pv2R73P7J39tiMoAoWFIYok1F1nBr
/aMtBolKsTSIE7hvb6OGm43rH20xAHe6det9Mc7CAixj4Pt7W8z5m4MvwCDnEZEzJCvabP9MuMef
z583Hg7tOAt3PjZB7BK/dYD+0B5LjKGEk1Zh/LddbfXRZzCYB8ikUij/4VP5dzphqvkbLO/3Hpxl
8yIkd/IflU4c9L6/mO/Anzk4hEt1M8crSuUOg8/K4ziCRBZrKy7OgOE0HAogWHuISn0cFLSEUQcm
63SY1FSmb4PGtXcrvVbvl8RqX3RS6xcvY0D7KU96+8r8qCZ9wIZujdTUWQjTKWsOge2I1DS0hBCa
39R6weltHBaM4jqpcx6eMRTGCmM9VJCLauR0BupE8RsziV+TyqK8qFauIYidsUIdLXRlI6oREn6z
YAdqjT5Gg89Uv2SLRVJBOFlFQAaCBVaFPGex1/lmfolEw6IltTWldDUt0jff8QRfbiqaBwgk0zea
BHZ4oibt3QKJI9rwqspxLjSzJYpeJ9akL+bQXnJThNDxem3TrUsy+Cs6ffZnQp1nd84TmWi3gjGy
X+mD/gnI3SEdBGqOm+uTSoqlrK0MA9XYuLRzrasbxITU64Jr3uIJrOO3BG67gYhG0uHkxy29uC6D
6uxlTTm+1GnUgBlSE/OxlbGtuTg4BebmKG6fOlllLVoY3CdzQRXSrpoFzLeYy4rF0+BbSnRlvU+i
0YRDndbkYVnWbJTEcdXzhwRoqXOFFmmKW6k6Zz5WrOpSpVNLk8dqBcX2qDAAKUTLQVs1UdUAz80Z
Gxo5CuaklsVXo+lzy0NrgUqU7a5+NRmyPhqAKjWQwXbDHmNn2Wk1IXtcRguJIMKDCJyiHcvG19JW
hIcsmTV8dG0jvxpy3dwtywqUdkJDl3hd0eEeYRg4/Fgg/RQ3LiYHh0G3pLui1btpbxPuYOyWSJPm
b6NROFijKFB/5jFTdkVqVtg2VaWQvN6wemyik7p8r9NC8TkOTa67Rj/fQK1jax4ibSTrtDazUiFc
1gErwdukHWzbA0judKS1Tc3FxoHB2mSTXfruswNwyxkCeRSTkshJnLBn5sLOrCMmACJQj5KHadzG
ji3IHW1ipcEaIMnDvWkP2WvfZqrYt7KUvZizSbx1NKbUN4bobPLf6ySjaExEFnkx0P6I0RPgcm+J
8iHZqLEuc4oyx5wSaqqzwsO0PtSn1SKXdwtdcQxLvRlNpqe2Mbl5Ws/3S4dME2X3TSLGTV1eMQlS
AlROYX1aGQCkAI8AD+4gM2YDTiOjO8b6g6o2n1vsPXUG5BFzy4pzwZgqXBLZLGbMopqYPrSxIBZn
FhJVlNKTlCeW1r6xIeSbzjqdUkxhqip/VZqanCybaf5SCDTtJqJczoA3aS8JXTFeSBInKcUcWaHl
wzLQS2cJTebZTCyI16uNtNYn7gf/52TqLBu1gnTaQ7kebVRNW97itsJFVzRWRByNJHfMsB0CXioT
70DUVdOu6nSD5jJEqQNSHvslR2RPpLmFjIeS21COsaTr+5rEgkdH6CSRwWtJVy/SG4nOC26Mp366
2YCaOEOfB5kfCTH+tfEs2/h6goVJxFc3o1fbLSxvtK1yeX2N8pyMcGthcus75Kg+NYU5RxsnwXoS
xiYabpjDwI9DVs6537bckbNvYg184WX5TOGyV7UvQXPfDFxMxIAoudA/qoOKbsOe2mvMciM9jUTp
dW7VxLCia7wVImDeaV0chUxOr60aOlSmEPbkkcU4XDHRLRyha1yT7oICBX50lIoRzc9g4fUqwSu7
izxirTPMweIIvtQm2XE4LJ7sarAokrq651Ano+mSa4lDDhhmnZiqoe4o5DqjxuRo1R/YOLmve7PA
yJSICoOYaDocJsvkqI079B3bTJzVSrEzk4xFOmGu+77mUURFrA3ZSViI3lzwtdkmm2pdDpt0dIod
M0ucRpatrJ/22FV35SKsGvG7htK9LcRo+iNr2hraGmbjML2Nv+n1jzkBvHGVdDv8mNCHTchknGQb
tdZcrSd9gxH4hKNNneYXfcVN7ypQwd4sEq9UP8PSCh6amXZGjsvMwt3ZqwEznMpjRi/PnYGLbKxK
DlqquLdNUce+YNlVObFktL3qWMlo5ZPj+p7PTveainIu4e+bRuNq1TxeYjJlIi+XI/XXmqL8YcU3
enPj9A5iiyxLxh8IkxSVkz0bYyj1g9iBuCy0fRqntXMouXZAXWelE4EBJeDYV1pG+5DcFBQmtYM+
eW4L3QpNw6CgjqsYs+QisVwhI4FMaw82hmh97XQ4dcB4wWFKNRJRAiN7i3nAqmMxzEj1jPJESQNI
QI7mIY81ViyhDt/5OqjyfSXlPXdahaiP0BI5P841K6dfDzOtwiZaoszTWfZB1JHec9UqRy29Dpff
W2zp/a+qbNTxUE4x0QlT3dgDdVLRlAEIeJY1GCoILWbW3ABjWPYsL5EM9aKkNiE8yoyli64l07IH
cF/iZy0i5HJaHEkfMXi6BBtTJBDjTLiGAhOp5BCwNbQk26j2x8oCnQcr4q+LQWUk7zSssXQw1LQ1
A0sdTD6ZLot+TDPVaCob67TV85aMVWRxzQMaqXj0CvyWKj5Gh4Kns1MDYP1EiOhmraaRRuGKiBGh
4dTfzE7qsBCKsJAEbFPKBV2s2iPaS8X+GDGqsS87RbvJOk3so1K39gUyhsOiS5mEVDCjqdU16/KN
onB5qnKWY7mqP8xeh+/SnvpOJSJiROXSeguhp294iaS3DpdFYHEES7t2n+iwxGsjS3bY0GQiYduw
XLQ51CsLMQdoBYwpnDTrYpfber8ne5HzGLZU/rQXivxtmKS6kSNh4WBTu1vISlxZbo6WnBOYFuc/
q8GZckB37U/GhPQdfZJflJGRk8yz0vMGHsRb16TBOCr1ahQc1ys2ZYLBZclbSTvzWOzNJ22xtmJw
7vIRnUoRKVYwyJXma424SLUlcwbswyI2tTshGx1K14ESyB3KYVmpPpI4rFu4THZCXKuwetNB/oB4
VSS3sF8INmTnlqp5r6/gmYmHXlyKlRYtpjmhRiG83eXsgCgUk0gwZxP3sA0BWnVS5QM4Eafeup61
ADg/9DICdogdsMw3W5Qs6rgpBDnP9CHKBrnKEnJzMbc0G4WPBxAYaACyJCZLaXxtxj4ZO+qLkPCO
d2WeGm66ytHrpBK7NVvWbsCiM2+FTIHo5oasfyMJEueGKJutIo3jTcv726Vlv/XFDO/BmvLW04bk
ln2nKyPEdW04rUkMBtWZu+KXGcfOe7/0+8biKE2ayq11n54b4JQEIhM2aqw2kzi0Y1h66M/CZyCO
AoXJFhSmRLO0an1nAolRp/0aWggfr2veS9sqhsDTkiwk1nenz5qHZohpRo74flDqdl6aNvfZ2mst
lWA+Iu+0ch8SH9FqbdEwwCnhk2LasgjBWKuXSkdlizaVnkiJBKXuhPrctRAnqYlAIQzQM5iwNPmj
tmrHph5W/qLFLGQAqsEaWgXK0DxHU7EbgLBeV0576KtLs9otciZtaj33Z5wH/lDhi9J6CRqTYQbk
B5wh1XBDrdQm88jCq60dahnY/O4qjB/0XYzTh365nzrlnQI+ZYyKTmzL2YQusISlZIpLPvpyEL1v
rKPsU24PT7MsiiuEUaq7vHbCQcuibS+xCAxKU/8YvbSc9FaNw0qOYLNOQ0WQFrA6VmzMN2Zjt8FY
jXh6YoHBUiofZZbgHGVoSZeK48G0rURDMLcgEaljfYkljLK1tiFJhii0lmJUBoXrYRsjLaJkecBE
gNnJMInNWC/2kNY0uCz9AMLnHv3vVQF/4Ile091OI9HEXIS0GSP0+ANNbCfdl3H71aVFsE63OAr0
6kGqmPpGGmnrL0OxX5LlMeexgu/RHRTIL0w/Fgwt2ZvTqLtKW38ZuvqxMIVnUphLZPDCtnG1Bu8u
3BoyX2o6Q0lj/GjThDaNOLtAGKQz9NyBJ3quRWDrE/PAm4kEJziHD6voaPIpiDt7e639yprQANyC
Mwu2dAe11VAeqe7UXW0uZTgVFcn1Ux6OuniGsTHtRjOhITUsdMlXEonbtkf1ORKGRNC6K3qM9nRP
Y32TjuZNQbV+6Ij3Ui0hgQ086IUl6T2xxkdzUPrZixP0sP6SlhpJlGj3Tk6Z42zpsGIKylFXKooa
RAwTDNnCFFnmD0Nt3fWpci1bZm4yxxRkF40gjtwy7wgclMJezSi1WAu43zT1ezWWFjmxLTsby0G5
IbqDJXd81jmPl5PKLxrq6WBWSXS3YMkcJGXq32mEfKWW024G+CZ0GEtSROL0yLODMsSI32yJABln
vKtu4oK4648lZ77OMEKpQGHTqgTj0bq/HcZG7Eb6sD7oVvyKTJ/TUxNpW1vNpjBVJOfXoOWdcOU0
G/AOjDQQiw57EucDlfeQmxbvq+xfROcckTJxBNbsEAnb98pmkpDQ0Xa+WUm7odb348rswxH2HQVf
7JcWesWaaDHLYggnFFLdUI0yjkRG4eS36YS+K3Bq76FQfadWzeQh538ZwqSxndlV0A7V65oDR4Rh
UsjIKgw0KaqS3JBa9r6Zqt2MwiooBmmmdqBOOuTEYYQrAlhf0yIS6wA3YM+OOHyVhYfG0tz0LZfc
cJLNhE8w7SYoIaTd1eahcsRbNM+YxS3zs5dQ5MjTF3Hry6Gp+4utEodDUJbjHCRJucbmmp2aBech
KOiQ80LYoj9SKnIKUjW3QAkv6VmNtU0LrsttMMBiwLPtC/V2x+me0jbrpVe15E2ZU9EGdgrdJJeL
+8WKdbaiXKcVTfcfSsQ2WuRH20qv60LGUssIQ0D+IpqjJZ+4AhqBzfAnXqcjzN8YJn8fLWxlxNEa
08JxPJ636VJMbkHLjjAGfcafIJg36QRM2mo9HbHZan65Ki9LP6AUwUJE/SpFpAIBqum2eHMOgAYU
QqYBmL2rll57mGVlEgo47xD+Pu4SLesib2zjlZE7pxbfwYN0EYVcMpubxGuGO+gd5dTiCzzjb9xN
w+vQWQ1q6PTOLjVvKDv6vrFwzit411GvFV/v4nVkEV/b85Itr6QtiTFc+iq75pxdII/YDaPoZPxS
hOELR17dKtf6gAx1CpMp8RstJs+z/yBxcdhMinSqiW5CDRRXr3ViXIcJzy838BF4rfTolCQw1iaS
nMrJ19e0KtZvddW4JZD/6HQTrnoiuU63sDSRoUk8XQ7KJcxmTf7OB/gYU0HKn9pftJljqL1OOCcU
+22Vc2trqXBskoyIwshqQiVd+1dE2bPBKcJs9pUDGENBtYYx+tBUI5SF/pSv8UOfZbz9SLwT8zC5
4Ck2XSw+ora8m6GCZTmYlVKp7vBHGa/mfEsqlMWLUjSPmjxPnHZX8vg4gzTAtk5GQqcsQpY03EYk
Ih2+k0ju9xL9FpgwBJnW+0nRX3Op34yqbmwM5gkCayUma4O7tWO4tXSkTWX5nF+mwZaenDU5S/+L
uvNYclxJs/SrtPUeZYDDHWIxGxLUwWDoiIwNLCSEQ2vgdWY1z9EvNh/rVk/3jFkvajGLtluWWVdk
JiMIuv/inO+gRA48RkxopRq1rUfB2zJ0HmSFvLQfwOjTGk8RyhBhEE6qzAgTBX1GjFEpiJPwDzW3
ZreX3NvXAETRx6+m1WeUtSaD/U5Di5qPjdfvDeuK66pIsh3gKeEg6m7DfnzPa+OHKW2/MlsG+t5I
uVbg/giMnOXS7HgJt9xQfEYxpmasJecM46/hGwW9c8W0Ac5at5EZWLPWg9MQdM7I6pdOajWE3q8e
Uav7Rcv6wEiuAn3wALOLQKFkOsMIj4hWjPH1DX3oB9emi2PFeOe+K9aq5Y/mq5HixuTPJruscjel
ZV46iQ85LFjEMX5IWPFiMsbujKbdr3ECQ8dY/NyiS8f0yEd+j4K8ZJsnrsdBE8UnpGXcaka7ISk0
oMB60i6mwmCM3CE6Eby8PESZfSBBNiZLufcR59jTj+vU49bw+NKA7d6GTQkfQnYHoaYnaGChuA5e
3cBSA1ihcp8vfNcWWzFHnpdiNxSE5kGJ6FZJXN+NoreN1dCwG26u4WUuVoQNhKNwzcFg6yCVWmwB
GHPHdtH15RdgxEp7g+9GBoMVqqdq4YCa4g5VjJ/Y+7hql8BLIhN4AQmUZ7NKbmo1PJLJGEDF3JVW
H5S2M/8Quwz6uWN8scLw520iRt2oJCfz+kXx8hXzZfa6tthwIBBhGSkqrJFJVzAyXmccWMyMv4ah
TN/n2kKk0eRs8quJ5ywdm3pv9OyLiCuOcXq3fVCbKmM+mZtHx47Q3bi05fHyaxaYAARDw17uZr97
bRnTnZWOjOdlJEZtbF4GOXxB5tr4ISfptW3kVJpzxnrCIunA4z2BVxI+Ncp7YLvhYc+xavwBJVxv
YF8jG9aqfx88PKW+oZlBTLFk9B75J2/0aZU6yfwjLF2GtWmPSbSlNwEjsG7tGC2BcD4I+ltOZTH+
YrfdFuXVugq/+tD7HpyYrPsprAqK2Kif/DLbDVP5uvjxJ5wbRJ1dtQ9pGT9mQTmVY8JpKktD4Gna
LXi25eiZ7nNep4cmnY+6WmyU64VYD60VjJphpRFfrfvEdT6NKi/WGfWgrCSTef3G4cC8LrLeeCfn
jXCtS84FnM00mpNNhmxJUvaKSZdkBJDuRNeeyERGJ5am8BM6m/kUccvmGkDwQGNWLCdfxPZRw2U4
1kXzG/odqnpgjG9Z9PdDLxqam2TAN6/n5J0uzdwMs0AeMM83+di+wfUn5mqIw2yVxd59rqvxXHCr
NCMiqprBDCGxyAsqi4heqDaUnc5lYWzwWDbzqccagggT/yBgr/4CNuURAhOf4prIuqvJPuq5ywt/
fjA5U3G13DEmvCRtTJcIqW13JcG+hK75yyJ4n6qJTEDzMvvM3EjkeKlL1p4cwGTq9P2rXaFRjfz8
1fUG99AMUH84Qk1WFOUubdoUk61+myVnTUfH5I8oaoaoO0QOb4ftl+OzO1SMqli/4ZRkHx1h8Ibi
8OTUmaDLBuICh00/+DUELBqJGmTZYu2taG63TW3fk7vpnbx+rC9uZaFZS7PnXMnyu21swrsFdjwE
LXqb+HVJb6gVI1Lng+sZzRHkk6voZM7x6LDyr9v0Ivux25a1ScqB4hTMq7IrVnCtGOWqXNUXI6Sg
QjDof3tw9ehSjb2avOh2NFH/ejirNjn7EzLSE8xzoE0I612sTW2xpwjxo2yWrgQel071juHki4vV
HIt+vQS+8pPA98bvuZz8G2cSvWKkGcH9y7r3vMIPvkaBn2+brh8wioTDjjEBaXdzSCZ29mM7Gb6e
ce/7zeekmXPXDmvlGmQSokaPLmajKkHUpWw9lNFFaJubGLYgjityntc8kBoNYafnV1qIgQjcnO9Y
HVFrKmMyFvI+DY+EaedKnCmB/tZc6Z+zaYJZSon9nLCnr8e+nh8xBcKIt5SSJwYsjOZwuxVv0qHn
Diuz/lqcMXpOhUltyOjcBGFF+TfSWuHNXcZDQ7PLUzRX25C00mulr1nbEVo9PnD/9etqbPQusfLH
0it8tOzxx6ztOQpApIJMkXIaMZayKkIY1bUbh/RzfIc1ORI10cTUtUT6LmaU8JwVy43k1gzmlmKz
UU32KxbvLcUMsS5D21uRAPHdDQgVBOJCO27JAnO6/IlkbaRSZOTt4xS6QrS03VHGfhQM7kw65pKq
XRMz5oPr2j1E1dIFEAiRqUt8r7SbSBW7XAO9DKNtQy71a0EX0lrImCKvCRqS9RBdbIgzZ4U7Gc6t
ShtrX/c8tIMRFgcr9xDEeoT+bebCapmwQr7aDk4ZPla6lX+sJvuJx+RjLqJ7TR4HokkUGyjz9415
DThjRYqlR1inyU1+lxwHXhWOX05YfpqC59WMvEdMcWVQwft6itoweg+t+In14IUs4PsszZxnvcx9
kOmlg+lSv7Ak5I00lkNR2pdhAnsQDfAGCEgXr2VhvzJ4awPmm18LVEDe4nbn1LSNq6T2PuIUl2gN
E44LDDSQmup0hSuZ+1Gl18Gao8/WyNbPwpgexHX/Dsmo3pBU8Jlrq/8xq0rV65488UMxWh9eEmo+
vHBnVQI2pR6rneMUtE5+fBN50D7aPCWiFLh5m6YPDVvAAGCboA8XV/BQXFP+ShCFNh/QFQGnM+Zc
x7gthm6TuWZxmoHrwc3Y6p5JaG5uZa/veqAxd6SeMUxMFr11J/sIvSXbTOYIIZ75Xcv36EDhdxha
5wLsSa+7xuhqxFnJ9DLClVgpd/R3hU+iAunR5brwECSXs3TWuqnQ0HKlb1XYnGo8NiuoYL9TGj8Y
lmAZUEuiMyVVW+Q90Mmj/Rso2OzWibcTz8nJKo3d5BOH6/anmojQcG2EQDxgDDQp6a3DU68hYZld
cgBH2eMwyAhBzSZ5n+TxyY2XfVql9R54DasavHdH7JP2hr2Ou9G9Zs4VssvzMeI9AKNF4j+M4/ye
sZC+BfbAb3uNi40a+5YY2c+ckprtwvii2aeApkjs71HZLLl8t8V02Ffe0XQRl7V+AdFiODgE/h5T
pxRvADNSeGVmQaCPt1AEVWZagNFioIDyogHm58R/7KiKz4wRx4eiauj+Qmo0hrmC8GVsks0Dr7X/
dthmwryq1daOXYHsyGuLT69LDG9FshaFjMOusNhEOHTZos/E2PVmRVlSu+iinBAPHHK6hTjwejGR
Nlu6GOkjrz18YjCfjDXRgFnl0XiTtLnjEzod57nERCPYVnMbM5ZrUVgTUtSu3YTohtXStvJXVZxe
DB0+sPhS1GO2usX5CGC60ob71NWVaXBYWPZOT5F7P7Vlwj3itPLTbhJYuu7s5l8+6tM9azYmODkf
QCKVIQ6SRLImGd0NykLeVHIyTl1SfHWLQhNrD+ukLx1aD0XN6SV5/biI9NVXeGzizI03wld7FoHc
nnZEwWrmJG7nvqZ8RXOZpTT/YVpUz2Awpz8GpsW3Rk5/lhEXU2LnCfKkXqhjkS8UcbgGOfuHdEZC
4KQqPjdLVVbUXcgOVtJbAJ7qzBhM/Dxu+Kec2uGlneFSTqHfvMFRGzo+LcChwNxENSsPKR+MUjCk
ESym3cCPcdqz0km9d1cnqO3arFqe+K5w3EwD0/Q5bihrrYqsrHU5OMWfupaMDYcwdehT4xlOS9l8
udfDp1+mXZICEWxNfjuzlhu9sC8UYGX2C5yiJy15fgJ6DSMLzMxPvmNzSjyONdLao3C6VW1vbDqM
0uvcbquj0KF8ZeeEAb6dX4umzS8L0fW8xjHhRLTtmyGNIKcYpce7lHX2SnQZoYqFCTHLals2LtPy
VEVTDGvPrAM8rWy+Q24ycs91ex+mfXTXO81LGBYcJQ1LYOgqjk7OkgQlcyP0qPamFfc73Kc8mDWo
CUcMFlEsfoRidW6nhiGrGR9MDn0q+RLVrjOi3JwNKphxgcpDH3auQZ1njaaxIaTjID2evhSEVkCh
o2+Mzq0ZwOrwCRkJAVx6jpdD6tT12UKccgTctZUt8sJkoI7isE72QsPhXkVW/+xmlcX+HXqt4nbb
lI7xmfbWvhnN3zQKEa0a0X08mA0DPWBEsQm1EvePUb03E0w9Ht/rbCJHvJ9kffQIjiYNqFCyFWxM
81FbfogWzxha7AlQLrKiPVXJLG4Fn9AfSIfRG7W+h05XFC3fgTjfma0g0K4Y0NuOHtWoyhM8xqEz
ls/wkbqgMHR8IHYFefZokGWOz8LFBcSePWcHv8zRbbOgLBIszFSX3xgGazHJWTxuvH4pf+yuN9as
0AeIHNgArYzppF1jeKE9R6qJAZ/CjF2308XbVuj5WVvEea84WJsgnLI5qJZk3DbwYy6e641fKTad
vYrZDDV+eG3Yw3AVQTL9rEFrwXOxx1cvdexfo26RoIoyfosAN70ylU+/e2Gq/iat3WXdxtb0hDpG
HVNNAsiVzx2/hJxn+8kF6VeXk7cjjKt89hK5pIGCRbpGv6P52n3k8rwAIs7HMAGzQwZyctdrotf9
XLOZTmkXmTkYBAT47zTIzcwRN5sPAL41uoTkt9CS96sgo2mT2uGysmG9ru0JyTuZvnrdG3b2W1RW
/zHMWbzX1HordGr2bToCSQ1n1EuyezLyzj0DSuw2A9MIAF8pNYW32OiZOX3mq9Ydd3nSdulmwV/k
r/jRuO1RJzz5KHeeDZmwcDXmCVoqAF/ugsVCtxTK7nbqpzhnyRyKlzhMUiRYwmyJch2EvhhWMvO5
RwBxorhZTEq7ifVnsixcV3lZhHScsTEeTTmqP87iX9dVTWbTO8T6OIVIX5OY42NNbiJ6riEefHgz
88J+EDh8fOryrnps2pKWy5t8XPaRmcJih7hggGYtlqCLagTM1oRdn0VoEW8VfbrjGPURbQLKfbu1
qV6d9jOrpvESl9b0PId8JIou8m8MAiY2DrgOQI6j92Wlw3Ai9wMR/NhnrFjh8a5iKYAkCQbRNbYo
IaJXc5y7cxMyjYh67w4NBS4owOLgKxpjBlNr9VgljHbxNxFY6xtNIiT47e66Qk1xyaSOKFGPTONB
lBFIhbx9o2VrENRDt5plwtXdYB/qJetDZpHQVuZLHOoHaFT1UTAZQjKGIcXL5QURUQA8K2IsZTgS
0lrsAohzywfTZHonHJLn4MNNWEL8xRv3Rl3O3D/gQFbM/lA5D7RTFrPcdVP05JerTgY2M4414W/v
Leg55FoCeQst2wsriHYXmov3G3o+Qd+yRJy38gxCDnjCdfQR0/kwRPEyCbgnfkplB/rDZ6Oy1iEy
huu8B+paRor4ap599iNDpU6sWXNISLLCIDO7U5DEvbml9qQGRGaCsWdJ8rWCDPYKxpX6apxsTbuM
Au3JCNvpCBEA6UB3VQrVaXJHJm28a4jJ/CD5LHl1nNp4tVBIyLXjL/4f9r3prSlhGXJWmP4LM1za
IdEMt3EXWcwssiuz3OqkFTMjQ9eRhKN9bL3Meo0nET8QZi9XhjTHCqRpa3wz4mzQh2vnkk3+d2G2
z0mC+MGKrR8NSGI/ooKDK4LltjMhLqVW++KSww4OCNMVqrJqa7HRQvZh68+RNWbNsomZr/1AP3rq
+vQGrDxr2SvQaeXPLY2qk5PN7rXfkfQfK8bmhwVA6dAk8e3oMkpyo28wL8M7LPNv2+r8u6SruN3g
8PSBiXaPJVmxGeJ0I8N03kEGe6M4cx+WoTbe/djqufjyYGgImfJIizSKxdx6afhUQX/YSBFG+4I8
35WyUeNXPQ420rZ4SG2gSfMa3BEWL5V+6tDMjuNg/Fly+zfn4jqADq9Qu+MnZOA0235/qXRanqpR
Hb0J0RuEvsPYEv+eCDtGKIskvFe3AKXqV3dWJwO8fdLjqh5mhhgzziNYK4jkkB1Dx4QahUyIZSR9
oKjEDc3obK8bPTMxYZTMIGCSgMNHi70nx9Ze+Swm/ErfzCmx9NOUP8xT/AhVfgq60t+RoudiDmvZ
rwI6TgCfUyYUH5MclzsN5Q2kxIU7vfjWrRX+4WBBPwN7PX0YGZke0qiq7lWlecUit5ySeTteCN/D
oSAsu2OQpO3EvUPRkeY7Zuri1OiMa4e5mjEuR12EJi0In4qV6aripVc2dOYmM+JnqoXsGJbNb1uq
eOuEuQHUzszsdHXNlcOO7Yr5krglkDzmV2+IdoqLM8WWXJlo5L1Nz/hzWfUJKQBkStD08iE31bmr
4VEJKr3b0S70Uy2SlvLIUZy/eZ0jE64ne9qguuyYKBj1KYnbIEGfapRvdnVFsqjKIHyCzqSih0iX
6q6rxltMeZulxmNe9UgCK3uaz5WZq2M0uk11Rtw8gdr1rWZci6mMGUSMid1uI+96n8VGOHcMAFLs
qm2XwSDnUGV9FWXh8JUYEw2XV2Z28lkxn1+4PYaKE34B5pr/VkaW5IeE7oKebljM4U7FbtcEOrSr
ZwAK033K4ane7SovH/0x6Z67qUraIBrixd7mWvA+DLNLdqJnDU29AWFY3LeD7A24mmFRfEMujrPr
keskp2QwyZ0QOsG8nmh0EFuzs5bwULSVwG9dznQV9GAQ+WQ6EYNB+iQsmiadXB8CbdXlgYO2s9ga
iSNseCe+X56LVlrQrjrtiMMw5ZBv4oVo47M9FQzBMsijmJQa6AsvCMOcb2b9Bld9LUvekrqZn5AM
stKIuwWMpB/rtvvJuZm4Lw3WbozDyC4BVTksFkNOR+RbZy6FFzTJoLwTsGuclsbgucP70nJ9nyud
ZY+d8PrHRDes+b2Ga5a7hiV/IOm6rZOTJeG8Qd4u7CdQymoOEEd4C/ssItDXc8TGaD9EqeXfM6Lo
6CmY0oNQjDukc4BX+FgYaMbBt3tWqbaFKCogxV6kxXdiG+oFKWbGJVhcNZI6tMxy7YboO4OGGaAJ
PVHPM0s9SddiR0QYr6eo9/84SHuSs45oaXjFMv+2x7g+u60Vm4hdDYzOfVQyeO+JxPzNUnSRqCo8
fVeaDEf5mC62s9djl/DILTN2gop5UXb0m+bvEwPg20g6Z0XHq3uaTQITxLydEzRK+8Ssom7lIPoz
93ncuPPWY5iEOdPSZn2Z6tx6VWaRsCWeUmKSS2jgjD16+LA7+LRQBniIcN1wUrRYGM0OjCT1G6JS
O7EqSMPjLFqgNwmpGmsfgiqKpOQK3qjGpUt+q6ZhROR2NrKtPG5H5ykt05oxqWUnN1nVY2xUPAbi
0JaVjU/RqRf04PZcxKj7l7w/JYsETVDRuTmXggWCccmSZW73vsiWChuj6PBZoUH3oOdKrfYIXicA
8HVst+l+tIUH75o1JMPFgpClVVrX/mtnDy4MQs+xy1NSRzU3M+pDCBYF3oATwtERYBu2EspuCt43
0G45E7rUclEHstcSTAQyLXd2kjT4ZLWjop10iYVaLWowrG8/JxW8p/1pUnkmUihqXm1Sv+c/HREW
IcqjJroJdTQlB+SNy/RIAVBSjaeh118RaUNO5eaiBw8imTsKxJcJFsTgzhQ7jJN9eku0Ss/Da1id
cxhCp6tuSgjKnxUufWvbIXaSwZg0Bmy6EkncK5JXkh+dkhUP1ytCtDXVKRaQKp2bLGBMHf2JfZTM
CCDZij/zmI33IfyULBiqSi/gQ9H13qZpKucbhwZ15DjV0TuDkwJeXekD0ra70v0dPGuSr17TuBVF
Vp2V93Ed6+Kgzca8zrSRZEKbkrwLiggmkoq4jXg0EyRVQE4JmUPlW6aylo9XUr6xgw1m4wqsK3je
wGjnYo1FJGI9jOkn2rDPy+NLFnM2MCQuVf9aZaRCBgxbxHRsMiebHyobJR83LNtHisMJ9S6jHdYQ
b7NDutpzhfQNt+o0tNlZFhK1ioI/mGx7VJgY4130r7spdwT2NBKNwfd5UfutHH+Ygtas2ZAbY4zL
Lku81j5ETSXHgHH1eI84emo2aZz4t0Mk2+mWIXUfoRgmMxaGHkqrn2GMpvJkGWn7hJSb5RnfSwoY
w3QIUo6jJPTvx2GZsp27KNSWjqIUWQ9J3MQ7xkl63nSgN7Hf2TWtFBL87mPqIbDynb2KUBOiDZD8
oJ/yjk0UIirz6069VBRJ0X4yjc5hUO6a/iZuGxf/OY6NYa+qimvMaS0uaYGGf1yHWdnzgHDlOuu0
a+Y/MRpXsCGxqW2kj+kALYHQqn6ryiaWR2AYkdwSKQJTpzVUSMYungNGHCyLf+hPUUEV/dTBQPEr
Cyu6GS1fDsLdmHuaxKJAdpP37Bt+fy6FhZQyy2qrvp17zxYHnmOdbLu2dD6kyu1sY6VZ21HrZdaw
r2ilv/g2TTX7Ue19lrOdfEkA08iFpaGwWJmSzzJ/1nLxk7bdjf5oj5tMJUl2SbI2nzeMvvue2Kwo
cxEJTvQgqCWF/UBFzqn6r1cX2/8HJ9+l+ikeu+bnpzt/VP8N/HzqCoH6rw19Tz9N8/Ev3z//gvEh
6v/tf+VY+You6ebD9//417//2r+cfbYCUKWE5+PGExAk/8PZZ0tMemSwmtISV4uewnX3D2efbf0N
HZV3TZq2CRC1rgnh/3D28a/YiXqOZ7uug7hauv+Ms88V/ze8ifBsU/GawKM4ik8JKlIwKf/J2pdh
NDCwsrF5tfpDit6AYXpUlZ/QCFHpiAyLdULIkPOMdPFY2dnRXfozwrRM6pOFPQFjvvmH9tqFqIGY
HYVFRKU3E82ODc90kLV6ISKfj7YT70ZIGyMTFrcDOpU1nzncn0jOTQzb9HBMqm8KRQhB5DGHlfWH
kMDx9umjn17gUjQV6gVKg23obeCUlEe/gjqxU6y9vbtLh3bEdc8CuER8QxBCv2OwmttrEj3IBYIZ
yUzT6LZzulq17maGQ18cGHoTVmBKJi93vr4HGJSUjJxPSbVF0qTCAPs+S81VvRP6tvG3jCUJln8k
LCDILmH0Wz/b5kN9ZuuQk0tsYgckuhZa/zbbqlcjDOim8ndv3jFgKVZYv5/An1BiYS5rk5/Yeige
G2/1VGe3pfHCXGmlONOjaA0cwUZswwymOtfpzmy83ZKuW2PahVGCahmjRr4Eh2y6aXzwNP09Kxjs
53XvnkaLASS6PmAu1q4NIFOvcaP1b/OX8W68zyCYrj+bf//5+mP80f3+9WP8Ib66X/H1738Nv+kH
wqed/MK38aXw268gPyLOm28R8obz1t/V+kbQOEuwFoJxts0SzT5CQ3jPMB5vzRGdU/mH7nNxA6w5
6BE+pL0eWNbqJ/RgD5N5YJYWi93KWpeHGJU6YIpoh9N6DC8ahqvaIltDbe+UlwYownJxWJGKe34v
l/EnZp+r8O/ikdsCrgQ8gIM5kR8Kck6MzTQGAD08wM5NtuLqhf/Mr+Zn/TitadmZz/nvw1peVvib
1573UcoNPgz3fZc37KS+BAAirOvxzNm+i66KTawbW5ve5I6vE2cGwypmtRJS+ko+zXfxZ2hu/fYu
T05ucZzEvsCYF2Dk70mnA5HlZA+R8RW1l9y5EYes30bcJUEZv0zTw2S/q+J455jbFAkk+lRJmcmE
looiQGW5NvH2e3O5nVjYRDEeTMiMqAy1DmZUFvLERb2yp7u439sDmum1x/rI2BR8wdT8LhP580RM
Gvv51Rq9kQrPdniubvASMjQ/lt2Nd/9OYiFu7wB4ln9pumNMhg9Xug1X8wkUYws2J1+MFZ1eat6h
wxt/46fk9hxsAy87er/begpK43b8OGP+T0CYaH/NiG5Ztkl8X7XBINftLWUTS9qFYueGmVL2ZFwG
oPcM/+eNijbtjF6Q/JLwmIkbOs0weUWTgWZlI40bxDMUBUa4wVGylqa9Azu84jZcKTgbKFOw+Rfr
hobCXYy9H58yKGNsuyNy58jWbdIbjRiYNTBDCR8ZJ0v/62vzu011Z35QrtJmCHohoGw5XDk2RtGM
tGLCObMqH1jI4xllvrOsKo8D5iIoD1pzX3wn5Qm9rwSvjEvVAFftr2FC8/fe94V+k5fGO5qupoMF
on1FkJzlvmtKidj98UeD9NhtpvYZdjv7lPsb1hQohp5i61V6iq90R2ihLl4K88XMNtVwmm+9Dzqv
VQt8gq0bg8sxO9kE95gMHxwGrts+uzPnpxQ3brUln6o/u68Q80CJlPcIYkysiYw/V8w1+D/FpT+3
57//Y/7ZX//G5Hhl1MPO8Hqg9eU//odvrP0pz8mVaXPgYESX94qBmnNKTyaKVAQpXTCtvLta3qpw
bc2fPPaAhYzps82ok9pbRes1i1fwHJFk0sRnCs5wZ8I4gKqRmQCvliAyHtzGIKHiEFUISHgVbkHo
JJALXMfjmPMJOIZiG1eHRj3nmxBBixdoPDxkVLGND5231uRcJa6heuC7WlhrHGWremQ/zPfmk6gY
/uQAKSE26LXXgylp/B3aY0DSSIf96i0bnS0pi1s9UPMjffM/nJv0sx9hHLUsaM9xeetELyXXI6JL
vwBMxUaV/cd2Ic8LySf76/VEEkAjg46U0gjXAurpTYILLIel5YllM2tx17kef4/hsP5ANLkpjooP
bdK9SjVB9/c3yLe2gsBRbGfbbKx+I5VhYOWIhTiRgo7xuzHQ4jm09CcX+580k/5qQniM8GmdgFFp
evMuxxcWEvtmSlxBy/3VdOTh8IpQXnu9hZrBOrSFszGy6kQESEBpzRIsY5sAOh02UHTjta/aGJE2
MKSDmLNN/TtcOJDKLGx4mM0COSf3CfryjeH5mylZ2E75aE/YOp3AJefTIzJrJCRs8YXcmEUdUH0U
qLBZ89ILbA1CRI3pXVnDrU7xrqvs4mYTVgbnW7BIjuQlLv6K9/6nKtX/bjXolY3wX5egrDT+7X+W
/7nuvP73f5WdV2yEkI4kQZpNlaUcitm/OKue9zdXeSZjOGEzioc48X/KTuH9DbkCBj2BbeFKYOUX
/Ttn1fmb43vXvxximbFo/1OcVfta9Vb/AXn4i77n2bb//8AdIraHEiaB2CuHnVUJBDlIbF8LjJJ1
vidTuDmKa45AUwAJXrOD49KSynGu8B/s2c9J5ukXw1SvsVQpB7dfIafOuglMNd5SD06ecuP7juVG
xnLQHUA1ObgTPEKhgCqxTf8zWVX8PorGefAM38GuJbGPcjTbvUUGUVmRSzi27PI7rN3RDXMPdWyH
KUJl5Vr4ujOCH1cFAtm1Ts2ODRVhpwhumVgf1SCil9oTIRjOAt8xm4Y4BFYnaqiYspofnEbNyZ0h
Copew64zFIeN62P8XWawYa0zdwoiXYv9LZFe8aRzK73Oupc7/C7j0fYxH4R2BtxPgoeBzlCc2alm
73D456OS0r8h/inZOxNnFp4g3MiYqUouQqf8DPu22M7XBXDdLCMjq7g8t3E+naI84xa2xA6HrSTA
GulE7ea4cKyO5EI2peQTq5p6ZhwTvInMr3zmho1EIFx7mEyQi3r7WSkEVZmTOH+yxCj3OorkDZkG
9YkZd3vPwP+xRiq1D0MqKdmby87Hq4g4hsVeJNW5cOzpK0TpSc07z7dSt8ORqNp5k2lDPlWeW1wW
hT4AdQ8hsDbhoUHuDfVrl5nqWGdooAHrde5hLo0ItXXFzZFrOcFvHqyLh/bq2YQ3sqV1wTVd6uV+
4clkPqCzlvJCgVpk0NQ+IMdGQ2IN13V06zPpN6Z42RFfWnLCZpLnx6xPddrtCU8i4AbVzAFFCFXc
oPGuRiZMIZtoeGY6rwYggxO7Snkec9xG4dBjQl8YFqz0QF3WVDXxVIDW1wQCxnvJN2AFkoNo7dx5
TZkjgHaK5d51egSdhFazkSXdgkvJQAAF7zE32AUZarSRaddeOCLs4Ithp17K7w69GTbYaK4O5B0m
mznxLKpqiY2/cuR8ZjN1BT1p9HFL3yPc03OTs3RAxSn2pLUA0md50t+NjhE+JIsizWVRFmVLFGZk
IC0IOi/9PEXNJooz0pU7MsA8xBApVz6hauOpiHPrTKTb8uIqwwUXiqO9AvcYWTdZo8ynxHcMsFoF
ggXmfYjjlEuP/NAQkuAifxI+jFey/CxC3dpBGPzKOkLhoQlnzmNVHsdqmrZFRJ5yYFvSuBeRSxUp
hLsz7b9/7MbaxGWnOqaFaXVOBPmVfJFlj4rAIj3OBR6xszF55HumRMXGGmV6NvoR65Y5FqeMtQNG
dGygKId4i+AQyjre5gtop5GpardBeW88m5YN6nG4KkTGznyQqhQcSnhGcXSj7l3ZhT8eHDWog42x
79ed/fA+ssK8CeaqE08IuTumw1knrCC2iG3YhMoAuMjuvLnUyrOgLoZWpFZITQQoQ7efvnrDBTTg
YYFatZ2R3WH8mI99luILSpOrlXFqW5ewM1uVl0VYxn3pCHfLlhE3iYqjdmfizMRByCQWD+to5CyW
UR2uoMvTLuEPtN47Ly3Rmvtjga6MhZlpe/RPXXJdwaejJ+94uOYbURP3yz59Ya2sncaoV2aT+liM
hEDFnCCVapnvnWyYGXddlvLMOTWhVxnyTYvV4yBu5kGbFoWyJuSyAgOx89vcPYTkXOLZHHVGIWm5
N+ZQw+bJWPQh2ptlkEcKM8EUQ2IUdZ+Tstp2FIgMWA94iRs8ZMX/pu5MlutGsmz7K2U5LoTBHY5u
kJPbt+xJUZrASIpC3/f4+regiIykGCox45nVoHKUmSKJiwvAcfycvdd2wqNjhvUpdbTqU9kMHaQ3
1eFUY45yk9fy3g7t8NZy0+Fz4Vjls0P3EhOBqcld5w39699vj/0HlPjta37xlL7W/wfaYsavMVdV
m72G/7V6qhh3PiVPP3TF5l/9FwXe/M0AoE3zC/gNxQllwL8o8Oo3Jq+OawOFsV1r7nz90RQzf6Oz
qXQaYy4dM0fN3OI/qhN+Rwcp74KmMmBGUPH8naaYgJv1pjgBcGXo3KmGYSiXashRVFVve2JToQFm
F30KN25AD+vfaxX7UGoX5Jvu+NAz8YOXfYq7PUPXeG8zVdpNU3ExutGXNwUdvdrRz7P/YgB1RXpK
U//zHz+WSX98EqouaTGLmc/7x0/S1gFx25BN9kXc71mCMWlIFX42aTp/AN766UnzHUpD4VikMnxX
mWFKMPQgBcrR6B4LWQaJUp4GzzJ2RhUAWPRQnsZ+j9R0DrqYwhwhRpVEm0lSc6DWcNe/PnU13wTv
L4PiMlCn0j6iyKMafXsZQmJrmtB0yR4uNYZAI/Z7D8isyG47xO3rOJiOcdtE6NmFC6QBnJii26jr
R5eh15adSnocBzyxkAf9Gzcwn/yabX2575J6g+5xU4cdrP/oiea4SODsBPVXD70zHr4UgGQxnlSz
lY5sdm0pmUmi3Cg161M7pRChZ3d8mx5CDXx4e98yeoDGoA0XHtCpCbrNWUV7F6f3NyF75AjKaZ/n
tbHRo4uWYD7Eippctf500gcdrSiS1DS6a4dj4F74pFCtMfvsNSe6nTLgrtJH/ukl00XetXvLbrzn
fAIE1CXdrRBDc1S5Vl45KdqWhsTLq6CsovNoBeS8dwh3gqkA8xdU43MwTcmnPLTXZof7yhwD3LQ5
MpQyPZfWdM58Gzww1qlxTB9705NQaBySvcn1rG3rbAXsl9FcJUGKutGx5rFFe+XZxX1vBGptjuCP
lhGvUCCMYRwsUxmA4qnrfJWlJJpWfVCtTZhS7Mtd72hXsCVYB3BoFFhMSU4pLdp1ib7pkulL5PkY
LbvSy6g7QTVofQ9NQQLdbvWRiHDxKZc5pOlKP1Sq0M5aNX1Fq+Vf2EihqEtcJvc+YYOwxBYM3cB7
Sp7kaBTDNmW8S3ok0yQrCdSq9HKkXhWdtdSPqb/CFLK+O7v8Z7VzblSXdQK4CVTbFgrLS+QWF0bK
gzGZ9+MkDpmu9oYM4/WYpl8MW3+oguYRdSQNrwk+ozNaiD6tPtxlKUoXX8cPkJMlfpzwv1A7c12D
OtN3o54yNRzSCQoJmrq4cspz3MTZkrr9DtMkXRJTC06enKKb3KCebRLhPveBr125KS4uRJI0QGut
dw62qoKX2pP1JfQxGw8h+viFxUL8pfYj9+hjXDrwXyxe+54d7AON2z6aNP+TKJV3Y+DwhGecm+Mz
onZ5YUR6cOnqlbnymP8T2qjTE08tjS/NjqV763YB6tgELRVqbIHml8n3s5sSGbMuBplBpy26K8we
w9618Hs1ZlIcSHd19o2Ny633tf6mUfWUrtiElbupDuOnLBqnb1gJPPTWIN9GI3uRrbA+6bqqnqDb
ZFed6/f7llyfm37w+3Naq+kc6qA70ljrzi2B6z7N6iI/mqbpnurCzrfj1DgGWBQmNBfOWDW7YtTH
+6IMjSusid3ZjEa0vH7/EtdWmS6knfaviTTOVpsFt1MhUCqXgJRAH+4EcAPoyu5QKaiwZtG8lKb+
tW3a4inTmydzKC7BXVGGFOsAO802KjVUPmkXNmx9MPPXX7KetQuX4rpwA0jj6fAQp8rbVaIdPtmD
ODSdtK+m7JM1/3wxkZvTtuw3kmORRIwRivreENRm7egQdgNaghQGoZmP5DXGIH1D+mX1rBWTHXkI
jvoy2qO+bVT5la8EyjjtN9xl7TpRFNgFmzd8rIuwj4kgaqqNHNjINYeuHDYgEKasufS6aWfgjwBc
xdaTexLV96LV7jy9OMp0ayKoYKUVwODVc+I17bIRLjb8cCUGgjjp04eRPDiwTcgn/FQQsWQwDAkh
MGjQuftu3/YA1HzjGA7TpsDQ1Qf2aso3ffGJPBYskki3kc/T58RQQT8cdZfZvrR9BuI9brZTqUGg
mDOMNr3cxTbiXnKV2649S/QVUXSQOHH9yMaGUy1L8ynA/5i3wY6AUdJWrYK8IrwwSCyWEZ6ppSLk
ah/UNK+mlk12Wex8o91Nxi1aPkSc2qLuvmnE5K1H0IR+2Sw0VthOb4/0mpc9yape6F21qtqaFVq3
AJ859LdVN+GSIBh30aR8kiwEVJ6R5Uv/O3Kpb22mNUisSo0hWqVouF37IFhcowD5P79ppmmbjHc2
C1obXUaFOrLthUN9lwThs+G8WjnxbyRDJ9sCJ9nKC0hrGM6ovG61obTX2FySpS20q0DWpBFMznlA
KTv4yJBzj6I0RZBWWMx32E5eVJk4soAsf/0uF3J+V/+730MRhZeDbpRh2UoIV8wU07fv8qIcNAJe
pL8vEI4w57HL4YbFmbgPVIb8n21x8OYFYnIwFReV3l0lAicaArQQxf68qHjz8pLOC433fc1x5uUn
+74SRd9XJW1eoLx5qVLzooUvXV4M80Kmvq9pRRlrNxpNIgSrQ/3V0SIsSWJg+4OCKDnUVe0eCa9U
X2qbWwWfqLLPjgiaS4wuwUvsMGc0NEJjzRD9wiKvKu3KBHj27MP0uW8bLbop4PGdsI/gfRftXayz
RsZFSmCGRevfmhf3aV7mJ0J/Np402eEhueUlOxRs3Zpx0q4B/rUvTZx3t5nhflIptOycPteiUI8w
ltxF2vhXcfO9XwraJemeJgudlyJ08jjkMKbszsP7wTqTgrWeDCoHLH16S75sUPG+CYUfLRoJn14j
obqp7U9DUq30zugeY+wIxiL3MzfaoxxoH4Ox7ojGHhJ7PeFthHk/xu4BuR0wDIzlXbx2NBr43WwQ
Z4g3kwtGt3Tr69Rwhtt6XlMJWDau8nmdtecVN/+++A7fF2I89vlWzatzH0w5IvR5yabZ052DeR1P
5hWdplt/ntPbbtp5vVfzyj/N7wAxvw2QqWYvHS8I5DveLp3fGeP89jDm98iv715Tnwv+f9+938tw
RwoTa54Dkpb45R/vXmGLoCNDOt6HGES6PKTwx4qrvGRVcj8WlfmQZVAbzVwj3eNAhJlcN8p5lGON
xGXYst/Z1J1Fb1/k/r7pt0mDjDlNs/giyEH+qIwYCL9c0WTJV72u5TfClOKqzcqad7p6hnR2WU50
f/JIPHqEZK0anSG6JA0m6LBKqnJTW/V9RF7hEiUybwSSRWEYOCwiYCV0pbproCrIkpg9RIS9rQbp
XNAHkuve8PKHqlEkprVd9lnWGiKVKD+MRnCnE1q7MaPuk8b8DhjOgSw6ExeKvBUEZZMQ6gdnXMRn
d1AIu1B6eQFzEFgDCzHEB9GS+UC7ZYfZ1SWCnLoK+c6ID6S9p/Ka2weYkvPUE7esdAjVM1AaOJIq
oyGDYT51eyqZAw3MCk2QR51705d4xUoxjLTnEt5oHU4HXqStFnxuEu0U4lMI3GpFcHNGpIJ7UaGs
dcLiXge5ErSwNKUBc15n6vNiyV5bTFro7Wge5vs2JyrW10FlDTX5Hrncsc167MbmMozlaxyNsHJN
CyoJfa+ZHLfsSwVnw6JjidZmV2QUclFv3LOgbCu9ftY88Ch1mc8UuS/A/ugTl3SPGqxl2BZWacuo
M6WftqjIeD+Zrf8IpUbfdjWTXEgfQLFqAHPKUbdVNfebw/KCzNVk4egm9v0YwRthjldyntqOih/I
rQdbzDOrkSGNHqbOQ9Na9VqO0ReZ6xJ4CRgPbJHQlgq2bJNB0zIlc2XswKSD9ZIHiJDWsuyzR7Po
noraVvd5RXiKLkrEHGZCjki9zLp27bj0UjDu8k401iFy8FGX215DvlHqAzPnfWSXL0rDGhiP14nQ
11rAFgQJIJySwFhpQXMgfVAsKL2OgcjwFnr6Cu/EjafJ61pvifKAfwR740L3GlqfDfcA9D29a4g0
RWmFEPNmigRQrbBHcp/s3EQ+yClkiG6d2dwutY5ya4g+OVl1rMWtdLO9P3z1A3lKSOVAnLUlWQDZ
9ArRNy5KEJ/TyuyqveNVZ9aEdQFaI5SoTIOATM5bn51wThpAhjXGZOLs4M4Z7EeDfi4ytrUsofC2
DB7bemmlp7xZOwOKB3ISkuE6Lt0H2O0tvBrXz69wRUAjY9l7tcHDGAPwnbPD6o6szFDxBesboQho
W4KL2dHekmHW9Wy+Ce6cVjqiP334Qg+vRSRaxu2pLS/jotvkCMmn8ovpjE8qeCrarxqcsRafPJxP
O/raMHNNxJUv7quGZZ/Oti6vMFKshgKJqzZHhSG6+BpldOODb8MEdy3cFM3XsB/Y2BK5jKFTdhun
OKDj/y5JdMW6h0KMNmLEAa2s5iJNWX8EI2AIfyRfIMChjDQYL7o8dV+SYTXrM3ALHOaEeb5dt0by
oHhEKbTD/qIA7O8lfMNMU6pcrhwXlA7cPKkfFVUfFjEUf+oQ6u6KgSUyVqjAPndtl84auiUcCzYk
10b5YqZMWBkot/VWm/g7CPgcZJWSbAH6gmvSBXJpLZsKBWbjreCqrWbylSQOI0XsXOKAkvVOAfR0
Sxh80YZ93o1ZAg72b3ldrTvHgdVdbGmTrwYDs2TZbYqxg/XsY6h7TMUEHXI9uYAouAMTiIvt0O9G
Fys9cbxxxb5SjkdLPnV+haeaGDZXP3WTc/AJpK+2pV49WF6ypNt8llF8qYtuPZhIHPTTmFZo9Ksj
gGkeq3xVV9puIqhwitamggCZu8zIqhNjgwOwlJVlHfHrz6vHOUONYanLSH4RgkR7RvXg467xk5zd
6qnPLv0MKKr/YubOJu6Z8CMZGgh504HD9KTOEUeXtFuJaHdRT3ARmCsTbAQTHFtC4m5pBoI1N5CJ
FFVxgZWcvBPUMmkcAoJzrgE93JFUAB0PrebGb9kFk1xt8VeQyBrByKS9O/cArZakJmNPooQf0vwh
rVBWpc2594PpECb97aAgvniioT5J4vRQdLPC/m4ESkQdcgUPQ7nWVlM+sX5adcxnVVfjbHU0BYBY
8eBqySuh34iS+ZBNCAnBihz1IOoyoeeebv+7tigz7diO96VXVRcTtotzIkv3sSzxWfpkR9NJSDV8
DypJOHTpb9ImdPfYzowrqp3wSyw85xiXZrTFStl8kI5GW/N98WHTAqTBydyVue38728UejaG2dHV
9WTv5T2ON9N97J00XFeF2qPuRluVQ+JvdOv+g6rng8O+q3k0KzbEWI7Jvi9zWLgmbyYR1wbCYef6
10f6SZPz7Qna73IkWwKfk7iCoRwE/TMu962HTZBZlv0VG9oHZyV+LOXmjQjTKJTH83dJm1N/d1r/
vtYBYcfHZL5m7DSco5qvYzNfUVSeLjzF3ifGmOuNeSzda+F8E5CRLbbxfGfovcym3zuwf0ug8J+F
YvwHE4X/8Q/NH+cFskcV+kFT/6n0nQMrfvgfLLeIWa/b12q8ea3bpPlXfsT8k//pP/4hib0bi9d/
/uMlZ488/zWfPIO3qgXFBf+fVQ7Lp/Q5jxB7vP4pr51/4V+5GfZvFh1iaZqO6RqzluGPOYIuf6OB
70hF2W4L1ro/5whCIWVgoAg6HMErreU/xwikZgjDtVE+6PT+lS3/lrZWvJPWgtqaW+kuKF7LYpzx
fU/85sF1yzrFXji0Ox4eIE5lgvzIBocUDhiDGD9UF+y0ciwJJoQJKwVq5yTBw5vv6uqvA4RZsvF2
9Zg/hGGjtFCmjfvO/J48++ZDZA6UW3IICIsNkd4Yo54sNXBWGESC0YZ0Q0ePurronrmhE3w2TY+1
psNsu6yaLLxPY/xlv/5Iv2uK32ynHFtXuskIx0GiQlfAfDfVcE1/ADIUwyQr7EQHEe9Qmxf0CynI
gjJ9HPqZOJBBc6bpBemT3ACI/CGs4n41KFmhmANFT4CekHa/iTWtDpdjD/T9qTdL/5uJ7khfAByl
vsaFbBdbmxklQr1mmAhbz9sTqNr2pS/CCjOvYhoLVsvInF3jO9SRMpfJTjR5XaKTjIduqTWG+zjW
mnNK7OpVkQPwzYDPnKFMM3TzWqW956/DhJpgBfWnH9aj42jWIYtzMFsAMMtoF4rSudDdjhm82wsB
fCZ2Bv8o/N5Kt7k5dLjUMjpOC2wdKNPkRET9IU6k+Go7YKfpvwdI9GTFFnctlZfW6yatjJKYH2K7
UaNCrtp0g5uBizZpDS/yOi9J2x7j/ishwXg+MAl9JtWPubRM4KVuBBJicrFgsUGcrSgnUy/NH7XC
wtTj1i42QbOeWBD5o5CxaUqThVbJyF1ofsDnMf22c7eiLVLiBVO92EsGCDgalcTWbiMMeaL1jnQn
yrN69mLjZuEc8ImyldEY8vvUf5RdPNPDGpJ59TxhAsRkKJoq3MXwW4tTZIi0WNO8pY2BwFXt2XFN
5VXNbDxcul5FUoNMenlJHMD46oVGg79lHHQAGCEmQzQRmlp5vqfvm0rL01M/+upzX00dHLQOIppS
VbwKnczCg2NJ8TD3iJoNTuzoevI646UCM3ExasCIaFj26b0K8NMva5dhE5kCvo72drC1C0LeUP4N
Ef12LgwilU2W9GxrQxHx/Q/SOkrFQI2tQ54mx85LiX7KudC4xKkl1SJqUkAw1SCm57acYcHQQbSQ
RjEHnfssLS5Du78rSGPnrHUPJ5HVjdVWdlJ3Vr1VZ9zXU5TdsZrBIXY9GgoY+cEULMmPwxm41jLV
qLupSHx5CscM5WHFW450h8oaQeV1KAZoVWc9s7M+GmlEaQWJhFE5sCNJ0wqCLh0uvNBD0C/dxAqo
7xNn/EaPczrBUSOfeHQw0iHyy/McwUPT0b4F40KioJYj9HWH1uzobY7VqRlN37weaB6NCzUwiFmK
YnQqPm9uovaFfwol5KFIKbKi/pVFHLIf0RTrlib7E+ao26iV84Rpz9zouRhB+BhQEM59jnSd/C6r
OrSekufYZtaEYoe5DiYcfxy+2eAKsGbr0FyttNpUbr+gO7cavX4MFybPVBgT/+amX/WCEC/bXfh8
QaMZHqam3mSVfS4wLpBBkqysdLi2m+4U2TiTPHGXQ9ocNTYAQJ34HMQbq3jDgGYh8pBSWSdzrAiB
e97pbn3TxoTtwGAamOqe7GEiqbC3eCSwvRFZY/kr0efiWxOq4dFBaSTJgXUcM9ihecnbmgsHeckX
Gvsv/EX2wN+JTsw6D5WNS86ALwrL1FR3js/O2TUxn7ogYlwQSXFmw/DLbb5lvYVRqVyA2WjH47I6
ik5PVmYVgEDRbvScIEat9FGwute509frLBzZ7aWAXqNh+FKlcIkjp7gWOe3LYDQ/1SlcUh35ZuqB
2eqbeIvRCpJhXXjLPIunY6bUZSYfzR69Sih2Ezj5Khb614kqX5LJPNKeXSY5Lo7BGDDbATI6BnZb
nyEHCiKd0/BBuMW9V5gXbp1stAnrNx2qdtWqgqw5d2pigA3MKopgQJmT9nvTgEJFAwWCZ11eo3K7
9yrj2qyzA0Khp25oDjAuim/gbOK1ICHls6cP7N5VKNcol0AP9u20wBSXbA0TXXblGzdpi1jHsOoF
buPb2oe5nnjOnTZImiOFsfXhq9/CGMTwQNSK3q9HgYd0QxthqRtIeAHJI+gfb+D4btwRs00hPG6w
rITRVRjt3h3GS/wdxgKUy6p13Ws4Qp/6CKPDTEJmWTkZhnwQVnrrzfRMBvW0GWBOdnTblqKOm6dp
Ci+sIkKbnmmbYHxxqq+CVJ+yrghYbJZ9Vozb2nPzk+MZOeCECK167dblo9aLY5TjqqNruXML77KW
LaYOI5y653EEDmFXxC5atX6vpcG27rKLFuf1F1SUNBYK3Thl7QThUe/gAzHrUe1ZMALyE6gVuTCn
BVU4LW8o5hs3Y2cGKvpT55efXQI+bOeapjb+BGWdCsM/JfjVaOwpLNnhOterQyzpE9nqs6EP5Hoq
NtegFNEfZ/g30F1HbkYLJ2yjnYYeq4yTU2/7l2PrR4dJuY9iMMptiF8SIJBP/oYe18VGo0l9rYf4
1JqCrT66qSY7RR7x64K9N0vYdsjtew94CrYenBpGDsFZL+4hOk/LBjLCRNcOagxuyiLswi2ISiwQ
0XBTKiADfHKtWjZ+fZcVJJVmXFc2rY6H2QEYFpyax0lz93iwPzMc33cdoD7f6iwcoQJjdGWSMeuZ
hGRYViuvB72+clA6gPLVtcLYsbAaeF5dmp4ProXBQYTEFE3ETFai25YySxdV6G55o8Aw8vd6BLSg
9x5GS4d4WtY7A+3KsdPqezeHK5DShqwHraVCIqkFovBVZXsmA7npqPHPZggmB5/9DOrkfa9bwzny
9Dw+psgZF6U074QdJbSdw4NfKbVkwhZ+BdV9bKscPBwSU32aW2TK8UlrPeR2rLAuBXa6BagVgHQD
6E86SibPcpzV8MQydUsotP269L0QeYQlXjjBS6tK061ryIl3uXmfGX5L6eJ8K7WKlpIBXmjpA40j
ZGoLOincwvU8joV+EFENfdDSLinH7E8yHl9lXx2rEkps1mlnz7edqyFvhx2i0hPLL9ndZlG+uE5U
LYaE8PkEgwmcjo1t2th3qgfkGpspGDBI+C7Ud9JYDepQUF/tjpdXtexccyltD1HJCDvRzL7VdbKi
T6ir7oSemqIIrvsyJy98QLUY44tti7sw6/cishYqznixyPEp0vL4yvTTK5gJkVxVRc+9RmJjH+lf
R1IylP8CtelkR0SLpu3ByquHjNfX0lDdDgnx19FMx20jFKZQw+ehn8ARisuicoPHDFhlpVPN2AWE
Kr2Q2jIl8LJOA/+pBZDGsm/u9cYE7g697VDHznHU/TVI49XUp/G9HTjm7QhLjjI0r4uHZCihP8ly
gAgNXTJ61eqc7nqkJV60adIwuu6rMSjITaYXvkz9qOEdHRvGVtX0vRZJXsLUNTvbJiC40KCw5qnz
ObIHxE157NfLUa8dnEi99i0qwdXu9JonnvQS9H6t0fYMoaQWq2VWR+awT6kYKXswLxfbWLdD6i2g
QLNzrJ4enaxIHx1rYBtgaP1nXzogKEk0erZwoLxmyTTclx7d9qJAe73o8eKfjN5IyWcaK4V+wrDV
rNQoWtBnUc/S2JFqx3fpBPHKbWz15LsalTtsG2bj1mQZ2No0MirCqYZlF8b05Lej0RfAK12mu4qY
J0gTTR95yL+bYG3z1RbnzM5I8u3tYI6mqWYEE4Dv8jZOG1L9bJV1/qb0hvIJzp3+gvIcUQzYmvCT
8BX8AsupcOHl9DH3WaTFl2PnVpeRW5F/1Iok0S5SlzicDRoIItenthlui0J377sGHPky9HT8lr4R
yyMQ+XhAO5HC8e8QPkPvnqCozNNiEI/QZodl7DfQvW20EgxmYl+3oY45dHIH3WlwUY4FVbImfbms
Y83BU+kNlFC0rphUeG4Jj0IfWTMokbKVaWrcd3mA2vjQGMH0SeUeQE3dE9qrALJoLuMsaK/HCL7D
qqYIpCtPrhEoI6TpEDvRASfLKdJaOn/BoN2CvXr2AiM96bkLWLFX+8FJNWtd2FpL0GsZfOVJb1tC
lezKw4RT+iRYVA4mn5R1cVmmVr9tRj99nRxEtgu7H1oiriETsFKRCemtUUPHQMdEH8uVinG870oC
Geliw8DDoVnHUYGoS40XRouafdVn/cj+NK6UQKSRV8+lazIniKsx0i6LyIClKz3snKLssCplKfhx
FNE1vgbDaotgAQPfTXeesLzPaa+5iwmiX7Yg3gbLWqwosZd9ODGjAysaPsdBKMOVk3voHJIsNqyF
3is2DbnnmI89VgQUxpGbmzhy2u6MqCnLVoEfoANCvpxqm9oTsM6hMbTTowka8NYixlEn9shnP1J2
BhMeN3DSZqehDSlXKeXSnR4WwW1J7NhzOvTm5wDKVsAABtn93jfmrI++asvXMnSw5ml16n2pjI7x
xIiC8BtIbIgrZph3XwARFdbKhjL+mRUqatY62xsXYKOO5ymADMVabDrlS5fk3quP8okppNGz7pFC
hxerJGgzW1VaRZJUJ0uI92nvI3ryg7B88scYagt9KR0dSon9y/RjM7uy/IhN8IRvZKG1U3hdOV1D
ZIvdA8VBs1Z3pAFb5YMZWVW/cQDUPfmViauRpr97NINpJN4Y7zRxIJOlf+b4U0Td2FDA/rpZ8k4D
SYtEEeLqSJxWCCQtZ+6dvmnfGFLTGfe1UJUS6e1z+OtAkwSpKWPlr359qB87ozB35kOh+7IEqbFI
aFHrvj0UsB4HlLZFwDE/gqOliQmoZ7z9d49iCmW5Nk0pzOjSencUVOdCIpFEV1MZ2oaXKOMhoLof
HGX+K287TFjkaS1RPdL5snVEXT+ei4YTu6gcxltzd2xRuy1eYQA47dUEVuc+ZPtwR2DkcPm3z82Y
pcscU7pU5LOu+M3FSigW0ob56G6y2NbpFbcaN933UOA/+58/6en99UJBDUCqa5k0Nw3beNfChnvk
tkOsZ7swYA5gy2wmvw7x6dcn85OvUH1vlDvKsk1SiX88GQZ5AaAiJmKtE/SbDE3fneWJbj8igbyq
PFyloPbjw68P+tfb3VT4y8ioIeVXxy3z40FduPG8WEHiSA0iUUXpjD5SIQHrVbP+9aHejVW43VH/
2VK6CDrwp1nvzs+MkG8U+rwXSrT81Yoj+k9K1WWAeM7VrjurDShks6DewHZxhr//sJnKpC0LxAE9
yXc19ptbRYRt12i8Gnf6lISHyB3ohYRj+4Hu6q93Cop5R3cMHmiluDN//DrLadBlWdb1bqwisUGM
+tl3yRr59Rf5k4NY/Gd2G3LtnPen4rNPaiP4zcBnMrbutFI/OXX09+8MVg3a8giLFWgZ992d0dRD
OdpGhQPOUnQ90sa8bNMIh00bxh/off7SM2cltA3dsQEmmngL359RSMYZltWgJr5Ir3rM5dC/9Kgn
F9GxiuZWUyCukYjmhLqPBju3gV7UVyMao3SRs98ol7GNsuuDJe2v9yvXkFGGgWeHrZp4dy2nqGkg
24X1jlfeszOi3+yYZFrOy2j5r8JgL5tiKf71pZ0tFe/WUQ7qcO/wTjGFbb87qGxTUZiEXuwKHteN
gjR/VsCSD1J6wWGIanld1U68lljf0eMDmnOLZDoWQSAvDSOxD45iCxDaZX+ByJGOvUyZD1Ni9ZsS
WPoHT/R8C7xb9DEJ6AZjF84bKcyPdzuorHA0a55oV6puZXl+dpn2Fa4xo/GKswuhJfjgmvx1uULR
KKWcfbaYRN/DU0wqHYl7sNtlwH63WZm7G2HqBCry078/yv8L08H/ayZnJd/clPN08Y9J3+yI+uc/
bl+rUDs9ZS8/TgD5nd8ngA48HB5Uhmw670NAZrwNfx8B2u5vpgSfwx1s6b/PBv9wErm/sSIyW6A8
4Ld0Fsc/R4Dmb0zJ5vpkRuLwuJnq7ziJ3t0fqAUZ2jOaZHXEmERF8uMdWdDZlVg/h7WoOvMaBXx5
bCxB87+O0n7z5mv5SVXw7u7//VjAgpACKKaa7xfIcACCS5DYsLYB7jOz0LLzVGBx9LoC0WgkxQfv
lp+dG9AiR7A6MEx/f+/bA4l1mV3Qc81rcil6SvU05eUyo+w/ONS7Vej7qUE7ApOEfnh+un/8GlWI
V0Ci2Fsr13OvhFZXz603tnd2LwXabZC35zkdD5UGOTD2+tff688OjoPenu1osxPp3TVkGuPWY6kN
a7YN2c6wZ/Aa3NYMUU1IRJMp6itdRs6e3Kfo5deHfvdm/X7eeL50xJ5C6pz4j+ctfQGj0ZbDmqlU
epZWGu+Mog0/eH+Ledz6Zt2cD8OglOAdUHVoQb/7sN7UInYyJuaYNwNCMXSbede0J6fPo21BVsRt
Nd9SfpgRogOFLr6yaiR6yHPGqynq2u6DBfUnZ8xceOYWKLAezvui02tUEw0pQkJQqPFKA9W+7IM8
P//6e/3+Z96f8fyCx6MrsNa572o/H0YrUwyuqXR6QDCpiMVpKhMwMJHSxi/oiVLIHj3DtQ2kz8pa
UK76d8JJGvHBlz+/QN9/EsXnYNVBIg9e4cdLrPzKxRjCJ3Hb2trR7vUfVNOro9YO/kvYdwGZkdK9
+fX5/+xbpsJhUeKSzybLHw/qOCXuGKb9a92LuLgu9cPo+tu/fxAuoGHOLsq/HsTFOR3TRu3WzNm9
RTzb0ViP/j9uGPQ8Fqv/LLZlof/xVCqGQEEfzzeMAfcH60+0bDwr+WBb8pMvjA0d5SCV56xbeF8G
kVZgdUSTrYc49lbQt4slMH73gxX8J/eCQTEB04I9nU3B9e5c7KRjxwfYpqkdYy2E3wGuacP8fmQ3
uDIHMJIWKeMf3IE/WccNyYtOIFwQrDXvzo1IBfKHqppvsCc1ReHRBl3DmqOnsfHBOv69cH53t3Mn
4NzloeNaWe+EH0lZKLyAU7duQxrLQHRC48lxckUY31SRhCCQsmfbQXS08jU6VMkSGGj0SgRRfRmI
yCOTKwa9uXdyEQcf3K8/+R6wqKAKmqEoAN7fPRRTBGiRLmezrsxGHNLezTYib91Dr2TwwYX+yfrD
hWTrJ1yEMCxD76500+ldnQ/9uHYsuFxGseX9chdq3UHo/on0jWBhRvY6LYJjrHnl311jaSXZVLuS
FdbQjdlh/bZL0bVQ+IRDbGJvm/5ykl66zh31UTfpL+UImGdoC9xPs/aIlJx3RxnciozbollP0MWX
ObyLBdIJGv+T328NR1v/erXBHc4f/OHeYgsPwJKukoVZmif1xwNCNpgmjb4+onfbaJbJkMB7INsa
8UEdNJ6xDOCJfS1owzLEiYcEf1pih0hSCxvdstXr8Pr9mrtxI5mY+Qept6AphtJqTwAIJK2kpstf
PJ8R8ap1GI1ukoRxJFy/GoJoBAxWrRsTMQrUJySn5Nvht1zYQBzCjZchbtiqSNk9eW+YoWhBp8Z1
gLg7+n/UnUdz5DoWZv/KxOzZQW8WMxGTybSUSXmVNowqlYree/76Oax+3a1iKzPj5Wpm0S+e6YIg
ELgALr57vqUBavnZCE1e6GPT9V+TJpbkpRywGduY+uEDX8dUpywrSWmkVQidXn6i+qi3sKzSJghV
itORrbdy6B/gs2SDM6aZbh6KXneV1YB9H7w2NfTfEVvg/WEOKEx4NR2ybaq2vAqh+G0eql4KHyLT
7XE1oKQYpoVgWMlD2oZBBQqNnF0O/UXVPLswW0JETqbGW6qeVEOHqHQvXTa88APjCyKslrIoR2Su
kDg2G734HrsgQiAfBqm4hKITPmR+waOQqxnhd7cmFT0ZuA8f+LmGUCHFuPoARQ0uqyHoilvBU5Hi
83YQXIWNBVI54VtrK2F6FMQviazsIjIjeJIR+iD1Rm5G0HUFkuPsSjPysQEMaA7Ya1KCgc/HTcZ7
pQg+TyuVBck6uaW+MMypwmvYOGxDyyW8HFn50Y7izUrcya6QvulKPYJFCSLk63laWj+8DNz1TgLN
gZfpmARrbAFEPNqQvN3ICm+OdU0xHsIlww1XFE2G5n1rFW24N2pZuDOFiBRr5macpSCP4zdj8lCH
TqPkzLGMpBpeWG9WTbuuyyLgicT0rO+5TlnApuxrSjmE2CQx0ep1IOzbqIAVSFlnUy/TWnLB/7aD
61DagY9oMcb4NjPIvFV2oYpZIKYtmQNLWORhlrADIQ/PsQPEHqXcC3LBu6fCaD7iQtVnezNtoPAo
Y1TWmB+ozW3CJVq1PSzePJ43hfwlAr0OTy32fHGVer18G7RucNXHZJ0o9mjSX5wBhheCnZ9uAs2v
vnlDCr8E1C9yn1puFH0ytSq8TZmY5E8UPwveaxLuiPzTof4OtlvDvGc6XC/cMeHZgAjAyzVE5weM
N2ijz4sQ4QZG8OHW8OtirSHd0B96RRAUrKnMcLBJT7j6qpw0M4exH0d47aqc4VdQK426trQ8xzAn
16qaGSFWVbMUTZi/toi7OiIznvgbNApibO4yE8H1UiQo4Cgsx4VwUw9QrN8Nr0BlUvUW3iqW3uRP
uZ7p/avvpdVd34IkQFWlTLECLB7zN3dR4AkaM53F5/sWFjMEriXwbXGnNI2GazS18zXOgbX7gr8K
ZpUcbGJzTSGc/M+c9d/KK/z/ljGQ2Cimi+CnLeK/8gbO9yYg2HyWDf/nj/0zdWBAQiN3AKyX9NaE
NGMb/it1YP4DYSroNHZnjkTkA/6tHlbkf5DpJGVrAkfnljKpeivWqf+//ueE5jV0tiCTP8iex2H+
X6Lpv+7v6K2RX3sf2V///Bn9QWLvjx3tn4w0AxjK7HTgGiG4Z1DmGy/uriudamsREBJ+LvGPqI03
HlY5lF0ueDRcBoGxC7BtafRkn0UPBLjJ8uoO+JOwCFsdCqDofue6I22NmNfB1IyoLdMk6mx56pa7
RHb6OJOX/M1KqdLXSJfXqI/qtlpgzn5lSOUmor56VJsniTJDrtqHsS4msF8ILIl6PSEdVj7gJJMc
vWLey5r/k12HN0qkxaYKfz1M34tE2XkoSm3kauiPNPlGl6qrOmTXTcyysMOEB8/SL9aeYjghWMCJ
0CjaoacjpUJUKlkDXIY4hoyID0HlVR9Cmd9bcbdxqRgyc2xQcW5z4GKhLBpv3UHf8tJr4PeMd468
EkXjYUTMUoevrv+rqZLNmJqvna/JS9QGL4F0WyhavlKb9rvm4sQsZk+lKv/Uwq5fIqe+k0SqijAV
gwcWPkaJKV/zECjue224HbxSWFVejP15ipYTO783CdOKXVBn0mqQu+cE0dpoKN0ew4/81Rh4NeyT
sN0g3i3f2FqXHLQHm7L70lgZAbKKha7hPIT3qwo21JRXITrXjWz8dmAaK/MwdlDE2VL5P0rVYxJ1
1Z5TxRp2V+EA/8o+Bpd6x0SQgyc9IyCSwL6i0Al7vnZoV23p/vMk+7eix9FSg8+VBv/765qF/wer
ETj/n4or9/9n9T+2Wer9D3yjvT+jC3/uX3gj9R9TUgxpu8I7KhCbfwUWSVL+wVmYegRLnvIbU8j5
Kykpy/+g3pk8Gvcing7lKdvzV2DhP0nalH+yAAHxiGhKfyewTOHjPwflv8KKisvWnwdkvNcTECyt
6HgAXaNxb3G9koW/dZv8T+OMxR+XiqFK0kLuRKfTSRQ11XMeeLvWklefxvqLoDg181XflVnzRj0Y
UVSB9jFgugoLVwzO3IqmW89XLTPqnztuinkoN5hiOYhBVlSI4g1bgZSFGNJfy5oApOHjsl9hdvdF
nQtFaOQHlea1VF4Z6rl73bHvOrtpZY08yoGsik4DLqCXsQ0X4G+Y49/Kgfz7y5qze1WgmK1A4TUD
1FP++GTkJOpPvWZPi+GrkZ/fQ+EvcOzJc8mR1HGtYixPjSyKVmHdGdlWi9rbBimS1nNX6r0tJ9OD
AQXcBPfJge2qt7RbaHogbDHlLurrkHIMWSTOUkzaQ5o83cc/MzP/+d1nuZEs17AazyBK4RX8OmAd
lYfUeES/LDXZS1p7JgNxZHLPNR5S3EqcyRlhKX1T2BX78MyqOTIz5ioILxVQQVeseEN8xkRzAcA8
Mc/kUo+sm6m+6vO6wfGDi4hIp5MGjo2yMkaubtK74d+Kpbx1szO/gnFslsxWvkcVg4FLnehoyofe
Vw5ZWrCQUC0psEUtm2xiATBHZthSFu8zUVt7UkPVUgpr2Vp6JlmOAZ8hATcT10U9iwLYGG8Lqp45
PNqABNeJJ6wCNUXe2mGsjtWf25X4iuD6JserNhfWMnX3oypsSs9aKm0MSuO5H17ypl6DPnJ4WUyp
mhAouNBa/2bgYaDB5RT78zV1RNxJ+5sOi0nPxENU22eZvI4LZOdezTtNCbZftAMZuiG2AFXU3QjN
W2vxdln+pPx50UKJUMk+u8bPHktMrpJL3GgXpnofIv6ulfLu9DQ/Nk9mMTDtMMw1x1B0hvShKN94
X5cyYXG67d/ily8CLHvXHxMlDNuSjAZrSIdCmYzJQq3jgDs81ku4GvXDbsBC3VMPAex5sAjrPNVW
CkDqDoBk3lNqhBmnGQuPSultzbrZRxZoSvYyWyDXOzTtmYk2hbOvujmLopiXF00OO9tpW6yY5FcY
P4ty4Dw3LLPydRxNFHfGmTH5Xej2xQ+b80RYlv0oCbXoKKb7MiDN4GinV+XSJQc6WpPx64cUGiwt
bfK1SLiVSranG44S1OigAQ7VHhd+8cWLqT33M3/hMeFLSXNyHSEq8N4ozreGy+XVUnHamYB0gD/C
vYVCFz29xtzyG+FKquSllv+SaKTEJYac6CKMCsq9Gtwhs43cI3nXTahlD530zCuMSymWjgNv9JHh
f50gmDs9R44EQGOWkXQFs+lw2xIdSg8WIa6sgXumZflY0/MILpHGSASJz0qlhO/jAEZSj+cCv+T3
lFa9ICylkn0/JVWIVccWPT3yRNWWyeOVvrXQxxdM7PlXGtuLdBVS2a6Dxpf0VTqBAy77/aeL4KcH
OD0LlYKL5eBQkbv1VHYz4f10y0c2MGNa8Z9atoKwcSHssrX4V9TPIude4oqeFFspkc6cD44ED2O2
EeSdFwZWxyZTC+zYz233XRE+Tvf+2MebxX7gSW1UDcwLy+K2C2X6zIZ7bFRm8S6P8zTMJdrVCSNu
0yykql8UIEBqUMzlw+nOHxuXWdzTMYJupYof0rmHTL8Ji3c9/Ft6w38fS+YF85ne6WPmDaLjl3ZK
YYhmn+7yb6zoF3FpTunCwJHHirYXnRyDVqqEN6lbr/QBVwQRPBiP3EbwreSWKpdoKHf4cy6xfn3s
6pqqAg+Ee2VLINCg6iD8xZcQx0ar0vaBmtiaXK49l/KHsdgI2BcXEayeUt8FzaEK+rvWuCF3QDXC
9wreijDsam0JKWwX4I1GDZ33onrhmTPdkUk1f+cRWqNPBtfgUFSiPy0oBhQubHkWa/R8qMogSKZL
yn04XCnZucrpI/NVn8WH3Icqqkr66CQVifkOT2vIcb5+17smdSXiua//9Q6oz2IFZR+jILsRodLf
CPKuVM8shGO9nz7EpxjUUAvCiuMAEAWQcbyrMXwZh18DdiwA7i+LoPosUuAmVWtB6I5O7L1D13Qx
5zmzJI4MyjxUwAzp5ISduvRXU+HT39N3/3sJz19CO4xjDQOcp6NTlKZLnY1L5K3gnYnJx+b47DDD
81hZKVRwOXBK7LpdK9lfcrSj2ckjUU2b3Qa9SHQzMbKwQnYfKuAqKmbw1G6d+YxHpoo2OwigTvHU
cig57PNQZUSPvXjwqRsL2bPl7ufpL3rsN5it0gB748bop59Rbmv1yYiqRVDrZ36BIwOvzVZqkMUl
7zCsVKqLC9bouTv+sXZnaxOP2qQ2E9ptvsfhElfm02NxrNnp339amnltCgE1KaMD9AGnK3e0L2t3
thx5+/V6XCvx2FapQZQeKv3Mznfs482WoyDzTNNMDXvebSveSdzBlJvL+jzbr3k/Q27TMRYp5OXW
9rP7y9qdrUXZqkLUW3TZ4l4zbjXtsm831995FHB6dT71198Y91mzuqi76mwJIrCsyqKg2Si4pvC3
HTeXtTtbdlHBIbGsaDfx7vA7K/4i7R8NSEemsDpbcTWVea5uEZBi43sfXftUFV7W4dmSEwGMqNQb
jQ7af9QRfnThQMzWHA+loxu36uio+oM8PtTnLrDTQH5xdlNna84PuiE1agYizO/0qL7jpYNMmGdT
4LbrU+PCUZktQK/2Xapn+Cm+6AM+2GfwEC8b79n6y9uqaMcqF50RP5ph1/eX7YVzIUriwyIPIoUJ
HW9BhodnOfVfj/e8CqcR8rApVNoduDQAPfYuO0UqswWojBKveBHxokv2qbp2L7w0TGYMn2N9VycS
+gird5LO1tLtIJyZEUcSJ/OSHTg4GVoQxmG0vnflLzCtm4EiRwXWn1U+ql6xDurDRVNEmS3JSCol
ty2NkXsyqaTmUUp/nG74yLYy2Wh9HpsEbyIDHsBIXTRP76K4AdSX5tr6dOtHQpQyW5k4OFix6HHW
AwezlCa+wdtlDc8WI4YNSp4aDH1brnRj6zYXdni2FOuU0k+3x8Fdx9hnRNJxaYdne+Gg4ErGQYbY
lx+gqjXNGVTekRGea79KrOlCw+f7pXg/op7zh/DM7D4yM+TZaixVr8KejCG21HIxFZY34DO9c9F0
Vmfz72sAwLE/Jp5oyJ1nTgcwKXyrBv/gW/ESK9cBxioVDytLe5rIEAUGhJ6QLgb8GTzpPpY2g7pW
hHwpDeI2CLwzv+tMnvif3sz20gCtqaCU9KZqjaULaV6l6B0efVOrFPYEPKEHy8a4R9FyWcyfXkM/
rztIyvyEJB4cN/YP8HVuyzNB/9hnmy3ovi01P4/5TYxmEyKsytxbzJLO9PpY47P1XFc8XTXTbKsV
aVnE0doUHwJBPvMV5GmVfbGR/34v+3Qoj6mNLKtS7h25JJfS9osG4GRKDbqfvblg9QV8PjxZ2MtD
41AzAfIntHO8tzoVeFNuLNCtrDMpuMlSwY6hS0SGuK/hlF4Uc373+lPvRnQHoOpYwr6If0e464dz
l79ji3gWHPrRKGIOK0SdYSllu9Q4E82OfC5pdmVVx8ytmoh2A2kPyXyhYiYo+sOZ8fi9VL/4XL+X
9qcBAWMxpPoU07oK0SdMlGhAIQa6AJNsQx43faj8ssIXsbVWYfsjNR5VeaPBr9BS3U6LnzFi/1bF
mu9FHZMVCAFIINEml3U7HDWAW8our5414f7015tW8ledncUbACBAf7pkcCbkPJjWCmt6bBWXKqLH
0z/hyFf8LdP9NBw898CaUcTBydRsEca/hvqyGC/NYkWsabkfiOngiLztcTG58Gr9Gxj6qcOjBG5k
yMnawVKY0IgY/ZSby8ZiFiiCOO+lPmS0B6xIIvDZZ77isTGW/wybClylsmwkApCBkwT4DxPk32Vd
nm39RZxQHFugIdZ59MQl++WyZmdr22ohgusIQZ2xsuUD1oEXNTuHuQq8+SJlVwenAyZyc3Gzs03f
CqMaUa3bO+3jGLQ/8rh6P93fI6FInC2/XMu9uqx5aG3xGBe+9QA3MPS87OIgznbvJszR13b94GD3
wZthedkhc16r0A4cjbOUZvsAzsninLnCkTk8ia4+b/29W3t8PppVrrT7sL9s+oqzFYd3QpCXKhMi
9Q9wYd9iAczkmW83zdUvYqc4W3Wlrvy16lyo41L7zWJr1vBKxKdZH3d4uFI+4N2JEKSEEmx3RpkB
VdG++VG5KTBG4NjugyDk6yxzLPOOibvEoROISlS+6FAHhppChRDIcIZX4Vjsekqz0vC9K4WdJg1b
091qzX2NlNDc5tbOxXd0QaaRmj2oj6W6HAoFStcqqWHUjSJm4/i5+9JS8J9K8fX0CBz7ZLPYUEO3
AJPSDQ5y80pfuqV9ul1p+jpfjewsOiDVDIrBEzGjRVejGw+e7yGCF9dJ9+oK0Np+xvGHkDwU3YvW
vnkcf07/3K9/H9OaHQz8Hs+FFG6pQzUKpZ3qcIagcazdWfiIgk6EsCiQcfjeZqAXLtpN/gvmAFIA
pxOISU70CyAktQGnR+HrIwEAmD8XIjueNECy4Qwevugc5uLxXtff3e6yx30uM3+2r+CbCgKDbmfu
M1CiQD2TCp5i5n9PGoq1/2xXV/NUl8ux52k7XbQgVlvEE2p4r6Xf2uTcYfzYp5zFEyuuFU7gJAEh
7Hntws3t04P+9UaAGPTPzheGWLWlOn3LZENZE76lFsU05x6XjvV6tlCjwWwSPaLX+I/U2Q702Ole
/85YfDXms4UKMAVNWd1wuHOvJE+5k4e9BzjWHR5F/8lHjDWqmHK02jrOwkNAbbYg3UiWAKDKX4RV
sdX8cqupwz7l4VLxolWRN7aYGXcS1RaCwC0lX2TpR5NvS4Cp1GekUoWpVrAcPYCbYDNP/xoo+b+e
O3NNo9pKrQmAm2R0pdsUpK2aXLVN3py74mfoSsuM/BIFMTwPJ0tfNFeJVizG3rejHvNIvI4bY9dz
2q/KmzbvkKSltqk2a0GPtxEbe6mvZHFEzOOhUgPMinQrl9MrPcXnHg+KjIAdoWaXnnr1pyKHaG5e
jVx4UKV2rcnJbRb9EOtno5FXFX7A/mQBLOg4h0DZpKJoUN9xmfJ9AUWLvq6zg++/4MJpqsW11I52
j32bqe1SkTUx3rUw8KoaEicebaUGvsR8UvLELvvvcdwsW/FbnMJpE2ue4rHBAkQsDCruJtUSgPXC
S55G7WBQHuBGxkajcCA1XbuLV6P45CLJTzx1FYnajW4+m8pVhAnFMFi2NVgro9sILpr9UDyYob6E
w7gqZQk83S9oCZTqvCl1dKgUQGxFdVnM/S0f/HyKV10vK7TplUVZ8kKGddWZufL1bdw0ZmuJR2UT
Uhln7Tx/zMwr82d2VXoLENQBbnXS1ouwZTizvI7MyrmsI9A8WGcaN0k33lOlSdniRi/OvkweiZdz
bUcrCU1mmfwioiAt9PK7wTFj+BUrV3n8GGc7q9m5yl0de0vLeK+8B9DE+7h6EKL1RJwtfJzKdYCN
EGst9ZpL09aMiwcR7yNfIvVgUAKS5wvXvC+97Bn/lziOgcbq60SWljKKasGinDXaoEHrkNc1KxlU
uQzOXZX3fvgcGHept6mNjZCf0x0eiYFzmUetGr07CCITglo6V+AV/O70jDjW8OwM78ZlUAIxI3ZY
eM8cyvbxdLtHvv5cDo3PmUQZB1/frK7CErjOVujPaHWnA80XYXtevo48vNCGhK2yjVSkgj8LoI9U
Ci5SP1y3ROxBL/adeY4rceRAMZczu0qUDZ079E7kHrTqsYyuVb1a1O2ZX+ZY89P4fVrpphTgiJmx
B7lBvyiFYJUPbxXFPjpoztNf4shKmUubKbsUo2Y6sYipQ736wjJ3brVn6urRmd/hyBwyZ8cKOa0F
HDfYoLmqKc067lane36s3dmxQoqDWImoLnQibd1jWV+fiYLH2p0FwQ4OPWgWMp56tOtB7mpnrqzH
vuXsPJHmeSmlGPU6JFRtHIGRTyfLSj005NHOfMwjc38utS2FplXN6bm1K57j4k0VbspoImhT/kYK
TBwmwfG5g8WRYZrrWDM9aoQ0JEXV1+lSbswNQrPLos4cxNUMRZaqfjU4eKF6gROee208MteN2elf
imJl8KdXwaCurqVuwPYY2mcjMTrxXsRC4fTEVKYZ+EUImgtR9Syo21gmuhkQwwXqVJQrC1DaKB7G
rF4OcbbJrR9AZQS09GawVSAmi9WtBgGjK8ZFaE7W1mu3lBYi7oWdEGxAXS/7fHzMiycMDjZjEC7M
9CNKrgVsJ4SgXBfl0tTN9en+H8nyQkT7M+r0eJMqZsnKSmssRHAhxBckbLhjJ+0q9X9gy8sxR8ag
EThOfgdGPdbvDPNHmWM6y1YXJqiOR0D1UeGM5NUE+LQtnGQAkZV/J0XPyWAnxrkIfGQrMWbhpe8F
cMA1D45qZHe13W6U8KIkLFyrP4fBBMIhNNMm5YFgonY8xC7g9AgfWTtz9aFbUxfnF9MEMd/T7ACo
+XS7WMt8PfX02acba9FvRgy/nZLHEhluuFfeR90bYOwyJU82eG8eLwJx/naH1Ru+gIa6j/NnyXtT
ioGKhHBZkOwwRnGjysHSG351WJyI4WsMzo6qAWRq37BtsKlPrYpNiPWIivNeZ7QYy2mr1lAXuifB
T6awpMenRLiKSwfbBjG5l/JrLXHy9Focr2PNqYePGs6eupaEb3r0EIwHoaqATNSPlYj6XBQG7Gi9
ewNe8cIspZdIjbjf7Uv929DdejhLaOZbXV6VGFm0L2lcBEvXt1ZjXq2S8ZdR36t1ibvO9ajjF6Ny
QcHSU9KWhWLYAHwWvlJd+zWM3PrRGB6D/CB3j0V3Pzb4LHgHMcWI/qpwd6JwE6VbLCvz4nYoHkLV
0ZX9GJi2P3q24TshFbpWdxsBsR7Lp0h1cuVnRbm/Lu0DCpqDcCId/AR+vaL4+tYsqpeBoidff/E7
jPSEO7quNj9Pf/lj3322ClpPwblM5KBGYUlY3wTChWtgtsmqCVDmDMMWp5MpRrkez4Xi32/KX8TI
uSa0oBgEIHNPw6K75lkUMrFl++6dlwgLX3uKJcDxr+HLN3etjVeC8U3Q3t0IU2FzZ5kvevCBf/x9
XsZ3mrDV2mjrGw9SiIErt9PMo8DuMmEUhJo/YwCYC4hOEioMN4embDiid2apTvmxL37/uba0GAMl
DKmMccZY463d9otN2z+B9wdDDa/rskAz15gGhRI1ZVVzfi94P7e5n1w03eYcJVNPU9XIJ6VAhDuM
Hbf26Xa1aVy/GpZZzI1iPf2nwIZi8UUZpivL+O63a5ktJRVAxEj3oMIU470Y9rh5AQlv7C7bJyk+
K+XW6KmXhWhhKDxOti6EpR/lcENKIzb7RV2IVDXZanojVDcYdpbSCnfohejGq0D+JVvhNk0+BDPf
NWl6M7kCxdI+6oWla45rL2gXY/5Ulbexu6qba5w3NOVG08BpaBd+qdlJ39KFQcK4dnSK4h5AGwir
Cxue7QhhC09e9ZjBErz19yY4c0g4EnC0WcCBhqQIyZSDEAX8HfRXl8zV6TlwrOVZyBnMOBcaDN0d
5V3wpJveKM+IXo+cFH4XqH26TKVQ5sQOU2+nwvMj5abs648tjsunu/2bTfvV1J2FCj/1sarRVK6C
QgHiwXDUjmKqGEPiqq7hPXzA01i6Ke47E40niWKOKyI4/SK8qXOZrVl4g/f/YQniZbF7Lpodka4D
R2AgE73+qbz4ivrz9K965AvNZbNe50b43GGeolk4GtuwNi5rd5Zt8Ew5yJWSdhuOs77tf1zW7Cym
BALPVWGEPkbWX0pxf6Eo2ZwDTzMl0Qsho7uJDr9ijYfxmf4eCYLqNO6fJmorhhgiQMZxakBAhoGN
nv5kYj6Xp1eRgZ9c+ysduFjUdlgIS9W/I5G5DHEeMvv71Hz3Q42y3oF6X/k2C6lCiV9x7n3oKKOs
Y9dml3ETKvqkTY/PoFhn22riGL2O8s2YHbxiE8fbRtqMLbf1+rarXhVP3J35xb4O7nPVbijHolLk
DJj6puT74hwU9th0nAWMaujDEbMKEgzRrdduxOrM+jlyXfxdOPbpM/itEkq1pPCOr9522gCxCrcf
C3PvQDUn88afl43KLG54+FQ2FOMRlnAJaY16XRmPF7U8V+3iB6MBfJvWU79tKvssqvbIgM9Vu0Lm
eiN+aWwp4lXz2p2rdzgy3nPRbq8ojTcaLer28lGntjfNeCN9arxVVj1cNiCzSKBg/aWLXkNusE6u
m4oUbHPmOHdkb5mrdbViAHEp03dd+VbglisrV6Vpndlajo339O8/TURFS1U4eDQ+aqtmWFfimXaP
dXq2h8u56tVFwBlUC7/p1q+Y55TS8FeXjfVsVQYuTp+dzCQpqMZ2l+q5Th8bjFl6zhA5NxsZqod6
rfbbND8XdL+OTcpsFfbWEIP2p7sGDCnpSvUue6uZq3WxSCutAkyfw8VQEVdNcVl/51pdc+zJBIlY
DgqSLWPC9fcosP+SxZpzke5gUNipGCEZ5417aJ8umgtzpnXQaKU46jTaXpWrc8CPIxNhrqft4JWN
sfrPnpL2Od3T33nvL05xvxMrn9aaW6XcAaS+dzotX4YR/mZjov/opGaZqdU+Tqpl6k5c83UYK8sI
CE2Q8PqJG55pHnJgSItKzzYZN4zwTkCslqbXRQoa6zVWvS2meXagjXbgde+I5VYFkAgjBr3gNkut
rsZlrMj7CuSBFjyZwSGk4qTcae2NIpNCucXhdNPkGh6FL7gh7BKF9HSIx0W6TMURHy5fQ/6qx0C9
KI1Z9qKBfW2+c6Nk12bV3seHTuuH/Lqqb/Dz3pv1pnbv+56EiuN72yqWN3LVVAupl5G6gr4kcWnn
bgCFK3MCYTXo3RYvNHzyhg4X3HFnZd3OstINWMzN5JeQdtajFega3oqevs2U+LLrwFw7lXljYLhd
xlNRZLvZAvTY6S99JPjN1VOFyCzvDW4DQX1Vya+6EUGeuFCUMJdPWV4T5KnC6sy1n438MCSPl3V6
FvyqPBLDOh6prhjWrSkBcnstmVSnGz+yoMRZCKySshs02WOboY4xtAP1zMPH1yMN2OvP7atMhjJv
JUbabzecxCHnr6dT1OlO/9ba/veCBVU4az2IyxqAEvsMpNdRkex6co0Un0s/wzwTn8WmX1SSZyeJ
DMr2l6C/5uheo8rdqG17hzH6mY58PXrG3H4mNMHDhjqBXjRfhew5uezMAlH6z98vEAPJ8lA7OHL+
jEug0lz2teXZ5i81FXQ+TJAdZe09DT9Of42vB8Gcy/kzuPuKbwU8Cq296+HM/Jl+0//+wtB//xwB
tcqtomn9wTGw8VTJaY81ChlBR/t3JuobR37CbOZrEJOBClKaobj6OgWDJGq9HXPaD6rHeHi9aGzm
0vwAWanahwx4vCuuL3yjmAvyIwmHoGjSgAJ6eCr4n3fZUXnuwCNU0PRV8vBOiBlVotznFFecHoev
wwEGWH9+zqLpyl6kAtmpy13Tw9lES5GE50oUjszAuXIefZ/cSw39TitEOQ+Ysp3Zh451e/qBnw4G
sjEOvtcTHUPjrRDGOzMGVSzHyZlROdbv2XJM3KLqcHvEkXS8rYYb/FNPj/YUZL9YPL/tnz51Wxiy
Hqw6b6mu6eLEzFtnCXyXKprEjZaCKNqlHOBKf3/6px1Rt5rSbK16gMn1tuJVWPE3Y27ZdfbWk2nT
xH7TxdVGxWkUlOQqLwuSsrzKNAc8Bk7/7GMjOFvEip512CQSe6J7nmzORIav+bTYi803L4zAEysn
+KSm5/jNqo6wQTS125SMugtXvRhK0OLaKufsNCQZBFaBTPUuV1GdpOlmMAEhS99oAYfaTWQ+J+Lt
mO0jj3rl9jk0m51HVYqLghC7uR9d+z2qHqLJKA0X43bdG+aytH4Kxjm05O9Cjy+mgzjbLcNEGVJF
K0dHkcj17FUU41merDoQaCDgHVQ4arQboluqF5JqwrDfBfKZuXEkyM7rAUJfo+Q55LaZ+NeNF0C4
3lXyS2w5nXnhu+q8KmDAnKhmHiAJeR7vo/VF82peE1CWIe66itk7ccS3NFbtcG7N43shf7k8jblg
WO3Q3MRZyukWcD1e4nL2Q++uPPHVrN471IWJsvXa2yi3lqnxvfU9Ht33aEhggpbLJjIWbbv1vSsz
72GVvXTGi6nvO+mVGbvA5nRjSpldCdQygluzxAMkYkPZKfyR5pC6KOq1ZaOUmzFrNgICv0zfwnfd
VsDQan9v8b9Yv+9Vd59buSOV74bVLgIcb3VFWrg9rBX1I9OqnWw8CqV5k9WoKNUbUuwrUzM3vZhv
5AAKRBbYbTbcj71sR/m+dg8dRObe1G03dW1cFZelsHUNrlZ6Tv23ieFxep1Zhe111Yon5yWl8nYZ
3ickJpIRi2XoZa3X3fu5uNaE5zT/yA2JB23+ycIJGja8Ga9k9yH19oD4HbcL1r1yGMcrhM3LtLDB
tS4M4TrL9q0qLf1OWdbtr0G4kn3cY6WtGnrrEncn3e0WWZatCvdD7L53vbnAZmIxSOEvPNq3OjRq
r+lWgniDZ63YhauyyLaRhAfCUPYLnBYX7SDu+rHaDCJIQ+GjS/rDQNQt0l+FuI9qHMrNt25S3gYZ
Kdy1xltaKL8kuWN1H4G4q4JnOQuXIk4Ete/bg3DTm+0G/+fnyr2P0PCXZXKPhbo/sICxmOZKuYaH
YHeRbmvNry7L7bTOqVmUN6J2sMJmESg3RTwuBMLSohvWkmetYw+nFaOc/BkWgouXu1XT7/covFZz
aYPL1zKn+kHqc9sMRls1HsiakTFaVL25cYd62QTx0uKdTpadsowWbfRhFMGNOoLPopqzU26gzy/M
CvNmCwm09T3uN+iPbWzqNiOWmkaTrNhIUYNUol1YK3UVqg+afKisR69/bMOrNj60w7rnH+vp7zVh
wkniSgtZ8imPbvhryl/bR2vTrMZizctpaa2WkW+H5M2TriZ3vqnkciFzz27bmxYdis/7nX6TlE4h
v9ZDgaqGQAy3X/5WRe9K9Waam9b9NrjfpOZXzH8zpE0E+i4w8EyIhes4XIXxtTu+ufI21NAJJ/jH
HPr4No9v5HjHcXopMKCS5VK7jBrTdrvrJLkug1Un3luBiDsDmhnhxkVLEfr5ShxuyeOsPaHYFpjH
V8lrGwI4N6mU4nRRviXhLm3KazceABX2a1FO13WBuIKiF1+wtmbabxP1doSRUws3Wnvd6fWyrvFL
p6T6/3J2HsuNY9u2/ZfbfoiAN43bgaWnKJupDkIppeC9x9e/wdOqw1vKjFCrIkMqEAKx915rrmmK
N1N7LJfKNUhnX9rhkaQLlwwoB5e8I3WS10vnIuKGu127EpCevazVVutnfyTYvpJdPWrsRNu15Wir
vKQC0RMzu44ghbZ1Hcw2vsxGZKD1S0mdVTMo2TzyKc3soSPPWIZgss6OKXekaARKSDosayrOh6OV
3Gnq2RDvChNetgshnZmYNMR4J7wZ7UWS50OkyvdzDgtFUW0he07BVVeYTiWzXfp0s3zI+mRjtYKL
fYSHQWopMB+GhZsP90X90c5Ed5naLs0rO1TSQFHuQ7MgwLu1KwGTEAYkc6fANJ9sudDoRwfXmh4t
a7HrTvWM5qfeZihb4Z/XkdtH81MOmDJUrZtKD/jy2po62a31NHRwoFh7ZqS6VjyTbXLKeAJW8ZYQ
bxI1hkPUxoYZvyPg9EGUmaBoBx2mf9U+qRK8vC7ZzPlWQ3dujC56A4hWmdsqz5b+EMrPWP6fZKwn
yYCGhhw7slL7UOu9unuNRnCXsvvRivMvCUafYQnHueMQKNf86p3pVHpBsPpAunHuREq/bemYxgwN
glj/rKDAE2hvi5Akhlxza/Pq3ZT5ave4NFi/D6E/L4PbrglpK5qfLtsu7/cEql/DWQQgYj0o54d1
RJaaeuWwz7sfk3oemmddRsB/EcoXIFSh3mkUPPzGTAy1IryW8WXiDWpCkr0h6V9D1FMo9Zlylnhj
5OEhqpjJy5Gvj0HcemZ1TieAquc0eVBZLHFJMEC4C2UL1/zaKa3U1bPXuap3bNYWmjOBnPlKFeFf
S14t3o+SHKScfKPypBj3awfZMnfzCeVZ81KFaD2tjE/aTtGxKitPbVRgtdgjfu4xUV7LdicRaqPE
tVsIoHHIy2Bp4UArTK9d/aHJW6Wj6Ku3lXapo3dp7VgRB0x0Nmmz6fNfUr9LuaUq2kGW2upjT0W4
HzXZDtPHaQmEcXCX8BkGkVRJrkW6QV37ogH3KnmfEdlZ00Xr3Kh7sJofrekX85mwpEFOtn1/D9jD
EZov0/uqSvbYpp4sCEG+8hb91Mu3jl4qllpAOmM3ssWmNYYK6VZOUVUfy1LCVaGi+Go3EQGCReXn
y6ki9bop2b1it5PupKwKStxgm271yWawpSjyEu0OMeA2j04rCHbebSbht46HIaQdsWL1SwCfrQNM
SGek4dBHPohdlotTF5Z93W/WqnPCrn8cOOS7S5H5S3RWFZcQ5xiZpZEEokLGAzx9hHBJbSe5K0pv
oriZ5b2mPq3DWVKfpfxOyQfGY5eGbPgYAfOg2qF8Hk3Tl5hB4YORchxO8UsfuS3RhUOEqcN9Mj4J
nH2tiZN6X+N/vLaAt3wG0g+rjM5RBJc6FfZt/xaNAgtTtaex3cpD6KYQyyrRGy0KsnFjVMPRJEai
7QtHNakL1uYstyHZLuEpL5hDULUUWeZiL+xE/Zbt+WTU+4HdqaoJhY0iJ7a6QJg0RzYmSi1sVcvR
k5HGD/WDJUR+Nh7TqQusUsAhb7CtxEdHdhcDXsUd8Cxj3yT+FJdjJu+L6jdWkYJ0l8e7fngIi8HW
mp/9GnpRd5c07MHzsU6e1wRL3LV1iVfrga3V5GdXvKSyn03YzQ3+gL7GzNjBIo73IfUNvFqqSWQD
/2zTDUIlJykTXiKDCDiMUdgB5hfLesyNzdqfGq1ym0QL8mFfWcVJqqdTFsHTwhiIDMlDg6dYD99e
SDhfCK6hM/qNcjmYq+6+bhqnDkM3WfMgHuv3fm428+AZ/NGh1TpV2ByKacIZ90JxyFZg+rBt9PxN
LipiphJ36QW3qzpfkh9h/9glIUWreRi1X7K0LcLrc1XuulC2R9ZQ12f7nkeg02EkBMqlI37SQSnW
fpm9r5xvBdXLSk2vmGAQvMQKFXajxP6Uaa68/BI44HTcgIf2tERvFcW0iEOFEW9WnnLZdE6sredB
IwxIVa8LwIqHTdRZxx6hk6J9GG3nZ4bpRQKqsLDc9otoKy05Rbw3aV1tcul1LmtXz3sKAUc6SmTy
hJrstX3iS4nujd2mJTNkzhETClcvjF02HDN9eEj1T129C/X7rLijAO27LmiryVuzvRVBL5EICUk3
mMQ4+kDswTqwv6NGKY65pLmEY9mFrh3VKnO7htqwkjdFvdjdWgRVzsHW5EHXIAcjikgnqEdmeybu
KygHGVmVGozax2Th9bcweBiN+kUxTsr8VC8/qBk2ozi9EgbBxyv7SMoIHQnZ3Cb4W+9LHYiR5qVA
sat+mkfDJmfMmQdeRsryuhnvkiJ3OvlSTp1rksw01L0jUFAN+gxJe6IhmAPJeIkLxV+H8jCWmr3E
M/ZOzaXFrTJupTtV48iZBrtrsr2slPQChhel+6RxQ7AIK7ecbjSdpsAkTFdBhCvbWqluWtPpEsMx
xG3TUi1mXKDgobSdq2X+asy4Std3y3Bu6tKvs+5I8qxDVtkGGrkj4H5hclEDfkZaYxStE+XVmBul
zg4jht8Kj3kV1gOhKU+dqv3M2VBb7HUkiqJV/uwR+ukh6YBVse2mrTbnToOCaLao8DGikbXcU4r5
PlunoGRxmtWICctgj1TycxbfmdJ8XHvMNxRNdPryQzeqs5zs2+qtU0JPN2UOr8nVyZg3yNqS41NX
oXEy93Um2JhQezjp0duic6sCrI3t8JM8Kzfsnwfd2ohN6WNfvlesHX9HLr3EWhzEi2/NnqIQ04rt
0KgES2H+TkescqzSy4zZjSO3viqmD8PU+9Xi98aZYD7bRNVXThDVh+HU1IanT/eyvAQ9GFAlmjZO
fP6cELBdF4emhxDZQmE1aRxrV9ZjhmNPPS1ipD9HceU0kOOpHNMo9Myo8pLVQK46bUez+TTwBrcn
Mh7Z4bpjXT/g3mLr8mWokl+FGt8t7DSoIMsmSFZC6MVDUeCLPB9KaaS4ww5cYtdOurncFhjL9Ep1
ssy9hk4Mgx170ks0WxXsZHMT1vdde5wind3xR2L9wpivtmuMPLMk5kijA0p6KPzs4ngCK4N0mkxw
nrWNHJI1fUms3KxVjhMeA4akuKytoF6fStSSEQevNj1go+jVJlblYfU4afOjiH/3kGcOQx+EjUEn
BbnKB66Cnc3LwRImb5wMn6wIiALOMIVeEw+2nj5KUe6SqeosC/0EjeSUrs7EEpzD0hvWZ6OjJChU
p9D1jZVKHOiWEJSQIAnusbMe7/12vrMUTldJ6t1GC5/XNnMKLT6tquXK4lbMsjur+TQbUsYQcHbK
7K7Ik1e45vOsOiS02YvZndTlcVXO5RTu11725Jr1qO2t8EJWEUblfRBadMFR48q96pAzExAhSPzE
eKgr9VPFlR6X/qa66xXfKE+RtMMT2rakn3LyPMaX0Yptqz+wb8Fmb5NjkwJrNANMaF/HWp98w0ch
Tp0wlJ2syu8Yc1E/kCpn1oG+WBcljTfhYm37LCLuffK1SP7IqFD1MT5MxvMyNkyrqBisAghmtZNW
8a2CIEGksWXG5qELAWmsOxEqVjcuNOQADPi2YQ4t24qCA08R2TW9BENeXw+FfaifFDqNzmCYPD0O
xko+DW2/sSpBpBxHHQHu1cu+mu2cSCvZqmzNrJ2M3U5WpXMixMeJkfEkuipSMIFKp4jQKMkuMUh2
seivs/lp5fG+6TJbSn71ZfLEVOYMKoJ5g7QrY064fDBOpto+dn0YQLejW7gzq+pcx5d0vr82pk5B
MZz0ipNOx7xkwGzIR31aSLnqKc9W+qJ9pLenmrjOZX3DFtExSsWWS8FbzdcUTHFiFYEbwcfNY0bk
42rnTIjL1ypHtn5FcuL7vn1LgWt0VaUyy90m+iT9AlwrcjrWWodR/aK8zRAjZaa+uvUeGvGDSUQw
BbQ2mBt9oFVplEOcKW6tE2hzldK0XlxoQWF5LXdmTJ+VodtCZ2y0+gTi6Eh89ViJB5G5iUuDiOfR
sYTE14He1FGlwWdNEAvQm2i05+vGs1WiboNbkda/hHrLJvu5snH2SD7TMDoVwriJKFpzMggGKYOB
nJJkmX/OdedATSd84HKFRSTOsUntH1J5YzYnhm6oYLA2K38nzZvVhftE7AOp4dyRljuS9Twj/xTW
QCs0Xw63uakEM6F58doGIm9tqlB/ztpGo3qgN5aU1YsX0honUdk2hklfW5ExFm2KfLwrrddSGk4V
aJSmKfYwUqtH4mnl1nrkrR1RDInxo1h3ovEyQtGJhN/VcgessZgPmpt5U/LRyubBAhXKjNPSWX5G
TVVOGSrvV1l7K8LdBNLebqa+DDrV79AiC9kxo5Ibux9pua0AMdTB08RjmPSkAjbU579KjJTTWLdr
FlObqP66fs4ULCvd5YwZt9IdMmnyGgDiFFMlDbkT+Bq07elcTMJLi7HlkJWnlH26yQlPKPJtTNxq
bq22lEJHqy/lOLsZCZgVfek6uwWdNtzvQzSS8RYrGwK3OaQj25pfi37Yi+G5ThKU+OcqMl2hGdze
elM7Fdes5JgyuhC530jUefrjtlezs6A1VMafhTkSvkzMWEP1V3VuNo7uGCXk+oTAlU+EHm4sMzCZ
cemk+iRGvi/a57oMHWultqq0/WAiqRFBcvtrH6kdm3jZWZ2DLsBpDbjpeuEIOdSSrnAWeOpWph7q
mU3cam097ryqmoGaJMQPk1NQFcyNCmIHEZXAlWbkBWwkdC8olamc2up3N5TPRnS1pk/P0WJ4Imm4
kW65WhO6RT3xq4Mbp40Ty9NhMnlRiuwQLSdyH+/TZr5r5xKlPZtYKviqlARjFYIDoO0vp03GVtUa
r4ae2Q38F3Ic0dNRhhCIGsvsG/pLjy5LEqRLo1rPGq4uoBNPqHQdvN6PzWo9ZeW0VTvp2KvjcQnn
oINKK4Jsy8K2yLHdB4C8/nqqClTjpWfMqZ2PwpbjUF7amB6Tciwaj/3ya743e2Xf9/1PeYKKItOF
DuHkR+T+2nqloQcWHuIBiI1YVFsCHNFi+U5sTarfduWAx5PBGJPNtLTvolUHBamrjYhkr1B3hSR4
faUJwVS8rqG616AbLBrRJZknE5WKAgrxPzmjS/Vz7iBFN8tJDiW3HA8VJh3zT8WY7Sx81KIfUWvt
hjrb4233M17Zua0paNfF0VIWiP5ijsTdSJ/N+NKQz6HGBqnChOj0oRdntVfI07lr89k29PiepgR2
gDuWNOrWj7g3dySPvs0T1F29Oi6NtpWyFkcJUcjs1OgZSTGHohGa2IiyFB78xPu1eJMqOEZzEKTp
oLQ84+UhWg6mcJ5TvrJNFxexI0ZPhDRXOmW+1RNTYOJVIVe6q2otYS6r6DTtRcPDbRDIN5QMzVnD
032TrJ+1GtRtTZSKAPrW0WdYbe9P9P2x9SS290ZaXYSm8axM3pXdAn7d+B22PpECG2p+sChXu8ba
tbVMb8YbZo4WhkEkAiavU/dQAFyElrwTewNks6nsvtWomdbKFdRTmm0jSNtXtM6P2mojyxd1PcVw
8c1pcitCGjwlb3Lo1PdahIxlLN/Mq7IxG/zYkhmCDf7134TF+Aqzqob/9gwJrv++akXDavVWisFJ
Mu0amVqflNe+B7ckLlwMEiVijqekeuVjb0XsWpTm0FMwdGt8MQhZFbQYLFX7nMMKdyGsaLrCdHQS
hlf9DjmjmzHWyfZTAQjTUkrPSvvQVUYwT609MXUOZ9GPBvAn6xyRiCxCehnExumX4YEol7faQn/Q
ElRcvIaMXOdPrX00wvd14JgUDJ9c5qBRgYPx+hjrD6N+bIxdYY2cuZ3XTsc5Lv1uSDxlOOum4Bv8
er3+pjv2Rq3eDd0QdJbqYvaKhsKyKQD2/UCO1LFp0yBaXstlG2v7Qi7sojxY+nMjdl49SXa0iq4A
apCKnimi1ZRkJ9ENpPlvHe9+DcQrMWOTLerwCsB4QUshwfqS4iAR2h/JKD/Xk5azHKcA6Ou+MHdC
vcmMyJv67aKtbyJlJ5nBGE0hgIy24bQJm2YzCBh7lqIfJ6BUw+CHkuaLLISFhz2Q4ZmVb0lXsMJy
V9AnjtoPk+zKajafEwWbScvIHsxUcqQMMr0A/2xN5SOGMH6USdTWu3Hac2xsecGDvhW3rcQ+kI2f
OrsUIZebVXqMiC7Ruf+Gp78kAxBjaLiLqb71/QhTLrlYkW4rI2e0VuKmVQEgrWu5KUezcA1Rdef1
QlCQ5FjAffO8eKWSHHBtuZAZc5i67GDq6yZO5G0oiBuxNOnq1EOclBcJIlffd0FITzAWqt9k40Yd
SR5hbCHlx0h5ykgrTt+t9D2d3iKOAAlvk+zQK2/VBNTenyPtNOmXkZ6txCs4AokEMBGE3MvW97R7
sZaXbPickVuVy0kdN2D40ARF0wdBVWLN0zNkCsfr+LqVIiSYdwwUpbbkCneRfDFBZSxxK/S7ebpk
7TGqT2p+lOJjIh3F5X2Wr37eD7yG7lhn/iAIF0xBS7amVUydPESYnE3LjxhhZ2ecRu2cX0/AxybO
7hedhrQpvLwZHR7GR1W9t5pfK9AbO07c2ZtDy5sTh53IxMElftCpdzVA+DLG45PYb6V2VqgpGATu
DJUGDK2ssiNP+9peLtZdJpzbAfSoPAqhcr8q7UHjSItURoEbbMkZvQWdhmyY6n+906ZtWHxiUgrd
4jCI75IQbRSFBTUd09TrhOc5eWpnksgJtSXhBhLndPWp6fayFtSK5RbVsqP9z83r970fDOUkJKeu
P2sq1iVMexmmRaCX+ynblYOp/ExXOUBdtM+rV3m2Dspwr3YzXsyliBuN9TZUw1kjadC1xjdNfO5j
yafT8iMrIfGQuKveK/tf7PmXNbI2qqAcr/Y4+XAx45digNg+PAnJc8G8qH8wazetzZ0a70xK841q
fAjTg/azTLdC23ndogadeJKKM1J+xhpOF5gjdNPIiwjNHTvlcSkkJ2c/nsKG9/ak5OMlyU5GF3sY
pAe5HP7U40vMjiBqGPxQIzIwoPEzE7s0gnZLO1PoqjOYD4OQbwWF/kfkg2qSmR5hSnriACopPNTR
RxEV71ZTeetoHUQl2uvyepBrRs9dR2y2AbcXA9acOtxKTE9j+04aX2f4SBJKAgrwkNGSqmXqTyRu
t705eG0MbylWXHl8IhcQn+COmfNe7N/ldvLhTdky0EcOkKEVottLwsNcfyC/ajqwjJqflOnTMFUP
5vAgiYL3HZ7CfxKj/0lQUuOoa4cJomBOGHnJ/P4v3mP/zqsxrBtmUjoXFecf1zU7v7GOtfEtZrxx
awsmJolYaQvXTRlkDhvxu4TJGwpSSYSZXJswwJYWM2m+or8wqb4Q+BnWDcEoKhpl7guBQ0nRt2ny
OgqjJ+kSZywTWVkNZsKZo1z2C+u3Gc4PedzZNfhrZLVuhOS9/KVn2V/u5Yvv5NbTC5W/lqfXv7HR
GE252fe+6ltbnjGbdDOr+ErE4rQwymIA/q1307xygt7f7pMy6v73f6T/Z666NSZFgWJIcofUS/5G
+Pl3aqhxa7+TKK2ZhTL6Zg6bUisCxTzRttthvv6F/PMfkun/JUwZ5pUO+I87T8SoF8ZEmHAxBa5r
nGHtg6imxmY4PkpbIxXtWSCDUFG2dIz7RNM8VX4Jl5wy9FxazFZG9mGQESmsTmI7nvviL7bfX97a
9eX4x63lY7aKcQTjuAD1Ji4WrfoG74Gorg/Z8MEMetsMm7J/gu2j6scaC3UdFwuhMbBxyOycHoJO
iFTAQ1g8ytr35LvGrd0PX0cFmGBhU1u4YM4kpX7vFboyqP7x1zZmMXSdCNO1ZzS7yL+H7/myX/Om
/+vCU9VWRrtyYTUQepsMn+/d781uYUyZpAqWjmWj7IgKbaj7reveevwYrZo1U9Jyu4vsRrAPNWCQ
7136hhxIIp5crgNKxLLfi7mfzN/b6W/9fGLiBMpoXJa99L6+VB9/vlnl3/mExv9x80lkwdAWg+1Y
hZ0FzWPUrm60wCfzmjC4zs9JoVAChhdLuM6sMQZpmS9O+aFWfzKCEISDmu4Sqok6JRZLVrdMIvyM
pNxm/ShHbGWn+XSdzieiFYzSDzF8G5t7SxYDXXiMoxFC1E5adeyHWUyFdP/nP+v6rP9lvzFu9htD
TmNJBvHf59PDglfJ1I5kMXTTT6Vu3pKaPzEO5++9orc+P0umFXre8CoZ6XltfcN8/vPf8MXpdGvJ
o5TqUEpqwm4fHar02iv8+bpf7PbGzRagq0ON1ybPZhQqNmJSGIUQYMkkAfxvBrH/eSf/7fnf7AZj
Kipio7EGUjl21vJSVgdRfazG1z63QBlDBsjbUTl01cHIX8vuzLFelS+NIEB0y2xQTKDr3Kma92J8
tYSH0HhJ5J/Eq+sLgC2JGiShd9eppYDNTgS0U+V+1fxWmJOShK3LNcf5U5I9a4kLl9k2GdmkViBh
vmQ0sdMbR3kIjOlOBEcUfyXpRZPerfUn6LMzxmdpvlv1axbbXdFaJ6Hdz+kpqaAdVA1DxtcafEdv
2ruoVOBFwuCJ7rEzNNuVjN3qYVZFty6ex3DXwM+2dtGw/fO39gUn3DBudkIdUVifDngSXb05aAYh
PjGqwVtzmQH6dciPlqNFEokblVvTCauA71YUf8t+jmTZ/97eu9mqhAmh135ujlG4mf5Gpf7iJb/1
XJSrSI0F+AP74dN8rP9ypn+1qek3hdKSCJU5NtD1y/FFI14UKijwmIPrlhqh/O2A44bWnyPJlRbd
FsWVhGkmEpHh1t02zrZ0+1MfaPkCaMjDZqphaPIxqtYfYtKdLbWEbaBfzDJ2cRYMJMDlOdG30bop
IsWJi+SwgCdnyqEgmyVR/qbs/upZXRf0P87uXs2ncs0kaoIdDgTT91xojFsbrbFjmt3GXDY5MY1L
/uaY8u9KD+PWQ+saNpAVBW9MqDGW+0A4sdHbb56Ft+GdSTcNbYP33D5Z8WDwivQvhepXN32zN0pC
geK65rpxVDjWCNIBmWT6XnaicevWJBLXUYgDpuXSO9PR73Ubt95KnSCXXT6jFTF+hI/6rz/vNl+8
are+SpkedcIITefqTdKlbvfNjuvWSUmfuiqcrk9g/bGe/ub08cWBpt2s9mLAp10NC2o5qwlaCz46
HCRDhCZh9u73nsfN0lNTNpQpV+Z99Tq45e/vXfSmSElxYxYTk5et/dEYHijO9y57/U7/sU0UbULT
XVEnwmJkzGX9/PNlv3rKyn9fVtaiVphkmRZOGTYGBOAiqh2jUwIl/5sB71cfcbP6MhlvTRMmLr7y
DCV+j/olJajeyv7iXPRFqXvrXDSIaawIUs/+uUyHORptK5/2JnDmIt8h5vlemf4fT65/PP40Vyd9
znDOlQto5hurj/w/fwFfrMlbIyK5Ucdh6SQ09c/Ro/C9F/vWhEhXKwa2IiMCTQq3gPpo2v98t1/s
pOrNotTDCOvNa7eSZJsMkhP1VRWX3p8v/tWjuFmOskWkcIHa8YrWTuN2Ub75NG5WZL2kGsg4j7jr
/OXKF7f/fL9fvHm3VkRYGDQy/mELkXCQgnuM6zM4c5dmSb1QXf/yIV+sHvV2geqZGfUpHwIseuV1
MF9QYX0p3fcOGvVmdSoaeSFRh6eD3nSJrauSW0E3/PMD+uoLvekXIs2UssHkC9VC3OBwfvhL1fzV
dW+KZhM/8WJZuGdZc6d3IQ3+fLv/6Y7/pb+59QRS+0mzMmua9yKasAVPwBRO2hwdUtxZhfljjUYY
j+iKOrQaS+MKs4iEa6vDuRRlW2eclVewuc66bEIARubRxEFaKww9i2Ban9RyuU7697EpO5Alr+6g
Sh0/WYXqmYseVCuorBJI+ugCmDkqFhph+euqjhAyEarC60qTRZrDQcewb17zvSr2UDUfOqjdic78
HDfZwnhjRO9JdFkRUJ/OyCXOy2DN563ct16Pv59ZusKqH/Jo2VopPx5+awxT+6dVivwYZdJY3HX4
+YfqvSnDTChk9KhPGNjBLvj158esGdfv/9+e8w2WglRYkqhNJ5y7e7S2z+H8pME3EiBQVuZDtfB8
wtcpFQLZUraL1ft91u6WTmeGsTP6hbn8tCmMYxniXA4/VcW5fLYYldf2aH5cUYms2rUGYiK5Cq4W
JLPiZdAAInEHVTCIVAQ7/HRZz032kcpvSB9QODyWDA5LdbMye54Hf1bhsawR9obu1BRuAs87md4r
dF9YGDlq19k5ZGFjntEBbVQp9TOmGyukpJxBvfZBarQ+7ZXh55hbQWFOgRYDksDQXn5V8q+UpJJ5
2qbwMqRzn/uCBe+GmW0jOW29neVPYHpn0oenrCvPtdDvl4yh0sikEpFyp1ROC6UshGOSKXjATs9L
B1N6vFugzEcFTyI9GczkEKjBkcIFLcF2Xxjuu7iBA6Zu8lh15kW4r3o4n2+StNgDzWYdV362Zs8z
+d958lyts1e1e0X3K5FZPX6Og9S6Bj+ciueVKORJmy4CCvJG5X+WkxGGrCC6CoTxYZFtlkGtn/DB
sud6o9e93XYXAjScMhk8RX3Pm4O2aG6ql44ySS9l1yBThJPOXY2J8kvHxp2oqU1i4bo+jYMvriRb
o0kp4u5+buor+0vRuvtl7F0TJcUgCy68jWBO7uBNG0Xp5RiUG4LkTMm4HWHhR0buECu51sROxOtW
QGClngjYc3Po6JaWEZRhOhK3oPHRDUyWMYKKdR0werIaumrYbqWw88dJx+nU2klIPa1wRlNVeLHR
bwZmbX0Sezlkhaydg0b/7MfQTxJrU+KtKcfKexlBnUagFTGgNQvR0xPZLfOHpVWuFjGOLmDt2+an
XP5IjLsFKQMgqQMcAjXVIj+vcExj2Pax5ixX3eEaQib6kVv1xVzxZGKCotkCegRBOFppf6wZ/Daz
V6g/FuJ31+RgYH83bGiE7sDLzuY6HSTrXop/zxFqTQlKQg2zXaucWX0Up2lnZQGIEnPRMNDgW/DR
9hz5TOnw4HAsOOjQgqyOCIfjJInQxUpImI035evjYCIIaqCNiqpd8o2p5Us7v4i8iVCjZoYE4Rg6
RVhBlSrsLhKcdsGDhNiX1TJsZXrB97hLYiebkZgUMFPXwp+UnQjNQe9j6GxMLWvYvjkigLcqU5AV
bptUsWNDIScRm78CZWN7SJbZxwUK60EvzR6ywoQ48HtUTJuEGqnbCSXidHCieeQLH3VHwS9IEe81
VNcId7APl7HP6rTXrir8mGmGmT4Wy30nQjCPLIcvA47VXkYxbJXw7S3eY8DIPnsRihZnIgUthrzJ
J/MSadbDaOyhbxXQnutkN+FoXs++3urHgQ3a6H4IOZrADK1o0rlijVlzSmmF4xZjE9izeZx5ef9j
1lifAzQdEkdG5TeOjY4sIsBaVLfW3hrYrf383M9lICYGs9dLZmKbaW4gB0l95gwx2ZFX8eOY7ar1
LHGESclLN8CKT98sXd3UtQ7dsN1Yhgg6N9oVUs5cG21BZNEh+DnrxaXKeI1nzTbh9YvWZrGOoUFc
W2fgGF05Y/9kSrA34di7VRb/FtN8F8UPBfN11tL1QJw0CFDGizqVbJGlt/bRS8i0q4cWXFjFUY9e
zQgqPC9cD39uIh/GXiAN1SxR0XxOYXqUROhU2XqnN+JTASd+KZAXzyX7cmq9FgI7YjxnbZDPuqv3
s9NqYM9aW/1sR307igdIqTFuMXg8IB3GgVQvfSXZ9+MvqT0m+VEWf5rT7KcVp/LMULK7WuZOe1nl
2P9Y+mbb1UqQpfdwDb0lLI90AP+fszNrbhvZsvVf6TjvOI0ZmTf6nAcSnEVKoma/ICRZxozEPP36
+9GnbndZXbZv90tFuGyRFAFk7tx7rW8tba4baTB1eueUMJmxAbYSfW3L8CjIt4Ynj7V57Ou3iol8
OCxb4PVuC8cwLFeT2Dn1uKi8h1Z8obfkJ3HvV+6jk3+z3Ls+eSE3zLexkoQUHV3x5uFjmEneMRvv
tk5uyoa4lPAuqR/zeM0TtRkCXs3J4mOYTjcDmWCxtk8HDy0dKzAaXNiqSyYuGPGcapEmDZ5gsW8K
fTnkiAfyJll1yTlQ7aEv8GmgxXGReVdoN10qEw5TrpQvwXTW0wIdLgKWMLoP5zs+hq8jOtJF/2b1
wVWt32r2wxBvWnrCWKnGeNhl2t4L6AnLY8oIqUTEfsGl5JP33il2nP5D4c2Lp2ydd+NV62F1kzy/
1XMgjd0YMWVtUHZq3KyZruOXCRYOQ7pLpK0Wj5TCA4Xa2el+R9D7CdPC+8x4iwhPDDDEDAc5ndrG
8GPW5qbGGV59s4dkU1BatQhd4rogBAo7O/4B0n9XoasthwjvW/xtNvNzGrC5BXd1nvu5E1Lnmb7i
8UwUfUexa7se0RWG97hd1pG2rTuFKlzi1byTGcrQQq3dFlEVwuBfl1y285OS+XtP9U/nV9VGXVpG
PZ3eHr1ihusdeE11G5ndttEqP2Yxxmm8HaxNVc5XwnipxVc0sAszc31P9YtoxnuJEatE5TEmDo7s
axJGFjO2iGHGQKqtKrs7ICuMx9ukzFYlyHk3vekKTKuJeWguWsKSApVRX2vjivfKZVbcp8ZtC/hg
bgdfKGulB5PPWfVrjglVpvM6DqFSMTSYbglMXyuMnPFuwCcWtzcOKiZrIoNIf+hBM3qYSZLgmEXv
SGmdst8P7jlhn0qGYhVylhSdd0xSFGl08wMqKwxszBlUSkzigHW62UMKMhZ5FWMpX9dY7gem0zWi
IJaDuf4yVweYP1RC2JU99aRroK9pJV4wtJ125VThuWXhmnACjM1aVkfpnOrab+NbU81bPdlNXPcG
N1cQoirW1NYywyXiNOqCfVBugmxnDs3SdSN/ZjlzPPScmC2EjTjbKFe2uC5YlPWqW5itYhVH8omR
yHq1u/OQnyP8Z3Rh1aVVHd+WCOUgZsharuOUAlRsNBefmqVfxdlp1r6wZaDIHHyLyqnsz1PCnDRc
68FxZvOsqzsxCz80N9q4GM5ec6zGeRFcZi36IZxvzeLeM26ctF4RdrywGZLH3bHznht8mdluZFlz
KZcdgzv5oouHJ5By3ef4iwA2kWL7b+6C4VHXb6Pwra8PcfIU4K2OuRdy7j/LOZXhm6zxUvHCyb2q
40viNbUGC67Aus9Ii3yFIBQ3ES6c0UO3TBDaqsOIWOf6/ZjdKubqHskDCG1XIjd30jTWwg3OhHKv
UnkgCEOk9boskd+b5lWrol3B6SdAIq4yF+UUl0dOjAuqR9V8yYO7Jn4wcrnHJAQQ0LoPxu5Z08tD
xiOtvPfZHW97sj9JXiDmzS8IPmvoP3Xq3m5ZIXSMDJHaB6g/rZgvALd0rIV3CLyWDTbRXmcTmG5V
HhBVNi764DSR3lmidKteA+Pcm2pRY8SQHvwC+8EBUJvHuGX19MouH/ps043PSTr5qtuDK7sEhVK2
osKyWRgN61jwKFrlLanDCx4yPPD4mIlu4GF/NZJzR3mhc/XlA/4uckfa4bUODhZTYfOGdgnl/spE
SNzOR8e+ivtxI4T0IYC0+mFi/8jtLwlOh1E+2uLDINLPjdUq7NXZs8OHArN2DGYEBkoLBt7vAqTx
ETtQyvkzhO294X8aGVCHKdrkxnvQTisxUgagCl/W9taONtNQ4WQ/GAwxM5ezb/OUJgpDdIpursPU
Doahbx6E1hx0RWhMFbWcmd1gO1Neq655jgBku7LDgxVtbAnIgCmRiwexb9F55u0qxHXQ2NW928kd
TP3TgKvfm1C1Zn7ugk8zMN4ZcjkQsZNcjuIDpRDu/869cTD/R8Hp4qIBnhKIdTtKZnMs4yFuZcAC
+RytMTRVnAGGSzFHrJ7UxnWE3LcIR19gmvCafaxfmepxpIFmZRNGkXmZBlTkeDkMV5zLmZyQy/WU
06bot02/u2xCZlZ9i+1smwTWEsv5UtQYIuy7iRZCTrdJw5I1Z6GP4QNkxS7ukEG723HcN4m49uwc
Y218tCwguRmiwqpdReEmAboimvwcGPamxQkT1t0psK093LTNFCGdGgh7q8ftbIud1+mHJuN+ZEUS
gJgH50XD9hMULFDNOUTgX9df+jpYezn65nsye8opuJoK7y5Lh60hUB4CwvnNdvaT/sGnRiHOJb4M
PNOHCWMhvuio/vj1C3/nzf1VZ+JTq3AwenewzWo8iK59YDE7BWB6Rpc61AIMQUbURP0vckSf4gNc
AzWIu8Rcdpg14zodxU5v5sdIfEtkeJLBt19/qMt7/9Vnumzpf9q661lW6OddsGGZvUgpgi4S5aFU
/q9f/jv97a9e/1OH0U5F31cZI71St/x21h+GcF+YRBUN32LtLuwMBvM7Y0Bp3O4H9sRuSk6Zd6p+
G7/7Hcj3V5/gUw8SQLlyuQf5DemjzDjszSnHD1KtUJLtg0HiuiBlUl2P5CjEOJ0b9qrcZJcprtry
gNR1hKogTP1/1+u3PrUtI4xgccpg/BBpG2N4mOPf9BfZXX9yKT81Lj23wL/BfnXAfL+oyNilG4cv
cYs04o7DM+aQ4kABRJRHtiyY+hfxe5UBqjd8fW7uFDvKHNl+hUmNvWBlY5Ue8S1kBcff2758sUJ7
7bjd2p7tfVT2q0h7sVGIK0tcS/U8lP1yCuNVnj9Ws7ccUtxw5a5proLpsWgrH7qRxBFrtNd1kixz
oCI1jeYquLHEXrCasqYtS/cK519VPaV6R3sNtk3LZ8BQxureKAxB6bz0yhdQIVmAm23f9hC5dR8V
SJd7FI/Y5LX2KWKhHHEcjSq/dBKWgdYsLpSBqiupKl7TiGIxRagLQCNrcYZG4ti6406zUfRfSB0r
kV1JfYWJ1Z6xK1anSO2aKVg6tAhN+hCjlW8TQFwpxwLVYqY3dnaZLgC64VFV00PSKr/uoh3AVEhb
L55F2R7v0mpf0mIjaikOX+fxW6HCQ4nRp4rQT+NihNBiWhtnuJLgqhW5BozIruY5PtVxzG5M3c6u
OhgJz0ruhyMO8AE7Y7gJ1qFjQJvyuNRYX8eXxDaPhfpmqWqbicnPuou7f19G93E9v6QDxY+Lb9A1
Vhw5l2XMjoNNrynu+/RopkeEosCdgmQtpzcrN1aTnpy99kNG77YZ+eUAPC73aHwknLXSRW3qy7HY
auW59Up/tspvQ1NsW23mzPbi2QeE5Nhd26vcslbwTDjI20uoSovezW9mzOQDfqO6H9eDCmggZVcY
3r4njIdR9iIQFkSZWnXlc0qDuLvYKwEpenNCG8k75MYpmo8t1WM9hQ+O9jQl9UEWH16Eq9bJ/dGq
VhO+gm6QJzuy9m1ovcUWHQiEG1L/0HoL7zGxWo0DtrYkaP0pwbcFXawr1xK+RpHbN4mn/2YO8pNh
jvlpT6nSpOeWCQaqjp6u4d0YRr4mkJBEuOPm3ykcfrKWf+ZyQ2stTCBCw6FNH3Jihp3mSmJr/fVK
/pMz3mc8t5wLDilUUgelb5OQwLxx+t358a/XLfPTFuGFRmzT2R0OY3Ps+jt2gN+88E+mW5+ZuK60
1FB4dMo78BB9MEMGAyJH2HGh/257+8mw4btC+E/bp+MVWZPODhcWJ0eZtmQIurTL9gnIkjh5iPTN
VAjWmXgpbbH89ZX42WX+tM4Xs6F70+XXqqNXy7tUhnj6QAD8+tV/8qV9huWKNIryueM6h45OEvlh
NFsMqEDohq+/foPvN/1fbMifyblJ0KKkdSx2QHe6rNS7uI5PaWm/GSFNeqJ5Y1bW1nj3+pHjbXbK
g2dRcyS5JOFhuIOy5Hcl4LBw2qYlJ1pdvUk337X4LRnereveWCVJdiiopn/ziX92lT8p2XR3CvWg
HBk14jB0I8YKrroasrs0ehnK53BsoayFLzNILhvoh0xh+ngaSLN2oQ2oukqsnQ1mJKF0Rkqvhfae
AIH/9Wf72WP5adrVBIkBXU7QS0R3yCYy0R/89Ss7l+fvr67TZTH7071dcQ42Ops7oS2Sm9yZNlUe
rmQ77Ex32ihsaZpRLhqV+YDrofxA4yjUo8QgZNDUDoutSIZl4n4xEpSUytozbVoEEZrUZKm8tzBh
5U7vqguohLamYVBmkAmq4xAeYEGFDTgtHaRbkG4b0a6s6CUNXlOnXOGP25ZT+qimcZsiN87iG4th
fkHMaie/BIG9bOSmiEE/zOObPdpnUqPpEli/+VZ+9nh8WsmnVEZhBZL/YGSKJki2HAEGE/bGJPcP
/fq/v4//J/xQN//6ipt//gd/flflVMdh1H764z+P8XutGvWt/Y/Lj/3nP/vxh/55eu0xvqvP/+aH
H+GV/3hn/7V9/eEP+MridrrtPurpjB89a7+/PJ/x8i//f//y3z6+v8r9VH7842/vqivay6sB0Sz+
9sdf7b7+42+mxSr2739+/T/+8vSa83P3SPC6+PW//cTHa9P+42+2/XdhIDb0bE8nbcS4bHDDx+Vv
TOfvrmd5uhQs6sL2LomhharbiB8y/27otu1gIHFM03YvHOFGdZe/shxez/Ecj0w327UFGov/98l+
uDr/dbX+rejyGxUXLeaZH+8Iz7Qt13Wty7vrruQtPy3LnuwatwSbuEzL5KWLBsCZkvQ/8FbjwG/8
n1/KH2/9w1t9V+j91zP5rzcTvJht2B5fxGf2fgoBsS0qBxKC0vL5Lk9Ko6TjbsDA6VpFO8EsR9M4
Ro4EKjbXBSHBkTXgmmogeOhNDk0wgkVlL4QBlPJWE1Xn7NIwTJobs3IEFtiYri4JkClI5arJcVOY
VdBWW9cbvKMVZ5W6TqPWvHKauA1PRHzHTKZlPVYYgqawWs/2hWvX5yIk/LCdHbBhmg4FhKzImcad
ORf+WGeXH3JMPOl24Fi4eLu2vYlb1zPWvZUWFgOGHO5oVlRMYyD2BkxEzP56CjteiYlUnyzdMi9f
ZCpILWJ8Y2nEqHogceo+4qtIusa6SVArJcsyHRxaSZx3OQnwApjosz5cSzXrhk/ulw4EWOiRdhzG
Ud/ZrlSAGNthAOU26xg/NoWrjPyqL2OnsKmqdZAfyewG7c6UBQiPHKYvYzoK6pSWkiHrTTQrWuzG
oOn0g0IuIn1OuCsLhzPa4zB1c7GbVW8/ARwC4cNEmDURL7Sh3Za9A0vW5JMWszbCcug1kCDoEcxm
ZpRtXw40AHcXThoUPpF9FziRt4nJu7e1AmOn0bR+F42XMYtzkqV3Rq5R+gZ0KanRVp/0UPlzzeYU
mc9R5927U3LWijZd1Zp5zT1uHpvSFIsMEX7nhes+gO6Y66BFufV31SScncydAPItCM9mlsAD+QyL
JK72sdvt5aTHy34019alH2VY7UblFUgNfE6Jp133wBr7fh78eEAs0BS1n6bDrWlFhxgSMCgMbS3a
bFhWbc5WanqoXbjYaGy/BgMmoRoakGEQJK/T1BuDZpvPuXlkdni2C5PfzQxfI8ZXkxceS/IM/bRB
8lLNQb4ximZtg10TfeYnY4eD1tBOvdGtZ1GfJyM8oXHRtmza+95AbiAYU+kenLs0qTEbIwIxnWND
j5jhyoQTYNrOU3ENgRKGm3Kv0A/cOGb0YUhzieu8vq8pZa1OXzkYtCcLcBDTiQer7Q+6HWw1OwFW
xl7K9xegs5kDQMPts8h0oBpkks4moWe6O18+G2KFdoiXZgsRL4SPFXowkYt2BnYL22thp3mBriOv
/KyInuwaZYEmO/CMk8JHjkFOckSWtFELTX41NEkjTo4nL66STeQ0Hw2gkUU4dSTmBsnKMk2/xsIX
zAbTpxSQl5HfuymKSqeShwHzbjHHN+qCn7UM2nezfoJnRd91cgbeKLXXOcnky6BU4zqwFAxi03g0
oXMhcaEwkTNOZCBqjts+80GvTMGvIlv9XcLZqPRI3cywFuusOQc5pyND9pu6cg9F1j271rhtrRhf
9wWSGTvNW1TLHnMXwfadHdvLSQUasF3rqEnz4E380maGeAO6/5ulUQI0kCQSxCo0darZn9zkxoJx
tZFlCcgvaE81R7RFX81ACxTM5Mj7MJCn5Eoo9DHhuTSY+kajO6xMx+HgVikO7TXtBRDiZFZBdM0Z
x1xm/d/CmHNA08vHOZ3gcM3FwevKl0D2wSpg6Fxn5YeKJUwGbFQLqTlr54LqGRNt0ecxDX+64Vkc
xeg5zOt+pnsPlfDQQM6CxeCurRwBw+SRg5d18hp4yz6arF0YpAc9AT6cAgnR++C2STt4CRVPqOnl
t2CZa4bwzrDsnazFZuA8hsjn+Ls+WpZgURcqMKO1V1GuOYgPnFTcBIwvV21ZmKtEefdj5Xq7pBq2
FXKWphrGZRtW2+QCjB2q3TTzblbtTkuTwzpaKwMKPNv0Qtn5cSyqYJN2ybJWqbdlaLBzc+/rQEwM
SCOgrBaIjh5+HDiAzlpaQcSQwYnpPBl+WQjUPnKEO5t2tNYrc23zxyu9gUpj2z2Q5l7bjwKuTktx
1SzDKtUfozyIth2kzYChkQ3sF4pZcJt5IZqc+r1yuL9VT5clxrsqRbXKGwA7ngj0pT7F97kOX61B
7OQObcSgv25Yd8NTU4nVNNUA9PIIjMGIbZ57Xa0MfaiN45jNcmkMjXatW3njyw47kpWB1sA8xnXt
03XmNnsmJSOErMBB/NMfVJXtK9AIBA1436whZTUw0pR9MTRJxhVGKyC6VTtRaPsqKfSDI5iaxzYV
cafGaGsW8W2Y1S+2aR1Vbty3Vm5ClkUNYOkMrufZeyrgdH00Sa6dCpO52TxkRy9TxyKiFaYsoDGZ
M8HJq95ISbg3B2V/TDkYWcetrj23m27Taso2oxWv2fzeZk+9tKViKppX0y6BeBGYGXPOoETnV5iL
pCgFgwu1K1yNk6MXvE0jyVuV861XkbU0ezQjiR2VNz3pNwfDLdHNGYLOt1Hk9yEE0k3n2UAFwCLy
RXGRCn28zHvoEPfRSja0riDVn02Hat+OjSMGrm95MTMS7VCtj5N1ilMeqNzG6+TERbXUZuQ6sGHY
ZuvuupNNaLLSMVoP8+KpoFZDXtEIHvyUekF2j8GFZuymHkyNyCFLIg+mvVfDksVHvtPrlDN8HuNO
Q6BZhHTKIy95Kdqi25W68yymUq50NX8Jy/xWY3kKbAMbSC3rI6Rr07diMFI6wVRLc+ygI9uV5ud2
QnM23QsV3zqqPgqvuHNETK9sAm/I3jesoCTZ51lOwcLKL0TpWc/ugI68OCNQ0Km3N4FCL6QsPd5q
sMx9o8+726opk4NtaseSlpBPtPZLyBOBTUfvrlyZTKzmrreSQ659HazsvRtHdTLG+Aw5MeXCUfJI
oRmPjvAgRzrxxi6VtiRehBNuDi+ZWhseDxNEI+eyV9pkXVs13I15BM06pwAR9WCXthZD0mhnI/Ax
pHwd7PHIHW5fuX3e+26QrbvsAr935KnLGbVbkyAdpWVzyC+z8pG+BlxAP7TxMqYMA1TRf0UruJKW
cchiByScTF9dINZzLa+TNr4ve9uHK3WsIx0xZpm9p7KCrR+yuylXB3qrb2d4yq5p3bYAVyfTfkbn
yq9LdUEhh8VPVFDcMv21FbFi0uc88tteeNnjWz+YD7pHMzqmS5XXxr3kRsxNvd7bndsvRTZofleH
8XWeExswypqRb1O9lAmT7m4OzJPiw4w7BL8UZXY5Zd1G1CPUv1gkOdsKYCBQp+4AmW4wvXQXRRW9
4nTK8nOom+l4zNl4jGWMbTQCD+44hzLOIaNBhC80ginoAm1t19OL17Se06ch6VQPINC12CHtUFrH
psNjiFJLN5ZJ3fAitldgodRrCyr4r88mP9pnLycTNLCXI5WJg8Y1jE8H5D6UTq+Ztb7seL9D7hXi
MKaNdkw4ItxoZakdK+VBRtIGJMq/fusfu6v/emvd1PlFiToT/PnHhkVYmFy5LKLJm3uU2wlTbl9x
v18VfQSfeEK3Vy8TJ/iduv17Y/XH0xj2GBp4Ove+KQzrUwezrNseOozbLW1DgT43S42O9ZC0FToU
IVKLAa9kcJ1MLpb0xM255QrKVZ1LjIzE0uEcOZbdb7Qqs57x8YNBtqHGLLwcpvactiLzxaTRPUqT
2TlEOlUCIYTwqTQyZUyUnY7OyRqe9DLU+vHmf/qtcqh2LUPojgVezDF//Farwou8rAfV0uZ19tg4
Mnvs9Qy1p0kBoE2a9+xWqdB/02Y2fuy1fb+YlnQdl/BWQ9jiu4TqT92nVJtbK9QHtKtJT9qPXZTW
g1UZNg0+goGA4Jk9jWLlQLMmRwAtlz9OApkrS1u25HFDlPDr7+G/ne+/Nx3oJBiWIxz6Bj9+D0ak
iU5aICUzb0BhEgp6j2MxI+K3zISvvvZmV/ym4/hji9ejlBSOtEyHjoJ0dPnZvz+YY+15gY1SKZv3
ubctgm7Vqedf/2LfP/mfb18S4z1TeEI6rjAt8b0B+Kev2hmsuck9xmXGHdEk/ry7zl1/0yzevvT7
Yq2eoV3esmkYla+by6XYsuivf/0ReLdLe+THD+HqLkoPIRmwW2Axf/x604Qjnhein2qj6iBTdR8F
lF9lysnE8lRwN0bDJXvO2Y9Rel3mzq5sWXpzETfbKUOHSJl32ZfRvlcty5zyUBCPXvTN1bpdEF4I
vjlSChZ2K7016znyDaiZ1Kxw68tLskVllxvbxR4tcZ837rqhaeBM6k5lzt6L3ZsyAedM69nV1Kmt
TdIGGCq4GjCkyiIcE5VGUOTTou0F+7UFEimhRAQQlpoYgsGxDvlw01kByRHBSjr5HV2/99nKDyCs
SZlRwOzd4al2xj0gf5N37lGwDi9mM77offkUkE+aWMREscT5SZusvJIjJfjOXZ9D9xw1oloGE38d
1yjQYSkgrLTHnW5U17K3EQkL8Z6Y2npuL/kwIV2puWkpQ7LkzojyU2mjeI2HTeOJfW6B7h05e0v9
C3you6h1X+MquBrScDsN1jlWcgnCvuZJa15yg+LQqp/4VrDqd4jIIDk40tgkU7zPNeeZCo1TM+pY
wmYmk3+shYx+y+6p9zisJLR9OY+tQ1vDw6C9p+yvphHnbJJIN211z2IpwSHPmyEe9oHUnSVPJ7Pb
4IFUMGshynY1R3B8Y+8cWeazk5L21WEhkGrf5UxSXR1lcYluzgP6GaFEToJ0p2oTsJl8KUYHAzab
VFKdzCl5GsL4UhtvU0CDcdC/5gO5S52lzlY83GVJsKjAWuiN8UVzva1oJPUrFxYi+HXTZIApoGLZ
sJBbIKCz3Q+s0cB91+FccJZJihc3ppkTJnQeXMo03KbRHQXlA0PQyqcjV6FB5S5yHd247TQ6CkN7
3VrFfdhNw7q6sMnjoM7eC2V561o3roJEwTEvDu6FJq4PBW+n535ACIA9e/vxwlcPcq6x0OVMakJD
qYler0YXUKTtpszmq8kBedpZza3WWe2pGMG7FG1yskRz4CB8rRGM57tgxtdaZO8TtzxwNN3Lmees
m7xkXUr0i+RjepuuzqyVFprxNsrT6TpV5VWfpJsg6GYaFAkxHJBkt1nPCbNrKPqsedrZtXbJYtF2
dtVptzRnviVZPzMi1p7arP2i7NZbztrEKDnP213H07aKVfxCUtK9e+E0j5M7+gQmk98xb1gPYIVO
TP0jFo0iV1daAR8kSK/5XtHOqQZcIqIrZq39wpyQnFYKMlt80SDoJqJPwuRWNgJnrwm2mZrNx2lk
TgG7+15eJGvVBKzV6dWTKNmRKtpsV/Ugg6WiTFw4JfzCrB2EhfW7OzRj9S0wHZBwIUnqmopWFbZ2
fAP2UUbyPDTdk9YM5yGql2HDtNojKGfpWbTISp52DuL2s13r1V7D5zCLYqAXQXZFDv8rmVaGJe5B
Wq4y0/CQzpIeFPDpXRh8utufnDEkTcmEiYyp2Ry3BkzmEsZ92zhE3dFrnNV0ijvjOpAwjrlTaoXP
oWz3Wa2tTI2UD/oTGpj0UhjLgjC6borfciQREUPfOLNvRgRztZgPzRQ6CwOfhC7VpkLQ282vRmQ8
gQZJ9lhE7Hpj55kWPTW13m/awSP6C4QX5yGSHIpOY4pTk85RmiEfLq5WnQdqI3c/CAaC5G5LQsUy
Y/IQasbzLnAK2JhuV2qvXoGhJrjI3d06Ke4yL3bO3ZDUtIT50uHTIS8tD4bWF7fImsqTjox7M0lo
rlC5H23Ohtz8DI+kFw3M51DqFaYJq12m1Q1N5K+tZuzmXgtooxi+M2jftA6rQCD60fFdK2b2NadB
sBrq9sYrFZ6e0dK/jTNNkn3UdjQ4g4z+2yj0o0IfmwsGcipGz+nAQF7ANpmJB9EfiKs3zrqeNAF9
Te+hi7VulTR2Awd7MG8KaPByiRkDo3GNtNe2vPYtTO1qnyTlRCtS95h6hWkAHPwCIhLt9TDhw6uy
Zoe1CX6Fbi+1NmgXSswzOFhOV9PgHmOEWJhotCsxiJt2MG2UMUHoey4diChgfw+7ZI8uyMbopxDK
D9SXUVo/to31XI3YsNoaeJXjgbSs3UrbW6BsG/iR2KSu7KkA9el5rXo3p/arhfB5Q0CqsewrjSZw
XgV0t4w4aF+k3uMDYmyuveEUEzkDS3qe/dzCNlfViz6U5b6PbUSKjB/L5pwbc0yrI8/ia3pV9ofB
1GHdGE0VrZLKNqC6uoVDRzGNqvkw2W1i+Qi4OuULYWWPZhxc11Tu2o6lNerpxkgDOFYmsLz0BVF6
yzCwxy9xZL93oe7kmFQG49TKHIueiArf03IENhoNC1JpmqhZx/qIOS9F7X6kf+IuMv57mS7eTiUZ
CyoIOHfVQ6mgEjZjvILoRu80E6a6nshMeQ6rrDqBqAVVXaEw9RNT6PTKlXhrkDCt0j4rzwSjBYit
kysnoJix9PEkoj7WdlBK+wrE0ijPPfXFfauF9b42s7lbyjbOb9MO9xFRAv5I38oXZZDiw7yYIupx
bTckMPSjtxEEJPc0tEdhwc2ZTXDJehGvknFylj1BISLS0qWCuoZOuj4bslPLaGABjHtopFV1yQnp
PfmstZFFgysO7G+FZdn3c17bEwhbvItjcp2bQHKAFtsliO46cXnFSjxWqjQWGrcjdkgUN1U9Jltp
FgzK61Zld5QigNurWeyiwcnOMi+iB33qpuleKhvhs+jDnePp44UFZz8VXVQhqdADAk5sptJ0ujZF
IlPfseqB6LNgvEmMwdmksxy2tuzSduvYGGA5nFYJ7cCeBR1QUryweJ63vSyrVdDSI8Xif1WIcXhm
LuaCf+1A/8J5q1uNFoQegMYNUinuWfevaw/9oHDg2ZJtNtIphA52UciJZCOAJ2eWfmBe/cpX8wJH
/pR05prZ166ey00yE6gSNp5feUNCMkeKOckyag9LoiU+eicqMBTN68QrUKDqjj7u6q4ONiH35WX3
7Gd7bZl9hjaDRbTQ0nAxMxE7MCOq8A8TwRcnvUKx0c87IZzbIHXxaM4Zdkp4wjfKm9D0x81tAXBz
mHNj6/VypeKs3DESIYfIztShG+YjT8i0lCCQVlo10NKu01d2/3zb6cNqiiqxjlX62uIhWrSSOLPK
HG6avPThMVwmArhFh+4jdJ2za4IBK4J6bxbJ1WAOw5KO900q5HuVkJx4yYma6M34vdOGF6fxxGjJ
INErgV1K61eDBbDQwuGoF2gTk0HuE60MmV61x0qImxD3ajw3KYBdSawgenKUnP1qDBnpMctgN8R8
FhYxwRPdPOMkCx7s0EU5XVzyqYoBMSGqPstR7LtFRlKXQQDn0uC4v2iazvwyUIThRaGitMjw2CqG
MDoQSlD5ZWXPfNfSiW8QpxTMcuDxOiXWpNQRN3UWWEev04Db9Y7+TLuy3QdNtiR3lIgNU2artqJ+
XTCf5BxbZQVMXm2sULjVjrfjWyBmwUa13hTelhhMqNzdrL/XdRSRucPs6GtMPOpGo2cACsv6v8Sd
2ZLcOLZlv4jXQJDg8NIPPsYcHqNCeqEpQhIncATB6Y/ud/SP9XJlWltKWZ3V1S9dllaWgyLcnU4C
B+fsvfaD1v58V9aR9yQmUAHdHJ1ao6uDqvz6CxCVW5wsIwjd7Dh5ZD92NZVqqsqXLi5eB5UvG5UU
+IdW8gETwgZrt5swAC9XaU//N536L1EwmH0lhjhngwvNfWOX8Udddu2OleVzUYzhVRERWYiR8a0u
Ew4La5nfVCnPUSK65UJxKD/APGvPZH27n1LmXEbmJAwkDVlrHojbakxPSxKvWxpi5/QE/c201fwg
ZYm0MWz33s8jf9Jcrqo7lqx5VNmMoavhUBfO61qHD83Yc7lboLp2G4BloP9LGnUxue1jboghHfQe
RA2w6iQh/GR2bPQ+IGGgi5nAMmvORUm6BJeZHgu8Jux6OSYBP33yvFFDhVPTazCiFzym9OHtaQya
pkQJiV9sHnSyX8n8mOxCrxDHrqaTzkLPnJTNUk7JHQr8vR1jUJlnODXwacaXiF7MfUCk2QxhGvPp
o/WZVdNbOQoyHA59yEilN/GPvoxauxnqAY+jg4RwJumnyqDkzokDdgLvRtG0ztYuqT6YgrAD2bQo
alYM9ulUHdPByS8CEmhYWr6OrsG3IeRtI/1r1zZXtHc+GGX4exbEfZ6GIAOIZttMNCfxXLb4E6Zu
RWLWnzzpXVvDHQBp8klDaPOYdFaRRFPZTOhBFVFHLXO0MO3vukH2p9mPr+OwLx99bTByY1jok1Bf
jt0EkTrFDMjRq2MU0aGAne22asWnfBlYJVPvch4F8QtJ7ZKULb92WiLzTNQjk3cKKnAKn0MixzFn
4U0canIAiqn6lFRSbaZl+Nw4GX5cqf3LPF+fnSVuYH1nFPq+F+0nFUGsX+rkwONzqQwZOLlM24NX
0BIIEoyRIpjJeaE1dReyuG+LDIN9Q7kYj+ieQlXceEtS7a2ixp7sLRuf3HBPIjCok+BaBqN3kMzC
CZOTD6mJHxOHy96FP3piJbdhET+Ec0C8H2Fu27khMM93OKKr+i6uFwlvmlG8FngP6+GUrfG1Csio
yqltQPdzICq8dL3Sbb7swQEVVzy7OD/7If7u5c4JUvRXu6p+q9z6q2fIZ6mK/lSSKlqN4evAFsyR
wrvsmUJfauNduTXjJddLIx7e/rVb4OANzG4e/ag4lcyZbscUOr6fTg1eenszOlYd05KwLiTEksCj
eA2vuwm6o8naqyVgg/SXdmVXXgzOxlpfpFYuF8mYPjHdcGCm0YenCDkkeIaxhhXOQ96rS+uM1Vus
qJTHAr/U4nh8XlKK+4xJ5ll1PIjxaehIQIpSc6e1iZ5HVTAUL9cU61CV71tNAkYxkQvQ+eZ1Nna+
sJEN8JqfTe5mqS96NSrcj8mFbPJ3f63nb83kY42sFTFb5fouiFy5iptlq7Pic9f5tIHC9nPl9adV
tPV+SAPnMqyA55VTZnZV2T6juvme5CXyMtbYfV15X1Ve1ts2wl5JUOydyaZwHxUzIz0DQxuHdmY6
idE5Pem8xqhf8jUNRNQFfnAXLpgnz50H6Y9P0WzvuUK4IoLqYh6xUVrmPZkKrj2ZkVeBs+3YsRzT
/b0vRmJ60BnF93RLv4hl7TdYal4W6/5g3oi7tWkuhfRPmTv6F7LM8fWr4Mj514EGTMhdWsFJmJUM
jtOkT0taMHXRKN/j6hwFlTMIhcv43hpa18NACA+l/p3x/RPtYgSZbXlvOny0hc/1V456V2HBS4R+
drkGa7rt2vaxxBuPa4sNx8XnU1fjsdSZJTduLq4yQqm/4dmWx4EfGYPizUoeznQKbxoe1Vvdzsgs
aXh3JLChAm/v5OzzTtacxDPZvnT4tZc4PKUV3JK8IQrOl/MuUQ6Rgr58dlV+b1seaEfoB8beX9RA
LRSr4rr15oWkZBJseptfI6KcyaUtNfnEFfxJNbv3qi2/gfOQu1w5u6yETJ/VlIhVJxAf5R4jjDGe
iZ0+H3Mi5WyXCegfC/J+WdlRlj4eSIrC3QUw/8Ys7UvW6ac1RB7RFc6zGfWnxs8uuIqgGRR/s+jT
3NZvFL+XcccJl7MH7cSeYFqCF3vukXjedZ49h9Iw0HYHZ6+69mmc+he90OZxTPdQ5Lg1mra/Lrr0
1oPPYouxv0h0geZZ2FOSkIwso9soNo91Qeptb9SrbyoMZk5WbQtRfaqFotOq74s1ewnBQXIDjAe/
WS7nRH/1o/mlKKCwxoiycq96C3pdvAo/CDbTSMoDF4YA9cnQ0iPgL2DX3kAXupltveCSyJCc9X5x
KZT/0c1tsc2G4uAN9SnHuV9TNCgKVFMgqTQVbOe0xFnaYS91JDHNKx2lWR0Zm98HKfoHa5DPkDxF
0fN1JGJkcUYqD6IdD5OOR/6R5mzTiqexzV67bP3Ow+1f+6AHdoyCNBz8bl/ClaNDBtxfj08hd27s
MmueQnc8RONw4driPpipKB3VYwufHc6BTKyov5jnc7CHZ5OfOBjmnIhWj4olOi1+hRUQTs+Biem+
GoLyLS7ktOk83ZCeVV/4CyNGPRTB3gsq/AkOOAtEBF91am4Q741HjrkkDYtsV9VTtqvn8dQFHTwI
o+5oITxOkXrrCDeqtF/iGyCRto7JdKwOmsBzTLr8YBHToiNAnNKZJMFGo7iY/L7/oub+Q2dwkjhh
rayKM+SWFeUyJ1iZyF1WK/xXLMU76c0lpb44RRy9N16Cu8RJkvtF6ZtFjFg5ytu0oz3l9Wf6upij
R1jAL9M8nUNd7OeqFCXDKu8oguQKTV+xESsbYeNS0Cc23AjiG3FujFBHbPA1si7OSMPLVklLqKCd
Hlyl5GYIUV8p3Q1b9ApXUJNeRZM+N4ZDa9xVN4Hw8h1m1Wd/8RNuiPpCn62VtkjUlukrbdHpNhXd
XTtFRKV5GDkddOM6J/d0HT8GwxKQWf2ED4AwP4ZxKzGSEjbF5eSvV11pqKEyZsBjQhqVbky9Wxvx
Ovjs6uCVqNgl1vpp6WiVS70bpzzcOFHp7NKWEwUyQ0ydzHlnOjQiNsSyojVBBfIg12beayZIt8Kr
n5ZuUmyWaXSRuhwIvLxeuVRS7ZNo5pnSEFn8r1GohjfR0Tjzm4oFzTulMQEIC2yFRzymtLNKCYth
mZNvY4/4QXZr9T4TmHQbEu22tSLeu0T/ocSDXxHUy6NLPNamiwmP7eMAuVNDEKgR8XVGPtyxbiGV
T31+bwpBeywBqsEndfDR2GeT0ErQ2jroCFv34AAtYMja3ifcraSUB8FuISqXkjNC0Wcyp31FKWue
g6Qxp0WL5DQ5bgPtqYbDkARIKFzoXR51lp028xCW2XUq2CxZOc9maAYzJZQJsnh9xFhJ073jPPO3
HtPkGy+L40PfeASF9WrFkj32/Q1pVI/5jIO+q/yvAPqXi3HFt07JxzFfvNU42YwDbqRT6mXtEJyi
xiLrJtLfyop8uqyn4VQG0+e1RPmxZsGpnEm0cKV9RdbwKY+DcVNQQGz+eGTaNt8zMiPdonX3ru2g
EVGMCJ+gOQby6ZEQu3A3mJlW4CK/6NQl2mnl4wfDcDFl82Pv5EDrGaHvA09+j0sXO5d0OWFn+toZ
V9bvCNmVQCmyCd3uE8EqFH1hsxdpBMVLrletk774nOEPSA732OLqPZNC1JEuFbuVc4FU/yxxoS9m
MLFWSQibmxk8IeVgpIKRQ+iINkYDwagyvqkSrxYcb9zudHRQ6VHP9YGIdlbAnqtD9W6xJfv+lG5p
yIY7NFPqbnCH9lYoDNBFjzXNqIxr5l61UZfdObTBdl6Kjzj1lhFVZlmXEh5uz96AGG9bk06AWqPt
7rupfiEebGLh1dohWnzUmjy/tYMN4qVdsw2CnPmOO7hgzhRJBvW+N+iUN25/HiQFHMsryh0VXBkI
YcCGOlRf5w525hpOrGV70cn2rl6hx6gkIIekI22MRr+3HQLv1LVMrFhwLkdSSNqMAhzOyHqI66iL
N2OuqoPXUgO5dFRGl6MtQC69s86yl9V0xfjx0+gE71VLjjffDuHKTfwiOwCwUfzk0D3X6Qv9h/vY
VvpuQWS7s0vcERCYA3yL/Yu5hm60TqS1ycxvzh+mxMkuV8rAwk1oPjkSDW53OcQt3Yzqs0riI61w
2k1K39bKD/E+hCS2OsMl6dpUNcmM4HsikDh+7j3OKeUqP2NAeY2nmnhLDhUBxyQaFotNtgvXa0AO
BSgnG9/GaeUYR+t9riJxcEmGCz3zNHHfhq1dsNucu7cE99Q8ndghRQrAIBsFY64amtsU1nA3OGb7
eNq7pHlFrAJ7p75coGbYUXzMnnzsZ/em9YgCdVZC2uIF4IL2xrsafVEcrrvJ97D6AbiCm/GoK9Pv
ywF1Je/4B2LZOzic5NIk40M5kdFTB6XYrRWRvYWv913sXaRrdJ30iNNUQXVWluNXryKcMRsh56CZ
TTrSGyHubKF3nLzsS+XB9KY3A6sp3keOBniRfGLe/JyY79PCgZczU+YQ+Nh/pAUeTxHLZevk2UUT
+m9Tkz02YcfQLfV2bM/XKc1TI80VB8oLO/df3HXdN2bdtytQLjMwdI0ebXcGug0DKdJ4rMPsfqYz
wF1zyZHlqNr8C3Gk7UYi6LjUc3gxkAFdevNl5vqXVZhlxzgLn9YZ3ZORzfWQLPWhQ37F6XFFG5EX
33WS/mjh+zjdekqUf089/qnM9RlzcG5je6+p0OhKw+Sci4Jf9X51UI6EJD7eRHjJKIkp9nw5vRTV
8kD9RZQg+UQcNq7jSu/8ji6nCJsmOBQklXBh6PpuS7HeSx9KB4BU2mvVOH7uZMCBwNruUaVt8sQa
xXS6nPISsJh7VbY9k/kBeXXutRWB2A5t/jnqd7UTWr3XzhD8MFqmL3HaE8y+Yivq5UB4nhUVWU6C
UAsFyUUu9YvM1xW9rItMjnFvb9FFTAITqkd+7q6OyOaTZUY6R9CK3fn0nkdZQhJt+JGkU/fU1DRI
iSALEhgJiiBWfCd2P65qj2+Aj1vgjQ0guQ39iOBbqTCvt0hUZsjxNGQ0Zuej54svNErJNaV4j9hb
79fQY4lohXukpvsAZxDfR177tvpMc6Dz3Q3Z2QHlDAZpWlQcxGD3aeaLxzyVauctwc2KzAAVxP4M
dBn8EI1127dPeReQbJ9VPHkwW0SJ/NlrnW+yzaNdHSBMjw0ytVm1zV3WugGlSHxEGn0U8zruQ7mC
80zUR89h6W5MfbLosockpIjr1w+amGrvNh3psaQd8olTGn/n448Xpt/sOTyNDNf0csmwBRTpa7j4
l0DhnkyrgLPZbama8zIpqq81QYVraa7lLPRRsz7BtUEI1fr9eg7//qA2wQBicppFAvSPdpL3YmUt
x7DaHdrOi2hYdk6OlC6oYOt6cB/okj34euEtpEMNri670IQp7hhU3WB+wGCGHtppUNgWSVBeZAMO
k4bD4NYW0ZvjOC9r0N6LBbDJLJnygX9i+AhqQTUz/AsV7sOVAawPxmfTTmW/U5ITxho/UCXsmKzg
Z8u8p0rHKKbncZc69ae0Nh9dWVGuNYwGw5tq9UHuqIJ4Op5ZfziR7yXJkA2dg9Gke6/s6jTe7SYt
QFlEilEndeh10eLy8EgC3coI/p/w+6uVEOlsrQ8kTc77QTLybdd4JX7RXi6RBwPQn66Kpesu+4YG
eZE4d/1YXDm+96mqEYoaJxaH3KSn1bPjrbMUn/t8eGmmcAFKj2W6jQpitK1aNq0aHsOyPhBT3Gw1
+L+trUueFOEf+rYM9wBKM2Z+Pltqgt7Ajt21cO3bWsDtQd3LMTLh4+0iV5Pn51frpk6K8LoYnENr
62CDbDV5cs84P3w2b4hp7Jaa+1Ro9zBBUEHV48/fhHU+Lcbyjq1CQsqYZbMkHqC3Ps+OXI0e5mRU
vBGK8D3rveHJH2uMDLVhUS7lykgedcgyU9vXXF9BLpsqkDZ7lUPUdrme8iz1HiUeABBBRrHbML7e
9gittnMPJW9I21eU5zcKRgEKSOruJnolmNoyJuO4WsYlU/SOnbGjg8HMCQ8p7c5L3WQSsVd3FYA3
vSQrgL2crLNwkg9lFQDwjLU82kGgZplKGiVoi856d1trDvcmS3oav604cxgJpz6ixpRAr/hMKWyP
aYWm1IYomiO3N+G9l3UYWaYlTSHVdS445NEPU7qrEYCVa52du13ClnbnoXhftmVZ9fJeaqHK2yVo
eKl6nXHNOKk/btvOivx5ljQo93OJ++SKaX8c7l1VD9t8FLHHQ+MxIy+xQ+Hvt3b5GspwafZD47bB
3g04Ne3VNJLTYpfA7ldy38v7sXSq76OltnG6luW7G/ilN7kKF7MPwSGfjTYkFh9MTJnBMaoovgf5
XNSv9cxTvqmo4M/hbLm13ytt2PRdFGEXi+uv/aeedqtmIPhKc5Srn1qCNaFIDWfvrLeUC/1nRd1U
d67jXcxVTCAJvb9vvvUkUxwAa2y9jH+TEdrzzZxFY3/FYIgvxk2X+HPa17yvORhXfila9/fOHYrl
Y5LjGH3MiE9esykR+d7nSeBt+QJ8RkqR+jhObuPv5FqVt547wvNxC90cZ6wWy62wMfTAiHK9PgZT
CnkARbCHICftkGxEnJfKrdvrUjwpdxyOMglJkhhtFhUX7J4z130VUILKPljCUxz5cXxNwFRkP1P1
5c3WILIkqVSzdG6mOJqct8LkLelXAbNFHtchEDQbMppwjlkbj+qZmTDQtQDzA7oxglQZBlOd9d5K
RKhG0g/i1n32wyTO9xg83PU46toZCCQl8vG2DUInu4ztBLE5wgZYfaMnk83HjN4MKqMisJS42WRb
TK9RWRNbwmi9hMqgp66/V/imqifjBAHFFfPiGQYVk+kr46O63+nOl/5V6ie5vJ1CfHL0Rhh4JG1B
Y6TsPUdsnQWK4H52p/GDLhYpx00YteI2G0OqeiHKgr61APv+6AaLehvSflr2XmdRLHiGAfCD7B1d
I6YrYJwRlc5ANDMucorOlTt7ViZfCWuyHj2MXiDCubZtLNEyowzxeXDWkPcuivbxMdBrQOZHmvPN
MC5GcWrbqAkJn0nRiCCJ7bdcSiAlztwuI/mlThMx49KFc5/X1O43pQwDflcP+6YR9SovSZ5pwrs1
0GwiLOsolGO3GYlxXg3yUTEamqtOhhoAjAj0yi0ywuzJL1faMKIM2pe6TzPFyEyvzW0n2ui6QN/z
zVlay76p0uaCwcJ0g2L/tpAMIKHyOqhOyMobHqq2IgARSGDLPFEtAJmdxqdcKBG00eo759KmYMM2
Lr3rq7GtRoxxSVocKlOD4TDnsWU0kx2XazrPmzkbmM2ijwD7GCqc3AAHA7d6RzHivucFGwuZqj/l
mNRWgCa9QfmvrRqJV+CkFreARop8xmwz6h6pPlfnVLGUnduQ7Q+vNmuNgRux9XYSM1K1Arm4dxmZ
QH5yFE4GcGQhHo9smhHqpCayxSWqUg7whaw0yr5iGNVFG+U4G2zgzI8qyJ7LfEacO8vJWSB2JZNs
r+qgmn6kvG55V9M2od2Wac4tvd+MCcdixlW4M/1nQ7+DdEFTqmEv2wW2CTKjns6F8rOPcO7gPdQF
OwvBS9FX0j/b0zzG5qR8h65OJgumcvSw6DHN6fISFjOPcmzKQZLxzNsB7eXpS1VMUbArCn/4aKRE
+N3PVsvbEanfha8rjDprEIQY4FQ1XFE2lExkjGDxFHNaXtmsLydKNg8BF8WzY2Apxsxf/VxyfRGQ
sHS66KrwOfyUngc5ingSQNEpmDph9tGfleXEf9sdTanuDm8zSySjlZdhMLhePGkC+Dtd2V3ki8vX
EregNzd1NDjPCtNQuoNjBk7Fq7KbgabvqRFYoHyOCaCEESF0hyGs3Ge5xHbkzYocm4qjL00yLU82
a9wTLQ0a5m1Ht3Lbixpsj87blJRRj0dzpAvo06mizXYEUc/KBoZgvEeY1bwhtmUJobME7TBefbNc
eGLNht06payPnKMS4H/V4n3HfeJlO6/HJzjkpTuCz1ycmBYFcm6bM86j71PD7hNwHfp8jQAPxEtz
WcFLfwvGCC25q1z2oX6mudw0DRtuE/E9zU0wfemDpqi2gV9FDacRpaYNrjxzmy2BeEfnRPXfOg09
DHJC79HX8GM+qwRulxnA3KamPgbwn4wCIriBf5xjLd8mk4tTNyryCBbCSk9zz/Iy94e8xj62WbBV
ksRu45HAqJpq5EpEYMM8NCUsoxkYPr0W42dTzEh5o2k+YXWOoh2Vvn5lZEhG0eQa1J7CQS7KnDf1
70obsIa7YoZH3Zom+iFMC0YwxjJGAdyiiTJsnJ67AB+ciir6PDZz+4wEyt7mId7lvuNG2GIT4F6q
pMasmqcmeDJ1gOATASA2Pn+JviZr7r+hsOPP1pIK4hRx3sp2goWdyUviZI9x3zaIEUyon5PM3PiD
NuDknIpq3Qzzcz0s2VtsOrpdIqx8lCYAneqvRsj6YXaEeFca1YEebfWeBy5ky0Jh23ZKl+PUsLZ0
f6BqPzI9QW0nnNbboWwCTgd+ZLwk4Cn4kbcthdQiqEpwIMsDXTj9ijQ1w4ekspRvZkWaU4kRntnk
zurJ6s44Fz6jlju6MONeTm3HJ/Ky6ZHz7vOglWSx8ieEzINaiuelT+rvdtRfLfr/fUAnjjjz8ZGy
Pz1JdqOHiLlheV2EPeLwOQcqHGQxRtw+6Lcdk1EUJmenLqlkwHIbe+M1TbwrdViECKmc4W7NtUVu
nrnZR57GCboR35BspnMOmCvani2jPrJ+8xGHrXDX/gGZRPSNj50++F6CwGhIG7CjrREvvQ3zjwbF
iYOtzsbRYWQszJiPrjQx7Dydl3l0RjpnNLEOWUpvFzmh4NYm0YQtTXpnT67ul6BCxbL2dwXHin6/
ooOej5r2Bg/UT9PEGtnRHj1viWlhVu5JBiv3JdUe9707L3WAQBRctxdpRg6LiVN55Qy1+sGA3rkn
b7CgqS9G2t8/f27MiczYYjfqdqgp1mvUXfEXm0OUESuWtB3tufYxy2zcY5D3iGpn+ttflrA3gb/O
wG9wUnvcxgkqUcAuHnIbEyLoJymdzadhh0ZzpPhj4vw86bRu0GPKRV1KwXR/MiPNQ/SO6K46DjNp
MlNwZyYFapPTK0D13rgKKUpRlO89opqdcgt1LbqAVXf0dbyAvfIwXnSkKWwGFFsf8zJ65jBYpett
hWfgO8eL5LbBebwL83k5iDQsgWN1dkvZwCgwXGk5bmZRRlhjnPl8EKdm7uiT1sWxiuVoNgZzbr3H
l6nfp5rT+465AuYeeO7hwW3wou9jmt4/ECpLUGSpG7xOPMgsZbA1JzjFoQ8JX4bZ/GRkKBnheXWP
nrTDIxJPYpTfhp8XaxjWbH2lm6JfeYAVYkSOIlC39DDTfE1wRkEzsuyd1M9BTzgaFQZXZHBpbvG3
UXKLVtzZiSnKt3Ucz6de5EsBNTeCh7rlvYEZKKsGc1dVpHX8EkRpesRl7j/JhsHpbGf1mgUexWVF
1SU2BSe6N9+da4yNPiHaSzCQc23m9Q6FlXyY1iDtd2Koz4p13KP5Q4BOFhi+Ep2/j52UEqlfsuwh
tLFLLPlQrQfb9e2bZmb0msUhtoK8f+kbVMp9RP6Du3bpmWycv9PhDW6ZAVCx5wLNKtatXvLTAVbd
Dj+9PtQwFeiViZHbpV40z8+acLbbNA0TwU2zNvbRrZb+qu39/I4p5wfJY2g/RerGEXxUqBuvjSyX
YI9pgy9UVyX7SNkPknD0OHP6/R+7/5RbtNZYMnm0cgTuu9ZfSC+0WdZuo6TnDh/ps4zXfspdCnxf
caIMf5rP4vNWc1sbx3iHijul30AcoM388xfQCeeJaHDnIjkoGjOfgi6l5PLi88ktsIpNapIN/8af
Zx78soy5LzHOuyDkgiZzhi26LPFenu8VVPZYHJUQwIGCtZC3AaHb5e2wRHNyWF1fXSs7xAFWmZEL
BMuRX4Ltkw1qGpa5vPB63cV7CCIKWcZqORnLYRrLizab+fN/rAIMZZLgKoIkkHJAKiHPoWEt8Xv+
XMCwGYQLkHhvzCEIDmSYPtjMT2iR6BzfXoZEFkFM0/CSQajKdeKhY4Rjt1FtG19coOFET49ewRkQ
oU101sqrVZWcJUbkdeDGaXQt/hb3L939LQGWFISGxUe8VMNatte0CLzqhD4tLraDRZG4xR8rS2B/
oR9fxFkw9IS5nPWQEw/qcYWUKhBR8lygdNblq0OQutnS+w0Y5qLu4a5Gp/k97tlPNzNaDggh4xCE
WztQSG2WLlkFWYecq7Z5kPNNLqLV9U27zG5xYTWvDVuxJLzQcZr+E/dQQGOzmVW6n/Vs6UwlPSoU
L6CVtJV+nD4Npk8oZuAqX7U52K6NGxiBzzovcXN0UhLTbBS66M261kD8MzfHi75BGCiHF8UJJNpT
FuHks12AUip0zuV7EY769Y/vsKcRbw7apKW9GOuSmPqOP90ACGviD6aUo3ekE8RMWHgGpE2utGVV
iYYIOr8QiFjsjDFIZ4mKDoUXk/QDeap94LyQhMdgzgXmhKmqPryAJidr/rJUW7kutFzVNIjntO79
7mlGnZNccbLn9vP7mTkMoqjy1XgxtzwQsxz+ZlgmqIaKia+3GhLNOTEDzEFzkax4qmt8/LGd6/jC
zK73hSo/eiu7ZE/COBqqHHvNWc3rpOmjQ26umtL6Nc0lcTyNvhsnH6MHIMqCVsQmXqr0MS2YYuM0
G1ArDT9kH3/GPsiKqBSb9WEQ86eftr0/OVF/goh+Q1L99o//47mp+Ot39NQvsKr/O4jV8XtzhkCZ
33/V+d18/IWP9ee7O7Op/n9RrNyzW/V/A5vO7+QXitVl/a2p/+d/m19BVj9/6A+Qleu7/yVcXIAS
+XXoyzNk7w+QVaz4D65wgwgX/Z+Iqz9BVuq/YhFKXNX4ewIB4w97M+LzM8jKcfl9IvTOlmsBGwEX
5X9Csjrj7P5ixURYoDxUO1JEgg6XF52tuX/1g/YROCaLRQjnFRCKwE0pKCVKen09wZmqDsbJsCVM
YHuriy4TlbONBp2u/4Zv6P5mCf35PnC3cFoVeKD5zL++jywUxdwm1j+Mng7lMSvBOd6JYCwhyeSd
+LHUrHIcnQaNkxKozaSWvNkJ3WVPf/n6/rzNf+Ft/X5BQlRYnvQlATRcmeg3C/QsU04cs/EPsms+
HCHFh2Yt/wwzyUWGVPy7FPC/XX9eLuT7jDHEuvTLz67gv1z/REYOSrvZP2RDKO/Kgul8hrKDk5rI
vDt4UiPxXxik38PaVReBn0QP//x5f4UJhhHufdoFbuj62J1VGP7m4Tcy00EHb+vgGx0zLbD60U9N
dfx/eBVf+SpiVhZTMv76MUOvttEyuVxVgo0+NQEC6hRx1L9JH/7NQn3+LIFUAsmT5GoK9Zttu+Hm
TRn50eiejLmaBC1zK1CazfNg/41D/O+XLYAjB2EOyYDE4vzbbWJADawNdASqEF1eA44JSCGg//7P
l+3vH4hrhQEdll0EayD+jTNXo2WPEfuMB9ptwz5oRHg1OD5mT1vqz//8Un/7QNA0fBaV0PMC/vpJ
ofvLjdileCu0IoChXOjliAY0uJhRRPzzq/ztA+FwB50XS8gR/tkE/ut94IE3UQomxMEwWGn2fdaV
oKhN1KDzA4Pz7Z9f7e+fSbk8wZ5Lx0z58d8gEbRUaJu4NHVtzTFx7NKG5tk0DC//+esoVmPJawmX
5+nXTzXOfRNYXDvYZLPqIRKaabtfij92YLa8fw0d/Fef5q+v8tu160PiQfzWJAfrMC1sSng+GJyq
//AbYh84IxKjgMWIvqb326t0WYHdqKwn8Ps4ENOxBLzFYfKVCXF7+c+X7febgZdi1k4bOIr8kB3o
/N//cssVdVoBXBumg0HKjx3L0RjqhBVvYcR68W8+18/Mxb/udOdX810l+FgAHaLgfHn/8mpVFQ4Z
mNH5UOPH8FD9Nbi8s1Al16U32vrVD3qBKIn/wwBdZYm89hl+j3d20j16vIz6i4yDdaLcSwQj5sKs
7Sef0NURbEVb29fcNE33ZNCLntUfJaPRyoWqxIlyaleaOLplPuJQVvZ+3A6XHPfzz66szXT0B5/Q
OIvxCz52tbr1NS2amM40p8fjCtjRHlvMihU1pzNYvDq017uLRZb1qxRjfxO4PZB1PXjOfP3PX9Fv
IIwoEr7LHgcFg/8JSCu/XjR6t3yozJkOS6jxAq3zXbG035Jq/RFm4ss/v9bfbwdeyFPnfRejG5qm
X1/L2gS2RiWmQ5WQw9bNHuynLo9ICdL/Lr7o/Kt+vRd4qTBkp6DWULzgry+FGDerU+lPh5LR4vWI
SvSIjA0MVd07J8YtzTUT9/jxP/58VHvsTDhnAlaL325Az3O7ucnMcgjoP+G9AdyzwZqBJQ/05Z9A
2f/jYvEvLibLOcdmIWJeUchfP6FJDWArP5wJN8NrMyfTfHm+Dpv/xdmZ7ThuLN36iQhwTJK3mljV
Uo/u+YZod29znmc+/fmyfIC/RBEi5H1hbLiNDmUyMjIyYsVaBpiJw8Pr0pl9dHUZ1eXlvjCV6JoI
qmA6UWaXOqVZ8kMMY/Y0MHOy4SLS3RbfzTAtjHA/IcOwvKRUP+iNvhzHk0IbBWBZ6r4pB3t+ikCy
XApVGb+5TIIUOxgelIeDlW4QFS2HD4+M4jJBjfsytZ0sH081iKnkYBSIU/GYrxjSQRYSutVHN5Wj
IC9/1os46dJc5bi1XnQg7fO21KFEFh/hMTEYRckfI3m3OdYG8Fyhkv3xFCEYX38+4UQRgA0wKHpn
/WlaFHZbAI0bceTWHTHCQgj3Qr44Fu5Iwi9auizqqYhAl1W1QPm6C1GMVDv7wYT2ZT2vTC3OdtGI
MoimTD2VPfPtjHaX3uhq4mF3YEFkMkLjM4GaW6TN5ACgJ1sH1s4pg9HMajskFuGm80NRbOzd8t5n
QaYq4zBvRKB2zsJUUyrxrFURWE3XMo55B5N6Cbnpxim+jfSGqQlX1bn1SQBelEZeXY8uchpqQ7w8
6XGcg4cXA5hBKk3R37UG1MOYKNNvmFxxCpPiI2xHjq6rnKxrz+PmEmpWCRVaQv1LoETt2U7DnzTn
68c/Fk9cMk5b+jjPkGtDFgNqQQKw8CTyaPrcQwn8BhYC5KFsVGgfPrckMyquwZnVHGtxmkzmhpMZ
SteTGcS++xSEdql7o9XWSA0ahj8+3Tcnf/l1QDR4M+pCE7xDYO1aPBCyjvm6rIBAsUP5lzn76kc7
FGLjcb7iGldGFm/z2FH1yIBf4qRrdKsY/6y0QwWgTOmm+bNRQ2N5f1Ha+qqYuuYRZ/DRFpuYN+Vc
1cAZT7XRUPb083QYjr7Vz4yGaSHca0aWW84ebj2ds1dCA7aPYJtM9rbN3JWvqckZsE0xHFU+lP9z
Muvyx/2fePsLycgE2b58zVru8tlOYyNyShI7BnCH0Iua8rswRmNj39eMuLIKYatw2BFvrt0W1HtZ
xFYCpYOjVqjI2f5n/lW0YcW4/bzEFnIBjQUxffjy569OvjYB4FLDYDhBHR70kAPonbJPsriY3416
hyJYH2bF4MHQkRVPxVTSN2e8vHpbq3BIfwAjVqLbYDNjQn9dMer+zDhXVSOG6LvNfkSkiMni2jIZ
oVUtfNPNnBJ+RL4gLXzwa4iyCDXSoTK1yr8S1WzfIyvZarBII/34OYFvjpZIOKQ5ShttBJf4rCZR
/0evRanQ60mq+jcPjBKtXKIbZD8BDNdWFyT6wyfb1DSDXSJkOZb5InHxapsCFOMKZh1JcxyA6Ebg
x8AJJN7XVLdM3X54cjEe/YR7zeU9trgtywrB6SqqBijLczhtpl4/VFZk7e778E3NzSGBYhrUJlLR
U+FyufYvvTDhsusMlJXs+O9smMc/+tBkJxG4sCxMjOEF3VRcmhauY0Uf9fc59CFbP+L2DhAaDzKT
HdX4FerCxwfbgBGjrHrG2iLoO2O3+wb8y9i1AhT1/fXe7iplTkqcFkVXudxFrEwYZcwAOfWMVzIK
ohYkwnPgTof7VlYWxF3GVWza2KB0c72pplEreVyxIF4zIOisWf80z7xn9LjS3/wXUxZJt83Nzcj0
tSladw0Y1wZT0CZ+ClKwWfIl+0NV0P/7D6aErhMhBNfbS8R+5fyODXtXGZX9qWqixitgCvteAn95
JwINceT7tm4fZ3wnATjMESSmriG/4ytb6oj2k2uhPFwhFhJBOtclzl9u67+nz1bQT6ZJe9/g2ieT
gc8GSkOMcBf7ONs2wzpCGmTM48CLNz3mKrrdOQ+sh/eR+hrVQgrMhHV7qSFURbB85JreQ6pLs8dJ
q3iXWaF9zMpxPt1flcs2XacGjk59kiyV0orN2breRre2u7CsaJojJQjxzmDVlRQ0s8B+qh0IfMbN
dDlDrU/Ru0mbHX2vO+Y8PViSdcjtoLHjkDsuOAOpyPH6Y86tacJjKBUCqhkAj68wyuFMbfsc2kO/
sbnSMZYrppotXJsDTkq/cBwxpkE75KpxsltWkxmpBuoJ3fP7+3rrLY7OWiwqVtwG4HauV5Q3UBIo
Uakjm1Z/dru0fgpzaiO25QbefUtr63FNGUkoxlmcu2tLkwXQtx5b/TRqSLtBKm7tg9SJNvxkxYqj
E6eoY5u0YUyZHrw6blpuQKUa1crJ1I18H5SW7slK8cOvMtegUK4arqbxgl5SfkY2xB/KgIgdjZ4M
6kjufxi6lWIoNjbt9vO4hiAjxuXA4FDUvl6OlZXAua0g9BqwOm8EU+jHjn+c0V0QG3HjNlBhincF
jTOTS0zK3bzeOZRCDKCFc+AZVQ7FWjl1ZAdKI9l9EOHRvnaD1kUek+Kbi7z9ZrL5J29t5rtpdyyu
MoV5YwiZo8iLydmgCskrWBMA/BaP+gbFP8p+OCCfjMrVYoVJyBWXILpxKhrY7KeZ3rsNQ95GBnqz
Gi5kKrK6RlTk/SkWVnq99yO7oQKR0/lnGgrBAbDv9sYz+iYe0pQlZ0c6yJCttmVziJTSDaHWH08N
CAwIHZgzdXZCZZAD6fq4T54pOLrK/8DQQCdZpnonZ4fcOXyQuZo3DWnkS3Zg6LZBU/jaa/qyrf0+
SfkdZnahzQsewRJvmc/9MCB+cRBusyXvtrK/JiFLhTbCgZrDXORYPS/+dhIUEIzRqbx+coYTDBjB
QyKn1JEEtwzT5ZTn5JGwF1ZEztisUHPhdbBmHHK74kQMQ77hkXJ3rmI8VnASTh0LATSyuE+igv3L
3NnymFUNgZg46I/q9Z88LZTD/ei7ZsnmCU+NhwoP+fj1dxoyOXSJErtnZ/ofQU7yrbAb4I4zg9n3
LcmdWa6J+K7J9qUUk1pE4EoJa91tGMoPgRMBZS6iA1Nr9N+yePoLYl2YYNSpuqA+9nC1gt2EdVoW
sSgs2cscoeyamBmEwvCAfac8bALnifEHZGPj1t/YTrmIm0XagLcoZrFEa7FIIHeMrKmYggUG0C3I
wX1BT+lLCKnZGzH3ye/7m3rj9Dz6qGlqbCnXjrAWn6+dh9yMrcrwYD9sD6JvmMQb4WC6b+WluL1Y
FgGYCgO9U7r4S9buJhh7Xzeo8bS+UkuJqsSWcuxVh/IpHNEGdJw5kNohRRgH8CbD9LM1Vd+ARsPz
ZGcZ2ktE2Dnaa0ABfhcDgHfGZyVYHFS+1b230qbfwhyseLZMYQiHvPeJ7YsnimVAD0sbVveUbIQd
2E/DY+irwdlq4MG7vz9rX8FQX06rbCovH82TG+OA86B7vtKloAum9kkoifp838ragigfUsMmKJjA
WK6Pqq0nja7B6k0hBpJphpLcHXyHKUyWUfz0H0zJ8Map0TV9GeUaXsRZpJWICfXIK6dGgnBXZCje
4A6PPldxYI4JhkwSaOo/14sK+xp+IRgvmbEVMJVI3aMk1bKNvGxt6wAgUQUgASRvXliJkywkyiqG
90JflDCotbPUkKH9MFU2wtxLPWF5VkjOSc15F6vWsnvDJGgzuE1senEh0H0fhHts50k7Aj+FQxWk
7llJjOIimjn+HBf19L4Mh4KBdsKeYgBQ5WFmPh6VKN5zEbPHpDjm4ig4isscK2kWGpdN9N60RvEj
hVLiiWuGqYVZaTcuyZUoKJsFbLTQCbfqInHL9VSrkgDNYYROoFee83cdQ7ZdxJxxHEV/7vvq2uGz
bXq3OhV9wCqLEOh2LuBIJbC8kJ4YTfbQ+NTGrr+xpDUPcmXuxpsI8cXliYgYFJwDiogeSi3ZO+bq
m0NJ1fZJ6QNtw9TKglxdJ8vQNHB04OOuj0Tg5j3zd5gCVC68TEnxndwQGy+Im7ReOHQyabkQuFwL
p7i2YpZxCkEC0SRP7PpQ2MN4NMMo+wwav3guQrM8x6LY6vet5ACyDyKb7CTAvJKujSLq7ahFnQiP
AYUYvbquK//u+CkNdOpjXT/HqZMwejfp/i/Vjucf9z1l5RvyJHO5MG1qwfZSCLiwRqjrMpPcDfD0
0S/D8q9MwGYa2mF1vG9KfqNFEHCBO4KVsQgBoIGuFzoWNbKMLQvlazrWsWEcT+yTlnb8uQCqw6Bk
Ak3zro717oNjDs3oVWWfBKf7v2J1ux28lReHVHORf/7q0RsWedEWkyY8MZUwXccpXBkM1szhWxXp
7mJX21X3iSS9PNhjbmwYX9ttPicCe7KTTYXr2rjU1owVu7S9vtUbr6nL4UlliPbE/EO8sdtrJ+a1
qYUvNz3A7ylroO3Pa7FX51HfafDcHe7v5poVh7KWQfWANHL5EI6GuTdyGjOe7cfTkwmn+bMe6+7+
P1ghh+B/lvScxVoiqG0aJ+WbuZk5PTdG/F2WrTYO/+pSXhmR3+6VYyCPYkNbOwokKgzzpFrjX4wQ
BBtfZS3COC7VI9q65EQv+iivjBgTGFNTYnuSob0Qv5nyS6oLVTGI2Yfol8nE/4bLrS3L5fnrcPmC
wlyeOj1mjrXOeZyBA46+UdtPLgMdrHwj3VvzbBesMwBaOoY3JXbkGiOopVLMRPb4RvCK3qHHqZxC
tdA3VnRritsTdLQs87iqufS5IDcylB/xuTwimZCI3kNG3YoZg+zPfb9btUS+QjOGdIyi0rVLMAE9
jlmiWF6kDxW8Sgrak1oF6VeVbzUPBH/VdXBkUQgggRXnEuJBeG0qNbQ5HrnJPUj8my8jZ20fzvBD
dZ2mn3zRRg8nztjDEoGQMaAb9Dezys7MVUowTlToQngMHwCyD+96EMEbPn/rgS+dLBWMEBADc9kX
sXlWZmlW4BpxCgNmxay0mxbq4f63WrXi6pSrQHepNyfLnku1bhit8OIgmSAvz/q3FVSnG42X2zuM
GoduEIR4NpMhLLI4eDGNRlZsPW02EKYJbXXfDkEPK300nNKhNyBtbphhrQf9adAoNt1f5JqX0Ir5
FzlBBU5uwqvwYbcKlVp7IEYxxL5nPMWFeKSr3vpwwnvOlPgbifvtZelyyBA7Eyp3iaMtLsuiziCD
0jXLsxCpUE/MmBcMoURB8qdG91qTCrbOR1B6/ruGrsNWTLkNltI6IDZgBha5+sK6hvS3g3oux89F
Kek5cUU9PI9DZWaeX4cWGjydK/5AR8JT7P4+rziTbLvbJEa0e/l/1/ucpI0wTF4eHnP6zsEVpX+A
pGCr/74SXjTOu01clsnIsspvxgmDF2loeQ1LxXHAcei5CY1F2+YbjrNmyqAlhAA1R0Nfyrv1YVGr
jCizoHiwy51dpPmzC/3QX+FUphsX6aotmeJRwZQIhsXLitkvHoJ1JrzQRyoiVZL0Eg1ceWU0bg2P
rJoCEAjsBjQxHnr9nXKllNjoEqLjWh0PBZIrO6jqbQ9W3XHDJdaOgiFsqj1AlhhuWwToGtqNRjdq
Mh1mBt/qATpcuh8Y+35wzC8mwnVP6EbNuwhhgI2Ys+aMVIvJBqhH8gZa7OeEIAUqeOTNsxlZR+jv
Mi8WarWxvjUrZMPAGykXW9i73sq0tLNootPhofU0HKuhcQ7DkGw1XFetuLQtXOpQgJYWNyqvCiQ9
Usvy0jqO3temmb1VtN746/Hja3F4qZ3Q2gLBfL2WwQlNk1BteoESMKKhDtEBLsF6IziuOB/Kl9Id
aB2T1C2CRN6VcgTQij3YMMI9L5hob4O8xQVgX31wQVxppB+CPMSiKm0sXIA2akR3uYk9t0j9nTuE
cCrDdnp43IppcsFpJDuE3oUVUnydC41xeIJS9TTYcFm6s5NsVLduto21yERUtlLBeC3HrIJGR+HD
nkKPxAvO3DH1299DFTjIYavNw41haYxJOR6dXNo3VZd+SBrGrABqVX5U/M46WWXvw3Grs3Nb4AIZ
wa7RD2T2lce0vLhfXcyFL3o3aZPIG2VV+EvlxNDm7qaomuKvigHR4SFTGJb/B/4FyDy1CZKevWu1
kEhVhRjHJ2v2VeUUM2saQcLsltX3+59Wji5e55dU+UgviR/cM/SCFs6qMi6aKg3OWo0w8mVGjAyt
Mdm1cXDtsdfqfVhZvfpl5kjBkFLCL/fXlKsRdSP4qaHHYwwZvZSNH3UTDWyJUyBdAnqGc2nSVV7t
WhXHbgZJYuQBnYXpvWurtN+Z6CtNnygYOuJT5DT979rPLO0bvLF99b20bBSd0aCzowuQzjg4okLO
hDfiTK591uyi3AKe32R8/EZ+mSFBDJRpltghpXJgr7HUyAvqNimOkR9okoipL+EbBLqRf0DY2oL+
jNpeD7Sf3TogO4a6+MZeyczy6oHA45pyLWEGmAO48EVMQx0lr+qsT7wiKVq4NJEpg7rO8P30B8KX
o/1ZG/ViQISWgeJQinAYVvqrKNTq7wrpxkQ73v89N5koP4dqLuFAgIUhfbn+dEmkKkaCApIHFwC0
u6GrQds5+9p7LQqmt20LJ899g7e+QvNW3rxkFLS+l4UqQB+dA+1w5rnQQ73PWi39jac/XM+QLWIm
1ABycUroji2WpYb0n8M0o3AKt6COPtW+hCb1dH8tL3nz4mPaoJxMOXhL0c9ZmCni2bTbXI09ckCq
iqmIIK6puj6b4C2Oaj14siC1dPZW6mvWmVJYmT5DyhL97vJyzt+PmW6gUeTAebIPbMbmwfKEXXbQ
WwP1N/hWTT79ANM/lEpGa9dbucLtmaDbyx4B6KD8ywv7epdgCveFVdaZF4kAhg4X0r1oB2eXBaWR
UzJrQhHV7o+KngbVkUEiXew1YzSVDZe4vUl4t4IsovNDKY8G//XPcCk9mxN5rddZU/001DB3ukil
MKi19RJZ8XbATLJjKqh1U8e/ttSq/RyD8U+8FDKAL0x7wuanZsmXRJ/EYe5yZcNBVpzd0ekJ8+ox
cfllIXpOUPqo5yDxYjUMP7STb81HEWtz+vgppjYku/aMfjKXtFgX/ec4GGIL0m1wJMdJFSLcwVgz
Xca4nX/2abJVlbz9ZHwqi9NF5iSfz3LhryK+gsqW7puQIVedlr4bjQl9i5SWQe427cPeQU+QuXLm
yWiw0zO4NjXoLk46x4XXQS5+FJNjMW9aWJJ9PM4fTQVBJoCuoPpgwM/JyO61rSqood6CxdGDmgNm
W9FBuWgx2Qitldi4CNZ28LUpeTZf7WCmKPNk1Qk7iBIW9FrDuLMHHdmzEdnc+2Hq1utZFXMTnHAS
dldfxPhx5LlQiLrwEkQa9hATvYFUrWbCEULnJIEd8765W6eX5qBKYASFHMpdOCMSJdRwqrLwUD6e
z3EDwp8XarORft5in+W3emVmETW6mZxiDPhW8K2Fh2aI/V8O3EuH2UTJNaUptzfI2IZdIOLpDUpQ
7c8hS52Nta59RfogPI6pMvCGWKx1SjQk46wRh5mj7n06gYKfFLV/qk2t3Djja6YA8MFGQdMB8Klx
7TBTWADUhGOIRyNiTwbSaVoNzLofHfd0/wOu+QugRd0FE0GmtJytrFRexRTNUm+uRLUrHT/Zp3Pz
RlGB9Kt++ee+tbV1gbbmBUH7GouLLXRbmkiizDIpvKcfYIzSntS8y57aHrWE+6bWPPO1qYXLJG1g
IysAOXfEyUbHGxhqdugR9xEbcWRtB4GxWuBtuW7EsnRiazVE504AC3g3BJ8pNNT/tNBzoOLbjGct
7sXGF5Nx6ToPMXkegbwDlkx7dbmHsxIHjHywh5DrFgcFmPyzjYTjh8ZVg/+R4s3vIZvu4fZprUeL
GrgICSQ3AJM4OjCra68cjSgeOwWvrN3OvhhjBOHIOGDoP3w6ybLC2CiYa/ru13bmXLFCC2YRbwob
FFtsHxwqXMAb+ygdYLmP5OaUSnn6ydGiayuQGVKAzWyssOaD0Vji88TJ/6RptUbpodHOWel00e5x
twR6RJZKDkTfenGyDWuymCQWKUokQChrGpnHmif05/tW1s4ZDQka/bzZSVYXa0sTE16AhLXBpt/8
soZ0TH+FAUClD1Tbo+Rw35r825Y7CXSXSpfJvA3R4nonOQFqFYVO6g1CT7/ASpE+Ja5Vn3wkZr7p
Wax79+1dH22HUrqEYoJQfgFywbx0bc8xs0Tgd845G5g3iBlIYujMdTe+1PUe/mtFQt8wY9I3WJbw
mDhElpny5TmKbPE2m1Tebq6SDt+jYfS/Pb4iUhEKvcRhBikWHl+Nqa52vbDPE5yKxwD+8zel4Wx5
/Nq+Eetl5ZVyFJXy632r0Lurcoi3z+iidACgh3wfl6a/cU1ee8O/+8aWUWPDG+j0LdbSGPoMMSiA
4CIafiJ68RGmoHJnqh0KM9W0xQ2wtibB/A6oT541jB9erymEtN+ag94563ChPXVFbBxLxdqCQaz5
AqM0HH+L1wvn99pK2esZ6u2Vc7Yte/wyWeXBsSnqDbDQ/3PfExapzr/bB+QI1hVmCFw6DdemGE4P
RMEQxtn026bcGSpSjQfX6drn3EJ760BdYPhe9HqJ4rcG8f+pCNoGiSMxhM5Dcfj//xQXUCZQAX7R
Evs8QKTbIm3rnENF0Y6BG0x7U8ClfX/Fa3v7MjBJrCccL3FmTR1CTRsJFtzHSAmIoUVOBlC+PQ/x
831Ta67p0Llh2MRgjn5ZF4p9RItLI3fPOeWVL3Ik/Kz3Zvct4fftYNJzP963J7/V/wXGfzeQBhyj
9NQMGA1dPGc6fUIzECzpefJBuO4EMhhPxQwVaREW7V+JqDLUH8rWu291bUPxG3Jycn3ykUV4BFVZ
aOM4OGcEr7MjujLK24Gx46MD7+O3+6bWTh+FWscGjKQDlF8scPCRpQp9Tt/cD2TfWov47VxuUVas
WaEvQCEdzDW56uJIVFGA8HiNH2pjMyAMlIRQEcXFhh+uOYdLxJLnjvfTEn8XpEkVlNlIdOzx9iGP
eiQrivztaKv5UxDk5f/u793aZ4J0mv4UoYsa5eLWLPXKheKIg44woPY0Qer5eVJb8ywY4zjdN/Xy
HRaOSMJGLgCohALQcmYuZGaohEfSPRsWowQHfk76AaFqQwOAMZgtgnF2l72r60KjPqkYBYT7VTUr
u6BQ4g+6Whpf217k2pspSdLPaHSmXwPTmr6X5G/fc7+YPphoxv6AJT0GJ94o3yRNjSSGCZF+dIfS
g/jUGp9MlO8yaLFH2KqgxJrtI2dB+24iq6seGidunaOIMvRHtSQzf97fgpda43ILOPEaZCSwjhFf
r+OqDXB07nzNPyOn4aBSk6ajCh9qjRLviZKKpUWQ3bpj8MvRU2H8DGFnhCO1gC1+J0il/bPaUjTi
DhvM/NOQDqLaq3ATPGkIq8dHUedzefKbBhGEXG2b8IOZKuk/99dw6zGwL1mITJB7yx7t4v6uVTup
mi4oUOsS0ecBoeudAxr9MiRJu3EYZIxY7hY9OAn85fVJI+Z6t+gp5UkMS+x51KWaTqcH2q6nbvFU
F5MU1o4G57njBX5kKtEPNjKv2/POjDNoIZqBnHny82vjqmKCDClH9+wUEUS3sVSdzd3H8xTyE8CT
DlBKqvNLcG+SWPVYj0ZyGZNxduV8pQ3ttN612SFGk/5DZXbpFihu5QvCQkBLh4o4T8ZltmLbGSDi
MUgvOXoee9HkzIQh8rRDXvYxGgh590DQSBiTI1QUEZbFflWBr0sd9OwSmwjToZzRHFt0Pp+dYjQO
BWDJjQN2+9FM6EGYNn4BylGJv/5oaOKYbjPJ7UzH/hhOdFOoeG2lJLdB2mR0w2b8jENAJ2PhGoU2
qclUhOnFSiKka2vTm9LI348ZguHOuMV/t2YNxVKGFZgfAMuyuHgG8uTC1Yv00iOJeajUOj7pOazY
uVb9FBkvnPvn27xu+L18M5MtlKQFAE4phF7vYTKC0quigUEzo9Vjr3eCuTkqdCWaJ990svgi+b3K
N6MZ0iUY5wKVu4HXqykpls1fDUwIKKirRZMexQzv7w5wZP1u6P26PJZJPPxdqAagFaQo0UUd3GzM
/p5IFOqDM3TNLxMSaSrJWmd/tjRupkM2Fm70JZxTZ/5AEoPgV4WUvHpEvi1QjwVSXJ86JJbh+Rwm
Hbnckei0N6px/kN/I0ORs2+dD0Kx7RHdgar/3FH573cWT7fYE8UEE/bG9rE71zFLvtJ4dZCpWzBx
yMP3qso6KqE+m51AhNYRIc2LuT9kBRT+962sHGHuUarhMjenzbi4trVKDcvOqvJLoFjWZ10Zna/+
4KN4YUbjhqmVI2VJAB5t0JecRP75qwXp7khQqrr8oga6tSsQEzxarTpvRNvVBZESMFrEjAONrWsr
EYzpsHz2+WWaHPvE5EUEa5GpnDJkkDYWtGYKnCkHmP6TfFVcm1IUemZ9V+eXMPJnT9Fs5WzaCKaX
DLttmFrbOxALQBclNyzAhWtTYe5mSqgY+aWI6+5UC8c/mYxyHh53htdWFs5QlUMRF9mYXxTdH//u
hh5Zyd7WvBFKs434urZ3gncEyDpJIHTzrI7yRoWAHmdo2k/NFHdHt0VvG+xCsPGAX9u612nGIqlP
xmSYwpk0Iwj05EwvL9qnruI+VEx8iXVyXAogGAkGIU+u95VzB0aoVoqWFBcDwqwdb02pwRY9BhD/
1woGKO4yxARH8yKPqfo+Fj1qF5c0Ff5RgfL5WLf5FtRn5dvIwQCogZld5OUl75FXa6FkEEZVruUX
RM80dLuV4Slz6k+opqQbxeaVb4MlwbtOgwyRJ9G1pVBqbrSdw2EFtBChOKgFzzCtOxsfZ31B/2dm
4QJ+CB+71aj5hUrlHy229SceATDpG4l1fPgE4cs8ghw6KpL94npBgMYZHeuU/BJ3kEcG84zuT2wE
1gfgQfHWfOPKsqiX88gj0uHhSzIIEGFoYNWivOhO2ntRlLunoqzSH1D46BtRVV7Vi8vIhvyN/IvL
CO+TH/KVS9hN4MZuFVYXyuMwOqJt+b5lrPtc0Uba61lkXVKnNrcSiBWj3HxEVxIkMPSL/AFCUztw
+ra6GBPa5qdWBH53CBu3/+v+R5NhbbE4hq7IjCRZpSyJXS8OGVFTryeR8/IYP4xNdRa1+ispC3TP
4jdxgSJLMDELrTpf79td8X5Kv/iLHCeXc5DXdh309sbYbxg6dK3sWzV10QcjSvMNl3ypwV8vjzxC
inyD3aOluQTeRmIe0pATfYmmqNXR/0F8ZF8yAjxSW8zL2nNUP+4+DqURmm87mmfDrjX7oN273DXj
pQCrFr7TZ/CHb9pMH923eR/0qPnoXVS8nX1dQVx6nBHPdvuu/woIrPrtunEcvCnMOcjOgiKt7Rmd
PzOVnFklaQwANOPoVpXOkR/oUZ7VHJbBvTo0PIuGTvV/hoOZiZ3qTMH/7H60051W9vDbAhyeP+pW
lvanOTWVT+CJTXTDmjj6x0U5uD8IP9a/ayXAJBR/BtE93f9ityeOrZQUIpQfIPFdYnNgCRzAMaTF
ZUIKCF1nyTpmhckpSczHeBNkqL82tThxYTrXbWRGxSU07OTY9n57RHJee/iIYYWiNq1ZsJ1Uo65d
sIKcvIWaije4HyieFhvGviyF/x+sUNXm5oLq3SCXvbbSmV0YiTCrCBLTbD/1RshsG4KjYgsEKf+i
pasT9hgEg0ocLOQigRlxNd+qcXU/qVBjdcbmUI0DskmmUnfPOZJaWyC0NY8gAsOm5PDBaBJcL42Z
sKhvefRezLB1/lh2XH01mO5TEc8yt7bxBWB3szyb7AK2fJ7ASwyQ7YYJfAJ1demHCoVudF6a8uPo
lOF04vlUf+80vys/OxNk8FSkhJYfmhbRHc/ynehbFWWlugNmoeYHJ69id4cK0Twi/16HP9IGieU9
SkKdg5RPp8M2rbgWAvHtnA6fhdmn9q7tW0RMwnmY013X5pP7icCdTJ4ZRZW+h/2+1T2Lmhik06jd
mF4bCORuC4JodxgAjSnw+0h1NKuL9OKQZw7RfedQoeieVXuck4Oeh3Hy8NUP1Ee2JuWoG/xhC49g
E4AbWzPfJ4rKI0VK5Zi4cbLjous3kpkV54NiCOQytR66KsuXR4H+p2ghR73UUz+eoU4onurGQBsX
6hpvToPow8PBiIYoMBIwoRIaszi7dqCH9A7H6mLFefL3PCkCceGgrAOojSKlfjiNtlgaqTrFLCKg
ubAWVU4rGJ+oLqo6ozGI0wM197UNK7d5BlZAnAGwlDPdy1qZS6GlTkilLyPNmk84afE16arhQJRC
qtgI5rd16Kb/e3wjeWczpk5/j+LI4h42hjnRogijVsqIaq8iJ53Uzh+ok+bDf7CEG5LP4CRw9F1H
i9ytRr/onOoSAKiLn5W4rqz3UebPxdGMuFo2nP82wXjpl/O9oD6mWL5IoKhXMYKgK9VFyv4eDb+u
3mvQ1/yHbyYJ5fhgJFC3k/6xGfswX9UXt1Jn67fla8awS6HqS3cxbObuBS4p0wGKCYXGRlp6m7kx
MET+hPdLVqVlwybRZtG0g11foHHKfybcz2OwA6WdInAbFFoita9b/w0o72RGXc5WEEVL4LPe+Bkr
lwA/Q9L6056ilrfY51rXEOtr0vpiaYV5KlF2/egPZvXemqMtNuG1T0qDhacf9Q0axYtj2EZFiQzj
WF+qxO19L4CWUJxGP6uK431XXYtm4IMlMgGkJPCOa1etOw00h2XxVaMweROkSpvsg6qv3rj6NH8V
yE1tkPWtGISaW3LmcPplQ//aIILnM8jGprqgvtXsIyP62w1zpEkDRDrKRGywOax8MoI0lWSa7Kxv
WU+2/GAAcsG9UChG9TFMqu4YNY3zsTPHraRx5ZPJ+4BmH5h5LMqFv3o7lXFmTPpAeEkGBBtR52bi
JO/Nx7+XoTG8yzgQjgFY8tpKlkbaQF+R24db/C9qHcj4kKDr76xhFF9KdehP9x1ElpwWychrg8vu
8wwmwmWuv7qg4J6Si4QfizT9ax7z91OUvwWt/E/lWhsd6LWt5CnDS4auA0n4YpFdlLOF8Cxf6llh
YGSaZjfbu6GlPV4CIZgQMSHhgDSK4Ha9m5rhR3nL++dSu0WJbHir7BD/g6xtQnL1/j6uXHmYgjlI
zipywy78XokmpfaRC7wwzEUv3VGH6eL6SfSMBEryZor19pip/hYEZM0qL09qFcBnGOZYOKXtW9Al
jOjewjIWPHXgw06BObSnTje7i9k31ZMYsq2MZd0oHRz6fqDhluWeIUsC10z9+pLT4Xiuq7nf6Z1v
PncMUR4iCOj2abHZOVrMHb28pKiY0ROjmm7ISZHFt5yMWBN60Vz6uaqAcSlJ+eyw1R9REkGuQRRN
frZEmh9qFSXHHUM/ycUIDeVAWaPaAsytxB3AEyi/Uo0yQZdJD38VDOJA0TJqAvyYXADUqMZDC9p/
H7RusRHhVjbbhFuIriPwJaQcFsv2+zmth0FrLkMzpL8iQw1+MkyJHHmoxR9cQ6lJQorHWENf9pq+
GR1WqR7HG3ZRSjGrnkzDLNqLYs7JuznP7TfMheTe/SOzmHWTZigjCEu2Oh34jpdr090hI4Kyi6Iq
62MGRek+DWsE0q1WOUG5EjP+ns4HFJrbNzQopwOjZ9NBhxzz1EJbzwReXj6mXUSwgz0PUg32mlY2
5cxFiZ7B/0HErd2dkcgeSbbK/Dme3fBsDfOWnNAiDEpTDBTyWmeKWT7aF6aiEjoSp47GcxGWCiNC
cNvyX28hc9esMNNEY4NYy/N9EZhShNsMdOfHs2qkKJFaan0i9dmC3C+RDCyGxBSnof1JlxD1p+sT
oftF0tZRNJ+NhirwJXXLsPaGerKJhU2EUq+uNU3xVEK2lEGAMYy/IqUR/XfD6WHSDmjh/RFpPOcf
cyOcQ1Slo1b8SKy+NY6GmduXvEcN95joSVAfm0C1q9/3nXFxouXvZwWSD5JxNOMGjEI/1dHKyZrO
EIhS+U/CMuA3dKCyIAHecPwXqpRXl640xpkGuse1hOcvZXxcKqGm2sbGuRRa0QVUyOq0v0zBUOAH
9PnFOUNKL36CWZEacIpgZ31Cxkit9poeF8hgw+n/p+Eyar8MWcmkZ6AmfYLUUR7qb0x0hz0Xxnd7
l2hK97WFcgR+oiEVtb7L2tIxjk3U1snXXpuV6mCijaudjDBxBLYnxlwe3Fhe03KYlfoU4M4bBFMJ
5UhLLZ1qR4+srNF17a61xx/NrHcbudPNJ+T5QFEPHQsqOLQ85J+/CspZa4GOyfTmQumo4gZWf5pV
Taso2KL1XMRk+fmgEJIVB2put9z6qBNHKPck5hkVSeTMuzRuD7OiBvtU962PvRFlvwurVh7dSKxy
sKiAGCyPl+D18oYu6u3/x9mZ7bhtLW37ighwHk5JqalutdtD24ntE8JJvDnPM6/+f1Z77/+zKEKE
4uQgQJCUFtdUq+odpErVzrzAFNOFZG35Syr2it4me9fO9akhjgyA2uByMc9YM+IMrW2dFHLhOUC9
glM5Wg5one0R31ePBT4k5z8IbY4LFgf74XJIRm6oOJjhVzknRfGoD1H4qmW6/c6IleVUq/meHuJW
PACdgrvMFmcxXsaLM2dCyKs0QE+j5AxsqXxSzDh51Hp41XbRtK+31/4quX4bn/3m+AThjVWzSnSD
DiHe0Kjwn8b7/FsTLONDRbvqEWJyhUvworzQn18e2l7K3NuR1+nSr9DIIyCaDk0OMOTlUNtStXPJ
GoxzLcWNy7aMkBedfqJoPTyOcZQ/N4oRH2AioiAVOMUhmB2oPKhhnW7/kKtNyRQ7ot+NzrUsJAEu
f0dXpBmm4qF5DtLMfKDwMHn4G4UHqSr3WsSrMsLbkCFvon7HcUNtdbX/B7gmJQbqxrkhY8PBHWWg
OC8xVR5L+aQ2/bnvCTx3Ob7fURnuVGk25pr2J9LMQuoaCbzVbZ7jGpEZnWqc+3IxvTpWB58txIc1
ks61lyo6Ct0+T037PQXeNTpbDPwi9GqZ9VXTmlIdmeemrsdjp8zR0cLj+r2uVtbDAsLeC5j2p2Es
eq+t+9DXwzuBVm8/gTMeOSOAXdgwrqZZb/sorexEOJjm5kOtYG0etfWem83Gqqb5hQAwtwnKKXT7
LldTQEJfGjhKnWvFnKyHARns1uvqHhnQIUYhDGuHPKpctY2V93pbD9Nh6OiceY1j5Z23mLmzh6a+
nnaUJOmJmOJ9SeNg9YsytS3Bo2vyuY2q88LVOj1prfWO/LkAwGq8YPG4R/m7PpspRAhOF98Z4MXa
2gWM9QzDUecj5EZ2lORIceWo2ZOpud5NHJEkqAJuSY9iXZde0qymtRdo57k3Rq+v+uGxpU55KLIg
fCgBRHuBslQ/ptKmIB8N+uPtc2NjkOJ+FXgmJAGvKYDzQukqzvVzqZSG21ZO/GwBaDj+iyg0wgVF
jvb0Gh+IH3LeZNKon8m75Se+evoZ1S/r/e0ob7iey3yPi5tnq7jnKFGvK4uVXgXKUFTWWS6dbDjX
caqEsYs6eG8dSSXa4kWVqtZ41ydzF76bE9OZXB17yZ/2YiXBh7aqelxF5kRPsbFEQbxbIk+Xp/Jn
MWuqfJJ0WLCGmzeB9TkCAzx7g1HEX2PZjpaH2jBqMKQw5GTrQ61k7ejGM4Unzw7r5G9Ziwb1Ubf6
DtEZCQWRPcL7xjxyIoOugjYnngers8mIgNdNYaKfp9ouXnDPkd2httJvt7/wdUbGDUbHhkYK1jxs
xMtzgVKqXkU681iEwfSap0v3Gtpd/GANtXak8Tw8NFK+JwmzsfXxPRL4Ul5WHO+roLoaWq26zNa5
UrrqpJq59FAumnYir9A9PXLiY4MmiRd1dbonv73xVemMcqHSEaMmub7d1ayMcxzUrXNbOMMhAil+
SPs8825/1e0o3Gc4SFLcXx80csc6BYtunadhzo50pvQnszT3StRvnLXV7qCYRG5L2V0wzVbVhlhp
pEqJYIAlloM6iiSBxxyV0q+mpn2ozST9tqSy9mEa5fjVYWp/cNdFh6Fphx8xL9mdftzGUhJPZWrz
FOepK6/fy3UWpWkrWecYyOoTXZF3bVofRzvOoMUE04sjacnD7e98nSNRzxJu4wJ6BpJklbiEIY4p
1mDZ56GQgndd7+jHeNRbzIMmeScvvJ5SZpPnEbNJRRT9rMuNEvdGWJMLSucMxIPpzj3egofcMhN1
p416PSam0wQPA7WJXb9OCBQ7mGiOtdJZaqbpW85bP3WtulG/BKMT7Zzi1xtRLB0uCtG5opC02oj0
6OQCfSliBQlSBnI26AWubnZZHwBCRegf603ceoPuzJrXtImq7zQ9rr+qsCeiEfHmDQ0K6PKrOuWy
tKFShM8V3rFuRUX9ME17yktbX5RNgho3MFXkQ1YpFvLRXaeHY/hstZXp5ui+fIYOunhFH5k749kM
xfXLiJBNpJp9OR5FYc5Kuw2fyzJXT40yZw91lxtPZRQqO9ttMxSaV2RPKG7yDLwMpUFg5EnUhc9K
X3xsYr06UUr+slhZvVNI3ZojfAredF4BJq2viMrpkihsnfC5a2XpHUIs+Q8l0vd8J69PD+46odyB
oIwOiGg1SX0QT2k1NPkz3q7GKW/64mvTtfVflWO0L1Mbdh/qxQh3put6aEJ2heMKVBPclDU1PZ/L
pkjNGLiiDZYJxhD/CMvO+uv2MbURBsol20sI2CK6t1oVEzwHbu6ueo7Klr5GpscvPVeyf38UCsPc
B+wj8nzxhX+r4kSkOElQg44Jsr7zKqCYXpYreySKq2UnakUUKiG5cWRQh76MImHTBqFHap/VdAi8
zOTuDJUsPRjjvchlwXdHbwprOLid8FXXhwM4uKZKAeSdu6HrXrXFqL4PlXYnsOMtCuk6IghUbdCF
Xu0j3r7DzIvfOethPL4WS2k+LKga72SyV0uAsYDMssk9BMNyrZjcktBwDtmMZcJuYKiiEGE/a08V
6npyeEhTd+IPvS3wqpeTU6hz48w1VKsyokZ/jBczRbDb0caDWqHrfnu9bQWjc0YvRyMWx/hlMFOX
lLHVAueMBHlkPha2OlFJxXclcFWYuV9vRxN75CLXwXSALJVPyEYSWoKX0SppwYEHMMPZ0GvTNbM2
dUsjOkpT/jWai/FwfzThyIa0yVu3dbWXpgHHlCBcgjNIFvX7VE1o7qaV9NjxsgtdIzTubF+zCgW3
nto29Q9aGuuHjtz3siMB4XzWQDQd6qzpjr1RzO2DJXVV4ZNPKve+E6kDkGYA1IKFQDV9dSjFWWh0
YxeUKMMOxs8gjaQPDXXg19sf8nrdiz0Fb5lzFjLUW13it0Mpg22r0Iqqn/NAUz87VVD/Cb2oPv2b
KKRmnBSCTrEaSwEJyQxRLnp2YNsfi9CiQFePe35DV1cU9WEmR9RPeLeQOV0uwTrLs2I0u/7ZKRbr
fSrH9XFAQ+ZJS/rRS81xPmaVcifAkoXBK5DmONkLihIwHy6DZnpjSH0/9c+RhT2sUqbJQW763GXR
dzuL/iobXIVajQ91KUtr6Ak/I4CzvGpmoh/mSKC/FS0+xNmUfnDmKHtMpXRPn/z6JcMxL3o6PAl5
m1GDvBzl0k9GIc9q/zwNbfSYRqDrdDMrD72dht4YWL03tItbtoHl1600KG4BH6iF7wtm0s1s/KVu
L6jrs42EkW4WeQi2POCALn8PH6FamqkfnxV7NB7BbkrvrdgujlNW5Dv5/saqElqHAn4sVO7t1Ts/
rqRa6/Roeh7aJPPhSppu1g2jq0yYKBmwsY9DHWk7G2YzKALagqmO+++aWkBvYcyQMZuel7IsnkJg
Yg9ppQ/PFPrrD9aSN38ldrLXhxEjuTzCgT3g3MSdQd3vCgjEQybMmzIdns0Id7X3SV0YbleOP4PY
iU5LWMxeFpqz2wMYUvzBQJ5xZ4FvzCrJJY8r2Goo7q27GEYZD23VhePzYAT9w2TN8aEeQl45fTjt
nK7XBVd2PrKBvGyQLOS0WB1Jg0NtYZq18TmawrZwixCZbDfs4+yjkgp1Gy2Zgh8Fo1zcXlEj6ZB1
ej7DsqypMAVNEu65317ubiwCuVrgYfP8EbpgNBYvl7SS97nUhCwxbFPl/LUm+a3+lBKYCm6UNUvu
5oO06I/tsBTRj65Kqj2c5OVV8N8fQHYvVCyQwF13xtAdBNE095lf2rP5JCdt9aIX5X1qQr+i0I+m
RUV7mGtndV6GnE4wK5fcx8Dnh77M+cOgSXfbtvItqZaBegfLAjF7tWd5e3GtlirCZ1WqVZ4W2OoT
+Mhgr8JzuWD/NxjRFxCSjez9yzkrNZSMIzxM/VRuM29SZ/WcxqrjtnGd7izYrdlB1JBnkJBFpQl8
GQotWcmK2jH3Qy4BkKtlOfVeHYZluHP0bAbC95BUR3Rj196AMN4qW08Qs2rLGg5fWITvykgaPt4+
wLeiwM0HHAL4V9QYL4fDsyKb8XVE3GyoZq9DWOih0Kw9y5DNKIKngvYpB5qzWgc0LttCkxFvi4c8
ejFCLGlxwBvHdifVvkx+f60DFJgUBJFIoq4Q2vQTJCWR5MJH4L495DI4o0OsU7n1wqlCMHTWsaXw
7v+CoFB5sJCZMrjVF6QJZI9phUhjK6myN/XxeEzj9D6O26+R8b+nugAiHG3E1TE5GTGSB6jF+vKA
pLKkotg5FsqezcPqNP5vGJ4OpG7YmoMFuFwOi5aWIwSNwm+s/nm28tmTdAffufFVDbvPUtee+0F/
KjXjtMxz6jUa9JB/8TkFThv5OSqka5hP0k6tlgPT8TUt746A02pWpVTtbK6tAwOVScpCFvowXDuX
48wXm3dElhV+xoAfqr5qX0iE62NpJntmjFtrn60FPErcpVfcVUOdEjBBTeEnI1W1vjEtd4rCu10z
OGlFxZXGKMREbrDLATVqPyfzULPy29Q2vAhgavdShnMfnKXZKH7eP0k65Q2ubZ60V7nYnMopkuYF
+qfwPN1qiJvnqtBm/3aUzUn6vyjrqhNExapVdFRWa72EyKeo0zEzJgREyIJ3NvFlnvdr3VNNA+gN
OwDtl9W61/ICjW09K30VHvtLHtfd5JZWENAXDGw0CGztlW2x5wmyFVXojIn6ENnzeq1n6IYscSoV
fqUpOeS9qUvaz+WQgZtfcuf7TI7WuFMvK/W/OPVBmfNE452GCZFYs7+9NgmTSkwa85cApo1xIwJk
RCK5R3jYWvs0HGgREkVgPS/jwENbusnCWbyp4xmYZdge8azudyZv89TiuAAYwE6m9rHazfQHUsnS
htKXklz50OtpcQxyrfZqpzU/SzkCblM8yo9ZJY3f9AiuerkMs9/Z6HbdXrGbE/rbD1kvIxhJWJWi
GZ3Pw9cwHHNXcqRPqdT82aVj5U7x9MftgFsfmL4ATWzqmKKadfmBOQyGhAVU+noF4HxEK8E12nrP
gHQzCrVz8kTkXsl9LqMEcVSblcI6Bdk6YTuefpMzGmm3h7K120WB/n9BVmvSxMPQTIqw9A01Do6j
PsMeQ6301FhKvYOk2RwP1E+qE1x0Vw8s7HHj2FQ4WDRTcr6gspy6mhokP28PaIU+/nWoCIbp/8KI
1fLbLgv1OqgUREb8oR9/QEHyKP29OnL83ZLbYy2JRkH/Ppo6N1C7l4ziYyH9pzT35Gs3v6tIhmhf
cz2srzpTmlVTUkryk3kMUF0bykdlSKunfujMne8qlvf/PVx/DZgeGesRRU/RjL8csNyXBuomcu5n
WvcfWRskN5GHR6WY/kjqKNnZa5vBgA9SxoegQMPxMhjwHLuIGjDjlIfbxHWmUqofR8laCm9IAEed
kpS87F/kDeSXuNXC6ka2YZXsWc1gd001C3nlZfEse1K9Np/DYzjK485+2Fqk4jaXYYuJ1vXq7Iy6
jFo0jR4/n6oWc+6l7BvPsIoxeri9TrcWCBVckW0BWaRkfPkhZxNv9QxuqD+RM3xs9VE7Zl1ZerM2
39dD+LVAhGsg5D9ha7o+qIPaAuQPvN7vOit0tSKUHowlM3YqRVsD4m6jPQZFDEH91Qse5mc3TGpb
+OlAwjxMU+TF6O8c21y6T0Xo14Ag10GuxXkFQOBqkpJy7rJyofCM7Hyhu2GNLawXDjWiueqkQ5W+
PVUba4KPJhSOwQGKD3k5VXIKLkGz+8LX04Azf1Znzx71ZeeJu/H9eBFCl8R4FhmmdRtOGZfRsnG9
wtLBdGJ42GNZPQJl1VRPbqZ0byOLH706NUADgcwAwkORYN0fmYbIyONlSMAaQx98h+a9HbpRmDaV
Z9aBlr2UlWNmpzq1zOakIdLS7uy0rfFSpRA9E4HqXJeOQ6Ofo0TVEl/O5/5D18zTYyxZ9kkl87r/
vuYhwJKkQE5Jcd17LJRJAohFcak2lDx6pLJX/snZEe2Zt24MCeaHYPmB5Raqr5cLZTTaHM69kvnd
jP+0hcC9bzem5iVhmN7/YCMUr1+2Gv5ia6RQpsxmFmd6hvqTwYiGKT+BlrpP0ehtoxmsRxI8EmUg
LKs9natmqU8NUZKsyr0h1QwPF8e9yv7G/iIKGStlZvbZWpBa76dGWJwQBXfDv7FWzz0jDaz/3N7F
W5PjYNLEu0k0H9fXZNKbvdxJiKEHuZO8YkBja24GfPgxk+ZwJ9MXt+Bqc731uAXpGH+WtRTETD7X
j2OcUSdu6asXDW/ckpl8QIY1OHYKT0MEKdEdvnuI4B2RERfK+dCQV+fiSLNQduIUf4UsGb0WuWqv
0BDerrRprwW5Aie/LQ1TRBLFTOEPIBKF39KsWkM3fEiCjEeG8pekRLg7VeaPoWi+2mNuuQuipy+K
p+9cMhtLhfIsqld8VQ5/dZXrOH0dJ/08UZ4rBjDQpqQeTa2x7s+o6KW9tXRRtmRhXo7NiXpq1UOT
+bG1pK68lPAOneUxHimgaXnwL/ayKQrCtJZQNgZ3fBnO6q0BgIua+nJklx+s3EQ1J6fUdp/E368p
473y5l+FYOe66jhiQGbrbYkJAXKKqI9G5SP+S3uK0FtT9HuUVdVRkvUpxBA18+Wq1E52EKRnzUzH
u2A//x0LtbI37z4hoHT5zfKorfLWKDhqKyEI0c6VGxt9e7h/Q4mK3P+irG7+wZz46UrGmdEHg2fG
pekl05gf1RCd2tuhrj8bR4UQ/+fqF6Xn1d0xzEUsW4gBo9E6UbkPa+uPQpvsv++PgpgpHQ6RB2pr
LlU1dFE4j63qhzlLIFm0FqByvHcObRwOgFjxqIZ0SWuAUsTl7BRNP6ajFCt+iKhEIc0fIPA+zF3T
ubFc+amavLP09NSauY8bond7iOLguTx7AbGgVCD6aBwQa4MIKYxKHEolzc8k2+of0k5L/9ByKdY9
7M6KpwCa817zamPuhHUkRU2hpU9553K4kLJ5foWEtNG5PuV5Oh3zJep2EsS3e/ByZNSsLBaJoN5Q
kV6tedtJwt5R49p36gQTRkdkZTQl+zb1ozAvooNh4pXlT8iMJX6X9D28vLRHmtUYtSxxxyqUZigF
U9Y9lZmiSadoKFPZ1Ts1bU46Oowh+FQIYm5spUNzThBd+REjwfyfQZmr/BBKE/89KldB65L/NrMX
NUUUuTmli9TLAzVrH5wiadJjW2rp35WBs+YOTkm5vljpwgsRCsSCMIhZVwx7Uree8h2lHrp1YLCB
LYePUg1W5BGtrDA8pPgvjl69jPH7TqvKzhvHZfkcpOAyDqQFIeaLypglh0Qr0u4Aa6bXoNxloXIO
htKKUcuj3b2zIq8zD/GjUdEWEiSAPMXy+e2q1CVE6sLAoaI6y0C7ozF2i2GIHmSlT3dCXa9EQdmh
3MBY6MqtS39Gh09o0Wmlb2l1dcBPofeaIW927sftKPQq6JijH7xu/GXlKAHilkrfzLrKB6bQvUQB
8lW3N/JmFPCPPPPAmHBvXX42Zxh4zMV26Wdh7jzPNLEfMATaEzbZnBwY1NRqwHcyR5dRtKSSHfQq
Sr9IqViCN4g8esyLm1PjO9we0ObiRWWNA57nDu2Hy1CZXRd1v5SVH3dZ826YZOW1bdBWDY1x9hsl
0Lw4boudVFT8T1eHhnBREt0r7hX0Yi6DVnk9qxgPVf4wTuqryeV8grAdvuRW6LihLLUPfUkP0rEk
43R7uBsFYp7M4ggGYwCMa11oRwuklQJ84X01wJjilLYlcBna39RSxq5uv+pGYHzLI3bMaRxgJXhz
FiTmcVrkGmsHWhDm8fYvur4a+EECIwyXmFbbOj/udCuaFI0VBRA6gzTtBNjJKkX3hUJZ9jBWuzrl
ewFXmZ2sRAG8bxYXavof+6Ew3ofBOHySjXR+CYM9geDNaMJhENAcT/q14mgFS7lpeoYXpchz4Vbb
f9Tlwvw8yP0xyMb7lHNECsbXJI8UGG/eb1eQjQUqUxFxrNlDGfzZdsDMxjQe/r49Z1v7k6QIqhi8
Bq7X1fqVk1mzA5ljRqFLeASGLb2mk9a+Q3Q0/Ho71Nb3Q3ddJuFD35EH6eVWCeJKtzrJJlRTjf84
jV2cpEgGDGM7tm9PYb7jNLg1NHp5JpbtMLHZnpfxnBr35zqsYcTkZvauCizVK7JSOypyYuzkDltD
E9gaiqckZTANLkNJcTBIhk3tPaKr0WNluDiT3+cWhLTKGazwSS4lJ9m5rbcOcOrRpCvCGBVU9mXQ
KJDUtIOv6+fa0LZuk1tNdR5leS4+3z9xJBmCbQ5KDRT7ZSApn8e5T/PKt6UgB+sYhp+NSM4Okmyq
R0nJlp2BbX1NCDBc5xCKrnUekmWpg0FlozXUUr2cLlHtFYpZHnIc/56QaJjvk84Ue43bnHUJ3tem
7LMWBIrmZZqdQizNomsRO3LAYum4/Zrzlx4b7p0s4np8TBaNWRYnuE7zqq091VGnjW3tD4taoCTY
TMZhcGbrH0NK7S9TIpkfbk/g9U4goGhYglIRQPfVzquCsuJLJo2vtZJ+1Fu5/dRWeAVEYzh8uR1q
a2yIcwqGLW1n1JUu14qptTpHslH5Feio1yCbutQNAhmFWJUb8dFKk2ZPe+Z6Hwj2Eh0FUejEE0aM
/rf8r24WCzQuk2dKaXw0Jj09IMmr7aRLW9+Quha1OthZFAVXUcjkZQtQX4XqnKkNvjRO84+8luzl
EGhasjNhW0OC+sANIOwFaaNfDqkQIr8D3U8/KgIL5n85HRonje7OM4F6/RZF/IrfPpxlRkOTSGXt
a10XHQo91g7JlO5pKlynZURBVoMpUkExr/fWpKMDiNQuq12rk8d0VpU/eyXWj6PRlB9nlMxGQD/B
tHOGbH5BVGnohSpAINZAM/i8lixlRe2HKGnXrjIYZu/B4uN0vr3gt9YFRgv/P9Dq6C+1UEv1Lq/9
vAuyp7I1pCPKc8MfTqfvSZ5f55p8SV4EZFiwLtQ1Yc9C1dYwBrPyjVmJ8mOZVoo3Ka1+KBSJ3oxu
9/ZDn+mpbw35niDF5iwCf+fxz990UC7Xionk6ayFSe0XsfGYa/LPsJISd5o7v8ZJJQ7HH7c/6+b8
/RZvtQP63nKWuCaeGVT9AU3d2U3VINo5iTejUFeAPCDYOeubbShK/rKYvGFoCo86cg+CT9vTmd5a
IqAYmDCwUoKgdfntrHhRtQw2u18UfXiiW8hRFSrDa0Nd7PX+z/Z7qNUp1eP3NecmS6TPw8TAwQUL
Li+v9eDzv4iD9hbZMBkW6NTLISlGY4Fj6ms/42H+DYBlanrSGETq8XacreuE1EMYiYvWtL0quUv9
NCS5zhEll/X8t9TPGbU7hLRd2awtX2pmbe+42posMgq6TKgRIoi/uitDBXA8FpE1xaY4OmlFY5z0
MpzOaqsan+4eHB13OI+c86JqvBqcFQcatsxT45d61RmuIg/tc9UrS3Kgz9z9XZco4dy/4NF6gm1h
60KUc43r7OU4o0cEbi/PJ/NHMU/IaNm6BI/i9tA2SpSkUyD2RM7IU2j9GLfgNGW6PhW+lPbOJwW1
rWNjx/VZl+vgGayB/Ufa1smDPpm2D+zO+cOYJZyMbv+KjbmkFMDbmAoH76j14ybUtBl8K7BLNNIc
N+ql8mEewih2pcCa7n5tMOD/i2WtJrMIzMQqY4UvO2qSNzupSR7Zld7SGPfZFr1lq+IJRedEoI4B
m19uPq3IWyuN2hK/LOqhjdG1j2oYB1+CqEp2RrVxQAo6KW1szkdS8lXqr5VLny3JXPrIltekcEH5
aaqc6O5uA/zO36KsLhfo9bMV5z0VvD4xT5NVTl8LabB3ttvmWFiLtIJA7UMnvPxs02Klmo7jmI9q
wOjWdqAd4fGPOztsa+XD5QNMw6JHqHHNrsHQmOaJyqLTh/7zbEjNR5XmLr2HyO3N8aluxodRkSZX
MSVv0Zo9t7+NURIerBJpPsj09WXTtHkzdy3rUMqGuHXjanQOetZX9c44N05mMjrIFuJNgTTC6pwc
u7ky4bpT2LPVyHdQEz5mrWy7IMe1x6DJ7jcSR1KHJwzymnxT0v3L2cP5LCU3twtw20r6Y0oc+ZOM
n8Lh9omx9fV+j7K61+Sgs5rGDAo/GoLq2I/V4HV585/7gyC1BVuXyg591tWm6rNJMsrQKny1DtTn
Qh7MI4shuz+7F3LyHPaA6+HVraLU+TgkWcFRj1pPfB6yLno2+sncSTg2clKg5kwJjy+KyWtR4mBZ
zJiCIth6iBJ/pUkyfFXUzPk+dGHdfLJKpFa9ZEntM5nt6Pi3P+TWGkSwEIgXHYtrS4hAHyxjTHJK
2I52LpYAZ5dielHV/mvZkincDra1NCwqm0DE6e5RM7tcgJZRJEDzQKXGeVqd8xBZl6JVkj3rk407
i+o1qRV5AZXUdbML5hT88AE9SaWI5u9jI+leLUOxj+TYuf+NRNmIqQMfh9DeGnjlYFmTtjKLvcSq
5jv0H+UxN8zqePu7bQ0InjTZlBBr5eVy+d0k1LbyJNNYh50qPQdjYxzGfNBekKLdk7LbmiJKRvBk
gZNRNhT//rcHbV0plBE1Qul1mSNgly+HJd3NEEUJ47LkT7VNqAtTnAW4o69KHFFQjkWE+B8kM3s8
TE7sDZrlVm3w3rSan7yqE5fur+Y6c3Y/lEGERuKc1ErUjlbfEpc4S4kqZqxq28ZrlEH9LvVhvrOn
Nz/jb1FWnzFcJIwiGwaYTUYSuTVOPGc9ycPvtxfG5nckPQSmKY6ntX5PUc8AA6qUommBH1lsyHOD
3GoVPsRRP33QpSh6MenYPGV4K58pMPR7FoYbZ5co51NdF6Lx1KQvl0tn9mj+RRC4pjR23pWhkhwH
WZI/zs1oviviDO1Bq7R8/mNnzxZ3Y1OASaGwjeQJVON1CTCKrSxqJeCpnWM1Lyqksa+5MhnfMU/v
7z+3OB1BMIMKp7e7hrI1klHXnRSDGUVs7Bj3avkiJ6r55fZkbqyZiyjiW/+29dowjTQlBQS7VE16
DmUEJU+mgx/Lw7+Iw+HLeYV0GCiuyzgOcq4ISzGafDQ6V4P00bjpHM17tZatCRL6b5QwIYIDGL2M
U1VyaU80evy+K4/ZXOlHe0z+rOryftQQbV5SDoEYAjayJpsr6qKwGAgU43N5Rv3xfYAQwE6CvTUa
oSOskxXy/FuDh9FoLeJ+gbKqyWylrurfm4sZHXKU8/65PT8iQVodjrjxCUc+isA8/lbzUw7zgNq8
QqR68IIetpGnYVV7TPsO77xMsQsXiHu1x7jeWn7UZgWOEX0GgBiX02Wqcs9ZEud+Yk6miyY1YiQI
GXi3B7cVBcoU55Ug2dHKuoySLU6KOizodSPJE6/W1PEhtnYzgO0o9P2FWDI109XSy3qwKRrCUb4d
WgHqX335AfOfdKfAtnH6Uk6hNoq/CWT49Vg6M8OWuxNR0FZ8luZONo48OO2vWFCWXhjV9hfJCFPP
iEIpd+062XM72liTFLbxJQDMC852ffpKzaLwIgfQvixwDfIeDlyq4R011/24UwfY+KIXoVZvh9Jw
Ei2JIIDC/bMOdmP90LjB/1UQMEqIC4LYXK/8PterrKNb5MdqVoNlb38Mcmie7l6BHBLCp5EcVCgM
Xq7ASmmRdw65Mws5AqiEyR++dbuuiVtTgxo4wrQ0jcQ1dRlFy7XcDhO+V5uFRek6cSehjZl1z3Ej
jV/uH9Ev3jmbCtLe6pkSa7XejgrP5a6r6StibuCiCV69/osoNNExGQHAC1rjckS1NDcVYAwW25jY
lqvodeans7z8dTvMxqYC+MfrGwgg5J21x4fc6VOVxAO5btLNH5Y5MvvabdIRwqpemk3r5nLUzwen
b+v6mEZRfx76YIzv07l8KxAJHBtdDzS0QJavV0lbLVE5Brm/TOFfcxIrL7YS5zvvy62x0jHlGISx
CVpu9UnzVgbfiGcIkhKY0mNhi5GHNfxhGN1H9KeetWR4N3Rqh5r+soNS3lqe3GRsNMYH6maVa4yQ
qAclz9nOlWEhVo2POW4eYMDrNDveP6G0rkgR6bmAi14NEoL/UikmfKzA6P6ps+lQtlbzYDnB18Va
HqR4eq/12rdcz3Z2xUZq+taToGHA+/ZK06jrgxD3AUhnQdHWuVcb4fJNq9X21W6kxnqNOjkxH2JI
Os2RYsK87FwOm1+YaxQUtLAzUVfDRgxEwvjKyX2hyIWjniYNnqxkw9EAgbJnr7vxiufDUssUvS2S
k9VpE+tlWlsaubASy8bBlAutgXM0aG6o87S3UsPYq05v3Qdie4jCAU/tNVxjDnQVZ0eW7lQKuYZZ
MvBlDWStc2+vns04PNZwHWBTQiS5PHWgoPXSLNm5PyhO8Zqbw+LZYBXvr9FaYMB4AfHKFpJll1H0
vtIYDmDfMoa+JxlV9Rwm054U1dZYxJ4jGea+JltdRVnaqFQ7lkQpyekhi6vQt/XU+nT7i20tvN+j
iF/x2zMiNVva7IOW+07rJP+UFeITjhOG37NglO9/F6GWSPkIEjfOrGs3ESOX+oo6LpPTt85hrKvw
sADYvf+9gkMD2xjfJ/6syYFyYOPqZPDZ6Oim/5hVHuC5ZGs/b3+2rS1EJwOmP39TjVtNDlWPaOFy
zX2AM98hWH5ShtbxsgZN4GTaQ0JspPgMiVKYIZKqK9UOGAGynaFn4c9D+xLZVfBOys35Ixei+QpT
AJAHvp+3x7e1LKh7oH2CuTwV/NUSz8fKkvABL3w6WrWHjJDhVpGyeAJx7N4OtTU6oYlLPUCMct3x
iJR0qENJ5XKJ+/41VpoiczvVCI9tsAR/dqj3HlETuXt3sQSh+wjjXiLD97lc90syTNFotcXJstvq
vZbmlldmVnO8PbarPUwUXs1wO6lfCozsZRRKSo0893p+6m1tyl7UauyWD5YZZHtieVfzRSBAVWwr
XjDwwVZJnTSAAW/jLDtBomvgqeoRrkBO6SZpu3d7bIxJYDwgQ4CFFRbml2NqY0kdE9POTknQO7Yr
k5Y8NJOm3rvDKJK+sc2FaiKvJbFsfjuY6CaBd6+j9MTSiZ6K0Qi+TUnXeqFRGI2XKmZ1uD1X15+Q
yhT5DcBPOGdo4F8GjPp2Mqa+Tk5GFDWfHEke/w7qsX+E/eDsCOFeI4lpPgNrwiiYty21RfFbfhtc
YczdECVNclImmL7aZIznIVHn98Ms99+aUrOPsoSnkzOM7bmouvSEa1z8IQSmtDPo68nkqEQiVSjl
MJfrxwAO6S1uqjmDHvPuSe7S8iFOEmUnytUWp4LPK0BQSmDsAV+4HO4QTcaAoVN8avCHRSJksj+N
zjB7Ybz0fzWTPH8ox0W+u3YrotJHBStOwfBK995GioTawRyf5H5uXntNnj41VJk/3F42W1+QOLiK
gcC+rr9IY8KNY+jxqUYMzUvrrndrihY7X/DqvmEsIn9CSo4NDsv+8gvaZl4p4WjEp3S08g+NFtmB
WziRngF5r8efhg5E9Pa43rzELwpLhER1kzcNq5SlsdqAcT70hm5WyWlRMSz+w5GadHBNpdG09xKV
4+WEWYyWe1pi5IvXW4P9Y9LNJjjQT5GDo1xhp3NW6ftLvsYU616Td33qLsGAumvPqaj2FOyTMn8v
93Yi1+6ozoX0GuhOF7woozOO5ywISvNJ6XDaPSZBPOy5217veDI4WiTie1IKXJ9kPMebBWMJyZfM
/8fZme3IbTRR+okIcF9uWTu71ZJlSbZ8Q9i/Le77zqefL1sDjEgWiqgBBEOAoY7OZGRmLOecCJEv
RV0m+dup8gDIrRU33x/v5ybBEHEPB0zkwszGWqf44aCVAalNjBJJWZ6tuWUMS27XH+2i6V8ZUyn/
OwEEo2bs9JfHlrceyuQ+3lX0nMCSgXxZ+o45KGXcmHJ0VaTUPplNDgAkrvcGaGzPOKkp+b6YxCUk
xlYeaiR2ZSqNyRkPnLl9IUlUkzPspqZyAfcr/hFcRZdcKzMFSffkAsmZaGtwBjl/4swvF5hpAT/b
l4KrI5m+7Ca9pB7Tgcf22aCI2TlgbEUEBr0b5trSTjRKkWnUc3TV+sT+RLmozHllbfXc9i0YoseL
2px4jAn5asqFEHfhJCyNVULNr9S66CqNyv9mqYXWNSlvgyN9nKV6xzc3BwFbDNAhlyGA0LC2tFU7
TCZlqEp4LVS/PrWpb165mqsXH/Tj+fGyNm5C6RNgEJICNPKIvVZu4hdM8WE8JhfZFCvMrBgiw/g8
JKr9d271YXioO8YCunlrZTu91ztrpH4B94rUEMDw2jCIZTUb9TC69k2vHMyae7pv7eQw2uOeFMXm
wLFGnh1iZwf8PkSP1XaOQ0jrgaOAuP10aJKydn2FkeiPd/LegvB7MnjavKICtrSC2pxuz0ESX+Gm
hqc0kFiLJsenOSn20PrbBbFp8NTJ3Qj8aMQuTQ0Myy6cSQ+uZTb2p3mylc+pU+9BHLcLIvq3gE5w
TVGXXHeAMrMK5toO1UvaJsk/qU3e7mhl/DWo6fg+3rutF2JK6GMLFXDQNKsF5cR5pWxkKk+T8SWr
A6/sos95rvxVTflbU5dPny9dALrE7c/1uGH+yUjRB7AalEsZtvbV78b5EBtq6aV+8TTDmyk/qNaQ
TunA1VABX36qGuBfCPxfuci59WW2k/kG1jxxFakNL4/38M7ngm9AW0ZkAVyLqz3sYGbBS1aUSzpl
2mHSy+5glqZ8sS1wVo9Nbe9CEg48EC1dPhlUsOWi8npKB9NGvLYI+vbQQYJhBsL/kEw+os29x269
4+xCX1EIJgGA0te1XFMLVLkBUHZp6At8lKM+fm1ldKEfL+muFRJ0KL9kn4yfWC5JAUdbwulRLm1j
Tm8RGjknOYz3sty73wgENKGjUKVZA05K+Ns9pWTl4uTwh1w4u5T6KseP/ldVZrPXWb1v7X3egpjz
ty6KhHYA+au0FJQWB+ugDEp9ng2nPKfl81pypKDEbAQ2CNtSKV65ecOsXSkClnKxw5oxmVUeX/Op
flrdWFgRiRGCqRCW1gITTeTYiRMbbF+vDLcm17uzP1f1TgaxvYxwM/DBkFoBC5B9Ll0h9KvRDsJE
hZ0kRA7lTGby42wZ2avqj7ni9hmsM9eXrXjaOVfbD2bQ2QIODSIC2tfaPdBAkqK41hExjAPnJUOk
wW1Hx/bCuXxa/I83CsiJwHGB/uCBXC5SGkdk5fURXnBNf1+xW+Og2FP/9KkS8BYcAg4PxaQ1ygPI
p0wd25kuWZAOrhW1pZtm07QTw2zPriEANOJTMb8XaORyLWWYzZPRhTM0nnA4kOCrx7K192pHm4QB
AjhwCwRfxahOUr+lFamUbKdJxxGqhK692H5u/tA7pTzldhF9r+fZPjahk/+ZFu0eB2DrFtwY8NSB
mhIvkR8tLcvyAIkZ3sulCcb6mvUBgyk7qzplZfw0IkhcTrxV3FDohJAhLU2lfm0NIVT4S2NDiYWb
a9gu/fH0NjVNdZijzjqLXyY7tGOs/PnsFSzGVBHM0xLnEVvn1LpazGi/RSYPmOL/G8GbOgRqW/37
tBXBLBb66Oh3IL6yXKElx1bv552B5BTzZN3QzvqvbVzqe62POx9NzMlgLp0AVm1HfzhZHFZZoF3y
JpRPsF/7Yz1N2TEC2/PcKeN1FGg8kNbi9hAvy3JJUldMgayH6CRaoT+7k9YHwYGBEntF6NU5+2nH
RNNfZUXw5la5QlJz9RaAqW7aZEsHRu/ppxAWxc4luLp+f1px4LxQZmQsxEZChqFoYxhjpc7j7n/w
uqzkEvtBXx/lTJ1+9JmdaLdoso1sx/Dd5f1ieHXAA54XMEFmeStRc/s9pRTyhfkMT6Ik3pfHCHAW
xwKp8wm/+aXUWLSwrxn3Ud1yi2QubzPnGtbS9PdTXr6xslqLZFVl0WRZdTP0bv4QFrbzKUZCY2/i
kvgxv9SkfpqBk0e8JBxwLSyuDn4xt1NS3eKQuRYtA6RY2cHoutkdS/T+nl8ULyNtaCJcIDOrRdlB
6s9xm7U3GI/6eASPVqauOs3yHqH2ngsS3XITYosqxioYBL/ValaRtIicNgCpcgndCNp+xTj9FnZV
n3+Q/TAoT1qu6tP18Rrv7KgBhAtQAe0X4E+rC7jQ+0SnCtfdmhZ40qGXgYacrTFDXrlufc34J8nS
AYTXY6t3FowzwplAXYg29FrJvzAVxsvxpNzSOIjdxDD9i0WEELlEijIDe6v4xZb0ptwxe+fEAcES
Y19IjogcV4n5PNZBMjAe6Zaq0qAyDcWJXrJwVj8/Xt1dM2AMRXuJTyqvzDhdXiZOFNY3w2/8zp0b
YpKvYTQFe1oodw0BIqWAj2Q15Ybl2Ub4Kdf7yORs91bkjgHSeFI/Pjl2QRw6WmW0l7j1uSU18Vv8
coPUU6lSlEnqm6YWr6NkdVdDmf3L4z1bRTsYgZ4v7ilOAeX69clOOkv1q6mpbqPRJi9W2fzTVRX1
5sDOXuxUnctPfuAb4THN1WJPW397BgDlkaBT2YAjwju9XGDhqE1L1am8xeXQfC7LNG9cSRkmJP8s
i/kERtAUT3Y939cr8JoC8kF0t87TDZMxx4PGevWCQORQUcz/XGZQX05lOkw33erbI73P9p/H23xv
qYx+J0QGzAZ5eRXa1VIbQSlR65tC47q+yOMEcjTTCcMQfEgjlaGMhT7tnIftaQfQQorD8yNKLuu1
QhxVGOLMQzfFY/3G7NFO+S1HmCD9IDnoW7mwxKToWhazU//xeLnbAyJKtmAdhftSuVodEPAo5tj0
WXELWj978aUso4NRPsmUEt+SWi2YIdrYZB/raXLQA2tzGobi1lVjcpHUqvqEHtBeq+7OpxP0WJ4H
C8EzBoEvvRScsZ3HaVrcZPTCXswsd35k8N6PpJV5BlgoK5+OT1gW8AaZWhzp/LpiauspuHxVLW51
MCRoo3XRJYyC+vj4E63i1p+bR3DCxYJGDQ/tclkQUwy9TZATL8ypOBSB2bmqD2RPK/y9MtJdb4Cu
IhDm3DLre7mWfUWDGMMODkZ3trshv2npuBc13F0QrRp4xiCKN97OgxoqgCeKmx8TDwVRPR97vR8+
D8z2PT/eu7suwfcRNHdKcetSVRUbVgMlprip4TAPbubX6rkvR4QXlMmwXhW/VJ+rov/8WlS1KWSi
SQ9Wf/m11KAgTmUY023UEusvAxFut5Ct6HPmWMmOY9z7WtyP+IWYAE0WvTTFlAcGV8kTjqEq/Qml
K/MYAuhyH2/hva8FGwAKP9GXmICwtNIIssioB+UN9m/3NU5r83MfOI0XVPIe+/yeKXDxHCiOKhBO
bWmql1qzqlNMhaTch6BJutPU5sZx6vLw+nhV9/buV1Pi///yZJObzRUtv+LmaHFVHKl0m/GxJBDc
eU7u2QEBwpHiBaUYsvpGSq7MyqgExc3MtPGchIZ5qXXUXh+v5t7GgZYAakRPRRQzl6spKoDMVRUz
cSAvS/8VTnGuHxQIDv7LkNvBXjR+1xxCwDTacXJrLd8cy0Nr59aM401dedQDxuXFapW5k5qkOwf4
3v4RI/5kH4re4nJlMDcQ82i409m1+Vho2ezWZVsdn94/0RXlGRRlHbSal1baonWwU3FoW2kwmGLS
td8Q71X7D1R0lGDH2p3XHggSATa1U7R01pNO49gIcjV3uFt9S77GGfKbgTq5U2C7SSo1h0QPkh13
39yDNGRhXwsQmWA9ris5kQRjAmG4/GZlkvzJjN/KkonMc3scEEo/Pd7Mu7ZoT/GO0KiilLnczF5X
S6m2cXl7DomapLSry3OR13y1Joi1T7VkDTuX7sZLSCJIDAlPaRcIvMLSZJkaoe7TwLnJUzR9SKkM
H1KGfvz2eGEbtydQEO0c2okUQrCztCL5o57abYqVwggOat3qb0Ux5dfYqaada+OeKUFlh1cFxgR2
xdJUNBRybuco149jULgUv+tzKa72No6C56Dr71KRAhTAkCLOM2/k0pSc92qeMvX+VmWpcfUl2XlT
Oyt9rVtTfjbYFAV8Xn3R06Htu95ArZTDwpqM4BbEVnicpOpbnkx7sxA37icmeRDKAsUH3Urtbrme
NE99K2p666oa81umKF7kD7bL6JIvveQ/2R/gTqc5RIOKXBmhdTohS2M+eI9cY4rHLSa8P5mtH6au
7cf+seKfPckZejdGSUDE0D9xR0tjutIGYrZMfouNWD3m4ey4s5bvASXfi/OLEhIZJhB72lO8wASc
q8cEHvNQOOBbb7ba+r2b5l1THsIuyvRrathN4bXol4wvAHzTY13yurn5EIVvVai0xg6OfPMtRbLL
hcUwarDCXF7LFRuzmEdj22zvlDvVofMd+Qruz/hux/X4oUE4ZtqJdrYWuZSp2oqIUSiZrl6CUrb8
Nq/a9Ba1Zv1nYyn+K/zfLPHsLrGyI/CZSNkxubm8ECuC1ynKjw5ycWs2rNO2tlGXenqrYVC7WZQp
B3vU94iCmxsF+WQ46KC5wNuCdFp5atjgxKNv9LdhohtDpNK5iHLUh2I29iSJ31+TpQeRs6MrRRYm
0qL1iuyU0xA0VXsLGWT7QVcm5vhUYRNgUY5fnZQBgLZidK7GNNFLqeb5K3mb9fcQGJYb+Xr0JLmC
g0MtDQVthK7AV24YupA5AJBWWX3L87b+Do5QdWunTXacdfsdyaEBZ7yHESoAqKWzyo3iz6MTNLeu
17vwNJqaxPAn5AyeDfZEGk1uJgRt6b+vQ8rZjxiMGjbtzZaU9mNWGOl50prkO0Nz1ePjF2+7JFp4
4KuoBrIwusnLJUELGNJB6vNbESOW7JqzZHxuVHn88tjM1jeJXMET0EK2GKKyBhZPaaUR6M2YaU39
QASDRn1HhhvNiAM/NrU535QGWIkQZAZfTOK+XNE02xU8yGK+VcFQuWHZB24Sa8mRZmXtMbPr+2Nz
m5WBFgPNy7tH5wSk2ioWavQKEJejdbdkZq5xWrYKCpfI7vC470GI75giwIPSIW5tBMFX7ld1gWxP
xtTfii6YjhYrfesypXopSv/popFAQ9M/phKP7jjJ7nITwyY3EcOL1VuXoUiAvFsJC8t8bhA5qub0
tSBC0UMzQS5uoBmzWTplpaQq2WAbnEOmrjMMNYn+7nVGjxl5qb5mFTfqzukSX2RxdwmrFOJoKgtZ
pnVuo42aI03OqN7kXvNPdVjXp7m1o7NTpcObMrf9i5Xr2Vttpv6/6HrsFSw2J44CD8g4oU5OR09e
t3v1oowhXTjTTapN+Yig/4jIYPN0AocV8g90ZcFB4TOrnB5Epp0mCqegycf8OPXmD6Op1ONgKns1
ufV6CI9IFIUMPpLkAmS7dBUfYn+ajI3swcyRPg6cc6/U9L0WnvDtXz/auxUqi8gKCWWh9YMzEtZm
TmTPni/bpYC3fqn14TcVeIPbhsZfoJjPj8/1+hoRBonOKdYSNPOerg4bIxniyUJ630szc3QDKzSP
0xharq6l35o8/P2xtTubKEgXKvkbE7w2koN1ZZSmlVSj10HtP+q15B/aqK12rkbxKZabiOOJRjwF
Wi7jd0rGLyURSUTUwO8GL0jy4l+jUPRjMc79Zaz89OpXjfZnGsf5uS12Q/Z7lhmgRSVJtDjw/qWT
tJpfZYYVD56uxNVxbObmqFZNc+TXmc52ZhWfmhE9G7+qna+Pd3Z9aRLiAfgmSOHRJ+hdg27qdCxn
bRh6L2lz+QQUXzowuEF2c39+9n5mphZtNUZe8X6Rrq4jyzEChqJ2eet15Wx+QeoA5nelhF9Ka9xj
+L3/rOWnpOREAVxI8IsEcnVBO20qh1GvdN6ombHMPNQ5C71Yasz+K49jGh1DfcjiL/ZQB8F16rVw
dpsxi+03pXdC5eDIoIQ8gqpAOk2pPAZHQ2dG0c5Nu917jSqzQKjxaG0pPoOuD4M6jp0HjwrcB6MD
y499bBdnp0v3oEL3bJEXApPAienjrjbE6IsobpiI60WZWRw6SmmvQzaEnKVy/PrYpbaHFUcGks44
ed7+jYRmEoRKDuMcl0rK5nfHbtWvUxo/OaeNdhHwVcaLoM4iCChr0ILsZ0VjB2bj9Z3jH6LUTA+B
qbc7n2iTC76bAeFE0ocV6rLLk6nmqg/AmPExs64Vf8vMM/0xBkhotm3cnpLSnF5CJoKc6UfLp6q1
w5sRDvb18Ybe+XbQ3N6VgmiNwe5f/g6Zb8xjbMuNl8Ry/mb4ZfyhVtuRUlY27ggI3DElBqkQ07Bi
hM5WdaTIzOLSLibHS/s58dQYKE1lSN3FbJ/GtsCRwPVpgIixwmywcKNfblt1ztqm9zPbk9NScYO6
ic9BUPo779Q6mhFWeN654USDmktuZcXSAQYRxnuh1QVn5jTbQJLi4oqotn9umj75qhPweE6WRedy
MpPL40+3vdgpqUJsE7kgefq6rzlnec/oO9/yKvCAH6bOfK2IuG/kNvOZaKE6z72ifNTgORwfG96+
z3w8Qe8VMlOQc1c+o/ptYxhzbHu6lf4ZVmiko2GbIG6ZTm4TyHvxx/bMc9iRl+cWE+3/9dOJwE+d
kH1anhQlSHgG3eA1PDinx4t6n3W3vNapDuA1QhmPksG6KkhtvwLII6meqjGdDrRhaPQecarcHS1Q
zFzczhj+15haoSB9XNnFx9xutfqWZXURgZLk5aFl3qrKxySrregGQt3/Y4joHriTPXbStakL/8Oc
FmhBu7AkjMBNwQUELoSXZk/oeusboIaJZdCy4Kkip126JhXJiSzIUDw6PrBMJr+VNQZ2jenwUaHi
MpxzqTEAGFQSJSfbnEplh2O69RFydJoX+KeY1rQu+g/+3CJ3HaheqjCm2mUEa2t/DXJ7+sMeLWs+
hOxLt3PBbBwFW2IuFEwwU6A5V/epRGAAq7WNvXpOx0vihNG5AQRxfewo96yQ3QpMJSnuRrBx0v3C
oAOUeHophf5N96uuPCCVMKU778MdQzCC4dbg/CxnjcCFANYqyTwkXmqXsOfkvD1VQR1+eXo5QvgH
EBTeIlj+S0+po7qVxjBKPXAZUGKNqTrEETqHj61s7n5qfpCRKBnzY8CdiLX+ciGXdWTo4+BHXjGg
yGTGpfqhUJHH0NT0yVGGxCDCFIUxge+CmLRqajVpwhRyM4490ETzUapG/8AQGuvJuuK7FYHrAG9B
YXEt49bkdVjQpYk8jFWkJkpaVIdkDIu922+TfbEcXmiB4KXKwXda7lxu92nuZHnk9UNt/9Yms35K
48q4jLocfBgsqbrQGlV22hb3jNKWBtolxH5JWJZGqYBXY8zQNy9kxuvf0Dimv1O7D19Dq49/rzRz
+BSbiG0+9hHhA4sLmPRLVI/4aALysS6iykY/6Uqix16mStnZryIZVC+35/NWoP9BAAQBCAZJWy7N
mW2KsnqUeFYcaSc9QOvSV/Q9cO0df8fPCSPBd9PHXT+RYRgm3ZRZiVepwxBfGBGmz2ctacLgkDnZ
Lnztnjmqe9TWGWjD27U6XhZyILYmDaVX1YHvDSNPvt0o4RmwUb5zyW5eFsq8XLJ8JSCwJOerS7aY
+rJpq7LyfEcbyqMDECP9CCHCzA5gl1VG1UZOqRJuzV1/CbQSAcDHH3C7VgaLAFyjZiWivHWDty9V
o7PhwXhab8xHdvpfmaf7EPbz3hnfngIssaHv4pN0LlZXYxDUOfqFbeUhruJ/KCVJZxi7Zf1GLK4d
k9FwroY1R89JN4oUCi0N3m2olahBrEtkYQ+S2YjagsRtHi8QHptDNYIF7Ksk3zlwd3YS5DAKxzA4
6Zjpq1PuJ7LvKL5ZeJXC8HBqLOocHwZ1aJqT0sq+tBOv3tlOOq6EyhCjOHdrJwUhwPQ6h3jD1MLh
rPjt9ArAZvpkwXr8ZM6p8omZT3vzzjYxOhkpd7WYTECgTgNoedwZndsnud/EnkVK8IZam3ay+rG4
QbFTAjcvwy7+fc4qJ3grU8loLm2WWTvbvL3XSCKZOQJnWzQy17/CBOVdG3pbuqGZFjG83LJdHo+9
zuIdKzx5XNWOmHdPsW650GpSabpEtX+bqyD8BLvuGzzW+PfHZ++eEdF5ErVwHll5ZSRR59aojNS/
5VGWnvMpbQ9agjjrYytbv9RgQgARFYgDEpvVN0u4UkJVzwNvUtC0mFGt9IoMVmdoSHvaRltTXJqU
jUS6T8K4hr47sGJyQxsKL4MSNh5M5hYh5GxIRoQez4AM9+OVbb2RFAbXZ5wUSu3gYZYfSUqrfjJr
O/XKJFWPWappXprMQOuDcfwQMTjurFihdSybYDgNwfCkNDcHgWyVJwL2NxcylZSl+SwV767UzR7z
slLpWOgasBGdakfvMnhi2hPT23oL5ijWwI8UIyvX+XEKvz1qrWL2snTSr2Hp2EdGj0Snx3u6/YRQ
gGgDARWlJkQQu1xUS8wwpFM4e4Fv0i+pNatxnTajD+Sj8bVX/btrzaKExQ5S89oU99uRid+SNXmK
XDUXw+yZ8lPhpQ0zmr49Xth2+3jjmG/GAGRwMXTqlwtzonxASH/sKYNrVUAdPI7hB+kgwh/b2S5J
vKU6iocoBotZqis7ORg9MrXe0/xedhmiWFxT9AnObSfvTZW6tyRSNDLT9/r+WonHaZjxNIMf8Syp
y66yk3fnQEL09vGCxMYsA0nx80kAdTHFZPOulaM0arBXFM+SAdOjHKblDOkKmcyNtvkw9meCdflJ
9jFnS4CiiZVBdpBMrTuEVh4qo2+XipeA1DjGDMs+BHVkHToneXK2+bsperpCQFrgQ9fs4zrLZnnO
IsXTRvq4U59m55Cx3DvnavutxH1I6Pq+JrDYS7cw1HJCC1iTvZ5K6akOFDS9ymlvnNpdK0AQ0cMW
wdy6uBNGClI9gS17VuJ356kyZldr6z0tpm1xR2yV0NgROA36jqvFTPOMBkw/yt5s1cF4xr/16MeY
Zmr+ko9qq10sKjL6p1aa+upQ1wYaOb2E5M+JqyccPqZyV4XXMi87+xokBrjM0PBDSXLlrGoMeJtZ
an9TpjzJTjKy6/yDPmdWSdyERKZGUzp7U6vubZugTSuM4kJPeS2qE49qXRMaTpTc4/GbCs/+ReDz
907S9mqAQUT1DSAWjwbV26UPBASpaTt1k2f5Un6Wc0e0jRL7oAXVkyKvOLUgKxG4AIKGpL3O/vgs
fsQwTi5WvQBLXg6Qz1CdcrWqbj49vh/ubB51aHxNtHHA864uVr1UIytr4smTCQIP01SprtXbwfGx
lTt7B1qAeiLzWuHvrc9PlE4BWi/T6LVFXV2nGsGSqMzCQzG1ewMctqZQCWD/6C4SOW2ktQ1dcroi
9iuPq0F9S1NZ+St2Ru0Fro20g8O5Z4pSM/ELCjp3AqYpGh1r1GqvIWy/Mo2lOLS9gSp1ae8AQrfp
AnIvsB+xRbuHEGLpe4y+CNW4qytPVYFWuUmQSaYr1b1UuaAQi+zcj0pYnIEcx87TL6KY+EluRCMR
bPlaE7JoC9voOPJeVUzKDXxie2okxTpnEe2gx16yfauYMQreSFQioOqtOYEBw9j0sDRrr86l7NpY
qXNtlTw/ZF3WH/pONnfS963v02fivSf6oypL13S5q1R6jaEr9MwLBye7gf3WT4HUf3m8qK2TYIRv
Rm+RVimv8NLIkGSZXuVz5uWTHH53gsE6TjBVbtQThtPzpkhIROse+ckNwBb8cySTW2UeTavuEKaV
4aa1HxzzIgz/P0yB8YbtSBZLxW+1qkToyA3+kHmdafynzbV6hVUWHIOy1XcSoK1TEIwB8qaVTe98
I77lTGqRMo+48gY6of9klp4XHiM8uuksK00c0qGgUrhzXd2zicOTOwrEBfCg5TcD+KaXMTMVvGAO
uy8orTXHONOicxCX0V9MY3Z27N3xEZEZ4Pb0BxChWZVpA6OQ5VnKS2909FRyM7W0Zlev5Coh85LL
H4/d5M7q0GinbMQfeuLrGLcfB7rlNAc8snxUrnU1dStb+eaP0m2cx/L82NqdtYHOF7cXC9vi4Mxo
0EsNUTP6VIzKOpddrtQnxgXUwRUYZrs3b/TOmQZCSDuObJlKw7qxanfN7JRpBLbETscvckAKO5R1
/vvjRd3ZQhriiJu8z6/cpCPDpCPT0vod3c7COStmFBIElcalBcN8S5g/+vQrDRhHiFaBxWRO/bqb
o+cR1aEu6D3ABbYbaMbkGWXQ7Lxnd/ZOSOQCn4K4AXxx5fbWkBeaCknTG+MeHFzmNLeYZtX18d5t
3zKoBvx0LigRR60xODGNAjWSkt6TQLF+k+epP+pzYl5a3yqODHNvPkiTpjx71eMTgtLMNnKFoCm1
PNG5HMVmhLyjN9SK9nukauGnurK+P17ZZv8wAvVbDGUjDuV7LY0Ekx21eSj1XjCBTZjiODvkSbgn
jnvPCnkw8S6VBKLEVRMkU7XJkYjNPTsp0mOb6b2rO/NeCW1zbMUhQieNXj46krTclmtBTcfqClTF
6NhP1kfmhjIGwKrij0OeBc9/G+ohIIwph4rXf2UqDqWuypJ68KRBalRPdrJ2PIbMNXqW1sD1Q75D
eZfvTzFmXRZsdWngy+eDxzHTf7ekvnI1pux+fdoL3qk7REvkCpRiljsHo4ER9zWuZozB1FKw7rpb
a5pGtJPZb/xAzNik7QqOmVYY0udLO13n9y1PyehF+PaR5HF8zcKyfvb6xgq33DuKmbarvVoNXGan
p7Mve8qURod5aEK36J30VLa70oYblxOmOKQE7WD6OUDLBcWB1k2TksqeiXxY5ma23xPk8oEIeEOK
MKfH32lTfzTg0tCO4r+Et9Q9l+bGmenXRsTKQDnGZ7nppL/6odO/tFkUnkOCEmCdynjUNP+/Ginc
22PrdxZLfEEdXEzsI5kUX/fXJvAo5SO4FNmLQkV/MQvLYXBYHh0iLap2Ho/NhctCDbqXQpwCLNea
eR+bRtxZsAM8mcrgYcq7j4OtnyQ1GU6Wlb3OWbEnkbx1TUE25EALHi/QtFWqHGlFpk2gIby67sbK
NSXlf9D0nGfBxWJ8qAMkTROahxAd1745aXHMMZA9SStBGvYWJ7uQ+5NSWs3Oo7X9XEhTCaIOYC3R
wlwlYDFKCQlTnRVPznP/v6Edh1NeWsVBKzt5p998xxRJslAkZ/cERmDpGU7ez1Jm177nj0VUuZE8
GicZwrrrB870rAwLWygychoxAh1DzW5pjGGOXP9O7JOYS9EPM9cyT1OrJ8fw0f3lvedMA10CJ0Zd
dWmlTiE0Zn5ieUk05KeuVIX4dF3sZApbP4cmAKBCYPjw8vX0chvUaejLielJVVSckyhIWtccEvsE
oyS6+d0wHigYPF3GZZYADXq4EISb/H3l63kQtAnPjuVppTa4eE9xkfRy2lnbJuDkHaELJAxQU2VD
lzvY6wp4aV/VPK3S1JOpVeFvcUjvJNAk69UOtOLZN1lU2gFpCzAkycJaziYUfUiiguZFqxhcDney
QJTET/948hLkfRRIZVDzvDEQuJar8v18kJiyiZUk8P9qJz13naweXsduHnY2cHklcZ64+kAokWMJ
tdkNcI52o4+ektKdS3vMMAOSTnNHZZD2WKHL4/vTECH0+1xDwclZfakh98kO5qE/146Sn4OxBwvQ
V9ErA4v2mqn3TZGF0KoQaP3V4dWCOKSXMfXnodVOo6Y1Hwul7T938x6A+t7m8UKC8BYwalojy+8U
NHA8ksZmTS1V/MGJWzebtD2RE/G+/79Wxc+dIzWAh0ksyLO8Wk7IKB/GLmGlafXgJRh14yxFWnMA
FGYeUmAHv5mFNL60creTzS0jgXfD5MM8VLgH8MC1G1bMDopVZpCcA0WTLiCqQwLDtpQvsjnWxziu
5CuYQeXMAFrnaKb63hCjO99RBMCig8aDtukuVAz2jOcZ+20u5a48JMmhifLJy/Iy3gk7VoD9/7tW
uq60PkXTeq2jWkp6rUVpOZynHIUS31edi5TX/UXTg+Zoohfvdso8vYgZ42JYpXWKFCYoTHZruYYy
FtcuQzolnxPry+Or4I6LwRmlwCj63CIvXLpYmNTQI/qYPWhz5TQHduH2fe4fH1t5b6GsfAwzlD4o
7SButf7USpiYiZ13w1mvQQPlwD7edLjijOlu/GMyaIkbpI15GY2mPUgNE8YCR41PsVW3nx//JssL
/ed34HagogW0RaAhlusdE6ltgiwfzpYfmm7q2NJLBVMKjJ7fnvtSeo4//tOeiaA7uQLqtuYaoxeg
M5gMFKzPZhSDVApoxHVKUdKSy/dkGbbuLKhlBH+U4G1AGKtz3MyzglC+xtKMYf6opYnzNSvS5BQj
7tXtJEH3bdFohOtCZXzdREWUcorD0R7OsV6RazUoPrigMJgCZrX918efbMU2FnvIwsQsYaRPqcSv
eyUDTWAlSGEKmc3sly9pXwfd2wQddziHodVqf0yJbX6SZ9+JXGMAamzkilEdAsmZy4MWBsiluWpS
EKfs7ML28AAmIzBAgN7mtV4jN3QQIaU2WcPZN9LkNztlWF3oOM9pX/xcPggw8AVgEmnCr75rqmdS
3TpYmfOs8zQzV91SdtqdI3p3LRQBxCsArHetR5hYQW8CqB/P8+T8QOY5PTj6GO9EA+9I3uU9wJuJ
xIHgJQqe1Or41bwppaRU09kZ4q5EsdIPq4OO7lnrjlrjSAdk7+DbFc1glydd9pPskpZaUF98NMWa
F2Wa1OzYyWGifyIWraZDwpjp+taYlODdSembvdrSHUdH2kewDN7Jeesws59nNaxLlH2y0f5jmtFd
18PhO7DNvckad/afoAWZNsiNhIDrfoU2gBPQbX8kdCkkt8ya5JD5456V7fUnJkpR8kaYBq7UGjk5
KNVoNkk9nQdxTuoZiJ+cvWgBGrZGq+3g70V4svrYhH/AMwloBdR1VVgIGDZRTlCIzpmUZgers9Xc
bWxtPhnGFL8kDDg7J00ffX98Xbzn1Uuz5FXkI0hH0LqAXby84vvYSdqOLv65agv/hw+5uLnoetzH
buFUivOdx2f4hmBOar0U0dAFLvLEiXJ2GiVyTpEZ6P9KwND1Q5dOuZhdkWr+W1xbdsxEKr1pT0oz
m4GriEnC/9mdOr/SYEq/tXOVtJ5exAF60UbOrItKzuwXNWPiulvWklZcIl81v82xLzXuOAyh+jEr
y7mhvT/DEhBjiMqr2k0mUxv9cjC9biynQDlpY5L9JyOf5l/8TCtLTocRTfXOydy6nw0ijFLFe0OV
gGq5abE69yaUSA3WzpxfQ+CIB5Lh5+DV4iojEYApxLgbkl5z3csP9SQeLXWyzkomJ28F3CGvkMs9
dsQ2oCVohnSl0vUDUqSLtf5S42mrWkmt1rLOhVRmn/RslM6DFExvIUPbj3Xdh999WDxHHb7MTtXu
jmXY5ZQh/w9nZ7bjttFt4SciwHm4JSVR3W7PQxzfELbjkCySxeI8PP3/0edcWJTQQgcIDARBvFXF
ql17WGttsu0tr9pVRmpELmp/dP2TbYxnd7bzcFHWDwaMPSDY9WZOXBUmyQsrkoxyh+GyAcm3qTzU
9vezIQzpm7N0W+c0la15WKd5OeWNod957PaeECsb4XGjz1G/g7B/uaspriulz+mcDORQQy3N/R/9
UAU0pJ3sRVnw7wUxwsO1sbb94e7ynkW1tRipv5z0gpEaCBSOXxfhr9+edxR7X8iCKPZQYieEQXlm
Hy+lA0NfIT44J9G1jhsN69p+SuqpmMKmm4PvvqP0e3LeN/ZwG/2DiAi1EopaO9c0lbA9F7d0CRgQ
KxzyVpwm3MwRgMs96NQtU9DVII9S2AUNtquPjK5sDW/B1OhZQyhWc4yEDtMrE+s9ROmtjdyOHpKI
G0F/H1MzJxj0ztq7p2yey8hPC/NbqjoGKbhz8m5aay968YejB44H2UbCUpXZfs8f93uVpaOMDQtR
2FMapQ1C8q5RLDFyrt3BIlv8D/YIvGhKE1ZThNzZM+EylAnQsVMjcu8JK/K0VKuKXW9YjpWhyU/P
r+/GpyMdR5ZlExbZwKuX67OFS8i+2SNvlX/VTYk0tSGXv1ufUXTPm7rKS7kEm8rHpoQLKphp6Je2
DCQ5x74pk5M3j+1XJioltUTzd6j6r4OvSv9Db/utg+RVUpvnzOgQg1LwZ6cHx0iXVzVPxojOXJnp
B1MKu93qpm1950fu3ybqYGSonCEaYwFV4J0/tykcqcbWvFPurOXBHpb+UE3dr+d34pYR2lMQHwiQ
SKN2DyCaerTIENw82YK5ATAktXBx+3u1lu1v+TM22Zay1VpouGwF072VJVWlQO81OJXL1D1MZce8
xGzQj7MzjO+WOkkf7NXTj95gph+90eiOL10kbyK1qd+TkTZ8++XXLoRSYzmINBYTOWiRWsbJVcWP
543cOFOczu3lpfmB/9m/v2ot/boO5jTOmURNrAMJCZ4p3c780A5r8N1IWt2Ox6kPjA+JveqJIB12
+uUACRzd6bT2NeoRkwj6p7kxh1/eYE0vG1C2PTEMVNgw1OAwoYLsfRajxhMx2GkWd/PkxpaonHho
K/Ui2cL/t8JOQGHjrlKWvNzvJrFrK1/LLM76vIn0rswohWf1i78qa4E+Q8QBWZPy8KUVGviLt9R1
Flt+bYXuLGQ0UTe84wWvLwiIYsL5TSwKPbM9uLgC4K6QgsniioI4fzR+NFu9vNOFubJCrQRmjgvV
kO9yJd80zkGS2nWLFSPIjx3430gw++ela+FvBk/KcGcwYlsb63LHfCvJlBBaFmulm6D8Fmjfmn6p
vz9/EXbzQ/n8v83QKqPSTtal7x6OVbPceegYZKCPlfvvGszO+tn0MuWEBBzpuyYJyvZRG7VVfxLK
9n/pS9G5E5EIY6fDss+n/NDPICl/jDXDEE9pYBQflbChuY2VN75O03ntH61MTiJcndXJ4hEMdh4t
SqRdqFsSJTtdT4f3nT/Agn5+cVePFGtDDW3j7ELvvhJe3iqTbkLKxNoaBAJtu35VSLE+anVxjy55
yxQt920gMbOqgdldfi29EIx0gw4TO6XLfISKkUY5bZRQBPk9HsI+Zd3U1hhXsD29m+7P/qmRwnOn
qQvg0jfVud+m1Tij8wN3/GGR7ruBYRAv3sXftddNdJ/xUPuESENTUfl2J2JHuE24Mhsb0cOEAUC0
bU/Pm7pxswg4N+APsSdR6G4XRYDGqCgaEavCLONAb6eDU1gvm8fw+8hvUSd9BAZAbsJJl9+qtW0y
YrMXsQaNNkIXXh48o0vuHL6bayHfoYwBp43a26UVa+6XUROUp3Kyv+M0GVMkXHRUn9+xfTbHYdha
E0RiZKyUxXaxkYOkYJPnhohHDzfU2NJ+1ZaVAbXH1ro+NJ1u/LUYTvlgI3//9/O2b60Qu1SeqNUg
sLhzHXU1pYXXYpvspzkEk7kcNFSgX4Q8+7+vRQZEQkJmh7FtB/6IpOtmqhtd85i0gnD1oc7gBq4r
U6f+w1o2ZUrQNjQZ9ulcWVrpOla6iIvK0SNv9eAsrHrw0leQKJY2EkQQisUEWTufXrRDPxpZWcTm
qmXnoBrIwLvy8/NL2bb9In6D0kMznX/A7dNA2BmZcttaxrUp474Z0IBdqcb0llMtIaig/OSp1vjn
eYPXvo+qDNLOzIujd0K36vILedWYQAiheORk/fh2HRbroDTR/OMW5R1XdLU0giAKJoDoaDWC2NpO
5B9nYUJdaNJbs4iNWev0V/Y0GCKUKaLzZ9ukX/w0yxGeyfPLu2WUBgLxES0ZpKt3y0sHHUZehlPy
m3Q+LPo0xT7jIKE3Q4UMe77Cz+cNXu0nqwSNuM1oRs+AlPVylVZdekkC4TYuZ1MFxyTzQB7VmefH
vS2te1Njby2P+JfzyNuFA9ktj0A2zT19wRpCZyEi/v1n1SX+D1y09TrR3BdOyOBCs7zfnWKcL7Ht
vlfQu7BXUkTW4qqdm9daYhjvNWDo31VLUm6k1b2RwrcWCC2CLJymwab0dbmdPRXkYgUPFMtlEQ3c
VW20Dn2finM1ecn7uZnKh5d+QEpD5BZEolwI0ISXFtOkLDUDXaU4kStdYcR8Hws/z99qy1Kfnjd1
vThMBRBVEVihVL5vjHcpNK5ytmTs8aGgYOjqi+PltC2KMU3k2ViUemkZFlrExkyk20XpC9bHfnVU
nnK76gF9DktK7ST4DFyuu5OVXN8ByvKggfzt+WRd23//46YXfmvOOX2keDZIqENNJfm7kcfu02qn
67/P7+HVO8aCwOjAP8JpXg/5gRTUlEte1TGNHTtqC5z3oW0C7Z6OwG/R6gvPvBnaYNrgtDmN+52z
tWw0OX0qToNSfJzcvOuiZPXz+Uw4jBjcMgVFWPt50z1KP+/SN7i69LPycn8B/NI0bwe3sIYfoyuo
zyZl6jBtXIfKFNal4yRvlZDwtMqsnb+AynHqCBJnuj5CyVutxwVkt4vG/9g6x6ExjG+1PwyZDCkA
zIEKPXuqX1pJ3w4KSR9zc4nptuGAl98wkOu6lJ1fxdpM12wsEuO1Evn6+fmvdxUB7axsN+SPkwLU
yTRlYVV8vUAgOev4UV0NTFipquLoi75kXzP1STaqjJ+3vDmO/efEUYMagiW3lREuLSugFF1abuhn
ptye4YjPx8QcmsiYlfsBXZHl3Bhp/smHM/w6HQ2O8X+wD2GOAJBJklfCR8pOJw1tWrnNkqzQ2qrE
t0wr5qhSWvlGdWYWOUyNe91rY/Al59l/aRpMgQJeDQ8HpHVK07uHYwBB4q6y4Iomhf/gWuP6digI
M55f5I6Suj0XAHA2Gj7gog3Zvvu+XVDSgGMcEBOrA9U/6GvZO2GeL531QKNVLaFbmNr4MxssLQ31
2lurB7LSxnhUZufqYW1MPgxTzc0Uqk2FJphsYc5VpCRE2LDzvBld+bLR82gqbZjPXSAX9wG9PSle
DVbRuneO63boLw/N9sryruPdyOv3PVR2iJEKoGyoBI91uJSlF5Xa8AlZmvX4/M5dPw1bsXvzZzgc
E8mvy+PZFlNrI+pex2gVO0YY5Iv2VEtbxo1KVGgNRvmyKT2/PxVlBJCc3AVqoPvwDIEBf52RSYiX
Oi2Pq8g/Ba0WRIGZ3cNbXLtsQlxeWGrP0KEtb5cozlCmBpK3Ok4h5R/HydZPuhrvYZWvXQtFJGIj
AGA+p2/fTjJX5a9DZqm4D5K/eenHyB6NI35UjxC2MiOz1t4tjX0nerjx3bajjhQEJDoqybvvVnSp
UhOasPFqL3lsC+TG2masI3ut0uO4WurL8+fkxl5e2Nu5MaYkZ4CHJxUXXqc/rNbILGvy2uh5KzfO
PYrWxETQEQii96dx8AmAxLRsMhBNkB+6tvQWRjvq1gG9Bu+OZ76xhXRwcUrILm7qpNuP+eNNqDNZ
91ZVq7iuLVBr8/TvbKVfcil/rX3y4/mF3dg+nD/NK1whdL99/IwqqJYUkihLKr2NUuaBHio7uBc7
XFuBKEdtZIPB+ZzuXZ7P4BrbZ/7EEJeB1206ub0WJu5YvxQuxH5tE0sAjAKbIlrZZdujqArfU9gZ
zc4IG3c1zm5aWofn9+z6MFAR+Q3s3UTbrhQIuyxxGd609nFuLmYaJTPP5nF0TGHH7lr598gA18eB
xu9WveLs0a7aI0r6oRVDZ89D7GVwlEK/9Tt5JmYo8zcMvy3qd6oz2pcxbjdnuDX3aYGxTmQW930M
TfdKtzN0hpwbrjz4ba5F5WoZ1L6He2/k9XZu2K5N+5NONAXIXYZD/0zpjaHpcdKPU5QleX5Qld89
9BCy7shuXZ1Dgjkq3mRwNnpAV2zzgsMuZ6ricdo286FPm+a0YSbvPPq/IUsXryR/PekMCInfApJ7
TZfWSIaCKQnMbp9k+5fh4uBjQ6Z5F2XFlNrHQdrt1yWxzT6PEtFOy1Nt1N1ytgrwq+mdX3O9Zhoj
xDckPTQursZT2lUzadaQ2nEwIPqf9J4eTz7jGp6/E7/JX5drBnTG4eSM2rj9vfaGt2S1qwPfisfK
KdZj13tp+0bYay4P9Kg0P8zdrOzDYRKz9go8aGATziujeOoouq1kfLMxGJ/1vJWuHq+L14xwQ/pF
+6sfdOjyPkVb+6N0ASkcEZeZgleZqiHIlA34etXU3UwyUKf9eig8szG/BfnqfWlBi5Z52A6l8qJs
NarlFQV0BJArpph8qXwBQXh0J6VCJd3OOyqlGuPc6CAZXw26MIrjOCp3eFMFCmR9U48iRczYLsbD
2mSm+qeuuv6LVXZ2F46pk7VxIzpjDP1GgzGulAEmIApoBD4yUqvvDinlOwkzyVb+2feWpHy/plnv
EuYni3tMjDbpPw8o83gHMql8et2BPAhOEGqYELE6Xt8epSxFcJi9SVsp5czLdB5tE42dpMzMz1aw
rjq3ZpPrb5gO+a+qgXR/rXSkYL8nVlLqT6XfivLYJoNM/nn++1+fso3bRjRPoAEubI++npUxd4I2
YNwFnTq4vZFGDKlR5+etbO/E/pAhXcRJhmJLa2kXtLdDk2R4Cjdepkz9QohcPonWVcj+qPJpzSzj
WMhGHJ83euWfQP4QR21C4TaB/F6zRATZoqnapoeJIuF5cmsjriCoRuMi76ke3txFwmtCJxhtV9Xi
zLZHGAJcInR4xicJtA39Q13/Dwva2nLAVsDnIClyGV8sqsyavEjcOBjTTWDDLY8VSP2T7Jbxw/N7
d2tBG3UINuAm+7kvf89F3xlK+m7sMYHwTYOW5GPiBOqlbt0nfKGeSguL4qq1R9Y2elsOWj1p8ViW
JtQKLTkA9TNeum0g96BYw7HZ0J1XdbHMX2FxTIYX937t/UVLMznkjROcZru5N6j66shhimOAlBGR
Gf2JLST4IwLUx46HMqh93qkp+WEm1SJQyDNyZiwg4XDngbg2BqeMpdGop+QHNvnSmK/WinneWhBL
6CLx6Gr+T7RZ6yjrmRV5x9bVeQAZQRlvq7ZT8CPnvbTVuqnmdrkbxJx+BSK5o5JUN8E9FPRtM0CX
eI1gk+/1ppTyBeBTK4iraoJv64oayfLEf/GBYDG4XzCdG8lwz1POtQB/bCRBPNm9DiJg0+kSYz8c
VNG092Z531gSfpU6KccbuMP+JsFMynUK2ywpa1QIynhAjrq494zftALQgYYB6q9XjeDMKlAEqtMk
Hms7KQ5pLdOf1GbXe1MRrs8cn2ZLp6j8cOL24WU5uw3KucKNE5HboTDhqEi778+zXth3MNI3TBGt
A7+i/sK52+ufMhtgQvzQDuKuFdOROHuJjDxxmdAxtC8+3S6bxvwcIEAQ1PemoOkiBZV2Qay6Pgj1
0Q6i1LgLzrsq3BHOwXoGxL7px4CZu7xDjecPKDzIJPY7P02+iq729bfKtlId6Cs9pTBfR1UdgO0X
/2Ta1kVbPVO713i53lbgxbCTcYgbsnMvT+cstWYZYg4Y7467VflgR0y+DqJB3GXqXx9K0mGKdRu9
kbRurz4hHSkKjew8NqpO74/ZVOgVs6Fr697ze2NNSJNhiNwbhug+00paJ209vU5iZ6i6qPSpNlWq
oh/oLvPh+Yfxhil8O3kCzVRqzHscc4djtwdb12KGtqEb1ph/TzqAzgpM1sstbaVH0vutuQm75fK4
FGXRMumrSc/dwJgRI1DeEZFh7zQJ7cVJI24JvjA3Gns+IzkuTY3J2MjBMNNzYXd/Fz4437lbtOP2
f90pkdw4EltNi4QRc7BHdm9Wpklg3/mSnlO77aLWWYfIDqb0+PxHusq8+WUEL+AICToBR+6eYTHn
pGOTkZ5VXZ80gHhhkLn/1P1I0iJfpn5Cxk2zCEj9tn1wUTkYl5vnWLKHyjFk5ywZ/BDcLVX4YQ7u
lL1/n+GLEJrYGd9EP4OmIuna7htpZtY5Wt1qsa1ZdjWFYzDnxdtFR5T53WoyAjgcRDu6FORX0YQ1
s48+iDYYZFh0iOduABpZxnXmMv1Y75lN9n0opWcAn8385E7weHVHeCCISAi7NzQc2jaXO2JMKcpR
aVqdERT7S0lBBiWrvyXjwu5U965OExuPT6X+AHOU2s7uOyf1CP+rUPI8B0V28OrOPQa9Vd+5iFen
abMCo552EieXluflctrFWGXtwP2wJrOdI6Qd6j5cR8T3QwSDxvJx5UfeUxG93kNCIF5aAPG8TQjC
XRodXFXSnsh9MiZ0giI3mKhZIgc+r6fc7tN7oipXNFQaZng1fZM3R9iMMvClvWA2gky6qwcfqFpf
59WcPraJUf2rLwiMHiHa5QO6vWPAyOdaZt45CPJ6iixNy7qT1UDuuZMxXj2WPE6kbHg+wkCEO3YB
Z5XkjFYAaBIvefK9X9bYlNqjk6Z/p3PxlLfuX1bjPVXWvS7zdQkIu/gMgniYOFtr+3If/M6SQZ2m
AfugDCM0UmmFfp740dDpxrkasuCVEXT5q7I25/fGoJlfE7tyPj3vv67S5e1H0N4CiwbQCjjm5Y/I
6tG2mTUVECmoXD9RF/HbI4OKLOdclegmh35Wd++KrIIL9bzl6xtFqYlCELrsW/9mr1jBgJ0GFtIS
xIXRqCp0lLfQ812d8b/YwVmSMCNWgS7LfoVujXxkH8Btb70fabEO73Wrq+6EkLdWQ0xAyZC4jr7o
zmfSH82NjrMV18rznmjEM5i9zJfDy/eMIgNXhygVr7ezQqBa+mZKbrQSs1nHSRbGdKiNebrXeb32
CWR6sKWpTpJIMO/xctNmJ6W5MBPkkzXnERg59SrwhuYgyuaeFvmtndsm26C8RsGGqOrSlB0U2pCX
RUJ3ps2/unAuY6eozdPLdw6yzzaHECFQyq6XVmTXJsyLy5LYGovlmFtCPw+acO+8Etf+m237w8pu
2xR4n46EKIknL5dv5erUjyqzzVOfa+Zr+uze8flV3bq9m+4zccdGbd9PYWfgUzBTDSLCNtzhwV39
70UzzhFoFbj0y6Oowck8b/HG19oUXzbuwu8yys5pwQFAh8KokjjNli729VYcsjlY3z9v5cbxg22C
IZfuAnW83ZkomwQ5GKGSWEu6NMb/BeepyvQjp+Pe8PObpmgIUazZlLT3wltTPxE2WEMSe4XzeZEz
lWVPtMQ8srzzztzcOgdc84ZchOSzO4K2VtDZQBs8ZlBrGw6mZh11e3BeftCReNjCQ4g0+Nfda162
rrukQmpxUA6NGyVumjzZ1sYQevEn2lQtCRLxrNuU1ssLxRM/yUBm6RkIRvVWE9X0SmgqiJahk9+e
N3XjVtEkgfxFMA+gYE8TsUq1sqF9dh6kqb/qk8V/kJrWffBLt//meG17r1a4XdOLAJhhy8TAv9e3
FdB3h7zlnUSStMjOzEWeVTg1lp8dzDazIcu7WvuTaDbxT/XkZPKzVfReGyKE0LX/DN7QyiOdbb0R
oUq66i1cEGt6NyD6gRIYzAEnlG09yUh6Xp+Gq69GG7TTkHxPmL3VH3lsZ+prSOepQyfMVIR6sbr+
D7fxko0FbejZm2QycTCG6oY+TvtS+xkgTeDzsLWyPhldnwVHUXQ6jP4Ucg2819HWw2KatCKy+plf
MFlTN0TplIqvEvFwJhMHel7GvlYC437+y9048mCNwdBAtNyISNt//6NI2QLNtdEaAgk8ZfUHJFDF
CZrOf3gVt9AckBBZIkHz7igOo1eD1FvQZa8z50h1pYqalVLHf1jLH1Z2vh36lGuRumbnxBDf7WGY
D4o6xuF5Ize8EYUM5IyAR1BhsLer8MeGITfZZhT3OerFOG2kdEU7tTKOWb2+VD2EYuQGw6V1izOn
TrQzxUijxa7KkoFyzCA5C4ccY1TCiLfG3Z2tu14VPXAive0Pqmf7hFKCcilz18zPIkvzo4f8yzGZ
g/lkreCaX7qBtG1BHm5ti98aF5cbWEL+dv0S3VbEYq1objznGKSe87637fyOB7w+3JiiibvhWMDv
X7H1k7KzGgeUbUb3MOSFbkJjCO4h6m/t3caxhbdP0YTu9+WCml6M0srhnCYyp2MogiEyl/wvhJLu
8eavLW21DKRiN0ktWu27RxdmaoGUoF6fG28yRAQaBAXPTBrTeNCrQL+XUe/N8X229x26DV19AsDd
faLJXUi3DJK48heUR3yzNItznpYpYzL1IVvvlIP2odJmDv4fKS5tE5hgO5/uKLPRvZZqGooQoJuq
XL0yRqs8dHU+xK0P3bTTS/1OHLN/uX4b5TL/3lfAars7plGrQykVXa1uMbKPmjd2x8Vp7QcFgeE1
Ue49/ZhtEX8+XNj7TSTZikQ2S915wgRxhRUiuEZzMEdDSnW/pGl8Kbv23eSXKFoY6lSJ6cGuijtJ
1o2PSe6zFSk34N+V3EfSAFVI6zU9Z6ZVBkxtSKsPC4Dt7jitrrrnim9s64Z7Ippn9A7B6C7GaQY7
aY3eSs9Gyky9yZdE9HnHcKi0mE/TGCzzHQe2v+rbvgJ84tyAC7lWDXe9LNNaicG08ecw8FsGfZbV
vXG6t638lqKklEgmcXnVfb+RFSLo6dleGA/IJLP2wGzHl7I9WMtvWCvLgTFAEebSimGR1zkyy88u
M5/h79myfcUYsvQpc53KDZlq4rx891DdIh6FhrxhP3afS18Yk9rYHRb7vnrLLNMBLUzjnojajSO4
tTyo/sPopkS/270yD2Z/QaP+rJVFfdSz1HmzaKYZm0Nxr+h7w5fQoCSVxFfS3dgTFLUWyG1R6Lxn
jWo+ZBlgDYWDPFpZm5ThwlDkeHAa5w5j4Ppy8+VQWqAtugXC+8vtLGtg1voqzouv12Oc96M5vrJT
x8hPE8rh3ePkDuXPPsmZI1YY7eAd5h5m7QtfPQZpg7/aajYgeaiG7o7PlGuu0WdVce6dvP44Zf7y
cRh69eFlzzhWtn2l6eyTAVK9vzykDUpwTm7Y+VlvuuEV3No1QhPBfJMn0rsTMVzfOkzRY0QUcFPq
2MeoHcz/vja9/DzL+Z+61ptDTXkofn49t4zgkKk+bQwMnr3L9ehOL7SWEaNn5HzkO83TkA9z5fr9
eSvXfpGGIm5488QbHXh3BSiwNDZVVHg/ysnf6WXqfdGcbbxhmhmMLzHT9c6RvGWQ4ikNbmaWUFzb
hQx26xazNS0FIYMjnswyNR6bTNiPTN7oT9JbmofnF3hjG3GPyPht6g1QXHfHIl3AI6ZaX54dJduT
OQ3Zg5kb051tvGmF5sdGhqPxtm+zCH02rIrxamfljyrKRSWyUJ/a4uudxVxVwjnldCyBQ+Hr9a23
c3kqBnO27MaimFLMUrZvVqcck1Og5Wr8pBjz/EujbKa96ptaPMxJawbnhnWvD2KFsky23afWUesh
nDxNne0176thMcs2JGRFVyJ33dY9ZkWaBfFmRh0XkU8lgfcY/Bw552NkSjU1IeQgv4nNrm3tSB9X
pjnURdrIr3rSm/YhRZDK/Zg4E+8eNI/GO/QrwOaH1DLH9slYMySuk2HNsg+oe7nFj1QmSoTpYBta
FY6VZnavTGv1MrS+EiAx6G74Syw6X+s/wugxrIPT6AppnKTp9W+JmS7LsTWnpTtmVe6VoNFQjooK
eD/vx8DIYRib2oD4Krg2EnOR1LaX0XCaBxMmsEqNJczKdsrPsvYa/5dIlTUe5sxojSekMFYn6pQ7
ysNUWVn3ehncRY+Lsq7095nPVJeDDGZ9epVJPSjjAh/rHUZZI2cTaE5lfSrcoA5Cl/NtR3SC0iyc
esY6DWEnGHrxZpPb0p8c6BuIsQQm0/lQMZI/EPSvhrfFqHwznGa9dqJeturX7NHoeTRWbanet76P
hg1NRKbXaIrRModAzDAvKxfGy2Eu5tU79r7I8bl20snXjVZ5w0nTXM08k0dN1cclpW/0kLSJWz60
a+FMh2kTx/k4o45gPgFELBl11hWF8Tcif94Efx9w1/IGK6jQ6VAY2p8aPUf3O+LlCaHHmEp5REIo
lyEjoOvyuKAQn2VhMOOsU9DzxjC98R1afEeFkgtjRssgZRxTy2ObgTxxXPHO6BdLR5DS7RGz6ZYF
snYJPrg/TJ3Rea/FAkAeolaqzAPllmJ6Vzp1GvyCOJwG75tGGep9YI1jGereaBVuuFZaV50LV7O9
n13m9s1x9q2+/afVnNpawqTKZmFEyjK0+mPv9QEfwFf9ND/W/WB1j6XoF+Ophc5Tx6UW5OkxUYNI
soeCyNX8As/YNP+ZZkt4b9wu1S2GvBnm8Hk2qU+fWk2gzpOVszF9XQBI9g8lveucu6YPszhuci/q
AQ3/OYtWpIKEGfZpxmUKx0zUNNPMtp7/pYw2mYeGOKn7WGuJb53oFcjsvbZVxk9VB9DzmIEuEFEa
TBZp3rQY4lTP/filVUZbH/tgyNyIMzO2IRN78UrJqvgqY1d3xaloBkt+A2nOpGxlz572YGpl/351
JQL4oV2ufjKFpt+Nwdu17qT/QQ6I/73Tm8mEYxzISc/XsF19l+In1BqC9nyUzht9pP17rt1sMr9U
TjktB5MZCEGIOOX2N/XIoRyMXGT948ygkfyk7N7Rw95bOj8erdwLjhQIE/lREW6aYddZ+TdVD73F
OLyh660TYqPZDyoHjANdja5IzquxDuo4qnSevmpOn4mjr5e2A7qtHew+qrJxqo7GYHYe+glToU4Z
2Crx1jYbzcpC2o1pc0DE2BWhVfr99GNitNf8YFZICEa2J1vqAHI0W+OQ53ltHKcEGimiRkXVfhmH
wCi/+4uez9G4ZgGCjKAVvF9G1TKFK5wrf8pjmfdGNFrdg2NO4JL8ZvGPltM17yxBlBHJ3m3SQ+26
Y3AQRZZ2EdqzXfNeMLr9FXXAqTiaqA2NzEJ1Rf6ULO2ah6vmFQJgWDD07/0Vnnc4VXLUYLYl6bet
kJvlodtO7RrxMCbdv0ITyafBaPP5cZVDUg5AlfxRlgcvrzI7org5+m2Y0jHv0TZaZmL8cBjzvipC
fJnQXxt5aS8Phl0yR8ddzFz/3CZq5gAkVTmuB1cWGmrMAST3UYaGXejuO3bWXB/qAB78R5QxnOnH
3Axuf5CjD7Q67LusGUJ096Qbt0HlWpEc+knCN3NXyyth+CCGe7DqvBNPYk1mhf6Aajf3bUoX0hrw
3OJdXrZ5FnqNLH+gATemBdz3tm8PudejBr06it/WjZVCRrKbG9d41SRaNjysdumyi6prpS44tknv
hx76kf6jvpq18RgUVf0pANw1PmbG0skwD9bssWpmXTsLdtU5qXlo3HASmDkU0jK+doFdDNHMqCaa
0XY25IeVaQ7u64JHV3uTp5yIOWx0eJ+vfbt1zMem6cc0lp7wvR+iSMT6hjHaY8eL1Zhtd57F4itE
10eC3feJGyTtWzhX5oegLigeydXu//JH2/iZIMvMOGpepiRiiNP01KVD9ZUYInunxsGuwlbRgztr
ue5+hVY4fmmknOeIKv1qPzG1yHMe6R6OeZjP8/ivaFbnVzLNhIS2GJriLJnajltSWadTIAgcxIPe
FJ49L19aY4SlBLgu9U9+tabcIitbXY9tcpPhQ+ksVv7K742cEeQN73HFNBw1u69BHI7FPyWqBLaF
ZKzVVl8M+BMVYP528WrG9UnXHENu3FrFCnBn9SHTM78Piz5Z7XhAR85c3zXbv3wpa1GgwKKVyh4y
zi3B+imQ7TBGOuI5P6WbOAzEG4HRh6ITvfZaa6z+ndFRpX/UvLxJt3DIKULRpOZAZCGlfrDWwfmh
zX2OqJXIhfPTZmRgETHGJVMftMRRZei44CVfD0mWd+bBYaDMv8YkjE/cJy35Ise2yo+LYebi34IE
bI4kcO+X9luJBAO64RsgkFI2VNDLSJAIQudBXOTZ5FU8KEdzIzpJgOZKyz3cCTv5qy5rRJemdjG0
YeXGQgFQnis27/WclfKb7k/3Kv/XKTIZOMLMQP/I4aiTXi6IqbtCzctYnXPINg+VM9AQMVbnw+LL
5kvu9vpBzIX9/qVLo/e6EfZJsjYy1C7/UYPejp6Q8twas8gOnTkkW8in3+OqXZcaEGqh57rVEwHB
7ksNzZjrZlXb2Xmu7PLbWKZthxr07OuHZdW1/5AKQ6hF4Bo9PCB6u+9lQru21iXJzj4yJBrXyko/
1cTUS6SAX91DX18tbYOlAld2KdOgGLBHjspVEfYaqj7PHq4w1fzyB7fSQiazWj8+/7WukkdOB7U7
eIXoqmzo6MsjUigkp6k79ech4ZW0Nb2I8mD6gkQ/UsHWizka6BbCEYZK61I/YVLurgrlqrydp+B/
lJ1Xb9w4F4Z/kQD1civNjEfucRwn2RshVb0Xkvr136P9btYzhgdewMDuBggtiiIP3/MWk+FIX48y
uY6bpQr28w582Pef7GwSgS5YFsBrYIX4R57c63Q1FqQpOFAMSuXtuZ24z4Go8utWVdOfDw9FeQhL
zwK2x9X0ZMkHKI68eWWoKWBFlLOfh3NV5ldt0V2yrX7jqTbMEIo5DjW05U+eSpPtMmf9ZBwNOyEf
weA4zzfR0+Lkl2yy/NM9yqK7QG4O1KTN8fNU/WwY0ksbGgLHWdnGEMMjNn80+uh1oZmmxYuVmcmn
LOVB99Xa5vX+/Tk9u/9vo9MkgBMAHQVjh9cLszbSKbcyRk+5/R64gnscSe4l2tlbo0BXBrJkDDJ0
tjn4T6uPO0jncGU0j3pFMwDDznmn4wpyYUs8/cjAQ0FK8OGGNQpeckoiZkvsNo2rf1waw49bq1/j
yp7/zMjyD/bcXJq60zWCKGVrs7AYGQz7tpOHmnBQ82RTJ0doMO2hXX21061huMqC7JJL3On8MRQU
1X9byxZo6KnDeC5n+EIK6JXawIkqGKnxPAzZBbjzfP42CwO2+c0xmCpqe+D/vKUAE+RAk65/lJn7
fcqM27F225Cr4yfhrumFwc4eifjzbedlo2JX5D9eD5Y3+C0n5modYRZ0YjepgRq0zavix/sL/Owt
2bR9Ec0yfVzqz6qNjGcJEtco4kENmBQWRVtHG+fhOVsy58Iufz4WUCR7E58UND+IQ6+fyfHn2q07
u4oR4VvXIwfXPeYV2o2AOH1h+rbv8r+VDVDxRgVmvwVrAYw8gaZLU4myCbQq7omxM/ZLmZvuz7xP
QDRWM/Eehw5ZwIO5JGVxu2Rt9aRP3bIcPzq3NDkgs6EqQnAGX+X1864bvyw18Oiwxi7DyT6bX4wJ
dkxYONmlsJHz9ULsFr5PvEx6i9y0X4/FFQ2ieZY2cbeSWSpH19l5MncP7z/RmasP80oBBweYYIiN
ZHYyTMKv4Jq1Wcet4KJKojI7807V+lJEAC3+8xQQjxUDWZDY1opBqlsfrev6kFSqsEEe0lU/rsp3
vxgim3B4KInr2E2Iu/JdYiYFwejD6PcviVYIHSlWWgblLsg8Imwbr/P6vdNL1R47qU8Sd6S5F8/4
NTrLbbCSi7S3h/ZS3sT/kdfXS4mWwNbV/1dWgsnV65k1p4qLSOCncWU2lD4H7n5CL2LdqfMNilK9
v3x17G5en8d+lfY32ZmNkYf8n9y6h+1QOjvXQVB7n1fQY+5Q02YychLJuyJyZzUe66yoyuMMTASO
FZCwt28LEsBDAfOz+bVUEHsiBAD6+IDcOZNxm9G43Rte0efRYvZZsgNgyrTnyex8klY71ZZ7lVja
sm+5aBRuGFS6+DvTObF3bWXWXLPL3neOiyACOWpTyxDYb8xjcbfKqslv267HQKx1Amojv1ytLOoU
jDjEsmWX3nspBpl7Z07EEOaVbqkbp0L6g894Tqf+wRs9v37IxtpyH/nQenIV0yGpI0OoFD2Az83/
JqubXntSTpDb1+ypXntjF0Vah6tlqR/c3jt9ny1eI+8Nkhz8GB4A5KvQGNBwHx0MKIa/5SqBMYBE
bRIiGi8ZoqQsy/qQoZUvdivXMmOfNluMUVb53l++UZ5aYHM8x3pR9/NhrVUVRAQrJT+zqsIU08oI
BAqVrzlVKJRLmFg+m8K/GhPT+MGR0NQs9rwZjvrqzN2O753M+X6sJv1JtMp91sSiqsepShxtnydl
+wNVof43n8z0SRX6gCEhVr0g09qWdemUUoy40kz5lxwsNdh5rts/Fd4qH4dWmxFyOlK7ndTkiEND
imqGBxDlXWguqu8ir25QlldO6mVRbS5VcFtWnvNLr0G49zQoKuMrKI2tbtMuSH5iLlokO6O18ykK
yiBbM0yEvNWPysUZnxu3w9CA8IthiPShDvqdYQgBroskM1+uyIMJ8FXXM717zvRANTeYzAryzVNV
L1eiR+F6kyW29Y8Y7LX66aaZXx+B5Trt6NjKqp6WgIOfWBnd1MKx94LHwV0Xa40WQ8uML4ijzee6
VnZxqDCSatKwpWxI/vG73i/+gMbWX4o8K+YrvS2F86BSWqk73e5gbTRrwStRK272T81QjGlUaw4B
VksujZWbkd7ihaJ1Gu1Xs5r8uyZryvm+LTT9n3qFWXU0s9YvlggvTG9+DOTgdb9E0BQvNslY6cMi
m/6z8JVhfG5wZRho9JcKmKqQqxv7Q98h8Nc9Ub04QamcnRoDg6BKMNy/kpb0EipzJmYxxX1PDwNd
0+Vta491f1t6S/6M/ZGeQ/xg5YdWoRL3WYo6mP7mZgKvWqpKz8JhSZoXYefddJ9Oi+EeXH3W9Su/
L13nuu3hY99CvW3sT0WbDHeW3TlYk7ro9e/aJBvznTGizgRM6sHuLDoQ62OHLrh8pjnA11iBTBsh
yyvzqJS4kt05qd89kBxAY8TBWWOIMisxgtDAI7veV1qJ0wGBftimAWW3sUiJKt6bCUju3tNRtUa5
3dRWOFl60e/A30H4My/3f+mas5Y3gHqZc1AUn1k01YH5CZeyytmtWT1VGIWYE9kEvj8BRol0HCJL
bDxKIBv/QdoV3Q/XU+5C8KLq0EbMVrtEuTnSW7JnbVxCZ6rBmLrUHaydDyme0CLPL4tYmH3tbxIk
bCR7152Onp/kVZRnGrk3c5k7eB15ZpFFAy2T36YgpSQcMFSgZQ5aV0ROka6fc2q7bG9Zg/6QGjQC
95aR9/dI+5ndpZyGmASz/pc7wrXd21ZuP+Kf0Ja47q91FSmpr7/6NaNR7+CvFJsWRon7bAp8oCcK
g1BTZMrsvaLr9lj3r1/TOa3MG0uZiXXlgXf/KbWhxmhnaReHvdhK3J2WSe+rhOffR4pjyQirtpzu
uAbV3+fOJJUqM4sFCNfsPxm00n6TJ7D+nJol+2ZO9AaiIch6Kxq9yWXmjLKqd8LkeACk8QBXc935
VQ55+r0ofRFE04RUn0wncxGhtqJT3tG69rMbwXn+h83T6kJYXcIIW1sadN/Qdc67fNG7r868+gFx
QuuKXqbJvvqeltS7XOJJsy9mv4D9uhBPjwVZTXs6s/tPdl8HP4Q1tGYkna6+Gek2rqhgsv46D8zZ
2MmKYATSR8x1DI0gEfk+KAbzJ9ZepFwAEjCfWaClRlgWQaBCZwA0hbAL0eRK0B1IuDB6ltibQ+4H
ESXKCsPFdJduVyGhuElINPlVi3UBpsqLJWRWUXcp8p1/V7le23HpGnMZTW4LW7flivHglAgM9laF
FDPKc8//7Zmd+cWzla6FKUuYJpwJ1jWv9TjAaVsWNuA+1+DbBonj7PJELGM4kTBOrjOb9z/J7HkW
kLNe/gkmYX5PBLFM+2qc5q/LMtCAXTov+FKlyvvsNXNFOPOyVrfJOkMG9Pt5HiLsBiihsrGlK6TB
YvpODpzJvwoM3HfrSPTark8NeYegeqp2M+XpUWsDZgaFJ+ev7w38jrjNNPluTh0ODCCs0eA8a6Uf
skL0T73tdr/HlLMbdlBh1lHScPjse19Tn3hz4us0No4WGsXQfTZJYOrDwQPDDYchte6KVHpyH/Rj
0ex0SFtz2MIdJ44KLebXluTFJSwEGuRta6WlS9OlZ2NYiq7awyTN7gcxYUq7ZkP2pNvFlF1xb3Bi
k8PdQqTt9U44isTNDm49N5+rbvDwZVcVnYPFJN8X/7mJjUYW4GVPQ13XewgzSbWr/Mb53Ht0FEOK
T6uKpFDOUz5qAqtszMf9w6rZrYejcGV901a+EB597vLIH/X2pVLuhPUizq6/W9X6Q4Qof6H5kayI
coyZDu7NMKr6h8ZNx+FjMQK+28TP9b3yRosZ1qT6YdW6kYSZ27bJHo50qV/RxsQuREqTnl6ZZ0MZ
krfHsdx3dj1jXeOuZWT0TXdNl0GV4SCqDLeeBQQ3wqRxfMI8X9Hchq5+h6X5XAJsO70fktOkl7tx
7f086mbPGa/WmTnbl6tdDFFgE3IZSW1Sf7GPd74MeC5+q2kfPzZ2sIz0ypZhCofAXduwaRfFabuU
/R9g3fmPDn4WsGeP1kvXQy641vVGN6+yZelurXGFvo5+kFNzHWzaSG7i5vSAu6b+TOHVfanLZvzu
JCayN8uolk8k4vbNATTL+1z1wvjqEz7ghYsAJgwR1lDmFrXSPnvQDZ4WAsSxAB9KLDwMqWdkC2aW
1Pbgp9btmtveuKudFUv+dlmbiX7WyiQNQ0/zInHcRG790P66pD6eH3KjCVICVaryqdAnH0d2WZvG
cW0rUe8Wocmez4OzL7IW1/xtKrbAXTes4rsbDMkz9sZBy55OTRVOq0lWsI0b4RIao9GbV9xQhJZF
rnRUfSwsf8qvZq3ha4Sbnc/HbnFK8WvG7UfdUYDb2q6wssV4TpTEDJmnHZJj35fzemCWqvpK1qnL
CyVbEnr/bA/Jd+gdmXqgcCjar7ajDdq+8aU9RHMwFPK2gy83fkL77PY7V1+4pfWmXdltSOApm3c4
t8Xk71vdzOsoG8Ys/Sq7oqeZznnyy02CNXlBay9o2TSJ1uwnXRfofZZymBBJcozcQeuz+11qDp7/
kmymdAerM6dmX/tTX17PqcudV2CrsR7cpDT9W5sG3/TDmfxR2+t+aQYHUgZH9xeCupkpMDQFWanp
5orc6mGKkwK5xHenIZLvPkhTbY1XpYQZEyqqvg6sn+GL7a1Gl4YlUqfurkY8697DCrGfgaFMbc8k
FW4WpjJp5kgbiKWLMQkPxht37Lnp4OjezPEgjKa8EZpR+fhlisa/HRySQSNvKRz3kJe0eDmuW8pN
1B9pEenF3MkjRYQnACi7rtkZXK3ET9d0NOsFyy4FeYKLrX/rUYB+6Vt0KluXs+GwbA1uH4XdNlza
NJKmv5FjXKXPs7blJkUa15c2qtt2bF8cVNRGRIOl54xLSeld8MKdZrHv5KK1P1Q9I0klcakLbmxu
q9Y9yZdaddUpM5N05exGu8e8ilRHlqJtsuQzX0+DvcxbWcUN2+Vyb8ia0s/SeuHfkBgugnXn15DA
vwjy7tSuJ4uvCs3EaZ0b+DT5cCjqwFmPyIkcPFnBqJrftZkTx004/LyGqbMkRoTUxa4PDaT1YucL
rrCfK7sbFb40ynPvy7Lz5t0qJ7IbYTKs6k/XS5h+oWwUtnhybOxsDwPS96+bRRb9vk314WkYtda6
ohvZcZPxy7HSr7sMKuI90LPBL7o2Q3DQLFVkIiTmI+iu3aYN2gv40htQFjsmVHwAF4OW6ykWaCHq
wwenjvO5mfdNmiQRH+4XgNAxfh9yeWskD2EBgBmSMNCz1/CDlfv6DB5Zx8Joszty27+vXg7gMaiv
Hx8IqyKEM6Dd2ICeEPhy228NnS06pn0qoiTRCYwHz4gyZFUXYKTTjiAgoA5j1oH9yIigSa+fScqS
Krmp2jhoAucOuUkQldX4guWtjNlRrD0kj7/vP905PgYfnWmkj2DTrzhjXVJQtVxU6xjTE283W+nM
zrFYH35Z3JXoO1L00i+gR/f6wUpdwwqk8JqYSIKc4BcxVdcZSJnaWVgTXFiD57O4Afmo+zbwB8uJ
kzWYOmhN0obb2IZl+jvNbXGCGIx5PKbrmHLtGxyjwgAoUB+N69kSlLA15QfuL2vyBJy2Bx6slHMb
e+xnRVgPANPh1Pum3L//1s4W/9bp5BvD02r70s4k6YbtrjoMmVglSoV2Ao3DT4Im0gBuLwx1hu6D
m6IY2yIIoP+eAe6OgsDq4UkYK9maf6Ws3aieW5fUNaNnR+yWj3ZjNpMQtmxAd/RwrMzXS2XBZdDQ
57WM16w3n02+tBc4B91PX5uLz4RU5xe+ufMPAJaAvlkk01QI0IW+Hq9L+sFK4MvGYtSsyO08/3PX
NM2H2wmMQhWLZoFWHdX761HcJmlXqDRVnMMZpdJUZOiG1tRlUBgxmb9kK3T+ULTeN/dlNEoe9gUn
kyh7GUCfq/LYSlbCYrNgHv7x8VT9qC8GLWmsk+C6b84BbI4nSL7dgfJCZynwS8TdPc1GzjOTlmM9
lJekZGfrcGvIEPyKh+C2XZ3ujV2STJNB2Fqs1W2/K+1gfjaMftwtbm69JIF/icR/9olt4wE18Wz0
oREovX5jk6vsaU3nInYHCopqFaLBbLfRb6e60b6//zmfvS6+LaSfKHVw+6CsPVkdqTVgfaHNazzb
udjrQaPtPLu2L+yLb41ioHfnKMN9wTg1RM64A+aGToG44Ij4q0tK9Q2nmtm70Nk/234xoUWBAZEA
Mx4sd0/OS0c2uSlaR48TgVammII+nis0rmHdlGtYAOqnocjT9c9H53Czr+CYobMFPcM52XuDknsc
YQpDrKZgOGzpt1HXVfmF3el8DrdjkhmElQ595nQOeYfWXMGHY3fCvn2UAF+jVl4iR7wxCuUTE8jO
Djfo9ARrcu6dpd+MsW1r807NkxdBKBh378/Y+Yvajg6GgXMJbH2609ZVXwLt9WOsD9KLigFLU1He
pGl540OujarBvnQyn33Dm+xoa6kaW6ohy+T1N+XmNui/pBTUilk91UM/XQWpHA6tl1jxVLbiQtlx
Po8eHT/EENuyZ/89qacQuU3GqhtLXIxBGnlkW4dQCecPzyObBGcVRAXOSare10/F5Fl4LnhTjHtF
+tfLLTqZOLekfTQvBD8faZUEn4ymtS85JG9/8asO3FbfbNsFhRWSo1Or/WVM5naRFWLFtVV/dWvp
9lPWrDe6MuqjoiGKz25ZOC8G14Cr99fO+cxuQ+NByYpH5vRvP/Q/Pf+prYtiHXMR6wFlY9XMKjYL
UM/3Rznbg7cHDP5NfeUso1v2emazMhvMqV5EnA8GLUX82W6tni5YMK6XTsy3hsKbBn0THCjCI0+W
puGTIkHPXcRmZ9mhLuWwV37uRUPiX2oWB2+8NqoBFiQHDAt0+0r+M3cYd7TU+QWEa6MqvqMlTDva
U64mI3ymSLtJ+jV5MLzZ+bFkcqkiPZ3aC/5l5x8irX8YURCImF5oIq9/hWkgq1BgpxyLDE3AwVww
1P5R6eBxXu1M6kHQmekv6F/fWjL+/7caVNqovF6PaU25Oc0g/bFvg3voM2JHAja8D3/yEFHwd0dO
jOn6WaGlgDSSuWIUDXb8vm0HepLV9Pn9dXlm/0bRDauRm8x2EthI/F4/i0d/r8G3YokzL0OY3Wgj
u1jiKLHeg0LZc1hbk/GIPYsy2Fj1KgmV6+J1V3mpNh4MAO7hKqkG5AlZ24kpnOSQlXu40kZxyaiD
3+R0jyDMnhKGwCE8/k7W9arlvQ2tf4lZyOIpM9zxT9Uu+YVZf2NJ85WyGcBWpGg6vfgQxVe6GSl9
GDo5jfvAkk7dqNRlne9wzHbzY2+v6pcw8YU4EEcy6lHr+MklSOCNFQYbDPQB51CIws5J5WEUvfQm
WincZRv/ULp6f4Nt6bB//+WfH5tbwjNmQlzVqRFPFWkpaZ7Em+Qypt6oR16snhuRHCozCLMeN4+7
LNG04o5udKk+XMHhhGbxjJTA3LlOBfplAvNJJaWMvWCYbkAXPwVFPXz8O6W6odC2N1iFW9Hrtd1Y
ZipEwfNVo8LYPzPqfa+x874/i+f7LS6yHM5sgdvN64wwI+mCp61CqTdRDO4Q3nhF6OH57+w9ouc/
6pSLQRe8Z2hAG318I+++fiibLGtZEkMRG83S4NhWcU/OlWlfJ4gDL/mcnZ3LDIbgk4ssSwQDkZMZ
LJuE2NvU8uKi97u/OXhyczVPo68d9YXNfockSfOeptYoXyxM86wowyW/imqSFDoaUU75PUOTyiVH
pVn9wHHgdY9qKbsvmmkPU9TXZfZEllMgQ0Wnu0dCNS3ddGNOZdlEORjO92UVub8Da61/0+er6rgK
quqrlTm0nAQJCtoOUyyY/46lRBsPWK04dK31Mn8GILdJxKDJ0xwGVwbptxXhzx97nSrzF0mAdRXP
jUqXT2bjc973CL1nEj+13H5aSc3sb2ZuGVBFTMrX/bwm4xTZBlhpuEhvuZQnc/YpMtE29fgW4r2h
jSf1XT3PIityy4m1Sf+CD6fNdrpcaWWH7Ksi1tXrhgsb3dmyZUR2UuBGXu+mon+9jpzc8ddl6t2Y
zqEyDqNXYiSeoprJI2tNlw+XWbDMKRExkYaZavFZvh4ut8VQKYgbceX4GDh0tOmnOvn1/qd4Vgww
CFUkQS/bfZdT8/UgHAxTtpCZHWvkS0ZzY4w5/TRzurXLrH/U69K98O2f7dMMaG/TyF2Nb/HUOwr/
hqDzs4UbYkCMhJ3QUMeT27zwqt4cBYU3Uu8NULJPXpXIygAxWqDH/lIujxLO1xcl0kuqlLdGwWsA
u2qoTQ6w4+vJo4OXtRaq0TizzP5Y6M0a0qC/BH6cLzsk8Rw45D1vxfap/6gZpIL1ljkxWltzr9FG
iiqjoeFpW5eOt/MHQvvyL4AKkAlN+WTJebRc+fhNJx7k1viQSKEKjHsvnGTnDwQaTHuAiyBXzzN0
ZTP7TM1p9WM7kXn1rAclsWuOUXTlb4x17Kf3V/j5M7H5O3yzDgcAp83JUljg9wo59H68maV/hayY
v1SlumS58uYo3Kgty/L4OXWebOZ+7LpE+PFs+PNLv2TzjaHl8uX9Z/n3m39V0QEKwCZlS8bRl2jF
k02PiFvdRpkcxLQ6kFqhQ57yg8KBoI+QalnWtWcp/88kjfKfROuX4ipL9elnk+OvcIDNsBrQLqvE
OLz/a73xQhECbIaYm8UwP6+/A1FXqd8nNRmApZG5jxLCyHisnbpcvyiYIX/eH+2NqYZ5ircU2yIQ
yZkuZkyXrheS0dzcifhenIOLz83u/VHeeiZUMETZ0WTC7GD78/9c1OZsbvUyGYNYkMQL5avQY4ni
GyLfPIXvD3V+khG4ASaF/IAkb66hr4fa6gXa7bxUxy7qK58CLFzxS7nOB70JtdTR/1j5xY/wjVm0
AZnAl+BjbwKB14O2XdXqaM2SeIZKF3V6VUf6LC6Zl54fL0RgbaFvkBEwcDjlCWdwrCbDSpI4Q955
3+Z5+Qt7dgyyF/wQe/CfC8fZG1NJObn5fxu00pC5vX6qTsjEdrBSiKd0DkJNR5qvp27xrIM57gJj
MG9asQyXYg/fmkt8Fwm/JsUCbeDJC9SdcckSUSRxU3FS+77QrwJzvST6eXMUVMQ4SHmwzE89ZxWe
CbatxiS21uoXnjJin/X+h6/QZDKTi8JhQy+LJuT2S/xn2df64JXU5lq8SN/crbapHarKLS9UyW98
XFRQ+MIDCSAB808mLOtRB3KoabG0zTwaTKc+1O6Kbcna/Pzwt/VqpJMTTXcwUEgTRgo6zMw81P43
qe7wCc+tX0OmGckrrRJt3L8/7JsPyIrHZxQ8AsDz9TSaDWmzmcE0Vkue/AQsMMZIzEO/Rq7ohx8f
HgzJGSktW9sdTcVJGUIVTLQdcHxsU4I8WuSghUaj6t086s4F7OiNNUhvk8oCrIzd/lS5t+bWCjPC
S+JcDgmWGT16c+l+1MefcxTgG5SFwxSl4CmikAfEYI3S1mLM6+EE6gUMW3eWxw9PW8CT4OhOebXB
ma/f0aSVrZuqPL1OrLHaknKDfd0O1m1Lw+Lx/aHOt0E6f+yxXCBQMrPuXw81z/kCSXBV8Syzf2yZ
/AkK62nVW8JNqvLq/bHOlx5jkemw+cHqm6ro9VhmT7pXuggVo+CzIGDgGY83vI8lTCB27w91vhoY
anPA5lqNHdBpY1Plbu6XjgmSWLkiGuA67fJ1+qg75r9dKx10CacrANpTWknatVRWSthxrRnTrvWy
X9MauPC7ZHvhID5/HlAdIFGPf0DLznzLRAsp3+BuglXH+kjwXnldBqO8gLGcvyDOeTpwXE1AkDDx
ev2CSi/JM/LQzDiZMvvQjeTHBqvfhJWxXkqSfeOByF1DzssLonHqbX/+n90cMkfj1YO0YuzENlsP
H4KkLL0P1/NoADclL1NHNeGd3CErd1nItHTdmMhVerKz/yOr3Lu1sJcLu+r541D7cg1CC40qCP7D
68fB7ma1Wq/w4jEz/k5Omh/tUtoXitnzEoJBtsdAZUgpf9qnSlKB00Y3ejHOI80SWp2GwKN0169c
kzVIrNhEYK8Ah+2jNoCb9TrRq9BHkFZxKzqpXcSkGeUwQL+Rw9gfM29+0ucuufB051MIz4gKHZAP
TAE94OspTPwK565uolTpuDMMUiah1uvzhT3ojVG4sG4mvXB3PaC116OwM2U18FIS28ppdovTNlE6
QhF/f/sBpuDveX0d2kTdbOGQSEESzZNPSUfw0GddnsTVJL1gpxWLZxzHxch+4q4wvaS9tH83dqtr
ByubNu03rv29vyWZBQp6lQP7NvLKxazuzBzg6GmoOm153pr12iEpktm6M+n4NvvSq5rkE5dV390L
PTGmQ4pRjoayQrfmO7gCnXPw6YFlKMRqQDXDbCGQp005ihs0OUJdYf8xo60K6qDcr13q2Tt9Ghz4
t3k7j9d4dVbGraOcya3Cou3Gco88alZXM9Yd69FdjCrZk1Bp219sTRMvuRhqBzkS9lqfOsy07GNj
aZnYeUMC81VXVl3J3SwXdz1Wq1E5sSUBXSJnrAdaWyrrxydFmLSFKqUf/w61HIe7ti3oGZrDlH4R
Gi7Zu0VP1vRhEhYJBzXCumG3shOvULJhR+68fnCe+e679Ohamgnsj5VTVFJT2vvGgyn9ID2z+TSa
PPFdKkyrPLhYRPfH2bNXsQ/ySmK3YlZ2EC82JlDFDt/8SoVto2GaYxQK/xWvnuYvS76of4puwkNH
W+fKiZbCcKonadHkIVDUEuiCpOumY1jBMyPVCmtXSainxUHEyQVpxMtXwhmRuyw9ght8rOpPCLGy
4C5DzlfTjTA0eQ90mXm/Va/p1Y+xkzK7MSacQK9skqv0b6a3om2ZiKvTrpXpen2oY7EB/CcSp8gO
QuRCHun49tc9+OhXZ2zH4rrpHQzXEFNpNZwVW/q7dRLGfCgaskt2AoMveWXYM1z8uqd1cl04JM1e
ey00zZ2Dd0wftbOctKOd49qwy2AQNVdFRbF3rZmG5AS0eS23XL3Vn1k5s3nvSQPRjwar5cegO4MP
PuC4w3Hthmbae82YYuFjFt2Cd4q1fsqTxPUjiL5Zfm8vAA63zjoa8zU1+VxcuQUOQrsMJgxeQYKg
VAf5lcTOQHV2g/Gb0mSHN1hfjjeylmUSqdqe8I1ozbWOhjnR0nAerULupFs4SDocbVrCtR+xrOlc
cmw376C5uh4TbZFh3pXWcLQG2FO7Elvlcc+ZUinWSqf3EUX7BD9eIzt2efICyetN4d/JSOW+L2+C
wVXWYdbX1MY1bRbTXmRLuly1qYN+ImyC0VweAxpChBOJRNf2GH933reEsNPxNlhK/1s2FfpnbNiC
IMqTLmtu0wV/hVCv8CsNJwsVVFSuA+tp85SrI99dtCRcU4QI0dJmRh9p3NoSQGBXFlEOGqIit0IG
QLFi5zJEQx4Q1Ago89AorfhsGp322cTypXhMCRMzvgxireWjwXrBXJoQdnXt9qX0wqbsx/o7Wttx
3i1Q1bSdLSpou72b+vOMetKp1BBJ4p7bMK9N8q0zS/jfHC8R7VUu7d5CdELH++eUEe8JbxpJ1gBu
KOynasqqf2anM7qrZbBUBVNaX16gHRflk/LgwD14aALEcQT0GJ4xQOL952PQvvTakho7dEEBtHFD
kEfck3LwUEwk5x4CLNV+jI6qkjuD9MhsX/Ady59qMQTBbA2f+82CZyy6VYR/4+08qRkKNxzVNoLX
Xy1XW0qpu59GxxAhXwlTiBYnC76zDSflFYqzeQinLTDyqLzEno5J5gXjIajIlo96j6Dyv3Q2Oj+a
xJyaeBeuGEZqIjCwqAMIXG+9iUDfT3nvIvFqlRjMT64m0vVqThddHKzSHL+uiTeJhxQxTb/P9a7q
dguvksj1XhnDvl66Vd7nZZogLRw00qlxcJpGnTyRWbN3s9AaXPucobVvOWoT5Co1bclD5ohSXhOl
YHc3lRwnEdcYcGkPwdyVdjhkwjNvy1kgYxmtQI6xvyamuqXodqxfienIl0pai/Xk9H3gfSk7X2u+
JmCa+mejyuYyrmY9H8Nslc56VZvNeF+sSLEPboEQ9gtBb6PTR1OvHG3nJosSnPkyQYvMMsHzD/dI
H5ERTjPdTkcUVKNI8Adts7Sa00PT4Ux8qPukFJEctcm8J9hkXQ++6Lo2mrpUsbBWNIpXfje75F1W
anS/sWNN7c8Vd1rNi1q9alAXdUmzHOiKTc+epmwVzZ2feNejRruA7SFds5gP3Pjkrm6r72c5TOYx
GAhh/oFWqBoOWQEGeaCrUBlWKEotzR5zhccuhPbOqWg02dp6kA43bezmuPRjQpau3zMHOfQYmirR
/sfZefTIbaxr+BcRYA5bdhr2BGXN2BtCsmzmUMzkr79P6W7U7EYTc3Dgs7BgVVexwhfekO2thnsT
rkBZiQ8e/dv2DJzd+ACvpC5/qlMThXvYRiS2CXHEv7SvSJu6zF2qBwBhAr+xLgFNDLWutH6ZSUTz
Df2Nqtnn3M20TGGuWy3rvBj5v7w+Ynj2FFfx/LkpMJRQilRLdghydspjm6bQ+LyZ/srBqpC+85Ek
7UKf/p9FUQRTSkJMS1mcnVfN+tfaKhq039oKMteyuM5LpLZ2GszOkqaHJTcVxNkLta0PKm+nerK9
mbgmrVRMtSO+0hhAUzSsHf+Rm39UkLmdj+5ESXNvi9jDuG6Ja07SpPUnMx2V702CMcZHZ8401Z+T
xXjroqhLPqWKKziWC8Is3GZIi7U/hILuV+yzR8rhyzIojvfFQ9wBthDdQ+Pg5g3NCmTk0VtD8tKu
TguszlfMoEzoU/zIkOc+dgw8GyMFI/F5VqTHV5lP39DBA4DD/bs8If5lqsFcp4my72CJtb+SMakw
x26G8gccqBD1WWBYPycITj9H+CnLYUklSGh0ep37OIL9A91Pb7Jjglz4L/xFk+mgQ6JJP1uxl5RP
RVQIneBwqPXKz0eYGHuZ/OEtUc5V8j2d0qz5XiKfCS1WH5BlmNClgf48GuNHeo34gZfztChfZluH
VeHHvGPfLEDo4vNEwi/2BT3aFGpcM79kTtzlhz6b2+p5HIaof3YUdZgeoC2qTzAacG+LnS7NWWal
+dyqvUmHOIX2c6raNnR2LsgCdQc3FzII0SW/CJJ4+SlCbLH6pGKjbJ9cc7L+QcKc3da3cRl/CONq
wrFNQYbsiVLYsDwSHS/NQx3qyfSSu2lT7tDNnp1TqPZa/9NBve5jsUidSuyS7PFULVoyfDSGrvjP
bd1WCxqz074rg2f2/3hhKPRDib3L/MXlXwl/bNJofp0LBWo//uXJSRCcBhoqDtYOVRJrJHZLuSvr
vu6nY1csiFS0ekWRxBdd3eD9U7uoZJ4NRD0BVwhoLTvQ0iGPrRFWyaFVFeNr5FJfPE44tQMdWISJ
yQ2ijK7jF4oJg7M33ZQr21Oqbme4URf/ZcSja3xxY6urv7cdmyFATg43I4t/r+yjVmo6+GBchuLJ
bvKiRlgwLahNslmtT5HZO9pLxYYTX92o1vuDCEvFPJXc9sAw7Nk6khUaSApk0F4eywJSKh42ZjI8
ZmaTuU9QhYbqQfKJ6n9zW4T5oe1cxWY/5zAlB6dAxzhHVrM7Qb4Deonzw5T7ba/r5RH8sKN/0BWh
hIcyiUPUApFXVPunGok3NfMnNSoQq5iiRPkvd8OsOxbdtNAcUqBIHlMIECZSu8nC6YlUqW5IiwkF
LMGVVu2mdApf+lqYXyLRwnizmmRqn/G9Le0gUnD93UWqUryiuMeGyxuvUo9hCCXSH+B6VKexDvvp
Qx5HToE2JhU9dFwGs80/Wc4EL87v7EkqvpfQFZ68ImuWT7Nld2w3ZdKH10ItUZVM4TXGuzBKF8+H
aJepflU5GHPFPIW29A2NftTjGJY74jbgw+HixfvR4BryZ60j7OJxs7csc2R99jKx9Cjok76SW5Iv
r3vvYVmkVhF6HhVIIzolHjKqU2cbz7OB9AbaB58qESNWoRRzi9Ss+V6bG1olYPepqVBMkQynVaEj
6rqhqo0mDICMFH7lKskL7BIs83BLf7mfRP+uPa6min4LDRM6zChGrcX6FDcdHaF4YdCgZJv6kzt1
PyNoGF8qCLmO3+l19qPK4mX0C96Yz14Wqd5uyZTkn/s/5MaSUxPTqCHZlmy4reaMpqVaAQxUAqRm
K39yMnHko3dHtG2aI3TpPvDiAu+HpI33MD4/3x9d/u2rVQCdTAkGtTgc6tZkBmSPBQ9rHp05YYs4
ds3iwLQkpHld0BVFyKeAlrVVv1iPSToDJlqyeEAoXGHyVWWcTO7dMIA7TsbnhOK4uJ35Ys6IOXSq
Nm9UZWRt52KOjEdlHVASjoUq2Av+/M9qIOk/p51dVSZ0JjSrNv/pci7UdJraPbZ14TMB+vBXandb
QkxXJU85sqvR2ZcSg1TAL0dOseBqKZhQp0mrbJfFyvwB8jpCzki7/XX/Q16V7+RQ9Choo9IIpCF3
OVRLz3gsRzqAIDLnN3j4xXFobHEsEEo5xR3pGwAx9D/uj3prafmCNFIpu9NMWG3ehlCpcyfaTJGW
veYe/aU0nh61vv/HqEhmIcf6mY0Exv1RbywrtBsq4vg5IUa5LrO1vZorZFZKIJxOO3RhTRyYO5Mf
4gLwvwxFD4m6qNRSXLeLxxTWbm2NSuDUoXtAhabzZ0jV1BOiLfXQq6KeA5qUcrKngtjg+l0VD23F
MXNF6dHnFgPq1QPa78ailhuH4dYoFJOpjENrow602idKpRYlx4QvRklkX0IC24FF2uoo3NiN0ggS
dBq+yNIf53I3omiUTrqLg29SKum3Dm2GzxMraZwbE+9YZRxdSjIo+OoP93fGjf0oaSo0TVxwPFxq
l+NqS70A4ovSs4r5GzxSkZ/TfkJFxTIRwCy79BBN2vg5izuxcf6u9yS1ZYnrwciGEvO6QwhuwW5m
6iBnRK2nXZPF07ee3HtHwWgL5HWNhuGM0xFCqg94p7zaLmcZKjNCdlNWng3hYYuKhWk2/YimNkpe
MrXpqLp2nWadY3Du1oNGrfjrTMLTHoUbdqh02AYqEWxEtft+f/VvrIHucDDZVZxMADGXv8s2ZKcK
Uelzo2L2QVdriPyWViR5LmHj8f5g11uMiw60Ax0riXu4Oi7taKj007PzMhoIv7RD4/k9WiaPE4RE
RFcMNS5e6rQI5409dn2CdCqdEETp0ILaW+/tmHS5abBNPJe1UKRmB3kBUcu7Lx5G8ShZ6jSE4aDK
6f/xaBlZioSKm+ZnpBGUb1mZhAdjXnocF8Kti+f60EgcH4feZDUluP9yqBbzYAjJFCWtqlbPaZma
pxqlGW6IRaD3kyDHl8PKpoTx7ruIgSkRYkhG14mdvBo411uY5UV+1lOlP6BSNfp1Pofv7Ts6jIKq
G3BSwg78xS9HcQYLqQ4Ehs5IRNi/jAJRS9dYxFvo9t17QZ6/h4IgKglfRLD65VAqeQsHl6FCr9EJ
aug0uG726/7Gl6tyGc5wsSIE6sIXxoVmDblzUZBqGnfhc2W5+xEVYX3ZA1ygLJxlQHJrt7K2KK+3
tjzJAOAYcCtcrPLP/9iMbavZ7Tzm+bmYluKvsc+XRydFEuf9EwPHIXuQtPC9dbREQ0sTVZnk53pQ
nSNWJKQ+88z/tUTe5pCp7x+PPQEakyoW4KL1QZ4bt3aLJC7OSYKL4bLk31t6nX6XDYGnpf/dn9yN
QwbgTGWv8yhKr+nLJbR6u+8QzWNruPvCmapTZeZf9Jg0pzb08DC49UxVTWzcIjc+HKBtlAFoP0EH
MFYvxexFXZmhmXTOlMJ9qwcuQ3bltBUGXl/8MmeDGwQbBqTHOsIWWptmUuXsbGRwYAdq+ce4NLLH
1lk2Cb3yEVltf2JkYgpXYljcNYliWSjrqHNYnwUiOYtfIFrb+aqFbDwVfgeXkpE2w1e1yduPYDCb
H6OohylQwwjHBm7utN1DAZm/lBmiYX4yRp7xMPeekT82WWvoD661KHjLEHUqewwoiv7gJF027vuF
tsKZd7SWIuEcsWNGAu24voqO8nLiNZJW3kPfdT9j1+tSxGb5ILsMrMh8oK6AaGVmiCo6V2UXOTva
gwUWhYkWzwekKMizUTJGApBqepg9KCBPtJ0Fs9cF47kQUCAV1VSPEIGrjTz4xg7xuB1UEm5UeFFz
vdyXodua7JG0PFv0ad5Q/ps+YVez5Vb6O5tefTX6+/TdJeIIjQp5PP64QTR2npv3XXlGhcqoH9Fs
cL1X7ErozmYLpXZf1REdPdMQpE3XxWLsnvTEiIo9fPc52Vf2YPyLJmUzntywqQX12XmKD0tUFz8V
mLRWIFIg/X91gxp3u54CbBTcP783tjh0f9g78hUB4LY6vwUapCG1t/KsKJnylrMHBzBtqnaYbcV6
t9QFJD7SKtAp/IM74urJwszKnjWy1TMGjP1DN6XRIXGM+khHTNmY1/X35zpCK5jcjbQRFN3lh3Fa
tHwMCnHcEIttHNDw7Q3kiIoxPt5fwOtni8oS1R0GI0G9gnk4qZdqbsJVtBAXd7s6z7FFSAzDz0Ks
mqh90sC4P+L1J+N6Jx4nsPn9VK7C0QqJwCab7fxccc52KDRVHDsaadiFa7v7Q13f7hKaDfwM4AfY
vfUqIg5bNKE5F2dNFM1en5/LutxhtkNxUJaTsSItpAxouHG931pTT/LiVEBOxKRyBf44VTluLRFO
IMU5SrLUjwd3n9i5udOE+Tpwz2+8lze2ig78HilyhwQSfPnlaKVEFJeJW5wJFeJ90Rrxoxnn76Z9
UHy0bTkEUTYEndVBWxDj0tAfq8+I5+A/pVNtBd6Cciqfc+Or3ZiQlMmWEHR4eWTflxPqhwgJZKWv
z0MxTR8Tx4sewgyLlft748ZHAv/I3w4cDY/rNbDKRfYbellRn9v62GkDi1amo29OtHUMZWND3JgR
r7zqSJyThNmtsoYpJlSrkNk7R1SDjgK8xTGe8/nL/Rldp16SOkXKxbIRQK3ZGKPBuxqmNus2k+ES
2me0srQc7ptV4XQ2qWO9y/ArWjZW8saBhvjPOwh8EEbLGgfXOqIv0Y2tz03eqMcJWLBvFYq3x1Tg
3aBznipoR6BZZHYJwv1yaxipGvVuG1bnOB2XfW2Jbp+KYSuYuTEhzi0BL8kkRdh19XWJgVssjV6f
lw4MUhEJ90sBgP5k9Kn97iyIh1cD3UdiDh9o7bU+IMCL90gtzohatwciGm9XiNTczRrWive3x41N
iMo9RQBEclAOWdfMJIa6T4dKnA0kDU0Q7p7iHWZD9FtVplsD8ThKeS1cOdBAufxI05QMKYLl4owD
ZIrUxQhNTFG2MvFbo3igmHm3YMADxb0cJc9nc/A6tONQglU/xMqiu+g6AmnbWLbrewJ+ICRL8Iny
Tlrze6q2QLh10vuzF6aR82BMM0rPidpF42FWPJT1ktkRW2HN9eQI+nhBcH1Ayoi063Jy2HfSXZ2r
/ty2Xn4eiBVo9FRVkm2EGdc7XTqzYuhDBg60fX10G7dr2mJS+zOC2OJIkb734ZS1O8jjW9XhW1Mi
PrYdj/+Bi5A/5Y9HsdXtnkq43QNyiNPjYOgTWivKFvfl5oRs+d5DFuGhWi0cbDQH+GM0nHNtLJ4V
B6QBirOWgROBArf7/om6vnDJ4SxpvYR7BEo8q9toMKy0bQATnQe7LbP9GI2eczRaheTBcvI+OVN+
173TnBfRx/ePTGYA855uII+k3LR/LOZi2tjQiEV5yIRR2rsS/dnyZFYeOJZ5Buv01HT4wO11exrK
4/2hr2MqWUZhw9FcQOllreKgmV3suknWBAhPNL5TGss3LbYQ0l3U6GGhQf+xsY1mB94v3Fju6x3E
y4ksIQfDhAa3ZrE0hmjFVGRt0CvCPKV1y8umJ1u45+vzzppyc8knTeboq3tlmrS6A9nZBpmafBnS
At/aon5z4+pf22rDh/uLeb1dYZRIEKr0qad2tBpMS0zgTKqNKlCTIL29RPMxI69AxUPbwvn/Jptd
5npyLImLp54IY2u1Z6JEL0PTjJHoEVHr7EUMJmSPKnSv7qc6MTMJ9QQzICE9yx4jRvWJBsTQf5H+
f9h/AiHUOt+MJyPEO3PqOgS0gdYdE2WkQTpEhvTOHMUALit1oh/31+n3hbf+8eAHKCiTolDLXp3r
MdLTURN1HbR5usRgTZvC+GgaCCgc8rx068Sn3J7Hu3GqcuccwvxMd3lrDO0+EVMGrDodCLyXem6H
Iz7UUXTIOqomuT9FheY+1mpjmPWnAuVp/dWMQTqclMZNf1p8ncXPYm5PnE7IwPdpHmuaD9IptV4A
QmDjOFLNzj/pGE0M+whuL5Ji4N1SjD+ivH67vw639gtBvsWHVOmxrV2U2qFUAZeYGUw1YC7qnL8S
LVi+U9fvj4EcWX/DvpuonyLV6hFHMzcxRgDOwSCLN91oDicMhkcsMaPlcH9S1+faQb0AuTTEOJnb
uqYuWs/jbQvLoOIhfgYdVOxz3cnffXsQ0smWPsJ25Etr4jXJSls7Lr7L/aTme7RGwwe9LrSN2vmN
DwSFla495UvSl7UoW6EArrLiXgTCivO3RtOXdI+Ge3ay9KrKNwLvGwtHR1J2WWRDAnWxy1dgWLTS
mLVYIGXqvkkIZTDwym98nev7EMaTfGNIKejtruv0oMgrC9RJE2CjND4gbLssyHS3XRKoUWb+Cm2l
Fxu0vutFRJiSx4WomMj4inAHQxIh6JonJs7T+OvUmCMClYrXY+RNZDlufLIbE5SvCpodSAWSEa52
ujEKQewoleBAlQx+ZtmiATeIgvoxms3YBHs+08q+v+dvTdGlRQ7Ig6DoimStK7MnOqxpgrqs648Q
N4bPeeWKpxT/jo1Y4XqXQKrjjYH3QoWba+Nyl+RmUePtsXSBiVG25jdF5kKRa5o5O96f0/VAuChC
rAZYgRrVFUxI0TB5K/BuhfPQaf5kZKBPI+PdHG742wR3FI+IQqh7rF4Ct4goMFtmF2AX8yOyxEkr
ppex7uDb9Or7C/UyLiYIp+JB6Lq+NAR2uaoVKx1csi5/68FWH8AGjxuJ+/VmYBSa1DTkkXGkxnj5
hdB3ApKqij4Yy6l8RA/N8d3IniQkcStXv/GNKJQyJ+JwTvO6S+WoGP9QJxiDsc6UHfAMTL4lGP/d
O4EuOBc6wAnqEWvw1KSU9D5M6vvonWGbglfoB0Vblo3g6Wousp0nLyekTuQnWi1bCpXJGWLA6xWe
AC+dKr3s28rduIyurgeIqRwaYEK0KSTB9PLjmHniJXo/jkFmONRPek094DGGg4mSJ6cRM3r//trd
HA/dBVIKOmDGOr5WVUS9DNRiAuzHvM9U2MdDNU71r0GPs5OihbBm7g94FdAzQazTJGFNBojO6v5r
lByHAs8YA0vM5iGJ4odpSd6mUTuRgn7QQv1pKcyt8OL2oJwsna0oB79cVfTmhVovNt9OVd88Z9nR
YGz8tsYUJo6T0ne69sNYjBthpCbnchFGyrlSNCB7AD1EJHA5LKZpaas31RQ0EeD9QVP3ywC2sy30
7DHsFOUzpijD16ksE5CdRWN+toVp/ppC69v9Nb/KHPkdZI3/X+GXUs+XvyNPZwE2256CqDRtBHZ7
UXxSaC9Huy7USklxKpVP0HLJPu4PfGt3Ie7xm5hPkdBZnRlt6ikP6d4U9P0w48Rl/xSAbxvcJf2u
iv6+P9jVvcYsPWJHak7cnyRul7Ok5m6PfYK0Y0wZ/kOPswS4fsV+C0Pr17tHIhcFQAVjlXtnrR87
hh2ehwvKnxO+DWe8dKCy9VoeTINuH+4PdX3rMBIKKbw9CCVTf7qc1IJcbF5nkOc9gO2vTu9kP7JG
WBs36I2lo4tKSY4rWioIr5Yu1nSMPcpUDbBLTT+Wde48FoUSftSHttiID66H0sk8wdpCkaWPtq52
knjmRtmqU+CmznhIw2bcTzoMozip3s2Ypnj7W8CGfIIHfJ3FUZ7WnAn+UFANYvji5OHwSqiXbAR0
14eLx5RvRG0GXUIK7pdfqB7VJBFZNAfaIuadLtz0W5RI2bfBUI5an4DiBgK18RjdWkWwnlykYFkp
5K7CEvh87jyZxRwkEeBHDybS94FV95UqWr69dwfSEUR4UXb0wTutiz9RNjetBgcuSGiBP+QdmFkE
wqf9/VFuTsglWJBa6khgrFZR63+L9WhzgPzz1xn5vwOoNkivOIVsjHR9okA8opIKPI04m5v58nsl
eu448WzMQTY1C85bXugbHayw+/O5vvn4NKDzcEclxr8C/S44yE62Vy4BLe8vVVcHHZ1Pv5zFfzVa
hv/LYBxdifplWmtee5NrlRtCTAu83p0Ru3AW56sJBBi+E1zRs0ewp290Em7Oj6dUxiq/3ecvV1Gy
Ke1yGJdgcqH47Wq7mXZCheoiPL0FylXOG3O83iCmRjMLyDgfjX2y+myI4LvzDNojcMOyCTR0wo+9
52E61njzBoDr5lBgxABWoWZJsf9ybmOL/6q7zFYgafwnMpf/MBKcDtxQzcakrvcik0LtxZGcB9nE
uBypreYwdAUyjrqjJMek7E20m6iw3t+LN+Yj4QOyTkCrDm2jy1GSuRy03qxcElxcj4aiUX6YBbwj
jC6t1/tDXW8LFo3sD7yRS9dsrW2U5X1rFSXqdrVpgUXrC4jjuWFEBw3XKJwpPeXb/QFvrCCiEdLf
GEE0Ws6rCKMxFg+bBtMOFiV1nqMFDEO3mOPGbr81isulwe3u/P5elytoNVALMZFyAqNzS25Zryz/
VrMs37jVbwxDsVRuOrl29FUvh0kaNyMaNd1gzpPooPQ5hsf0ot+/6eRFK0XXqBiBjrgcJS29DgfL
LAy0BPP6rBDeoSeE29h0N+bC/Sq9dSigM87qw1SlFktPPJfUb45/WcXiflCzKNs4qrdHYXPr3Hs8
G6sDJNK40Torc7FAnrtnJ6+8fYQO9sbnv3GAZAgBfoTEmTLb6rWNprRz4GS6gYqAGnJ4QntGkBRz
0ynbEnb9/dBd5gyU13gGKTuoBJdrWSG7TGslKhCG0MiEovYJ8Uu/Ew4QEvDavat9zx1I0YWv4o07
pNWeddmh94BFR4oA5/wlxt1Omb/P7ld1bndF/Nwp8D/s4musvIYifXA8jOuEMf3dKL/uH8Xrs0/g
KC9NKgikr+tXqHeitMdZIeRbgKQ08jo5j7Ue7YzaRAs8HLY8Fa6/PeOxt35X0zj+q5CBNFUZ5hQG
UWW4E5ZHZbWnM7UF6pH79PJ7ALKnMEhdgQoaJePL04LNSwd9Z0EqsK2HgIiMjkMCr92H6ex9BHuW
nY2uEU8Y4pWvZFnjhlrcjVVlZA4rpVfJzlrtcGCvlY0VQHSmuxAH6GtgVIz14p54LeFJSrd0fq8p
cVStLfYfjA3ZuFkLRqttojtowkXnzI3n6T/NxY74KSpBxe4sjBb7UyYRCw8LL42yn2Fq/rKsQgJb
YjN3D+/eUsDCZR2Y7JG3fzX5pE/hWFd5fMYNVd0P5qiftVSBNYLSLD6I3v7+cHLHrL41VyKdRvrv
NJ7XUIIGhTw6N3ETwLlPDp3WmME0jfqjJ1LxADA0fXDtZfx+f9DrD4yeOdQ7khUaIJSFLzcYJoNO
2tleF+BA2nDsE8SIISI6iRNgq4WSXVYt7Vbjmpv4aq7kYIbkyEjE2pVRUhhLbWS6qEHU9q6ySxDL
HnZN047t4TcZ4WkYquWbqxnC2RWjKtK3xet6+2DDE/zQDdStUYNS8Q4tY4wWMu6jOMwKbiBgLhSv
arjHWYJK9Q6qXWF9S5Y6rPw+IuB50fTBaHy7hzcUiLY3s0/NnFfKW6nQuqCXPVm99N+ucGXD2LzZ
j1bSV//kUx85NAPiNiKjq/ui2schrNovs47PNy6pCvVYJ2+H4qCObtxjK4sS99GCPfVNGTu3ebOS
OMsOOBE43sEWveqe7EkqeSAn0PxqoO8mRxFBWHzMwmFI+ZkOTDJ18BzoXuGk48ZoaK/QQbBLRPGm
/5xkY99jVFi1uOYOaa5lO/A9S3XSk05V/1JMbVQetHpZWiRNlXr4rptkipkfRrmnHuo2zLTXdPTc
6SUW5BG/sHTOkA8oonnK/huNsImf9BalmMdo6ZFFzbW8GXd6YiPTkQx59D3N0lg7ZcVSxDs3F8CT
qOTYmfoYq5VLx3RK53Ri7AwFJ+cwuXliHJ3MceqgH5wp/pKpVRTFGKW6GZ4F2KI2kMkJnnywd9r4
wfNynaPgTZnYTUMCg7ChmqufvLR2nAemnfU7o1OT+mO4dJkuZUbL9rUXueIhRaEv9QN+QeG/QumW
4hXKfvSvjSZJfEhQcI+e61pzw3pnlCFc77HNIfbnfYWWRUuhCmmovmqFPyS9pR5CmsGYUledYaKI
0qrqt5Ygt/sKnCTSvszUlpPPoIW7ITCsuUVYCbFr/Mf7CgmYOC2c/pCADRUfhzwb/l4MNKSfecMG
bxejChTtUzX3Fhq6I1pX2OWGzb7PEeM4tFaZJieMNvvpcUabwEL3oZzrI5+aPWbo3H0PxlI19r7J
Jjs+Z06ajUeVtXdw+1YK529a2V70r5i0Pt1ro+UJ6C15Awe0VIvqg2iTuNov7iiKB1E7bfakxqr+
F/b2dvbS6HgzB1U3CdgjbYwTdx8jjvwiYgFvH7mYvNtVoaJ9HszZbZ6SFOWRXT7qg/Wi89lpA3ao
MTw5emo/ow+F67TAxLN9iuh9akckBAfn8wwNL/6WYP+ef0g8QC57sEGiexPRXLygwI5YScFCdafK
0SLlHA8pXG9UVWzte+k27t8ZciNoKhdInL0oKjCJY0xjZD5ljT2jqaK7oa76ZWoU48EweT21oMdY
1PjW9E2cfB0tZdY+WGGNCGkGCxAP1hqhvkTx8USadbxIsaI5Th6O6T5lKRGeJwfRqN2SoJX9XCmj
eE2oUYWGHxpF+lxnWvs0jdWAQHiBR+/JaTrDUnwXqt8brfxwquCQ5N6Q+0iWceXt0VeKo88kYFGC
B3CS1d7ejBSnPba4q7aVdCxVmLUSZeHRAGWmvsw5t7MfhkUfBjO18VfQ8m6CLJVnfSfQRuUfwOOI
7lA86PYOnrFCnTMWrrefqFeK/aQgpYUWStHMHMesn7BF8SoU2ZwZlzAN31sMoV0Ls+1OjE7gYtPr
PY5qXP9rxGzzxwz1seqHoITnBoqBG+ubNWfpLz02k/QN3k/YPLbaNPwDI87FNxnhKM8f1Vp1d4ob
DeZ+saLZPQ08+so5mbAxelG9KTKCWPBtP1sDfgcnJTWcwi+1SMSv0WRRmcPzs5n2DZoYAqEcozMD
NcPtHqidUxbPKg/mjBfIaC2QWLoETdS46sbdWEf1snf6yTU/xEsy/gOGcngdxq5VX4bCzVyk2JBo
9MuknIf/7j+pN2IY1O9laZlNC2hoDT4UKds8rhYD1nyqHuBjTXtlMctnvIHiwEBd9YSGlIm/0NA8
D6ZA+sVFou3+j/iNhL6MJqBTWGDquVyoBa0jeVB0jahi0wiyLsI7clqirDgQz8CdGgf8hWc+p/0o
+hb6z1iQQX01NOHU37VCmT9yGZViXyZLj8SHsTRYwuMonuHGLXSnTOMDdtG54fgczLI/u27bIyMB
Eqb9pWec1XEq3f4Ytu2gHEDSTBhxQ94yj+wA7/ssjIZH3UkBc/lT33bVru6Rbjs2sBr0EmUr+miN
r08mTt++HQ3OP8WohcsHk9b8+N4QT+oxwnEE8P3bB3AV4imI5iXLUCbnEslxY6fw/Dc+5zd2T3NX
o3zW21OuBve/zVXqwKCSoAckm0SY9sxlzBUBr1tQYUrObaQNh0XBw7mquLn+h1FAzcHRg85Nlfhy
FFHP5bI4RnJ28nh8chtKmZnVWhtzuQpaQWOQLcreAFArUoXLUcYBs0HTqUwCOd0iAoADg1W0nj9Z
qdKeCVq9gL2+5Xt0vYJyVAkIxEKApusqJR486hJodZmBQAiuQj0IrxUfosW0UUa4NTsYjpS5aVHS
AZF//gf0MDMoGeHJYgUAQfrhwHvaJ58HnI+NnV5XM/gaI++Gx0EYSreRDVwF5ggpoB7JFMm7OH6r
KVoClTJ2I1IwS/JPX4xPTTP89DLnvzgOt3wPb48lyzIwvJAAkX/+xzRFOVt1T/M5aOCtIaIUhu0p
WVQPBwoDBQAq1W/v3ZtMDgE1ya2g9bsGXCEKN1u6wuTGoqt3nvQ7R3pQbNyB5o1tIjkV2EZxF0qC
2eW8xiZxwqrUvaCyYfYeIHyZul/qAMt2loVY3W5Gl7F5tFDbzPdu1S686fkMJQ9TLeVRJIkeP7SJ
FZn7OI+tBPqchyP5wVrENOxDpynnR9MWCRJXqTO4gSU90OydHhYIqil56ybfO46mfdSRqvyG+NsI
7VeN2mVHtGK03zRktbpvXjJF4ammRdxjKj9EbWBVWdIhb2g72b4AW0rETOKHDg0OOEgjNpGr7oBc
FR2/J1fmc60tkG7zSSj1gxUm6XJAOy98rW0lH3yv96bkvTU88F4SKAJYAAAMyKXLdU3j2MQaXkU+
FNGjZGejDwebH8nNDTjC9fdjHGoPslwIOHWN5okmTe+Fjrq6Zrdp4HVW/ojiWrW1Tfi1Fy+lnA1g
AMqexEGoxl/OxiAFgICA4BASrdNDHrvJzjT6rfMsX5KrUZAYlnVcCmxra2DRNDE5P3sRRFL5KhDp
PZhJ2H2qDC/euJOvl03GHZKbSjVXAkkvJzSxZh3qbfG5Nsr8m64PYjo6CSq8G4+n/MyXU4KCqqNe
hA6KCrpL/o4/ro3ZHHu9GpX0vNClwS9Rg2yxJ2yERtw25jL7DVw3XLIcpbf9PCu6Dd6o/DCX4/+m
7EsAIpuDNuHl+IaF23fZUPLDFXDaoZyL3rGTPLhG/83Nh6339PoD4n5MhUQlqqJSsi6PQwpty75E
wicU4oem5uOxhCXkLxZo9PfejtIlkpCEtrsUo1q93HaERTCdXKL8PKHUVhT/WuX4btgSfzOMW4r9
9CcAsq3eF8euEr1JFIWiXkJaM0wE0GJ4N72NUX5Xk3FZsSmkrW6KPnVc4eRzdI7KKf8JnKA6T1a+
pXF0veEp9lMMcjx0qCmBrEZJwVmQsDvRWc1y6tRlFXpB3NpbTpo3doDUJ+c6or1ESL0aJpqbvs3m
Ij4rZWx+shbDCDDbms7ukOj7+1vg1lAocVF5pRoogRGXWzvt8n4pWzc+Iy867lRa7EeEbNMXJGfq
jd32e+NeHiNXMudNeZAhRv3GEf1xjBujRcdRgxU7ppU57HvPrAe/KWuu3NzqKW4DV27yH02ppZrt
axqKjP6UdxAHrXhGzXex3Dh/6kAd5I9iiRLtaC8lXPMSDxg9MMZsiDeq0je+Nz+X04j6ONfcOrcB
aFx1Xa2l596khvigUZc2HvqlIe28/xmuB5JRCgAHHZgNL9Hqi9tmsTRNFuXnxm0rcoQi+2h5yZaB
1fU9JpefjhtpCI2XdT6QZSauG2gxnPtcjV4QjJR+ye2AsK0GsxYN01Bs3Ny35gWaECkNcLI0S1aH
38RENcVCFdJuvyDLhQRvckjC1Hz/JeOBvZQ4YzYxaPfV+jUp3rNG4sDspz5/pvoXQCsQG8/A9Vmh
LwJ9RYaUOsJVq/e78YSjVWZfnfWJ5HrXuFOK5Fev959U8LNbPm3y5F2eFqmqwh1D6OrQ3tIvT2bm
LHOfdHCD3Wo2X2rYCAuV8l4pUAtpEFzUQFPnP+OxKCfQfROlKO5ztA3evTFlwkWOgJ20hDRd/gpH
CVtyBgr2TmtHvrXkyhMam8rXd4/CSwQ6ALyUjKLlyv9xM0xVIorQtsJARJn2DOmk83EWKDa+n4zC
/1xR2WtEkgbiOg8ScITVioZurRbhCIMcYYtenDx4VfNDVKhD5qM4u4wPsYssql9ZIV699ycol2k1
tNw5FGrIDqAyrLaOakcOtmkOFFsndZGJnTRq7v/H2Xn1xo17f/8VCVAvt5pmyyWxE6fdCGmrXimq
vfr/R36ABxnNwIJ/2MVmr8IhRR4envMtmj50qPE7cevHXFaaPyRSJcmm37ox/PoYMnMLMjYUQUoB
EPhW75PRHfqpKIoq6IpK2XX6MO50dYo2utRX1pcIpi6B5RXHt/yKf74ij+MIK5W5CvJJq7+jkFyW
u7IT/WG0eMag76ztpjSxv793aUE9L9hBcjNCzVqsYpwQmta0sg2gmv9N26l+1opiPKhLFzicnfQE
OGjYdcJ2P7098OWioiEJipAthcYHva3z6Q4qhg6oZ7RBYni4/kAcfGy6St/YtOuYvUyLJh3mhksZ
gjfz+Si1Ms5OadYiwMmtu41dGnOy04ZjqufDbjKN9PTeWRm0yzzyeRAgCPisZiVz5MtAhpeBUCmv
W10PYp5y7MasLs8DBFy4UEv6yczW4Aw0ql03Vt0miEQXdr5uUcTdNbY9Vnsn13a9epPMU9vetlLd
ctJ6veXOz+LCP6cZyJMS6NRaVKeurVQiANIGoZz16J7/++VEeXQ0F0H5vQYuGxEw0SzF3bbUhW9n
3lTfpF002kE6112242Gs6T5QDHwpmCEPoNSD4HdQJndOj549yfxhXqrQkQ9/s4+PhUTl5lFL6um/
uZvM32T/fUUB303R+Y3CMb1tjdxydqqlUMhFALYVhxbb0RwquZaEp3BsJNYNUae+dNTIKa7XBdpK
YDW70Ue0uhp2iuqGkT9iTezshrAw7LspzL3wYR46uzwSUSdrJ6xhyn2CVCpuZNpZGirwpY6yM7zv
9vOIGrf36IWY7/iJ1OnsdW3yn2GMTvy3MuZu/mIoZpzegBurG5p1eFGimBb3n+rCaMtgVBCF3xdR
7Zl3QzWq4d5oojG8Vc0eAwEXr+n+nlaE8TKGHutWFVQo9kgvGHQylBwlWKW2rW8gXUsRjKLsv5nC
qP/ojZpY+xb56mKXiWma7uLcBcudWjxzgxIo3XtlFbmB8GsiPcWhB4jX+i6yK+FFWthQbc69Kcgy
LHlt0Wkvzdypt3gNVB+bFgiFT8l7y7hnnWBQo1ksLxlzORhges/PeuZUhG85tQFpbeqyZu30U6/t
uuFq8KZ+3iLiXMYWMiVE4qjc0pgnLzwfr3Pp7NphI4IGLTL7VA+K1d4bc2Fnu6Rp7E9xmcluo9J5
ZY4ICyAmyCW42Huu5hiBlcLJboYcr3EVIdvY+orBay0z5vdqrLGczA7EoUZIgwi0unT1sJq40CHH
5xb3w9IPa24apJS+VrVX48LgZfL4dvC8sqCoLFvAdRCGXJDz5wtaQG+dZ2rtQawCRAQpCuVuZ8Vt
aRzCyBQeV29lbWkAXFnRV6Ua1hNxHAhp54NONFL1WDh9kLrYuPuJpoYHteuQUMog2W28iC5naL9e
RmyXxal4LfBilbHLM24cAvLe/IlnMIbkMB9OcOGGjzJLtzKXK+MtWk0QPxFxZW1X+WeYjYig6foc
9KbeRH5SYOTjSxXOuj/HRU/TSBThFl71ckXxxYTXxz/kpLC6zleULqKC80+vBoNlV4/5WOan0o7i
ny1ReuPhd20oHmVoNwHGgXW1ut51oXcm5gx6gJ588qNSxIigOg38oLVKuZGwXI7lLOzZRaWEbiFY
9/NpxY3WS2o0RjAbg7wlrdHu4h4rp8FBauy9B4F0heSHgg/ZEYov50OZzYTCSBLbyKLkIc8GOd2X
rZ49z3oXH5Cx6949HkhSItkiYLBoNq7emdUUo2NuKnaArUnqKzFCG0WmH2tdfwbHIjZi2Ku25XkK
seQOvIko0i0kttVLQlpDrClAVIK0R3tvh65An+/ysM6V57DPwxFMUChU6tUZhfFRi9CJHk2zik6K
iovel3hUq/FI7df59fayL8u6+l06yjrQFyhW065abVxKcJkmS1QHxg5bggKHmqOuONFGtZx2zeU4
lOVpilGfhIm0FnhEYUFwV3UxuzYG3VQtYoQ3NjYIxifZpILWZtvZOHeUOIB3pykEdLUXUO0muhx2
U/8cHCOfD1ldS2ePeIKhPnWdi1FiXLrD52rOXf0lc7Pc2LO3GtxfVG20joOdu7R56VAoO/pHdn1X
yzKE0jAmZfOjG4RaP+RGHEZHYlRW7SO9cz/iCZx6h3AxSnqx6UTf0xUmduiolav4NiBOfk9/pcKq
DYG+4S7zzCa/I0GpggooF/1kEn9lhx+V+1I4w/iLxxlYmqmmnb/PdHcwfZqiib0DmxEZPmYkuHi0
o2H9EXnYuDcgZwuwU+U84AwRtdBPWzdX5n2MXWf+JzcxmPiTRf0sb/vYyMI9jXHDDIoQMOBxljEx
XJVpMf+tavyMPsBgBFocI9dYHA2wFM0vkcdFcpJqUXDPhARntO1DzLk6CvIJVx7knP42h+sd4fKu
1+kQ+QiS5d0Nj3qz3qdaYX5wqlR2H4bEs78aTtlOR7zGaeRniBIoR2v0EF6JwXK4SBXUIT1I2wnD
fWsU8RM2eKV3B3oHV56mRQMbZ6No5P01O1+oQOX1LifVEQcen05x64SZMHEiHKrmEMpBU++7XA2t
A/xmoGcxChQwO5ymwCbTEYaDVmQTd+Gx9FTxiI0f8oNA1xTt2MPW+o3GqTLsGjJa9Z6OuxVBHfVw
7yrFhFOO6irzfFBi+mT7xRnklzU0WnNS9bz5MmG34wUFdchvXpyZDW//VI9PRuHl2sHGgqp9mUdo
RxuH5vVJszqbwPeXKqsNToJjcx4SI22sdG3myZMmBooyhZ5UPxNtcR+3kD/+M7ooLB8inD9+63Ha
3xkJn7fBpcXeTxHdnp1hZZV77KXqPZuZEaU0hkmLd2Zual8cqVCOrkP0UG7dcuCwIFXThSdPaNN7
JR+oAYElIGVEFY2C27qI6EzdHFlWVQVGUhSAlcr2g40J1cYD8UqEoZlqLTQBahZgxc9XSxNhn9lt
VAedCQrYntv4ENZNezLKTVrRtaGY0PKIX2oj6xd2XjgxVN2pDqxpKLGmcsaPc6ZpfzzFdjcqJFfi
s/Oqd0WCuJT2VvG5SVvyDdtrgtYbzAc0SbSjGCrn5r23AO0JRPjQxYOMy0V7vnbEsR4zwLwJTCcs
70e3Kk4Jueq7M5dlFD4P+e5SU1uW9d9qj2JaYjLSJqjHZPoQRa0CrDIHQ4hW7P79EzKoLC01LOKS
sVq2IuoUS4/jNqilVhzcwhZ7UsKtVOzy49DB5MlnQDCj1rn27PUUlIIybWyCeawcbm16LX1oxhu5
w2VCyyiuSyZmIHoObOZ82RQKkGYrEqpGNC7vUSyeTpMGcXJq9f4upqZ7ev/acU6p+dNV4M/VeKEF
qgIIXRukNr5beRUZh1rt241ZXVs7E6Fiw1IXEup6Y3dTXkpQA8sXStJDIwtQnrWzhQG6PKmL4QAa
8Ww7lcfA8iv+2XJcJUDXi7Tlbpb2XnWkd1N6Wr+TcxVuTOiyQMVQVEwJCxRPiUHnQxmdQfaTDHwm
8Fq7oo+/un16mgfN8NVZHUlJSgP7Ne357a91bYZIMFKfWij8aMidD9vldlaGtt5SF0vTHSKnKg6V
eLOS1m5txGtD0djiucpwC7H3fChFzj0+AriZWoqFIxoizrSH9k4xDvu353Rtxy9xdXlRwYK3VoHC
9mLFHIeiDfC+fnDQsgKMl0hENIuCiBFuPYcv2ow8Frk60PiFt76oCq/CX9GlSiJUxhuiLL3Xki7/
ELmOvFE8PILNqfT2uSTNVHg1fx2A5T8OcYXfJg6138KoK44SXMMuMiDAeU0mfSuMlI0A/epZfJ4L
0K5CnHLJ00EMrcFsoxj1XEnxJgyLrpqPnpWRk3qZ6iU7noklYHW1TcOj1YBm992mjZV921reSyyG
6ac7Z/bgx4rTWn46mNVwoPxtj74TeQTGRLcQyyqZiO0LbR5Gf4QS3/k2vpFPSccLdu8MqZWi+tNV
8canXvbMel7eUv4HBkjxeO3VTHoYdipg2qBBz2nnxoM8dAWmjO/eUAvYChUj5D3ZU6uaQBK7ilNZ
lQimUO/2Rhknzw1SPJg2tNV3ZE55Qr9/QAKOy5g4RlDYOT8qgHlnS4yuCCIcHIAXYzyZ1qP5pOPm
/VdLw3AjV7w4mtqrwRC0Y2IpUXsVsxtelUCSpj6wXIjvvqHXhO65xY5yZ/eO8ent2b2Kep59NUZZ
6n9o870ysFYHtKpEaDc45aLArbXqY0P7eYBL0BQe+C6zrDU/Hibd3SXwyZ1DZzdW8QvrxwqN9nCy
tVsu1dG5mzo31Q5NnGb2t75CxM2fqqZAy1jYLa5IjeaE877qwt4L5jjEmI6ngJ3ooChA8jd3vchH
uLodutkPWqsMvGeiQcM0UcbSO9VFoclb8uIu3osp8qisT8CE1Y/jWIfid6zwZPxTYirpvZRGxWPI
VNEhvtdjO5NPQ9s5fywtKn9Qkl/6X8DkUZtL8kx+T7k38bNvjMzzc6x2w0Nq587jCEIl/2QkZvoL
CoD72VxIQR+9abasezl3+Xhfj5Qd3xv94dqAXaHhCpyac7Qcr3/utxH+CrifXgsasAIHz+t6P0/A
8qHHv8UBu9xiDIXmL4Iprzqbqy0NacrFYNjWgiLN089NqYg9JTxYBtJI842s9+ICWErpZIioPcFf
5PVzPq1onDCnLjstUEbT+s8buhiKZ+ean9A4jE+lVptbO3odhog/CyAd6btFm3ctvqGYnQK6bjaC
hPDRHMZpFslhnkX6UcSF9l4Be6IdqQg0Qh51dOrXtacyYWs0lbCCLInUPWqhrt+qfewb6vjr7ZMK
tu5yZiwk/jUuNxwqwKvQ58aj5yEIPQdkkEr8U+9Gr3+y1WmYDxTF4GSEU2/EO6F1jfjUQrf5OiPw
2QdFAj9oN7DB4T9Q1cKoVCbevSjNnmpB6Yq6fdRBanmuL5Synz9q8FlmP0ISpHzC3DKpduXY2PcN
9fsMND7ag/tZG1LbVxxtgrA5Z1AlsqHDIChKkE3wazOqR2gpeZQeAb5M2V6wKOWREDPpz/NUxc7e
1SbXfZJmU6PekHWWAV+hcIHp9znGsB0nTNzzf2V+HBV7HJ+I+eG866UFN0htWhF+jw03/oEyIe2r
KJ6t9Bh6/aCedATU7R+FmngGYBCvUp7xPXStg4LZa3S0rBnoKlaUmbdr6NjjHTzjJ39f5a79s+hl
Ee6GYfQyP51HaAkWD+3/1I62HnGi7OwTLkHlsPcSK9FuNSPqO6AEU0oOUUAB0PapU+QpzmndAlZN
al0J/0Jy0Ew/qazR3osSjatjYaRJgv31FH/GGB0zZfht3n/NMCvzQ17V+WONqugzWQx+wMU85fEh
l4rzo6f6B/0vRK7EH6ye14nslg5VEifu72xWJ2onMp0Tf57UWj8Ktj7WvaES/0YXKyz8BuwRbtZV
kmjfI2Xoq4Me59I+pa2c3Z3XJWq8q9w8h4yN7Qhs69FWv5J+dN6HXEf082GYZFYd3TyV6a2LPlB+
VGN03rGM56E4+HqvCfuDFetxdzCV0sOzOeFJBdNzSqGFvH0c1giZ5eDR4OMfAGX0y9Y1AgjmNRRE
m0dH7c1cJG6HwbARuyoYgLy0afTw9plwrej05DQauDDs+mZqt7CHr+/P8wuUZjmFQJTTKI5wa58H
OJhvdJWgVAaaJQ33CVP12LvJZnKJnSkNtT4p4D+0O7fuk4rks8WCkwqK1SOwHUXpoUvLsf+A87pb
nHKrDItTo6iYKi+SNO2eJpwV+71e10hqeaXyvQjryaDo2Wfescb0td/lbld8TWTff+VyxvXMkaIw
933pZeNO7RVVf2qqutGfuiIzftoR6sZHZYpLa1fl9dDdcGqN5MGsuX4wsp/EpPpdWUpQ15XWpBu5
zeVHo6mq6jQgIKTw5+ricYselaI2x6u4ypzMn6wycz55NB3D2xFyxYytDh3vfVKoSoZpeougjC9l
YXXf3t48F6kq1yusb4AO4O0gdqxyrBqeXpSYnReMOBbsOupcdHTNLTmX5W853xlk969ca/T0oOKs
rr7Rw5WuEooX9FmvT0fgozhFzioWt66wsnvDLI3iEPWhcDZS1stl5glJwkpat/C819Swkub/2JZq
dtc2fU9XPjl2miMg13a3DDpjri7KfaUmJ6vuvr69sq8t3PNJL2NTMyNDdxfw2Plx8OLRlYALsztV
hj0VX71vfiuumj3baYTEQ5So4iWtlOQreIK6vxndOK53ioLWBNZFlXU/0TX9Dr3AK4ELl4O+d4Hz
igNCm+PwEEu1S45v/+LLvUATY9HAWaBRgG5XexLwc45BcZzfoZIrMVhvxlNGfX4jXF3uBd4rHq12
5GUBua3hr9QszDlSmuJuFko4Bh48xheNmlNytBMVs+nq4I3j9PHtqV3mXtSceeIDeIF6T5vx/FvY
dafWg15md3gFOIdqtPVvjlEqxMEm/WLadfVeLUysfOi7GxACF1qicYF0yywjGaAn32lI1dS+SYTG
oVXZ4tNd+WSv+iGLaPpCC1ulyjyE43Jyh+yuthBZmyR4vioat8AKl5+MKjcVBOoIqDOQvJ6vnpdP
bjSDUViq8dONVkfTh1449cdJSPGU5Un/y1K78eW9n4wFpBlM3QmwIKLs54PSCDClHkbFnZtn7Smp
I+2ri+7Vb09ptH3V19pGen65lIjUIUitLZhg+AbLU+GfV0dH9iQkzfQ7EF+1n8wUP0kzi93bs1r+
lvOgcD7KslH/GSXTTHpDgBDv1MSMP9hg3JFGxxddgPn68PZQF5RU4IeYvvIfhOOosa4rQPGQdtls
T/ndUIj2PzuVHldq3NUW/bVZZjctdvHh0a7pUB3m1Iybg22LRPlEYSlzd2Gps5HKxBvxa8oLoOhF
5PQvll3XP5LOy/8S0g3kIybagYYwRXsoVdlMgNiQDHikfjYApek1pd1NeSMjvxNmke+KMowcwG30
lvaVpgjjgMd29VOp5SyeZD+k0e8IB/XQD5VcvmCENqaPFO03XfIuvgOFRWuR8KOOju70hdaINphA
yOI4aElJ9laM7oWQrX6oazt97yd/HerV4RA2Cz2v809O77fAby2KA2EnDiqrJvlnGP8syJ9Pb3/x
i2fRMhKXOagpWmFUh89HyhIrNb0KwoTA4cgHyxt/tZ3IujFTXduPzSQhgwzDnTt57UZ8vTg8ryNT
xkdkhCzCXs2xQLPeHWqWc7Q694YTpp46cL4bt/m1UWgYIGKFM8XSPjyfH5Z5UE7nQrl1o6Z7rN2x
fwir1HnvNchcKK4jALzchvx7PsoM/lEBfazcojedPDbVWN/lnbWFyroyF4sOAXFmuQUBvJ2PAoWK
9DiTKP1gG+CckqqpP+rgeeybt/fERewGmAsnnhaVRksNjtP5OGhnDChypFGg2Gr/A+l99zvOBh2e
BnKcnE9DVYj+NFtZuHXPXzlhoGwYE8Ylf6zxpbxIF1JPqEDAaxeYWRLX2MwXLSWB1vOSjWB3bTl1
ipLklhxmHquraWa8Y0dQpoHoHK8/0irTq71V2YSct9fz2kAUN5BrQ6FIJYKcD1SHWVzkYchAHmba
CJ+IG1rN6cv7R6F4/MpRWcopq+lA90QxuBiiQDrKX6/R00Omh1tMpCvhgp7l/x/EXR0n4jsMPNC5
hAt7+l54gkKbFcr+Btpz/LNJOmPXaHZGiDR5yb9/ggvIioQC8uRFt1mlM9FLtwIyXAvv6HAj+g3u
4BuvrGubn4ABnQIVI1gxq4AYIe3RN3EbB5oziWPVV3Lf1M9W84huvXnMSYQ3pnVl09soEC6UU4xe
YKyc7w7aSxheWmoS6KFp/vSMFt/VcbRn/UCDY9oyhLjyAclnKVsvOHXq8cte/SeZaMcIYpbnJsGU
UPkaZqQ/8MGs933u0b9RU+0mpGz7JU3jNNqY6JVjQNBCJxavF9D/F9y8UmmElqHVBclhuEHFgaeL
VUUbp/rKcmLnRMJJzxv2wrqF3yDD2KUJxDOIldpJtcbfBsCxQ90m7vvnA1QPiVgIMZRS1kCLJtbk
ICcnDUZPNo9ZXao/wCOlG8H49QefpX/4OC+0v6X5DWhrfU+OHbFyqtIUNpOj4AcB32yID8JaOhuj
66CURAyn8TVHhmJFu75TppHMCdg7vc9RGfE4bwaxl7pN6W2OB2Q3jdSlsKSjK6buW7P2tLuqjrtu
H8qODpAK7udL5Xrlf7Joeig3XmK+zICjzIe0VRLTn7Ehnttd1KeW/QkuO1lgkfWWfrQ9q+1u7MLI
m49lNhtf40gF1v92GLh4l3HBwkEAAk2DAcuAVToMrJ+bOBqwWMWPFK0cMe0FPoP+pKiPiSy2+IWX
+4nUA/MlkgfqEXDDzw9MHdMxSZFVCUQJV0BN0aXB1DD34exv4UIuDwhDobZGVxEHJt6c50NBZAyb
toZl1aPVemytPDrVVfnn7eW7jG80LzwUHcA5snfXAqytWdlhrqCCOhVucjC9QXwfdDe/r4pK26MD
Ozxmcb+l/Phq5nS+idm/lPcWZAAX4Zpk3JnZ1FDXgOsgsty2/WxQIvGoL/CUWyUpRRr7mTl43qM2
6nHxEYWs2gRqaAkUFEpVDePPOJX26hcl1bP5e1n1ykObzaXuj+zeZEe5u/1smv10X41wCyFLuSh2
RaIshT/UoY6ykVnC9lMrkX3LKmRufYEicX+KI6XYevpehlho/YuMANUxkETrwkHdDiSJdtsGVu/U
lh+7VXc36bH6JKNu+qL2tTx1XToPd0U8CWMjXFwCbMlEORoYzlGz0Igd55tI07MpN9KeFq+JGNt+
cExBu8iYFfu5Tj2Zvcgkr8V9kzVu9czST9GtJrPyL4Du2PhqN2LSd2pCCfb57X13ubkXpy8o5uQ/
VC/X6YlHxup1rigCaVCv0Scxf9DQdfjv7VEuTyusMg/kNA1nOmdr65LE6RPwW3A5nQkIv18DGU12
Y8Sj9gb66bzlVXEZixZsBlrTcHQX5t5qsdF70Y055DBhHVyXB9NVaPdYwGfr3Rzb41crM6zfb8/w
6pB8VpvNRVRaY+7cOm9HDw3ooMXVa9cNqn1ohNsfq7J2D02abZkfXR1vkSgCO8SluiYJ2lglFMiB
EZTGIayP6RCHX/SsLJ5o/HLFJC1tlI2L9cqQ1G7wbodZzwFaJ5lVq2q8c5I6ACEtbpS4bXe60cY3
2Km3+wzRnY38/MqmgaGOpg55A+jXtVYKQma1aNy4Dswpa4+alk8PQ9Y6dwIhu63jubwEzwPhQmYl
uHMUSC7XvsV05sxRtSUIQz0CYZJKa3JgFbj2y4R4qgxSUbsfO3OoPgLLp+eRFWzbndV1ZnFMDAON
RcsR3YTxnRjKw9tb6/JqYA3oDIE4ohwAze88dBRCZBml1jJwm0Iiy2scRJE2fylwFbuxpRizl4Oo
N/Lta4v/76BL3PgnIUUZVsxdCAtOxdvqKPLC22tlhPKmqlX/w3cm+XRflVQpES4/5Z+hJoT1Dbgy
UN3NUjuW3BeBrhZyj336lu7Ja0l6/Z3J6SnmUleB7rCeFs0u0C1aGYSoqye+oyrIRkZGODxyflnc
FsudytelF/439ZU73uvzFH2nfmm2fpjn6Xu1kL1FEYNOHwnM0rJZJ6tKPHiNFkLzr9GK9JWOKtrc
Je/1Q2YUUEKLoB1McbCaqwymU4whRi68DGaRYTRqmQKwptOc3t6nV7YMKYS6LC8JDFHw/Dvagzkr
g9KAo46EcoPO9UzgK+dAhsTdt4e6cmstFQlSSnIWlbTzfCi6wnMfmzb0b9r6wBRqLLnr3HqnVMCy
bLB5qeugc7cgGM9HgRwlBCoWCBYMDSL8Sm08yjkT+7fnAouOv2e1KSmO09ICuUK7e10fL7zeCYEE
DwHmVPn8PQHiPv8woDuIe6OIyrzazQrX97dcZEpBxzepG3Fw+1nvd+WEJegnddYwUMPUZuwPdhK3
Cp1WjCZv20GZ9P+KrDa+AAKo0hPVNhzm9TRTtZ0hrSbazWlsfFbNnFeLAEniPvCYT1FztcdGcw+t
1QAm6vBUsG/ictTau9bibe9TMCkFilykKx9spZ2rxLdSLXEiXzTAPVNflKkSnyZHj7R9PqGtuq/c
3qwgspT57Du91ebgAEXX9T/Uqp+cG2l1RRkkSq4mOx3F7PpkWkNPiA37TkLGi5tiN/URGIgwB7Ja
97oWP/dl4VSHjkTS8w1NWNGjxt0kd2WaTvlzFAHRKv1+TPTET1V97I9oy9o93iGhWd6UTe7Yv8ta
nySsMXeqb1HQLM3nArEx0NI0ep3fqaVGduCklVoc4GEk4R9m21o7Q7ihDV4kNFQq8GWP0HYiPSTD
ZqRyjzVf68GcIhF9cxu7/h4Os6AonTWIkLaUzZsTtqnDj4nSbr23PGmb/ji0+JM7iak0N7GpyOTJ
mVByRdIRP8jWN7Dky0/IQepfo36EZe3bSZ1Oco9wbqf/gUZM1EKXDUlW0efOZylnz0JztwXDUrbo
o2RJiR+dW0gHL4zYFjiwY/+WFw9zx5v9FKphoftaNY/N0QjVRtlnMkycL+PA3e4PtiHmJ7CfjcNK
IeC0A805ad8bgyqu35tW8mM2klKHHNSb9QEJHtf5OumlfM7VHH2ZLmvF/OCpschPHdof4wH3VW5K
35Et3Gl/bLq0u02jSuluRq3ukXZ2PCIVdE82nV8DJyh8g1xuOGJ1p/8ZDHuOvrx9Cq9ElEWMgLLq
0qK66OKbbNuizJSaiyFFoV/MPUrPUdV4G0nUlSDJOGBJF7Q3df1VTPFQ0i2xp2yCfMxgRCPfjUTy
JCEL+dRI6i1k6ZVp0bXkhQyrD1DJ+tED4WTQ8UFsAqhqzV6Nm/BFh5GzwaG98N0lUlKVo6xDgojD
3hotb9ahPcY2spXANbzwCXxM9x14ufacA2zrfkZ05OYPZLLFfDPVJY6PVeo1bNm+lK51WxuplT1M
k5s2O6+moRy03IbdTukc/Ssyfrp47KZhSndRi1fu3k7MouExFIZ/k6jPUSdvFCP9bHWzGn9gxxvd
QzrPtrxtEwCb/mj1EFFVpUMTFaEAN9lXcBSK27f3z1LGXcXwxQp62UHIP1yITmqd5rW2OQE+N2t9
UQpHAiqNXFqCFkB0JVMRgy1s8EdqbEBjsxT7z9s/4PVTrn8B9QNYEbx6wL6udpYFMWJaXAcCZB1s
az/OXv0hFEpa+Hkb4ros48xTd5NeW/euraTznSznut0b/aRrfpUVNAcdV2kNHt9Rme5spQvloTBT
Ye9QqWvikwzb5IdsxvlDAdx8Sx3oyiVoG+jucqsjjAig5vyyzVWcsYaebH8Ec+Q3Vb+vkBTbRaK9
J9u1NnKVKzk1zRq2LYQVjXFXuUqGOq+G2DLKVM7c+ha7el+jYT/TujHn+Y6DtNFWW56c669Dhgf2
GYgXRatl+v8kubwO4iqRGfElm9QH3ZAlXEXRIXOfNze4janBlM0uyLjO3tiZV0IAtj5IrmCQQPt4
3TZSejtCrC6vmSr1xhw1xX0Tdlt8matxDbIMrTZasZeIsdIYURIP68Coyn6nCDwi57JV9q6ajhsh
9NqE8LqgMI9ZEYX51VIKaUbU/xkqcsOh8Y001E5lZvYbX+zKhuQtiHAJSkMGBblV42aEiotim1UH
Mg4fIGiU36Tp/jXQNLs1xyzav318LycFOYbigc434om9Llm4aZ2iwOcI3vNtfpuDVX0YdTFt5M2X
c1q6DJTHQTHRYFszV5rIBJiH6kpQjln4a5EpB0Jj5/WjFpqhujNCT/54e16XcXE5XRwzuI+UvtZ1
zV5DJXzIRhmofdGMB2k2crgp274wD32WR5EPXsBpbirHIURawjXkLlNkGH5++2dcnnfK9MyZZwmw
KGvt0Nuq+qRGatsFfZniJpqr5iPoYn1HLe5VnS75Hof2tHHyrq32IrDGNU/hGL2H8zMfeXofRlLr
II8M6RQ0qSrBqXmpEvn4tQ7RDQjSesv4+DWDOI80C1t+oczjeQVifFUuaIAxyQwSTcBNGivPXiJb
5QVBCik/QiTqo8+VN8cTELSSGhWMZNztZ00qage9BUzmLtdMOVNlKOofAJ+99FuitwCWW9xdo4+D
7Gz3xHPS/KGGXZTA2qEo/JKYveLtraHOx0clnJJ2oz5z5XSAvkMOm3NGOrOWIQkbxZt7fCsC18La
wh7y+WNJ9WLjDF7G6KXUBLoecBQ75bVa/k+M7qBo4xgkZdDw9NqXZAzNLiTx6X1VGMlXqxjzY4TQ
052Mnez9bVQG5xGI2xvVNaQYzjdLbw+dHBUhgxkg/Kmk6OPbDhpSb5+DKwtJ9xRIBPAV3pzra2hO
FFpFMaPYuWIGxqgVX9Vamhv54OVlsJTSF2VbVL4WdvX5XNzRi6oytljIMp2+GHY/PvA61G+MCn+I
/2FCNsfrFS7Dg/18qJhYMejClEEP3xRZAwhnjZHrx/9hFEqQS+kTHu26FClQtIsLI+4D0tB+H9XG
gHpttVUJuPpxwFKC4wX7Tb3mfC46m09P47oPkN/2jqk2iRNeA/P3t+dy7eMsTTqXmw2A0QXsodXa
NO7cPpiLVjx1vZ5wZzsV6DFL2SigXA5FuQlGG/1A8H+wMs8nFMrKEXM6EPylVt4Wppv9DoUOZYL2
3cZtfXUo0MF4TS2dxrXyL+zSqPcEuCieBX8cWsB+bDXUBnplyyH08ivB+aSU9rrjgNiuvhLAqamr
zGQRDEKZY1Kq3PfQKDm8/ZUu747/h/wCUE5CfCFKEOljmOKhMgRS6nLeFzRWTvAsKvUpifi0vJMa
M92/PeblJUlGDaN66eAuUOfVfQXeHtJBzpiuEPbHye4nX5bNYpyiZ4Ft2MlRcauto3VloqCmUAxC
RZyMbt1Hx8UDNQ8Y/oFqdMAZY0R7c1w9nmLXbu7DSt/yN7yyUXgOo0u7iGYiRbyapO1MEDp6dwgU
CYNF2ngreWEVHdO29959a/Hy5mXMg5/yPRHxfPtnqI5AtCrGQLh6dQOHYbyFQbqF/bm2gFA1bLru
aAWp6yqlZfbwH7J4DJqqsyv8QjLccyqpJ1OQ6I58KeZcfz/GYuG+UcmEbkcyue6+lz3tXjttEHDO
QNiGsCkRrclyM9u4rq59LMA3HGt0npjc6mONZpWiX9+NQWhUbZBFtn4qDbTsUQxqNjb/lWUka6JM
Yi6iVf/H2Zn1yG1jbfgXCdC+3Kq2bpXbdnuJ7dwQsZNo33f9+u+hLz6kVEIJPZlgZoAEZpEiDw/P
eRcaTrcfy55peIjKU4O20qynaB7SY9S61SEmOJ4Ho+h3xtuYGnUgQiP4chDf6wZeb5Wq3SD0Gaj4
LPw744KFhKCwiisPAGvnPt6aGxJZlil5RZTm5W/5T2LTlm1Ysyu0YKpL5eQWeHfnZpZ/KBcU9Gux
K5J8H0hoAFDhAhEGq09fg32yKOtqJadtpqeu9V6l5nnUyDe+F2lePgtAp5+yGf2gx9HrPi7LZiju
Crx1TSnPfjvJcgL7hh3UGJB0qyctURU/xMPi/OZReMBL2Ct5NLniCoQJ/SVZ0hyjWrNemvmJ7hDS
EwiG1MObX7mgQVAAYwwAIRRjb6fT2Thr5A3HujF6OGCaLT4uitK8VZUGlBSrRuOfxqJKs/V2FHy5
zCTHKC2oXHIaXvDmUSDU7Jel+VZhdu4UIOyUCcEVQ2Bc51DUpLQInvEUdMDXfViRBb4zWnZw7Kj6
H9YOjIdL+JVK3etublZSgZ46dQoW2OV+L5QULQhn77q8P8GyhssgJO4k1GuEYNGq2tLOqNiz3RX8
LUfNV+Jhutg4SJwe77qtoWDrQ2cn96BAvdp1o2tlplPVS1A5Ll1fMo+o9yFvjOllAP/495tHM4Fq
oAUs5SyhitxuCk/HPozlUqlVeUiNzXZ+bMfRPWPX+FY5dTYFsCoU4gkX4EPWBPG2Sut2TEc1aJrQ
O+rYRh5QtyrfvnwAlzlD3JO8rNbgmw6x6KnClgeIY1Ed6LOjjZuL5WKkyp68410UopfL+0BWcngt
6Gumtm5ACsG7zAlcytQ/pynujtUYp58ef6H7UWCBEFpBFXPhc+3ffqFwNNOoalDIbKa2uVD3X17c
roJ9+HiYu21n4EhHKIXOLMHf66R67DM3G5WUUoLEs+SxhzeoUWOSY817G+HuiuIoOby8aYTz/0BJ
3c6oN/KpGSxvCPqkFV/sIe2PXbZol1nNunPblntg+vupcXSRF6X5Du4JzZjb8eD2Iz+RaWNAg1l5
MmY98ce+is6T1u6cpq2Z8R7hWSJ1tTlXtyPNNTTA1FLHIMGM+kRLizZhPJXnSiurb2ZU7r2If1cK
bgpAMiqRLEnpedrx66k5vbqEDsXeQHRReIhgg1+dHKG6vhTlOxes14+0n60rmnYerGrdu9AJHS8L
kLkg0fEQnI3CfGeo894pvMsKWGWcMlC01PjWlrMqTEWx05e9oUxB5pSzv5jGcpzKrnwfVfl4aFBc
++yk3R479546RSWMG9QAP4QrCL2Z2+WfKquuIYPpQU9t3vskkn7Ov2QG1NzPZQkF6kfoLmZ2Bllt
6i/ULWYUXrraba9jhP7zqRWdJbDgaUiqvcbUPniI0ZkH8FbmQjc7x1N21KtQ/Ooot7o+Vc5M+cdW
QitLsRSdVKj0eZI3h2hsY++pi1O3PvV4BBfveoxZvG+zKKvkSA5ctj7PvUz5WSFdHflxzWk7ovAT
hT6OE7MxHGuqU+JQUiRt3loSYHXAa4DPkyfhjkJFjT0fSGeMwEUCVAU8oPMeirEOnowiaXeCyv02
YDCQ4BC2eK3zbLn9ICJzWiNdHKl17dl/GZ1bh5/qZjSLox5aRnFpTEtkAV3LeY+oc1ffY5q8k0By
kIFQ/lql+LVVeGEyY6eRNK7pG17aPuGUC5St75uXtkcD82DVVXsqU1t8ehxJ7wM2EwVny9MaThdT
v500QsD55JqVEZRIhhxgzQ7PuV3OO8TH+1DDKKhF4YYCzp7RbkfRq2XKdBGbQRTqc+J7pZ02X6h4
Vh6jwVNHuiYfp50UcuN74oEE6BdzD4oV65KipaBHOo8MylNw7g+LjeYXzUalMA+VPindIUPMJgS1
R/x5fryq9/MlemN2Tmnpt5fH6oNWgFkWazTNALyWbRybMilnOpz4CpyiIsqFbzZh3RwfD3p/cwAJ
koxDisTS/Wf1KT23B5gBDRxck+c+t6HJMHD6n5Pc3VOmvN+wsqvOe4aXtglKf3VJGdYUNzXdDBQ2
cT02dPGhzqqv44KGvzlEX1sFJ+dyMHd20f1epcwu1R9IAHnGrd3UpYTHmBjgXmYbqEeCx9Fx6OP2
rQBDCiLgBaQmphQJWvP58TRTYa0hMTE6bnuYKiO8dGZo+RVSpTtf7J6/zyuKNAZbqN9J7Rrm3po6
6LeqcYNcDfP6327mfXBIgVwBWaHX7VwAPwtxzsM8do6iCQ0NjXPaEWiyWLl1mZKwr15sQ+h4kfdU
WZ4KQ5CpEsXbMkNapcICrLOaIt2jHsi9dHuVy8oO8ZIKEjDmdfdsSrwoy+vCC8B5tVOQqqMFtwJ2
aHrMRluLr4Vbac0Bx1y8bFwF46lT2xfh18c7/n5DEDERRkWBSPI1159qRODIgdIlgkQt+z/CtELD
D0bKl8ej3EPkJTIRECQ9ZLY8l/Vt9NLcUUiItgiQleVQAR3DctuyMpyJ8oFy6BP+EQjippaEf4wF
vpUf3d5AvWcG4TU8K30zPOtNquxVhjam71LuxY7JApwHV+L2d5U5vh8L8g5BPocgEngze5U/1vn4
ZrCO5GBIaQOQyLJcvjru3VzGYYWt7hVJ2PSgTW1/UWqEXh6v813Q5AzAW5JIC0ozVBhupxOOWYlV
SUVhgVbwB6+O2qcKAvN7zcm7K2733Z4pw10UY0C0SUBW0QniPbGaFnmushQK5Uhz7L2XqMPT54Jq
VVX6c9yhdl06Rfqv2SwzOkBsrp04c/f1aKkDWefG5/tJRt/tdFEUToVSgq/A7J30u6Ari0aLlxY7
ac3GsnITkddKKRiEald3b1nkKd3VjHpeFy3KOdNN0fp6MpQv6M1FxtkyomnvfriHMyNRilAXLfbf
3bx1HRa9UCy7Z3T9pzGZhkNTJHV6KobIe3W1ydF81+3DfzM894Dpgbk7AousXB8L6uRbRD9eHB9v
rY21lswvHH9d+lfYzN2uddpWkZOTaQaG3cJBsIboWURW9fR4FLlfboIik0aTVSKNicHYy92OMikD
PMy20IJWtOlTVyH+0cTCCzS2387m2di6FNUlawVULnfI6uiLYmlzOvVaME7qcIztxEFMxUKSWpny
g1k4xlFo6vyhscM9gvzWJEEJwgaF3cHQqywjsUcj9JoGiTlklV6A/c4fJAvtV2GPw1vvewhRPBZJ
ZwC7SMWY2/XMu7kF4atpQQOG9Qn8gPOkZ0W2QwDd2Bt01ukSUX6WRPZVUUlBMqXmGcP5SKrqEjf6
T6sVxs4G3Phe7DrijKy/0KBbfa+4DZ0yVnjshfagn8JWr64gW8G+GZ3d+nOqO58zHINORdhOO2F1
c2hSYKkBII0KVnsf25lcEUaoS4BX9rHKkXS301z7uvT28E3FHQlzI0+AHLb3lA83Ig/+T1IzBuQV
FfDVeRCN1cWjWLSgEObwEsZtdB66Lv6BADXerkv9VtdAbmee8SAtqIJDVVz7CQEC0zSpW48yv6O9
5krdH9WlTnBeHMAKPj7rW7tGVsHZMXQkkYu43Zt1F6qUXnETCTEtOSZ5Gp3LiOzn8Si/FWFWIYV6
nUF9FX4gt/zqimpnYQNlNvXAFuV1QkQlq5RnI1LeqWr4NVeskzo4/9SG+bGPvL+0xvUxyDj1lgG9
tdCdQ2Tv4RO35g0OjDoinUpeVesfpE24oxWJTsemKw52J9JrDpX36fG8N4IM16IsjPASp8y3SgWU
Kon6paqRlUzy/HOfhmkQJrF1WpplD96ytUklFQ/UPAt958KmqnVfJw5DqbD4f1KhGgIjWuyvIhLJ
cyq87q1PQzp5wHhIJomfhJzVccyEopqLm5pBm/f5Bwr06dFDgfBQKqo4q3btvD2IyuIWZS10RqGf
r+K1ljRaiLWdHuDcvOD+aujHWDXfLEDDrACIgFKiYcjbd/XBGrtfYjgPFGocpUXZVEuOi44uMppO
eyLXGzsQcXpw6ip/y/N+e/Iq3RDQzPDWidqi/jQ6YfhUuWO5EzU1ebmsTh5NDRBdxEzeZ3edjaEe
zSxUjSBcOu9CP0JAnizEhzmfh8IHLtg1yN8Yka+U8DfSoRenUceH4/FB2NidHADyCW5cotda1W5p
qJmWJdqa2cRTiEppKwIFFgcwn9HDmdRM9uTYt5YXRVyTmINm+V03bJqNRiuRGAUVKOajlbj6oai6
5fx4XjK5Xa8uWBVZ5Obtdqe+PjhNlRh6aAaWNf5tV8qXerZe6Em8ct1/duP59fFwv9+jq/F+ozh4
yAB25jF3u2mcPNeNOawssAjIVV4QnBriZ95Py3jsKGZEx2xJ0Jp3prR65uUWqpcxxLfvkC5NVfyy
oiS3nxW3b16rcLDMzwDuYvcopiFWDlqlGO7FUUbnQwfnSWax8YTbRGFnetApaqb/OWQJQkUky338
0s5x6uG5aHhfLHuZq0MVZWROLc6v3bNYdDW9zFFrQQ9QBjd/gvc/dD7U9Xj4btSzif9NOygKcV4s
5TGaWvN7NWaZe5p0tXOPRqOYwCZhNMGGRXzcPeoNTwM/UVCJ9U0n0tHYmhzxB1+++6Xl2RQe0zpP
opMhEtQZSWxR0xor6lbnDMRN5s8izT+7jtD/nqlBj4dBN+f8OGFQw9NBFcp3u4Ke+sFSq1B/KaO8
DfTQqYpDX5vNH9EsRHUwIrV3fTR7jeyp5p3yo1JUKhJ2l5uRPxMn4T9pSvp3pg5DehnjSf81CDhj
BxhDjUfgGlFfzXMv/TPMPFietZ7n6hELtt7ZOW4bm98G40+yInWN7+pa9GyxtsmRM+4GkKVF5QD8
Ge3l+Hg3bo0iOSmsMTXRu2SwLKjueyObP1R0y1dnaNGKOe/pxGyNwk1N5sWbnYfJKiQPwCecBShR
0LR9dDSGyTlNYtjzNtgaBdwhjyqySymicnuwRm4Wz1UEc7HU4cuipuP3fEjD0+MV+61Vuj6/kj2C
zSCf5S5eTJQXGzyGqG0WJvLKs2yOvZS8UihcI2SiH/E8AxjT2hGp7NKjYnlM8Dr8GwPN1jhqiZO1
X51K7/9WqdEke79u466AH0nUlH1cFZDO7SJEcwmkSoBbtdGm/VZYjfZpThTHQW3EMvAzTVrVl0JF
P+dmTM/05OaAVsPeQ3/rUyABB45e6ordUYg7OyeXQew20Jtcew/5PvoTrQFrp5ywkZrRm0TRDq0I
ChdrFPfimgolExJAws6vORHhZeDsH7J+6HeWdWM+CKhQcYIbIlFxq8wF0gEAk1roQTSNENKswj3k
itPu3ERbo7icRM4J5B4Oy+23GywrLQi4ehD3GjjCHO7bWBKuHm/gjfsOWOv/j3IP7htR/m1GPcjL
cXip0tz+DMNM9/MxXq5a3VZfsqHce3RuTs2EekW+5JFBrN4ofZguedTmTK10e19pvempLhxrZwE3
NgRAUKBiMmOg6LGKM6ESdaZeTkaQCEs/jqH3XVVn4xiXabSziPIYrYIAapMUBByblzq77/ZT4dKW
2A3ANdjigDGVOrPnUze7aXse2iL9YNfK5yJammvSCPPb4++3sZQMzezY8eyR9S4xXB6zGV3AoOEB
fcoI4SfsEvYKkvdUOVkcYHIIdZCBUZO8nWGtzMlUepkZZGHzUVjav0PuKtDk+rOrWD+9OD4myjen
Vt4TDD8vtENRstFfXdAiPknWkQZs6Yf9+Clu59eusZeDtuyd/62V4IIEDYFSgWT13f5Eg1aIo8+s
BO0svInnxT2HCX5qj9d7q4BIPZ8/ypKCWczidhhyRtpPXm8GAjo9YAGzrNEvHhbzQzxiDH1G1jPs
3+X2WGQv+pJSO9V0hGzOJr1GjWQodfYeblsT5/kEEYJID0Rdpur/wSqCrUcmGRZnkPcYP+PikZ/U
xN0TA9ocRcpPUkXEH3ANN5moRHXMzwxqa+rOpT6Y53iom/9hO1PIBwyJyCXvXhmu/jOXeBnnCNUI
k/JsNpxq1S4uNubuO+f1PjJA5pAIe6A6zGf91B2Hmh5SWZmB2avheXDh1Xqx1p2rsnv7ssmhgJZQ
CqVVsWY0zcjkZ0ZbcgOroQWpvonH7060y4XZmhHoHLBaVLclSfN23YYh62PFINYZlpmg0pFQkQlT
yyN/FeXOm2VrLIiEtAjAzGjUfm7HgmQK/txmv6HkHb6baqM9mKOrBHNTejun7f52Ik8kf3PpRJqU
yVeHre9R7Z8UywrKEf91KzTLD4XZFRcASu7PGBS1Xw+durMHf1cebsM5o0LDQA2JmgGd5NsJxnlX
aE6rWqSOvMw+LJTo/0lir6jsYxlVuJDXPBwi3md69aoj0rCcRNa030dgwsNhbvWh8VWcc14F6hAJ
KO9xRBEAcwdYioNkNPOI6quzVZX9R+FF5V9Jg3TEoTfNbDmksIQW38i98LUpy/jViiztK0XUpvH1
NhFfqh5vT19XhkS57EQ2uZjraeOjwHeFDyJb2atpI00RW61nB/C+hU8f13hqiPuHVBBRzE7jQZbY
n9ohMZ4ygZ0PnhVYY0xxnL/DOK88Pv459/GGX0GGIC83YMPrdE7B+9Lui8nGnaYJj/iTOjDLZnfn
XbW1wcgZoRzQONe8dRlT73EMSRvdDsxYmX5Mo94ecMbIn0Qbx8ECtdgfhsrbYXhuTI3uGo1hKAHA
P9adikHTe8PqY+SS2vCHhg3IazMU9vfH67dxZROsIRaDd5RJ6hqKaLWD6S7tIIIiDK3mh+ooOjR7
D/n5xM8cbAGWaUDALgxjV79wZZth0GQY3vqI4mZte6hzPY19L6TH/AUb9fKjW9Z6+uwkIhsh5dtW
EsTxUoRB0heZ4yO/mBs7W3Ij0nAFUBWBh8qVs0YhTNNY8FfoIFk4lkek5/Ak6eAolehovP1KYLmk
1ZZsx921BJalWFJOoUO2ndnnWnjtUclL5ZJWfbcz1MbnB6fOpADeE6fW9hf1kA1YIczMCtQX6jMN
zd3S2UvZtkahoiTrc8yHtOD2NHfq4OnhVLiBslggYQw8XwZ9ETsBemMUKlfcljyI6FX9Llb+577W
8zarukjip2hUnTs7ni7gtvZYcVuj0DXRIbDTKaKReTuXufLMOIlBLRVuj68tMqVPVTntWUDcZ/ES
bslNzWfhGl37Pc5mSnGXg0uZPaeQqqZfzWh+cowFMlkUH2Nhn+hT//v4mMqgugq6IKPo04AjROhg
DYmvHBs5eS+1AofIzvFUoteUs/zdbQoNXYmIz/Z4wI21JD8A2wNvB5rEmjI5DDn4pGRQAtTS40Nl
Gskxbu185+Tej4JkrUQPQJ0HM7FWtoJQAqK7X5zAQKLk7IV9DnWWwtlb5wI9wqK6QRZC82L9xRqr
dTqSay8IKZ6+inLSzzGkibePAh2TxEky7qCnre7FoRkmfRbU+xxZn+zBP/5lpzRH3zwXeLJ8GQAX
gH3XoMA4QdOsBYESAAcIX6femc7ZkqZf/4dRsIWXoEo5o1VUGBtrRu8pEUHX9tXT4mIrFPFQfXNr
h64LkY3CMQ8yUvnb80pGEFbIaItggVrtTwu45TEs9mxG7o8OGANo04BIYKHBW7kdxZ67zqt7x4No
GZtxoI6N8bEKQ+NlBl2jnc3Z8z6/efVANcgHPlUm3sGrVzCSGVipUYkNwK25z0JNh6NdG3u7+v7W
A6BCawwmAShRdY2ewiKqH+IsF0G0lAop45ych7lKg1FP9lwmN44pWRZPIBjUkjW47j54Rl26ZioC
gb3b37Qb4/dVWbs7eNfNUWgSQ1NjZ/O4u/1QnvDKZXRqgUhh3eF8EdVPKnJFXx5/nM1lo1Ym69a0
uNedvsSNcAWtGAUnO3FS9TA6W/GSvYyy/vr2oQAQgL6TR4mwcDuhSPfy0ug6wSep24OmD+6hEA7W
yl22B1XYWjvCAg/H30XAdWnJ6tqxq1SaawWe9e/dZYzPix7vaalsrR09L0rlnCT+e7UP0lrrolEh
V4yEUz2FpcfdE9kYlY1F//x47bYmRGwAoECqha7tajMMlq5Akp1FkCLOB4A9ts5ONvRvj9mY9XBd
S7o5DgyrCKSGWDK6sUFPMlrSP9Ji+gq6Wd9JsbcCEPJV8vZh2Xit3G6DQTHzOKtjEdSVoVzo06Xv
tTKK/XhQ88+OuhRPb186Ci/cYOxv+oVyaf+TbEWIDlYt4Lygs5Py8+BExgthYs+lZ+sDwe8BWQrH
XAJLb0exwfIOCS6oAeWM6bTg2BOY5uJ9ejyXrR3n0JuhWY5aJICt21Hw8KYv2Y4iMAYtPoY4XL+E
JiKYNcaz58dDbU4IGRTZNP7dsL4dymxKlHA9hgIYrv9Vls18jcE17a3b5oz+M8wqKDTYVCV5txAU
yk5/UWPrg1J60aVSsJJ+PKGtfccBko1A8hL2+O2EQk0ge9TqIujb7utgOMklVKbRb8qhOyHGmvmP
h9uaGJKhHCKagqhgrDbEPOOhYuUmt3lqOl/aPq2/lXB8sqPAEWtnanKRbtNhaaOKwiuvCVQF10ys
DsE1aGZDeF0cqznNVDR/tVYvfubJVJhyhjxMp8FBhvPxHDf2CMJYECoJ6cBR1oi+YVygHw0DypWo
DZ4KgtfHbnKMX28ehSo6dwbIWijXa8SrpXR5poGIDqJowReNgsQp7kr97XORxTKotlIfmNrj7fYY
60ZQmWEuGjpVMhiNL2GtxjtAz40VA3zigBrEyofSpnE7ijOFldti2ROIJRmwPZ3Uk9043dvPLvY5
IBSJEegnrMUfrbmq05LaQIAS4nR1I+wwBMqmO6orW3OhSwTMEmoF/1mtWLwkYdxptRPkizn45eiK
U2ftorrvzxFib7wjOLAsmLp+E3nIPdoa1tig9Rf8GIvSe6E/656yqFPffMny58OxBh1Epsp3uv04
OLxkmaJW2KI6k3FUWyQ7uP3LnWXbmhBMWSIrihbcgqt0uK10K/MMRsFl1/Uj1FAO3oBzaIlZ9c6e
vo8LTEUmdRyc34KHtxNSJmXU9Yg9Pffutz5VgiGq/w6d/iWfOUn53O6U6DanJsXP6FBSp1nvbqXD
iGSZmFpUqPphcsfhs1vr1rvM6Jzj46CwN5TcnP+51SsNXbE0lQdJUecvkz5ivJ67xaXNonhnVvcX
B5sb+xUoEwDu7pD9Wl0veZ46Nir/1qvlNH+jO/09bN3WB0z09+Np3Z8pORYID8mC5pJfxYfczhyv
kbW7WPFqH0RRc+rbZS9ubywefSKZRYDGIXldbcG+nzzFMycnKCHBLwf0gq3DME6lfqSK6e6cqq3B
iMlkCWSU+G2tchYEhd2kDW0nCMMp8xXATX6WLb9wqjbeHPboI7Ph+U7sd2obt3sCPWWvGSPdDWZK
0gc1c4ZzQ+9651BtfCJQwnLlKEDxSl9FiabGuqiOFjcAte8dZrTcjkpT/vPmfUBDistICj7wqF3t
Ay77Mc50agFa0yl+V3b5U1bqe84Hvznht4kDrz6pCE7XhiruOuEfcS5XRszJAlyilyYoxiH51ABh
/zJikmf7tT6jhOM5ffJeSTlZx3TJpuhQIaAPTdiobZ1Dl/OvaBnG3t/Ncan0Q+OIpfXtsdOdgB1Y
vWpevyx/hcRd8StD7E7pfDU2lFL4eDdG8feobLT2ALIcuanHqyi31qPprXIwJJGkkJfLE5pcPA+m
oS1PsTENz+NsL69pLr5CsJsoy8fph7aNs5+Ph9/Y+VCSKCTLyiiY5FWMMgtX9KbV4tjsQd9r6io5
RwhyX8PM/vX2kWTjDZwb5D3evLc7f3CFMUfy4aaauGS6g6qcqFo7VEahdT8eamP7k4jRWERqABjK
Ok8SbtKZalwogRLm4UlgHnZhDd4s80o5AoQ8OgZy/cDW3U5INPqiVEWsBEbVzGe3r+Cp1eEPs1P3
xBi35sNdRbXVprNNJns70mDkeZbPthJQbXWPAxoaFoghyPc767a1GfgwUg0V4iEF3ttx6MhEVVdG
4dVxyvK45G3xh+OG5dOyOOPl8SfaQFuw5ehJ8tglYab0fzuWUSsLNdkGsRgUEYm9nxqj/DpXOmaq
GXxt24lU3y6KT0rRXVDU/BpN815tZPs3ME8aURwAnpG3v4GMo240sC2Bkdntv5bo6h/9rC5HF2XY
cyZsz9dEKy5p3jjH0dWbV7fvtENCBN95///uea6iAM1KyVmh2CCv1dtf4nRWoiJlX18XhD+yg4km
gPcV+mYSnedJTcy/1GwSPytzVpbnrg3RBqnIcLCe1JJCEUeSQoSrsBTWUemch0z50sazgqxsBAPn
uEAd0QLAmcpXaDFe9wHn2jr+PNq90h/tzoQintZqWR+yLnday3dmp+4BADdqUAE30N9DsSeWqiJu
TpYXe9n30aymr0ljNMmhczFS8LVuEvXREDHe0DbPWOOsTOrvxpTtLM9q30zKF9iu1AH8Wqmb5R2G
qlH+Jc6rYvhYjUv4WgxdaAVaLuzoMOeF9yVKskk7CD1MvauB71b1RzbPanEAyqSMfmZEXpX7LY/O
9KsFm6m4DOQM5ZGHS4Rfikir7iDKyAOHqk1jfy7drlBejNHJsotbtXYazI7VTf5k5ZrmW4rOq8B0
exxzEVswZn+kd+I8QaboQtenBtj8naha7p1pHXYeaZU2CX7dpE1JcSjdnG5pphbt/NGZs7R+1Zuy
KP5QpmYyEHTonPlXaiZhdso0vdE+TBCfHD8BSV9pxzlxRHEC4hGVvhvGznRprRxvyqNdhZZ5RX8r
z17c2IurY6gvFg/Zxc60PS3+jRCDTTqFfRITivvrDCgsckwnhCYCaWt8xXgmBKoQ9jvZz+99vNrn
YE2hZ1HBQ3BzLRgAsVXJorZSwAfq2lXPzO5rEmnjIRYS4g1aYnhGplJ7jefF+7BUav8FM8j04+PY
szVXHL+BEMpLD23W28NWTUaNaaAnAgdJtoNGWfyU6PW4E0y3RuG1DhYZMXypMn07iqnVtrZ43Kx2
Ermfw1xEtGnrcqchsxGyJQSJegDwDkrk+u0ohl4goqyn4TUXAmKBV+qfZXf7JdJCdY+3tDEjUBv0
SOg5O8DFVuGy6Jp8WYSiBEIlRB90MXzBp6HZszP8nQOvNgmAa2Q7eE8DEVlLVCVOl86uwTjxsLyg
S3NQ7DDxkyJ6R3R8bifvKVHdIy+ed9MYv5+N8Ll1MZRs+/BDZmfHBhhLp80XBH3PRZ7/2WX1GdOx
U5pDggiV8jCr09Fq59KPDXPnWtt4zQLXlKwnQA2s0OqmRqY2nRDUDq/ANb/3hHyfKrJyNNrmJTf4
39J+OyuQAysb9VTxqB2v8Zs5zC78xJvwalhR55u5Nj+TaQ07BYGtq5IB5EVtyYfzuvHn1bE9iakI
r6qLW43Ik0uUZZDHwApa9ntbDCO2Mu7Ppi1wNrQ/jr2zc0VubT7WlAuSsgTo7NXKZlVo5HE0h1c4
JtrfsZb2ml83QLneHBvAwMomBuVQMHerU0t9HKu1hQ8YoVFzTNJGww8i3NPy3JwMx4iHDbpUd62S
eVBGbSlFeM1GM6QuVUI78XX8bo+PZ3O/Hang8BeispL6t4ZalQjK24Nqxle1HuzsRP2lwAh1SVEC
DPXeST5moxd9MgrETXbW8T4uoWYC+R+NfSpj1Hdu4xKA0gxifJledct4JkVIL0h8OuSue/Jv95UP
yaKWECLguff1HJwCOtUF2HWNuf2HQ6VqTe6btRN/dLRpxppzgGa0c8q3xmSXcNDB5JIurzbJItTW
WuqwuFZ8xtc505r40JsdslV11lsf5Evz9fGHvN8wfMHf4l0IEVL8W4VeJ3EN4MUFchim1v8Qdq0+
p1qR7ek53381ygW852mFc8rQh7r9auR2WjfEdoEg2uhhvTzYPJu96VKq1dsLITAd4RhLixyO2jr3
LpLU0OaKoTDJEeXzrMViuoxdmu8cgY0pAblAmZdCpio7X7dTSoomBbSgc2mFs+IbVhWfSi3rwZzp
e7CF+49EGwoME5h9Sovo2N4OBbtC0RYkxa8DHLmfVF28iwsiY08O4a5iQNkIVBeRAwgrTerV0arQ
xwWrOo9XTVmwBnSQDTNe6kgfU7+wwvIHxL0oeVnqPB8u/dgIjICqotnzVribrMRvkjtR+pG+MWvb
ucTC/m2BmXDNsLLW4Mp1GpJvMPPfjN+T4GqG4ITbsl2+avg6uClUIRfrVU2r8dhPyfy57Zf6Gi26
8u3xKbs71yCSpZUebSLECUFp3H5A01tqvc+M4Wrmdvitybwh9MEhYUHdWz21IxTx32zgIkHQoBrg
caF2c5dTYalQdkWtD9dGT6r3mNoWfqpW01sFJzA6sQnGqGPSN+cj3E5MuJiZ2Y05XAe6iNWTmi35
pxi1sD3d4Y0FdMD0Ep/om0u64e04NYYwmroY49U0WnogytCZl6jJ+tBPOrebkT/boxzKT3KTKzIz
PhY1HswIEHxYheKxyiul6eWItdf/k2lt8TQM2nTJrBCpLkOLfhS84w6xPg/x6fFuuYsscmievg4d
VO7wNd6udkrcgbmzrxaeHE+m3sR/NBgnXaym3iMjbg9F5CcmE8fWzyZ1cTp7jobx2gsbT/pKLY38
tGSZ+k6Ll71C3cbJRu8e6BWpCfC4NQYmjEOOdt2O17S0jb/0ojOvPQn/8e2rBxkE31GJ8gL0cLtV
KLHYlDEULKZzPcGHL9IL3tPm6FTvSgXxoO9vHw7VQYo9MMY8FANuh8v0qYomU1DYDCWX2OnqcyXG
7+PS7Skrbp0B5L4pWUuSqrXWKYNxjHRakk5XdZmWn6DBqr+GcNbGJ7R8s/isV0mh7ezEzSEBMUqZ
cbAxa712WuvDWFjZdA0p0z9lhtrYfuEl1p9dNecZBmIh6fn/sJ6/ndKlypGzbnlmWqwmtpNMV7sY
8p+2Ns9najFogY1hu3cD3F94lCIBnPKYptZKS+P22zGKU5NSTddO75NDohCjfaUpoqee9+7rVDjD
+6wrmoObGOWlrKq9VvVWjKHdRfos8UB39QLNWvKho9x6Dcd6wMpL5JcuL9PnZv5p9jQv/dal2Qu4
UF92Vvm+XiKZtXxShBFklXQ99WrMUQSb2bZTXU9dgHF8VB9KAwWKQzGE4t9QDYfYN8Om+Bi27fCq
KaZfUXAoDm/+3Lwt+Q1kNkAsvdXNONfStxNfHi7hpDrXw4LdphL/GizRPz0eaWOxZfqJE51Oag0U
8/Zjx5EODcaJpysuM/OzEpvGj6huy3PeTNr7Qgw93B1FP5Hr7aHEN+IeguzS+J0sgFf8apuVXqIa
VGEnXhLVcJqMLjn3qWh2/Ac2QjlZKOooRCHZB1nNDz/2vOLSn6511VWnQiuLD53Tjydyunjn1t/Y
PVJn1QXFIQtE5rpTqySYnClFCLyisafpk561peODd0tepjxVxkMroqbwjWiGv2hM+KAdFAOK1DkL
6ezu7KD770r0lWR6ijoA8de/pcIqQHOjkJ2sNj8Lr/+jd+3ndpy+NTAAfIrLvjD7r4/30v0XvR1T
/vP/NODx5c09KnDDVRk4oBW4RMQg6nhnx95/Ud7WVDro64LvvmNXuW0Y4ygsL2cnd/6o6tb400yT
OvaFK6Z/Hs9ocywQo9IGXmf/rPaoFjbkNejEXLE1Gw+qOU4nKtfKYYy8t0d4yZqhs2XQEuKWXuWM
RuxkRagzrUx0ytMcJ9mTrebFeXLdvb2x8Z3orMoCBcKkFF5WZ4K8fv4/0s6r121jXcO/iAB7uSUl
rUKt5RLHTnJDOI29DTt//XnG5+JYlCBCOUEQbMA7Gc1wylfeMpfJREaTJvmpo874WhR1vINrkmtz
GSoyIbRY6K9wsVxx091l6YxCnaewd2AuFBXU0ORDo6q5P9dJjYTdrpbW7XnxdnEI8TPben/YStvr
as8S9hMvU4qAxLke22wHhH1zTwDDoOZIbY5DdrnL2Qh4BSArE4oBvapRiWc4/g3AZaN6mGKCAp+U
4KW3SrGZesTlUHGkuolJbSDsBzEgHQk0rKVTfLy/ya/DGaoPyLbDoWPZyCQuRylJz5qq1qawNUew
M1bvYzqeBx2e1345kCH9h+GoN7vAWiRcQv6cn24JrZqMwYbWHaZT5r7R4Zs+drPu/DuqmvJMeWnZ
Ge/WrkBfjTeOMJR/6pfjObWNxFg+zmHU0t73G8Rfcj91h+7xZeS/D4WGtjGX/zZ2MBYBhKtRltBA
SNU5ux2ExUPhtlPHaNOaomal5fXL/cW8MTmZFgGFROMf6rrcrD8tJg1qiiv5qIYUwsEYR+1vKSIO
p/uD3NjxxEUuemYUQnhRNiWBNuoWqpdCDc1Gw1vYTuxPOunXi9m6zZ7vw3XwCZ1KspRltY90b3M3
relKBzIWI8hiuzjNdsYIuZuuR1xhbGkhm07oHU9DkKVK+vsirD3zm1uT/fkHbE5DUQ1aVCXDGHYt
zHwnUzLfGJX5o6LV83/4eD8Ptfl49ViCgcr7MSTqpOPtJYZv5HiR3v96NyIBCQMmmkYnnS7gdkUX
15k0sYxh7rpz0LBj/CnG/bTsliKoEu17NmSe3/X2zq65tTV/HnezkLT310hM0xhqVkab0WjzN6yf
96D8N14ZCQgB3MD+RDN8s4aGwqtvJhR0TIy4DwS5ySGytQj+Uh3/o6hj5A+idQ+PLynv548dSrFs
W0xNkPZaRpfClVf2xW9LMVShmY39x4xu+olHvgtSu4s/0rx7GCkq8S+QkLEeRqKDmOTyvKsu7sOi
YLoK1eKXOB5/c8dGPKf0Q3cCyB9qF5v3G3V7CT1EMIsPudk3k11mlZlSb8nMcn7S034G/iAKFHZL
zz2U8aoFY2VgVlGY3VNaV97JdBPvKYspLxhz1x+12HOPgLtUwu7eOUWr2KPm/ohir34j1Gwwt8QY
9Koul6NZMsg1ZjIhHt03vquV5VtjUmpw8/bg9UaM1WxqHdCPak5FTcKOWZz+iumGjvZarxxXO2++
3N8at64PqIdUBajJAYPeRAdaV1qaGNQxzBorflLcLPlVX1GDWoW3x5O4ufVl94yrnyr4VqJ/KVW3
RN95Cp2VEuYpncuyBuUQF8J3rd54U20lmoJsTvZUWG+dbJ44cjd6+pKBdLnqcMYz01lystPJ7tqj
JbAd8q3ZWs2drtbNgSi0yAIxkKVt0cpWOnXV3XIKXRdBiAynPl9QKdu5hm/EP+T7UnmMXJsgYbOJ
eji26eKZU1inNpJds7kS0XV9nfrcm9hO2ULt9mhVt7aJ9APhs7GKVxpblgBi48qi3zJp3q+jOi4c
s3Q5awRGO/fwzem57ETJkwDztLkhs6rUqqGIxrDyKvXdyCZEWkrdLn11TLCDn5O9FtDNrwawV7Ji
pUWjfOJ/ikma0Va0os5k8WJNo6dxWYvcH4e83tOQvTUzcKo0qSGT4he1+XBwxpDAnnpyXJArum/l
GrH4YCzzb0hPms2pVrpmp5xwc0jiEgJ/crUrTlex4ualpKROXqIlT2Iaqi9pq7ohuufG545+0M4J
uDmeJFKAFaVA/EM9+Ke1FKPI62QmAyiFeVDbbDk1GEm8KHZlB6Y7/XL/8ro9GgRWAAcSnbR5XfTG
8mI7AY5qlOi442W8/tp2SgeNx8ZvsFvVnfFu7RQaJTKJAghFuetyp8Rrpdmp6/EBkf7X/GaqqFEs
mfmfhuHZpLIHT39r5VkNVbZ6KR080fX551zr5g8obM7/5VOB0+EKAYIEhP5yMktij2sz0RrRlD7+
Q0ns7Gi7Tvp7MU31b1Oe7zWPby6ehKeS6YLF3gJ8tUiY08g9EnbTkmcnJepxq+gmtft6f1Pcuqrk
5SHzeDSGt32XXK+9KSmSOeTtdI92lTcnhGn7V4ytrOD+UDf33/8Ntc13k0K3Vqui/IouYBrQ7Wn8
WBvOamS+tP2uovGt95P1I2sikWdzbK6P1cNUpWnZfUjL2c9T1QxHr8OVdEQl47jAcor9jhL58fE5
kkPRr2ZMzrRxuU30aoA5knHGXIy6jlPXx4duEvp5TcBV+AhJ7tmG3sqoOGFS0IrGPyImlwM2Vh0p
48r3A8KjY+FScfj9etSKb33UFr9M8H6ORb4onyQ3UfiNUrn//IcpSwUo+ls8QVsSVeJaytwUNC9c
NcF0Yyw9VQmciRLABC7V8WshbVPvj3lr14IO4HaRBqPIH13OWqksZYBkMofDFOtLEOW5/YkAKXuv
C57JnX176yhC8wUN5uGUw3t0OVgeld4cqXQsVFw4vgjOiBKoijPtRXw3x5Fmy1wcRJfb14C2JAV5
W1DMLjQArRVulUMyip2L7FbCCHmT/i4hNdiHzSuQicRom5FRnHgZP7rrUp+GFqMbjGey9aD1Rv0y
rRXxZWlHOyX0G18NeiIaLnhz0g7d6vs3ueqsBPF0IwBCcDg8K8ByJ/ZXpSsf3yAQpllEwLE8rlug
iiLiwnDo8oQsQ/zNMcql9AuldI5ZpfdPD29G+mlSUQG4D3D/zU1jLT2+O1pKjBetMaJy8ZTXJ6VQ
1+RV10axVxS6cbGBhoQNjs+ctA/aBGDx5C4Ao2BnR6bQ3CAigvqTYEHT/UE1h7+lv9T6ZLuFY+6U
Rm/sT443iFWeI4wgt00HVR0bV4s56GgG588tOntvcVUXO/H6zVEoDvHU4jiHusflaaOpJJS1Z5OA
rShf8l6Pg6VK9/TLb2xFyckF8gN/RsdA83KUyinXqhLDHNbCsr8tetW9dWAQvildxYD398eNd4+U
kVooTUeu6i0dITe7WCi2x7YfHBTJ0960Ai+y0Pme0kzoB7e1tMcPOeNJSTAqv/Q7N3vE9eYUG0zS
Dvr0XYTnY2GvZ90o2jIYgI38PpL7pH5VNkkZUA/r97S7bi2vZHCjaiMF+H84if4U2GrQa1pFLCgI
FE35earRBz0kLTaogd31c7tzr9w4EdTQf8CEKakjaHH5MSk/ZO4C5j/MhTci6Jh0yhBgBbrWRy3X
l/alqbPmg5M2Wny6/2lvbFaZCXFjU8dHsnlz9EvpXWi7iwrHxygPvepkH5zOth6FpaPTylnnCfpR
CNi+sBmeoDTnLRW8omjCUjX7k5VIxUF1dHeGuoYmMxbu6lxlfDnKQ5u1HM1OYKLZa2FqUeDz14QK
KTiSGB9VsEhnVBqW+VhOWWkGFICQgq+iSpE0wT7xs1Hr9lQVbq0wF6uM67GFgX55+W2zZbETKlJq
KJAC9IdMHY+60u/5XV2PgvaWZDCD5sK2cos0F8KayyIb1HBCS+99UHr3WXNQ6b+/W64vArC7hGiy
uEcOsf2OXtKCO6dCGy4eyILZ08q/2nqZ/2hspcfM3kz/vj/ejVnBWZX1ByTNMXWWf/7TKaxb3Drp
QZvhstTLv2jvLsth8YxkL7C/Dil49qiuUH6GRX8F6Ug7HVMNvarCtE6Nt9Ee4rNdKclLkcXtp6yI
rGOWWPqTIazm4fMHcFKX0ll8NQnuuJzhODhaW5mVCMssyo6OtdKBR4TF+/LoQkp8JjrmBJs4zWzx
OblhLTBgcaoc7DY7ARmd3lbD2UvF5Fa+LHdC6MSTSBJcgB1t2SeaLYSnTkMbWordH8rCKXyxWL8A
xDKpflRHB4U1v2urT3yGv+5P8Aa4gbGlQD8hBQ1xdZOrWyIzh2ZR29BVJnDeiSSKlK4jDrBMB7+q
++FkFLVzoA7vHaxCq78YaG89/jXBpRIf0s/gUd4iRo2JQtDaKB2P8prOvkjVIQ/stcv2jN6uD6KM
nmTIRm5N9XtzMFIH9FhXKj19Nd35BsWsXw52vLgedqHmMhyyWG/Xj/eX+PpJJMMmfqLmTg3hys22
yc1ZMdsGOhjNko9grWrnu1iyvDnMJa3fnXv8ejTCXzjIpEgEa7CzLg8GXaGq5Fb40bmon4x+1T8O
XNWoqVS7dfobY8m6COKz2KxL0evLsaw29sw4zevQnbLk2bYzWKdVWTwrq67tvPTXNxqRNvQc9NHI
OJEevhwq5TqbWOE6rNW2O1jN3H9Zh6L7fP9TXW8PRkHaF26ApNZ5m+2h6m0VxXA4w9zRxKGqbeUc
W+4YumuqfC5Fp+1gKW6MR9rMxcLLg8Xh1lwuT9ZoGfS0CQ3Rmwj9p0ax+MoY4+4NSCDPgtiC2Xl6
eJIMRv4AfEgGipsTD3m8LY3cbngcHARv+3V47YFXHKNm6M55Y0c7+//60/2QjmGO0i0XssLlpyvy
ZKBUTFcN47XfMqNXTvHSzsf7k7p+iWiFSZExUNM2gnOb/WFX6IL0BqgUNeu0IEFh4HOD1spTFS+/
O1pSxH7jVO6RjvPX+wNfnwEiBzJaMj3quHDZL2dXxaYeIb4CDKGsxvXdIzH6NWu1ZfwAVtZ4+BRw
QfPqwQmSGM7tgZudKa2hnFOza+M8NJY0CVpK5Ttp7fUH+1/xLJnbgtPcCiMXbQ5Ky03WsJrmeD5A
yXGzAEHz2Xt4J0KWBeEAoh7gDYnl5dql0ZTjhTToYTbP5bl0kzHonKT9mGNBehh5K3fysetvBdoB
PD1NZeRJqA5ejqdYcWZjQWSEpa3oHlaqRtUEcyRa79msTfvTozsDrwWOGZAYihFIolyOZglA2Bnn
OnREpwcrkgCn2JqT975QlZ2FvPGKEwoRKoP15FBfKWaLqdcLb0n6sBqj4tnNdEhUedL/1evw1VEp
TMdD3TvKQYLRPuRDk1ZQTYzFON6f8o2dA8IYFWJJpKQKszkMipclCn8ygHzI60PfF7nyZqODJXau
lOsPidQV6FICMik1s80yUz3KqtbKxxC1IZMmlE4bERS88pL0k7bzJlzPCfwUxQJqSdBnyMcuPyOQ
Cq0cUIoOjTX2DrraTMec8MS/v3LXmSzKcZITSi9DEtM2mwXjpUwfsaEN27lW/pgSd14+9JQDn/Ju
in8F8pYpiCxby55dh/z1l6EnHDXqIVALyRTgxl3OzrBbzRF1M4fr1GpPXTNMT7CD82NX5/kHBS3F
h48gwm5cXLDXwXny9l2O1zu56AjxuMGSpUSOIetPVdeZhxQezU5oe/XhEO4BVQ+BgFNBYrt558Zq
tiZYPAZLioz4qE3OqRvT/NEtL0ch/4BHRtjFI345ocQqbQFmyQjJk/7V3Nb19bF5+HVjEIkZlChS
rq5t6ZZ6SotaZ2pDdK2T9temdEQZB5mTlOmTttT2P+VQe/N7nPd59Zw3RuHuBCo31hJJP2DAlAZk
Cru5Ods6E/lY5Gro0TM89ariBoaeaDt1xqvNKCXSpcsfFQ+DnGvzxWKOBjRDTw1H2kNvqTnDhdOU
rnszRZseF3uKp0e3I1MBzUr0SuGd/ujmcKfR2OCgYWoh7g3J73j4uJ9KNXffy1rP/7h/wm8sITmy
/IRsGPtKcq63SASayNXCQWDPGC09yE+IOjtv940lxNuLJhZcOIzEtho3qVlGxAiOFeadPX9JUlUL
5rpWDjgClkdnMorT/Vld3cQ0Ysj7CRNsgnKS8cvtH/XJ4k1LZ4WIctveMTcajaqb24D611ZnzF7u
D3e9iDzfADooCpEqUty4HM5TW6PvM80KPSIGXBSFjvk4bKX29/8wDvchPV9QmChcXI6jpjOqmjCu
wkHLxg9lKogim7rbecauPxaFNiAHNCrJNbg+LkeJWpiuTVPYIQfvRahlf1CsJmw1VzlkWfvb/Snd
+FK8MDbBMe+ypMFcDqZGbpu69WhJ++r0YHhKga+lXiHb3+4xjW4MhQsLZVnuX56WLZotjnrXG+3F
CQsFQNFfpeFU+F80KorT6UBZaifQurGMNAKB+lA5oS24he0NY+LkFvLwoU09+5XmlyN8zeuLJztW
gaf3QtlrVdyYIItIVMeNwd/blKbxiKBsu3FDux6mU69kwykqcDObRvEwokh2syRFARkuKGJbmGdv
F1ajLhNDpT0eHyi0GeMRTRtsOOu6UHfu+VsTA3YnYSmUrxn3cpMgDVGNy2B7oR6hoDMo7S+pkxbP
na7vHOQbAzExKUnHkwn3fxMHpJqI7Wwco7CEohDOqTtax1504qvZx8qend7NwUA68hcAS1CPl7OC
W1aUCX6FqFHYjemnkTv8oXQFaA7w238+fMzA0MkqBY8YSeFmYlMSqwnheBRmujUf5rqpn4UDRFYR
9uH+SFchIykMJTNDUumk29rm9gDM3zZOq0WhLersN8r61hndde1YtfNy6LJ+fWpiL3m+P6hcqot4
UQ4qtQoR3qdMsm3SrVVhY7fLoKVi6KfcoX+bZu6efvz1ieb+kF4iqsRGgYvdfLCU22kcLV6xtfyj
ntZvwKkRUK2F4y9p+9f9KV3vDgZzZX2eSjZEgs2ez2K3VYaUWzjW2uiotVb1QkG4eTbWLNmBmV2v
nhxKokNAPlJXlvP+qS5vjV4/LJNiQbNOV/UY8X/OoIzJgPv+nG4NBNoenUcWT7YcLgdqYjMR0VA4
MMjN5blILOuZC2bPxOR6B9JHpVAmK3NkLdt7XtCcmme3dGQlovCxwUSEv/lz1tUXq/c+Qhr7dn9W
P7wDL3cfPA/IwMACganCprqcVqm0dpq2kxOm2vg+ZOKQNQsK9hDfxrOnDqfU7NAnojxdr967U01x
0DrGHtFF7oerH0Gc+sNQhct/c8KhiHFlQVMNbTTvcO8o2iLQqU4+lyJBDrNGiPmQJ83iR844fL6/
Ajf2KhhxGS9I0y8yqMsFyHLFtPqoduReFT4YGOUZWj1qbiLfszu7NRQfVapGSGzP1RmsRYIT7uqE
GWj4V1fPbUpotACrKdJ2brIbu5UT9YPVCOLt6s7MmsrBNIYVrUUu/i7h+/wrnPZh+UfCOW4TXhzg
UizeZu1Ijnq7xswrzOck/1g7U/IuskHZCUau58IYWBoSGHDy0M28/EJF1KyFlS/ZGWlfA7YVM1ID
M6mnPdnFGwMRcMt7ko0I5HhzxEH/tuMkzOwMpEZFEkIpDggA6v6jG47KNIRTBgFPhw3K5XRSZSEK
j63s3M/dfERTYQ2G0dSe6GiI/zCUTCMA2QMcveJAGEm9oGRX5+ekcLT8dbadaAxoKqzGc9VG5R4p
/PqN4QrBjJaIQPLVtiqdQ4l4La9yfkbZorb9tTOaQBGW8R53BYi9kjDo4UtZjihFlog1uMTUy7XE
qSDJ83bKzyyzwGbeW44ZCdTOC319bi9H2RRVo1yHHqP1+RkEhIeur50eYEv2ftOmxc6E9obaXMe1
0tYixT/krFpNf3ZXoX8w2qH7uDjL8Gjlm4YFBtn4yVoS2rX176ychiTMYKg5RrEszibH78Dj7lxE
N/cEz4oMttnwWxCnQpE1q3s1P4+ZqvhYWj7NvYM4iP02iL55uPbAlEhb6FvI1vL2psDizsq6xsjP
EzF24JXjcoyiIX11s2nvQ92cly2BFAQe16C4eq7nkisrP6fG+l4U2QGa+uuQaFYgxmiPhnz9PlL0
lsUHHdaphCBcbvNhXEqnonx4rlcr+eZ03Wr4Ok4mmp9p3WT4YyXVNLx5HObDWji7woe3diVCNnKu
3PZAmy/Hb1QIA0ZZ5GfRKgb73u5FkIOT64ORKs/OEbhxC8s2GlEJ7nQQouWf/xTR9ThuFCLjTPco
qL4TcNdPFNejp/u38M1RgDLTtca9Gdzr5Sh24trzgNvZOZ1mD4NuM32e+3Gvynhj4VBHJrKHdOFQ
Ed48Xcai6tRWNC7gGmWvNHJWRKYjF6U7Z5eFdmssiRiRGAYqm+pmkyS1WRZxsRTnsV08/aiVTfyn
E0Xd6i+jV8/B0NS8m5Vjwz9rkd/9t4KNpAVa6ah06ZEEfasVa/13EJX3Xmeup/i87ar5cLwOlBux
M64Cbh36VJfrvg6qNihFlJ9zSlzfATW3x2lShj/vf90bpxOcE/VHKp9gJ7fF1WxW2hTVx/y8KPav
uZE+u+A5Dyueh3Gu733kW1uJGhDNX7AB4JE2C98mSbnWoirOie7Wp3aopWzEAthj5zW/OY7crMSq
ksm5yU5tNqqWu21xbpWoOCTIKfuJk5qH+0t3axuh5ySXDcwDgN/LD9QmU5P2Q1Oc08Z4n01FwelH
rP64xI9nVCT1YBxk6xzU2ZZNVlueUKbRLM7Kmk+H0nOW01Im8+n+fG6tmvQpl7otMkrYzKeomqSn
/lmcK68rD+VSjIizGub3/zAKzwuXo+yObA86L6iRoBtSnAFK1qfJzcXRHMD9/L9G2aqlUfxVGz1W
ijMM7zSYxo4otV/29DVurZhs6krPGN7QbW3HiZli0jBKj0RsUI+5zk2A7vb9udzYZ6S3gAv4m9bV
tgk4WZViDnW+vC5lLLB9w/lgfFNzo/yyzLGxp+98czR56cj2lAoi5XJXO0mamjYqra/dBN/ZdyvT
DiItNw5daqq/Pz4zWwJBKGiS6m31SRKriDK6IMur3rr9E6jhvPB11vN3rUjGnWdM/u7LzFn2UclH
QF/LAsjm7mnUaanGxlpfkwyoN5CCPu/PozupzTG3o9Q85krRqoGL3+teUHK9TaTPiu1JBAqdke21
txZrbYJi119NnNK/WRMaiJkF4+H+Yl6PAssJGVX2igcoeFuszcUsWE9MNvTYXk96tNQvqjY2j0K8
AB3LWACPFSntsY2FFa0Sa2wOGDmiefGxxnL9ZVAa7YRK+t47ff3FZK4sBex+pIFb5laMn+IyO9LB
ryidwGjs8k9dac0Pgxm7B21RtL/s0XgYpMf8sPGj00iDh/rSJtrRIVsvc8786GOmq28P3nDQFz5f
MKYg6J1xHJOd831znrA/KaUyUeqblyfObSIIu9IL3Egn1Y9nJ4GQiXmDwDDzRE138TPb/vLwZiG2
QP8WNR3DvGrqlkNk6WLCjiKd7emsTP3wgYf4YRsyyvhQ4QA7yjI7SJvLmXn05ZyyVBklUcBv26n+
bERq+3R/Lj+uicujjboangE8kJJescUveG5aqbGCgHrRmd30S54YRYVody26LyUQuvRFtvMmv0zr
fvQj6I3DFKyZieqb1arIkhOZl1HQaYv81zo6ze9eCvY2VJPWmXzDq0RxNI2iFz64fs9CdTAthwBg
f773bF1fvsyEjSBb3bCqt0/wihBVbTrMpGsNjNswLjD/xUcZH9MuX+tdlfYbV4bMlAChS0Ul9Es3
3ycaKi+xqiRcrdlWjwOiZu2zp8at+2RHnaadxwnl7HDUzMH7inJeFb/wC0sqMGtKdR9l3KoCk2wp
bWAsGPCWvhUta4xAojJ90QdnUAJ3MaLqLR2E3r/3eTRlgejUWf0jtcsyerHNtp6QFkDk/+vU1974
cEtJCv6RH1G41Gixby59axFrq3ZqHuZNSR7dL+mp8uLivaOMdry/C68DaR5NiEoUvEFSE9hcriU+
J0i6ZKIIe8+cYX2txVEIVwVDwO6J6vVh6xpQ+xAzQP9Rz4G4tzlbbuPlaqSvRThGQpSH1YoK99Bj
XfFZ1zNL3YmnfhgqXJ4x2J6IxgOQxpMYGfnL6UU0HOlQMFyJCUZf+evQGsNvLiA95zDkFLorH21r
z4FwYyIB5ndZZ8XBZKlu8xHLdlAOmTak3w1hI15Lp76zT3kWa8Y5mVvUY7DL8KqvXprp86GJHf0f
fGijEkq1VcG5jw0lOdo9tdpfC51k7KQYK7yMOSG1f7eq0fuHelOb+Tq/xwvXYVG7pwIF53HnG1+d
F3QV6HlJaCIPLbzXy0WAZFplS11l4Tj3pr84SnbIvWIPKXgNqAPpxX6lLCPZvPRfL4fpmn7NDRPK
m8Af5bgIDeFkq7JOmYhKf4wT3cfsBj+kykKAh+7iU7es6Q4c5nqqUHvxg/4BhaHEsPkNSVdXhLdA
8xFj0F+0Kep+0ZKk++X+obm67yirITElEYrkN9CJL2c6eMg6IFYhkAWNmsPiLk2QlZH+ZKnJXufk
xoRgZvKyg1SUzqyb7KaujQ7rC1uETaF/763cRMIFj5j785H/kYtTwnzIOilFw8SWBbbL+eRl0rjx
uoqQo5Cbx2bliB4iM7WMg9J2k/WiUjmwjxOljr9p8eWL33WGsveKyG+z/RVomzA8/DRmurn1ENTq
WsdGbrts6/rdSsfsac7K6QlbRgvQ7uDET9XsFv/kk63uAI2ubkGyVKnLB9UAUBONiMsFWKihmgJj
tjBKhm9jbg4foqH7arWu8apmSbFzK8nztpmo9PjmxSQLk3bzl6OhZxqZSpr2oVIL+zlSDWjnTVaj
qZ/WZdQFy1SN5MvCXffuw+t5QuOUfXa09MAQbyWi0M6zsDBCAKUUKHS+TE7OdFtdS05jOzbFq4jq
tt25fa4/K2PKdggRscTBbQ9LibNbn0Vz2K0jUUtRTYr6Vgk8rtJDp7Zu9zZG/VJ/aJok/1rX3bqc
7u/u69NKnEDGTtyGKBbFs8vllood2jTbUodIs77lhae+mOoK7Qp3u52H+/q0IqXOVYv2MlEqbd7L
obgZ9SaOkAMq9HT6Yg7Z8mEBOrSTzNxYUVnsABQK5RfK2mZC9LAUoRbcovaSW0qAyJfa+4oDi+VY
1eMiQqyjnOiTIEkcfZVKa7lzy15vIwIvkMTsYIiACNtcTnMYNLMrahircEkVWQjJ7S6oY7tM3yAQ
IdIpIA3tcTCuP6NMMkhtEJVFq2IbZHooB4K37dYwzsf6EA+T53sqsED4Hl8f3TDcPhTBYT1hBXTl
XB+v84AKiwaFNLXsZ0QhuqPRavGT1szmTvZ7fRXglUnrjg3KiSTbvlxJcG5mlS+tFjqFFaHTNegd
ZJZF/0xomH42tLF6nxQt2TmSN5aSc4i0KhR8MBVb9JeFBtKy9oBGvalznxH/iBZ/TlvxKanRT7y/
mNebFbQSyyntWrnqtleOI0XQitbSw7WkkI5PhJaQ5idoEJ9a6S4exEk+DB9srZx+j6da2+sg3pgr
mYnkyP8vNHFzJJ1IzyHvqnFoSosvc6ETj4fQ/FJhCLlzLgH38rkub/YfdQZpNklmTIxx+Tm1sV+q
NZ7LEArSWH2olTEb/LizklXz7R4FttdYjGt2iDWt6164LlUn0LvEVH4tqjSLv7QDFNTQBD3wZewQ
JGyCyV5VtMwms8q6Q+9Ga3p0PKlVm3rZWHy1I5u+61j4XUWCmrCLvpJWikAGu8E6x6bjD6aSn9DH
KF9zHnf3lM9t9wsoCCXIbaSCyzH+wzWT0c9ThB+w9nYKDQl3FCF8c2yHoC6sove7XJR1UE62c+js
5e82t+o3WplO/lEzU83AdGrM3qvemZ89qzBfut6KskPUqCdH8dbuiE1eBst87TsPCB5yuL4tIqq1
amNoWcuPF+5HUTSjCEqvjafEN0DgukGneM6rhXknlJ1+OZeGPi3BMCzKv6IfidNjyMnfpTd5FMyp
5r1Xbn9KJ1BJSMG3vjtoxS+iN8jv3HVcjcDhQfXjtU2eDGQmh4B81rV95M2+V5Fm+L2OIG9kT9bR
JWSc/bWp1AU4Gs4bS2SsIJys5pA6McfERcnIjyJ7DiZcQYagr+2TsRRoR5qVenB5RpUAEhxQ8yrD
p/avgX/hu7m0GHV2YslNf/D0vAqMLEmyYy6Gbnh10bGaAgQUm8Yf89Vzngu9h1Rul5HVP6XxWoqD
kSNHcsS1I9aeqTJFv5nqnIgDH2fgBFfDMPNTk3Ut/aRDESLoTFXpXwYtrpaTupRrt3N7XZ0tIJZw
giiBojoIEXbzEK2DNTeYPcJM6NyE1hO4g1/0rMtMf3LU7sv9i+TqbeU9hWQFRtZEzYa75PJseUmj
6ZM5mKFC1fJoZcO3oir3lNivImGoMRD8qCHThkGbaBODxvaSqXwTl/s4RbfRoDQTB6u5dkxpLdxP
6uLWUeCao+BbN0pefVSqRk12AsSr91X+CsxW+QFAxK54/LVbGwrNSzecTZcOd6zS8/NE92Y1GW7l
Hi6T95f2+jsS4KIaqeGGRGXtyspkGnokZAe027QOhVAnntO/kirymgOF9vbT/cGuvyMgZ1kFoN8s
BWc2F7La9q2aUMEJR73KAwd62WGu6j089dUowN2lwqt0aAHfvCU3Uku24pgLI+zqDMdLs427BDB/
VHk73+pq7RBBIBOEy+swInnC5bY06mKMorK2QgUzLjsozDz+Oo6G+Ke35nQH/H5jLPDMPGQSioXy
hPzznzrni1WPyZi6BpY9XbsGCKJ19suSFbp2wMlzV4vlx6e4eM6ASFHqQNuPaJZwYXMalEnWjcqB
kmLcjAMlxdGLfDUvh+mDFyVYni5Z6X0GYpKmz3qrU/O2VrccX63SGvuDwLPCfqtjYrbXFWvIdGfl
r2Infh39PowGZNbKwlyuhiviXPDww6OgGHzEqSl5E0KdQfYpNQWf2WneSgFbaydZvjqcMu9nA0s8
EgibrVbaTO8sxsHLDpc5cZ5K4RXTb/HcFs7T0ERjfSSXXx/tqUOpIG+jIAjs6nozt3kaddkQ19yz
Yx6dctPBVKxb3WnnHriK1cDV0EllZ6FNAXFps6KDWSXuGGVLWFZadEzh3vvZNP7tNbn3xTEWxAzq
yPwUV9Ner/D6tErdVkrH7G1+wY/S0k8b28jyHJ5uo4Rjb9ph10/ZK8DVh2uPVGqgzYImRlgIhN4m
Ohus1BValIHUx++FfWz1X52hjd5Xb9eK53pvYuCIZTakAMm+2SJBvXLo+sppPRLBvPg8DI77lFS9
e2rdqTs4vRr9Y+d7uhTXG/OHuwUfjl6a1Ay7PA9D36fNQocIAHNivJMtFZijTZpTHNxuUZanRBGl
9+iOobpKUxysh0zu2TmXY1Y0KyrTmrzQ0rTmW7/OzrORijIAfoM3sx0XxXObF/mfTdVrO8HHjT3D
0LSBpM48IoKbzVq2E4XY0fTCKI/0I97QxtHLZ+O/jEJHjWofKwrx+nKCELLSTu0sLywpXPuTEpl+
hy7NzjJeX+zY6fFa0WuSVXF300ub1bHPUWH2wlmP6gDBKfcgmkmc7Zoa+YPPL1+MAUhPqI7yPze7
xGlmb1xtIL1dmWl/Ults3qqqTP69P8rVTcIoKLVyNYNKBZ0s46yfDrST1HW/enL/UwNfvzs4eXww
1q6avhdL4naB4hD/nkx0RdA8VLTy+/3hb+0N7lmOgYykuFouh1+aelDrIfZ4KKM06ErMStR1mHce
oKtgkUlypcDtYAxoyPJX/DTJYmnWCZ0SNyzQxzAPduJ0YOfyNRn8oVC9zE9xxfrTaPp2pVcJ0xGU
QD7toWxu/ApQKSahG1V3lDg2R5AYHLIiaVbYDaNrHfVhrj4M6rqofmJO3tnohsTzi0xf1wMK4Yn+
zSwTrIgfXnApzUuzlJIQ3pqbPoum1NwOQ+eF3vI/lH3Zctw6tuWvVJx31uU8dNxTDyBzkJSpwZJt
yS8MW5YBcAJBAiTA3+pP6B/rRZ/T3aWUQtn14rAlS2SSGDbWXgPvNmFZwlks69SZq7yzwmFpQ5UF
0AuStFOc2imTufeHFJMxnTqCDPMnUXqceIF48mzyn2/06MGB/o4lc20znhaqlpd+ZeEmCo3c5F5D
zkH3IOmq62BAmFoSlueEmu8sAivUj1p1bT5D3Ph6OPU1ZYDdqvJqQvAdrAggTqpmnpFkiJczAN7v
J/W6sgMpGIUxlCHInAS99fW1qHHhKoK0zsNo0mUsauyZq90N8lAJrbvgziR12WxjGNv+mgTsCG7i
jKWcOCO8UhvmT1POAvj6F5M399NX0dWj/OIuNSptBofclnR9apPCpRmNbno8XnPjCSTV75YwMd9R
1kXtrp06XRUTzD/cg25VKoralmjRGWSK60LHCJ3Yt5OEj3UwjwiF8CfMZTLJQV3PyqFh7iVL5ZE6
07S6DXWXgBcTDTHf9WhnmNyDEkMVEziTadG0ZRBu5tF0z00CD//dQodgwiQNJ5Fnjhc9TkiZ7sic
qVAWLpQoYN45opJ7G8SLIDKLqYaT/Lo4e/Vi7OXcJbDlTXpUZmfG+NuVE6dPEJjW89EqUTjBVqfB
1aCiQ1qVUvcwJ5Ofx2MTAOTx4LxewW/mdiXmHNHEPhfo/k7N8ls4iXUTpwtQH16PCRS7IIn2mF2Q
XNsNvDfmDq1Jtz5qzfWmToPl1ivrlJ6pp99Zq8FjQNMFspkVMzsZ9vUMc8yZKefKHTI+fHGRaIJB
OPtOe6aKfvtkQdnCwoFzfbQ2hE+eLKR/M/OGiR5YWspPrZxKXkSzss1eDWVaM+KjZ6lI1KUyuZtS
iAXPQKHvfFIceyFDgq042lunUiykTiZTIinUh1pXX4R1w00gpvgMCvneVaDYXK3L18XkVO9k6hh5
q5jKV7MN6YYzw/MwHP/jpgq8N3B2Bx6D2gtdiJOKJcskDiwjRI3jNHQz8ZNm2cNnx9Dckd25OLm3
IxNbOD4PTE4hIQPn7vXIRAJjOEvR0sNIjT5MiGkqJoMx2bQBuwAAJR6RrnUuUfbtc4RWDJ6UaJuj
TnpjCzAsJmvElNKDh/NknqmBojCT/zEbd9Vfw0YRyNbq6XPK+a3RYRgmFtMDH6h3Ebbp+DlDb4Mw
fwbs+vEm/c5jREWGZjIE5gArTo0bATxTMI0CegjrJRexeoY3CvJZhLqIgWIVqXNmwr3d0PDZ0LQB
+XO1Ljn16ONp47GyrNkhm1OXEtrwJkeXMPySSZTRH3+2t6UBtjJ0jddoJiAWp6Oe1sJZJOJvD5FK
0EJZzCMcpX6WsTsRqLDOJSP9ppO+3j+BfCFaDTRqnMvR2ng9Ik0CW6R+KJ2rOZVelev12HwVRxN1
sVlwx30q6wkrJzy+WZ1T0JVgGQ1SmdhNsIRyycgaL9x5dRSpjULP5Qn2xGhMqNkXcHESKnXyOLSi
//nxQ3rnhawmTrhfdJ1w/j1ZamO4rSfBKGOYysNZHh32nxXIU5fcb87U32+XWiBG0CpgNYdHFcCZ
14/HZtgep6yOrxQoCxBBoq/0CUWCmXPmpMENohz0lWllfCtDNj7/Rx8SXB/0YKLVNQSYFSh8J0eP
XgPWj5BreXBa8BKTaMpyNTu7zG2H3cdXOmW8/L4U8tBX3iVCbuBp+/pjxmuHNdbcHOAHYSIYlPRw
8HzymzSCDWRfmcdEUzPmGYcKgkzoqJIIPKMztdxvq/N/G4t/3wX8ALCHrhkIJ3eBSIBUtBMzB38a
a46CKNObPmbZMfLb6MCp960PfEwBLgx/rGp5AXv9hxhy5zVObNxmPuxpoX5W/Y5LFFxnJubJ8eT3
3YEQBNUK/gSHxX/9jLStaBzVrjm0pfajy6jXU5RLJAUnpIns4hMeDQ+w3PIZ/DLhukXADKL2jMXz
ezcBSB9UVSx8aJyfTFcOhiC8rpQ5YPAMpohT1JltLMsLr1pi4Ki1ziV1oaAdmm9zqnCY+3iknKxO
vx8CRiRkFyv3wj01IwLyM0hEn5sDAl4vwqkx1z4Ywnnr9+Fe9vLMpz2ZfX9dDeak2Fqw+MJC8PUj
b3t0oZKqsoehZeOFK8u+yalkPCahpdep2/YEiPV46NEHTs687tOVcb04Vl+oRMHOBGfpFMorecXK
gXX2gMNiux3rOsoXuD4TUzn9rVOiMg9UhN6elCGMn2g3iPvMHdGirDI9+oUAtfIQLPO4ow2yaf0h
/t6JReSwnTuXXb3Oi5N5Aw4DOJpr+gTg45MzEMxb4cVrR3vI8G62eghGZE6E4ZlF4p2ht2IhePuY
n8AeTwCkoJ+8XjDkGYGBx64d3x+2IKR66Hks4UbPtcUGEMlPCAUafjQJ118/Hnmn2WW/38e658Or
bGWUnmZMtitu26MBeLBUm90ypxQJxswhq3JjM4hS3wc0qx8oltQ8jRqdp9TpCWt4iBgtJykSmwTE
0sjLq3qVMw/jdGZynJQlv+8QWwR6GigjUeadDNeRA8cHHwGJT3W8Gija5d5kc6kJC4aB7mAWOT42
zTl31NPmxl+XBY0YlDNgE2AmvJ4lg1SdmiZrD7OT9XmkB5jisdnc4D4/YeyCldoL+AiLMivCZBXi
9O70IPvIXE6gxBAGod1/dvT7645AQYPU7K+ojtd3NM61Y0uIgw+ZCStF3HmSMckc7WkMTFPv5JCM
cBZugUOmTv3544Hy3luAyS105LDAQkl/skSiXATZOa2Xwwj5xYsNgJYlARjno8Shvm8ydmyaOjsj
UX73JQA/AwIAJA0lw8nscCRcTkFQsoc00e7Bph6muh6l6+7qzncB7UTYPYgPUy5Q1BrDPjtwT+ou
6tlDmF0k6mEkzSLTLwKqtsePH8g7a3b226QUN4da5tRZDXYqZcJcrKI0QxwZqSqDEFgPFIuNXQZ6
NIFR45nF870VCR0rqElxooK8/uRQBcq52yF01h6WEU0+xzTxp0Uv7ZkD4qlt/e9xhqbyujhDKwVp
3utxplarmK6U9iB8ZcuihIR741k6zcSZxVhdZIn07zrZh79iyeJfTqIF3Q7cgex40r53rlX77iAI
IYPATgXlBarG1/djohDADTSIhyGoYrPhPexqST/jsJePiAbfujXecApq6jP8WOB+CG9J99ucmPYY
64HqvEfP9QcU4YM996ROCubfTwr6LkCAMITA+exkUqhsRqomU8uhhKLwiwCVxiXYS5bNhHQBU0Se
bQ+ZzkDfbJn+AbO63TI53gXPKNBIDTfWrwsqcRINC7T3wOLPAAq/reJeb2FANNACRfcZ8DHqm9dP
Dt3OJvO61j342nX1pc5K534C0kL3oQxNQxb0Xq47rKMe4U7G7yPTdT9F40RHGYPhPkBb+ACBSIYs
b2sq/P9RNT+9wYMBq4OjD2kbXeoz1cnbQf76ntfv/xtqjvYDAArBcM92bDZjkwW5r5vs4uPZ+/bN
4SoJyi0w3yFsOI0rtyMNu6At3UOAnn91qLE9zpu0g8/jjbv0QXVm6T612VnxMoxdKB2RFrSCIidj
mKE8r2iCMewsSV2TQA1Bj22Toxm+pPVWqeE4qXG+dRLECxDjzWNXDODi3sNlEEheGxiAmx8/gvWS
rwbHiqmtumUcgpCte9oEMWGzVKUfLAeLBoiAh0CHkC2p0RBH24VdOYmYknwIutot2qjh+sELWX/m
IPj2cLLeBB4/NpQA3aBTCsFgYqzY0egeRM+TmMwVyESEBu22ZpGpiQid6eBEfoMzGiJ54TA/XJja
pJuErX5gsInLQ8c2n43lfcHMWTumN4MRt4dm/uqzjdoMXeHXg5FVaFqUk3IPDeZtSwJWNRGBB1Fg
io9fxpuafL0QupUQcuLzAnJ/faHUdZAAiZP+QcAKCYVG+0yN+eoMzouMRBE31TZ2z8WdvT2fAsTF
ZeGWjkbGqpZ6fdG4bKBzmRfvYL2y73KlHf05WiPGCgsPCzCHjR5uUPM6bWFVFVRkaQOkYdqBZe6Z
z/9208G9IDxgbYcDT4Pa6PW92IAhfTOx7mEIVSZvHIYC6tLDLnotq45mW1hQsQqwf2jKDQilfYR2
BHJ3UArqLCAALMIzlfE7rx4VMc4qsKEF+na6C1Kh/X5apHcYAyWvyszVd1Vks3On83UJPpmFsDRC
/Y3RhaF2aqHkgdtnBM7GBzvP8c9Yde6wZZ0z9UVX0wghdMxKfumi6eIVEqfyMl/QsvvGVGYzYrRl
foB4M79HN3HsVNaeWSR+N7Bf3R+QIEhj0cPHKQiD5OS9JEvroAqY6mOF/PRo08+QqN76VcvLEHzT
GQIpz5+Mve3wtdAh2Ro2vi0TlKJXAq3OeuMmjpWbZuB8LCQyu4e9ZCCjftWSWlO0fdvMX3hQhfPW
j2bHuW/KdJIvqRXLeMxKnkSKVD6X4hnawQz7JKhWUTQWFCQJGBg19Rx0Be1GSPBiu9TmR5w5Ab2W
aMLpQ6fq9lzwzNulHDv+Snda1ysUJadOlbyPjS8N5ce0tn6ynQLm/gzrOHgyCzx0cvShpEdCcAKW
wg2dKni0laUpGQJatYWvPNbel6GQwe7jFWR9Ea9fFLZ5mDJDl4oOIXqsrycQHK3KauANSE4Jm2/G
SKlvfSkxl73YmbMblhg3QF8dPMn9xxd+s3QB3wKQh2JoZcPjr68v7FpgS7Tz2VFDgy73EgL7dNe0
MJPdxKFsji7aZkeOZAsJaZunziEKb+Yp6G4uHM6AVwPfBajw+vKwb8aqGsfsKJtslgQM6OnBT4Te
fPwp3z5ejH6Uw9jEV2D31Po6EdhmTOR2xw7oKayadTYPd25txvnZpqz7BRFh8B00GPSJPr7wm0oF
W7S7mnri/ItD9imI2Axx7wvOxbGHpefF4GTOTkAHsQsj4Zwpit4+yrUaACgP/iy8Mk4bUNk0t6mj
tThaiRRbH9TsHSJu2Zml/u1VohWEXy8DwAtSz9cvzEF2KdwkRnF0hybKsc0nhQiQxfXxY3tzPAMz
cf0MYIthWrzBmdS0lFntK3HUIQyEnNTo3QzXhwdI3bON7zkouz++4JtyChfE1g0wBxQynAhOTk1I
AhO6CbQ8otaHe1yHUyqYVUE7lFsbceQ/ohDl4hMU3fAyVzE23m9jNrDBnik1344X0D3AR8I5KYJb
3inANi1ZILOV3AhkV+xd6dtyuwRp7xGdeHAo/vhTv/OYV+8wGKvAkgYQ88kBPfK7GTAtk0cHQ2rT
De2w71Kb7Sca+BXxRqHOORu+8/lgTQKPyJXaBTXVyfCpahHafozkkZoqRjO/6tkmq5LxMUoc8+vj
T/fOUEU9AmwD3Td8xlMOmU6Ny63ryqPHA6nyMKBgI7u+BlL/8YXee4xgqa2MC4DQb9CVygNzEyQh
CQo3d/MA/ChYvHjy2tcKnYF6Nuckne8+RahwYfy4TvdTMok7ooGNnGd5FDMO7NARuZcCCoBLZF1W
248/27uXWiNk1oURRfTJ/pBAUKeXSMrjXGZxmy/WDfpiQH52hmyJZH78+GoAzbF+vNoIwSlDGQkT
CMj50HU5QUlAwmjmDnyNI0szyDGyXCLk6AZksPYAxZ0ogqhqvqbIIXLc+XsFyjbcuLIOSWSA9S2q
zDxd6una6KzuCWjT049wkfELfFZyWGgkOaONd8F0U5EukPOYo1OHg4HPa7C3hEcCZELuZNvAnEl1
Gf/KPHuQKkiuMx17OOQjCA9SawgIILE+AtI2V2YM0xuY/g0bVLsT6BvTYeoVQ5eybOzR1lpuXBan
SHlOAnFYLPvKrScFCapRbyhl6N9rXeBXTVtfO0/tWF3HZWf2vat0PnN41iKzMmkZwlTH4diXnkeL
KkjbT10QDVfzUsNHAJm8uy4aLFYKtyTWpjddmULqD3rAMYVaZtvr2vaaXYxxbejXCij+fek05ocn
27IuepvVhxEZZzTv2TzG14mD2vxTUvIlvuzjBQ8LOSZT9jlCM7sqBs/i9azduQdIWb2JNKLx+31m
E/FjMDNjZHB7EHsE2Lc1PKFiQNSEtX6DN7LAtoLjeYedPMJixVuyS06dpANfQibPaThXMPsyU+02
RLXTPLCjwtZsH2K3jJI9usBh+ZWmLR/jXFcZ66Lc1Z6a91FS978mE9US8h7Dwm02oTDfKW9hY+7y
mvHtkqQ1ajdFY5yIMbWGTemEMQaUHWe+VTOTyyZIEMThWNV+9/XQg0UsUO5NyxDTLfNm3+QqUWAG
gVZi/MKFRZnIo6GDtUJmghrNXnce4X/bT43cq2Zk3ZXJQDrZR4rDQgAnhLZ7mJHwoXainqYeIqMG
SPidhreROFZ96B5aBxSXXdNVLUhKfdX7fl6mDh2/qgYOQQ8B1Ke/VDgE0ecOy9HY5iE6bnXuCXfM
tiyrk2kXsRCV9eQ3mhIbpKME2IY9drvM1dRtPCTy1hs16/TJD9tEHpCthOyWoY970CCAgNWbKZLZ
p76Tbp3D5h/qfmcsuSBhRudm1891rz+HqrHLE2ej5Z+QwCu+wYAGNYeU3FZF149jTBIR9e1dOSat
KwivksGQmME7YBPaCgeAqKpB0yJVrSs/h4YJvidhNzbNt6BnnSToDUyBJtOMjkLuQmd3n65ZMZe6
ps2X2TR0zKcGH/q295o6aJDf6vkKlyl1/wBNveU3NLW0vKQj2E7HaOyTeJ1BZaouVQT69nEJBRDR
EfErS44ckXnemnmwzTW8n5j+7KTC/YUyfWAFi3BqwwQCcW4DtwlbF8HgTsOdCeyg7sdM9cojTdC4
8xHcABkQkCLCCW6pS71cJgKWX/kiIgDfsUzjAZ1jrTPk0FauP9UX6WIwkNKpceIeiOISAH5WyGK6
qi1MxO/EbAJmN+AjNEmBjWASPyH3m7PPrFI9K+QS93HuKBdsUC/Seiogi5ivOgNtzA7i4XT+WXqt
aK5hx6+zzzbyKbx7ZujmfLgYYoPnUlZoEVesqr7QYazabViF00SgxwPtoRRj95VZKgcSJZzpG+gi
bEdcW8/6Co4GXb1zUGs7BU4IkSVzrcPkLraBUPmYTWFC3ASEu43Fe1MkW4ahugzrpNVF47e9WHet
GoV31Ai6aeJwWnbIdGnaQ0kVbFrLKvDlhR4ifz5a7kPKqKMWNBOv5yYibQfbCSLYimTwpXf92yjG
oMh52VLIUUJQwXaua5GaDMQdFCm9AHogiOMbvqzsgoDEDvx4dkimDvUtWBmBS3zM7yzPRtjMHbou
CZxPwvX5cIcbGZ3HeRpR8iZeadimwwCP90nfBEsBLEX5cCZc0oAsQ718jSjy4gReLwsZVgtA33ky
hhYmTbMPojKJy9KPcmgsxqhoW89C39c0s4Z4qbLprrcGga6OK3t+C+G302ERrbQlaVun806GDQTE
Aw6hinRqXOSt9UIREc+U1CGdHLHWjfhlYm8VD/lF51VRe4V3Z5r9MrRAgGd4d3yhcMXimFQSg7Xu
h+GLruBoXQgXCVLEhc/eNwkJ6iNNk9LdJCryxLauQdu86tGQAXWS+ljzuckcCVIRYpN3SDxJLMEZ
aExILTowm2BWH9sLHkF5iskthHdpheAuQQxG8OTKIRxzGTWR2rujMWEBg5TB/STKHv2K2gjLCG9W
EUfaQVJCTMubZWNsPER3dapsdTHWWpmO6AlJx+itWkf6cJSuNDKVFYgpP5DgGY7HHvrSEVzDpoRa
tGdQj8LfLDjAMz/JFlLZzvYkNZ2edtzA+Xg79m24/PBg3t9vY1MiGlpEYixAbgLY67tSGyJVWHYE
0VOJv5vjCqYnnkSiBt4bSPdk9E34aemWrt1GuMP7JfbE+NQvnuIqd0SNEzyWjkZs3Ubwr9xdIP0d
1bJ0t1TRfkXpat0W6FKOdOdMXg3ixsxtv6nwFNYZVMN1yzH9kOWVQWA1jEGVeRrAlDFbkUSS55Pw
FnB3uznz71303Nq7KQSPeiAianmdd4Jrp6DgYKcHEQ3B4zIjevsQycRet1VFux1vgmD6Ijl4LZdq
mWr9qGLLQrJQ7YwXPpjNHeGeAbtjSCM2bpC7XTc7f3YrXiy9jGuC9qNeLsoGmVaPtnNXW2e0Vnle
6kgvxzmcEA/ipuOQFnNIM3sdBX32OQmrbtiXkICO9wYIZpz7fVQOyIlY1Sa9KAOncKCYnO4om6tm
Wzvp4qxGNPKR+jX0cZmoOQjNAEmeASNVDKJZN0A7O9Jeua8hChbXfoXMlScc/1AiBCoJ5k089Y4+
gonndzuagiiXL6OQzsZEoqmxJAWCHsFiaKeNh9mZ7HU0u00uILv2txXskB2Cbse0bBZUKmt3GT2t
PG37CD5DJgiXXQizx+bGD5QAsbmj03iRjYP1LrOFJSWZO28qYQZiMnQVrERWCoOfTly4Xt1PuwZi
G7GTlU+/mBTD4hKjH2pmlwFZ24Dm1dgr0P2mYWu8doHguBas/lQGAT+qNoGwPC6nCstGCdkyqMae
Fng4syz3/rD23bDrBazwW1Hi0yIf9XbmC20RFrD47S70UIRtqc6EvuwlqttNQ5l07iE2CtIiHEfm
1ISn7oRCT3gsK5d8Rp6I/U6zsco4UY1Dbe5MtZB51ciekq5uhNw6Q4+WKmxPKi9PFHTgBVIzHOdL
uJT0B62U7987TA5fPRg7Mlq4kTXjPs4UFF0R48Je8pl7j4MTgvdVaqB1JBsRwbhFEd7bm6wNkfA3
IMn+k/JFll0g6YMjATkWYw+X9jju4JBG2UB4EDUZNq5ef4mA+116VRlXF+UyK76BCr6sd6bByCeT
Ow9z0XRR++zNbhcVplIm3Au9OJ9dFGAJwdBFoIlevLTLTVwFztExLjTLgRTqUgRIe94i2DCwuUFO
XVf0vdMp0jQDloFmCZE/Dysj024YluPsEh5/PVb7stXdRYxxr8jiDYgtQTBpe+v4Nk5RgKH8Pc6B
J4OiwWnPkrieaYQ/hYnzaVRosdiRQVRPgdSHxHEa/953TFDtw75G4JBjsfpc9YuNMxL2Q71OExTC
O7wpXRaAdSbvChY1ob1Sy7jMxKQwySJlJA3GWbJwDJkuk1iJRthjXcKQoRcXKDiUyCtoQizxSjW/
1IufzDtvCRndlmiqw67QqHjY1rLlwWaeEMV9h7lQTTupkaiewwAe8Cq6eYs4dB41za5Fvx47E/Lv
2jrXVE13Affq6kcpl0kX3uhUzORtL+WtoLX8ZlkVelh4eNlLLASBSq8ETGspAYjqQIOAs2RVbmd4
muBwCAMal2EftxO/rt1Mo/0MP8fq0vo4dO2AhWTlTYaCKthmxs1oUXdIsED+cjKUw9HwQKD2Ao+k
2rjWcdleCdAcweIIaBIUkc8XdpzEKGVRtSpZ8rgyKFTx5XZEqHnXBDuUcM10hZox5Zdh14InHvsK
ndsqWcL7sJZzd4yrGWGwfoUS5VFEnQxh2zA6cfZSoZOmjgFnkUuLWUPCjjMIvARx0KuoYwYCBkWv
0X1ssxExcTGf6mcwA5e/Jd7/9Wz+B30Rt38dxsd//Tf+/Sx6O3DK1Mk//3Xkz4MYxS/13+uP/d//
9vqH/nXTv3T3anh5Ucfv/en/fPWD+P1/X7/4rr6/+semw/Zo7/TLYD+9jLpRvy+CO13/5//vN//x
8vu3PNj+5c8/noXu1PrbKBfdH39/6+Lnn3+A07oCf//171f4+9vX31v85PH788vP//U/O/79Hz/F
P67FoF7e+fmX76P68w8/+CeAbRAwMtiIoY2/NgXnl9/fcf8JoBujGNDUqjNem1PQUir25x+h/0/g
AKtOArQ14ElrYOgo9O9vuf9ER2s1YvCTANhP9Mf/uc1Xr+z/vcJ/dLq9FRyV4J9/oIP9CmdZLSlB
RVotzuASjOXvtHPl2lj6TJkGTQXw4PeuZd6hsv4L76/B0HyEsQth1WjzJUq/YW16ZMy5iOM5/o6M
CKQIs+FnRFGDTKm+BTkuaskYR2IftAgkilCb6+wpoI6/bWtvl5beHSAyQDfyFmLaxz7qwxsxK/YL
wxtnz0Fe1OvKHPVb14zXovkVBIa0fTOWGyjt+L1SibhZGPpoF6PFIR7dZWAJbRWRakGPTVCShbb+
JOSwYZgUddruRFzdUKOKzDMKBbLwtzZ1liOzPDvyFg4oBC4POXM70AJh4CeGL7Jdjqqujx7cTXdY
IwnvnG0VIxeWo7rVogs2NhlrWIaI+CaKmH9MqN25XX3RZlPeqhKnleazokG2G0Mfh8rwOVB4gHBC
RD5DS6sbVBcvGcgjpB2XHA6JueOpHjbN+tAm4ifj3k/k3+37qEF16rZfk8ndtCn3HqRcgq2maY+i
IbwP1mOB1g6x7eBsQTD4Osggt3R5kHX/ErC15d50D7VInpYWBiutodug8n92ps0r+FwXxjp3HS/h
6pKBPj+gqOz6Bse9tsmuKQ/QGASnYotAt2LuX8rBLcb+l0Bfk6tkfGk9xy0k7AHAJpHHBT/sYV19
QKctJkE44sCgIx8Jc7KIjN/9TFoQ72JUT5+Y3zyw4VPj4wswBEYKHZfmnqP8yJtsfEBy3nfVAEsK
qy0CX2dSDbjV1lMLzqe8zQOx9CSCFx8ywYfrEYegmyRcwmKyCvV7O3mb0ot73CpF8ajpng1NvGFV
DQ2OSnIEWgEGSdos5y4iZM3srCyNEM7YYEOBMemkxOkEzrZSBwQQ1jfLMaIDB9Y7/ZzcRg7dGDql
V07qpBslO3Ac4nDj+SA4+wHsuaa0DYtWVDQXffuDM3Exe8u4x+lqX/L0OrHLjU6dcG224pQblYTq
cg+FM8fmmOQVh8EW2LyC6L4mri9+CERzF6GaejIsXZpPaEPgY01l/OSn41MC9RonSUYruEvSQe9K
A2+n5K4ax69zE2DL9kKCNvMVjG12GOagoqwHpKR6gOOBxfxo5A9oD1eMZonhsOWETw62Yvwz3BhU
el4VTNjlHW18ktVqKnofb8Bx2ttI3DSsfBLNSOAfcpl222r5qmu/yBhg/LIF41r7xegk7BquSHdj
g6wtJHyWN9WwD13MpQyHA9vxjZsNLUG59eIMITgZeB+bZOyhH8m+0cTNXcxcCHNawvlTNEFY4lDw
avBShjx24WGIRMeiRpQzCg9j93Fi+z28FebboI2SnTA9LdpRNrtg8u6bLt7oDKgcY/vOwFDWHZJf
4RIcM1/Q67pavke2TK5ZD4ZsKa7Tmq7EKPzqmA5FONOtqbLLcgLT3g/2gPy6TYVz+ye9SNT/YD2T
ToRAT+u5JEOEKZYhj6KmwQXctUPgV/pZghHy26WpH6JdnEmRd2DyEtF6Kf7WP1ufBUWqR9SG7ss0
cMSQsFuG29jXODTnvvmeKdZteAuatz+5N3A3LkLPgZnhnCveEggCCGgfmDIU9WXgwAg3M9886TUk
9RcDt6VUrTR0jBU/1qRqEMIER+KvabVAgSpbohe3I3ZJLk0pHwPDdu7iwBansp+m2uK11s4+7qDF
xFf5VSf8HbI3ZmKbMcoRZ31IVwOpSM4FjtvLN7d2LoGXf7Nte2Vcyq8HYDWbJGpnOE7YJ48nRQSm
Pm2cKbehec6gqalDBIGjKZOGyxHMkbaImh7cJRHtqRpvuYZsIBix0APqfHDLicxwR+njb7T3OsJ6
GR2TeJcsziMcO4KcmWUvHUOYO35P4Rms5PRgUB+mFoQc6AQ2rjRPVk/HigO/sA0RnMpiYU52RFNP
Xzdh51w6qSoWXhliwKsqlJz5Juq67llMnkPKeaKYrvN3HJrQbsiWO0S62CLxcFCU3i9vCtRVKTuw
3RP/GfgG0Cb6Zaa2OgboOH/jsm63cRV/7eLII8KUt/H0gCR2gJt+gw64tPyy7OOELI1UtxBP3kPS
HW9d0A4Lm9HuwoCyWzXoMAiHZpsuxFYYx/ImBLgozA+gKsgDoe1TkhlJkuQJcNW0C7mOt+myUcqF
YsYfE4BM/Jp7/S3ihK+4iH/RXtrc/d/MnduWnDjWrZ+IHhwF3BJBkCfbmT67bhi2y+YgIYSEEPAO
+6n2i+0Z1f3/lal2OEbpao++c3crlELHteb6JlnOeLD4rusxn1Hh3x1pv8QohV2+i25Lik7kCGX4
7YcmnYMKd9/vm5rlKU+2+B3qA6cnCPNUoaGcRFpqzppbOqOoLqoFGGhzp0rNA68chUgAm0/x4DrP
tBzCtI9wnJ1fqZrqRzAsl2Lvhgl5ECrfrm3vvW6GLrkdYZjw1Jis/VmHM+wNyMYfJ1aDFN0iQl7l
+Zx+boMVTxai9/gBDLb9NLRIuAgUgN/mk9gP075H3xB+rR8YjhFcKah3UNuK2Rq1RSANw4BxjQxD
M36FWU58N0V5XU4B0XeqXX2EBih9m6GEC5oVf14PPmfDjQp79pbudfgm87zuji3ZsQ/5dkiYTG50
N4tT3vlSQH42qp/IM+fIWfT8EGc1/Yqq3PU4hSq5i4dBvZkHCZRetH318nr+E0S3BnvMML1Hekgf
sVFg213lXU82c5x4b578Zm9L4w9gkK2m3gsF4PnttM3psQeHqSmSUHEoOFpxHyF2V8bJ5EMgydo7
FAV42NelnB8RGppe+Qq0M87YKdFfE7wja9R2d4iqz6ycxvbNECL8u/YZbBnlBK7cMZFSPiF24d0p
gIGhZAoTvPlaswALH5vXeS+mwqOgneZ719yhnrvJz+5RiESBFToWdZeMJV4w5PO8Nuublk5f5zxf
8KydzTeThF6BuyPSN82WINTII9MfGQhqb0kv9rswrae3ncaVbjY0+UInBDIK7IoKmTJvr5p27O6h
7SaId72uU3pfowwqqo8EZ1iuvi4IX1V6Hr6zzT94GzkaFLKlmzzkPGS3KBqYP3So4GEYYgTQ/+gH
hoRQhIOamVvQ6fs3Wg8JIC9NjCuZwKaU/DWwM4pu/KoOWXicJXSAEOxgUwnvxIw6awNTtUz1x3Sd
x6d0HDV4v3sZM/VWR/MhWpKgzBTmLUOhDPgSpkKQ60+yBsiMrCn7sNXLR1XvQNrRqCnmvR1KPbQ3
wFs3p3HM7wFh4qcJOpM3Xj6+GofsBiUAH6DW0jnuVtO71ZiSLuQpb+9NiEW41x4wSglYJ5z7r2PV
kmLIxWnI1scJeXJfvgpGinuoqfF4xkLuPDYegAQePySef2jG4BCH2y3KxgvhpyfBRFfVXvcWiUZw
1Eiznhrj30Fi9nHf5/GYihnOYRsZ7tJVE2jMx/wJnmUDUEp1FVMfUbr2Y0Tk9JAi3YFqwgD5Rs23
z3hUfMYhfY9aTIRZ5uQmzH5OUBa8AV2kuV1HIL+Qy+i/ehyRsZXjlOiA3zkHTSSqX5sp2CGZfr/S
BqpM7wTtoypzCH5uZsi8oy4pW70iNTVAdLdDHEnVpzXn7aHDXZApVIXk+WO47hxPbFzYx+lNnZm7
FBnvIpnq7kduYiQp8v7VNJ8Pl/ljgBjZQ5TRVzzpdpT+1KLoG2SePkQqG4u8gzsKLOi2eL8DJhz0
xhF5UKRE3+WJ16L++A75zw03MH7kQX7HINNbDv68oVgDhVJFYNb1DwrP9wps2/uAeQjuDMBHZphG
es55KSWgkRR1gsWa8Lt4wd0bZ5fXkGLCIkbBoEIQAZp2XDmrGKUHuPeT4MA5ea0Yfj7e3wA4NRQp
Rzfz+dQkcfeJdn30ILep/09JwD8KIPw2NPAipHAx1PD/YwDhXP1wOXzwf/8P/7ODxvrfwYi/Ig7n
/8O/4wV5+i/oHiD1T0CcASno73gByf4Fo/JzHROgHiDknmU6/4kXRMm/AOIBdyBNUISJqAL+q//E
C8i//sJEIfpwxpzA6CX8JwGDl1oaDzdSiEeh17HkGKpea8TWc3LTIsqegH3/j+oF/qddxCJeysjy
sFtAvljTck5a1hb7vm2f2pCsVwS6v+421Fsvm+9TjyK0ztOylZOUb8+c1eZ9s+7jFYnRS7XK3923
VDH5sNNM05qUKC9S+5NAzA1EnqjHjQ5qwCEsYiiO6itSnEt/zLkTz2oqFKgTvWnwjllVhDwj5M7I
nI8ICf/xbDL+J0j0IiiEdv6W3vz9x5wlQM/aT1EhKfp8wzspEPGrIDDx8A4pHZ+gZGvmawXTWyKR
0Z7E29//4KU/6Pzvz35QZL5Y0vMPLixP17uxRR0K3iS67crf/8BLVd/ff9E5+PXsB2CSYyCfiZLS
UJWaOySl6/AgqArbh4S2ffgq0FTTw6QmviFPzeJgOvm8XeTN73//wvRIrd9HQMgkQPoBIMjUVL+F
38ykP0bTnvt3s4cI/dPWjBG5/f2PWQUBf/+14cu/FnENRRO1JaVummU6IOhXpVHwU4Ana2iBTMuC
R96WejgHm4CWOgR9F1nMJguvFZ9d+qCWjpA1GyjFCdi6Bun1QyTHn2liuiuDealxawsC1IqYbJuT
EuW86Wd/3HB/XHR/pVjxQuu29RvLztGXSCYlfAa7Hz6C3g/c61Ay/vuPc6l5ayNCJCsRU5skJYMY
4GMAxEiBZHPqts3ZdVCSmV6IcEpQZezte+mvHqI9UPKM12yvLnXf2nrCtQnwRu6x9YxQ3x02Qta4
mCas26Pb+Fh7T9hvCLyBtVvxcUvJo+pUO38c5tn76db++Q97thOozNe+WZOs2scAtiVN7EnA0Kn6
Z/TJ/117ticAEs8x0xDpViNy0sPJyEAsJTNb0OHu3Mb/jEf7989YSzyKR1w/hZdWMyDy8w0nI/fL
nQdsLeH3aFa3pWaXs0/wRa6jdYAQJaT7eyq39g0KofP3v/8W52/6i3MmsxayQeUXUqlJXiEp2ZVM
yTR6aABCmT5Bq0Sv8fsuTFnbxhpoSkGzVGSVRPTx1ht2/03eBPKadPpS8/aCriEpxuCQSqOOdoUB
wxp/AUVMXDm5LjVvXSz0ko7IABFSLQxfYGbNUMbaS69V5V5q3lrPuov4xrYe9QdgzeIbbNnqFcrf
4Cr3+2986Qes9UxzD+rBFaOfB8PEb+HJwQ3yk+luHt1+4PzDzxZ0Gm6RCryVVLlqu49pptTjigje
NYX1pf5bCw2BAGAvgCCvRBTP3c28RytoABSwGbclZrt/rR2qM+ZQIuuuGgGW/hAuWdHrWF47Ls8T
8RerLLVW2db0jT8YfOIJxBqJFx9S/I+Dty/krpnrgSKTEW78Mxuy6A/NG8MdryF2ESSqEWskFAy2
QpYxcddCNpriZk8hxCgzQH+hAuRzD4FS1xKBEtF1h00XokXRiKrmmWi3AbaJmVtNPCh9vboaUk8f
YV+YVlnKrtnUWRWP/7sTE2uBAn0NL41wyqvI3+VY7gEKTMuk3nd2IwA52940ahh/CshUhpt4h4Lt
9YqyUf4qhKVW/zmjYZK4LbX/IpzwPhGj6eJKpLWKDmTPf4h1Nf/MKPTvP9RayUwigw1pRFpJT5iq
mYOYIe2VNX86rWO7MEoDp55BcxZXjVizLwi1idfK9wa3bdQunZ+ihvceyuWqhOElAw0inEELDTmz
ujLLLqwyu9hKdRPktKtEfmEzdXibxVL631YRYMW1YYu4EgcMaChCSHSb7wLmDKHbhdIuuY4MZ5hE
klQkg1ioEAgeo6YXCSbHHdwuwIAdAkUZuUxLPSEuSbalOe5k9I5Onz2x3v0Elbi8n9a9UlD2VDtI
RgWR4hps9cLubRd3kgDsmxXvrAo1p8MBQlnYlGxj6DapbHdDPETGLOjGvQrxboQWL/jEm/jaRfJS
162TGclr1BGwBvHrdJtfaWgncTxPLXTYbgNvLWeoY2cRyW2vvHrIb1H0S481uLCVW+vnv+rZqQwO
UiJmitbnOowPJoLwVg3BNU+AS2NjPaczHu7ZkuKzenPYHmikF4je0muQwUutW0c+lJzSh5XgXk0B
RKQq50BBJvF++v3InMf3F8exbSjAayTC98BDTN9LfuAlSJdTPFPBq9mkxO0kSKwjP1rShffwMa0i
LNy3+Tz2JYTh1O2FbAPHZmA1YrMTg8LVhNxmeYL8IoyQ3PoenzfYZzMnmAeUjO+9rhqoBe47NqQo
lWWOXbcOaxzUNaVBNFcT8k7BAdUE6pC2K5SPv/+4F6aODVpO6kZRb0fkRfBuvaNzMz/oumZui8qu
8kN8FCpwDSSO1I1R7yLjZ+xNAh3wtSLlS90///uzsadBBwLzEq64Eur9QEXyZcu3a5yKS41bizbp
PfhRZfVSTqxFYZ3SIeCZ0Cq4jby1aCPRgxzWZwtG3vsiQ9zveL7WR7fGrXAWFbv0PEX+0/UY5idF
skA74da6vVqTrNZZC7VAbhA0Ds+tK+eBsVE11F8E1PdoHbqVFuhSqqEOQK2PU99tyGwLngLKYny0
Hoc/pi5mp6ZrHINNNkeRrqB5dw0az3c9VCxFurilZL3yPrkwH+3C9RWqlJptdCmTuYa2OVhQvCHq
axD7S61bxyug5CEfI1+XfNmR8G27H7rfr9UZX2r8/O/P1qnaJWh1LaqEBopiDEAtvniLCh0/qbVO
UVgp4cHmzWWKUpajWruvSu//jH32v4+IyFqmk8rXHjdhXfZAzKMAq4MWSob/DCLxd+vWOk2jHpIk
L0fXcx28UkiPPNaolXNLUf3lPv1s1FcNFh3Mp3UFJT5qCyDEI8kRPh4wuHBaTKF1FwaGBE4yolmq
LR64LDzUE6C+Mpy/uzVvn6xwOJDjOuBkrRW7y3sVQO/fb26XYVs/rGUtIsgzdDXn0R9BHz6pOHpy
67h1FV4VjKe2zYMvXuu9xvb4BaAWx/BdaK3TvOtQHwM3gao3bXbUbfJ+pOD+u3XcWqfwSfBknmld
ed3cHVifPqThdI1UcWETsCm3SAsbAT8Hr+Rs/RM15J9CFPe59dtapVkHw0ic11uFZqFD3GFaSYoN
LHG3rTe01unSJLqlsZyh0cr9z/GMfaBQ3R5cuWJfGhnrQNUTC30oinU1jHI/jmv6re1E7bY9BtYi
rTNU3y8dRLbJBtjHMAh0nV7LvF7ouU0dyTmJ4Ys1oB5czvmrTDXBKwaK7ienzxpYt99wDmc5yw7T
sa0hAx3M5zTr3D7pX2DaZ5vjHo85KqWprmSyREWQrV/YlD269dtao7GJV9NFaNvrFWyWUb+Nak63
pq0VOpoa5cVRM5c+Ss8OXl8/dLvvGB84SzueH9NBIARkqKFXAsr1ZtjSLxkqyt22lr+wVs/G22tx
T5cjxoS1/GlsxlM9XPMNvjQJrdUZC7NFK2Lq5bgvN9KE93HidoLaMBuxJTMZBd52BO4O2bhWMAZ3
y3z61rLs2Ly2WqPTYviAsrBDn350miG2TwrLeyl2io8IgjpwFvlTthO3fcqG5OlpoetmyFxtqg/e
79scVr2O1NGt49apGfF65ZBYzpXykN2H+yasn/PPbm1bK5Ki1gweSr5XQtsG5YBPvgIm5Hiw2T6z
mNjTxMAKqMAwX4sEkJUjOFeL28KxOZkZyDxznCxeOZF3cjxmiGK7jYl1aLYoio2ndpsr2EMMhYkU
FM8Tee/WuLUmDcQj28ZrVQYAvoEpmR/Bz5sdZ4p1XkqtodJnaDxjyWOkxfcu3qTTqMAb5OUeCIna
5k9ZrlBLGz0maHvVi2vb9oUWEGAUhgUIG6Po5kFnTX8HDi5xGpX/AuG1CuR+3GcxUZKdFLvff2Ck
dbpgQa/3clRAuYwNzbHyQQ2Z+4Mfw9j7iLrQ4JrDcYyG/jvKCLXgyx8QZohr5GrmqonFV88sn5B8
+OAyFWF5+bLpBeRXSSKMi9ZNcpw0TCgiGNg63SNQ2PuyddkuKeLRKzq+ro969O/WZXJboYB8v2y7
H0AQTttIVRmNXjEIDsErSEOnzTzIrRWqGwnNpV7myhfsCd4Whx6wIrcRt9dn4vENEF1VgSgYHswQ
yEMQ9z+dGrf1Tijz7FU2zAoCA/KlUetdlybv3Jq21ucqZxiIhZ6stoAZUKHS6YQSZzdlBAwCX37N
MTGoV4R8p0IKaT/yfXydRsot7Q/TvJeNaxEqCsKTrEbIX1ihtPTuvcXf3rqNjLU8DSgA/hRrfNFl
+xNcqKdVZd/cmraW54yDpxWgHFSUNG9XIW794Zq12oVNxdY2LbBNAzInlsCeT225mCY8orL0u1u/
rcXZgeQFQTpF3U4rDjQGgSS7du08j+ovNkNbxWQ8xIMXkcqqHRZ49ciUQKaPIgLwqUN9Ddh4aXCs
RZpQvnI6JrJiXfQHa+NPnqDvnYbGVjChKkExktYS639RN4tC/XCwxG6pOpC/Xk51kLaSTkYhOh4H
n4YFxcSxJz669dxao+06gRHkt6oCCyE25R7pLS54xlp6dPsBa50CKtFkOmOYkqv31A3h+25ye4sD
Q/xyXBgYt3gwo+l6y59mv3tTR8QpDRWk5zn07PHGMlDUpmWTVVQPIWim4fwUNKa74mdwYSbaYuMQ
deKokcVMrOELC7z3VEWxo2AMjOuXXR/WGsZKqpUVX4Rf+Et6mlDnU7h9TesMnWWswXfFkGN7vF+2
8J4lq+MaspZnbmAw1E+NrNK64UW6b/c5cIhu/baVTjlmiQ8jU1kF4/IIHsuD9Ge3ftvqJdkhO0GM
N1WKZJ+6QD4xOjk94gJbuVSDr08b0cuKYGRQ3NmYYtqGzOmdBbeXlxNljvrJ68d8Qt6mnQ4ypE/a
y92uoMRamkC4thtP/KkCnmDoC4NARal9jzgOjLU8QT+DKq3fsG7ybThkmpC3rPN3xy9q3XCXPiE1
tHZTtecyPAQqfo2T1C17Dq+6l6OuUfs2JuuI6TLmsU+x125UtUWWL9QphgPj0Ze/MCGOBar0IKpI
9tkf8JVabzQKzW6cdgBbzQTxLyg7K8eXBdkrPXCE5irwEye3LMV/0WQ3qnUmh1pUmafodFiMGH7C
ucU4PkltOVMwhH5sck9UsgXgZGjIuZCwTU5Oo2PLmdJ0XcHZ8kWlGQlRnA3VOtgxjruvLWeCCzGg
LHBeA64kbQBJ2UP6lW4r/2cWwP+TnYNL2cuZs3YSFoorxmZseyBA5+HDetXn67w0f3HFS6wdAQxy
A3N5jXHnmbjZlK9Oho2t26xMrA1hiZZoE8yIqq+T/ZM/1nDcSTOwOdw+q7UjRNiFk3DDZ83h06RO
qc6iuEjqEd4tbj9g7QpI9QHDKBaMfKTMrZTZh3ZibpH/wBY0pXQIoWCWokrj+V3XqCdD53du/bYO
7abeTMRYM1Upz//gowlgch9fU+5emDK20Gj2vXXbo2SssJZy4MIWVKhvXlo6dd022pCbhxw9Q+vJ
soHHEYg7yq+pmP6Sbv9ittsyo6lbIa/LUBC/ENrUBbLFgOb64HrCfXbIG3oziM2804NitxHqtEk1
t+2UvEeJWzo9xuByynd5OpAbirzkeNNTDlhPyjoE45t1ynxT7HE/yQ9mCj198LeJ069gq3pgoOBi
GYLEglh7mQq9gt0aIEp2IMhSr7d68rK+ClPwlm/rsTfbIfARTfgMKmy/nQIQrtMjiMpo07AOIJ9m
ykEw8Fm469MQorj6qJYh4n+sYFTVj3NMvP6bCsAar7I9zJdKrvh7j+ALJGXvL7Bt4HA/oDAKSRt9
Azx+kz+QjKNUy592kO6y3AB7TOStQKnzXvljnm0nM7AFlCAZN0m5pCZGCJu1IFo0TIAaABhGvh0y
2UXnGu9OBveG131+y6Jgjqsdo20OSUSX2333hteSL358jH1AH4u+lvX+jsGnPXW7hdjSGjk0y7KI
Zaxgwq4/ygw4arBTsms20Remvy2ugW03IFo7zBRyxPIAhugf2h0oSKfZb2trfIwcLLjEWMHVuD6j
ZE1frZPfOV4ubcfhgHfB7kW9qEgzJIDjKa73IvWA+z66/QHWjj8Pk6m9dh4r5Ad+GhHfJZ5yE9IH
kbXdC23kMgGODjeOHPKdWaWgrkV5H/5067u12wPXvUcL7I4qNuV7BobAFCG1CT8StxQ4SCwvD3ID
4wvOBwk8rFy9b0Nvou/ADfWOO6d1lA9rrAnV0ViRpB0R7fTAtIIDp9PYxFbXo7je8IBiomrJ8KOO
6bs67dzWa2x91gUZyJWF6Hei60rl7K5OAreguO1WkyxQZAWInFaom1+L2stpkbNgdBwT69UtwTMm
FMnqqgkBEFvp9JP08r3beFsneI+y7oWn/ljpTYvXKEzsbkDkHNzuZba2sSWdr3lI4B4safwQ492G
ihc9f3Hq+xml8DxKYwRngb82eOn4AZC6YP6WXdc5vnRsNZlITd3vDS4IyAABNqMDchCe8SunvttS
MuOjNjrpQKLmI2N3BEiZuSCTJG7VA0GYvRwbBRM3yKRGTHau07uWR/4feDFvbgkPW0sGr88JiFTc
VxEoW2/ruNZV6gNi5DY21jskjJgGmB97ADiCzUGZqSnA/7lmtXbeSX5xN7MFZbDTXPWKV3jlbTz6
0ULL/mMf9OCmKw1CawNLwogDz09FlZB08W5pzoODXxuTXMlMXoAHBLasDMWsdU1YxqudBZF8L2i3
jIc6BZnuaNTovUc522vPy1l/xB2R5ocmx2P01HpJMrp9fVs2o/oYCD0eDBWuQK/TZb9nU3OFbHHh
49iqmWZF1gV2pLxSa9jeBUzCk7wbjeOisw5elC8TkLxwLTfb1GYHb+gbYDJa0DTd3v+2bo740Y7H
1vnmUM9BfT90DcrxNvC9fLd7W2ht17uvgeJfwD+PogAWOKvpTQxPjnhxPH9t9RwBtk/yED+w6RBq
7l1/QlHDd6d1bYvn2DxsM3iSvBKSq8PaRD/3OXHtuJXJaKYd/Di4VVS48p9YSO/CULllA2zp3OB5
Pih2MyqA4kUdqBcjA2P2t26DYt2m5pbJJjALr2ots1K3YVMMSed4lf2rKPZZIgOotC5baDRUEc1A
3e2zbLprUw1sllvvrfkY5+sYEe4PVZrw/jDl2Q2Ng83t3mNLxqTgTVPnHa8AHDQPSg7gGs798vT7
rp8H+BfngK0by2FzvpgAJ/CZ7Y6rj68AZ2Q+zC9Kgtstd7vs2xqybCN1RqJmrHyg42CrlMz9eQ75
+eh2WtoGbYPXqWnJO+zGSfhOz/7bJqjdbvq+NTcBl5gzX6LviH8lR1g7wJJWg+H5+w9wYa+3ZWRw
5co8ClUg3Bpk/XbZPPGOg7vvthXbMjLW8UD7QAyeN5vsSQxRUs1dkjkOunWSCEQX4IfKGZLhiEqM
U/bkxeAvug2Mda/V28w3vXUMCgEgnA4oPpy+7CwfF8f2rUULRkxdi1myapfpN8SOXg1p+8ml676t
JosXH9lqVAiiaHWs+2JSevlhosmNhuHblLAOcQTe1udhF1mN3IbKbgeSXPMe/fWEhF/5yzvzGPZw
qZDoPHwnEHYKQtjN0NVtK/ZtSVlO9nRLFOJvgZmD7cg76BEOPef94vQIhXvPy+5nCxCGuHuyKoC1
1zFrfP9xRD3fW7cvex60ZyfJRjq89M0EOxp4Pox3PSxAX4dwfdFXev9XaOi/92PfFpaBdB2uhGhM
HQLnqDdTEHB909Flkic8lXR4gkUlgadxwtYRBiy4tz+ItJ+GL2EQAe1Jwv02hTl5At+dWoOusHmU
vhk4qOaHYQKj9wD4b71/G+ut0ycucMs86KRfv0dDHN8vogfRsWsXgEeBb8x3MDDaAuYg8f6+DVDf
8kTPnIr3vMuEOuJJFe/4b6UBkB7Kz9cwxfT2I/7XqnsVwRFxuXJj+vUZ5WfWJ/XrPG1CMdESBjWU
HNt5AlKyWCRCmbdwV6nDK4+KSzPf2s6gn5zCc+Fz2dRB/xqOTPlD2IVgxbvNHWtDGz2awEN3oVW4
+j9gu/mUB82jW9PWXoZX5zZ4xNAq2qHnZWF8G47qGrDj/OD8xZS0pXdg9sOdTK20mgSYILdS7cwc
c1i2SJghLXlzS3LCWqdohp9ZL/ZgyhOYqiXwaBMeKWNq2GkXrPngNE62GK/dao3XYkSrZYzbo1fv
n+Y+vDZOl6bpefye7Q0BsOGaSk0rwjTMH+IkfpO1zfp17QPvSiTp0qewth/IExq9ENaUTQfPh5NO
1gDqMI8Bs75n4QGKbre4DwyTX/4xDUDAQy0Z/hgeehC6kU/YiBwPsMxaaDADC/BUhxFfgITZHJnT
HAVXNuhLH8FaZCmsJrMdNbiA2U/pfJsD934asxyZedIszHdSF/g2EixB26TrUg+YDrD9UOvefM6n
1K201beFdGrLp67bZF+laTKfoLnOiroN3B4rcG1++WWXDsHCSAdt1cVZfBLLNhxhWesUufBT6/Lg
ExhbspTVx2Dp7vw6KuKRuI25bYu8RT5T44ym9z0u63w6DV1YOW0LtoZuAwitUzmFi18X3qeJdz8R
tzgbzGVfjjZkhRgkmDwdBUwL7mB1MVdeEr1z67e1SOEt2y5b5GGyB40qhZBxseUsdno7+LaGzs+p
rEG176q0U+IeqtdPUwNbb7euW+u0IWnjLaHuKraF7KTzmd/4E3OTovo2TMzbViT2BtlVXd9PR5go
PngpeOdOXbdldGsPuxUFS63jPMTdegpD8wGuZNQteubbUrp2zOcJbg75kS/Ta1jQVb0c3Q5XW0q3
tesKRx9ccBjsgGHpyv3DzpIrO++F25OtpIOXzLyjwg+LSC1jAdUYzC5AFHYb8/N2/+xs3QHpUcsM
YrvOhu3AGzHCckJyGGK6tW8t03zYUHNBkxyFViPccTJWy/txhTvjwa19a6VqwmuewpXhOBjYDtAn
qACu9PyvdOYvrme2li4mOxy7eNNWgK9Hy73fDQkKjBqwPN+DlDRWXQKD3iKdliEpCeLJ5jDNNFlA
yBRkO00wmZnKXcDK+OuQJjD6qbOoS51i5L4tutmT1kyzXhTMZwk7AE8LxkRcu3EUfJsfxPI52qMs
UWWXwuovqWdAhOHecGVgL8xnW0EYmTDaGZ1VGRk48KH2/j0KNlfHxq1DWBu4KYGYpeDNFewF9Sn8
dqnj7meLemDiSrxowqjDqVUVcP3+6cvWrTrJt0U93i6GqWYRTOChxz/m8E0/+CGKw5zWic0O2iGs
rrsFW3Uqwm9qiN4NbehWsOnbos3Vm+A3Hs7nt7ucm9su8jMN4zWq+NGp8zaCjnfdDGPpNj2usiU4
LbcejgltQoLou9MP2LJNCUfVfamFLvXYCpisxeYo8tgpvu/bqk28H+AMGg26DM4QOpPAV2eIUyex
P0CkL/dvkS6xqmc0DiNdCqOKeCrGsyu027hYL6+41UAzaK5hPwkT2YgGfYHw2De3xq2jZ6RZBkPE
ei6XEF4n8MpBNeEa+273IFuzCbt36sdeNJcjZF7FSGXzmqXR/NGt79axExshooBMc+nlyDXF8K4v
YYfkODDhy2/aSROMyNvPJYCp4SMfVvqN+Hvqdie3JTDtgJDyKGJdwoQINmgirMsaFrtX9pkLz0Rb
BcMC2O/QMcpOpGbJ8tjqoRtOGwmZPMVS4BR0Gn9bEVMvUR0HsPUukzDzjkuYNAe+ajdFjB9bd2jR
1uk8E7TeNLw7ZpDDHPJx+9Ot61ZICQ5zSQs9oywFfIoP8LXqj2qo3fYaWxGTi9ifhySRJby6F7hd
ZWEBgPHuttnYkkS4YhGySyPLud3ZKVD0ww5LebdPagsS4WIU7yOikaXI2vQwsLU/QJLqJsz3bUUi
Tzd49WS1KL3Bk4d+h7lyJDY3cpNv6xHrOGYygC8RPO2mFhap8ObLQK53O/7OHrDP7+hwT0PIWTYZ
XMb5/n73xfoRvoPXUPLnVn5xzbXliHVkTKAhVi4TCYOp4LzHizC4Fru71Lq1l8HhBuHqLc9PsYfQ
+eJ9H+FF6rSQbH0WDcKghqVFegLnq2bFAlP6j3O7qs9uzVvrNGAjPEZ9mZ8SMXAIEfuVtA8kYDxz
W6u2RkuoTOPiJPJTroKiz8M75jsefrY8CyCuad5CND3EuKyeE//cTRkL7+GXkxH+DF3dplN+2s/o
I2qC+BC3mSmcBj20Lhy9z9p538b4CArXDZfi0SduNEHfFmbhlYNHzQBfVgLBT8+9h5h3T269thZo
AoxQKyMeH2GoOQRVDAs0cduaQX9wa9+6bXARTD3TY3qKR/gZQp2v4ESIUr1rPMHzt/vFFhBai7Tz
qIgzU5PTIDx1M9fLMrxWqd80JepU0/q2GXbTvpr3+urj+sK2YAuNyAaz85ErBuPXz338nixutz5b
X5SwaFmVQrtR9zaD+KdLHAMNtrpohLY3r7s0PRG++stJ5Iv/SsmcXgOIXxDe+TadC4L8EP6G2M5Q
mNIUE1wL5/vBwNn3ZlRSTJUJlx7F03BnCh9XFc78AOgp/PdGbx2voUiDC9c3W+2R9ltEFriiwPwv
b1NwSPlmChPgPz+2YCYf45Hn+BceB5xUnejf93v3PtAsSm5q1en2Wy6btgTm6s91icDALGB7P197
jQT/thn71Uy1bmbpFtZ86SeG5+Vq+HoIWMdCUVKKrZqd2nqlrJjGAbZDBY8mXAjXfpM8vR2ZIO1w
QjSmp/BV3Omy3bb15tVfo8hATcl9CPJpEfXbbkxxtuecHijM4cWrRdUmILerF6dnb/KdNV5X+FHe
wXpRzqnA7XkkWO9FAivf5quQ7aCDIqZpN9xGOwUj/LghCpTCrHVajDzQLerXd+AOmqUrEgqrJrDh
t25VvAhy7ZG4yDf4CdCbQFACv4QBge55gCutZBodVLAE/CDCAQ+OPu2zn4MY8M9ST/FyJChWiAqN
EaKHZYG1I2zL9QqrLupHin8dEelPNZz+Aj+Aa2FGmvYL72Kafx8aDcMmVP/uI2yYgYjrt89nCeON
2IdtLThIY+pgTKcCekxRbVuXO/JvYemF9aoOMHSe+vywELMlwzFc9sS/D7KF5P+PtC9bjhtH032V
ibpnDwiQWE5M9wXJTGWmdkuWlxuGLMvcVwAEwdc5jzIvNl+6+5wpq6bs0306qivCJSuZJAH827fs
q9husF4vp8EfYC3Rp4KPC7+uia1kRirmYM8r+ITUXXYykx1Uk5N1KvjUA5ZbD2WRGYW6XKRoq60F
LMLnqZ8FbIy5ANlogc1kJFBrIADxzp7wtoaySmaJciBRYdB2me16+nkyHVw9/baKF1ttnu1HWAk3
N9tMJX8qJyrEDTM5Y1dbXkpbZO0GYlO0V86GkNHYuLDtNWg9Eu9rrKoRX64gmyrsnkAKGyl8R4at
OXjOVvdlkl01wPV7wQThKMCQVY/hKqBgmbZ9BPu5QgZn7dDWtr0LQH2Cp28B2SVhF7uDRy4qsyON
0X2lR970skwa3qg9b8o+HWCy3MGhPvaBXs7lyKIvidXNzs0IbDd8KGz9uK606CWWw0DtvmaxXtOh
KCMKaeHStxlaV6X8JA3rh0u1bujtlTGx65y40WAClCgZC4q02xjGWApTbVbfh42c+R6qPM162VMX
YhRCDAT5NmATzFKAkke85gY4Vw5lPtLaL7QNQLSaFxGNDzB6DmVW5jquv6C9JVtsmi4alkzX8aBv
GksK/ghM39Ttay/ALVMDGeLTFge0uQpL12xfq74dLGhWczBENxM2bbnrx9LT49iF9fShDDpJKGJi
U/A4EV2kxhtiTBN+ieo8lz6BdW1XXDi3LPGJzFU0fKwd93EKowQCCYPCsVBBDzzm7UtuXAGL3WZq
5JeY8Wn8AEmCrUwxkkTCA5LE4K/BftESvzwE0ctQz8t27Ojo/WOzkTBMxxI76aWOsMwPRUO3G6NI
sSd0kvWtnK3gOyKrsXw3NfClvnNgR8DbtqUQm5DZWb6aH7Uzff+twbivhNPpxPzFMNRtfjFRFc6X
dlKCwuWcRfST5DRSX0PX5DfQHQhOmD1uL+CFdEnt4iIroCoVZGu1wacUxiPLdoDiFPvYqipS2diC
wHovfNn2N2GRV+HRDZX1u2Aq6/Wg/Exgoc3XhnwgcF3O35WTKsZ09CaAkGZNlAYDpeNwf1w2Hc/X
mmyGHNnIx/Y93F7y4dbGSpR7UjaDyMxaLzg7XSzncg9YfDhfT2rhLy2EJPo0R2vP3cJNecZRUg6r
2/F4MHOREYw4l8umhir2Pi/sCG5KIJbisZRaRcduHEeemDyY+ZeyhMFwWvS6MXUi+zAnMKyK2HrU
badNZhwlQWY0fNaTvt3c+IkZeFkvWUyKEBqYK75FBcvoOanXQPe7/qzjlEAFcWtuJgc24y4eZ/eZ
Eu84bPJgq16l8A/h18ixi9ccW1ikMOCmXco7Fw8f/ARTT6hidR108hLWbFt1dAbk50cPU8M5T8rJ
iBXn/Ta6YUhqg9zOJRiTLPrF2YXFT/BtmREQGkgcqXctPuX8Ikdj512sOMbju97RLk5A6e3ji1aF
qtktS8FanxShkdulW3WBxvQKOzJ1ILlHYQH6Y1keNdzygmSbqyp44HEz06yMuA0yTZZQZcJvW/00
E/jfHhazOXVhuyGA66+jub9isCu8I6GuqwcMB6hvkqptjdrDaqAwJ9Wg7L3xaF3JfdRUiHcmz+MJ
KPioXK+6gtRNOmxzaNJonEUAOsqs88qBcrnp8J0hTQeOTR8Zc1etGJkeBuAM6psB8ojVlCwe7rol
xOiTyc0qPIZMaXMb6ynon2m1yvaKt0xjjfVl15ZfWSs3rIQOOn96NxSyWva4s7XexV0T6fe8Wcr8
pAv42R7BjebttZ0pjNp2OI5ansFfi+WvMK+2EMLXZR0fNDzhCyC/QV/CGpEQ3zqVtfHjYaw7BkQ1
BcKa7PQIq8xkMb6nD7imfFrC0qyfWzgNQGpA0XKI0gmanUUa4HzK0zUf14eacsMOUo1g6sFSHgjn
bpllkPrRGlgDzoNbwQtaRJhiCiXLO3zdOL5dnS+qQ9DTCOPGKm8C+9h129CfwHAoN2RF/ba+IGro
voGwLiHh/Xm8x0jKykls1xtRUadxEm8+P8oarx7qxDC09lcOB/J0C8sUPR+JKZU5rIar+By51xJC
EgUeo9aJUdjlBCKHxWaLdKqc9/dMra1K4H4n+V7Aon7F+IW5er4lJpTT8zbrMaqT1ixrfPQRI+tN
hNVffqz1Ct8i3CQb8tsGEw/3TjZ4iKeN1nAo7pmNzQHxPxgLPFzaLTu3CeFgZt6YYcPLnItlv7gm
6N6L0JvubsEzW05TDSzxbb1UZZVGdTnoj+soaPypo8LD2XhdoG4+4kmxtvjaQ2iX3MHqIFLPQ8RV
83lqp4aiKIeKJku7mtbi0AmjYQvelETyIZkC6xEK2xXhA9kedIZ5EC8i01D2GDyAnSL4AisCH6UE
Qb0+bnZqHoXF+t41xLU8rdYNY7VO9NGHmAJMkzIv8zpFAyMScLYchL2grYj5krCVdNPNWE4leOpw
4rYoPup2uGbd6II24eCPPtfDZNZ9HFbRchv2ZIZoM4bz6jGSvSv3Swt7pbuJluyj1LAGynSUo38k
q8DwG9+POYqOuXb0FkNL1r9rG6HhKl3304ADM8LeAGkA6EZ50UB5d77Ou1aNayqjqLjzgEsF6Qoz
9eWd3twEFj3I0tSl0L7Mm1SosBpvG43GZFJ2RTvtmAcZu92DYAuT8xye5dlMcoo3UZVteB3Z8Wz/
y/U5+ZHA45ZFquQS06yzEwlt0myr/1DLFlJbydaB8vc4gprLngrNh6u5t8i40rKogzSsISXoU5zu
SyIcZ+YDtVCzOBTcjYj3YiVI0xlY36NJPIsCc6zwFci9HXojUhrzKWt8afuLZsVW/xST2S17Kpo2
hJ3NDJ28MKqYzFgLTHmiWbjtFYKRM8kc57W+scDBqT7teCfaq0bn/lb6s2vuNm/sUkt59jmH7dGK
MIqUI5u3CMe+a2HRfWx4H5tH2+bh8q6fbZhiljHRz77N3ZLmrowOSNfgftqAYzRgmJrMa10eSjNC
LyUCGR/BlqWwWldjMsBBi58N6OmhQD7wwXWCXRbQ3+oSrupJp2VIeQGhX1RqwxDV/CRd4b9GIHXV
1xRbp7vYar2p6ymg8x1x0AVGCcTMVcEl3ZA7hdF8twQjsN5mFSmH9sA15i5g+MOElkHCHhzeaz9L
+h6W68WuoTVvkq5bzeXStOq2cLBdyBos4zRerUtpmVeHKIrUleWFPxXh2n72xVI/KNbOaUX4fRvP
3fu4Vr1KCjJqYJVs2zRTspJKOZ0UyHb93sNy0B/4QosnHq7jydReqgzLmafdZrd13891fPLAokbv
XSDFQ9E6Bi1/1NQiOOSdWFwLL/ewktBW8CX5Wpncm/dxzLlPlqpbJfC/4eJ8Vp1FJI6tXzdo7cg5
9CPsmKdJU9QxFRvqrOBLGJyWMAKVGaR4R05zGebqRgerNvsF4hDkaeMt5any0WIubTTGxWdkrt20
iw0N6GGsxiq6qtelhWlv0S8tyvFxlk/MtiO5nZhl4w7qG76HjoXm5XEIFtV+CkoYUNdp7Ku4yoiu
S5PYuEIqqowVVTq3yFFckrOAsTbxsbfVyypjNl0t67BsX+Bk5pAOlUbGWN0t9lYM+3rQqeodpJdy
ejHLtqrv1xANo93QR6zbG4FzJ0NFU4jjdEYV7ybRUXYLylEdXwJ0zcIsVGusjiFIZeu3Cgj+7tZq
I0eSelUs5UlPmhGeQCdGYoy51bT19yiNBUUVDPztdonGjsa5UPbChddjhy350KBYdZ+auFHHaAAK
gunOiU+hZk3wucMgFGXyOsRwzsTkokyxOpAsJbldcLrr2a7Z0hWz/MAhBGGepMPZ/lHrSdE6i8UU
IF7lfRwsD9xtNZoyAaWCJcbkc5eqnLX0Rm9y9d8iaES0X+cKXL+drGE/+c635aqgUhEP8x2MweNm
3fULJIEvVBXQ4Y5jl+FEJGyeJI6nchXoMJc9ekCHmpHSHVhTNqTLom1GCpC0nPMC3gED6g9kfPWU
+mU85yLw/jHuvjbzXLgL1RTN/NTqYFj2Qx0YddRa2RhvbFNuzibarsvnRsXg7POyUfqzcc2ETlZB
uiBVjQ0vq6nIeTphYG2ufF1HBV6JqMDx1BjNpPO4TEhKJw6VoCe7RUpC3mHKr4aCojuVr/LdxKhH
t8fE2zbe+rZtkxkerwkoc4VlMKWT9bD3TsY+LWCLa48b0yjQSmXRaTJuCMbEWOP0vQidKL8t8MOR
u60hpMy4O8fVpNAwJjlsvIu/eLgrVnXChkDlJ3h4RzxKdbvVAfJRT4KLdcMKvkDED8XJ4LCvn9VW
lRlifJTfDlTPuyqYNgvYTJAHR+S3zKQEzWedBNJMeQpNLvaeLQagxcWVxXhU5Tli4GmZEJLAw1Cl
iEhj9xRj7kP2dVn2JhuDuHK7ZQX7BUVfgAbkJsqwupG1IyiYK9/cgDxgj21e8R47MrengaDRca1o
YejR5qb9LJGsuJu+cfpkJtG3ZSa9X9M4xsGBVkyRf4ZWSl1lRYezs6rn5toYggRug3iNO7ZClum4
eZjZgDJEDpWYWXs9Gabb6zm3+tKO41A/03mVzW6QzfyIopPtuoCBaITvw+XRbwIudu0auacYCjav
M+UEZvbQbKmwiJFnJK0T3Z7BPdymE9L7IZXArizwU5QrRgI4N3U6TfOathYVIxKbUa0paFK+SMIS
i3fyDW3TEegqMA8gSkOvB9UbtFdMsKnuJNwSlx9Xt0zb1Ratvn4PbZiBXnW8spVODVvG6nKQwF5B
d29dM8JrNEDzJbql8L3MlkGsNVQvclgu94jz4j4sGYrXXKM0Sjj8Ek9bnQcrMKlTu2UN5tRxkeQG
zLOXvIefy5E2SJ2THMoi8nUwaEIgZiHnh5/jSgAq2gyOt+tAqsE8YKJF5ysHNn97Ozv4jN5EFiJL
qZTz6G47DBy/RFsfQL2oiE35oRwKENIaM44tsHZd9NhRZaoErrtl4hr4kKBiht8izr5l/FBWqBHR
kdP7RlsfJjgj1rxKNnTu4qwRvCzbS+8EyswEHK7wMxLsnqUDCtHl1o/F5u7JOAXio8un3t7apVLV
SZaq6KpdZ/OmOi5FuYYlzlsaf2scssnPjS8cEuxNjVCiboZpe48+awdMz4KCvFuTFbF8Pqy1dtjZ
dHqirGR7zFHCS0gMIJDIGDLiSe+4Fe+xH1y7U6Upoa4jw369ctL2zSfXoYBN5hk9tuswoLx/HWul
mqwZ8pk+BnTrlhtPUJXc5ANc1O4lGlD0e9ltb0bNWP8t7rUShzUsWpJGEcSorxDICgTrYo2py3Iu
Vjmm8KECtDbdQsDBHhYoB5EThwoSucTCEs3JchaNsMUja3+tRrSjEj4yBy3xsZxfScyq8oZueQ+E
XU6a/gBR94DegVMo+JDCIWlzmI30ftw7BvW4PYA3Y5eieRzbL73rdADzwM3IY9CiavxI2m5C6s6R
32XhrMYaRE3kmd2NRZukScE9MNomEMwJ6SXhNEYOHZugP1TAICxfHPVK4654bi5cUUmXzfE4NruW
MTllFG4tpkmmufPlHklvqy7zCOJhACa2Z+ssOIkNWV1Waj3lBqD1FCyfQsUZdASIhuZ43mHWizHh
UJz4srINR7MZowPOyQGT7AkhLEG7KWwSkCm3Opu63rb7aLXh9CqquGkDpEhhZBi8YKE0821suhZc
pwbTI6PTpUM4jNKgndUFpyP167EJJZNP0FPuzNV5za0jbryK6iitw5UNt7Go2vVDgLtRQVKGhg12
f1Z6Rt69yG2Jbuy5ULjMg6FZEWOAJYX4ks+L4tZ3oUZONlvGyYKaDKW5SNFSjpGUE92p/qXyOLIB
NfKiI6+zWYJpbyH8irwQ2xxtczi5DPNJq8HK27islwIRUdbb16ZE0/VzXbuh2UdF1AcOT3dkPXyK
+VzdR8hqEBqoElG8H3G0T6/lGMVOJgby6f7GicjKxxBtiArWKGhzGoxJIts8jYEdgruhQF/7fjnn
46Cte9nSVCwTNH9BKRvn9lh2aO9jkUQj288C+R3fwWPQTpdgxxWxSze0ygck9NUsKpGRmBt56UY0
zK+QREh+1dgo0g99WzfzSRTMDcfAwkf8M6YuOUkxzuIgvAxdYJNWUBdcDQQKNveB1bb6GGzw7EsV
EoB+520n55tKG5BAupiI5XFrgbBKJdHoZVes7SGQMheBeZFcj/kjc7pMaQ/t/3rZTsEGa+sZ9dJQ
tkc3FswnSDNqNCvEauzBY7DEDjOaie6ibfhGntA8ieNT1WDgkY6kw3B8B64tmeU5hm8o4c+Ng2A/
zZTalPGuDhLsuWs+ah9hpBJDI2FPQsCOp30VhGhr8x6dbJ+0sB+TiZ/WMc7mUsTRwaxWbYcxWgPS
Q+6MOqvQuijgIzZYFdZXcThr/RRrKI6/iiKy3RVBC1Ds27i06sE5dKCztpB1AeYeoJV3Vd+3/DIv
2r55cBIP5tJT2egTsbCbuV7wXSncvv0W39VWdMVprTFHfI98tsqXlFjuqymrB9mhOxdBv6wiqcVm
HoMUAhDcjxnGHUKqfQNg61neV3yC/h7RYaoU5Bu7XYeOt7ZH0bkZD9aIepzv1hkPDaMhrAQYflOh
/APDYwfxSMVls71Hkzhf9wt28l5tm7hCrcCDSxrkCpMtTqDsRs/TCkkvSM35eNHUYoqvtnYAKzmk
fjCfXGUVlAsaC/2IvYGJsy+T0PFYYJRDAUgik5ZLylG/6c/dEkl6N0CEQ9P9WQY1ROm2xjA+l/Om
ljpVnXNN5rv57LZmNL+J5zzqjxFYru4w9aNlWbH4sb+iGior6AQRjJUGPwu7r9CrDJNAh2GwxyjG
VFkrC4Xsepz0KBLOuoo9rwIO65f5VtTrO8gVRAYtxjKft6+sj1nxZWwG0h4JAz3vSNDcmq7BqJ/N
Ywu55vL90MfRehVGgfbf/BTX45X3RaDRx1ipTJHBoDmONppFC7nSGkC4yUTXlnTapcbDVPM44yvU
md0obVLgxjlGg1F0Rvstcq8AtLxpF7jmvieuKfT1bLawPwlYwiEvwB3m4AEo4+GarkVUf0E3I2BZ
Hctg1JAaRSKW6h6rvduh996gOYCD9FzNuHM+ooJ5YakPgnDGZpHTDCrBGJ+foBpRlRcJmWN1q8XS
BqDiV6L6as/x8auwkBYAzzoujtOgkIoQnHftA5tnarD3iribTDJKDcYxKmmYKImSVCRjNA4APWHF
lN/QUhi3xzEKncCl7avl1dTruF4Nm+jiD0gGeLQm9VTbk/diWz9I0Y3LLaJ2wQ4a6UrSQfFkSmCU
U5x7guO6IOZiTnOH5FiJky6Bwr9BP7gDGRzWABsq+KlBcR7D1DGKzTPIlpNMQLqhbrfysUFzYp7K
d5gGh0W2LDAsflcD9Ye4CP8J6BqqRebqSYxEAfjaE7Ttl4s+n6fBJBW4cFEySIxLWYoR32xfUS8X
6FGhLiXmGUXZVgUJNxgY10mMU9agVdIOYEIkEHAfXbFfQWmEcU6/Rrz8BPaxt3NiHQxeposOJUdV
p26CtrY7oR5e4zCbWYmJdfZzNMkZS/M/zNDf6o0UaDyuVTCL/QBjxzarAKm+Bo5qShGe0VRHh1n+
gnT9J7iS7yiD35FL5kl7HTHG9+BGT+LB+CG32VggrQHBFZl/SsCEb5GErL7/BZHzT4Al38kcv7tk
DagMDg8a77mEPYGBAsduQgflFzf0Z5/+BogzwtxMi1LFmId2X5o5fHJyzH+BnP2zz34DwkFWNnVj
kcd7DweEpJz9sQKu4l/88De4CROGph8sj/forOwwHqiSPEQ9/fMF9Wff/A1SLl+XysSq4vuCBBpH
+JKjzsNh/y99+luZFtqMDDNvPBdUBpApNQqGe9vw8PMP/5MV+lalhc9h58a1xnIphaJfdV91LiXc
U1isSNqNyWgBTD0AYh+P/5JTGViKPwLoSlk4AfmKeA9nyPhDNM36pg7RDfh+Q//+sv6v4nW4+/s+
1n/7D/z5ZRj9XBWlefPHvz0OHf75j/Pv/N+/8+Nv/O3idbh57l7127/0w+/gc/9x3ezZPP/whx0S
HePv7evs371q25rvn49veP6b/68//LfX75/y6MfXv/72gi6dOX8ahLf63/7xo+PXv/4WnmFp//77
z//HD8838NffTs/jf/7v4Q+/8PqsDX43Zn9RMmJnAqp7/f5fKP2LwpQc4G4CKeozGrCHqWL519+i
+C9QUSMwwpCwMkJFhL2iB3v+ESV/ic4tPkUgHoujl0e//Z/v88Mb+e839G+97e6Gqjf6r78h3P1w
Agt8vpJYVoqF0BoBb+bNUuhBvbN+afo7RVD5yWDAbL1BbIGu4bof1nBLkRujT2Tce4jZ3sAlM/cX
86eoGrI25pBoGK4seebtlADYc5Y+hLQExr6an5qu2u+3drtZoaer0WLIq3tF84PzwmWUNKgt1qDL
Rt2tAArEOaDWwBrlnYM3Qlw/YxIQwCQhqHauACIoigg6X10Xp5AowOxblSxt07yo2o+bL2G+U9Ov
8CfrAAWaeSKLW12Yy6oeXsw2k33nMaXamAC5fnygyANTW0ZLambFQHOiH+TgXyLaRQfViPImaMt2
p4el/QCRwe6a6dAealiFNnf1HZfqYFRxtXVXRTRnGKIc1YZRQvEuQG56IRyCfz+HbUaaNdhtRfER
M6MtMSOakN2LGkpMgk6sRVcQE0iVKoa23YSMDRVh9GKbfgRiPkZbVjtMfpnvU0xkkzwHDeDo+iDI
AoE2gauAKnM8GyYk5PQFyKcaeW1IGJo1K6sTqDBjPKiH8NBjumhxYrFvYzDPt5iVAuQRsOhjMAfP
HbRIMf5rol2kSZgi1awhxdt9BZM5T3SRU3T12ZD4aCsuKFnDNMqXOYXrRrDPt+FlsavMtmJQCG+1
Pmk/tdnKpymZUXhm49kTnvSkuu6cdjsHPb0M8BGa5oueHtE2q2+t1AKuKRH6YMFSXoEbJrPQNB+L
yelMBO0XkPq7pMGgcW+WHIXcUtv9li/tRx6pEFs/7G4GjWVrx+lzu3j0Jn1fZyGAx1fMrQJlyPAl
BP47tV586lvwqOHVgt4Juuu7mgG7J4wt97SNH/DyqhQz2OJkIiT/YuLrQShxDz0bJJRjm++maCDp
EvvhIW9EcbE26n3MCIrxzkCcsAauo0AWn0mHpukG4ZI7YnK516WPLvvIFZ+Yi8XOYCieTT1CYYo0
d8tIZ6tnDJowbl3Oi9w20aWYeo5Cp5UJ60m9g+setGg0AISgaLR4BpqnyCNZoidIRyJji67yuoOK
wDqvCQh1Y1KNyFU1IIXJEFhMDAqx7Kp66mN0vKblG/TGluuOM4dm5ybornH5sAs1JLel2FfhHoNs
tyRhs+UZmp7lbYAXuauaGU3gIAAyqUJ3t9kwWKIqEHsdCOzXMAKgTHBg5uABCojwwg5tvsnURIBo
hDP8QtoyhMFHuKnUEjh9wT15vgz1Ou94jY5dgrYIzXA2unQYZvQCmogkPd/a3VKuJq0hkJ3JqrXH
klKdIoVGH9Dmxc4UAzuuau7TYBnD1LMuT+FTFiXNglJYFMv7Hv5TabWwJx648twM8adI4hSbV/6h
MTS8WIdQpKgzvomo0JlZHKTBMWJOMFy/Bfo7SCMYeu8UIGM35ZnPGfWFy4rCtem0qXoXwoYtqSp+
HkQEEqrew3TdDi2kVFTts9iiD1yFa7ejS45hs6I2KfO2OvVDj30iXJfMRbEBdwfmnJ2wf3vMQxJf
oE/Nu+rZnfv3DfoPpwK3mzTB7PeSzP2B5u1y7Oz2SWK8DjCWAlZp2SB7ss4N3iigSxK68rt51OKw
UKhjTjVGWL8Lbv8IJr8PHmce638n738PHQquKpQjeoWAMv+YRQT92EyYQ/d3QrHLTtksxk4go8wU
cBA5L0w6hPkvst7v8pg/XDSOFSg+VPEoZJS9vWjjxoZM6xreRQPqw6lOMa/AEfHVODwZYF86/UDY
Top7hv3Eyn/OiRH3HHOlwjMaOESTUCD6/sCDaUYy2jDPyV19btUlNRbizx/qH+IxBzuTo4XLGRID
Kd5kyRigKKw6we7mpv4cVPXHiUUAzBp28fPr/Fh54UY44QT7Et1igcu9xZJPbVcLiDLEdz0sg/yS
ueO4tllZ/lM10PfLSMWhzw0I6/mSb9ZIHvb5MIGqcbeQHPoVL6T8BXPlf3hev7/AWzUI36mBThQX
0OwamIc6uq+7558/qh8T8+/3oCjBQgckiSLlPu+D39VzjlIeGAiq3FnYwZTLZbS5ZI3uSfRtLF9+
fqkfy5e/XyrC64+4EISzt7IceFwtGapQ3U3s5Pq9+ufUr86fH0Lr4JyGUtyMeMttoTl69BquSHcB
UDVbhkTj59//j48KvWqF1FVBD4DHb9npY8hpGGzNcI9Je2f26gy/vGBjCqDNzy/0x9cOQ1EFAf8Q
dxOTt1zyGvsHsK+lvpcKGIZAA83uP81Ofvn5Zf64S2CMin3CEcrDCP/+8dULZauqY2V1T807tj0V
BTxp7Es5/Uog8u1zi0RM4zDkeCVhLDER/vE6BUM+5UBZuCvH67a9XexerInPUx38Qqzh7XPDheII
uNeQCjRo+VuajQdQKfSyqO5E26W0fQ6qhyb61Rl9LrZ/f0bjIopT0KIEkdgxb3suSzRD1FQCmQXl
v4RYm3icl+q+aq96spw6YVMZ12mdP/38Zb3dPJHg52oJByi2TkTfromyRxnd8Ki+m1Kbv/bBr+Ld
dxrij/eFvFJCswkhD/9/K91cwULEb2Vd360FKAlmWYZr6I2FyCXEmFKS2113bnFDIoXsgPAy4CMQ
9plaHOAmGD5SgJcSwPKHlE51fN/13XL0hL+uUFu4qwbVAapmxAWEzMUuhLsKBC+QQuhyAzUPkbZI
ZIUEGQiuJhkbyXZaxfmtXEKTgIC/7XmXx4eBxu4XTYI/LpnzXUeUUeCVo1i82QMNKCpyBAbjbiAH
NZ3UcBM2d//0m8MlsGclDQVVb+UJ2kHNzPGivuuvYlQ0v2rbvN3FWBgx5gnYVupcb79lJI9ox6k4
xEMe6uuSfQvstzNSDF7nvzj9/rgABUr2iNAo4hxN1Te7WHf1Wio32TvwUxL5iDnZ/+cFzjf6u0iE
iUXQhucLrCSZfTL+yn0bhxv9w95FVCAxxf9ChlD0Jv+oOatJEUziVjSYaf0XZeexHLmSbNsvghlE
QE2hUpFJUSwWqyawoigEZECrr38r353crr522rrNugfHTpPJTGSEu++9l1cNbHcch/lxNDHlqxU0
ZEVN/2YWCGt4PsRhYR6uB6b0Ux7fxQ0aAwMebXU2d3O8Fgzidti9SZvLD3uwnEc2wE9niSM5TZzF
/KnrBS6WlWIrAowmTr2amd3TqzJaWMyrnhdrOExwgXpv6aJssL0LpmwXL9k0KPNk69USsyRhuc5q
rF+kn7eHbVmrLMRw8WftVtyDDXius2u1hMLsmRa/8Nakx2UcYpwto0zrvxNDmWUw1AN7GWdqeaxw
al/O5S6qBDdXS/UuR7JN7c929e3DTPgJPdDnJ5irf811WYOk6/NQkc/dAp1DFt/8mP6wsILj4L2t
8XOFvB+qjsGKNasHD2DJs1vqCnjO4P1i2QjxHIJcpHu9vfsuurW7l6J2zq6T9fE0QIwqG3CJuSnF
e86nevbYeoAlCeKkXXnuJ9PBJVwJTEZZu+jxysgk3Dwjiy3H00+eR0Oiobsmvbd91DmawNDMP13s
4JEopzH2b/a/apPdoc9RJs1MPutm+5ZJzNvWsDpJAXc1XFDSL9mQEWTo5hKzooUEorqKdyoV7b0+
aE08OnMXrh4UcXozwhG19O9VJfZrl89NMtpdEUzkyaKs37pjl7Usksvdkf5UIO9k/XRUcwkvGR8E
ZrQxm3A5E0zwsQ3cd6KsTl1lMkfwKu/JYKeHQ1zCLI57M74ao96H7Hssk8HCrm9qehdknTee2Fri
X4xqEndGv+h3vbPYQVnZ+5mSzj/YqcwTZ65aplG6R2/ua0WiDa0nvorJvqe13DD56rjG9VI9O0IX
PDKT+HJpWEUsb8rLUO9vLJRNT6vXL+fNtgQxrgE7++zvz8ryuwsZsOVPNnnvc83ibIBATjL4nPfE
E1dMWq32MI7b/lQudhl6mSOPsBPL2FOr9eA5q8Fn6loPjFecU+EOViKVQ+vhsjTCyToramz+b3h4
X/0VGzpJqBkvwSoTy3DrP75nmUFrL0VYsz4kJp7oXGifvNNu9NW5xOvDvq6tPTVsxCNgDh/LGbEQ
DIWYT7ckwzOrJOo8lGKwnnosLIjDHoK5ZpM0SecU81XWxtUOy9B3PXJE5YCRbrOn8Aad6sloxo1F
VmUU7XCcdMzrRqYRsdKK+sCkL/tC6Otx0FmSNGC9BW45AQHMu9/eNnpxY+tPytmbyEZFPclsUlcN
1/ypFHKOvWyzyRN5/okudLvrd4MutzWsE5PsjH/Z0SNDjXu0904eONu0FIHYSaA1lot1Er7Oxe/c
PtiMqUiMDA6J6jG2qpb5RavqsHBqg/nQlp+7QTjRlG5nskxN8bt2vjMxudISZGGa5urOoaC6K62W
URVrI5KMTzDwQKAXzYu32BEhpThbi1t/v+TxbJWflEffRssZNU5MJX6Z2dpH7jB/JxOGa6BJjROG
NqKkoJQfMAymxxz7RWCgZJ1tTP2xsxTy1DO3PdaKPZIYacf7aWv3m/KpoqUCaoNPlJW42ljNT307
feBLyaMlHb1HJkAMqUQvotZinUk+ONb9pq3FyRqVHghrKo5TpfnxUhF21FNXhl7Tz1Hl2L7EULzC
aKg3+3lVpYauO91vme6c+pGTzBg1/Tdu6+GCIRViIccsKygJGFDdEk6SG9/T2ccd7HR1XFV1m5h1
phKdCVvAIkP1aCyM5dClq2PjNM79PNt7Irvucy9a/84vNOJluc6EIffLQBnKP08qfcO9hC1d/7mw
fZ2QXOsF5HHzxJ6NDG2z+TBnfQp3U+zhMnoclmVVvq9bPRxX0t9PRrfMXzsytQytSdz2WU7zy9x2
xYVjsTuNQ1pe3dZoHzJFr7SURX7Y/PzZmNw2bvdqDSmOvtmLMR8B+aNmYnA+MS/Sw+E2up1k4R9Y
MLHGWqPyZLK2gsgnuuyi8b5iaPB/5lvTx6rI6hPJovYonDX7aayjGzuqxBxtTsXj4qBg523ahRbo
w2C3s4mM01yHayty0kim1EJ26HZBo7Xuy9I6WVipdDgO5u0aTDnvQhtrRVhhd3ozttI2g9zTFo57
7odgG+FDEy5MKr13jhD8y2++ItwQ2NWWMw5M9fPerfp1rB4Vo6iCaa67fAy1qxM3ZObTF504MPR9
7oigJphv58TAP4j6tnw1CoP3QqLo3Be1IqFh6Pe4ySbOs47oB9tjwrGQX0RJeMSdW/oobfSjJhui
FlqND8XW8sfVtd4heGaf5rxokTWkw4PnFuqdTIBdBNLR8kgz1/bqFpbJ8W1Xh9qahxOWAyPUjKW4
rJ7OWzdRR0yq+JhYOWzF/WBYdkR6sHySHgh6/IJFdkDfzs2Am7yLdCCKh9osSJf4s5iDhnhhoqgx
ropSIXYbqwrxjXdB5/fuAXhpkei1/GCWtwVi7cxzoRF16JVxr1T2rvNHkB4ZmGZvTLOb26q+egrg
Nt3ig5b6hiFYkmGquMMb8IehnTrjU+NOkny3rV+NfKwuHko10U178xAfaz/QCargyKxHcdYkWbdh
dTFypdBNeeaHp7VC0M9S9j6QYGF9Ie4fgnbY74dJH0KLtd+xq+b8baHLONW3Ua7qJT/aNn/p25hh
AlRkTJEcYmzyBra+jeDBLJeom8kAzkPxpxBp/1vaxtdy++9i9xEPzniWAytQwh5z6r2dLb8LB0kI
cBrWLs+sjmvfVV+IWwRfiKAETNo+iEb9Voul/Z7pkpNJQG7TSt18ue2VAGDOpoCAoUJ/LUoI5E06
L1HlW9lxFixrcEdvCXN80eGSt0OYe5sWDiRjY9KEVeT1DeXGMG+PU6X/zghBLYHM+nfD2r+E3Wgn
hnn9yLL5dcMH4OaXFVk6doi/hYszv1uVy9+sLxweIxnfEKcJV6Y2L1cwzXZgEWCINnNem0hrlXcg
T/qAqf5qoSONuoh78dpnbzh/4pwseqAtbhYss1gfCHQ4UTq1f7R6/+o1bWS6O+B8MSyc70AcL1Qe
Kql9B7fI5JjBppYpGjAYQd10Ubedfg4FJNHYdgvtvqDliTo2ZB6pi8t7xclzRU5rcMoyjyUKjwde
6akKtc3pfqIp6JRW+MkO8HyWwwxRIqIhyKK6SLdkwgV+sizbCDE0/WqMsjpCuivDCUfh2SqtCXZ3
7Z+70dG5OTPeNhPOgZVvXlKt9n4Qe8rOHtZZJnnlfFjFzZujI/V7xeRcVLrYB8Pu5HeQZXPQWhTw
Jdy7EwkKpvoIYYGz+/6d1Nxr71d7qJpde82qTcQTMs5rDn+Yryp6ZsdVy+y8YBnAmbAflsZyc3hp
63rGk469uxPe8+YxxjctbWWkshKIF+NHA0qBgOEu7vNK/HYMyq+8NtbgFqUlxcgikGPuVVNAqaSi
vRVtRFYFt1oz2cesdsZ3dhGnVzxW3Z3cWtJCdWs894Ki1uDs59KVJ7IeTzxxItIH33sgT10+VgN1
rLOq76vseWwGvMSAvftT01s/Wm+EeCzrNe7T5hMf1Bg7PplUEgn5wbsFroN+kFOkarE9VB3b01wx
VIHe5nMsl3Q7GYpUZFgBEXjF6EIETBj0Mmg8PdMjlV6kSc6b79mEh9uawbrPffroVPNyP2d2ds9B
tx3nriJ0ZBcA0jo81FSGKjHanJWfGVZFTv10vM87InhW3zqnkigYVmK9adxAkGJ+HgbL/qibsojr
FvQ6Iub0coOucmt286F2W+9F8azEHotas1DY7cSHaNonNegYc2mZzkTU7cMw8DXsMPKeDd37JGbg
xF2D4Eu4Q3LFSBkB9MgSqgQ7bvBdBqkgBSVE7kfbbh7TvQdDmiui0qNq70EH8I11oBJuw7Uyx3BL
5Yz01+XJ2m3vJZOcoCja7Uhg68uuvf3eH3j2RyX9k8xted1Wm3jx3NSB21NLWmLWElk3N8SrmYVm
O5gREpfEt1+Y+7eVfP5Dms6oXPvmL9GMbe04EVn/sPZ1TCw24xy6nZS33abFsdqM+T1vLLyiuspi
s9SnY1c126Nnye21gMNy7nbcVkLbi8AHyXJPQgTX3iaw3G6z/1Y5XfEdEx2JBXdcl0hqGrsHaL4O
yO5unPvWsy03lSHIruzSTe3y2TLaI7FeZkcGu1b5/tKGqQOlmzzbnlXD82IXLn1h+jYjhSWcn83B
toYlagYCqFaTM+NatI3NEVMXjESwklbfv9GOOQjemNx451hBkVLiHbcUpXLPjeU38V/nZr8bHvYG
35plbAUhR/pl3cg+ss7/hrqrBbA3hiBlldOxsgr7fna74tnhWTphXMwOYuD+olAtrmD312u324JN
vuvPfEA4bKguYzmZ28F3+jbe2V8QE3qWIQAWCsJyIplgV84Zb+gQ5Q6FKZgVC0ujwYrJtj4tfI0P
jrZ70ZIbddJzZuK/E0+5kS0n6QHzqKqlvzj6WibzYOB6kLN552IHIJKUyatqnP6pMSvrbDQNiUgH
LKipHCOqhqo59i2fX1es5KhlzorexmFJ7M4wjXyF8n+2Mv/SlD4EqrXtY62RHygJarD6dQ4rQ/xg
w0d17KAVBDphqYtJIoDm03+l3ULfn6mk5lH6sTnMIFv2zojSmRDXnloiNneq9tu2hVNham0ozIlD
wrM4CXLel0bkRqRcAQ05M3RkHwdrwv6CNZG6zOauzvp9uS/8mSHkYPtnnI3OdwEv5mBnrBnKoYOE
olPLkbROGxaEaw8ribUg3bU29ibN/r6ONWbEfM+AthifWA7KsPV9cVcX1fuW2v1pZjlVaO3p+oDt
bD3o5fI1uZN/3VoN6zEiA2ekWuE+YQ2VPYe91IrmoizXP2LiXmJw5TIcNpcNjWlBPyWFd54nV7wB
TYDSmpv2T9OfiBKVaf3MG5fxlq/lR7dqt8ei/iVma+W8sq58T5w7gKUl1CN9jE0s3+SHrTaYlGNF
vaI/lS25edZ8QnNRZCYnj0auwxRAX5rDDr0l6bN5qtCMOWLMhSZ6HTWUY3fHTU/SL3Dm8SsFbEPQ
dHIgHfA8CC/z4mHyp0u6TNnRN8huTZlTnFW2lImXs9wQmUFTxnDSu8Y88sUI80Wc8AjYD1ZZ1i+a
t7Owc2xfS79PY9EQTm/T3cF/kxcJ2074C4yKATxssNjVBnFqC+NNyIyJASVcQvSJ/HJb4mIFnBKu
pb7ct0w2uanMt7LvtVgv6gG52VoOTPnNhPk1M3VXmeuBcRg5e9VI3lS65dOil7cDVmNrn1GSwhrx
joBUbQi33ypVKcpboUryeh+wFiy6ffPwc4ArU2c8CC7GNjPt5KrpjzXYAx7jqYz6yh3iwdj1oPRI
EJezKJ9VQQ3lEgE8SCzRJ23ZhsOgluZYTyo7Oh3u5Vn4fVz783jPn4DzchXVPcvVjLs1XcffRWH8
xCkwht46wmIQzRYRNyI7J8g3dNIVB8hOtO5pth2ZYtG95xIFf8/qO3+Q7YvKCvWANvxHGTRPRoeB
1JnxO40LfhZfFM2R1+mHNckkOFkl78Ki+qvZEgu1XX94zPuhvCxienf5D8cbE5TKzMsH+hjQ57OX
XfNtLymIiO2fOphSCUkP/1i2g7qQ0YBgMuKkkilvN97j4uyatfvmZ7r5e9ytLSaLNgX7sOFP7CwX
NgRfzEK2Lgc2WdK7NEuzsF1tpmoczIFo5++ewd72pivA4fQjEe1hq08u79IDYgXfA6/osdt3xlM7
ejhl9kGnwEzzw0LgLdYMHcNlOvnJPHpDIDAlh4w42Wq6T9PRyao56XLvZyfM8dAwF3tkR9Ea+3ln
JavJs4v7Xz4Udj4fVLoaB7LWXFX0dolLTjnGTkF20YZGRdnzxkYgdTTx35DD5deQe5JPmTDUycKf
co/DhniStXSnfTUdrCJzlXjjim1JYntI27w8pSAFwqLwymjaTIGDIwePI9BxVD0RwlqYLDRjbSTt
xtih8dr+k9Ca/MZugSZyeFADpGwu0vw2RKZdXEKtt5JdMuJYDlJrIy6zPGQFhIL4ZAULjAPWDFfm
XTlX0KVcgyEA1lqquaxpLmRXzCSbjLdSdnqYFektDTJOQb7s7ForNfgsEqoFtIUmcPB73Jm6uZ5d
yZrDlFYobl3V3pneOLCEWTQHdeOO2MJR93ulL9HoOmXYwQp6lNidjkvGvb5rzdeelfWJg3ZKyA+M
0BOn7VwIoErZSKjPzcbqwAeZHufs1ivaA4weKEhvVjV7Ue2SOJKWs54xOKkzOBjzpWPpLj84wwTl
SZ299sM7w3OdCcyuBRlG9ACe1J4FUDRurl+upkkrjcMkSiATQIyC3qxaBsP9q05wJ9rop+JtLdJA
Q8Q+ZZZvPC9bHwyGWAJ25y1QkSjaDHEDXnn+FtJGjsz4aN8ruuIf9W6ud62lvcAsm+PBJVnUZqwz
9lK8RZnuQtzwBgZTe/chKmYHyMZuvOidETTF3j/eZvyhT0JkD+BzfC1yrBk/6UiYltqKMJ/K7FiS
9Y860Wk/UjqGO7NnNpmzxyGivNZvlAyR9Mzq8PQ/6g3cIKG9e7CTA00MftznACVno3WuDDIlIyw+
XGFp27002PejzSxOIyztntbanV7IDmFNzPXpsua6OAxWxraYtZnDsu9AAevkDldz3ALLy9vIt8wu
xBbO0+FM+WVRbK+Za+hwRJL7t7zEg9ZXRv9t6hpCS9PgAXSpyule2aYWETW1Qk1T5isyzEy0gEIw
aFSXIS80NuNSwpppjQPJV0E5VtUjgKIf/XxTAZadUJhka99uLv2d6zM4abyl/yxBEz7ANugeTEU7
Swh/OXh7/lrsKdgFQJUAwhsHh3m6susBCI4buQxx48ak1BFTpr4L0Zhk2nVv5Enxs2BNATosHmO3
0Vb6tVn935uxO4euWAwGUxVlIfCmyCa7djGWfQek4HYHoClzstDYh4xd9WDQtjKxvKa8WwvzQ8Lr
wahqkwLbZknkNAestwYAJNqHHlTcz6lU2nWyqbLGlZiFTjgn4IuTPlq0jHTKlfE0ELyWYe8yL2OI
APBKsqnYI4x3GXNnuWKbGpJeDfuPgUf3YSSrLWkSPQ97YvujmxtsWkbfvgjEPIGxIMVAgV7BZWPZ
efXbK3TzZKRyeXAouALWH83HVO5aZA+58cvza/0PbeJPu0yXK/qb/gugWvFaOGoiC8es9ezAAApM
05XPHbO4A7u9X4SRQ3ZkCwRniJcYxLWuPHiv1qAIdRrLVL/oxLMDIQFqkM3Ywf5B4DtULEWyI7VV
LXF4iHOUOjwrdQGwcOpd+4Eu85MDcXpIrdwApjc+oyHKY8VNwHCXsoGNviKYFeMxOCgE8YmsR/5I
BqgvQBwgshlRtzvlXTWYn/qSVxfaS9SdLp0fej2nJ+2Ab8mBMWIqRRq03fKO/cSJpV3LA2CHGZ98
ZWh3G+JD5GG3jQaelMdiYYwwD/ZML80MwBA5NVXRW3e1vs2/jZ17uRSZ/e46qY76UM/rA+wHLW4t
aZ4NC3qLXmlYYzVm1gOD0T6swawmxubrf/Z6MULpm9WzWVbFt7yT3XeHoM+9Vdb7gaqCpO3gjz9H
tHrTzePql2as+1Erxvkk9c6qg2UFZpIXqeR2yqf30ajEiRnz8lixtAuCz2L5Z06kKizdXv7w87I9
W/s0XhbuxxC60C1V62mkzlCEiZYfTVI/MAwLP6YZ6xlOaQXpH9VsoWpN6wKrazi0XjGGLQuXqP9L
91ADIgmnjNxN5ENf+j4ZXmEinDGg7V0JcsBkD8vojcYBi7kXKFa8RgTCvS9tm8fEUentjqbnMm//
0+RKAy+h+HstdLO2bH+l1mgcCYN9st5vP6MQvq3+/gqF4dPVdEbVk/SsKVw7AHuU+bb67pFnVGrV
xwOPKqsSNZzJyzqCEdQZF7x2miE+i87c8ogMvHeXltKifGB+pXKn5tIvs7sBbvLTVu01+lbnnj0n
2JbpPvfM9qCz1/Se17QH3Vpgwzbrrgw118OlVGKXHvZ0oSfiecFzUWQWDKNy3Q4jH9HBSbP5pyys
4o6VpWzvGZBoGgMbZ147VWShEV6ZcuwgvJw5A8KBCklMTtVodr72QzkaRHFnECHzOHJOmeqTHAk5
mY0GHVHqeyTSUcaeJuUlxQR41mWWHWXKBIWwaEdH40IvWwxkl6bkiUQPeQIMOB/bbqOREXX5TEOG
6bUTc7L6znK0DapokZpAQIRwk3pMs0TV8440zxkwVTsxTlCAJALVDvLLSjEvm1T9majCOfMgJ5UW
LM8ydaJ5YbK0Wt4Qup9p/VRoP+eu3bjJJbM3qytot/3+T675O4yWTJhMuEHVhf2tXrOajFh+tf8m
Z6J/MuTWR37e1n+b4THE05StYcmmgUSW40LnULMQQJf9/ZhWCFDbYkaahxXOHVz74sKxDIUzsu+S
Cwq9O/+k1zYj0Ci4Xm9F2uDXfZQTez1YaDSh3qI66eP2m9UdtNk1AE60QJ8EO+laXMPjtL0vBrsq
+v5GfZmzb9x74jW9BQmYv5Y/eNeND7+rgUv2HY6F0srp1+DIIZJydqnho3Lc8tFCZYrrFaZW6RvV
8zb59ls51uurNthjF80rM1g/q8xoIHwXECscgm5khOyWzps9KFb4NHTPPjhUGCmzeYHXwCaNXAOf
47mIkTREMFpG9watbAnj6gg6vzXQJzIplOaSMgMQEK3l+osNqR7G2EKxH29w5ppStbSClSLkOlkz
FmIKh9Y0mCAaTp+Y3jIeWZU48gKm+VhnS3bGWi8IKrvm21YZth4UUlCs+O7yMHXklYn/youTWfov
rRJUTPaQqsRu2EHKM2dFq2WS+6V/eYFWasPBqr3LNtk4DjxD/fB7nuTC3rZocwQe+FRnm5yOmj3J
pTjXemsiPGK9J1tOUlWz3GQUlhFrixoPvJr1sGkTex0Ijf/om1uYUk/FudhE+60CifeS1ZJqvyD2
6mRZRrs8vkOHnUijNHV48+5G2JTni2yHJimMscZdn0ti4Sw954GlaHJRrlWQT709Rm67VS/aVhUk
UE3vXaaioAZY5z9tm6uERn451KtRfiP57x8Nvcvf1xJyJ3zP+cDAbaGJrMd4T1ugayilz4iMSKoE
/omG+8owS0zq+sNkptwD+owb39rz7Yl5OFItYU+TqHQO7pXpAA9mT/iFoDZV4uYdbLvtEn+y4Hcx
+2Cpi2ZtF0aDezRLF9FuEltiW9XVwqT8ALTOJuhifcJ506kUmV8vVjNerL0GCcdkFxlK3cw3mv2h
TzXjzdbVGQuCtyFxHLty2XuCN/qXpO6HSKlloWXCAXeBtex6E8h5CefcdoKZYDLd6kqIZ9QY/qgs
Lb6x8cx9Lqul+GQyN02J3e75I6IiNn2+Lod5AlSHDRniLY+4DH2C3IGyenmtEPUYw+/6qaoYkxuq
8sFtlMNT080m/ITJfMx1C4GydR5myp4nm8atw4FTseVq4qtKtLm5FcF6bOpWd1Jl1cdGf4SIc8ly
MkblsvFFkXW7RY6lg6ivxprhqGt0xFbQLO7yBnZD3ckaqmmqPgWIJCQVzbo4ynR+ypnlEFtWDZQd
t+qNIiVBCECwczM9RiD2z6MximhGapIOqAnq2q0L257jpAWL1hUZi6fwKeYZX3WhLPMBbcL8WdN2
AQXYKd6HGxQUnQPrQGXn8HAcb9le23YcjiY0L7B7pPUPtbxhT3pDu5b5hBHLlX2sjcD8FoecjVI2
70VqbePB7sfqDxiw9C0dzP2pKHLnlb2ITK2KTGPu2KI8VO4z4WkBPKbguPxnk99fVHGMcS5BAEO3
+cYKhIu/jYQdCCZ9ZL3mIzitexdVeFrz2J7qi91tD8Jqvo+AhXRcCKqd43/+3f/uzLtZng3yFb6P
ddP5y5k3+52+5xxuj/BE+oO//JcudyzVxDwI6+F1RaUTf5nmZG6g5dtz+gDKBhfo5vxXazFv75yP
HU/3PP4AvKf/5o9cG32ZKjN90NfqvoQaO2r/iVZv3l7j/za33kyz/z8IYLikAfh8/tVbWE7bZmdO
311NIzOYK2nObZw4LpeqH8ndOPVA6kfscSbYZWSi+l9TXS+jtqFf1oqh+ppgo9CyzlI/zxnML39d
8+MqAIebkAgeFVaVXxQEqADgNNAg/vkTvgUJ/u3lQzchDOBbUGf+evmVCS99dYFUIiMGc/MwLIfc
Bdftvep8URWE1EEO0T//zv95U/71t96szgwiCKTormXfnrv/ZcjUIfFCydHGa+YMPfkml4FpaVBP
YbHYl3fdYPJSCUF8v0D5Mgt5e4cwnwUUHYzddir4vfXXFyZP9hH4o3e7P5fX1HLJrLVEnSbzNkcm
rPFNMkBJNIBDR922bVSNYqxPuEmcxMjN/W6j4QttcH0x+ugU7bWBvuQPp4ouOWLNL3B0sb7O5tQA
qzLaiL9Vw33Ru0cFDpnBBmMQLWPU3/TN93R1bWo0EpfADE22axj4jygEOQDJBh7SZscz1zZpXE1y
vACTUUnu1uV15AvybZum/uouPKXN3r2Uazo+5IY+XBp4B5t3MtoUa9OaseMRT8+xbVfAwkv7QTXh
B5PZDa/uouE9y9Yx6rFuRIVeeifT688UydTtMlfLWRPVF8+q9yRnD/3emfd716u7k2v4y1uOHsEM
enbcZNuMlqeRbhDssWJBC6yyBHDJn61iKwPOfy2CXlklcJnHqLOH4Zu65V7XcS6uFU6Pp7bNSjtZ
63I/bT09JjuxrNhanfrs+1vWIogaOUjl3Y7FpK0hFeCH6XTOab+ZnDaSvOc6NZwxWNkQiTCzWkHJ
v3Mvq43zlS6GIiBfbd7bqjpp2lY8D6qdosU15thSLU7Feki/PFZwx0v/YHQi9nJiTZm8bDnA0iKv
iVzqi3rcmDB+AbJiHg0gjBdWOgyB0x3D6TCAqseqs91lptklVVM1QauxwtPXfBFyYTOC8SjSL74z
fZJ2sJ78wm1PgwvdzDK04mrsqoKTZ7pEOvz6QNdONbKVAxHEVNfCxRyqp2JQW6wPHZI4UAq8MbOd
igScLAtaDLueLoBJ98gYU3J9ZCudKpi8DR3B2T9mjX/W8PyVAN5KlBHXbNl2zyImrmfQk2gDcnrD
H87t6e7lgXWh6mI34y/Ek/x7pmbmPCUmJ7IV2bUb9TUqij6/71yb6b8269G+jKRppGqhy4E2DDwy
Nk+t9nMbfoxhbpr7ATspQcBeyu+e1T6Cx7/LaX/mOq3v833CGiirCCefem3kYP3qi6z8lnVDdwDB
L08t+f3zZEzy6i+td0ftwHCPV7AjiFT2SpPgOpd8Y7uRQA//ofAkfgeSttX7cOyNpUf9KxojzskU
IBa56xNYIxFkTfqz39YPcHLtu9Z7aQiVBTGRUaV31TCVYCO1gabsGYMTtOKQ2EB1Yla8nHVXbghX
E23/0Ez7AaO6d+i7CSaNOUSFGVd95BSz+cOb8ZbWgrogoEwhl9D7Ofq2r9mIlMAlE2Qd816yjOOc
Odpn65vII0PzlWEwioYKYwsvIYWFprXJqmUzvrZ+AuFBPntzuz/bTOsJ1IABNwxSqHC6e2RLhR/B
0l3OJjcMH3UOSQpYzIvHvglKlvW3Q/X2afSZec5YYEFkuBH3mvR7+J1bE++W6O5StcxxOyz+HYQq
mnu/YxOmTYJyM7WS4T+Bzlq0zIuhhWX/1d4x1xdAcIHbeZBIb5fy35WEMSh7gjbOA4QC64IPDv/5
TvmrUvm3n/+3xd9s1cCgRz1V1RPIoLT9D7m/v0KbPs5+Qv63eCG3BJXYX/dk7qdDWlDIPNp7ehll
drDFdK5mEEkDMf8eTbPhmP/nv+n/+p2CRYqmz5pJMoB//U2sa0v7zBmNR1NKd43xo+0Petrk3+CJ
ue8jqK7vvYeps8Hjn/+H3/2v6RXiYZQyt/SHQKIU/4+081puHNmy6BchAkgk3CsJejnKSy8IWXjv
8fWzUDMTt8WqKEbPvN2O2y2QRCJx8py913Z0a3Ze/XhDz5nxAyr9MtvAxSShpYnPFJc/7SXzJUgT
FXOVRuiHJn7Zhv5xCfALHtDvzrnCxT98guH26hXJd3//Dc9d5KTSmNIkl57ORSQ5HqXL+F4Pl0Z0
pqI5d5WTOpn+EYi2tHeuOPpM/ZUnlgJBZHv4+3f5ucb5wRwbF6XkFwPDrQv1ZA0iWJsgDQchL9uw
XftDX15FY+efWemn38WxNYGPUpemitHNOb3zdazVhaqW0w1DZh/U1Rhv4rDK1iTXo5gUSXxmpf2s
QG0NJb2FdW92J/NsUYb+XGla7xs24470mAdPqNCn/tmp6T3eiPrZCzPkn+f8aD+/oIXtEQskyRTz
xWwDt+jPC8JCDLQR0j+D7mCFBK2BfRwiSFT+3Zb023VO/a+4hOg95OJSTp19TZjHuIJ86L3+fVGc
+zYnP19rJznCab5NAfAioJP3oaBib8czd+nn2mPLtg3UTDrJqGic0JPOH+MfDytIbDB2VVDfEcuF
W75capV9ZnmffBPOmBZ/XsNRhkMdsov4eQmsOJ4eqIl3x5ydzjDN0dGihXxm1/m5sc0nabZTgQ+d
vccwrNOs5kwGiqeWeX7bCHdWoljueM5kOy+gf5xuuISusWXapokMl7t8shvgq5Y6I7ry1qMqC/XC
9YJ9NWwj/ldv/Lug7/n76HC4Zq84XsPZ2//zVyMpK4E+2ua34pXhevXw99V1etv562wCGFI5Aagw
ME+2HKXXiXHy1PQ2VXcckdR/1wDgw+N3VYH74KnBe2rPl//HqjKMQcKkMJTbrifw7YiH48yy/f1u
W4In3ZSYz0zEkCfPOvEWSSc9zbhdj/GjGugobrJ/56RnRixMzECGw4YyVwknjzlhb2wxYKOPVjci
all1+Ns4hvzL+yBYUnhF9Pmb0C05WVJllErZESZztDdmtKJr///78ydPd+3E0lPmP693a2sTiPXf
//zpkw1wgj4M95oCUGfLPfmJhjL1QlX0xVE1+lWDBqxTcRs8krBw5nb/shL/ePTELKnC4M6KpV3l
nCyorMhEHU+xfjSTWueQou0rA9Oj0aBJzdv0epYZMkYAR4/3bxooPfpHXFH/ru/EkoA9amrsaPNe
aZ82VeJCGmldDt2tv/WUTab826dm/vPsXjyOM5bgtCGokfSEbsroboU6vRmF8QwJ6e837LfHnisY
vJWhadF8lKc0jUSrS78TdnsbW8P2RWGy8Pe/P9/wH7fp1/POG5K1LOda8+dzP/QD8mW2rbukKF2l
iQ8Mz1zsREvAOztIviuS+vxza+Onvf63QuMUeYFiOAp6kaXQtCoQATK6qByT5LzgM+5rpIcF0yoE
a3slrw9p0R7//pV/nRD+853/9/L44G0eAmGdupxHPWwQQPpMActqz9vhuZ0Q+aOz6cIwdLvOM+m9
YGQbC3NvttG9wmDpzEf4U6nFNk5lz44LCeakVgjjStcahlhHoehXg9JcdkmERkRM33Y+PVOtEAMS
vBFgdZkPhmuQz7Bg/IoaJnqLFHNbRbNIVVsOqb3URHVAEHxmH/rjB9ToCAqdMlc9paq1nY9vFCfB
MUl5hCewpqXjLJo59SzDxGTmMKLN5gO/xpna46TJ/t93hwGdNm/lmskm9XNF1gUBiTJK0mOMfase
mQyQU0IndpUaDzxhevdq1xfKcGajONmvfr/sycY7MtsJqoJF4cmBntK27N6HnuCUoxE4bjg8ex4O
2voapQ4+1ODMU+78fAx/v/rJ2xFkSo7FLU2PSswsFXvsIbFKg+EOTiozfe9MTLsN2WyLPsA7gTbh
g+HuV9KZd0ZiLTnerUuAw4QSMJ8ydlJlSDxoBX6J8qMPKgWRgnpj0J1ba222KnquUU3pjT1LOOhm
boDRLXmj2uuxa7/zFKOUkfnwBfBi0orVMqxBirmKiAyEml1dEa+0ktP0jOnlYMdIjuy+wNNZu2ke
rMcmc3WdBeOzi/Ri2LZeQadYTx4Sz783M/XGi4slTvVhgfEI+dLoakW2t0ttJcfyrify0slRlQyZ
PS361IxXRRdAwGI2J7ERLz3SEHHuQFHPiVAxxVdXyje8Xlhf+2ZVpeBkaa+F6FIRviC69v37Mqzb
ZVSLJ632D5b9FTPkp1n7aMpZzNt2G7IemAwivFySxoPeqrsYc3k/KP1FFpWrHLnlssPjXdT+7ZmN
4OcL+X9uPPMc6i8KVXH6nLEP0Jukm3hUTfuGETJIM2co0DEp+8EXm2DEI5XibzKnjR6RJzV4D0FI
MBSyBIZtb1mrHHG4nNsh513/5w6J1JVp069qDVrIyfak5wykCXksjnH5aXAA5D5J9CuK9lBGawc5
hTK+Nd29TmrqWG3O/CS/PwvInhiuGZyuzfl//dwAoPpGnQnj+ah2SnaYEIOtdUUQNdLICaHqoH6T
hTS8T06D+cOqiusmmd4RVwT7SYNvriS6uW97p7muyhHTWkiuHuHacq32cfv598+q//4m47NKymVA
NBTlp7AJGz8GCk0jP1bOLuw+w/zJnoBHOBF6gxuJUiVqL331Fe3qIi+vdEt9r6AfGlN2UQ3XHkQU
DDeubr9lMQq/7HsA5J8oFc8uNuqE2SJoCV+/IJiJpnh840T/iowyr7558MeJcr7XNH9O9tow8gtG
amNxnGRz8Mb4hjiPEIqBEp/Z4P6wq1MnaRQYjBmBc5wWYvAetUqgGTxmCSJthjXBJ8qdZNso1ueQ
Del16MjhMjLRASBJx2YQDvJM7fuHdWWzh3FAo5KizXVygjIJE+4JbymOYfk49sZtlk6ocMoFMnMn
+ZBqcuYl//srlK/M+5PGjcFgzT55iBTVz1Uj5sf1M8f8kP2UoLkBCOhbTbA18kE8pHFF2NKg4Xho
kDb8fW3+8evq1L2OpTKLOyUyKWqLahDMOycJiPzzbJNkr+w2bNKUKEh1J/3MbR3zzNP7s179taJs
ElMNGrQ8Ebo4+dK1GnjMSeYfOQBuWtOhsIZ/XyHww/7nGr8eyn+cVUPLK5Spa4qjFBsHKUVDQGBh
PCJjxlBHGpWzyrRwN7bZmQU0Pw0nuyJdUp1WnNRpXJ3WjYVOhIHm2fyimnPf2Rpqs+5hQoP39xun
/X4dynGTNj1DUvrNp32/MkRdLTKrOtaacV172QNhVGilk61P1wefjwvg6R7exq6R1TonRLiW1Qpt
W0cOXnFLBM6ZlTRvuD+/98/PM6+0f/zeSV+k42TbFRUZcaHsTqwc5NbkA1TrPr7/+7f//YU4X8xi
hEmjAJ/ayZY0QCWa8MVhSQvDnZqjb2+bHUkVW/T2Z84hf7iUBuCHxuPchlRP297hyP43omQ7tmF0
Zxq5c4y1wln7kfj2vdE68yv+4a5yNYusGMb7M+z3568IM7jVoq6Zr0axVdRr1cpWqTiz6fz+1HMU
pW9Hh1pFafGbkMPBJkj8ZX0siIuo0/bNAiBg6Da7QLyKmvoCi8qZx+L3R36+JKCl+aGnV33yyCtj
ZSWDxiXjqReQNDTloJZK//T3dfHHq4Av5NCkqvZvhzaCUZUUyzCNkSI7Zp280/XgzG/3h4OhQced
Bg/iZGlgE/x5ixCVS2xgE72d9LsS+bLsyQIuPwebI2CBzmFwZXacsIxFTnBmdfzp6/3z0ifPmI5V
x7ft+b7VxbbUCN61O9xDf/8N/7AE504Ibz8QPoIj/8/vR9C6VSJxN26srisBMOnmJW719DCFQK7/
fqnfny0qNzh20BRpKP52u5Soc+rRjMJja1gTCw9Zd6BDTRoZY7tFGU9nNs2TPQoFnHS4a4ijVEGr
5HTbiH362W3ejcdOAyerZGmxmVoVNnAyFiviw1sOFbV+ZpT620VRFzM2w4gNI4C1f7LyPTLH8Ty1
1tH26nbtkSC97IMxPnRGb63nKMh93CvxuVU6/9V/bMdAVVW6j3MvFTQQw/iTHVIvaZ0kg6ocidbq
d2qlxeumAQXR5hpgIVJ4rxUr7J84UMJNolTe234dp8uqi+PnyYqxZYpgIh6m7ZMjedj+IcWycDP5
IZXKkAf7HCnB3xfDyeIWKOboMFEmg5AHMOWc/E5DFDpEe6T8fRBDZrDpxN3fL3Cy2k4uQJX/c2FL
zMd2Z1Lr+GaxEClyxJDJsyQPJD0HCD15hv77UsjLaPrROuMe/LwUr1oUO6WWH/MJA8NHlCxS8vr+
D1/nP9c4bfp1dQyeBbXxEdOOlE+gGNDNeLp+7jLM907X0nxn/nOl0xrVUgdz9FI9P6pamqO3duyr
JEpbdygZA9SYinY9y+2K7K7wUEvxNqeorzQLwY9RVpFbwNyiKcV/AD7P3lUlCX8c7WdFcEIXeyv1
xsekKZUFblUJq8fP7O9Qy8xt3lsv0B+YAxfTV6wo1jFCvOdGY1kabhtYNIVD3SD9BwnGNksTkISV
H68CvEfripCXJVvILMoPtIU2aNbCN3pSg7GHYTl8SBBxjGD9XBy3xQah8ofdVCQ6cqxa+mX4ijDn
s8dbQKxp2azSsAaBVUucY1NvfiGB47AmyBMeaG5vUkKmlgZHGsg9UXAkOXmfTem2rxt1aQMoULAg
wA4wa2KL8iCTy75si3uiixJxCY6A7HqlQh6EPQUMQyhJvhHQQERsOgtHKzPXMqAysF874GCg1MRi
8LYmeUg3Ik8+9NSXKywA1ouFIRUObZxvsjJor32ilLYU4CVEew2rnNr0bm2nYlWH7DpqHENICZlP
KGZj3NZ6Vx/UAgNn1lIBQMopdjEQ/IUIS7nVNC9/sRq/3hh9W64sgWvSyZHN24Fu7TOtddwpSZRV
hRHVtXSs6V7VvdbSN5eZ0WrfngQ6ISqjfxhLU2CEHocWgBYIqVFWvDWnWVNeFR4mGluPV2HXhu5U
+hoE4rEvF4jOjI1fAjZyyK98yBtybeI084DpAeu6SPpAXAg//S41FXrHlNu7ru1Icx1B0FVTBEYx
w8uOd0UAlOTp70N7eA07B3QQRuiVanvmasxCnWgyvIAIz6vLMLbt/RzstTWIK8eoqibcSlM7BH75
zroglEyM+os/mVhhBISjrp3zeFG3LvxmTFZRNX6K/tDDM++y8b60COSpAppmRRAQuOgV3saIiCG3
ncnYDu34iYRcwUFrcz/srHRNOA2QqhMoawVyxo2ladHKrrNmV5uIrPoCGW540cX7sFxAhcdE0qaE
bsWa2CCj9rdZ3cutl7fwvIBaoLBPdPxXvYyXetx+V73yWo6kzWNr8zaeVRGwK1O6fnURsC+O1jMs
mdFc1EmKL5iYNQR91bSpk8pCNl5r+GZ9sAxhoNxkfW4f0PM0a0KLB3JT8S+0bTgcegA36CeB5DVB
6V/WlvxSHBW5u90YhJbjz+oSzNcytl4HLaJHTa27zFB/rxNmvuSEasNOIwOa16UeXlZx0O1qT/Nu
PX8Kd3WRA/4fyvzaGbHSOhN0TGyLABkzgPKKwF4vJQQWkqn8VZqEGv5a3b4KGxJ/Qlw1GzswPkzI
mXj0EMHFpf0OO3EGyEu5tGOBhyX1OF/kRXXAbs5LT/UvexAXu8yz6bfiBKUFEtzYaje4QW5nj35q
Wgudf1zrsjXcAWjduosmC+NYPtGeJAe1jjx8VEov1sXstTWKrHDLViUXwMGSHYrZrjhgD0qTmWOX
0phCZetfmPzjHEJWL8iyDEGtVcUHMWjoBrQevKK0FJoTbTkuG8NChU/CjV/P4QO2HZAe4SdLvbEz
lLREI0+JCWbStslL6PzcDRrVxHvT1AfTC0mtq4Av9X7Z3vk0yNbN7LxtiynfBzZ68i4D+2DmE9lg
5URnPy69Bf+Gd6NNkHzUoHiJ2lBfkmwKQKIOJR+ZRGVFB6YFq6IBIoduPAhAyUQOUR9ECDirPETD
N0EYW6dKXNJmzeR76g3qkkhNVIulRdYqTksZxp99Vn8VGHyYLUSfnaE86UULf3HQPzIv9cDO8UU7
xocL7s+HYdCzsYRH2n3bgmzVo8idoFyj7SyCO06V8cKzoMpkjXJfxQMfszQTtIcBMsNUnZCrgu7y
m5TnJq3wcdqZvjGhSCz6ksKhk9Jn5gLzKOtGFF1gDOoH/kWexCQc8PaGFecCdoyH0KrxDhll8mil
6YOJWvOJfLT00GPZ249T7h981XZKbLGgpdpZ52rNnAVsacqH9G3iHzMsjFgNEX46PvpOguXWguO+
qwWOuc9860uS5Md3i/OL2nIgj/W1sqAIVumB1wMec454fkUYXWgW0Ub0Uq66KIWXwXOyhpRg3kat
1m8QGNWXwM+aq6KQ0b5K2XvngvaCSpnE2CHosbUa32xChduR5MF2R6pNZ5Lnh/QsWhedM25Auwzr
gEERS7tvaR7hFMM4hp1T6uOSd+20F13bu1Ndi7siCswOqXLbQs4GW7kJEWbjEXKiR+nVvNVFbmQf
SgHUZAHoC1OXrPgx1d4/RsOM5RUdjj2HIZeT229OlDULuJgwQJwJ0X6SE9kYEtaxEHgpQYPK+AJ6
/7NVGy9G2z6OBlQYApvDW9iWMV4GakCjo2QwzdFZwNipDkmr+DdGCHPAweC7bGqdI/kQ430hwXFG
8lQpVqRQk/rWSyJuwugb1T4rJLMX5DkYwIhKFdw1Zg0g4q04I+uGEnfdJFiPspneAwc/WXDO8hYJ
U6WlZbUQUIIsWSREqOwHSw5rUenRrsabd9XFklGjLyHSevIrLZl21ZgS92rTNKteS+xnD/IUfL00
3xKYWSzxCehrG+KCy/BdPNfA1CAfoSXDczMZ99No43tuZYR/xte62xQ+EWtezS41iXGhV5LvYmKD
DCLkijX5q/BWlfB6ypFcp0YXb5mMTNcFc3r+b732LyQRicsIC+hhnNum8Kd8lzeed1c3idz4Ri03
jQoCLMGgjhupLR4zotK3bVraSz6qtlYQum2aDAflMleaCjhz51zjRWcdj6XzYVdYHexK0Vw4bc4N
HF17JdUewfTQ8LQmFE9AmwOMrsWjIF/6zcR9iDcrHlOYi1NqYLmc2OxF3EIwkL161MrSu/daH9ZI
Ww6bONM813eycWX6DNWcbGJX9mzCXAwlnfMxR/9ehWNyWw0oB3u9sHkqmSEFqWftCr/zVhwni3s5
WzRBl9urRmEHAszEVHDQozVyZHsT2mrkRmWH39ehvx219p2Z1VCnPGrIoLd7AoWn8kvHRQSFM+nR
x+K7TzTzS5WMwMqMkraumPKpvIP9RdLF+TuUVmPNJEsldxFBehhNJE6NU3WtNh3648jhC6PuztND
FGrNfemMb2at1pRA7ec4wEcbB7267CqhurGqfQ7GfOcG+mtmIbDP9STTNiAuAHqMwXYYfqVl875V
bPb2ogy0q4CBzELJ2FHtJpzWRWUwIcAnuyayeLjzhrFYKqRk8hmShx4NPMiNqCE0XDNXAsVquv4o
1OBeRS4L6pizOX6UcdOXhAD1cCgW6tC3G5TYOG2iMWaEY2prQG3DChQcma+hl6yQjmEdq32INDbF
72E0NM4NUdLswzApb40yjbblYBLbrdb9Jezq5o0fe9yILsbO1oO8X0XWr1NyWfO1h+RAfFKEyzn2
7rGW43THorjJOMLCULQB01J7aDgKguogIq19anIbrCuaZtcpMvsSLbu/NiZqJr0wmxsIWRwCVPD2
r3XEgWMdV2N/LIBXVFSpXflCUNDFMBivetT3+ic50L12b5RNqDPX1/NkG4Jo89aGWuWvuGznxRh3
kAlqXcfbbnSr0mzmQJ3McMiCH4CVSnvohscaLNKl2fNa7kxpLVKs/TujwTSaWk5wE2fSXDl2kW/j
KTQXhqa8JDUR12kZOuupTPW3uNQ4t9hpEGKHxEW79MNs9gdGKlWUo4YL7DnNwktg9i+TRo939ArG
VZdGwY1WEE6EOaCy7sjEBm5Zybuux8fiB0y+2OvtGzPEgONZMELLqsR5BTncal6QGqKHZNZh7wsq
v53eKeG6hCyxixLG7goltZvodeGGXf8JjMRYjkGNnr+OAXpJ4KM0tVJwz9Q8qhk7OFwLfRcV1pOD
+met2hXfvq/w17KbLbLAe0m8JlvKWApgsSS4xv28D+InXRRmFHBisgFIEbJ7mTakrS4FsaVXKYyq
yHUAzlHV2wqfVEuoYQCWsF0a0XgJAgZsmxYZ06WtFTdxmby0MNy2vYkXc9HquCyVxKngJ0DfsQa1
cgM4BCvUg+kajCWvBki7GCJZndhog0fKABpHgEk/zcAfPizV625GZvVb/sAALacJrmAzImnzJ0MD
/Gx1HhuClj83KU5Vkdk6vKPB2oop0BeKB+2LkqPbibC1rmOv4iHPZuBiR+wCaK8ydat6BMBDNOs1
fSvYaUb94lvWl5LQcBScQPYDQW1PCFGVTTUq+ZszkkcfMsVy8RYUZJ+Dv1DSoMEC6SmMPXWMo2wI
S0MplS0GOXpfDPsWKjB6t/T86sLssUaoOpFfpIbri4JDvVhEOTUe+EJlI/ueWC4TpNuNWg/2AmaP
WBFUqy4NP5oWaQzxkKA12ly6NS0h9WiuE2Rfjg9IpMhBh2uZLxcZlZsbSvwqBLWPboDVB0OUIt3c
aacbYYxiN4UAH8H1jZe+HpucMZyC1llVbaRR+BdVbWC6Tw3ih1F1X8ep0W4QmLWvgNLtgzlEylWP
j5E7FXbrFMz/c8A2cwBPELvREAOJZTmJG4pa6BsEdG9LMtDvIL19dX1V7YKmcxZMxKYLEdwR/07M
X7Tk6MOtELH2QvHasb9Q8xSK0Sz7tmZG3BTWKuB6rvAFIbxkyi96jLIxebNB7Kqj7TzL3JwDcmEr
vE+e9Yarqn/wRZbvGkMhDEBNxzzcMdKAU2SUGrR6O2jM7yA2hl1cDbrrDVGyIhc8JMXYQy+h4XBd
pWOdX9WN+DR1XdmD2RsWydQJLBY4+niuQlgFHc/9RIADfAnzNTOtZjvHkh8nS2qUfhUG81xnwphF
DOdwJj866vhkYUairhqB/dUF1Z2SKBurJcMvTgdweRnVKjoskEhxjpeHpAKeO+AqGH9rEAnTkdZF
h0INqQijZvNa73DchRaDvqgkMyBM1WAbSs/f2mVW3QbCtu74UvrCtFiWoY1qqO5fQZLh15PYtFUK
qAU9XEAhTdeu+jiVTy05t6uxSfTXJhDiyoliES7K2re/pyYhXY3d9NBJNDdJU4MOUr0nzGOoIwKF
lD22UbeRMNeypBLb2ul8F7vt+1TF3Qr0DW5uW2ffROq4jhzLwxFXvA9wwR5oLYGyITNtTYMeWpvk
Fo/jKG8zK3iYop58SUWF0aTbOa70MXXpOeq4Btuvnhy6ZaHFxTZoK8nGw91Tg1bs8tGob40uUw4w
SawDHOXgypLJtE5jO15N0I/p1xZ8DW0+8SsvTq7n14gMqVKbrKKpJ2lb+B6PpfHBW+WLqBboV4gg
lnLENN8oA4az3nBcc5YK+WFo8fKEKl+afX5thQpWxgwqQwY/hM9nBuRniHLlq84bg+NyrbTZwMHQ
qN+mju4jalHKqrpfC5mnV1SE3dOQQc7SKy9YcGDMYRka1cZL23jGk3AgmAozfiE+zV9nWae5YjTS
FUcZQgvUEUt70STRtslhrPuW+Ab1gbqumKZlURqA7KT9XRRqCXc5iffstcYl2qHMlU2PIMr39eq2
TNuBs3vS4OCrJMxbjCVrG1vwUgHgvS5wNS70KH1H/Rrw2FafwQBtBsSBpu/NjNXfTtrHbOtfBGpB
bw6QNKU0+Q9fsYdPLa8N7TrF1r8CoU0jTna62zYzTDSyL6wJKLCOCHPv2GwKdLRa0o5iGz4FYAum
3wC9lEB5TMZaPXa6FhwrMusvndi2nrFJ0pniRLrgx4X6PgE6ABljbKVVj7NnVl/BhE9X0oTsqAoq
NcVvBVysvE5fmsb0DtAIq21A2OHW0+rgBlhj7WbEHm4GbsuyjXpx0DtujW/6bOJqaazyHrBW6kXT
Jo8I/BLgD+D4aXhLdRDwpNHlm19ZIpVfr6dselOC1qLhWgzmrullsMZyAn2Kim2t1RAa6kLpt0zh
4GrZAbcj6UkuCaW56we5tYvwvjSBNQQEb68S2XAYU4Nox1i8vHLAoe8FrdnDBPiUV0qlye8usYoX
026evSIJDho0sE1cQ0QawujTr4eej0/DV05zdqHXtHhlw9qDIWMOLkNPWlRlAazaitVrwPM83wa0
g9F31FWa682Wh1NfE3YiMQGKYq9UQ3YnvMh6Hib73coG1ovKfoOLtFnnFhioQcnsnTTKnL2kzO5r
xa5dISko1Iy8JS1WwpdOWM0FgaTJ0ggVIMkUfUtlInczKhL8iKlSPExhQ+QCHQng8WbjeXfcDI0T
X1I4hIBCZ7C0AiCzifRPq03jZZyMbm+wYcAsHAQ86ErtH3jVybmjK3aILdTroKApQQnUbcfOmjGO
vCJhSzPtlBBg0oK636DX/hmhbBEL+nEU14EPfiVrk/SbliuCMLtiRx7bwby0SXO6pQKvXN2IzcdB
opKOwJiQ8uiRUkJM7VphT+TGs7Kvq4EIc98acvoWTbW0vXEgsqPpjMvWpAs3CZCGBKU+40pFFTCU
X5gt+y05P1BWhr5BHqFiaVozmAD/0xfZWtf04FJUeQ8v1oKM7IBar7CDPJmjfGZ4plKoFa9GHNQg
CUrO/DBsmp0sEXoqBNcKz2s/9dTRfLq4uGCZYBbN3nYAU2V4HHAqNdWzSAVknCqt3Q4vtsieZ6Rf
X9+JXPJqaDLj22bTv7DS/gXFZrEnywcMPz0mWpcvYYroePCJ96Fl0CzJ7+EkSVTMCiYy+y9170tk
QcoSKe7mtrGiu07LK0YDJW2FKrPWXpQF277QBGMHtCAEtKT72mTAyiNnBIgfWzMHndY6h8LRihdj
KioP8not1qMMH1on4Hii9y9BMVPAJb/fkjeAvLPpEsBQbpPQRY4/Qb9OUwn+OdW9hRp5t0XQ95cB
2aXRij50WT+EKKnbddRUzYMuJHH0dehAVKpJPygDXd3DMLV3AyjYJ69Sa5fHlgmkWXs7f6RZLJzg
kQmCusxsnzAUsuU2HsSALQcbb4dHQHONyCe5OScdiLy8Zqn4dbKJ2p7OndPlM/bWcEu7eE/V7D3O
U20JghRDvmHRWTt0HCSrVeK1N4kNjbK14V6T4xJxWgrEqgT7RFs3fm81tsWuSJM5pZkhitpa3lOp
jjlF9OCUW+ItVk70St8s9y6yrLX0SxjWPdrRrgnDTcUI+GrC3YvgSYYbJHXEO4PdIQq1osGVaiQH
mIr5OcVAgDOMPLj/8w8v8edu5GP1lEYHs1xrd/MXQPHs5vnaNA8SfBrsfyhbcoCTwFtkEU3GXVmC
sMg9YmA0vdQ2pgYbt2GIBIIKaHeaFTANJNvEWLTN3kLKPvmdshij+AEDwNxoq7R1lNjGLbFV76PQ
DmMc30888BsVMSMpJ/TiE/DypLldyn7UiCaqSQNRwy9AzVg2rIPV3aR4Dw0AlzQ5RWpSsqeJ9zxR
jV2KlPnO0hqV4LuQfXsfmXb9qgGkc50RuALub23i/W5HchWlTXe0VH3a2yJ8tfX60S9UOPEJyIlG
6+h+EfF+CIa84gZn4dKB9nqv59AnFhJe3XVbqP1B5lDbaAn3izxUMJEpNKKzkHZEm+U+Xd+mIp6a
QykoJsYjOixPvYOHDxSiXyQZeUKJRkefPlHCZINdeOTXWsoexlRXiI5YhDZcA+hCo1yn5LGMWQC+
lQ4NySO81aTV3tcDc5QyDKxDEo0v7OdiYzHqWLLtqddg2SPXQxyzzNAgmzz4mMM5XzNjCjiTv0nM
fAwIxdz34d2zSNKu/koxmiz02M5XeU2tBn6BLKre/xqsIViRyDVlK8YbzyX7z5LBCkQrb3gjoAEK
IZ0hhjAqJQlg6LVQJEfCsBjUT02p60PRAMSISOBZ+PRuFlVH8i+NJ1jvNAqO+pg3t1EYoPbuVE2/
tUSaURpPRbkcs/5VZ5tyE4jjS9hIb+SsM28VZjnSo20l4O1Ivgnf1i6Z1+SXBlsJH8R4zzkKHyLf
HCHNGpKBiYMku9YCTNoaE9nUizmZJy+q75dA/CNnT8v5vQlamr22PU8oPRwikVZ7o5s0XXNXAn0G
URNXcM6gWYYJEdKG5Qf3XeG311lavQHCFytZOkgPI17V1HHE60K17eD2WtXI8KV9kilhCcA400ul
rdLikIo4vVSZIFkoy5sBzG8XreOORC8FWgGv9iC76LzBOxb08IH5ZdSKats89LjpXT1SBnj1xZwi
IR5zSUtvFPj7W8OI9pPlxHtTncvtinvBIJWzs/DLdenHgVs5TbOuOqvaMqghTavMgjU1BySN3BHs
fJm6cGiru15kPJOs+kg4n81DXQerKfTElpQvY+sMgvrNawZ7zYhyvO10FF6N1es7ABrDqq/r9CIf
KvCftT25iGhGKKXQ3GLddwhLMxHASnO4VCbHPlg+/wU5ya95DXdxiDXmAKogc76uiIchuX3JuZc9
E4LuMdCqoHJVz6ycRaXG/mUFYp2ZjCUWjNFhctfeDZuJJCXL0/amlsTbrpHhdmYAc7ghE1KLHA4I
JJGs4gGCNVp4clZHOljApJBxGggMUOpXTAAJxjKC8kVqWrYI54ypgS7uuvHpiXcRrHiHOmXRxUW6
FxRGTDf8eDloZX0YcLgcVCMUbzFpWPwryNX7CqoZYNZ8a+PkO2rUZxs/ao8xaaybyCxJv5CJdtlE
s2hb6p0LZ3U6IJ+We9M0ip1UcDrktkegWRVWr0EYFiu6c8lSUokuJycVvF54DxCFEROOo3Z3esdA
BqBMfSDloALn29QrI5vYSwINWbdmEANXTA3fdCQ7yomnaes4vrnqOhls+qRnxDw9TeV/cXQeS5Iq
WRD9IsyQAWyTJLUsXb3B6pVAayIQXz8nZzf2rKc7qxIirnD3o7odnJI6dJUtnzisZ9ZF+BszjKc7
y4jSU2N2zZHAGPIkLdXeGyfz2GrNkiJvYRvbxtm178Znm8Jzp00WQ7FBs8ELPrbTtv7l+F1/nm2s
FZU7iH0/m/NzoyTTJgqMwKWoqUhFs5KsvHaJ4LXwx5+U4JKPeKxEspof8RYi51xoxvinVLPY5F4a
0T2POUttnf+DeoQhVqN9p6GIvwbHqrYA7qAuDTlL3RgYdp656oJ2mHB/vdW5z6IWDVfsH0Ba+Qeu
ZHMf51mD3rckp6fJgSFwLS99Pm/B0HVravwW8nQzniujzHccIvJRJmoBpCBKZanNO0NrKiQNgvp4
rknUHudkJTLntWikv2XF0x0a0T/Icq1O96swYYiB3NDIJ1GmjgItHadLM8U1wd+P5HHLr0EV+X+A
Lb87ehL209+OBcBJeFrxPlp2flfzPAZ6F8vQ4hK+ApW1w1yx2jWduDpkfu4cCJxLt1mZv2a2W9CI
Gvqxd8yJX8BAFk2VEyrDxoZ1E5o2MSKpY3s1700nit/zeP6phvYTS00SGFQAQVn3TMwUpQA7QVo/
rXNg8TodihZXv8YRkmXfzftN7SzmChyOuU45ic5V0SerfJ5ZkIvpVdVFv9X8BPYOu9PLKKKSNG5D
e4NltUeJeZlrI92wCbhA1/Q2i3L+KXNI1s7MTesZPOJE3iUnn291S59mXHySDO9oV/PAnkiRAk3s
byJZeD8UbAa5pm7NvignQknzuv3ck7Zjzc4/MpKaHfpS5CR+RMi0nKxVRW+8SSCi8ipY/zwsuWwB
u5Yo20dv1uofiz2mJ7+K5IGmBkcDy/B0hZ1kRIHGdCBFcx8YdsXj0mTWHVxcfjYagkSXBIPQkiRt
aKQNzMi6M67mY3XgV3SHNuq4lSMgLWJlLu8iFh5ZDON7S8m+JpayQxTwgDEZvbNbIp/1u9Dsvwh/
7ONFQGjiZm8ksqpgcbUfR+gusZrNpz+RcJOMUp5zTu5dpvHTxBYDoKa339ARJA9P0rJbgPUGYinv
3rgM74JPtmY4xReum9FRAwK5zofkEwUPYdC282Kq1F0bcTK+eLXr8kOQYOzkzJYIoxr2zeAum57o
Im9Qb3XELjEbwUMZnUwJ0vH9NWuPKPA6VYZ+Ygx7UxbDTerRsO3ztHohIs1aQ9cxAyN2oC4SG1gF
UTuKf46p9zvlzdZHTKLIq9Z4MVGfNUhFtiYedrDCobZFKtXTWoVewqxwbh8VUSfIpm+EvHdWtTwp
pfAXMYsCvPBI1TXysyXa/gs6WnViLGWz4nejFzKjeHXbkdjMuApGWgZ2m2zBaD47/TvvPToenFP/
LUPUfhSGt+ymJHM3VmIxXWTzWGt2UPuIs4hWoV7/HerxPdHiFxBkMDoe+pypYBxIdpGHBk2Mb17M
v0BAYx22PQtE2iO5trHuXp1s7P7Th1a9GTqdT0a3uyrqiZBInYApY+CW7T1Nv9AsxmACpBvIfCQc
l6iSte9KI4x9xAdTVMUElgnzxZDWr+74GfJ+gMqTaWWBYbTR3cf1tOqd2gASjy1yECww4EgA8jGp
etCeEu/MumJnWA3LfE1lVysaeeAyqpO+7DK5UiS+fyCDMjepcl+9XphPlt2YOzov1DkibzngG24W
z4lOUdYum3ksM5gx0XNKaumRVWH5OjjIKqrZK06GOKCKgquUa9k7fBA3aGoXvGlN92N7iMlYUOhP
Vv4PpSzjnDtRapQDQcfLqjN8Tklnyln6j29ZuTGQE7E/PLfVtzKyS7TMhCHfYG7j6NfNI2Ma2NPU
LfEPYfRclYx+C5LyHjt97yznV4SMG0d0O1u8QLiBVsZL6Tw3xtFxTm51jZODl+4IkU5ZIemE7Pre
zmmp8k4gNCKgJn5Z0f7YqzL9sAFBWRq/3t1S7ET547t32q5VqtM59CcGkcZCK6QfB0aflQzTjkuF
jCe+ra/Kvdf6q0VPVV2TdNu7FLHOfq7BAxW/5bgrGEL1WmD2LKjq08xUKd0b021gyCTZMBZqYCnC
PI6rrRv+CBGjRvjttTVx4Z08TeWPxANpRpcl/jbKDiwWQB0ftUrSbeL6JbY/tPZkNNneYVEt7Lvb
+htuvVMdPdQ1ddjwmycheg2U9KjLzdT/zMwvnBwZI32VPr7NTKb6OBwV8gIaI6uD5xlAENoZ2cGe
j17CrtUu1o6904t71bxUvDodjfbZGxj0ExCqhmLdWIDSvcAbvHWtfh7fmkj+aDKhj+JsXiBwhI53
rbt3nfMybvJDbm5H4wgVaF8WRKXSRHMySP07S2BNIkI1yG2eSQAcn6MY65IkIHj64QRalSQ9SmZx
dnPoRu4d4vdzDOt69VaLvWASATlzlUbjqrUOCUojnhjukTWfOk82rXHT4Onan3F9K4z9kPw8suUx
FwWjwy/wrJmApc5++dh+fTJjGd27T0xN74CA/7aNl3l6wwK1Ys3R2+fI2zassZC3a4hxhm2GfqZ0
wsH4KVApltyqBJ2niwbZ7FxHl9SGoYVWKz973OMChpXd6+2mpt0lfx/tV1lrHRtcZb8myqn2THe/
zNzML2Rshu5Cd5WfR3jRHnA+iq+hm5BC2TcP/HhpQW8uQPhy6JCmLk6R2R4TUi6NYle41WoEzEYu
HSQHuD6ECSHOZblU5mt3OlvgpmyOPP9VtZy8Pnu1gkFqtLLVK0nlaxKJgpZqMMu3KXvlEVcZKtbd
HKfYGJ8n+F/lWYDWmWjwnf4jIzecyBX2u551zklI8nMy3YarM73q/lMbbTMEmEvzx3xyq3Vv+vJk
+q9xt12KvxECBQusujUetvOdrjLUaNsH28R0SK2fP9P2NYXyqPRdFE97MepBjnSjrXHM+oT0M7Sn
WGCDsJ9R3djI33zYBV313BtvvUV5qe2obfe1+QBqAA9Jf23ps7EvgQTgyoMV2qhqVYr/JtIPy+y0
8G3JFC0II505CpyqYJ6k3RAVrQm8nJxy7fs/wPq4fm+u+EH8F8QJ6fsu+YEM3BdzK0m+yjhuZ3by
+4cKkt1kmZz92aAi4UDkGaBpWmtFFaa99qaQnxHju/Kie+7cpiTf5dY/E1H7XBFDzPA1bv7VKkaf
9UK04uMqnB4jANtaFxpKgGblA6LJCirS0kCa8gKbVqdThGJRzWcbrqSFNWKK3h0fZUYSHSLCld1o
NaQ/rgZQxQq17NiCD/MeWZ3qZpBQqDo24SyMKFk599s1mPhjB0lrBo2YOOvYeqtqgOj8RiYaHgQB
tSA3aMPSky/sRcQ9bscLIcU21t3Y+zeYDxnqdMnnYV1q0X+9atZ5wpKhOot5r5Xvcvx29N1cbo2M
3EmiPf2v2rlhBA5SMoVzi3hUcejoEytnW0GKGqF15Qbu3zv3akrSohMUoxZM7vfCmTu2313+4jon
2ouV03zG8hMpWeigGkDBgOTysmRo2HejdvamHc7yweN9uEnYXOWHVn8ytVo3Nj2u+6X1zzFvypBu
ynJrZm+9+narZjsjsUVsgL7t2SZBp0VfWGkS5nHGkU04Xfllxze3J0213rOfwc3/3Dfvs3csQTv8
360M3Yf2j78YFaP6r3FuD4qir+0c8VRMfyw/6v4Hfe2OzHL653Klmz/lDDLS387tKWu5PDnFByKx
XWSKVrZdyhfJHCVdrsK5cbttqKcDsg2iv5aRyR+BxjCHfweyUeK3TN31+aNEJWIMR40iK3b9YfcQ
FiPPSDmRBEnMGcKlEOLVcCggN2359gfSVWs48JZIjq1V3EbcUXzxyYb6JRDjXY0oByUzwvJi+Ewg
M7xob+kIENT5dqffHgFKRq64MxEFvcQPZlTIwxDM2a/G3sED7DSgrR4Te42CdHa0LcNFOCXvSMpC
ES0X2EPbZRLXCEo3e+3QyPGoo3IqhPycDWvTx/vS+2BfQCtdbErnPYl+xWUgm1Avd/2Xt2+Hq2j4
D0d65ZUqtwMbuUXF+zHZCzAKDYHOyXJ66HnU/GpxquYlZ8bjgLB/Su4piOQES93cEm8YuLn6yQPb
0eR8yZ8cYj7EQcLuqrxYC/DNnC2egftm+Yyd516eMv8XzEKhDvF0Al24EsP58aaxkeYl2vtU3OYl
bZ4ik4W844Yg2PjbfusinKnymJWM/X8+EzGWKFw9XdDFJGGnX1l+btAeEHuwiFB675pzMc3rbOy7
nlZW39mTu1FcG5Z3MDT2Ef3Gzi6CHcm43BGnoku/zN3TPH65Bk/MZ5H+0xKg8x6CeoBBjXaW7Zrt
f0iSaKCrz9E9LvWNhM2axWCTnMYU8OYXsx+tmnZkr5bti26huvzS3aOwn6LxFYRRHe8XZ9Mlx5JQ
q2WLVz2wy4vPYLYer0V2s1HapsO/Ih14CI6O96qc7cQtlsYYVV4d8yXOblKd9BhiPSqp4SMTByIh
5OJRr4QpBlWeUGJkn3wT4ClxlxuhHN7Hj8W4+jKkkVs7wzf3EbtusgjBxkW/k4CvU508CMlOAWhB
L8KOwFj6fHu4Jzkhpyb5x5m9MvSNaLHIoIuKuJz1B5DsXALjiuu9dJ8yfTwp818so21h+oyqoZZ1
FzqaQLgdfU+1UmwwJn2LqRBSYxNSplMwM7umA9CEDouZtiS5wDZZuVzAXvWE4xnx6SsIbk677DAR
ll/03ymq6bIiyL3al8ZvotxVa75nHACmnuH/zAJm0iUF/MQ2MR5/5ZystXTGwjtfs74kBYQpLkO1
kh/f6N/IeOubcS/9G4YKSoJ4s8Bpm6k4Jjd0ScJtxLMpik069k8yBhqw2Jwy8bqLPicH0f74GjXn
InICrYUCxqhqcf5UX66X5HlsvqKEhBIknRnnQc0Is9PWqX7tfee2+PlpaCCj2txYcbkiAgv7hhmM
gIh9E12i4MST5mtb8DTXBXn28bdtsbHKfltVsYtAso+chhsRDr08KExtrLY5c4n6Z+Bc8VdWaFsi
OMAuw6Ose1bqA8ybGK4E4yO+4MSONl31Y7FgJ0OWledf7YVC2lsjikiTzujE233iyo0yftq2I/oZ
OuEjp0eW3b5hBKrjyyFVHD2v9qFl076u5B6pCdPVKf7roq3n7QzUbRo8o3niIkteZpM84boLGfyd
BuzHW3dxkNP/NR4oz+5tENabmbdfiy5WBcBr2/ppy7/EcY8OpIyY6I2y+Bi7lA4dvRtbQHbNiwIh
eGs0Lt7kLfVfE9MIZYemd/lvQhcSvVTzn9+CIcNtY3xKonIlnzjZ2cv+QfKe6RIL8S8G6tqts0Xf
KVedpHgZ241IqVWIn8m0lcFKmI5H737AWcr2y7HuLURw1m3JdGzrTWFcpUsw8t5xDdAWa1wYIeqJ
YKBGFFW6lTA5R1R9pn4fuqO0jx1rcZH8lJYTTIyQB21vsiltGORmxqvrnpVmbBF+rnR6KRImCI3m
m8etgjIgSB8dGYMb+TZZQDMkhNbiPnk/IMf+W+Br2KVNlO6ltl4Qqq7SemLu88sZb0eXTjsa7r7M
tjKHGcpnY23uLE++8yeBPrMFKLpNmbyPbkSSKKcRNqSDxlPExgDsyYn9s+X8VnGDUvSFdUmKzg3j
CkEtWfGnT2e9fXHQqlYnI+PhxCcY6xfRIPvadQ94indsenof56TKP0uIdQzkpGNelb4IybYJvkTT
3iLxmo9OoObL0Eas+ynL3g2UXzO5IC6Ddpo+HoA+OrukTNfVc6netPbZ657Geau6O1zKgOkvM/SD
U/AHmlvXf5p0MLZ/7FN9XzPNyGcqIHyGZfEGoPc6pZdGO+IIBNH+VLjHUnxkxM8v8xC4AvwrKK+E
gGZ4eovBXh77ncVwtaSlTqjr9OxPgddo5C5uzhngzLSmzeX2rqofH8wGAPVtamzBKlomuHiSueN5
3WbAHeNmJ9M3BUwDZxvL6+90/PIHfkJUB5r1UZn/tZ3aJta8tvQ9xAg0XTzHiyfvUoM8TAqrqBFs
EDM+dBU2QbVZQAmJFv+FDTArH/+zEfbNek7Ckjzh6jowbohWWPneQI4ECyc1Wur8EPnM9jXvgmEw
WPLqVNQz+3Jcjsx7gMGkc2iq/tAT3cXvw0Xc4OUPAFd3swh7kYaGHa4Nywhnf2sHeaz/eR2SJHMK
yQj/9GPMQ8xiK/Dyqqy2CCsO7jDvBvg0+kPXBGAMbfxAQn1u6oikl28jMq8dOnRy0WnB/K3VD8DY
HyQRtW4re9fOvOzuPO69Ov6QU/1h29rOX1ToCf1U13BYmyVgHLYSc3Fjnhlaajow4/90KBCFrw6j
ld0hKK7Hcd6kDQBz060JdhIEQ+v7wdNOZR4fE0vbVGz/V2wzfjtNbGQ5PcWzziKfhdVoBovT73ve
mtRHN19anyhfqCUg3XAbd6s01wLSep5tFwVYIvaV1f6bcg+BeE1igF/4B4jfoFWLQJfWqtWscCHa
PSAQG3vf31zeh/5Z2IoSealWpv/o5ooP1kO3Mc03xoRVwJ0PyxLvUMPdCl8LUsvfVp3BphJ0jtGf
q5L1XsWSXna7KYpuZqrIXCFxTS79RS7lsdIU1O9qHemwmBgug00+ehzQq3iJbigKzxNBPlXsvJvN
sFJcmkNu4vRDl2PGR+xJazlnrwaxWJO5vPZLH/r8GR11pJzjwJ+y0ObgaOE5LvOCQAdOT+yjr1i2
mmOc+rrcWT3vKZLKEZBt57khq8vPVvN2eT2eO2MKavyVPXw8tpognOFzv6Hm34luemIc+T4qebDz
aA1bDbwkoGDyUWh7Hn3tWFPb9YzlwQJ5c42E177q8kdGDtkp2i7lPkl0J3RYOQPDY1akb1C03zWH
K1jw9g7zckwKqvccD9wgjJulq1D8n+NEZJ/dr1GXBUnS7dp+gFs1bKU+wS0CZseGD8bt3jXrtcD+
Z+WP94fPzsWMnvnXB4I3Gu6hN5Y1SU0XUVOxKXN8VgyRBrfZxBozOZ3Jz+RM64IhPKOpX332n1IS
iwJHgVOnhvvtar5vrwwbhysKiW1rIjqzKCEhOcP0tqM5JNwUcQ3aj3HI9vlYrP2u2Ot6hbsz27ZT
9clWuYCFnsT8NNqm61jFPDSHZgVyAGbP2h0nkgCjDWtjO5S47pMsJvK/hpoWcRsI+lJTpMfcGwES
xdtITZDPfQ1RURsWU3OsY85yb3m1Ub6qgYK4BV8A5471l3rwjn2mgbreHdEX7fOZeFesfJGf0JCA
u6+XPcohSVsHh1dYz5D01uCqrqCiCmL6l23Zxe8tDy+sCJJv5L2yXGL67LKBtpE9W8Nbrujyeizx
hsAZyK+TI6Ntnp0h/8xmgRYQar1T7aYyhplBZSUbyjoMoQggK0Rn5XpiqRQZxaljG9YMHMlUPzwe
GfdHK5vrjGqyT3gpjCrwUEEgYMW0jQR84ZSPUmBnvAlNS4FBg+N0yaGKhlUWNeuqZreNuwEyHZLI
JuhqLiKizZBdM5xvwqTzdiYDVuIaw0xNYT64KzO3tqAy1qZTXSgzD7h86bQoigctiMnN8kys653A
K4TT0sUEmVbMw2wgoywIEBtkdeAUGLKG9uCDRq0fPVsCCrk0+p1N1dvJ8g+OBpQ6a/kwRtZtaj4r
OsOFsWzjonr2SJdFaewNhHJXnJgC71AlcyZ7Ji4/IuLPpu+hs22ZrtTHnoawr4vA0MYNJ8P+oTyf
+25tos3zx+KtkdlBTpkeoJe9LkkE080un2oHmSIqCjpDnGuZXX30ho0qBANNZKGJzQz93CqG5R4f
FHYMf2RgPUtJ9oBsJ1tsWeGYsfld+BYZjGJNWkfRFBA9trEidyWFh5oALmMhsJAB/x2RhruM5PPG
YmaCH5Xvc0bilI7ZuELoxZfzQLkvUdgQz1UsYxkIzWGukZVrgTO56XSuXUxDibdGsRXE06NfbwOr
qk66h8vY4GSp+wqxkgngW/xYWEuCObeDxEYAoHsop7lKdciAhcCs3/e/NYV4w+fVlpEvtDlOoguj
RQ8txnuNYZ0NRv8tEPVVrEgNjTvzWNnLi5VZO9TdW+Azz+R53tkKQwXHkTyJrdTCya+ZiWbjLoFP
HQ9ii1FqjY8sjPzsrg+UquwhPZyBhHDc3VL7bEY0oh6bP0NfaDiwYYiEzbG/BsUb2NRwidSefIv2
baz2AxU7PExYlM4ElQCCfd9hdTbdrT/9Z3N7KWirPebIHo0u9HBVrgeB2YH/aoD0SgdKYTte0L7b
3zMhXQjuv3j2OGDxDtuojwd3+ChQOlpFdh0Z0A0T9Na5wtsVH9Ou3eLjZ8UzBGLKr7Zd7w2JHa5W
W1NkT3i/mYeynWVxv9eFuTds/68VKdzfHPNNUj3XZIs+VuyW7jOT4aWY/GEvWZeXkX2rjWGNfZ5P
2ZcAS1EbWhxIjvsxawzih969UHt8jkgJQYwqhjyIsvLHX1iZLJb897yJTovEmTYOqCqT+MWvpvNQ
SJyDiP+dBnqDnPkVWareMmJmrZFiEwRgm2asGLgcbIyJCK8fCxUtTBUOx2ms4cnOn2YGGttTiHoc
l/g8nNtmkBaSEnrQDyBPWAVEDUkMDnrujg1rmAwTTDGEaxFNqukvu4d0c3b7M8DqLeFFR1fOcseK
7cebrI2TZqeJKWNpm2ETi3c9VhsZdfZlHGvGhx4hFrVPT+OtXXbKkYB9pEjEdFtvHT9ax3Kml8eT
qtNOiK6/tEVEB26crCb9qy3v1/eWc0fCZwMVz7Z76sLqMHakXXhWMJnJwYGZ9FDDUPOuZw9B2mMI
xExJMIgxzI6ZybSsLCcGWsoAvta4sT0GuQwo48dlqOG2SWlX7W5GfARyu80TSjmwfJkgKaNs4xBR
w2Yy4X83gCdZ229UweK1x0xeTV29txM7MElTaCeHottmvEJcwmIxEx/U1i0qNJYSyXlW2WUoSYB5
0ma8+RluukvdCNJE4Y3QJul3nxe0KcoOBq73WBMp8254deNtYJ0O2zJNsHOqwvvOeu8/vdP9i+60
7CAMIsjeFos1lumc+j5zu9ca3cc7WTnFdpy5DUZHIo0WqIUsUk13kQuPZ9XW+VcGJPVaC2Rg5BeQ
NruNkrg62ZIoQJwMGt2O8yGV3R6h53wveS+3WAxTDOOVwA3X5bANk+hKejLWznhJJt6gxESQxyDP
JKlC996apjM/jDn2bqY9l3kgp87c2sy0A82DumpUTBxyFWUHZTqHxicNw+4wUy/maPyfkLnD51Ke
W3JAtv1i43HDdrljEzuEbe6iWeoR7U0CS/GAJRLxEB4mzGn9uTR/yYpHZZvBybE81/wCO4pqS6GJ
j5uBXV8WR4c+pakvczlhQ/VNVk+YqJ9QpiX7rMNjwIwkbZnGttmLzGV3L3sHMT/y2uma+syPidcn
wsXErnPPiOHwiC+Jx9vYpO63KB1SSmbJ2NMDV5srKMqGY0cgmXoNLfY4P7P638QxzE13dol46GE2
DeBHmEqpsfz2jGXZyIxvTy+I78Cd9CUnbYzRRvUMdxRhA9go1xkMItaK09xzfM7J3V2G+i9fBnrc
tK7oQm1T+AixXYJG8Aub80uOWCIcpf5cTuNPo3fZoXKMc+kUBHMkLvVgVuUE3T/u28HDZOwQrnLz
08bdOsaAPbIbjQ/Wz/4LCuXpjZQXcsvhRfBSzOrY9Z3axBCejrov5OvQm6yC/XLZ00fi60GWdedZ
sW8VKQRhrZvtj45gctsuk9pVrE6JRRQp70oWsd7pYosSfbS0H1dUxd7IMeHKlL4CW8H/H/uKPAqO
tTxrMS23Ov9eM37nOlko/kRKsTVbz6nXmmS3oCChdmly7YBYRWc43TOwduKSQ8pgKMw8sHjDQ/sQ
fy6Vs0Eyl56QxZhrOEby0FSEp7AWHaa9MktkH0LKVzUpnBm+xwxQ9+tXyIaUp0rjjM6xtuirIrPx
zmWY3lEy9jaSEGfY1o81TzP67n9+2hXhwwBGFoBqcSTmZJ+KnrKsaJyJQUZMRZ0mXkDg/sjAluOn
IrXqmX+C48lkA17rpbyYhOlwgE6PXbSIcdkxWNj2Kv0lfDpF3jwyFqpyH7NCy/4raUv+19IAkyxq
Po1h9R75r5BTi3Lmyu1JepgTVLce49Ask/NVA/aWMkA/yHQE9NY90qPI285cKgvXb3ZNnX9b0fJS
5hM+lrNKxc1LCIHDkkkchz/NKP2Q1uziruYoN5vnjDoKdFPCUVp69nh1Iqe655PlcSGRi09Hakd7
sKmPTAnDedUmyVQTmOnGifhN55GPN6QX821wSyhmtfIQ7TJiWE8m1GKfFlZS/37ks1FjtDTVfnwl
PSBRGz56t0/7peX1Z/5KRSjrdQkKDURtEf9YfvyP+mQ5G1NVfxQMhuz5NS4aBt7RKiFUIyLPAGd5
HGA55YAro+ivA236pEsv+h1mYcQsxaN070beNeIOfB5HuzvaGrLCUoOoRsCbz3nyOC+KxQgnJw36
aDtblLS2hwO16Hq1dxBxrmQMsnxN1ZM5gZ6MvkHeshQy7LuCHAPMrs3OwlAUkIXLiHWOZzYkWat3
OHAZtWaTidaRwRX8wTjZ8LXGew14OeAsLmYrM3gAF81wjiNxDsie6BRORfdRdh8b/CPrMaqSc2uj
JTapzxYvYkGrCF4mXF9f5YNG0Sza5UNbWHfbo2bxTDj/5omnZTDTUBGhhDKWpoWw5ohRvsYMbZwo
9EjjZl1c90Hb2dG21zqbwU/WbuTcExzSehHlxmiUlN1orobUwLlSFpR1+Cco0PH2kSyuk1eVRAIf
Lmof3no936CP5f2RJU4i9tyrzky5iCDroooGHC1jnR6mpEKONfdrwfWwLnQJSzyHs0AFR5ma+zbT
wiHqgyadySfSsVdEPuZbdHZt0CddjHBB3GNcI3GQNOglZDdgFcmrrAY3FUXdWi3NuRmHX51YXvUk
qMiQIETZrRutYt93NksinEo2U/TkgsDNpp/QzPGv5Bon6csy/wPp+MMIyw+bsaS1otLPAz9i6+fH
6qDc/yCWoS0oW7Mh5sDUUNYSQcxtXr5XrWPe8TfIDxxHejCSlIDqwPw3DHVmhWkxGhR9A4FjMVlm
exYGw95bUNvYhLPe2ofoMTMZULn0NaE75OWmiLmBMWZhULZ7/9YWJgLG3jgW+dRfcQk0SCvTloGN
0PDYNMWHtxRk8njNF12rRJMU5w2vPVWJS26IHfhFz2nsZUl+JqeA+kMvkDg49nxtFvEXyfRR1zrT
N9ren2ZG/DS17tUX2nSOkghDr+HTJbl6q4aQHDs7Jo5B9DwbD76TnzHUnybx2Jb7mr6z6sz4QocO
ElLEBEfPfnnDQ+mcSklew2r0x4T9pzk5byUa2NAxHgMwIMja2UzQPXoj5G2ShFgP45YIMp24glMt
RObf09hnV21DgJxjwYBfY0ciyGOJJ/+zHZBrkk2BCNtJrzFT7VYaQWx+RANtBEOWqE5YDUy++QsZ
9IkosKfWlgwHG3WzRu1UdXn7FkVOhuShZSAglfViobhmA9Krn9LsdXbG9us4wL6u3PINukBytpNY
vjr0H/TwE4NaC3M6nOr73AAMqpyXwsM/ZeOZ5PrmFF0tbfs+ZJO4lBmVny00YoxSEnVyux4/WwtV
6jd2nJcFi2B51ZvirY0fNrHZZZ1VjZrhonsHdEREUhm0cmEx4HFTeEwmVqUa/oqqJKQjqxhGIQ8S
DivolgAq3pUslipoLI0MBp3HNNoaKQRdQLU2gn7oQ6txwD6tqEeDttWqrUjlP4e0ki35Gf5xHuIH
SsFHvGBnBLZ1CYPDme4oIKWLyLTeMnfSqpHvp8qvjfWUlZbBjtU2iMzP+j8I42VY5IqMhgXBdbG4
3ymTuE1Vp59NU+EomWl8mkJbVhnZLIGc3ZbhwcKuwyPxIqzmpPxuSr38Ih/tIeLOmUqGdsfGzI1d
ZPjCbjivzZntoyXd5skwM4OuXk/ahXC17IVxBh0ntxdyhB7iblonqt1po+/MG9nlNvhTbzL2ECJH
3v7IQGXYzRFBOjEC8Td6D7HvmoZgicFAMzjVUxUaQiVb9LQ6GY4Ae29GPMrvglc7DzVPex9n8V+Z
s+klNK7akKZNVJSrnF9lFbIOKnO8jqpXb47ho3oWPfqoNHmkCJCwSnvYv7C+fdHxSAKd0lwMSeaw
aQvW+JTcCSYH/c1KQJHsEI7YAFC9X+VxOdDouKEq6Zw3LWFMe8tZcAAX3lxe+5nZW+v6PX/IoXOy
2IvDJszOSd7flw57HzWcSUGWt/a9JCKQdeussyelZlrllSQAAEMG6ye+E1CV5TrtB5f5Sfs6i9G7
a+BHNipR5TES0gwpaFrmnETHew4h+SvXTvxNG/ndb/4IZUN2QqGoXO0myZP6IRhrOg22rY7/I+1c
duNWsm37KxfVvgQYjCAZbJxOvpWZkpWSJdnuELIs8/1+8+vvYF3gwNYWJJxT1SgUalcllUkyYsVa
c44praa+GjuXbrCv85+OmtXGyMyWI4jZnXm7inWqeMzAYQ0HBz3Sde851VWkI32V1oTOahVjXB3a
gm6ZUMw3xvxLPbCqZD19NTqUcukVYzeqIZHQxTPQdS5rBnin/hv8GmeduJ19U+RW9T0xm+ZY1V5y
acbYv7ZkHz+ZLtm91mB06yGJpl0/JYybQFkdXcYY1IOdCnGf1NNR2ebLjDjNgPq2MgvA6VnsGVc9
VvODCqxua9MUW8euLA90RtApWCYrueZP80NpHYc8cp47sxLryY6GjQXmYGMa8UPy/xVdKAMxLeDb
I+yi246RQWvNE/5O9OJ17tpvzoTh3ozN6YemY3OSI85tBvDFEbh9cj+bSOnMdBzPKLiddo0ThXFz
k32d7ahlNaE1qQzUY4YT/yxVTWFErbVqvFb9dlub15HqeU0e+nSHgctaj8ynVpjMxIoZPq3V7Bh5
00IMMsr1mJCcHKOtZN2fh3DbdCy5JHPUJNXiG2qCUuz06ImNaTJR7ZqphI1A68pGzpLZ7ZYXH8iH
X7qn2hXW78HC3NyMHcehNjLmXUTZ/SuBwXQ7eSZCtbCi6ofac+5GcZua6hVIWbOqw5bBFKWtR72Q
OCDWFpbN6AaK6UNl3JduYm8SZ8Qd48uclKnBcvSz05XhIzWG9w1z4Y8IHj766kEOT3Wm4n2BgQaX
HzZi+j9V8RRWbcOALknWDRzSXdcL53fk3KkiOfiOPVyqFFDkLgsYCpZewC5hTfWxkkYMFMA0MFxS
Y0NSS7+poQISUeCVoK04RU+k80wcOzBCkm7dkWg/071ZaKknx8jpoYSomqiyOWLTJznmRv4dsF6y
IS74a9oYT8IjSwURdX+GT1U/oHlubhhAS6yHAR0rkfgnDysfhsEqeKFlQ6C9iSVFl379Uk0wRCwC
qVcdh8XvRTGbNKwG+ipzbZ95vEqQFvI1rWp7Ta2WHcJMzdbJtoKi/TW6hhNti1g3584NBN11KzrV
CLaOUECGfdY7AxqmOP+atZhI3ZRY3jqe6C+Zk9VT42Jb8tceR2t5yOHmYvDOEtQbdFX6dFdnrK9b
W436JmjigUa0kKdKYXmcMn86zCjg7xUTUoT2Tboj34iQFmwGZ5HMDDFjp9hYniHIN/CgnKZRuE3n
0tjMrju49JNMRO71VMqVqx2oTIlpI6+d9FMb0XlPLBkkm1zOj3KWDIxgRknao36AznNCflT6ZXJo
hXhOQjamqZyYNDTVNDPojMv625xEHfJ5q0AqkI0hyZ9lB7LJFfJWi7qnyW6pm5D85ItvAl8aeyQx
Y8fsDYDXvM3Cpt7HQ7BcwXtw27T9aQn6a02DDcBCY7ZhQJCt205522xO0l/kC9fnpIx9eHF+Ojjr
RjL3q11HfJlVqTFz1/aubGO9TTmuHbMybJn0MYBqnJzKIBT2DQk53qUy7W7jOS2Ue4P+3IA4b4qA
no5zOj9A2S0OczGIWyENZ+3puL3Fm53vSmvO1lMjCDPk8LkuHeX/THuqDfqS1AqzNPd4XxFrNCzx
URxB28rRx/mQC/epLgRsczrpeMbRZxGbRkiPTcHWDM9D3JRf4jyzXwAHAGuzad1nQB1n/mQme/NY
GfuwccO1Q7mwwbffb5xRZNdzOSFUkAmPE/xC4rt7kDIJmPpdPokI83rgb1rXCR5kzPSNTcOQj2Zt
ZBjXW+NM3CplPVvDnhZdsR8bM9tFYy5ueQuWaRNdzCykAwrojPyBPvMgBXU/usrXKwOn2Z72bboV
ZhQ+je5kHjOzq79mHU8ICosMOaVDrLhhMBNNlWmg1gxLgKfQjTVYE6iyDMCSvP4hwqj6NUzZeE/v
vSPOnjy0KsjKm7wfX0zHCW6oIjKeKxTMXl1VmKLm/OA55XA7l7lzwgkMII+R48ZpbdAyMshxC2KI
6zXLelkz3yj6iszrgFmcF9HjilrSr9OiwY1TAfxFwjcP6I9hI8MdJv05n1YTKIdd0PCyCVr0G1Gb
lJRJsDzALGTTRO+ixVQzf0uCTj00IYUakU/uOu9bB7qj9naprbKDSaNqFUfTE2Un/W8OwrA4HJM+
BZkoG1dZ5cM4JuxMlCkMfyC/YKAf9wpI4u8Q2Rh2lsE/mBnOUTtDc9fD9aDpz3lGRGDylZMMNLu9
aMckTO67IaTA5FZ+WdatlYvHcpWz3W5z4hEwHhegqbr6x2SixI1s/8Z3sLH7Ux5vasBSKFXC3xGl
6soR47epR0xc1748hEP6QJXUrrVp3KeSgm2VDap66pwUiY8YxLlL6ldFsgaMBOz1166FQVZPRnZj
SUyfLQmXX1zI9N+qMqUrrSSiuFIw2gqj12zWDISJhnss2UE2FrEXV+akjKvAVxydmbZua1MBynPd
7AifD9FIOAfWsq+xYdmjNn9ydKV7JA2UKWMrra3B87EOHQq2SglnrwsOwIMU/WMQ5/6Nbrr6XER5
v+VAhIpvyKJ7Bhk4x2vUwBGQ4nA144JazXX008ui4tQXdXpChsGfDjqJI3+ALLroWnFOk5K2im4h
R8kAXCElgUrvIY7JQzfn4sLkBz13k6M+6zEmoNBZ7kMgYqqPubUb2quV/GEPZn7DMwdqIQxfYWcg
VIskOB9fIoWICuLpoqiVm0bSKqXJAVyvxUhjl4a10iqnMocd7etMbkcM2Pu+IjMqqGrmqm5BM93K
KyZDSzxY10g4jJZ1mk0UNTJEa4xeE+lXW2CxQI60GoFn7a25vUtpn9ANye7HTt2mXVBuzSIY9kA9
zWd3EZCD9/KWt4e6Udk1glzbvHZ646dIh3oXNWqsgLqW9TaORX8EOzJAvo+fMVj76ywzUe5aGtdu
UJk7z6umUzgr2go9rCLYcv2u6iyT0xYoXLcLn6HaZLsAOQVws2Q8F3nBwaL1EDAZlP6bUJXU8SbK
Cc+xsn00N+42mNK63SFDYxg9e+NaOgaHRgu9lq5HRpdje/JwxE5nPeWAvHzlhcvSn9yG9Ph/Bvb8
QIMKu1dD5XQqi8IiGC9twZYzLkXMDxGwOVhAzF5F04aXyNH61g9RDtcEKH0hBW1BUuGhZz9KYrri
8VQUyNTR6OI2wkUTLkLyFm3HL6bE9o2fj+EXoXEA5vSPgZiA4LLK9NUMmajSrMbCxxybkXiAqTKb
1WNFmNshhFiyxwiLq98JTHgjBK8OJehTJ5g5Q1GZ7w0L908jaNWilXU2SgbPA2f0g+rL4RKCR9rE
NT4Io6ui9cCqvE5Gzzn1OSlQ7pg/BYSI7gIPW28yFQPOoFBvWzHJr3VBZnk7UFwJo0131jQs0ktu
a6aK73GgEQFrg+e555WSovnFaZYh6mzhoYln7KQQSu6tvvV4t83FhIDunvcDTtHQ9Hg2KHtsRbM4
9YGbZq1sQXnYjXdl00NHJZq5sJwC5iBfJZ74ftvM0fQNH0ez9hpszXAU+5XvLJRyMVHr1RoNhSwp
coY0oXZsh/joyXFaq7y7zysaTl1KxeoOBpNfOFEHy+31eVB4AFaqqJi9VUXDQxMH1shAuzad6ZRF
FojYfoy/+mX2iwUYennuLGOgIr7rJn+8t7OuYFWKsWtqF0W4E1rfJoBrZzVOCYU92h6Pah3GZBg9
5FUMf39Gu+G7Y7gLTZr3yvFNNB2zLPZoD6jstfcauNlzy+mSH0VE+5lAhFM5VoQUDi51XlkDkg2h
3rH1RYgB6DGaDwEgCqRqSHpNQNm0SudgI0dH6FXMTGETVHNED9mQLQ3UKhNrU/KTtbNr3WPkFHcy
ixF6SD4njn7QK/A4RWf9Jh18KgLwQqhXC/8wYyFA44tibizp2Bk+8424Z4Rr+izYaWQcsq4Of6SG
w5SA7tjBMsb66KVusUFfgW46B+J4TDPRsq0a7citoaQFWJicielEkdI39o4fiZxD23slOxXhdxV4
p1TWnLF5ZyCGlzNH7sigaeulNdu+Dws88DGm0rnup1PaV6DzoyLYCw5eu2nqaVeOwcIAGQl38p24
gsUdNFslm2If69i+H6ST3k9RAEzBLeOFUSFXdoOxMhiY7HRUKK7FyT6sre89SXhfJvCxYLMFDmNf
sW9JtRvUlW+9DnSpN2bfOdD2nEDcB2PYPAqdoMDEwEOvvGlpGTV8q8ZA8mC2XX2slRF/VZoa2Wql
Q4ek67Z1jpzMkHH66htxcinaAFQn+/ezjjCoJj1HQ+jg45rOOLYs1VjgcydY1hpZX947ck/vn8K4
hhoJ1Gdk1hePF1DR4mg4dvvsV7a9IMXG+rYXsEAMnTRrkZa/aC3I174TLOdM27aOFXNm1oAaZiNB
roFXAOeLclZ+xeFYdGH27KSJ3HbD2H7LOw4VAEiosQf9IiA7Eovpyx0lBIoWbde05Zuxu4SVG52K
ji6pQJo2yn6xsMghZNURyXfNAJ8DO9qEdqqM2yrU2ZdUO9XFooFFB3XpAAuFo8eZUV2Ok4MYPokI
W4CUj+1jcPOdlhz+GLV1BFUM7iY0rfnGsyklcAfS3wnAmxSK1aqrYDMAuOosunvx+IqaPD9oo3V3
mIenPeDB+tBXZAeYqLGeU2sYZoTWqjkUrBgbNTesp2pMztOA5mMyBVG7MRx6vyJVK03pXUrUHNec
lqHUDzhuIFKx+hXildKHIs1Ol224ro+NQUExEx63BRNJPqaAQnEX5wFnO7cMbwW2chj8YNquOhnr
fecOGXZ1p9r71dyC23Cn55oUiB2eeNYLOIAs/1hXmQ60j2k4gc5SmUP3f/GSUB4cBGOlr2OLVNwc
zPl6rFriP8k73QN5BQFssv0OwjJuLK36HUcv6zDUbfiz9OfmYIsuW8/F+LO3idVriyz6ncPZQ984
NjsRD+VuIF52Z9Phgl8VyJ2YEedmigI3A/y/U2RvoEJFgxYWolH7dKK9GEfWfoTAvZokbuw+sEEs
xH67nWXjoiclHKNoe+dbXQ605pbFdsLDd9VLwz/qkZ73KhrrH4mh9A811UwOC6csrmD91hvHsrkf
kAKC4HvWLfDkysm3jB38gxvjsfGJQ9nm5CVDg3CNQxIG8TYKOoPFNci3ckKGXFn6d6sMAFAL+ovu
DrieMIFaImJ29rmiRwhdg/9Ia4HJZmPcBWahTku6751VZeEW4nqywmiCLqGzxZWfMK8bHEtfmOSQ
oKOd71QW1hnuv3FyQAlSpMCUWktAyhuMwa9M4xa5lOO668h0YS01BSkdSdLBfEy8+Cq1UWunMNMc
74TQEmNbGqff3NwAvVj4JWFeOG1CIC8nIynLJ7sDM+NgMNt2PE5fJCXQMcbzv64dFChpHAfXLhOo
88CjzybVDugcUP/nybzJ+gJUYGj/ZB4kbzGZvyDuox9HfPG+H5x2UwXS2Xsc/46kTYiTtqZmx/5b
7tOZxS+ucw9/ZzYgUlbRLkoa7zvTt3HFOdJcVRkyX88hoCKf4mYd1bRMeADX0Mrol2RoJ0v4ICtG
LvFPmq0wkBD9X1MiJmtO47jMSLNej0WBxtLoaeTrXC2VnPsVEABOCDhBoOYgHmJiCRcT+hTuQ2cg
qzHOi3XsGC9s8pECJ8bCNMSz2sW+G5xRtaL7m+mNshojpBWF2llm9kTDK9hWNBLXU28ZFJxGdKJz
F24nw6Vgykrz9xx6DzUWlwcnNXilfADTF7cbzWu8xPXOSyNqKqxtGOclqbtAilezi36PcDG9qWdE
NGE22ofAQkoSAE6oIXm4zFtvJLiEJxHAieZU0p8sk6djLuZyE8YzFK8Qd2BuBndwRw4zqXg4tCrm
c2SAUoNNKc0v/IqWkaf7JMNJTWmAJ6AxzG2TQv8NXXNYF2ZuXtHgBUKRRuXJdFmH1t6SqyOHyf1i
mCiAWjpCgL8w7CSFux/GRtwAttSrIAtfszKF+8Pc7gxve15Hgj6B50TFwWOEcUBfC9BAUNfsMgtC
wBjlj03OfJyVN7yS8BNdlP0T1XMJ0XI16tbdDGTSbGVeRU8qn0j+oGuIUJMe/lEbtnxC12TvmqW8
6Pu+3LcW3WdaYuo04x8/xIC4dtmIeDaKejgbA4rhUWXFYxK5+Z1hY7Tl7Dwh1KL7naTlV28arR3L
BQw4Ji+HNjHdSxoaxQ75hvuIkhOAR6qZRKFIYNRZCPyqDGjGtIMiD3Z5ZyYQPFYjc9KNXqZCzuzJ
GYhrgmY5FxXSjsaj6axbNgkUpEteoWk8qCQDUpGG9YORjaCxmBHeAIjmt27L7AK+HRiHAh/ZzGWz
8e2hBABu0n9P6vTsp+X8taASO5M3fTsAqdjEeffK6sJZ2Qs6CkOw8D5JJoBEKHdt5D0rh4qRhAza
zLDXaE6QlNGm/VUJIfDsZ7Rv6ormJD8mSuNRCuTDrbkHqf0t1OwPq7wLAR0j/PLTvjQ3rp38BvhZ
nKNSd9RDSb1vGlS74DjEZQyGZ9wkPxqwFlfDHE6PLc3yDfPYfjcFgOuivPUoDULnmolasW/8njMK
9mhICuTjBKQe/VuJhS0aIJtH82INS8ZbJQlDxax0irVsnArGMHtRTWz7C7HZ2bnSEbPDnsLWNOfw
msNdxTEFsdtdqZNsr3tPbfyJPtEgYHyUvYzvkfcN64H1jaoZlU9f6BEsJ/3MJo+QgBe+ex6tEoNs
cp6rS2OCOYHYb363y87+GVkLO8vFC+TAWVnHoE6vhT+4a6dLpl0++85Om179FA8NPQWXIzJBzPDg
7XA8ozAXL6wCmEwbc2RGmI/fgaara8CNbKhW0GDNYfyc5l52Ri+aUV0VVCBVabywFFN1gR7BlWF6
ezK53RMDvmRrjRJaUh3Ai/LpqMSJH+1EFfXELi6gy6RHAY3YDZq1pKXVl91jhJzryaRwQ3eLudTt
6VqtPJ/wobjswgdmwT6leZrcDaSIXDwQ9Cjrp/Ybsm5rB26Ng4mjkNnwb/Hj4Ep1sFFEXFUdTct1
QscG6Xuaon+N0ro6V0le0TepsiuWrPnBkqVxtJjb79OqY52hYhEd5RNCGI6IsYvRzjefYdM8oQm4
dLDbQfjTZEq9h3J4KFyae4JOzpdqdPUpQGC+7lrEc0xdQx6VoniJxZhukyApiEJ2F8c4wX533lyY
V1bWkZ1Aw3YvrST6ai0WMNMV4ZmmWfKaSYbQJqKxG7NAXFqLbtx67ZieOHAUt/OYqZ1ButkOIAt5
BE7yGBmyKtbNIS4IcoET59Gr1bTYSUHZ2AHk5EOmtxKBo7oKs2v8qoBIOp/RSNlaeDpimhEaws+C
RGkfo37BamjQpvWQoSZB28koAOneKKMZqn5dbFlJom2bI5/Ep2HveBbIgiRVc5fXskZbX/jzi1+k
ikdgEXTkUXUMmiBG2mpAZjf57yAjq4s9z5Kh7FhsPNV6ey25XU4NgcD0QXnB9Xmkx2w+k2JkH5y4
uPPHud4ZSsh/6+UwZxMnvhKjR6hRMn7Xgy6v8TWFL2xx4zVSEIQ6wEAzepVYqDqSATak2GS3NIan
p75gLWD6WhyG1H2oqrFe1S4f0gv/Rc7Cqki44YwHbxrxgJqeJs7iK1uO0cVgLrOfpQW2IG15WnjR
TnHHzwAOnoQVjCcdr4cCYrhEqtCKKk8B+vlV5FBneW247SAS53hlKdrD5b+AsOOFw7p1b/skrB4K
BX4HFm8YnLwxUUfEe+XGmSbGnqacrqs402zgrb4ROb0y8vrSfdB5PDC966ECYu7OLJCcjcmrzxWd
51uGGhE42PwnPpVgCys6uHXCShzGHl5czPQQKZGVHXUQ4LfNrGLfS2hyflcHX8bKeYFInx9F0WPm
lYMGrO/Pq4mj2w1xUizL6MdZLzixi7Hw7xwHSWTglnRWcmCOCWNMeiE10yPOPbeji58gEvQf5AB0
qI1LfVP3Ddunp5Y6DZ9HPJoJnUPu2mRiWEoSohN42I0tiZDRIdKoqTi+WQviOT90vI7gbVmshtYj
kzTCeQIro7mzJ03SFJvltRGQtYR20cB6AyWTg2vETqrLn8FSQedV1b9qq+9eMqcLdinxXsDkoK+E
ht/vaWDm92Y/BaS/qJYBF6zZOEaa40pzomUNatBHXHJqXTzWBIaSI2EBE1ATX9Kq21Pj4g2wPTU9
Nm5l0WD01REZDl5wR3zX8CPimJYTgMPWBtdGjjgUTW9vI5W4AdkVYcJCw0GW3bAhtKtDdVHSTkvR
Dhu4p4WPoUynJUEKuT/CeYLa03qpSQyiUMcSBf7Okb13VWVzuTcE4pluNuoDLx5VdUOzvY3daBNY
mT6lCGA3lHesRm33rURFeGgQzNxVem54tshGhJoQ7+hHD1cwPnld3Ya6fTL1gy/MOze1h01cTOo8
u/Y3q7chyKfsqm3OkAKBpb7rMNCdkzZDu93yfFQ2auzU6MID05UYSAPJGJNH/HVdlfDdsoqXhK4p
NZchQdYyd7om3SrcDInEbQNjm7MNDuxmaibW+6Y4CQ9ngOzwhwLS7MA95PkBhpaJ0ruLGYva1TOF
K1UO4lP4L0nasQQqs72CqcWDCw/IQKrEGTb7qVTNTLXP+l3p1eUNz5W8IpBtBhw1uxgHw4YsviL/
RQmEI9Zty+9u0uMU7o3OXQlOqCgULawlNdIP+nqc0l0pWCuRGI1Jjf8owShjoDe/k7xcLIFCbZwZ
l0qvamxVkd881XXdXMyGDMeg0sk+mEbCyUNlbxDkPjP5ZywIZ/NcsO9snTYAtF420BZwZK/R87iH
NAYcIDuPxX6yfnSjW50bRveYihgBNQKlcoqCe9UTTrQZxPBMPpq5x12vdzpT3SvBRM5ReDHTI898
cXuZ7WpQq3fe4D2HrkbMVtNBYID2Cz2v2DK94aAapURgGzDddDmgBVEdkVm9Q+/PLPa2ghwl8H0D
prH9nTvhAFQkdW1UYOCT90jfKkar4I0vZXboDBncWnab3SnOjYjE25HGPS3qIw/VS9UypyizggOE
DtmI/N7cDpaJgrQR5sp1jXwzYtpdqSmHR0j5th5nTJgoAYttF7DztT4TJ9L4Quxw0bgfjdDC9END
hm7O1BKNBfTQs932GBNzseFWcBQPzWmr0/y3RVziBqZT+rOdaHTbbmc8VwR60WyQLY5DdVdRWN4w
YIM5ZfrjD6q976jLHJquWGBINh03dUfjaOjRKsRx8YsvxytdjNg6loyRImYapcuwOY6pUqumrupL
yLJzCEugmOj8mFAwV7VyLOtIcEhRYZBhYX9L7PjGJvh5IzIMsyriBOWOJKWsLH/yrywCTSiw3AkV
MXuaOYOa6Uj6QCSFkqlx6/noeT1841AnT61P51pbDB2ahK3BNgdSWAEmrtMoRtlMGxiCbt2gyxm+
ky1JazlJXWAiJuh+XCPjWBwY0xjrJMHu2As5bZFOa+wjGCfMgXyhOccp6ZHwtGn7Vu6tpMGNXk8E
IjBrPOE1+RIniX5ABhSvq7xy92hbQDlB8VjT7g+xCXRs/ejqMciY6ItdoznbrVMxdEBgw5hAcb7o
pjLY6t79HXhdHzAhHcfluG+ArcIdhWPG3hTDpGj++iiTweDCmIudqTs66NIDCkC7a2vyrAJWubWj
qScZj4on5EZP1ZmYSPpSktCeBhw4sgXP7hm12jAXjaXjF3lN8n3oWpCgjgHfHGAhWrXAPjZlQEcF
wcYvZxi734EDpVDB9jXS8lXTmN2jvSHqetLT8tdlvxuRqU0vGeaHFm83UAjIgQun1GQBXkcaaHcW
wvgxv1aAMldFzYRSp2rYVI6Z7GtkuFeKooo0RKq2VcN2i8fNTQ410U4gTAGaRRqPSudZAIETpz4z
xJofHbIQ7vnfElbQhsY26yJjq7pwwraHAAkFovnL6FBe0pCrfiWOjDglJGQIjBU/jVxYB6rHte9I
zT6vmAbinU+eGnJpY7b1YFELN5hXrjiZ9ngL4uYq6ej3gJLXW4v5HbAQ6UIGie2jJZKILNBxJys8
yCWjUnj1fW9Yj8yz8UQqiw6l4zpH5VNZsl1gaKI83JbZVF9DD7e39ZxVkCGIB3DrCD8ba142SpBA
Nh/i101FxOcC/qBbjQYtitaq7mDWODY6zsA29lr00R4pDRMFPO5MfmT/vVGq+2rB54KmSpvpUkkU
ZgVhQ+u59EEuS57FOpqQC0T1o2YqvnP9Lx4mBmq8JZLEnJG4VgZyGjjIzO4IfNkG2MJQfS5j07xT
PwJqhW9VznRs7lPzPIS5fRtmdGYNtPZ3ZlniThs9D2s9klbEkDXNeZsBL0NwPFcIvl1biJMzYJUE
Uv597ha5pAWH1oywkXOQ7LZtG31XbIurtKdZQY9d7Xn46cypQUGgQbAWwQHfA7JDLWHCYlt4rIZB
DRKbHnNXgd+IWs67tokgQRsz1o+cgsW+xxOOC1r7/rESgvcmJm3OF/F4sNjAUMIa441Lm9s8jBUa
ZCLGEre8FCP2XR9NFesRzTLLoruj0xTqQ6m5bRnBPZFnA8C38+wJPfmj2zosOX1GjHFEhLDjIRYA
0ovyidNvAz3WSTZzNoESI4B45VU4YqeQ1dwY4ZO1/KHruDLsuxmBFKK8qH4iGsba6zId7pPQdthV
eOwai4Eqk7SZmTIIGR1Z6mRZqNnZuwWqFdkxWqWlpRYYQtTkxX5upX4p4pZoTZi9q8BHOfVxnvi7
+etSa4XRVLn861//p3x5vosoc//rX+L/on0jLjmCUwwVDT6h8/Q//XhbWtKzbMkUyLZM8ffHd7yw
nLin4oL9+Wswl+tCTD8+vsQ/A965hO1Rq0vLsZX5JnWdPpvbxVVfXMR8nvQj3jgnwZuM5fF/eB1+
IlN7SmmLfjVarb+/SmmmFvOowoDk9ZxMGyLCGUEl0+k/u4r191VUZc/JYt+6DJ6+580s7p2QJi86
OuNMKS93H1/uvdvPjQdUbGlPKiX/vlxictaXkVtd2HjYwif/kxz5zz5/+ed/PF6QAjJRmV51qX4w
qSHQ5z/78+2/P76kTYkPmz9fTVs33Rf+5uPPF8v3L4BrFvnVr//6l7ZMm9v9x++zPHx//P24iV0c
Zn4FXfdWP3riEvQQzNAQYlldAzEDi9Gg232ajbuPr/zZD/fmvWxRWbKTqOpi2DBgN2X3yTf77PP1
31+sLLMhdEybG4PWEmN5+B/e+Ddv5QTMxDBn7kw+4/2+wwbzH/0+tvn33+96FERFy+cHTJuFwqu7
//gCy6PzzzvvEtIFOEPQ2vz7Ag2j57JzjOqi9X2F7BDcV/Py8SWWe/jBJcSb70CnnQCqIgDGpMYt
GoxV11FS6ScDwWPOCebjq33yhcSb9UsjTUKEz6uIOQY5/NBc1eqTh+qzS1h//2aFTD05LW87gooc
Wziiu/mTS7z/3P73bfn3C/vHCwkwKxAIBasLqsmiXzGU+PhX+uzzl3/+x+f7UMtzpE3VZaCwxbF+
//HHf/YLLf/8j48XBkemZOaWAzSKOqaSyOT+w2/wZskiqjB1olRXl5qqktXpkxuw/N//8dBqZbse
BZ621ZuPL9nsGXc29WXMyACgMo/jdc/ZxZ8uH/9U796JPy70ZgXUjZGh4avri8fYjnR7GE4fX+Dd
e6HJJUe3rzhsvNn7MpdhrWhiCOIL3xh/sFN9ydzr/+wib54n7eM7cwgNvzgRON7ZxsHsMgPMjx9f
5t2lxFNaI1m3pGO/ebm7bO7JXpSsVnskiyjOb+UEQvP246u8e+89zRUEDBBTvLkldt8Ymvwitlvo
ff5JEny5cb59fI33bru0LOkqjxO37b25BrlpbevLvr4Y0P30rsTq+J9d4M3O5zBqrWeHC3jNuqt+
RFX9yQXe+5WUKZRpSUvwFd5+A2ZW/IJzecmeGyIExz2d4rI4f/wt3nt4ldC2tgQeG/32Z/LT1odD
25YXpzsb6bexvmnFJ6Xo8kO8fdOVZSts11ILR75Zq7SX6qDPElQYI6ERXnU2TH1jA7NOguCIfWMm
a2vMP/nx3rv9f170zfJCZ7qvaOSV9MNeVpb38+Nf7d1b88dXenNrJuZqQ9an5YWmuhNc+RHduU3b
fflfXEVRNiiTDCHlvllY8kDHVKZBdaFbFX3R4YtKvs3WJzvJuz+Uw2DII3xcOvrNG2+ZdNdLBOoX
Jzni03c+ufnvPl9/fLz190Y166bHIWVy8xnAx9aFzQpI08e/07sPmOM4y1NMb0C9KbHmrCxiS43l
JWC8yDSO9gikxWVondDIO9jyf/WT/ff13taMSE+ddEq4XkpZks33E1KLj7/Rv0u2f7wzHnfdddSy
Rr55Z9w2A3rd+cWldpGZ7EPkwHoHwY2xNWbO7CecpI+v+O59+uOCb96XKCwyJ6u5IEBMIj1CAEvF
4eNLvPvSeMxGPZv9Rb49+Np2TTJ3ziVIxhQjGNjqV2W7K/fq48u8+zT8cZk3TxyvvT27GZeBwUAO
3B7Uf2WBiIg3PZOygAt/fL3lXX97q2xTmMq2uU+u9ebpq+AxYOsMy0uT3yY+IoNt4p4rCPn9J7/f
e2/qHxeSb8p8xnZ4cjQX0r+j4izVzcff470nwDZpSwib7qvpLb/rHyWlib5MkDjIx0sC4tAwExH0
yTf4509F/0ZQ8dECkaaUb5bNKKxne8q8/FLGX5BsqDLYsA8QSvK9gqr08ddZfva/b8vf13rzdWpY
LhHuvvwyjd/z4LdHUJqH8F+gPEwzLHcnzHEfX/Gfz7dNvrwrhOWRsWXJ5f798QOqji5+haPsgnW5
RYlQ3DAYxGfy8VWWv/vN91ImbSNKJ8/DsP1mU+gEwnc7MvKLkkebyQZs3m+Td0itQzX8+vhS73Qt
6IP9ca033yho7ZReH9cqBiCTMA+6+QI8DBvnK+7odWcguEPmOfzyvPsxQV/WfPJl//nI8wdo15Oe
aQnOCW9WJcK+Mw/7JF3Fo8tILf/keXznjv318W+eRw8xfS2nZAkHP0cVepK9ERxL55Nq958v1t9f
4s2TqD0ttP5/pJ1Zb9xI0rV/EQHuy21tWi1LouTthmi3be77zl//PfTgbVdl8StCcmMGmIHQjIrM
iMjIyIhzeqSU6a0f7Cb9ptX/ubxTC4oYqoLx6eRYdB0LMSgZ6C1idiN7+p7k3zqfFgKHB6PdZSGK
em56ANmopCLzVQeGmFMDj+hA02ugdp7if6zNT55zQ+vRTm6Jqq10q7cPTJkEzqfLQhdCxrFM8axl
skVLwZjOniyo7ZjijQtn79PlkuSu57w5VzFOZAmpUOQ56qTBQPtk0xfWg2KlAxOrjF/eoRGNozrj
b7ojG4I5ZJNFb5iBU6nOpxm3vt9JHXwkBqMz0/fLon6nCUKwMIhGjmlgGw5l7dMdY0Db6uUGjXj1
gzz2CeaBg/nLgGR1+1LqL4bm7bv2NTBuBqZAw4EOSB28m49O/oE3jtCjB+NjAor/cFOGh8s/7cyz
LVW2ZMyIO6Ax/+f0lw1J2UhS4KjPXAa/VOork/u//k6CELya/yRo+VPmPP7l14WVpbfMAQmP318p
zEbFO4lnr8u/3xS9TVih+e9Hx0nlmXTYyUiw6JPMN0zDJcZdvObTi1KYtlPNObzy+nkqpVNAR4EG
XnumK4QpLSB6VQ/w5Y65/bb/V1KZe/TrJ3VIvik0Og9G6dIV9uhHyZVp05TQpTx281h9dVn3c+sw
QZYCjsPmoHNU8VYa596gyHIRuK3z2TRfo5Uqx9rnBaV1GCfing5Wt4LeJT20bz21LBZzPq40WeVF
SRXiSBmHBYNJBn1n03U7XEXDimUs/Hy+z11ddywZpxaOrTCj1cWTFO+Z5r9sY9rv+PmqaVocKBAL
8m5xahKM0CqFJdfWc1V/qCBdWomyS79eV3QdeCKV0oYseE6sa8C+joMHu8fteKiGt+8tWTgxj5Ki
TuQTDimlyI0ikhLfNSEYUHGcNzs+Wb6t2kxYaQQvTfi+FuiM0EmW9BzCQgAdXimtVPqW1udIgC6k
+SD1KWNW2czQ0BnjX2X5Spo6r+/JmYB1mgqwnYpimeZZ8Y0pQGp/Te67TsutCMiNzWi8w0AZlDJl
cgUivD2reBS6CrmIoINkDKj2fzgfVND6LoeH86DFBUUzsU3SbVUWX4MNqWmkkSZflwg0+gdGCzXo
jNW3G+qJFMEPFGmsmkrTQjcEURr48jeXqLjbH2shHIG8HoLK0PH9prppwhsa1i6v0oIhnXxf2AV+
OaltqIfu+MmCQqFcidELm8Bx4diUDXWHNFoIoqEBxzQjEYmbZzsV/pg7blhSuFIIOUv/MFHNobPX
1KmCIujUkuqySphNQIjcNhuPzs7snhGxihJ4tLJaC26BR+h4hiUrTI8LYSkNIb1kHq52U/uBeyJD
G7qzUs+bf6zgeSci5hU9cosyDyKielm7MbO3hyGjR9kGdxJW+El+dOLWrWsDbhYwqOmQS2m1u2wP
S+K5H8j0TyimbovJIF3rAfAgakWPMHMQ1QT3lSn5xkOhWs3HqDDaK3kKIwaUZOOmJuteqTQvmCNN
D3/EC9pngTzJuqRU7qEcvsTSl8vKzdYmrq3OP1y/HZmyuOBMBrDRI7PDlTson6rJLaGUUpgw7m4c
u91L/s1laUvGokPsDcitSsOI+ORjM73F6IdduS3EWSrt46XxUyvWXloXjJ+nGIMzfk6DTNH4kyYD
Nyc3KhcUIK8Ld0P6s+/LDcRidMtdVmhpcwyD8QseZWiAEdt3mIUoS7sfKhdQlefK9G97Q1s515bW
zDCpYnMq4GbimlVZOEx2VFUug5bdM9QT6mOsNBBYRJAWX9ZmyRgsVUUdxlOozAkJmE9XpxxpeeMy
H5vTF/+FGf3r3gTcuWGGMrGUj9Ag7y/LVJaWkDd+lbzvd0AUQhVAPC0zsghNGYGgg9A8BHQsJ78g
qDj4yO/a7nMftY89oA2dAx5/eJ06+qFsrOfLv2RpoY9+iNgO0JR9FdCz17gNmPlm9zTyvp2Xny8L
WQomx0KEJYaSowaYqmrcttlN0sd4vDUsGvoBwJPdKGCee8W/F1dXm/3N4a6i6LPSR7EzjAGbLUaU
kpkDqpqnyPNWjpo1CUJ8sjKvU3SQotyqpFt2MgC3HbwVNzuv61vmDA7A0BAlcIfD5lQNx3LkXjfG
2q2lRyZ0csaKQuXRKb8qWnate9dAqW8UJqnfsVlHUmd/OVo8z6rTLBun2k0G5q67m0z/5MGwNUFU
Q8dwm2xKhlUui/zdBiIGZMvQLBIDzeDRTwjIHhPYUM4EjZslEPgoN2n/NfAeC+8KKoA0uOlCpumk
n8xxr+i6uI1Hcue/H+nqh1DUFH6I3ED/SBv3Zy9bKy0vOhhNTbZs2ZikLXh6kDd1LxVe7WrcX8wP
KVQo6mFl+eblOVu+efFsi2dZIPBP1QA/E0gHIgq8sB0t1nBlOE9m/ai294pjbZX6V259V/yPUvca
FA/pm/vhMFMaGhhhpaGBTm7B23xASKdSwxdgGZEBsynfsUnH3xd8zY7GHqQRvs/cKRM1ertyCVw6
AI6/L7gZsy9xEoM85bYjlWsPaohdqfuwNVhKs03ncc4gGQNXmmg0vrxxS+Z3LFlwNT2A5iCx0SyH
Yncyuk2ar+Qe89qIlsHGcO+hKm7zmnZqGcoIwk4K25ELdbxjfrJrUhz4PX+8VQ9LlrnBWbpB9m2J
dSGapWnBivTaVQ6SBgQOyJ2XBZw70SzAMRT5f4e0YGIT+J3MrncIGJjuuFJBXifvfYeMuajFpB/p
mi7EAr1PhlgN/NrtYcGK98nMAL9yapzvBmpwSSHp5F7tiOeS4w9eBzx97eZ0AjQ72ec03MfxSu50
blWnUgR/SZlhrlpdqtxU/xJpH510f3mhzk9zvu9A4CH/b6WEzWgHjfS5MDggyi+80pG9XDH7xDT/
fVpfj+WDraylS0vbP2dmFh0hxBoxhvIcwgu3atfuyAy/pEHlQY99t7I5K0IcoZSidNpQj4lVu0Hx
EfZ3BwR95fnyyp1HGq6LGIBCSUu2qTydeqMXRSUjF/g7OL9SA1PPtqNzP4LhD8aelai2rM4fWUJs
kQc7ACY5JUNpriyVh6RDZK945fxzT4PLqTpCcIkixu7BQOH0hFsmguC9tXhIMtSN2gDXU61dSRey
hBN5prBDAyh4PhBojRv4zx7RMpRu5cLf1Mqusa8tLFFK7srhdlBWHGrJbY+2TexFiLxy4B/SSU25
7+KPqr/TnatmrTl6TYp6ahyd0VYMnyKFbG+IvvrRfVA9cxZdNsEVszCFVKGAMqJ1AO11A3hZHOhC
t/abe0HnosgfKzeFQDqYJQghI2ZhA/0CV5u6osL8718wO7E0UbVDM3l1iQrD58EDqWLlCXbx+3Pj
gUovjXbWepLnei6D7t648J1ug/xhqn9c3oNFAapuUQjjYUIWHyykCJC/vtSoHkWfg0NUfHrH5zUi
JQemxe1B2OJqkKO265XaBeZfK7fqShBb/PVHn5//fpQz6zx72tPA52UV1rMbqU0Pl3//oiMwYsxL
N6fl2YWc+WdtBMOgci1QzLPpU0XtiWrDvgXK7LKkxQA2V+gdCgDq2T2xteVSAjmItKJnmsv0D4oJ
5m2lwvbctMzNJ9P1ZYELVzp8w0EthtdUMjIhZMYNSNqRqcP3nRg3o95vo7GDWO5Ks25j60Ofzjxy
AC5KK3IXl5TnDWqv81XkrEOMUVMoWqjm9TEcTCAc6t1Dln61jZvL+i1Fl/lpkCKswVuWaNk+FDQj
aNIULWNu+rq3D2P1Jh70FTFLJqhatFRy5eFlXHwzk2yjZdpda1wTCFPYsvqrJJycdxjHsRAhHhe6
1DVSMtPyUBRswUUEcKAuv+aM1Vcrqcd57wwh81iW6LJWCVZFZCErewy8F1ARmUc/jDJM0bIrW/eU
fxr+fyLDbOHtwnTlgFteT4dGq7mid/ZGCBQqk368TbsGA5FT3X4ANenrZctYEgG+I8NsBl1jPOaf
Rg2QI5VYq9PWpay3efRAN7v8/SULP/7+/PejqBT0IajIOt+3tGCbmBM4Pw9Wu8+0q8tyliycXjQu
CSTA9lkxNyktm3H1vHVpxb2GWxeQQm6lbX+4LGZRHYNLyPzo6XCBO1VHHmvYXyRQWLlHbHzzABuk
qm5qanSX5SxkpMQh3mUgnqWpWyy8dP2g+T446m6uF1sT7LpJuenLGyt8UKtduZaTLhgBkwLcDylU
q6TxQvSToqGPirQZXdP/0Wyr7J/LyiwsmkKrjGqYHByUkUQvYvq9g09vIHDDG3yY0ptmAq9tZcl+
l92E/AMxFD1UENHothYCA1juViJ1E2sGtafmv9J3DR7asxQ/6daD6h+MPJipPDZFZG1zGK6BmNrq
TAHDxqDvNIaC36G1rs/VcjIWS3wCznU5N8smHN02vWKsP4ap2buNvl0WsrhzR0JEe4z1TunlaCRA
pZvXfHrH5VthEvQ/JYQ1BRc6ig0/G11G6Xug6dONlqx47qJ1HIkQrAM0hcYACQQVon/BZbDvJZiJ
u7XX5rWFmv9+FIeiQRonKGxHN6ivB+q19dPljVjTQoijejMofkNHuRu1t4xOe92Hybl3rP3fSZl/
xZEWgKxpVhTGoxsad2YgbY0OaBnnVl97e1leLbyVlMFg3F7QJlc7b5SDfARReadYW/XtjWO0J+h/
vi/oQU+DEto9ZqVMh0G7jpKVq8LCaXDy/TnBPFonGKNTmg6q0fWnvaeA8QLCw+HyViyKMOgfYWaB
1wBLWCLN9tMkaIHNhrZWK/bMAZvK/rKIxV04EiGsEtgPjNWl/uim1YMJNnn5/HffF1YpqLTYCHpU
cNqt1e3wu8vfX1oi+lg1Zl8UjSNZ+L488FbYNerkGuZzJP87Fh0YVyv9HfM3xKBvYEw0MXBK0kh1
utMjiD/ZEBayS1MrBMauz7xAFF1b1m3YDStbvrQfxgyMoJOyo5EQqZS6CNK8b2SuJXe1LG2Zilk5
M5buIVwQLdqeeIS0NHEOoQKCNve5o7i+Dvw+Xp7FirwxGg2eKliOogmA/Po7kHC3U7TWULeUc6AX
6Amg7xpnzRONYTR+SXeD69Rzl7Yd3aqMdukHBzicN0MBWBZOLpMZMnAxQzWcblsKFchExVV1W13e
tfQqwtly2fjmjRcN41iCYBj11HRwViGhh2/kIToMv/z0HfbNmz4PZFgedi7YQz9mKTCBuuLK6c7y
tll8Ha2NpS6ZnM2FlCc4HqnOR4g8Tx+AHJ7cHJzSFF4YGN8ur9OiBGyZ526m+84mX6RIKoIpzSe3
gfMjaKLNj8vfXwoCvD4ZFA5Ig9DidKdBntYa8NBG12iiPfw/XiTtpTdP1WBOx0JmJY/ifQhWnK40
xehOEMBpG1V9RyQ+/r5grk0yTlHpoITmX4FZNxi7y4u0ZKzH3xeMNRlVWC8zziuH65FSMPSmPjVG
ui+0lXC5tNs8EVCr51JhU+c6XShN9byyj7vRjSOgHtQaz367KhTn6BtUFJ61ziop5FiDBYxiTxkq
Pii5/EGDujYZjD2tKSvX46XrORM6AJUwRzPPDQrbkqaBBmh42buDV2c72QGVM897UKEyG84qNQ23
EMfXW0uCWaXUC+eprYfyRTUhxB6ohwN5LQ/dSghf2MqT3yRs5WjI9MI0/KYyC7dN+qOTnkv1wZZX
7lRLJ8WJHOFwDQcpLWWl6l0NDKIhfpIjiDPCzVA8lvZTJ+375lWHR++ynZ5Pj1gW09h0PdAPSmoo
JoaGQu21iqF0jqEdtxyeFCt4gXZAFBXDleUnmykC/it7gY2z0ooV6QtnvcozIBVIsFj4EUIokZyk
dyTbal3F+SeCe5auO+DfsvzOM1YeaRY3kckOnmbJK0gvTt2kBkOaaYescyf1VwIo5NwTUwBsGBVv
7qezaIiU5x5SDiuu/KeCoqSewNJvocgGfjbdBNNK4Jo9QDgFabDleLLpGDwvi1haKdn5MPRuW8F+
qulXk1JtK23tOXtJjIE1kD1QfjlLHWRtTPNSLwc3THdpCErfs7I2r7smQvCrqgpjpocQMTiACW8l
5dZaqyCsiRBcSouA+R8mRGjSYQzvGIRT1kx4If5SBiEqzgVfjTeG0/2GCikHv7weXNCCZDDV336Y
H3/+d9A4OgcD1coKWePz/Sdbf2jit1+rTj4vnB662aSDRwzlLN9H0l0GsEv/9or4iQj1dIHg7OoY
+GQPfIg/f4NJt5tsbWBmZRdE956mJnPgMx/cFkT+CHar6OflOLkmYP770T6ESlB31uwP+vBN+g6+
5zs+PzfNU7Kjv0f8/UFT6HYNtKcLoU3SMsoJUt/fSRAUUPXSl+sMCWGxVW+0eP+ez8/3DK44c9Hx
dH3SUdUzKMV6t5jKrRym27W3qqWjgk7Y/xNgCX5W2kln6x6no209AAsMOc/On9KdNGxye6Uh/Pdq
izF2BoFjTAiAKPqyT5UBXnAChHhs3aRyFWPvdzda9OoUV516DyjjvlGv/LBkRnrfM3wbWZ8uL+XC
rW1OgAi+YLDQpCdoWvhallcwq7gqTIVOB7h40m7nMBmAZgul1rS2dwtLS0WTCAa7GlVjsfvRBIOR
PziFq6QAf3rXevBBqiAPgE0VxM4VO5x/vbC2J8Jm7Y8cqbQ1D5gOu3B17vV5dtu1B6l+8pMfcfBq
xfDFDNpKCF1az2P1hPVMSHFa0L4L18uSL3UDmn2gHpp6vNV0E2TNcaNOvXt5CxeiBfWjuZsfcDku
koIBhbVTOoOsFG6mbsYf+crXF3KZk68LvqYBaZq1Fl/vgIX/NFo3SnzlZK+XVVjqATmRop1uVN07
UFppSBnH6x7KEz38XPvhrnV+VfRQwyEpDVdefVtD6H5Z8triCZHKqAY7hVi2cGeoVUp97zhSTxSb
k4YjC5RqSB0mhulcmg4aEFbXXnrmf1+0cJu5GJoAyZxAazr9vhekXcOreu4a9tewvFft2yr+/vYl
YgqQzFmeJ2NEzIkESvpQC5LCTe7hzzOGFY9Z2oHjzwvmK1sRQ0pjWriA73fdlw5ysHf8foORBh51
mD4xhdSv7cFXkiQtd0f9wakfvcpcEbAU0kC8BJmUOw24WYIG2VhrncFVxg3z/G4IwaOP6s1Mde3X
4AYX/colfMkj514D8E10GjbECEptOmuagDmNzn6WcvjU8gQ8HddauVssWJZBKyDQWfQ2MOEiWBYc
hoVf1Fnphr8AE6j/ZbTr8r4shEqmvjkITJ2uCQ6DU9OlwjZJzZSUbgKs9qaS9Nu8j8EuhDQHNOcK
NPRYejOYBB0axzIFd49tw3Fgji3dMoVSUNrNBMSXtVow5xMJwrKlCnwqao9WBQCodnqI7bWZwQVz
O5Eg2HPaQ/AblegQQxEYhIcWzHs4hhhyMT9f1mXJBKiuzhNBHNfAQ53uUG1L1tB7fukag2s3H0rw
/Y2ryyKWChFg7v4nQwR3gNi77COdA7Oqb5oaCijpNQGL3TEfde9j2sHM/Wioa6f04iZxcaYcANrV
WZVJzjszhvGTvMCGSPgKjPzLWq18X2w6DRuVgFbx/cT+oMOZNPy8/P2FEACyzX+/3xEiTtCFlWL6
euEGzfxApdq7OL5nsf5Oinq6/X7Q5b0fakhJtzWA7ZCGNlvPXCmWrK2VEAZiVSqT1kaXrmu+lFp+
7xXR9WVF1kTMfz86hHm9Lf+3XEWwr3keblaOsLXtEHw+lMxazzUWaqp5N9pLkApJm2nNG9e0EPze
87xGLmWkWP5VCptlsfu7VZrjztEqtTkc1Jk/p0JcPZkw9Nv7gZPs02Upi9HryHSFlLyqCwATU7SI
y20n36sM0cuHKHqM1lp6lMXodSRJiF45/SSaluKEDq9DoR9d9ROs8jawaaoW6vvY9or9FKtXnhzf
2FILQmD9OQnlaxgUYX2EJ7ULrK+Xlb9sKHSJni4xpKfgZGQscZ7ug2zb1PfxV8YfLwtZqrIeRQdF
rNJPZRrKSYxHea2i7Eh+ko1X+O0ursN+ExTJBKGk8Ryz2XuQF6uNHYKT1zqQnvrMIq8E+GWr5dlT
B/GL2QjBqpTAdMq+5L7nVYc4P0hr/dVL92e0/SNAMCgH4MKJHL5wI616toBsD3XIEYDFKGtlr6uQ
NOnOoRuM2x4t1cA5UMO8qkr56fKqL2/tn58hWNskxxOvyZxjeXtvddC8FjAfNsDzgyF0WdKyB/0n
SeyXzwKtN40KSfCiT8FdLj9mwXXu361OaC070B9BwinjWF7Vth0r26k78BWAHsQpLuuyfPz/2T1T
OGNiL+4zL+OGXuYQMSqvZv5Qpg+h/EEv4GO76v3vYzDuLwtd00s4DnzVbgoKPJz+zr1WP6Q2l/N3
HZ1/lm7+CUex1GpKU61mERIcS0rVPhlAhI55fah663BZm/+Pu/+RNVvmkazJH2mVKA2O6eChUX+k
+qtlfZrpyuUGvLvi3059dcZviXEFlMyKKa4YvSk4N1wvXdJpWEitXNXNQXZeM6AP2xUNF/fLoF8S
ADiqcmKThpRoxZQ1E/tlQYj7xA1hu3L0zc4p3KJ5hf8jQdDD9gw1Sn2OCqO6cdprPd8axUssHcpg
7yt3Y73y8rgYE4/ECSELRGIHbpieMxDWMBi63j6AODcV/FFHiEXgHPtFaLJgZXz1uVmL6CuLJdYD
aL6I5VFhsQJlR1Gregz9n164sfJ7f/ueTo9jVTQhBiVQqCjarIqhBsyi+ZtgJW6vGJcmBKAyUfTa
hJTJlZJD69Mq/XHobi576Mp2iz0McdINAZD8HA1QUD530bDihcsq6FQQgQ4xz+aECzWNBljqCler
rr0OdFj7yof65T1K/BEiBE1jyB0taeYct7oeo8feeE+Obvz5vhAxOyWt2yzn+6NxMMIbWHAu//7F
UHX0fSFK1kwbckazSEr9FEu3VvBV9a+sdFpZprW9ECKJ5fBWYMfzMvn7CIofk5xqRcTi+W9YBEKa
huitVU/jPSR4DRAglOztYS/1v+LsyoiYB7K+wbu3Imp50f6IEu5mHS+zYW9QAPCj61H/3HRfWob1
a2vlCri8aH/ECLaVwS/bA9fLMeJ/gcJYMu/ieOUMWVs0wbzUFvrazCQN7RvokPe09sNTcuvV9tZ0
3hVR/mgjWNpYZkBu/a6aQA4HF3O6XYV1WtwXU4eiSOGfs4GctC+kgesNAb6Md752b2cf8vKD2a5g
qCwFLgYeABymw0A5G8gZrBTemGgg+MINO1zJa/u+mP0dCxBM2XImJ4k8DsK2uo/T721+lVgtANfP
jfVk1P9aXbLLuxWlltbuWKZg06WuqUMIA5ZrGgdYHL34oFr7tPp8Odws2duxFMGkeeUJYqVFM1X6
XI6Q2dLTfQjhcF1DiVhTRzDstDGjqk5qbu2O56YNHJdldUiUQN/E2biS1c55iZgmHSslWLZltUaa
NygFN2wAg3p8Ow1wa+96+dFWXy8v4Jpe8wIfZbXK4NNM0aGXou7GkAbm62n4EA/vKHIfayRkYlkr
19qYYOGMZlnFThspor7j4NEZxqFDZ+ZxEGcDlVIenNjmRGhN894oimfF7q9CMkuwpd7RPWYcyRLr
jnnr+YMyZ0vVjX8t09EcbdZIxZZjwn/qiKVHCQwZOMIpYdjpldI82Po78oBjFYSQ0PphMsGlQrIE
yI9c/lND/HfZstY0EALANDSwVQZIsFxt2ihf/+7rguO3dEnR+UA+meZXZr3P3nMkH6+P4O9t6se+
6c/mJF9L7SczfqyK72Gw0pUwf+Xc0//ssuDpRmC2cK/Lhevnj2n8SQ6fpW7/dwslOHg4WhYtq7je
MB58bbv2Kr5Y/jteKMG1DdmLO8djm9s43pURjNLxp4AWx6y4k9JHfUgPtB1vbOu7Ptx26ofA+alp
hxQygr9TU7iL5TXwFxZshW5LR0XjH+TKvSxgOVD+31bRFHYaKP2iaDV/vsCoytOgX4fpYQg+KtGn
y1IuOw396qdSPNKzKU+RonHT0661cSUFXPu+4PaKGfZJVXBHUksGI26StU7JRYPW6Cymj9GyTbFJ
gkklE0ryimte2tHsqm3sofruFWtEEItqHIkR1MhDRR1NjVOrrh6r8LMHOv879uFIgBC8wlGNShBA
yGPhnLWan2b+5e8ECPFrspu+6QY0SIedMoHqvhJ9F80V6DMYQHi6lsWm606JaIYC8IX+n21UQfR8
pUj7pF/JwdekzH8/yh5UqNjDvp4PQsYSBmXfG19zUv7EWntJXBMkRDGny8Iu8Fgu3x82tf+iZy8d
qJ1j/+kd20L6AMMIYUkTZ2zHvomtKSLsTxJ9xDr2S/vUZRGLLvKfCJolTtcsj+Uk9CZivuxQ2tlM
3udqrVi/6B5HIoQoklqdB/IiXm78OwHG8POyAmtfF5zPsyR7GEau+I3/TKtcvBJo1z4vuF4lVXqp
ZmyBZF1lGhjpK+u/aEpHiyN4ntdoahVa2GxmXtmH/OuTtvYytLbD89+PvMIvurQ052dpI9mO0QOv
ufnaabS8SCBuWgAzz5RlpyLksaGFyEAJXqbjfhuvPhgs6oADwJ5LWzqx/FRASQKaJnFJnSiNNlCt
bMz+LjQf+kA5KKGz0cJup+TPVvN9Mm5j775gri9y7ul9XNmttd8hnOta35RJ3RX8Du9xbA4mDCxr
BrG0ljZAojMCvqqeTdtkkddkRtenNPoo106S7fT652WPWVLiWILgMbk3pQM09Kk7ab/8/EEvbzTA
Kd4ow6aoB6qHasEsBP6O4DZG4ql9N9b5a1xI4XWQ++Yd1R7rphhNZ+VsUebNP0lbf8syHOpidO+e
tUIOMRBnST7lr2mtbqOIoZ5hC27Jrk2v2/q+TbRNDkV2PcId3cTP0FqESXGthNm9Hhcbz1K3dRjT
nS6vLMFZMYCfZZJ10F2kzQATwhJUcISNUtGVr35tbTSz2UvRS05jrxL9bOyVG+1ZFBFkCVEk6Sq7
tNKhfLXtz4ETbxIt3waRupnZ1d++scdazcZ1FE1G2YzLkrfdV9P39mMQbTDVfb86NLS4eDYTgNyH
6UAUZx4I6anR5mX5Kmc/5aHYpsrH0Pc3cALvsnyN3+bM5Vg9xrExU5P/ddaMXVpeFIJTVLwCz/3J
aMK7Lg5WjHRNhOBzQBabusTjz6vX5N9jyb5uPW+lTrMgAtAXKLz4LzOyv69GRzujj11pSGlWvDax
vC0+21m9osOCkZ0ImP9+JIAHB1WRorx4VSNvE/e3RI3D0Dt7Y+3MPX/cBCzlWBUhv/J5dGByJ2ZD
po+GEoB82mzAG9kkVb2b8htoJA5R0+y0JLhqnWgTV299qgPUxIajBrq6GaFQnLAqjdzq8qDPX7Up
uwlQtpVXbj4L9j03vNuAB9I/esbwaKWFYoxVULwOg3fVReqw8fpp08GMs0lrw9vkdbwiccE85mF3
RacmRaeHCPRtS7YfRB4SM0nlhP4+rGXfSwIgftBArZ2Hj8UxP6vTDD0yjPy1bb6NQbnvnDVEqgUD
dIC8AhbFpqRmihG1ibsmZ7g5fzW47spPm50Sfroc3ebzWzhKkOAwZg752TlcWWIAwT/kcv4awk6n
l/3GDP/NjPquSYatAimuYu+HNVqoZa3+yBRCQzw0WsLgF0flwPCn/tzIL6GSbY3h6rJui3Jm5Aks
ziKVmv9+5L5pV7QgK7QYNa1PPWyZez+iNa4vrG6bAmb59oPCYbp27lZm7pM5l1NxQd0mCciB8evU
lzy3JPuejqRSfjNAIaBh5Jz4KiiFMg+hp2KkNs4kx3Oimctq3OVrQ4pLRn38eWFzVD+YWkD6o9ci
qbKPlaEXt5a5Wt47y8jAq6fpGmqZuZn/DCGqGlNVots/eG364CAF2R4GlH2lrKGinidKjIuazOHq
4PyDXCdsSaUNOeQ/Q/PK/Ncu0q7H+JsV3BrGnewcsuT7ZXM7XzmCgUGz7Qx9ASyFEMNrM20n0ycD
HEd/29Jz/WaGEBuqKED+qYvYdJOLreqdlbdtP0kFfS76weg/5cl9pIM1NH2z+reWdwVRgusMfVg0
VWEVr6m5cdJNuTbPsbBWCn2JUOvRcw10l5Aq+loCnhrdsK9R6vUbWzKTTV1lbz6+sRogVQjNNgmC
CA+GWUVjIzftK9w5cnEwK+bZt/Ya/N2CKowpzFkvk71kNcINqaa1UAn7KXj1vF59qIYs3Rt2WKxU
qs+lWJSSaIYm2QEwQOyGM7iETZVXei9+1Rg7OBWqWt+91X5PRQiBxZYDqVcA63kxgud0cOvrv/u8
EFg8KR7LBhzHl+K31Sbxm2ecuD8yLuLML7jzi7Hg7HpmpN3QlPaL15X78cGv9f2bNTgRIDiFqYFM
WvmV/TLZmKsNheBb32wFDYQIUsF3qXPbsF+GvN7RrbP510nJk6Y3w+iS66nzXQMGGcVkJP30CAnj
Xh6zwk5fs/FuzIJ4o43Uu9W32+ypGMGgxqHPR/CO0lf1qgyGnS6vAYKcOwVdcoztUGDlwkml5FQP
bVTlqeqd+JXh34193cn9m4/0WcBcicTDSfTEHTc8L9ZaKX41ko8MbUXKt7B1LxvV/InTBIzzAkht
kCvnIQ3xOM9qJU9ju4vZi4bx122ub5tgXzjxSjBcWKsTOYL7RYqXjLDRxK+e4WyKf8JoDXF0TYCw
GXZs1UU9IqAYuCcP+lYJVybCziQAJalT85iZqzTSYWE3Yr/URqUz+xeQxLgq7+xpDUvsLC1BgiHP
s+LzgXFGQ5TaTj7YST+86O2u8Xe+te+rlaR0SYkjEaLvcdOKMjNChMLD3EdnDXzgzJxONTAEn4sa
z/Ltns97ym37y4uYBChu8zfPUMxSiLBkomAcnxHrJUacmhBbDC/hrSRDIMt0/Ru9AgHzNZSXTSLV
2VTeIE91HWpT9zI+deZN57164+d2jZ7xfByXk4IQxVzpPPJ5Nh+VId4z7V4FgIATozfu0q7cQln7
OLXN3gTfWJK8gz7qv3JGtWRp7cA9f7v9Ld+gXgbuyIwrdRq/snLyI7tMVdA6kk1hKDtNu07GccsT
3rbXb4vgQzfeh40PM++VBybnEF6bzXO7FqfPbWZeBlbb+M2MIF5ckjLgAhh1qmvl/rYB0rkOkp3F
vF02vDUHmBVWuHDC1Mtyiy2iJTMJclCOqmt8lrtr2XhrFUP4/Ox7Rxe+qVfgwSj4vNYPe9rqg2aN
CXDZZLAX0KFkyr0iRrRRSrVtlwYa9Fzw+nyTM8bthXvdYTZhT6twYR6y3toUq/MQ57GJtTuSPN91
jpTzpj7WkklX3Vq+raYPvX9nh0+Xve48NiGCezLqqTN0n2CPDFuWbR6oqhvWm87axtPu8vcXDE2V
cWlOO0AIuceeqgBoiecXpOw8auyb8jq5q0uYD1YOuoV1AqeZ2iYqzKB5ghK6J2lBqGW6K1X9TSh1
96E2fCjL6XBZl7PCyYywz5y1zd0CbiQx7Y+rQG4UudJpEvva6jeG9qthHMZzPtbqISlpSJLXBokX
dof+KoU5ZdyUKSNBsbKZsszJNMPNw2BbqU9DuVJPXdgealkqoYB7Ji8YgoVNlVUNpReYbh089d20
yb9VtHQWxsvllVvQg3g7Ix3roCgquqCHoU2WlSeS4XbOQZW22ooWa58XtIhVp6Roy+dr+cmg+hJP
K08PSwKgGJ/79cGBPqNkrUonrGTPM1yzyjc/rHit92HBgOeKnwxj+vyYIu5z7HhdlbWJ6cbDaxV6
4DUoO8d6cy4FcYCCCcN7zET/GZlPOvFOlQ+mK9NJ7+TbxP/x5l22yA4wKBnuY7A6T319VLNQGfrS
cnXl0AY7fQ0QeWEXqIGw+rIzUwOI7yWZKvdaQCnPTZnF4VlxH+3fqgBI38wKEUQQwm6cKmC2TpkM
IIC6mrers22ZvPmwOvn+WSLocVAllBNcWblrfib5Snw6d2Y4s2g+mf0YPllNWP/M6WurMRXP7dNw
UzrTgzPUD1b3zVojtjk311NB89+PziW9soMOdHbPjfx9fisN+zW62iVNZnB3FbBX7RxxdVCtoPPL
hKYTJ9sq0VdTf/W7jVLLKwfHuUVRikIGVwzALc4gexqGp5VIL/yXSd9m3l2gu282KL7Pi5sKKwu4
ksJCJcWglnXb+C8UBuPuOloDBVv6/WRVFHGog+DYgsHaPYuUa6H/IvXZs9EMtzHAkit5+YoM0Wgz
MHL8GkK7l5F52v9H2pUtx6ks2y8ignl4BXqSZMlNy5btF8K2bKAohmKGr7+rdOKe3RREE73Pi146
VElNWTmsXNnLe8faOrdLCUCmw5+3LQO3Gmbx/Dg5GXGk3FHsS+MDe91snVau/WfuNqIE18Pzw3Z1
WjU1yWMERezLmO56dfC0TPa09rnRLC/UFC+6392DPFgj6KEOe3dBvtlESck6NXFAuWzvzcbZb+jx
5e2bjy/Mx3QmWudliPlMaJfjh+0n+f73bi5CfK9HmmlKChGquZcat1RPt+8F/39xSzgtNSci08zF
expOQx1NVipd1GlAywHYncXRjo59+OyE0d0WLuJEV7KEKMiQpLQaRsiy6wBRYSffQgusHF8gWFSk
8eE8Iu0o+N+h1VlOKRnhxf5KQM8vx3dzI/LO0txbA5Rzhd5TjnT0O7Ga8FI/FLqzm7R+d3s7Vm7I
TACf4dUNqQCqqKuwDi8KSQ9Raz2gZ4yR+ZXqm2pzDDV7f1veygmeyRMuvCkNlJopJkQN+T1O22MS
Z8eR0j+3xaxtjA7MgcIbc4N/Trgo7cDyKskwLULPYN8wN0K3q8OjDwn8GpzkBUE0yfQEWIEyROeE
7zmK7/O7037Yd4CLwLyEZqWwqoSD1SdKzUw7Dy9VB6DUnql3W7XoKI5Gm8hjgHZnEfpK9HZszdox
Llrld4pHqX97/de2GZ4SDziD634R5+wK4A6i0tQvNMqfU50+qVp7iJhzb9Kfu2RXYsQLHldF38I9
BM+OL/+Wt4oS+SkRdNVseCHIaYBkHAyHjn7JQcnIktSbLOJFBh6qLQLB1fUCYwC0lY0EqZjsa8AW
RQpCDNQkTr/k1PlUozCoIeRwe1vWzi1yfXC64ckClSEo965sWgtc1+ZF6RqvLvY9tf7NxjuIcPHE
DAdSzfUJeCuSEvRKOFjThKY8DFyiu3FLiaxO40qIMA1dzqjedxACPmakZs5Zcm/+jZ+rKwGCV1mS
3E6jCALaMUM1BXH/haEwEyBYb3JdoHiDLxOYxHznk+Xc789w/jHwUvPsNKK2gp6VC0r0OLS0i1ZM
pz6RdlO54XmvHNmZBGGnVb1rQ95A6RJKb2O9q+jx/qME5apBS4GmTwGMSDhKBS1VuUnMSxQOJwnN
BIqBuWq3v/tKoNuCjiIK4BjBMCCcJbVOOKd3aF7K+El/Qa+5+4dHBBQtHcDIhWyDkHzLzDocOjU3
Lz35ar9I2tu/GB4QQsRxOHhYfCfiQinyvsU5QrhY+5GMv24Pv6IALQXQTofDhZwFxjPSnIxOpSRd
zB+m0XkKNb3SGL3C2UqrL4tmARJTFTzXnIIf+C1hnQrFotNktNJFTqad3O/y/FFmz8lwSJTUszRf
RkDcLjaej5Uj/MGajiC1gwYiliB0UitZYunkXProjZnGTi/LI43udgQBGIPt9v9ChKc80mS0XuNC
cuOl2NO7obHgCsbCARHJOdkX53fUZCmewLZ7sVL0wmurT2ks7+ou+wRC1w2XmV8F4TkE9gFQHkBs
LJRpC1cl7at0StrQuUyol7ecX6YZhPSkfSXKFiB+ZWP4cQazkmIgOyemSmQzaSo8LjDcu/FQwY9S
KpSx1erh9vFeviMIvSnobg1kCpCDYlRpkAxjKrqsec219+xglL/vH573BoX6RRttsFLPFViLrjXD
kNv1qzN8tmNPKf7H8QUFGZZToVU1xo9sz/pyd2tWx0QjF/Q/5N8P30bQ770zDdMQOtGXUT5Vxr6+
+4kFJz6WHu45B4qKa+9kIRBHVlK9dkfLzHZOtUWItNzcD/MZVrSuIOopptoldQwRjs7YKxDwTryT
w7sjevPxBduzkSMz1A3KQKmTfsrcJGcbApaXACsPwgOE0xB9VsX0mZ0q0WTnTflaOOXPph09p+NY
fv3H7VO61PFQuFyBIAeLFIeIOo2B8pfzjtavdf891TVvBEY3REI/Y1sJoeWOfKh20wJ7mwOEFv/9
ytd0qirujbJpXuPuwByXbTEWbo3PF/Rq/KTupERrML4W+YPlJu+3F2preOFCDIaNZop93bxKyNEa
P9Bly71bAACFOrwxA6H0RS8ts69LFtpy85qB2Ls6Kegcf78APK4ovPm4EWK9a5F3ejKNNX0l2bdm
l9/dNxUWAm4bUqWoMeBtdefrP5n2aGZlSV5b26/RDWFDW6/ch9nwwvonkQT5BYb3qfGDnfL2+92r
MxtfeN5oVmuh1GN8FUQtP0s73t8ef+37DQeGgMmbViE4PF+ecVTUaZJS8krjnT4elHA3qBvxwWU0
B5gyBdhEjn6Fnye8CK2T2dEkEwJI2audFF5TxV5DwENsWwDp5G6/Vfi6cieA6wQMGloKHVtEv1Xv
ClpNdkxe5V528/hUda+3F20pwAEZDDK7cCWQPBRRnX0donpUMlCAmp5DV2/udmLmw3PxVypjTFKC
QAyGn8iwN4bRLZQGrVTMja3fmoVwM3Dj6wKOf/7K3IL4aA50e5H4yZ8bZvNZCDdjAt8gHA0MT/XR
NfSv0m5svwGLe7f6QJQTGXD4MrCWkaucLxaweaCYSOjwWhWla9HErTaeopVl4jk4lFgiYrfEARUU
XQBbdWhfTU9vz1S92xLnHWaQokTnWVj8ok9cS+gG32Vy/6okT0XmeHGU37/P3NgHokLmDQtFuxXZ
hmoca2d8TZKH6BA7d0ftuLH/z/CCQRmTIYqjDsOr5lubvZq728doqaBgh4EAAzUUaHoHi3i+v1U5
MskwC/kV5PLSQyErmYtQlA2UUFNt8nCKe40kK3oSw+MzDSjDRdcfncIvypg2vTLl9Jkqx9tTEW/E
x+gw79DAG1E1WDfzqZjK2E+kZNOrnY32C4jly0CRaH0wmYwmyzQNmXdb4HI6mIoNHhSe/wasRli7
1rYm1FEkfRB/K+xdxDY81eV85sMLb0cMZDshFYbXRrR6ar6pOgqC9/FWcmZrFsKypXJcKZEBMZ3u
lbY7ORsnbGt8/vuVuoXDETl1gvFzB2nq8bGmG16FeIRhWQJai7sHlDCq28SsqBLC++2GvgsU9qo4
vi3jkp/v3ulrEWKkItJiKa0QfgwU1a2YF29YOStLxLs6oBzG4ddQrJUgjtayVMu6oJUPdv7kbKVE
18YHzgBJBZ7IB+pyvgWtVClFk8RdgAgkmNyIe//yAEHxUYOn4TYoggmigurI1kDiH/CivwS1utnv
2+vPzbDrxw5bjLQLnHU8/DoAUsIZbZKuTgzAGwKjPEkhqjTd0D7hrUul19uCVlYKVX6cJw7WLO8n
NF8pAHcpbnTYBInphpGvbJgeW8Pz36/uQmrZ6HpWYvievkn9D/1e0oKPdbr6fH5Vrscfky7ve4wv
y9+VKiDB7dVZ0UiAHyBmigg1ry4WrGXJNGp7TPM2ALHKD1bWe6uXXKm19ugRsGF3rFzqmSjh2cu0
TEOwP2uDhO2V7p3SXdFGGzK2piMc28LoCtMcMB0l9kPiS3TnMFdKNi63aJ9/7Mk/iybqDnTRSCoU
srfBUPVuUkguWHXcyag9kvxV2KlJtqa1dllg6PGNQtXBovJuNEs0U4wqEpSRFf5Q7AENG+My1U8x
DcfHgbDxgSo93aJHWGCdMVFOZwHQ3H8Y4oTllEoCfERpkaCqUv0FXcfNEK9JboHYokffFcv52zdx
uw+pyZ5KLH3s5lIz1u5gm/1eqlr0uQvJlKPRSJ3tK8OKNt6J5XbjzAKcbPGSRJSU8N+vL0enJUnD
sC4OO9bDruk+mQbxq2Kri85ywyEHUVmUlHAtIrovVTPZRloTEpjNExniUy6Vfg9qywQ8CVkAbO7G
MV6VhwJYlIoiL4pa4vm86g4VnIOWkIBlsQss+4OVvqnDZ8ncheVJ7eMNcUsdhk1W4f9BHyOGJE6P
jGlmDFOMbSb70JW3WgwvLz60C5qBIvqF9A8iI/PZRIrcZUNHSYDGI35uP9b5edpyCtZOgoNnVkY6
HN6B6NTUdalXMbJlQWk1XglevrB7hXLz0lTyb2vMDyin8HLBR5KR4IAg1DkINqJDWUZJnKUBa0p2
sFA/nLhmo5gPZd5ru1EFb29j6yC6ZEN7ZDZKtKmiRHs03/kOfK38p6MT2pRJpfQpR5jIJdRJgdzN
2J/b37lcdeCBrz5Tna+6glKxkKFMKajH+LnV8z8SmqSonXW6LWZ5dnjfLVgK4C1DzzxbEENIMzij
ipdJPVvK7u4eZdBAFnr88LJpAJoc0ZmZksYwh0qtgmYvha9OGdz/9cikA1+GWpJlwj5WlYzpNasC
2nkG9Y3eu398ZNFhxcJQg68tXOSs7yyZdWkd6MkjObbZv1j86+GFJzUktVFoNYYfjVcje2MbcaiV
veUMPDxXBPDKokp2zBKpSSS5DirNt8kusjZC4xvji4k7Vkt5EocYv099PXT7DRt25QZcf74lXNS8
ScqiB71PoNf1ibboX+k03jhZx9t7vFQ9CjwUKB6ARAGW+MiJXj1ChFVjU8hGFeTGcUoMd6qCxKg8
h/y6LecjsigoHhSwmDoIYExUlYo57lwLTRYpTR7gazTPbmzNU3Iz9ZyCqvtYShyvBEXXjkJzPcZO
XvkmHTroJvAYv6PyobpY8fBdC8fs7zQm5AX9R/rXgsXJQeki+4URa9jXBFaMHA2Z6g6VZm0ZFCs7
ggwaZ0HgsRWgCuY6qZcyXY7snAZd25909IY/MppMfhVq326v1Zog1MkiWw/QlbZ4sPWsyCwnqWlQ
l3n3GTUY8qOFzgDnSSm3akpWth+7DuyrDpTwkoxDsweaZKWUB+lwbNNTVD51yXksNyIHK1eFA3H4
A4owKlqyzlcOGSR0PM2sPCiTJ8Xep1uF3msLdj2+oEkYWmmadoHxCTurzidGnu104zpuTUEwJjXW
DqhYhghZOYwvZuXf3vKljYwKIriq3GYykHoRrAwna9W4MbUhSHRX1b8j2wxDJop/Te+35SynwSuV
ZN7eV9N4RHu+E82UZJYBmp+gIMdkl1Yb2mRleODseL9xAGuROBQ2olZZYtd6PQVD+zc+VvdWeKBP
CTdZ8JACN4+zJJyjoTO6VI6cLqjRr0J7y+/G0v5HALidAAtGTHBhD3SgmDQN2gd9/a5a7/TuBxVV
EYj8IigBWwlh1PnqV+OEXLA0IkAXhV56QA+CDQHLiwAB3M0CiA95JE04pb2VRoADsyEwUsONqsCW
L2F2b9k1FkkH1SCQXYD9410VECsUNXXEYokRNOiJCv3XbETglzoJDRFBEISQLKhtkIScr9LU0hi1
WpkZGE+1/NUu6S51ip2hvN2+Cgu4D58Hgga4DVgybuEIckI9bGKWWEEVB8pvsG5L+r76243vYG46
RsWGt7dyNSCN00IhirPEefR5jMD5CGltDH7ZoMj/xbZgMsBKIHmLR1YMek2RYxfykDcBVUz3k8Pu
5VvGcmF8ZNq4F8mBWPPl6tAnporjpgmAQ/fUHZpYbRxerhzmFgJP3OJQ2SpYCYBongsAJ5SVoJS8
Ccy4B9L1pUle6uLR/iJ9LdNpd3vzV3ZjJks4Y3kmxU4bQpZUIICaeBK7F7fLlwucIHDmHB6GELuP
64Okm2M9NYEhP7e1drTTzh0sBaQzW12c1uaChAlYjYBq5yWowrpVNIMLUyGa+rMxD5F1uH+p4B5B
cTmoe0NyZj58hCCJFJGUR6Xc1tqZ9d12OoBcV+MLW1EoMTB3IWmDfHqUiEetDfTj2rGCeYsqK3gC
y2B2WWpoFdalXUD0P8X4vY7fy+oXlX9kw19D2WoQtSDK5NuOagh0K4ZBAuYkrqGv7Gmjk/oJUYQ2
cAbHzfWdTI71eQT3ZyO/mdRz6CmnD+Uvxrxy9PrQJ9kFpdXw31Bhe3vfFoXj4qcI56IoHKdVJa0N
RqtEh/TnTvoxJj+I9JxS3p/DaIIpflGT19tiV54gXGAwiwD1C7NSpJEFgb5WZWkMNfSt/gEEDHAq
twWs7ScoJJFTw6HhSc75Cg+lrEk6qAkDy2p2LDlWTnXqpspT9WPmJPvC/n5b3uqEDF5GABINXjI0
lyfbLKG14tRBaBgvlRT6Qzl+6e5mS+G7BfcC0QjEsLgWnIvpB5IztYT7BeIHqTxIW2Bs/v+idkXZ
LSwzWJgIdgimgT6BTUKKwiqQq6c6Nv1+/NzaT2b50rBmf/+KATjpmDx/yxGh86nkpR62karCsY+Z
tpv0QnXjsWfoCWptEdPyzRZmBRJJXkOOUAsMTkGUERqFmQx9G/Tg9/qWp0O9U+K3Iuw1X2XRFoX7
yhpyIKKK5CqwJjAa5hMzAcyxMpCuBRIDxDUBh/uDrR7jCQR/d3tMWDsch4/CHjyHgiEdEyvWu4kH
6aMdbRqvsw339iatvBr2B8QBcU14HiIFR62ESRaPVhOERYiHyY+rrcI0fqLEvQHmEecAB3rZvd0h
lAyFlPdBE2V7sBS6Fhme5Y4cu9F5Sa3ik6kx5sqRfP/xgysLrj84Iag+kIWbpMrRiFYkUxcMoeZa
7Te0WvaiUbl//bgPgtAhcPW8Bmt+FqqhCTutRGwv+ar8mn7euzmI1qP0GGoUdX0LSD2vVLVL5KeD
rksfYRQ9IpC18Swu1dpchPCst0VthzUUJrgwe28q7CN6kn9C26gNuIjK1eP8FEAOvAXcGvibCwhs
ywZ91GidBDSsC/Q6GzoQ4Ie6Z03ts+UUJ135FrHar9VoZ1dm9MTCdPwZJST/ZaOrxN5Jzd4dQLNy
qEw9AjWE0rlFket+m9vR3qH6FkJu+byAQxXbyVHmiPyLD3ik0l4fpygJEpIdIr3ybOWQT+Ops4eT
CbMXyNTbe72Sp4JEaEnOtscDccJJajtGHRCUkiClsuLpSuoW6pPrN6XjE7nsdxaNeleVHM0ntgl0
WKT9rpg+4A1Pu13fJO3GA7tiOOCDODGYBRAlSseFp2KqGfLRKDMLCPkyUiTr5B1LH4vwwe4/xY3m
UkXeNdUvx9xKsi71K6qvoSw+mDPNRT15PKn9xKw0DQzQ807l8Abi0caNe7ty00Y751rtb6z9ym4j
9IXgF3qxrZhrqlqWGfpGkwCtBd2xfpzK1IudYxcbvj68tfZelz6hX5avqQ8UBNy58s1xQLVq+Ehf
JqOnZt9uf9BSK/NKA7R0hn+F6jUxSppmoOmYwi5Fv+V9HR2jLSdx5dbPxhfeFQZ+SkdO2zRo2Dmt
c7dumZtu8tJuzUI4QGVqOCmK9tMgSoxdyX4qm8TvG/PQBaNsyEYzMsY6DUbbq4rToB6sLUDj6iTA
lMdNPjz6YllTpMFby6oxDbp3Yu8dZcPtWZ3B1fCC/q1hbDoUDEsBfMIOqFhQ5G3R9yw4vsFDypPu
yDDjSEGrCfvQGyaNTElPg2R86J3SbYx91j3hr6Uf8yz109yz2rM+fRvCLfK/lasMshReSQqlD/9O
UGq5oQ5GZZdpoDpPRrpPpsyzYCrJL6jm2HjvV0XxJ5i7A4hlC6J0tUMyQGfYqNKPQr9N3TA8pqFb
dndnfDTwwv0jiBujV75dqxos10sI0pWzXX6qT/fffRMPO4KzCK5ZYkJp6KuOqQ39uPttuu83Dtzq
MpkatgNE0XAA+O9XX1/1DepljSoNJM1Dz2rpWfuJLnb5Vle+tXMN3w9BTuUjmS2cOTPRWUl1PB7j
4FsOcrYuqvlvL9TqTP4RschZFUqmdqZJgijfYbcL9WwnXhfu6KYJy3dUMF7Agf7fyXy8lFdrRsIx
7GPTAURDcRuyp91+RMPOe7uB8mt6LUVQBVVZMzvvbBI0idv3brGVuFqdBdwkOBQA9QFoMN/5VLZ7
STbjNAgnT0MEanDz7GQUwe1dWd14wLAQZgEsewGUAO9ygfyigV1BH2Yz+moNJ9Ch3ZaxppPB5cYJ
zwFhgKj5TGAbtdpolHmAdlNKsu+2sKFrK3U9Pv/9ar/zCrxVk1LnweR8McCOmiBoFwGRnzpbHYM+
nGDhaDkfIULEpQACEnElZZaFiWVHRUBoXLtWr3+nsY3eIqonl8Dot8XRBDYr1eJDXjZuw3S31siu
tu4tIcPhQ+khOh5D5SCmIoZTEqqntkmQ2FLDXWXtbbJhTa4cCwcWDQwaWLZwy4QlTdOhZczIskCl
5XMZhr9TpzllQ7LhzqycDF6xZMGT5RlT0TVXsxq4YVJDTPz7p7GVvd4anf9+dS6SqapQh1hlQax+
Tq1gC/S+NbxwrLUBUIUKYbPAmd6cnUm/3L41a1twDTQTvr5H76tobGoSGC1MjVfJeL23TpMfomsJ
wgQmFCqpNeMS9F2m7/q3eyfAyemQpeFVoBxNM1/+Tq8cmJRQLWpaHdT8S6sqILv/e1vIchPmQoT3
cTSrBu1F8aoAg+lR7VUvtkIGy32YSxCM73AIpVofIIF2PRrZvTiOZxbl3fdtLkRQ9mZd52Ye4f1F
z/q4PE3Fo7zFxbs6D6RHZU7kjSypkDhTxmgCdwS2w5L206S4PeriHfVuTwjzuBIiPIpD5JSI+EFI
T96S+L0KNwIT65OAjcqBg9qCfWYiusHkAeskqalXZQyV/UgFNVtv74ozzefxXzki3BY2YwvOcJgQ
zTfSunrq5+wwNHt731te/Ya2qeoW3nYlsTkXKeyPoXZTgqpnEiR57ZIxBsT+1GVPEnE8ZIcKZU/B
Ips2l9v3h1/C+YM2lypsmDb0U9MPkNpxUjC/HI8WdfX7k10ASaCsEExt6Hq2aLEzVo0VNYWE5ezB
hh8+K/Hv29NYUwNosefA0OfgMTF4LelV0caJRGEmx64Sfg5j/18IMBBz5XSxwMQIuzOFPVoWEZYF
UvkQOpJv5+3htoSlfaxDR+I5VMCbgYiSIGGwRnVCo2EatI1PderZ5KlsHiaSeE5y/2R4fNLm4Svk
O0UsQJYBt22WfRRESrHT4kdrMjcms7IfMwnCZJxoGmkjQULxXGm70trfXquV4RHJ541BdLwwizC4
RBgZy06Og7w+FV6Z3m2w6jaiuIihoewceT/hYcz1KVHkmJYB639ScNn9uv31K0psNrzwMKKzZRnX
JYZPEy/E9SZm75v39iRDDhskmKAigmHPCeaEhxFB0i606664yLpf5KWP/g2+QY6NercJN5cjPI/6
kJaZ1EKOVV36Eg/k++3FWm41ghFIETkISANXImbYHDOjgFmlyaX5bZqPyMzfHn6p/xBZ49gLXAbO
VSEc1JZYvdyhKgjQKvu7KY978lmKqwOSHN9vC1puOgTB9wGrJ04s+lPPraGIpfaYZG0Y1NLnvN1H
097cMtpXlgo9kmC3AwIFfSvORS00ZyiR9r9Ew678VWxVEm4NLzwVeq6zQnUwvMTe7F9lswG1Weo/
JEgAskGekzfIEWHXeVXnaqXW9IKWVZp2ibNvDr2YiR/erzzA2QKvhkPecDd0YR4GEMxWbzTZpZQy
1zAl17J2t/d6ZaXA2IQaETwYiMkbwgXvdC0xW93OLy/gr3YHtHn638YX7nbpdLpEyzC/6NNO7495
v7EVW98v3GkgvHuE3/H96nBMh729sTwrVwHZbDw7Goqp0Z1UMHaZwmS8pAW9EPsnkyrXIAAUJ1td
E1YmcS1FDMzV+ZBXmVLSi+S4xW/z7e4tmI0u6I1Ur+0iM3N6AWPFNOxq/e4nCLRcoEriXHgIwIjg
24712F8noRf0KWXEH7cYVVb34Gp8YYs1JWxSasT0YqGfWgeHwMu2gslbIoRtHiYJaS7kky+qvndi
P7EPylansxXtfb1KIsqDdHQoLAAPL6ltde8jGoEHOkNjDKMuwx1MrOl4e9f5qsytZd72EgQrqIdD
bwrRzBxAKCFNKJ65GMOA3srEj4ZDYfypjdTNtW/VdC+JK2AfIPEHRgzCYDaLj0aqhhlBN3V6qaSf
Sd1vs1gsL8lcAP/9KkTStjHV1JLhmFVnk51Yv7+9YFvj8zNyNb5hDFExDrjq4XREx9BNmNvyjM2/
X9C0RUTY1DpYoCjzS83vnGd6b5N27AF0OLcRDA22uSoo2zw0em1EhUGAICwAWEV2tzLH+IjxInON
8gHYm/MlsuKoyKIsMgO1ei6P5lZd+/JZnQ0v2vpTWVZ6nkpGUFTls61LfxyLPIAyykdI42B3xL+9
4csbCR8MPBxgYYefD/0+nw1ltB2UNhwD6se/ynjf5d7obMhYOVSoRuE1Hcjzwd0THvAM5MxObXRy
kJafh2GnbcGTtsYXTDWGtvMqlTB+rAVl81nVNnacr8FcizhwhDm9BOq/YKdx+deXgnCXjJpdkBdn
TY6q05BUz6DU/YOKsb9sqB5avYkfnPhy59agMgVcjMBB4aiBhUXYmljppHGK1TaQG+IWumtUsStb
X6Pu/V/IARYO0Rne71CcXqW1g2TLKIhOUAhdd37G/FIv3fNtKYubj1mARlnlxi7ISkUfLRxai2Wk
aIM0PyCFGFu+Vt6rvCCC16dz9iAOrRDeSFTqtbEClusAbaknL2n9MXbGjbOwOGtcBkL54JdBQwFU
387PAulsis5SOoCX4SFrjl9vL9LK6KgwRB9QDkhask3bNTi1pDEbAxRrd/uI7f6n4TXh46Wu62o6
YfjeflIOLbnXDEUl5tXXi1B/koeaWXUYvpH20c7Q799eDI8UHpi4ef2L8PWUlsCSm+oYdE9Kceyi
0+3FWTmgs+EFC5GqZtiFFoZHBwHb/qSTT8m9HFpAKsO1B60P4HqoCxI7RZhSgqK6gslBUodu9jA6
W2jklTlAAHBOuM24CCJQsykGtezHWEadYehGkuYOGfO6fitWsXJM0WYSjwXgfzqnJJ1fAsNBAAH3
WQ4y0y8H394qglibxvX4XP6Vwh062SnjAePX8kuWfM6L/ZRsWIYf7CczpY69QD6Y7wNSWYtaMFBw
2ygs1aYgjdrpJMlluVdrlfph3UUxdG19jmv7oNvtN7wt/TtTJwJjopdZ6qapqgSJlOSerqeKvgP7
Z4xKbzt1nbomJxJH1ANmMX+O6zh5h9fqDG6qy720V8G16bdWbz7Yk9Xtu1jND4jtoV3FWNAfKGKm
L0nelwOQvFPzbA1O7SqSFXmp3RtBqql185AZpe9YzG+0kRmeKfd25lv5WO/DWh53ZIykM3xlbd9S
JT6giTn1S7mPY1cDFGWP3sXRL3WI+3M4GD+kuhtcA8A3l8hdO+3K2gLIVo08WRnocXKqibiaSpQn
1BVKblNNTelVkm69xUVMd3qcxI9VShqviml9Lotxeo90rXtEv3mAXrKp9exEiT1bquV9BQ5QDxhI
dslsEnkVLWrXzpRuD4L92m1QWvFb7i1QihSmHgxaOfUu6IlCbxwL8wXNMJTfqW0PxCvpyM7Q/XIE
2IPRGa4Uhs7nngxkz6zoV6OH9hbAdnkY8ejj5iIqhwMPZ2J+GKuJ6k3ZJXqg6eCuQN/AZBeav2/r
nuWFmssQD3zfsqoCqCNQEt95jtndmhPD8yATghygdxVram2t1IpisLTAHKSH2iuAM/wX3w8MFC86
Ri8zUbFJelHlTYSti2A42GrQko0ZmFjk+W3FDK4E8N+vNEKHQp9IGQw9mIw/YB1yKxK5LEW9x1Yo
aFUQYpco14W7uEBUdTraMdCQ6UFqX/rhoIXo+v3NVrd6H60dKnToBYSDq9FFIt3sqNr38H9RoVa7
cfVAAPgk1Zfbu7JwJTgNDO9XgmI4mF0iOoyl6LpRVYMWTIPmT1bmFsMz009K+4Wkf26LWjvAgPAB
3Ak8JXAOwttcF3LfyG2vBBp7HaTP3eH28B/JFHH/0WUHlh3i+3BYBKeOqkOiKGGnBC0dXGf8m7L+
gBySF6cPjv2u1g+EPfVy5Em1tSvLx6H5glIFl5nVbsoDJX/um+ec/dYmNCzeMHrWdvKfLwP/+/xk
TnVra5GDmSfkM5vcEQi8bsN0XltcXtCIIk08t2Cqmoug5kAy0lcqqqKP8vg4fb69uB8+nri4MBdw
wUwTdYEilYwst7KKJw1nXpM9q7DdXKXeAFo1cqS09tSR+kz6ZNlgoYv8rt/T0t4ryZ8QbAJR8aPI
j2p1lLbMseWkUf8KNm1wqPLe6GIoxTIn26zhjJ1lUnluutnefXnR5+MLKrdUuoTUBOOP7G+vWTtd
bXYjPdlNd7fHMBck7h4LNb3sIUjD0wRe5zSZ3NsbuDoVrBPgYIBvLKiAYp7fj1Avd9b14jOIni5N
WZ561vyohi3cw5ooXm4G7QiyowUxaAvnK0zawgQbTf9sNtGhrpDArR3qqWr05fa0ljdL5RTG/5Ul
hA2qImocSiGrld403GZ0RmVb6fS1U4aILWBz6C3DWSTnVyt1+l4Pk9A4MwvtEpvG3WqstjYJUG0j
i44LhMybYD3kMUFfBbw351gfXBlavgz7HS7P7aVanQaQh7yHEIxaEf4lScM4pWC3PTugAZZdCc1S
bgtYnQZ/RtDhB70txKiUSfQ6NJoJ02gpeg7Ifkrq11YaNu7KEseBjjWIf/1XjuCEWWpnAx4oG+fE
Dr2Mw5kzZaexS4sKRLrrutYb5cKts2+a/fX2DFeWkNev4rghdoBqI2GjHIXEqHox5TOL4Dm5jrK/
Pf7KCs7GF/RNHDWDyQaML7We5vh66iVvtyWs3M2ZBP4FVzaSlaROEjWQ0Fd7xf6eAFT5m2wB6teW
SQNjJV4LgJIQZJkL6UKwxtptL58t64XGL3dXlSFeq6E8HQlX1LbCWp0PL0Umi1utk8+Ohj5M3Y6E
tku28lmLrIAgRAishX0pNXKIOSRTDgfiFx0LzzI/K2xPkmPNNrZlbeOvpiRenaqyOkUuBmxLwl6s
3Pxp9+zBruLd7d1fivkgGuOl45C2eARQYxMxOQ0nwJt3SX+KNJdlG8j8VRHIp+ClAbWyLab2YyOP
dYVNExBPB3iJXXpM2g09szzDyJygiI030kHoUzRZI9Tfl1pqTIA4mp5S7VPp2VDP+XBv1zUeibmW
w7/j6q5UOMZTmppToIAC6X3aanO/vCW855YGcjXwnQHqLNySpCBgHZQqEFAwb6I+appub/bW+MLT
yAa7QYSktoI02xkGiJiovqWJV3YC5iDS4pwWlSMQ5ys0NLEapyYJg0GZop91GobnzLZ+UtS6v2Ud
WnimWqGCYwNgUTdrpWnPK2ldh6iPYZyfOlX2Oib9qQy0fxzt19vT5zb13GCdaQmRgnmswO7Xj7jA
U/eohYekDuTkk+rEQBduhbpWRQEJh2JkILDAVz5fhkmVlEhrUvlspn/H7G1SM78fukMSBXlJN2JS
yyXHtExgJVE8gFpe8RVHOVwNIr5cPqMu38/lnyE3wWFdKT9vL9+6HFjWwFSgCtARlKyVgSlKNhv5
TKODYiVeQXaxftHI+20xS3XBp/OPGEHNjvqotmpTy+c2ir1MSmo3NyS3V6KN6azJ+T/SrqxJTlzp
/iIiEDuvQG1d3V2N227b/UJ4vAASmxD7r/8O7bnjKhVRRPu7N8bz4BiyJKWkVObJc2YonjXTcgMB
Nm+Ws72MW4paMU9JaDv7WAuqyXNX/G3NgrQXTHTSEuTySNjYwOAWexEBeLkyivlXyj59PgrpRIIE
/FTkE2www7PHIF8jAFkcA449FEiQ7bx6occjMqokykg4Gd+g0oiI3e1W/HdxCCAynM885Jnk+kse
96XbJQUJq6zzur2DzN5tj1ozIHmUVqjMzBtBwt783G4bsUKJdN1FjcAATS//G8Db3595kpFZNdda
jnUWxZGjfty0uOd0u/9i825vOehJnYpdNDSf89YOqAKhWcPeqCAVqSy2YQY6i1gBtQE6BAlEexuR
BhmrViDVi5OAdMBMloE5luvPoLtPa7NySdglGycOwP76F5P85/tyvBJDAXOMmEXClOxoeuBrJ+ri
7wdGBqS1SL1fKaqiKpHFXaTh91ufnObjp9u/fulsMxxcXPgfIiH52rImNxvrItbmAPIwDa4/Wru2
TzZ93wW3LS1FkWhpfmPrQQ+3nPLSWmHqsVBxWo/0YLv5hhTmYTQcvydK640DGnKdNUr3xdGd2ZRu
IzN3RDoy2ESBzFPcw1QcNZ17dv3z9tgWD4szO1J8QSMrHzM+qeFYvIATwTRf4/gvshYgh/ozf9KD
qyOigaPBBrJPD20/PrQERbEKNZdoDT993QY2b+wzW7NPnm3snLV2NHajGqpDGszqfOze5pvUgm7A
WG0miJzEIBss6i/l8FKpeAM8357PpXWDIiTiB6RhkL2UbtxGLSYdLC2YTxPB0glc+VCw7dZkk5Y8
EoItCFZQxMe/JCtGKUxUpTDKPnlg9FQ3D0r3USQfQRCyUcXKs+aa4xhzem5NOowp16Nh6GENXYR3
JgQkUhCODAb3EcNsiFoduNnty7QKnLr2VWd6HYYsaHi8V3UStPn0Na4dv+F85Xi87su4/F3yIT5W
cZPo81rbrPRc96ceHZiNLF/rqdk+Ya6nErqJ1vp+F1f4z9zLcWLiaGkacexMzRiDKjFerF4JqlRs
YromzrhmStqcDQCxVsawcZpxW/RPVR+UfK+vtU4uXoZn6yuTWPbFOHGo6KhhBNU7SoZtZGVelZf3
pI68MUaHawzu7HT8YBbZtsmKJzFYdyMHowLNtzSu9zVaIWjCAj3OPEqH2ud5vL+9r5byRdD8xnMU
DM1owpcZPfu0cgV1Z5fP7soS+oLKlhiHtr4fa3Rd59F9whF7FtwbUAK9bXvpHjs3Pb8czs4Uh7Wp
BfdXw1ps2B1VNrc/v7iZQVb1lpUHakY66i3UaxU8B3BkZb9cBOl53nopRUW/edWHb0myhg1ZsDfL
PYG2FI8CYBNmrzsbDmOdKxSXIikSbVi5VX9Vw27Utyb5GK+BDOeTQQp18ZiaOft0EIuBv+rSVJIx
1bWSHDNnjb9qZ/IoOE4KJ/3gRCo6tbo8AFRzOyjj9vaULtxqsIvh4YRAHVfWiUQHTVJHeaKGXbyz
aGAmvr6m7r3gFBcmpL2JxGlntgaGpvSFT/hnIOve73YXFqRrM1W72mY51skGSw1YRsDT0/0/TUi3
ZVYofa+NMBGxZyHu0nejZKE/Oev2wKuxgWwZJ6TFcZzlNMObmmpBN22AiQnev9Jg9gIAdG5WvqpH
N52ZtMzVp7DgxivrswDowJ/FKkJvyaEcguc6qhSQp5FzxrROaJMzewoV9861dlxJvQlNf7fHsnDc
g433jxFpNZQCpzCKolPo2JWnlJDLgAI0uWfpyoGzNpj5788OgKzoC+oyA4MxNonw3Rw9jCsmFpIp
s0QJat5ASM9170sTAwowZWO4UxiTwzjcIeTqXnrz3VlKsBcDrok6xQzYuMpS1o2V2J06hSPZ1fWu
LnaA9txekqV4EvTIINq2AWUEK6g0V1TVBa6jcQyppu0jNfZS1p5aoHU6am+6Enhzou1y0f5qdHG0
qeF3de43+tqSLZw2+BnAKSAvBTZiGZqiup3iGFwfQ8unGfONqfRvD3TB9y4MSL6XEKMD5NgeQwMY
5GxTGf+ITPXy+r08fHBvYAfRWoKGTUAvpOmMRFx1qMSBex0cfJ7LVk6DpSgBbM14cxpoQp5bWi/9
DoXkBiRzyohQpgP1Kd1zPfdL+8h0ZYtWV28kj1aUebX5pNrf3z+D6HEFKgYADNyrksu3kcaQtFD1
UFjbxvluVwny8lt9pYS/sLFQNUN9EdImKJnKrDMdkIsTZ0QPaXafN3VQjykISH4VpeujavoXI5pp
s6BdZiHLI8X9Gnhw9bHVjdDpT1P0zWpPGQE6jK5BZJZ8DyhP4H6AKlnIE9SakWTZADtUbAzzTpSe
3npo5ljx8aVNdGZHBsWKUcvsDg1UYe882in32neT2sO7zw1IkRyKTcBH6TCgsjt02GZrEP5rAqrZ
AEjtZtSwASyRFImmfQJCt1I1wlLL1J0w29qrSJt6qHjn93qMPFE0Cb7jVvlNEz3x8HSsfAEsgecm
3VoFZ96rUnCHbQx9ejCEICtiSMFdbkZ6mSi9GZbNPYd4Q3FPmpUn3rIJ3Llz0R6t3dKp1DZNDNRB
ZYaWqL5lRnzvuCUIas3NbUdfdAxgaf9nRjqVehYnU6PCTGqA79Tpg+Ev8pmYqz8W5i1wduXmqdOk
llWaYQYd382gPd8ewEJID8q9mRsMhe3rx1FKpiQtKmKEVhOY0dFIEaRsKTtCK3EVTrO4Jme2JB8c
xYCrApdUWLSal2m+UwHnupYyWlyRMyOSb7VtPVLxZqTxf6rvR2djG6HTwwS7GYJTOXCwKIrbXZrg
wMFa66Vyr9nj4faKLJ5pZyakAdi9phYKT7FTk9I5ordW+JYCKmIBtTCvMoph+357NlL+FiDOuP1U
6fYBXktYrVrAXmMEEFjzdKP1IeUXiPdj/zFhBBprc+EewgXSIWeP1aC4VWWECt9XdL+/PY6lhcfV
hpsAbx8wREtbkelWluckxhGaecq3fI0+ZMl5zz8v7cOibK0xnZelMzYmg5b2vWOswAQX3rwIFv+M
QNofTpxHEPDCCOJiB7x8WaBCsC+UDRqzS29YE6NbG5DkZ9B1yGMonBmhXjnIgD/2hADYt7u9KPNH
5JMe+iO6PZcr0QkjBQKgoTKaQqdGmLLnToH8J1qDY/MfTX+pnCeGY+C2uaW9g5o6ELN4wc8iD5eH
Jfr9axekXQaQJxog+C9WpwRpTyEkuLltaP7Q9bj+GJImLwK/d8Y1GBrRi3cn6HBqEzCTsSR7yZHN
CByur8U6i/4NCgAwVZL5/9I+LV3RV2xgRjgMT06ySduVmG35+wbeqEh+oMlL2p0lG2bpvckIzWRX
ZZ7br0zZkr+B+g4ngDb7uLw/UTznTlZVWqj327bYoiTBspVn3dLyn5uQ9miW9H2GFiAtTEDjPwWD
dlcm6ItYcbKliQLjAwGnAQRzUWS7dLJ2ikGPrGlayBpeeynRJ99t+BoocMnDZqI28MYgbsP77dKK
mla6PogUjIpE36STdXAzN9BHBW/EpN7q9jslq9FxCYJ4wLLfRNGvgTuW1bQUrb3uCSk11XganfD2
jnmLuM62zJsBLA7w/4hmcNvIA6pI1WiJcE9F7tfE70FJZBz46DPj2dAD/lUtt5XuNakPvaVpjYhC
WrMr4/Pfn0VRTjOOdaU37omWE//H5U225dRZE8yWTrsrK5Jn5IZT6lA+c09mYnjtZHukfXKnfZE9
EmohkH5emdL5TXo1pQjdACFCWgSo7MtR9UB4cV73zsmKNICIDKBbgP0CI5sJDt6a1cRzMiGOgA2I
HdG4c8hVVn+8/SMkP/095rPfIO+51BJO2rXOyQQqWqMT3q6G66NrCb0XWpiZPLhtTzpG/rUH1BQY
LNHjJ+fTOmjTQPQyc04GF5uCci+NoqCO11Koconotx30ImNbQDz1KhHcIBWhdRHsDHHxCIZjCJrW
5bFxATLu9OSpLe1v6Jd5bSLTN0S+MqmzO14t7Jlx7XJh1QZl69JNnZM+OQ+0pgeX5iv5FPlF+DZA
QIjgNaiyXyfaGDeUgtW2dTLVJ7cogym664dQm06snLw+32htv4k01ydWvGvIGt2JdFT/tm7h1TED
0kH7JN02rgPQDx9gPe9wmk35L9utt5MZBXnGVxIfi0uJx+9/tqTZZBaYtsvOtU41nrge0o67JjY+
asX0sWmAnYqH8lBV7dYe1N2EZNz7rovfI4WAJLIU81hlDpwkiaJGo4p1Soaj+KSvPXSXXMU9+7w0
ODXK0IKX4PPgXfa2Jv54737DbY3jBc8eLBNYji5dkePrfTT09qmsfhRN7w/53lR+3rZxPYY5IgCo
BrBx9H/LyYl6NJvRtjvrxDxqHiAfc/vz1752+XkpWLNGrYyZi8/rifK10JrHmJf3iiaO3KpWHm+L
I4GIBxZk7n6V6ZqoPmlQOxmt0+Q2kORNPPbj9liuj1uMBSw7SJ3YFgoj89+fXWQKuNzNwmjR8AhN
BNQrOWrmuDa76qg7a0ft4mDObEnzxssppR3Q4ietiLdlLgJzjeX3+sK8HI3kXImomyGxMBqKVlo7
KKCvItyHFkSJVvvTWROQXhoPKNiR+EcQMtO9XM7dlNlNYg/UOnXoV+WRu5v6j7dX53eD+eXJDa5t
0N/ievitR3JpI1ZGZ2iMMX4CBp7bUCzXi32uVW3Q4LYW/mC2JnDXzrTJtb7+2NtdEtCBx4dK6IPX
gWPvaVC4eVB5lj8VBcg2YocZn2lKh+eyaMYdTrD+c+uA+6OAzs6+A1xvX+kWpDwmN/K5KqBbnrKk
8iLUPjZMJXzD7GZ8FoXAGkaJAWhaEt3zhnc70Ox0+wyNXIFjQeJNF4mzKYRNt3rHem9SWXLHMoZu
EXtoUb22u69oQP1lw/pRkEx9aqyabXONuRuSuV8nrja7OqMdBGwAaFNaY9qCzd44tmAo7byId4ju
unI8ZYMVn8xcMH8CGZLPoaq8NRP6zwAVAc8uE+LHld4GBo+UR3cs+nv0LLBNja6rI6kYhEh60N9N
aV8GFqoZwKQa6OLL1NIvhzbytDRJNm5E9e1oa9WHqE1yP+mY/RIpVrmNUIzbG52p7EoRZ8eKU5RF
pkE7cNv4UplD4qNx2PDGcopDW406X4m1xicizTynJvlR4eo/cU+SoBDKMxKj00+Q+d/2oaUdPrc2
oGCDdmIcu5ceZDfo8TWAgH2KOhOyKuxoWrrHNOOTM4pdQbr3JUpxPc10JYDgAoYOOgm53tbYgpg9
MeMnO0m2uVKgRzw+ZvawMqrrsA1m5oKeBVUtNAhJey9uQHuuTlb8ZIBKBqmN5B6Lf+pba3t79pb2
OFqp5nh41pKUh0MjGovRxP6DWMoQIY291uW0dJmA/m3mkEQ/JHIMl8sDVsQI/NYifqJR45Xq5IE6
3K9s0Liau9tDkUtSb0uDTifkTlCtRLeDNGduGQ3joDfxE/rr9y4ddti5xwpZU7zhPIWqgch74COM
b6zJH6JMXUlHLS3ZuXkpsmjjtk2HdMBRNjpfJ1N7MZNm13drOZulFYMeNSg530TK5FO5o0mu22UU
nUqn/G6Al8BrSLQS7C7ZQNIWVoABwuks7am60XIVpVflpI2KpyE1U2cr2ZOFIFN7ky/918Tb359d
zKTNDcQxrXLqrMryYvD5gVaK7dGf+EnjbWjVdtCK8WANON4Uc8X6klMivzbHA6idXyULGJ0cM7Wr
6DTY2ZZm36qGbbLxG51W5nHRDhJsyBZDj+iqAS5tBr1V8yk68QJU/OITKI+81v5gFF9uu/7ietng
gtVnojwkjC43WTVmlbDQT3KKso3OHtgab/bC93F1z60aOJBm4sjL72Nfp+jid6NTm39AK3P+4fbP
X9q5+D5wnACW4HSVcx2pMrlOEaXKCYe5Bo/odL9Q9PhuAuz4odVZF6gidzyIuIo9EA8kKPrB2aOG
v4ZqXRwoCCnwjsVcXtGH9hN6zwuNwStFYD+Ya72YbzAsKdwBsA7IAmT1gAKQs1SlUff6oOvRaWyS
aqOl1uSXpovsWwFeEJqR7MvYF0WgFdzZobES3CBdRHdVqpq4Y6PkR4MgYzuwuPJtwUHdQdpsB2aP
r04dOwEjESIDxkYvLxWo71Xtr9Q1j2ln/mxZazxMQmuDjqboADXH/v0XFkZmzjkGNM1dKUQbnBQp
VZ3opIA8O0r1TZzZoVqU+9uusrhAuExwAqI7BQpYl56IKFWb7AaeojuRV2bU5ysGZIzmfIvM2Mf/
WZCBDX1cZX2mJMopivqgYIA5GhpiJd1+yifTd5ri2ArFq7UiYBPZGXb71JnOcezdfWwVB8ts/Zk8
1xn6B5SiNixP9yRf43xcuGpAnoKwYFYScfDn5SwQk3MaEwduWj1YTlASMHeMK4HOQlw1d7aoLjha
8BqXGeay2uzHSiXKaWw/ROqnIssCTeXe5EKKaVw5ABbeNWij0UGXhgQuXrZSkGAxozeLNIuf0gqr
yr8rjhUkbNemu1HRfKs5vN+JYM/BDkfKD9iOy+mjbcEFuFmV0zA+UiBXftz+/KIL4XE+IznwtAXe
4vL7SPCVotN65dQPJjkqkaX6iakLn1bgO6ITevryxtXCqazpfWQ7zc6Y7CyIm+gLXrFxMLV6tMnR
nv8MBE30fchs4le50Xm9rTQoBHT20ah5vJIdXfIpMrP9O5CmnXFYlz+aI7bU+gyT0jifYgstOhrQ
O9EaBHfhRgS3+39WZEZac1QYq1JTOakEjuXT17Y/UrqSwVo0ArYukH/P+XN5fRvH5NZQFDgkhOkG
eGLmQZNCshg6KGTj8HoNvrO0VfAwx6GOnM8ctF9O3QSZQ7yCSuWkWNSrkNLt3V8Ze2w4dKfVla2y
bAsZSH1W3MUL5NKWrie5K0qMTZkfam3skbwNysnCXQAW526trLK0M4EW+s/c/PdnYVoGCdzKzDC0
iZpeTHbu2Hi2+9JoYVprXl34t7fOojnAVwGSn5FQclFN74lLRTUHngVoZXCCQsDI2xkmWBrX8KwL
E4mTHjqrc7ZuTtddjsxsu6TmBLFZm/SgWklfu0jf9Uq6qUWKgt60cpwuXFzn5mTHr/s0LxNnwM0/
eeAha9+pvzhfWxffl3wws0Vujxa+P5WIk7x8rZwqM9r8NgBOdVcD1BhVNjkGbGaAZtFiAML4odlB
XHrTzuwQnGxwTCfMS3tcfb21UXP3WaP8Vc07zyQZgg37Zej7e15VwHWmK3t9wWMwcDQs4JxFYcee
5/3MQa1x0NS0REQ1RdsOmpsZv1MAwGJJsh/iHKCcNRzAot+cGZTmgYy0Y7qjRidH6R5M5t4VBcbt
IrIax2BSyMqOeAsJpZAR5J5IhIMcAnJr8lsM6JaoYFOPee9M9IYX7YM+FVtVvFrZc+lx0Nz1oNTq
9tVk7JiGdY+rNZWnxTkGFRU0CsF3dpVEHZUmAWvu/IxJI89QHtsBdKNbq4EO0OesWLmH5n13Nd5Z
zwvveHCCyiFyXQGUy+a3GUA2gZGZG4fcx8OP0ki9COdA7viRtfJMexOCuLI5d+VDmg1g1re+rDMn
Ip2jjm1ZR6fE+lAOzKssEqQglpkMIPua0B6+OONOAVcd/ttN17peBwXSakx9QUpfKYTP8tgrE7zx
pgdmq4EL3duaGI+Qvd2Vw75Bt1Y+6b6YaQWivdJrPjWONj+m6oi7IvGUBiz5uadGO8d8pHhzx/1j
mn4zo73JoN37TXE/j+Zh4odk6IPbJ+5bB5s8drgXjlzUWzABkj+LpMdjo0ujUzy8im6Tjye0BHt2
Mnlk+m6NhdeSvWZ1T4r5WAAaUrIEeZRxo4GAsepVz1IpGOOc/e1f9cYoffWr8JOAGwDxAB6el9s6
MrLRIjlxT1b8MGhNMLSfXUT8jKDlCdLs46QAYbytpmNZveoa7qQREkX8q6JOvmlCEYD+EwvuG2nl
T0PYNU5gQC9SjNux+RXRe7c0goivZWbe9DqvfzRiWHgtiGzlsLyJuN1SakIjHL+moBUoAFBxiH8V
/RRo5E7pXwqjwYPvc1M9lLm9YfqmQ/5GS3a6us0NivSlDiKeV9MqoAR6JEq2y+rHyf5YdbvOOIky
FO5Lb+yn4bVrsoNV/Mj5gNSus6+SlRB5odypzclHF3CJmV7YlK5Hx5mKJhGRgTo1ZF6TR0Xc5ew4
1qEJl6fVS8N/GukBhY53i/DON42BIx2YN7S02OCtuVx7UY993cWAi1nRU1s9VOFt31oIdMH4htAc
TBxIzcgObwjWJW3FzROYyh7cAYyeFvJ00zvpUH6PQp8HMCckrxpZbAGV6IrX5glMh0ET3TeErzy5
F0IKDOSPBenqG0Cy2gnRmifAlGMTgln659sztWQAlM/oKIIVwFDko8GwimFoTPOE/jHPs0X2FwNw
0GmDhcCb4Co9phcglBHITp9y8JXu8+9/8evPvi5NT10LV28bfL3iHwvt0RFrNfmFaxGZbSTc5k4R
OK00PW476l1ccOtUdcaDMbQnOjif6FB9pFoUjHa8H0yxxpS/5LxIfQDmBJkskODol3sDaNeedBTO
21GBS1FAcajshnhTQHBlZXWuTGHjz2pluPFx86PecWmKWkiCpLzNQlW/qwtgA7dTuwJAWzOhXZrQ
IBTadZBeCJNi7A6tht7BGnIMp1Jz1mAFV2EbRoP05ZxfAAsWasKXpqa4LGicwJTaxwHvm51Kqe25
Vpmgz0L/0QJDetv9rh6hs0HwIUElBn150Nm5NEh6buqRW7GQpZ8T644k32psoHQtX7U0LgBGQX6N
K+daVg6qCVreti4Lgdqot02SbytHHJ2q/45n295s7F+3h7W0ZDpo2pE1R/LpCkPFJ72PI9dioRgt
UPsl7KOIjVOlrYF7F+1A2wxvM3QkoKfxcvoyLcdre5pYiO4UrxYIOL/zZuV8u9rAWCL9zIbkfjQG
Mp1GKgvxQvxhGPHnSbfugHxAbb35rsXlI6h5zZVdtWzTgIAefAKULrIfou4xloPBcI+inyh5tvoK
vNOvKIQY3RFk9SvmlqfxP3My84iSjR26OnQGcknwmuBtqHYcWop/4RRgmEPAjrMJSzY76Vn8DKRy
zNqszsIMkpTFYIfm6IZTv5b2XNpSgNSg1xHXkX61h3tnjIhOqypkAuzgRjyZnylPdl37MY1w5N52
9EVjNhSbAVlFC4MMnBvNIs6QHijDsa6D0kBpqkwPbp97o7KGlV8yNXd/AWcB7XFUcS6nLzMqPW1z
UYWtwGnUv4wQ9BTTdzwVbg9pyffmDvGZahDoVTl3lJtly3RdKUOexWSrsJncdzKhnEx+WBp9RtR6
rzZGszKRV1EEdhmQubgngZRGG5N0ECYKFapNYbXR7oly764kANY+P0/ume9VLG2LlMdVyL2eBgBy
3p6zpQ10/usl17ZoKRStxK93XkuOd1s3+NZK4XhtBPOynY2AmnXWWvMIpnSjiNVGxrXPSydOT406
r9G7AFKYvfKIJtrbEzT/5xePHiwvutKAgIdyAWDK0gSpQHd0tmVUYaNMuzK/G/ptlX+h5Ydi2Jva
jo9rBhd2Cy48vE6Av0b07s7jPZuuFuzbRUvrIixUDrBuEyv3NqvRuF9qShCP6H+/PcBFe3MjIC4j
lMTlyGGopzLi7QB77pY+o/z5s1hrj3hjgpAmEfcQYhMLMInrZlNzJKmlgOcrzC108Xug5Vf8HnvK
B0gJPepPdaJsaNn7SuZ+anJlU5vpKWMj6BYAAur5k2aialilhHo4ptuP5TQNx9ZJWAzqh7h6xhIS
8Gg7mX6AHYjcV2iQqrpcva90Mw0qbqmbqkhrz8J/cogKo/cs0abHOKGRP9Q9exLcwrcqhRZ+pdTo
rFJjTsE+VydY7dK3YiPIkDe1pmlTIIPSeWgzhZ4Bjd19oqrTPR50ygHIuyjAMtETyAoKstV7Hflr
QFA8lCMi6mk8f+2dlpxUTl6dMvpapQpUGGjeAIOYMnXTKzZEh21oeoIg0TYKT6fOL6J30YuuqJrn
DrFFNnj4f7QqwT5klUFDlSRuFlALesXRlNQHSvTRS0hM7tBfGn1zmaZ1XhtDglRhqeZnRmHe5Zk9
q5GS2iNQmnjMh1EP+pL1j3We25ievl5xsYUtCngiSi9zKhNFN/kEsLsh0/G+wr3Z3v/MBVlJPi+4
MJpYgSdC/R70IDK5o9k4UKowjTyMjdJLp1fCHtL+rsME3t4qC4clEpU4A1A8RyAgv4hoP7V11KRF
mI2glGf3Ve0AxbEC3liYLMQAeJHgqsSjS5eitoTo4Jmt6jzMk0P0bI9rycDr8wyt5cDLz2x7eJVK
l3E5mpMgXMlCO/7Us8iD0MPm9iwtDQC0MOjCRlrgOr+Blj41VZKiCFPum+2LtVZNXfm+XMGu8nTM
ow7fN9yNu0EK8v/1800pMo9dFpnqiM/bR4C/m7XW6/m+kI5CMA+hAw5aPkgAyfeJGLO4TliVhZPV
+qJqD7p+QoiOE++grpJjL03VuTFp4zl9ZubMLTMQWxwdHCfa8+25Wtp4M6oOaQLQDiHXcXlXGSwf
LAeIgrCJNyUTXktLLydBub1tZmHfgY8ezUKIwVXws0hL0iWNjupPji0xxYFOipNRm/to0F7/xgww
Omh6A7GRvDSIE7liGmkeJnobotbg9b22r8w1TqGFiGImrMBDHU5wDbGM0X6Tz5pw4aj0nua2G6un
G4M8JNPJouBq6XovWmuFW3CEeYkQ6iNtC7I3KUiiRgGfI2UdJk9KXmzqsnz/pp912WeqFvBPQTTm
0hNym9aOXZY81Cvk6zxzrWyysG1MHdn7mQQKm0YmAEpLV2es0arQ1IL8w4fhpR6CNXHlBW82gTAD
VTW6iQDfk8bAjZZkNIuqEISQz121gfIWIKmK403v5HzCHYJs4Ew4Ca/Gn/KLyC6IwSmEt8Ihr/wW
/4S3PXlpuWcG4pkqAMJ5csV+FFiiAioY4Zhk/hgM49pULRqAziCEyRAYI193udyqghMe8Og6RD2I
Bxn+ef8AcJ/jvYjjC/e6tOMzUrp2n9eYIFvbt02y1cnhtoWlxT63IF2zjc1J7cQdXiXgmottLUDQ
tFG6f6BlctvQ0lShld518ahHskeGICfpNNYjSA7D+BtP9u4asdDi5xG+oyQzw6lV6X1iK12sjpbF
Q1G+jNzX7LWOnzUD0lLTnlVtosOAke+IuoveJy4/bwWUXZEuQqcP1IDkPITR8tywuFKFIq1/6QLB
vVa8P+TBAwBSNXM1BOeH5ExoM56AVuqrUG8BzQbgbWWFF1zp4vuSKwmitkmT4ft9Ig5M6T8hh7O1
onSPLN/KTbiwGBempOgNLcDIESUwNdaeCsGzT7d9deGivfj8bP7s7Vm2k1bWCjaFDXkex4tQnVrr
+14cAVrHVZCkINEvr7eS1nnSxG4ZGlaJajuQPYo7vlNzZnYqpD4BQ0UHs4N3h3Td5XarlFZUYkUM
vpmEeBWGsW2bfBNVawoHi+OZYeTwLFQT5aQTGewEoF6nCim7n/YtW3naLK7I2eel3WepHHKuloXP
C3aw1Y0gm75mK2fh2hik6SJW3g3IhVdhkW+dbNvvb3vVyudlCW+8BnqeUbsKrcIHwaqyht9Y2n9I
mejogrORwJDTs1rUVCwp4VK86NLHQWg/lTRKnxoWqwdD76eVy3WecimCR/yhAjY2k+RcnVilGLtB
x0sTBKIFeZgaO/E11rlePra2T3BZBRFLnddMT7U1uJo0kyjEgSYdlRDkaQgAwnLpuI9idC0RUFWb
AMd97tZYz6SJ/PfzM+oWnPhoMJHuEq2u3Wkk6NO2xzh6sfNBR6RY56lnjobiu2Zvvs8zfhucX9Qg
XnQA+Zu9/+y86SelJIYugBU17u3q0VxDdUm759/v44ZB3mlGUc3zefb9GqKgRZOraDwnecCTpyj5
Obfe33bvxVlDwQiAPiQgrmTHarvVlKK3MGuV6aGpKdAjdWswoDNXzoIlQwje8XzEUYOYSBqN6Cx3
dFKsftsBd8ZM9knrNeFpBIo3OiONf3tcUsj9Nnnn5qTFQWHconk7mzO/Js6nLN9G2bboPunul9uG
llYJ5QGE99AHA1eTdD8TUHMx3VVA795+sfvXaNrW6UqUsTx1f0xIVzTXIHcydTBh14fU3VTTwRAH
ku5uD2Q+J89Ohn9n7I8V6XYmhXBoXmLGIHM3Ddv4iMbL3t4BVab/Ai3BXxiDU6MfEpz1iKAufbuq
FK3RFWzWnDfjQbUy85mqwgZtV04OYO4AgzHnvRWAbZSqwNsM9soPWJxTJGlx9AI/e4Ws4o7DosTJ
tZDE7QOv2T+DiNBOAC5Nr4vWnHHRR86MzT/mbCfHHDWzUclw8tWb+kdB9+Vacm/ePVeLhxcT+HhA
zQp930sLuZlNpTufrZ35IU0frXLlkl0ewZ/vSyPIkFAoc5VqIXCQntB+1MV+/AvVEbSK/rEh+UQ+
0km4HWyIaBrQXTx9hudrXlp2n28739pg5jvybDk6dANSYmE/AcO9A3kqYJNdkCorHra2JFJcwpMB
cBMDVnC+p6iS2/uocP7mUAW+ACRh+AP9EpcjybtRrzqolMKxgvhBUf36YWhXxrE4W2c2pNmyoWSs
KMDyQ7/iNRm2Ddm33a+/WBBzVuwFXEe7aqjN3CJmpMRUadldEX2d4aRqH63cdIvjODMinaIg7MlI
o0cYB0BZtevRYWOk1sq1s7joZ0akQ5S2PM11E0Y05ckGh+z7OftQWsf7A+kqVLyusjzQvO7o0Js6
HszoAPnWA+B5eymuB6AjOIQcChLsYLWUC3iTqoFsXyF6OBwn9H4WzTuTL7hmcORCsATsGIjTHFfa
FhEZh1pBvSM0qbpxBuYjc3h7CNdHO8ooeI2rc8INNPnq5abgwzCBigG4O70a43t0uH9CJguKKFn5
wa3TlSBw3mGXBy8eg0gaorUZ8S06Ey+NxVHPLAbcSMibYGJf6wkHia/Gr7q+sg2XFgY7GTYATbnG
9gB4mbhp3Rhh9ADdgahYOeCXP48eQeSoAbuRX7ZDo4nOpGBMU9kRgMJUPN9elMXvI1kI1CAkJ8HX
cDlPddFFppJCFVaMftbt0KNy+/vXuxvzAvDJjBCHdLmcNEzsbHCom5ght8ENvU8tKBO9f2ugDw7y
vEjEoBAsv1/MEhp0HJxjIckH8rFK3f5VGZI1gpc3lKDkUYiOwU+DZiWkomVwr1ug8tU0IwmVwYUg
E1Ilqv5tGGzEJS/c/D/OrmzJcRw4fhEjQPB+5SH1NdMt9T0vjLmaNwiA4Pn1To7DdjdFi5Yjdvel
YwkBKBQKVVmZJurP1V5mN82AbhXwr/M/ZbtxgFb2CmAX6FLiSWqBX3lxRPVO44llauSwi02yr7ML
QQKzC/j8/WUNbAIhRUsopL9GfdwlTRMNLPWp1CLgqs9bxdpMwKBpQg0HrBBI3Hy1OotPUqsZ7i6z
GaPvrRiii79PgX/D9Ys8L/oVF3eKbrK8zvrCOGjue3dot2R0Vn4+8J1o8UQ/JOQn6WIjWodUuglw
4cGF4lb/Yl4ecQG8/z/fP6GCTkrm2NI1kPv7GOs76OagTL+/fIlwoaBzEa9kEMkstkCidzS19N4A
1NL2M+Sytl6wpycfmAyQwiO5AL+C4/91jwn6+JXieXfQyl0FeYjMz5Lw0jlgCLDkzokyimamRZiV
pHHZcTPtwVv8HKd50KiNAOj0ysIAWCHQpAHMhgrU1zk4LUj2BmTDD0ZZ73BJBaIOG21XuhvnYWuc
+e+fIl8ONTm9GDBOgjBeaqFh8F1sXVWbtdvVTYE0Idr8gWg4qRsonVblUNMO0o4slIr87lrHN+z0
9/mN2RpmPkCf5kPBITpaud4dmDJ3BlKLJa9/uUb58/wwa8sGjVkUiSElSE5KuDrD23/ibXvI84Nj
ZJAgqUDuNYaNvFxkbYZPAs4E9BRyJUtGFkhOK1s5hjpY9p5ZD513ZSfKd4unPvk55henLubBAJ9E
Ky4o5ZbMEY2lCmDZNXUQ01XqHEDBZDQbV8naBuHMoyrtobh6QpSJDCQtW1G0hzQ3fU6OM3W+y6Pz
27M+CBoVkECdW/EWXhhgqLogpqkOSCyZQ4i+MMvd8ABrQ8wUHgi98URFBuuroZEUADDNhD2X/EkB
n8XIvblFKb1mZS4y/3gAWXO7/WKMXKKCi9JAD29c3Djc/O7V1o53MuSWe31+xU6jVkSQaE4Brxfy
BSe50gw9fEjNlMPBnVrfqa77LLI8Ghr9EyrhG2HT2tJ9Hmvxfoylp3qoHw0Hs3923RfI3Psiezo/
n/Wlm40MiV+IOc2/4ZMfACaFDmjw6g/ok9Oz3ZDf8ClwtxLYW6PMf/80iqUnTM8VRjG1Ya8nIAeD
6KVDv5PmMtgsAiRsD+wM1W/0PuMZ83WgPmm9VBrNcAAXrz8hL1WOG7fy6qZ8GmGxKdbAvSL35HCQ
xu+hvolzqNdtdXWsRLImkNOA4ePc4Fjai/VisZJuOTIMMrym40tFb6bCjkyvhJxa7qPLWlVvaP0I
NHoj6Z1sxcYkl9Q1/9YRsBE0QqCvBLwhi9DATdw07xzaHxqbv3WOcZMz/bHg4n5yjchA9W4Uxq01
Zxht6L1Ntnw/b5b/yw8AEo6AJ949SQ5zC5I1PYXFuPLI6IfedaGsdkK7Ju2rm0ctv1L6nWlcnBXC
ukPz9r9GXfhDNqqxqWyMOlrcFwiMRDhmvxJrw4msHYfPwywiO5GXrZWPdn8Q7pvN3jk4jyH44ezO
r+F8hX99Dn2dzPKKH2srBUagP3hO7qc889MN4NSaL4ReiY2bENick1S0RONFko89jETmPCBDEyZT
udc8N8pI8q45yev5Cc1H62RCeNzN9whKyEtfZcBPjWk89YcY/KZUXOtV7bfDtd7TEPSDfnkhuOk/
D8HMuGaD1will4U1eBVwuEaSDAf+lsfPpr0Rgs230sl0Pn1+YQUlujvcrsbnCX9gbRqCIyUFYT1K
Sr4CENgDPZS20Zl2anizpigeXLObPH11GTLNkL5NUIWvn72e+mYeZYkR8Ozl/E6dmt6cDgEVGfJU
M3R2YXpa27EW1FrsUPv2mAQe/j0/wKnp4eOohQGKhMgCoNmvfn5KKRvyaWSHdOfpkf3hjaiHReWG
Gzz19fMoSO0gzYV/lnEF9IfTKeswCugvfd8A8cmFAD2Y2JcRlg/6uuhKy51H0N1dmSA03linlY3A
yw6IrZlPCfmpxUakjdG0HHrhiCKPVWAkh//HNuCeNee+L/ApLbehsqY+NXp83gE9V6b7RfeuaaHu
hcCThOfHWtsMAz3zs2YbxA+Wp3/oSxCspAWDYOKjg9cEi6COcX6IUwcDbmOUUaAvhrI0tMm/WpXs
LKdIu74+kKwI9fammd4sh+MR0UYZ22ngpj8/3poVfxpvmUXI7XbgQ4kGeAG0PthT/drKHs3K033C
q6uEoYH4/IBrawiVeyTjZi9AlykFZeceeIMJO+Qke6VDjjApD8bS25jXmtXNGbBZ1wlgc3PhOM2c
uVWbOTj+E/Ovx3Qrn7g6Dbwn5iZxYNqXbwqtGyu36jV2AAwIEhXOX52BgmqI+03+99kHf/XRyCYC
4Aq2UoAqsWpfLcIYKFxAmoOiQJa+4teauGbT6BN7iAztyravQfo+tTp+RO3T4b5k0fkNW7OQz+Mv
o00za1uQ6NUHu+A/panfVeCu9QH+3CWSPZjM28DMra0sKsvQoENVfqa0+jpfCuZUtxkT8DCXAQMa
TOnjlcj/H+bxeZDFok6g7WvAKNqg1SnUhB8fz6/ZivXBJgAsRA4FHm/p85rRaFGIruTB8jNUqrb8
0Orn8XE6J7UAZ5uX8NNbBn03corZyKEwlPhN91pvhL6r35/p4lBKAFzcWxweqcX5kEt8P+YvFfq5
n8+vzsoOz8x3oL0BeQNa2xY/P451J2mrHGjnNt3ZREYFmLC3HNvaHGaGXzxg5kt6qSYFUGQjkCwD
fC35qbrMV8NGILM1wPz3T5tAusbqED3xA7Vfhfnh6Y/nV2m288W5n2+0/57AYpXypkt7S82Ayyr2
O2s/oMPLuiX87fwwK8cbCFiglACKRP51CRKu+6qr1WTVh4pIaLVKU/iUpWiiNl7jzn3TErVxNlZ3
Hw0bgJGBQw6B9Nd1Q3dQXSpXrw8WOLiRskapRyTOrebJC/HDc2QDySdAuVGyBEPBUt1vrMGqzQYq
Dlkbjk9si5hzzQBMA6ZF0MyExt/FBnlxUVaujVOSQFHmZhir4Vi36YWA/X+T+DzKwh2ydOxi6Jrw
Q020m6I3v/F2Cx+yMhGQAaAUgigWejhLILdpA9jbJVQdyI+huRnYxQkR1A4+fX5xgUwCDibN8PkW
3JMPE9mfN+DVXz8zaQCCPmerF+cQpLdI6wh8Pvlhtu+Glvrnv79ir7jDEYqBqwVIu6UzzLmriXQs
2wOBZBhBzb6sQ2cLv7U2CWiuop0BLhEV8EXZ28mI1om+ag+VxYMiirNmIwpf8Sao384NU3ivzCSs
X09dXWdV2lqxOoz27cBvsuF2hHacGV6+VsDdzLQzkDdA9eDrKJ5qRJJrWKsRVJwJ+wtALIXY2vlB
1tbq0yDuHDB9crwdAC213WGtGutNBC3buPxW9huqgHhyQ3tqPtcLexqgCCpbojcHLd7nNJBbIN6t
7y/chs6JW9UWvs/VjeY99UYw8Q0Xu+LT8ai3wcE4S9afbAMFk6U+uIU6NNhhqY+hSd8adhzYMWlf
L94MD4QlLtCnkLA+yXaSRuro4Oby8KZ7aE7deNydbjXABuhdAVYGuICTFFzbeJaiGTEPkOZprmK1
EWqufB7hGa4gIKrRMGoufKs+UYunbDDgwRNfytzfwoevDoCrwQZNOV5Zy26rlmiQ+bBGAEySvzdd
+ufStf9PqUxAWFBlPmE8KTuhdD3vrMP4rWy+x3wjAFn58TNOCQ1EeOriDbUwVNNAszZ41yia0ujO
YNOL7mxx0Zx6JTCB47X7D0F/CvvOmdVkJtOBGpR+agXSA5PslXUhGRJ8Ed5/M3kK8ImAmSy7K8cs
VaRqe/3golm0tKPcITtmuxd7WIyCCxRLReCelpxewhSDG2uCAsTS+7VzrY0RHw/E3Mh4ri0ZKNzg
xEEzgsh24f3qxHZGqLPQQ62zK2LhJYg2su/IsULq3L1csx2ZVXRuAgoPh46WuK+u1nWTtNTiRjs4
ICR4TeOX8wZ86grB6AeuiTkXAH76fxn4T54cWtCu0AV3D1mnnlu0hDNp+J6uPZ8fZsWQvwxDv84i
Ky1zrBzhHipag3vR74aNPVkZwEaVBDnAmQLrpPjX2gr6MToOoil/0ydabPz+eZW/vgRwQgDq+5dF
w1tmcRBjI6c2q6l1qMrfidrxN1LfDXRHpl02fFy8VNhvoJApQfX4pKoMYvUmK4QBJFZEkpv8wn6c
+STCEaIWOwsXI2O/CHMmy0injmj2gVE/R/1kK1u6thGfv79IBroZyUeiZ85Bf5Rx4bvJlmD4yulD
WIPkFTBkM5/3Yis6r/GYUyf6gaGdqK8V6HBzX/AK/CFXF+8EwFuIaSHbgDz5Pyr0T2cjL7SqGbkg
h+Ym7x7iLRL6lZX68vnFSnVU5JlWNOQARtLYz+WGM9z6/OLIgXZJkmrA5zMrzNMg26KqmNd5cSRA
KAvQAFgeAL5ZFllF3lpTnuTToWqPrf1gFj+G/HLnhHYkZJUR+c9J/sVWjxrvhFZLQI5z128gcwpC
DHPYqPatzgNvCkSboMrGc/ira0pNUkx2meugcEr8YjgMjQGu8afzprQ6CHpdcf8BLIKiyNdBuOG2
Wi5jcuDV/WT9BYMF2DEuxoqgeQuFSwTNKBgDVPd1jDZvkCK0AAu06U1SKN+a7nu6xfy5cvrmPAVo
tlAKwcFYTGSoRJzHRU4gf/FR07sYNCUaEFfP55drxXa/jDL/ik8nj4yOKWuRkoNh/a3JQxHvzn9/
xZ2DuWJm/5ypOJDk//r9tMwBDi8ZAYj6aOYvWnPtVdcG2MuVJXy21X+0NhsTgQ+gjnhWnpTRewgO
OqCQIweoeEVOD77jdsuIVyrlELmee4Eg+YBK+bJIFXco74pKkgMl4y/Z06itQCg9xfyqRBE7tcSV
O5iRXdsRRXeaxG228SRcsXA0MQDfB9g44sllLU70Y04005sOUnu2xm9Gel121+d3bW0dUU1Auh+N
YvPefd01lcVcYwmdDnbu3Bmd+h573cZbas28AYKe80mIJE9g1noMhVNZzkOIX7QyfO4xvx8tlEg3
DuvqQMgfA6c0R95Lr6OwCxYXPZw/gcQqZ47pk3EI7czIAs6Hl/Mrt7Y5KM3jLT33iDhLxTU3A+eE
CyIstD1kgdUhgZI9xlkanh/l9M2LgOLTKIsbx60zzZKQ9TxUmvWtqltfgT3e6n5qmdrbZMNFnE7p
X+gN1CfYFdA8MBvLJxcB2vFEZkM6HfKWo1KuB7oJnVrt7fyUVkeZKU3mYB8ccIvLIU5tFLFKZzzo
sZZAtXl6mHoGwbU62biFlpphc7YGqrD/PdJJDZhkI0e3HkbSqV9Vj7Hz6lUfVvbUNCBPb9HPl/4f
0hSnZog2D7CzwWXgvyf23hYaMcuejmhn9tsiEi2YrXxIAV2+inPvwuxq8cZYPvJjag/ofRtwqkDD
Vo4jHvoPXv77/CCn3gFT+TTIwjtYrWhAnDVOB60lENfq7yyj2TDwNWv4d7kioQOw+tIasj5vJ7ux
xoPj7asJ6uj3bbe/eBYzG8asQQHANOr1X816KtBl1eRNfbx3penjIbLhpldWycHDAlkp4L3hSBer
BN074I29tD5aMfNdHSK7G3u9NsCscIJEJ/KPzrL9gkorr/AKZse2DEe2SzeO/cbnl1naIhbwpg4+
n9LnZNrZ6dPl6w+hL6B6ZxLWE6hyNkgQDbp6dZwU+JlQ0603IORrE8AL7F//FtJpzsKj0KQq5ZhU
1bHwm/itri9+BwPgATIYSM2hcwvp+IX9EMYddyDiSJkZoD+csK1+xtPYCSM4yMcjZYS39vIWZuag
K73WxRFqYCnxa+82131S3bEcMNiNW/J0sTAWcH9zaQfsGst7y+iyntdESeCe7/h4KyZ58XFA1wCo
6lALMwHvWgaCNAXUL50scUzHIgQ/pZ9uIbhPL8V5BOCtTHj3Ofn1dUNapbEJMoniGDbed88L2zaw
fX1LUnVtoZBERVAE0OspEUlFnKxJeo8fzYqE8eQFuDQuPRiYx6cRZrP4dN8Obokqz4ARypYFfUbC
fgtuenoXYQSUC/+JMkAeY57jpxG8yrGK2iP8KIqbqgYk7appb9SFFDS4Z5EimlOEyDcjpUYWDjYZ
gWWdcMyPjeI7aDAxa+txsbIXGASqPQC+zEC7hYt10jwdvMQVRyN7ZvVDc3EUDGkHqHB4IDVC4nzp
wbW4nvQyy6rjGD8MecAud1D4PmqQszoeUo6nT1WlHK+My6NKRRhbEGrWrs6b0spGQ0oMeRVA6uad
WLy+dCub7FHZ5bE1d1z7ZssbrwhLsXERrYwyY1csnLsZJ+bNl/knc4ptvSzdvmNHzS/k37+F93vL
eayOAAZtpCdAGQBv+HUEu+W1IHzAThg33P2ZZk/o8UfL4cZyrTjcOf8xYxBd4I+WSJYCWejBAvHo
UbOKu7y3Qq03Q6G83UDQhO2L5u389qzY75fxFgtXpiLuZI7xunSMbFNFZKsR4DSOAoIPBx2ZtVlA
YMnM0pF8GorBYcdY7NwYykOuL8yLAykUjIGemVnOAUD7pwHzafuTWgcLaazXx3b8QelfSJCeX6W1
OQCZ48FdQcoNOZevm6+XjtOWLmVH59FQvidvs3Kj8rY6AujFkelESAOe7q8jlGCcHRpTINRB74+b
ZYFnQZYs36rlrlkxcNv/NcySclYU6KaSFoapq8hkD1r+iAagLaWvNZtC7R7VddTxkXimX+cCXjbu
VqpgR+H9rR7brU6s1c+jPIY3Gs48bqmvn5dl5wDjQGBQHiKSvoxA5bix3ysPNBgU+u1huvOzfZn5
IlRobpPr7OgSzdfbK8uNw4T/zfM8qjTQLqP603Pi82GLz2zNDuYeWfiANZ4kt0yZbCarOvLpr+E9
6+KFjh/njXklSIG/RzAH2ABQjsvudTPN2qTqEfXalRfotfHDSYr9ZLE/rgDzdHI5nwtUiHEuIYsM
ERYE2l+3y1R44DRNXB07dLMaHKxgQo8Mb+MCWFu3uR1sThchhbwMHus87cpRYBTR3bnOvhtCutUf
vXZ2QEqKRm+g9GAXi+BuSEotdwTumLa6BbIjykTlN/33pt8Cp6xsEPJEeKNDtAqXvrlYsZ6aDGjH
MT2qanjrmB4iFARNuebbqouG3nm92B6QRgTwEyEGXu1LAXNPKAPc66w8etWBwN7yZ04Nf8S/JH46
P9TK0QUGGfp08A2zPsT8909+uhgqBMidhWDAebX9jl5+maFVBBxg6OZBFLA0gnicYqmwLcfyKWsD
SIqe//UreVdkCmFcwO1BTcxaRktJPWFnJMLi3P6VOEE15HtXVUHR7RTZJ94ubvKoZt9juhXxr5je
l4Hnv39aN2k7zeQYMT8OWv9N2X3oDMZdXcXXoGjZOEhLvbQ5ZsZYUC2cG7gR2i4CNlKnJSiYEJkb
4BlL8u8u/WZ233L+XrVeZLs/be/JyHgY2ypot47YSvSDVCyBbcCvQ3FoccTQ0Zno0nb5kZt/lLz1
jDu0YUTOuI/FVdJPW1NdMUfEC7PHwNPcOlFOlcIbeDL0eOZMDyhCBNwdkJjlQVJUQWn9tZMrkEo2
6HOgoPfi4sEzotp73zCqldOOPCoc/pxMhxrEIrbIuHAKk/by2E3avR7DalGhCuM029HEeDIqumsb
4w2lMfSfQm/ZIFEHbY0ED4JqhOaegl6CnoG5Txr1z/M/7eSX4Yk8dzzPu4Gu5KVyUVK5XTrFRDz2
wz2QMT50CqWMzHRPkoszVRgAd5I30/TMKKqFYzAG3rdStvzRqKpgz5NiY6vXpoI3zlzGQl4XLujr
AbJHbaSpq/B93a8peJKZDJvfjfiZ1r/OL9qJTc1LRfBes+drHJP6OlJZ5MoYmCkf7WAaoirdnf/8
yQnBc81EvmoGgaECuMxhWIyO+iTt7tEyPgr2mA17IiH2e4wt8A+ZGzfDylxAEGmhHRN0Eadq5rTV
emnYtXxkIIklN/rD+bmsfR4PZ3DjI9sDEOPitDdVEXdmmcpHaXwkkcE+Lv88SkfAVKFOBTXUhdOc
c/duYVP5iGbt32or4Fj78Z+/PlvcJ5fM28puncyQj6L6GdjGRmbvJJxBPuHz1xcxrpmrpDNd/PYf
+XjUfvTty+Vrg/wRHI4JxpeTyq7W9GWHQpV4LNm7guxrq5sXG+rcxoxXABKr6Dxa1rxq0MloeobN
Tb1vw4Cw2b7rzT+GcztOV1pz8bsGURIuZeDB8MpEmmRxaWkmLka3zuVjnyLhVqmgYjvLeY63uilP
dx3jgNMfQAgTaZNl7Aysi1d3SSsf9Syqs6i/NF88T+PT5+fhPxnVQEjZsBKfb5u7jD+XFxNwzd+3
0SsP2gwP52JptKaXp0mM7xMIyQ51ci9EFeh6FRAXhL2G+3Teyk6tGKAdRBBIT2PQE+Wx0muUk0xD
/whco6/3fxPnxe43+D5XdmQmxUToD8U2sOEtptRPSYGwMh8ee0jdWLUM6cVOECViBONYMnz/pH8i
iZsSvM9tD0OGzN23VLv8+ygLg4xyfraALGMxASydGF1SWI9q13gceLmLMVQQOcQdPp92KBCfdJxM
VVGO1EmtR6/4YeWPWbWDSO9WT8PKVuPs4aDjTY4OqWXkBqj7iPgmMx+bo2EMoWqqKL2YLxAT+TzG
Iq/QKUfB2jBGltEw61+EsZX3Pr1dMQIAhajKzTnd5RPPrNsWLa0YgadhZXzHxbIr2V8yXmtmVJAt
iMPKmuG1hYajWZl0To59Pe2k7WrAUgz66E7kqiDQP4Z+drI/fwYRrK0ckRl7NrdTgLDuhDFSyHaK
+9g2HptBmY8sIeXVkEHRCkg0ekRzYX0f5z0LaOwYe0lH8KH2aOTyvakaqsAbyAi1OM8W+8Gqyjuh
1K/GdX6RAjg2bpWeivQqcX5Oepo9T9BBlZDcRtkrMI04vjZ747dtosUFWCLjWhTMyXzPG/Iwh/RW
1LdM23vSHo7p0A5HbfTsnyYej8JvS0fbKZ3r6ABJPrhId62Tg6wqA5xBCK3A1yGg3SUOkmTeoF9n
cf4r1wpoeClb+p5ZlNCRSMXfYtDbuwF0gLfMVUg8Spr9SBkaDvx0HClsVMEXlom5myQamwORWj9k
pSyUhpzsTQplFz565x91t38p+6YOJ2cqXivPqcM207sdpm9ANowNQafH01VWFsSH7FcR8VjDNaeK
ZxCHJHfNqJHIaLVf02i60u/URFPfSdzqQxuH1G/tLovMgtvf+ag/QxOqeJYg/b3SuaSBa7VOGSTl
BCX3FA09RtT6kK95bQvlvfWoYjWRW+Vkr/P2ZyG6V91jg6/XI711PSy6zzyII0rFh/ec1w42p7Ym
NGBW1fPIa7x3qObF16NhNEFFc/PByXooa7mSVWXImOEezJb2qAqkVRCLCsiEQpfJg2PU4++MdH+5
TJqd4M0PNiEX5qeGlui+SVJUEsrOfel5+TI07iudpjH10bJFDsopuA8EHmittTEJycRc7lddAv4+
2xtqGbSaxv7YLnA4ZRInQdfE7JghL3NlevIJ2PIflj4cEpanNOybIcoa8lfpvfTj2h7uvWbqVdi4
rVV/a7S63feSfZS96cQ7gPfR0t901pOddaINYo7O71BXBshTk85t3MAdxuwR+Ig3ZiuGu0SzB6RB
+mMhsx+6cA5jrnjjQznurdf57yEVmi+K1Axib0AnH2v7IDYzx8946u4abstrT2ttI8oyzqKS52kV
EvSW3aopzYTPDQF+icSAAF0Wd5Ft59m+zqfE7yzFQx3Nvx+8GPh1UVTPECFLfFIXJiTpkte20YwX
m9H6ehybP8JWTefbPGE3vBy1oFXWjzYxJifUHKNxr6ps0v90FpipgT4dIEGTqYiCx1ceiCrAnSZA
0FT1bQ9yxKJGTJNlYZngAYqazUulA/h+Bf7TJEVLd9Ga9zEBimBq5OQLS9XhEBtFMHSeHTpl9mHn
goVOk7cqql2r9C3V1uXOHboJpmRRn/bkLh8NwnxzNIW4bsbK9EHnpgd23ouAJQIsYWUNgngd9FoE
TSIB0kgqJGNxoCkIQJQ5/AJlrNjbZZUEfWxagUeFQXd9itpW0IzuH2PSmuquL+S3Anz231jPcgrT
kM+0qu7GXDuUTs21/dRxVgWNSTowRWZP8VC+624Ox9NnljmFVta/cTAx9TfSzfI7q5Nway0rOt3X
uPHSDBRLh3wM9IINgo6iwiv6Z0aqpL9WlpZc9RZPHkcwJGhoB2o5Qi2L+YWWGHt3ipNroSqWRbnm
tPEelnpfSLJXMYT9Wlq8OQQ97bgGZWjjBwSNw+sgLbS29ZOEZt+oO6QPcoiLsO+6TkSj1d/2RODw
sYwTHkLo3P1NcVHuhjQmv2O5a8tdB3R2ROIe9o8u7PshN2kMXA6UEJki7neZ0SoLi9qSr640xicU
A3+B9ZncVqp7YCU2Q4Nu+BuASS6USLImDTyIASU+N9Hrm6YN86e+HIIS2J+7xIKuRGmR4WerZLw3
Ord6htzZ88TydzTP8GuXCuuOlrZx5wqYB06zFnRWF/tAZCk/10gWIjsao5GbjbsJIKk7rYg1dmvY
XTf4ZTX9AlNQru0NJLHpH9E4LojzlEnDoh/6sIWz98vUtEMUCs2wtYUABElZEwlKu/b8vjc933DL
350w+qDUOvhWhg4PSDqmevWtmDk17toKcJwRNeomlKVm1qAgt1IvqivQGihKcA9Ru8ddPYAMLuNg
XG+ujHZ8r8fSDaGwkfmcTtVtMsm7pk+Vr7oSIDy9/OW5KXwkT++VM9EQ2o9GZFkg3Cc9HKvVd6bf
mFx7x73xMZpZRgJV123o0lFihTsEeT5rCeeYepzpewfXXxFO0Kcs9uPIKphpmtQQWlFGGqg2K/2U
eeg/tOpnMgrOITeJZJqh4iEEZuQqd7RgKtHjqjMGFkj8RGJUsKqyN/a1ZtAoS6kbZK2bfzOGovLL
ttxzK/ZjHfuiOvww3NTtI4DI5IHKhAVozsUZNTsB/owcvMy+KBV7AaFoueMjoZGVFTGMNm4e7WEA
0WHMxaFH6fvKAPv3HTCSyb4cptR3Vf8xYikDXLg8cFEEe7DR4L+fM4dh5Rl9lHR5jPOoqXfBywK7
EffvogSXGdHzB6BV4ohpuXqHP+zfIS46hnDV9U3tps3RhcgnnIRjiiB2+uK7orEegcatbQIQIjJV
X2VpWRvftFbvf4CqmPqTlEYATCVOodLjdymr33pjWzsbnsIns9RmN9AYYqJtcQ2t0XLvOe0f01BH
0usvlJsCWBDNfXR5buzcNrVlkA2ofxsoViBjY8dXuiGbMOZpHYBoMgvM2KN3Y2rnfmKz5hq+mfks
d+uoyKTzhAtOfO+Nor2xCjBtFBRnpqW1kwcV3mH7vjDbfUyL/tbz4sR308GliFzV5DOXiW/oPDbf
jS5/VdRNX3oFET9rcMVtCc/i0zxHn1aDaIo7AudpQIj34E7C41DLGgw/yQ32p1HECfFbccs3TQkN
6Zj8SUoU+8KOkydTDc1wpdldoe47U09/NxTxTWfIG+nRgzKr7E5MY1ldm21eFL4OpQYZTLW8I5lz
LOy+gIHrpW9b8j1x1QPPRX2leVUG2ZV0jyDOtQYQZA67PI33smm768LWzFDXBvsa3GkqACpZ+JJ0
tNtlNWjLpD7NQCXc48ZYNQFlaBxvrep7MhlJFJupjAZN7/B/NKGX/JSNUwWt0GQEewH/i22EGee5
P3jutMcd/GGM+q+e9zvwKTCAyFEBKLy9mbuhiK0/icEI9ONiYPHRyec7MkOrR14hUZelvpdDQ5za
XAWg1cIqg7o0MHWo2vI+/YtOyHI3cKgqdrR5NQqRBSW136fRym4KZd33BgVVlMs/qpq53/OEtH/Q
qkLuMjdunyY3jvd6ydDfr/X5M0tUHVUxGa8SbvdeNJolyb+Bw1/4WuUlt0R4E6hS0ZXsOn3thVS2
lvKNWkNUVqATIPL6ERBUFzedxdr6B6qcmeVDcbV64yOuQZ8II300QSQ7BlomjJ9t78h3WjQ/wMj6
s0/sOKimtEFEl0NKpH+KoRF/FFIhIEzheu5IozoeloVdkiDP+0EGLi6rP4M7uXuQUnc/EU3IENkc
y6/MDIWUXEkRpYkmIisuxwgyt/kt+tvlPa168tAoO9sJm1vYCrsogjxpKs/n2Rg/F4oD0RfTpnTu
VOvU1E/MbprCxNHoTqPkI05Vd19S9ixtu4rgkvGWIJm40pkdgwqlBl6o06rkZ9YwheBV2hKr03jp
HhrqiD4ACvhharK+xXsCHF6Tlg79HTMrQZ9KbjN2BTbPDOpgCHpB4h3nu6IURVhk6RMKbn/qAuFf
beWBYbUjfGGLh4Y3fXhep+DeLXgcB78eQohWVBVu8QpAlns3cZpHQw4c9Igz/ajsCaF9LdSPjFrq
STO1eyE7oJw8R+FtNLYBsVochTzG04ezVH/Cbrpqr495lsd+zSBlfEvHiqWgx+80r0XUimqCaoVA
LDmxXdITtMe0mv3eYYPe49Kzkm+WQqrZAQDtimRDbV7zTv+OSmYHXsLOqIPKhDp3mVtGG6WuRN4n
GVFAAYDb/C7szEV3Uvmb5hbiXFDvfde9rAfDZZ/eQN25Fr6OBNWL1tbJdWbESR9yCs4KjdngSUIz
QH3jiQpOB04/fR3sxPU1p8Q6AJgDKi1eowtBN+oI7T//Qdp57caNLlv4iQgwh1t2VBallqXxDWF7
NMw58+nPRw8wW00RTcgHuhTA6j9XWGvVD10bIxE8Or6x2puPeV3ldlX6tM2rxmATeeFJlIZgQ/ft
50SsXzKy+teqleP6eWPN229WG9dPkodMTNJNT13xNdXTxzH3cdJEuj/pjcip9jP/SpIRnAyk3Dwg
6SBzmBVzCzg5vUbOUCyf4LbItqm6RXrndX6R3KNZ8VTr4nf6B1XNrevVqum4oojY0Cg2se0W8a9E
a06iEr/IRamxX9X21Re1/MWMKym3BXkYX3O16e/borw1E0/f8ohG7HrL/N4G46tq/kz9tCEOEcSj
p2vC9zANRRvdGeDegVHI/j6g5eKTiyrMq+7x69UsM362Y8MzqCoOos3abhjyb1nYBJs05FwkZvVe
tabHKcte1a5PN9JImOj3RWYbtFI9FHqcbioFykvTW+IJn/jFN9XgFeVy4wcaXv71qEkFz2hlxHbc
u9m9m8l9s8ligtsYIsYupn5/26C9JO6l0XOfMjO10i3NCdL8OKrNU5XqUXcbRJMqZawT7/kWFK6m
c9+ldniP6uamLUKEoPXkx2CMz5kuo2/davQGv2t885dCL3A7KYBT7gq/4VHqRKlBqs4EYmMaKTpv
JspPlG/rjAVHdV2+surMgDyjFldaJv4Ue+2najXhJku5ILVE/ClXcBJlriJ7DJgMqk8JdeDeZ84K
t/42AlHZDKbkcoLi9p9CHQU71gxvM5TGGJOK8L3bOm2b61wRGsWOuvzWHT0B7p4GyiSUW03aRp7+
2ufA6KVgeOxj3dgS9RMFdkHIxWKdStF9FegtbhtarB7GIM43w6jEx7Ez/X0Wug0/LSgcvUtbwvt8
Ihu4YfkdEnq9DUa87zTKubD9IbvvTYUxdHDvojFuT0I3xj8immq9wf1L2yNpovIhBG1syzw97aYz
1OcR5aiXAqWCo9GVQbiRfTG6RVpMe8kjL+CE62UNYo2GRTa+pPJXDtztapT7rtm6mWAU+zRL9EPb
FHstT8VXYuVum4CBum9Ry9xVSVaBvFekH3FWN8Ox9SAsE1eB8PO4KXgFLduqxWJTmdZ4yHvzjal3
bbwS6BMmTuwwiqcsVrtjFJAYMNojQeLeCmrrWiyNjsYHbtDc13VUqrcW/RB3jRbI10FllhtKzeVW
7epvZE2Voy7If1l+0dt9Zr34LQNTIo0G89qtG4rPnVvjnEfeL6PK/8IxM3ajr1hXXUlsaFGp742o
e849v653ZSnGm1LsyngjiGK6LRQ32JYmsU49uD8NJKw2mhCj2afGxySWj3KhHzNhSMoN7nNhG/q4
K3CvLD0+KuWbqRxrvbKlQXuXe6/cV0Uu3Si+DyqRbOy7RlLkh2/UhOap6DVbPZ6kZOP0gTD0m1x5
0S5q2wS/swr3nWVUdtRU8a3akV0dCvGvQQjyG5rEG8m2c/MfVlor11LcVrvSH/V7V1U7pys9l3AT
lRnRCE9JPf4KvUw7tMhWD3al+MTNImme1s8tdn6l9Scztl5SQYx9IFU62bg4aLcR52IT1ZJ1VcRC
sg1RKcpsl4fll8sr8gIUo5WOYxj+ynERbrxeEe8CTy+2fde3tsglczOaufxQS4lKHicRRLtVXTRq
TeHNkrtHdRylQ5mq3S4L6+C2kxHTdaFh2UGT/mP6wnupZaptmeGzESHuleMwb6E1/3TdFHlRFxyR
OwbGlaclun7dI971TR3JhUmNYL31TalH29YrTXOjeVJNs+pwRB5Ay/EDLIFmgW5i2I3U5miFh/lL
kHqY8o3X1pLbbRub0lPXKfl70BR0EXG5OeHKj+NbznNwqBXC3X1PeOiUukxMqet5/qtSIuRCq+Kp
lGoZEV4Eezd16Hf1RpLTUxrp/TWvLAW9wYr72zYOjH3f5j97L+Iy0tuucZpKLt5QjRnROCyTnVcK
1r2fFiJ3DSSOEGKhYZdu0pM+tL6THAg3Xp1UryPIrge9lz1vY5ruyLBwVa51uQhEmoe4xr5zh24j
NiHS8rL5bajK4N0iE/qInNIryCP9OMqDsiEzPHJ5+IO6G139VSKVF49cqjpK7kjq+dGvppRrfn1Y
xaQX2jDYelWjfJcyV/82DCSRArfjArQ85XtNEHojjGbxt9tMKy6qj/zuatuX7lBvChJnW3putztg
QcXJtQhwpdZ6klvf3bRqZtiyknEQ06SzYzVQNz0Xzr5WM+9HCObhCQGD+kmqqnEvj/Vdq3fKI0i2
sLE7OZjCCyFS2UlK33PFEh0XbSkd0mAkFwJqF5RBTqLqelT0/qCKyfAIXc68UzsaZw2Jlh6mi+Kp
Ljtr3IZiatqxJbS2L9Ihx5bqUSDCiFR9U0hKtFKWXao5oDAiTdUNGB1zsFeeqxJ+1aA8G+3raOxa
5Zh1Xy9ooV4CNAEdC4gj6qxMExkmnkUSKVTktlJ49NZYyUvlDIAiv2FY0mfMukYuSyHnpDwnwq7S
NtKa0OzC96cSMiAO8Px0k5wBcpJIdK2ossznWvvJFcpGvFyRWViCj9+fAyL1yuhIwPH9OG/JHR3V
9MojE3fZyMog5l3USdIPJukfk0L1Lc+IsFJVWvo8iAok5IHbQQCb/v+hUC2T9aGViG4AH75+99YU
9z9/Hbk70NwAXehOijbU+dfNwVIEJWiUZzBgwpWZHC/PzQT8OBMzgF/08fMz3AnhmypXPp8X81vL
uGrHq244GOQjLptZG8XsHJCppPwh1MpzOv4a+1Pw8//3+RnkQc6r3KNYrDzn9ZFEt7KywouTRHkS
dQFKoTDYztcAwa9UD3KNXy/uzcgeclt9z9a0R5emCID4pFdMiPhJw8fNJT/KQ2rfCa26rSGzaWX5
9VmaFCsm+UuwznOKZRBWaRIggfuskpsM1F2SfZW1xmb6aMCYzVOYjWGObtZzo7R2Z25dcQ1AvTRJ
IOlpPaHA2cXWuQWhaBVyTbL6/C2nN6LurpEblr6PrsfUwmrCus+L3p1lRoGSN/pzx3uIx250wsoi
THMwO3ATPoOfD9bycwPTJlIpp6q18dx296O3RX6hO5RPVvr1E3FmZgaaEpIw8iwTMzklhK0Xr2AI
F06EDD5Rg8QCaP5TW5MiI93h+5mBg6zdRf1WSw4qleOSJMzlPfv5gUAzC5gi+GhYuxARzhe81iWl
TXKL2EIdg9tBS5+pVWgPedOqK5YWhgT7C7oRpJNJh2hmyfOpXcuRKT5L0js1rU3Xu5TzAjgOzdct
gTebgMUTcBqp3vMxdQGKFGy+4bkeZMKBoivbGwAH8veoC8hC+qb7ZXAhCQ2EIwD2su0QpD83SJ1t
AP1Wq89+tavaXb2mq/2bKjPb1ABJZYCvcIcnYM25gVIxiFIy3BDJIknnCVq8SYLYBDJcVndjMno9
zP6cbtQUfbyt0EsdaAjVsOtRKm5GyYyuKEEGTxIoA9sjfj6QZDLucV2HWyUZROEw6HrzIFGlvVf6
73QcQ7RLP0aSVu9j0et2aQlLKBBzI7VdLawexNHwdr0mCj+rOJKewhDX8/K+XNgtEE4h3tAxHMD0
XAbZohWDqI+l8mxyl1rxaZBlux8PpPEu2/kMQZ+YrZii4ocPwL45n9o+govVBKryTN3aVrrHBjkG
slpDRYKKSrjX3zbNQU6uCAPJM69cVp+5P2DW2KQ6DxMEDC73c+vKlHhKTdF9lh4qQ0Od12OCf+Xq
ixVkGyEn9iPVtqII8fkOZquCzoHAgmF5TjBzGz0zjT53n33PO7iCsHcuT+nC96FVw12YWnIhLzeb
UWMQu1h38+BUZN19KiXXivRVeWZ+9EcL0+b54BFmSW1VyDsGp4Zya70T9C9DI/k+2LIJY4Y0pTlb
lUijLVKjRMEpDPESNqsUv8UZQu9dZ8eBl5uT1qwmb8QYTbxnSQYkkxwQuP2DJfhgYHYhVW6v5kOB
gVzcVydRXrlgP/9+AhaKR+BtoaB/0ikU29pVMrJjzzD7ohxh4S/7OXyfFUAydwod52SASPKEOutc
4TkxblLp0Jkrx+7zowcg9fexm7Rg0a053z+yUNMDQtKikzlepdYp1PfpcP3VFTg3MfMP0r7QROAx
0UkTtrCbkjVZl4Ul+E1BheaGT/vpkHkIF0daSv85VbxKrjPvyyfAQs5vElWZGjl8enDazo+7ZBTC
U/rLB+Dcfn0DQTMH+MgFwd1nzGYnKhI5KQYrOikkx2U7e/365H/8/CyqlttSr42WzyfpjdnclcbK
z5/2x/lzPLHk//v580bGKlXEqFX5vtRscgO4gmyTnqdmvgnMNa3Ahb1K5gT8N5hKGM1zFHgf6rof
W0l6MvSXrGntng5na+Skz4/tpDL7PxvTZvtwnxZJha4K7tlJ2OVdYLc7acpc7r68KGdGZs+Cqadw
/12MZAq908KbMf3yu8YokKGCqwtlDldzNopCc/sqTNMTF/puVIdrN24OfzCGDyZm92pXuXrqunF6
+lYNd3345WeNxlMoACFwo/H4zK+lKG7L3qPA+5xEP+tso8grvs7CnQEDDXi2xURBYZ8tc5yBDepJ
bj734ja4AiXz5ck5+/xsgSMBMiuIf/25Dfo9OmBZNKycu8UBoJaKEgl+C/79+QrHcqCP7dgxQSXQ
R4N+Nt2Khek3zk42SCLeNRpLkU6cx6ehW0kkZE3juSv3AN70aO+2+8vTtHDY6OtBjE3a7/epPh9E
BpRHzihwPqNru1HD+0y4yb1yE3+5hQGKkGQsaeSJcONErjy3kxMgBKhDms9emN+418mql7RwC54Z
mF3ivuz75UCx/jn6B1CRb+21YGPE0EVXDt3cSYZyARgE6SryQ1PwMyfIt5LqVnlvCKfawB+Td1ks
XwvNNwP2QtNcjdawBfdFUcI/Xl6p30SCD7th4pIQQxIcIIdF1Drn4KZ1oEie2yunoQdaAjMzUm0P
/MOLNQ7KIaDHNOWL7FtQa927m8jNe5fp1k2ad+4/iaUn16krfsvpibFPZNeyBWWUqea2INMUgdCi
LiokKobYN5/8uqCNWSP7D4j0dnR5R21/k1y3ygaiSVd4wBD6F8FMgSfk1Y5289YBEER+kBoFbBqA
xKsKrArdPaIe5HpiRfEtyFP/qbO0E8xOcXt5YmZb+N95UUiYQnNEz2WuU+3JVpv4RqucAu3m7ZCl
t9HbZQOzg/6vARWtURpWLLgfcVXVlig2yklsvS24+7KVV4awZmH2WFT0W5ZVnyHQV0I4uH8wABkJ
W9J1+K+TzPr54fNT0mhZJfF5VTgEoX9c8c+UhSWAtgc3U4UrKX6ifipdQB7NLJQTbbzQ/nSj6N4z
pPxFqjPvUdRQOhK0kc41mRtuXZSDNlqUa3cUpD3Nbjuj2htKo13ncqQ/JVVWH0gZyP/oXXfnApk7
inJnkpwRwm0RCvmVNVbSIdQEaAJGgzsoVSDpzCrftzWgqhYWwkFS/X4zBDDjNhT7KzuPGvHvAiFi
u3GhV4xDr9yATFqTJ11YRq4HJkEinchWmb85IVRSX+/VkyL/Y/3wlG+X9+HsOZj2IQuIsCCkKeUz
RyevXdNKTFc5kVO0VWAHfX8NQPyykd9K67NrZiLlwPBBt41K2WwQyWjUfWR56skYjG0WH9zqzTq0
ZG/U74DxQIMr2TZ6n4Dv+jYZ/tYlRze+tyTKhXbFhZqrDvw7YBSU0IIw8AjnkZdsVS4yipl6kpvs
riziXaf6jxI9e1uP/kT+eK+4IJ0QPFAyaSdn2cqpXNjVkyDbf+ZnpxJkUdOEAebbCihlBNHhUchv
PHVcCQA/jZPU88SolJE9muSC5kT4sWoszeX03pMrfBAQC9FzLvMuj/ZKXIS7LoweCjN464WdVEWP
ohqsDFSeShof1xx51n/1NkgZkqmcXxBRpxCjk1t7kBtKvlljSRtZEEEMZvkpKcT4jr5H2ZUfRuqU
zpOv2Ds1SE1OYERGWxOPjRl7G6+1/hnrEB3uxMsBDPaoJpRtdwTyvuZ7zY4CSU0miqCffAUkXpJm
5zdalURpmPRF6gwqggX1sYyPHuCEy0dhyQjhOIrG04MPP+7cSJzQ/Yym4VNHzPck/+52dL54vWxi
+sSHif89jo8mZuMwI7CUlo6JPPihK8FVbB1M19owc4ns7Rt/LcG+aI9cvgKRgMhk3uXVT0YzlYUg
dVqBFn+julFR0BMS+g23D7n/SwivLo9vdiP+Hh++vQKXnp5Pn3QaB3UQYC/4tBaD1JRXW2P4Yt/a
fy38buzxW9hn7iMLrtnpil8AAnb3nvDeGV9LnXz6/uwSCHM1qlPS3Y4aKbbcv0fjyuFbmiKVfKtE
fYj0yVzAralDOWtEgSafyqZkltaKsUu7GFgbpHpOi4K8yfkuDiJRElI0053I2rjtlSDsCuV4eZXX
TMwLAp6bipZHh82uK3Zm0zlSUzwEhbHiei+ZIR5CHUqa9B/mioNBrgeikTWRQ3MVK9539SFZKwut
mZgdeb+x5N7yu8iJ2zE/mMg3HXBl3V1Urbqta6ZmR7+YQF59wfvNuj0anX+v91dj+3R5ZWZP2O/d
O0XvEHqntZ8rQRQtCMGyFSOnSnehchx1Wyw37s/LRpZ28EcjU2j2IWGTU98yPUuOYNxYf8NCG2DK
dCtrv2SDDC+gCIIfmTrguQ1UlSX4NGHsIBU8oXHXBIkXVoMXBWQN8la/VXjOv1/y2sEbCXJHqN6E
vsbNf6qhkXx5os6MzO6SvvTN0JNC2lHWO/DDsrDyYC1M0tn3Z5PkC2PZmRqD0JVwq7VPUamvjGBx
miaZIrwRE6Gp2VIHSdImiWfSw3G0h7/ghEYre2nZALAFgjny7dZsCIYCdSlpx8xpWv1WG/Jrs85u
Czd9vrwSC++gQcXpPzPTTH7YslFLnh/1BJofK8Am28Ooy3jTjT1496r0V+D/ddnc4sKgpTB1SSNK
micDU57GTJQYVRfAgzFMW67+ZEAfLMzmzc00sagqMXOk1DxaKONK+kPl5ZveeFTN0A6St8sjWlwn
QmKafKi4rnMoV+VpsHH0PHNGOYTvMf4zdAW1KVdYcSCmDTVzkAxclf/szJ6WAJx9rhVN5hgTHyKW
Wx0feIAy24Mcb41aeAJslKzEs8uDo1UpMF1jAnqd7w6SIkXr6eyOjuxHcWjca69ZcSvWTMwemqDI
pBwaZeZYYNj1a+8U5n90Vie8HSEpQKZ50Vrr9VapS9SzQu0pbd+t4j7Id5d3weLqfDAxPT8fjlGe
jOAlcty7LBs3keYENWhU/W8/+lsKt183BZIJOR0aJdI3aprQD6ZShG7VuHRTp/GtjZzFd26SQf+Q
Kjse1VcpgZJ42eDSCuE3qZOzgRLxPPhUJri2OtDXWya4DHxYyxkk4mitmduamfmbwJUt+QbjEuS/
w6yzleKXJq9oKi0t08ehzC6HZMyGolRNbKDIXcn5VotphFbYtejt9PHp8rwtuBw0Qv/fvM2uVsEb
k8yLGZDF2qjlN20A8S1nOzdfOUJLl6qKbDr3JTXHT00JRTmhG6zoZY6cajeC4t1CAVgxsbQ4JAAA
XfCHgvNs4gxPH0Jv6u0eWRlEyodR+NZ8sX/85KJN7Yn/szGbr1LqBBf6UOok/TYvbVQkLq/H2him
/384ONqgqxDg+D5hn12N8D3bFrb1yj29tOrIuZDeVwj1QJmeW2kVCc6G3ieO1MsHQX1Ad2OrJL+y
L5Z1/p0ttKjxAHUkXebXQIVWAELYUeK4wlOgXblruZjFcejcMMgd/b43z8ehJF1lBVCpHHE81HFu
Nz753vjw9+U1WXI/0IUCig7MmlTh7IEhO+n1qBtkjjCmGz8/NuN3paBtZ7s1FG+rVmuO5+9a1PwZ
ZYsBNzUQvv2UI88UI0b0IM4cmoSONwbZ2E0olMpW7CXhEJqFetTb9oViU7bLZW3YeYoe7iBNiHYJ
Ed+WCjI4g0J6Xw6EbBPIVnbtohy1vTwtS1uVTgtg1qYY75PsogHXoBtqiys3/RbJOXKQb3LzB2/7
Rxuz+xY1c1GQRCF1RNkRigdIMAhb7C+PY3F5P4xjdhioAaUelOPMQdbq2pC7J0MZJ6LldRHmW7Ku
BY2WopVk6drcza6RRJLbuDOZu/ItMe7LZNsWf2IBgBgx0oTOnF+GpA1HQyosXL4s2RTtld/+TIf2
D24rbtr/jMyG0SfmaAyDmzltmm9UIUBtpbSr8HR5gRYnC+8OXC4lIzzy81NuQH1HrUJngSAxd+Nh
lI2NREhz2crSs4vzpajk0yFVGLObN8wLpekGAx+vRT8JrZXskFilPRQnP/77sqlpWubn+6Op6Vr7
cMmHk9y13uDr9f23rr1XVj6/NF9c7eSpKXlOzbXOP2+kWmxEoKzIvMS3ninvpc67Enzza8jV35c7
8mNIvEyU3E/tAw23IMfTjpxNFfEB2tA/Cqb58/JMLQyFVBjLgYA6CZHfufgPM1VmXuoKihE5Uf0r
DneFtI+Mldmads9sMYBu4pdAvCI8mocPVhYKmqEJkaPn/3QuXEVrYwnw5tMrBJK2kvVQrPXYXHi1
zizOookoIkaLWBuWv7cj5a7wfDsZ9Y0uDit7emn66Byvo5tNseLTJeAHbSIGiP44tZDYfbgvEXRK
zBW3a3E46u/WhTDW2dfn2w0lXH80Sp9kj/emJfkh0o9hVW+lbK1LyuJoQDzqU3NugOfTsfqwGZqy
SJFzYTOowiskU1sy3+pixfletIFqOfBNivaI0Z3b8NC+8EaftaET7ShsFf9B7N4v7+ml+ZricBCc
E5dhnjTRsyIw6aMVk83QNnRjt0Wp34roWjTDyunRFy4ai2YQJh0QKRTh7J2PBnGZdiybMnYsNage
C735XiRumm00JUxAaSXCo5u6D4A99oITwhEQYm2f4ZegKYCuGwjw5I1SX7Sz6rGyizzUCRvH9C1x
h+DYjXL0T0wyf2+NsnUX6aVy3aLmgHQUyiRarlE/EOT6SMOV3gGEkdpl1/WHSFDDLTFc65Q0k7hr
OwFusYhCUhbXwo2eSwLyFpVi/RLzRu2RQjGbrdI08nYci+6fWqUlrZIP3XuJBsaLl2jhLy/LrGOG
0tC1liXC1oTFfgCh8xK2aWtn3ugdA0EfDwiGq3sEDZCcEPyRoLSl6bOrRsc4CtL3RkHpSkAZDDUb
kDsoPK5R0RaXnXNIexmLGGi+7FWI2B8dxzmLxYFmDfe9YOfh4fLWWlxvpJ9ILakaWKCZp5qNsaGg
ZhQ5CVCPezEtd5e//3kM6NYydpoyTM2j5jwMXS+EVK04gcilvKOUsKvL+LXzpdtENlaurs9DAbND
E5uJQCmCg5hdkloGv6PNI0wd3IY6yEoENMfu83pNmCAqoRPKgthhdtCzTBqRYqI8kVA0RDC1wnkp
Roo6WbtHm+/ay/qbvhS/D655G0fjARbumxhGKz9jaUKpjcDMAHRoWvNOAGKU0g/ZIBkPjcfpg/Ao
tsThWlYd0VPcXF68z37uNOL/2ZLPLwMN+J6iBUrkNGO5z9Cr08eraKRvePlkluZduHZdL64gCRmQ
ADJA4/nDilC6oeK/M8Otu4cDeNvK+pf3O0MiecGuhOvxqTGeFJVWbZIApGEpV4X3XiVrfU4WBzG1
8iS1yDjmeaXWF9Kg7pTQGfeWfl2uQb2X1h+kksS1AICDouL5mnhCKWdaSy0u8ZuHOLZ2Uoh6RIBO
QWkaK/7aoq0JijY9nVRlZrY6ZO0ji07JTjiG3RXScf2+NKp+2xqonPlWka9gU6bvnTtWsBmJ+wlA
wNRC3TofW9QOrmWBhnBU+RCZaHORvdpf3tJLqwP3ZspgEBfAKjg3oTeFHmZGhoneM/aeIee7BpG1
lSB0+sr5QCb3CSlteFRcrnPARywnaYWeExWz4RS2mxo1wihcue4+22Cy8DM18rN0tpjrEmexpEZI
PVDKBKQoJt+04qc57iVKQp6+RkxftDU15KMMyO2nzbL0VQ3EXav9iFRz0p500o0bjSCYEhdSuAfU
1Yyfo+trK1fd4nb4YHV2/Vg4HpIL9dGp/f44eRAbXWmkDZLW2cpcLloCDUX3jwm7Os86oRQURVXo
RY6W/ZX2FUIHT7K+grdesMGWRipcZb3Y5rPN3SFDM5S+FTgB4dXYbq1U3qprCfuF7X1mZPr/B4fX
m8ASYYiR5Aedkrch+YjL52dxFFRoWRaN0cxdd3HIxDhvitDJu2Jb1+JrPsR3stes5CKWxgEnBiSs
Tqr5E6IRJHBTBSCwnQRFlxcheL48isXPy9yhAODJXM6RP6bc1jjVfN5FcFk/ymhMXTaw5CwQfU6F
bED2E436fCEQBK5GWewDR0Hw9xYo1TMw/GRf4n+iTIv7bvTZz1LQtDu0S1rUb+v02sxi/TZvQ2kN
IrI4XADegCpUannzECUVBmSDejVwelnYtn1753fuy+UBL7gK0hQATdRGUODzEzR0pVQMAhsvVr7B
IdnGonrwq9sitLYSesa5srKCS/uQAByIGKrglKtn8+vnetymRsLT5JZPiVbeW0VwrDvv7fKwFl7A
iXiDL0UBYqFI5PZDU+dK4JRuefRa8bufuQBUeydo1L8um1ockTXFXFxgVMFmIzKrINWywAwco9ga
IgCF+67aXDaxuA8+mJj+/+F2KCZfX4Rq77SdlG0n6Bb6xPHa3l+zMg30g5WyLz3RKwwuuugoK/da
d/z/jWJasw/fT+q2zCqT749IOCli/6gBQv66CVYd2BZgERl24LmJSlNaNMFdrp90l5TbcMXPWXhO
6bRJkgWwNujGOSfWUyruV9Uk/VUfZf1GNp8tBOX6G0P5urfDJUdugk6rU9+V2TjIXYZ1X0e+Qwem
fWtZO0WJv8aenKIiTJBxI3okBzJ/EMB+1xAAAt/xT4gQf1EK5NPXZ2sdW0OgewFft2rk6W4raXd5
oefQ3E8GpqX6sJnKvBpirZp+vlRsM9oGRpW0EcIB2getoXz0vpKmfx/a+s5T+5c8X0tXLj0UIJJo
7Qp6DxWPeadr7vy4HprCc7xIftBa9Bx/ptBN5BjJ2DqIN6GiHdKavoISwnie9BxJf3BeP/6CuXAS
xHq3UFN+QaWrj2LmvrSB9XVPDoQaZR/2CJywOUzN09Wi60rZc0TrthfuktIZrJUztXB9YgKKs0Su
j+t6drf5pl4YsaJ7TqDtqwR9qmthjVO4vFbyhM4HEINcwAxqiS5y1CCf4TkIzqZ/yUaLWNsgtUfB
rIVbYN/eQUXkzc4MV9h0Fmkpv0CT2xg84SpSaDB2ee8ujnjqamig1TBlu8+3bpdncol2o+/U0mOc
vGnFu5etJGrnZKjpeNAmlBQ3ulrw4OZ4MBoBt3jGaeBw3/5NLfGX76lo2r3XRbOX9OSmScsXhNto
OlHDLro8voV3hOQwPotpMTg8i/Px1SZ4dCUyfcdsg03/Ogb+ynO4OIEfDEw+zYezL5QDvE3oKk4+
3koRbYmoFn6NBPnv/CHVAWICsNsnd7kRO1cSqxxHcyx2HUJwSXH6g1kyUTqBdkeNYO5omlGT1pXQ
Bo4Xdi6djuimnMV0H/j/WZmdrjpUFYhmWAlb2VaBljSFvGJiwYOE+g1TgWQklex5PGvlZmYZZRKQ
5EYL0g7QaXwOUdG+GUc/Og65NDzQ8EPeKka/ljlc8PJ45FGZJ/QjLzAv1yNgGlqdirMuFM213tfX
sTme5K598QZ1ZUMs7rkPpmZ7zu2BoaJEjgtm1K7dNn5+L2djtzHFcG17L54fymwIK9Hu8hM2eNQy
hY4eeP1Gc0ifo3rFDVuaNAifdCaDCYW3Mrt+3CDycqsZAwdyYpz196ZyK8XNpqj0FSdmzZB8fkwV
cURp2MRQGb+4jXojVE8g9qFSrKEoliYMDqtMstrQiTtn17vbh3WYZoLvuPGhlI/DSlJo8fMkT/CR
EF/51DNs8OIoGeFJghq4717c4g8eQEC7v+mroKbmzaMpG+VSOOS+Q9sRaIyjl7/0ntbd6iU0kMu3
weJDSL9z9IE4quQBZrFKPqCtmvey7wyVUG/cFMheH0XlveHWfW4roWT7gX/odVpvBE271UIanuSR
qL8rXbMmMDP5sOe5NpiPIIWmoiUJKmV2onpfz7uGtiNOE4MYpMxRb3xlzPeSmZpbw2iTqf1KTI8T
64XmWP3KrbV0nrGKSwMEYEK1nG9OaEqoGbum5+i9eSPFAc2B3K0fHy5P+OIRMFjT6R0kATfz4/0E
jfOxTX1HzOpfZpihAGy9RwUFt7paybwsDsgETapK0BwhrJwPKONF1joz9B0pstpdVwz5Q0Nb9euu
6Nbaty3d+FMeG++Ca5/FOzc1CE1bDAG7yNeb/qGKwc5oxaNW6cPWg4V2V3qFulXKYlgJWRa3L01p
kSWgLDzVps4NW0KgF2LY+6Cl0sfct7YxxJw6HtACzLc1ZcjYoHuKUVkwauR6i2by3h2Ur+N3TeS7
DGOibohk02aLGvqZmY95nBDw06EAbRLvr2It4l/aOB9szMlBOcJbrmxio28OWdfamp7b+nCldOHK
lbB0uYEbgcJKQktD8Ol8SmVYQVKUypSoo6Ohbozk+esnYFKSAIXE+4wO0Pn3STEP5aCHiRP77aEq
3iiLoif7TV5T6Fra/qjH6sgGooWnarPbxJPp3dW6Q+Io/mhPiodgqgVAPV8fDUEKN6hEYP6pcaGm
eKlnRW3ilDQCktFxuULFTV3r+be0+B+tTGv2wb9FfaNMFaVLnI7OQaVWbuP+R+j7dir8/QfDIVcC
Vpdmj8Y89mpFNU0Tmu85obI1yk1t0Zfqx1D/yV1LxmSKI8mQfUqbuCAgSr2oYqeR6BlllXQcUOrv
jRatRD1LewAbv/XKcETnZcgw6BWrR9reSceKaE7xCluxssOYVC+X523xIvpoabbbgEu0pSX1sSMp
aMb3Ed2FzNtOsOwo1q6CQN/qnrgfR/N51DV6QwQ01pBWDtbSwZ3SmxytSYdkXuPzqrCShHiMHcOs
v6Nm/ZihrbEyzMkdmD/RFDwQvQOSBVxu9khKuUbHqyBNHKvQTmoxbqMxQGiC4UXZhscGvLpaoc7Z
3yrAgKLeuk6y8Kqv1mQYFheW2IKyL8yBz7mWEEkM5CwSJ5MLeukJxZbOEP62AgN8ecSLhnBFfuPp
8JBmt1WUREEAt5yT10eoWmmBt4elibCG25juiq3FBQSMCnhvcg3mr2g0ll5NVz+Q2dXBuq/jP/Ba
KTP+9/nZFk1cw9WanheklXS7ozFJ83p5rqZX/tPmmHpwk4SiNj+vHJRho7ep7CWO93+cXVlv3Diz
/UUCtFESX7V0t9ubbMdJnBchK0VqF0Vq+fX3KIP7jS03uuGZhwCDzKiaZJEsVp06p11++e2RepFR
1UdnIckoh+S8sZMLA7o1ULwAJ/IOPWFRNkwWBQLRD+7RbxKa8r4EE+J5I9ZpKwjWENlAJHjbbi8V
pyVormroQpllSJvlnmTBHnp7O5fpncuhohnOIdTzoEVlL8Ztk1v3WZMfpALd/fnfcmp2UUaDJByy
i2jmWn/qqzugyrKR1RYa6QN00dPZeuka6G/NeCwkU+f/UXlp/IcpRkHG/wvyBKBoPQxeWRTmCM4Z
FDMeZuNmBRVR/tW1v58f1ambjWAPA/boAZewPVBayAMNekLM7wR7u0isfGfTvfNBFdu/yZs1IwvJ
e2TPQfD7diQ+g9JB2bnVAwqIeygb7qGscreUl9gZToXBBCkupIfWgNS335rhmYVQm9LqobJeqJdH
GfttQtwn978qrwqVNV9wz1MHxmt7mwVyoZIG/bsABwYEasgfG1JU51fnlIG1IAA97gDF1a0HNBr7
ryPFek9fcXZN0v/w+ZWvEeEzmDO3j6GqCvTKd1Egbh5DD4QlbXeJou7kCP41sU2JI9cO3ZMACN86
H6qreerKOztnl+i/TmZXES2h4w0FABxGmwcQdvvcmz1gIoRX/sucTfxgcKOKiAtWjanIij2YjyyI
apYZYD7c3dVqhhDO+ek8dVghbY7S7cqJjqaVt+7HdKfKwdOIdowlArDna7FMhxqil+fNnJrSld/U
RlwF8NU2ZeBDGtZaqrUxLcuiGfmA8VJW4pKF9e9fHTwKVSjD5bDQOlFQhlNx+C8jABUFYhjgbczN
90kmg9xvjPJhCW5LyHFeyAyeymOgoL22D6NG/47+q3QaLWSL6Fa7N4EYQs8nEWTHQtwNuXFDhR0R
60JgduoYfW1yc8AxhNq8oQD7DghNgmaKqv7KRhXP0Rem7i/CYHvJv7a0cbLFHQDnqwY8D7l/qPvi
AH3IRFVipzg5jiBICUufHQNQC1Bj+FLXXlwHxieViQtP/5M+ghAUgSyuRNzNb33EZ5AWbUaE9u4k
n2k5HoFEvzDWUybQ4YDyEAI//LMxQTrDa9oKMFF0ZOWfgqzKIEiop8/nnfHUpYEG/TVsQis9Gp7e
DkQ3wMzMwVI8TN4U5+zZFci+3jbkZiA69I3H89bWr22Xb2VxBhIHeBYQWL+1xsyFyakCas7xarDD
aQoVJ3qVF+UtK5xrCirJC1fIqbrsynz5P4ubzUYNifq5ALptFvJWt1Ue1WZ/nPWCroRKXU8d2xna
C+deQwsUmqehP4zx+UGfXMhXP2ETOtnVvCx8qcCt0YeTE+fVhWfm6e8jErVQ9yBACb2dVKIdUAFZ
He4x9miXPxejvTCJp0529Kn8z4C9MTAUgyF6rBqvZgiMNfUViKB/Ou4lsoXt7gawYCWwBPv2WroJ
3kHbzF4XyPWi80EOBkn4ZHWPvJ/mWAsKYkuQvd+hfFPHsq/9UOQepCSccddCo9Rs9S9eq+LCym3O
NbR6ALO8poOBkwVSdhv0OsIs+7Iq+cPI7PqqHYvh1rc4iUoFyo+Fe5fEPk7aA14EFoHLflcKoaZU
Vc8a8ZDncWuFvffgQG7YufqQP/4zqldWNssp7HZeGgUrlvWLLkOIh9J5Axt/eWdgs8t7XU4o9cJA
n62I4mdLP/Y6OW9ju7H/Glkxd6vCAOLdd/llaeU9rSfU6cf5uuDNnWs4e9+A/mqr1P0EyXOLZHHG
sxSRUyjr4Pn8Dzg1yL/cWKBkwo/ZYuGGIeAQhUMNv8xVzLizl/59O389b+SUQ7w2sm79V6GIL4zC
saAx/2DP6MnmIsxnaLQYD4b+dN7QydGghE3xbsbO2wZviowUcqY0f+g7/0fOm19oRQG7mH44b2Zz
2/yzaCgyg5sJmep3XWFWPY0Nr538QXCOJ0mu8VSF4CG3ntpyhGKI86ezPvgs+mvTRYYU2WRE+u/a
LbA8DSIKFCKo94OSg+CfKn50exp2VIajX1xwzFMzidIzEh0I78DXt/79qyWTjSMDNnb5wwjh0/6T
6D+DQ/L8LG4O/H9GtDJGgyUmQP1vc2cX1tiBqR21IkjXB9ZTLT72MFq/7+NZhOkCuGwl4307hNrK
l5lCYTTtBIMC9SdbXQhRTwxgbXq0175HXFhbbyvrWhm2dGlajYm58y+dDac+jzc9mjfX+Nre5t6t
oPVnixGalvruRn8QivF3doDihDyWTQGY2ZJ3TqZTW2bj09TIQeX8BWnx86t7Ys8H6HQC+AgXADqE
Nqen8AzhzPkIGBUJM/ET2Eqbhj37WNCwjuKNlXUOX7kpoxOvR6ZxfJX1HuLW3/2+uABUP7EMMIG6
PrjyAYnfcghqM8OrE9QhD96M1jwnu0YFLv4vc/Wvic1cVUwO7TLBBLOPDhrwSJTX++FSZfjElka1
4C8LFKgJsbHfzhV1dNtpoHLStbw3O49Zd9U9nR/IibkCBBmnL5hbsSO2KSIryIalR4UzHYbI7Q9Q
izz//RNORdcrH1UINJJgFG+HgF7coJgHEzuu+W0aY2jSY6vtaDQ/FirCrbDkQHoBw42WeWCd39qZ
yoAwu2c0XX4OxX35WekPHx0wQJASxfsBa+JsjldGgronLAjSmt3wq+5Sc8X7dVg71VYxNDSW4/m8
cSgLz4UW/QJBCvbf+ZZcorl850nIWKDm+FcgCAIk24TuRIwgK3lnp6q5dn/b47UVJOcX+t0AYMHC
038lXQMF+FZ2sDemrDdm6aZtn4MgBHq5y8eevg78CEu8NqTBnXDCbqbI8HSQ98Jy06oMdXVVBRdc
9f0rACuMbeasrVUo0G2vN6KZlnXWLmleqriCmI3I96AaDg1+rLs5LII7Pj+N5gsjSZ8dsu7CsfU+
slzt29AWQy4VXJtbQJImC0iQKr6kFnl0ezvOMxIt0/UCBWwQmN/3fQz6WvbRoBx+t0JBkfAGNc57
EKZloIs+s6fUq5PauC6GCwfMCc/DV4HqgVOfkBxVpTDcSrVzapZxpm5deTTyj4YNGAIuReBIkYpE
2XsTlmT1SJ3MBY6+tH9ZDo8t4/d5396WOVfXgwWAZDAUh7xjKrMZ1HtZN05w7j5EcyTkxCI8YMbh
3lhS56f3QoSXkKkKZ8kO522fnD+8rUE4AYE+RBZvDzbwCzdmw9spdRT9rGdkN2fvyekvcdSf2L6O
jaArAAmPi2h1M4fVDLlHYPDmVHamxkLx/qosyksSt5s0zN95hGsjKwJXWJFXbwfDaWVILYw5/ato
PuAsMn+bYo6ICcKW+fH8zJ0c0itj69X0KtLwGBTGa1AbpLmEynMVQz320omx3l6v0kr/jGdNB+Pq
QcPDdjxWjycHNQicmz4FJdTlvXKvupfWGsPezqNqZmEld6a8EIefnMYVt4hmG/AcbCmF9YiMAIqR
c5orKUJPe58maIcVXhOh1LmXpXnpZEIOYDtSfw3cEJRDAQqX+VazT7eQiCbFsqTGMvCdzIr5D5it
fQZ5ZKsHy2YB1tYAc8yn8m4p6i42RFnGDUHbQwEtYjAlKR1NLXCxg5ctCTJwM2hSoe+91KpGjQgR
28q/3B00utfD0qnVE1MOJKhV2R94ZQcJG6V7586j9eCAWjEeSh3cNlOgD6XFPjutHL9UrjP9KkhF
D4Rx43Mxu78MfywTCByJRy8vqkROAGT5OOUji4xYm6D+0SoLMtPAaLZVrBpV87CYquyw0LbaGWxo
rjo+eQfm9joclLfEgwc2R8rnOelM0jz7suCR2wkXDHyOfnCqiYSOXTnxqGcIOOdte6uWhoLAx6M7
WSr/mGkIxVtN3caQJgW/NRVmaFXmmPjdKt6nB8Pe2ZkBgnOLzY8+F/xxNHt+T925Cl2X/WkCE9lC
0pf35UTQVYKEVJSZYCJiBdjMGmBNbyuncJO2Kmg8OWSMO+jJJ6ofvqMXQ0Quqay4D2YrxpkKeEhe
ZTcgkjPvKrs2H2Xl3jCkftolUXM9HV2aVQmnhRfmdc+uPDbMBwchO8ox1o55/krpEPwipFpiLnoe
gj6HxaXgZiJMgikdhZFQJYuvUOppbiZSm0haQGwldL3Jt24Gzh/RUOZEpTdlD+j8/OE0xXiYC91q
TL2kUJJHfuBguCoPB5K/0LnHMTuN7Vdr4cEYDY3LVNT3y8vcCyKj2gqqeyMwxhiwfPsHeHmlG4+B
Tb/xgJkvNgCHiTH2hoiM2fef7dmuf2R+ZX2igWxuzAre2Nn0d2/Ww5fFWfIQU/MEx5iTrBp+V8Zk
PGVFttxUbC6+BVXjBlcOJ0NMfDV5sUt4EMIX7eaAPNSfXC/e4yhRFOeMjnEVzOyA2oCOPK69PdI4
+WNtiqANaSfUZ+SM5Q/ech2ZRo68S2+P3zOJuioUKIw4w9ueRcLPjUhPpX/rdOOTb0z5dc/BSHTf
uorteWuA9nYCsQP0RtjVVFU9ODUHN7EGnLL56iQz8Zt4Gue0dRuNeeY/C2cW32oWqPsVdhqiKdF6
FiiKelcZgPi70Wm9pznD3IceaogAHqj8zrBq9qns2m+231ZfZGu/FBkQPvM4t5F2F0jKj4bcFVil
xZjIDos03WNu6RdnHuwIQmxWzN1miCGn2eygbxbETWG+kAX9pPE8SGiccdVGiInxRw+OU1YO9DMY
2XhoqaqOTXSgJf5kym8MO7ONqF+xW7cbFAaKytkQjOhr+eGLHxqnMMi/Q+38ZiVZQgJ6jdgaK4VF
bvEfElWGnvTF3qqEjIKR6njxsiYmAxW7YXbLqAZvS4RnjLVzdN9dOQ1144Ll/rN0hXnUPGNRyWYW
1dJxwUAX0HBcsjJs2WRGSydBPsT9/tir0YhE6YkCJ6GEli8f+R6E7d0XqV3jh4f6Zbi4gseV3+rI
5iV4YXI+7pcyqFDUqt0Qe9iMOBFVZEsFlcWOu/IJDUMysjMe7Kuyb6Je+dMfjeDguscj5odqeHnl
2DkJ6dAUDHI31RDNkB8/4OAxo4bkI9pctfVZOLVsIlST1E3Fu/wHMXD3hBzPqcgR/bKnvaePjujI
vh0NPxlLS3+xVaGGaApaKza0HvZsHoNDS3I37hqhnyB6EYSi6ItPdjXwfc9R5tYg2r/WQHA9TJlq
cYwb0wGl5SASljLvVCHIrjQAjq88b34QpVSxGgIosNaLF6ugaFJtDN7RAB3qYVDGkrDWK75KNlYH
Mc9WNElSAwRr+tczb5qjJzMzzFBBAFClW5rf0ilx2M2liA1zeCDWVEciow/MsLIYoum/ILbGQz7W
wDGW5RfkeCsw6RhQis28IdaVy3em4ePUoPVyV4wDD42gscKi63AxyIXfyi6QEd5FOrRLNHg0QwFu
QjerE1k2Laqgkohj39n4TfhRN1oMaseHQt0utqRg6gn6xIE4XgIumzmCKkET52R2D4yZ1i4D2DIB
pg9BErPUN9y+ZTLngifLhLeQb7RuNHFDJG0Bn9aN6131AIZGk+dCDskAYX8OzNBtp1UZeX1NI0nd
PyX1lqc+YP1jK9pqLx2Y9VVPdkFm1iFlxfS5Hko/7sZhCUERYd5lOXCRjhLmVUGzYd8ask1ynHpH
OvAxKSvt7Xqg6ncSB/9Vv9KTGH3hXbkQWXpSlRojQwKBhcw12oNb+I4sfDvxc+3FSwVJHGNGh0s0
tlDRmRzJYgCdACPMBvemnAMDLe74g2R+Hc05cEi0gS5ENeLQmI2iP3p0shLR1cWjFOhic2TXPvZN
2YLzY1HPXY/ylzUH7kMvLfzoui8Tbejhe6HmPJyCuQupBbVaQYZxXyuboWMWkxXalNUJKWUdFi2t
r0o7AzzUabrrtsabzJkpP/RwYmxpPjy56E//KTwlYt37+mBzOoaZDRIysahfDXFkCD0uEdoW3Gwq
GusaWzaLkDC0d61f5HvwieHsHoLlAAQ+Nhkw+bGoByeaqm4JnaV0r4ba0HcI4j33iBrQPIa5yMTO
kd5TIVh7nLTqkmYw4bPegg72rAFZpjK9Y8scvesq4oeBtqvbBV2GkSdbPzYaUkGAC9EVGH7NyJla
hJCsfilqE+Bhd3GvkJ3Kdh3wMLsxcFVommUQzrUnAbxRwIC1hCbt5FHovno/g0X/7NHc9KJ1ZiEU
5TjylG3ue90I1JQgQjfzFnRzfeteizlnt9LI+d4pVPO5WIwssoka9kVZO1ElaR93jIvYhHLWjphN
v68htXSDqAA+OKNHcVK5uQNzEU2gwvOgWE5JCF4eHpVdT/Y8a6Ab1qBtM57XywasYFjTeUIMMRXu
4+SiYO8WBrQGAKYzIlejUbWz9RhnXjElmZT8UMtcpYsos0MjlbyrFsgKGf3g3WEfzckkGLtvZGHe
9XWTg7LWNnbCMkaA1FE3nKED5YdVaYoY6Yx2J4ohG2KlfPU0g7OnJE1UOuS+Q3yZWCofv3gB13PU
gEbsm+PPMrU6Vfxy26H4ShePJUTQJR7N/GdhFVaYGWMZIQZxorqjTiQ1QlkA6OwDeHXobugzM0HN
PQ87Lf2YLMGUDIpPUVahg1O3LtsJAwQr4BZzD9RSQ1IaFpwOT7bQ0s3L3FB0v0y0ug/QVhY7dY6C
ubvMYGVpg3BC/iRhbmMkuTXzxCMsN6PRam2yd+t50TsQ/Ldg856y0M3ZF7a4aAsYhv4FYUROEhdl
xjR3hb4hULsqj4KKtkUwC9kvFDlVLFxQqpGeyjvK/F9jX4xh28Dp3azNd5OaEJQCwnnI6Ihrp8I1
yMvGS2ahhys0eamnsQGUzmdN/eLYpX+DUsbwyR+M8ihls6SewbgXFuAYbq57thAT5bmsi4SUixUB
KSfu5YQDIbeXKVJIi+BKgboRuFUGdFOTIpWgTHpEZAa6tqwtdzkSqjf1pINnZZVZG4mxVcdpYmDK
GTJz7EKwv/DfoHlQqWugoaBkfnE9dBoNjkIzHo5BMUUD2n+iDhHePmsGY0f7GccD4V4EZq4gXmxr
PJRNlx8aOsrYLfxvA3zhNmvbAfRVWfV5Ah/Qjc4bCKpWa75o1vw5F2reTY7XxGoJHDB2d+anwG55
ajODg8+O53gOdWrvzHWQ2Ew3z7rs8ApfqjqibbEGPcqHWhKhx3xY6qRh7RdD9jKphVfd1EK119CW
HG7x4mG4853unpT99OR7HbsyewFXkU5x1RHxB/+XiPPRURAixN4k+az3FCLeV3hudWnXdojseyuA
lpQ7ZkleMJ2Wc2OExuiLxLGHMqxcPDEqYNeenYzYO68n5j3Fxv40mF6T5HlWxbUY85ibFajvpk5f
m8VS72ZPz4/crYZHF1htHJ+uFdajkru+yKJABFfoYfxcZK4RKwExKWaPRSSqWt/ZE95KEsdhhKYA
ubPt0t2tMvKRI81xnxNtxdlQ/86KXuGw0N2x6bl119iBiEpTxpMHRst+GTVkv4LhxrHy4XtZSwB1
eefcgmI3AFCotuIC6HFc1VNxzM2miNiQtwCVm/vcMkKQ5LahsdjLcUTBLxky0R0NqtjOIRn4twEd
fURpAHAqwNXjaeir6xWIsStbwaJgGYMbqxVF3ApKd9rjuNZBN/HJtepfgg/BvengmPNoi7Bl7AwU
dZ3yamY8+G73VoWCdqZie+iHe6+q3WurpsPRV+Zvz29wQKveOorJAUf7JNwQCblytxBIfuaotES0
HtyQ9M2ceEpx8CkGXmJMk7VnxFQhLwPxx7UVcv8OM+47rxBH3qhqV7DRjFAPzBM5iiXEEW4kssfF
wImsgVgdEIRSSFiiuaxPG4ssB2N2gzAv2iAG06cRFTQvryBHT66nIG/DbGzzEID19mXoQIOABubs
arHRRbeY5XKk9lx8hzKbtwt6a7oBuf2fWRTls+sYmEtSfB6pNHaNyn4qKaun3hFtCvQi1Cwn204b
29chwlGWaNur9wjEWbTyuMbIj4wxGqKc0ML6XCluQF3S64yjYqD0C5E5Me9MZCkjNYxDXFr1XW6N
1lWG/rWE0dm4dwckJTzhNtfIQDe32hXjQ8WN6ZkM1tMyVJDybM2KPmXUvXe0aTyDqsaCbGDZgMRP
0DzNi/GF5vl026DVIxJu9ofWhbpG5990tHVXX7m4siKeT2PYQPTMgSLhuFJ+VjJqMDkGzCvTv/Iy
NsaFEJCVqEUb1dwMwlH2LMo4aa+dzjL3ujaDqGsDvavyrIg6h3x2UPw5LLys/4ACjYTLPKxPrrxM
CsI0nmJ9d+8NYAUabLqQsGmt5dGDoNyVpywRIeI1975f/enLgh603RXxxDzEZVw61x04nXeVYd3k
7VhFAWvNtHP0OoX+fDVQg8ag9/teoV9hX+LxtRN9qZBUcIqotJCAqmsDETdeYOQITMP03ABttssW
Ey/KSVRfC8PovwC16h097I09anpd2HRU3xuIp0JeZCwOug7pLV1ZB0isL3e4UrtQ88p76DjE5vBy
za6LILCTqp2Mgzv4ZReOtswRXfj5zmR9gzCgHELeVjSpkfwMmep+B1x1YYktfjCQZ0ogggGWhak3
kqVt2wcEzEtoAJEUdiY8ilEyhnY/WbcB+hhu8qrnnz+YKV2Te/Rvg79lrYD/t5nSfho9stBgSYF3
9uybpbmQJz2VPFxVEPBldCeDt+7t92vJpAfIzJIO6m4SV7l9ocZw4fvupsg4QjIzsDi+T+/LLJou
wZzfpeAxPRR1J5Crob/oXYPK5Ae446ZsScemRKbw6Ji7WVzCup0aw2sjmwKmJBUZPQ0jRR4VRniJ
bO/S5zdLQAEak9OAz/tIOTYPHXv5uAvRtcADRLu1gqTfLvHsd7NXIPuUVvJbKp3vH/462hjQ5AXG
0GBta3z79awfB6PXnpmCPPKbjfQQMmAfrS6ih3dN46PIgloyrLw1AYnpsWhlS9LMrO5RAkJefXb+
nB/GCUeCDWASUF/BW2TbY4oKAnWAFiQpKLYtmfY1MhWfzpvw8DPfVCTWYThoMQWnGFBVwfr3r4oe
ym1ciLw2JFW4I8HS9ERKjRx9+c1Hb+uFmvt7UNVKCLK2faCZEcm3zbExI9HYLW1NcEFOh6LSxyVT
D+gY/WRL9tOcFdKRHxWwXTutV2AkCLFhE70zb4dntsYUCLcjacNEWB5z9uv89K3bYDt9KI9jjwMm
BLjCxgtKu0A8U2d+ate/Fsj38TlELjWcsPFNC1mgSxQx2w4K4BZWdXnQua5V+ZX85+2ASEtpWeem
l9bat5LOztDH7fVHkiE93ORJwTVStvWnyTGSsW6z6PxwT5wKgBLh9Y5JBf5jW7RHVncwPOznFBCN
aB6PwvugHMo/43tlYXMuaNzp+ShsL2VALVVwSf8/ODx4yNbqFGRQgZ54O4ENguUA2SR4BISdUWMZ
XVRwQM7P1AfF69ZiH9o+MF1/hVdQM39rabYQ94++clKJFFo+hwbyuOeX4xQCAT2EKGEDjeyjY3Hj
DWjv7M2h6+10QcmMqX1Vp3U/hmgqXNpuRyr5xRiqr2bm7iWt9znyee70+/xveOcSKHXjGAf6DhBX
h2xjgcLsCJ6xdE7RSRMVeXWzOPJCOfGkCcjXoNsenfDAEr6dyBZvMeQSnDkdZfvH7LOjXwX786N4
dwyuo3hlYlPOBtJIsLK357QYvls1WIvq+6kuw5zsztu5NJTNrY33RxA0GeygfRxPZ47A+8Ihe8oC
wudVVdJClWpL7ZMD+ACiBw4LayqQoccend0XuxVOFLLBWYxttDK54Z7dnqtz53ZdZY9pL31WA2sG
Letu6gO8+KmUYZ3n3aEUTXk9TzZ/bjwe7Jyx/nF+Mk+UtUFNthJJoJ/MBhPKW7+oDFYLdK0D6oAc
iI8uz8BG4OuK0LFkpIsPqp+s+9l1YGXtWfzb1/XWHNrGbV95zpgS8A+D6nxSkGpDDl+qL+4lHrJ3
98pqC+AxtEkEcMztxvZ7SCNYzTSm02R+tgnb9Z7XhwSFKoQZswjJWMfcK39ayyX5tpOW0RsPTBai
13ew4NF12h4NmmOqIBA+Kh+inlbk1VcZ2I70gxzrKDO65PxCvgsMMFo0UayAIkhgvWsnyDXxUFYK
xtQFNVRcz9WdB5byvAFBYTCg5wWHGeSj7Q+yvf9dUAKaKJzSYN+GG71dUFdKBaYLCj5N3AGVt89t
FgrDxrvWivGvzQf13f7aW4E5a+M3wp9trFXSCS9p34G/ovusQlbwEqbuXbyIeQTKH8W2Fd6Iivrb
AaFgRWqlG+x9PKoDCuKLAYnj4cNRwGoGdTbc/8D/gizvrRlsAcAtbDmli+vH00LuQTJ/dd4jTpxi
MIHzC6Dxtal2cx7ns4EaR6+ntGgb9TAHyCTjPcKezls55XcgXUZtE+z7QONsrFQ06wkxmimFS6IE
eiD9Wk87tkpFihwm/XLe3IlLxn1tbnP4D2rWM8+6KbVyQDim34H9aabebhE/z9tZ5/9NUIr1AUUi
gKeIsa13zWvKbGnOSD2lSG09kqzFITy/iNb97EsLemc8otq/q4Cpjs7bfR+croZdsGTjWkAD93ZD
NaUuSygCzymHsqSVGcgEdQkhEpm6Xx19bhCbMueHe6lP6JTboxMAoRbaAd7jIA2DkkFyC5DE5dnC
q4X0f9pLjC+nQi3IAsAVgbSEy28RsZ7JUb8clyll5j3BCWxLHhnlvcq8iPsytJYHrz445m1u/zHG
q4/3QuEoxqmMP108lkE/93bPuWPTlw437bSrwdCKpC/j+eH88p3Yc29MrNP86ikYDN2at17sNKgk
eg73hv1w3sCJ+/qNgU0c17tOqUiOMVgCpSNnl6urEX3RQrwo+0JocHIsjgVeblxjeJ5tjigw6NmO
QGUw9b2fXvb9Ei7xwuftTQJpKugSzHWJz4etLcKlvJR+OeHSaHLF22E9//CM2AT2XLsoY6F/PKU9
oMPdrKznDiihYzFa5EKDhbV+a3Nc+FByRgwP/g5whG1szY2sF6sxF0D6aWjxF9e5WQy+y5vPbv4r
WNaaWXcIAGxzL6RQThy/bwzbbx1OkMJhE1FL2gv2BFhxkjtfsjEdbAlxuYMqLzwjTh1PsIf2BTgG
EOHbTrzWADlUV8olbW32wyvMHy3EMFDJQukhZyEX9R7N2j+XrLtxNPAu553/hMusCinIGKGTCFo9
G49UtCVBpYDBtNEtA/qzC3fLhc9v6cJ0XfA5t/F5ZA2Qkk6G4M9/+P0I+fHeBCIXj823i8UklyIY
1ZxWDJqxk4mImwWXiGTWj2xdEQ0T/2/E2eyrQZvCpGMHoGoGAwAyP9YFeUbW/teUo9xhmi8GXURY
B9P+/OhO7TcQxiCP52GN3jF49D2KB1YmAKWXXz3E2MMexdTzJk7c/isnzf9MrCv46nh1pedNWlZL
yv3Y/d5b4Fk/SHLBx0+6ARrxcXCA8AlR5lsj0qpsRy4w4iwxmSEqfmGeTg/i3+9vtmw2G2ZLwFuU
ju1O0z2zdiMY3S9l7U6vxr9WnM0ohmBWtYYVp0tMJ+RfnUvjOGnhbwC7Su+8y6w23oxe8fzvex/w
9TLIv5W2vLN6kpxf9At2trxYQZ5Ld+nmOSV4x00g72OoY4ckl+l/sYM3G6DW/ntilayWwPcpwPFJ
c1sDOC1TAFTOmzjpWsG/JjbRK2W9D1pRmGBAOsmiCcklabaTzoWwEQ31NkUEu3FeA8CHRgoPSRiE
j/VoA7PjxVDZHu3+P4wFBzFSqTYUDHGgvXWwAj3R82y4KJ4gfQro3YXPn1r115/fvCtKPFppBVgr
8PZ+bP/WAOS6/+E0WUmuMEsIb1CEeDsC0NA6fBaNmeZdzNuIXQGC4l16l59a8rU0gEQmBKrR//rW
iK+NRTQSdbJgAUbJHNpQBOT5vFudWnRk3tB5iXQs0g2buQrKLOPMYmYa+GNCRX8QWRNyaiWB2J23
dGo0uPkRxSNvRfE8ejsaoGeRgDBmlLT6QO8taFbFDPnGC3Syp6yAbQXtvD7kZd/prZmQovYMjmhq
lDsjAQDp/CBOTRfWwiLoqEbtdcv04FUAR2QLWdLZAXCUdVHp+4lqDt5wISw85cNIykBIFM/IAJWm
t7Nly5q4UM2ZUpT0Q118r4HwqasLT44LRrbHI/DH0lHtaqQBX3L3RbtIilxKV5w0gmfT2o0F+dqt
hyFWrzVClQkr0keV8Qe2wu5S29rJZUeAh8QrUq/v2q5s5OsEOvWmNABI+CiX1t5nTP05v/jrXtiG
R1iN/xnZeHDW+ZnqPTx0qwKpx+6lBuigdV6wMrT5L6ZQPwWBJepn7x4go6sruviA/YtphuqZ2V9T
w3rQzXILidPnHhjo80M7OX8UHWNg+AEP2faoacve7Yv/I+3MdtxGlm79RAQ4D7eSSqq5JFfZZfuG
cNtuzvPMp/8/ep+zLaUIEaqNRncDbTRDOUVGRqxYq9DpjDLyla3wMNQWnPLsyflrQWQGjsgCVjTj
D3vH2oXSZoTKB2DgUgCmzO42cnsTaSuxtsjO7SLzndc6E5f6A7zK9lNnDqs4rt69Mq4f3KYASUPB
hMxxYn+VGmToEyAQq6Tv7V3jNLTXtJvQSpqFwG3urQXF1oRHIDcDI8PpcW5Rz4ukhrJAnpT/JErw
ZOSNv5asOljXlMNWDsIXuyJNrn+HQ4v316ywYwcv70DZ+MO+NLo1sMSbxa69P1y74qEwpjZL9g0l
vT+vvqO42nKCxvHps2FkbkfGE6BaOtjJlmDbfJAHpXpALMJ5BvlOq0UAPqZPpeQmTCKa41F03Hlq
VqylRg+/Xd7Rcxth6pKlqj6948VCjDFCcIkYASeoe/C/NsVG9m8+YAFmB0hK4NQm03e6poFPS1sA
q8xeAYQa2SVA389ZtYRmmTs3CIca5L1o5qPX+dRKYYMkbx18dNwrm3Ss70n2VjX9FleKUkzpcXId
fw0Je8Wz07RuQwy5A8ANOduAjXrpkx5CGUd/vzx1c8dhIjomR0l6CFr/00F1gTfirykpppL0pHao
HznSDm64Q6FQN4q78F2Wg++Xbc5N5LROtLHSmXCWNveK1nftkpbI2H3JdPhJ5RWs5OioXzYz13xM
2PJfO+KlKjtDqJYDUVuEaGlGI1IFIs1BS1mOvljxg5aRYeHAh/dtLN/l9RLn8NzUHpsXovhkKFwX
EN24B7VaDetyfM+qe8XYJOpKthbih7lbg/uQyeRup7dV2JtB1BeB2ag8FEu4R3K9XvFyDBYmdHZA
VOJgrQfoA17pdK/YYWBljse68fZqd5okjY9a4blrV6tJH0WxdRPqXfRaJf4Sa8isZQIXQj2Hf4hB
vhbTZacbTGVZ3ZZqvS6pG4zqW6DoKO3uFWshdJ0JL4j0LeqblMOmZ8XpQMuJKKpxwXwZ0oHHfTJs
8/KBeTWvJt+wJyFiIjH6kSdiHeH06bXZV/AlyHu6HtZj+Ys2iNr/cvkYzGwN2qzZFlAJgBkQFbgq
WRmiASTyPhvf3HFrdHcf+D7971Ooz0tSZHHOMy9R2r5Q9hVSIMOqsFf/2/cnb3J0rcnl6KWNFit7
1QnXkdKv0Ez4gAUYG3GDhPncUIIF8h9JPGjyXvajFeLx18rLTA7dhh8OZgyk+KaiyamB3K66JNEs
ZW8/DaG2kuh8ujyC6QPC1c9WnT7N3T9J2Z4aqOU2rly9Vfd6HFmbxknu3NCgW7d50HrjtjTqaF12
zkgvZPT1suUZXw7vEaiyqcJGyVoYGirEcipN8MiRVoRubX6RnJs2/fQRI+DKUFWm4iQWQbXIVUKr
9+V9LDforAzDXePK7tp3xs+mliwEiLMjgvQZfQ6O5dkrSe8cVZJBlu2byvwElfvr1Em4kpLwZbCX
mBZm/BpF8L+2pj8/2ttSRWer2ke8+dvvcfxdKQ8I54ATgbEigevs8izOxGFIDZKwhpWIe1dkytGs
1LZKC6RpWwC5UdUVHOWr1r9SfOrPZqc0B5oVwrhJQv50TCq9IZY7UlxItXrtODSWX5/aJamAgC9w
kMmfCZu99HR64SEC30+9AsZD2C+p08x5zGMDgsfRzBFYQa2Ne73Ymt19/fv6deBhh6dhiiz4wk4n
qC87qx5cSlrht0G+t7W9u6T9MjsAWAEV9jAlaDH57Vidj64Z9SQ7+ZWnKyNe0ss6vyAhc0HReiIs
5t+iz1dUNw6hFLJejIBWAe/ec74GtHJrfr/pr+a2A2SEMZh7dfh2zrxzltIrqQSD+ZIp98FD4F69
m04/LxzBoINlY0z5fPpo08q9FDPNlMsnpnqybCDQKLaJl4uTDyZd37XxQnuPX8IfMb40nkdn9Z1i
3OWqvDHrX8rUOy09KDSWKv3btbvt1L4wPmcYMtrnOuNFcj4X9DaXwX2TKFe7FoyAuJnqeuCXREBz
63RpMUYMUgk+FQ3tmckqsg6XB/IH6nV6yU2oSnqzwGMRaYhQsGwEbBESAr+Qmy+2ZZuYHbg+zXj1
myB8Z5Zpf82ST85Q1V+aXNUIRPPAX0mx4q7HOKcRv3aqh161ymeAtVQfRzcM3hupsXe13jcPeuB7
+zptkrsx9JKd4ZXRLteAuMkDiAMaxdX6llCkGjZGOvT3PbHjrceLf1WBh7hDKDb+0RaBd6Dy1FPL
t5V3+NSld28wYEwc/Hzf+lBmNuUYr1wzplnBG6NViuY3mkmDtemiRkl3XDwt7W1j/hzS6wiUWdc+
96HzWmf1v0EnqSvJl2M65sagHrfkwfy7chi8bxmM0A/lYDd3qKEGYJ3awvy3B0v2O1YHaXN5Jc4v
kinHIOPkyfDB/yvc+VZKt5WcGKx28RLTNUoz99WEkBz6IxPi002r3DL1c0w42yaiXWp7eQRz/ot8
xCR2htz2WUCRZcxk33jmiyx320C6HYvfeVKvdPfeowvxsq1zZzwN5a8t4QD2Ra3HXomtobV3HrRN
prrwLpuxAEIC6jXybASBYrlIybxUK7j5X5R2m98YS0Ra5wERUTFefjJB+CCyQlpeTrrQU5BN6V8b
nkCFMaF8bvWlLM7cMOBfJYKFgnJiVjy9F6sw8ApJae2XQP7ePqT218vrMDcMxkH3MZHyudQn6X0p
9z3HfFHgez309gh9B5Ttb2Osdc9GK8cLXFOqyu899VfoHXE5AuUEXQ/e4nQ8btN47RiXKSipojh0
+XCn2HRI35RBNMJeZMuwN6XfbDmPbroxqp6tGg6lME39lVtDUyYHpAsqu3JeM1yUfWObcbEdSj1l
8m1rreVq9APFBfUwUR+sMylr3i5P2Pkxnzw6NFmgEKYqi/D7vVipWykZkxdIA+SJW77SVuXVxRVE
+HDq5BOIFoEcnM6RT6yt09AZvlhysR4BylVmD5vE5vJIznfWZIVcDPHQTLiSln6mho0Vvkjtg+L4
62683iVigZCUwh0tCGcdPb7nDb0up9GLlsgrw6LxX25WXf/v9ePQDKgWwbZOb0oxcswGg+JdFr8M
wTo7DEu8y9OCChuWA/L389M0Hr1GQqXu/M7g867xbQxupPoRMo1DUe/CeqcUV7tFHflYIjq8Fokr
ceWppliD3LO71DR+smjuhojt2tmCw9Yi30zZFqJ6sTENqk0rtOuseslVFL92WXZ7+fuTPzqdLr7P
E8QBighEVzwfgS77gaOF1YuiVuFTK9v+myy1/n1kmOWj7rbdnSbJ1qr3u6X+sfP9PFmeyvUmAgJn
nIO+nqtVXBfVS/2rjVfh58vjWvq64IflIYKdIyyrlyIM1mZ9134gH0IphD4TwgdEOPnn6UZzohgO
C1zeSw9fwbAKtaV4dG4IuCxWhWwhMyUcFM1T9FTRWfqhfJbcR1lbXIHpFSssPtpPBvkBFH3ZxsIQ
lEaFc8H21JcaWzde2hlrt4SNaS3HieXcemMTvPHOy9b07+rrXOKVsXbqtuDV7aJ8im8wpB+Z66CZ
KLvlmpP9mR2jICLrtTJtI2azlaijHqJWtTd+5tvbwoklyCCGeEPFIVz3mvrqdbXxbLuGdBv6Kcg9
uNrHz71jDuZKyVTvtqIvJIdJzoJKMQvHh04tus9JzR3emUEHtKSSLGldlfKwScvcuvplNTldE6/O
LWidEaSqnAU0Q3z1xVc3hQZ3/NUe5PT70/175K6CMu+qypyWYHhN9Hfd+HH5HJwHiaffFzZR3Sph
muiS8tLFgbzvyrp6UkBMQLootxrN6r4aPEMsXlzttthQCLZxi6DCc9ZPKxe+2gz1UOyb8c4K3+xi
4co9Pxun3xemrbDLxs0bvt/SrqvgPvoFvzgDL8UCx5oYZso2idmByvf6roeBG3jzpxh0htFDnAeN
Qwzjm/RU+DEKkN+GNNlcXq8/YOOjM0mCANk9DKMI7UCEL57JPPIST4Ek5OAqPvwDCULU+QApYBaY
g7Tq3aF7VqLMvika+VvYRslad82D7If8Hq0FiA3nwV2BSsUmSe1X3qDRRms8WM+SsX5oveazFcNb
dvk3izWqs988Ra1Hm1iBRsJQEiM95HoOg5b07tT+g1so70gVb0utXacouDp6f2snxiOIoHUzqneX
f4OwIc5+ghCDDY4bIVTBtMnjN0m61yDm+98MCBeK0fq97E9jbL7ApFVEC58X4tT//H6CSB6k0wYQ
67JcAkmdw9JyyIoU1qanPPnUYOcDYzgyMk3i0TqVISqKgYwReAQHky7Whc27NAjhPglguqviaRAT
q9+4GWArXBJqFvzZ2TwJWw0mTtsOOzk9JN33sLnTleKmKR51P9uq0hKuUEx7nRkTNpUNjEJ1So3x
DN8r6cE1csgZvqTkapP6c+a8QAG7rfR/W9naBtnX0NteXq5pLGeu4Gi5hC3Xq5keyy7mO2NlaXRg
3sfRZuwWXOmslSkpSbMAXMZihNnFmVvEnZ0exniNSpuS76KG6P/m8lhmtwaAVm5QcsZnLWCmK3kk
Kzg+VXKjKlun2GZLvMizLuDIhDBd45jBUWeb6QF6zqj95lgLb+G5ibIn0Dc32hTtC09JKIeqwleq
DLnDF73fgfzpd2W4cHHO7W+oWDSqGzzmUWQ6PaKQGXlUkBhEbr+044Or0lGTfYm9tx6anstLMs2H
uL2ooVAesqeki/h40RtVS/XIyQ4WVIte5nG9vXndfTX8zOrbxFjAS/z55WfmTPolqHZAQCfy6xcj
GQNPZzfHbt2uzC6HWTVMjfKW35av4h7OQd9oovVI8gD6MrvaAGTsdkkHE44rSfGtA80LnIdcKXaX
+Pem1sTbyLDjNXi3eC35OWRzjVzkb1VudK8KIqs3MApbz5VRpJ/kqngzwiK60av6H2OImzcEtqy3
1DTDTara/V2vBBYMq1VarIrMhjsNyt6fZRDWKLcV7m4wXdqoarIIZT6mbzRLV0v1iPP9a0/IB7YY
9JwUoYVQTYP60xtKatxp/8VNvoENXXD/52fw1IDg/gGP2PkYYMAedrDNbGBolOsl8bJ5I1xk4HJJ
IZhCZAYTWjKatSPvBz3dFGO9HqVPerVw0ZwfRfAM4LAmiTT6b8UqIBJPZq1KTXFgVdaa+TSknyvn
s6tnC0fkfElUhYwk/GPAAgABToM9ujBltfZbiU1wyOx1Yq6HduH755N1+v1pnEffH3Or9vuU70+J
fHvr9DdOugADmR0CDxgcF6rzVB5OTfQGKoSS4wYHv7Y2FT1hfrbgF+cGgfTHVDbhbJ9B4xIzl329
SINDYT8E4S5NN1Gy8ApbMiG49taTIqilkuDQNms1g8OQx+rC4Zibp+NRCN59sFK51nxGYVbbOoHQ
a3PZ2y583xYqyhn6glpmIuqnx/96SQLH7kIEvDBH4j3eW4NZwlgbkFJ7N/N/27Jcy0tJ+iUbwuG2
i9xQrRgbTbGWBzjX7vWlGFKZOdvcrRy5/5CtiGdugBs2lwrJP1gZ7O9KvkYJF8GdEPlH93Oiqeta
u4PPvfF/N+YvyfmdBrd+s43Kant5webH+vd3CGfT0drKhcLTP4zqplG3tr8x2w+YoKGVdx78AeeQ
T4lkyZDXYXCAsVwzd637Wi514cyN4tiEcPytsm2tKPID3hVrGWrC+nZRp3NuwY5NTD/hyIm5vl6V
EpSNh8D6qiQ3UnprFWvT2F1ejrnzc2xFWA5uA8WTEo+5cmlAvy2W1DxmJwqkB1UONFDObt/AGIcQ
NVj/kMl30L7m8DsqNx8YwpEJYS00ErltFavs7Bp+xbWd3n7g+8hT6cSNYIh1IYCoJCUq6sD0D565
kmQYthduq9mFPvq+8PsdLW8y0mH+oXGeKY6H6bMNPVXwkUNxZEXYTgiCGEHpGv7BiLdq+BDh8e2l
Kjw78jQUJdo9MiHspW6AZKtMLBbiK9pttr0GPpt2C0amC+OSEeHx2Nkx8OqU2er8dFvUMrxUkLsa
Pxr9prEOsNnF2af/bf2FW9LofcUH7+If+mELh3i45Jpnj+DRtAlXZKvRmGj20/dRKNf25pXKfTy3
T5ZFrJdLQerYgcX3oc2sfsdLjD8LP98QnlZaHVplGbIgo7oqvpr//E+TbwhXoxrVmo2v9Q91fW8U
20U6jtnDB2cWLW+Ua4D1nXrZuqtsa0Ch8UDd1SjgpnsOoFXW3j8wiiMrwhbqO9/q1BIvGNlrI4Fp
e3P5+7Ne9uj7whaq4HLLPEv2D9V41+7D5K7vFpzswjyJcVaTqa5edYygA5ZGSRlNne537n69ehyU
BegHIVWrTDmH09Uo6ghoee95hzpbFf06z3d9vcCnMLNdEb/WyAeSC+BZKCwFUJxAz/1GonveXTnW
r0LuFzztzFSpNlof/IWdM4laWXfliPeJu+87bTNED074anW3CeS0lydr+qWCJzyxM430KEBQNMlu
KUK4+1j6TpkTEY2D6mQbEz2XvviuZgsTN52ES+aEC0S1vR7pBszJ2tck3Lv+bki+Rfoj+qYLF+L5
bp4wnJTQ6MOC41iE2LuQpo1D5Mp7w7xFVMFKnyGxvzx357tgMkHajJzATNLJ9Hg1QNCk7FN1bXn6
Te0vRYgLFkT4/mjHYZX8sRB8myQ4ltJyc5MEUgXQCiJXZBiF5VBq1F/StFf2g2eCgzI+5clwK2Xt
7vJEna86jeb6hNklwwgeWTiReUhnBeg9ZZ/B3INY004q81+KW9x0wCKLqlk4O7Ojgv3BoVsL8jax
TDPm/ZAMFaNKpPbeCNyVncroY/y8PKjzk0PGRgZORHMFEoDiWwhufQDEPrFC6fcPYdF9qqwyJkM2
/uxc4yEdx1fbvz7NiU2K8tNa8TARu3B8v3XKsItpJEigUh+j5MeA90Fv6rbUomDBNcxtPrCQ/80W
CSFrpGmlEWa+snequ3p8IUK6PIGz3wdxDzwdetWz3hTDbIHdkvjaR/prEPyMKUxcNjC3D2BQVTmb
dIGdUY1ArVKAxDLo3A8Ql7Bd39yhIwvVXauZC1tudixTbhguEGAfYgRQdF2utBJzpZvVhgL82tA+
MltHFoQrB+1v1RsLm+0m569+mL1SWl3Kcoodnlw27C8kpiA0oax+1oGoyV0XSbXFjJnofOshN4Av
P8Kz/lnytZWljPraK6vf2UiLjO8HSAJmt26urKpQWplFfnN5/c7vQHquFAAcKs1gdPIJbkMNmlZu
eppODG1dfJFoAFL2xfiBlTMm9k4apXToq4RdLg+D1TauoexDzU9u7R5lvCK3lloj5vaHASR/4iog
gyL2LEQOwtoynVL7AJ0x740r9wPb49iAMFd27rYt7krZW+Fj0D9ciTH9szGOP6+ehgmlbnhROYzK
fnTBJWyyq0NbVvpoeoRFKMbWaOHFUvaSddvmd5m88P3ZnQTKEIlDSL41MRho8j6NkkZXkNZb18Wu
cl4c5RFhnMv7dXaRj6wIk+QWCS2wqYbDLMKN0gSbfy9/f6aWD0UETYoEfjCgnle5JCMk5gArEiTv
hvKamhGyJ3tffVaD7LFE9tao3U0b98gVvbTdQp53bnQw/0FXCoAPTJoQK2T1iH40Pcp724YR1Us3
t5dHNxckWDgd2iwtQP5ijhSJzCyPFZo/oz5zg5Uh2+XakKLmS0+Asm1VOb0z0JdaCEjndgbumn5r
B+DxGQY1DZWmaoBV7bsUFFqTxeOTUVH9ymqjuafY1yzUEOfsTT2Z1A+hXz1jewiGyNdKr5LxZeYu
qe3bCvUycxu6C7M5t1rHdoS9OAzg57OhmMblfh2j8hb1ly/XL9jUOsNiIQN1FgAV6EqOjgLLiztk
O8MPn+BLQQe17Z9i1XhAj+z6HBdTdmRwmtujt0rsK6FvyxhMq69Ge5+ZxSYf3lq9+4AvpV0dbDNc
ObRVit5Ildyis2QZArl83Threcw2l6dubnUA8xJdUdkHPDr9+dFItHHIKfgN5JkCJGhytIWur14R
2CBAzNsUfTEIw08toFUaeMY47esup396n5sKoo//XB7GTIB1bES81Ya4Lq3Qx0jW0TZLjIyyrQVA
QVW3HzE0dfxNYNuz9uwQBdoomcqvTn1bSb/c+qHs3i6bmFkSbmZy/eDJoKuShfgqipIgsKRI2yf6
V8/5DZTs8vdnDj6PLEgyeWzRYiReQZlSj6Uk0UAfZk9l9bUtdpFvoEP96bKZmSUhXIJacmJb5roT
9m5bFEo20Di/D9DGQSrqK7oZH7BAJ7BK/586BU6nOwvFIWMgVwQTQJ/fBEn3VPfuTVEu9f3ODWQC
u8NjCsaTS+HUTK6Uuj3Y3HWj9CSP6HeO4brMF8qjM4tOYzHALkoUoMTF92/Wp6NWj9xpbvYsD8/x
7+unSoMCi5oFGlh0f5+OwZQc9Ghtuu9jNPKQSdknufN5dOUFXz87VVxf8BZAzoKxUzMDGsR233Rs
rVbdDVK7jfL6a+BHC9XqufAD4gXDVlS68VHEEWJMoKlRaaYe/tdx3ElBc1hrcXAHamMboVK6qkP/
NvUQKsrHx7TMfsIUUa0aGEcvz+pMoMDPYAcyo7wcRVh8b/oInjsh7B5tv+1iJI+N5EsTmu+a65O+
H75eNieytk6xL1gfzi61GwhgxAbLlr4LN25ryBro6tuOuRL+akqnRfvckTd+0bc3gwM+qzel+GvZ
WOYmc/WuXGUoH3/Ah5BFmSjVaGc5a1D0SrukAYBf4vn9ira81eA6ay+hv2+pJ1aE2P5n0JqmwdWE
oTNy+sFI/KJCl3mvmlnz5HvReyT1HvKKUePvYjPLnmNJM+/lUq/WtWvam0ayPvDk5eDzpAbWBZRf
9GWmGyO729DH3Ff+jWbnh1qzrgbYsbZHJoSLOO1oh6o0OrFJCazM/kl3pE3pITjoLQEW51zN9PyA
44suIWDEp4fUHx2klZV43KML6vWr+ErW2z8LRnDEanEwYGkSDmfUjSSqRvgvu3XrPVvyQpw8XX+n
iVuUhCdON5jdaDUUn8lOyBu5VeFYUuIcVNj3IJZvCuU18TxaZD+hV3D50M3dlnizaZ7oCwRVdzpb
SMv5TuqWw/5Btd63UPe8X/99unkNHAg1WZrQTr/fFDr1v6ge9nTc1hvTfx7V52CpCXRmydldKjcM
HmRK2p0a4RHXW0U7GHsIc9y3sPx8eQzzn59IK7jqicPEOdK9xpToiUbh5Htq3AWk7C8bmFlzfv9f
A9OfH0WpqVZJZZxiAFewK9WSUbQbx35TjfamhxCxVb3NZYuzQ6KbnSY6eyqnqacW/cjuBjmIDXKq
N4G3Sxau+5mLkgyagXjUdOp5Z55+vu7aMq3K2kKjCj3xdXtIww8M4NiCMGVRm7dmZVTWPh1/RRRr
As1aWJSlMQiXfRN4EEZWpbVv3BtFuZHLTbVwNuYtgD6F0p2/rGmRjpZdczUjI6tu7f3qntRsFj2q
S0SRM8ebhfhrYvoJRyaktJCHiswbcEpnlUiTN9Sj7+nn63fTsZXpVxxZMWJbHcuRgQTyrRXv1CU0
xLRdBJ+IcCIKAQpE56BThO87ZpaCOo2tveH/MLN7qLLz4If+rRyvx6dRzaCaQKJiKjeIDQhKCuGO
nWbWfoy/VdJvJ78+KXHyfWHF86JRTPyttXftdt3JNxVgSlf/lQ8Lt+38hP0dh7DsdYVEUdsyjk7Z
tfqt6yObvHX/cZqbyws/u724OxSNpkz9DDaP1ok0kPAx95LxT0z/mf0S6esruxinC5dJ+2tE8FWF
26ipbrvmXq7tdz9Rb6EM/XF5HNN8nG+wvyaEx1w4qHKgdZIJM5X1rWijrZe2A31GSw1Vc26X2xAu
6ElxA3Gx04PSZx7qSrAH7KVsNRQbb4lydGYc8H2S84LYmIhSfKAUI4q4/dBCpObsjOSu+WUtUQjM
jIBy2ETFTmGMFmPhqlX1qq076AD3DYLiP4NgYUPNDQDOZMXmbxVEgXBxmIXsoBBrcBPmAOPDYu2X
KBe8XV7t8zE4WODmw5dMVJbCGEx4oWSkgNV91a8HbeW0d5e/fz6IiYFxkmacuB/PcBEjivDIg5Ge
rujuBFpwk6nRzvPNqw85ZpADmehziXTFGqUNTj8rFUndDz34C2lrWodEeayjnSp/vjyg82N+amma
0CP/7temHGUllqT+1SnuE4DaCmBKdH4v2zmPg07tTBN7ZCc3QynJYgc1FQhhdO2lKeJVXu97Ld2U
5WN9PUqG/hLq5YTZGrtZPC22U+oeLGvq3rI8dgGS2d4TEpQrdfx0eVxzG+7IkJhiyYY8tuXJkItK
ct98LwHCXbZw7vCBx8CqRE/RhMgRt3RHfy4kuYUBY2yxGfUIMZ+w+yevo23QRv+oY/f1sr2ZEYH7
IXU7vVLOxdwkyCLbRun7vdVZv2ITV2OFV5dBJh+DcgUlUhL4IjmYomU6pGp6vw+NT/5W9xfWZOaQ
KgRG5vTwIUjVhL1WI3Sr+h6ft96j5rH0n+JoYU1m5+jIghC1GFaT9IkLf7YbRaumfh2Wgrs5A2gx
T36ef+HPTo+L7NtWoKkpdLwo3Oe1uWq9K3WouHtJChyZEILgxLPNnmZMNFiIHOtx05EfjLuFbMtM
4gcrCGOb5AfhUROX2ssGTW0bdlNb3SEQn2qrtNiZ3s6T1hxHY7hBNMFcKnLMzB71NaRGgX3xaFSF
q8ZryyQq65pUt9qt7aqhdfj6ewALJNIpewMuE/Fxrj5USqMhaJB6/9h+Cs5r00a7ywdxJn+EcBfJ
W4TlpvynrZ5ugjjW3LhpqdXk+dNgDNuIFi05NVdyfOc1T152H7fJXZ5dHchilXoH6fuJWUbM55Lo
tf1eJcleRQjBju3PrtBv5FT/DhHN1WlwTNETRkROhYhs+OkA1cBIFLnJSLo6t2n7u1OepSuJVadd
fmJCOKlhlNNb0xTkW2tpE3XDU1VFC3thbrfBAsDv58bmwS3EHIWUKEUkBeQ2w9aDFqx+VuUl/taZ
65PAEmYc6jbEN2Ipyk87bZz0qPdS52wTJ35JCnttJhBSFu7GVVDBDqpiwY3OjoviAWkR2lXOjm4k
hTzzU1ZHq72VQYby1+X9PeOm2UwkjibiCZ4Sgo/LTLsNzNwd9lnwJBcRMtThqg2uv2rg/eDjhLVA
GEVHiiSEHVUeKb0YOqGwHNfJ0kNpZppOLAh+dKhGKWwVLLAi9rdmqYt1+t9P3y8T95lD3wYpHWTP
hA2c016jloZU732juM+SQF+FSgZx/PBchOqz7RXmKlJ0NEiWEj1z46L7kFwonUoQkQpOtOj9MvOb
tCGE6taV766767FJDI0HBeBZ4gCcwOnx11xz0JvBb/ZS3a2M6nGQdn230pyby/ts7g6aOH0nFnPq
xPiaUzuZLAGKkLCjQQHYZFu5Mp9k6bas7017vFVqfxOl6c6zRxoUF7qCZ8JrbUo5cNEyj2cZZepV
o+RpUYMuyWdpjNZxcz80INvi68FRzOWRIeGuGLR6SpjHzX40NRiYs1UYQyB7eSLndoQG1xgNozIv
E7FBnPJQYIV53O2T+F2KgLItnNW5ySLkhPOJkAeQq+BIY7XpvTyixFck9rbGlyqNead5NuoXC65t
2lnioZqubjQYKMWdsUJBFmxA9py2+676NHrdTZT/8CSKF663DfJvl2dtzs3xCAHfyut3whGc7j5d
T0w9rdl9qm/dmj1sQ0mY/ZJkeSFcmLkiKF38tSPsgLFqlQ5diGYf/Gt61VP5U/ted9lT8fMDu4BE
ncW1rYC7MAW3XWdhEmt5X++jdgMb45KK09x0TXxEVEoQSdXE/oYuCpI2rapm3wzxvqcfzi3KT5a9
BG2f28ugOthmMr6HvM3pqpgAFdQuMTkvkb/57SlLbeJzbpukJtxZbGYKrOKqZ0GsdIHb7OV0n4X/
6u07AbzSPOb0Y4XfrXR7eZPNHR22MnVy0puTjO7pcGxJK9M4xs+4FYKD/rcy/5mMFI6X0gUzlCF/
WDL/a2ia16N3vNNR21aryVDyrFXhRk/7x3F0bzUz/1xozUr26hc9yrYJXDVrPf4VeuaGRV7YgzNl
dH6GSV6dh+rUJi9cHZWc22MtczmlavFk1PVTF6RUceV1aZg0/debOkkQxYgeqzZ1VsBGbwNbe/vA
nOOrKIYQwpw9zPNOccqs4cCpjb5K4lu7PVjW18xdkmL84yFEb2U7Ey4B6Bb5WGEvtWZs9JKLBzE6
FKy99CEb+re8a+mALLuVPJibJNQ3Qfpu194/fYNEnJGghD6m61K2f6oyqm5Z/9zYlDSViS03frES
5aaSl9gE5o4uuB/aBXTkyXlBnO6NJvUouQdMSGzeZsVjRBe4HV0PLJuoR6fEAaSXpOCElSeL6xiA
Noe9Lj+lyk75cXlRZ/wCaSPKNoDKoM4W48UMVfUG5r4eUehqlb8bw/UgYx6MuDcuUSCapjVN4tEB
GmEkc42U359FwbogH7ZI3DfjenR0hAl4/qRYxKaKRI68XC66fi/F2tqyE9LRh3r4qRlvvvyPOzzY
xesH5uzI4OScjobk5ZkT2S5v/EJ6lCp1ZSdfP2KApC4ejnUXvRs1TugVPbnfG/pN6Wz6D2xcXqGg
mol0QTBZwgDiwtD70THbfd67q2db/Vy4C1XTmYADC+xcSwUkz2NHmCK1tjOrkFukX8Kv0uhs67EO
Vg7AyCir/FVrLMljz1wIxwb/5BaO1kTXg6gOSqXdWwj3xP0W0ut1HrzK9fVP+BM7gm/qs8iqSrjT
95HtPMmDfV/6zZvvlNvLO2BpOEJwUyqdmqbd2O69joSb+myWb2n7rV9icZo7/QZiMtwrk9ymmDlU
TQiQmooIFO330Xh0q4UrY8ZD0kMDHyh1Fmo5IpgtG7swL/ym3+tDu6pUICxAP6pvl+dqbhCT/A7U
R8RRskgFberD/zuO6RggffopyxaqE3MGSOmRjya+oTlIcMGOn5dy3JXdvvEJLyt/d/3vP/68EGCW
ttaE2Vh1+6LfjNY6Woow587i8feFsygH4OzGju/bOnrAKzfdKcp9nt90SyXnBUOOAFfqysxUQpp1
91q1KWM09A7OsI4NMqALr8x5Q/TeODxuz0sEqV0bku1n3d6EAdrRg7WHil9kfZJhse+bhe01t4fR
XOHlBNHVOaNul0n896Bn9cdvefRqy4+5vuBUphUQAh7eF/81IU4cXQtV79httx+rYAfVWV/TGLgu
s4c4fzTNYNUtbYk593JsUPBiZaorVTRi0Gx/JPFDFzxmxbdYWbgE5mdu0sahhnjOCCwNlg5WVu72
ksOlTPuS7sOlTcvJB84Pl83/NyOcH2rcbgwWmG2XbUaDEClo7i5bmF0f+jzIR9EbThP36W2GYoPS
lx4OoCjl7gE4QvFEmjdeu2qZPli9pZBlk9tbqxqcWz8ajNvL5ufmkeCf1CTo7HMKUWOIyO/3tCVn
7qsi32v9pl3qq1wyMW2Yo+uzyujABaAr75Xs2xB5G8V5dWiVuDyOOT/6B80IoFE9x5mbfZGaSaVS
RLC+VZtGXghl5+oHIHtpdZ1m6Zz50Ha7wc3Hht5qEHpGsUJyI20eh/jnYISrzPyhQ5NrBdeDqxza
Hyn20M0C6bKYN8w0HzEVdZT3NQxza26j+Lk39fZlzKUlQneRvX/K7k+tlghXQiMAJcy0jMfLJAE5
lnvKMHY7bKsKUYID6f4tqeW1UW5qZVzHOF6tq1YlyWUJiQ/53kRJortJE3elK//k3WOd/pQbuoei
u6JYUshQ5k4KTTBTeYBo/Cz1aOfOkJYarUqjvnNra525yovWmGuezZDGPurBjl5XIlMYAH8Y+l1U
HDi8a70nLNAObXtHQLLJ46WUtfp/pH3Zkty2su0XMYLz8ErW2FOxJbWmF4ZatgmQBOcJ/Pq70Hvf
7SoUoxCl82DZEXIwK4FEIpHDWuKAyg4WYOvITljoZsBFLq2bVyY5GB118Yq32VNA/bDXD7o2vbLq
XSuzV3fYNk4VMu9pbp5p9b4QhtbeMayXdp9YwcMw1KHWpqC9Pk1D9up3RpR2k8Jfrm8vlk+0QWB0
VU6ddXkJgloD29tkXwOfhHx50ftPS9PswAYU1aACYsm2tY9J99sun5j1UJcxmQke4+XGNNptW7iR
44HnpUpCZOlf3ez19glecRNi5EHk5QV56scs8Jn9Ja0/zQnD7MPYdfwTB5z3k6D52LolV3U0CK8t
bRnyHRj7EaEpeumlLcvSUXPaDltWa139lHfgO5yzkT84fOwif6m7L34+1J9aLdAU3n5V8geEJpKX
iC6EjZ8p6Zi5Y2SoscSTD6QwV98Y/KXjL2Wb7iaAXSztvW4ReXJk/9DshD5976oAWRp5ZtcZ62Pq
P5r88Z/bW3Z11ePrIJkQdo+KEI7WpTZ80exJzw3UUyoniMohJyH6c4cIDLj0ALzQVDHxcWUikjz5
JpkarZuCqY8nwFHOBTHDUkdHArJzimW7CgKFIFEpQjZKMB5Il7Jo1Mz7aR5ioxndCJjr/iOmH6zQ
1+ibORK+x3qr+pRWF1Pg2GGkBRWcK18fFAOzXLuPjfmps0HAlz0u1Vt394NDqHYmRopoEFH0ozlD
jFU6G93OQzL/uG0VK7uEIh5Ol0jLwDgkG+9cq6gNY2ljbyFfh6UpPpX1YkRWkBjfb0taWTKMZIHF
F5ORovdFOsc+c9HrSEtIStxfwJs6aSw4JlOxHYtBhfm4opWNxn902yFcQRO6pFVJF8NLG6fBPN5r
NbwWxVH3vtxWRyFCzjNgntTLWAURhvbQgTKtMV4m1bzvqgwTCD4uDq7I/1weWYb6JqFNUscd9Sbk
Sti4rY2ieGHJ4ikO0cruwCV4viDpxWCxbAdm2vCgr+oWxdzt4h+d5dCNh7l4v71oK0cVzQKYXhat
4QhkJRtgSY0EnZu1cTAyh4VVb8yHQQPthIFUymPVk+LgDgtVNHZcJ80/7igBKYtKMvKkkodIOBuo
lUK5YnzA2EadPNbeyTNwXk826i3995yekubIfMXhsuWrS8gF+DbKIXgGXGU9lqGYuGZWbez2eX4E
i+4S+Z6vCtmvw13gXOAIo54sJhER1VyaSeOBlX5ylypOh/5LYZjfRtOIRivdJIAVR7tLviFDvTEa
h0cBmENvb+m1jZpo1gImMJJGDp530lEzEsBQzvrE4jQbN7meAuNDD+9HS8I08pkU+bTZFquaVF9Y
HJT624Q8WLL429uKiB96EWdIIqTDRhwXWH6TwWKX/cOrTwMq1cB72dvD85D+rEns3d2hIwmUUnuk
tkwNDwYWEysKDC/U7mUxwt2EVcNxg1lg5Bak8JeGsQR10/k9JFT/tI+F4lRdG/flx6Wfn/V+6ecc
H8/NR25sxuTT7f249kiX35cOLQDyZzA/YD80/6H5wt0Dyw52fbgtZNV6XSSQQN2NPw3pgk3dQEud
zmJx5j2k7RMnj66jKO6vrJPIq2L2QjB8Ob7Q8yyK7MqgzN2MsFgHcmM4ZgqzXf886rlo9UGvj9wx
3WaV7VpazuIZ7J2mFy5ElVa5dtrwKwJV878SxC84U4CZ44iOP8biwnR3cwHXwsihzry94SZPnDPF
vq8phKZfFKPQ/o2AWPJmhA5u1aH8FPeVH05WDlbt6PamX9dy4SSRxhXvUkCXXUWMelL5UzbP0ChP
HueAfk8X9pQ4A/Ct9Uet16LeLfa2MTwQQ9sayxzNTfVM3V7xiBLGJXmci58hLSwoj7ugynUWL86Y
R5TOJ3SNbruq33tA0kPL/d+0XRRX0jUK84fuGPVETAEokSsoAYD6+lo3stgZvXgOigPp6BOIAnYt
MFn5wrYgRHmeCQ+NoN5Y3RLlc4YacnYiQJ7V23zbYF45vL0hK6fQAEEkOBwdNK5f3SHDEHTuYupF
bPAWjRUxgPg3Ra0qQK44eEgJUEtzDIGbLhlW71Wg8/K8Ai1JT9wHA8OJZJ9I6UZ1m4f99KnNv95W
a1UgXiRAbhJzyHIrBMZvtIWNGYvBsuiNXUj4rvGCkJLn1vbCrtaRScjvd2gAtgfZOdhmVqZlNK1a
xqyHO7Caw1BsuZFizluRnljdrn9lyK3/aYXHT+9CL4J0mk8ggf6ki4pAa0WKgGBE5ydmAETC5tLt
+AuysC7zyjgtv83Nt5y95ebb7Q1acTUXIqQDSBfby43JKeNBP/xtBvvbX1cpIP7+zG/2OEyJ3kIB
Yj65aPQFBZiWDQpftnJLXqgg3S7VaGaG1UBIb3zrdba3WA6MLR6lKgxflSDp9DRt286448rYGUJi
bVK0EeZHZqnMV+yq5BMv9JEuZJu61pKXEOMuQ5Tnf3kF2CodkI6SHdLfW6949xrkDsFa50/NvnSL
0GX7cgKHcnUKBi0qEP3qTzpbQld7ahbQ0VU/8LiJptELgyA/8Hza+mYTzsAhLo8m25m0/7IYfLcE
W9CJhIH5N4BDwjL/VoBKuTRLpLQ2jWdsUq5vMnB2+c5f+vg1L9Mwzz5x/X1GYqOvTHQ0vAXkWTdU
t++KjeKoIbMhSujXdGV0nEFnzspa9Bi4ZrXtnEyx5usSBLqmKYbl5WRj5fCydp28jk1jjiYfM4Kq
RtSVkwAd/pUghYop5r155dE6rowvY7Kn8zdH294+bColJG8x9KMX+G1Rx4b/bppPbbm5/f0V879Q
Qcg/O8xj3+q1nuP7k/5cTOiZPfJll/aK0yysW7L+CymSy9BdZ5htE1vhWe4jElthmuwRC4VuvdO0
aRsM77e1WpUHdETw+CFTcsVeb+R6oemmWaGDn0V1WoReFevurp6Sjak9pndP6DtoqcbthNEeQNqg
e+xyER1kTOx+Sqp4XqxHu/tRsLtL6EICav8A7QTbNFoCLyVw08IzNK1rPOqfMi/sVS1pq2Z29n1J
g57rPaZgK5xG57tdvFe5IvhdNTMBWSkwWvCelty5VQzL3LQmDAAEO9XwiZpfiwbFBlVzvUqO5M3t
CQEwTQzIgYej3rBvhsfEf1lUrFerBuYCxALbjdBO7kDXsi4HAI5bx7kbovrTLYfSCOvsm1ZFi2qM
d9XLnMmSjqjBqBWkFdYu4f6uZstmGPPj2Pn3B6sCbfJ/KklntFxq5lMTKmnJ3q+dcC43faaCtJf2
BzUzB63G6PdDNwsmeuXGrzLjTTr2gX1yrJFvequxXkyb8j1ofMsnMg/NnXA5/xEIcBkohmvmChwY
Q9ba0qAgdTKLjaubmK2/00N/SBCU3QJ6CA9tuf6QG76RAoTWPtXEejU4yllaqXCf8sDDf2QgvIcE
hMDoZLw8/iMIqpKmd6wTqZ0FwBD2/LtipbMHUs8QGWPvPDr5BFoZ0pgADkcDtJPA1aW+0yh+iVxo
xC/xwSQHcG/UxlDOkXGmUGXkVhG0XUxRoq/MEkXEMmySbEvmb23yuKR7I/k+uj+TOkPr8GHyMVWd
ffbHt6UnoeGxqEDjx2T/MxfzkQEQqm6e7VGRuhOH/Oy2Eatlik6mAKwD4HiSZ4VJbntFnTrGiVcg
+iVhGwybKt12wcbW77ue/ytK9GV58MwQfLkxXWvjKWnZqAG7QKx8NVTNsR+JGkkXNERj6BlHM0Br
liQAVbOK1GVrnFo9Zw96Zjc7ZxjH18TtjS0aiS0eDh2jbQi6Vx257cl9yLhv7LoqNUNb486TswT9
rkU0/TIz3m4rh6RfUteju7pBKH+fE5HNQ2706fxq7N2h7+K629bapvIOfa5YcqHx5YpcWKAMIEQK
i9WoXHdANfhWUbwHs7BTdcWrZEjnzeOtTVoLaoD/0ax+MqsPR1WHv3SF/HepAJKOKBjFA0f8/Vnk
pXGejUOTdYAtJ9MLZ7p2ypDOD4dgAq/lUlmbedTeOCvaw+3g6Fo55AjEkDYGDz8Gki8FJx3vrDax
rJPt7Jb6AfGekhJHCifEQRDvW5T4USQQUDCXIhaKQm2BGtwpG/cV2XDVG1qufAgBmBUQzbeijo2o
61IA+D95WxveeALXRAfG3qR5Ax0hKcKgqvNPVk7ML0vt/uY8qXYjm409MCr6l8xlwNWpgkSFIrHm
oDFChdFKINFAablvRe89beoabTpldj5s6kEvtqU/+i3aVGb/2HJwfYOYlWx8EgyfMVSkhVPfOQiD
vf7OGqFYmoufIoVaDviYzUbP59PSHrVgl1pPlqqksLK98K2I5YD8ge5aeW4s4x3hUwsRvHyxOA21
8f22ia6ECecC5HA3X7LU0EsIcD4DVLG3D6gwBZPiHCi08KSY13QGbZpzCNGCMGsBBHu3LxQ30P9W
yZOciMuxxWZezidf/8lo7JJ9qSJQkjJxH3stJAATTpwEOZdEkh5gw5Pen9qCTzYImxibQrTqlX81
bpD+djuagv4zWKLZq8wlRKSlotK+diZ4lIjmZDDgoQggl8ksjD8Q2lvDaZ7MIQrS9GS0HqpYSXX3
al4IkitlfFkWJ0/M4aQZG6Pe8GI3u4rg5jpuQASIegBSBVDoqt7o2GzGAwIAsRMPkbguGSZkd739
OqhyHyvu4lKS5PvraemrxaL9KTC/GsvWIY/d/GaWOwd5mLzbNO6e9g8Fxm1uH6tri78UK3lN4D8N
ID6H2MxyliMjrvOAErKqmXRFChh6gZCHrnhR6hImc3ax6Qah9mg0wwn0puGSfWOq5/a1dwDOyJkA
ycOxtJ2XtuiGE8+1JsprbYwoyAPeNJZPwFSwVKyH16cM4b2BtzcOGnCWZYpj3wdPXZ73UOgteTNY
BDbaHA1/kVXu2zsB5XGiRXcHWvnEdDvQTqTFozPIZxYvN08VHvrNnqj4rFbWDjUv1J/wmMAVKpfV
6ilnlWfX5mnqnrJsF3iR0e34+207W3EKmMpGYRZoYJgek+8HrTLSpcQ9eeL6ockemblRYrEqRMg3
RJfqKKa5aL7MC7wzIopWC1txWlQipPuBd6wvAyb6O+fH/OeYHVvVTOmKBEymmeiLt/HHFZYrCPe0
ymrK5ZTrnb0pi/xYmmhvdR0VKuaqILChAOZKIJnJJaLcLLQgy/ly8tv6uJjm45gyGmbcVQUfKy5U
wDojR4X+C5wa6/LsD06XAqG0g0Z03vrLW6cnkUnLZ5vU6vSr8JKXLwE8ugQdGOgfENBevfMS0k2V
FVSxm2Vhav3jJK9z/90djrRKIq+5M0GCo3khTi4PjQNdKtZA3LD8dItjBbZXALzfe3IuZUg2t/By
LhxTq+JSey7Kgz19Jncy5l2pYV5u0Qw+xJIQJCs15yiy4t2sOP3X/v9SB8kGMtdoetMgdczHbA8Y
7AQkFbdX6dqJwYOJ5INo/kDvk/y8MEc3sxkef9486SHHrF2aWlOY1t4usVFYuS1tRZ8LadJlbffJ
3I1tQ2PqTlvPz16IoxzxXDFlzPkgSSVeZOiVlW7mcRhBTUA9EnO2qXx0H786WTToYdO98vTttj7X
zgCtl4jaBRAkZoXlHs9BDOM3xKNo3NBDz31o6zT0VK5tbdGECwBIFCA6EAlcWpk9kqGz25HGID/+
7KiIPFZVOPu6ZMM6hnu6zMDXAd/zyn3+YlTaS6Ind4LcibOC1lH0uGASwUbPm5R2LynvqnkyaGyQ
/Zw9psUxK7Mw1x5bvmk9RWPxmg2cC5OWjDSjNXidjpeC/WNyTvqihWZBozwFDqzzd9IRRbi7voj/
KictIoZ8MfrlQrl8dDdJkoYZ0nNU1S69bgiIqlHsRqO7bG0MuIopQh6KGfI2f6uzpn3wtMFQ2PSa
FLQFYHgEnR94lgpdz2JOWg8msZ2Exs78eZijwPt++8yovi+FnIuV9KykNIuZqb+a7EdfmF9vS1jb
jXMNJJ+mV9ZseQY0SNlRzw61vqeVomPr+nIG/oZg5kTQAV8jFy28kTYzG7Hhbf+lLx8F1B2zzdAF
3Yrd3Ylf83F0zoWJFT3bEd/R8IKnsGbdnTa88iP++/aCrR2XcwHSlgNiz5tSatI40T7PzibNZhTC
y5DVoJkiNKSaojtkzQQAUYCeZQRSAG+S5JkJN0q8P0mcPPAfSjhN1dclAzP1vqJ5MZLY0uzwpW5U
weza3p//esm8+oXxyQjw6+mAWGnYIquZ67/G9HR/1gMFnrNlEtt2tu+LXTIMSUHQadJ++zut+HV7
21ULJd2UmVZ6NLPxfSAPNmPkbm9/fu0YIoUHZgVwBF0HsF5VOtzyC4JJVW+DybdN2aH30FJxmK5t
Bx6xyDNgygKhjGRME09TPx0JiTN/HwQPhv7JMqa9ZlrRnP11W6OVc4K6AUaaYLmAbZRDiyoDR3Ji
8TQuUdQjybTjvfmgz92bUYP43tKPgFbMFCHTyiqCEg0QgEiIioqVpJ6RlHrTBEEaa+lGe/e7vaMq
iq6YgWAdQQURRUsEGdJlmTO/B0Jfi9Y6J31jQOLRF0UVaUUCOurFoB863NAkKp1Iy9ImjdpVGif0
IX0IZoUzvl4ixEUfAD+wNYAnSwfSnKmvubY2xLXhhlo6N5Hvj19SU4X6Jn7m5SMJclzRaiPGhwP5
RWYz5k6mBwSEKvetFzaX4wZ57CZM5srbt+aomvH7SMRdCxRIPobAS5JBLp1FH/V2TseYen6YWFVI
jK3f/6beU1+f2nTeav0S9cbutpVf7xYegDpMDdUyVPzkFoxiwAVqO9OI0dsFtG7liRC2vS1iJWsn
ZICoCi8PNNfKsyS+yT3K6TzGRTmGqQaExioy6kNVVWLiLBrKKqSpH86YwLWZpojWPmom8rrisSvw
wDwwqstdl6BS6huMzfSx37vPMwXGXetvDLcEanD24JKhCoFeFDaWteWlPodpi7Sly7StDQ5cr67/
rqmN/13fYChW4WHWTBnTYhi0EqVKvMUvXb7WcVYtTtPHqW5pEXMy55EQ3w+7pA0Uq7BmzaL0jAwZ
3v0IJy9FZb5VdIDh6UBMuqkIkEOWXYEefRW90Zo1wXMBCkpU3K8Amog/FFTLzC5m7nysCuOToRWK
aH9t0Vzzo5yOgVj0Kl1qQryx1V2CoUjN2WLkKhy7PCwqhcmu6XEuRPKS4FpukcMq+jgonkbzWdWk
eZ0YFWVE7IOHTCWgc+WN13sDxWkT2GGOHw7kb0xDhgv9VdnevtFfjSJu/VRxs6xqdCZSCi/Y4gW8
1g0B/WgAD8z4wiwVU7ZKhBRhoMk4AdgbtNKXZ8N5KO8kPUJkfLFqrrTzdTLYiZvh+2n5N7N+1ype
wNXfj6wrTiNm9jEXdmlZPQ5pZ+s5MG/8KcowKlWqpuBXJWC/kd5FPAxIgEsJRaE7jcu9Ic7a1yBK
qvtolT4WCGj/GHEUPe3okb78vNG1nk0aa0Bejx6YjbGrFkOwZHxiRfJGrOxXblgbhW8Xiy57VzHs
JcAvME8nOxaa2i7pWACZ+T6Yv4NADSMcYZ7a4UTTLe1/5E17sNv9bbFrCykwPgG7iJkN5GIuNZ1c
jxh6pgMIrjiRXzN//b99Xog/i8UJx5z3ECw4n+gX7n/lnWJUas2HITaygfCJfO/VOH8v4DitBYfR
bL9SDLsOzhwq+VFWA4pzKVKeAj2Fg8ENLFLi8+JXodn2kSWp86VpWu2lWowyckGFGaJT/wcNOnIy
Lc7uA0j6sEgBK4orDlH0FbueXYK9r18ALpnbY1jsHE3V57O+kv8TIPfN+KNXeWmBoc3K3WTmxvT3
f2RrZzrIfTOal1J9nnGq7J5uzU7b1H/fb23nAqR9QrIP9IoNdOi9d+c9sf7k8xj4w22J/M4VbnKb
0V5bHIzDpwfDxM3vq/K8a7GFiF4swwOKNZAKLk+L5+TU0AKOw0h+pDzdMj/fu+bRahXgTmuH3gfd
CNqFP/A6pPvFncDs1wzwnnryQh/0+g+859nnZf5ZCzRx//Geus8ehqnYd2ZwcnNzq9f8JXUwHQSQ
uj/YeQvtaRi2F3il0o0WFCU61Eo4z+BAO4agTHXri6WXvDOQZ8CvCZwHjP3J70lwDSeA/gjQbuvp
GHl4zdrj0DRHfQAMSPknPWz6R6kM7yWoI9lBVy+TNiZdEweVDQyxca+b81NZqzIya34NWfh/G8Ak
OzDrQHPcnnaxx7KosTEE+hKU/ZYUZpjZsQf+0DpeyPe7twoDggjagCD0gXJyaeSkaNrScCDULtEY
+WjUf93+/sohAtqCJzjSfLwIHOnKmUZcOeaAZuWs6CLa/OwsN5y13Uj/j3KEQz272vrU8KfUsOrY
tne6GzL3iQYAxlLk/FbcMkbrwNQi+s0QHUjxc205CWuaqY7bIerrY7FsExVS2XV6xkeGAU0nACfF
wK7c2quZttV2CUy7AMSbY3zyqxNwmOf2K6mOVNVzuOJ6LoRJ8UaS6YW++BBm87A2otxUOIK1c3qu
jLT7Nqd5Sgd836hfA/aDN4e0+6szCQoYiufTmp2hewFQlXgIijDxcv9BB1SbSaB3sUV+ebSLStTL
Mmdjtb9v2/PaiuHOFyE7uruv7Nms5xmQQF0XJ70WhkN+JwS7iCxQGIGBAeQZxT8ZcAiDufZSBRmP
x++m8Uir490/H1k4NGyLt8A140gOw5tKtwJbwhNxf3r2tz/4/EdKHG3W12ybtEdcW2fBHKf0W0Mz
4Dn9iQBck5gYQZ/EFcLFjEyMbyxA7x2BRqdp27lTumHhZqW7BZwIAAwHFC1GayzJDftG4c6sA1Zs
NQTGjtrt5ybpvlmkeZlHL/IocD2H9inhWoiC46Ne+n9xJLb8GS+Dajlk4FQxC/eBsvav2nYBDa5i
fV2xwPPfZ0uXK0l1QxuJNcY2cml6XYeqlqA1Aag6i4sVPg45u8ujZPeeO881H2NP88IcPat9rtjF
FbeA6vZH/Iy2pqt0StZUbBpabcTwIzB4uNN89gd2aJo+9EiOXr5u3ty2yxXvAIEA/zUCMRAtx0Cd
aZZFMNIpTlrQEXXD8j75jRdRjHbO3fTPbWFr6/eRWwUAEEgUPiDjzq6i1KxJDtJZ8GqAfvopqBSe
buUOgh6CnQHYeEBMFuLPPm8lTg3MUR/A9vW2zHaTtrFVGY+15RIzkkguCvAa+ZqzrLr3GThnYs6N
k0fY65BN0QyShrlSJVFXRQH3DK3hunk9OJV1mo+ZeDbGmZ19bxaKGaPiiz/7h35Qzdyu7gvubfSg
gWbtCsstRVoy4Toghru6CLc1/ri972sBnEDeQTpYNH0ja3C5M4ENB5AM0xTnFaCy9GF6nvXm2bDS
Q0PM5YiJjN1o5C9OZu15we5/24MMC7aNWE5HNlpKhOVVMaHaK5CHzVfX+ZQpbvI1q0MdAJU8RMAW
wN8vdSu8TG/ZxKcYdMdhRX7p9im5kzXu4+4THEvwO7gG0apxKWNsu5LjDQ8M6N7dvGtIZ9/eoDVb
O/++9CCtF+SuAnDDIz2RHZeeATYz/zXl45cAteLbotZsDeP8xgdEuxg6ulSlqociXZZsih3t15gf
TNX85+p2IBEtKkYY3JAvKYw0zrrfBTihw5PZPlr0NHR/YFAi1/1fEfI9o5G2DXgOEWWQAcgWUP8K
k1rbDkHPARxuvEBgU9Iacc3Q5t7lsZPsfPbCTQCLHfTD7Y1YWyhMZKJGgm4QC31bl0LS3AU3XT/w
eDBfzeYVcMOtqvloba/h5Q0B4IDT/+EWzhyy0fKmAp8nj4HDp0XD/Pm2BmtlJjyf4I//M2onpz9n
oIuOS9EAYtRr2PcJLaibwvbAsEcbK9T7pdwi780f+iV3N9NY1htWts1rOweG4vysKAoUVjRwBYKy
Dqwnl2tZ1hbHULK5AL4EObagD1m7va3rSux1IUFyYvPQTSAthISm3XVtlGqfE+MpR4gzhCx/mnSF
QivTdOi0PdNIMkGioR8uyRzAe6Zd1PNvOrN2nvPi50nokF1CSFTxT2nPd6C+iBprS0kH6O0k1J19
Os77sogrXdVxsHIs8IpB/OyjWIqRKWmVPXBY21SvcSOa1RPzqkPvfm+SEn2Zxdfbq722n4jSBRQn
ht+BW3+5n7Ar3WE2KGz6dowctrXpoHCDK6fvg0UIWPtgY7rqMCIBUBdTD7FKqvlAjngutBe9rRS7
uKIG8OcEqgNeNACGktSYrA7BUof6xpz9KsJq/H73Kl18XrLJbC69zCvoiL6iNOr2VaG6Wtd+P4It
BwUOhNxXvR/tPM4OrYI+7niU7Yw7iZDErQp4tH8/L+ztzD15GbdoU+PzKcCO9BMImhWbrPr90voX
NVjD6iIBnOvih/zHkqkKZCtWhEK3QDL20TNoyBus20hRTTMBeDuJZj/Mysd+ViT0V0UA/QvZfEAm
4eV6uUh8tqqJ53j0tTXdl/CrQJCu/iBjjWo94kOw/brou5debhyUVNShKWhUnIiEpWoqfG0fzj8v
hU9pbxd8CbQpNtJNVUZ/csxQOzZBoIKiPgZSLpeoGL1Bn8wcAWYPkEX8o4g31rYAiXZw0QuMx6vJ
Zo9UCxrFnDkuxwh8lB2LlvuH/1GxQVbNMzGQIIqulyqMZE5yb1qQnnCMcBsgSL/bVbh4OIM5Tbgi
9NlI3/dTexjdfo7NORq0MCMKKxWuRkpNYOgN9SZQRQNZwBMWcHaU8SR0s7nADifp82L1YW21kUWf
/eoxw1BVPivKeSs30YU4abmQLwYlaZJMONjRu/6rAzq4+ycrBiA0XMLIsF+NUhVjO+oAZp7ivtgt
bE/ebm/ISjyBCTecNgGUgneRZLP9WGLwtWyw4bOhPSJx6B1y4nd/m0ttRwBv0EiocZY+pkvlbpe8
IYqmrusjiTQb3jMCpkWAxEsblgealcwiVzPRv3UjnIHRf1tBlQBpi9jQ906imUgGvXLzkczHP/g8
KMlE9h6Xk1wjLA0D0WeOZ4w3obJifzMdhUWL33dp0VigMwHmpUUPgMedEh+JGbvdzeO2zU6zuf8T
HVxE6KI/UJebUiZKGr9vfRAYNS+pdnI2tz+/pgHS9HgnAbsdfXWSU9dsp5/YWI2AYKZP84jRdoTr
FHmz+e68D3IKwpTB/QW6Ufl13LZoUAVA/BAzvdp6jO51/DNzVUJmxaKATuhgxwFiIuj3Lnck4B0t
bQL49P7kAiDL1FXJJZUAKVzoMxNc04UFASC7m/wEKGsKo/p41ElWhTgBCW4EPqAFlgOGMe1JOwQQ
kVVky53X2vlSdP8403fGD7o9hGnfhLzPo7orwoG3G5602+L+thtELOhWMZCtFd0Q0mWABFSpcb/2
T1ozhb7fRK6jqOyumB5etI5AXhT+TQ5aTG/o5mHovZNZW6E1tNuyMj85oEa4beErG4a0FnqfEbdg
LlFWRJ+GwK6Lxjsxx4kM1kTF3N/vxvB0tsBIjqEnpJmk0MVOfPAPB5l/Ym4dVsyKCl1RuVtTAok5
uDEMOAFySpJg0WDSNYMGYpZbjIWM93t6hO7/fl9yZJ5WJU4wZsHJ5lFfbLpv9+/B+eclY6K6N068
x+enOppZGVFfVeVeXSAP2NaCrVuApF2e+ybtp7oANsypZSxiDP17qllQlQTprmpbXk2NCQmkfF2+
4pl9e4mugyPcseBzBB4Symd4JkgKmHVX+gnB59vsmdvgL25oMAIe0f1N/eHQgjbDsP9Ep3Oh0qqh
xxhzx20enOYmi4AxF5WqyYC1Q34uQVq1PjdbHjiQsBS7NItod6T3h62owYgxQ4Bno49WPhszyfKu
Qwn/xC09dHQ0Dt+daMC+wBkDMs5wcN/Ld4pVIToaEu80RdX8pU8/39756zj18vPSjVI70+KYIz5f
Anskmw/EAZbRMVfN+67YL4bjMPIv0DUA7ScdcZpaVjHZLDmBV9WkL07567Yaqu9LBlwtJfpYkd07
LcBJb3bW/e9DvGjQYYxUDxI7V915oCbDTbS0ycmbP2Uhy+5+v11+XlqeLEUWoxzxeSC0DEPoLxvr
/mj0QgFpgYrRKexlgATMRgzb4v6RASiAsAG5Bhgr5sUuHciITFlWen2Ce04Pj3auKy65FTMV0ICI
SfAvQBVJV5BPNT0p51aD/yvbsEydDavKuOutENUhRbC4Kgs9BOI2RS1SfqwbLi2ARDYh3A3eu+GH
Y30ezR+aqh1mzWJxaf9/KXJCwwTTw9QxSFl8tnHHAOXoP9hy3Ec4dPDteChI/nXG3AS1hik5bVw2
RH6vAiJd1+Df70veldfE0Yk/JkBAIWH6aC1/cEHYAuoUg0loiEPHwqVRYZxIy0dMSZxK7ZdPftHN
bZ+xcjucf14mU7c7u0umHK7bmB8L5z113k1NEU2vLZGgTkQnJLDq0XtxqUFX9HVnjXVyKkgFWi79
OQW67W0thIOW4nVULoHZgA5yLJUrfsJZXsMsvMYsSRCcmhxTQYuXRsw1tk4V7D0z3QFd8E5YUORE
BXYeSk+4n1E1lfMCszM46WhAJ0Ozow6Msz7w960ybogi7FzV7F9Bcm1oYXMxjDMEafSTOb2SqttY
PZjVpuCkJSoHv3boBRPgB6IHJsgkWzNdreK2AWO2+q27HQ/F8si9v25v1Zo1CE5IdMEJtyI/d5sk
HQAYhyBuKTJkbMAXl+5vS1hZMgzWIxwRadLrcYUhsTJdKyr3ZPlvWXNogNBGyPdMo6FTKUStKANR
INMSkHQe8Osv7a4acj9ty9E9Dc+++dlREamu7Aeqp1gqtKW51zxnXeNradZmHsBNjQ1lv1lZPfgT
OIFqxc3yYUbSAXKFexGIph+zaJeKmF5vFX49uad5rHhYLtljTsqHwXU3JJ/f52nSj1jXN9OZNpNb
bm9v2JqaGOpEDg+AKNfw/2lZcICLE+80zuUDsQ/kJah2KQvu90PgbEL6WYRf1/lh9Ejb7VBBzGDs
0+0wKGxhdQ3Pvy8ZgzPNyLAk2K0WUMH5vHe646THOn+omjpMWR2OwyFRIZes+O8LpcRhOPN8S+dW
WdJCKe3kBl/RRjZ9vb05K6fpQoAU1CAfNmujBQHzwCM9R9sqklOkpiHaG/HfX25LWzlQoOFB25zg
IsMgrhTiZG6bEMPFgdLoydV+NlSV71xTB9gRNgoFFtAj5JRHWc5+hXlKDUBpblgnb046hY4z74yi
3OV5s7utztrunEuTTCLPEr/Ho1I7paYxgMob4+Vp/gj4WMWyrclBRIiWUqB9CVqySytgJUn0InG0
U90ux6HunigGzfNCVV1fWzx0l2I8D3csZnSkVGUTWNOStlDHpEWYYG70hDQICLIxAKJwSCt2gG5v
pLgQMOA9LndCae6UF52tAb7GbpBti/Lgx907A0Q0QNZgIBu90rZY0bNzMwSFRyubBae02DhBWPKt
wfe3RazpcC5C2nyvbEyH1iUyOq/EBbKywrZWPg/AGjGBjzrRNQ6KvjSaPVS+fwLy37Gt6i1jRJEf
FPe9dCugXPf/SLuy3sZxZvuLCGhfXiV5ibPYSSfdnXkRepVIbdQu8dffowbujE0LJtIfZjAvGahM
skgWq06dg0IXQqtFt0x6LwmEntOQ4kHjWyT0rTfuPFfO1vTR/vVP3D61yraMtTGdG1z+frYqtBKT
b5kw2H1tkzzEHaDwq5WNAqFjHE2oaYNgX97+CR76XOtK0CSAooTs/SwgpiKZsDYGFAkhq4w6G3Bu
UhA1jGwsR9NEm/9BuMB97G971coeBAMe4lxEHOhOlzv88OorRNLpyWlqSjPsOy+o02nPh5/E5EvD
nHi9bW9tOEsWf2kuAnGBfLTU+tROgAyl0Ha9h06ucfcXnwcZwtLpg5NS5kxFUZhOVt9ANc79NXUs
8BU/f23B8d1/v29cetQcF0UyxFCly/gwh87MIxoPG62z2vD2QFSGpL1SleCPqAsMBIXBLg+LPGwH
hYkVkmK0Dy2izIDVLqpUkmsZwvGo24Lko5qSbevyhyKDeNFkRoVnPOSlmwcoh0VoRaqDEsWLVPeR
iZ3RxH97qH8yofK5cPY75EcJS5LeFEOcnCyXtMfWzOxqA5G+Z+ihg6s4t7MNig783poQhHud/TVP
nO5egL024M1s/NQgnXn7F60dVOc/SLr/6iwRmVthYnB5bbU6Dbr8FdzJSXIyFrIrQP1HoXiYycLd
yxMQSFaUzPVF2/aKM65CNFm6DjaGj5UH+8U/gBcFrl5/mtDsH1h8aHfuWPFQ9+pk22c+D4yKuqHo
+yGom2KKtJbXEU16GuFBa0WM0fwehaVm61uqJq3rFQODM0j0wKGyoFPQhXa5DZrYT0zSzPEx7ngD
XISuP8ep+8uqSLlr58bf0iZvglhPqkhzm98DKd/RsJbshTvbRwi2T2+3F2y5+648CM/1BWcMuRs5
194xhq57MP2eIDD3bOfjSy7oMbGzyPe5IpO1ujHPTC0H3Nmdog+Jk5GOpafaNRF+fUuB0IszxdZc
OyWXogEwAoDnAMR4acSdhZaMrYiPbWmEdr6vStXNpbIgRRMknuwYWg3xcehPw7xh3ufbK6L6/nLv
nE1T12QszR18X/tVsMgeFNeW6vPSM2LWHJCfNvh8GSN/H1pc8bhbc6jzBZAc3GmZphWeHh9H577N
511nxWHGnnNLRbOxdv+ipR/ZXYBYUfRYBno2T2XMeGF4cXy040fi3406i7xeD+oM7MQqOoxVW/Ao
NLog7wuk6aUtak4aEuIWwaDSRz9F4xB/5t0MTnp9Y7iKAuTqDC6khAtuFFTL0gzyOtd8nN3kCIKn
DdTVN9yKv6QV+Tkm9e62r62awvMO1MegJ77KCNKh7ktqaUiUtzQ0kwejnTdG8pBTFV5LZWj5+9li
jTZIME0BQ0Z+oNAWybu7yu5AXq64DNbOGB8QWIDpgcC8erZyiDVZ/oAssyDpHS/YYzLb+3ZOFEu0
guQGEPbMjuQQY483U+z3SwXGf00z+m2kaK/qDX9jFuKRUCOs3HZbtea207RdZxZfby/cmkNi3aAQ
hhsPtWrpnk1skpcofeBBkA1ByceAcKjokbccucLy021bf1LP8h1xbkwabOVMkIubnfiYlE6/zS0r
QWzh/uTM6w9mPNBdzTsnNGuqhcTU0cdWggxq7zfL8QWPCoyhq4IRmJuNOxvVT5q6X4he3HuxgxBB
tA+xYxSBP+fGg62j4g4FC7btcmIHgwbeygodRyFB4BLYovOjAgEN6PDL5MXJsviOt41/X8zQxPQL
cDdBksMPy6yN940W94jCrPgpLRmoTGbdv/eT4hvPpuZeAG0VgfeB7cbJ8iAYmo13dWlVT7MztJu4
7IwQ6u/xY5Plv6eebnva90Vgj0UTaswZnkjX8rDJZmhiGiiSzWXb3Rk9qibAmlvzFBT5PRP+EKb+
bIZVjDJm4rBkU1lJsc8G+nUmXRpBQR0/2BHfEbs1QUFncozBq7gVwvKDoR3TnSUK9PKa0/jbpt4Y
3V7Wq4sAGA0NByiqSgj3rxhQuZHaiV8UGSTGA9N+Lq3Tx7+PvjMoB+BVj+tYuolBHJWWIvOzkwWp
rqPIFCCBqxMFP3/JXTsuGgERlsmnZJvW/pQYYCKyv1lVOG59Y+vEr7fHcL3PFytLMwiazdBqJpOq
59kYG/UMK0v6o/k0schh93mCkDEiRA/GTgQzxHdBUXzb8NrigAgMzzC8YBfQ4+V5CeCrDt0nAbvY
Hq9jc/fxzwN5BiDd8o65gs/GeQlxp2bMTwzPV7al9PuHv4/TEZ0lWHj8Vjk/NSd2JzyTgsGzf7He
61qRDlmZnYvPS7OTZXM5Mh+fB/c4s2gEebHo9gCu7hHUQs8GIJ+vkODq9DFH2suJrUPbaJ+mEUzk
dlMpwtVVO9ACABAbqTxPxugZ6KpoSwsaIlrbRK33qxseqKryqrKx3CVnd2/BBrcUeQXC5glaxQOE
vSgPs0Fx866uCSB6GAgY7zWZHJA3Dh11ndFTXQvcRK9apQhcrzY8fNXHOQLaK2TZrsivamifMEY8
xN1DYInnbTgY/3x40Rf4Jzgb8XK4xh2ZMa6RvsMx7JHTOPwDZr2iV9ylK7N0YWL5+9laEA8goFYX
5JjnYSUCrhJTVn1fOnStGcV1auP7YM69rz5+oiPMXurfgN5dH7kdg+qY6cfkqNG0D0TuPhKvUUyQ
rPaNpUXFEJ2QDiq6yNvJrWkibg3UqXEuWRMUb2o3LbeoysYHr7dQpkxGVN69MQ8AIOBhVbB5W2pG
s8s0xkJb5/SHxjs9MmkBcVyBgyIgta9qNrsKvqSfKD2hzAEiu02bJ6fBr39A56vb1P387BL9UdRN
SMte8XBeXdSzKZGuOkebYqFnNDm5NN1YXhrS8cdtz18d0cK5gbojWqTka87gjDg8JShdOV9mXwu7
4t5G74ngL2BMu21qdTAuIgKkNhYZGWkwyWjRQoDh5RSz+S0vrE/Q1treNrFy4GkA6/+/CbmyzQAW
sHsHmVk7ffDLz8QJc/o3E3ZmQrqBaFw3bKw0uIAHqu32Z5/2kQv6UPqVQij9L4aD6wFlejx3r5L/
LmT3Yq1rE2gRQ3KxPBjz7y7+fdvGqgOc2ZDOJY62RNus+gR3BImKGfoX4/eq4UE73E+mqs1sdX2W
tnpkTnGQyMGNgR48xAzY4hAxjBLjn7EwtrUW/8W0QQwH3DsLfyWCkcujFuplHni+8Gb3dLJLpjsb
nF+mu7s9b2tDOTdiXhoRCU2t5VwE1jYJwTH7vaXTN21KFfGayoy0PIQOgmv1Ulb03ubsVImn4i+i
hGU3QtFh0fi4IpMekJ0z+IR67MAHFs6k3+vTwKBkrlr9tQMAaq0ayopL75yMQrJMwAtdC+A5ZzfZ
n0tdcYlfhQmLToCD3Dx6uHUQZS6efnbD8pGAeavHUTbM/pPp6/uEmgc6p5E2WuFfLD5A6LjRXR8Q
F2nxcZhCrTJ2cB/q7076M3b36Ye5pJfRoHcYDzVUGa46YlPggLrUaHAbZruYRpaxSfjmL0aBYp6O
tlu0DsskMXWtWxMkMcmx5Sy9myHBtXOGKd6Vba1Kzi4X40UiATE12EtxXyPIQhZemrDcg5RcV4GJ
RO/nT5lf2EFfJV9FST/hxP7VCCTWJk9Xsf+tWkXlDD0cS2OCnE8r0Y8PgblOP/I+3STajpVTYNef
Wbypxb0A1fDt+Vw5SqHDtciTgzQG3iE5oO3FCRkqXzvG1e+kBHMMjYMRbe+me1+DzPK2seW2vJpR
MO8sHR3LlpJu01ibofzGSohllWN875pI4810yLeNDvFUizAwRrv2xiocGljMVcm1rRxLgPAsCVHM
6zUsCqTAzZglTD8OehdqxtemeYlTohjiNZxneYmBr/lPjeKaqi1hPPVpq+tHz3hOhRH048GotCAZ
tsyNkniDINrPvt+e1z9eL00ssJ5IXSy1Y2QAlqGfHSNdjKRantf20aqyegORRVC5myTd0LrT9oXW
mlFf6G+ZKJohcBvR7oauK0MhuvaX13hT5NBKf/J52gQ+d/sg05xuZzRp8z6YbfepbBoRmPWcPY41
OmRxSxkvRi3KrZ4gstbmAo5aT/S5mZ33aa6L/eRORqhp/bBFOqwIXZA65VGV02rjNFq6JSKbNm2N
/vAA7EhJOOEoOcaCOJ/6xgUFoc5VQM+VY/Zifpa/n81P0pla2lqdfYT8cNTq27QKHZAdIvt2eyFW
XAyPyYV0ELkkvCyl3ZT3ll9Nje4dbW9f6fcVXgPp9raJlaFcmJDCeY6QuMgrmEBCxwQwaDqk8x35
+RdGsEkASgfeAdN/OV9M8Aw63oN39LJPlr5ndVhlcI1UsVlWzgNgYP8zIwUKXZ2KXsthJreLCNlS
3fyVjtFUHzmfg6J+Bwfh7XFdl8JR0Dy3KG2U3CCkaqvOO8a5H4rOC10GwG9MN51fBXFxb8xbEzlq
Q/8+FZve+XhgBMoL/OPhsQgQmeQeU+0m3CC5d6ypfT/Vzn1M29fRU4Gz184gC0qRYJEG/OK6rS1t
ZitzCVoAs7oK/QlkkW1AUtwjpAqc9JuRHUrLDpR6mGvef27WuPSaAnK5TTY23tGtXodmx9LQVzU2
q0xIjkkFJbQXNRr2kuqHOWffh4lupkL1iFnbZOcjkRwT6qSVqyeYQHP6UuX7ekmWa7vR3Nx2x7XR
oDkJD0ugpMC8It2HLkXvGJ8N9wgWnoAbLwN9zT0VseDaWEzgfjRwEEAGW97LGo5xN52AxLQGc1PO
fmgKI+TFt5YqRmOtWgLjEchkEUyC8O5y/e3K7EumJWi3gmTldmKeG3Ihhjez8NEO69Dmq2tRso11
bQ66iY5bG2pfe1bW/g4il2kSYABgvyHEPIy0rO/KhPOwN1224XaaHViTlweHAqYxEssIBfi1322n
mkKn5loAJPAY9VPrbFnt2dAx0MYyCSqbNS/dIJxfLK/q+8nOvS2eiNm25RYyFC6oOts+9h5SSubI
9mizZZU7PemC0bvZZ7ib2p4+dTPaAdAlVQW8dcgja/oPU4QtGVygpZZFQuuw3KOTuKmV5LGJBlFb
IEr4nXX11oK8Gwo3t11uZY3gBQCCLbHtAqO4XCOjcbFIkPw9mfr3Mj9U9EczRG6ngjWtPJv+RHn6
EqVDg1Xap1rfJIUlIPE1GnMU+ymaa1VwotWRQG166boEeYdc5RZ63mhONkNJCuW1wNH43mPlm+mS
PeGqJtWVjYrh/GdLGo4x1zRrCtjKB8MP/DqJQz6TODLsWCh20Ur8/4c27P83kbRAlmiIIATbtR7f
wL1utQ+NYwZ9e+DieSy2H/aGBc+8SA2APRUl2EtvqLJpdBDhOceBQTOm2BfVN7h6MOovt+2suAN6
z4AOgC+gzi3nUADhaxhrLeco7CpM9X9QyVOEEmsWlp6aBd8IHgHZGwq7Z2zuE++Yhk2fBr7yobTi
Akg4gi0OEIc/6jeXU1XEPbAhVYq7GyitLGLZXvP+YjXOTSwefxalmj4kpK3FRKs/Z9DC1MKYPSRf
P74UkI1DIya43a4TGnbOZkswDe0G9guJT0zhvmvrgFbuBemCf68i4NGguOyGFu4LllgnA/PFrFjp
5RaR3joXmDTplhmazmVA2MRH6FSFfBh+4kC9q1ovMFM8KBreKVZFZU/akN1QaJAQBUiD5P2T2Vi7
Mun3iYFifOwfqq5TVKbW/MxF4IbrE1EBPPrSCZjGWhvMgQAKoeme/Bp6kHso8CAqE8sanvlZStrB
LbQFLu0/mvpL3r1UngJXteYGC9hjyZvjbJbzWhajwDjXND7Sqf6HEVQjPZfub3vyWvHFgi4L+GIB
qASzkpTWBqlWK0rHR43NEzqkrqDwtUep0ElB1cX2pKkObQ7XoGwX6yDdmP07h3Sb3o2/5Lm1u/1j
VgeMmsSf/O21ut1YmtpgVjlAEakOji2Wf2lbVZ/d2rottLjQ/sIJhKv1ct1I19SJVRrwRHshQ+X1
tu6tKRBEVwQJq4bQe4lcMcA6eMteGkq7iXsUpFXHzi0ee93c6ln+5AjVU9YwlhNN3ssQbPrXkLyC
lqYnf/CP/mDS+5ozZ2t4NN/lY/wF+V2x1YAoYaQxHyeT1Fsxm/Fd1w98I2Lb2ZZp22w8u24joQ91
0PMMT2LL/mECNLPL5zo5lMLtoy4GYIcYcbFB1xyUFIqp2rmJ540BuKBhizv+uz1WLuTU/CJK2wqI
GwTUu9zV6IbPfRM0Xd5EtQF697zWIe2ZA8VT+sNwn9OJ3vmdP1VB4wFz4cbQTQGqswkHOtvbklfl
oUtMf2tRMW+nesrBl2KXAZnQRd6CX2WXVTggE9aOey1lboCKsnjzZheR6zBmu6mh9p7pehw6GuA7
Y9tpL5aLjLdAKRHcg4HLtflJixPIg9jircD/9dQOfrkRrhC7trDeXSf/LjLL3RoTcSAczB4srdjl
eORuSG0WR1p69W4cpzw067EMJm5C5kgkKOzPjICfKp/DHPRigdcn8wvEFNOA50kTNpzFkeMK/AFp
7Q2EvPsI0rfVm12mTdTrlRb1TpXv0DlnhRCXn0J0VnVPaKp2dhAbdDa9pyV7MBNPEW3QSOMM/NXP
vFEPBBx/gyRKYYRj1zshildAULUcGf6EJo9uxmlU00kEE7q1gtwUv+rZFbj0dW0zVkaNDq2mC8oM
7wdgMfunoay0jTXNeTSbab4xCmu4b0eqo9W3H/Aj43/6xjHeYjboB79xRz+cMzJ868pEt6OSmOjz
gdqT32VloCN430Kb6XcxDFMAKubid9KTb8bYlI8ix/ul80v60s+Egap9HEPAPd2wsjotRM9H9tXz
t6l+GONPU+n5p5QUzk7YXYzfOrv3vLT7KElqdK9AKKmLql7YD1lJi8ci1UQ49NwP5pZ3kVEW/C01
3PokvBzOCFcq78BPTwNtnDTkMCheKTr6VFzSGABsDa6+1agGfH+TvVt599ttmuLJ63szRFHC+G3V
ibe1iiTZgUVjfPCZ6UU9VA22k1XxKO/KOQDra3vMa7RZECPh27JuhwMt8wwqf6ItN07bk8jFTXzf
2qNzQMEMA50KGuVa/mts4n43jCl9JozSEJrfyZvhjHoX+GxA7TZJBu3OrbJ5V/CmDsxETw86I/7e
0Do7dEWaQmRJ93ZVq09RpY/DpuaNBYxuG4eiHNM7arZ8N4jfQ2+EKfy2RYktMkEcpAg7Vg54MPeh
8wuNRktqXjoTXeHGjSFadmqsDSAj1ub2/bFy5F58XjoJtR7c+lrcMDyYYiD52RPztDvD1BT38sqB
e2FGukLidGi7MenYqRWBF//D6Tbl2zhWxJgqK1IMQ2eslh/X7CTIweZ3xHqt2o2jffyWuhiLFMbo
VuryzseKUNDm8hpAA+uh9RXR31rGEFYWYBiEa5G9k9a9aoEn1SydnWau59gB0F0wKDJo4CyaH/sK
KVhsmAxsAYVVhKwvtMiafBYVSaZCX6174H+/RHIRqGqSpErxS9w4MucN0RRDVX1f8o0uTQFYcjV2
MuaNE4Ge7LaHr8TR6AgEEEfDMxBJcmm5xjEjBhuxXFP7XGSPRv8SZyeT3kFCR+EYqwM5s7TstbP4
FoQzeivqgZ0s8gvgAPFhwpwFi3r2/cX9z77fFMRBPys2kd+AUCW2rCzMcGDenq6V3DiMoFy1aPLi
0Smt9jwQEB4MWO0ix/U1hSn5Lvp4szQNtMkQ9MXPVtUaurJCCwLSXmRdtWumVW0c3NGpqvhYOdUi
YN7XQVumW/zPv6u4e3AalWDrMlFy+Lc0Qyw0ldhacsJwSnqzSaA6dKwnf2/WaESrpnZfNTECH0OV
L1rxioWxbumJQExyJeFSzaZXgV4pPqZJhIuHqxqGVr+PCiowxMbCOi0lc/uGGSWjaCUpLMiaN/pz
O5eqLMfKLbEQpeFZiOISiuySZ7slZFH8ljrHLN9pIAxmGzJ+vEZxYUJybvRYZMSeYaKvtl5pBAYE
hssPt/Ug2eni5YYXAXhD8AK43EE54mTdTCl2EKhdDw1TvKFXlgILvPSjLN3HcOXLzw8G3npzZmPv
eKETOR/uqcKvBzoGzbronQciWTooiaYLXngCF0/RBqOLoun8envzrw0ADy/0hAEcgjFI81PoJHXS
GenTNgmbFKxTisNF9X3Jjyaddy0OHnpyvzBrOxGFD60cJMAHI40NRwWptZz95UkDyg4KDC+3/QP1
P4MLhIkp7FxUn7sffzFVZ7akqUI8b5e+aOlp2s7WJ017uf351aGgeILLH6m/K/zP5BHPc+aKnYbc
fUYLCP5r0WqL7FZUqo58lS3JbWlpOnzEE+1koic/nBL2VQwaAHudk4dGVtoBBHi+3B7eyoHioiSK
wGbJJ1yBgog2J2Y3M3ZKSxC7xg8zrQ40fr9tZM3blh5SaO3g2IJTXG7H2DVnbUBQdLL8J7sIclUb
1TIv0jUCgnY0h+DqAiJazgMZPjUZ8lAMKktuMOEN2Wk/9HjcxP7H0VoXhqSN7w3U83KOjW/qPz3v
a0msIG5ebZXS0oofXJiRwmfIaOglLRGIUfFPhSYe3roBig+BnTy3xrfba7PiABe2pO1DPIhGZbrB
Tj0/mfFu4Cc67v7CBJCgf7oRl2a3y+W30rSzDI7lz+jXztowRJeawo1XPQAoLX+poAGkKQVL9lw4
JV4D2KVZPoPXrmDpKwSa05e6pVCaN7mmSKGuPQtArbvQxiJ4cUBcfDkokrOks9MBTCMI/31ESSCh
+OW15GCUVWSn6W+j1TYTSiFB7PqbIdZ+ZVas+BEra3fxG6TzooQOLZh+UZUa9MEJm9LbgEP5GS/4
v3j7XhhaHPYs4BWtYF5caegv8ZyHvEP0JFqPbG67ycopgZ54dBChwII8qtzbXbZ50YnOSk/QuIQo
ikr1R/V5ydFdZ56SJHZQLvQiHVfq97/49YhkAEeFH0IR8nKKdL9vNCMBj0MBYTd01tGHMfGJ4mGz
4uYL0da/RqQx9NDX0cexT09afTLNb6lj7gyjCHXj0+3BrDoWXgFLjWhJakl2qnQu7Hax47t3c7dD
agXZGhXGYm1BgKrESgOPhxSwZMSlHlRm6wyNPuZvlO4TTdFytzYIJEgWPhVEzJaMqB4h/9nmzMOC
l5sqj/xqA9nU2/O0OoQzE9Kip2Uh8i6HCb/eJEnkRrc/vz4CRLJLTx0wAdK2QybO4MmMKJk74E2F
dMTcbYpKkatZniXS5ekDfPKvEel0rrQcInsOIgA8y+32pNEDIQ+E77P8W19/7wYFAks1puXnnB0l
XVa3CUtgrtJe45SC+WJnq3jY15fl3yHJ8UZZTUWmoeAMKdu7zN0RxbIoZkzGahRElF41YFkmW49m
Mu1nOu1rrd94ef/YWsVLM1pbpMsVm39ZiBsLJVd/eA2scztlMEv+Scw+YPHJN06sHHdTWwdA8P5P
zmdIvu2Pc+9oBSYxmcmuIiIFN4kRo4GxVzzWFB5hLKt55hFjH0+4P2HIqX7G6bMDZv5y2t8ezNrB
eebkMorfTQy9afQUydtkQ+m+5o9+HdSq+v2q3wFHv9S+oUEuawGzhFLHnfBWIFBIiDMWdX/R07ZI
lvxrQbrxdWIi+w+Q1cmteDC+o40juD1RqiFIR44zN5nnEThZlx3L/aBizF5d64WUEuIEuFdkXZLG
LZF7dghgQZYV0Om5nr+UsaL/bPmJV/vkzMbyG878KcmLops8cO3rfhWWwy9hv7b9VhNohP59e7JU
lqTVMN02Ge0qQZw+bjrRBBwkAIY+hAxlmjYV29vW1pfmv7mTlsZnnWMmLeaOuHsHmi5Ucb4sv/bW
vEkXAdC9dq4TDw9p/YHF3z32uQKV+ZD9uD2MVTPQjkBOc6FydaRzpe57r3bFhCxz4Z/GtLqvqBHU
RIQssxRvm9X1Af370n4Ozj45T1MNxZx3vU9PzVgI1P+N7mHoUCy3sp7fD02CkhlauxTTuLpMf6Se
UD2/TgNmVWcxDeXzk5cKKBXOZAysUvXiXTWCtzTAgmguhq7spY9POfrhkeCiJ6v+zqDRVw6KcHZ1
o54ZkJwBbceVwxqDnmji7he2wMx3PtlpsrntDOvjQBsXyBqXx5vkDDTPG9Cd4Lhh41ZDgVNFc6r6
/vL3s7OgocKq5hh3S/YZ2meuiidm9fNQLwCp2qIRJ+fo29TtKEiiURvKvljdDuHZX0zP2felfMOE
omPWETxrMxEmwzPG8b99X5p+Y2q546U1O3lj5Bcb1ZNrdauDq3nhPALiXZbDEfbgVmDsQZZX/DTs
OZxK4LOcL6XQFPO06q0I9PGYsCATpy0/5GyZ/dZMOAJoXIu6EwDegU51PbRHFQfJ2niAEEEvGABo
yMBLsSvvpzHOihFZWQivI8dUgCNG2FHfGopbWF8bkAn+Jg2pX7RgyBK1JuPcSKbl5EqHXRqXr6RF
r9RAWAGyNWAfKqh+ZOkQleluzEXU+3NQF+5jFk87EMztXBUR3JqjWxAVBjQZOWmcC5cTnCTIS5Ye
KmrzuH/vRkV0pvq65OZmWTfDEONK6L6ac2SqWrLWJvP8x0tebs2EN0k2I2uXbss2mkvwlL/f3khr
nrHQ+aEogxQn6B4u50d4czGONWIOP7MC/ure90U4NSrk43Loyjf0wk0OJXlguK84JbJKm7rOxX6K
kyzo7acOLZzZfqxeuO+D4EBVbFpdljNz0h3QOM00g92NnXT6hgeo3r3cnrS1dxQyz8BSQH0U+izL
up3v2tRxMhp7yUlo5tHsxzlK43kOWnM88M6KfGQkk7h/7weVv63FBWAQw8GETYwch2R4JBphvg5q
P9yu22KcIrMytpPh7g2j+9SM/ub2OFXmpNNJGMXk8RLmUkCr+ThtM4dEqPpA+nY+AmcX3Ta35ovg
HQFSGSTIKL8sy3o2rdnAQVUqKJhXDfZemxnwoxnqFSSwe5VC19rOQpkKkgY+kJ5XcgaUNKPdDS1Y
Up1oqHcgqAIS6PZoFCZkzlCN+5bTuQs/avmuV5/b5Mfk/7xtYpkQeVstfEkLGz+gpPJh22V2YfsJ
qlVzfZ+1X1OVCtHaEFAQRgpnYWlB38Xlgkw0LRLPptmprPE+sKZ7S3/hngocujYKFFnA0gpboLSR
DlF4GbJEXpZB1fx7mXydPkxLvYSaZ9+XTtGSEwZ/BQEXFBMBHsoaRTJ7zW3Pv7+M78xtc7BVx6aN
77f+J2ALtfS3pv1wMsXjUDVLy1qdWUF3pgeRvjI7je1xfrA7xSDWTujzQUhbPekzVqB4h0F0DyOU
I2r2K4cwQtLfozWFE9VrXTVnkmeRmQ+u0cHc1IcQE6niF3veKdMaKivSPQDZs1mPu8WzrDZg7Xtq
eYEAhDb7/PF9eD550iXquH3a0Baj8fjvBoI4o4q8/Vqf8dKH5cOk1BbsYJVnp8z1991wn/n3JL4j
8VtFfzJtCofypWt+mP5dr29NnRwG1SZSTOUfArcz99NdKrqc4QfEPJynKEn3iUAX9d1fTKS3yKuj
IArAs1RvTXPXIKNRAV1l7yzAURSfX7vPwL/57+elYLBo/aY2ANk8oVuI2dvsV5NtYn1H0/ePDgNo
O/DiAo+0sFDJ3ZHp7OfFIFDWxZs6sJDhHBRh9vVqoBUXhWEIxIGBE6/Qy8MA583kpl6Xn9CHGYz0
K6iRGu0w5SqVyesLADr3IAODIaDGrqLDamao07mgx+P8fZhfGvNg2IqDZ80EFO/BU4FUB3KP0ulp
AQk5as1ATyXp0BkAMUtFOvj64MQT/cyAdHCO1lyaVQkDVdEFwCN0yh67FQtImIC9AJgXGzR/0mow
3Rs6kRbF6X7mb834etuZViYIEA5UTABJwStR5g1Bbnb0a0Kw1nkbdKQEZWUe+KWqUnp9AcChwErj
IC0DCg+5ZOMktSMyO81RiH4u4g3A2M85fZ4QqBftweo+/H6/tCadzKR0GrvxYC3b209U1Z2/siAm
hCIWbAiA4GjivNwek+EXU51QfiLMC6YXrxsV+09lQPr56HAA3rCDAY9FIBSc+s3tNV/Z3xcDkC6U
kkyuJji+X/Kvk30Yi7CbDsz+9HEr0B9CHyXQg2jdlHYGZVNX+xWrT4hb+H4w75pkn/H9bSNrU4Vn
Nw5D/AcBnrQWvNFj3acuP9k/av+zZbzd/vzK7sDP/+/z0kr0I9WqSXf4iedDWLVh0UdeLMK/MOIg
yoaIBmBt8u3rukRQbjF+cvtDk/pBjz5NOisCvNWRgLXHAHYWD7w/PepnN2zlUkrSyqhObjNP+4zm
w7tFWf9mjbUf3R7P2pqAuMmAMrYGWKncPFvw2rYZzfipyu5PBvlwWQzwkrOvL859NpDCEbljZ/h6
Zx8aygNT40EzfrgdAEZA6AndXeCnwEx+aSTToa1XcCxJlUxAYt7N86lCB4tKFXJlplDgxxzh9AUG
TFYLtMkcuy44FU6W9szLU/bxhbj4vBSQEFy8pM3x+Rj7g59Ux9SKSwFBgNwiGhqNRc39cpJAWeO6
9WRWp4GgG6cGXN1GNTHyhd4pIqtVSzaIdJExXUxJV6CtscI2mahO8LkgA625PtBwBGnHbcddVvXy
wbvgbP4zsyzXmWvFiEKH2ISZjH+umwlIQz8w7GOs3RNyMkkXjvOP2xZXB+Yv1Qo8sC20HV9arNuy
7BJhYemnIoDwyFwdSaE4h1ed7MyGNHnQF9OqYrFBm59gb48679ftQaxcJ0s2DAAfCBACtSz5gUec
MsuhZHUy+IMQL6Tsd7Sv9trYKtZnbSTnhqSt7xbMI8BqgkYtpBl62SZV4LuyHNC2WaiwHHSCI4a4
XI7BzTm6TBfqWONdc7edeWep8FArk2VjyyN0R5n3mlkAzOQTnqYDNL/8TxYDq7rzvXPrQIyb24uy
MlcXdqS5Qj+mX/Qt7FjOGFT5e60inLt+7SCiXsTL0MW8UFpKV2OZ0BlQKEjC+EaNneKFPDGCttVD
AP0Cs/k4P8elOelERvUwzkoO1tos+9LYj368adNdaUW3Z22FIWh5J6BmtaAJQJcgeUBXtZZWGykY
NHUw8TdoLy22OoQoOv42uV9dcIZn5WvMp497NswimFwYsoCelPZoBuQP0rs8OaGxs3if2P/4+cVZ
zg42YfSF/3+kfdeS3Diw7BcxggZ0ryTbje2ZkRu9MGTpCRoQNF9/kop7Vt0YXCI0ZzdW+6AIVsMV
ClVZma1fgOe06MPMXHtVFR56XW3BdV4NQPABva0Xvt+B4RD9bGXk0IOWfdZTtB7v4nB7iaRn1EYX
A/oNUVMQQc2IYoq8zMDVWVb6s6H56Ql8hP3JqN9RJMVeuLAkOGfLpeghXeVCvA7kV2HZKCIZ6RGF
o7HBNgHqDPFNZIEkcbBHEKh2P/TpkDWKvSybKDwZkYCGuuBb0sl57GhKClB5Twl/ZYzuCsu/xc5X
BJayUVyaEfwAq0bCFr4yhmvmK8/Iyzy853QApaTjlkTwCiq/6+0bu3bfDTXLzgm9nbvjdNjeUTJP
Bhl2D8R0IBvCXF1/vh+snFLLTs+1u7ItmlGX+1FOb2ianQxLcRtLV+WvMZFTn+i08WvqAqq6FLs0
sT9DiCPgI/m1PSbZqiClDuVhA8GyK3pnkAcYtHRhhrObX7muOO3yr2O+gLoFZkmsUHlJY6HtGJDk
2Yl6fq/9O2//Si379/vC5WVOrMa7C7hqwp59tzuANCMEo4DCK8qW4tKK8HaE9J/XEh2jsOmHvZZ+
dlyFAdnGAjct5FdRdwICX9hYmZ5x3lMcDddEK3YHNu64emb6dMp9bZdquSrJIlsWcMvYyOQgrYZI
6Xojj7XfWG6Mc4JwLXgY8JTc3lSy8UCLC18GoxD0mYXx6JVekgydA+eJ3Tj83gNDOxo9/Cj7uW1H
tjBwimsgvl4qIorHHpaSDGYLO16VB86QHk2tufdsFZGtdL6g9Qyp5DVHIWpPaSDG6aYW89XcFdwL
ssFRTJjcABTiQBEA1yWSyFIfSKvGmMBe1qU7DxLguYq8WBZOIkGxcn2tjwgRKLRkXu7O3gTf1WlR
PsbBQJ6GMY3AD6AYi9wSYj0otSA4FjE9SW94vcdmxHvQsnGrgAcFyBQmR3G9q8yY13t4IWWReC7M
JCPqDsA+tcB3074/eNOn7V227lYxZIHkJ2q0KyPbGxROA3k/c1rYGsAGzDra454Yd2gycwa8+MO4
U9z2EhEaBBMX9oRbjMYggQZZRHKeESjXAKpY3R4Nq3WQ7UvwmEUZsH70HRmGK6PikXXaNE+Bxzxb
ZdiUkaZSOpcdVRd09ishjoMMr+ByDBBzWQaFDoDv32d8jur2NvVUItMqI+ueuQhfuT47eQl6hvPS
fuBuBymmkzurHv+ys4o0IiDKaC/3EAlcG7F8cxoLF49L6rwy/jyT4/Z2kw7Cd9H0iRwDlDeEjT34
lkl9CEadByt7HKb5NNTjmUOdZNuMpAELKQwoGK+87HieOcJkabPZehClhJ1G66H1HN8kbby3tOK8
2FM4z2s1j4SUDwGENsIhHiOn/Heys+vfINysjpnZObXb9Kz5e0+/nbmqwCu7iS4HKZyllNiZ31kY
JB9vc/qqkXrvLk4E/ZCA6ArHJ9sYnqHjsYH9jRBReBIOU+M2Y+wiTGfHpTi5p+0Fk+0L0DRC5BK0
Mm8hbett6yG3lZxro3oaJ+deM8enHh0T22ako8BLAPxYOrJcYl9euyAsNwA6hDTE3O+LXHN/m52d
qV6aMqcKBrNVdNpZARfCykNuZAKvAWLpjiBko8ahbk5+mQYJyMdSe4xs+jLYqjhLdmdcGhV2g8bM
ipnMSM/eympVp4D/vbZpHKa6ai/IFguZrnWAcBMAGF87ib6Ka1CNANgzevQ+1VAy82kWZv7w499X
68KOL1Sq0We/DBZHoxmEVqJkMqJUxcogvY5WrXak0g1Qmb1dKW2KzX5Jz5Pu3DZL8xJX3mM9aIHO
kzOa9z9AsBZYUedcFEOk5e1ue4TSmUTmG8ELDhVAe9czqXt8jvUiXtcsfUDt8Qz940PsWe+5oECj
6a4oRBRYRHeIxuQJGNgRUsbNjDLX74n9chtVYlIyGOxq8BEA84WSuXh30DzhxOxKtFaYEBe1tdPS
jweIvStchWSfw4wDrWqEe+DzFA5XAnKqyjIxZ9nkopg9gdjHCRPtKRl+/vPigOgE7D1QroNWuYgw
4E06ZpRBz8zs8lPCrQMz7NDsHUWVReKTEHQDAwBuEGgt2MIeqAwCugXQXZw175ikB1VpXroqfz8v
svWZ6ZQzc8bzq9FACDczUC3+4KahuB5UVoTroQa+NckKqNj1do/IxA80JMDmWhUDyTKT4M4Hgyj0
KACVEFu5tQ5UZxOyrud8+Oxr5b7lcViSJsrtJeCgPTSKF8NsA5I9be8FyVV7ZVeIWxLqj7bNsEg2
uulSmoIa7mNMT/UCprlUdX3IdoSFwYEUATv9zQtz5tOitXzUHlHu+VpWddhn48d/Hw8Armizwp/o
phYO0cCc0XQItNUM9qUbup0OwJv/HbjySCsVnbaS8+qiJ219MSMP54rntXU7Cmx4m0CfEVG+BzGu
eLcMaLNb3lFCXp2oA9AnmvzRZHftTUlCkIunSGVUc78rFuM4AEzjt/Zue+7+5KGFN9OVHeGmrR02
NDSxgDqdtftYs0Mor+8nvT9k7TO4Xw6WUYYkHkKOLi+UnY6914QTVbUBrH5h61cIfoPl0LkCTx9u
R2YFhNGwKlAxn26L5bMfj0Ghgwpqed4e+jqyDZsidizvjQqQKwQ2rtMjU/CQeHk4Dex+6MyDTcez
wxSJQslRcBFlgAsIzvGtTN9Y5y2rG/RQY4dFRdNHveoBrLAgDmloc4tbzEcwk90DxBw47Nc75gyw
BsDUQM+Kl8/1rpwLqxmR5UnORg2axGiGHIoR+cWHdjyM7wB6oRjw19Y62Is3YjP60A60IOUWz7vE
unXLFzIpMt0STwgTSKdC+AjBhFgbmkyUHlLfxjN0vDXyfVncg1udPLqqIpR0XS7sCNOmDUZC4rXM
aflPSwNJgu/by6IahzBVkAWnoDvD97ts55rHzgnByMt/+f/OdrT2fOC/FVqGopZwM7Zap0EYqsLL
xnGTozfHn5qJfMw4YcE4M3LKQdunuIxlQ8MTByqLuCKxWILJUa+9xp0QwPp2nTx4s59EKXzWykfb
hjlf/L0/FvT39nxKIgAX94kPIV7QOr2JlrqemD0UW2AUAnJN9x2lxe9xorhLpEaQQEIqHzE7/rje
370BdRawtSZnvf/OfC3Ip48gQlJMn2zngS1o7UtD8gvX1rURu56Y08943sR5H0x2E6jeT9L1wYN2
ZY1CmCwGMbXn9hoAhumZBu50m/m3pEWl5fO/x5XIsgBsCL5pgEXEt4VL0ZZB8xpvC/01727S9t8b
jpAM+GtA5DyFsyHjoldIPzg/M3eXVKFVgOwmMMtwsqPt3SVdEzhPFNoxIpB2XK/JUJS9P7AEL2rt
Rtt5nuJNIdtXaAqHf0f9623xi0F/YqhbT3tsHdDjzA36YUAYdDeMsaptShYNXVgSK18QErdYQlHB
X1v2lv6JVyyEFG1Q2v+O/nTR3QweOlS+oKgmhgezHjt8xlXgJVBnAtG+d5suRq2Ii2UBwYUV8fas
7NIfqjVv43rlq2nxBzrYR5PYL0nhHRF7hn7xc3snyJbKQTFpTUJ5eDIJp7M1WdvNzirPwg5VyoLE
DC2imDvZIqGLDplDC1WRN5LizkILAL2AfzCHJTD0h8pAPOX2gWfstgcjM4QqAuoifxQLxdiAa+WY
TxSGYru5iWkSBynRDqCUjRK6vKMwhmt7TXVgU0DXQ3Ceie9w0B+gbZQaZgihNvffmVXXMutfA+to
L6IPH+0LNtfR3D7aoG4GITN/hxuABfBqEaDNISAgZISWJok1mhB0vubgttbrQLG5JOsBmADQfKtO
EVp5hREk9sKYx1ccezqXAcMRpaYbugn/1fXftpde9pQFqHJ9GWE7o4IsHNBqyYshdlBHjHl853X0
l90OYQoKejQ7HpNkOfMuv/EbsmOUq57r67eFOP7StuiFnHLKSEJhe0G5xZruKuD8Rv2WaeOutl/b
LgutUeEpJB4cJpFCXlvd1gzs9eYokQPxkxKp1zYDff18mPQ83J5RiWcAFSP2BtLumFPxMPX16E9+
3KFTz7VDBD0BGe2o9FX1UqkZNGuskpiIdsQcMmqCU6YXC9JclnNjDEboefExJb4izpbNF6oXyLiv
ipiQsb2eLwA0HKqtJJyWe+wTML4rohyJ58ZdBwz0n8TTm2dJ1fKmx65EQaSoQrs9xPwIsjDueAEF
e0xlq5gvJEGPh6Qg3ud4z6ERWji6VtX2el9bBZ6rNJzzAhVtELCYRzdNjp27294K0sOFXpG1Ix1l
uTfMlZTFXZv7bXHWaRJoEApLSz9IuQG3NAYmSPD9Afomvypb9Tz60+wuHi2Uhtdkh4+aqniskZR0
095EDyGwZu4tQE9lkHYduWXlNAVI91SRYzUeylGUhjHyi1CYGIqA2+N84zkV2Oec+i7OurwLWOrm
z+Al6dHs7Pi7lnq/UnduboaRTLsG8asiYJRt7BXqvVKuwcuKEUNteoPt9U2BW6/4QMkMLBPBNUFV
QCZZ/gQNYv8ZEoMGp6DNDKqv4tw6/hRQPTv1bXbn4iVJIdzLj8iI3nVjHU2QyzASutfs8tRDY217
j8gOGFBUSIqv/HLoV7s+YE7dJhycPBVYC9hhTLVj+o4CIEh6/1owry24UzMsgwsLJQ16/XZQqcrI
FgwREMJJD//gVXT9fatrrRLHrToP1XLTlR880EEk5o93TBOeDwSocnBniORYjWEWleXF1dnmKxNP
VKpwLjJHBL7t/wwId27WEittChgACmU/lMNunKGOgdPyG3Wbm7HTq2CutDTaHpasQozsApogVzEl
FOkEfzQBg9x6uV+CFpaGVu6HiQPSqeKXndUBc2+gqOzzR8cp9277MwPUZ9u8bOkurQubbyh5bdux
i4az5i7u/F1lJXuvV4Et1lhY9EVgoUYVA0leiKutv+IiIAPu0YMqQVIhh9IHZKiPUBg9xWkLnpDS
PI3ICxRr5Zt4N4vJP9ezeetN+T0dkl/bo5WFVZ63YqTXxlC4xuvfwSA2PFRFjY3aokmY+F2z0xLW
7ECINgRpYlHF0ZbMLkj4V6pXQKdwvwlvBK2uLNb7tEaZtw6B3Qsz99ngH/55UHDvyHis0spw3MLp
9vW6muYJF2ifA3AEnF7AHKjFQsE6gArkti2Jr7qyJQwIish2FcdecTaqPfGDwgy3vy85gxgGWDbW
HCuE+IRY1BrQaGdPaBXMrefMsHdxc8fK3215P1RfIYOpsGZIws9Lc2IsEA8dQNIxzHnmkwEdy/Zk
gNE1Le9tHfLS0302Q+TkW+MNwTy/sOR5nqaohuju+I3Hv2tnr/m/t8cvnd+/4xeTdNZgLRytvuV5
4vvlyeCn7c8rpvePL7o8hxbEeDqtKEEpooX+8sQ8iCU9cfqcxJ9K/eu2MQk9ECLGi8EIm8WtjZ47
fgZrGfrIly9dctvMX3XtV+Pd9jELtPi2pH0QMzOk+WPJTijPBDVRxPuyM3j5K9YpvxhzayB8wdVe
nrX+ZWiCMgkWFXWGxK1goGtKyFlLzu467RcmZteBgGyPVSvsYWcv2t7Wy2Phm49A7x23J1U+mr+m
hAMyQH3K1iuY0svbKu8hTH9iKpogSYSMZANgkqhfoeAsJjcBIWuy2oa3bjwIjTlf/dGL5rsy7JPX
7cHIdjvicHyQoOEOrWTX81ZMLi40D1dfme8b6Fbttj8vW5bLzwuOMSWMdaaFcbT5MSsj3QPtKUAH
h20rshUBXAjXt752XYkVTGwKn1nMLM5NGunlaeygw6y4P1UmhP1V+v3SUAoTNCNRmdzTNZZ/hzYp
ckxoUACCHB1Rutj9prfOTEbDxYMhyNy7pHzH1bFiqnDz4jGE1M/1YmtePqANdUaw3QzB9AA6G8VD
UjpLeDMA+4hX5JsGSDL0ud3qI54NSQWpIz0s+R1xFN5EFq4hRkRbIp7dqASK7bS6YfK5TjBLTePd
DUZ2ojqw1zaIG8HqjzxaaLYa5HATI8jb+qVz6tCE9OP2lpNtbNADQOUIDIcOzs/1VLZkpM04ViXk
EAZ9D+0yewdxgepYVBAoYw6vX95hD1E3gJh4noCq49oeJ35NuqaszhlmdEZm5sDTLyhUbVsxZLcT
gAb/mVmHfeFG1zYNy59ArZCP7t1YOYGXVA9lke5q4t6moHPR0yKqkR5K3eXGaswTr8FZT/g3m+Wv
zCwfhqzZNZZz77TeB8VvW12REMGicwfd2mhEA0+nmO1dU2SmPsflGVnfH07LGCJXdL4OkA+5SQpw
fvCCFEGrz5C7MfI7p28PIMXmit0nXfiLXyHcZYYeLyYkDeEwZwjvflp0ClnNPujJx3cNF9t7bYTF
qguHNcX13FitXZ6tOb/XtPqgl8bBSnFp53UD3cv0wZnIc+fOj0VVf3RmVaAiH+h/9kXEXZnO4G5J
YN+fXqzpObECvYO4iGLHyTwGCmu45dz1LImuO6NV2zJS1BhlG1rsoUY/s57tt+dSZURw3j2BWqJe
ZvWZ299rdtT4j8VUuFbZhb1yuKJODFjLmzpr28++myROdTZRbtfbu1nzQ92Zjlp503aOYjwyqCKg
pH+tCdcqmNQm0tZudXbTryjtoF0qDZEkD7iFbvM8DZMOHMPVDSH3aK5VrJjMRVzatq5dRNOSRq9M
2M4HO6jIC/fTEASzgYPD1+cfUZtTXCqyBN7VaIUj5yIHoKedV50hzrufepB26i/GVO+G4clbW8Tb
nUEgtDioVGdl28Z2TH+lFtLRnizkVHhHE7dcGHI2aOrwrJu5/GYMKqiubOMg4Y89g8zNythxPZ1j
4/bNnMDjtkv3stj+bVUbN0x3UM2a3FMWq7AU0r1zaXAd9YWL70HdTEewg5+Hbp+1AQhjFyvqvUNW
gAw14OZT6RyZCg+6jkL03etVvZY70Q8vFqAtZxlG8AgAbK2FxYGau+0DLv08sAbr9WSYb1px/JIk
vemgrYiCDaxq7tv+uG1AthVWZOaf1BSS/cIqlQ7z2ZIB08jtZ05PWv8c54qIQjaGP14QhI4GEiSr
P75YF0bZlHsWVC7M+rbin91MEcHKzi0ClfUu+SNSKUT68ZSZNOUYQg0yMerZUTNoT0jQoNthOVsd
31VL9bw9a39aOMRlv7Qp+Km8BOtcmwE2Czb3fVkXIVh4Dskq+dsXuwIUvAmy3ENVRuhw2tM23cdO
FiEljEQw3jpefW7LJQTz9t5j9K5i6R0oSE613UQYTZiy9GdOil1mDrcMNGla1UbewKDw7t9asXtq
ibPTqyXaHpN0J1jwBg5e1uiLEZYJKO0FfLtrSyE/DXTn0kP171zUYI5AdhXPFngEIIaudwIi2Nz2
sgbdvUOEDI/mKE6L1AVcGBBLpyY6rxIOiO7Zsb3Atk4zCGhtVu4d7al0d33/xLQfHcjNdE81e9JN
+HdoYvbPMucWTQRAIA8aiPDboHM/JNO56c8xZWGpYh2VHqkLa8L2q+LRMRMTKPSK8ReWzhEvCtWT
R5piuZxM4T50JgAT/QrFzNgpjnXvBLyzg8LpgiwjJwecem29fAH84SMx231eeU+ljU4j2wrTCdyB
o/Npe3+qxrz+/YUb4QXqRd5aW3UzsFYy1JUWxX0sPQEXs7r+/YUFOsUc3Rg41Ab0i+b4uLBnSwXu
Vu0T4ZQ5TMtMd8DK5ZSHMfkwg6guKU9zwfcF/WH4iphGNWnCTd8XzG7cGAdCG24tSGXkrSIRJysF
4kzj1Q0+mD9V7+tJS3LQ+i4Q/T4nkJjn3Zc4/4Bkgh4/TMZTzR88+1lb+qAtPvLmc1W2QUl3BMLV
xGJByQ+0/GLQ72yCoraitGysM/nGRV/8MMHZZLNbJe2MH1Y4D5zmkQfIfNKd9flk9nPUWAC10/Ng
fl+an3r9jbf7NP6d96eav27v2//POfrfGQKh4/UMofO/NrISXq9cjLDVnIcJ8L4gM+q9jbhkYXrQ
g6snIV2kTeywsD4k+LngnT4asX4DXqef2z9IOjFQtbIBzkN1X3yZ8BlaZs2MRuJ+HgKLndBqcBy1
OOptxcUvPU8XhtazcHGelnEgizGhIYeY802NunRfd7eDUiJAdqSAlUQHOUjIAM4Rju2Ua3Galrj/
Z9sO0VnXO2PY2EkARSdQWiaHMlY1SEv31qVJ4RQvc5p0SwdvX/Y8zIa9732dkIdm/lOR6eGko0+j
SKOp/zJle3QLhaY27ZzxoacIt32VBIP0GQGFLxvUysBZvUFRGL5mlc3ak1Qvn+fmAJnJoBqPQ/No
8yzgzTfCvkzFeXsTyRzLpU1hBhwzLQ2+Ohbbz45NkC7pcduAdFUvBiV4rpr2sbEUGJQ9Nju0e4V1
8+o7WrD0LDLIy5Actu3JnisIIUEub6GY+IahlPVDPrkzdlHXZAfeTtEY2yjQjPfO2jZSmIrhyefv
P3NipGKZPB+IiR0ErrEG2HKuGI7s7Lkgdsf5BloI/CDXZ68uwPjv6nA6JvC9Nj/Y6ALO6v32nMnP
wYUVIUTAXibDAFzDueGofszPxLmtq+IABpqpe6n5M8kfY/MOyqSB23xowGEb988T21fVafuHSDfL
xe9YZ/vC04ALw9Riht/Bl7vqk5+HvA90a9d5d46rGrNqZgV30w+6OeY5bKXpN6184vZP+M8s+1LM
DSQCP7X2mc0HJ//qtQfuNsHaeEtUzIjSQBfyWlhhJLsBuhcmfmH1olGQI52t+klnH/W5D3N2zHM7
AJVw6MdQlXNJ4DhPuepcyoAteNSvjU4AlFioP1/Ptbc0SwYiOzQglWO7Y8Twnhmfv+Z2UwVorf/l
OG2501Mj3tsOywGUzn9ns9m9DFn9fcx7VRJFuvTY5agqrOLEIsLFHSfQKq5Nax3pdm2in1OoW2p4
hWVdsS+7Ihq46vUnIdE2MAV/bQqHC1648xsXDXqAbz4A6LTjhbkr627n6fNeYzwiVf7YV/23KY+P
Os0iuMqoYdkdt8zoHTv/4qcIq+F43KzH9SVAZjcAuXaYrYJ/XeBk5W70jnrzeduedPdf2BNOmqHx
WuMm3KTew++jvxzqOb9nt/y2bUa1qsIh83g66vmwxq3dsbb8qBw+NQweLG7DREehDXtt2+AaDYrR
4uWSCveZXbcMzP7wx1lSv8Rt/bOaplMa06CeQfpLGhIONd+hcKK4B6R2kQTXLXT7InwRkheeZo0l
BE2QP0qHe6Ps72q9eYXAwa4qi1tdq09ZsUQuf0e/oo8nvmkhtwQZEBFVRV3gLo0a/cWmXxyzhZ5a
YPYYsDKNbStmVrpjLkytS33hm2lq0JikOCxWOe+4oT0byxDxvFKAjdYFerOA6GZxbR2dnm/qSNXE
MtLqMFPULOizWxNQimrXqVA+0nv7woywT+p5MBvNhxkzZt8KjfzOqasYiXxL/B3JGqlcTpiVxNW4
wKOBavE+tdI7sxnKQJttDoAdGgTL7vNSzDs6Qzt0+xDIBoexobnJBIsVUHfXlhOwe/Kxh0yQ3RUh
RDuCuFWEJTILPllTPwDHQvpWcFdjM+QGJwD8uvWJPTT5//HzgnfyOy1HcgKf16qvc/YtVoF6pD9/
JdsEDgOPDbE4ykYNP38BpByN4A9Z0j3hCCniC9lxQa3/PxPCENDXVlqDAYA38aLMDisepqpZkm2w
SxNvlpmybLAHRG0svvXB6uU2HBrd82M1D6FBil+4Rh+1pAu3d5fshELvci3CgmoRFH/Xu4smS9LV
6YJ8Uoas3MJ2ljV8ImXyAHCzYhLfmkKuHJg4dE8AUoZ/r03V0OoAcTRU6bAFgXvMvraIRPrYfaLU
c6LtYUlisTUxjzDbssAja4pVey2rFj9ftZTAtx0uy0/AH4JlzgONHvrxs240OEbI9TjZLtdUL1Hp
QMGX6CAQ9Ff1nuuBugNbTBI3EFZyRvSPAscc6mNjHRChdUbggM9GZfHt/sRoUayHnh0AgaZYO5pG
4KUbE4/6dtQ+ghQacrgFEj2K1IF0XCtHuucCuopOnutxxeMSt5CMANnZDAnTwe52pUFuysG/M2cV
sdrb44ARXdgSTpzjaItvd7gLCzcHN752W1RmxGd/33RxlFXVTmftU1dxRZundIi4e9cdA80icdss
hdM4YHpAg+RAoq6e0K+ajIGfsZuihX7f9iaVrRr00hwbMGBk38WczxJPjU1r8OaYzU9/BooTJ93V
FLHMW+8IyiSkH/6QIOpvelPMLjbatEdiyZ6XCUmtFoW3VsUHJTNirrD6VcoCe1C4HV1zmEfCEDBR
7wWdFoFdqTgHZHN1aUEIWMbRLmJ35SpZQItTU1TvEf1lsbX79yWBRBnAuw74h99IsCVmjHaIAZXD
Jb5ptVPtBNOo8LhS13RpY92DF6EEyLkSvWOIameaB5MPiYlPVTdHTn6IhzEYzaeYPcxTHxjkw/bg
1jm6jsYQQVwMTlgl0Doa5WLhWZJb3a6pSJDqrykaTpulQBmTg4BAtS/kq/Z3OoVV05iRdNyGxSaz
PwxVd2h5GeWgSFOcJEnO43powjWWuj1w3jMMVdWhTT7oeR369GiYv9P0e1cWUVvejuQTGggDYt1U
oOQmAw+t4eSmL9tzLHMgF3Ms4lgoJOEgg4Zyhat3aaCP9rNZDzdFV+6H1jxt21Kspy/cM1mbeD5q
68jy+w/GfIf0vq8XQYycp7O8uqr2V9W+9c3rfZv1PCHUxvNv8R+L7JdudmgowoZtfgxQEItrcIDU
K7b/hzE+bQ9UaVq4eTLIm5jmuM5qG+n0M7DSWfNr9M/cw40ev1rLPZQ3Amcs/2/uQIRLGGgVKlIN
Q/bZruJPjXGaBsXY1kO3cSjFbrs2+99DiajoU0HMU9KlxzyFkPZQRoOrKU6K3FP/dyJ9wfks/mTF
xMNMcuM3eLuDmX/ZXivZxX15AAQn46WanfsdPKhmOUGqgRmJgaiWZww0FOltr3kPA2HncXgHTnN1
AXhAIwWH8YmAvamjuVaViE4sLz0URhosRnXoOQ/HmoZLsy/MmzLJIlbtc+vWGxWVLekygiHABAMF
sv0isnkxjN6eKjggX3+Y4siJi5DOL472YQYwdHuG5abW8p699lCKUL06yRvOG7wURhDHmSGjEU0O
qRPZqhqG1L+AwfL/GRJ9GXEzfcpXZEAMQhfjU0N5sAIQq+TOJL9d+rw9LEnFBAt4YU5wZ61d5YVd
r3qX/ktZA9dWUUiUf3SaG9362bv3VX4cW8WzXuquL2wKPi2h6PenyJqBhNY9tN6d2dpBz+5tXxFX
So/dhR3Bgc1WqqfQE0YV20YG8FM7/dyePNVSrfYvYgqS423cmhhHN3W7oTEDq3V3LvejGbQynUmj
tENNe9um9HK/GNP69xc2k9n36hpK42fbOabQSS/Dyoq2TSj3hOCu6pYMelZh3uxleay9LEpq+6m3
shuQCEYV3pKNrh9QAj8a06ywLXVkoE5CBX0F3ohvqhptsjq4F+HI6j5067sEuCAIxaQvcc73Xvyd
/rtEFPY/ynfgQkYJGI1z1/MJ/LOZAr2UgTfD2NPK/zZWeYQ83a/tOV23wpsLB7WCtQ0WCktiEQqk
fIR7NTxVmTfh6H9rXAX0S2VAGEdjUL44CS5NplWfpxHK507yfXsM0u1+MYb1J1xsPU/Lx76qYcK2
58DKnr3FOyS8DSh7MvJPZFLFl1I3cWFP2Op54S5JTzFnrYns0od01ILR36sF1qVTh1QcqJwd1ILE
zEEac5Y1E1gg8iGEvFLsHbbnTXpkL74vuDtNZ/kMvUoAorwwGZ+hSqWK+GUjQNZlDTBWPgSRAapP
wZDpzy5GkDk7igKL3kf/PoZLC8IYhlkb0mL2cCuBtcLHQIjVHFDW3LYiu2TRtqqjN8bzV8T49Q5b
hsbNWa3hkgXXh9kNu3l81ZI+WIgVFr0ikJdP2l9j64+52M4Ur/bc7GEMbfj7LnvUPJXkoNQC0gBo
xUXm5g1gnLWN35Weg7Av94NqAMqvC7YnTGVBWJYmK1nVTnZ2/uAvH3P30/bXZQcQGACQu6J47oPk
4HqGYhecqAkwsec+oNpxHkMUVCdVD4LMq4Am0kRGBvWXN3nwhXAH0vLgrcqqX00F55hlIegWgwIn
vk4CK1fANaR7zEOJCZkGtJOJp91vkzFzR9ibsbHi9mtjkDD3vlCDHGbndXsCpcuD9Pgqc7hWY4Tg
igIQbU810kCt8YUB7/Nz+/PS9UGbNdLv0HCBcMT1+rSxpZVlgc87o73T2BQtxAW5eRa2o8KSbJHA
moAY31xpeMUwv0XV2hx0RAQmt8N+zMNcu6/pbdONaxHyIU2Ld2xsSEOhnVsn0KkQaTWG2eMtCC+R
26ojHpR6uD1zpnRASM/9EXZYZXaup86nZRxXNC/O+TzoaC8oUbVOFuSJLRu1zWlcoiYD0xxKr58N
gNq/8hq8BKkdt7tygbh2lfAlhNy9cRj7fNxpIF8L0IfbgHtkHh8zpxmDJUEPbOwbPwmdKRrlmiYC
OTK6iDR/QqnY0qNSG7xX3sSLYocL9w1BCh5ZcPwPKXgXAGbBi7ajxWKtGsaHoc3CWn/oyFeytIoZ
FAK1P0aQq0X2e9UghT7R9QR6ADkMZU7nh7zTGtxsEMyeO70rgbYwx5uUUe1zQUjybDlVe0tAyaIK
hGVnC9VfZ1WyWGHaQnTQ5GywHZAQn7UUUik69NdwClRlQGEqLbCp6ZdGhKmkU6m1S4ltAv/XFnng
IWE8Wu+4iC6NCBfR7HYZ+DBgRAtqbz+pOmelE4X3JACBeFO+KYxYtQ82/7QrQBvi9Dd6a0PAZNFy
Rfwp80XEA5XWKk/mIht9vR/I3JEE8En0ner5jV5qQcXrHRqlgqUhCt8gXRQQdqEJC7VZ8Ehdm3K9
Phnt1M7POmnm4+SUFEy8sRvobpMdt/3En1yTGLcD3oizBP5pB8zJ17as0nWKUiPoAWVoQ7IXnPNq
cq1Hm9TQlEi90Qs8q56AMoyHXb/ESCBPvfcFU/2qz6wOdU5o1IN96eRqnGDv8CXQ7cZCFtjvHnDn
dpGla6D8Yd34pcwgHpt13XyDXu4uQOG72JMaTzzfo+khnnUeg+SqI49tyV51Pqe3/sSrCCkesvPK
DJ2bZPDuPZSkwiX13HOF+CZ0ZvoFzBnTc6fXy8G2hi9IRX2b9bl4NhJ0feaAVd3OnlPsGBqRQASF
Z95cfNfnNjmwJV/peYBoq+cFqT5zeuFpl0PXeDDvJteOA6ZndgDlogcQgjvHkbp2wEYKL1BWWcB4
+ar789cUlC8h0CTLPi0+VdMHb3miQEuCd+UA8rV5X3QDRGDqJUjjfIxGoLUgeNpzEDjNIU3sMKZQ
C3MN79D4VRW1Pbo+LWqhR5sg/Umtkoa9ybwbD7C3sEVFbp83tH2PKwAaACBCdKG/Zd8ZaLkMBcfj
dwHjh9lV4UI+U65w3bLg5H9Iu7IeR3Gu/YuQWA3cAkkqqQqppauru29Q9ca+GGyD/eu/h55PmgqJ
gnpezdy1lFM2Xo7PeZaPQeZr62NOyitzqNKsAIRcD+Ga/Nms/I2qYTEzplt88ZWddAWQPbu/wcvW
BN4TvKpFvIphrKxixWNhMhE0eTI++pnW7lviJ/ctlndoZHLauJrp3xtcz14Giq5a2OnTeAQzl2wt
WlSHCcWCHUsra6VOdG2jo2lN8CZDje9ioxMLLBzp0+Jx8lVY6W2U66AWla8rexxzutziPiqIoK3B
YPFCh6Fqkq6wezxtcptUM7Vs/IQk8UflqTbomU1Oac3FzsBd80BI46zco4sxzvconLaRhwL4BGGZ
JREIm2/wkjFlMSfNHXflS++74QgBppVPfe0WAKprHieKtXgOnq+srvJKmzFSPRryDfy8ZGUSr+VT
H35+CeKtDDRgVIafl/mBTgcAhl1nK7qNlf9o8v+wLDzA9R0QcfHVls+SYWp1CCqBl1+R5DF10yOB
yDav1tBa12409MKBCwMEGrt+cS3zok0N7jOQs2cEfQNWsR1lrbPV+Mol86dRu1yBHyMtdiGB0zM6
oByRSHoq+KgHXDP3CZxYHZmHwEZH5VAF/jDeWa7ajD6LM9N6I9kUWrK7Y1UdaaMZjePanb5Ym3+y
H+gvzGRC5JLIxs/XTGbqQzImY/XYuz9s+5vPfzlrzk3XDryPIRYJVmMZknaFrKDh/86Gl9Q/md02
KZ9T6Pfd3uZrg1lMcgUZ0cykGIxjy8Cv92yaecwru/n6msGEzTkQiECLdGFQOXRcmwG6MSigJ5MI
XdR6cnePDuVKpEX+/f/f5t9Ii/xbI3qfJy0igVqih5Au6cMiV9bBTIp8m1i4n/IWnrdph9tRl+i7
3p7NK98NoGek31CUQel0OVCoU3UQBa+hhuUA1WMK8qCSYp80zh0tyFtja5vb8a5oSEHiC3VhyFVB
oQIn5flaTCzIzfoinYA1g5FcOd2T7E1zjW0xxIDFaEm9GbIv1O8Dl/4e7THM9UPX//CsF7wdAkwj
iM/5yfDWxA0vzz3khLCmwaN4fhcvO1Aw2NOyNE1k3Bhvouw2hH6RuQUI2S812IfOf749DZfTjume
X3YubsRZ7fl8FiZKSk2zdRl3+fNYf6f11woK3LVRRrrxfjvU5QI7C+UsXsiQzu5bIpWMyzoBFmfr
F5sSWGPPfeXpI5UR1PtuB7y8oXDXgzmOWhPUP9B4PR+bUWlmBq8JFdfWthBRtnJrXP15JLrQikUH
76LO1FXSktKpVNynVdQav63k5fbff6VfjgF4s6ITmpEoXCw+TgXzN1RnNRnz6WQzuO+Ye02+9V5c
su1gP9b2r2p8kg5bOdiuDuzfsH+6OR9yxk4BH9CVhYqBeCP+c/YfkHWQxgY4C1hFwPpg43f+YUTu
VFlXAMdfsj606X2ez6TFndZ/XpnAPzf3+UV4HmlxRhMiOd48BagyDejKFpAAW2fUv1tp773W8AKF
kkFLvvSeW+zrqrP3pU26iENu8FuTqP6761LQjR38efrkDlsG2hsYKJbc1vrwGW9GJwZqC1oIeUk2
ALi7r2mS/iy56/AwV07yQ/m6hCTzNGy9ivIvVu5+Knhrht1Aml3q2OJTbUzFtEkLPz/1rWn+zsdU
DHcEz4F70FDoqyZ6GnacwAFwTLyHvO6mZ1rXPepCGnvKPO1z5pb+E1w16o1ftfqukhPKRGlTZvGY
kn6H3q9TBnBXsDZuDe2jUOSe2IuhhCw1yTQ8NjlwjJWZpoEAKHdniRIsB67BWCK1rW03JPy+zqZu
XxhOH6RUqINNxnRvt7gHCsWynYYFA/l5EOcHiCFsRUXNKGVm8mggq0eDBYwk05bIetkwhKaVp37A
Hd37Mja1dsqKXtLAGR3xffTG6qCrrdfz34nfv9vAYI+5dqcKK3Kh+fKcFaS/H3TxlGnM3jUT5fuC
tNMmawGCAk1Fx0uOylB0NgtdiCudEtH1MUdb8Ktj5trPFoSWbT4V4sX2Ne1e+VSF0mLuN0rmRk3O
6pPTy35XElngCxtKhoZ0sm89N7ynFvcjxK/ynwq6m9tBoYLoETvf1h0dNqafuVuVO23ou8l4QP8H
Hn1WndyNmd/hEQt3AwBfgEBszSk0jLLYg7pD8CujCPvJ/M5br4H8gFSRcrwsQmLGQq0BbiR81XMj
LLWpfNaZW7+qtveeS7MtjhnUrIIWvaf7xk2Nk0gqqHEkfQ1ECOyYOiPt3mjN+U56lRtWUKTfuVXi
HA0rBY8FhAjI0qPKIM0B7pUw0QaP3mWB4VTuoXIa612XlvbbYMij/AJyCAR0131fl3wjWr3Z5VzH
ZI81DDS8sdigWAdPBdmyrasZIjKdge9J0hoHzeL9zk0hX5sneI1r0qAhHRIRmkVh7ohNkVTUnrNy
7l/mTOebfnFs2onWuX1fFicQvLam/4XmOx9q8on/4/bx4l650VDuh+4G+KH2LPp+fo6hzJZOZTPl
p8nKyDt13KKGgZIzHBKLcOwBFKy4nXgbV2fqDhcJCdRo+lFHaH9wjdIPprrUYP39DdXG0IEfyXHq
izo0+dfO1mFu67INz0HFHxVTj1mtj9+9ASvGJPl2YKMZwjLFDKk+2qcGL6UdfIWnTTGColvweoho
X7VHljDrGR0jutNMlWxFAquQyVTjY841LeqG6k36Q3+XO6iMaHbhRoILKLpCMHpX1B3/zlnVbGvi
/5AN/P5Siqqrq3I/bP3EOkqK8lTve1vT4cOzLtW48XyPAtVZEvFCrbK6s/BS3fQl+10PFnxKekgY
WFLnO0HqHlmA1mdhXWFBTBCAAeJBx0sksUTgDjn7zXLDDvRCjLtkgEdQVsJhlVZDfqoN3oXNkNGn
sZFrlfzF6vnn/Qx/bmShuHeBGDj/qBrG7/qSs5j6WRfwtr1HLrhtTNif6L27ogC1WEF/gs02Lqg7
ztLIy6zXL0q/Vujlx27tRJOjHSFb/QinyjpMPK8E6czcwoznp9lqK+n2lTsee1ZH7RykAbRfFlew
kbeV5ggjO+GUayHQBm5dA22ylQ2CqVrevqDh4mwwYUx40U4ykxSoeamykzlGloDK5kYVEVr9BY9u
B7o6mg+B5n//kLEkeaEpnJ4IJE6JnQdNvZK7XkvFUKMD0AINHtD7l9qaTWZIOJZq2YlaKs5k9lrx
UUDxe/yt8vEpyRzUbs0jyB0PQzb+6uj0ujLCOTtezCWKLJhJez5y0Ns8HyLsmAobQoxJ7KpW5kFG
an83QIbg1TFrK6DwAIkIG6o7UTgyGrhLH/q6GjZjN8IUdKLFVxD5jSNMqJNNBTvHUJEufW0Nt458
gRXQw3J2myS6f9cnntrigvgNHg09Ur8a9ilLux6YHaPalg4Vz02lyFMGhktoDJV8GDNQUE1Q8CKS
u1OE4jZKtcovp68SX+UpkcJ9giRp+jvpvfZTqiOTuj05S3zRP9sI7xcbPhh4Oi5rUaWROEya/hDb
/ouu3SFjC/K+iRKthIdklGlv/ZjiyFmprS6eav9EtaGJCcAPGLsXLcWSVm7q6QPsXboISYfA4xiC
BI2G8k7l+LvWrbPdlKxhk6882chcWgWOflaXWhJwhtobBLBU+amy3GObZDAySczP0qUHv6l2aZY8
rczu/BJeLD0CIbjZzAbUFNQXz5deOdG6aXQXZ0Xntg8kZ9MDRYVrMzrc3KjGKQ6YBV3grDT9k8WI
f89Vph3QYE7WrLXmVX7rTzEXfwoHt8kQJDvNkhBtPRx8q3tW1vTXvSeYZ7poCAHM4eJltzwduVO4
onSyk2sYIW6qYCCvVKIFO648v68dXB8DLd4ntKSahIFrduL+WwFpowqg09tf71oEZzYwh+EeHImW
bTRJ/Y60HkepwpgCzdFhELRyyi+2AQpHPihS2Hg2NKNxOC0my1d+OxQ61qPSkEF6Cvp+TdBrWoAu
WAQB/NBc88i4FhFqmgDNgnMDZu/iLKwlqtL50OHzVJ57j4e/+6AcXW2Mhvpx1hHcnHo1ZC+KmWsG
QtcuAug16iiVQNdtrlSdr8BKilL3EmXFpkHlrhgt87WG8teza6p671NgvQj6LbDKIt02LXClZjT3
t6Yy0t9//WHRfAWmCAXlP/qR53+I4UlrTLm04q6qDnndHtaqyFdWzmzzNFPSIJGMcu15AJM2ZZnK
1I2bB8M5NWs06bWfX37EUZvywYJkDxOHqrpD9/P2/Fw5Ks7+/DnP+5ATtMKuDOD93Bj130b8hOT7
sOa+bV65lIFUwKrHBsOJt0T9A4RnG7LOSdy5VZlAGEBzoceUwwoOWgGjSzcuvAme5vqj3NEcEG90
ZruDlgDjOPTpM0w9A9AerW0p3Pap0Ax9I9AIey9pI7/SHIlVgLQTBXvDWYNCLmb/n7sLu8cH1F4H
Y3Qx+6VfqFGjuLuE7IOsJC8AZXy//QEWIeZz4WxyFh8AEqNFVYKKF7vuc7nv+7/DYmMEOoB9OAV0
1C/R01uMwGsAD0hsbsS8hFNYMTzgAf92ewSLJTSHcMCkBmwItTfrAqQkrdaQvqzd2MtMHvhMyz7r
WTLiASb4SqjFZM2hAOhEIjHbn80G1eerFUoC2oi0SqDEkPp1UGU2/55rKKz89YhweoGg7ED4Hg/W
xVktTDS88TYUQPIAc9TmIRdvmfH3T6g/T4o5J5rF1ZeLK6coOjiNHONksjYVROx4tiH6A+Nr1Mt5
CX1IB/7MGjp2Nh7gM014Ce80epaMumJjbBi82XewU95kPRT1Bi/7amDrRX8/ex/DLWaPti4owQTh
KC0CVASiSaUb2/l5O8rlmxBzhscZCqPoSF6wME3euNzUvTEW42xETnaejG17DIrifQDm07d7IOXK
7e2gV5Y6Uju8QGdvdFgiLBIRF+oqU9NPCDr1wWQ+kp4GubWSMF9b5C7QqxASQwMevenzRY5txqwB
ULbYzt1AfU6Gv6SX/lkPHwMsdhGRlNtY42Osf4ZtfWBvbWPNBHH+xssl9zHEPMYP1wosd2RVKYRI
73RogWk/Q5WgELdydl5b2AApQkYY3SRYkC1KWI3OvKTliKJEoPm7CdYwW/KfZmuuXQFLDDiptfjm
qevyYcxKEWeDv0UvI5B4S9jk1+2VdeVxBjwIHOi8ucwAjdrFriHM62lpgOPdDNiY2xxkQ4HCaAZI
z33pQFLts1wTHLu20D6GXIws14D7tdJWxPJotZuxubs9pLWfX3ydEQ9xanqYuCF9YuoE2/S//32g
1WftY5zRQAucr7HOa00DRFgedx4LsrkhsSatfG27z5ZZNvC3+DLLRnwPbaMUKG8eZ8WrmZKoEt/q
6st/GMXcfpuhiFjHi82oSlfajlPyeAiQpod2t1bDujoIggYZOnBoki2vGTYmAzTFdRHXJkru+9Lf
smb3H8bwIcQih+E9cY2CGyJmw0HIO/Z3OSrOq7mrh4oF/pvR44sp6oReekVPeOyz9tCx4UiGZ2Dq
/nYMBgy1YS+DZB6d0OWdP4H+YDRsmuKOHdDKR3Xn9u9fnoj4/T865MiAbUgHnK9WY5Ql50AvxjaU
uAT5zdEjydQhscWmsquVpuvVYC6uRx/kKpQj5n//cPx6sLfN9bSeYt9o9rU8+gAzSj0PdOYE+vAf
Zm72zcB9iEQZ5OTzYB1grj6Oehmn751153krE3flZATKGHDn2bIH28Rb/L6prKYqe22K0Q97tEwO
cSWvCyEQ8gyONgRle//VLssXTaQHZo2vtz/b5e5BQdaYXWrRAEN/fHGITaJPbW5xHnPD/Fx1+idQ
ZX5ZQ7IyyMuz8izMEsdlk16B6TPyeKzd37qEvhIqRbdHMm/C8ysZIWB8hHo2+OMoyJ1/ptKggsFC
hsep+sYsb4uaBzRGhghyKtF/iIRyB3J11FQujNfTwRs0w+t4XFry3qUiDYVDw6xHKlhNwwoXeYni
mk+HGatI0OPXfdwF8xf8sNYTP+mo5U5D3LVju0WkMdRr2j+NRure+6M5bTjRQ7s8AQ1cBL3XpIeC
OB26rX35ImHJu8nM3A+6jqhNy4kdJEKw/e0ZubIfz/7G+dt8+Btt1RpVI8QQ95W+KTMo/1Zjc1BQ
zbGN5k3W3eZ2vGvfGpw6FHigCDSLiZ7HQ/nPE2jSDnFKzTYwU+3OpGIDeuKRVavqQ/PJtVxY0DlC
vX020IUE7HmwnjuNTttuiA3zlxp/5doX13oV8tGA1G6DevJBL7W906N6Tn9O1sr79trMfgw+b6wP
M9ubmuZnnA7x0AxompnjO3XH16nU/VA15M4Sa4zSpUXSn/XmwvYQtV5UlmAcfB5xKmeXOWsY4kpv
hrn9aNxRK4cFsokaQT3x4r6rrOLETehE5L2Thn4P6JTTGzzE3eOsfOlr5xNKK8i1dXsuLS52NaNV
XYlMsbgfwZEYOu1UiurXlK3h3q6tqI9xFrkivJhR+tLReGzo0eBFpFVaWFRZyJq/VJb/Z36RzyNV
mZtIyx6Sl1adlyQ9kLmZln6HbMwQlGWR/by9Q67OGzoDwFgSPPWXADIiBjURabCY+fRRNvLO7aZN
PmQrKlJLpPef0XjoBsyXPjB0S77O0DMrq0wLPRcl1MYfG7VJDGCREqZZQYOsP0oBhghTq6s+iaaq
N9J2VQQ8iwEuQecE1DSgYdQgKam5/pewyfmPg4QRABioCcCgbnklADw8MZmXQ9xAUAQ9ksBKD5p5
EM7b7cm+crsByYSXDeShLR11qPMtMzhogecCcYT+NtW/jL5Zuduu5QhnERY5ggRFuhirGqDEaduB
BebCyFvkNcC7L70Bxsj4GW/3gJgqvD2yK8fPWdzF2VfX6NDXBHGH7jO109AboIZxN5TPRfL57yNB
AGOWu0Ved3mkJ03jD/NB55TvcPnIplg0vwa84dXz7UDXPtaHQEuKHjcTGzqZHHeVCYfshzXDqLWf
X6wFXx+ywk4wjgkwENsXwEKs1buuroaPQ1isBjQ96trS5kuhiyXudrdNwBostzX7rMwmwkoJS6PY
Sndl6q4cKiAUYDv5OLkuFUBNJ9Hg7Z0NUOSt5Ya3NtvMOhUPqQUPldtf6VooyL44MyQClkPL9iaI
85XfGqhM+3754Gb2XZY89M7K5boWZDGPTT2asO8ehzhhCn4yb4P7noMgdXsk17bQx5EsthBxB5D0
PeRGmbdPZ5QFubPNV8f6ZPvR/xZpXpofcgUK/VLWVRiOyqLcDfHSHpwwHY4FWzn1r63xj0Oa5/VD
IGEpYGp1hZZ3Iu/11Hl2S+v77bFcuY8hpPfv95///UOIqYJTsaVh1gjeQmnzPbeM0AQob02n4+pQ
XBf1D5T4EXCRX5iMuhmtsJXKQjqHlDh6NGmq3dwezbU1gPIdKIxAIs/toPPR1CWINySf89Wq9p9F
j25OX+ot0FiWF7G8oQcmVP92O+i1KfwYdLG6s7HIpqTBFjKqByBUMgugiweteb0d5crQwDNyUaUG
JgUGk4tUvM9KL4XTI49z2aonU9HpTq9ab+9BOSoSnmRPhc/X2E3XklQXeQ0QECCfYk4Xm0ro2EnS
wPJQ2hMZ3nuX3Pf5uIEfVAjG2Y4SETnZMcmKY5JMUa9W3jtXDg4Is6PdAF1pXFbLVdNyH8DggvXx
YDXBmNowXPtsrvF3r8wsguB/3Io26FWLMcKdQac1rfs4M/xDngIi1/UPfIJVX3XoxGqKMa/BxTMH
kgJ/QObgAaDfeL5G7XxkdZkWfdzXxZNTJXpgFj2sQst3Z5ih7WWZB6mwX2vRBz3Jwqmmxfb2Wrqy
GecaBDgI6H3ZF8Q8UWVJL2ufopldfPPp13zka3TLOY+/GOW/IZb0AzxQIBM1uDQujTvUVY+FJLDs
eTFVEXSEPdv2f1gp8M6YPyFUemBvez6rVgVGaWrbNM6b7p3w6VXw4UWbkL7dnrormx17D7+PNHwG
Yiy+Hp8cs1eM0NgobLzSjjX/xNkTyb/eDnPtC6G6gjQXqAdUjBfHsvDBDnLTnsbJE3OO3prL8LVR
4I03p3+AkFwsednwEV+CYra0zUjvhXgfXMDCV07jK7sXQAaA5/CqBENyWVEBc73TJWBxcV05h0Eb
QsXhClROK2GuLLVZ3WSGaAEQA7/h808PKHXZ0CrV0UybfnWZ/TVh/k/GvYe61pJAoq4TGPin8PYX
uow6t6nRNAIQzr2EaeUu8+XUST12oJAcKa68iJpaQFIbThFlGsoEVGhDrlXfLhfGHBYFeNRkDKCg
Z4zEh/u6mtRItabS486I7Fdh7G6P6s9kne/b899f3KB4WOL+7vD7EAatAggKw5MehrYRn6oYroCb
srZ3fGQ/zLz9ghfNe9+rbaehSGOoJtSqIYmU4Wwn6cWKa4GfmRAesx+LxLorvOmpEz72ijkcK0VF
pFv8FRrPn6Y0Dc2027We2BgmfSmbDsApAVpcOm0S1OEYcPwWJ597KNTjrZ2jl84+Nz25K0cnJJoV
Gsy4L4XY4eZcqYAvQSd424JUMqt8ozSIk3LZV/Eb4hWkHDHhXVaeVOnxw9gO5rGZDHGXZqbxDAPQ
XAQgFrQn39Z/aBrrX2Ra+iQgfJeQo/o2ZryrIi33yqOfkCYinfej73rUTBmXK7vhcoH8+TNnzXsX
nZplWUmzeesCEkqO0gPT5ksa3V4gUG+/ONkJWkCAJqImCy69O1+nH1agS0uZyXZwjo1H6pDm3sYp
5JeBq9Ayxg3MXPLAoGlEE/RQG2sLluHB6S1oSNJmD0XLd1AdgmFigCb3yZPmevvJLu6apt/j56IW
tiN62YaQQ0DqJhmUGqGM1Hglj+SEB3jvpSedsfIAOiEcYir7lym9+7Q10eE2+0fepQ915T/Rtk/v
p7Y/8qxF1TinG9KCN1Lku8KS/HdqUSDak2KIelhTB50LyeImGXdT5701BSsAJ5ribGrGoDSGjWZU
9+acfOQWtYIxg4ku99Wwpzlcx+rRNgPhVeNmgrl4lJdlZLrab68rwgn0HC9vQNtpYYSp0cAVEKGB
plEelDJn2wT1YhokWfV18siDaNhb7vjR2Hh7u6MnxxiOTlFElpU9M5btp0Tf28y/TyClnxfDAZLF
b+BY7zOb3IE/BLFeHqlBReVYbQ1iHutpuCta+slN+r1y0geVVdsWtSnFvratEY2DsxGudoTHDM7l
0d84YwcLUHnXSveTQZLnKhPoG/u9HpWKPKS9jiokHd+hZ/HWWmOEemlManNDRx8ElypuyjHb15oA
8tybNmaGleCZmyx3vsP86qCnjIeNX6Rho/w0mGSVbVsjzUFJyGNlFag4jsVzPg2RxezvWuO4Wxsu
RBGw+hBsGZtvVur2B5oXO8Jh74Z6FunA/rFkVPLK3jlpvbfdGuQOSG2GoGkBjOwl70We9Yeq943I
pToQJO4YecB7B6CdZSFPu28Tg3QYSZwVPOuVLQgBNACVoYOGYt2SSFg3rTEOpXCOtuZ/M9r2LRMr
m/xPu+j8mCYfQ/ypXHzYhHjJVGyYuHPU/UGPE9tMIX44mm9SaxsZgqOGs8mxIkPfJihgy+gkenOv
54W+6evflu7tGujkatA9nn5RGjEsqmPLB3RFLUriWu/B3yFRY0mxgfu3iqAZrz6XhTE8lPCWWblz
LpMRFDYdAFQsnLV4bCxKwnmS6YBGGNORkC4cpniAz1TfvXhptjJrlyfXeaDFEwp4acdllkLSpu5a
7Rc6Y9nfVzo+hgBM6vxw5M4oNDyhp2MOA4XiU0e3lP11MeU8xOKG7hpwDrt5usp6o+A7qX3T19JD
b4G0xKWH5YWSuY4H+0xaWcwU6CpdAkiwcyS92wAnrfqd6fGXBphOI7NCH5Qky+dlpHQ1bn0jN7dm
p1jU69oPc5CbzuJRUmb1JoX/uBICejI+mS/HvdDKZ400X/jURyCpjXs1VRVO2DR7KBh8ruXE6KYb
wG4sFX2d4IK9J1oR9on2Vafd06jpIIGPz7WynjTZQAPOfsjHsTxOpqjhzCafid9sBLd3Ji4A3tlf
krL65tfZW5XWTgCOlREafY+kwZ/em0J8cwz2YOrdUdpGlIvu6FbdPh1VWGa+FXjQtpEs/4bmDVIZ
x3nI0dzbyjRtweA0Hxj0psvB/qRLB3cZDW1hhXrfb+1MoNAF7FgmjHtszbu8UC9GZTnBWPgPKMy+
3L6SL9+v+FgAAsA7DSjQi+p7VnmgMeWCHB0mUlxmtAs6Lp+5mT+3uhYkhKy8gS5T3xl6jh6dgzYd
SPOLgkcpy7YWpTKOvmqguJJlXnKQzcRextKHMyn4xdhZmWTHZpDt9vZgyfzj5ycfzmgCFj0KPFcw
lZ6J9oXLk/GYQbTtgVo9fXVrVu85o1YoUF3agVOXvaKnqc3GHuR7BeDVAQAfiJCmunWA/UE/W5F6
n8HfdR76nJWwru4qO3DcDCSfieZdAEZe/iKbatqUqfO97c30hcu2K0OzG9LHqdDFM174zsapUog0
oAWjfzY7S/8xJFBAtAXDNYx9AN1iBUQm9P++JrrDtn7r+q9eYuIAklqDMhsdH1w1JA/20Il76mX5
UdNyGqHEzO6kATFiwRMGTQIjv+fDBN0vs3QfB5HIT0lCxlfRdDixkQf/MswBfGmszDAHXzYJaEa0
GmL+JA2LRPTQFJ2sHXSi12qu8zmw+Bg4IFAXwtkNgZ9l17As7BGvZE8crYF96c1sQx0RetSKGpwS
tUO3akye81WF4ysLEGKv88NVh6zJxcPSG1zNy818PLYA8fD8d5u/ZmxfZWgjggTROu8ra+5ylHgi
Y72hoogH7bKTiPeKJzwuJe6NDecnUe8hhm6vneuXWQNawTMDBgRXnLxLkBh1Be1Sr5HHgj7J5vT3
8ENAXhzYVdmwRMfuWRQuRpiJM6rj2qj9sYaLsa0FBk/fdALjm7+fLlxRoDGgqQ149eKCgipr7U6p
NR2N6cUzt1h0k3s/rsHRrmQNgNP9G2VxCGFVGN047yXXygO4JO4q6yuby/7O6+3hXMkazgItJk6j
EM5tdQTS2994QEA2U9ff/rcQ89L4kM1Npjc5pYkQpR+m03GwQ21cob5eXhL4/PMTdga9XzJQWWkn
Bqvn6RpwvMFLMnunLByANMj/Pp0DOclBHJSqzQt5p86YuGKtIY6l44qfea2rXQnLqFNeWOYGMizA
29+evSsrYWZDoQONtxNuwnnoH2avatve5h0RRyh2gt5d3tkYVgPkQjKtmZBfmUWAx4DbNlGSdgxv
/lM+hNIdZcsaN91RDMTcK56rXdN19Ged+dOLxfQidKcRfNHbA7xyMoA7MlfrAFHCIbsYoJVMJada
JY6O3dNNL3V9K1yprXy3K+vcAfYSTqgzpfNC7dixeg6tzk4cjbGXj3SSJeo5qbGR3FqDZvzBDS3u
DXQcZyNxFOyAJlvkl6VupCDplOKYKVHEorbbwIA0zokTOjxmnbJ+lJKpo+s6adwrpb0XWZnDWpiM
gJvVzVemvPyQ4NbedEmmwsEEka8evPTZFz6e462RoJAEWxerUSogtWPyMGV1tanghBFMVQaNjIlB
i5y2dDuJyovGXqUPuPB52PlMD3BxjnfZNPxgnS2AdtSwZ3hLN3Jqd5M+4bUpOkgdWw3kH3FPB5JM
mz6D1t/olTmykCkNgPcLu8JJt/bkoHdRuf4+txhOXpWZkUk1Z88bmN2Qwq7ewCn+ZUzM+eVPioRD
x9iG2QY/mMaYbPKM0V3R0PKkNxy6chy9kl9AwWvHymNmFVhGAZ0R0g/jEyuSsVmpc15bFlgSkHYm
wIBe1JO6OjWVDnbJ0WZ6chzbdvhWQt7lwWCtXKm1XckmUFZHiQ3AdRd13MU6V33SWZkox+Og8War
iOOdykQkJ6rBJBJKTdYmYW314JpV8gvP0Ow/jHQWo4X2LrAR6Dadb+5yKDUgb/vx6BnyR8/B8yYF
XKbSag1wfuUUOXvwLsbJjSqzoDU0HbMkAGfXSyNPPMniJNZcra+cjASgcwNz6qPDtUzPoNZCfa2y
xHFUT2jbQbDzvrHfDO3n7fPpWjqG5AhS4x6kB1CePp84WWiVN7mJOJLWDZPUroNa1l/cqfyhQ7Rw
1qT5rKDMsXIqXhuchxaWR+DIAEjqYhazagSLqxDqyDKgMtKTcr6lRhmqek3L+iIQQLt45LhYGOgv
4IF1PjyAxX1CR1qcbP8B1ioJ+9IAAuJ+vT2J16IQcMwBt4QTDg7H8yhGAuZbSZz8JAQ87keoXxiw
MnAB3MpX1vnVSDbeiRgNwMjLz1WUnY0uSZKfCsc6YC3ubNEGvGoPFfHubg/q4ubC1HkOGiQzbRC8
h8U34sJRI4Hez0nW9+62UytJzcXZhJ/3oRmCVBPkiotCmzQ7M6mB2zz1WrOlbvlJoiJJBrUCw/jT
1Du7ruY4cIBHy881gVBffJvJ11GSmOAx4Ft1ZHUQ9UUJ+SUvjwl/BmOsYC8d1H3QlgmK6RmiQysr
/eK8+BMemP8ZCH0JjPVYW9ZMZ/mJju7/kXZeO45jy7b9IgL05pWUS6tUmSzzQpSl955ffwfznrO3
RBEisk4Dhe5GAQwtFytWxIw5p9z1x7wXvjdoRIRufj/SqHZ70RZnlVfb/5qbRaMQpOSxr0H8Eska
REWRI2lf/Xe3SczGNJtSUe27RBva4Jh2lW0o91a1cp4WRsGuUwxI4pE3Z+Uuz5Png1tQO0ZBZ69j
JZKTqK9Jdnd7qhb2N0agLgb8aFyjZoXI8KEvM2n3j7+5+usaVmBh4cFlqVRxaBoDkT47Puw7sSBs
CY+5SDJAoBb5kHpq+wOSAX0Txkb4wYKnbHN7TIsTh0yASMfH1JA7W5kuMb2xk3AP9Fs7slk4g3Xn
+/H7nZAhAhedgPZcTHPcma4VQt57I+uv+HajntL+NawmzriVFbq6m7j8sDIBU/kDDezlNlATH0l5
zYiO9RtSz+zFXZ0jFAyN02cEpAu7o4PSUcNc29+exjl1AehULNPtbcpk6qefcGlZKAownTRlH5XC
30qCuqeGvUNp4HsvV3dtlv8pNe0p0seNWqSPcvP3tvnrVSSVgOQHIEJ4/0D2XVqHUCw2UYHKjuKp
6p24tr13g0iA5ZxZmFeiU1lM1FzHAkVd7UNdFOmPPpLbtY2yOJC3hB8unhTxbCBl6LmKL3nZse93
6e+++aObp9tTdX2IadaabieedOghzCEdbWPFxVim+VENrcoJO7XciHm31kqxsB8wM+kAQ2EpkxeZ
p0V6OYxKqcyPYhw/u6IMMZi/zaxXJfychuqjOUobX9Jh0KEGWCcrh/pqjMBIQJPwD4+7BcBHp5tj
EUrjsapa664KhWpHZbt6bwA/szL9irPnsTBRLifmJDrm7oMB/AMEVMlgbovkLov36ljbXJ63F+8q
mMEkWSZwLGSkaVObbY8CiSl0c1PxaLS9+5jy4DsmvRtuZPCZG0spw5XNsmhPJrVFPAMTwjyNZllp
NYalOx77MgmcLte2Rpo8Wnn4q4FT7PbYrrb+NLYzW7PptLJUUVzLR8E8H4+mUu3bsv+gj9L2X8xw
RSKVQav4PF8n5B7leRzRMUYnxh7L2ol7M7WLslsJLBbmDrIFiNcgUgGvM++VQGEM+jN3EI6K/Djm
X6LyWal/VKG/Mm3XoEV6bEXuFQjhyQoBpL7chkpRRwUYFeEoZvIHQ+ntMaJlYnxINbQRE4iWWynd
lGWvPfqCWx1aSudbs0V08/a8Xl0908/g5gFci+TkFXOU0A8ZQAxYN8dGskVv62XbNnChj/qYRi16
0rvb5hZ2C+YIFaTp0qEL43LUkaYLcAAw6iC+D02IpD83a1S1Kybm3YVWEQia6jYC8cizEH2V9X21
huOb9vRFqP02af8ZhTLzkjF92GS5OuEYx7su3UXRStyxNgT5cpbMIOPMlsxSG2U2iFl4RmJb7l5v
r8XS0hPUAK4kn0GmaTYKVcwSIRFM91grv3wzdiTrpavvJOHBGkbe+2tU90uTRt5uUhG3oJ2aP4XT
0JcVz5LdYzd+C+DLLso1vvC5VjRdEMjSnZmYRnzm2gehzRs5xEROWvRRT5TXiM7DDsLnoxDnyaEa
esuO6qwsbU0ZX2TLixDjHX4ovbaBINRxXeVDFuhowZlNvnLgl9aUXKwpy6YhEuPNznuphLnqua57
jMeHDHKqnlKwtZa0mT4y35j4++mOAZd5JaaGGLU6VINoHgdSDXef3AdljWKHGuZtG9YMPdD6WaBW
oDOOcm9KxyEmBZu2cBrnHaCZyiTZl/T5rzw0rF1rKt3XTC+ybdUrxl0LdgLaWPMb/fOwIYfe74qw
cCNVsM2IIHEdrbDCTZto7X2GiXuZUvihEOXmzktbgYxlSy6ylo12L4hVtpcSTrgH91Zjm2Kj2yok
W3cQM4cbCq6BPUzY5EiXJMQL8sKR1UC0XS34brS6tO2bNiUrqumbCtRNjNo1BImmsFEDlQ5Sp5Do
EBM/dFSlzaHNHK/sfcTULScRYyh/Q0+wBy8z7LpEEgo2UvlZCVTdjmSpsnNJyRHi68vHLpSSR7kz
uoNIS+E+tPTsMaitxAEyLjwJafC1SA0wrZnZJ1+rtien2wdxtiGhPdD3PZTCvhjzetsqobatIz9/
CT1JOdB/aXxJPF/ZU/ZWNkMT1Pdd6Qb3aabH9CsK9b2AjqYtJsHwUBlidfR9A0hBmwP4hMZuDyXV
qx+gpOJ2hrsdZCO9V8cqPESWVu6bRMy3lk8ThE92Z4Miqw5qp4qP9Ba5TuBqsUMUzXwmer1JBS5i
N2qVbakr6a6jOXZXGwIicSYMwX3vdY9Z7av3gQJqxmuk6NDLbr6lVEBhwkeBB/4fC5rtXkbOVvWd
Ie/7TU+Tre33xvCYD2XDAjXdo2tGid2rnb4XR7H5ZApTsjs03GNphO6uIy91rAwjsLWgC+yYagcs
OaAlVFEwd6rmPituHW8rNwKtDk4PwRlR/Hzbm149g4EaTJUPiiAgr4kfLn1PrFtFFZilDg2h5viu
uYncYS8Y7mPrUsqMo9VWogWHgkHOOFyxXKRzzKck1V5fj7V+DBFlioXxkyqIT72l/b09rkUzUwKL
DC2Vl/mLQMyHkHeJqx9ltRBsQZK/NrJS7zNZyw+3LS06L+ICBZKoCfM9u49iyL3b2tXNIxKqjuED
T+6kZAMq+jVs5C+3bS3dfRBh8+YlY3bd6ROYWk6k57lHq09NG1f6oMbRkyD3gP/MjM6iaCPF1kr3
/qLnpLxNrhFg/lVomccB4k5x7R7l7yZqV9vbQ1r7+ixoKBVrzISMr+sZfS+AMrVmJZO5sMWZL8gV
achgBPMtDpYwtkatd49SEt97ir+Pi3CTWtoLXLeZLQT6yoZYGhFvUdIvVDpo7JklJ0yjC8eWctLR
GpM/UNJvyzD4hyFRBaaZfyoM0CJ8eWoH0lVNq3TuEVkqp1bFRyNDU0H6XWj11hfWtMIXzhI6NPCz
ggrhLTivkdKA5YZJJlmwkNP2TB97pIW7eFxDV6+ZmYVBYdi1cFKO1nE0joFc2EJ3R9C08nBY2gzn
Y5lF8nWidMBNMCIlx6y7S3Jb6R9zMLfVClB16aieGXqDAZ4FdXkTjn1rYkhp9p1x6rIPegK7lq+g
+ve30lbS6CtzN3d3o14LZVANWGutz4oQ7mt9eHC5zG4f1kUzCI/CUmSB2pmnc+ihIo6Je+s4jE4W
vgA+EoS72yaW3OnETAeDIJS0VzVR+FVy1Rwn+l3PdVrRtcFhmVno0Axw29C00vOgkyoNDBwA+5Cp
mcZ6tkAu9M9pbqCqJAA37P4GxFnIuJfu1gqIBenGAPD3f7M4Df3MouwWYeP6WLSqYpdn8OPkp177
jpCW3WUHX85palmrbyxuw7NRTufhzKbeEcuWAzYLNXGiNCG8etUtUPZ5sqviwul6deUVuLiAJMMA
c5GTAyp/aXGg6i56vu8i9bobUd/xNGDm7rcw+HV7NhftgCqe6hBsljm0eWhrL6JAhSpWpUNfCA1D
/t2zqp1br5zkJX8+3R7sRmrnYG8uByQJbQQI0bWOeUk/obkNmjXB2Ov8JS9A+qyA+3EbUR+Y7UUK
9rFStr1+hH/nmBbqPjH1T0XXs0zahyoctkB7YnvSCYCT1d9bofL79mQuHGwKHsSBpk417kqrSYg6
T5OCRD9KA7yvSetlzjAiOGkWwri9bWrBA2OKbkJw0ECg54WXKKrEJiMndtSFL2N/8DpeEpF+CNAO
WaV+WBwWjgr4JO2YqEJdLl0nFlGVDbJ+rMLaNlxlhxL8rivWslFLZqCgm4CaSApTL780A2yqyjPT
B4bdVMdKlFtboWFy16r+Gh0gjMh8a+a22CiKMVEXQHw63yoTNBxd0U47lvAqngbBaGCldiU78Eo6
eJ61tnUQ1hGoFfhFuS30gNoWks62UOZ/ErHNvtBG0xe2XJfSAbYKCPe1pAQFLqmnIvK6B4LKficU
WbDRwwQJ67jLR5vYsHY0xJQ2/Ko/QySBI5HK9qPXZv2GnqX0riua/C7wY92urFJHEMWzHv3CJSmo
tZUDXAnmkkBIi2dPsJQX2fXpWfGSwdEDIyJtN2p7V679o5vVEcr2tbeV0eUlFszarZeMLVLamvYB
oQ39rgCUa5ei2m5ypAJsXctS9Eab8ckLu59pwi8wA8O778B0OxVXImBtEfkatY/uaVOGUkCadEi8
0trnhag81W2FGFHRfvI6sd/3GXeap4XmgwmCaO97bubQpNE/eHFUE/x69IGE3mFUdyEwgkwqHjSy
MwFuoUm3Ac3+PE5N4z6nIHYAsdHuQ/A9D1I+isfBUIdTUnbWJyou8kPlaeJWEMTUDuVItNVeEe8T
vTf+pC4DikplvPcBJm1ilE3uEah56zyxPkUl6ln0+FT7SZxzZ4LYctCil+74r9FWosZzmjxoNrFS
pyDoFc/mMYdUvFnRI+UpNArXk7CQWsubGC3bjeGOjcPhSR0pC+uNRO/g36Y3hH3qBrojKoF5n8Bx
89QWmnqPDkv3rPeggzzovB6LEo0AVw2FQ9R20mvkizUbS+l7O2hN6XMal+6KK164zag40voBsA2U
+bzi2GlmriaVjh6SP27T+LPQ/Gn7nH4I+He6n3m1ViS+ZinheXxucHZlKz6iZYKpafT4HMvkW6/8
TN3nwD9oyol0p12Jo9OuQbWWvMm5zdmVTdTmmY2ATVppvHZT0oun72774IUrDUJeTt1U2QEiODMR
hA3MBJprEPvUm5YHspvvb1tYGgRdkrBSoMc8rdalS4w8mWYgtvOxVX5LLopdYwKSb61j/I25fe4N
Ue+m5jf1S14RZ/Zyw6UK5uwYpZqwQyUrO5Q5JFtCk/3sm0Z9QNxH+RKreugM8J47SKaVm7gMgcBF
Rr5hBNUpTGrz/eE4xMf0u5lsU7z07ELQukhG/4D51Uw7E1unwEvXnvP+KYYVCiA4VAeKOc9oCk0s
hF7Vakev+Nt6iDRtrOLPbRNL++TcxOydmedxrfQWJrTHyoxRhFrDf03bYL5+VMbgCyUNdd1t0IVu
g1RyrFG4zb7pnTsiaN0PthuIr1pZEZGHa022ixsTljSZfDP14nnNO4+0OO2jaccUxl8wcN6jrOjh
VomgEF+ZvCVvNWk2EliRfriGyZBLjvxxNI+eGRYbv6Ofq2mLLyj0yo4YGL/p4Ek2Loj+rVl0Cr0d
YbSv03BixYIRcLRU71lvtMSmyoHKTZAFu1IahceAQJGaF6SJ7QBTbJJE4p1ghgryniVJeoTkSGFa
vZMFiXSX5fTMk63UHzy90vdW0HtbemzS1wDqsq0uCM1Ohf85qTXYg8jybpo04/95cZEWjXpgryBy
Sab2JCV7dcutAkBahP5MpRWUa6DlLq4g2jZLWERuz9/K9M1pLvReVobYlcyj0WnwQblfurbYBLrs
2QCG9uXQOlKKdspto4vbA6o5RUcF5xrWmSmZXtOPjNF2eBzy7BWI3SdEDY0VO0snayJM/V870+DP
3mWWJxZ9ikTesSMrMASBrY5rqr4LDyTIXv9rYpbqkK2YDmmSoEd4z+T4odLY5epHn3Ds/zRlb13+
Z0Mx6I1K1ZKheMVro0tEJ59Xxd/fQui5ozgbzLy+XaBOERN7msc8I0UYpJ9iXbBltXpuquB3lOof
GW0BC4p6iJTgKQxFW8vqzaDlKxHI8v7gXgA/oABOm/7+bLBClSI0qFfmsRViR6DlMaHTHZKR7e05
XQw8pqYovDvaPaR6L+1ovZ9GsdCZRzFyNy7kSkio2q2kHtRB+VZq6u86pJ987O7QsFvJwCwNkaiA
6GCCZV7R6dZiqrQosUzr6QiwsrI3P9we3bIF8L7wSIGKmIcfcpmNSWbl5lFPn8UuYQ4/pNX32zaW
DhixB1wNBCG0ZM0CENGtxZbg1jgizue3u9pbmaVr1khCw3MDsxOsCVZeolNIrrJ4DoVvidlAvXDQ
jEcxejbdbUOmr7MOXYOalPbU5E99VNtN9/v2KBf3yfmvmB3yIqGrsR8Zppg8I5Bqh76J+uE2yiDq
MZ3U/yO58B/9vW11ZW7VWS016mXAVtwCRyPJjl2sv1axueJUlgcGYJvwjffuFXKsSHz0D/zQOIZ9
dCyK4cHMASyoWY6yqftVC+IfPLs/1qX7K5TNlVl9w3PMvc1UOYJTesrgz0+5b4hupUkZ8XGjFKJT
o4njGKNb3ZmN2hz0Ig8c3fTSz3EwuMfK581KX1aKMgj8FmgFomOWC7+q1mMForbdBJ7rH6RWNqAs
77tNPBjJNrfkH8NQ6tSRLWvbWHqIvpIovra6BpwF2P8uGpDkdlP0yu1OBnx9ew2VxUNIYQSgIUAe
yM8uPUxqVmCWfMM4yhGOsvmrV0L62Ha6fDDkXNplYRI5TQabQzFmxO51ae7yRM54aw8W+1lITgiL
CfvEb9pTByMJBczRoJU8CrRtWDVQEg1uYtkUKtyDR3iEI9HF+753y71EtsEBWCk44BmKex7p6qOF
+BAarJr14rpNts2FQnksNAqpsT4Ur1a54h7eLoz5EsMhDyxRp/vmCtLj1TWE/nFFMjYlH1FYP8tB
+jpqAJnr7INRR9Qn3ZNo1kdSHydJKAGlKVC1j54txyNpEOVrIkZ3tRK2dqEWj775128DgOrK2klY
PGykU4nDJ0ozebZO0HRUY0kAcgyg9FO0Zqsrh9tbYXkn/NfC9AvO7rSgVtNBk3itiE2wSaJqIySw
CqTvLyNaOqSbTDos1FcgD833IRw3ZeNo5sUnGZWv0ZBXTCw7jf/amD+J8k6Sy7TRjGPWCPdxo5Mz
1cc/JnoEdh+1R1UKt30v3KfI2Y7+Gq/YUrx1NkBr9lhSa9VKQg75sYfx3lO+GvopI7MGl/nt5Vqz
M0tqjgU4PylmkAUS2GiP1M9ZsZHXKP2XXmZvDSDImrMsV1XTyoc+ukjNY/OajeBfqG0XtqLBzLoS
DCzu76nT5H8MTcM9232gw9GgAhl/HFVHYZ3MFUe39v1ZIOCXegU1Et//Cs3AhH9ZeaYsfX9ieOWV
z4vySvgWjVG6m6LMPEqlC2eRBV21EP1D1EnbErgYEFjUYGdbS1J7X/EiTmhabcTkg/e1Tv9hFXgV
T0xvU0FZn3zE2SoIue/5eqsYZMplW89g/BBa+d3NtoRME3UPPOR496vudSAxFZe9hJE2PYwKrA1r
RPeLiwGN9URhTS1jTlIqR34gJ5HFM8HLdkr1w/XMleVeOhdTPDnBZqan/SzgEgsRgqDMt46eeLDk
n8TR2zC6V8vxEHkr7mzJL5+ZevN2Z2viw+YVUeWi2uo9SUZqV41dKx9vO5PFCaNKB8p7wiHOSxeF
JSLYnkXW0RCHF0quL0NtnP7BhAGXBIUthWzjbPNalT54ktaaR18kMVfaY7BWWF0cxJkF+XLzRuFo
xKXHYylPnCqw/wH9a02ZTKp/lBuvuu79semixCWPQ6Klb/+UAUoN+9tztLirkBei7YPeoCuMiptL
naQnLiYKGt2j2OLe6GJxIyWZ6JRlI+8NGbbP20YX95dp4Hun8jfY1stpa7XaS5V46gSGSrHVHrL2
oTdXngpXl5VCyzSlYIm38luF7NJG3Ieq4gthdPJEQbK1sfkgUcpAT/2Hih7DO8fzZosy34SAvH5W
mqlvNKKQRidkSJ6MQf0UqMnGUNLft81crdXMzOzhF/XmkOhVFp00naelJ1ObgqvPE7ZRlOL/d7et
XS3SzNrM30hiKvSayqBynSYWKNtyisCBvhIO37Zyza2F/HMSZ0l0EtoH09uJ5TFbE4hfMzFzAwjg
/o8JozzI3b76La+RVUwTfxHSX0wV7XWXey0vk7LmRRqdYqV57H2JN3kBvZp2UiT3aHjdx0qWV+Zt
eXtP2PCJYY0g5tKk7iOEEVp9dCpRp/H3UbbzqYDqK97hyr9NA0MRHGEt5DMJAi6tKIreCWYhRidL
+Bq9mNmX21tscRD4Hgg+Jjc3R5Px1G2szM+jU5vLkS0hQEa19dA3w94s05W0yZqt2Rr1aW0m+lBF
J0Ohbn1ADLLTtsW4cnMuHtGzEc0mrPDNfIgTRmS4VghjU7+pS/WxHc07HPlDO4zDSlSwOCyUlInP
ZO0625TAcjWIpReffCSAo1OSD05pCEgprcT+izth6vEBLrLQyY4QaK3LRRKfzP5OCg7vbgicNhoh
LFxMPDXJDFxuNJrkxyL2zWk7/xCFD0r+qw1f/2GzURWEMkeVr/M6bp5XlHwYQZ04o3YXxnabHOC3
vW1lcZ7oTQb5xFuTBOrlQDJPiVtvWo868f5wh24zQft128TiktMxTrBsThr2s50suIEVREYYn6LB
ydAogAxFAv+9srEWfNrEGEitG+AFrGyzgcSp7IpC44YnqSnuGK1MJqYu7aIDF9SbT0YqvA4hSYnb
Y5sulZknvbA6jf0s8syyONYNz4tOoDeeMzD6OA9H1ZqPVTr+lXvhh5A3u8zv3vvMQa8VHUGopnlO
0ds1G2yaa0BAzSg6meZDmUd25T3o3VrJcfrI1dh0jQgeNrCJeeVybF5P4JGYcnQqlP04PoOWDdZo
mhZ2H+wP9MixPShtzlNred3EaY567ymOnQqAwPs398XnZ6fUTNM8kl0+P9Iu4t0XxvudDEhf5p/S
NYgYcfKuZ6tft/4QpyoM+rUCT7CTroCXl2bn/POz+KnJoSvvdT7vJds4/Nwb+cruXTiZqgoaAJ4F
aBtpPr78/Z4pu7IVqsGJrkzbzGjvkf3DgNJQX4z/Yop4nS5ZfNpVy2pAz1AhU4I5GapvFykcWfJf
EYaiHvzy7SO55Ajoxp3a3cE6XGkLuVFYiqnfBKdGy05KrB/EGirNwapsNRf+P/1yV6346qWjwslm
aOLkr+fRzQi9DTRTeXCSw/ilt+SHrio/d8jr3h7a0obg3Y+rxhAZtNltLclZbqpBGJzG4uSNz8r7
jwsEEoh7oGxFoneOjW7HQM7TRu5PcrkzvwX19vavvwZv0ht4/n35crslZlcYwCT7E7xTkabtcvW5
l6F/M20puW+tT175daSfWVmTcFwIcsjY8KqGCc7isp5NW4IEQBdGSndKIIHVul+x8pAId0gE52u1
roW9B7khHZfQ55BTmaefjKRVUtHzutOYnYTmYQiBW43f4QQvhi9itoaGXdh1WCMxj4cmmpo32yoJ
VZVWUNpTYvlPQqi/VKn2OajXeJ4Xdh17mqQab9Opk2K2bH2hjZrQ1i1OukUv+tVqVoLQNQOz9bGs
Wh6KluoIsopNtlPfDcaHc+B8AJP9MzddQVOtqdP3zeSnJ2x6cWt4v2/v7YWFvzAx86ShayaeMXbT
ED6JXbABD4SredbFeGumD3kqbm7bW9jSF/ZmcUft1n6n6X3LQwfiNzmlpDTY/IJdVL+U5oqxaX5m
gQBcoJTXiTloZZh3XAdW08WZlLensPyo7aX20+2xLM3d+edn792mEVU3Mfj8QDtBBJHRxkJAWnMq
f18kX2/bWjgyDAVaGe48/jV31J6lwdBXZO1J6Z6hotwU4yvUcit+dOFaNYFsWwQ1qIEgcnO53yDS
oyO7lJsT9OVwrDjcwRDmoQJidvvbw1laGR4hOqEH7u2KwlAwoxDiaK85+ci4B+qvceVeW/n+fOXz
VGjV3oubU/1SSZso29z++Uurcfbz5332HcpykVfz8xXtLggfxv6+KlZCtIW1ABsyVS5pSoB+ZBai
VVUv1gbdOKdAuuduiRWwIM/JGrLnjcRudkQwQ9mOWjgdP/MM4RDFiSQlFEBNtbVD+hHc4mvq/nTl
1y7+TFfqq39oddt48f8IpuPru0pyNO9wezavh8o7Do5E4IEyfD9v3fNnbi6vLLSjRr8+qfyGWL0L
fXQWfmTZu6NSevthtiDhjsgRp+lyd/Mbsligf4TjCjFcRo5tjeHhetddWpidn17OM6uYLPg5KGw7
j1a23eL3IaIhJEDT+SpNLaRGkYmhXJ2CVxj4++zH7XW43tX8fObmbS9cBwFyEZdtLoY1weBBDRy6
NZP2veeeR6dEnlicdMR5Ns12dRvWg6tBx/oCULFFiYbq5u0xXE3RZMDigUnhBjTZ3E/mrieKsRq5
L/Ej2iXcL7c/fzVFs89PW/lsq9JgngytxufRGpOayg6F3562kkBbG8JsjqomgMHcDd0Xt1FQLI7A
hqz4+SULQKY59CQdr+mMLaXyBMVrrJds+OGa28SP/2Gazg1MN+fZNOmZZSSyVYP0KDNxV1aUZCkb
qo85fOgrs7W0InhJg2Zzak8s/qWpVBH6EHlt60WVniT0SwopdrphJW2xNGFTDxobCg4oyimXRgZY
TFWvyIWXwGj8bSO12UOcCunK4VgaCulZEHMaI5HmvrhNoqjpaP4+mU1/Ui3vweiUvVTFm/fv4Ynv
GZ4bjMFXfDmYAFRb0gWy+0Iy8MVqu+dQ7GwrXVM/vPLqHBUMaBqAkIlndBrt2R7I5dwQ0H91X5S+
JJbsHK0OngGIo+yRrlwgS8sDiIt2KQn2TxzjpakYdhG3jSzvlKap+DEWPfWz5lrvhukwoHMrU0rt
bEDKKA1J1/r+aaNWv5Tq1+1VWRzDm/dFGAo8wezralcMSBWU3ikcAEhYraFvRi91t7etLC2KRQqO
HkDERIm8LseA2MgQ1fBCnyz5bzX8GPLvufi9T3++2wpJUzo2OJJQbs+f+/GgNWFtxv7JNKCmpn+9
lukSyzZ1uJadmVb2InyZsolnlqZZPVsTKMSjXhRD/1ShvGuUyamVh9BGYfZnqgW7UDY+Jrn8+x9G
B1kOjIgy3YDz9sYuCHV5cNltA4QsAentSNuLw1NgrLUXXFNxTaM7szTb1zmsdpVcGt6phhtwo1h6
7IQQlmwrVdA+BoLc2dWAVFYgpaMTiiChs3z07TgulC0Z+HLNqy9sHoZLjR846gLtgRXSXeyLlXfK
LM0p0g/CmNqK+k2x/t6e4AU/SJOlAq0gXeiwSc8uQKkeZKmndH1CSctzFJoc9rJF21uao/t129R0
qq72z5mp2QzXsalbbT54p3FoX4RhSJ1sjJEgrF07LkfokC17HMFztmt0RYsbF7YxmDVxjzxOLzdu
EuaD3NF59hJptAeMQf6XrPmUzqTxTXsVh+a76Zbq+69liVkF1kKhERK+mY/pixAxaTX3Tmix7RNI
GsWk2LhAVW9P6uI+sUiY8aIggTEnzs4zJVEL3fdOcT9QAhoq6TlCkGXbFMPgRElgrtybS4s4FTap
KdDzA4Tqci4zSWldHZU23I1V3Sc8O3e6N2TPbfMk9Nuw2KZSTo2w6NvD7YEubVSunEnHB1ATkcGl
4bQdU9mPJe+kQNnoD0FkF/q4VVVvZUKX7fDqfzMDlvXSDhxDHWEzHkfWdpRryuZnvTaUpTUjMP+P
ienvzxzppFOjq5HnnwrAyIX3qzKeLO0xsj7dnrGFW475+q+Z2dGuyToIfS6wVL4AEjCOfsBY79y2
sThbgEPeVgTg0ywijE2xU1rTxGua9XY0nspR2yaNv2JlcSRnVuTLCSugPWwGiTVRMgQforGM71JT
XXO5a2OZbW3Ulce8HVzG4kHpMABFazMeyTXVgduTtjwcmhkn0keFSPdyOGrbeqRLp/XvrVMnki3z
q/dKr+F4oPygjVOm9eoqvC0opULm1bkvJrGhLVVpsvW74Wj0svgPawPVHDX0aSxXJMy6kaMGZaQ8
Aj3/Y6LqKJ3JKz5naWFkSPtFiNMnWfHZwvgN/kaoM/clKQdrU6nD704ZvAcL8MN7E0FMG88BmqFB
PYIMmR2ZyC3UlFZ596Wa2DwUudT2iD86xKK5o8fmGip4aWBEEsjBAAnmop8NrOzjVmlKnHfZ7+qk
sHX90FINuL3b1oxMu/HM24yqUCtDMd0Q0B7qz1H5FLUrN/uSiYlIi5rGVBOaX0JKD+XEIAX4THer
/3Cjnfbn/WM4NzALHQbeVkh+eN6piVLZSVzU/dRe722tSdcAzmtjmR1O1Goizc0Yi4izNOAC1v6I
a2TsizY4l1BtQzF7hU9MulSTs4KAxOe2RrK1OlX/kNiY4p3/mJjdMXmraMmY68KLCzd62JBhWsPT
Lt1i5xZmZ0X3Skn2egYxRru+k5xgzLepmzpKv+Iul0KOc0OzxR+haZblgsVPLCeL7vP22YrvodpQ
TRtuoWANtbPknSEMIASc+PTQ/bk8L6liUm4WGFdiZwUA/X4tJ7BkAHg+b+fJpyGUcGlAdoWSroMK
A9lvKf+1Vv9d2lx4fYsKBhmnq4iwa7QW/LRGLiAXNu4oP8f15yxYI3KdJn0ezKOEOhG5IrN9RZzS
sOJ1EKTE1GmetLYbi/reMxTalAYYu/vOH/Zx0HYlTBJmssIHsDiBExQBxU/4YeaAEC0S41rSY+FF
RYdzlDJbC1e23OIc8nKHFh9ymKtgMwq56boyEl5yQ09OfSa693GYKYekcuMV37l0jCZmMyJlayLw
mfkbvQ7ytM1H4UWDf7YTv6o6HW7RN87vyj2wOGsmORuQFRaI/tm2q+pspCeebaf4W6Pd+Gt44bXv
z85N1Y5+mXi18GJ5j7AeGcXn23fA2vdn/kbJNWIAYzo23cZqQzsxv902IC3u6bMZmjma0q2supos
BKYjJbYU2OGr8Av91l/S259W2AiqXf5VcnrMbYTi3Y+3f8HitoO1l940Xqkkcy49A7Lrg4IkKU67
2aJjgSictCa0tGCCdCfiAbgH0HZXZcdR6iEZ882XoZFhHxwcd1Sg7vt9eyDTWsy8w4WVWcDepVTU
BlUwXmDoe02sZJf13ksAcZLjJd0fFYGnf7BH3AHKEg4K9vflxBWi4dalnpkvruburCY7aG1kp+Sq
HPoM7+Sa2uptgwubkQcwvJR030B6Nydx1JD4Sn2/NF+MsPsxWMlGHIovt00srRQQEZB7BNYTscxs
TPjx2hwz48Vwn2T/ozIc22KlCLW0TNxEU1A9cWrM48/K7cYhTEPrRRey0E5j6VnwK2jS1OSLhkoW
Cafw7vagrtm56Ys5NzlN7Fk0WslK4RZBAMt40+0FiJc8Ldv6ifncAbuUfG8nhObeD+vXpq2O4thv
uzz+oA+ILsvxneaXd0O+9rq87nOcfhP0Awhnob9zRWJS9f6oWB7vC6XzPuZCcOqSaBu2yX3twl/c
5n8kjx9XpN1G8deo4hZ8DqRtE1McEsFc2LOdi7ZQ5IKpsF6UJq73qu7WDlJ5+d4vvXzbJEX2mPvh
zzC22pUdfA20mkbNl+lQwzqtdpcrEcYRUkGuYL1IaaM+jiQxD32ViE8Bin+PEFSF+wxuqsem7PMP
SV+K2xps252U1H9WtsTiLkQGgH0IdIg78PKH9LoR1EFJnU8PFM0po0q1vTHvHlFIlg4QmrXfkyKO
bPhsmmNZ+eVjSgPvJi1K9f+R9mVNcvJMs7+ICBAg4Jamt9nMbPbYN4Q9j43Yxb78+pPyic/uphWt
8Lw39sVEUK2tVKrKynyJWlIFcZWWm4hP9R78b/Hks0ar78s6zt6u/1DpUp38ztWB7A1ummMSeSHw
HGzDOJ999HLS124eow3vKNuPrW4HHqtUayVzBfaJ5dWhMeoRGYM+icJuNgOXQf5sDjRVwVsSiJBT
I+JHnJzMiY0RzScYEe3KZMvcXTVsFudfYVxi12FjCWiAyFGsdl3m2L02grUzbExr5w3NbkpUKVH5
bP0xscajjIC6lIh93XBcss8FIN1oKH0cR2UILLNDAa1DjQfdKlCBPJ+wcnQ1SjvmhUP8FLdIek7W
Lu5/Xt90sosG/t8EdwiC7Qs0ZwpKrnwx4C/LFAUAqO5O3tN1C7J1P7Ww2lx0aXUSZbBQLQfuHmr6
o3g3VUTBsrNDQR8i+EXBQrFGjTpeWdpN7rmhDuHFpgJkw/tm9P8tpADNfLVxku31QUnXBqkitC1B
EA+MZudrA7byKEpH3QtztAluaT5wBDsN5MHQYrC5bup3+WAd7AAB/8fWyn8VyE7xxhi9cLLcnzaD
1HtL7y1vvq8KDnyN/Qhtt+80IqCl1Q9o2Q3mgYSTQ3bXf4d0HSmSCS54ftEMIv5+cn4H1mqQfZix
UyCD20AIwbTfswZN2uhFKt4XaK8q7nKVQeHXTwymaQOWJXvBxnldzNyvrO+J7teH66P6HeZczC40
3gTDKfaOvkISlaDRytIk88K2d8Yj+jY+L5wYYMOY8vshy6ut3mZz0NTUfqVRbh7zYkGb4pLzzYDe
hDBh0HhYEnc4sKXo9xavm11r9sPGLr1x4wHzuRszFgXVUJM7XC4VBDk8phiE7IYTMD+KbDwYpNbR
YtppIPxYnCjMzHRv0oNtH2wd+sjoxsiH4PqEyVbl1JY4iSerYoxJjZ4AD6iZyuFPrpFHh36O2X8u
q7oNH2qVuKnMQTlIMkMuCWUoQFzO7WnVYKToEo/CadwZ37iqV1/6eWRi8NIH5AAM8OeftzWel1UL
gI6b3dLQyMLrsyUr+xKA1NCnhegFlfqVo3DbyRh4YUWhlsTzMwVh6t3suCn66BwQKDTs+7BE9F6b
bSd0ndL9MWu6HoPQ2hgenSJ1FEGZdLRQ4CNAokPRkK42exdHJcTPkLY3WaDbm0xTbA6ZG0awj540
S7CxrTPpC4joOrtmSDxq1bc6Gj+XvNx21eS3aIj2m4L/SiIVsF5qE7VliBWj4nQBQHcGUna8w4Yc
tTuQ0PbWF14XG23Au/B7rTNFBl/m+B3R2IFoHmSB6/ctR5UjdiIcNXMJF/KeIlGA7iTFNEqX6cTI
yuPrFdWS1najUAd9bMUKX5WzlxlwAU2iHrJCAmx1vuvLdOzMPkEsNm8N8+hWiklSfV78/cRH9EbP
ERPhULHJ/AV+30+oqAXXD5ZsHU5HIP5+YqIeQUZZxDAxG588+yYe91avOLuqUawuvN90kKAfRrHm
QR+eG6b4vGoEq+st7s0kdZwYjk3Xb+I2+raU+oMDyaP/baJW/ppFZWvPMcwk5T4yg6jfgHfsAybg
UVChMYD8W5dnvBZig/HgeOHsBq52GFzU0BSxgHQtTkysRlGii7JrW5hgeAWZQMkohiC71VBawgUD
eXDwY6/cdJHRdJqGAU5E30cxsv+7ZvlW5wrUstQKaGfQLwncDSKp801rpoVXOnqNy6DfsE+F5bfP
RacKF8VPXQc0QE/+MbK60Xr4wgG4wChsyvKBWdyvM/N+mKZnxM6dX7uI8XshdbJMQdy3m5yrpBpk
0cjJD1hfMpNIpHYNfkBRIukT17dTad+NpfmcxxOUuewP1NVBWgG9GEEQi3GvXEGatVMmZI/DLvHR
Ba8tG1NTbA/p9jOhYAdDyP554u8n3ibz0LBRxXiaN8zZ5TY6kKDfdv0Qya4xdAsiQYTrBTCi1Q5c
SAIwBV5oYQOGXWQkUvMVdV2y053OuIn7rDsgWwjhshoNt9ctiw1xsWHAIwBCBCiuI696PjgT6skF
c+HnyiF9Q9Xt0UrNgE/oF8uqrQch8Y3mLJAzSBWeSXoaoLoDvXKhB7uWzW07czGdfkFlH4wmh1yD
PGWLuHo/Qb5xg2R5s7s+Tqk9tN6B+x+AeNSSz8dpdIjF0gRpuMR8iZNfzHvI45eGv163Itv9UJZF
FQQRAjrBV8fPQbia5yNxQ6DetgZCnxGki9VrWiPhbyigzApb60zEgPR7qqUm0tL9jzx+HYnPkSli
UPCov14flewAnIxqvTtJrI90GGFpIIHhbhqF01J9npwvTTY2VOvwrA9T9/tYv/1zTymSQt7vNgLc
UIgQV35XA0MPQQs2MjaZH2f+MG4/MjuiTeH/f3+15kOnmQvR8H2jfIug2pKkquKXLFj4OwKkg84n
KDbceBy564a0ejDp3o62enS8PghpwvbUxsoPNJNj4h0pcih6fKwyIyDQ/MOz6bWttCfXG28Nq3gy
soEGVUfe9FJFniBmae2HTu2vNkHTmii74uYMB2g35O5rsey9xvGH4YHXzGfj4zj/d33Il7SSYmMg
Iy8ETgD/0VdxcARvkHRl7oaaXifDnkOxAuneJXnqm8j6z8Oz85ORDkgO8yRi950zL/u2iVLUS7Le
jzl7G+YxO6AFoP5EkcfeDjyF6jKLpoDl7EsVF/Zeq2iDTM04/XssgRqrDVJe0BrjxljtaRDYWnSO
LDwbRyS8iodthX8cFf5OcjBROBY9GaJl+SKvps+paQzMcMIR4plvbv7t+gJItjWy8qhFehgKTs8q
Bl4aOoOKBdVCHvNnO0m+z7beQqehOFy3IxnG2TqLv5/c301boQdvSd3Q7m9G7veR4mqROmI0q4t2
SwD+17iuofaaOnZi8f16h9rkfoygHFbtraIKQGulCBWkozmxtlp6PKEB8RgyN8yKmzQ7gsfqA7MF
PgyhvydIzsSqncwWq8zaGPLSDWvPPEZN+zqY7vt1E7K7GA/PPybE309MtGRumtpJ3NCKuK/n70hs
bazotptertuRbDDiIe+CRjsqVKFWnjnu04rZ4MUMUSxONzm1tT3kJCbw+Wq5wn9K9wAaCTwhkID/
V7OWmrgGUDhyQ8Lbe94XOyRDboacPS1zfhymf2aZEq7L1UXOm6Ldc/2EjzXNzBm0NJHpPTbpQfmM
EK7vwhsjPSCoH0H8s6aysbVGt5OuQTzaz9nPGeXaTeUUXu5P+qjtjc4jNwvKIAsAxtiANfpbD2UG
nIlfp8bss5ZrYFXNdUXEI11PoIHRWGrjp9mrg5xrVUsHioryQixoh007iP022tP1TSM9X54QIkE3
gaCxP9+cmhOnbdrmXuiAJfyh4yodFMn3cYMLkAzSVmiTXW3KwuqGWm8QTOnfUmB+VEwDsoscxFYu
ivsoGgjRyfPfz6uStMbi4Wowpk92yv4zwaxH8zRwE+2F5QA2O0W7Jc7wVJfmXbWoqBRkBW9At2wB
M0GzMzrQz38AGaBZxSsKeAZ1fce8N6GI0XbPWSFgz8MOupcbVjob3Xm8vnASr3JmdxVBLFBW5Vru
wq4z//Cq+Y0b7gH8vguYOFNVd6rUGOoGBpqWBJ/MKiRD78NUzQ4wKJ3V0SNLZ3BlsiUKLGf87E0p
VbgXIrz66kACzQcyVojxAg6/blWKa9I7vVPAlaG/+sW2WfwpJ73x5BSm8StZPDAWgGzxS1ebRrBU
hDS+jujmHkVxTPvQGs2R94l77yaQoU6huXWsmd5vuNaOPm+sHuog+uR3TeZsWNuMd8xejMfJamIw
fnXtxvEiD0rSePoiN53jik6M7fXFkxxtaPLqSB0LXb0LVgTPXGKoPeNWS4agh/6VXm0z59+vA9hA
zzig6wAnrU9GhVgwql1cB27vbGJv2hX1J7t1Ffen5CYQ6sLojBDAiwvi3EaP+rGuEW2YS+OPzDpE
sfWAFs4dyxLNNxxNEd1ID7zo0APeH+mPi07sxU2slsS9qH5q34bEfKYJv52y4nFeSOvnBcN9FPl6
o22T1HrKvX/miELkfGp/FZBkZfRb5Q53UdffDFl829kqlivZaUP7IUJdYImcC47/Me6WBlJw6EJu
S3KjeaR5nqre3dc0c48mmyzFnMp8NOIf1MRFp+gF5Dwhw2AZDEklQ3+wAQNNY1XJWmVhNWk5Hyyt
xh0fmtOO0K3qppR+XsiEA0AGksD1TckmqAqVrAJ6APBZbe79X9ePq6wsjZWAJhkIDJAaW6fdZk1r
qtGdgLQq9zS+6X85JV6IW+iEN/N2/BHNW15tcifQvl43LG7HtR8kQqoLnS04YevAhEButqtqPBNz
/aGIPhP7xRoqcECALbx6G5cfvWrriYW4MAj1RsGsIWqEq+sUCs2VPhWIOcq02KHkcEe04qYqIPdg
QtbI77LI3mrAVV0fpmz9gGT7Y1X8/SRC9pqSFS0oLsKpMF6KuX/rOYrH121IpxI85dCTRw3oIutd
Qg0wKdCpElqQFcyi0U+K1NeWr0X32FtPfZsG8/R+3aTMy0MkBNQ0aPC+7E0anWRwambDA5e3Vran
zTHPP3CRnJhYZ8Xqrh3RKKy7YZymP7zeeG50b/FZ5CgKODI3j+gGtWMcMEjair+frJBdJBbPgO4O
x4S/mzY/lgO0Fh2T/jRSwOkibun765Mn3YkQXUBYBdeEtOm5RY4kBrb/gHyfE03oK+/mwIvcZGuy
tNjoXadvYwRewWxFtWJOZWNFdRWpU6FtYa/78KK8jmYyWewxWo4N2Uws6Ox9kx2dXBHgy7Y9Ws2R
OsX4LjuklqHToQvYsEfibkbz1rL/HR+GAEOQo6H5Amoqq8Ncunbb5HPCHq3qVssDjyqOlOSeAjEe
BBhAuSRSSqvQF/QLZjwgFxAOw7SPB92fDHtbQplNxS0rNQTHjoyD6SCbvdoL4rFp1MNIw4hDqNxI
j/q0HAG0zFWVVsmKoEkB4RLa1YBfXc9YYteWXumdHfYp9Xnne7Oq8V/81JWDRdnQwYOFALYH3r/z
bd0AojsuKbFDyx7D2sxeRq156fJ/5gwCFwM8Kko4Qn7yIq0xWVnfLSC5CNPxVqC2i3/32CIwAT0G
EeD0Nc40qY0CuPTEDgcTKrv7qnv+59N/9v3V1k3jjBN7wff1cVt9K9ps2zbp1nUb0Jj3vtv++0l0
QF8NTIxQ0r5QyugIzRawZVuhhYoo3vYKX3apyIXlQC0NfTbA7F3G4hp0ijiPRys0lkJ/mKLF++qW
eet3Vj3cxBVcjDPS5s4t8SQwi1JH0dfw9hWys3u3d3HjQ8NwX3t0uvNGJbWdbEsik4PmHLQBCaKQ
8y0JUF+tL05nhdApeEaYdrDjqgocLVIxq0gcK8rNoocWLgl9zqtjXOR6yiNaWqGZDT6M+DYaQxs8
gYwEIgJpcH0LyZwGuHRxlFFwA4xv5Z2W3Jt5MRdWSLQQ2juBCbpV13pdyAe2qo16COBaKCheqIa7
btlaMavtkHjPzCl8ot8v+mtm3VXaba8KCGVrhWQQ9ioIZC97xDnLKlp7uR3a8ThAAw88CHbS04DW
zgeakZEP+2tqlWBwI5C8gXcfLmR6tviTR1URmXQ7gEbvdxX4MqZAsm9wxwaHboRA4tZy5wSS0vp8
TB2IIQ0D9OpEV4jiKEqNQlwLD1awtl10btEi790JqaQQKccgyuNthjDecu8gW8PS9+s7UBLCIF+J
wB2MFbhULLFDT4MmJEfLrHXtsCTlL4vxTemUx6ExPltu930ey5eoBhPLdZuyDYJ3MQgXwcEJ62L8
JzahmjyPXoHdCA7sTV2EBjmYTqk4WrJrUmgIY7vjWQQsybmRMiogN17bFvhPHzjo0ChXgKqko7DA
tApkBwKwNbauR5uQOcWOFXIS6NWuJn6iUq+QvAdQz/trYuX1UiNpHIiqWWGvoQWt0HwtcYKh/TU4
D0MJpGK896a362vzW290ffmLEyVKcAgC1lxJUD9v+8LDNQBkTvdpmQZ2k7CM7i2jtgKbo4BOKZou
lnTRN8tA29vG7duHpprJhmXpT+7wKczA5EzZrgLwGw/1yNnzsQV/R0Ggggz2CDCwX//RsgODo4j8
poe74aLcY9mD2Tij+M3TVsML0DxAcZahVKnCNko3FTJDv+tKxkXIYg1pCfQw/HVcQyyyQCXJolQF
BpSORghWoNyDx946wCN6RTSn7q1w0b/MBF7H8fyh/kEaoOiND5AGOmhFQsAK4TehMXN+TEiOHKY+
LlaoL59c5wj1+etLI5sxAAXwSkG/GYjKVme9zVkRawRBksaT1yYbH3Jd1S0ju0RPTazCVcbA5qm1
kRVmDVl8b9CgIgJniRB2Gw9FcH08slw6OhrArg/SchM9LasJM00thywW4MFxG9NNNeeBqXW3LC23
Y29+03LzPinqLSmTz/1S/jtCBxwiOu4EMHkC17caKV8KzRgbHbarrgmaZmq3gGnAj1rGuLPzuVZc
DjIXh3QpVFPQ7gJnvVo8bltdl/PFQTne8PvY3I8zQSfHtL8+p7I9gkPl/c7cg0ta/P3kPkiq0jRa
2johrcNIu88fP/B5tMCKRD2kutaNElNtOiwHA2Fozfs6KFX03rKOBUDE/n5/NUvG0jqZleL7eWHn
tm81aRHWy0w/uakB+XBAFcx9rel9tbF1662N9BTP3CLyR4dpm1ov8n1OCrZzMqAFMrTrBpY+Dm+0
adLHuZ9Qmqmi7KaaK+8Q18gdmpD+/VrlTIU3ET9z7fhRAjNE8gm7bF0Fi6H9E8OoG/ZesckW02/y
Rw72ysmNbyw04F1fFNmhFbKFeMwA/HUJvSSpDurKGUiD6mB5n+fbJH8k5uG6Ecn+RUEIz3Ekt3Cf
rTNCIGM0DE5QXijy57wcfTJgeVSwOZWR1aHU46wf8hSPIsKKvbXs5wFlDE8xEskRAboamxdRIQqU
axRbQUuXtBwlRE8fXiFbENg5U8mWKGys83RRjF7xZkG1biqj57ib79xseb2+IJJVxzAAABBYdxAh
reaKJnbcWw3mKmevpPzcQYK4/JwoHjvScYBBWghYIDJbZ+U02vQpiD4wjsEn0ElSUC3JPo93KF7L
AMoAn7m6AGLU5RZ3aGg4T345BxVVxJWSoA9URH+/v3rT1EY1cmQuaDjwalc6xe3Qjk9TWQSDicYU
d/mO/oavaElVmBVTvz7+2Fp4++IxDbYS8bNOnDCJW+IlrHbDdtwWZaAfizet9sd2E0WK8F+yCRBp
/LG03mdASLrMyFs39GrtkUX0ObL5IQYtQUpUgDKVqdVaOWaksazgaNsvKnA32sHicj9ZkFiff1zf
2ZJdcTao1aoZJXR9qhTec7aDhEPIWBFHSUeC1zTiQbyrL6qxcznU6KSHK+tT+6YG9afubPvOvp9i
7SMb4cSS+CUnG2FCV7Y+CafZdt/L0vAH7921pgAMZr7Z/peqqgPSiTsxt7o93YhVSWkB8pdT4ueO
eDAofKfEQUM68+/UrZyOrUfF7M1wOlV2mOmOjF9yVQygGsTq8MTpnDZ44uCiGaF+/cOyFBGSYghr
aDZuhMFhDJPEvdfJ/qYnlu/kKhibrDfudKLWMJGibtymncGqYbYTHm/81bKWt9Rt7obKeIaY97Pl
1j95pO1NO9laYDGsiEpWRD5QUdMAJ+IlQ1o+xpC4I5MDAKL3kNbOPvbir3zUFadJZUas58kejzNm
WmifBVYEuiWZR94tw0PRlyiOktSMhbybAB6YF7zDhjdx4mq9Eybxlyr5xuNfeaLICkv9AnAkAmpg
eCignI8kZU5J2QCkI9PubfDuUxsNcOkLyV+u+zcZpgFZ57+GVqco4303QivJCaO5Cep22rhutGmH
T7WW+GT+EhePXe/4bVUe53/W58Bdi3hBR3YKNS+U287HSJmR9TwBOLGM7pfimFibVMXeKj3AJyZW
GwLqsDSpOphoG98e9qz+96ABQ0A6WWAesbFXF5GZg5g7jhGTJJHzlafDF2Kq6KflK4SYRFgR0imr
abJbxg0zJzSM9a9xDC09jdfdpi1BmkaTFnQe0Ft15k9FpR2HpdtNYEu4vkekexEBN8Ynwoi1CERO
Ejwv7NQJ+9qv7YC+5QAcVIroQRIe4XHy18hqJiOul45mwcgIkRN0zQ78R6dZ5Zeqc8YnzdP77+US
j9t0bjvg/qNF8QSXlkngnwTRABQQLoAoOQBZJC24ExoTvWFVtkeHSdChjc8gzQvamvczm995nP5n
Tu0RVCePaT7cuMUA9uzhpuhVCsGyVxua19AlB1yM6Lc9PxvjGC/9UEU0XLQ+9lPWDXdxlRShnrbz
U8s8ax8TrkrqSI0CiyPUPuAZ11gWDWy8+qRnADTmN4l5C51YFNot67DkiqtbttjwaYIzEeCwi/5l
kGKXOX4EDQnCK+j2cjR7Wb2flsPTMiz6dibVLjb6A5s+0DSHhARay9DAj/bsdYE99txEb5YYN0T5
rbPeASGmgJJT7zCrAm+Z6zm1tIoc0yWqaT1rFOjxvRmBgSW4fiplFEwYCoCtuCDQtr+O7PUoX5a8
N2jo5LzgfgHascCYG/ARJC3/vrD6M+78zCe13m5Hpuc3HKIVd6Pd8sd+HIZjl7L5UCcm38zaTLd1
Th+v/0LZNXnyA9cPAspSjZIeqzyb6U1XIU9Stj6nH3DBp1ZWjoNlRqaBqgQF+gK14MBUpW2lo8Al
Dw+PtkeI7pyfxLy19IiZuOyh+/WttaKbiFZvEeSkrk+W7OzBwwPX7kHm5UJHKgdSkmoUEZIH0v+i
5SAmmh8aGr0b5fhmNlzVByndnif2VtvT6Ty70yZ0nMSLHkRF9RDVH4DROBgMksPQtLgkyMQruyOo
R1BgkDZpFLT1bqTbrPJJc2uq3lHSVTqxtXrdDCDcm+0S/pJnrk+r79SoN0QVrssuQmhA4Kgho470
+mqrWZmLXvgECU2NH6uI+VPZHOpU881B1eQgHQ5QhZg7ZNMuWOeLpRvnwh6BsDandz6jgrw4z4hG
99c3ncLM+maHqlE61Q3MGNYc1lZyQK5/a1JVkCndayAE+w0lBNGn+PtJWJ6U2dQk4BcPjWj6GefV
HcktRZuW9PicmBAjPTFRdyXaRGthAskhe+NmW027a6YNV5XcJXsAi4+KO8AUuL+8FRwdKrDTiNIY
DWkKnVmsfbtDybi2Xq+vjGQ8MCNQ/RTX4wUKPTHAYd1yyDwWo35E9sDywfF2b8z9zmTdwVy4AmQn
u03EpoZ2JjiQIHOynkCW6b3mVsKNkieLfOHsPb6j+RLUDmVPkR6zmy5n6LbyehARF0ZYFNkuoilY
/6xc/95nenFEl5MqeSnZoajxYs8gmYwJX3eEk6avOQSzESnQWy36OmkQt0AF8AOTje4eAd8VZB0r
F89SE6onHTjPDfTGiXaa/aLnr0vpfMYq3NioO163Jwl/ILH8f/YuuJB47VZLyuEY4wwhZOD2Qvds
kzqbGYw1ybBpluN1g5IDiPcVmN3R0gPk1Rr5VSCJnnTOhFjECczWL5/+t8+v5m/qMqfUdXze7t+m
G935yOdRuICsCcAnKP6fn223rIZG1/D5wrn1qoeP9Pkhb/n3++IsnviOEeHS3Eb4fn4kxq5Odtdn
R7ba6L4H4EMUf0HRdv75uba1FEGtHbZ50fktdYNkab+iyXFbjsO2hCqd4WY2mHRUkZHMVZ0aXrld
b4Ro2URmYEAgeDNm/WawoU9J3kc3Cq4PUba/AFwBkhSwPHJxXWXlaFGAW2zc9J9T/dFTXFOKz6+v
qbEuypHU+HyqZwBtUV//d7Qq3loi0QvHB9e+WiLakm6Y+9EMLadxNy2QpXsbok8KK7L1gH8VXdCC
ZG6d7+hYjJcH18yQFPt82Y31gbSHOVU8pKVWANsHNFtIR6/HYrj9aORDRUKOxMBkOke3IJDe1toA
xSyVexbZoVV1AYlrtKXgJjTF/X6+t1MAoic0s5Ownc0YjQEjpGScL3VffYVSvenn1Iv9Bg/n69tN
dqJQmQXzMYiChUrtudUis2KgTCcTyHN+WwOm6XJ0DJjpdygkj5s+qd5MD5n6PvdUFDyynQiwnWhG
cwABWd+SaDzLQEkSm6He9y+s8G6zpVDcxLIbDwk5CH8LeXGgp88HVyZTnTOXmWHZHqCu5Eda0LOv
1ydQtmwCaorSuQec1vrpCN4awAK8ChinGFkF3xiL98IDpRwpafmLQDnrkIPcM4gqiKdctywdHa5y
7BfcexelW3DA2SbXcQaMdhq+cbeZPruc5gEno0qZV2rqN84K9WgwL69upXyhM3G02gqjrLpP3OKQ
GewmqlJFpla6Jf6aWefwUcCfGs4amCn2dbnJuCI4kQ8D+wC9OB7gaKsjZqROW00U31+a+3q+6aPv
rvH6gUWBliveaWg6AFj4fMu5Wpm0FWqr4VA1n21rPHhJ9F/du/+bmd8QnJN7dkGdKxobauIeN+ug
IszbzbjxkbRgVPEckE7a3xH9zqmemGJU7xdWumbIgbOwGVJMie9QhacVM792fkDL/d+0/a67nBhp
kb5O9DkGsjqhNfHxAtUOhVNZ27nts41eAMYzmkrklWxoyNHhWYjWbEi1rPzDAukCAU+3Qr3YataB
xfdppkipSE0AigQLuNCBiTrfD7yfE2sqdMCXl/xtjOoHMy+2NkTB/n3bAfj+x4y4yU7mjxpxwezK
tMJZK+qXLLGSwC4K7eu4GL3KlHiar9cK/bzI4MCloj9h9XSfDL0wTRbbIaRELX9IrGHXpkm7qR07
7/0kTqu7YpnnXVXWVeC2Ed1wrk2bFhqZONgz8M5Zlx06yHNup9iwe3+EZu6+7adqQyq9vXEh1uan
tBv9xemTG1rVjylasz/paZNBE8iODjG6jXY6mEODueqhfY52kpkacO8NfaeJO8YoXnf6E2KR3PfG
sd+MjMQ/tYIAgFrp32xN197wWCRbjc3tXTtPiINRP0R7voUeYeTODYgq6uazHcWGnyYsCaxy6I6N
XSU7fYhU+SqJ2wNuHzOKugSARes3vZaROIsdAAC5sZ0DkJxf3xuSKAafR9cCqLgsuL6VS2pAFw/s
3WSHdXuns8equm2bQ1KoWoilo0DgAllfpHMuntkZr8HKFZt2mJsb6BBxXfHSEydlte2gFSyQxIj9
AbxdbfGhbtOsHls7LPiD070u6JBPFMGx1ARSP3gEAz5w0ZQ8x7wgU1TYYcd+1KO9AZd1YCwKI5Ll
gKdDlwFAihjLOu6p6mRqrQ54eU/3AtMEx5bWoNsV3BOZ94H77tTUaspYzKzaG5kdxh6IRO4bJBhU
FMsyx41cK5CD4E1A1/Fqc+Wpt6S5gyu1Gro7kTrmVRRDJc7+VA6utSttFTmkZJsJaTUU8HRw+1xw
lvRWF7e9ZpkhMG3fHWfeAeX1eP3ASLbBmYnVtHlJHA1DbiJsNIxgNuwnbzIOTTkdr5uRRY6CKt0F
mRM0HC9unyqbtLJ3TNAEF587g98szbKnhQUgPuNBBwI9P89UkHzp9MG3IRlqeYJi8PyiWLSYZEOC
eJ8WT1BssXvF3Em+76HK9psEHk+KdbEN2rt21lNuhjNFN6Sb+E2UKHa15ADh1SDqt9By8nDrnQ+h
mqJeqyYEJFCof49Jpz/3ZsG3BdesrTUaVPHUlI4IlUyAFPA4u5DaG7t2mPoBfVWOmW4jYgf1oHim
SAd0YkH8gpPLe9TyxRtzWOhZ9FTa3qHX2G3TLxunL1UhsHQ0UNUAVwzetGgPP7flaVW/iNA4dAa/
drRtZBu769tacnpw7/+xsA7iIXuHHAnBs2ROo+8xBdx3GvkXd4KX+4AhtGUDeI1o+6IvFipcY5NH
kRmOHf+pRQbz3cVkfkEalSUxKeurB676j6XVAnH0mi5kxo7T3rp0a30WygbOpk8DUEUv878jYsBh
JHQNUK5GZVV43JPdAM1q9M0sCIWttvtspdnWLUqgyl3FderIdoIQugHaAsLyF5QfFlmaLqEjCbtJ
z/1ZLwAwtgob3ZltHyadbQdl1eu+1y7mk5m0/YutT7NvIiDvfNqkkx9Rp0YSu9PcOy3NkkOaCEkS
iDXtiN1Nb7k7URD3tu6dyZv2SF2tegHRZbYx4og/Y/Gy22KBg7XAG72ZzZoduiECT0s0F8WORFZ5
G2Uo4vkOB++Owyx6KJqu+QSWp/zWiyMWzNlh6fpjgwZMNw7cPAAdwD6GNt0E5T1tM8VRUFL3No1r
6x5RG7LQBW8CHdw3TwwSlJtK05tbwx3sR7t1418IVN2t7aXtrknHZdfMbrIrh6pFH6U+bviI8LSn
dbJBAOT8misn8b0qJT7hvRZYVjttzcjNd4A2J09OpsWH3OjybTfoi2LhZN7CdgSuAAlCnVriWjnZ
H1a9pDXai9DSAOD5Ux0HZboNrp8sqQn0GrgGUq1grhJ/PzHRRg2zoLplhzTaOhDhTHBTFOn7wL9f
tyM7V6D7+GNntdUd3sQMvRN2yNJXxres3UIwMUvHTTJBoZV3SOersmwy73RqcjV7AEmYVQWagtAb
d4AI0mUXq6Q/5bPn6uhaBQUh8k7ns1fbyDtN3oAoUsfDJKmRnGbmYRnTr5qlomeWHWJB+IXaMO5z
wOjObWm8moehTeFsyQ1pfsYlVzzMVQZWl20+FmaXcRjQxyC6ofPu+g6Qfh6JfGQ90eVw0ak/UIsX
MalMIGnrX705fOorFRmAJEIVopJQcsdOxo4WO+JkMy91YUweNwieq9EBdN9cdw5V+To3j5quAk3K
Wp9gDJoJYAUV7amr6aqGGRIreYFkCem2CI1fwPOzA/nbHrCLg9EPn1Koc1u0iDfARr1cn8vfAeP6
mgLqilJIqCLDtWZ9mbo2A0QPcatZZ82mbazbjrl7gosxhdj60ma2b2QcbZKu9pVMNvWZF+/xXp/8
Igbtg+LXiK138WvQ9YO+EjAyIuA4n3fC+p4tuCFCmt00wFdFdu3z+IdndkEEETFiZAHj94n+47pd
2QG3RF+giHFFDu7crFYVtlEbMwkL95Ysx7i7aQfFDS3btKcmVu6RDwZf7HEi4K567e7zRBEOqj6/
mrgFQV9teriYWf9mOm//nmNF5fLv/KwcoF1zY0BXLgnJZ3vqAhqbwfUFUP38lfszrT6f5w4GiulA
9drHi0Phk2QO1sIbHWES9FbddXO0UWWepQELD9xAT/0xKax9NxvQr9E1cDm63QfY2gVgFKyyeDIZ
4AY431J14SxNuRCCMoIdsGXGcdE3Q7a9Pm+yUQHPIVQ6kAkCCc+5lSLGlctRVwsTo/Qb48l174vy
W5a9/G9mVssTzfUymTPMDAZwvOTJdB6m/0faly1HjiNb/sq1emcPCe5jt/uBjFVrhFLKrKwXmjJT
RQIkwQ1cwN+ZT5kfm0Pdqs4IBC04yjZra+tqlegC4AAc7sfPwUvTiJOFA2Du3AVfwyQig6b5i2sQ
hMvcTWhJDgyiu7ICoqw1oKYF1r5ixEkQ2dvrA5vzOzQb4UGIXjZ0fyoDS+MiN/wSfjeQsKcssHDc
/UcW3vvCT26SvNbcVkqdHOzu0yBeACP/le+jvA3KOB8kJoqfebZFETyY2DlcrAabPjSMLSTz57C5
uJwIussscCNdUKCBf7QRbdUYB0kd+zka/HjtFoX+kg11vypKJ/1s2K6z0kurfO40Ge95SWTISBut
8hzJ0Tqh9QuvdP8e7I705foEzLkMEnvoSsPLFLGTMgH12Jlxz0bjkJjplvq5t9JJe0+ieghYmd+K
erHoOuc0uCxxQaFryLqotiMlnEpgS+E0aBnaiHZ3fUCzn5/UasAPCbk6tc/Oy8GMoNUJ7kAO4L/7
LUmXzsK5KQNzKv5+B+n/CyWE3PWFRd2IHLThwIo/jNgLS8C6R+um7X+BWRs9gz9tkfMTSuZuUzp6
jNEkITRadlmeLszXfPx0YkKpyNQ9HyTA6+RQe2OOrGhR3GsViTB3NgF7mNQ3tuB8VzBZAv6BLnLD
LH6BSxoU5f+O31WIBEDMTKIwYB9S3YBEGl33fOEMnvxYDY2wAyF+hpc3kFLTop4cJMTAPi/MEY8Q
iKhaxdOEbIa08nXfew/3LqwA744aO/ijkGg8t9IMbpXlHngLjJ47j4K7fTCACMAOiDa2ZWD37fe4
K/lujPQxyKUTh7RnN6l935sWuMD7zIpCp8rth9jXwMlJusgKkaqqq6CQBsMhmJuPDWrQa7BaosZD
ZbNOwTIhgshA9gKHhfNd6m6yH5MOd6aUKd3IwXF+L3Vw68a5L0PbksW6MyvyVHasC2JS1n3gFtGD
j7O7bMswjrea2Gau3r4lsmRHMtIfxK7jzwk3+NruBh4WpVkEXiazWxx3adCPRb8hw9gFPrbFTo9Y
9u36vM7tabQZT0xvwPch0D+fVjNrXVGUqXNg4sbzb5ANuf79OedA9wSZKtQoeKjfZ53RD9zC+z7C
Y6VuNIBInT2DjPx1M7PDODEz/fzEBzOjMAW14YN6FbbWqisXXnZLw1DO8pHUacwJvm+TO+gh2OTY
LhGeTg587uAGcA9o7MA1hl44tWPI0AbRZxmoRjIzdvd+C5xKAlSnHMEckAlvuKVD367qsrfX1+fu
cmwwDCIQEExMvcAqkXlmD54BMmUb9CN41kA73mFrHLrXjVwu0LkRZYHGLAeCOIMRVm/zPIy9hQVa
+r6yQB4tczOavq//2dWf0ubT9T9/ptdq+vuRZkauHvlMNQ1iO1mFCWQ2SvrdttCtsK+0IKpdhOiN
uMt7c0sGSw/Axw5N945/08al2tRlRA3LaHJH4tadSlTKMQvSDq1lvWMd9Lrcm3gyQKM+39Q8/xRV
YsElLmcTTWuI25GCQfIbBZ3z7UR0ILfG0rUOjrUpq0/RUsv75VjOv0/Ov+8W/ZBaLhhcEnmH/yC/
yMnGp6vri7Y0CuVsS6zRMsU0itwJ+VO7BA6+3DfTIHC5IhsABK2rDGIAsBXgTQxiFAHSH4K/JNXC
rpk1YU+sVghyAWlTvDpnrd9XcKyDHGM7yMiQocVNrnQz2V6fqtkFATMqwGVAa+J9eL4gWolnjA3s
3MEHa+qTmdl00/URex3jOH6u6vEXyLoQFwMZCkl2+JgalUBEYBC5rHGeRs/2vdl/vT6c2ZU/+bzi
v6Yt9M4b8HnDCIxbslSJnv084hCAHKY0n6fEItYo/cK2CvsACL5V79hSZ9H899G/BUVcD8yiiuMS
h5eoEOHSlDeFBpxk/PYL0wPG6L+/P9k/uS0bIrmuCXzfRlf5vV8s1Bhnvfbk84ozCV2Qvp7u/O6L
JwNb32ZLBEJzFkBuiMMJaWmEL8pZiOCsicYRW6/09qWxNct025blwp6YW4VTI8oqs0jasW3CiMNv
qzAdFlJXs2OYCKYn4W9w7SqfRx0oSjyntA+m90iKu4aE0lp/fJ0nBAvIkVHChq3zddabEnyovWfj
/bFHTFv8yggmrQDovCNrr0JxIhAhAfRaOgedryR9ocXDOPxCXDdRFOCUnRrB1eo4pBNsaVgIT6EC
1W0s4dXrvq+L3fV5mjv9EPhMgGXQgF5gF/CGz3Hx+uAsiyEYoFnJPVjwtnrc3gFvu/oFW8DOITmG
7DbyfedrYg4S6n5A1x20zqtDcAvnN9SI6u2YdcCIETMxj9cNXroxoNCQB0CalEDmz1L2Sk9TqH+M
wjyIZk+93dIle+nGE9J68i8M6ZJFChT9iZUnhXUYzD6EssOKxcbGH5cqN1O+S42OT8yo3VU010Fa
OZaIGLRMuNvKjvKD2Rv885BwcogpSYGaywTdj0UpwYQ/JC+/MI0ozeuQ4gFEWRXga3ItAc8XgAAR
8jh8CHkjFzxjdqFOLCjxRKd1CTJGrnlIniXdZWT/nw1AuVQi8fcA2MiCoQwzvkQjPXnSxRqdDGAa
4Mm1UpSAJOujAwgQScKs2hgNHtM76xUK0R8+FuB0CIq8iaduilLPLZWySBPe4a1k+9+8fWL8cX2q
ZvKK+D6SMMjKg272spCXoyj9zmgbkedWfAZzKfrqQb8ZOHEe5lKiH2sMKMr5DKXdzti0ThI8sI9n
aPFXvOO7QQE0MXGcjzKXtqzqBKXX8Tu3EFw+XR/lnL+h7Qh1dzCJoA1XmcTYr2getdw+DPpBY1+M
j4NzUF2YGhYAbMMlp94+ad+4rMHlceiRdwVRyII/T/ej4m0gjQHe2famGEnlKiwqG8KpLtRLKTI7
mflt3Gl/oLsmyCxIYnVL+f+ZYw5E1OhJxssLeRL1ItJqbmckrXwQgUarMtpyr9z0kfZxv8ZUob4w
3acIbZTLQZelBcIviDOYIABFWaH/eDYQnCqANuK4BrUKHpLnLlUlhlm2hZYf8+rzd1k9X/eomUma
kKAT3ocQkGYqIY0A1NBMueRHEx0j3Yqbf/jdgokZpz0zMd0Tp2dMnrPY7mHC3mi4AeoFto+ZIwzg
+QlKCM/F60RZAE9wcKJ7bX70aLeHYkVoGQcQFSK9H+rj5vpsLdlSzvtsoJC/1Lv8qCVrSjCcUHt1
IXJpfrpuZy53cTYo5eQ3QJSrGULkx7b4ji0VNOhlNat7KuMbB90vcQacWSfLCd4UNJ2/RKk9s2To
VsemmZKM6IxSj7FBAsYfN/nRtR/LwG0Xlmx+eCffV7xusFhelKLOj3q1saMX4t3ZFaiRdpNWnkj2
pbW26b0VLzxyZkeFHo/3GiqiAsUR8TgBIgxdCcekvynXbrXw+VnnmGC0BJg2PDKnrXbi575BzZYw
nh+Zdt85IyoUz6xFGz7k9ob4wwgAdFrgEQ6MIQhJweF+bqsujKqMMxA65UOot3pgJ+3CuTZzMOAW
RT4J4Scg+yquuq4BfaWDh40EliJD3NdImWjW1+t+PmcEz+KpPDDJIVnKMDK97npob2XHpAuZEaZ0
NS5daUsmJqc4WZWS2rVkIH09ggF0xfoXaD7UKEFcH8flawR6DyfjUJY+rXSeVznGEWUr2wsAzLSb
DYLr61bmHOzUyvRXnAyl8vIhjaSVQdS3DYv0RzP4KFl8p2zreAsLM7tDT20pJ4Au/arUKGx5Y4V2
F32tASkJjZZAduVb0sqN8NpXEler2JcHLUObyn82VuWEcMFv41vMyY6yoWGKdE0t7sp6G1c7iy0c
6rOLZ1me6036DqhTnU9rRtGjSXos3mAByGk+1G7YGxvbWTAzd/qAi/pvM2rslqPgYaBCAEdMSOCz
KhBkobY+6+o2gmDQt77XSc8HQomW5ElFMGfDHwLcOdL7Rpa6q2cn68TG9PMTHzRzX6QCKNkjT1bU
DRlKaqDVWrogZkbi6lCdwbMNAMaLvlmzqQrQgmfZsQOe0IUKLR+f/eTDuRCE0CdGlJMBjC26jvbY
DA1JDyn9MZCbYglYP1NOPrehHAwcGU0AGRCOlGLruHe6HyDOaoxNAhivf+u5X5slquO5nYthAYIH
2W+wLKisWHVm8jqtSvgZKqEgcSiiGxHfchQpW+eb434V+k7TV3qyvr5hp12ixPZnZpXQiGUac6MY
ZhvAn0Z4OEqhQ0hk0LdrQdDYthTez3ginhKIXKfnK24Q5e5IbT81kGdPjyRb4YwA9JqNobOksDnz
ZDmzojiJ8EraRNJJj8jfE7l3rX3Tv9Z+uaLgCmrGb9cncdbvUdbVwacGegy1iNO5Tl0VTEuPnPxp
6C9G8dAXC5HDkgllnXhfGJldwERRb1r6neVrfUmvbtYVTkahrAywOk2eudhYeHLsDP6HxT77EMco
ux82/5KxGx4tRF5LY1IWaZBehwZNlh31wl2X5WvT7LneL9xIs0YgtwUUzVTaURkfNKPrZOQNOF3t
Wx5tO5QOufsrAzmxoQwkz5omFe2I0zUL0XkjihU0nD7uYniq4nUBbg8MRLntuJFSDyCM9DgkTxkH
V82n/uP4cyRkkZxAZxQSwRfAW9BdEeh6tenR10DgsCfVrugeo2EJST9NhnriAHGEZAjSpFPj8flV
pKVxB4xLlx7tLqy6Xa4//cJMnXxfuepSv5xayabvD1+65KtWvHliAWk751OnQ1CiLEry3u6ZTPFa
XbH2IaerX+DXx2KcjEIJpJwG8hBF3qfHsVnHvhGY6V7QpbN4ZhxI9U9KQUi6X9YGTUcaOdAk1ZF7
oNCS+qr0biuyBEiYs4KyizcRdgBcrt5sudM6cWQ31dEQN5Wxs6q9TBY24MylggDtHVlhOshRKUdX
p0Ul5AiaGq7brUxrl6KFpqY/Erm97luzdnxUUgHTn2BYysInWl8NBUcLgOXXgZB+4NEWshcyaLTf
r1uamzSoxQEIAf4xDyqL57sEddWcRa1eHyuerkr2SgG7F5wsHI5zgQ4YX3+aUSauGjjxEtFjQEa5
ShhD63IBopoujM11KttdnnhBX5mBrL78Z+NTjkxZa/0otbE+ZmMa9s5DbpGALyXiZycRRHFgJ8Ot
fCG45FZ27BQjlqvuhpuO9ttxeInqj8ejeGejNjdJeILLRTmZLSFKz3JEfSw+6zqyLscInU/XJ2vm
yISyA/K6U9oA4YXidsCNmP7gwr37VO59O1uh7W0hvlgyoZw3iJbMlvowYeSg7I6HHwTYu+ujmFkN
VP18lMJxhQF0qvjaSEmbe2VSHSXLdnWTPxBZbSxvKV30no5WLpgzO4prZRkB2hAvqmOWpfIGQPMf
deeCdK3IzbvUpcYeYBUSAsXmrqXdR0Eaud69sNw3s9PtYxXr9q5M+u5ljEGUyTQO3cDKYuvecd+0
krVQiYEQQa2X3a015tm+tuI31iKpN1ras1NVVtiYjIfN4H2mXYcz1bU+jTozt1rl+rvS16LnsdDJ
vRcn2WfL4DR0Gp8EvS3R4CIJDc0WHDZuFUWBUesUCZbWD7k/FrvE4fWmSngPeizP2sm8GtFpaA8h
AoN4R5zSXKHIUEBWgCbPBUub/ZgTPUx6w/rsW5lYg+PDfQYOscGjRm+/dBVvw8hx2nWc1D5+6uuP
CZitbz2jBAG5Z8RffD120KUo+zSw0GYFcPX0P2NmZeuCrpPiBpJj6Q36aWxwTPntY11Y/CbNKrBr
QN4oGFyGJNdAtG2r283arLU2lJyA4C+rQDrTWt76uo/NHNDYgb6HkhVKB6BSPD82jUoMRVklxdEt
vnbpYzMOQYVX01KovGRGOZ2HEnzJaR4X0+2c50GS3icAuxeb64N5z6OpnoxnDGIlIBUnDenz0cgk
jjV4SXHMrdHdRVYKTT+UrUNecRbY5qBtR5tqK1JxgHO7igYeGfJgoI5xI5xaHJnI6c4ULb3LoawS
tok+3g6OSNcjJC+eRG6ycChNK6RSB97RbOsViUUWFl4zvAzC9rec9mNAqgorWZWvpaBvXcvZth/8
dq3p4E2MKy8Oa9+uVroN1bpSohqMKpEXZDnhoYEnU2CQ/mhFQgac117Q5F2ykJaeZkGdpdNzZTp3
TnIbTszZCP336lixNx6vGchbdFDPlv0+8Zcippl3JRKr75KVOI0vwImx2xh6xaLySIAiceSx0r6Y
KPKC9GHP/Dvj48RWoAAHoACUIuYMt1vpWyNFwa84shqRpkEfmFhiAJo5+GECkAyQgSHivAC+jRlE
B920PPbV2KG1lWkbwZm3WnDlmTXC42Ui3nCxN9UbjNW0oACCF8d6z+I7TNV/9nnl9pJNEpcD1fB5
+/XO59+uf31ut6OsglIkUNXTo+XcwRJqaK3egrM7bgQkaNwiD0B2WwdFpN0hB7kwVXPuDEE/tNeD
GwWRg+LOFq4YqvUJrBUMGZldWseB0BFVsFATSxWjeWOguUNd1wVMULmTLcrNJquz8sgrqNO/2Aj+
Yx8NFFUdNN6iCspU51Z3KjC1/7am3MyaN8Se5sBaj374JBqDWFsJ76tXHWPnU5V/jfUm6PLX66s3
t2XRfTe9P6bFU5MzRtKDeaD3i6PFofDT7es2DyJLC8Wwo8M2d+rwur25MOfkClLjQRkRdzRkxI/N
GK81eTdEQGksNScvGFFhGSKuRasNMJI0+q0Vs32vGfdVNC42g6grBjAE1AkhI48XHEI3xfUB2bD1
xvJLsIrWq84XIRdiWyN9fH3OLtxwMgO5A7x4QclxEUMjDRR5VkqhUeiUQdo+ehCt929qiaqw+3zd
1MVmhilgYVH3hwIwziIlXHcdFM4jKE8fwMsRAwWW7nmiBazz90m2RAh04XqTLROqi0hKI85U72/8
/0lJK45hoYO6XPX5Os5RD950EASlC7fgtHfO9ta7LTg52v0gZqfmuaTDqs6K0+rgiRe94ggPfmGN
QFv8bwPK5h0TkLOMEasOQ6OtvO7WYF8ttFVBtsjcXl+iOW84taScgIh8Cz3SMW32p7RflXiMFpuo
3Y/DgivM2gGcBeK2eMHhgDg/16uok3ksk+oQmzUK2L2+o1mEzmZ+GC1y64/Jgr1Z13PBIoFoDgy3
6j2iOUmmFx3GlZjfuf7d0ItAtN+M+Pv16bvwOrx3J4glARARiTz1Rq8EehrQrp0dRsO7cyEzBioR
MBZ+6qN2m2TaLTO9hSMPsBnV+2DTnbiVUYqDhK+Ko4Z0ghxLjO9A2GBsjNoxwqJBIqZwXFBydrGz
1jIeh0kb8X0kXcSYsi6+eHnU3fasZysN7EI3YFehGyuPx1VnUTQSpFYTmn7GNniLirDWO/zU70AS
x92V1WRf0rgHWULiaBA28zoQ7mkmAPuMfOpKN143YyMCL6r7dWf11U3moM4wCHDTt4M0ttLpnGAU
Cb+To6atCaXtg2C5+zXTM23NwEMmhYDuMhy9TDeNkeE9JKDb+akY7ow+faoLd/8lWY+Js/fcKsye
tL2W9UdHI3vakWwNhvRxXY4dCAKNKSvQoxWnJXYeUr1EoQVbG8Iu+HuHIWYr2tMo9DJwEg4NmidY
KfWAkMwIk7xoAlfzzC2TuQy7sX8xNU2stMp0VrnflJumG1uMCL3yVNR2WAFvsyUsfk756GyoNnph
IRqQV7RRH+pG/OaKDIJzkmdrrRDII+emFubgjwIpXlRvtA6AFTLgB3arsVWTyCKQZm0GZYmIYIB8
+q7Q/beCOjyocmltzKFEYcyzkn3PICFTx5EF+Q+TBFXUgtMxMyQEqrN6o1syCRJCSTjYKKLpHVC/
WkXtwONQtinbMQpMGyNkTkHC1MmyFcef/Lvt2slNm0NjvG79dkMhEfyI9EgSB5E3ftF1yhIIdzvD
tvFFjYqI09360GrC1nLMgLHR2jFZN2vU3UCCXGSMHprK/C4HW//qCVvsKwbSmKRHzn4wzCWK+Xe8
79mRDLFJA8c+momwM4AOPz9fxigrow4tSoekqe/soQpAt3osu6+N7dxBgCRghXYsHfPWZQ+lCzrq
fCsi8SSrra6D56LP1jk1g9xh8IDoPq/9FWvwAASVKk/AcVnSYJTpqmdxkDp64A1f2/xHb+hBbw3h
iOOF35RdvG4hDI7YIE4f4t7GAZcFVvQcV906qh5JAtHWZkvxYiot+8kYmt31o+jihJ1mADULpOAc
JGZ15Z3MZUbrkQ380JQ/TCHCvOPraPwWJw/aYvvtRUik2FLuJ1dAPdRwe34AmJwAWwPVdCo/3Gqv
GFGupkSz0BhawEhjf3GzT4379fqETX/khcucTNh0hZy8ZXVhUBxz+D7yV0FLX/2lO2/JwLRiJwac
JG8igkbRQ4JDaUSz7Or6AC7uOGWCFJ+3LRCDux0GMNQIEp4KaJXVz4294FdLa60EcRkHG3MrsbNa
NwpLUQbQPlg12sK7b8HKe/L8ZK5KPvZOrmEsaRU21VNXfY6shahtYbreUQEnJkxhI604wkT1p+EF
aXGntSuy1LG5ZETZhZ6bFlAwx5pnUUDNjUEfszp0Pkygc77yF+ndnEMTrW/5ATk+m4VWEYAI/rpz
XaLFFRvKuld+3toJ0zl6W3VrnVoa8qw4ZXFjeubacxoIz7gEtESuDp3tQbPB2obLt+BZtuZN81ql
+Xcj8X5HMn3pYJgsX2xcaAUBv0GgV24ofs8N6WeW02Ahc/clrsEy2q8H6yviCxAdhz5LQrNfSNnP
uqePigNwFMioq+GrbMeSNHHKJ7a1lmzQLZu9Lcy3eTkqlGmBhSHAfgNOqJwWQEZ7ggxOenBltffE
LYk3fXyHXE7IgZAs+Kapf7frl57d5e2tM7QLJNhzhxUYvnS0S08NL2rWqPBA69A1JD9E7qE1adBB
/Ob6CJcsKMvWpgPSEB0EBDJzVY+h+HDlBg57OgLFYRHngZAQjeUQDexW46gFRrG9PoK5zX1iQSWX
GbxCZMLU80NMbhLUEaoEVOu6uUKb/sLRPudvp5aU51IjzW4wUftGY9C4LoiztmyIUJIlwMb8gJBy
cBE7uIbabcB0r7I7x8wPbbOpumNs7xja8peI42etIK8KpBrEnS7IYPU2FyBbdLMDAy09KV7r4anQ
f7Ty6frqzPoXkNgQWYOsEcSxzq9b6fJepIBHH8bfNRZ2w6+4Lw4AvPYgnmJZk/mT68OK4qYZAbo8
tPEnxh/gjAsG5tb8NIRVDgDd6o3ajwTCBX/be2DVX+v1ggPPmgAnFxoBQE15kZBB9ptEPDH4oU9C
rwi1ISj0X/BcSGygTjqVHS/yMLlVeqXrI1yIo4cxP5bm15osVIHnFvrUhHKQDEKXWtpNsT5dpahv
LQFrZ2cJnorsMwCOF+mdvBiT1vJjfgDVUtBHZWD5AofJh8E50wULTAgOW1C/XFBjiMpqU1dj/AC0
0boc9qbDF+7wd771i5vyxISyJZo2xu3ZUn5A7s1ZNbUj915jWUFNRLtC3TXZmpK/9Bz7RYxlfw8y
13xny75ZEVaDq1cyLxiN5A835X4w2kgPVU2C0lMWZ+FIDUhpVgNdIx/hrN0epdPBi+TK7aFtCqk9
PBwN98NN5MqkTbfoyS4c0JdJYZ0fihpr0zy2zUcRwu8GkNWz8HBFE79yi7hdmg2p6+UHZr8KCbLc
Yq+TbGFhZj0YHd5/GVGj3Q4VQrR6w8hopEbgaOjDia3ul4xApnlSYMJGVM4TXreIJ4qEIyPaBY86
+nCvn7fT718618/vK9uQRZFgZYOYCK/jmG8HbxOt+vbG+HrdzPxc/TSjLIhuRn3RxhhGm3+L2J3t
/3n9+5d68e8r/m8DntIxyNOir2SDvqs0Km7RPLhKrXE9muwpr4yVPWRrUHfdpJHuhmQc1omDPJhV
rK//EbNHDnAnf62VGl+6ZivaqET3b1Y9Qkg2kNFLby/VhGZnEqh31BZQaADdyvneiWJggKTDOegp
kN1DIsK0l1i4Z8dxYmIKBU62p5WlBEdzzQ86klvD0AaRe4MzbsHzlqwonu2ypBNlh4GARyQEV0wI
hSewSm+ur8nSdCn+TWJpRyQpMV3jCoFL/2HlssnvTuZKcWwf3N7gsy74gQ9fUj9D6vTGL57TJfGr
uejrxIxKSsK9HCc7CLoPKVJBQ0GCMQbxIvk2mL/wgjg1pMSsqDJoVW9hPLUZYTXoXTVq368vycLC
28p9RiNAUZoSY6mNct2lCFdrusqZt1Dinjfz84GpXDI5zOSkxwPTKO5H9Edn5Nmgx+tDmV+WnzYm
7zvZKU7aCzMaK37oiBMwca9pbhhnEuoISziKeT/+aWka7YklKpy4lAlGE41fma59ESNyutcHs2RC
2fax69dSa2GikGMfaHX5JAp3d93G/KL8fIIrax/rI22kgU3fQJPoR1JvxBItx9ySEOSPgfBz0X6t
smFFfIiLlMCBU2Mbgbmd0Aefr2OoI1wfybydiSgIfOAoHSnHV+n3se9wDyNB1aRt81A4Hfj67soP
sxTjhCHoW/7bkHKCVZYmWrt0cILpd7XbhFzGvxBjnFpQzrBBIhHRF7Dg2zdQHsiWhD3mFv3k++qL
O6r1nnAwBx2E+10nX8zqtu4W/GqaBDWMOTWhHFuEGnmJYhS2R7HpcmS1Kv+uwXnfal/xygyr9sf1
1Z/bKwQcAihOTlpjnrJXRtQuOhe1uUPXfbHBjWzxP64bmIvLEFmCZAEST6CSUNzL74RGcz8vII0D
3Iy97ZLXpEtXrf+NA01z3dbs5KGmC/gfmFnRUnV+tvQ9tFyZjQclcW9Zs7JpoL3GW/OVkIU2gNlZ
OzE0/fzkEDMpK3tGYMirA8RHw7j+hYE44J6fQASX0CxUZ6rRL5z8ALLSVWTGYVYeOP8m3T7U+p2W
fL5ubnY4k9wc9FFBTOYqZzJq1qlRcB/5HdT74hc3+3H9+7M+cPJ9xcnS3IE2BJ/iSVSutBAh0uBv
0uqxXGLEnt2gJ4YUZ7NadIVSGwMpqAyK+EnXeFAsoQ6XjCjnGKEe9E1dGKll/QIthQdIGIUG2MSv
T9p0WF2cBGhxBVccsrwXdHERlO2MysyRu5dsk6LMWvzQx3xTuQVY+POwsflaptGC0dnL4MSoslKJ
w+qadFNm2QdvYL6S8ao0+co2m9X10c1OIvo2oB8LlQX89/kOqn2/i7rJw4XxYDcoCm5pu7BJZ8eC
lg3k+ECofIE8HCxRiFI38gNHYSDy7+pKBDR/9Lzn60OZ3T0ndhR/8B2GSKmQ+aHUwi9puTBR819H
w4kNiix0Tip7U49l1Hpxi69Xxt1gyWfNkwuh8uxagGPhbxPKovcUsLUqEXj//06ST7a4Y87CUixZ
UPal3snKHktYSOMjxPK69s6LFtJw8yYwCoCuQOqi4lBal1Gr0Lr80PnfdPa5B2JdfPmVhf5pYlqq
k1MfyibAfUKu99AbN2n+WnYLyZ65HY9OEkt3IM4CvKISU2qJnjlejLgVUpR7p+kDOfor3/gs7T+L
HtxED3b7K6++U5PKNkQKWROM4IVM4+quE+nKGUF+4Rk39cBers/e3AIhmgVUCPvxUhE4LgyBZowR
wRkFtKR6NRszQM3zupG53YIGLR2YJODuLsV0zQYK0QWm0APiWC+dfezxpShj1gaqYsDbTULUakTj
xG2bZlGVHdKAjNtFtN3c56EdMQl7ozhxIUci8o7gkZTk4N16tttHsrDZ5z4/ZVxAJG6AiFTFiHW5
1wHJj33SZEE+BNAJ//gKnH5fOUy0ocxYFuM0tLONxwPAhT72ffT/Q2gThVYf8uoQ3lQ2CaJIo0mc
XtyDpC5wvW9Ft9QYr94bqgVlT5gMdI5GOYj7tN/p5YPjv9R36ZL2hKGuA6zgsQXUPRaBABitBPqD
5kvf7Km4r3rjkZTxRkbxs2HybZa+5vEnL2GHzJ8y18aNpn22za+AeyVBm6cLN/5FwnH6QyzE//hj
UEYiqlZJBvVpY3C99j6q/GOu+6+CR22Q0sgK2pRtdeLsB8vagRNq61b6NzNJk8AenSUZSPXwe/8z
UMoG2w/+Hhzh54er1/gVIDz4MwzIa/muv+0aK1kJ2b8MZQLoUoqyv2fnSWCO0G677lPvNGmnsRY2
w9Qk7gPkakHkW21UjUFrja7Ptr4fgVXeRl2b37gNB4WOJ0OXRlvN0T6Dvte7L2VzEzH7j9rs3qy4
/mEM7UsXA9FE/eiT7lEAzEmuP0SGqDc16rPrSPZPGbSkVhk49YHUG1c11faJPQbJMGwKd7wx/fEB
11noNtEqaynqFAPfto6Y/ocILOnfVmNRBFB6eUNj6p3dGWyFhj0WejHdjKW9pQBadilKT00Vb3Sm
732Cq0JvP+XETULNzb7FRpsuTNml+yIYQWQFCC20q9Azfr5cfhuNpjdm9X3zOY9vzPh/EA7/6/vw
v+O34vA/c9/867/xz99BFlnTOBHKP/7rnn6vi6b4U/z39Gv//tfOf+lff7zxmnL1Xzn7DXz4L8Or
V/F69g9rLqiQx/atlk9vTZuJ96/jT5z+zf/fH/7X2/tXnmX59s/fvhctF9PXYlrw3/760f7HP38D
s+aJV07f/+uHD685fu/Y0jpuaSP+7/8pLn7t7bUR//zN0/+BftapHwUcK9Agn4q+/dv0E8f/B4H/
WgCbo6cbTGlYDl7UIvnnb5aJH4EsbuJl+ftHTdFOPzL9f6Bw6U6nKLj9kGsyfvt7+Gcr9HPF/osj
0CwoFw1+G5EWFv3nNpo2rumhaw3yAqgiQmpQOZulxtOydKxk19QQvw1cOo5rGmXaNmpBLGGWeLME
TmZpD4MY211q1v3ehYo1QLeVtgPhXHnb1132IyuJ9pjFDT0YUfrJSYyxDkHaV60Fq4y9APAA1H1O
K+4ZS+s/q2GEBmRaG9HK5pn1BiHeJg+gNaFtkM2ygIeVLnjXmqSLw3yoQI0/mJ8rT5Z6UJQRPbgD
51nQ2JSJwI+49Xts+dF3o/K1Gwb62DKgjZVW+KAWPfLcMKAiYo8gc9PrIC/inW403qbNsge3SGQf
FMImX0rKrDeD0njb9Anf6CQv9mTwh301uHUW/j+Srms3ch3bfpEA5fCqUNHlHLr9IvSxu0mJFEWK
Iinq6+/y3AEGmIDTbVdJ5N4r5jQcUa5W5E8TLRLUTsR7t6Aq5YMOVp+zISx/lbn7Zyu5QElruTyF
8AmuLUsIUoCNCelrVgh+CefkR0ju1JeeprxdCqi8ko0+eLSoNVUKR2lLdnGCT/m/YYlHWC/l3kIb
TeH4g5GjmBNoQPPxgNn5Lky8RymG7egA1Gkk+ccafGn1sy5tyN9HT/tnwKsAoQckr0s5rY1x5FMH
LLsf9huq6siS/3XrGjZqjJ59Lz9lMf6SK+L9ghindj5plBTHMP6YIapR9AQDYpl3u1CkFtm2obl9
+c9VEkLxvFZVgWDGcea/h0EX9b6UwbGkwy2TydJl+9wwMV2XfF5fCqb8e4pOT1ZlnUB4TU/2Uz4l
+BRdl4b+xHMGOrMcLjQn6UUI8u3c2tqxQkiV6bNmUp/ROHbUs6PmZXCnxpU0gXeypvMuGl7+xWYH
7dzyZGI9n9Yy+2Mk6gdUWtZw72Z1OE1pkyR9hbvZn5ijv2C3e6dZPvBaBXgMazqVpz5Mupz2UTOO
kztDLobjGu+XOYUUfR0u90W9LcXuG7aP8ZdE8B3kzX2F4jAIfAf7FKzQujM0IIyxNucKMf4wWms4
c9ehnfli2slHy48BEg9EOnl67LOpfNUhH+D4jIs6T9nzHtMJebEWH5hy4xenYV5nTq4NfI3BtVpi
cwiyvsC9swzJ1WXmechhlAl9UnawUdjDGKwyrtlEbScSlL4s6QvaYP0v4IrbcXPbeaggH/ezPvRZ
rs7g9VYIU/CK7Xrq3w1Jpo81e86o74/Fso5HwvPqxXLI2JHsUPh2KoflUeL/6SRzCv0LLEnrYCoZ
vhG7vO3oiB9xNbdpKOAwnSJ+WHNpLssYRf+K3pLzGPaNCQtzgo+VPIQ03Np5pbKJ1kHremXjkwyV
vMTpvDelq5I/QTGKNpDbdYsjSIczcWJ6enYEon9Ytv251yq/VWFPEHooT1zgCCm2BcGHHKrycQ3f
QGvDQjQp/ScDjzXyrOEMUjIMrwgGMc1uqvsFRQ+nzBanoO9bVZF75gOCt0TMXclkVW/8gYvpnw7o
XCdEIVgVT1Vm4TlAi+zb6DcoHFSLI8ef8ZNuNxjaPoYVnbVDOT7wUf0mCX6dabEX7YaXyOCDJDZu
R8gjoJa9UF+ehREd53d70T9tbgRetV3gNugSQt89nzMI+l1/76Otgar+c9jQ/e5oOdcTl+8D1GtJ
zuEqFn8DqtBgRoec3apt308cgvUB9T5NZRl+6vB3nityhYlxRP1vk1oX4XUv1qCJlrFdw+AGJ2N0
ZysRXwPc/O0KEzhn87HfTdJOECGgcp7hiYeR2ZLpBg1INwdD6+MAmWLYiI5BGrWuZEUb7hw53qU4
TTwTzY/SM9w3egrD12DVA2ozwx2nwXBJlh3lQYFqxcrMUU0LMnJ99isczEcu2BF2FNmiL3fCF8Zx
+oW0DWBGuwYiR7+R0b+Z0r99sEIEjLOl5Rm5H0vI3hJ09jbJkOqTc+Q5QVjxyaSLetgLcp0Z6yhd
REPQ4/6KMKqPaWTyrsiWpy38Fcw/ByLsOBqUcR2W/rKFBegd28FzfAvGqYFTHtdMlT+MVmYNY7Go
04y0MIH4g8zNeJ9as14mhVeoYp8xdwPeOdUt0nrUGcv108cTxuUy+pdwn3xuQZTX4Zydc5WxJtT2
VxX1ohlZ9llOtCuDPoQVSYS/ZH5dUh08wOrh8QBT+ZxFR1eJS77+09Wm3/F24CAccn+/FfHcovJY
HNmoz4XOyDHTKFIOK9Q/AaZIE/R1+LFFzmv/NlfJW1Gx8axltrVxxnQ72qT46EN3/cm2r6OBfFAX
QEQKh0CaOMSkKtv2ytgLM9IdtFRxo+che5sWlGckawqgaomOJZpi6j7odZeu/oAII9YsbP2lwp7F
Ne689Ihs2bPN844iAeHny7uRvmDNXDnfxMPu0gZJ9EM9M31C5W50GhhFc5QukWopqpYOPUOvwoiw
PDIxRCsXx1LKD17F7k6M/Bm721gvPrnmsV6P2s//Mak+0SWCtndPIFiVDOVZbD9QstyLAvKGOHnw
QTK2hHGkMfb0OBY6beYs+rey8pzMPz4ZUKNdkdsUfxdS3nMDc1o/RW3Poiel5qkRUYAW9lG9IQf8
FJHV1EKr4jbLIn7Jlzg+zBuBwXbhpp0XG95FOG2bHEmdAfJengnsgXe926CQWVeYfPocXV5bKN9V
ovYjpabLpa9XmKvqnhaneAJjgxrzTlqoqaQekZCZdliDhi43Q9rKfK8eWE5axBUdhKzsBUx1V4V6
rquA7ac5mo5xEOQdd9kBfilQsWauuYNONVeRq5lN/VGT/rgt4oA2RrSNsV236Rp+SEBdbRSrYzxD
HO+T6LDluJniUt6n6fDamz2FHkzegsriIyRGNQBSSriLAtKGgH07m1c4wjeU2u79ehJgHdYyL6F9
X58GyqN6lWLGLc7blCGboBT8QNMe0RbRQ18S1pkR8wPqf88ci3CT/DjAkFsBIQwya1IdvizBdpdn
rIDBJrqPCdR4kQBTJ0mPMYuFH1ipeS22YkMvZ8hPDsK2jmAeuZEcU5Mp7gdEOpVDdSoRs3UuHIYF
Z3xZy8K+QhMpm8lNnxbT/lkHNqsRnfAMv3lX7Ca9kmyARSQo1gm2IhKeJe2XBsBb1Qquow9C1NJs
8/KOd+YEUWSLXMa4jRY3/h3DbD0MdChOWTrC7+iBKNAh/s+g0PF5R46ChkizQdhE0WlMWKD0Rty/
P4GORV0GLxhIXbP0Rtc7JNlojDgKQv/NgYmeUIuIm8yK28rVeRcCVqR+qHup/zf28CZcA38IJ/jB
oq20B6i7z8i+/JvvZu0MrU7xbj6nNS6vfdYv3YZ94YDgG/rHIZHhYGweHQSfFyRey9yeclAjpJbh
/qljNHJndOtRSpys12ENUXS0Y2BbHR6rvRTRW6Xyr6SP9VGhsAbyQWS/ZDuiV+Aj2PCIBGR9CZce
6cxJJfyDssvvTE0bzKeMR5/QORd1NvQIgkmZRM9quZ3GfD9iADuvkXopCn83DD7oUjuql2lIbQdd
c/ZtRjo3y5yJu4BVe2MJdnYGPr/Tkqhacb1D1xjtol5V/BfmQ6g6fbXoS5bPF2+jf7pMvqJ9Ni1C
g6+aM/Qfq89smPvHWXLZZbMujlOVzCee/Uscbg2aJo9l6T9WEpYNCqzTUzbP79PPbpILBOczLVDx
aFZ74BDbUD2dKrLtNwyJxwIzdTEytKz6AQopll9FEEadBo3WKa5GGCtCC03Tfe4Ejpsp+UuXHEP7
qk9bOiznsAxSOD+yGh5QWyX0FshJdmvBx6eRrWkTUzz/mX8uh+TV4OO+QeWKf8vPMvxTDUA4CvMd
IcXrkRsk2Cjm3/dR/7eU47MmyX2kiMCzHm1wAsDbjE5LXF4SOpu8EBg6UoAqvSdI6nEs3q4+ytwF
7Cx93EuzPxBh9y5aCb1mpEpOI5xijSxm1S4lQBqD0Fjl1L++Ar8aidu0D7Iu0SpP2IJJDfc5Mbtr
0wVRzfg7Emgv6Hxz8FP+SvoyaDgNLAxOeALDeaiAE2Xm3wAu/bWfSfScWeG+0c/LG4TWuPtYhrHB
YZADjVn6+I4idUl2Ijd959VgMHlZ+QtddOo49nHyNWR2ufIE7Qd0xPhiJfyCfI3P+8AO88KrAzFj
bRL5L5dItUyRg8syfAUs5u80DIYjQxIQTg35O42Q/hKgPTvr0Rc5L5uoJ3juW1uZLKhRWnJOSHn0
NNnrCKtJO0kPi4ccD1Cb8lNpYnvHRnk2FglheOvMvQ2JPKQOGdlEbW0/4vQEXhidikF/rSkSUUQE
I1OFP8/kBnES4xukua5Zk0TC16ZdeNttdM/n4eyZ00cZTPklI0TWcU+auNIYTSrbkUKtbbZQfZOV
ucV8P5QubgCY+k6R/bfYtUYOTpCrh6pn1SXNXSdRQvlRuvEF3VvTGWrmBHufi85u8v9NFO9hDWrl
m/XLS6a2Q6ESXNZjURP8oxVBMFEQsPR+GJ+wGJxHcwpQYjuzcx7w2yDk2SOe8Y9DhUSX0eiDLuUp
ofYeK+reAAX7u0zVYdM4KVfEODEDIEDsESSHBeKWI9+5qCBIoOrz6zyTuMUKqhDYtCDPh2lkKRna
ULVnV5S8bI1G8wm6M8PykEGMw718gF33wPFpvsgcAMoU5ydTpuix3KezyKdrmGGKcXu2XXoaZM0S
hP0H2KWgtm6bdVOgzr6bk4zVdkVDDbI3E7TnkfKSrJBmYnCubqPBpsnmRMGG6p90kbhvLca8VUU2
t5usopdK5BgM3M+OAP7DDwcXz0tHZISocTf1L1UlEXzZ84J3QK/s3aZi+TqtZr0L/UKXBi29w4FN
BX2Oe5V3bKfugG1yPrqKiXPJU3di8963xkZlX5cjmkY1hY16SeNjKNkfHqCNptUkxbsLq6et+9W+
SOCzVxLlyzkLVwwpCT/ElM4dMRm/oj30I8ns4yqVb7jx0W2K7PKiCnlnE4qhF+9wXS0RFg6Ea5Zd
ULjqmll1sYa4RiLU6My2WR7RKGsb4GnjIdxKVRMXDe+9x8YdzzPCrfLQfqcjZppO8rIutuSTJLhV
FcfnjSEAm2tE4w/YmjFuqhzssORViKAm8bn15FgBZEfLBYwPzFyQJUuwkKMyebcmRDZYMB9MZPoG
yilymbataknK42OwT+W7V/6DbhjUOM/nk8MkBpIeLzc6LT83QNXdJOPX2a/XNWaAkxcAM35J69z3
8y0Geo+gpPwCEipoxTaOWPkhi8WSGhy8zIc3jUOtXFSMa1XwmyHfsOXgMiIw8c6mFOdwVBAGFEBJ
Iha/hUamLZ5rXpMy22pAmP4cRtXNaVwEFM3xTSBjePUg2EnrdayOUa8ZxrdU3M3R/AsRPvbgYe7D
1mHCuoDq4bh7eRfjuonHytYC+kecJtX9nMPdp4fpv42H00EAzu1CgkFqLNgl0FVSD8YIOAOGm3TB
F0FISh/ov4azQ8jIayFH+r5UGWsjBY17lk+uRm5K/BRu5JGjLOS9tDmue8fdDwo21T6Is3beaPA9
R8F4REXKW1FsUT1PRdLNYXEgY3lNpvyw+6hqMdH71qfsOnHIM6phxKxDyEtk44dp3m4Dp7QzOnrG
nEprGWXhVeblu0Lp0WEbsBYn5K4foR8l6dAOsnwsivyX0tvzuPkzbv57s6LqR+fI3ZhbGacnDaUd
4ppnkGBxk+7sVOTutecLjPFFvqEZKA6fC+Qg4hcCApYLFE9YXBR4xSn22QQjGtnIXaUI/dOnG6DD
VW7jYeAD+U2QF986ZADUgFbIQScaM9k6YbLIoani+3OkSfCn5yO97V60FP/holxYtLQP3iPgo3/l
jHtnBY2SrfgnFklFo5KEHnr2PW3ijDUwaon22MDsIR9Rt7oY/o6MnhMAGfE3pcghcD1RzYyk+gMX
6UGsgXgFgm7RoFEWP8Pn0A0Vwmp9nKz3W7ZBGzck0XEqtlc5AaMUerEf+BXn85ykv4Dx4qcTBDhD
kXGIqGZx7BFHc4iXkv4VIGkEQAg4R3GBFTZA+vXGWwXAoNYxAIV1t69OAqgKF6wDzBS2nc3mgMwB
2pQDPiPqxUOC7xsIlX+OkxzAINX2CMn1kYnlG0gM7SLuEUaYrbarsNo0mYgAAztmPxWOwxqnzWu2
pCD+xfNYyCeOupDT7gv1hMZxbFQ+/Zj89hj0wGrsYAI4ZqBsXrbQtcal07OZhvh5cD/HpxiOqet/
z5LcDJ5fhJQFz6an8bXQO30q9vWyQg9YB6M/u13Y5qdkp/LzgjSNrUZ+fwDMaxIdjexlsWuX4bV+
Qxxd8Z90mQZIxYHzJQBbU1Pd5aFbHpzA1L6L5SQD+R8iHRoxm2M0m+KAKITbEFcXx3d4zqfhE/jx
m0i2fzjiWY0NS93PwrZwKtdOpghLKJCsm4F+RaI2r2q03SjENBQKt5cMVDMAR+mWsdpOSPpdTwGw
4KFaVmyY3sGAO1+tHle0d7gJm4Rbz9Uk57Nzl4kNl4zCeQKNiK9NFfI6KnZMRTjsa9IDbGI9iugS
1hZwMGeBRhJJpD4DRPh0U7adMdIGTQp24ILf0N7Da4LCCKDVS9z/rEIOWal8J9hU5me+onhjg4sJ
E7pybwioNddq3i/E9uw6lxO5x6CoAS+zN+oAI9IMNT4VjMmvcERldcCCO8ZAH+odRXK2+twdJ3BM
ZcdeZfeqgjEnUPvVs/gPLdbH2Pt/FabcbdirTkz9RYGhqakAjJEDfv4n+uhJL9F1BaRZhZI22dof
1ESSOtH/UlNUbR/gc8W+rttEh89rGj/MuwsPvlqHQ5hHvBsZZjGLfLBQL/01DRV/KLIAGe4qEd9T
CRYj9s8rIUiQdb6txggTu1+lrmVGWTuE6S13fXj0JFbdvuJ4Spkou1ktUAHL9JixFQecg6Fb6Rk5
Jn18IiRsin7eH5jAx45LdTjMLmxWZOEXs7wTyvXIXHRNDwqVF8DOc8yhL3kZyEeCaJVO9Vhgpoka
2N2Ha5jKH6ALm8woflAvlMOTybzwuLjvMWpuM0ByzFEGHAw/GTbPR9nriyi2Cfc5kDuGkyk0T0X+
QKOcdJEOyUEUqI6q5nGrU5I8IjRtulam2g/5AAREiaIbMBfHgd662MX7JY0wiIHVyA8B/vx2XfQh
TcxNV8EZO+qPLtb/Fcn4N1lyBCjG7An3JT9PkhzlvLQDL9SptGvjkveSxuE/4GoMa0PJOix/w98S
4uAeY1C9qCg9LzQP4Y2PTKMtJgY2HB0PnoKMyGMyqvPKIl8jnoYfkZVz3saHsShOiZnvYKLP2wwY
+7qGUQ2HLBaIaBBHSUfSIp0CbDgXDzjFCdi2kJ7izPZ3GcA/JMaTITxWyFsB6PRLjDG5GIA4eAy3
5E1ig69pMl7zGRU7HMGlY6nAQ6yrusN68ZXz5IUMINTwsb7YvGwxpEXoqmBklDVY4/WZQjjUgEwb
usXLti+XpaGU6tZhsKGzw0hlxv7PtPq889JunQL/3cVRvJ6iasAp57bl3WycAxdzqXoJvTGvoFDv
ELf3ECML9i/Wy2c17dHNrG6Y7jOF3Jwa+TPIXo6z84zRafthM/1M7gTJ+2cv57zDpKmBB2U7DqlN
JPU++OXY/1AFauLBsyXqsdDhV4qe+W4bpwlgvz2BKUBIq0pfJMKIAU/uOD7NMatWHKhzkf0J0vAe
/i7k9dyVImzTqQzOm+LYThYBAsiysMKetP0nqd+7foNebxf+iF6mZ4CzOAsMMNzBAgtDkV0UJ/og
p+mx4vMpYcBKXVI05VqGHZPJqWJvUDG3QMaecSYGjVbeIl2WvIoY7842brxhSNDv4nL9Hsp+xa6X
sPcsT7Gw2vFgoShABy3B/Tg9Ye1r+iXaQPGiQlkF4yNk2KaVgX2xLFV1YkgHO9lhs/MpkFHVhJVF
ypJqsfrGzcyRbrqPSErLyP5VYmy7EP4FBQU54BzM0KK4OZAnkOJ4zYJjEEzBvV8zZKkNNyW26pQ6
kAlpMBMET9jM1KOx5ZktyFjK+/0esSrLcd5S/O90RQxGX1U1xxBVTzjlpkzd96X+CEMAd5HPsibQ
5auZwT/6NIfAaBz806BzdoQVz9W6WrILRQPrAh3Je5go0lFcaA1LLLQcj9IsFzvHTysY3xpXTtzp
nxT9aLdl400RYf+fbqyv7mUZPzADXJvasd2xECGvp021gWUxQQ8H0lpPkYONv5SRqO3S62ZHa2m9
0x1IQpAENaiT5KWHNqfdVsRnEY+XvUDlexrChJxGN2z39dLP+SnHDoPzBpFMJfHRXSKSf5OOAVls
mFC4ACeSV4hYQ1hBW5U7PSOSlmMEMkqjnNrQ44whMa2HwsWHpWTpqVq26Cx6DDqgn3pfewz1pI0m
zh7hv0Q8nBrjNxCwV8LiQ75FDQoKH3FlnjSM7HhIpu0O/knPAJcUMLUgeBqvvw/CI3YR/Lqp6CYR
yt9xZuKXjEy/rNwdDCPbINspLXXH5mUkzUoi6F4q69BCKMuxK33U12OVlk/BODxQRIFgaYjXdtzS
+LF30n8uOfZ3LfvwWgbTOxBb2WJEDRoaFMM1GSjKNHNHW7vTZ5ZuY7vl/Z84SO8jDCdO/MI3iygP
zCiZoN3oLFwy5CeAyryNuNpcPHZhgcghM2UnTJp3u/qhBMwlyDPwQNNc9xqWZVCkD7Lnz15v8lmZ
EIAGFHjxuh1nBhCCZxAc7PUYjr9z3Esht4983x4qzxhrzLqpxjvyZZI/JleglQdmSZ1ABxStX1l6
v2GcsllxUH5/KiXQgXFMLoiO2k9VpIeaKnsr4SORw2VgxYEm+paN8rqZqZt8sbYDEK7nYY6/y0i5
W7CNrP3fj8z8d7VzxLLpli/YT/d5wYlk3GPfc4qj3DYSDWA2oF/SzR8kPwlvjxHpcftjc52i+Hdf
KdrCZXTe/Txj5ItcdUA8FuaHXmDPi4AAVhYEBdqyG+S6nCs2q6NIcIwRFB22UB38RhTP86JkF6j0
nm/b55SmwLH1+meR7DKsonP7/Dy6vrykvanqdE8umcTn4XyfXJcEJMcMs8EOqvF/UOskS6CVVfaY
qgx0k0GligizoC1Q5t1WocLRWv3kbw2leffCVW3uqhT/vRfvLhzWps8C2sBIdR2y9bYZcSpz/uWy
BJ1BSJoblQiuAqVifcBKbPZ6wV9mN9+4fLjA7WaAyCxLzREQQ8sCyyt8GU0wkhMIhrUrlxkLt5qL
W4E89i4MEcZdF2IAWIds82/B6ALnPFkOCUQKr7ujEyQ1y1yd0cCUjHUF7eJ5WFTykcYblBQ+t+RI
ohgFd/9jI3iGNLxmKZDZV5tynH6PCE792AxshYTO+f2SQuRxHCKFB2kK3lM+FE++L8Rt1IAUD4jM
uMktSfDUzvF6L7KV3hGTB4+VjfVvPqJ9cJm36ru3yOWp982xO4AN4QHuclAWXhn2U2Ay4+dSdDqD
fOy7rKDJVQ99mYAv6dNXbbP5GNmtAPdbsK7wErKdjO8gSXx+9GHGvtN8d03SF0BxVKzFcUauIdbS
irqjGay7NwnK0EM8docoGfIHLkXyi8Q/vG3o5H2RpZhsiiX72uAK3ZLIfgG0ZY3v6YGDHppCeVIb
XAmzGu/wacm7VczJZ4iWjMfdruawwpSDDHSLsYYTrEwolextTJqBsf3oER5YZ8pnz0lpou8JKapd
JJDnK32PuAOhj2U+Ae3HcnvX8/yjytZ3KAZi0Kj9IR2cOqjUpv/JdD4X4S2stptPe/AZRTR+jpnH
FFE8Ztv0IgJ0nExxXCNVrzhuEkN/lcofgjV/7hG+1434F6tXy8N/gjjyIEaFX9Ju/V21WHbvw7Ir
OBSRDWiQQh16bjBYh29alsS1egvgmFbD2EC0pRsXWN14xIyCJaFgHVQEz+6UYxPh03YdI39FNBJp
wAxVjzOB8WrG1ZX8VG7O7ue10uB8od36TmPFG+z+0MfEEBrgImhHcJWfQ4x11m7WYY/TaxezMXkq
PfAGZMghN3EdT9BFWqBzKCUCaZifAdeXHaQOEUb/sohe6cxt7ReJHxrnMdiAeNAj2Lhy+EuVXh+8
jqL15OQMlFssI4Cb/x+rs1Zzmv5Gkr6FKkSCO8jSLzsVDTrRp1P5A7XQ3aLCswhEC3IN+3BY8otb
QYQVCzDdaUU1JaRpwdkyX36oxZpOZAo0deGDC2MFGjOhk1ybdAr8/bLhDQcbIH4wY1/vGhMz2XOP
uDrsOLVZF+Hr3MTiizA5dSZQ9lo4vR9kPPAjF0l6jaQdulL78GPfs29cS59FUp3V4LI7oA+45lUS
5H/8QMrrwoXAheahYw3GHPwmH+6CjWQ3Y9X2MgOOxteLnqcnnkZvgYtRugtw1t5ZI+fv0Xt9Qsjo
lGAfQMjAJJYr2Q1OG8RzzDeZFFNt+958jytlL1luzK8tRkJhm0oEcDQAN4HXx27vbUtkX7xuce5O
g1mGE+CqsS3I+iw42kd+IsOvCi/+eYv8fF5xLF9F4Za7akghNsqynh0SPW03Forgm2potRZmyH/h
UCK0NZYOnF64Jbh+1wEFeq7fngWNFcIR98l2XG/9A01FfJgCBmqCIRIxXDWuMchFsGjxh2jAN7/K
W4zhGUkKtni3EfmZAovh7BgAmilH5vsiFRQsOfQuaaGiF5Tn0HO2TisoKuw3iMfc5YMAcHIy3O/Q
hVmXIGCY/IHyF5hFJKCWY06eM7QnfEB/p5p0Re1CWGTfOhiWJpNK3sIoWq5RkNC3lBtXtCUJBgxi
9AHCrPBn9vMzuM6C2LMgq/uvMEK+RpBZ3ubZOwTl3iBaw/cdhUEDbS5yh6rB/ibzMv8L5RpBbpfx
6ZSo2NwSiHcANITU/ho0YjibPKgYHGwUkLIw/2jmzX3P9xDpmdXWjQsEcxnCKJ9hvLF1wieIRDY7
PlmeYZVEyNF4Gg06eICNs/4pdjiKdIhXOxxFdIf3S7d7GRY124F5eZSdnBEvkchmIBzfmN5K/AYV
+R2shb+JqoAsDBhJveTLcA7psh+GNVmafRPmgCRpcy3dEmAgpLSlFsmmhOuxVUGxPcmht+9IFp2e
8CexKza7/L8sdwtqKNCLiaT+ZYreoBIYgTpOafZAy/yRFvojHVF8QKG2bXlO4U+cy+pETVQ+h0DL
lmMQxuyB7pW9TaPfP9fJgPJl+/S7sv9H3Xlk161k6XoqNYCLKnjTxfGHDvSUOliUSMEGvJ9RjeNN
7H3QrcqUkDrkytOrjrSupBsEAhE7duz9mzihVag512YCjsJSpmZd18B8KjOWt1pSiesizxGzzatg
1ckm9T+ryS/RTjXdXBPBJopzH6RcEnqaDatbcYpwP6EhThEBc2Tfl4ZdH4h4GysZHYQpt66VtI4u
UqNxNn3pN5u41lYDx8OqbfFVqhWbdTV0xioe7OSopPTYMPXTg5syKvqvgTFQFRzLsnOrunG+df7g
34tARcMtwGg1L0vnexAZxo8kTbvbQRv9mxrl0h6nFBOd1iB3CpfV7uyp/c/JkG2nt9jqIXpkZ0X6
JqYuepJo0G1CaUYTOlVyLYX1U4zr2EpKUus1bod8NV9oNn6Fd8TaVxDU1ZRSUPKeqJAaaXEzanmy
qkXFn0He2fYSsd5RJPVhMrpIdtFX0Cs0b01FBYUL0oo7bWFfRVOO3rCq9etA65ofma7o21HOiSY5
NTpCII+AcmyxF1kU3bTdYK6zSNRrX00pkCoA91JAtzdcXsNoL1GFqlygmdZdoBC9aqE227iBkbDB
/slwo5yKYhfmWXHszIZ4rdewG1k2zVtjd6XmIj6uXBQ6Pc+OKvhhksx27QTA84ZAqlZ0EiZXywzj
aKZFg2pAFRxGZ2ov9c6PQb62RkezrtE3Ul/IL37hjBu6ZrTe6lutCijkc4WVWD3rIBpuS/teGbXg
xkji6WE0jfqyDvs0XDWGPuPwcDYeUx3cZpcpFzGdhk1TgMbDqHoiKKXSNg/6+kLp+tDLENhdOz6J
XYeiK/W0rNwnaVWgNDUYwYUwKM3TTpbWgOGCddbm/XOEPKBb9I48N/dAPEVy9qbFpn07jpb4PhQg
wVdWOodanUJKLeS32OhVCnbCHnekuWgOZ9mPsW+z0q3jrOlIp5z8u9qZ0tqgPbvWTQ2MitGlLzVS
6t5otOU3Lv8gZYATBoV6kKPveW+ucg1M1Dgk8Q+lycUaEuB4NZZmWbu5icOZBTRwXlO41yhpZ17H
vldHQU89VivuncAHckh3WH6MaSrzaRrJeaCrB7a2kMVm7AHRmKZvyC7nZfQuNLUmd1eM6T4CsblK
RjG8FdrseILhzTdqv+EdrR8KwxOkkKDJpeeoJdim/hgCLkk7kKY1uSZMjmtsZGgHqGP1Lveq+hiI
vt0GZWpfjqIlqcC/6sIAXbCXaxxHpLwCySPT1HH7jBBCGzyioBLnya3EGx7BZaiulkiNp+BufxdI
trlttUGeoV4dcaASxVqVAmMdwHPZpCPuLorwh00PYs2k8dawcLtB51iRKu5A8e0waGtJk8u7MSIJ
BiYU88pA69ZTVGqrSgcrftEHyHL1qVV46BGNbtWkSo0jfUtVlBWCWjHOkvcIbOvCzfvauLUlGmd1
NbaPktqYj3rUJLtuKujPGiE2MSPcsckds2EPkr0+6kWVfW91Uk9zbAR3xrrdZeqUcCyUcLJEa75J
PlmwX447KQ+VTcqA66Ad6gvyO+D9Uq0ErilRFuKWEN7JiSEhw09BJrQiJsuB3JwJ23gBuxRcchnJ
7xSkmCl9xnPCOYjJlezBuQ3sRLrNqyja9BbwvCDN0zu5Kb/aNVDbcSKtswIp3bD5nVXu5wOtlCa6
jCfFus/1ubVZoTm4SusCwwl8AVTuUrGx1dI+fglq86j0eXXFPQUxqUIyv3RFEa+7BMMdAF6DDiIs
aA7jYI33caVIIIkbRaXzTgXUizMwTwAF8CJJ/ZRCuVbH+yhq8uu8A8ziGg4uUOveDKLOrSmHkTHX
6hcdcuH30I+ZgcgKvknjQLmu4RoVppG/tW1ARjpbrTrqKiVNSr198KKVIKIMxHuu7NyuDpFfymw5
Swv3Rhpo9d6RqMYPXPdc1M65IZmheVPiW7q2/TQBqjXK+moKbRlIW8TpB43ksZ+G4qtEHe/OcsLq
wqwBA4vEGEGzqgjiQkIrWIOl/YAj1UilRaFdwN9CFHCc9Cb205rWeUUTxaZwjbVVgHmtjsRbd2x7
kWFjiqLNuu4HsYlHHcBeGaAKpkUNdU0ACzRZ4l5JH9sg+GJNXJi3k2MMX4DFUtbJY67fk0EDdpWp
wl4n+ajshZVU4So3Q+OSxe48GfXQeoMoFF6eu6Yr5YJ7iN0oVK3N2AaR7Lf2plEr/dh1Zv3o8+oX
EGJaVy/T5oVicgK6qwVorIHRXGflQPkVvsq9FiHCZtuAdIe2GigWWNGu7MW9rTY3qiH5F20faRu0
7aYLC7Xb52Iy/FXY5PxiUSisY9Va9wHXTi6rGAjSQnlt47LNV81ozz18Nd5XsyWXMkTxNs9AZyXU
fR5SQw9XrYG6lI93xXqQfONGQbvjkAEavhgjhh7DUd22E2jssEZ9ebJC7oYTIFZBWUkaHgIS6YtC
kSRX1Jr6iHmIDoECKbPALv3LtnDye3jg4i3vYCO5ArnrK9xpaPXWIIg2up2ZcwtKB/M0BfJXDYjS
jaj8EYgHJwacU+M2VvR2RSVf/hrXfXep64JDcGzlGzswghVrXNxoDpqVJfTlZy0Omm0NuAZfIBHd
9OQWR9r3VJ3VKpVcjRsbZwdd9cCWow0FAnuTJYZ14/TWsI5HNXgoSayei4IK9qiZ/mWHctE2Lk37
DZEJPDDAHL9DWezcAATOypwQSlB9XWydFM6RmwbCvNbG2vpqVunoYnycQI4ZYe6Bb8nDvR1bOGYF
AmnYyqcujNy0ejcaNSxB1dAOVIT9L7ITp7eBZg+7AuuVl8lMxDqDNPgtKLUcUIPeXMRSb+3rbAZb
6VMwUlruZLeVKCTKEQ8uGVL8XQBXfTDstL3sCqU6jrlWHKNsIgvQOA2lQYJjYyn6Gh7HAFQeC2+u
f817Hw7xBfKJ8fe+S4PNkFSAgHTDcFYkLFAdya5CHMXwvAvcFkzeN1FpBv9CVeAFOFQMC860VyV1
orcqSu5IAId93RuNiyxq/h1Qen2RtHFy8CPLrIH2sU85ZW0Zp3UHmRi7zLtd6BDInNrOt5TomqNN
OWlFOKVD7UMoqKG9zMY03RatSO3Qw1L5SiofvjugGh9hvGICjbmdcZTtgAPKKek0zJwkB0CfCB6C
uKd/3yiSs9esQV+PFj8Rgr5NY7AfdlzS86tBhWwzVBNWFVZrQqwxrZzrkHGQxqRSOa2mZsNFxLpX
ZhMyDapZoPXKaw3j9KlQzGY/tIq2CkyM+ZQo5/o/1AZlyoTiTJmHIM6KoGNCW33wZqg3G74bE+AO
3YAKvDGVbsbqxXdt7Lk/+EcCvUofXfVvIsCPPyS7pErSKDBkVamHaFSWEWtbGaZmXEH1Dt8iI9P3
Wt7ZWxUoNP0YJ9srcVCg1F33JNuOORxLNihZEOTiQzXfsSisjEejKrvvvqP6j0FoYDOH7Gh5OVh2
+VbhSbc1QhBq6lAxGfKo3E3pQK1EnevB1VDd/JV39FdHVGx2jSbim97qtH4Fl2Val1RTH6w2TnGF
wImJ2vmbGiqaWFkEMuor+BZqvh9mri9HDj4baDrsVZTCeENgKeD/Sr88cgCpt5od8neGEumPZtmm
L+Qv9qqU7Wr9Fz1rp8rlMNi3vlPtRaE1P+IJ9A24ZgKlwKzQpaUP1ETB7hzrKIBaUFo3Lb6oK6oq
0i4Lg/pQA9NeF7WaU9ua3iva+9DBM+Cavehp57SZSTZoKxptVV2kDy190HST0I2AJZjRIRaNXtD4
pe2juj7Z0KVstOl+TCT9surne3SS9EfY8tk+brSIq3ZA88W2huh5sgp6l6xCOlakRbdkEld2E7Xf
IicZtgJ3hc0oSeFD1ABK3hQWnfZBA84Ya2WL5x9gexsQ2brL2CB1E0T3YpBezJRMsqlS9YgwQHjM
o6p+HKZwgLEh9NsAqtAxq/R8bcnNsI3jMbz9S2s67uS6Fe1r1EFXWik528Kw7K2Gpg+kZDC+sfLI
+UQ3vplpDo0fAeKqjInbhlQ234PAj9YpJtaxqxUCa9EgY4VZllp9JTpkG64u0xaKMA6Wo1AL9y/d
iGyIipoDLaYttpxdyq1Gx/JSNUIb1r/fPYP6Lx4DgDLrvyLAN0Mu9+YuJvvZxWEIGKTmYvxXg0yA
HWppuB+A5HmxD/5YMsdko+hxv4u4yOxamEV/yxP8D3/4N1rsPxjJ5xGXb4r37L6p3t+bq9fi/wR/
GYmC//pfgvC/8JdXefX//jt6/Y+3/D+uYR6//85h5n/9m8MMC/o/cYJF88CUOcYcGfWFvznM6LbM
dOSfdoRwyyEt/8phlmVCNl5NxGx0KxiOg/snh9n6TxNCtO2gXIDBHL/+Oxzm31ntEr5JBHeUlhcS
Pj3mN8UMh7tzLKpZpIrKLrQn+d+S3vjn6Av1G4zHaOP4pXSbxcYXwbp0RwDNv0z2/yy7X9nXp558
FrP4RZOmVlpo2NQD7ggvN6Cd7HVtWMaZg8+SLr8MrlEuKAXmjbjbx18LBIQpPUJVO+/J5zf6dfCu
puri8+R1TzZIVfgCqtpnaiS/i878c8oXahKOMemUOtLgjmIHHgm9lL+mmQwchp7J4bznX5Dde36C
NE38CGVsh4u8T7ZWKvufSAKd+qwLdRC7IMqDLvVvMemkVKbrT+iMv3784KfmBlmCXye+pjk3jVHk
3FpdTsJVkZZyhiLBHsqfrJvf9fj+MfuzGsGvP6HJh2HKTLrxgVVMV2lfFPvKqBVK0FHDmTeDnpX2
myRbye7jVzoxXUsPjhR7y6GhsHQbt+31BD6Rgov+mYv1qcEX29dwtCzLDNO6xREZEnyHhVllfCIt
9XNK/imd8M+pWuzfBIGB1qrb7rYulY1aUmOYcrzLDmrzZE+PeQUdmGw8uUnKeAMtFfDlPm2/+/7B
arb8mjvfwRz9fYb9pr3xayxZCLX/82EW+50be61PdC9uW78Ejtlvp+BCgg8dX5ncVg3tG4VlPOIn
t1MPnf1icd/P2LJpSUImXwoHntLfv5WdMf8bQZ8w7CyaLyOmYz9mkvzH31uZp+dP07YIHuR4vhjC
rruly3jQtG8jtW+TGdGGC7iESg9xHtKmVNmga7ZSW6zQT3CtdFjJmUNbrvxEROen6tCfnmMRZ0B6
x1KljnT5xMyPcEAtl64tmp1iMkMwv1QuJZRxb8GFUe8mp73MkZTBiw6hvZWv++7QgFMzD0myhffj
kjp9PEPWiV3+U6vjl/AKqCMBJFxEt6Xo4HBV1qGHf4yfOWAlkHVNKq/6Cv3lsCjuFSlt3bTuwMsb
8ROiF5e1XP6ICucyKsSLo0V36ihdtU70MtTBo1QjpwINHzLIsSehrMIR33DpymrBhwxhfWh87ZHG
y7dEyOueagKs1eErkJVNmJZrJwwvWomWp+/vKzsGTTVdm81wT15wBIW1a1vrQgoxDJTk4zxjEboe
FB6u667dTbpyG0v11ygrr7ICwzNNLfcO8K4wSm8jE7mkUoI2k8IZT9OnXuq3qOdvKgMPHlQytmo6
HI2oOEJf3tUdZudpd60p2V2aFtsA0UMwWr5H5fjMKLiI4UovAjiH+HKqHQcccj8D9AsgVW2qiiu5
znTaSlrt+jC5Pv7mpwLVMrAP1KyMkRs9nfCtGlXUKsTmrKGXPgRxD9HSIT339J4FMTUmTMziy3lj
L5IvPReJbRZa6ZWQhtzQ9K9tO7r7eOwTu0BexO5OqmG7WUbpoY6DBAT+f+FtDEfihjKO8+8Jw/0j
bM4p7a/HHZi60dKDsfbG3rlt9fQYy8knAoonPulSrc2qasWB4F0CMZZad0rzuxaY2/q8yVkEUckY
bCnWghrapt2vJCOhcFAn8i4Bv3jmulnEx8GwnaI0lcqD/+thtwlwyMQ/++PnPzU56u/z3mLKhSLH
VHlUFwzXMYJq31dJeF5OsTRApi8dY2+Z1l46pHON2MUt/f28B19sVOGEYySHbeUpQPcpRU0eKuDF
J2fSn2cFUbPfZ8WypbTpesJO6iv4j/HkCO5aZ+1VfWlsGWtSls+FIC8ZnO9TSokij+RPcqFTD77Y
q6lajbGeR40nanuXVQC7a7rDnwTjU4P/yx4d6zKxGVx1/C0VnQnSSz2uz/meujNHn1/OWt8YKuim
NlGmrMI9XDljHfsIPX08+vzh/jXHQOXr99FFR1ukB+3oUSRskd5DGDxN7sskvqBd9aPXo2PWgBU1
KMN+4lF4arIWu7Y2zXGSk3myiuQH62mlZQA6P36bU2MvNq2TW0HSA3/x1Kog2jtIC+TIC348+Il8
DIuv3+cK9i2qeAU8kK6xstdMGNKXyZpqN+18ezOVg7xNWGYI45TqtY1PgO+WMCJXiaHckTKUN1ln
+NvJokM5TKZ2ncqgL7MCxRnJVAwXdE9/SfvyLaFdRb9UMc9cQIuAAIbGGgZJbrzCtt+DAf5F231m
4vbnyxhWfr9Pid8Kv3LAKnmqlUh7YVQWxHHrSUarwMSg97KFJ7NJC7k+fPwNTnxge3GcT00vnIzK
nwdJ01UqmbZ7g+LHeYMvYgROX/4sucRRO5r+Sqqsxq1tYvPHo/85W9DtRZBQNJhVUIUbD4pmBDLP
EBd634h13SrKWQc6znC/f402Nmh0mkmFlV7OjWEwdfRegGB9/AKn5n7+818DUakVTTTYtWc1o0pb
qn4zR1iUHw/+05r0D4HIXoQFhOBGEdEr9RzF0Q9yk0Mr66PvFhZ4rlYW0yYeOghNdphcjfQ/aEVq
5SYN6bZ8/ACn3m4ROnIrJcqaVeVNor7Li+qizT6zXzo19CJu5FKsV5VoGi+39O+FrL/R9Hz7+KnN
+fH+NG2LzQ0kUWv9Wdoszof2oJQjDita5nBflSD2BHBa1wVEhXUSW89mGOrrvlRKNyFYHSV0EpFU
gqfhTFC+oKi395bIpCuw6f62h1nA7WaUUJTyxQpRPo5jP6l2k2pie1rIzi4NjYey88VamfpyjZaa
uukkmkqhHRrAkJBc6JRG7BtK5muw49rWRtALMZmyBIBrFIcQ+pLboPZzLTm0TOiC1muhTvZLQsuf
mx+YaQ0q4n0+Ds2Ln/TjUSmNYk07YNyMtvy9Het4JfdWvB6TunCnXsEW3TKhTJjOi9UJACgQjFD4
69BZHLpvQwQZsRTRmaeNtdgQdS+l4zjkpQeWIlmjCQCmoxGfRLoTB7O12A+0yW29S7rCQ3NJrOjs
WjMI6h0GKzUHJIUgAxd+iK4GN48pD4NPEtMTUcpaBPSuCvU6kM3CI5SHB1gU0J4cUR4GtfvkJ5zY
DdYihKvIWSZ4zwLrqfxLSQDHyNXqM1/DOZj+YTssjeAStc/9Dk6mRym+BXhZAZRzLInKgTQeFLwU
P/k6p15iEcyHKRGFbCm1VxflTVv5X+Usf/h4S5/6AosgPkQJGLayLz3oF9oXu9LEXSZPqPuYyWcG
lqeefhHrxqlMMisaCw8Vw0sITG9xYj+f9/SLWFcVoxr3ATlSlUbqRdMCsx5BvF0ZXI7PO0itRchr
NTWxkD00PTWSUcVCw4oGe1WsihG078dvcWKCzMUuaKXWGqtRNT2TLjvoivExdvpPnLdOjb1Y/5Nl
llFXMLaUosDaxtVVUZ9X2dfNRQaTAHgMTLpfXpyuKmMXnncZ1ufu2a9Hv5XY0ogHu+mlXXMQTv8a
aM55OYu5WO7qMJhlVcumZ0UOKDM/SNy4R8HjvA85f4RfcpbKkSZ/tGFjlaEC/Qqm5mpUwk8cs099
yUWI1vqhQ7tWmJ4h5fG6Sptrf5TyT558/mR/iGQ/D/xfn3woG7UF1ueBhiuue59GSuDAcGgdBcUb
R4edaMF/+XiaTsScpUQ5LBI8szrN8OyhBGIYA+627Uq6BrWZbT/+Eacma7FrJcdJgNgrhtcXEWy1
8klSnfezhjYWuzWIwEoV1chHLqUEYdMaQT8DKNZ5oy/2q23CQUEZlgcf/c5V7Oy+C5XzjpGl20MS
QggEnVl5WZwj2QsWOyz0l4+fW51n9g8ryFhsWhMgRRhjyuUN8WXWWDvZTmA7b9XswQ+ROyquhggn
e2U3iHdV+5Zqz7I+XWgmZDEw6/xXeYymBI2NT+Lez37Zn55nsdP1cMjHJBYW9hm9aw7DykYGRQEb
NDrArf1LGhV6e2OV8SHprrMMODtWAW2p79Cbicu5iVH+m4YP/1tV1Y15lf6yu/o4zifTTHOP5GCb
p4YGwStuP9m6J5a6sYgLmd5EBVfJ3PNt4wpFuGOvSp9F4hNtNH3pCxmioQdP1BaejaDAd3QE2lnK
4ZXifLQF2EINtEQhCUrzt9DvHnSleEI8y74bxklbFQbqUejXIOiWoHjQmfSt8k6J1lqh9jedoge3
ec2/qxvb2ud58SWqgeKKQf1Ks+FKK8v0zBlaZAkDzX+j9avMgyf0Q1Whb+IUN30y+Ly+/7TOFpFm
ErlZwncSXjmkV6hUgYjgYofGjXhVg/68nasvYk5PBwk2aJ96VjC8tnDGzP7p4317YvXoi3gD5BWt
NHBpnj84G+HEgIuKz+b9p+/GH+ZGXyQIURNOJRIDqdfSszyEqNvfF1oeX6kSujIF8kyI2tRFsXLs
slo3gTRcAwNP75AvQuy0L9JtD3h8jRCe+S2M8u7S1jJ5G0SUDhtugmAhlAdDHdSt3/TvQ6WhwtDD
olgLOBdbEZ3Xkdf1RWQLUmRXsZlh8htkD9QQW5Mzi2VL42Aw1JmWVkHisYt2yEA+GU36SUA+9WEX
MQf3LW6uaZN4iZ29O4XzonxmIXlq5EXAkftBseQ2j72gMoKNXpsVRKl6d956VH8PlYZV2bo19ZEH
cURslACnaJQkP9usPy1p/rQiF6FAyySjmICLe8LadqiEkNVQHLvN2gMtdzFTY2LkCvJXbT7aI7C3
yHDpcNQgNVOaS5QJhTBjDVOW+sGTrYdbA9mDwAlhb4GoV+7Zp7ADHhJ4znbxDLCBHNlNNPXe78pN
TXWSn9TYLz1/in7t3z9WCazVeZO3iEW9LKnAytPUGyb5GyKIq3rGmp41trYIQXSjlVhL8sSrupxe
OYYvkXreN9cWMQgYaGBKSZZ4fhlc5mp9U7TnxU1tEYBgc8XoVos5blLysdFvDob08bwJWYSFlAAT
QigUnmEefN0rzzzPtUXikos0U3pzSDwN3DFENhEcQPFa2/OeehEWEh+/CS6cjJ6XiIi3L9Tlns8b
ehEXsrwUiaiQNJenBK2QNkFxEvrA+rzRF4EhNHLbHDo1gQwMULvOk2vdV50zB1+EhSJXTQRY29gb
0+BZMUO4J7MIyXlPvtiV/tTbGhShzBuLLNkGoKw1Kz/vcy69ixJdBv9GVuspsVNvuh49RuEgO3bW
ky+xpBNVp8BUIoG6iI72f/YNNd3PWoGKOW/vP8RidbE5/aBIktbMIk9WpR2B+JJtb5hPxFqjtA9y
WmFxeahxmiFGQwLYhM0zqmwbdVRXYzChT8kVW0i3AZJxWqvtKmQu+/pNSx4YIaUwrKXGpcooJnxM
zWz31H5dDEUOmnIJVwULGhZp/pxz+zSJ7VqCkGqD8NjkEcCLzNjn7aGTt3Oorq3eLeR4x59MLAup
lw+cH6UWIlr7dchza1U1V/ylmugkCMgM2OM323+T7UfFV1xdv+Gye8lhoE32WzUcMIBYE/0lPpYN
q7qMw/lYyNvZq0Df8dNLq0ExqHQHXiQq7mJxSHgfKXz3x4Lv+71ukUTi5zCkQi0YfpPbxVf8Mxtn
MZ7DQMvWFpRwxd/TiD+eXGm7Rid/QQAQqpPoUD/exv572xVbJoTTrJOLo5/qGHLJKEv6MNLKYyNv
HT/gP7fzGTfCExBdepMriHMN5bPvgLQsnlXjkPTBZcu1RhEz+8h85hkC6isBNH1VealqaLiZ8QXy
5IWfIcBQZqjXw4cI4BY0V6p5adFAChFiMqmgtnW6ChC9GyZ1Vtnfz1Oo4BzCpayVt21lwh3dNs0X
FPBcuR8vIHWt0xD4YLFOCsgLWPK0L3ZiIqjvIAksr8sziwo/L0m/XOPCnnavg6iiV8cBnje+8RXS
4ydH97zo/7QZFlE/QGETnjjXCKvpH5Be7ulAISivIbzrRlXYoKsBHf68bb04A+wcRYIOTIiXhMEl
GjWPemB+YmE6D/Gn11icAWVSwtJr68Qz21A/QMBE33TA6vm8B1+cAUU7OCaaatyjpfxF9ChpNOKT
GuxPt94/PfniCChpWhtGr0VextoPh3CFzcCRDRa2BrT17Zzx1MktOmtNF+7DSblWmqeP3+rUp1+c
D+nQZOkQ+7Fna+kPel6S5zt18SBMO/mhYQF9bUMn+eQsOvWaSzxzNfq6WUxm5Nm6U170uLfeZrWP
YBFcF7dtpeEqs+NoFUCzhIOKDiR7UnEOBb4RyD8o7QGirfLJ8XLixZdQZ0wx07RKsYWW4ThfwYdI
r5ErTF8inL2JmmOAd0Van7d2lMVpA/EZraUxzpAc6l+hpr+IMXj9+AOeOMh+Int/iQtpo02iAsTi
KQHahMKxAsQqYMLNRKiDnFTOXnLScY2OY/5JdevENlMW0QLq5+jbQ5J6ahZ3KwAudBvTMxuNP+0+
f3kd2zJUVKpGTGH7/EsG51bI6tePZ+rUcy/CgxZWtWTrberN3giK2X2l3vnJYjo19CI2jK2UNLGu
xl5jyU9+HSNgZHxWBjs19iI25HFdNTIccLTB5GdE+rdp2XySwKnzq/8h7iiL3a/4dt6mjh55laWK
4zDK0K0NvP5qtCc2YaxGgSvBVh/QECvVWRz41sKGFXk0Q8TrEAe6XZ6HKvYHklhLY9ltUMpHTzpw
yjVFBWVfocLt6l1gbhNeYt2rSpYgbl36n7zAqSv1Ek9b1SPuWIUTei2a7YkB4ZNIgi4AhgC2O2S3
5DMjgAp+kzEzTDr6CaRavflsoKAQG96cUU0QiTjV68lTEzSvjzFGfWmMooK85VLdmGKTWAK7HtwK
9M2cOnS2v5qzrUj7KpK7tsbZS6cnX+v7pnuT25eu/eRcOPHp5XnP/7IZTGHJhRHzdiS+0bhTPttk
Ko70f/7yS0Bv5eRVT3U09lKlCO/HqGi3FE+nR93s7X2HVMUGK8xqkygC3TWUk3eZhOzFrO+j7RRb
hqWIWCwZDgZdDlLI6gqYhXhK1JB6hVTr+JrUilhHdV9d91VE0Ts3TbezYnjBbYgpmNN310NuJCjX
AA0rCwNzoU7NYcCbjbJFFyy56JusXlWBUI9yVZCJIG7SbUMwh3whXXq0c+dOTuW1MSg3YYN1gzYg
7YkChuE205iimVJUrhUWs6ZqZuVulnXItEaRdimFjkYmP8L8boX2qPf6tB3VDBXgVIp+SG0fv9qo
ebx3eVe8h0Vc30xw3hGKdJKNg873Fgg38qyt0j5j8Rds2CGWiyVlRnEZDfkoHuRLHxD/1iyG9KDF
kr3ONZTYFONbHGrjxofav0INqIKtGg5HcHZWiUJCjAWOE+ySsnyN7KpDE6bTr2xdvOuaGjyFU/jF
wbXmGVMa4wLTQn/XI0O/NeRCrGSB7YmbaX13k8lps+ubod2PZmuuUwAqq9mt56jD5lyDrSBT7RHs
FHn0BPu1uI4lhDIkjLifuBNZOB/Yhfmqo4B8EzfVLcf1qpFCfT+WerBh7MxVZHzCkrFV+Ad0pRGN
7bGSyZNNalnBjZ/U0U2EiQSX8EaCex1/7QdE2MaEMDIKdDQ7MarrSlK6VYIky70UW+zTQv8BcAi/
LjXIbhgWpEclPbYpgOokGEAJdgiSHKMuGg/jFPlQ82NT+oaekLrWshYTlTpq9ppSSm4wae02Epa6
roOw2wdJphxiXeHrQLJG0a4Zg4OcpdbO1MTwRUZvcu2UOl4l2SDvGgcMFn5viLLhRbORURL3JLvN
vs2a9zCAAQRtYdPGR9+MAxd8N1mZNY4PaZYivSxLIfV9BFEQDMCCvnYrYivwMRR82sYBgYRgFOIQ
CgR4F8nAPl0hEjtdOpyht1WjB++N6eew4FPtmx7oleBe6OOHhrLm1pEQbMePT97lvmqvR0dC8N0e
kB2cZO1ZGLUGB13ym9c41axD1hfBph7TcRWHMsYBatvVP2TdYIXmcnK04du9oqzdrfSR22U7KziM
ipTs2hJlis4MYhQNkGKhggv/2Sgw9evaodlPiK8cKjTpX30DAd+it1AsyNNiYEc0+rG3UHSqOi68
LVcqrcQdTH0xULlx1PBQVcjCisHs92VkTVBlHAdVpTA7Zs6kfanlSLtSpna2EByd6NiyMUk9U0Sd
0Da5DevC2QScJju5t+tyEzeWeFK6TLs0JB1VYkQk6ZhhC+A6Vqq9G4ktzFWsye0WgEl9UbWUayic
Rsp1GDqJv++U2YelkIfkYtIMlCPg8igHZLSzG7uUE2ejOirYUcMQT31mxDsBo+axqWf1VkMrcwjl
oT3gPiDw8M7LCAbNlEOgmkKVuxki5tM9WlTmaij76a02JhgrULFHc90Ygzxu0UWBhGDbQgH8aksc
P6qeo0tlFkELDnxovscSIkkMZLRPrZNQ1Eqq/keB9Ax6lO3shtKpWntrT7W56VRVTJvUSet1q5c9
ksYlKtoDFpGYT05QB/22uC5V0e2mJtc2RtHCrtKtWqynQM2OMaa59Cx4myzE/reqNfxF8IbcVHgZ
Xf5/js5rOVIkiKJfRATevALtW97rhdBoRlThKaAwX79H+7gbO7NSN5TJvHlOjeX20g+WsatbRRGz
DRHEbHCu0UYt+S5q5unBpECYLoVv7oaRVFup5yiRjYP1D6oR3Jug/VeM4/Y1kI2LvXXLAEbLZOr7
JGsZfd+aa4cEp8W8Q6is4YFfcFAZwbEYJjsNDCiaqx8BDpDe7MaZRlwFgMkUf0LdM8k0m969k1v+
FrNUuCmzBczSdSPaMw8+FJQ/qOE2Zq7Jm2CB+XiHKktsCeIezq8DbMVOjCgrISSo1C2G0b+1htb+
hTqMn+M8Tm8z7qprThT32AfTgpArC8snEEXZgxilpmqiALR7SGvSyY4EyJaMqazYbcwFQRQ9G2wL
MAKjCgKY9K0vZ/XGPysosgRgfX87QnThqJ7XZ3fB5+GIhQqC1SDhaHmPBq/vgHY4/p2/ymGJS7/l
eLPSl28y4PBCadSRtnZ3ZlQ3L9Dzm6Ng7P+2A6z4UwifMb1luQuHjHOLHJw7fisHaMMy/8uydX3Q
hJyTEd/gn7pww/22auPNheJxmqfO+ZgQw/J0ASCEqcnaBnU/zgvz05LFt1kHd6JA2FsMlvNQte4W
u6tGxWFNM+qT7Gm22QBqF5poODQ4ICKvSJFddzx5y4R62fva3NWNbQA3SWgvFW4SehihMDZ0CEBc
iMmNd0M9D/GwcazU2gF86CArlBYI+Mqx4c4wOhF3QuA8cTjb9aUBC6ciogmd3EumAD8op9Z4rfn3
ufPVNQVoijpBKVsnGNi6B84z32aDuqnwfkm6dWTcMDmvTjXp2LTqvJBD60LWxd5HfXVahZKHWv3+
RvmY75WwUGfmmMFMM2yQaI7BrYKpsI/Kznyc/cra0bgrd6WbOaR6zdI5SBBt/P8VuL0GNvczpkfH
2beDVXHOmgyInk5gixRhp3nKNrMhyLmq/TT5c4K+x9+vTvih9PTdYn+Dj2tnuwr46MHn7L5zammk
FahcHv6lPsO3543gHc12tr2M+6CcoOxnrTvuWtuL9rrJ/2EhhOAYyMqFatZomcgaDC2Tk1I9+2sI
7ZybQCosZKQwBMvDELXrgcWIGh7mxoNqkG4Wv7OZEhTf2bE0XPJuZmq0U3l00lXvXMmuPboSn5Mr
vT7eXAOvNgPMJB36f78n21sGdacYUD/0USQcuYcekJtEa+cgIIVCmmji05Ne5x0MB7Rp1wh4sSBR
dvVUAB5hJznXrQ0WHKr/pTKid7EV/qmRrnGtu/klNzUOANK+J91bzocfYWAo3PJHrWiEy7F9DTrE
zC4HOUqnJfkQtXnGiwt48YsKqJmozmv2Dcc5jDFAnjwVwdld98ILp4+BHzAZXKu5lYZnHcO2z178
CeDqxvaZ/s534kF8YjGZ09FY9Eu/meI7hG2MAm3ZTnaf93t4lUPKG9vG8GAWXo4hkgenGqJDA+gv
YcjeAI6+OPa1mXW775sAepCjmRSO1IjFzXqCg8VBMWI2thsC/4pRKb90hV9Sf2ycc8HZBDeiakL4
RWr5F2GwDJJ5WFEkZw3QgNhwAaNYLBBx51ZzwIkm4g5lhGsyzV5122Ptufr9wuk3t/SEDXAJn1ul
4OPmtnS+kWhYe1+r/AJ+7o4zo/1caP2KPCZLZmL/YN1yM8X/VD8WZctJg7wI2HcnulOZmv6ZKDLP
eSR//Kgzd04nbeTUcAdjRtuRceW2dRQgYUn2F8FN1cKAxUhC5R0W1XrNeq4USVOJ/nfP7uN20mvM
WpnxwUAZNufeNEBGB81H2eAdSnzw79i+ZclaCMNWFBG+eTncrn0eXGCqy09QgcWBIWc/3uq6SgMp
1uMS1j/U8LnfTIO4lKy7l4kJk/0ywjjPsuZf5QUjODMcfnxg4nZ10D5kFie+ztaK1Km17lXhbUjL
nIgBiFLFLvLCo+U4LIuucOnazuhpp2kDJretoLTCYklWQ0ZyV+I4YsGObLWPlOmOiXDx09DwBv0k
uvfazMIrcFhOhxxiGM0tv9teQzleW8QdiGB5okzIwbF2NybLG5PThYrsyyzyOi5CpGL572xvG6zL
zpDlPxf8y4PjqHU3UaDdL8hZRlSDRv0MgaxmBKKmss7P/Xfqag28LkfZbRfBflGdf4AUUZ/6Kog4
707NHlwpMfdx7j56H+p3J7HKOsGG247qOKAuCbGo7IfU0PN0wMMyXGcINEfA/c3NtFjtUY0alm62
YtsiE58UPgrwSTvui0JLe/VGBeaNKEAcjTxSOQMVKCdZ3gAKVlwGcIS1LdtNYazYmHSLLRyaOft8
FiZ0HYKT73TNa4iLinODb15NfgR4N9Infs6J2F9h1C1NpW4tkY/cYOmd9S5IbXdpRQrbBzNdMJVP
xcpPQOU8ODFCIyTfnREBJoZhFyNx/aiH0XV2YZuHr/0YjEW8rDC+Qyx7Nyqbt7uKw0dSdYH7s1FX
2AAzwSHmHpsNz3pFaxCai/83R1oMlTVQSemD/wuXAAJuLpa99Pz3dprDRJvwJ9zI+HEd09wDhHEA
SmVAwJgKg1TH1PRzlLPrgVmvL7k7+Ze1Na20ayOwZBVYf369bQ8j97dJNPpns7GItXSN/acF/6Ya
Rr4UNwauN4V1N2/YdmLPbUAoyuGXO/rllZ5uYUZXYgeo6u+cCbmrMV/HlW1Nx2Fgxx47OJLmNJi3
3IQ3YvCMVJaq9/ZryQoVTsN6pydWt7UDbjsX+frIVSp6XG0D20whlt1kzDJtTL4gph7gzkIIpQu1
YdPIAiYw3LC9aX7vJJ49RTvsnObJMEN/54CFPrdhsMXoI72nKuRKzyrEJW81dJOEPH2P3dCKXcaA
A4kfHfAm+M5T4/Tg37hyAtFSLRNrdm0kIaG8/WhBxdWYCxPknP1rsSzkNljIMVXLnzxfx0SPKKvF
HFopU0rV3ors5lA0kz602rd2c8FkcGMv+I310t1qW0nA8EP3I9pMvqNJzi9slMFL24/lyfDs3+t6
74JcxYK25VkGdlZxe9ym9gQmbL1towqxcrW5Bwdf4G3G33pYTI01ugz61AqJQWa/ELNuQn7GqNH8
QI+WD78VxnHQ9vZ37R0/Bb1I87aLtnu50v7RTf0NG8t48Ctt7DrV+i/hVmfHjuP3paf6G4cbl4ml
BikZLhunDieUe7dgRophWe+57iACb5WbPWjVqFR7zD/UHE845VdCIlOznEfEQpD6yTed8n5TjAN6
+oWZZm4V3DRO2tVq5/fz++z6jNVBNqSLGIQ0KoPhOLJBIfiS0yWjpRDLNQiw6tJhnfomvBnMqbmO
C0qK0Y9W3Id1ro+rReSgqd2B56JpDhbuWAycWr7bNR9TE3hYZ8rAhW0wfWYSdiLbQP2BKHTYN2iB
lHbvbL1Gh2UV0DhHWdwOjOPFQTvb97ja7xGSmT6E7MU9m62YBgCRJvKbJTDEfuzDV78NLBiP8j2E
IGmbxYj1Z/vHDey9EtlHOVT1D7humagpSGWwmOm0TJjhfNh2GFWWTzPDPR8yBr4rYR8mDjxNXLC4
/OhGo5WikLMfZFfuWrFohoK0vK6ewRiSwauc+2O/42X/Wm1RxtQsPN6p6F8GPIxSGZZGa+QeOzmD
PFPoeihJ4f2S+podhhOcWiBml7jiVLSbBCiLaqq8Z2Ur+9w2rFZuMx/XpZ8erW0x9pX8A+53Y81D
+Vm66z3Xo+DIxVsnwS+eaKrat0Lkd26teZLVMHM785e3cTCDv7iVbd6KqQsfSzrPF7sw7EfhSuYr
nal+xZri3mejwmwJRjXWkBx3OOFJuZcoOCmcWAjhuCC3JkzNwYzeh2m7dYR7yVz6+ABUW9TRNi6k
1l8vmShlOoNpeakpN9yYHE3/FhMeJywUxVGPaxSPSHPLtnjhMwO85nZ/q9HqKSdF026uUUGv7fi6
juETB7J7WAJcmy37S0bV81g3xYkwb5DgW2lQrHpYNbaMrWaZqUKszi13lTHmZblBmZpkc9GgL9yq
EzzxFkmJGRQ3kzSGq8FMD/WGBqJhFa6f+Nt+DxnKSkZsSkjbVNq3Hv6W6BpNhRuXjRFgvskm/gz4
yG1akRX44OfBcVPsjibxakUCnHx4HSvb2Y2j/+573ovresurw+N6lFarrn4t/GdK/RKutBgP/gjj
V9VZyNfppdk0HdohrP9O+YQHWQUzPFTHbM/Cr+CMN6N5dFvHT7gM4HhdfSDBc0P8JPZqItlz5zz8
WpfMJgx3TiOhwgNIORvOAHGA+3za1hJNJfDH1BSRe6zxBWBKqr09UFOkwH0tdhXnoNQ3jADAprsm
Vr/Ub72I/PNk0++dBCqKoiluN3tY4wDi3okYydnsfpVqg2AfteY9rNb1CjDTeAClX7w4BZ8633R0
CW00hVM0cgow7LsgtLgpeh6vVwi9dmi4QXIa+PZG6NiydYfk13TOuoXgl83zpt/cy5S118CSFs6M
nnBFoxVmJwCFmbN+waMUSd1xSPECTODtUlcHwy01J4Dt2/+tQpH2ewrUFCUIcII4CEFV01eS4DbU
t6X6d0P8xhJNeasXon60OzaqpNbDUtUX28ngE+TO61YHYFu6CKVLcO1nhoXsYboqpdDV8JjEQLCv
QwvHHz00GihtfTtsbf3SQTuv0ZGY2uBuMH1qqikOZ1BryR5cL+LSvtXr0ayVfMPiYfzqecRdx4Xi
NK+tfQEq5yVjEPqJH0W/yHZxDjb77A/0dG3r0ONdtKh6Blb/Ino7vMfg0rK0mOEZWw/QSJt73oI7
ly6DZlsOzbT0/QlxYnSSol12AtNJHJS/MgUPhjsB0+LbmnAedeYLTwRboCElRqExiC3bPM4jlCyY
NZz1jr6urpuZfw0OVseqvUXVVcS1sUARfhg2H0rjcpBC9rQnZtIenpGnoeervevax95GnBIYUbz1
ze+57514MGThJkr1ykq/1o96y85haKCNFZD9e46ZD1W57XonuoxscOMY7leywXmzaRCvDQapWt0V
YBiV0cCPrKcXmqf3sHUuVrY8DAPffuNidbJKz03qapuPWs/3OVEoeMpySldPNvdlGbX7edn0U5j7
VMTl9p43dreXxpfqiq/Noa7vQjtIfIi6/FBAV+noyX0YKGQO9XZuV62PAnp1LAseFcExDZNbVHWv
01Q8V/S81Bi8VG6T9gNc/8VoPoKy/5cPFUlqNousqazfqcyrZKNH/WXdGE3+SIsl2ertwVZmfbJt
9AOjTTNt68Hah7V4XYzpp9DO0fFJv3bRwgVIPVIuKA+FP4dpuDUizhd95U53rWZzxKpnHdHqWElZ
ZiIJhqi8EYtp3AaCH9+at51bmJeeJDNLT11ighXR0zaaghwRnxnYZQqhcDu20a2Svvd2oI2evGlt
kklmYKOiOo0UlaRZdEdZ5qRj7RrjbdlUcVNN41uPIGbnigy6wSCuZW8eQcS/M1Vl7maLYxJnvAkq
5hAlusqoPq3LTdcR3rWWP8odjxwkDZDpNZaa4ttXkT5vo5iog6ljuDSHppMfRS+v3M8v3sren42i
e84s59IHfz3PfmtNdXbMPFXLHUeDtJQUQ/yolJeiGEkFU5rnXjObM+KRZpBvjd98D3gsOeqWe+XI
9zkbg4u7hPocjtT87Lx3bmq7faSW68VE1p9LKuyxmrfzMKqRhCpj0IY1G4kdzB/SZnXpnfGm7GiH
euO9u7bnoc0/qH22+Oa+oqalAAbDmth8H4NmvZo9V2olLesklP1r2cTRp/JUS4Zb9GTfQQmF6qvw
dLI2Fad+YlYj2t7qyMQSMHeHlWBLA9cqmeilJYHb9TxntnveMMJigAZqgtflHs57Fy/hJ8v9Teb8
mweM2MSqOe1N23izBDCi3Wr5l7vRhNaSJWJ1jZ/SMY6W7fcnZlROXHmaE0mvglbLVP2Zs7Yyztpa
Q+/AeExBIXvLA5WSC6voaGMg5yDvTDHX9JfOiFb2ldDJWTKDJSLLFqjPwUb0btCaosvpPAhbv2Cg
5osGz0wTIeD6ZnUuhxVDk+zpIgq0GgdCyQC70U+3q+KKXvecILjul8/U9/8ZldEdDaZKezj3aVV2
uLW5/uIUjEvJmKYwTW/naP+D0rif2p31M1TRo0980GqAw+WiGhOKmv3Oydr60Gd/JBjk1Zja1FjU
QPmxfFstGSZuVeOKuZIfNxMTSWU58M4iqcrjAPMWMrVYV92/ifOfacM4CzKr5yTbkJFbTTo/prs3
iKyjnEFd5/mXCt16m3O5wqdWMaJTXzQfkV5RtZkSRrWJhYn/lOleFJ6V+fS7ndn9cplM1dwt/vLI
qMxOOOMhcKe3IJJB3ARj9BfS58H02fAyLkL0xL/z2oLNPq//inKITaQa32aI8EQNDKytoNCM6j5U
+aPZc+XunCagKYley8/2OmyL3ZoVR5jFyJXrRtx40i4OkT2+zoMKktVvbuhxYmBfaJM4GrBJxoGa
6syftiIMN7G3br+KqRwvrbSKD0pd1MZ8UULGo9E2TX06GDggWhTvvi9W1p76yVjKZ9Nz+HyGW8cj
IJF1nyPPZzL043OIxWAnmmlj2nT77K3oDz6fTzsa/tBj3HZGaHeJ1SxNygbjI7hrn6bNvhbmX8tV
AWVSrzi6pKqv01xW8ZaPSJeayH1ZOKzvnEGcLeh4aRPS1CgMp3+EHO+l3dgeazlydRL4ARubuniG
BSE2rL76KxflJV1lvnXaGFOjoOjQr3WdeBvhtN5hgwrspnucBBenHAg4d8lVvXELfMygSB1ADBPx
DJaSVWl1j2FmqEQGuktM1yqP/qRfvdYYbs1MZrsttIiieg0WwqVcniq3L19ReVIYdsXwFAaU4oTI
5xs6f/7OWEL/KZh08NC100cv3JXzR4gngAPCdr+0Y3bD1cZ9qg1pPrMTOI9Bji44wmmEcnWB+KMg
bdsTRxRfBO/mpvtDUA8NnzVreWbOzmPfNfPu/6MqiHMk50z6TNeOLfCKwZc04bC2z87aujvPKx7b
EDOjAZA25lbSpJs1RQ+zv4UXu29YSSBRxdKVX4yyNoeaQzJk+xmUgUUbiwSCfaCzgOa5R/y79fUz
CteRldvRD5XyELYvTRlHE7w+0VL8xhVsjMZwozkaXPwukLiAkES2RlampTXhP8I6f9zmdr9ZPL2r
KIydr5z8nRUbu+U0fCIo91BGIMBhPMyANu61aBH9vL9YZeeejMW2d/iS1gQQw6Wq7SGBsx3dVnlk
UwnMJoZOGJ17FpbbXG17k/BJoFIG5fqA4ocUQGkycOdYBZRGr2CjzGDmVYVzRzBheRC98Zu+MX+c
ke+rbDzn2XWaKvWMkcajmrZ0qY23fqE3MI+V4jZBk36OsqfAdynbaRbOLuH1cHpewWJNqS8YL1Az
KCwtzDjzAKHDDgYP77Q99UdLUzOguuh7qQzD7bIIPkS9euqUZ4g1EmIyuZ2iB/s1TbnyuSmH9dx6
RpdWszffz8FvycGdA/TPVcNBypCv8wQZc1uHCDHX/Ex1ATY3bXSX9TybjkibottlC/OrPaJYyZaK
PME8q4OWPRpR3NXYEjw4WZ0js5tlXIqTv0jnq5fulm7A4a8S27NCR0snC08Cm4InxGGUXEVKemwH
ur4O31lXuxfpZpIybBbG/ezXf7PBBQ2ka4sDIjkSm4T4ZmZ/EFuVJz/y7NPYD9tptif3Ck4ahY7w
i/p75rW64z/u3ET05vbq6xF6UzViP/MH8zFox+rTLW3njICd26nIujc3nJ0/NMl8MjA4iAs6eQnx
LvYKKqZuKrdV3FD5zJMlz+3bJlRR7DlmTQXZp5gqmYC92s2Ci2tC/drJgPG5chhOaqoo5606PNCF
dt5UbVr3mi/lZI/NeFGcbp5LTvKPUV+ov7m2V6SCIMhTszbH32YbeXyLiIscic5Yc2+kmzGJ+4Wi
2Y9riPpgbZRb8ei1s04wx1P4rrKoSduirMDF9AaV/BFfsMThdEO8Gk3YRCwhtnAXnzddFrc4Ibe/
ztaMvCMKmqfupi9l9twv2iY6lqvJyoj54wCg3f3HU48cIkdeQX4xfNz0OCQh+lWw//ChVurRnveR
47y+USps9qXeuOJbLbjdmA6ty5hWOy7isAaCn2EW/pBiw1PX2VnE/djk1jUYciOtZdDuCtytOG5p
2VEMDQ89vyfZHCcg/9Yv4dfk+vXRGihcy2n6xQ0g5jYoUNv2p+8vCKnCpl3/ZRXZULqFNEvzJv/S
RjCfTNMJnoO+KgYQM+6c2vaw0K9h4aUhTY2PaoBvYsNyI8qAbdj/FDy5VtEMt0XAl0kszg2/PHqt
DzRFmy9b+vNPG+kwLoqMApsdevejCljo+yX/WXy3fJRjHaTB5ND2y7L5jIA0SHBG0MmxnGJfuxxz
c7b7a+UOTOCs86XyHXWqfJfoxFL6/dvWsvlE1R+RB/nwW7mpjobdz8ncK/CskZsdSxyoMyl3bN9r
S1XJYG6gnUMm3UNxS1/stezYOdG88ZSY2VMVFd3LplYUhjlVjXZXD7X/7eYzpSWDvz2fl+oc2azD
BW7tvW2V1hWLq5mg7RuJnhHjyah2f5lGlN92gabNVCIopO0b3E2OC+KkV6j6VK8QbW6SNVFs3j/c
B5rxNuosRYEjNAqxxmLXqW8Qj45l3NE1uW+J5e3xD4mnYeiICEiDsACaDyp0DUv9b3B7P+Bc2jua
H8eY8vbUMa+aitCzd0bZc1UPWufShJn4KkqakKao3vK2MeKGlcBIgIJ5Mu2tpv8Mcr99m/lMdoG3
sDswXwxYjQjQqonVxNJoykMvhq+5xMw3uOpThsFyYHZ6uC/7ecCiHdlHG3LlbeX6zmtQjsPRlWtN
F86hNLV0nPQHb+V+o6y92WLiC3RF0sOr5qTeOtJq6Jn4UTjM9u36aXvrr7h2zvZ0cUKuzmGwCwqE
B01hlaTx6RdviB72UWjQL56j8WbYSp+GCb2hPAPBbM3OGPc0bv6ijdeUohFNTQR/Ylkx07LhOzk4
2UKhy8zLmzzwkEOPjpMfbMfloZSNl/oDwiIZ8iawP1cfwlHqrl3Cb3801dWecxaF4dc3jxHzhTVf
74RPzXN8NoFAPblrR6lAtc4pmxA8uCIoLys1smtj0zUfG20g9lA/de3XgKjG+jrPRc/xtoDJOc/j
00w+k766N796S1bQ4DTpb4AIZyC5pFDjNO1ws9nlmloZ5lN4RuXer8Dw2ZCp7jxXffD4Byc0YUvK
ja0+LvVgfpRhps+rmGknB2SXUFyYL4UySHKW3SPHsQ5ZNhL2PBPG3ewNiHGDMEhJqFlc/KqSNiNh
WJmNMgZoyb06H/j1CyKdyE0+p3zeCAT5Dq+FanaBaNvdGCrua10X3RL6L/ZjwGnaoLudZH71V4Rd
eNARRSshTCybqI2ObMbDxWcbaum0zfZFtzNKWoTkj9Je0Z22S3ZwjOw9y0b7sAiMVIuY7K+sV/xj
P67XMtDeSTCmfcDqLk4lyrxD1+r8sVyoC8R69oxb2es5cbWjv0f0lC2/m/sUIWKFN6w38jVCdocg
22jjK/2N+Y0QMbf9ezQja0dnObSuXh4UyerRkeodyz27hH1QrQ+T+irbbOErnLhHIAr+LieruWDd
8u/hdBLML413RO7VdexpS9quXe/6jIKTEegR3Y4zH6j6rbdbYUxpXjdNMm7j9u7kIkhFHTiJ467D
E35y9dzPtdrPynFPIDnxlbE3fMi52ZN4i7VqNaUTkbiSlIVhTo8U0imDD44bY6rr77LFKnfS9u08
pqHN3922KhlrwXJo2cio6UPSr9u5Wup9J3qSwPWJRng6h6tAmDQ0Z/zlfFqzqZ91tfY7Q6/yWW6E
xoLcnr5DalQU3TZ17tfO2wVrxj/mkg4EZ4g29hb3lT86nD32XOyv9rcgRcnnOeqDn8nqa4OL9zK7
5bhnYciuatLi0hD/BDjhRDt/Y+xhtcrxyyJX8Wm4Q+jz5gxZWmvzdeK3OvDpuo8ZHtenyA97EXdq
kru+3fo0W7AHL0a/W3HaXCwNaswe7fWJQckVhpzrpMFaNQ/K6ohClR2ZeLsPi7s8Cr0jODTO3sqa
zgQXlsft13RcLOuYaruPbgaaUm9clblhCtQw38aCGzzJOu5BXRFQ2p7s8VpYer3jBv0SOPV6AKaK
otzKp/6aW/NLt3GvtfutT7QTfmnp2RcFD/vXmhyvNB5LWpGkIpk2fISh8+kV7XeY5QWlAEl9FVgD
ZQu/m39Me6P1UyJdZVFtxpS7KgZiwR0DWp/5xw4y51C3XnFyu6hjtI2WYRbbee6g3R3sRYGB51+j
QjWOq5eXx9DxA7ykzacxr2RANxh1Rz+SaFnlSi4qZNIx6LDoqaZr6L96mGd8eW9lLR2uQKqHddiW
ZxkAqevo1jFyR8dc1OV8KAvjs1rCIiGJ5R29jtZJ+cuOPEBNzC9ViBmZpqiTOjmLA9BR3d+SX35Z
DWznyu2qUwM3M9E4KBHVex8e0ZWLrLXz7oXEUQqhxT5asle/Wv5I4H1pWdfujkAEw4Atj5TKnOyx
LcOj6d3O6KaFL7Hr+bW87UPVPHrKZ6NEjER4xdqkwdyg2GDUk3rP6V3EfmXcbVWHF911/nQsyAm7
+0+BQ3L0Dnn/YDrDeGujU731mU7cJj/fZRi2dmEuohuzWv/g125Sq9MUe4ciZO+aGnZb6nZVHXDF
wU4Zfkc9JDZM5qSpxIbBcnXMYb/IHi4fdYrd6BECHSLSeExaveuhRdRnT0B3zCwwUkK//hOie3WH
P1Pc9yQgPgrZbj/22jbPtkkQIxgn65FgR8lCNDXU240Al6Mu3jxjYOyT3B/OS0KOKaF7UpqGfcwm
ozsbETdApN129TBWC1kiarY9bb8s6P9ENvOxxHW6XUcI62jRgiWnLYFl42MiHlxZCTlYto+5dQ8r
s6m0uIzuXlCaOy2RLY8rQkiaO9ZwhQvOkRIhQTbM9aWqZhuV4ZTRds/z+WkieHcg7MWONVcZIupV
P/dmW6Wc6tdjlxV5YlFrvwpp5gmxCSo+mguOTz8l/h9SmxmUJfKojCjROn/CMaPQFlgGZcRyM6K7
eeEgPudFdIgI2/3t6bFyHd8IOtm63A1aNq+977bkDxW1kGRCPJd6fm8fmCIww4sIS9p3FXeLm3Id
EEAwcClJ2/jegwxG9koYDyO3iZ+BMv7t5BYSQ6uvw5+gCYmoTeR2Mjqih6ze/FvsiZR+pGye5l+B
PfNyVCXHYv0TkUw9twbjhF1J+VB7jONkhS5eNMEpClJ6voyqIwiRRa2/x6w4xxZyIH4REsDGGqmb
geQqpfiCuEFeBY+BWRMpMbQdFwtpPk4q5qGz+3eKj4jcWky5W06EfBP6L0yR+k9kLuMtd/Dspaau
dYj6rT23W7mwn0kuJR0PqJL+euRGZCeWU6tzNDUynbgYvW5yQ98w6JF9CAtqJHy08W05nLWaGQYI
CrIci+3pQ4j39bbJmuhLa6p6yh+yXVAv6ihKTjOtbhfkFXQ4ztus7SMjG5rDq895JuKKJlYylEuZ
bwXl4bD/UJ677RbWwtgv5HINJIOKnIh8xJwcHxAm0N10LNSlONzGf6NtLDJxh7Z9p1xdPy4DsY9W
4pTswR/tAode72YhCxubab4uE2FKoKLMzNTcSX5NYPTAKv8xsMSTMPvsYDYF/bja+iBIMxVJyWYY
Oio7kphtD82cWaexC0hwublTxG3uu08OprnrSmKOZ1+VSc97RG0Ho+CM2I8JK59KvoFXeAYh/MZL
XtxmLuFTLsn16xhBHIjt2V+p34SD2P1H3Xk1R25r+/4LHe4CCcbXTmJLI03w5BfWeAJzzvz090f5
1j1qNqtZ8qn7cOyp/WB5GwIILCys9Q9OK/u32Nb7331+vo/sjldxxOWZFx4yHmPY3qupHR1rJIKP
hePjgNvzzk8Mqho+ymwoWhFzqdf/ZQBtP6CfSR/RD8u/aywzeA9EvesD3N6rytg+dCqmd2XYx+fM
setTODnDH8vwOAsON+gd10+xxyc0prna46ah1B2clDqa/CN0HOJyHSaUavzxC16G1p768M9JtO2x
kyArhfTHYI9uu+LqZvkd/3ralgCMjgB3sEQAlNLDEcF/gzopFA+rHH71xoTRaEz7s7W64BD1YXBX
cgKfRDTBNmpF85WWcXLMYxihE4/Vsxht8z4p7AgkgZd9j+PkW6cKCp0BMUS3IHV4+fhNUfIJaoxu
gA2vlX0BnvdDDIMBCn3CUR4Ny4hBj2BWY/otx0HHf/CZ5vj/wUHtY57y53+BddqsfnTDOQ13kt8v
7dLmf/0ftzTFNP+jz+ZmhlQ1+Kr/OKUpqnD+oyO+r/PeFNJQDf4P2MjPfmiKav2Hn0heM4Y0TY1/
9f95pSmG+R9DNQ0HaS1bF7Ym5GvM0hjkBfnSFKptC7TpTFPXLFOT6oIcLGGsRApOkw/UsWpMHZBl
4Aqt7MT7pGVprn4KsGH++8XKvPuH2vnSmmihPW0KjWq7pZoo40lDc8x5qV5SC0PcyFPPT3hG7976
uw9f3jz99X5Lc+SSW3g9xmJiztjpAKhi+z7eff3+0d+98XYbcpQLJvn1EAuG5GgWKZBDhqiP778+
fnwXHd5N+28kxluU9ZkJ+98M2euB5rm+oGKWOt6zxshAD85OPXwMDkwGD9kNfvhCMPBqGGNByPVw
8ISPzmeJvR6AJv0JsHVTcDIJX5ZGy1rSsrZdB5tUHgYi7YCHG3sP1YqGdq3U7+PUAbrWHm5vl40v
aSw4yFQu/u8yT6e3b5393RMac//DIRYU6nIUBsQ3Zp7uvgf7j83uSdttLe/MTH/xEdnxmi01y9Is
RzWFs3SAKKgCDTDkmzvUyXuKYV5wMEMpd6WvWO9ur9ilrID5PJSpmlIHnUAUWYqr0V6E1eKUzZ1i
ePlH38ARdBoit1f8+L53+oaaTbnlUbUIJLqmqVLQezaowRiEkwXBPR71iIKXkbowturTBJp7Rz5R
ITQO0SulWHl3e47PalAv13MeUNXkHEx0w9DnyPryUHhKVIID1BgwpflDImke9awy9/B6rUNboJSO
RZh3R3PGOQZNaT0YRlW4NfyyfexQevTjpv8BMph6D7DalpdxZh+SMBxopIbDRLPaiz7w+rIpPKfO
I4q55q5Nw9z1K+pExdA1x5D84Ix/Rfqg4FV7BKnE2xB+ycnQEI0Anh0czZhi1WilybHogJLdXoNL
ajYhWzd13bI1QxhCsymUXy5BTuUap3bHP8kC2z8nSeCH0mp47SgG3pxSmoYphaRWugxzigGfTmDB
NpqpBiYNnlGltNXGKMvjoTnkKZblmJquQxBaOvVAuI2psaY6oCWn+lzYmXKflMb8qALCcHvZVoZS
bQ2HBm5lrtmlGqyGRh1Wu7QDRh9ibszIn8a0aY/2pLcfXj+UY5vSwE+G699YnIo8He08lEAVyMh5
y0HJPJDIqycAZa8zVGAzQLnh/lZ1yedSDW0RJiMtm6jRB+aJl4NBc7uA+5NA4bk9oWVokRISsuTs
sRVIT5bWF14NawWLvJYeq6r9wb9tCvZVood/aGwR1qbaKv5y6s5JNiL0vMlennadPEcHWGJY4ON1
KRezExpvlUbvPDpdPs8NYHXVV8AxGHaCyw+/NMgnfgvJteA+q9hWbIy+DG5EN1Ix3RQ2dHcUBhYH
LU21oOh0Wi9qLCg/Tn6uGu5Q5+j7WHC3PmidQxHndSutE0rnI0cGCIPGeVadeHHpI3zBizBTTCoK
eegSdf2vhclTB6SIfJiAwB/9MH+dhgjRxNDhIKr8RWDhSC6CqpF6UyoNG4BGBmwO+nb+CAg83JCU
WB7A51Ecslipmbpgkpdxi24xTyXItm7Z1OmDmlJeoVnQnOJ6UDaSmmWIZChNcEewmCo38DJ58DtD
HQdesi4QuOnQU03ZWRNoyNvfamVCkEYcQjG8Dgs/ocsJRTl4rCnICrfPkJE4ODWuWgiH6RRAypI4
tGHpdD0cd7rBx1IlSt6mPU/6xdZoUZcaYm32XRf0EHJDBg82JMw9D/7kVXbH84awdPJ0muUGt7q1
jCpTqzR5YFAuEZ5XPRleUt0JwJMbqfT1V+JY23hD6+gACFUs8i/FdoQPGmZ01XRUTpSlKlcps79v
f6SVQQxhcV040tR57MyH/MWq1Q2bzVGoBxS5is1Nn0P+icKg/XN7mKtYwWrRGjFoD6sab7vFXkAX
YSh1NeldhT351mpL740mqvKxGKGr1uMw/rw93iI9nr8QkG2DDIB72ubVeDkt1Uhg7o/54JoZutJm
3EA8lDD9ojRFCMfp40MDJf1oR555RpYp3/h0K3vRUgXsYO4F3o9i/vmLVUXhFTl1retdOrfK0StC
JQQ7AAE9Kc3u0+2prnxBiy3PESMkCrSwLsciTUcitFOp6GQheLMxcbS946PesBF61+YkyUEEHD52
v1xsR6+oZRShpOEOo579YEWh/YAZD1EcYrD8fHtWy+cwusroFvHhkHUQEpXIxY6pw7YJLeRf3M7v
pX0KErO03wnFzz9nvqI8IZWc1t+i1LE/9vSeP2R0ce1jGQgAXbOCUrQRnZ9Vuy7uWpMmBhhf8O2a
zTddhBd/MCM96oVwfdah22l4+jh3ipVZyYlOjg7zowFPRMOOpPdAeIeGGwdmV+z1SCusu9hD1+0E
NRWjSJpuUXIIokb5TElyfKcNmYwOt9fv6gDw61ozcsNUuaWvlm8wrQjBjml0I0u1fmUenNZ9oLX0
TyrNeOg1H4pqatePLfjPoybGfiMaL1Midgi3r62yY/h65vJhR8eiMPS0HN1RlvStwD/u1b6DS52m
1Vev08M3GXPf2DRXW5RBqdxI1THg+BNsLo/CBNx40DJldMMw6r5Dp0javR/XubdDXqTesiJbHU11
hEn6Z6rO0hsRQaSh6kxjRCYp7M6UwWtQDXVp7TVI2Bvbb2056eAROjWOnr3Mezj2Xt82HD4qqXMX
MaVZGFEGdp087I+5pQ3HAa0ffePMP6c2y11PZKHZIDSH4L3I8QJVBmjCD6M75YihllOQtHdaI713
MkTcYx+JzE1G+s+FFX8Rfl+81QdElTOkbxB3gxU/dOEjrhUYLWJZ32wJ0V7dKnxv0kCbboygcLZc
FYV2JaQEsI2jDlQoyGpkf1pf6UFmNtWDFMnWy2XtMzgUBQ2bFGquW1xuMM+KQpS2UuEaiZns4zRz
HktZ558ACKJOSKP/DsF5ZUM8c3VQAiHFTcxSyTcuBxWJ7BQj0Ca3THrAXBmGbkeDbvZfNN2CD4EU
eBCi9oQex+0QsrK/KV5Iqc05PkXaReVrKDUeVU0o3LCHbb7HL6RWjonX2b9MPu6X24OtTFKSk+qG
CQSJTGFxYSuD4yWxZY30ioTCLmqSZGeEZvvUBzU4FbNpd14BWPv2qFd353yPkTFqZIyqAw/qcmnN
TuaJrMzJxbXLLKBM6IjgiD6C9/xvBiIazwtpc4VeDmQHgZQJFWU3jUR74EEVu8kA+//1o5icUyal
cWUuS8g0rpCChLHoNhPokoPhAVA6qJZBq/f2QMsqL7ezgfQJ5TSBIg3vokWkzczEAeisqC5wPjEc
weUBsy8cnQ6r9OflU6kDfwS7pNsHuvZhDrpDq2GVBbDy902fCAvsEF0dN7TDVwozkp/Pvx0GVBah
mYLY0jHKczyYPGmhQmmwC2dGlkIaNvVg2iovrB2RlwMtPitv1cSj56e6BnQAQBdZqYhdMZTJB8iB
sOpvr/rVc58Qp3Ndm1znJGHLA1mWTZv3cUb0UYAY+oFUvphRoyGKPaR/IThmvQ1hAaOCLUFw3R56
JZ3A7cW0dLA7UjjLe2D0+nhMLGIBojzZR8OeQDJWpQO+JkclbZc0jnjjK954D+Wdhi4clddZvz9/
U553zN1U+V9t+VDB2b4tHZDQrplGkHiQea77+xCTKudVIqrPA7GzeX/yFsfFdFknzsZkwnygsVzh
G/ohQUvtQDM53Si3rVxdvFDIkLhbxdz1uQwItWz7BtiL5XqGYlK7R74YBmMfpj8JRHBX6snb8mJa
2azWXCYie2fPIqx1OaSGwEBRBgnmOkpvHSrfqo9yHMU9T0Bv4/2zMjugtmx/MmXe5Mt7kszIBiOq
6pShmwZJTj97Jx1P6SBXpEW2q3Kr2vJ0eFZGXaQqDo8GDZwT9ujmsu5r5Nj/qaoPR1mbSutUjxNs
/QATgneVGpQPUw9Dxi/99o/eyD6dRd7V9wgXmflG5q2aK7cKr2nKjeQJKiu9CI4U4Y1UIHsEa711
ZvAA2QgqFU35XhG+jp4Z6usIVBlwiu/C1qmQZAM/8bPxpYNYSNyYwBY7/JqPZmjHnyM/AMKGfgpv
LDgJI5yEpArsYxfJ5nMGZRuebuhpuPp2OqqkIpu8vyBVJ19UJUyfRDDU5Vc5xZV0nViFt2hafbG3
awlJuqOwZd4FfuEVJwVqiNyPmqL3D0FcNvZ+0sGh7J1uBEZpII33q6q65g8JaJm/CTSgR3ugPvHn
Eky/wgZuLOsIcTb/YLQdag3AkMS0K+ra6lC4avSfnWP34z4U4Gh3ZaayJP2IPlTrwEzaG/oQVwfA
Fop9GjgZ4JC6aKj2aSy9t/SHuvxDJG3DO1iyQ4RaoQZnnGRUImWv8whEiL60kd+aMn34jgqE0ryF
7lc9giSV8c4MjOp7BL6P35ha14/ay4V9RqCmB+mMRMfnBgbBx6KBTr6T9aR+lGGk/B4rTf9p141e
3tWd7N/DHYTaEA8whdEO0Jzx4MW87EjDBwOGsWrOxEo0wN5XoUBvbpwa511TFyoE5sz3fgZZM1jo
8nvFUyM81K6YU/cpR3jNe2u2QP13hhkJXIXzKn1qM7WAskU9a9hXsgfB0htZ+r0XtCTuZG0nn4be
AB7qlX37C4L46LsgC8EOpmodqHsDjNRPG7Qi84FAlT0EQArhb04DMEs/j2mJmHqLRS8Ugsg71SnY
lVOY8Sp9L2Astbs0K1VE+ruhbvd2IoV3RoQBhnCjiR5IqexisORpoLlxVeTibtAcqAH5rB138Mse
9svQxfInoBDDwSVHhTyAbkWX3ttKkfwY0nb4SQo5nUe8HaMd2jYVeFOtrOSpsgfvb98W+d+6bFL1
lENGESDWhJId89FWviq+gIKBOgdCqKQRZBGt4Ndgn/lHpBCRLQMA1tfskIE+W58MgAl9Lsk//9XF
Qz/UUSm5Puv5Pz1S/UQRISy2PCxW7mmHe85QLV6iNqWZy0AbycIpFVhArt7LKthVIimRnQOn9rWC
xIhQl4EsINKRQEG9rgE4fvuuXgs/BhekTr1NtUgGL4dPgV5nvSg0tyFMPlV0LA5pkgQbo6wk7Lx6
5/nxPKSNs5jkMLaNzGUKnQAP1HzckR9w89uiBYuI4wuMVOSdrL8Da6zzP7cnuHa7cD3TF5M0crlF
Lyeot7k/pwqaOyZRCdkmxC2rlmL6ADjVuhtq89vt8a6nilQCnUTqPrw2teXN4hVepqhBb7iwrCB9
BIDtwr0Dhqt9UOIJDh8EjWk4BZNC+nt76OutZOnUUDSbGiL9suWdTdNJDUsFcloxAnE85oDz//bD
WET7UvQIeqS5lbVHdC7tHq2qwNl6e66U4Sjc0qqbHy28zZYPl2YMTH2En3Y2QzPw3c60A5SRQ9x9
dtInzz42POngFiioWbr0AQrl1OnYBhP/RfNJB1YabyzJdRpDK4+aFmgBUmC2weXXh/pXygFC7hnn
VvrQTl05D2OtGsARQ/vH7eW/3mmMxVl2aLNZDk+dy7EK3yizXCQg42AYwINGqs5WtfYx0HvnZNiQ
x2+Pd73TeLMAGWDJqVzr1uLodl2ozzbltmuHyJ2DCLJ3yJCkjzICwx3WsQrEXNYbJ3llQecCoWUJ
5ggcYzGohMgOtEo6LpE7gXnVoPQ8mtPRb4XYmN91aLIsi4DBnjDFdeOk8gPTaozacXOj0E6K3sb3
wGO3uuYrX82iOeNolGvpZC/zL9WbeCwULaAcEWGwWXnKX3XQd8cQZQZOqRpsVBE0jW1wmXqSydNP
ozfIUaEaf7lNomHCjpdXG7VhDXC3DGzCH/UMWT4MfSnf52XWm+e+iVGe6FXP8+6iQA3eIsVuvQsV
5Hl2dj/QWoy8SvnojTAKD2ot0+Qx0nSIip4Mp/auLozmfSSaznuyoHF/a7zR+TT5pEKn25twZT8A
BOC1R+vONtRlNxu5MVJLFOTdQWgD0kaqVwZH6bCBdrDvMBj6F8PNEAeor8Bnly8hpYaONoH8cQvk
JxAvy7JUAUFfVh/RQsiVjYfsyg4EcEQgUjUVFvmyrVCOaqVYgerBE6lJL30UG1ozrTawRuujgD4A
akRfZtmTcdCinXmcnpubCjKvCmLW7SekA1V7Y6CV+8GWtkZ3lXtiDoiXOw99tA50e+G5CJlZyEbT
eSL7s1Hpr1sU8SvP7I+FPQRvwnGCDfH6LzeXA3i+su3F0uohoV6MMoXmuUJpwo9kRI32NY5k9gnI
tV58fP1glAbBePKGBTC2qEb6te33ztAprlIhItOVEaYXeVmKc6c64cYJWAkgbHzqu/R5yTKuYDfD
lMW6OiqunyBIg+042nC+1p+aavwbmd9uIyquRH2aFeA+qaTR8F22k2FDN4OTqkCkQcC81QTup+Zk
Jm/qOIEShObDGS0Xc2PnXFd0wKlQ0ud6p5wjlldb0wUNZDtDcbUC8vDOT0Xg7eNSrY1ja9YDOLy0
NxHcCLP+h6IhNqbV9ai/urSN/hSYCkAzGrWlZRkxzgYzNcxWcSlcpkjL5h7AsM43+v4kEwQ3D5Pj
+/C1EXf86/Z2WjuhFjjjf6pJYGcuDw5HMejaOlXcpJzMhzTCf8HnObsxv7VRbM4m/S/SVYqSl6PU
CoynyoaipcdjYCG85imQY1untjYGWtuxuFWQoNH6pkGxmI7ZOYhLwQh1E4tqUuQ0cCXC7pfuU3PF
sGMLfLt2RXAsjDkrove8HK5xwigpkOYGEVPrB13mNe2nBsnuqPsXh4Me+tx7BZbGVlkUU2yDBrfW
Jp7bxg3wsNaO2vciSHWQjGmbgkjVC6YXlY7z+iBAPHX42wDSpV8FAaTwUSlmjlCZGpeyLFou6mR+
SjrqMxRbs+PtHbmypqwl961Fj0C7ymuNhKL6/Jh0E9XASNtTUQgLbEnxEZX+20OtbEuaLIRRAcKe
IuciraWVn0kVrjWcR7TpEy0L7lsTYsjtUdYmRApGNR7oInt/sfnx/0AYikwehcZkeEBUpzni3+v/
dnxcL24Ppa5kYNwNDoQCQprNTrk8aBrOMnBCIsfF9zI/69RXTsOowc+rEFTZC09PDknjZfvEb0Hp
1Sj5Q3uzv1Ry8u+8RLE36p8r17LDW5GANp/+q2cbthdYnw7z/V8XMY1CG+3NHALavU8dbR8qfnIM
K5OMjwut3FiLtWWXkkYBSGfe9suYGgIfs1CN8Vx6LVX0pjcH4FB2poPKNZVh6Db20upwvFEJOwTw
q8d4KMOizaRBtqg4xRmHA2kf2BL9u76Al7ox2EqYc6CFzi0uW+egzL/MC1xN7yEnYHd85skCSq0O
SNmR8cidB/hiVyfC2RhvpahMZkpnEJCyxt/LXNhUuj5BRcJx6wSS9y5tNJnuWy2AmzZ6olJOZg65
94Eyfx3fpX7d5QhHSZQLnXQYk40D9fzYXrwz+FWoRUh2FZfK4kRFvV7D5Ec7o456rB4cijDlfZWn
eQAfvKLcGiSR7R29SekGDITi+KFLo+G3ie/Q16Cwc7QWkANB+W8II5V7AeeGO9G01v1IWR0teA+N
muPtk7n2xebs4rk0P3cmL78YPoL+IFCrcZ2oqn7jrxB+E3GcfwMvh84JdnWGtrH/r88eTzE65WTF
Dk/aZSiwOOdGADsOUMDUl3d63anfPMMrxQF0RdIc6yKs4gOgHP2vqa4dbWPLXMdWW0haZFwdYn7n
Lu6rFpMT1HjgK2uFrBykd1DKP8WoE6kb99P6QDpgR2A2M875cmUDkL9t49uWW/q+jSRBgoJeow8b
07k+3kyHWwLAGsUW9tzlKHXiV2ac14wSIyCnTp1+SKssOIFLHDa29+qEeAJBfgKOCPDxcqhghAsL
Ttlycb6y9g78ALfQunZ/e0OuTog0gsIhVR2ysstRANmKqR5NJJAtJMJqRy33VSfk2VKq12dJrB1P
aYqR6gxIWnwhTfpGOBQ9pX5CBe4yYoSrGQyIVuXqv5kVYtP0m2yuv+Wmz1Be4TJCMHgKhi8qYCGA
2H0NI7foN6626wM9I6wsAZkF+AcJ5+X6hQYow8kcLIBdeXMO1cw+CWQC9oODeGoMTvrVAYQ58TgC
ACuBky1rK14gkbajT+BmuSnuc4GLUZlM9TGTdbdXTTQBb++Plfmx2/G4s22NP0seBFKjUKCjhvBh
ReJdS6v7Pe+2sn7jpZ3xE9HvSNt4ia3sSDgQgDcB7M0spcUR8/umiqHr226gtGj45H2+o4NvIRk8
FhuxcW0oPhzJAammegXnspq8AT8mbXfKJvse4nSNfjR3RaZn3cZQK6eZqiEHeU6B5hTwcp/EDiL2
qKfaruyo0jZVHaNgrmxZ/659rRejPN/fLxIC1O3A8Y617XI0AF862kjPD4WB0cZ8bkhN81/sRjY9
FXGL0E7SczmrnvRtpJvLt8qnDKX1HMs0E1q7j/TYSUf79vU1FpvyCkBwh41BOWkRFBWUjajx5bZr
dZ5/tGqnPZkA8mZd+y02yfxFLrMLisBwX6FVmFSBncVQLV5UJAQZa1nhdNEgzXCIdXZknE7xfuql
cAub7nMJU+FgRJX26/bBW8nhGR94AlUQwHX0Wy7XtkGPIJAma9sjEo78L/a5vxEqaHV0dm0r2aea
WefvxjKu+ju70nBodAaJ0o6p1fcFJTK6zT1SGBv7eCWdIBaA8ITnAqZqmXNlSAK11SAt6k7GiIGG
mauPERYXPxAWxWaRtjPOiLbs2j9qadACvr0oa6eILhdEF0psMAkX+y2dodGlQ8JrVkp9GBI0V6ER
K+fbo6yFBTaXBDcGNZL/wOXKo9GGi41C2wFF6fGparPoGHUj8s9D8fP2SCsJ9UzO5qZ6ZizxXrgc
quFITRR4bBfIQ/cWjWgN6zf6HFjzZYn5Tc9qdFEw3ZxF73hsO2pPt7dRtppIK+sKRdK2554eD4qr
LE2GEoLN6LioG8dPbVxgyTNmr4bmm0yWy4RulQO6cBnZK8QJkNlSHdfLotB7ro6Awh5t/O1uL+u8
aoujOwPToVjQZZjLTZerGqDbBK7C91xIBrl3SBC8LfFJq+LPSeKZ4X0fJeWjVBuxVbxfib8ar3tm
B4/zuvMxVnTeszxhfybo7TWs9j1uOP6j7lfNPkOXYSNHXN0/M94QaB+rSt/5cqZWrpEjxipVEl12
35A6Kx7NOrDpkdA7QJ1mOBohOSp0V+eujqP01GOlsb+92muTpn3A/kEeQEcu7/J3GPRmmmpMHty2
MuJvQ5TXzp1ppRHmd5nEXoh/MMUbF8/KESUFRy6Bhjv36vLioezRy9ThorMbq91XU4C7bu4Up6ga
838xFGNRupnDMFny5fRwqmiz1gi44wAyfEpCR/+NDcasU5riwbaxc1fCK1jV/x5sPqgvLnAh+iEz
Rl4xZhsIfa+QhX9rcTU9D8DHMuSUfPUdYA8bfT8QwoN7+0uuhQGeG3NjX+eDLqORRu9RR3vXRpuy
z59CPe7fwBTQNlLmtW/HG2oONNpclJl//nKOMflE0Y6E1xHLWF2GKLKOJvLjZeFtLOfahKiU0kIG
KHrNmtEDf5oEUigIQEXlOUbI8mBnMv8XowDBnF/XcyP3ChTQRHDssth0gyQN7qY4zQ9TWBYb+3CF
cmMjb0dY0WDA0YxZbEQK2EMxmSmiymVSwLVT6w+jRIiPA05NT0dJsvDGAN2jITzUBQ7EClS3N4DH
aFrqrXIQCu4RllVWT2nk4683RcbGl13EXQziNIrT8Mx4KlDfX8bdctRzqFdmf47qrnnn4/R7Gtsp
/4ReWvkG2TdkSUPx8/aeXR1zLqpSvqV9sdxN4Zjjcej1/bmTtG4O1VgnqK+GzSHEZCo/FrrACIIC
JEjI2wMvwh6T5ckgeKA7ArbF1TZO8yaL42iYt5WBQivKGPtE75Jfedrmv2WEDN9GnF1s5n8GhApL
pQ8C5BVgtdKGtg+0ujwXsVKfJw9HgTQO6w1qzfooFGlnZhfghEXygyBvjjBTU57TfEDi1xlU+70T
mdrGZBZB4J/JzNSGWQ3i+rPhD2fA1G6qM67Lk7830Nu7Mw2MNg+B9Ls/tz/VymBULWG9o4BA7WGZ
NuZqOFplGDRnhMeUhyaIWsRdvfRpFEW4cQTmy+5F6jHPCy0ekqkZlMMNtTyk2PHUGW6B56Koy+ZX
FgUUNzQUm5+yIkE+qgsro7vPcDZ5B3ckeRpHFTGw29Nd+YTgtjl+c3glTZ+PzIsAi3geFbfKr8+0
wNo3VDQnOvvC+3x7lLVFBefh2Crwe0jTi5naIVj3EGTJOYD5joVb+qOK7PSIytZWz2vlpM1nmxoY
oJy59HY5n0E4faAOVnXGbkDctYON/bej6x2yW2HX3jWOiqnOqycHLgJjRcI5iOZlrarI/WaQldGc
KWoP7wo95jlrTg7K+bp/uj3UMoebt4xNU43nFFciT9rF9PTSIQdOjPYM8qXEZzkPcKXGmSsBvInV
3H1tVPnvLB5RIokh6RIHxUe02PONeLbyPdkwACX5FQSQ//nnL3ZNqslZTnZqEP/tpo8VttwpdpQ1
epqp3CIVrHxRJg13dpZruO62W2idmG0YtuewzsYHpS+MT17Zpjg21rwh9nWflVu1nushEWiQhE5q
9+C6ltOzkzHLkjCqz0nV58fBMI8mloUHUST4GWFKc7j9Va/PIMMhL2gyy7kPNCd6L1Zz6kmyAqSE
zyCbsO1BLgErsWzcGOX6mzEKUh1A8qiYc9ovR0myNqe46VVn1OWnp0Iq9h1+CJCp1LZ65YngS0GM
p/XMzcPbe/koVkrdC5xWmc6wPEt8diTPfGHlJ4q61Ub8Ws7qeSgO+0zs5C21DNeQlKa0qhJxHkSQ
uXrWfg37oj/6SF1vrN/yKy1HmjfNi6+kjtKJsVkWZyMo+lPfeuZBV/QtotLyTphHsVFH0LiDHEom
iwPegVbkpmjVs0o2ku1iw/xMvYn+I4DtY9eo0THvNOeRzB/cgDoWr2PwUJ6jWEw0o5pBngIH7HKS
MfYZaRwX4qwhu3yPd3ILIXjaanwuz9c8ChV1AJM8yXjnL7YilG1TD4ks5wzawgGXBCwVxNTjkBU6
+F4Z5cZFu/LpuGbnHEVjT1KavpxVOylkQ/C4z5OfYFZHUS76WlWWHb5+M86tTvI8BuKNu8iHOsvM
RyUztXPctOB4PS+ayrNs/F69T1Fq3VIAW5kWL00W0KaMcF2SNvLSVMDgy3PRGTBeyih6w8e1zrej
07M6wcs0ha9FoBcQhoGszCTTy9XTINUAQir1Myceyfgwp8x/DvS8/lgWij3CHQjAx3mJH5wyvR4/
y6zUNK7baTB3vq5iN634oYpzqN3i2oajUuWyt1WAdvQ+vT3M6BHLaMKqj1ZmV77Pq6xRDp7qm+8m
2qrpcUoUqZ/MPg6db4Mjxvp7QHdL7sRIY+CEEU2g3A/e7K7eGLiu7YcElPcuxX98PN1ei5VoQ+kE
xC8wY87msio1+JrXTjE2gYGwo/MUYXMeKUl+9tVg6+OunJG5aj2Xphweuc+ZwItwE0UVfh79OJ3F
EHRfLPwKzsOIv0art8XvYey+357ZfMcsPjJqXFQwSUVnwZTFjW5XOJlMguEqJ9IEikTpH8/q7E9+
oed7NRi0t1ocp2c8W+RGXH1O/q6GpmBCaghK8QrFmiZ+VJclllFT1PrGQ5HpWAe3mfMBRpNxzm3f
huwRtP5bxGNKLG7b8lR3jvmx9HLtS990KW7L03C8vR4rXxrxkRk5hQbdLNxxuenTAT5cGOsTz4Da
QKKtqe9HFbo6RuRbpJP1oVAJEDyDiYeLpXf0qeg7xeRLNwJt7Lwqd7Oi+WOuhFss59WhmBdFI55r
wDMWs+qwCDUzbssgQGAfOsbQHND0Cj44Stxs9OZWNrCc30+IkdI3u8LXliMpSITI7rnNaU989snt
Pg0woh7bxMaRWdNGZePyWh1xBp4iHAOWfPm8DxQMV9U4m85qX1gfkFEzDkj1Yr7Z+qjfJv4WXGje
A8uNSzccdgkv+plSc7madacgZBw34zkOcGAaNFDRHd7wO+TK07e15f8EPmq+MvMmGION4inFVgGx
uOz0O0GARJ9vEIAzK//gt7bY17JESKZPwv/hUPP18yICNTl+e35nj+dJs6PwmDUjdttxVSKrnQgI
orcP3OpiwtsA800H+Son0FMPfszAYjp1r+LkXiR3qKMnf5AGNV1/KorPguRkY4+unQeNRqsOQkO9
BrzgXl4XfZuPZyPPxdPQBMldU1Th3fyk28hB1gLss6wLr02A7ctTHtUVvj6ZM5y5szw8EfISKBLs
S7QQNR4VZD8t9ma7zLO0jSrN1sjzsXn5HdFZiZQxY5L0lPdlailHjB/1kxiwfNIHtf3VBXiD7SrM
EDeGXkrAzvmkBHvAy58m3KwseTl2aRRd20QxX7WrqpybvPGAHoRj2B2Av2IK0KthQBOdZxH+roB+
z6OeBBAbTc+5LyIF7xWhl3oABET3MbLSEFbcaeOAYRjGcjRz+4ny89sWz5XkeHtDru0NqkAkP3AR
rtEuaZB66pjG4lwmdnLqHUyaiymhlzoJe2PvrwUuEgpIMNz2vDoXYVl0uolD24QhTlWOJz8Patfp
hhzk/Di9CYJ8vLs9tbWzNit3QGJkwKt2cUr1CzeMAAKAg13bSW9l+5j2wPHeoeqh2efUU9Rqr8Z1
8+H2wHIlZZ1lWIA1cNWTKS9ySdPnnhOo+55zPPqKA/IW+o/KEWF0bixMKe5m5Ix9ouUXh8e+wkfq
RNPaGHfDNBhf0VIR2VuzqmLtAFygiHdermO1W6Dm4+/tKa5xi1LTQFD1xiAgnWY9qS5D/OQkiqDy
73EcmT5FZSemHNFyU+Gd6LT69wYfdCTTRYz8Ov2pHJ+9EKmRDFXXjyOKJvpusssB29AW+fYHIWju
ZK/fAVRrDa5EbpNr4umA4ZiJ0+VAKt/m7d7AvEB5iOKg/y4LrG9OdduG5en2x1jZdTNmhj8oZs+b
4fJsFqIks2wUKvC5QNwTtvPItiMyYP+heuq+DjqKHv9mTGgodOPoACyR4ZVPdXjGsnDMLVQaR9XE
VpnYcAKUMfzVCWdjw63sN7pTXJVCkkMDDb+co4U5Y+d5+XD200nnRdYILdwbWN5vNeNWjpRObZou
yQx3IOhdDkQrXIYjGptn3ajL4I1IBMqQQZ0KCFlDH/vY2E7Tm6geox+3V3QlTM0Ct1AemeS1+OzU
RzUU3Go8a8j/4OluhiMWQh4t3mMHN+B1ZIk5nnNyqYsDnTTJ6eZleHGX6OlQjGgAjueymdr7jLRY
Peihog0HHD+kdjRlshWHV64vWhgIKdFlnIs8i+Bo59jUy6DE9rGrnOyxiXGSRpcgNkGzpT9MRXlE
SU4O+wx/k407e94diwRvZkPP6b9q4KS0GHocLbRSeJ6eiSmlS/BPjinsn/vK1qNzEus6iioawulV
hOND0ZXVxmqvfduZSjiDBYG4LaMlJeCU5FwlKjTZe3vo0zM81r+nJkk3LoSlWNnzd51JVHPth17V
MjuJVaPoM7/ku5ImaW+D/8PZefXIjV1b+BcRYA6vZCV2Uiv2SC+ERoGZPMzh19+P7YerZhFFaGDZ
MDyGTvGEHddeKzEoqsa1JRWHjlavBSp7zsWjZnWAx5GuKb5VTVVcgr62v8h5oWWwLDjOv7yCyryL
4Xho/Uy3qSPdvuwbzxl3BT4ZvPwCQVldP9QlWgt4+OxDSJQd4OTrjlqj7lG3vXKLr859GSWGBWnh
8KJm9PaWS6pS4o9jinB4/ewc9Hkn7pvKCe+60hh7b+yHWvMSJJPvLb2cGTkJi/krddxy9toxbb47
VdYXZ9mKI+NiWbXys5ED1fQiOF9at5lVZBX1oJKKcyaGpsJOQFFxDPIpQrDEcRLrX5PZTqToqOur
9+SH2XSxm2oID0yEpQN6MznqxQHwPQ4pTkXmJi3G+qGfpuTfUY/Ee5TRwt+qMHNEKAcllN0ysOTO
qxh2V5D57tFiD2UrPOSSOUGoIAYVcfYmL77ePq/1DPxyr0BnLuDTzamDjAnseMnqSaO7WP2BbRHD
r06LxIsaE+Y8y8DyyXnj3hzuqw7ZZSgtYGXzKKRNv626lvYwaRtPioo+T4n6HEHpGoBiK8I2s0rR
fa2UVQk+CeUzWb7+3KLm+vH2x2/4V3JC+l2A6kH9Goth+8NWykglo+5u6H4sYVsOzEJV+p2dWBZc
h20QzB9oM0R/n9BQRqEGCa86S66NJTJUamyMuuYbDgjOC2EDE56D2oXjPxPBwF63bcPrAaB/ZVdY
Mv11CBGBBtf1WdH8XCtNXwPEd2Y2h/AdHv0XNKeHUy6L97e3dcMfcJ8oHoObwmKt2TNIHa2+LSKd
rjaYOzeyMuSdQZcOz7BqET1XPWWqcE7vnVlHIuf24hsGCF4rqFxhDMckO6szHfK5QeQrM/2estVR
DuP8nMbj9PdmDhZ5GPLplKLKYi2/4o+bM8SqOaP0Y/ppZwxuqFpIfkVKsuPdNp7CAlgFi0J+Q3dd
fbtK0hoOIkyJieqknBwAaicPWg7bL+B09Xh72676ltgBckADFC5DZuze6otqFW6wWNJMv+4t5I4Z
XX3Q7RbxeMmYwfZYwID1vP1H73rtEEl2cpi1XtvZ1Y33uCBOOLn/4YFXv8EUprzwPFm+MSEFmyVG
+8GqlOBU2oPxghh2uNcY3vpqyO2Z9DRo1+JVl1/0xznaTWaK2oEnmWi3+CQXRn4OIbpzYU4SQDNL
yasnp/HSYWQqJERBLqhm63B76ze/2ibKJ0Tkx6yfSzrJ0xjBGejruaOfGPlilcRcZpyC/gDz5S7b
77KNK+fpyBStGQRYQHBXhes+ycwEUVhfC/LEdsfWQXuv1otDaw/V0RI6pFupHX8A+JAdJFteRO2p
90/got2eku8BhTP7HKNr+eX2Tmz9MOqer6QwQLzWpPsKCsn1IKOVDKpe/wA9v+LCtxXulDw2TCI7
/f+rrCyEsZCOxHJs+nKqhEfc3jfbadWXcdC/94U63jVDq+085Neu/3rLF+0SqoKAEK6kYDpLImS3
8bKiztHfEtYip1EWo3hGjwlN87Z0jNKds7KZ3hVN1JSPkQjS7lFNmD98SCHG+Nq25XRBviLov8aZ
pEvPulro6Mkh59S4MKoptQtgTWIkehjSD3AjmL+bVF100DQjHM/Q1I5f6OFIkAgxdo5ErWDO94B+
5nCO0laJD5rczblHk6odDmWdKMFhtiMj+GAHI7ikUlvqiqE5muGhGUx0udG71/dauJsPEroF4tv/
obVXJs8aw3hMwsakFAaC+ZQkBG/nukJYBSUGiBrdBlAjiqVTbF0Us0PQL1BDjJNhoUK3E3NvmN+l
tQNFEXpdzEDLb42DE3dK2UaT6S/iesfEDOHgTlBFwnPLOzZgw2WyFJVxg+nWpWP4dqnUSBHIAjDo
92Ec/UyNAa3zXDTHPKynx9xURijQsumOlr6xU9fYenMLqoFmGUaB5utq5bwCgj/Npt/M/bzoafYe
ePm9XtnWVtIDJUtcBjxpJb1dxcxmBMmBPPvDPGb/gnvNsWyJ9pJG0efbNmRrJSybQ59qQeGv/X87
tZmmaTme2WGaKk3j8jsoZ+0xboFT3F5qy5BQK2Z2YglWaQS+/SipCGpLCO5HPlraXWhI1ScT4ZCH
mKT7QR0H4xt8BTux1ebnkV2R5L/CRlcbGSajliYxG2nBsGYdJYKw3IuNXhw1OU12koPtxcgLZGp6
hMmrx6jXMFoaCGr4MTKbWAYIa0JJSS5GJ/SdB3C9FGkrc3f4YWQ7mDF9u5dTHBspas+mjzrrfF/V
E1SzgTF/FDP499vHdn3jlwxZM3nUuNurZ23oZYpRVQ3fGEoZiTOcfJ419un2Kub1k1YWM6YsdKt8
2DrydvoogJM+0fwBoi3nPNK1UN8bkNxG9/mYF6h4yE53v9yrn4WEqm1j41bvU0qkn5ralD85OrhC
r86TSuldBbGfyNOmEU3dToEYDj3aVqkPSdDaX0bLDAtXidTi9xzH6sdeoMxwCkpTp0I5BsEPE91w
ekJGFH5WFanMH+waB+8mHbVHt541CT3cPjB/ZF1qaOe4ntIfljHaqWtHkvGrjnrtR40mwbsk1+1/
W6erSo8Utmd6qleF7DqV1ZwjR3TWp9aaKXGl81z1H5oxS4r7FBGA93NhoNsT9GL+aaNUkV9QZoZj
chqABHnyVKmfBnPSwCBVoHw9kF2FAlNm2kRo2xeD5oaiSH5kCKhBtzkl7XTAluqPqZBM2dPyqpXv
1EDKv6PAmMtuh8rozCyT1pk7bnwjWabxjgtfCLE0KhyrBxG3sjy1aar5RMFzwwlmTvivXEV4w6HJ
FP2xF9oAjiJNVKj0INW0z6lqDc+4LOUFgSZ0rm7fsldlhreBBe9ySSMVLjODI6sCWN/2Q1kAzSFk
ij7ald4cE5r0l0yjIl8/2pPVHrs60F0poXVVSrpziPQoOWS1ptFjkhBxpqr8aedHLduw/lEUylG3
WGj1ceRvH/Ocl1U9ZqXq69nUpYlr2lLxEBdJYHHbnPDFQtnUuYxFrMsuIsZx4uWOPCP/VcZtdpeL
fExOOjLaey9/Dbqn2EGyBsCOsU2wfFRI3/4w2l/gTKdS90cE53vfmQKRHLNpQDx9cuTuO5rL6eT2
DZwWXtChxupVNLLUxtUbKf+i5u0oX6R4XgTBLSWDETJt2++056d3Ilb6n7e3ccNOwboG5BBUNdHH
WpTDsKYKtetao1meyx/TIpRHb9LMaa+Y5lyfFgV4kMVAf1ltTSjed5bRoiar+fJQOF+zPpQP4FrE
O41QNXeROUoWVoghq45jkyF8XyVBoewAA65dKd4F1L+xxAfw8q8ORrLVykxRf/MN/stH7prtVnKu
9m6ZI8R+rJCJvmTAIndSga0txhHQ1QEcD8fbatkYnUmraWeKX3OvnmA2Tu5IHNSdR7rh22BfAA7A
mCujtes4IcjkUpIDW/fpAlRoOjNS9aNzRPgefi452fE7G59EokEoSUF6ofZZmSii+n4s6kzzS5Eb
/sQ8/fu5TcKduvfmKsvsCohVevPrvLka7CJJrUHzCSvDu0B2ehfCimqHe9C8vpkgN0DrMYhiwri9
Mm7F3FqBNlSDX8RB4Px2BtVMD8wV6JAxNTzAx4Ke9c6aGzdRh6mMOTSCg+t+eMH4v41Q8ugrldZ8
G+QFndJIlWv1ZXyAZjl9mMoq3Tm0Vz6LlcXUCX4ofjB/sjBevDVMDUQYUTxqvd+nQ10/5moFVs6q
I3onwJnqZ7ZHUn3oSZFMg1qHHrdpwaEdGk0kvGQ579Mgoqo6xHmeKIdwbOrw3cic2+chnulzLUCN
RyurCvUYppFQPkUhIY8LGB+iZCXF4H7XojJKvwpc1XepjZTyArcxitlNr8bWaYBvpfRyouvwQ2b3
uekyI66Jnchsa+9f56EYWVs4RlYtOityUD6o2tZHi2n6GEgQYEP8J1fAWVr1NMKaUx1GpRo+3Da0
G9dsac2B1qc/Z4AcfLv5UVFpKYKGna+Mg/OchcbsGaVteaJQ7fcYq3bnMxersj5sapT0IkFeU0Zc
tuGPohMlsI4AGiB5PEbG+6FQmh9FaUfeEBnjMarb+ccrEe1cNMXOPdt4tuSW2CD0i5bXu7pm8JIy
SlbTA+30xnL1Sm3PBqyX59v7ueVmWYFXtFgH1AVXwXw128lQCXP0h7hLy7sWyu7mYiaK6ptigLIq
KUrkgyvblqRD1olovjca5lE/dkpAz7DvtKD9WYeizE8Yul5+DpB9BfcDtf9nVZ4ifef3blw7rCV9
tWV26XqgKBsGGCzrhCYeXAW0h03xPDFaTCDQamnnxnWQ+SWiLXsak1vrLoKa5MPUdqHHeHsPRKLF
vT0Hky+VlrhkXRu/1+ty9Po+Vd7hJhsvyur4y+3D2bjsr7VxKn8QLYEkfbto348mpyNGX7NncUCx
JT1Udm8fx678EiB5799ebuPGIaRCcxb/uhCyrZ50XaSyDnfx5DdNB1u91Ttq5OoC7sfb62yF5gth
ywKLZ14YQ/H2u2ajoh0onME3wEKj+xhq8XeIjeXBnShtB8cxqnVfkSoEnZoujT/KUqSr516vjIeR
BuX0/fbv2Thbi5AGeCpehDnG1c8ZYdXW7Uxu/HggwPPLLLbeC+7xue3U8h6e50Y9KllU/n2hZYkU
eRbacrZX/Z45TeWYlgQThZDfH2HjjdwsDZtLT1hwvP2JG3GjhQHDb1HXoeOyukmTM5GrxqLxy3mh
5Q9hykYwx/HkJG5PoyaCsxLI7SnmLZ0iu5w/3V5+o1S4cNDTTcKWUqNYAzqSGWx7rIrWh6B4Dg4q
xHC2WzRjDu2wyGU0mB0lAanEbT9qcYaSS5so4YscmeqefstGhAcj3RLBMi8IGmFlV0eybCjimdwZ
0246mGB0TFeXFpJ+SNPqvR77xhPGgjPBwLsCirZ2k+S7QLfahtmuoQSx10bdhTSrc52yCA5NJxc7
ae/W18EFsPAlc9pX/JtR1ZVCc5LWb8fGKb2q1uzqPCIX+7W3o0bdEdfb8I40ZUnPcFRcrTV+loa+
aDqzhn6pQdGvkxTHawyl9LtEkU7WOLV3I3Re76uMGuLtG2Wo2Ii3jplyyxI285lLj3Z1jMBbkqDM
GCBiwi/lqfaE6gfFWFj/KWPItMAYHXmaM3v46CAyXrulbk8vUJpLwwEMX0CV3bYDNOLm2bYPdSBk
xN7tYJAP7dA2kSvmCq3xyRlq5WDPVISODQx8ideEgGXgsypH2Y31OTa8UAuU3zmEcp0LNc5kuVYg
rI+KaCSIOpt8fAo6xfidWooUnYyRroEPoafyqQyDXHf7uugAejTdR2ewamTCGdRIvKBFPILDm1rk
VazB6T3KCilgXqUZDgZTib6pRsHwu4zMLvAZ2mstD/Vh6CzrGvYN6KjidIxcI+8a1QuryPzLeXP2
nAK3Q+i3cL6RqK9cRdCTvpsRMsvMN3SeXOaZqxyOchHJzFEZu7WAJQj547Cvlls81x9RGNq9dIHC
0LyIvle+B62u/YQaos9PXVkPppfXenpJRFR+QphOF3dEVb1+dIK52pMhWD2v1x/CNBLkGQuS6Arw
UOrqROezNy/SkLT/OJEC/k2twnepUUQ7JnvljV+XAutLvEEtnhh7tcUwDURmQVEIGWHuQtLI8yGM
0Ni5/Y5W9ul1FYhlGY7jKK0rWidku4bYhtbiEkWT5UeNrR40xEGg1SuL50rvo51kdOVrl/UW9Ar+
lsgW57ds8B8nSRlKtIIm7sXq5+4+6CPnWM+59MQOjN5oGAV6Sc1/IBKBap1uLVBC8rZ1E1WlvRDa
EotqbRa4aSHUwzBIxkXtjHinOLKxn2CclqlQokWq/uubGs19m1YRpxYLx2P8Pj70zDSfI7tJmdwq
2z07eP0y3qy32s+MPmDSJ4l1Cc049ihbq09W2YwwUlXJ5fZV2bj7QGEAcVEnYC/XYB8xWlmHvpN5
yUWSuyESS+8Gik+fSzPY+aitTSSpZ3qBAGkp+awuiaYBD7OH0B/KuHeDmE533djt/TzYiZdQfDjf
/rJVdPR6KRegsIPbZNE1MrCPc0mbmSz0tdqyMh9UffE5KRSl9NJSG77Z5uhkRwJaO3ShlVfv27RP
/Ns/YeO1L2BsLgQhCbZlFYO20SjD92KHfica5WgIyMaowFU7r33lr18/lOAL6AJD0LTCVrfFULM4
qyothNSmFQ+aiPpH056tR6s2zYcwoLN9YIfa0LVaJ9zJ3NfTC/9bHE7wBTpM5m4tp/7H06fdEObS
WER+ZJVOBfMMOl+wDwMfeOiaAUkrpSqhbBgFwCfX6JsouDOyHmbtXspFeWBYUD/Xo6nPJ7PP6iUn
TazuPEi2nR4MW9ShN1PnVT1r0Ks9ybqtjaPdu0xCLf9eZyxdSg1eGA5E/AS5kWupknUKuih6zuK5
vXMAo7h22shHa8rt4+2bsfXscAKkS4uQyBV7dWCVQWa3o3ShXzIcnG5Wz0FujAcikGHnEm69A1Jr
nhxDUYuW0tsTsnh0wE/n2C+6KHXOFQoDs5fWImu/mYGmfrN7Tfk60phI3DjS7YcUZKezE1JufS7p
kLrwh1HmWRd4tMxpa+o7kW8rY3x07Do4Tgx/NVM071iZDVfEzBfUWXSfFz6EZTf+uI9JmoSyPsUI
OdAOo0gWh8hyxp1Uz16UE8m7vem0wzGuhi7ZeYcbBo5hGCaNyfpgB14bHHUg+dZ6GB40+FKZFunt
BBxTX8IxV/LPPjRUnKodz7SxsTpGFXNKPrLkIm8/d4zIv5wklS5ocn3Oqrb4LGf557y1+50T3NpX
dpMAkCTEurqwmWWQCKhlcMmymiBUlhiNnNEOvqsGqweVBJV9AUt/me9xwG19Ieq5Sx5PFn9Vv5hk
pe3abIDsPGsj+0DLsZBdykiJ5lpjPe9kWhsmAW0aTo+x+4VKZ7WfVidluBLozetRqOHZaS3kj+2p
t9tLmRCin0vM/S8AleHHQgqbaecKbS4PgypTCtoC4Fzd3lTqI56rHVwItaTPCgDV8hBaDb3jhjBj
fOhs3Sgvup2UtV/NjMR+uW2WNmzF/9AUIDToyKw/HzRwqUx1EvlJ3lv9T/T72uiu5P71B4bIENoT
tpUUyO2lXeR2oVELV3EasUcusnXm7D65J7Cfa+kXhFeqCZYFHvHYhPeZ3SWunUHB0VphvvOA1rD+
xYFRe8b+EzBzs9cTsWVhZ+ksWdKlhiogfHQEqO8TTeiocHvmc/3SIveO3U5qLKooppw3L04OCsST
1TCzTkBp6+Rsoc97Z4yS1N0PkjQ9jR18wjtXc3NTlvSMQodxnaUY+SDAS4cS6l1DZ7idSMNvEjB1
3YOdqNzrSW4ZMy4hVOcYU0qzK6+Rp4GaBimCOFEBSFoyqtJwdTuaNT/URPg95v3sMQdsREt4xIUQ
hdyTitIqWiI9a0c1lGNfn5T81AjYUObB3MPZqssvX6WdBCo0lxwERpau61uTmdpzPJa2QcRSt1H+
swpTJb6nwDHFbq3O6ejGmho6d1PrFOO5k61Z8stuMBiwRywk8UNVy5KXSqeJ7061Vg/3QdF3T9EQ
m63Xar0wvGlOAMQVMei4OzWxRP0hhh3O/CURhbXukIuRqAbJvXLnhqxLsMtdfn00DM/CPn71fAdd
GVPoC2JfcjLN8RVztkZQJ/QQ3WqanPCxS2RRe2rghLLXzQ07nBt6o540TcqehJMitXrboGydKQgc
3jJIdNK05VL/4Y5NRWrkQTNjX6F+4seVKSipIx9ze5WNp0FcQ80VbAig/nXhoqpUu69NO/Zzy0ju
ZMLh57SdxdmiJPP19lKbHwQ8kj9gz6+iqTlP6rie2WI1BNM5JqrwaNJpO9u24W2Xv5tnvmAfyZ/f
blsmV6kMS2bstx0T85K1ID+HGvL6UqBPKnS1fYRPQ5z/y7exiQsATL1iHs3mHl6SlgeohkqYu4w5
SsmhrOxsZw83vJxBYXHhH+DQYOt9+3XBYDelGWaJn4YRKRHfCClmTOtewMBXUMRzAjsWT7DM9p/1
vEr+XoCLfIcPNJhegm5wbWjCahajTj0RQ1OTljmqzsh3JZ6KWg4uRdtGl9v7umFL+VRGHmkSUxxZ
e/UhakIBWifyc6NNTjMyVBd9FhrQ32h6kcdkj8JiYz1AfKDrYOcAhrC2cC35PqJ3VejnaSOOzIob
LtQxxTkQ8XiRq+I/eCZzcaDMLyyyFOvJOEsbwgyq3NCf+hr9gTYTpwlTfkKueE8MceOlsxQeUIcD
wLmKBjHdyRBVaeg3ZuwgzGKq95UsFF8Mce3fPrXNpZg156pSDr3KJOYxUUBQkR32A+rGcwIRZlCF
9p2Ud8PfQR4Wu21CagI3OdCba0aruVTyoe/SyJ8nYyru+ybQatCXuaEdRDWjaD1FSRL8Y+TtHL3c
/spXlpaVO2QaF6zYkosS+y4h4R8WWjHSSjVgQ6eJxCz4GWYohINH2yl/NlELHBL0T3nq5irQDpC0
T5nXorViniwzjjLPTLpu8iRN6C99s2h+V11nPXQm/8PRNJL4KWRqNdoJUrcOhoFPMKQ8Krp7q9Ak
RQsTeqXeuQyVEVKoD50LVaDsjsxH2nEs6xbX68kseYBMU4Lu6fpqSzr0+5CIg31C1uEpriudQLgc
mBsOQWNUUXQc8mY8VkEcH6o6kr2qjbudlHbDXC4xKgKxYAYo76ziogZcap3I9cLzLfrfZTn2d804
6ofAnnVv0uPhg23kvwKG9nfuxoavI6CgPgHbJynfur84R0YZxyME4ynUopcA6NuzBUBjb49XTZ//
7TEkC9TaFl2Mdf1qnESnjTIKsYTbaeHSYtGDwxS3XXRSc63+iuxC8tLmUv9itD3/Bz2JCnJNAITl
SZqXxg2D1U50uv0wNowoRTtYAIF3LjnC6l1ksBlGMMWjzQSZwmNshfNv0wlnWGQm+kjgFv+5vd7G
KQNgZ6PZAEA2665bNFghPTm4lYeavotj/raU+F1Um49VaL7Uiva9LJBHuL3mcnNWb5/JNuqSdD4g
WF+HGc1Az6pORwSvQq382jBd68k2k23haFGmncVPOTX1HVu38Xp5uiQWPFw+dl1wNrU8agl9Efdz
kq9UmlqPmVq4zeu53nk3ywmtvw4Sx+UPz/eKSMGsDbME0w6Regyw3ZNate2YmUnE6DJyodtuabZw
65WRUv0b1nMTeE5eS8+3t3jrc6m9LXBoOrhXxqqsM6mPKwoKipDU3LVS2XxqLAPuiN5sgXH/h9Xw
I0CLqDlfBcJGMyKhpFMsAfeTeYpRhl9qI0q8WOur//Jhfyy1GI8//EYfS3045n1wiZukOFed9FUT
yXCalHT4Dy+Rgg4cowrN/Sv+3XwgwWBaDo1GoKi+UCP5Ya4xDvZUtp49NntopM0jI+bmbm5BAYWm
UUzLquDCQEcTA4Cd5O6oNm3+S1NmdU8RaOsNkhuRsdEYue6dxYVcyU1roi1oGssc2hjnyRPoUiM9
qNMkKLAkqkLXF2LQPQr0rQ8lDIcIGCO/tCPfHqGjjeYQTRLP3076o8yGPBUluA2t1Kvj319MKni0
lS0mPq7pTsfYnOwInc2qDOcTU3A8ez2UL0oHVOjvlwKaQYVEZ6ATQ/P2q5jylwWCaNYlhfDrOZeV
kLc3WV4/i2pPMXDLxBA40RZc2q1XkfZgOUU6yzQGGdm0nisphMot0OX3SMFBbqm0Q/NImtX4CBkP
XwdaM3v59ZbXANRswHi6TOuv+8mhnkozEAESwygIoCStgqI7zZRNfslZGPyuGBJpDuGQaS9EC9ne
sODWBXIoNYAT4duvypUOPTzaDo51sfIpf9fm5ngSdmO6FHeMnVhkcymbGWGCEbBG6yABQHAUGzR8
L2XXB6c60eZD1cfpndyo/0ETDO1e6vcsxJmu40tNncitJJZqHHt+EKbWey2iKl5UJaPbp/Xehd24
RGzeIt7A+Mh1cyQ0kqKLwatcFrWpBq0RY/5coZpTU4kqw6+TkeK96kI1fpBElHeT2sS/bj+ZjUAP
UAIuGSu7KG2unswUtswglQhVqMKwvLpps0OfW3vYh40jRGGWPiUIC0j31+02zQbBqUbIg3UAvE/D
/yjL1PGc1Km5E9i8hqYr30/YDss58HoVyrxVjhDlNjQkneNcejir+osxxKlWuC29jX+rKBucF0Vk
gQ32tcvqX6HUGg/zqMdPigg08WXWBS0ivRfW8DRogzSehraasi/S0MOanraTpXhSX4b5Y65E+cdS
0Hdxk7qen8y+6SRvgpZrfuiFIn+kAdzWR4kZju48T8H000lED5Vv0KjaSR2mimGyoSm8YWqjGJCi
EhpL2VmZDjWS1tHdNARu7WTOP4o1TON7oxgZhle1WFcuRdxkH5W5CU23QaS8P6hgw343OmOqbioa
0XpJXqjyZUK94btUVmpwqMOOq2RXTfTBTO1pdIWZ6oWftX3V02fQRYzGjFMLT+6SFsELmTbZUcmF
Mbu2sPWnxJmS9KUEqSMfb9/AjWibaSCSbV4BF3D9vKe6Z2hqeXNUtSRvGBLhS1qiuHlhMFmlFubf
B0qstwCdNIVB1fUbjwlBA2NADtkYZOt96Sj5XSsQ+oBea+dtbd16bCBjBfB8AKlb/vkfcVLbS3EF
f2/oR4aelierK8IQ3rgQZL8aJzAd3N7IjXACz0d8TUFmA108VYAdyJ2lSwcw6IR7DD8Z09i4EKWZ
h0TX9QOV42Fn0c1v5G9dmDLANq1fdmXWVQP4mC5kD/CVwwueVKc03yGs3R5vf9+WsUQdhCEpwJ40
6lYPu7FGfRqamr4EgJWejpAaUrQw6th0awnFhIOWMV7mxZms36lMVo1eElladbn9K7Y+GNzR0nJF
4vrK7yOFniPMR7VQREP4GXWmwtNneJ5yCaKV20u9RmFrU7bAqyg/LE3ltYvPoZjS2qSlQUUgOH3s
nKL8Rj/UEq7IYj06Zdk8TKdODYrsfo6l5CFsaaAxW5qa/6SglJ/yTDitr2UGTFUWjNN0bw0QTUhe
SnryPg5Np/Di0YBzR4q6+nOVFSmkkw2jlq7RplLuFfRGvoPdSL4QqhbSCfFv2LodCz0TxpCKe8QN
4v+gbgqeBfIa+FAA/K9R8iM1OUkxVeniyPlnBj6dM3PempvJo7ZzlhvOjzF1hqOoJi7SX8uLevNA
E9UJLKAYSMBnx0Dk2N5S7PGeb1WSKDXTaqQxgzVY9yhKIXSnznWOMdbHhwo2BwapysDtHYUtTgpd
/1eg/X4czfSfoY+YUuuUX7ev0oaR5SdQRYKLV8Xqrdy80lHILByJZ4r6/EXS02xwy1jMR4BCygla
4HAHNLDxTDB7FPhx9joVtOWf/7G1zWymQ9ZM0iXVtR7e1j7zmG6Kz52E7739bZunSAyM2Xutk63s
QjWPWmJ0mnQxYOi4xGY0XQanNnaAjlurkFgvgC7A31dFoRjadpQNAunShPrkwVebHtUWzajb37J5
VxaQHNMDlNQJYN7uW2lLsT1OFPBlCA58BwnmSzFq+rvepPJtOOP8m561DMIdmDuERMYcHUCAme9v
/4wNV+Ioy3QMf6gnrMt/ozPkbSbFlPWBHV8mVI29nimdI6HpTPVm7M60DZOdc9xadMEqAT9Ay+yK
47iiM5XDSUWXOwrBcctScKchovSYRWl16cOi+qB2zODd/tINp7IMtkEOQ/+Zp7kyAXVTxeY4lgDB
olh8UaJIO4ZtBUhx1uLDKNX5/YgwuheNeE6l+C+KfwveBEIJEpzrqo0cT6qAooB3SZPzsWhFcVAc
8SuwqTSS9o87W3x9ialrAO6AwwLS3qv2V6K0ilDVJrhEs6V+srQJOQCnmHbe/lVmSlYKPxCNGioL
/Fl+xR9vf1Krtmrpalwc0djv674W7zpHbQ5d1llPVa5ZiL4KQIngl/460WBpqG/ISqkvLnilt0vn
nRMkzN91l7GPOtmdzaj61gTzPLmQnQZ7kuzXrxVTQEnDoSVFu5a2xNvlwsnWZ0SdhwtoDC4NwxrM
CIRTMofvemuszANTUZbtzYVgtL0i8VDdTB0KYmrDQI/i9lXe2HYSZCb/l9dDoLRc9T+2PUlaKLyS
oufbC4epCYD7+TFkN16SqrP/seWq009ho1mMZUUGycRfL79wpeFgCI/wpisz3M2R1g90+C+ELZpX
thSW3HY2G7dI4/6hKUB1iiyz7tQuf/n7leHTWjJLfPlVs8Lp7JIiSz3gAILaS22R3cuFXo2unhfD
WZlD+76uq+4AtDrwby+95oBA8JrntEjoctcICdcUPoHdBD2UsMMlma3+Lq1bHVqHIlAPah/N51Fp
pAeRdNpXZ+qQVqni5pTIWuBWJjQZ9DBrtxFG9KMLCmfHsF1ZU37Y4g75D5BDEK68vQ2lhhB3lKj9
pRsk84tdmI5biNk6M4OAJpUTaZ+ZSx4+396OqzCD4hsD/RQUWJEK3OoOCMA1jEWr3UVkQpaP2phl
l8aK4neDU0r1CXFcPdrxmFcmban3wVC/dGwW/fj1rR9SHmAo+otTkPcaajwdZcrgx9sftrkK2CEG
o3EWV1CxFuarIgia/lLXnfGvMFKBrIas/YdVyNHwQuAFlh7J2zOrdLQfYIdhlcE2zg0k5ycakHud
gq1voWGPEBxyJrRIViFGMxm6mPqhv+itNHminqLDYMHtf3vHrhFJHAywHJB1+AJi+dUyoqJSYaJt
f9EHyz4zeRnWhyIwleckrAzG+QHHOzC3FMbTHJflc4XYo32oaFlF3iQye8/1XV1NpjfAkejwq4Nx
IYJ7u7el1UbCUqr5EkldqrpaQdXFbaGHiFzTKSE7HYm7ft7eg6udXtakvAaVAboNV022VpRR3wAA
u0iEp8+d3jZPuQiGnVuz+WXIhDIJg1/HIb39MruMDaNndI0QJpy9Une6SwIf+gfat+oZAQFnTzr+
ytHQD+ep0VcjSFuoyt8uGI4t+HjFmOB81pOjA5ztwYLl+eMIc607KqF1hiK4uoRtHP5tB3FZmV4C
/8LHUEt+u7IZ0wwCBQIRjFSJk55rTG1P9BJMB9qEHcOy/F1vku9lLfwZpwdJ7xXs2dbQBm6FNF+A
NuvHOnCmh7Y2o49DjRrHzlrXgQSLKQY2E9dNzmusrPVIh9BqTXW+DJlUvWiDGt0Tj9rxKR/q3nF7
vYkVt22M9scQOvqT3TvjuyShIrgTQ1zf2KVBu3RNQd8uKmRvN9gOW9GHCUG+WqnFM8Ma7QkkWLuX
4v8fZ+fRHDeuruFfxCrmsCU7qBVsSc7esGyPhwlgBBN+/X3ouxm1utTls5izmDojNEkAX3rDpWU2
siEuB/wvzJWXy0xSNVDF2bJssLSMkdYewgSq5HKt9r620Fl0qCxbGp1w9I0lDfeuxHBvLyvx16gr
hlv/eZw/uNP/ZF6bEoPjI+R3g+jHEOf1pJ9at/yV2nradZa9XMm0XoX2bTmHHhicn83FeHvo/yzX
a0FXMTD1jb/6et9ID6a76y7HudRdXE+oCc2SpvDf3mUvFz17k3W9Wp52J30Teot11MMqb7Nutq/s
v9eHDi0tGl78w33G0Pzlo1U21bWvOQepvayPub12exWUzU0G1eHKUq+3Bgk7xnBQMbcs7jzYGkaZ
q8GdnJvaqNA6y0HwuONwjfr2+oG2VbYjTcf5tQb01rEEc9g5N6rMu8RexZzMztJ+KEa6729/oddx
AMAKGwMGAdDRV6Vs6doirQrTuVmx6o7DtDL3qx7CvZKy2M2gcb+8vd7rbYjYEfB5a+NMwGiyX34r
xe7GezR3aQiI6YhOVve9aUq9k1m7SXYiz9bFQFnNK42YS290mxOgr8TXo7/0ctkGinCQS0yoAXLm
O5B6UyIshuWN4VxTBr30RunFbHAKXisQrJdL1VRynVmX7k0nqu6Uq7H6lHW+vtelvf6OVlq2V+LA
dohexhywZiRNRAMizyszQcRNraLNYX/OdtH/EEUVdLeYi0NIcFrZ2KS3g+EdRS+DBOMm41S7dvPr
7a964fVu81yyJNIJMt2zSIRv9CDaog5usMVGuygK2sStUmsfhuU1rZoLJ5DuNoh/HvnCYHdF0L+2
M2zYdePkR0hx/k7zbvZvP9CFjwg1ZjP/QFTqNQkOCqgnJ65RspUuYDTnycPceuMO4mh7nMViXEuP
zh6LSSyBDVcKckyQPzRAXu6aABRAzYRJnOishPdeiv2jcvNr9d2FVaBAE1lAkAAwPq/2RT86EQ7t
Ar5OVb9DJLffadwAn99+eWdnfHsWZBlIXRm4XBDSDNxu8ztdxcm16jFGo9Laj1r8DCZLt7G7OmRC
GUiIvzsGf1YFEENRRw+ZOe5ZRjsqZcGy6MVpxunvY8kQ63ZKnbKM57psoripuo1GPBagxi0vcx6r
kHna//IbNiGXTTiOTHN7M/8JsnhqrgtBVZym1QyfPYeEa0mDIO6ytEz8QvcPhhF1MXr+8qtw+/bT
3794ah3GeRTT1Jtny7eC0S/yJc2JMbOV9OvsfEsDv4vJz1RiG3b9ADmMW++vV8XnEjwLACi6Fuec
DT33qIysXXPSkM2eMvyAjp2/DJ8Hcwkfyrb6XYDB+Pr2mhc2MvuLiX3AkOt198ZqaqF0P9WnqOmc
9+jc4lpgmOLm7VXObtZtSwE/IABvlssg7s86dRNtiQX5iPq0ubF9D3GDrfZzN1ftDZlNj9UHJiVN
PJUo/scVguD9vh3SvrjSVz+7XP/8Cn4BUF6HbhW0xpebalZhNFoelqhbM+Fr6k6/cJ7zYqws7Y9v
P++lt/oHdEiGyEV+HiVzq9XYh8nm1KWpOkQIqx20s1THt1e5+DzccX9CBa3ls6QwHwqUnXpdn4aS
0pMRJLIsDkqjajD+Eu7059UhybjpOGIwgYb8y1c3eF5T1nknT0Gw2J9nR8AIHQ3O7oNvLFsGbDeT
f8rKvGx3NCI9eeVovBZWYyRDZwuAwsZ0wCfh5Q9AiGVeo9ROIVOryovtSEhE/Ce0EQGkN9avCP1f
FGNWKzwpLm6mbBMIu1h7vIt9T6R+nKsy/Gyjx/uvOzez3C3BxERWz0Z/5bOcb3aaHFQFbDCiK5TW
6OynRp3bT4CI0pP08WZL2nBO3V3YFv0ct+RxfqyQKg4SL9ILbsN+lpufrAIVuCuv7HwP/vkZ8Ji4
ySnygvNiEmncyjOq3jj1hKpktn3x6DLiuKIjehbfYRPxsMzKuECAiVK2vvwuSAIHQ+EXxmltCwj1
nhHlz0uGWBR+yU1vHzJVtlcO14UlEXsHiEmWRDfwvOeYiXRGf0ulJ6fyw37XG61/HOSEtVggiuhD
WKjgSjg4P2g85CaDj+HihhMH9PfyIQcrHdFDytJTP46PnSOnvXK8KsbLWV67KLfa+z856PY+YUih
HkzOhHDAeQkGKYQqYlXGaV5844HERQQx0pvaTIp2WX6y4bQVD3Zp22jJ1RJ/19Iqfs4d7OCdUbf9
Dyd1HAKV00W/U99eG9S4fOvBq2bvsXacZQaz1JUW4g4mBtGGNMzh0E9G7QFva7MmDnC+9H5bg9mQ
5GbzssYmBKPopvWW/nkE3VzEm8Vle1SV3X7yig0FBdhlM4fCVbfeb5OYJV7SUf3052l29jYKBx9J
WEj0+jaqH43SQDvVglET+wrxg+fNW+2uBjSEW9vk+s2DjaGieoLSVdsxDGSp8dsWTHZQrNNPbm92
Bo6bURXFvayN/qZAgabm33RWvkM0GGHlrM4qGOTSE0/FbDAAt5sVS64+jBYvMZ0WhyuufCyn6rkd
33em6mVcN0FwD0LN/DTiWfdhLA2mA0ZuTA+QGtss1pLwluhlKW4bGYUfHCf3sxifkuCdg1bS5xAD
ZoDtegnSXdEEnXvIuR0hnWLErTGP10sXy34yl11U0YtNFO9linW2wuTu6pTrNMzRvmSdVIw7R00l
ExNjMQWmUzrymCc1Ah0POzNMsOxt/c1YyryCkjGXn9+OKttV/nIH0tjwNj4IlCOyke1e+U/qNfXK
C2vGtSf0JrO9Mmwcr3uzOphgzvkZ3nJYC0fs3l70vAXHvmdVwLzbfJQ5gn9WV+bKqFakuLCjQV4C
sWxER6xd5zbEZ1yTejP2EVL6jXh3xuimESGfxM77VdyF5BLDlVfw+ry//DFnr4AoyMcxsBpAHzaj
bY5uWON39n4xw2sdigtvGzM3Em0maJAGzwu+ALehpZ/tTaAxAp4Yrubt6DW5BDemo4PmoDwoZ/au
hKgLD+gwM6X3hyPkFnNefmOBskMxSlyMJq7NY+qb3U5XeZNMc3Ylv7yw0qbwReW3BW5yr5crFcr3
UDmfrNOYdWLXKa98VmZu3nWjl19Z6lVc2BDuSMHjJUTTmPjwcikxG0ULPSyCqWA8a17rLQjPj9FQ
REOsnexaULi0HD3ALSXiCQEtv1zOqt2G6XQZncoM4TudK5fBOn4CUZk6iSu1l7x9RF69SR5vKw82
YpTHsmfZ3gzLDTVZDbs8DeSndFJpGwdGY31ta230VxZ7lcNsi9FyoQmySRGch3UX7yFPgNs4eVVR
wM21U9dLRG3LfWf7w5jotVuyeJJAZLglc/F+GHV9pdV06QWT76EyhpAUgffse2q7dDOrCIJTOFjr
Q4ZPlThOg2V3e9sT9V3LFXolszjXpKDXxAsOQvp35NQbs/blN3W5vWXVtNEpr0J/uOmsQegd+lnp
stNmEEw7WeThvrYw66U5g5fGzlJT+s9QzzYmwSCf7/Kwyj61RT4PsdcO1RADxAKk/PZW2O6fF1c0
PxOyGpIUdOJQOz87vkaoCT9GH526IK8/2s0ifgeTcw3xeWnDkY3QQ2GmjCr1dnX9JxBEducMI2pv
p77ulu/A83y0GFdDxdmcXyu4Lz3RpmIHwBS6y6vD1DjRnGoYcycsTJc9OfF4V7SFvXv7vV16IgaC
GwqQESx/7uUTkd1Jma4hu7qcq6TC9OkoG1opadTM/8MBos5EAA16MZH0LJ7586BDgUTaabBqEwUw
b3K+tsTtp3GU6RcRtDicpEHWk7qmCzInftmE65VtcukAAcNnzsMIDXTI+Q0lZleocg1PtKQ1yhel
3wWxaIepjIVXG7BWmuzac1/4kGjwcmopCdxNmezlK14Fmt4KWbsTJU24q2vZ3Tgiy09vf8g/rghn
J2DTRyHd3bAubJyXy7i9FRqlmYUnmsRZi86TBoKyJ78oP0gVdWpf0lkKd9bQDWoH/CJv99qaRf/I
xHhNTwiNNl0yjNLwvvf54D6OaZUHMaAKMOKmpdX6LqpnP3+XBnnzlXGZMu400PwqWaMg+weqnyTH
Nmp9yHQOlsf0Mvvopgb8hLGq8f2oB8sRkOOb9LOqg/KfcKyqD+YyOeEuNb0Vwgd0AS+Z+276bgbr
YMZA3OZfs8Ky9couuLDpNxkn9B7IrICfnm/6eQrxZW2iUxD2/dEys+FQT45xaFR1TWT9VTID4IBu
B1EedhuB8WypWqzwZg07Oq3k2knPqY7R3ip3AG310bMlJZOJIPXbe+EcBLRd2qDcEAogWwV+db7l
mrauWs9SXNpqNg7U5TXlALzUD41lWbcFqWSW1MWkH5ap897roZIPhqyM98qvypOPqbimQ2z73yP0
568pUFw4Dh5v3UI8mC4mmJyX+5TA5emypRdgG37zK8VR8mnNlmtu6RffO+UE6INNUvI8eS6dIVBF
F0bIqdv6hNo8WoupyN3+Pkg7ZzyVxtD86srKGq7sre2Dnh1DUpEtQFAQgAQ6CxFo0/dtX07pacon
5OsjFe30EqXJ6pf1fsa7/VYtItorZsvPos6vWbxeWp72A8klG9x9td+g4KxVVhoRyaU3YkQdQTYu
hbyhPd/eisUS930kx/0wzvahFd61ceml5cPt69Jg2XRpzu86yy+F1RVkgGHYfwYz4bz3sO7l1QdW
XACeZfwshpgCck6WwJRXQszrnhgbHw4gSFLMFPgF28n/T4DmedcQ8kF6ciuKdFTZhvqxDAUuGGrU
9uOibWMj7ffd71LPORuvCr51Xs4kvlSzddxUOpcbVQX59zR1SVJqnJkfl6WLrjW2L11BdLRtpr1+
xEk4uxfWvgoWMZG61gg5fF+QZpJxWK7U4bOTzVeC/IUjB2sBSh1Tma2GPTtyQbYAHM4oA+y5zRIv
UN6/MEbGb2/fOhdiK/XTRqpFwZVYd/bu69wSpmE0BKBK+zfRIq1P+arUwUxdw0xUd80Q99JTMVsm
DSMxRZPi7BVWjsIIu8+j04xQzxHl6qLcB3Lsr7qt26+PNKklyf8fH0q4iS83lbZXz0lLEpfaUmkT
C2v10Za3Rue7ESqj+RCl6/QT2wCJbqfvqR+IoLoG/Vi3k/ugLtpbdLeYD739ti9soBc/avvR/9np
RVYE9oIg0gkxuvWgiy59sgtMjjsz1ddO1TaLOLvTQACB/UeICWWM805z59QBNBScCxY3RRA1L1Am
bypcfpqovZHcNgk4CSfmyBQJQrM0qcZa/KX44hbTtiYy/JutK0Jge/nAbdnpCjV4MnzC7YPrG95u
7pv0ViDBfvj7d7vJIzGXYaT/Ks2vR92vnmRnNa7K/h3UNO7TYVGfA7/5+PZKF/YwG9fcziXkLZD3
Lx+K0UvXFmImJ/YGdy/TrHnWQx5cwb9fOJmsQUkO3fVCe1iHHkOdnqxX57X+bOaqhJCSzY8FrzpL
qmj0f779WNvPPtswVBNca8xHbJ+W9MvHUqVEHtGssboYJrXEwdwV38USlMvX3IKsFbtNlP/QvRif
F4HleTKhEXftgLzun5Hfcz8wZHNIi+FxvPwRVjkEQ1fPwWnO0VjOPDwo+r71MBZEW6yMU0qAHEIr
uGQGEn1/59aOvl2R73evnJ9XDezth3A1Eo8ZC8DifvlDVp0yUB1NjMVy2p/ZGDpMiedqX1r5upOI
3z6tozYSb0ibK5Cic8zrdmg27P02JiIPpAP0cumg1SKYgYicwqAN9N5FoeLQOSl9WXuynem+Sd22
jx2jK26ayEk/5phsfSyjQL9bBzQXd29viwtJWURpTvnMJcJo9Wy3p5RYOV463smWPbC0lO8Tz+CQ
dn7hRwer7dt9KHv94+1VL5wxMAnodG0qa9SXZxkZLV1woB0msHL0v3e6q++CSlyTnb9wHWN9BtoJ
xsPGGz57NMpKgRwnj6aKfryV5tKZcb2O60+NjdFfKlj8/1dFhonpCwQw7MleftWU2SZOESv96JKB
ah0Nzm1bd3oXDbN78/cvj7E7kokkVcx7zp6rN6WfCn/BITqs/MSTrTqsplddOSEX9ylJKwC7zUEO
kt7LJ1pM6czpWnrM+Zeu2odmLZd4laJ8TjsLgY5OW+X9WDRllQSek78bWxuifr3MQiS1KedrYItL
nxO4OJCurX1KTvny90RI3A9irdipdpPfTTSWmnjOp6zamVPoXlPVurRDGSUDIAal87q1SK/SXTRi
FSfGx26imCUlk+mKv49qf/Abm+Qeecj56XMXK5zqhlVQca7jyvHmpHK79QA++hr+9NLrAxFNPGPk
DzDu7HOOJDxeW7NU6DCREdG8nCLAwbs0660redCld8fW5AZlCo+iw9kNlxe9oVsIMSczMOTtxHr7
vlvaK+/uQjCBa0GL0Wc+AFHhPNmMaJWgQ7eNgAoZ/aOW1U2TVCs1Q+la1z6xmmj4hxzJ30eN1CL2
cXOqdtDbaWq9fSJfB3N+CTBHrk86g6+G2Og3gkgvLEyfl655mKpqarlE/WxCLyGQ9/aq7Gv1w6Ul
aSqBjKOuor90dhr8YQ2KjOzsZNdVdmMuadknzD2XAzrQ8nZxxmvd3Nf7h/YA9CU+KtAfyviXx48m
+iSdsAhOhjVOu1L22YF+kreveye4EpMuLkVDAsza1jw+ny5vam9irjz/JAxfHpAcEndzahIlh9K8
oom7vaaXWRFPxcyHRBaEChjOl09FBsagWaT+yWn7YG+my4Q25fTDKhZ3X5WYqQZ5mCbS7Zpbcy3t
5spJubSHmSluiicEYdSGz96qWTpGvjhNcFq8qAcDkfUfzKmw7swpHY5WZ81H7fTNGFdpjRGkU+fz
O13X17AKl174HzoRShdMMM4P7FT2bem5WXAyB6SV7a5cE9dZxQ3CWvWVb3uhD4b+Ph2+rSGyuTid
XQ66mcOgWGi95sPqIvPE+P+XKOFjyzI0PgoQDEfDk9GHvl/804IHsRWPDnYRWpjzXR863XEspvI5
GKvl37dPMZik17uB7Y3KCASHC8wGtwTztULiPKVVFk0/SL9a92n2hGUkjuEE3cHVPjyHIGVMfK+p
ROwY+vq6xmk75jhio4+A7kLtoYPwjBlTWPpPLYL0Q3uP0JxXPZLxD8W+k/x5TKCWpoinoOr+tZol
bH6vta+yQ2dBWLmHPFPa913EdPejV1ARxKO3zOEt+KUMuNBqNvpbLiKUYfzBRVzB8JBe2dMBy8of
gH66eTc56+gcjcCR1o0KLeUkUZv6kJT7eUz/RZvBlyAOlmKZEibZWfkwTDMWHGU6YTOB17hHOHKb
8Yfw87I6qBlbhF0u3cFKMnzK16QOR6l25LfMJAaMUNf3G5GQxr0R4Qo69GV3O64F8jSFrkNEs/20
HmJ/cezHsGiYoPRA3svbqkLLexOsGcg92w6JIVwpp5+9B04rKex8zHdmN/Jf9kWaPwZ20423VdFZ
6U2Wdqa9nxG4WW+HLJqHz9XoSNvfofiRBT9AKVrZocZFM923zmSs+yUs1qyM29DS4gvwjLC9X8rC
qu/m0lubQy8oCX7O2BmbybC4/pTUi+02+6IeKzdu+mLun0zRGiIRWq/f+86rkdisUvFBwUQzfsJL
b95lDfrau7GBRzyfBj3gexSPPo4TD2LtRtQ/XWe5n3qL8NBNyvsZjLaXPlr+QLdb1m33xfO7CWE3
dAm92FI5KCwJ68eMK3jJy85ua3M6Lmivf0boOf9tOWNExmUvy73s7Gg++i3b5xnZCPmDEUfQxXTr
qzyezNz6uqa2Mbyv1LpgKQ9L3blnzuO88yZfz4mj3fKf0fOz9jPGs2I90m+e71WIxeejJiTk+wKS
cBmXU7UOsfL85VaiuJkeZt1MnwOifbRbbWN+tlLPuzPNyvgM9H2NkD1ZV2JwEWBRvebpt4ayzovN
Hu343axWbZRxZNVBFI9FkOskGkXzQzLLzRLXbZ3HnibHdOdLEyb4ZkMfxY4cHQiJTqezOOd++RRg
hPZDDeFo7yJZMrkwweuMdxU2qs4RH0dnvCmmsf4NsrSdd7Wqq58yGqsuriKvd+KWcvSglV/8KDyl
vksQ817smyKs2Ohz9KkYctNi7lVZY5xN4/JktAa5YFm2xRBHHsO5eOz8wjq42PNGB4N5zC4yKMN3
S5oyY82nwKLGK2R9UiWd4JvKgd7Hj3SLh7Jf03/UHFrdzrLa5dOYrX6+i5iRPPqpIetp5/eLEzwt
Fq5xiVOko3dgup5VAE/aXFGdjZb5Bd+kglAp/Ky566PZSI2k91WwgnD0N2Bf7oG0gvfKlurdgPp6
HvIo3WWI1pP5jYg0PCPtJIM7+m0KbxDmfD/CtRLo1w9jmj9YfWn5n5dyrW5IViWopCYfVBF3YpnV
3VJhhfc+sIuifyg9RPmTrFDRHZNyVe4zI1of2shcfk6lpgeGJF85JSXA7ac2r5T5qFGihrnWY8jH
TSrcXxYjkApr9y5abp0Q6s2RQeRwv9AI8FF3qQHUNPCYq7iYAlM9FuUCkjKdMFaO9KaDmDrWBPKs
L+svc9EVzWF2Rz0fp4ze3OPYDuKd0aRABaa0rab9SEcpY9PJ1dvnbtE8tw0mfZlYeWOdp7sPQ4dK
IIoPYyr2GdfLez2qMthJ/MK/+23YvUfhQrmxMwymdermBgXRkbbUGnv4CARxqFSAJq5buCeCXTDe
g7jNsycPOa+vusczPXGysH/offb2ISceABbtUdcx/aUrk8ieujXxHbH4O3Su1vWLY4pqPWQOcLa7
BpX5GRvVpWi+5MagrKNrlf2HfFzrAAVFasd3BPt1TPzcn963aZMtCZjAeX5A7RAo2mDLQO0c1Oor
4PkIfcSiWAcZu52JcnPQiKk7iMr2s0Nbk04T4qxR7B27lE8kJFZz8KTdIx2aTaC/pgr5udFdlBXX
oy1uc/BRVkwjj827SiBowSqa5wXky0/LGIvfQdA7j0LCYYs98Pr/FEM/oyYb+OUObiHWx/NaaHM3
j6v7gU55CTLV0uYYG+y/LwTkQWKK1KzfIqtLP0ygz+8a/C7/XUJ/YWos1vETZH8kWNoa06u4KOFL
zrYW4tYQhu4PQlr1p8AZ2m9tahUf6CXnt1ZRiXbfzcoqeCtT+N2r6BnH/N2i2qF72fyLg0Df4aWe
TyDucfCAEj3l5nvkWCD+1OtcvNNjiDNh1flZGivEV/IEZcj8k6CjGFCUsKuT0gxke1LAP8sdc28f
wmjje19yIEEpcmZjYMZ53y7/ziETG+TXxjTB8ko99Cggu7HXe+ZRCt/L7l2BYETsKABRX5xV9bt0
GrjPvApD7rhQauCTAQ98ksxbmHKqbNGJUZfFL92m2t1TVBTZwVXu8B0XTav9siyh/MxscTaAmjeL
TRqTc9PquTSC07i2mDNleYrfDJyS7/O0tr9cb3QhvXJ3mN/Waem8Q9qnVn8gmTPdvera+p0dyP6b
o0NJkJ9t9YDRkv2VfoLCwdsZxiV2EG+r4sbm7x3bZi2QCB8WYC+wrnUb3galHp2EJ5v6uOpFAUvG
i4Qbm35TP806Wzxa31KMSTqY6YlUMvgKUVtWCS229GNYlwzzwrUb+kdSSJv4Ioq231VRGTW71TD0
rzqYTC9uRm/Mdj0QBWrHwF+d20XZYbkLwny19oshFvNoT15/M1gq8HZGU075vbAD/Yx/U+ce0VJi
jwN7Wj73AjxlMio7GJM8jCrBF+kouPFgQb51kl5VHskX2ndLN+r1xsMhjZo/S/UnleU8ZQSu9lk2
xWwlrj/De10g0Bh50k+p9v+p1dD1X95Oe1+3QsGabP0xE3Er2rJnjYFp4jS4eWXhjiHdU2WU47xT
ZtWbsbNSAsWZmWZ3gzOU9+UIOf5KAXah9IB1ESDMQTMc2P5ZHesBJRRENOsUiWhL0rLiERC/jFu/
lFcaBheWArxIrxdXYqZh57UeF7IUhuIuTgcygYw8KgmgWNysKOrs336nrzsglFFIjSAEAWMbgs7L
srJxzKzJ58471cje71OLMjabZfb09ioXegD0riMatzZdqleT3UbJ0Ryb2cM4gmstNr2x/bxwJ31w
0rk/+KmZ/Xp7wUtvEGAr5dumjfiqWp1wP5eziABkklfurUnZ93MdrIktKid5e6kLu3KTPIKXgDq2
/wousUzzutrwDbh6Gqvba78IEV9b0/pGpcZw9CcVir1Uc01sbK1cXVn+9avdxhPbjqQzgIn22QfE
GaOoM5wJT6PK3ENgFumdLcDWutFk7mgGr1d6upS/F2pPnxMI4WcbOp3355AGNPWEC/3J9XLjR7v4
aRqbkCyz2Ne9IxJERcwqUfU0TYkvQxPxnmEY7jFeMMFl1fMs92vmqua0RFFe8bvL8AcqTkMfl8w4
yhg55anb9SYxlVDhNCqWnRn9WJ1eIx9Lg8PbiaDKMpJEW31xs8lYvswImlVJ69be18msXC4qo6gA
NuvWvxsaJJNiU7q6hP4vrSrWvWrJm6Y0LSgG2sLYV3ak0lv+SqrvcKXhpiezt/pd3jKZqeJwmMP3
KbiT9XnogrDYG5Nsw+PSifyxb83V/d5bzuLE3KmIR5JQWlnS0vDr8zgnwGU7lAsxmjOjwk6PftbP
FEepNTxH0dBUfZLVriXeldIalxugFnadyKJeGLN00vAT01TpuHMLxyluw9I0rCNt5KXaTUbm+Yci
Wqx6RxJUj5/Lye+am24JSLkz2y7bd5NvFf4tbIau/BR4lPhoNXVVcWfDi2v3QYtSaoKESFrtyakr
/5NLCf8exxBCcOkrZ0zasdQab4oK0K8/gG+g57Oaj4sMJ/EAnNv7oL2obJI8UpXeT3lmyb0VZU27
W3z4ZzGIS8+9aadG/1gWbX1OZ+yQ971s2+zesIKhjplvEXtc2cgh7grklo7g+LrHMdqgW4WGHUCe
ZC/b/3Fx+r0dGOuUBDS783hNDR0yBcxaY6+mvlBJ4E4zvYrRK4ekbqPhyXBCSWQgjqmDoTreAa6p
q/Oxbn0xZrGM/FnFqhpF906mRdf/W+q+/uKbmwlW4blreFdgrHrvSz9Pt1qqGhOQO+lt11ctBpC1
ETqHwRTNcC9ne/BuVsOncHENS36OatH50Dhsj3MACODLNI/+bdsudnQcVqu8E1y0660S2PHFLaLQ
G+28tPRO+aH4OhbL3MRaT2gMCdywPoxeG32jzCk/LFFn32UMIo1kzD0p7ltMRjkOTY0EuqDUexDu
OpKUVjoob4SOcAQY8IbrD0qUJA4SMHKzs7x6bGOOqjnHCuOpd1VecnBEXedDPHRZ3Sb+JJsfrqsN
/ptORL/cTOYz50bjikKyZTKPzDLoKcrJLZ3YEGG8XUXn5xnneLe6NwXE7AQUW/rFlVLLBKBe8ZUc
McBwRXj6Y0Rb/N9Jd6bed5lYPlY4mY9Hw1pMtU8NROoTu1yK6lD1k/+c4ccDY8MMFI2g2qvftZPA
d8AbPOcfSgBtPKxzNH6Y0aCGuIY8pLkXYdFV0HjWIDim4VjQ7pGYjh8QdrJ/Y5DYrjBcAArGkyOR
OQ+Etz77q9HVSU6PEVmdQo/yFLV1fywGGUWJsnLdJCYOZGZCCi/ru6UAqJbMkVnwsUaUlRIdjU4D
6dNJ90XVphEWk35XHajoHKq7EPiD1oZ3cOZ8ZLphpcvdaE94eDJ4WGRs4z9dUNSo+eNU9CEjzsge
PpZ9E9g7YAW+n2CGgOGTFaH7oRfRfc0QmbCPXpctu7ScWjfu4OvlicoG81T1zjLtZd8bY1KtoJtO
GNOhj2pNaflIze1/l/aY91dCxOucAgn3zbYUIwA4z+c4LmHNpjnR4jvprYXCKHhAPyyLrvVnt473
y444ywDYIujRe8f99mXqYgU1RUlXuieQsRgrzt4wvI/qssZesZrr30zV6/crikzHKjcsK44wzPDj
olb2rTE45be/zQIAz1ou3BOiMCifs/Z8qCtZBvRAThFjsvsopT41bHu8pe8XPNHiKxMtojEOXXmN
tXopAQAy9wdxcmEyp0Q32MEwOKeht8OnZVwsaoxVHtwxrN/NVvq31NWNIAs2cRtjoQLyCpDg5uHc
zm3nnLZUL24i1ezCzikOIm2+pxh9fqVEkvQq++mvs2JI+yR0G9D8j9DJy+9tlBOkRIw1Tr6AnitR
Sd0tdhXS1TLXK0u9TnFYivYVqgnwNhC6fbkUrY2qLOHin4A76J2QQ/aA5Lv/Phus8lA5jDwnP7gm
5X3h2IAk3bJV+vpA9rdE8z+grMnHWh5RP/Ok3K47RWP6y1vN7Eq+f2G3QEPh9XmbfMQrFAWa7U2x
jsI8LZbyuyQcZ/kTzyT1oFIddfshLLwrjNbXqTjAL6gAG9kTDNE5prXwx8GLMkejvsoNimJzcbt4
dXEYjfCaB+rrGZmNKyRIjYg8mGbv2WcrC2lPqOVb2EY2eq973/4JPCo9wmlzb3uXoQL1Xb//P87O
bDduJFnDT0SA+3JLsqpUsmxZtuXthrCtNpdkcknufPrz0efGogoqeDCYbmB62lkkMyMiI/6ltAZu
+Z2tXYlIF97tZmGMbiPWR+ArdsvnmSi9knHNecyz4aBGILzCLRLK0rWIhsn+Hw4EuJStDGdJZrrb
m/9rw0jBJEz2+qYrr/SoWUV9Yrg7nhFQK6+AwP7oXe6Crc3m3KA3vGDC+vO1sCCaKmdw9bNMak62
rnndj26EJRoaU6Z+BeXM06aFVTVhUQRaEXHlm3uYosp4N/StgOro6WMdKhRa//lyyUCbW6VOicqI
ff8a7Lbv3IHa6zyWufNBWdby0xjnQsST39i/GoPGyZU714XwQKQHF4WfGtLp+8lgW8Lycz0BKQO0
xXnUuzleVmuhtm6GW3u1/WiAtvp6gtmvueH/N0QJCA9ojRjQPP8Ak77NZfO+Oa+D0OJuGJczrM3h
MNW2jAdpolE099YVytg+JLEog1aPrMYYlMv77quDOE+rqqCLOKW6dbSSoQ6DefpXRsW2CuBMaGl0
VxjY7x7NakYN5nZSnQEB26HIGzpslrmGjaaNV8LfC6zQ/6+FhCETezg8e9cuUW7AKA19jq7N1Hyy
VNKCKIeD/r6cGMAfG6qru9RV4xKPjTmLO3CyPooHiwfoHBJMdY2pe+kVu5uiGjsKIce96MRMX39Y
jYWHH+fqV2sCaWMGafxrctmeG1IwWCwDBArI1OfbZ5g70aJQVJ8FPcaHdBLeORn9axFw3wvZVuGP
ZzAPN4bcuYtIbV6aHPC2OjtjIKywouvkxgzCCuNI03C6tZds1pjNacWpNn1pXPm6F94lPSYQvMiN
ImnwJ4j9FRAZKWEr3a3qjFix9Ulz6unWCAbzyum/tIeAhSKhhaI55cFeMRJt4ImIJNU51Wz9MdBU
ct8o3TtpyuiiRtha1PSZFo3j2h/L3ggiU8ztJweSzBWE5vY6/w7KvG6adxQolCgbSHOfcOZBmX2W
qjO+DRV3faf6grBjG/pWOp5eDz+XXu0W6tBfwW0a7s3z/cMQcZ0NCG/nARXqA80Gm+ul94+i6ejI
gBICZQmOj0d74XSHQXkC3ckT4LEqbr8lO42nmYKRM4rgjX5kj3fvUzOZrtVFL55vu6fQtMJNAJQW
X/X58zGD9vWixcoXhdH0g9VzocBQerjSQ760ysZtZnOaWLb88TD9a4MmUKIq34Am1bnUkBVGxeA8
aRK8/q1eblAehnjNXywLSbn9BpVlykRxTPJzOrac8UViG8hERgY0hISckkcz61f9dqJjYR1HYDzY
z0kYjAc0e1cqajsoCvN85Ue9iA38qE3IHPmpP7j43Q5KgPSZXtYV56pZrJm8pTdNuFDBoGY+s+EO
OlzSc6NqxpGZXwS/LPSqQGUYqV68SbJ8k55GHoWRvIH2xexa3TdjwU70uCYy+9SpRlSRlor8mrfk
i0PG76aLDI2WcTawxN0hs4cRolVhiTMSCvObwq3yM9oRyYMqZXAl3V5cCooCVytuzy/ilxYAx5DB
Ks74h4obsPxmONfCu8nX8vH1r3FpJeIzJ4yktpHun2/3VNaYzqAlw0GTCOhYqj+X8GbDgU7Z4fWl
zD1WaTvU0J5RGdqkI4maz9caVQdGSS/EGXUo86m2mfBjNmsFj9o8BUtY9qX83vINvheFLopbF59s
PzTSQf+GLa0qo1YNthW2lD3DW6cZnYe+7B1tE6dhhj+bfvVThzxihGM3W59rn/FTaJYSf6gptZZr
T3Pxxf3R0oWF/DL2my3ee0jkF2dvqkEPm0xxW121Ef3gazK6l4IFlwnL5yDDwNoXX+k8ZQyFCUl2
btg3KyClO8xW0itX3UurkLIdIH2IvsMne/51sNDq0cTxYG5CUoqLTKURN0Q3fn0TXFqFk09uBm5L
0tqF184b15FWU352QDDEgO6sIxD1a/TJC6sQwSFKb/ZUFFO7nZbjMJnVC29sEmb6fvb7LnbcQf57
EGcVKh0Aw/jq7VMFHd6psoaUVfRFHVBxEUc7ma6NlS5sNEi4wK2NP+XU3s1HcYVFr1MQC6p28Q5e
Kro6TGbYuKHbDH5xZRtciM4sh9kBFRk11D6/C5mNrt2vxRlDh+Vm4GaH7WOJj24wBuuX2ci6Qw4G
9IdeFtcaStsOe1bFAMBGlJTadAt7UBKe70AYS+4mgVic60BZMcjSVgtraazWzezr9Vsjm6fPFeY0
v9G08Z5a3Xl6fW9eWh9RSP7DzBVHxN36buKIqlKBOIMZqpcjVZ+v8PsuB//sBkKkbwuzVQ8dhjnD
gYilqhicAHft13/Flkb2bwE6IvNtHduYF6VzCVvDStpenDN9lCdr7gjENtO3D71RVB8zUeTmbWt3
10RhL2wzdElIzOwyPsJ+m8G4hMqOiujZnRxAFAk3eifMIQPhlkUr5d8T3Eac594MF49G4u6mV1se
/glOVZ3rdgI6Yay2+tD6bfo0W4t7raS78EafLbblpb+KLWEnLQpICRp7g5BvNL9IY6dHGaArHtE6
+FonTn3lEO0bQGQ6SH+II0PKJaTuD9GQ9xNkX1ucnVLBcASZNn3qKomggZxz3Q87LZXzlfaacSG9
WghjILOyWXZgc/T8MetOR5ILkNpZ+uh5BX/ghvkMYKMcrThl3npkTiLiuXCNm7SrQbWlrTpQP6qf
HUje8J+38QZcwEnuDyfR3ilTsnvyuQORctadggfWx+F2DkCwDim6BQn3piMSKPU1ZY4LgX8LlJTV
MFM86qfn7wDNG1G5Wi3OSS/Xh77GsqXVNf/n68926fOinUzjB2tAcIG7SlCZKzjCnkJmzXztWGlJ
d+yDov2o8Av4IPLhmu/3pbPJGeFYcl446rsv6/aU5x29tLMOzCsc17k+OBAAT3ANZPz6o11eiroc
5VKSzj4/67M7a40vxdlVphM67fyzsRm/LYFjXLmcXPxUpg+dEaoWSJpdCCi6XNNKbPbO2VBUd/Bu
pluQuPXN689zIZ3RTtqqaAQscAbZfapAV93goVB5ttG7G++rpEtR0QvytT3kQ1Wos5unFjjcZG69
2wpA7O/X13+hfEQosDf6KF0Xj9pqf2tYwXN73UopLyq/ckLL9vWbFP056wysT0xfLZSYyi9VC9En
8vtmnMJcW2QKbAz62OOSF64dF02humh1Crs6VGsl3CMYVOMa1fXCB+GXQq2k/w25Y1804QxWWZni
7EBaSx6AEso3NDeuHJ1Li7CPaR7DXGGZ3VYeExttBPzQzjmC+ycuNiIEJ9pc6YdcOKDb3ZJNjMAk
vdLdV6+wrx2BqWEtNykPhPeS33fOnP9YGr98bKnVyyvR7tKChAJgU2iFMBfbbWYPDyItY5yOUEjd
xn2+mqd+Tpe3vrZ+s5CrP7y+q/6UlrsigUp9Q/ugPrR1ZJ/HuSbxlTnVY3buZVs/WEAN7NCc8L+K
UamvPhpTMtZv/UR3cfdFVOZmGtYRQV57Wm7dZTWZOg8CtGC1iWT/KAqG3ij5g4KM3R71OoDr4Pui
vqhmOxpm08D9y7AQLXSD3IKPNvoWfRhcObWwAqigRbVKRUE+Kf3kCIO1PgZeoanbNvGtnk5/WVjx
NhVFZx7HJO+oDIDD/x64aIhTUGwyY7yU3Rupzcr2MZ5Oz/ViL4fJFxMDcsuKE2ClV5a69LHRQWdo
xrHeGlTPX37JP5por+LoNwfLGZpT9anv6/I7GBrURIVm/i+7i14mbRMIyCT23XZOcEK0ZTpoN5Mx
eHFaW+9Sw+a+aXfjLRiC5srzXTqjjOvp9RO8aEfvXuUqhT5gt6HdJLrexbnlpHFTr9WVyHwh0wA3
RA1i05T3XtzR9LZs0jZwQUmZvY4Za2u86SB0f5isXHx8/bhceqC/l9o+6F8FIJaum5xYgMmlVfaR
rQl58uq8Ov0Pq6DQRVMAkwPd21LRX6u47jpn4+ZxmZYK7C998RO628WVVS4kNGS+YfkyAd+8x3cB
tMyzuTTsKj0nHqjdShhg1sDDHdNhNG+lq7JT6pd6DCMgvzL6u7Tt0e/DR8eGcgYg9fnzDXpv4hTK
CRvmJY86jvypHkvwFILHncAJR6+/z21X72IcrcuAgfFmBgPV+Pl6AUau3EO97CztRXuAx+UfBe2/
45IaSIwhEXQDK+Gahc/FRREk3qZC/G3fo+qRRy8Lx8/Ok2EmBzGtYzSgD3n2gUfHzJT7m4Ce6pXs
ceEoMEA0gYtszVon2PbvXzvH69w20bQuPbNTjXeNcHsuu97wWRsD6/j6S724FM6nKFqR5jniz5cC
PuOOfkn+rfLcPw7Q8kOpyfSd345P/8NK3PGYx5KAkZ59vlJRBRKif5OeARq2Q2Tkpd0wYKvlNzkk
0zW3sBe0VEIVYmUbIHyTd0Ya4vlyy5xmEIay7Nz1w3Bnw3A4enYprdD3U/cjsM28OThyBXxmJ539
3a6t9q5dpbwqqL6Xufn/H7INvzgsjBZ3z502rdfWaHKdc6O14sxoxalJiuE4mU19yMZA4w7YQqfL
jdqPfEcSlZJBHV5/+RfO6hYdyFEG6ZDG7vO3ARy6mpzZSs+dGIZwLrwnaZmwv1zh0Fhxvf9hA3P3
pEdJz4Jh1O6yV9aTbSb1qN1oW38vruchx1C4z372OJpZVxa7EM3ZTcy5NlESpkO7ODTXaws3qNFu
cjnBAzQ6dbsIXT+//gYvHRSqVMaH/ubktU+Ci2zdwSmx656hzY2xg8PKzSIwYg3HPre+vb7Yxc/F
PQiwAH4uL8rHbIIdUpt4BGfIfDtR1dd8ucRgClLURjyt3AuuvMRLKyJxGiDGtLV89j3lxvZmcguu
83gHQlUGjjZgPIDi7jsY7EsfO6X0rqElLn04GiOM8Hmv1DO72NM2Ghc1wLbnIi84htIOsPVzr61y
KYJTllFX0Hl42cdOcANltEcpriptwDrBtfL2pBBcOQKU7d/0TCFKZIuzf5V+3molRjVgHfHoxZ50
VxUGE82lrNLZlk5h3GbAqw7CmrwQmZxrjdIXAnXbWhtwYRtFQY52t6/7V8LQ0OpegmLMkQdMJUQf
mfRtLFGsW4EXmUoDXe207hH6n8xvKtfR2ggyM2A5c00ws9AL3f+o+xlz1FRY9Y1AsvoRcFvhHgsn
cfQrhcOFo/Ts1+4iIqzBouw7mZ8x0QC/voxZ2Ey9GaL+N/57zQCGgtkShARoGPuLX9kVzKCYUdP/
WcdP+gxIt4bcjjZR197XQ2PHXd8Pp9dP7/Zld4UKzX9UsTYcJLf9XeqpxkG1taJm8KqgeEABcAld
zchQLLXMyHdLLUZh0v7G59HjcQjkw+vLXzjKoHJAYm29xi37PN8MY525/VQgBeualVXFKbxweJxO
L81TOqMiFy66B4Pi9UUvlKFcD4AiUehyK9nf46VcdKyThuwcoGP/xhjq7ujAsAlXrTTYRLRYDdGM
mPtk/2iWuUEDiFsoknLE6NLvH3dOm0KYuCadNdQB7mtPbxj4ZQYIceVd+bCX3iwQPsBk8M1ACu0+
rLe4uOvIbRZSJFtJ31rGSbrChLVO5zLV2/XKSbn0VjeFfICLhC90HZ9/ymKADg4mvzhn6Zh+mTrR
ALhqi4NyjMW7zbsBASFCZnDk9q7JK4v/+dN3+xhKFoX2pnxN02x3TsFLJky1W97skOGSYI6a3cYl
zovZrdV5szqkRT0y7xzTDCMFrrxMQTLdDJXlV/da1k2PqdIwshKp2VX3M4nZiZrUSG49C2+ZB0g2
/UOgYA+bCf9a1DR+sx6V70CMfH1zXkg04CChsREhIWLtN+esstYuWrojbVPM987SGKhRZN01gb9L
ywTMTLifMDB60WXCqFTk2lhm5wq1hjt/GLOosr3s+PrDXIieHulsm83TXnoxmHE7Zx3cyZXnxsGn
MrbwjJRhoDUg5Gzawt9fX828sAU3kC4AH4anIKh2aWxEs6oR27AksTo/PUI8nMcQhJb5MZf2tHGz
GwhebNPePC3m0hRAW6GYhT0c8hIWgVOsR54jL+OlWIYnK/GhDdmzqcobr/b4A2apQXAeAh+5mBo+
7ANEDX26t/UsnT72rpsKWB3eqKKhTVINfk3WkrHGoXxjp0P1gBfpek3m98IrBmztsFfQQntpHd3W
INM8tDioliu5Rkk7TicrtbPmPBT89UqOeqEnQwRD3XYTbOWKQP7eBWxU1/oRqU1ecT4aQESLvkTe
WuqbW4pTprBwzV5+h/Ypmjsds3f91KRaMYUujA09wgmq80NtVMg7OEQk1BFW2bRX4vulVwKTESc+
anrAxbvfWOmGXOcRh7yq8Pn+ejMctRkhDacs7StR9tJSIN2BfaJ4jFDTbimUufE5KLHFQ3HGOA6l
6n8lMqmiAU+p36/v7otL+bhmcNlG7MvcTvRfdVO6TbebZCzPel/7x0VYbtxruR+5ovr0+kqXjhH5
CYAc7Vk8FnaXlCkRg1g7WZ7pxnwvJVTQwF38EDUErHaCaYzqwgGYbDTX+CcXghJGjbS9mT0CgtsX
I0nvpLp0eJt13TcHa1m8twvgr3+f31LtbEMCqMKQXndRouzg8neqY3ukeXmzSaoesnn13mqD4V5B
WWxZZ5eVWGqjDwEMYJy4y0p5rycSOxAeCDb/bSanKlIuN7J82IjuE0TzstHrx9c/34WNEoCAYIcA
R3iJd056hCCdEbPLfEFjcki75E1hTN/92suvPN6FjbI5A8MXoMYAR7rf/bkZKKKxwJdKG9dzAFAe
MQqCaRO11owf41rU8/xuBGrqfkxT30yuhaMLVc42jSEok2Bewh76RUm43zqWm7qdI6VOz/5GzFnx
yXCRgQg7rHQ+OdlKp9apGB5/0BbspiAZKt9F48nO782+dOvTaPrOGzBecIGaKU3tzcNJXrPOuLAZ
uPQwmCQjQr/fN5Vyz4YhJ5imNZRkJ2nObljrYr2pHWuNSkl9n6APdcWe/eInAqTJbZL+ElOG51ED
SaFJT7wRhjKsjm9GUJePS12hZLLa2anoenEneb+kN8RZX9+Gl7paVBicYtIxN+b90nSPFiyjTHE2
vSWrwxyyMaS9uoJHUibIL8VkmrKMhxWx/gieiWFFc+NbmKqPrfbh9R9z6UxAAdig4xSHDCqfv4a+
Qiq785zyLCAM+SH3e/NrntqteQQi3c+H11e7EMdQCoAcSC92K39254JbtszqhgQE9M+D5tAZoTST
a9pul56JepduBKNI7hK74JJSr9A4HFilRPgFEK0VZvpSHSBNe1ce6NIxoxiloY2E7NYSff765gZV
Da138Zx1EoGvnvTyyJoz78sskBZmXjBUj6+/wpcPh5IsOCLwVBRzVDbPV1x1gqUKCnnGTcCgEWqP
pYoRiOuRD1lX98pqF5oSVMJMP2ksY7pFpH6+XGXTBtQS4og/+vBxhxrxKOaDjvgscO1uzrbsEHfq
sfRtHvCFyZAfSQLg44tytOWEZ12+0B9Ox+SAIlWRHdzWnqpDW5k9MjMoQtn//EEMY3OR2aoOC9T8
7veaXQfRYgLBiQG8OkCfd24d0TQ3HClx3wf9emW9C58DotB2n4QUgXjILmeCp2vou9TFOVGFFVF2
qKjw1+Cmskbv5vUv/0dL83nS3FpfW4OUZhQ0j91aad+67mj05ZmgsnRxNoxTcuNmI5flmTj1qeba
/i0pu7Y+rZ7Kh2iBroG2jfKg6utVi05P28vMfQMqfcbxIQ2eADGpIVTBrMNjSKcpjTGndpHtKyay
8ZXfb7JXdr+fgQjuzNTIPMX+23hrgptgC4Aqh6f3PqHd9nNKqOtCezFXN1KJY//HxTGABYVVlnkU
no1BjRByuXOrspjDDD5NfqXoeXmCoWWyvwHG0HjD8eX5Bud9DkbQbanaqJtPRq65oTUFwQE6qvHY
DPOX11/CheW2zj0BlxqLdsAuYOSaPk3lmJd43XIfydo6fYcGA4CmwKWpA5XwGmtm+wN3Lx07FZoP
IG4vYGUKrCosTThgf/I+/zBlYLJnXV8OC0S2UyKX4WZTQ7tS/7yM82CaIdeilE/Bykz9+UuFDVDD
YRPjuRE6oil+h25IZXpXEul2xF4+HSNTLrVUOfDn9t1nV+aJPooyOHepsrKjC4slfYcigHMIjEXL
QjlpKBhN2ex9M/qp7g6ZM3dePHXtuITS18YnyYXE3Ghp7td+dlIUyspMvnPabk4jZcixvYNV0nfR
VM1LzZhZodTG3DDtTsmSeOglpP08vu+mqoR+vg4Vd2HUGPs366BLFSGpGvxQeql9tVtHvpdk2ZQ2
npl89dM0w9SzpKxCC9jWfq+IYyx4X471O0Om/Y9lmUt5h+3t/MsxRlyodOWMVWQJeB0Rj5KVYWH0
mCwBGOs+b0c4C2faos6x7TdlzDXwFvG+stvyk15J8dVDNvarMa+FOmVm2X3O8K3UDkaO21VYqmnq
URBMhPiv1NqsPg/0hpATCUokIRBsLvuPU1L1sgxxMxb2aZpcRieBhiDXjzS36BEuS+t80PTa/5lP
Qesccurw6WTmrSviwhC9uhMao9I7CV0qjZERLcUbHKUW/Q2gccv6OZZBjjOGYUzrLyKa6COnLU3g
6sZaJVEeLOVbZDU1Mp5SjfG+rJL2o3S0BHFj4G2B/oRnaFDdaGY7WW8Lq2Y2G6Ido5uEZk+rSoUx
ngCY+mT62eBG4LCqmXrXcp6YLFTuGy7wy0ksa9tFAwRg72am4zTelCihPGWJOXzdDAWrWAJneBz0
xtBv5pL/A3KB1VTFRb+Yc4hhsJdGKZj7JqIdNrURAKL0t181lh3BdyxW3C9k+b1e0gk7dplODC1a
3/9QoP9WggiT2ZfWSRrUEntVfutVbpeR6XfU5AvJLgDjBnDvgCwnhlqgeYw1RFAaqE6psHgNHSS6
ntDRxhrTQBxZB46fLmkMTi0oY9q98+dkyYx3lDH9N0BEfXXIMN1Th7FMJxWiLzAOiFMnSRn58P7b
SDlr95sz7sQj8IqHpQuqPMRu173TqsEHaucxeJS1IYyIm4iIiqRxBwwbsvxB6xRCFE6HNEXo2S06
mFjt1CH/VZ/TVpRvCseqTsjoNT8h/cvgZIrFaOJO1/0ywt3Oe8jRoysQ2jPHOWL74xJGetAR4Vkd
7z9jtJKvKwqrtzUSIvMBVk3ZHCu9xGoVynRi3WVta0IuEY19i5kAVbbeTN2bIS8WkLtemjyg45d/
DUihZYRkXvqxFknxSXfa9XumFR26cHlmLFFhJukvO58yLcxNGMiRgGWJieOCzDeyq16FUqzRz58t
s7XeBw3cc+xPUvF5FqvzGKT2MEVru7jvEKmFspzl/vSrtrUFF5Sxpn+pfB/5vgUtUS9su6ZII8OT
uR5n9bgMITT3UeN/H4JD4Q8qica1Lu5xN04Nniz32iIeutppY2vp8uUXtD2OchfkTobDm2+XN0ji
2HeSkdn9mmRBLPGUb8K6HiaEIQuUXyKMc8c6rhnuyVC6lR/Jsps+aJarunjpJ/PeTq2SvziVwo0C
/bxoXicni1Aurb7mKOH9Fo2GHkqA9hVfd0m9nl1YVe/bpc0w7V7y4QtCrl0aYYAp17Ca0PiNRjX3
Ffo7VftTOGY9hQnBTMZdS/vw2Geu+9nVi+l3h1DOZwvd2/nQo7PlREHnZu+dRnPTE3hyiEBL1aKX
l5XKGYBo0QiMKfgDgyonTbpwSjVs5jAwS49WzRApRNFRvZ2FqQsinZweE9Ok+YUzKa+t9grrV67n
aXZYVLt0RySBfVo7TF8QDkTAL/ZpleXhgILdY6dlyYCKk+t8ob+n8M/TUlR+4GWuvzXmvBuNbfbX
cDW05Us9T5WKglSTN8rmUh1NrTA2QZNWE7HLnglCQ2uq93Dciq8ALMCAjV2P7g7mMP33FIHhJdKr
Wv/h0p79gigOZz/rTPEdPRvsI1K7JDwEU28lIYLWNFKKPN84FrDNHHSU8+b3lAMhipWDlN1hHGfP
i1pfL+9N6AAPBqyEOernDOky6nPrM0xuepB6PvjNY9Lrbg8ibax+oAlGb1qrDE0d1hT9xqPpNVZs
Y02tx6I1exX5XjZ/bmDpUJo6s+YcUirxLhZIfQ+xpxRW3Ksy25n8Z8zDycXm2TvgqeKBwfE04Avg
VBOMuu1mOdd64mDcVDcb489DuLRAJJqOf+QIYWqIP5koURWTZn6mPVC3ISAmAHpDXVtPm5TPW9hH
0A1R+4R/2Mp6qOLGLpcH9HI2DewMZU87VYCbSJHifjHV8mjXYn2skVshgM+5+9tPqOMO9Uo5TewQ
5i2aA4NOpkx99Ldn9M7CoBl6HL8X5JBCrZB2eWe1I4I16ZD9QMsSd5upyDJcEIuxfexs/AeOCBd7
TyNt/vo2b7K1Zfxjd+e56YwfLeZsZTw2/AmDZqLPDUEDgZBKedPvZlytKawh9tBNlh1hUO/q4C0k
hySNl2HxToZZdW1kJY5bRY2T9f85FZ4q4droWXYslh4PMVDSwW9I3GpBHFWhHLPWZMtIAgPMUO7O
2zJkBi1/D7k7rtQWGXrvTo3YVGgAK+gjI1VpiSBEFdxnadbdjvrizNFSBlKFttUWX8dyyP6rG3Ma
Y0x3/YWuNsKfqaXXnH9HsysmTqVDgdElIwAlEqvAksoJbZS171ffHLpooWT+gO7XsBw7Yv95cOck
iGdsvnOkGEHS0ytcBh84de75TAcnsq7rJuoLGtnoaso5FZ/UsgbloUK90QrHXPPvG/QGxtibMRQ8
1GY/dzcCttp/VqVV74VWoQ3lSFtOUer7jYimIhhRfBBb1GKKsTzMaZ27N4VZ5G+9wOqhmKC/Cp7D
UeN7YSJKe1pQdjGORAn9vY+06ExRYCyHepBN8I4rfPGAKjp3X9TtPImE7gLUbdE2uAT5ZiEirymS
r3qul33YpDppJ7VcDDZLlFzyO01LmzrsVV020QTZgvw4zg1HlGj/X7X2xXu0x7n9I55pNhGKX6t5
s/bV/BQYQ3rq3MoJOC/9/Kl2l/pNtlj9J12XpEG9q5g/VG3XJiifEmGjFuwUYmC2TvLXhNDLG98D
d+Cqyf1W+gUnTF+VdZsU0u95AlqfYaIIypFRTg3meRqStGFq1u5b7nI55k6J3zWxXViDfkC/xDSj
OWuJi+hWOU4MSAcYUYk6g8kRCfx7QECFwb+UJSjJT2gssv0y7a5DlAIhzrZDUdnLx+C+LpnbkWc8
qYXJFEzoKvd0z5mflRRehUqT/xrTGXKY+RSxwClREwrLzmSvJMsgngZ+WxKWZmZ8lLJJHzVnCL56
nU6ST9G0/TIUM/K22HMk6qhWpE5C0MGGokPdaHWkutnV2PAVjvS+W9Vfx0AfGzp3YrixF5VVN+Wc
W5+kGkqL+4eRI+6tTDCNwYDe+VFvNRtAtwNGI8Z/CBl/faqSextZUC64NpNisEhO1oTcsEoVNouZ
TceMUU0f1uCutmrX2xSIXUf8HMxqVTeVnWkfpNTzIuwAqj8aG0AkctQ6ckNwgY+HoCPMm0pqM/M7
lYscNeFp+BjkTatHovfH78hGp3eZx7GLEBUr2xvuyYhaQakgk2hcdpD6NqX9TtkJ9ljCz4zbadFw
hUAU2+7C0p+GT7PTOfxq3Sn1yFpc/btoiuJ2chPMgyuvqREta5v5Swtorw8zo3OnMIAqPkfZoMY+
BH+PnnkiEIo/GAOFeIT8nitjtqpRRYyS1K9M2KMRqSD3UIA3O01/a2gAQd5wOfDK0CxMil2EfOWH
Ns/rLqyr0vwF7RxV4zSo5CH12kbis1mxyey8XyYUG6v2fQqksQ5RHkh+WoPRf14bqWb0Df2y4j1t
NwElZ6nicRE9jXO0GVWYMLQEfdO2+ceuWIN7Jjfk/9Vd1HTEyljaYdEG6a8egakfjD3xFnD8Vkco
EE8tljXz5V3NHOlJ2Q4Vdqa7H6QGOTesNCXepY3OAHapnPlHOQXo1wUGPOjIrptuihcqr5/IlKov
qFs12nGiHvmqrcbwG20fLGOTefC3IC2XPhRULz9kOfJ4ZreMdJfhAbxLmMdMR1Mr819c0ebfZVNu
koAenkboNDYK0WI1tlNYZDZBOJkdfvCEAWZjldwxZEeLKUFRCkQD0niiaspfll8r1AMDskZpT9gu
tFm35nFfaPZXe+BuFtmzN33lQksgI2CBk/QJz3cilbgCLkY+ZjFlXrO9H4mkSL+Wy3dndtsmVOPK
3dIxV+s7RFEqHy0f+zkWqC8r+Etj/TVP8unJGVDBCwvJ1QmnlFS7p2J3uL4OeKqcxlYaUzgM/cxn
Lp02P1hN2kFeAGfZkxXn5ZvMRUJ73VM6ovWpX9wmQVUTbZRYfmpTmr+pzbkrHioDKFCtSfczJhEp
qn/TEkBGwALdeuPrbd7EfifTk5+oXsTUnQ0AFmMZm5MckWcIZ7VYiFK6SY2pRWsO3JylbXKs5VxG
euJuDWOZksZz5an/CtH6AgHyNecOSO+vPGxJ+/uqIVuNEUCaoX0oRIKAs5X/dt3eLmKn08oPo6nn
FR4ETv0GdU2Pwr119TaCV2DeWRA2aLQhm9+eJqrHj/7iDirqpgm7CSAhGulPE8OTSFY4aYG21oj1
I11zUxVBi569DNRj6i/+HCGgn+Shhvbgj5Kk8TOZ3fq7sNI1CFHmRVHbc2qHG7FL1WVs/lKEvwY3
yAJH7S9L6Tl5qLRZeUfy/vKx0Ov8BzCZ9sHzZvlduavhnebRaPsoQLUqDTt3acgYCJMjRrrijrCl
bCB4khsOl2OR2T+GQfXvrJx1kQFMxqe5EbLk1r1OCToChUWqIVc7kd7O0/uSf/ahzLVAO7nSWL4l
UgYfkrEvMKLSAF5xElpFZrZp4Id/KEJhBqzhPBbJmkVaOaAH5fqrY8bTVOWPgtr3FEgfRfLVtYnj
KBU6xLvex+kDlcj/0PxpRUgxqNQhUAkGXugi+EVk+RkB9f84OpPlRpUsDD8REczDFoEky2O5PG+I
qvI1M5mQCQk8fX/qTa86bskSZJ7zjxu5qe9MjQ4xxvE+p74MHJXJyFGkWdpj/Idape3LN66+BE6D
GGcsw+2b45pnJdYB/2DSz/Q4dygGy9QBAvjWWxA/ztE+7gcvbOq/zEeJn1JhOFwwZegIlGJGcQAe
MBY3ldzBkRRJnebUJKYBsrcbbg8Sf6nEqFFSnBo2c+JrSZizMMUHlpNXqlP36Fa27VCTIy+4mIjs
5wgr+fWbcZ7I43QHQj2pgDHxrSWN/Uoa5fyI5ZthaKcT9Y6hmXVtq7qSPt1ALX26LS6AXb1bHnMh
Sr+OPhaxqLwP3PKX3evuPNC79mx2pazMSYYhSQsnXkVmiorOmz1ezEBARByTfFttvB0zlgrgssXd
8tivur/74iRftqXpDKjGxIGQHcn0TJd4c8uUKgUmwHmW3otHntlXo5OVboEpNgbwWUn7hr1xNkys
ZqoPpZ5s51ABLJNcGq/yd0kGPc/FMlYPtpV044GJrrKOGBNhO/BBBs9NFZLn27nzjnwRgGtLfSck
8KSJVvEddotWtHtEO3d9ElMl06zFs1m9osggGdz/FH/NQ5u4+AkjpyMOstYrn7Fvrm5kN/oqkGT1
aduwlKVELpOF7E9J+UfT8FweejFKbpiyisdcsrX/53omrjItheBa0Yu3p4G8prIKhMUPhddzp44A
NOroXB12F72Py6PVNVTZ7pZOnmRImDEvsb0DbESTpzMLtHXI90BYPAww3g6xzLt7EbMIfT5wEX6Q
5YKbLe6W/pflO9U9cXFrCKK3ivdom5VP40S9vpjmWkJQlFt4sSZhRRfkx7EDsTTTHcElH4WXwpvW
HxlaBCVL9HM/0t+AZUrfXhJopYSDc9Ld/C0DM0/pplv3jslsm0/91eqXJjUYz2Ed5Po4McZ+DUk4
k1MDGf+a7M1csZCrhlY/UK4vOSTdy9KPDC3FKnHBYSRhF2spnHlKEtFUbNrCpVuFCNwQS1Vk/4YQ
tKabQbNbp0nhhg9dUHh0CPDFUjBazl9rGfR/meDcH6/f4AKq2l+sg5EeQT6yiKjK0Xp3iEoeavsW
D6mcEFYXYs1iU8o/VMlsMRRaUipCHJJQ5Xovp7cFrM1leC9bmTMLAC1G817TZ9RX409nj7aCAyr6
f7SccHx2YLYxGXqC0uthX/sn1TrVDwoddmx3nJeX3VHr4+ZX5pPnw3sOQ9//W4Fy0kqvUIdSU1qM
X7QwWvdlKUr3tLdL+WdjYowPU7PBAyYRy1i6kxj8Xppl+Nxbx/5YBkf+nsgK+rB6NYUng37wEb9+
9Keuy0LmUpH1n40gcEO2ExV8QpeGqpAh0/1vRwX+qQgx+uiGtV8PRB2xuDKput/9Bs6fkSQV8szN
vCRz7LUE59lO+xL6BfF5rVsgKvG5/+00qbRKrhWSyXQI7HVdT8kEwsLYIvQbxLX7q4kSQSRzJW6d
sY7as+5tu8paskFIA+YyIRS58myiz12Kn9LN+OVLYY1bCQ/nNu8mqSyOzdXYXi7EFPw3WNEGnArl
87HXc8+ZQf+DD7Td2jKH8zEXGZqVuFU70m9O6VYjh1rpRaeB5pk45blE8sxfR9QAyc93HEQcb3Uh
CphX6Sw/SAk5VeytipwD5JKwjnxfV7aPx/xlk9HKvqDZcm48uZog3QQ8YioTmsFSRo/la8Q1MKTY
XmKwuIZZNqVcah9SCogptJw1J0zaI8CuoUxmHiyvdLv/FAADeLZjI8aclDccfbSFtEXo2WN9ribs
uNhEOBpHq2Ml3iWpKmkAULhlAvS0RErSdU80IBV8H6YPBXcujVyHshmni3GJd+MjNkuT9VHp3Xcj
Yd6Hrmrtt2Kdwh8FffF7KBdmDPKAvecZpe8EThgIn+NJWUnmdd3w7mrTEydVR/XrMnuL92om4z+P
SMnkcCRAMgzf4azVf/NIa5RhuifdmaWZuy44hXUj74mOpzDLG/vpzqnRc5wJ4FuIuF9E8TVzdtww
Ga79sZFoKA5dqMW3XxfNnouii6c0pEhJpK3VJ6zOYplfR2UqUFbO7Oq0RHq+T7TGC15H5fJTjea6
sbEg/gq2Vj5tNSHIJB1MnmH4b/p7Ix33qV1Wm+42DFp1Ggu1/TR96N2KKtpeAum07z1PaZDt0Wie
ttWb/ohmDN8GiHYQNGLP23Twmvm1Q24t7ghojyc2os6wVo4uw/PSOw2Q0LIE7BIcpPX4IEFXJ+fc
idgjBFSGATU1QPv2JjRNYl7k9iFgwaTKHFZgiJhyGtLnUxthcJtXE51RuXEIt5cjTTEcQWU0pFa8
OnY2cb6+NlbrPcUgp4wbSHH+M7brvs+tsj4mPgs9PjYd6vBCysGeyLb+HWnPh15hRaZLTpjmosG0
ZFYpecUBOWUetO12AheWa8a8IVKdK7lawwvWiME/2hUGoe/Owa2c+pDfmtQ5il3uWQMJomaIgbqk
BmxjRprTIqyLh2D17fVA7HHyezDjOp7dtYioJusbKmcBF2x5dg1LXB64PXncnTeU74OFThb4YgLS
6XZTkfMvkqDJqq3a9a0dlk2Rr94eJdkwhDHVQEpGJhNIMWLGEj0849jYGoj5bUSKHRm+iDaZzG+A
CKEOTdLZ8XdldwGsYFxN9kXNzh6kEbdndVDSYzzTcdHRHXYd008QQ/vZVdfI1jGUY5+NfT9u4KdY
N3IaX20WQFo8SeNKNgQeR9E5q/PkRcmCdJM77t3dihjwfwiuqY7S93o7D/tmfVuiWSeZ8SKNgzmE
ykp9xBf7Iz/f6B50COOW6SWWt1za/ccyGe+cNN34r+UGq84Lytz2GJutb47hOCaP/aL6NuNlAUJo
3GisWDPCNsmFg1s0reeAAbEGYJfH6/Xo3JSmFtF9w6Lwr+j8/acbF+9T6GoTWdM5w5CupLMI2nbw
qpA6tzs/tOUx2aTAYTo8OZF09dMW1PP+AeixqvsdCDzMfcYYKrw6U/6Hi6/cTg7UXX/b7zGwjJir
qH8TZJC6R4dgfS8DFPTHG6TFTXlcqCAUD/4mizUtzR4NNwY4fWIT9bfowHvBEAwaXW+X3vOV88Gx
xUaTSFwIdUq330y7WM0d/LDaxN0+WQnBJ15Kfdmqc8yj3QtTFS2h9tqL6VG4V4FYGwebm/VUMX6L
GijwD91Ntn/SPGgk9NY2xF1V2w6VWXJo6M/D73dYdNUVnLpD7xzHuJzZTXl+oFIdQ4hbXfiL5v9J
A/iFNKpQ3ybXofvVuFW8/ms6a1a8wRw+acv6yPelarU+kL06c7QJmwZYdlbPu4/WNawvbLsUIWGP
aADSjalIDi248cN/9E3J5ASU35eHLlbwI1VQJksON5G8VVtioQUcd/eft/lqfaYcVc25MG2bHKxl
YURVI0zuoXdE7Z6M3EZzT8As/RlWU0PqWRNH75FzbvxZPWuyj4b2j096qpLu2O2O+ZZlAw7SFttK
uWmbOD8L//HlDgiOPH8PEFO/RhVn0GnbB5ZHvh/nUdi4zw4ShwITLjE83sEhXkTfudZQn2e5yCEj
rod+tYGj95uLJaZyQTWD82QVY+zRxERTyJPPACcJa9jn5SEpTAxFyftvfjlinsw9WHXkfzgEgkS5
opQdpkVsrrk0W2xorgpQrBzYMiU5nZoXIvMFLvl0WVRgU1sHTpaREm1vNx4F2PIGWJd0AfT3XCIa
P4Li3OKyOE+BllUWhLVRJ3dGTpTiXNnclw54SKV9a2zAHRso/TBudI/dD5HiLujYY1VmpgGB+kp2
TZ92cufkRihh39rO0gA61d5EE4/0E81qREDqJQF4+97lBseMNl3pnMW18I7lWJAEWHJeLHdDMvIc
QXHva6YZfcTv5mqe4K6qicUh9X62MkELWcvHnIsmydEEhOuhEHr5ctt98Q8Jxug95YHT4bnsokYf
6cQI2SISuytzd1gGfZj8Zm4zRRvNlhckzLlZRRj79t7GvWtDVvpz+BIoIqUvCdwqSyK5hhSuDnzw
shn06zSuBQ4Xgbj9sGAyXQ9Ky3XP6m5ZQmb2Tev1ooqp3rJ19+smx1Xj8meFO36aypqMeEjI2X7m
P84FKfjj3pQ2ysl2PVM6ZeD1v9mk1AMhSDQ0QvJV735xvY4qgs7tO7tabXOUiWGyCAzzJoydxZhX
hWUvL02puRdpQ9gpL9PBDvutI09SkUpDhXdJLO3/9llvUd81moC7FLCyHVgbinl/E5s9Uk8RBLQM
03EA8yuIqC+O9mL78hUighBsyOK+vAXIQAWgaq3BmOG3wrxbK4SI6M4UVHbZOcsbMHxVHve1IG0U
p0Q4ZjLGOHypglivD8McWfcB8or4BjghlKklbaqGKeCLX+elCABLKwRhcKjK4gSbkgFozm99Kuoi
lIcHahETgFi3lyB0Tl9URx2VYZ82NdvkRe4BmcBDWzvPILOsGH03ka2nkwEktZ8K9VX5jtgzYfaa
RuVwlyotRuHXWTOg3/mUdJkA+UBPNWnkdUN3nkSt7MekxUN57Bcqj+4pcA45wRcgAzhNeBKmHqwB
VGwxQhDq0xUm1Ccexn3M5klh7amaDpDXQflrPXgF8vNfwTWR473VVVVBBi+wtblsCvZeao+64LcM
a3vJ5oWA4e9GF/EIWcA52jGfg98Azto86KPNEnbyJyDLB2onmzqzEL56uQ5Mos9D6av5mKAPrH7P
0zoxTuCKG46rRZK4JOVcnI1R+qUnj/p2mpp4ytxa77CK6Dwyr6JC5i7yGiFvuOV6lIa0oZRU+imI
wqn2lvVIqkf/Ad5VUJI7xkWVxkUw//Q7NaYEBHSzfyPLiVCmBSvIt5SOejSQXx9426mxADehYoYC
pc07AhVb7k0NJFS9xGUSb5SD+tFI02xjFWQJMRKvhCBDeqEu8I7DQHTgC9k1SNYj4Q3/NbNa9wud
VMrklqljVCAceTcDZZHUkfO6uc/oL4SwD30L/P2f6EzXnHCctv1hgseOMneIwuU4+tD02MpWax5F
Gu1NW4epbS+LvC+JFV+IKwaiuUPzWi/HsBHjl57QRoFRzTXIYmIPxGcQ7VlwIlKec1DujkG/W/bp
nW2iXx6nIKnucBVP5amatsU7CkBiUIKlhbdVVMkPyGwGr8ik27ZhOhkdo+4JJ0BBNdp+lAa40vp0
tTxzX8PZJ6facJgcHAVleAj61d3O7jixzc2Wqufj0I7ypBFblQev8/bqjiZEq8+KGcfwOSYgCxXu
NrRbRtvHLA/C3a4NRRQIzQc4Bm5srvnag9f2Z+uwBVF5v1IOQpD6YGKQvaStHjQSTpRE1Rzwh9XO
ntNCq73TlgzTJ3Ut5cOCaxktTM3ndggE7o87e9RbVY3hw8bnHg4J7T1s3yUNombt3D+EILTPftDJ
r7JwepQXy+7vT1flTXzveAugK9olRYgNoLc8AE5RJWVIkP2q20BWqUclmwICsZI6LVWY7Kd9tYb/
nJoX+9ithR6Ow1QHwYmXUce5W0VLdyQ5ApGUFhsFkK4VtuspRFGgDqouo+CIIUgVL8vMspxNvn+9
EAZtv/Mfc6Y7zcDq/DFSJ8FJCMtxMzr39uoo41Alx43OJ/k8F0v96jc+r24tpuKzjRMFgrH63hd0
DzquhtgwKpwBDPO1NMHXVGIhSUcWPLhihhZeeQ6mNwXmVh2Kahp/jO/bfVbDDT2ACLbIakJaXokG
mBA3xMFClcloUwHL1FbYqe2J+loiRXcTYYFlCDLe28NrJdbkla5x+YNq2O/u/c2uES/3OB8o2+h6
uooqMLbAriWetpFP9lsHo6jOSLcEM8ACcv0yR1fSgkl7/hWakX4GtDg9YZMxO2tsifEbgq6p77xB
c+EXYaj8W5pClfow6CWjY9G6yj9NFefLxbWAeE/lrrw5G5W3oJlxTY8FtWCxaYCU1hsamvVvonl5
RC0rlF/0tS9/DcrrX1ZCkvNhKAmZ4Y2syujcrMQFZNW4rOpN7oXtX9VZ3nKe0cQOp0Iuy/Oul559
epKEwmgY+iRz4w3uqLQ6DVxX1XQFSMl6i5jDbOqMkIliSmsZ7ScsRqBlohonckXZdyvKs9v+P0F/
G+TUFkFGTyWP3r92WOk099x1d0ExqSi9QfTHl8AgIVM1DPT5eBXtU1m4av+T/QLJACDa1r/NVEVx
g88Ld9IcC1jtFG+IIB9ZuqrKZ0DY5r4VTf1WmbZrs1Ekjp230TyJj2gshpAfzYNF8Vp4s7PtaN+Q
LNTbf3VhEO4gxg92JFVm+au0tZOmMNazPqMUojIhCoIiBnJcOBIitw0ebeZh892NMxjL7EHPHYyt
cBB3g1UJFF5TWB8rvyFbNiFzj3Q+T8o3+m5VdZzMNJkzZ1Lr5fxvB2/CCjfA6zg8z2qkQRE/ar1/
OFVTDCcSfsk+Q7bnUxXGgwrsi9L+telKO7ofw6JEq1Bqp8zXSoOh24kVXjZrloBFVTR2cDjTdUIl
FDM4BFGAYKTEeA64SokoiiQImOFm6BJS3ZYhploL7VtVITORwFiLLPVOzXAMOuiIyHrbKPvVKV/X
p23FCshLYiOD2Yf+zdaFllzEfMCDnMGkUqYrBbduts9dNJ1ryPU/u6qBzyKw44U5rmwZNOpqfFmW
Ollu1mp1/gtVFRb5BP79q9kVIiOuygpnhYzCKz3Zzzm27BBLyVr5GXxi8DIipwlzLA3Ff2QRos25
hug87aHbN6ek6O3owvFJgzvjtudyRciRjTjY6YIT7PPVsWRsjE8BP/yPzfc1Mt/qqD51CJW7P2oi
KT9l5ICTTutocM/QAuUFZ7w13+B1S9qrDmanQK5f2e/pNHPGZxGCpqfuEAPyqSZ21lvOzcYcgkTG
eXz1jqUaRsE5BwS39icWowq3X9lW3QXlcrsiygwUxvQIpO3IEz609w4C0543EJQjx7BfXIZpm+4r
zc9/3MPZ/g15tjxTcZJ8uYML610pbkcbfNrm4UGoaP/UU2K1qYbYrDKIIMc7tskKuQEK36EIWwHC
57GeniPj2yajhHXF0jkPMk41wjmDcFkZNwd1byH9nNpFPw5GX9+2dJpM2OUcXULkg2t9RIMnrLva
YxDIkhEa+ODbLXF1buVa+y80GyBveiySMDOdHdx3aMCq502QbdSkeu/VfECVUt93mr7HR283EySf
2qrk5Fl1fU3SV86zjQ+TcD6rdtdfYyJKzMO21P+tQjfmdgUDFo+MJNs10yAumIcHW9gnqFfGET/U
o/sEMiV0brFJS07XuHkXyrTUhhduML3s4L+MU20JNswQvlrvzjhay93WObBzO+aS4AH4q1uOtAkE
/qslut3LkHVR3piEtRdftxSDdwPRUpUpBts6bU2jLb4mmTw1LGjA1xCj9hlBc/Lpof5ujnr2eW4S
GoaQMnre9m9eko07sKUIFDUOS3bqFrr8seSULM9IxyFefWjV6Ymqsg0VKWCRedq9eflCUEvbJnAT
0jxaDMP+5NNa6ealTixFqvOm1EGs0fK0z427MMgW4lMzCJX4T4T1uUmLYbELXFxNybWh/CXGB6L/
hYDCSMl9ozHHUDm6/t4pDrGfNIARkgl39v3xXJuFC6pEEffLjTbfBwcJkvfB6ew/YzJFbx5K/fm6
542ffdk1yW+3oBMauLJvkjtjy7J7WnfviljFdTyeXGS3aHw9bquDdCF7f+01yNLdNI1jQnt7BL/g
66X9HeAzDR8sPbvNiQmocHO3hUi5KRGxWeBcVkF3VBCW9XrXBOBRuZnD5V/CVbscVCUlR7US9nDs
ubfxyDuOAvsn/+2xQZPYp2EtqTEMaJ60nzYAJJGR9TUUKZNGr4++3LslRRY7kY4ZQPujnLymGbB3
LUwtcnf57RnGiD3194L6zmkTQGHCpUu75HsnumoejWC6CGN5sDlwryMsvsFMbHDfAPtoKC8Fr2By
2GowTCrN+1gwv8hriSNRxBwPibSnHzpNPVoR0UfPWz4lbuAeHGDxz7o1nUnxgHpuPkdV5N+rSfA7
+orw5ntyLZBQy8SV6qUDo92PGx0l16eRUncMyADjhz1UQ3f0kapsSDHZbhqSPNBEcV9zCS5h8OFI
gKYDk67Tn1pLyenWLG394kyyV4dFNZuVzSsqXRhZ6uZSH/z6caeBwzrGAcWU+SDLUl4M9ZrVrR/L
hUnVW9Bo8tUwfw612R4ori2J+Bo7Qbrq2oiGpVMNitE72S74QZru49odeCYxdH4evQr50DpK+ccE
UfcDFxm/0E4DJD67BfL73d3vab5qHzucz09mEHrKV5gKFJ7z5j53DMJw3tDdz/7CJQSnSQQSs5GZ
9KHoXOTP9qyWo6FTOqEFFJYim+NKffE2jFylQABQ446h1UEwhX7SJbtgltgm5HBbGcQ/5Zq4Zd7U
ql0PCOOUPCfV6P30FvLWPOwQVbBIxm5NdO7YyBA+ul3/zlgA3lfFHXHltEN19PextR+djXP+AI3h
TjdePRf7qUWy/olKChOEu/XxixPpcHqUiPQ0kFXkGHCWuBCPc7xxSKt4IcZuWePgT1XTMn4C6oAt
E6WqL160JZgaSLDvzlzqGulpVNp5FERTn6NpRTyn8GDe7kyWG0o7AgYvvZM4v4RW4lwMAkGTOxb8
UVttCgYZYfuXOOo5Zb1JqM/l2rV8jKqG8529nUOWD8mS1NZdOP5xuFBe1yqkc7QiHsfL6dbz4nNf
M+DnuKF8yZQzBGRDFaWI8L1IlGVNaPp/axfP7xtFp/PFimxz0+py8Z9jvcebD7Fc79+2NNh6/MGF
CjBkiX1OqPOD252DK0Ng3gy4cuWYHPc5YP8Cu12r/uhYq1NjYTDzU2VZwzeJH+zDm21PX6LuGnFE
qoVeuVkWoH0xSBEwnw/2ew1jUb3gwzGvbCh46tZ4S2hU495ENeHZuGsm7uGNUf1v509mpdd+5iCb
4qs8y/Zi5M89K+ZDg+bylVAB6DZ/rMZ/EVo1ncZtIm8jTwg/j4sZMEftNCADffD8kHi7qkNcucHX
6pTN21bHdZQqCJMqnTZkHniv631J/a6q0WFdycO7mO6ZNXcKxVwZaQelOKZrpBzGs1wQFLWR/qVJ
0njx976Et0An8S+acTvfRIvZ8VHbezgdIxeh+KGwV288eYxpxZXXp/p1gcjIR6ti+iLBXvyjkDmo
LnrAtgaY6LpdZhmPA3a2hD9xMTPS3vU9lAZK/hFtCYpCBPSDy0KQdyq2VC6Tcn0gOcmEf3e+SXJW
mBjtWxn5PS6phvbZY1VTWpuHxtvacxet/sj3FXBGdHuncfws1VpnrDXk16crgyRFzTZcCCC9FF9k
b2H64qfw6gxu9Co4knby15Yor1KU4139sNuqG3MrjNF2MZH4VBpP/sDZPIxLMR8nzDLqHFuA7lC5
O6rZSTtgzArtq8poFBEJipsNiW/N+I1xr6RGLCfR20XaUumHNjLyPoquPds0X5fRXehtzl9vJbsY
ZnUx/glgad1Oqk6M/NOqSLmHekEjf7mqxWRGLQYYCBBfvGShVeLyYrSI47NyTNPc76Mj/rEcb8+c
Z219wklT31sqnOXJrGUd3CIST16Ip6r/DXreCDlD5ewjCx4m6r/EUFeslER4p320cDWjqhpqthJk
pwfMBtiRoG9LQCbBmngkMY06v7H2uJoR4gX7yTSL9p8wVjn1sXB1c0cM865zxajbPig2jOMwe+Ru
JdY4cVrW1vRDiY/fXBAeLh+JX9QPPpvGmiFH1P+VoR19SA/b1UOcmEmc98nWv6Ju9dpPGwRif93L
xfTnWG+l5hnFRZIN0bgkjAhtpG6aMuJu4fBzXleH1NtD53eccgz7HLvcgDO5omxNijRaZ/BPlpl9
i45lNTwDYNc/wlqsfxIZH3vdDJuIdHDu/1j9wIQYOXQXnOGMwjoPqq5lfGrWKnfr5kp5xV6NQIlp
9m4CURiy0Uami7fda/28dSIrALXfo7/DWkHeOQtOIaaXsd2zdcBlmndRjZ5wIYbNO4cWCpJTM+/u
ZzSjqMochNndyQ6j4m9o+KjTXMwkHsHHPeIaQWo1r8hirmk4aHl0P2z6JgD7Prbhto4oHniWegxx
w/ReNYvlQvNcEwgnLzDraQT7HDkU+vgPHmLvF/IK9y+n+hJetVRteQRsHKvfTmXPEm0/d7T+VbVG
wOCgMi3ypl83w/UT1O3ZcUuXOTvcWC6RuQ8is4DHP8RY+fPJ21i14LRK0d9XLiUqePsKMT/ZVSBV
tozbctcu7YDeFHEkqxPd1uoe44WwkcXWO+R/70maJX1d00JPfzmvIQirc3ZlF9rovFbcPZg2VJMR
CDTcBs0w+o90TlTTMbSuMIxakvqJDzR8oTPm+0l3eDLmtc2pgBQGt5S/vWKF9Jj3RSPzJdIeV4wR
m7o0kUj6PLFRqLX47dDiE1Yenzjj7OVsVQhYEUckitMRsPwFgfrG/ByMbnlfTvOgH0yy7zM+yGhH
vWBjh4C60Hhe1IzV/gSmX0TPfKgB/BbrTnEwhe29FgJi9yCdmnU3qqqkQIw3cBgnFZLBzZ6xnS/I
B+4K1wqi44Dp4bZteeh/RTbJSWf2dAT67FiI6MLRsYqPrl1n8NBBmJ8AIcJ+w9o1rScLmte7IJdn
0AyH1jside94kJq6vZ+FY1CnopF/wT2F+ovnVHTPDJ/JPySPLb7hqJzHA5Yul42VgNDqJRyr8g86
o2g7SqI8AzYJuvlwbPmRexz7/6+dJOV5vHdg7v9cIyeToqdt7sGIJtp3LYAG8rha9bO6FSg3YBC6
/5HQQB6gceDXrhnc96MdzHK/CF7lMuv8un6qy77BoRHxKr9xOw94AVAGlPcVaun4grC89rK5xY6K
WBIaNys2Pd72nUcHLghe/D4SOtWe8A4yycx928ibaHLa6uK4taBdk2IIDDpQTKRnluCBaVnAex+m
zlfy3YiWt8x1G0ItiUujBiEYbK1z0O64e0SoS9p+uG64UzZXlo9Uxwlu3aVbc0gAv8j7xgBxS8uL
X4cSfRN/6WaKe14yJBbXZe63XfrOfO72mMmliGKOiDDAqBRi9o0z5Siu/sSTIryb1wjbQQQMwOHr
mOjetOH+UU8BejkFKJ8ceq+AdUtam53GbZbtqeff4VvBqVDzAks2kdaNhvpgIx8Ico/mDZP3Hr7A
fHB8EApRguul84TS6hCWrt+ekOO08dGt494/rRZkKZlc9NLbcY28dlSbV5/9sKj9I+XD3lU/FjSP
WptCoHFrQ/m491M9/OL9FeFN4VhmvcFIAVzc+fNjFeGkPQhZLQhG+RKZxYmvcm3pzPckBK3xJZHT
8FBuGNpvko3UEeQv7c4OUW8x6pei+dlxuk430JusT0BSSW0/9VYQy5SItdbnaWv2Lut1FYhsgkb9
q3qo/DxSlpgOYwSGxIi1l78UvoD1z6g9OLKaia3NC8Qh4UkusF1nuUwRkyP1CD8eVyQej4h+pswO
3WY4LbO/mCftiDbE3Ndtb5Ehx59/IuxjDAvedBuLtbRPtkb3ms57CT1B5AMH+1DiVwSHGrl5KFXe
vHRtQ4cPWjTwHoBzHXJl2wq/kyoqp0PprlV9iKdtdPKeSOubNeH4PKC2JOY02N1w4v5aJ/WqlnIP
4aloVxIMTYzWUzlvr6ot4l8lFI/D6ICkP7N9XTQHB2ESemdRYXseiG/G1dEFyqRBEY1/oEKg7ZMh
8dhh/QqpIV9ODWbBXNieEZM7be560Q5UE85+DQuGqTgnPqeMjs4E+H+zIaUBtBqQnzKCtbYCDERe
l42Rqa1D0yrutoLkR/9m3RGUn4O1j7/hHDBjAQc1Ze6t4+rlu+i3V95i6ETMmFQeO5twTt5AFi2B
Cov/MqI/FHciMZu+lGOwvPGCXxv6lrnM+0SIb0972w9y3RoH2Wj9j7Iz27ET2drtC/1IEBARcLva
JHunXe5ukO3apu97nv4MfHHkJJdyqbSlutiuciwgmhlzft+YM5owl+BZ9Sg+OTRc/E9VQr7d9MqO
ijemOu9sTO3S7KcwCJZjY9vcn5juzyUaqd8U0b0DGsDVi0Rmuvm6zMOS8OMUsfDIdQNryRDWTxSp
asLDCc2LT+Q+usTlTePuymBh17M9EA97rDdFeaSJh0T/UrMbHaYILPyOoHb+Mniy+2jXVvttyvV8
k4Epim9r8tR3GlLaamIdMd9kNFJBx6vh/5PTCpL7Gg3cVxE1bkFoWVoVMmw2bqa8rqcjTKuAjCbt
VvSNOxpuepjtCGuQN0LeiFzEDucKoR9IB6N2USS4YfFMo7D6G7jb6CWeU+Ob1RcUdnLNaXIPGyuz
jyQqB7lH+O7e62TCSELHHQchlElTPzvVCCTyQIw3axGU0h6ie/LqKOweWmeqfpq0Px6P/eQAIgCo
gGdcu2WozhP9OzwygmuH7W5WHhc8zp4dlyXvc4sWL8Y3E/QKzFAgP0nUzAklGjF90vlSf1FOStsp
2yqjHx273nTMyD//rA0UXztExuF0hkpv/mBKQA7lmmJyL9Lj9ARgwlmJeYt06CPSpOmx9fq2fabP
S4Oo2l6sX6peCm4j1OGKQ6mhaR/CRVcfY+g/9rGu+vA5BiH1L4e5Vgejz2bBRdqyUdYWWfazoFI3
IUGvNfeaZXRQ2dkpJa1mKJETLTbB/FLhWUUb66byRgsuZ/sI3T3JIwGDeaca+BR7YUVUNJwp9GBU
xOCMOgo0/TkNyyHgmB/VV3q4j/hb7Fw+hTrkLmQlnv11CLQQ577U04ckzsLsTiFc+a30EH9tjYq1
nLO2/qRIl/4A8S7Xe9BI0WddlslwU8cLfg0dau/G8GwxPuIPo8/X4E09ekoR2/Otq1CdEjwOZEPK
lB6mu7Sb1Ld5nJAJTL3XBeeUsvSdhWkvPlV0TzEJjdo1bYwh0jkvxjLf93U39r7AgucdVMqlFcfh
6Ok7qqRtziKs+RVGX5KIxqeZpNRAYUocpNUl1WMRBiAumL3mPym7RXFGskWvJ8NO5/YlVX3ynLbz
8svC7eBPFq7KtU4+Y0ccyjo8ocqTC+Ykl4S1FyhP7J2KKMAvVO2YSFEMmHNOHKXhWcJmoCgvnTI8
TA7x5ZmMfGR9n9pp/FQ6g9GeMDWqh6UL8+asQEJ8i3tuFqRXq/wFQWcx7kbJi2MaQCrYc2JC2xgD
tbyUWS/nHYmEGfVuY8BhCy2FmqU3Zq483Pbn8CYkR3kU5kSFP4lzyyFwGep/O+FySeiQFnS7blST
w21nCT7kfW4bJxsDwS8zy2zlO6Ow/9cvlcxJrSjzOVjSHMl96fZf1xbSiEUw/hMqOIUnbxeElrR6
hxryVMCuQspMMam/natBLifM5sWzSwKcUwMC6Y8RAz1Jc1e2PzyVR4bfk177WONPSHZYouPHDhVx
Qg2ocp4tUuHMstmmFiDmMg4e8B/G+DzTxntqrSybzvgyacIr1ooMCpr6o2F1JKbMQnjRUXZZzfIx
mq5/8sZwCo/zmNFKrIX8Xt6wPRFxeblFQ1+mY0broMlNM+aThiUSF2hHopDqGDtR59rnSjgS/c6f
DFG+OkPJbXBM7Wf83XeynAZmXI6KicApohIDw6VHGmhRs/qZNpH3lHC8QYfhIPmusHc1t3EUhOJo
TJr8AwmJ0T5qGCPxAeutfhHBYiF5t6sop11Fo5+7qGaXb3uCPCOvcceCxEG3R+KCgtyOekJoH5Y0
qMiviUqfTOpSaJyKyJb7ntoL+UfTLF8I0gjkxtK0sLq1bFPnRdrzU2axh+6GmTLaKJN4DaEb8s3L
oBIyY2Uc7eMJHfBuCGimdGdXZtaudhRCyZ/cabSGCCLFE++Zs0RKk45h+OnnDw48ri9BWbfAFyIb
Hf4Ss4OcoHZ1za3JDeYlHHWKDV9WMRIhDFXDrkyQoz+QdiARFpat8zlw0+C5C5fgwaRSE9w5pVr0
HuaGMR49b7Ty3TJbar6rQgd+2tSZ+W+6D1bfjKgPPs+IRxc/hcj1m+JHTEOzAgnEjqziABW8jsiN
WYGX34OHZtO1nSH6Cc8o0megcjRLnOdsVlx/wCL4hq7qpyCqLTLwiovXUTaU+vgMUYGPSarAvtEG
Inr8+GpBzdjUDTWI0rUOTpHX+5Rmg/KGshilCtQxSXBwFu0iXkPpTO+NNOuLFzwP/fOc9MMHOy9b
tmkE7S1q/Gj60jjr/QT/yHALiwHZmJvmerxjjwvMj8xGjBRqtosByZqU1jEMSJZgBEW/tuNiuoL3
zW68C9wJraQ0JLRMinf5XrmhZYa7lBZL/6upsK+SNZzGO5L2w7feclGAc09pXqKuQrIPDeeuRCUl
j8FMCQ5uU4gfLbDD+N+w7q3pgGQc9MvKzBC7BclHcJLkXTqAAbb3RQYi+gyqvfyYTjELJ3aK7mZW
pWlShomcOww6odglTBrQ/8Q7yVGmNlSJOTa9c+kl9j1V2a6gGzdp7qeiz9DkkKiWnzrPHdpd1dsN
CwH5T0A6IeTEdAgf28cliGtvFwKrkvvWKlYXd0hcczRCK/mq2qReTjWFlv6Znzq9NBxOgPmN2iOD
qqTdHRfsBugpObsUr0tS4cydpf0M8onqT5a51a/WG3Szs0LlclRkPc4NRBxoRpymQwkYrs0R9okd
5PG5MSeUPkBxaN1BNshuH8XixZ9I9Sv5yETMYIYK1QdHq5acaST/KZ2HPWprkpayDo9mOkKE4T8d
6iP4Y7gFiV5A4eFnBPLPu8VzRfqIxCtoB50cmmHsklML0jbighUNj0IM5goRcKOHZbEN92MYOPOn
fF2MpCcSbrlV6alPJgoQ8AaySu/Cxs1sCDte+3Wg6Dmdczz2jzkHAu3UCtrChpSdSo6GfvzegYb+
H8QE594xcge0kXYDdx86iKhvcbKZEJyrcvKhE8nbpqHl4g5jC6qIhciK+co9X363SIh+sVBoEjah
OSKhiX1Tf1Qis6vj0AwK0g0H8r7FZOQDohjqM38Wpbt2nDDfZEJV5sHGWZSfXKefv2d6JLO9DJEX
HgQ34Pw7SVn3iMV3TenYDXEz1zvDvkFQ2N8O9kAeyXBrSVyipfeD6pnIMOFb0Xo+QIfGL5GN9idI
bObHqRXZL4N58q3Np/IhcsJ5tY0E7KAymItfGPXN1aFskS7zgNj9L8oNmtlRf1HTbub8uvOY6fNd
5uTZs5Emqdwv6IKTndRIDb5Cxghxu9GHGHcaeGby9gs3Rc4Zis2HbqrGlylJlu6lpFyHb8prus85
OUmkoYDov6KwGN0z8jG7RgVUsFPSFFLLXV1z8bwZzdJov1MYN4u9GOO6uievUd6WxFfLuUEWI46R
GRpYGpBwAenJp+gDcYj4boUB0WexIBtBs92hgVvMpO7A6dD5YVdTVypJK9tVcl4Wb8ZRVmQEz5Uy
PeZcVDiEyWyA0ynnCscuULZW9YTMNX3ETNMk92OVSaRAZo7oKg3tArVw4oRHSS65IoQc1jpoDYXx
AxQ0rOvSit3CRyWj7D26rOAHBK4wea562SQnWmGI4tgIb0SU6Yr6kQbOdb2zYpNfjdFGiFvhIv9G
pe1m58zKs+iWBGlJ3EZ7ogFVVjubXzu3Mv7lNl7wdsdSf5hV7iC9nJNG7cBG9vHHGunXyQ6nuT9m
YuLGv4ihRQBrB+UJVV3ybEE6AhVVltXyGNe1TdtZrDY0gEN9G+aP/4cyUBld3I2+cofoFjxnpR8G
EQfebtHzZB3+TwR24yCKzf0lGOiUZeVFVYDccYrsOEIFnk6o0M2Sv2pBlFAm1XxTNXOhj1nPiTX3
fDiME+l4he55ASSqCHDAa0J35Y6y/vlfFHOKnzOFnqr3AUabe0uWNroQ9LuCe+Y1OPQKQd0wIYGE
kGNVoCj534Z5may0UBw9vd+DSTgEQI+OsRLu4wwcZk+GSH83goX7hEccSE0b7VlJNI4RMLGv0Dcv
gSK1Tet4ykKatkwbXKvBlCZdZvZ+q5fu1MPDBJMdD+f3oZsXGJhKA4dzhb12dbA3OEojJI07cw3x
+6D5yAcMv9gozNfaouGTP+ASVWcYst8f1Lr4lgHgW+iZaR607WlSYIEcA5KO/jgM1jMyBvfsCMvY
OxRkTkRdkIvQ1xzzVi2HakzrHc1NvX01ltea8l6aWmC7/v8PWZmkf00taEuNbhQvechz6HvIrFzX
iu+wiw5XWrRe/JzINWgItYLd3xBe1aQy7TS9r6gfn23Xlo8KbNwVZvXFUbSjeVu2jbBt8zkH9Cm9
hULUF3RnJTvlyJtybOTx/e93cdL8NcqGjG13oUKFNfV+hSnap0NFeHSpDn2BxFXcJg1CSmK+4cp6
uPCpaPlj0sTUMjV9hTePRgN5j0Sj0/saHuJRVnP32KdjALwN29/7z3fhLaIFRVWjkCtBq98A0Htg
S+hBkt6nUZ3AP9sp94RUkuL5fx1HMBtMm+43FhTp7WYTFWzniFiYfUlrP5aLQCq6TOGVOfGWq8so
hJG2o/FIviHOAmtEFy6ZeQG4xZNb1uKfwJuM6XaJE+GTBwzEldbs6/d/vYnSj4qWkuxdGoD8dq4L
Wp1oeEStT4jQf44k1wwjydLjVKgQpPLK+k9VCf0tEOIK+PZP/4DN2Bp2sKdgjtNvVa/f9u8VTdUF
I1i8+N1gKMtPEfqCXnIMjwtwVYjSHzS6Q7/picduqAqommuKJW/7HnfCKTW9mntVgKeYGj3cFpnp
Od9jiQjkTYGdFhFBDgeUSqvrhbe5llThK+TduwxLfn6kHRQK2RzmCUrBbHE+6Waxqyvb59vpCeWa
g8FBMePQu2bTfdDysjKOYzH7kZuqT4Ci0DEskfnh/cn5dr2to6zzhR2a5kib9dakRupQ05gpVYEZ
iIyxw1wYCX+slvb8/lAXH8hTnus5IBTBMr3+ZiZW1cUNNUPRL/uYOmRmV+nglVV96YFockEHOVs5
ikT761EASHlN4zk0GURMtJ9bCfpg4VKHZ+Fat8ELC4DMpklulVuPpir3eii0zQW+RXfyQy5I5S7L
R/hQ/bgijQAYiugezGr0Y/R6ZLciM+boysay/v2bReAyvOVoLKvUBTYbGNnUJO+devJJlxikEHPq
teWITI+Mw11dm8lB2eW1JuQX3q9LBlDSqYxths7Nrx+6Cqo40V0z+4kR09JDjdlRN/14tMHe/PdP
yVBrnwSHDh40knw9VKgSIPIpczNxpq+OmHrcXdR6le3kV0a6+Cb/GmkzabraACHT57PfEYS+oN1S
j4VXzlhjxODXUE6oybrq9P56uDioRzXRppGOScTx+vHww3GBdjF0tIg3frJiwl95xeXFLYT1kFu9
+DFTef35/qCXPp/DmefwUh3X3PLCsa2FFHXS0Q/xuNzWOR4rw8HxQIq6ufJSLw3lKuGgxfMsAZHw
9fPBnuaKOlaTPzpAwUenxnwUD//rp9G7chJtR0KnsTZ6sYXQPJErN+F8ie3RkiQhfIkh9gigUxzH
UXjwg1V0+G/vj6EYiS5XXFK047qb6Q9EGiJC1tq+VUDDRt+NtCbFuzsf01542ZVXuN0y/4xG4MoX
05JVt3mwMEEdl0AN94E2tTuWyJrjd+SVoHU7EddRsC0I20b+yYG+WWeJYwJiqkPTjyCnPTRyhSEA
tbiXaEsPODuwmKHG/vH+i7z0aPTb9vCyORw+YjMoiFZu3jENbm1p5netU6c+jttrLXwvPZoWIKT4
ZI7LUns9B90E8hHZUcJX7p1Pomjs+7zu2mfq6tRya48MFh4Dy7tydl8aFuWm4lB12Rm8zdSnDIPK
NO5Nn9qD+QHSqXkaMhmfBpVjK7fSgsCBPCTy0fdf6p+g4O8jAQ2Mw8JGomOvFx69rpS/4iImknAG
YTl+Wis8uZOJKJu6jrt8adHeAevnmhAcWnMQpyqelpvO6vL8kBatjo/v/5S3a5JfIl1+i1AcjtvN
e8XtLFZOvT2elxSLm158YbaSfGRbXdlILwwlLUnLOUai+cl2qEKj6QWk6Pi4ux/JgROsWXi78sIQ
Vx7q7aQVnPiWMrmZSFbNZtJaLcLm1mI6icHD1E21j960ssytKyvy0jhsm6TWeCw2m820RYGRYdZ0
F18idr/HVl8c4MKZh/c/0TZ+4dMQv3OycraQedk+TTjyhmTlmD5uZD0cFhzSw2mC1CtOLp7aYS+7
Pvk5h2UJ7KUt0muL016XwWa2cldBGmbR3Xa9ubyerXCknB5vh8Wxaw0Q24o+HOkeUaCxUbR5oQJk
zqOJd8cQL8oWntpBmXd+GVAyvnqqsn/hmxphqo34R0FD5o8Uc4WGsWs6uBWlsgAykuf7Iay+ffGa
bK53lMqV9sGhh082VpwfaeTKb5XAkHbIQmW0e93q/ntDv8c7u00Jq2LwWMahmhW51Pdf//bGtr5+
h01CcpEhitObTUImiEFT6MiQU3rAAWCUDmj74G/CNce/X/U374+3XSZr91XSasxd7kw09V3//K+9
oaVXeuGq0vN7PHv/aDuig6UBU9nIo+rK/UyKzZfVazMzgkOaphMBsOm8HitegDvOIOrYhxJgvXT9
bmnBrbHqLqljU3SDgE/9bQ6HvRHG0TdksWN/mxjtZB47e1ACoUSJhTNxglk/1pmJasFzJBzI2ov/
bWSG8WLsWhOWeh0pddtlI20A8kFaeHVFKKOnNpokTSSbCicLPTxzcw/aOAihJ2rzG32mkS5VyPa7
0wRKCBlbhb74gO4Zy4lBFTABd5khJjGXpg5v+smcvkhDwDLXqHR7ZLKuC3g/gfr8PAIROMmpG+ZH
J8ixC1E0j7wbZ/Ri+xkRJ8q4OKTUBo1ZOrAENAalc9l3rbrJVDSDjXK7xP3n/Y+9PYH4AGv6ab0H
Qfvz9CZyMEudGayD3o/dyvUtw+yjMxjFPrsbkskdbpq8QpCEtzmcr0zrN2cQQys2fa6VbMmu+pMW
/GueKWQfDsbkwbfdhran1LDjZReNZfjdLFM94FsSs3GrOsvJfaszrM+sTuw+OQ2elys97i68BQI1
lhYZilVeuy7Bv36K7hOKVl0x+C05wENJw0Ww7on6RY8BWLtVXu0d3YZXNu83eU9egMert7i7M/9x
Cb8eVXg2bLGqJO/ZBrwGlSnviYLAQF+7bKzzPdcZyhvAOUvzAWA7hdk6rDsEPEmFpTnGqFFe+Sbb
pY87gfjGRBXBiezyz9e/KCpikECQfnynKL2nsDcS3zVHyvw1YOv3J9726GIo3vY6ASjUE/xvJl7G
xkAyY1yotvbJjUPHnNsK6tr5v48Ck4+25Nx8TW5Prx8oTz1avlOAxGzZ54doSZuzhZD2Svh9YSpz
u7YpSjgWLw9o5OthcI/Fq2rI9HF3WlDrevPWct32qKlRH2BnRJ8mm0guru+oKalHiFvXqiJvZzC/
wBXMJr3eT8UmEijHtoxaZzapVGTBTdy28U2tu/gU60D76UoaQie4XAkM/mQO/j6Y148o+YLcKLif
anP9VX+tGyqXEYQQtQAxUfjIRQAFYW9McF1PfTGZ/gCvy7k3LADYFga2BneoWd+VTRx1O5Le8S1K
UoOytwZLcOW3/UngvPltpPItTjKF2XozlzOq4A4dhhYfqYm4K9Gf5Tsmf/2T4sEy77BD5NMZoO+U
HFrpzO6ulsgffXOg6LU3pwAtrAGvjeYpFeTiHXaZXNw0HdHF3uhERFHCACqwtzvuJYAmRvXFtluK
rE1Fp7YDBaH2WbWqn1BRReW3OG/aiu6UNdh6eijkpHvs9Ik2bQmQ9DV8wexTo3dCqTn+RqAR56jt
NOJv2YXgxrLBjp6dPMy/mX1XJcf3V8k2wFs/o+L0FTRbYxbJTYThqCqIva5d/EZawaMpC32fJyFA
Xwfe17/0feh/15hBcGuVjfr0/tgXdkGbG6XDbse+K9/EyqQ8BEx1UrTa8eLyqGchf6ehHOydg+Bk
2iEnD57qpMdjCgl+KA5r0PAF/3eOZMvpGnllY1rX6mbeCKAS4EvXAIi72es5bVjwn72uM30YtmWM
U4KuJPg+VHa07FkjkYnSNthbs0OLitmh9g3nALH2+2/lwkbs0OWVXJ2UwuEfr3/E5BhoBuFO+VXZ
0JerpQ+daaTBx9XUcWWLvLBzODwRtShbERzbm6HA+QcE98vkL+bsPdVdCrQzX5EVYWXeUnNvD1gU
sisveTvjmGymy4RzKeEosOCbQVUye4I/mn1U5ZXzcU1Rer8xnhN94BxAIx/lTU3jGhsa8q7mnGyv
bA+Xf4DUlCZoa8ut4vULrtkZzEgbs28op0teltYoDuh32/ohpA/zmQZHyaNOx/Zprsrw6/sf901A
b1LgEVQ7cdTZbFCbjH0McTpbUntBjVwWmEZR4JkgFriJZPo0j+raUbudTOvKdgSnE4ucS+l2eWep
ppkIU92PnLY4xmj7UZKZ/+sGmm69/2TbubQdSbx+q5MQRSwr2/Q7EIHHbvJ6rMkD9pAyg84XYY6V
01xfmcAOf+nfC/bPoDTjZqcny81Mfj1ol8zOEEQ8Hp3kov3IEXw7TGnjv/9o4s+UeDMOlSQ+HhUl
rkevxylgJ3e9lljahqQYP9sDQtDvXl2m9o9Kl0t6ZzoRnfxS/iWx6+IG5T33/gQDRYb6CPij8Go/
tOMUb0GWIaiv1NwtBzBVAhhWmcMlta0OtmyGZX6VllRVcgfBNALKorjmUZmq5vhQmXZf+y1tmgaa
8iDTxxnjDv9WDi2NjlHMzXZvRcFiYIyxAMfUKSSHA40mLG9vtRbdwVCfQt8K4TwMt7TfsftnI9Kp
9eTSH2X65FWj8c9K9I2gSoR9eCcHF9wC+MXwd0CuSB+cCh3noe7j9AUGIknAZUSTs1/AwiVnzuLq
MQGbkB2zITQXChqxenJUDg1d2V3xq0xN50QTYOuDW+f6ueHH34nRg+kTRqEJxwX7fEsrPkJnlOpJ
Ut/TpkbCosYN8dnqLNrnRbjzORfADj2OnbUkX9sFcMNOq7DLcDLAEyKjmzfVdzfp3eZnl8HnxPSY
edGdRFMzY8Q1ks8dt6/gUAMaLk+IAb3zIOjx/Au7aPyRYDFPzwCYpvEG7M1SPpslS+ZXgdOm4XmN
Cvh3pFocSt0iPuJyocrdjpxRx2riJvmc1MACiSKkG/8QbVaK29Zt6Otm8GJgYeaNQO8ji8G7wRIT
xD6Ll7z6ghHtFtRRhy0jbaz5FniS6+6LqOiMp6wb1LgHS4W9ysUNF3xTVcKNthM43A3FnoOaNEq+
GhILIo14rHT6lC2V8Oi1ARj6KYgTpzrCVAUyqlE2u5/HUPfj/VL3I43kUKeXP8I0Nayd0E13Yzdc
dXdejacd/C/6uXujC8IRcmRP0mSJqsC5axb6jd2EIFYnv2pNyC3IZQ0i3mJWRC6ortsTUiLEjDCe
vflgJtKuvgxtrMcvrTRaQVMjIX6EkBjauzIucMWFbUSpb2L/NW9mODoTPruMAb3OLp+kVGyTa27P
PGHWMpE6KaSrU97W8PkX0raHLlIeLPeKOCc5dg1n6C6hTcqtWUIF2y+VFN+BTgToTUFLIJTNuvkD
BnOoE26IXZv+iEBR3FBND2WekgfCnQk7NSVn8jMIGsrDmiZJ1V3hevSNIhu6Nler+OwycCZggZGW
ho8bHjpBBr0ohr/jGdUxI84lKWVLsgYd+QFCmcHtLFBzrv2zkSP9RWtcQ8CE8IzB3oO7nh9C0Zjx
oZiMOL+x8t7Kb3HCYmSJoX1/LsF63SlIB/h1ABh/MGWn5NFNQFvfSkcP823lWXF70osOfPbgdHwi
BIsfcOGZ5ZmYnT50AO1YWBrcv8aJPefhvWl1kIehCgNQpib5S7pgtbCkIc3bL1KRfhrHIcRWWhkJ
eigaG6T7oEU+d8aJszzMjVvf8dZ46XhM8CbWyHhoVeGahXVcEg/8iUoC1X+ezK7R/9qmCczUbXuM
8JwLARi3RnD2zrJYcRLSsQ7Y7Nvi3wLfm/VrEubwmU4OxTMBvfUP5YcgPMdkQP0RwIl1mEtM/3d1
XzfNmb/C9gc3ZoqVJOkg8JmBeHr/RLAuHDwkC7juSYeSCKWR1weCm1YyTrLY9YMuDmvcopF7cnLh
/ICVqj7C4bS/V1JmD01lNw9g+91TGwq6OWlKJ9/DoZiCI6wc3BsYcK6VTS7EGBTTCKi5+wD2l5tD
0VCxcIHBal8FwO+Z9tVp8rzprjCb+c4cCvnfT36kMSw8olWPMs0mg9KFoB66incBlN780OAwm3ac
YtlNwFym2UmsvE9zGfSf3/8Glz6BIGdDoZn0IVW9158A9y3i0XTWvtfHMb3o2uE+MM359P4o2ysB
EcYfrQyJdmvN2KzB5F/X3J5MRecFlvaNzAZQDzY6ALSWjPZjAYHxc1NHxR2OguEe2sb4skDy/PX+
D7gQwXEPIjonZcYLdjePibolEV3D28VW2R1aW4L8D6fp44Rv/Ob9oda/ahPlMNRathC2Imhc3/hf
z2rWiTKnnhbUdF/jNAZlt2ertnYYMLxHK5yv5RAuPpqlFNn9NY2wjd5E0rYYemztWyL64YSqvl1o
1QHFejGvPNmlucJSXTMV63zZKj5K5F0U+Vrtkxagj3g2Wo9yGOeX99/f2xCYC6smKQIag8Sq2mwK
waxEPViT60v6rt0lSUiPiYUWr0ijqxtunPSnEMye9wd9+xJJbpG747E8XuX2RqHopBanw+D6Aj8x
UiXsTqgBaTpYDdfapF8eihwTM8R05HYtYGerA3Ns6Ocww3FEJWXTjE/O55wGAleW3dsPZkNq1Qh9
ES+iXdlMRezuMcRmZj0tcrkF9tPyQNRbX9nG3054RvGomruo+yhsb0ZZMsoqyehon508MI9UTMO1
cYfUGKUNUITIvNCx//fvRZ1ZW5TTmHbbSW8mLasBuAFSP7HGVKwCWkNHs7FXXT1e6TH/dveyufWt
9U7U0iRdN5tH27ZRh79U+v1q5qFLbRBGNyPoQnx7Yyj0YZpsWiQpIju4UzTvPowuHM7D+48s3v4M
dEDsX5yXzFOq3a83FkipZTyjjvFHQPrGHpOzfKTaRWrQqYX3qY9F8hvDKo1brdqbqx1+INoBt81Y
KCp+qgb+rEJdnVBHGuWZVhSjRRPYMElPg4so5QDqrHEPIfW+5nnMO9FzoZjD4mNoeIl+mJdlxm/Q
O6stnTo0PiA6PY97vSjXBztM04EqSe1fSz304sru/XYek+fwuJ5S5kJ8sj2L63JY5jHi+OjqIrmJ
4NzcLWbRX3nBl94vaViLvIpNRW37fj0vHmDms5GWKKNf+rlJvwGsgZtqi86yAc3o6LbIcQtBCq/L
MwSF+sv7n/iPnvj12UEDbFaSImNFQsHafGKzjZMGDLsDUh8a5gGPuio+jnRl6u/cwpgQ90yRh86A
K9KnAdBPi6HaBJxmVDruvkWoLcdDZ2DWvqlBPQZHmt2RMq+TUdvH2Rix71qQVoorqqC3n4dvYjMl
lVr12Nv1QTmJRG7VOCQtgDLHCUqIKcRa9v7LubBvrrMZ6RF5L5b9+iv+OldHWDheE3vSL1YWWZdm
ALaqmBm+1BkM9/cHW1/05kMgFlsjIoX6AAne68ESnIldaGaK7BZep96b5q/DMtIN1KXnx7NDkFrv
+0ibcDg7HIXvD37hfdIbTAP/M8mW8EpfD26bQ2iniuYbtSZtR3OydE+TvWuHwx8Z6PYZkQLwMklf
ouvYPOMS5q1u6t710XF2D+60Pt4MSvBDKwzES9xLaB18MM1O1NzSWRSn3Ey5FaSFQVsyO6A5PNhH
tfxwdFqZK2olZJWUydqfPYlpD4cahrx/VDZmdnTTpLmtOnCSe3BC8UPt0ZqU1HTffFMDEQdJ4Mjt
6Z3M6W8eW3qO/XKtrr5toUbZj17OLZ/rn6ArbocZ3T7SKR0NKHYq7z/vNatJZE1oCsJEyh+vXz7Y
/YD/M3F9t2+zI1g3+8Y2pXvlE1+azEzldTMnS+sJ8XqUEj2UAtis/TiC3zV1SIg6nugpASZz5fS6
NJskElJNVE38+0cb8te6GUTGKQrvhfiwNQ+WgQ8nIlj335+zFx/or1E2D0RCL6kdJ+W1iXg5hmWV
n8IpGD4lWG2vDHUhQCQKVWhpUFETeWy+UDDShCmluaDfm9YIlGwGvcLeDf+F3NC9VwPSA6evr0SI
F6IcVP8sR4fqJCq6zWoJlg5jvkXy0omwZ0paLZ0o7EZ7OZXTscFj/Pz+C7302agLokbkNiFJdr+e
IbnZYE8fR2qPvMvHBe4c0CrtXpkcl94l84I6CdsNxqHNKB7N+bAqetonA+l9AycZesBsyKtAA7it
2tHwsVYP1xT3FyYLMkiHCjVaqFWZ8/rZXFJ8NIp0lJ9NmODiygh98AdQFLzIPb7/Gi98NnZvhzv8
KhPgQvZ6KHb3sfDo7OVPc1Rw50yl+GXYxvSI6Dl78FyVXxMlrLvzZltVSNTpscn5TRyx2b0nbE8h
hA7IuFkYPvQAjf41vNT+Qn7K+zRl8KGLtGNDpDJ4SFF/fqiTMphO7z/221gGWSJidUp+6EPenF8E
s2XT6DK8LRWpdWiIcJuXZJ6GA5r1/HNEQOXh5o6gTXuC5na7ziqq+Momd+Hda5Yp+gSiN9Pchm06
yvPCnrThd5ZJwdgzjXzGNm/Mv4slYEuNwNle2b3X+bp5+aRsUD5Qxxer7/D153ZkFDUR/YJwly6x
Pw2Tei6hSOyHeAaSHq1ESy9adgM3ivP7b/zCetXEP9zoMOTabz77CNa08haSl5D39POoIAyAWcqu
rNc/m9v2AeFSEQczmYkSN9tQooUbLl5t4AWaTAsGIdrFgZ5IGoW0ByRau635P9PQ6TNNQJD6kTWO
n0wwPGjzFrl8yqM0gapMcAi1XshleizjvMyRVnhhAsSuVtbeM4YOz2JoxNap6ywd7BsrMXHW9qFH
ohPs4nIcwAPct3bZuYeqzywaGqoM53yk6B1FBztEMPdDRp1hNyAslDeQh61PeOy88cYykpLaRjjY
Ly26nS+NKuOXrqGF+iEFWofmA35Vd54z0X5YVgUv0JOVjddxd6ft91zToA2JDeytIXamjyqlm/E+
rRyTVupzbz3hxVIY+WVOg+oiolMqPKECmkykYZ+4FZFGFxjIDGjGtrZNmHLsKrruNGXawavyfQeg
Qe260ILDIKkPvXDM0I7QregovIv6qaaWQ5+qD7KM8DLjUgKr5xbZJJ6LRJXFIXJsUEJJ6s63BZfR
37nsBCjNUvjVzDs+jmGff0/TKqUVGunsdm+CE/4JO8D+1ORx/pOSZvCNti3NL3jWYr6lcL/8Y5Us
0IPLo9IQJOrd+7SXGhSwNugxFqXc+QLyQwBjrLTKMMgkrvNPbmgVXTl7L+zca/RNyzkKz4DANpvb
3LutbfW9gbAz/jJPQlEdaCz3+P84O6/duJEsDD8RAeZw2+wsWbZlexxuCNvjYc65nn6/0sVimk2I
0CywGGO9mGpWPOEPplnEGw/g2lA6vV0XuULKQOri5q6R/uJnEKioRTF9BOBefijgn1+xSQk3HomV
syuR/zrFH/Abd28tDb4kQF7BvXR0TM4p8jdPYBaMt0cQrkUZxgLm/gLYvL2bbCjXSDo6LkRgTfnG
AtYP6OWqsW/MCPf5U+mWw/7NlxIlA/jO8CFlIXvx0M5Ji92CJkjQZw32kjMM75DVLjZGWVspIkzm
zSNxpqp1+2FuhKR4DPUAGB4GHhIWtMe2+rehjunG9ltbKLDaEH5JjSzW/HYk8MmZbUd8jwO68Iwy
C9I/FcZUr8/a+vf8fxRz8T1Kqg9FVqgUA1Fv91Ovzk40jmK/U1Pt/PpQax/Ee0XZH+QUDI3FAqH8
6KbIXFDH0tBvbCl3/d0qTvLrzaPw/kqhCKjpzl39BGUwN1MQNLqELY6yRl/OR60si7efIon34VHS
JM93GfgkM7ct8g8eJNHYxQVSjIF3Rm9t7DYmbWV9yJgoMjmgbuEJLG6GThVBnrcNPYuq7z/j/ABQ
QDfaCaOFHlf61+dubTBJn3mh1gOEXKyQHgyUXzoSGwsLNKxNOmWftcO0g2+/pZawErx4oJXAc9Oi
wNht8V2hXRC56PRiMsofio/yDf1xnO0S5OxLpeoABAzuryJCJ0Ij7/74+oeuRGvwH1g6UhxCp+Vd
ERlOAISCujuybmDncBwGwhRV5oV+5fy5NY1wYxnXPtellYqKiAn5drn3RUatNQGcAVA7S38D4UIK
amgDsafdlz0p2TAdZtdVn1qMA/9D/k11xaZBaslmhr1YVWFjo9nL7MpNRnHtbPDsx85qnHfAP0x9
435cOeQSUAoLkIwANOVisJYLJBBO6Vx67LAQnvTyJ3wgs41R7jcqcmB0TWhgyBrpcjoHXD4djEcQ
VgXucAbZ0O560KXvJyc0N1ZOkzvxNgpFDAHvNEsC3imML74I7LNGlzoKLgVu9UjYquaMEQtlIww4
BMq4pBTN6COpZI/7tssxICtz9AB3ZmUWCEaZJvHhwZlAe27cQfd7Sv4wisT4F9sgsBdHSMXyxm6L
WMYnIgyP1D3TX3kemke0ubRqn6DnZvr6HDbxLisRDPovw0sgFZ0JLtvlGZrcEqFFVQsucd/jLomU
3IwIfVzM4Q4TkvJhGFXjawgUMj50Y0wK9tYjLButkuRja9Sull9fNsjFFFUWXERo2jtI+pg+q9Vw
KALPeM7DdKtVdwfb5ranbQbmFPA2+e4y3ZImMXRWy+CiGigLDoDQEYVlk5/mHhWgHnLYwdIStMIr
d/yAshfCK+ZYPb/+1Wsbn4QLBAlH2rnrP6maObSt1yiXaBoNfH8mWHBZV2DF6lgbZ+z+JMsHlJKp
1LKwiRhv4w9ET+2wHEvlokNmAdVDPo0rufEfdhE9alcC0SFJLe8L9Gn6CuNJOavJfFS1DIGTDkfl
KcX7C3+/bJ+lcApiPOp2r0/l/RvAikJU42jzxKjLIlfUG4jiCTO4VLFl+zUE8HdhjwOOqyrFe4UO
xNbregeAZzwNdWTOKmPed3vRRDChwHfeRQAPkXlbnuo/RJWF9bMlnZWORd4XXyEeGsggF2bmO2g9
On4RuHGJclvZ/DNUufURaV2qO69PxtotBx7SlluLX0fIfrva4KZxmGpg9SSZlebHYUzTT6qd6C4i
am73dUQYrzpWrVX8UBUvRDK5C4uPRuzozX7snQRDY6WCJvX6r7qv7ABBJRzh1FmyzrT4UW3qKD2l
HeeSxOrz3OePpQb0LvZa6zqHWnYgPPgb9TmxRx42+/b62PfVQuaB/5DD6K55p5RhF3pk2DnVQqRL
3yEYvE8jbLAaJ3vKygjYG4Za59dHXDnboINQhOLZdOmGGLdLAHI/VYy69i4eTpTI9qrDIco09e9K
m9+ObqCyS1DJcwZxhxfkdqi+mvWW+od3iZ1cR2u2wRdS77qN5Vv9IBtsA51G5HeWgQee1QSplGAu
wPSQ+SHxI8PI6uKTGA2SjbfPnuXwFkAFoXi97MyHEksVTKTQEC61PdjTYu8UgYUCWrCVA8ptt4gI
AGNzYfHuSQL9YluqpYv+ttJ7Fxzb+vjcDVDEd8FkJJRSIuSjfRWzVhRhBzf8pCKGsnVYV24uxifM
IifgH0uAD7UPlxCLe0R1FbF3Y1MchNHViDkP6O2O4xb5buUlAAjOBzs0bGFdLyIgLMF0bZbJfN9a
4zuSIfNMULHV81z7KootNg+bTHiWbaIZZzW1QfPrEs4eBvdWiBJnHhtcw2rlBP0hmOK3Y925hSET
ggOXek3L5uOI2Eqrh2Rxzmj80dW2eaxwRHxHJQ734bdvT6lBxWh8291ZmJW8R6E81y9TpY6HQW/T
Y0NN0lcjTIvfPBTdQVToaO8biFEtlksVIGCM2TYukQOK/iBGOh+UzCzlnypqIWy8Ptray0Fp1jUZ
kk+7i4/TWhOjsCzjArIT/9zcgKQE7lhNd0lGjnzCkwrhUqMZxXxJw6YykdseceFOUx111kqq/B4m
Fc3ejRlf2bWwNF1KUOwlqjWLOy4JujrNQ2FdMlNpvgo1/Dphuff8+tevDILmCcGLJN8A5ZJ//6+G
oxoFBpL1hX3RMBT0NSqFFwVpgg1NnvujIQtaoHHAsfM+L0NPHIu03pTARcxqq4+Kja89MvKxDfhF
JD/jOdziKN7fcAxoU3OgkGK58EFuPwvLNsdptcS5YN4UfOxsMz9OsVd9KoEGoWccDd9Em2MxnVjt
RtF/9VPlg08ND2j28hpvtaAzEnVwALnjPgVqrKKZhLStbqQ9nUgjOb51ARHpgMwMi11SWO9undSz
6fDXwHJxED6VWE+fEaV13vy0A2aSxShUnDViwMVe7HVBPwBMxaUJ6TzNqhE+Fo345eEG/fb506T4
JOi0l477YkOa2LekCIcStuRCf9J7D1h010IYbBTtKNTY2qhS3odJdBqldw9vLzHacv4aZ0AKF+YV
EAKsoxM7xvWwsgZ/UILpqiTm7KtD+VY9P7RjeOd1qpZSj8tbIlYAZnj4H1f0VBusX7HzrNFZha/Q
CVF+efP+kIJpYGk5fOQpiyosYJ+e8afgPNlx9HFox+biVtq4pfp1HyoBjgSDQd0E4AKTeXvgZqOz
Kzs0gnPpmgrqCRpWKjpsin6v6ulWC2B1MOpeQGjlCX/RwfvXpaVrJcI4iOaeZ9XOTm1f4RRl18jJ
a/UW0vul73kTKyGWRlufmIRiOaIUi52PoFHr5nYTXbEcApcZza3jHFQMj9Idnjbd7zmv8CYscaC0
d5ibldKRoCt+FsJLCmSNLeyuxDTVXwsEUf6MBUWnYy/6uaTSkJW/IsaFK1aPdeCbVu9kfiJqC4wk
GqTOeyNkzfRdGJoQITKRmA6Kq3GfYWRR2vY5162h2os+DYM9j+n81aiD+s+I0Rl4QoBdvW/gfiVv
9hk9YfwXW5+7XponY6VVHYre6Qa/wrD6vaUISly5CCOcQ4SRfxUFDO+dQH/6H5GEzRlckaXt8cjS
0DBE3QnChyrS50m40GDeuGHlhMORJaOlwHkHP4eBmBc4zoZYS+HtR6sHT24dgMPro9xtIUC2nEDO
IBkXYNHFNaNGioH1+aRcWjBhX0y1MvY4EfZPeCVuVYrvntiXoWQfCaC5hCzeHg2UHiLCC9AZTtPG
B2No9AdR5FsggtVReAekygJlgWVMD+O/t0NLUEzDcfekzbFyKOCvbSQpd6+bITn/9HPIiED0LKve
lfBQw3Gt4EJzUT8ETpf5Go5j3wKvT65mM+GD8OZ1osqNjJ8EvvGgLyaPVhg6uFUcospfIgLTqs4p
AIu3iyK40a8PdQ/o5OMQYaRLQRcTeaZFWlRqs14Dy1QuOGbWX8gsjW4vi2mP2JpgB0pxY8CcHCvY
EaqjGDkqkd1dC3Tjn3Esmp51RAA+TZaBOnyQTQp+saWeuAcObvGL1nOz1fpaWXJuJRjs8r5lORZz
owk7mTqobBcnL5KPatPHPyBXqhtqIS+U6NsbkKoO/3p0q1h4Kk63+xf7bIxObQ9ilavENOGjcPR4
kw1SDBTt9eCcYpQrULOJldCfcUFRztg426jnafjc5zH2VR+xGFeGPfaC1jeLlkgD0LDFlTEtUjRO
6D92WFCrXJ4PQ4p7vG9FVhN91IJJCrYXObozXal31gnTc8SIYB2kP4vJHGa/HSzwinOXFdxwadoa
B8vpsceMDETvKHWrYC3AGYl/qALXcN8CVFc3jsTaKhBq6vyXvMhdItwUK9GssMYjjfs54rKt56sR
1BBKX9+dKxeWJmHVngrv7570MLT6aBXor19q2PK/e8uI3lVahheMHQ+ovL59MABm8mlFCgsBvcWS
D0GhUJ4PLlkypNAOhb5DlT9/BEk3HF4f6i5S59A5UlFDsrb5sMVQInB6DLDpTszxZPojbk7YsWXu
YVbF8NhS2DopRVpjVGjbf14f+a44x8hSiI7LhQLuXX14iHKkGDFzR8oSiOKumnF7wvh32o9qhE2Z
Gw0H3cZvHQMncQCFX25EnmsbB7QEiTtiX1w5i+sGeS4UIvvWu1hFgCQ9RuM+agD5Rn6wNr8gGPBK
B4VJwLm4JFB6FYMVKN7FdBocrwKMdE4ZVqvfJZfvrCjjz2Z0Wh9Q3psrBswvHSf5HNHlIDa83URK
CXgrccHW4TCPvU9jqKcJlBPo4qp4a8WA+J2zzMmgl0btRU71vwJCnCrUsZD7NXCb9LHQ1eKhqHvn
2FTDVma5smpsVbgNqNCtlOlmWaIzMO66umPd/lXj4gvjMx82UPorqwatSuYltJfJFRZzZ2P5OU+m
E16NwU3/CfVhPBV4PMYHbD29H0gIGtxrVhGd8rQKNnbM2hdKos4LXFd2im4n00kV1+3ogl0Ra7JO
8O+Nca+aMK72r58/+Q2Ld4WXFuoEUbXLDlm8K14n0oK2QXgVsPuwQY/PIh8OXtxNZz0sqo3RVmZU
UtWgiVLqYDcvZnQ25tjUoxARHqOqD1nmeEdcx+xDDkT9i1Hr9UV38+ZbB0doY3PeZZiShwRDhePH
NUfT73Y+cej13EjFgzWzwfhNKJKfuixLP8OYNR4y0fwDPz7YKLi83NCLyQXMaQHvQCfVuyt5zjma
mo6TZVeoCRVGqIiPubsCW79254xuPx3QbMyTYxcnpXEOJq0drjmINmBrWNx9zeoEW7a50N3fMPl1
rKvMuKgOlP3Fc6Z7PcYuSD6iajSwTXetqYQnfOBtY4fMtOVyjVnqe0yZteyKn0xXXfFWD7pd6XQu
Jtxqrv/t5jNcAsWLEU1CZ16a4sRPYGvDb7YIEC8M0QWKQzUod2EN1msXdZ7+G7xF9r3Iwzg82G2v
Rk+WNbc/OvTjnmnQiieHDQtZX6g29nw4N3x+fb+uriPnnvwWxOpdfbfGbxO5KTQLqJHT98qF1mm7
HO8TDM/yEL/ScY7d2J/gBBsbR3LlqSKpZmBUL6lRvLBD/nW/odcSe8mcR3gm91l3yoY0BMfYhqb1
jDde844NP2IwnVrvCYt7/bGeAvpar3/+fZ2Uffyyp2Q8zuW0eK9izcj6EZex65ykXfoxs3i2wTPS
sYdIwrWEY7YjhK8EWojTqzZ9mKxpUPdwfNvI12pn+CQGI1E2wq/7tjY/y5QIJtA4UlHVvD1e9jQG
YdtxVZZF2w4oqTpITw11BbNlogmp7XCgi62Tpg1V57dzbWU7rNuwZsd7WdvIKtfWCUixVECmk3OH
VDF7ABOUA8KrDgtvL9ucB4xigidsrLRDkNvWzlMKNJ0mCIc4swa/X18i+anLQw9gkb6f1Ma/S2CC
ecDwwsvDKyZA0lZvth4DguqNc7ASiUpLFnopxIdEvIv7bHbJACFaMUpIpgnsCU0URjmOtdi6OteH
ks1TWrugtRfBC2lo6wReyhOR6t6hw6L0o5Fo4x4Ni3ojDl0fimI7nwUHd5k/V2FPFJOE4TXJx26P
NSn2ozgp7vqh3+oKr25Z0ll8Z2xKt3fHuRmzqCiHTrlkRWo/oDtTHJTAsD4bStE+TXHZXWK1yHzV
EeqxmzSYXkaQ/fX6Xlk9ziD+JYVSMgKX2W4dDDn2GAQyvTY732lzou1V1U31vlWzBCUTUfb5aUrN
CEx3yvX2btbGUuzL0Bi/l6ameDvdLjBaev1nrV2y7GDUdwHmAFBdrniaC4dbJLzytg2/omqYgLJn
ofrFCbr2IeupmY76iH3668O+1CcXRwfRKDIR4nEMfkzj9hbRAg2XMfLbK12XOt/Xrtf9KsGl/yyn
Wf1e6H39PMxOVjzr+DWiXFKrvbqD7Zegr4NDaOsjouY8o4CTfBFzWWc4dAnlp4M/ReEXotc+G1jI
RXh11fWwU41RMX1UbLR+7yJ2SlVBqZrjUJo6nG+Ph7UeK+x1oz5xPiWxk1lXA+5fC8SvSVwfw4v2
B+2LInvIbSP728U9lsw/c6qDiTKThKojc+OjABTx5zlLnpO5rv9WEmm4XsIDACCP3gnaSAjyGYe0
KIOWm3Euf7auVmqYXc61s3MSI/9AaqiU31rXKh8AiLbGp1BM6SE3W9E+1O2U/K7xHP8Th9H498aC
3F9lN+shr7p/vXhVOLtzarA7Ryv9qQ+xgyudU/vYmInzm0eCdA9kHRYnDc7lHdPPJE4jcdB1NgG9
WUM4notxcPZFPFkfXh9K/ujFJpN9DV4ryka4Yyw+qmhr1ymxIbsOpVc+dAJlBBs93/3ro6zcZKis
kwvR95ImGItRHECw9mxMyZWSeP/VDNIY24YgPhbjuNXXu5Mz5OkFCW2BbAFMwJ8Wx5XqrBvVVphc
R8Wrf7ajKn7MMAv/UtF++dRX3fh+bKr8p1YPcXWO1WhEFHM0eozmTDf48fp3r1wdvLvMLGk90hrL
zluEe2U/1MQnYN+aJyxI0SBKY9yLgE8drDLRv3lWZm8s6UoS42LngCYLr+G9HFvjZUpRl1p0rdHa
OkBGgNxhRv1T2Dd4xsD/+fIfPlI24ihTrnDFEObCxJ6vvCZxTI0J7YLkU6gVDn/M4uA73f9J7Eyq
UMbGDbm2d13HI/BDPx9Z8sVKcxci7UTP9hqR7sY7o3CFn4toy8TrHmPGjiJfkbh0C3fn5Ts8J57W
OfocXRvse40dAMHhs2pm5TntAjzunSrEyREO5u+6CKZLO1QZUmtt4xWHMcd2GinLRDvWYqg3Fnrt
VEluIkQGNvtdnzDUoUo0fUT0r2vp06g442kMXO8xFelWL21lqqXgHskicYisTt3efVk0YE5d1dFV
x4/wh9PoxrETsCDfvJM8Fa8a5hpQDGX921ESNa49zMTDa63z4EyG2Md94M9qMvtBCuWqR8Fi//qQ
K3MInINnlpIfJfblVTtOxQjBCu+oAm/VvWmH6snWaMjbCLls3Oor5xJsrS3LCyBAqY7ffh1iYomC
rnR8reZWQd3b7Z+w/MK3PSPq746FUupbSgArFQaSQmmxJNE/NJVvh0S7FAixxglRjax5VxN5f2od
d37I+1a9RnHUP1h26yp0+BKlP7x9ZllI+lny6Nz15wdd2E6u2pQRKyM/mU78faiV8oNe139eH2ht
bxrc+JQxeCphKt1+5JyCMhrk8SxtPXkPXOinCtxgI41aG4SgH7Qy4h5UERczGZTuaAjp06m1SYFv
cYAAeGSYzRYNdOXFAPwCjwx3OM+92ySKhV1x1PExfTd8qilDn+hdO0ezy2JMpEcsXuIGbvXGTbp2
CshVQYrRd7zHYdsFSiy2JbhJFDP40FRj7rvahPdsOTcbZaCX23IRcUj+O6U86bt415yAsWG0oV1l
SNsGU3DU+7ZO3jf51P/TmBbKj9BHUGibutDcG9QbHeyho+5DhdoE4FkRfU8SXMkw6A6qny1Qod9q
GPafiqxDczEvrArfW69ytoLx++W36MvIaAL/PGAZi7PLETLbOZ+RSDfcdlf2gXao3aDaKBysjSL7
ZqqskN33bVyvJ9h1QipkCF7vE3RRDnOdVm8+mGxjg6oNSw2R++5S6KMp6roaSUZhZ0c2fHZqGq26
pA1si7ceTZo10ElkE5imzV1C17iJ3o5jcnUUsPRV1laHpsy3BKTuzwzcKSpAHJcXM4XF4uRz1+dh
lyRXvLP1cad3teh89DGc90FHZ3anV5PWHAYgJ1tQjJcc7HYz05EiLJB9IkiSy9zQJplCWTLOr+CD
pJr63OquP+g9FhXV1GJ7nGjC9F486Mv2RD3WxsZLndSfVab3XwrkQYf9mPRQKnlNbZpNQ5v/rvNO
M3HGDtE0jMAEhI9eGUeAX4GJ/6EMOb230E+1fUgR5nvTi+LnWrPRS6l1rwFJUeYGtuydluX7sutc
+4BWqQGkPAr1+cR6FbMfZ2LKP1jB4GYwmFuzgaGt5Z3vNlKaJWsx6fHLSjX/EkYJXXrwLK6cpJxJ
AE1MihATQrD9zXcQU2kRtxPAo2S47C8AiwdPief6tSq65JSZojpgzpD6pZN6G5f52oaRXHv4v2B1
7gRyqmCORsWY4uuEwOkOxKr9y0wbcL7O0HyCk6L57tS+GYvLI0g/ljuWKhxK0ItdOvSdZtQpYTLI
Ee3czhBe1NLT8N/UFewAp3rj7N0X/oCrkNDhp4XLIgput89i02IwXVhFghFCaWX7OI3M30ljB5ok
A6YoxfICHZ3ZK8YDiBfntx5iMb9xod3HH9TfwVTx+ntrwltJlCoYehB/VEkR+EMwh5+pRWcP7Tzm
j3an1hdTb3pkZfj9G2Pfv2lybDD5LDEKNcuovQGINesjYxdZ5vkS/yg1lE1UcbOtgu/ave1S/bHJ
Q6jEL6c6VWpSnJz9FCAifJjcojqXXt5t3Nv38SPy2gRTqJ5QEULZ6XZBs9kQnFs7vepK7pdZnp8C
6u87tUbaBdjFRiyurcyfht2crHxRf9SXANkQh1jFKsHQhHqvowwwh/Y5Af322Y2KNjjI22DaW2EL
7xg/dZR6mzpVHoccVFETx5lfKH1dnu0R2TDcGWLvIVHDLbGUO3tZmZRx6RP6AQHl4VzMyRRy46Fr
xlsWZsI9CeAvIGHoCGj7sEMe/FFDXVA91H3Vvw+Dyex8cF5DeYj7KvusZn36jwcITjzYmJ5eLF3t
pKx1Y/5wvThxDjYUu2SvDrELATFTq/KSUf9Srh6kgMHHXySqEP8V6XTIA7tNwWYmw1vNj1++EA4R
fF4iePQpb1fdppIRzz3LoKEG8tnMTW9noCO9ocH44mG1eMgA7nBOobvBe1xOpDDiinccoJHnYgh8
jdGL13alTX8MaJ5SNA8AOtHc7uPa0j5aVWkqvpHSvti1lqSy6cDyctS85jHwE0ctPgWhMBH1gJE+
7aZe7SjptmaPsOHglju9jAAVeD3gRD8Ji6zxw2l235GPAGGc7UoVfq+m8e+0M3takcL+lffCeLbK
eTR2GhC5eKe2UZwcUn1y7T02OVa7bzMoXQetr219Pw60d6myONNfZWPkpj+Mc3guS2vsdnmsqT/q
Kg7+5FWAFYw954STgGI/x2Nm/IJCj0RiV3iV9xAUiDfvKgqfwXHGnPZ7I6Jc2XGJo7SQhUoyHvIe
Qi3+sVQHd+U4Ks0eO1LvCxGWkh6FqUWXOc3Uv92gcEYMPJvuV14PWBiXYDdDtFBQRd9R2Yi1dwkG
sX9pzdx6WK7HrkVcMBtb6e5KdYwshpXmKyiy372ysx25okIL/NK0E9LM1Er3idmEfqjm03tZJ3zy
2qSkY9YV73Kl6/cdPRTfcfoth76XzHq540A7yYQKHNc9AD/UjTwdZ/eCaIlhHrxwiKp9nbR18yS8
Cf+LQI/i8CH1vDE55R3RAQr3Shqf22RqrF3XeaN3AqYVzEfDGNGgzx2kVVJ0kK2dRWnefaRtMvd/
VK2JsQ3LbcreOdvli9pbbXZuXREhGR828HsmZVDL56p3h+pYdun4K88c7AHQPdfKd64rvHe2mG1z
30R28yGxlOSbWymYliUZDin836aWX97l8+wrrTMmOwU1ge9xKdT0mDtqB1x8jklMRGTm4zOkcg7M
jDB6cR3mvryObdznPicOBZrMm7X3qiFad+d47LONN3El8CG5kNAejjmBgXxi/lXCHmrEc8RUejg8
1t6p1vPa23XkWPtRYw8oaVvvIyLdjVHXNh3DIlABt5wG07I9F2DgHgKWdy8R8gS7xAa9MaZ5uY+r
nm5WX2a+m2Pp0rWEo6pejQ+objUno523ILYr8QjPM+kIvwWm7x2OBI31hNYHPwRq2X6sU/Gk6FN3
oBdlPXW9OqFqnztHy9oqBK88phigqy82sVKFdHGLO+AGPKOSm131imPQJqqf1J55lFKNp9dzrpVy
JQ8VPUMqISz1XaliKmi1mvgAXNx06j4irBMVfuKCwd61hqAHbOep+JjEA5L7Tq3SyYQQ1sef+1ER
Pwwd8YQacUbYTrswDtTizQgzcP9EMZIhSSZ9V6yZsFwZpZSIqzTZIcU882pMY74xyto+l50z7jfi
gzucF3+R5zMk+0uSJArNLYCzn+fUa+Tr0XvXqU8dd5dYUbwVCb4Y/S5uNclskFbjoF/vEHQg80en
qyPlEmI+PB2MJpSiiblngV3hr0wQ+l2FLrQ1zL8mK57+cBd1z+wbmqtFOmvOromMzjvYWmDVZ6LN
VN8HTjV8nQGa0cxzEuXoTg39+4Sc9Hlj66zkDASXZLOE20Cql30ayskj7tbw0yvBTQWOlJ62lWQt
IAEtNx9nAxsLyJ/hscKi7wGLLr3ZkRdbPnww82nEK8VvlUF57xmTchRur34K53Y8g0VRvhlmi91X
pmxp+qyExQZtDvrG0GIpaixCwN4TTutFQI65R7JLIvLoNFZm/ieZpvRznCvaxiStHGUIMlKJierJ
fbkxSms4JR3jQZ/KfmcwTGq/HPrmQ8ijv8U8WB2MgrjjkczYDHp7YXeI92tZZCuXeeqxSSPe34fo
NJ+RYrOOry/+ShIDV52rUSK07qUcS/TfEInhu2gkT74m0G8uZ8vYyErXVktinNnRfA7rdvtBfCHh
VFSQI2RAT6paZAeTEtEpJBDaR6W+hbFbm0BeO6rgUNJW6qlQURrsQYLLlNv93iKyOiiDXu1Q03h7
EZWbXYqA0Y3RPEp4t59mBoEzZaH8tHjuHmGmqkgvu+nFy4Z4435b/SqAupTvJE/sDhrQjbRZ+1S5
mNUQv+sVb7pQtWx/5Fq05f27NdRiwTCb0fAeTTheiLIcHWnBGsAl/hIG8ZuV7ams8yzggyaxrGAb
bifQAQM4QvMNLgmWPNGun43Gx+xlPE8Ol8jru33lhaAsghKCTKjpn8mb8F+RkIKPYAKmBL552oeH
1hTJU5QPyd6xxI+6j/6YrTZuPMwrM/nvId3FWR4LYaXAILyLZsfQwwpbnz6VaKcOBKftFoRg7fso
F4BZeUE7L0OuWkJsVPw+LpVrF08KDjUPad2aD4Xdoj47hiOPoHA26mprXyjtMWTVhbraEtDK/yi6
tg/ci1Kq6dWOemqvpdCPoTVuGaWu3COmjTsyHn2kZnfVrbnvYq3tCCnLQen2AlnG/Wh02AKaceyT
qtuH1/fL2nhSlFVi2DAOWFaTYAcH/VCg7pD2Q3KMu1H8PbbWd7Pr9GtsD95GPr4yk2RnVHpogxKu
LvnmsRYXStZIrEkUoUls4VqRY7xzQlpyy29kdSjW6uX9vOfRTmUMbxG2wZXLd3w0Cmt+oupjf+hd
uEavT+IKwMtCBw3BLpQ4aKkv+wGWneF6ZgdSfdTTcDDPFb+aCnM/gcs4KZozk4gIiLUQ1J4ao+r+
yse08HWtUh7CkIr36z9n7ctp+9rgFthLd50oo2b80tMhV6F6epghwJ2J6ZRDSKV2o+u1chzRn2Hn
yGeP528RpAzNEIzOALcPL7T5sWrL8KzFinpsRJgdmtb6MCllsgE+kTfzIhQFFcA7RLue+unStlzF
rBNh+1m5JG0RHry5SD/Si2g29IpXJ/Ffoyy+rFLz0sb/QbkMdhKTj+s0KhKvjnfoQgNeen3F1jJJ
8PlwX1ktYrDlBuqDTJgd9m8XaB7OT2FU1mVEimI/BDAECEU940ONY9tDF0zeX1qdmo4fCwMoWR28
meVOdgHhQnYrSDPucmmjIXlPDEKzalaza2c72dULvS1TidXpReKO8A98613GqqiJEyZ5FV5bw5qu
bgaIxrWi7snz8v/QrGNOoQQQJkm+9OL5HUEUJnUNiNadIiCYulecsyH/9PoKrh4EqfpG+YHC/PKJ
QIjAa9wAaHSAC8dudmbcQOwUp8EEGdwhi1u/T6M3erlygxJXMh7wHZ6npWYO4CRtchDIvZpz2FIb
1MtdJZjNNIA0/PrnrS2XJUUluN/4xzIZKbk+M/TL0I+GgefPc4rZRqvmlwD5to14XS7H8ngD6kCk
GwLJPbCbDlpTqjW5GgKt2anvXRXJlT49IqKa7PN+TL6TgFlfunD6DyVpwIk2wSdIFsnmuI2dxgkB
HcSiucWjyjuVSG7tnbifNxoQa9cXCZb6Ek7L3tntKCj0a6PlctQBHqMF0ijqJdX1dOMN0NY2JImj
VCLAbQvW3+0wTq/RbvWQLFMaS4Q7JKpqULTdMGs7G4uq5hw4wvhDg4xGaiO0qdo37Tw0pzwTlqxb
TUO1oxPQeXvHc4DTyr0R7cpM5H+rhWjaA+VNfasVtLbNpIgyeQ2VFELY2x+t6yKaIMgql2JQ56tw
m+y3V+jGwXYm7T8cWAfoPl08RAnv7MHQyWpGtcooaJS5u5cwql1sq/2p6orhmKZzscOlOdngmq0t
youzH9ptVOndxQ4D2ehFjQrcTAnGAe1HDQtMjCAOqaV8tN0ZugKUrP9wdCUZ3iY9hQC2rEx5Ojwa
PYHk72ih+SnFI91Hibv5PTvi++uXxMrJ9V6K3oxCVrrc2XkitKrFG/2qFCgl0U4wmwdsrLUnvO88
7CWtMP9kd2YlTkBLtxKflWNFbsoFryEnKs3YbreOk+BvhQNseLUmwLc7rVHBbKKAq25M5+o41MCo
hEmcybJyYZaBHdWtBUu+SatxN1ijcxznLPj19rmUDpBg91Tiq+VcRjlKEsIcKGKilHSl2Yyo1QwY
lH5vcEV2vvO9EJoglh9b6f7aB1JaJJ7FJlzWg24nUqfZZbcBZdamz4dnGlo1dJNm61Fei3jIh9Ev
R4DG4QwursEAXxRnrqGsRpGUZBVx3bp7yApSY7eaBWXMsaicQ554ebCDmjJOVG+jkWaJMHrHN5rC
qDaC2bUvl0RaMAygNe+K2aU7hVZSwr7PTXV+aqk+wAiYtqLz1S8nwSNZkGBQvv92gq0MgcQKssoF
doR2nqhMX7FFK/ehDcXDyBQdPGgePoG+mXZe1A8XtfPqfT+69Ua1ZfWXyN47tglADO9odqPVKwOH
1r1kCkom+zwCwgAv3IrrfWHPjn1GgqhHxFGtcZzWSVQOFSItzdEAauDuUsUek42ftPIAeKDpga7I
XPROkcQCWtnMVhpc0jnOjg0onUcjmbSjBA/+h9UGkybVLgDw3+kC56IMEBeL2eeOGh2srk4OylRv
EZBW8mukE9FTJpxA2HD5ok1zERhtjS+FnYKgiuoqPA+qlgIBaoJ9JZLfr18ba/MH8o2p06nW3zH0
PJLpMiulM68NxV9tkIaoigEHmSHN3v6WSatGCTOirk4mdruNqU/UaFOFCiJmcXBqjTZRdqbdVI9D
KyyDSDTSjF1qReKv1z9x5Q0lzOZWJDRBaWnJ5S8RU+8wyCVVwofh1PRKc3WdOXwIEhfrCyQIrlNr
bAUmL25Qi6jUg1DCxcCVT7q1+Nqogt6OkSjxfaUU5iGuEF/y4wgtFvofBekYRM7+2uPpbewSI2p+
942LVZdTA5KDihnw0KupqewhoTjzuYOqke56WNClXzfN3B/c/3F2Xj12It0a/kVI5HDLZoemg/PY
nhtke74hZyjCrz8PPjduQBv13Fgj2ZraVFi1aq03RNnwYZodCexJk4IUVeJ+TFysOJIflBdHOuv5
nMeXDvmjb7hvpuEJvm/zXe5gnrxvHSFwmQMEdUuqxrZOghAWHqSUe9c7IQuFEsQsQSCt4pYlRVVc
VxUlZykqEZUfrfSpnirnUlsJlec8asuHyEkd+j9VfL2/6HuhGQi9DT+f8LxRWM0MSOSFUiPirarx
ua+17prHwRGKYO+wOhq1ELBVy1DL1vujeFrm9NflgatPqpPsZsiNDE4V0+egMrA4KbX0oK74G129
3lV/DrjaVU2FayLEA1RPrdKkvt7mp0Wg+104AhDkvxxXnzBGygC8uWqAzpcV0ym5P7W7H00JkChF
vZHH6+uPxlkcHRV4aYSMqn43Sk5ziedQPUm1ZrihUx51SrchCv4OzQTyURvJwN+dxj8mWarbRERo
xuBfIjCQFjrKP7ASzmaQHT2CtqHi1VDq6tPKBICRkyyyzbZV/JzzeTg5qCmd6N1pLy19auY4P5IK
Wirsr9eUj1qkm2nZLRYWqzWtybDpbrKmY6Iyn4EDHhIQytmOg0y4mdmWH9KQ6p8jtRhQZeabfY8X
xjCIUoUjCnl8/fBLW8OeR7WPfE3Lo3fROBdPdl9X80MCuDU42MF7i8k5Qf4AfdmtFFYr2kGVcLL3
0zDMXrSg7XBTCcb3WdklB/f13lC8ClHs/U2+WJcaRz2c9KTJALeaTuV1iY3JEFIF5zZF/fr+kdgb
ivoXVmU2jLMNvU1uikoOO5ix8RRLj5MiZf+0mug8a9LGz/eH2p4+amDUGkjBFuG7dd0o63Np4toB
Ys3bU2q5LQxtCC9pMKQeRZL5fH+4nZSP8Rb7tcUEjdxv+T1/nL6mTaY4HNDMRSrR/iyaInDHOQCN
LOXKWfT9BALN1C44MkweRlfpU4WN1WlMFe2gDLK9TSi1wDygEgLAHHeU1z/EzIZIVIIfEgxd8t4p
DeekmbxNkS2wTvo4GW5cS2C/C2EcGHrsVOtfD71cNn/MASJHmSH6KfXrWZZbkDpt1Rln2UjT59lG
o8+tmjkWLqVnCMS50mh+j6lA5fdZIF9aLuaO2au1o8CxcxtgRYPmBeKHHOGNpMHY08QSvM99tcA2
oiha89pJc3xJxMhzL8+qR020idcJYbNoTXRNykH+D1t/UV/EIY837uYN3+oKdhXsET/tDOsUFI38
Xen77mTibnawDntbn1rP4o5NWXYDKRFyWFNCgkiVVvNXpBQK+WSjRuNJbWV9KqgkHASQ3fklgSFZ
RXZa2/AqtUhHq8KQIj9I+uyiRgoVrnjKNbdXAtMrtUA/Gw1xq1SV6J1RU7PFgqg5qB/sfTWZzILp
JX/ljf1686FTbxdtCFtOqRP7b7npzHdiSosLshrto04GdyQwtjsg84tBJ/igDZXDUpIkyBzipmKz
tYxczj5OUpI/WoMUfcjQhj5I1fYuXR46yC2g8EAEXUWYMupTrcLo1s97lCqsYcBlsBgxqiv6ZOJp
KwKvSXTt4/3AtvuVoDsW/OfvMv/raY1CMv9EoDnUOGL8PlZR5xZSlLwMRkCzNoyPqtR7tzytmt/c
GKhN61tWrZtc7go78q3axH1vQCpGycX3yQwMNPnzGePAKD1NvJbdIpv+uf+xezsZFSck5WGWEM/X
NT1DlJTpHWwsA/pUuAuGCiKXioLa0FXqzPmSY5vlq41qXTAKGJ4pl2kfCzFH1sFzfYmUq1xHoR4L
uw5RMMSfV2tt1sYYZWMf+hn9bDdDYOFTNUjyQZKxOwqvTGDcGodmjd6ymWE7s+kVTXGt/UNl7kuN
JOHXgznduZB4p+OcRZufOuJ632rUPep+sciRC2k2XMpElBHjOe6ee7nCx3miQuDLdmR94+RmKdhX
RFPdQoAudbMezK8rRcHcuJPDZnSxDe3D02ziOY4bRG10Xl+IxVuyTFPp6FJf7sr1MiylOoLonvFX
Rp7txLnCU9zUa+ckDdH8lIxRa1/jPtblW0KOU5J6qt23MJeF4Vn2KD8qQVr9CLs+eDLLzM49coHy
zfYDi/05WRSC7wDLNmXMAR5GVhgSoDIpHC5j3WmXCCz9P2pWyh/GYj4SwtvbKmQuFBTRSVh43a/D
AFvFkgQiz74KL9031ADxoR4O7fv7m2WHH4c2PwkUKCVei5t+GHo/UkQVLPTzLMlsF5Jc9CMKTP1L
O6s1OyEPUDOEmhT+UHtLGZ+lSctvaBY14jTDfm1ftKlMrbOaL28S6J3j98gyQQhUtirZN8vI7AZR
ITF9A+Vv/WxE0slXZeTEe6ad1AgfzHn+qbQDDEVdejp2dxtQFHPOZV/i92ZAQ7XdGfOJ4TKMSDTc
ps6eZnfSy/IRdJ8TuoNQ0k/FVKnmsxwlfUUZtg+bqwpW4m+L/0n6bxfBTwda24TWua1Ikc7wZerw
08FM7mxd8l8VL0Zgc5tIZqlzWs5TB0NXnjQf9Lb5MrRtcbs/ys6dRN+QgEm0oji2jlPCiUsEAOi7
VEkpPzbVUD+aRdz62ZzmL7APvzhloHy7P+bOI4JnEaEEXAjtxDUmuxNVq+YlWx+dheo05nr+UNMD
9mCQxAcBYOfyAzoA6ZheOpLB69DFpZ9k9QxoaKrLX5VjC9Y0nT5h9uG8C0Kn6A+SxJ3x4O1QM1gu
QJreSyj9I4GeAjsEVJIDEQi0CQLlAhm41JlEwSqUtGY8QbeUky/353NvUJoSS8rEg3PTG8SlN6un
XgQPXSwp53lQf1rR3LrmVCHNWM1HlhA7ywd/g7mEOUpgXVfpaytuISjRn+ibciDfDpfozb829FMZ
a8nBCu7ELcCcVG65J3/nhq9nNNS1KpTrBf9R1ihEyJjigRnUDi7SnSlEshMcLOoiC5h7VQ/RdEjY
lUl7tZFpolxqlerEJ3NwIiDQTjOX56opQ9O7v247E/kbIcRbk3It2IjXn4ZhrNGiJig91INeo3k4
S5e0SmgP8tg9mMWdoeirAIVYuBA0WFbfl7VTEiFaBmClFuXF4vn6LCotyk91dhi41J0lW9JcHi+L
uNim/g0F1JTUWct8C93l4iwCBTqmOcuGcA1DNKYb84z81fRW/Hec533u6ooYU2hamf6/NE3qZyJu
NXtaA3P5XKUqGs9jGNkXfbKVv+Dy2OYpcirVgXjVwxGShq79qQhV/kezQxPDlDIZPtm4aR25k+99
F0mWSmWfks6m1KqPPRWCUUr9KnYaxO6nyguwEjmIyHuj/K6tUPXAenV9vHRuImMMeYMb+pzdqgGJ
G0ebjmphe6OAaoQVRoJK+rHcC38GqlAJY1sTmQ8SsHuK4WWd2rI7Mlc8GmUVDvuaYQa1zfzYAEqg
jWZ0Uc1a/g+bewlHC++AFGd9nwDPh8kOucSvclk6DRr1Ivpv5UUHnHoQJ5Yf/DqfBCtAkEAM9//F
rV5PG6iRsW3nJPWVIIybE6+J5hyYuf1RKGYeetpgWBeUf2+alUYHj/TtESbLp2z6u3KJ3crqCDvk
haY86qk/F3qBsVMsu5ouJj+S+ung8bL3laAWaWBZC9B2jQuLEJ8reHVnvhZBcrtGbdL2l8Ya7fCU
FRDof6mWQK9Az7XA78YJAu79wLg7Pn1mSM9kkpDXXs9y3KQDnWhmuauM4lGfh/CF+qns2q0R3fJo
TF6gsckXGGXtwci7k4yoFZh+Hg0bXnenWl0MTpyRZ1mZT3jE2z8NGJ+ha6vV0b7dng5UgTh+pgKi
Z5sHFUOV9S1K/n4MGRuP+Sl6gpnXX+9P5jbDgzEABIm4Bb9/4x2SaMVAn7eAMI2kXoF632jkHjoE
bemKoCa21lEXPJsUXo6aRjsl1YWsgB4I6nUkl+t91Mhh0bdamvslEhRfgrIZn7MsMeVzjlrYr6gz
xIeuLSwPhf3+MdWkMD2lRVZmrmnjKvYflpayHaxqMDRbMn0IojpBUyOjtll9rqPceoiMSPVgHUef
3z7jgCUWlOiSB65ln0AZq11vRrkPMj1DW9iRP0xQ1l0nq9rPjdMXFwsU5EHTeafygcAOyk9LIwAZ
wXV8aEVN7TYPc78QZXWZzBCNCcUY3w9Umr3eUv+Z6t65pk2HKGPWFmdqHke94L0NzUqz06ibLO+W
1bmVhgC9Aiv1Gwrk1762tVMCrvcg3O9+KagEoKQgUbYdZ0m3Q0UOjNQfnSb7gNGpcFxZHZ3EzZQq
WlDmw/RUdmF0ts04L92iMocvMw6GR+Dkbda4AFoXG3sA1/YmWgTqAF0dmzsfT5V0divNGn5WKbRP
pDPH8Fwo6X85zHTPCMoKUOgNDajp0RLuyQsWCjHuOTaX6+PQ0vQ/pUNg1m6fxiI9NapojIPjs7e2
f468/P0fCQPlb3yN2iTz7VKaX/ShNn3Mi5uDyvfuKLx2KVHQpwP9/HqUkQJpmNcBS9s6RuFDAgzQ
OY3D3vHun9HdpQN0gsgT4L+NqG8kD7w2HK64QFfri6H9gxLVT4y+1FPhIN18f7CdEEw0IA5Sg12e
hurrr+o7eQytVEv8dFDV5DN9kvSrimOG+i41reCKEUL5IMv9eLs/7M43Qu2jpUVcgBe8Lvl0+qTT
pTbQfG97ENBi5nVwChJKYLGato9q0YuD6s+29ot4KcKQKNiiHbgRfAfWKaq4odZsFgPVdXeoB7V+
sqVOAhVrl+LjLKtCu9RFnEX/tihSdZd8CDv989s/HLDsIlxIeX+zuCgqqSlDx74NIPoZSmvpVWoj
gMmV4VNk9UeiUDt9M74bID161PDdN1whQUCkNYLyjK31mGRFQeWJeNKfGnvuro1lYh0SpUguTWp7
wiunOWGF+5hKofKdtE4cLPveblvuXdBVC3hrfesi0t7rOoUdv4xSKppZr0v5xWid6a+6sWNP9Hr7
4FRK+HbpQfDO8KXALyxAq3XtI0TFLUhzulZhGOSePheZ19gXJQfuH4sn0TnvtcQqDq69nYBBkooh
zVIb2DakAQqBYBAOrTI5QL6l6qwXZy6PuGA7aSGjoAK4SCgsqnmvD3DkqLnDQwnBU0OKT5Azmsus
TIE35XjW3t+7e0NB1Ft20YJNXpf0CwAtpTUj4uTMA/ynumtwfUo7J0DNWeAgeX+0vRABRQmCDQX+
BdH++sNqCZZxG0mJn8sjTm0x6JYOAMHNmeOfM7iqt0dd3meUxwAjUR1Y5yhhMpd63KiJr7Z5/UCb
2/aKQWsfeCKm5yQw2oPcd28yKcIt5Whe7BtEXIGISK9KjCeGNvKjIZjPHao6Xom80Pn+TO4OtSAz
6djvUE4yZZykGJl0X8pJSqq5UM/p2CpfO3yYDmZxu+chlKlLbR2VT6Lcaje2beg4STWmPqr05Je8
PM9qBx3y/gftpFkMo2Mvww2yUzMCgm+y8VWGQWD4hM1sel2eM+fKCW1o/Zr9Hvmw+mohaepKyqh7
pt40Bzfn9kJZfgOedQDXAYGsY9mYdEgJTWSUhtGzYYjit1FI01PCep+GyhkNl3heurh+oa0zJUdc
6CVjff3eZ3y0BlGnZcduyuNyF5ooDNrkI2rbJK5pNo+p3TbnkP7eqQf544pqnj50VhofnMzdReZg
UkLDu539+PpkdkrbI7OeM/t51J1nZNOvbaFrb961vwvjdEsXoAlsj9ejACct4jpFyGqMpOBU8q9O
Q6NYXtg20kFg25tKBYlL+qFkrhtw98Kjl5yuYqigK2+DZXWXzhgr15JnB97UKF9AUQ4Xo2uNI47W
jkAKn8k7W+VVBuNn/SJra71TJMoYfi0K68NY6smvXBigf5dOhLhSmsScI4uk+JnOW1XfnM6Kz1wE
vWeObfy5nSOwJog7vrmkw8+i7QLgiNR6g/MINSEKSTPIC0OznkBuJcHHGVnI1pOaBtDw/QO9t6Ng
FQAfR4cBguFqR41hlVnYRSd+gHi25qKPZX+u7a59uwQgX8VhBRC7kKzWeyq2aLzPcZnw6u8bcUmQ
dPxiIw4s0Ouwx8eyy3nbQ07OQhQJteDgBaEqO0cW5SH0ZoFsbqX0LV1kVefkiT/Pc51+VPNuRLNM
C+fQUxblwa/5WAmknAolRltsSAZ18jSQbJqrKoi/ubGtVxG+CElRulIMMtAbjdZub9k8t9+6Ua2g
ZPSVQM9xCsxLlU9jfJNloQXuPOmRdhAAt9cKymwL54LnEHt3Xds0UL3NyyJN/EZWcz9Px9HrbCO7
dbN2tD92Az7YcY4JSjqUwJYT/McTTw0cpW6FSPwIMNW7UugaSmWoVJ0n9NnOcR2Pz7YxIOcEwe1/
dheByFOwTXr7LkXDCEk6OHr0mVYRKeniPjQMBGTBGXYv4yykk5Xn1kHc2zsL5Kh40dGFJ29cFVOR
JI6Kzga2kKe1eDCsRrqhGWYfFQj2Vo8xEMJk8dDjWM3oLGxRIjdHd7VRTC+SY/PUdjA2nSy0DljZ
20yOAgTIOHS+gKFvFLcI2gPElIEsZ666ZwWBeCzbKVmOQhHerNmTd3+ddncLWEm6ZtS5qOKsprBP
R7QXFyembNbkn6gBTeLcWYXQHzPFKhSvoRheuxnqgpnrFGlpvY/7wn4npx0Upvu/ZW+a0eRdypwk
RJuXBzXbULInJN0jSEKerTeBHyWOdUlwqDv47N2heMPT4+WcbFQTdVAkkEGB9ZZgBYWnZHKrPA/o
fJ0wb6Hve//D9haVdyWlUxZ0CxKJsEaRLSnlSdUZxWkE0vQYJmAPnDjQfwHCPIL37i4q+BCYRrx3
kKRe3RFqhaI6JTecb4JBzVw0DrNHrdP16obO8ZyehpLqAepU4eepiJL6XAVNeEvHSjuqz+zMM+LK
S/EfPTOd/Ot1LGqZlUFDr4uSyTyecmXGUQa4VXITxVAfXBm7YxFceR/QioXh8HosNetZarxofODN
6s10kubsWPDpUgUSyv0F3Yk7tHqpNzEKLfT1/IZDo0fQiNk+aAVe87ytLoEcHPFR9u5Ach2MRanG
cBX+XuY/Irk2jdB2IVD4Jmqtuosg5fgLXynlb4BN9oumFCVWHUOgFo99KSouQ7wHxx9orSfOGbX2
6kvnTHJ/1pHvv5VNF8reUCVDqriaMmGLquioVp8SXt6Ni7lJugB4bOusT1XmvP1oA4HhMczbG1b/
OnPDc5wOM+rFvmRqWPLWtuJmeZjeUjMzDo72zmFjKEIn1w4Y1PVbIxexJtQhzvwSffFnReo7+9RA
R/oe99J40fRgUg6O997Gg1MDaYiUGMz3slv+WKaom1HryMm+camYnvtWt6+1FHaIJvbOwXNiJ/vG
xQPQKfkvmMz1x1VTOQtofXSB7DB+LxVO8jA3qVlemXz9Gcqc5dPXrLGjhGd4sIZ7m55HDHkMKCNy
/2Xi//hMtKSAbuSMHaPjcZ4AY547I+4OvnBvMhdlLK50wiX37etRSk0oQbd005w6r00XWJOBRruU
/GvOenJQV9jbKuBIwbbzZtqSrtDUTJC57zJ82szkHKtR9ThK4cdKFaVXWPZwoA20NxwwiiV1hxTA
jnn9aQPiQ9UAnM4vylz3Wm6bv8IeerOki/Saa8ZRA2tvKikZk4OhGUVjfZW2GHFqNbqeZ/6MLr2X
qkPgsSULr9Ckt7eM8AmgHETpEI7/BgPDewUtFVBavhyI4FGpRH1Owvyoobz7QYg90DQBJLVROQRe
3fe6TZmrm0LrNFKbfSkrR3dn9Hm/3I/w2+orHwQVBwI3NfdNqTAVJeioKkt9u+nmi0RcpAcW2e+A
zubXtm3Th6wO5DdXQRkUOQvyZeLkBqFbgOCr6zAlkNSkykaoCO6y6p/7X7a3CyGlUJck06LttXz5
n8c4xzJdhTLra6B4oaA3bunU0yWcRO1JSnEwj0ejrfagXhct1wIq2KKMjacqy38kdZq+7zh6p6qd
0vP9j9vbIYDZyNUp86C1vhrOUSd4FUWY+pOAZ9ADOThJEezTsOQE3B9q98sAJQPVQyF2k0Liwzsj
aMxm1CXJucSamt3UNuxOcRLL5yYaxeX+eHvhl30Pmx2U8ZZ2p6mzYxU2hRcnVbILqXzlB4uq8v1R
9iaQ3AlxC67pbY+r0rHydfoSEThbOGcDGu55olJ5C3u1+Q9rRYeBFyrtFpLE1VrZlIyzwSQchoka
X8ogjjRPGufxjPizyA8G21stC0ldGjtUyTbF1jKcrSbUiIVSJENSVKLhFFsIOcsz/TqrbI8QKHvx
A9QNyFRIgwDolt/zxykDdQLzpOAam5y8+NLkXesioBtf4qqVv6AvM5/VWDqCre4MSpLIDcNLmNVb
Z1nsw7xJlzo5E9D6ZYZqspt1ZneazC48mVKOmXHftN/ub5ndUYmRizIUF/dapUmyVDim1pz4bYHV
YcwL+prRIrpkTWQ9ItNTXOa5VN6+TxfBTnqThrLU6lcvnEo4s6iShkGnNn3pizn6mChx6uXqqB+A
xXaOBO9+imHwi3hbrJdStSLdEQG+hKMVKfYlMLP6XZiCnHwoTZ42B0+LnY1KPFmwH7AiFxWN1xtn
xM0j06KA93iaWX/XUR1cRV+3VyMepNal1zocXDp7y0cTgifaIq+9gR0ziXMhBBaP0OKkUxzjJaLq
UXjTIlVcCuDxJ13GCvv+nlnO9qogvzwHlrbu74RotXxqbffCxKbdrwulem8p4wvPWPMSW/hyWlEd
X6ewGK8jZl2f7w+8t5iMyfMA6bttXUopmj4FeEIhDmGv5IRfD9K/+QCLSZhm8B/WcgGtU/Ynbm/K
U5NKyoA6fOxrZhl1JzTyq/ZUaVVEMayEUvXeLrjoD+6lnXuCC5B7HcV20ArrrA/P2XzJeKHDLb0W
0ymyZxsProMF3BsFHTEeWGR8xPDVAiZmDS2qo+Zd50blpdNSbqxEcRC1d6BnnDdafhbEHx5W649J
wmyokM4GyKeQRJwE775vTl1J7xuOYXJKUa0o3Laoi8pVYAJ5YagbkTfHAE1kS+sOKgz7P2cBpy6k
6cUK7fXhhJxQ5iAYSS80sB6hKPNTgX/GkzIX5ldcwqtvBTrleEdJ+S2j7+b1ad09hyOqkfe38f4v
obK6qLntUMYiZ8w4uQoP6iw1mtM06vGTkUgxW9rMHL8Nwu6lURr9MpXG9A7lZvk5avCUx0WnezvP
FZCG7LAd6D+jebSaFayBzbkoqfU2afQrQ3OGV1vSuoiuqtchker/sPXIuoj8hP0tTjjMWiAohklK
qSTzR8Oq03cRUIWDs7sTKDQyfwVXh0Usb13ARnzDnEJ0033AZ8O51exfUxt1F1Ll6uB+2YmFMP4J
Ehyjhbe9HLU/UwUR2KNVyJDxm7L6oUdlMj7kdpu9yLAXKreN8gLMS43pRW+PpnS9v5P2Rqfwi7wr
Wk0A1leJSjjbVZtRrvAlaq80gIHbJHVbXpRmjG5prZvXBt+Bs0ogO1jHvRmmDElPn0DM3br8sj++
uw9DZZqynFK3nE7nxJJsL7KC9EqlqjyIIzv9Z8ADwCOg4hMS1zsUJReicDuEfjq3nS/LXYONSJ6f
8jYcP1to+LsFdmlXK8Ir0qXJ+naWIA/w5RLgxiEwr1v92EYMmHezxJNIzzBU5svczfBsujb2WNmD
id250YmY/EyoB5R512gQPM9LNBib4KFIHNSYJEM82VY0nRq5mbyUvu05GuTw8/19tMMYXBiQaDqD
HuBZuS5WtmTeZZhxI8i4hoznObToCpuzmefnuS5xeBGgxVCv1tJSgTc8mB8To4ug4BtmIE6jVSlf
FSXEtsC2h3/lIcpqT02xYjg1dS49pVUQZvCsVQRqG9yvrKuYx/BDrIydjptQVz0GZTrLLrIcYXLp
mrb8pjelMl15S6WZSxO++0G7qI4uNLuav7CojXUWHcVUb8qc2L4VhjnFXq6E5fsCemDv9UhDZr8o
j/O4Q8thPs9dr4e3sS5D5auqdtNn/GfbI6TEznFEMRZqCu1dJnPddU2RTITgGEe+kQX1Ncep4SJ6
dPAyqUr+l1Q0ZKagiCDjxPLt/gLu7BroCBRwUKwj81y3DaNAqZtioMmlVlHp4ysJe3OM+g9UPdDH
EGGDIGp6hJ3fOZjk7/DosRUB7bzOresMy5zegR2Z92F1duZM9lLksr/Wqpah0pNV1zEsxKm1wJ+J
sey/3//mnSyGasFiWgiMaQFPvA5BpSWSFFooCRpC5A9tbMUXOZubAyWQvVGotADiI4/BqWEV4Ksc
jyxnSpcWmyhDFx9f4ZVZMR6UF/eHoR2xlCNgnK5TsnbmeohALxrDXORuPoX5jyIqj5wtdh4oaBsR
sAlovzPM13MWLjo17HzsHiPHeK5s/IjiVlPdFsEErxzmo3727meRzKIfA2mHTfJ6PG3AKcopSKKL
Tqr8xO6yT2Mmjnot+6M49EEd7mL+eD0Kwv5GH3LVU+9D5d8LJ9k4hWkWq29PK/A7BtbJfUcWvkZv
WAk0dpBIiBcNehe6Qil5b5VWC215kAC5v31/MxLVImhVMuCU118VlYqa5DWYuazA/qypQGRHzaHQ
4F7MgmUDC5i0DFTKahSz6/uqBoHk66EmvXCcLC9B3O1pttMWZcvR8ogoxUlRxreLbP+2poJ3o6LE
sSkhzZIDVywFNqrMNDCnUsaWbpb6D7AGv92fyZ1khQ75ggqGk0Erc7ULh8jWxibPYz80K/G9NIqa
L4vbzyNA6YNF2ztgi9I+VGCaShtn88QRmh13eDrj/0kfonH8Ts2yk1nMf3VR9/X+d+0OxppRD162
/TpXgHBvS1qqY/bdh92zY8SRm/eyfalw5z6PzMVBr2znnC2fhbgAJXyK3Ku9Es+6mg1aiURNnkwX
EonpYYZL6t3/qp3VYhTyWXI36Hbr1DLusmGclBEzbjWe340tbjgm3cCnvh2OUJw7m98EY0NmyQnb
JlumjHcQBiiRT6PF0f1ETrPEM+e+uZW25Bh4C5rJtWGT/uXUs3kQ8ve+E+gopA16SrxLV/dXoZX4
xuAz5I9D1qReMOTKpyAZksqTI3W63J/UvTfnosW+zKdMUXN9BqQsDAqzNgs/Q8PwrExa4KXymLmJ
1UkXYanBLVaczzwU8UA2CgdSshJ5dp8eHMWdLQtxk1+xFDhoFS5//8e7Aa35OmgSkfuZWoYPBUo4
pxGs+sXIHZI0kRzlKDsrvJAIlwC3YIzWn63KpaTXsVX4gzbKDdIicfRNHiW19SwlmMhcYvNdm0ax
N0FI/Of+nO8cF0B+QEfAqtBeW18XtT1wmQd67rc5ED8WODDeh7LVHWko7SR/gNPI+wD+Y1yy5rCr
+dwZEixNPxtEiDKxgBrLfXwuWkB+NZLep7Zp89t/+DgqjmB+EDrdPHzDpEIPrVEKXw/k9jHXm/yh
GZL64Hm992m8SWDBUoYD77Ms7x/bBRyqXqXSVPh0hoxfrZjVW6BY6XenKjXYNCFSTmgPp0eY9b2V
W1rKFEYMwMdrXVxgKsAXg6igKp7257SxYkQ31eEALrYTAOj0QDOgI4SEw7o+FlD4hnqUlb6sVaXs
AuPRvjdJWwpsKcNDU7Odk0BBmpNHbVrBeGUVvOuODE1IASchMJ3+ZltD+0y3RXxrHSUqPEsDOnnC
Z7dXwF9OY2lc72+YPQAwPwAiFK1LHgzrN4oeKCm7xqaLM4+QU+ZeT2UXnFjzo42cBCO+2qjmmyBs
RK6Vhvk/Gq71f81RO/6sO9VOqC13oeJKcK2Dg1t7ZyW4sTlCCiCvHcgV/vFoCJr8tBAtVTm0p4ul
ZfqNl498MA07AZAUhA7476i0IYRJQPhNamAZuVxdecZciifMEXus0RbrdSjXB0Fod9qJtAQhoB9b
R3LJyELYxSA/eifoXtrENN6T+9f2BbfVyb7EoyzN+AeOqey1SD6bvpaZzSfUVlFxt3opkR/mPNVu
YPCRs7y/JfamndfOUg6EloYH4uvTLVXRUCojO6JMjPyXFE9w2yUkPoLB0N8O82bGlwtgsRHcFH8l
1c5G8g30CbT4XyPQnSe76cVFo/jw5e0fRW8LGgolyMW66vVHjTCGglg1Mj+d0tKb5DjmdYXAXK5O
1sF75PcTd9WJoVO+gE15hG9TaFw2jSmK69zvsiD5eyia+UM3ZHPgDqmTPiiDo19NKjCmqyc52jt2
aZyHjvLNm4+PQ2ChxWbzQN5iVRKlkJyk1HK/1pRBP8Es7FMPrNsCapvU5kgmdLttHIr1ZBDLc28h
+72e4TLthS1HoMutJWyW6ZT9NZnmD4RetTdfcoxEh5J8FCLspjguuNWLAPF5X8VByzXkYH6oy+wI
f7O95BgFHSZULXHI3QRGyuSDJuyYxgT6u1/YJ/KNJC79pYG3s1w5MvuzkNGYP1i1bSQCDoarE4EP
XN+mZpRyZyd1MiJKOJvZJ5SAVRjNZftiTnodXoUWK+rl/tHYXquMyGOWmjy8gA1c2SobHmiGHvtD
HOK0PXS5J1WWchBh96aTXQHLYsFBbNIurSTYtbTr/bbOwltTlsp5ynv7JcZb7cJToPu0yHm+/SjS
tkco9/fDjz9WmUoU81BRZl6zcVKobhpw9Ganj04UCqdPDcq2/w50Sx+UvskuiBCGbgVnvDhY0r0J
JsoBRFq6OSSFr09GZesDc0Izh0p6fg0iJ3gkeTkqg2zrfjQN4UVSqTJBKK/DNviOScH6IfErSZr6
6xTrzk3i8v4cqmj5XdROyDL89yj7CAA37k90Upv3b99JIAyptKrsJOLO6w9Fti/scjWCOxCI8EHT
JMUbEMs9qP3tnRCOJphN6lcG+dHrUXomue8wqPFVO5xPUz7279NGRQ89DH8mGWCX+x+1F9cI5iY1
LIDDG4RcgYoLzjzQB2SF4CY1moYrTWQ/dMiOHWyUvTOCi6OyIOSW59hqo4hc1dh+FtDuKKu83jGA
mKNFCsPEMqNFZbkLb3Mx9X/d/8IdkjZVEci7C0eZa3/95u0nqRrkkgd3aNRjcLIB2pzGMZCfQiCv
/xp523QnOPPK1QjTyXF5K+rBuZ5n+x2eWxLtnSK0f93/TXtnZlnchYFLVrx+keYoINrNJCK/HWLt
ZxraxXtd/AdD1+WapgoFxBII9fotKNkSTI2G1oBtdIFvDciwOKqYns1GPpLM/90Qe50VsLBI4BEA
aVdt8Jy8hZGccgjsSRpnmLmi5vBU50M+ubNWt2A00hCbtNBC1uuScIV+xk0wD382YRnBHlHbr8Ks
+ndy1+WN15m10K62xZanRNfNpjtHpa64SDhq9GBGULEXu3OMM445VXuVerk6V62tZ5QT6vhbpznD
dNJaQR9AGWfQW44Sl9ZpBq+ruaMiteIg+u8s5yLZRb0UJaqtUCqi0+R6EgiKsXQ+K31mPmcIsx88
S3dOKoOwh/H5IBauI2CoZWqXdlrsQy7qPPzC6Qmoc/1oiEE+uDN3YhDgXDAhy1JuX01qlFZTvWBe
9EFW0JSfh3dDp0bP1jyrPwp5FAeRYXe8pdfJPt0R8hJWgWS+xR0tZYgkxrH5DR3O7CaoXr5Dwdc+
uDf3lgtdDt6FvKW2LAmpcgTqGBE6dY3c059TxjMM9e5glL314nvQIqbSti1y1+GstCXMS3+csuRR
6c3KKyVVOUENqw4e9UvkXB2+RTKcBGCRDueGen1nlOgx4kICwCFqjOlXitbkqad/fxv7rD9Vkp08
WThFve+SQ9Oq/+PsvJbjVNq2fURUkcMuTNCMLMk5aIdyWCY0OTYc/Xfhv+ova6BE+V3eXuoBup9+
wh02HhLVROqpZSpPO19/ubLWaQwXDcTJPNpA1gldT/GY5GnzLUuV7vn1oLmxSwAp0UeA8cUrvVUZ
shtjQlp5oROoU3LCxqHsgt5kZlyIVmn8pjD1nQJuY6NgzEtVxdwFgt1tABWGMRcyqfLrHCtlYA+F
cV48Z46vP9fWO4ROQHti6TyvHIpsxYKTOCf5tWlNOtxRnFwx6rUDQGl7Uh1bS5FDAeMmv6BXfrNR
0L3qPYxG8ys6XPN3HAWjMGAgZ39N4Oj9ev2xNq57BGEA3VhMS7nwb9YaCM5mamGYWupj9qDJcWqC
MG/1D0moJ4Uvda1ELbXMdmLx9rI00bCK05jxLN/0r+5dv7CTqwkcbePKovd7wkrlD3FmHWNpKlbQ
oFp2ndTR27Pb23q3TGFAfYIjJ0u9ed6JU/L/aESj7O1Dgr/gx8LA+TSXqv7+9Ve7tdTSdKWvvrAR
bzMpRVi6FLnDVdAVFoozCMz7TmVmx3w0gDu8vthWcOG+AYUL9matOjFikTzlNn4c6mjZX9pMaujb
Gq1zsbPGuqRzZdxpsIce0iI190jBWw9Kixl6Fi/VdHTj5cc0Qc5OZkdWYbnQXsranI9qndSnJHGj
nbO+FV3+Xupm32T9mEWV1Jgau3l6KlK3PY3cHr9nI8FzqI7Dfx+1goDGVfBP828hV7x8NkNp6yop
cCHotfF3Yg7hm6xN9sBa3DP8mZu7Ybno2C60hujF3URohFASxgyApsIqtsyPOeXNXPqw5RV4ub2u
nrI5aR0/DHXRBYjpWH0Qo+BPuQyxBOuVosgDR+uV6WzXrl0FU2Sp73C5Mb44bR45PsyatMFPIJfW
QTWz1n47zaL5LaAopb7rNt7HSFhFcefZyE2cDbfWomMbF2XrKwh0XzNNw9Xdy0WoBnEhx9+2Wrg4
sJSu+lWzC08/RKAk3w3DGL4Xgz23xzHXi+pg6xIBdy+NhjeK9NruVHup8dUtFDkcTNFHdVBkxpwf
MsY03qG16qH3MdFVFIxG5/lR6kZlX6qxB+s+KkDuAw+a60+rpbB8H9JpI2aEttDOetW00B+nmT7t
gORcMCWlyIIuVBzpT1bHSH4Gtogn4pQX7SOEI5yG68zNKrKLUv7IERxE4ZreEsiUIpKfZSTFJ6KU
Mz+1nsNcygfrn1m/EJuUSEG0WvytTetkvOSV6Z3zAc7IRdHHNjqSzWtpYAjVzY6hmgn7qOaRiYuE
GekGcS0xlKA00uRxBi+QHfB6av8jekj7Xs9koh8jRWnARY1pMXxKJ4qcw+yaefF2Luv2Q5XW9gPy
elHuz/Yom7eTXcWVnzX2/NW1hPdztOfp5Ek8rPw+QejnTtHsxjkXap2jcDgOw2MvCl08jO04jD78
08g9UFeOpPe5JaLDnA9wR4U3mvOdijde5Ecqt94RmX4nO2hTbzZBNdo4G1b0pto7oQ5a7kdZVZuH
pvOS+2Ia2x7jb+F9RYNsdINOFtan2rPawncA67gPujKOV6vSxgxlYTi/gcpFI++GuJxqZB/c3Eyw
N2lzze88mFMQfaqxO2Tgo+qLJmIb7y0ui9p3h6j7VZvI/Plhptg1dnVMnIMWF3n1vupm63OvhDEA
MCstgqwvEFW0BTNqfwLlFr0dKCZbP3ftWvlcyEa3gwh69VWp2vmDkSJy/7bAZnf2ydnSgU3pTcNF
JnXzaZhaq/PNqjO+VLU+ayeEVu3yN5aUeh7omGnsNZA27krqQvp/TPLIO24r40rICMYfRAyrz423
AHHDj17tuT9zavMPdav9amQ17Vwnq5C+EDCQgOKCJNlZKaW3wh2dGgYBdjpTErQL1q5KlPQ4KdaP
1y+uVcuIDj9qzZSkaGOy1s2FLGnrq9bo5Fe71bNvrvTyd5HR2WCOvLT7WqHPee5FW3LyJvkZvG5a
HV//AatHZeREHUX7kXSVUeJNhJepbOdsrNGNrr3ynYzlhENjOFK2NeL0vyyFdgbQbq6UW5REOhRF
5KkQAcMRvmZeRDP0hMo66Uq4Z1O1/OrbC4VsjtEhCjZrjkISz4Ad3YJ5bz3Wvxa3rp9az6Ts3x9o
0cblhlw0g267ilGCthtgfqonY+DYNrNMvcB1U+v7Ih8772zKrUuSghfjUyB3C7j45V1sdpUxeQUF
lICp/8ZLjPE8MCCWZ9uQpK21l8iLORTasVQ1uXcKt7YJzte0xZg2A0K56fgVNeA7WkScwhbryLwz
G9XXWfdSKF3372q4gGjABaDLC3RtBacp7ETt4pk+qq7B+Rc6Icrt5LnFjGTnnf5Bnr7YKAt0kauS
N4pv7aqu0W3FLpFkZaCdZul4WBqm91PjtT9ms3D/s2OT+0rNXaH7edMUD8JuYvdhMitDOXSx4man
UGbJNzUsVEa2I4Xt6zts9c2Xn4fdGkwEZqOrHYZl52RiV5pf47ApAjzVuUfaeTQOWeV9HyLHOLqu
zIIwLPYIVKtUk5WpFECXLxBSZDpf7rZSS+IxqvucMiSUR8Uo8mNWVcPZEs78Rk+saa+/stphy4JU
fAt9l6rhNhIiPVyHdcyCBa7G13JSJceqeg8lJdtpUv0JNLcfHRYthQmDSFqCy1v/q/zC9WYCoesw
idTncPD1MQKxLfXRig6m0TXci2Htlj4Zy8KqrIsaSdspbZ51kZbvVEycPupWYk6HeYIRfzf0iGX7
RWK18Z3h1c6nvG3tESOISjwDF8i+ZXoIdmmSPN5x0EttPo61Mf8spILYZzWEgBsQXNUyrPOaRv/M
nu87P21nObxrYjp1R6eFVMqUDYa9T9pj01QDpfetjiJL+pQDThLgMJp6Plfh0PlRifvLI2FLfGiQ
gQp9bXLHL69vzFWA5WvBG6RnjQIe/Ej95SssitiWcYGsfcKzHu057D5ZiSL+FVe3rEIXjHEmDJxV
IFCdFPcrNcuvatbpxLlEeWjyek/Vcg0BYxnmU8QvipD1dChJ08zOwJReZydMzlkWjkfyHfUgk7Tn
+2thEGe6+RQnXYLLnDU/x41jPI3MrQ+vv9VVrrP8EMaAZH6QCGFBvXyr9hiqdLKY+yfCnI6YERHs
lZbZtGrIg3AV9iTBcec4bMUYluMomPiPrqh1nDRvXoAn9ECi4r/IyodLqkSu41NfOqfQLM1n+GHp
Q4go9x7hbuvQo+ezILvBH5ABv3xgtlbFIauKq91P432jZgN4sxBrtMHbk//dXAqRY1qqrLZSt0mV
inJvgS4hRu3S4FQimCqIBUgxuzuJzsZndFUGrKiy0pSj3//yqagiImNCr+c6tV55nkxRXSvh2EeN
UUNQ1XF5rzphsbPoxvPRUEIdBtwkE6TbZKQxapvMfM6vSG13zwaOlOek6bveT/TZ2UPWaRvXA/0y
pIJoh2+YXtI4o4IY2DQNZaPfDJZ2sZsm98s2Q5wwmVQfuH56bETv/h4ZFR6qBMydsNX2LoVEc1aK
2brQBesWtcrZD2t1T81oI7Nm3Es3CKEmFazhzQW2KAdpUnKfJJYDfAqBx5xgiUjdCWuH8iNmQO3X
GfzwSQo0olDbyKa710/z5jtaxqQc2WXidBMjaxe4S0OpfZ11Yd+rvfUWgwqUOcccphQOJzu5zNZy
zHVoBjO2XEsbVnZdzEyc8mvlasont2wRHrBylEerITvOztTJnQXXKBvakNBbMJsEo7QeWrZDVXhZ
3oFZDe3qERxRdMy7KkZ3yRLpN7yJxlNWd5UTGIU3fQy7dLjAdSp3cqStjU/LHYo+VdTaH1SXStbk
JiCb3G6T+xz2E7q9Q+13Sp7sxOfNV4xzFnUauRjgsZcHO8/UuXbFmF/dzO6OTpR4Z/RSsjuvipz7
bm6cb6/voK1Ho7dvAowDkcIzvlxPj2U1jnYPHzaK22dWsuYA5WXzkzUMjbnzObceju3DoWPihN7q
zYHpMZuOsLASaC3hri00MZ+1Wq/PJcIkQe/I+H94OKpsHDFpabJrl4f/KwvLtEI44YxTQsVJOc9h
8X7wpDwmWKJ+/vfX+PdKy5P/tRKoEi2aSYeuHUPmA7AwQd+Lvhv+sXsN060vRj2BNdJCiLRuz7ze
4gLjaZSEU1uVfgmO7yFrO1ylYL99+h+easGM0g2F33abLEzwXjHjBR2VqkV3TRwO+6F0iW8jNmzK
Tqm77LSblHmBbBtMDf7ond28QkGrTKVLlF77OOqD0TWm+7hy551UZOvtLcKapObWRuE3tnZidsBh
0amejU/pHIuj7Kz5VM3tXotn64EocCg3qKyW2eDLPTFkHv2kmkFdG2WoEtFOvgLe2UOwbeRWbASS
V64Bpt23QxAMuO1U1riNQdhEF1VtY990p/ZiDXZ8jF3as0k9tGcSwr1QtfUqydChcIADXPPJczsD
VcClhixXmsDXUKc7ulAiyKQoT69vxM1XyQ0HSoSB7Yq60NoSk6nYzq6k17Cdpw5NzcHZAzdu3jZk
UzC+qImZD95cp+hrx7J1lpIj9Ppj2qYzjVI1/jAZc3oiucxSH32k7miImU7d2LcYFjvlDjdljRrm
zltYKdAXuPhWGWvYo+dJ8ZPhJd7p0THVQ1vSS0/N05AiRQCoxM1hBSsQ7f2y8Jr+XJY5isZC4NhK
tZ3nPlCC/kLOvdf02tpsxBx+GT2TNVi7GaK0CHWGAAVw6fvRrhli2I7yNk/KH2Mo1e8eYm3PAyOH
nZtjawMQGigeqNPW9F49dG3F8KrsKtXBfnC6MfmCVMmeNNVWVs0tD3gHvhpGHjffHzMKvRBVnl+d
xIl+5r2MvnpKN/mahOQOhEj6nhR77u5bx4hHWjR5FkDobZDtTCx03A45Jyu31Idcm/LKDz2nM30g
WfqP1w/S1gdcFOBwBnHpd98ipO2mdWc1ZzF+DJRaIxmrM3oRIflxE5tnNIHiR1mr44HudLtTai8B
/CbAL1hl6ktI7nR8FuXqv+7IuMoiRDmJhwyUzPe1pvwSMvN+Y8UVUwP3Q7MzytzYMy/Wu/maTRzq
g7eMwLtMGzK/0Lvphzfr6eH1V7q5DFxoeCSkNKscnPAPvTE2BPz9UnlQavjKDHF3Mpmt0IQAw8Kk
BPphrrTS+Zoqc0tszIZYH4Y7hIZoJWHXbh/sJLO1g2LbieZbRW/rftx0TeHjspNkhxy/sX8eRyNY
hXwrAF/KTw7KzU2tOqIh+JEz1mX+bFgCF2G3twNQp+W/39ZYm2CBQEzGFeR2dKCGZmOkHUKTfZ+X
n7vSpWtVlLADs8n+HzKD5SMiaLkMKlYA3oHhvtFnNOJcdCY+VI6wnuK0Cg+OHJydsm2rHbQ0BQk1
NCU4+TepATYghWK3qKpZrdnDPZn0/ncuqvJHo9bVG5lq4UnL2hoSPx5qRyiUw0U3il7z8bIzdvbv
RvxhR+HWC/IMFQrPe3ksp7apXEUjSdbtOPrSN5MWWGPZXLMsmo6vH5XXlwIo9XKpEpvjYfaAScVT
mARl39cHRKvyR8WgcH59qY1QDm8AJUP6MN6Cv3m5VGtgBtwuCXksNDBLDvwEGafJxZOdONcoo99N
8R52Yh0JQC4BF2S/UsBxg79cU+pJ3aVFQytdhjiwhZH1kbpR3dMEXsdRlmEz0gBa8vLbks2II8ea
PXqJw+BOxyRKjId2VIpDqBT2m6Rt94QEttbTkTaEEsympSP78rF0UZfGrNH2SeJK89tKCx/0MRaP
ujHY4Jcwznn90229RhifADUYyi494JfrFbb0uraGp9qGg/OhVzTx2KlavbPKei9iEoXxBCNJg4zm
toxKTGp5G1GE60jq/xPN3PAk+lg+GKrYEYpb37msRAG6sLepbm7rAGEyz5pi4HNQSqqfs4drUuB0
qnV2Q8lQAN3Si2Uxe01cDCN3jsHWu2TNhfpBxYMvxct3CY4DtrEBqK7EVunSSqm9SWS1hyTd2iF/
raLffDEzjON80gt2pNWpbyN9EqcqnqaTrfXfFIDP59c3yNZy+Csu5gVkhCsEZNqTmMOSR+p4qrqg
GBUn9TGwiO4Tu2/PLf/Pjn7Z1hdkLkrGqwE3W02w7dbQwhFW4rXRaunbsQPEBg0FpP5k+EEBu01T
cki/Yezu7cWxP5Z/L7Mmek7gotg/S9G/qu/A8/cUVPl1TKcObIhDBuV3uIFrwcB85GNVC40oqoJE
McL+KmSvvAG1j5EVZpBfyOfs70isisZ3ZZ7mCFWFw87+XjMLIOUyTOXEklIuFgQvN5mrC2tk2ADB
DyzI+0iU4jQ2Q/gRDaPhDZ7R8x0QL0ysMyxF6txVfTSbjSAaWvchK51452D/2dO3bwxAD7+Iopho
fPNzLBU0VNINsG0h9Bd+b+dhE6TCMK9jPrqN38dWkRwwP8ynkzKWVXlwJQqgfqIZmRsAazJz3w0b
2w0A8+I8HWldnLxN06Z1gm5I8SNz8hnsVRK7dPhl1+jqziMsp/L2CbiTyUEICcBGlwPwd6Zcu3GZ
eHZ+9aj9jiZNpFOPwhCcULd50EPUfbwMobipGgs0WJs9LduN82VhsIk+/wKQXVUkmPB6+KXrxdUd
GuVpVIfupFmZdW7KyQvoCe3JPW4ktxxmA/VFChM66bcRksOlFFGEwUudeuplwqcvqC3jiym9sg6s
aZ6xSapKEAiQtYfHurbyz/Cg5L++dRC6nLJFpAcFjNW9WhY2PvFMMy84yX6tGzN/C/3dXsau1l1T
NfmTMTegwNQ5W/BY1uX1oLZKWJhPLRRhKLmLRvztcIUHs7EKkfbFU+CClODGnpgdDQ+MHuQp17E4
pXm6R77+Ez1e7DQEsxcALReUAxXRuqnJpOvNbqqm3sUzkR18Y+g2JJV2FKa4Ny3pfUZu2kXkKesT
327c+u3QV6rt41qfxgeBrNcTvTxVuQu9icnhHIroQ8HmfVRtdFFns53vyR70vfpjtT/50YgSILZM
ZxfRrSVc/3U8aFRLmZWKexnq+EuKwdzZdCJxaqH6B11r1jtZ68Zy5MU2hFPA72tOD6aAbbgYpl5Q
a5TvQ6dtAybE+H9PkfLDrZuP/7oRIKMCTqCptgh33m4E14nUwcT/9VIahcFAS4T9G2PQvypZaL7N
Ea28Awna7Vypq2wIRw58Z/F8pXNr0rN8+UplXtUDtZF3AWw0XVyzdgNzQl1wHBE3fP35VikJS9Gm
g2XHMBGg0U1wG/pSRmEr2XI2On4HF3W56M4EA/Lr9XXWnw2qAjShhQzCC71VhBssThO9KudSj5l7
SM1MuTg98J5wTpJTV9XazjZZBW30qfhsCCoxU6aderMrO31061xv3YvVR807T5TdXQ2g4i6yqvKq
SW/wFacsH12J1vlk5Hvt83X8QKaDYgctOvraK3BLbWaeOneac8kNNXxC2iH7xtiyZ1WrsJ4RNuRS
9pw6Orz+ltcbh2WR4+KyIEFaJet906EaD8fiEjvKfBbgiwPkRb0TWuLpzsbZ+KAQNEnCaB4x+rjd
OFEeoTpoDArHXv0EQFu/jInqnLDjLg5DJbPPrz/ZxnKL+QdyPcDFOfk3aQRqhXm56KJfUrsZcx+6
V/ttdEXyKMscIf5x+mc8FOgImHN8RMb6y0T35RmcWgh0dAK8izsW7gelrlQ/RfPxK7Bzpjta8/v1
59vYMIvg5FL6E9bYNy+X6/H7o1bVvEu4VHQjXNvHSfTak6E4td94Wn+ZVaM/vb7oKpNenhGhAiY9
C1v7NlWEhgI8ZW68S5ebXnSOcDqrfC9fYB8zKCNxQcRRebayQvte5k2351S8jj0sDzxjUXVbwtDN
N0WLtR9tm1De8NCnyTXEXchD7nSttlbhryPPyj3OYVx21l/3k5saRh92rnepm9r8UqMhei2T6J/7
jhabhYGPBagFbv9tOzWPWhl5CuRZJylowyutfuwrsZdNb5zvF6vcvDG3Mc2IPj+iapPXHmuvAjcc
GqpP12HvWt94beCE2ZPcCXyd24AdlWx7M0JR1+nm+qD1k34xejfcCVibq/BpgHrr9L9vuV8yrrxR
IaNnPpvPF00KsPLR/M++hXwcplUOcxyIFVwIL7eAFmlaXjeIPRpp8XnuwuycN1oS1I497mStVKD8
rZc5HHn6gslA+464eAsZ0PN61GWCZXI7us6TU9bR1wH9iidtVuPU7w2BxFBSJKb0xzJHZA1ciJ59
LgYLSn049DZIyDgG12uOyR2CHjgumDQln2IlS38LPYIDwpEG7rswycRDYqMedojTXv2plrHd+1A1
9PdO5wASLWjr4SyZDuZD7ObZ5Ocm/WdfkNJi4qzg7+GAuk0Cr0sG/ZRpXa1/JCnPVd9Cg2c4Ij/u
kGhmuZoeyhqXwADjV2Zdk1Pab+1ZFCo1j+JkR2U0udm8XnN/ma5QK9gLEfeNaKT51p16aqM2mr3Z
j8d6nh5Jcq17q21QjBykq34vpZf+jmPDeQfFNwoPo4LevG/jfPKf2WTF+yxDcu5cEP2f0EgKy8No
O+Av1V4RRjDg+vIlVYryuR363AtGy8rdQzZU4YgDphN/FC7MmkMH/e5ohO7Y34W9tB/qQZHdteyT
JjsobWh8TTs4GLTqjQWzEwvlOPaGjHwbHUblJLSkfpPLsU2CUSjiOUGwKrkrkP2SvtNqjXfCFzsu
AtdTavCjCWIP8F8kcmO9btVP+Jtp9SGUnV4FZpbX5mVuEXVCzyn9UqILX+PAGENxUZK5r32r7Vzb
t0U8KAcYZU4fpCX/+a5iVU+IFiviUIeQhQ82aZvKR7IVOhAdF/Dj1ICBYlY0GfdO7sjmQdHzqX3X
Rob6X1HOmhGIGtUFf6jruX6rh0KcU7vEXSOiZ6X4YF2anxXfeQjGWYRpULcFnBHTleW72ZGj41up
Vzd3iq7Xv1EiyOJLw5J8Ch0yjW8lbuq9tdNKV5+GwaY1Q2HSviHWIqEAEq4CjeVkznfMUWIBSWrI
0/chvNJyR6tiHVKWKf9CQiQirxUxQhdMlImI8oWL3fo2RGH3mVtl+NfABe8Q0BXeSqTOa6ROFc8K
Q3Dc0nAGEo8pAlLPTmJ5O1ns6lmWVYhdZHKMeAD3vwxc+SCU0FFscR0IvSBlmv4Kmie7ez0NWK1C
eKS1wKwdIBBTz5tUx05qTYWOl1ynLhrvNaMNj5ZdNDsl9dbd5XIRUyWSmq54PRP3lsTXBV2YfkwO
8KFmJvd9emjCcc9kaGspOga0ahaRNwbkL18bpoYojyYZavCzgn8StRqwkkScqRvbHZb7xlIkpdC/
6W1tTDZUvS1HK62VS5h2RpDWTX6qajt6Y3SDt4c1Wr72zdUCTwm3AG5jvE5vr5bOsvGRAwSOJ4bZ
H+1JFUertLLvSh5lb0Z8EJudHH9jY3D5k6MhOL/MpG6S0gyqsF4ORXiZnVYechwqDjWBaa9jubnM
MhVaFPzX4l0d6OoMu1gyNHLPQ1b3XuA1uLe7iIP49qibP62hEXf2lBuH3I7K+6GefnA4s0M028Xd
WOl90DXlsHMsNlJy+tYo1FFtAEK4TRyZKWFhM0fupbUrrAsiLwbZX6vHznHLZ3OyrTMZ7B62ZmM/
sSiY8MU2d82MDQnhcwYQ+9LTZT6EaIechjkCFtArzk6gXG8nmtjLIIQkZhEvXz7LX4nxNLvIClqV
ftGiKOv9OJJh8rlRoU6PRdwm38sx3NOEWD8d24mpPLMCxq309l4uGRVwcWU7aJdEju6hQTfzGOrg
3dOi3gvQANpvjwuLUEzxb3nIFX6kQs55cmtmSqk5uPURx2j7pKtRaAddjGiDP8nK+S0KzNhPIutS
11fN3HFPRhlWaYCav/NJZ5wXHWj+JeFBjhGcUrBCknu2dEpfGHpbH+IeG3OcaEv9KYFeL/FVLsnw
kAc2xUlpR+ut12A4fM6KqXvOgGz/p6Ui/2x5U6SfPbrz3kWNcBN4YxCyzCBnGM2F6kn9l901VnvC
QWP86iAOON1VqAI5x5BO4LcC858E3nLWzqfOyLLTrI0D08CmtJzLwhqvTpqXTu7BHhADuVf6llQl
QmzHPFhmlniBqow9QhW4wITHuJRAhTWyw+cc0nCJS0Zep74OecA6JK7S6X5jes2HtoXwTKrhAmdA
3M/RgjLsaS4gC284qH8PTeyTVpWhr3j2pPtmFgntm8xLuwQE32YQVYSR/rCSJgkDsgDxM2IaZp6K
xPO+KpULh8WLiuy+1bywOTdkOmWQmXYbn3r49j9EroXZqbdk914TVZ/ie5CU0i8gpWV+afTGm3Ge
x/neqLw4evCE4g5BCJ7rqzUmNnls7CA/nXtivo/VacwOLnIuXTCoDd7lZh+Wvzr8aLHzK5EIPGhJ
KBR42kb1xvUyMQQIzEymn8rI+G/O8vxZdJ1xj7dKOR71LJKt7zhpVN+lolXvMN1UO7/3cjAgY6H8
0m2kD12tsZ6n0VPuxKBnP/qmrb82Be4McB/eo51T9mFi3mWh4X2YhDGlxzYiPz0u0RDmsp2nhR/P
6fAfH71+SI1+1t4i8m/bR1cf+uwd7leYmA6wH5tDrSvTxyGRsI3ybBjOSjolxtEM8w5dhirxnpB5
Umr452PCDMWeu2Pu6ml8KXojLANSnuo5yyBF+2bSWN2p9WZV3Dl2aP5XysqrD1SNCqi2mMznkPUz
DFYprPBUq1FVBHpn9smhaPuILaAqspn8UZPt+xAa/+L9XRr1GzWicPC7orWcw6iGhvCxG4R0Lmel
u7OHbPbuGE0g3CgxgH2qldjkNNjj+7kMvYe2NNUPU8xs866Kuizx88HOPjGDyya+phk1x7pz3ejc
Okb7DK0FYlcFnXH4HunzqB1yr9aoPMRk1ec4gRiQJ20j/LmryziINbcaD2415Hcy0armQBDW33da
bM2PniLbb01pez8c/AiUe9zg1e4+jiPKCyVKyvsxtmP3GHXpCNxHGpnmQ4bonhphZHAZoZEr50lB
UQt+ceh9wnRNjh+Qk+JV6ik7nPNJkH8qSSG6D4iBJu27WS/aKOgzatsrX0UHUj93X0KUyqyzWczV
x6ps6vnweja4uvbIORc0EaM64DerbNDNUeqGYcbAv04CCd0RMdbePGZJAzd/bu3jUP4zf2ZZkmgC
0niR6bollzkls0EwDMDs83E8dQk2GVXbxAf6E83FmZ3kMJjptFOqr7KOZVHQhYtgJ4O92ySxqMo/
otSQAmUbfu51Yb6juNvTIFvdeH9WWex5gWrQ3ru58QbNSLA2jqBMyDoPGIZqART8+n1vlnuCX0tW
+yI9/LMUDdZF8wuFp5v7nHKHPjgyyleulSHxx77C7KQRQBcRWQj9Dl8gsE1ldhJGEn39HzbNn5EV
c3G6HzdrlwltvLYHQoV5lhO0VefQXzflMXM6RBVkIpSAi0B9fn3VjZcLdpEJJeMS+i23wK08j9Hb
GBcVjCpx32SYZPu1o6TPCKDuNfS3lmJGwgfEjoiPedN5g/rbFXJ5ufNsimCYUNrWjLw49FhS/GvD
kjYwKqjoH5BzrkdOhhu2pswwudAL7Skh871vEF7YSbpXyR/JEXCe5dB5SH2uaz4wycUi3IbeGkSt
SE2Ho2sxi0nqwvQ9SvmdWmL9Amkwq4v0AZN0urE3tcSoxjjNdzD0o5Qd0SmqcY/w6hxEMJ13XuDG
sy21Mi+P1HatpuwMoQIjFn+7PKrzu1oU4thkXXeuS7UKECfZnduuen5L85zARQVNsQlc+WVaC7rC
srtkFFezS7LpUKPtqOBUbWTvciWdm/90TZAbxYY+MpYV8fS2kLg+DfGkaf40pUjfWGyuu95ZXJpf
PyLrKEcIh6zF2VyEkW+DQmjG+RCbWAkrmdtiZKWF79qw79//L6uAkOcDM3i71fPxjIZ2iHBpevZ6
dVDQ2X4kYxl+vb7KegtxMBbc1iIVxujpJshYHUQ3bg9EHto4xDUxjHw0veOPXS+bHdj/1lL4IxJI
aekj23WzVCjwKxBQJ65hp6cPk8ysd2E+j9LvhByTnaOx/kaLTSo9HibMAFBvASawYA0vGlE61W2h
BqMRJydDa/aoKRuPxP2zqJ5xE6E7fNMUmWwxl3TxUxx1lWfRFvlBKrl+QYN03NkN65VwJl0QkYxf
UVq4beoPfW31VYFinGmV85uwnn5lzoRhe2L8s1H2suNg+C73N+Or2+m8mY5zi0SpQKodEvFQ0KGF
y6b4elztwWJWA+VlKR6GZhyI5BUepQPTpSIHze1aos8Y9Y3zzYNxespQ2fxSlrb9iUceLlUSQb5V
gKHtVOtrIsryAwAs0qtjoI2F78sgMwyOVZYVN9DUObU850Vie75Rq151dKqwCH2DOZ3zrsFt8T+3
qzRx6DymDVh7hkgUZMJF06aLbcePNMX6Z143P47ZCngdAsDaBAOxK89oLRqVZpRq12q2zTMNeeVc
YvC5E9G28lPaIzpDWUTY2NAv3wPKThNpHR8C5124vbmWPdqFLfxxBALixyFTgLKd9yAZW58fwCjI
k2VeumIXd7gFILeObD4+6dYRmQUi+VjbZ4N6/NwxlfuE5vUciDE+a/GebdP6QiOlw2GEFhkw41UQ
d4wRz7+KPKdWrPITnmmKHyFl6Ye5IYSPe46609XcesegmeF2AT+h/7e8jb9aQ/gWqqHSwW+QlhV+
HuJICXDMCX3RjflDX6Xz0veodhLyddjgKf//oiR0LxeFnE+ITBNSLKTKzxb64PdjvTDJ611l9I2I
C+QBeOQSeOEQ3+whMMB178LsvQ5SpxlCb/dJDcXeJbL8lduEfPHSWMQ6Fx3N5bP+9RaNuIcnHfJA
DMj09xjd5qd2sIoA7SxT80uZ2+c0Hr8qWrs3N9jYregUgbPhlgQiuyqoapCU9TRF11row48I5auZ
9RqNub4OXtdHM8yr31WF4/w0pkJt7pEwTfeAwRsvWYeZQm98MZ9diVtog1FDnS4iPMDtCdxmHJ1M
pdzjPW6sAhVlARYRgLRVXtnNpSTTpdefolBw740ytgInrdy93bm5Dm1EdIO8xSvgZsuAyJCdjbYd
bOlEw043i54yGIE7Z2BjywB4xJSIHr+9zGRebhnNFbY+5opy0fu8CJjReth6azM9o1p/dKtUD2I0
5d9GIMf+PeOhOrT/MG6AYtxe2roVq0Pyf5ydV3LcWLrnt1JR7+iBNxO3+gFIx5QokfLSC4Jy8P7A
bmeWMhubH9Q1c5lIRGJUcaNvdDWLPDjAMZ/5G8SNz1HgI1VnSP4eZXZ71wZTuHG6rLxKSrJsdsRH
cHZdwk4CretVDm8scxEueKh7S3mCHBdvjLJyhlHF4BEZ6hc5+/JVTlEVtVLrB+fCxk9yr1SB+sNI
TAe1nyGt7QOElXK4KwJynY3cauUg+w8biz4XEKkl9izNu7qwVVAaoqda5oRJvYvGqdwNuRTe/XZI
TBxsc7igKwt+aHHE9EoTpeDYkJEvI+xOyR9yMIpBdMDfSP0H0+JCmJtqwL6u6ulJlyB17lsBaoZB
i7NKGpqnEQ4qbeUo77cMOtdeIk0X0ikwyJDe50X07PDsa8OppaiJzknF5W6hz7TrK9/Y2ZG01ehZ
W49zUgpWzyJiXdZobFURdqpO5MK5H9xTXhyPktb/vP2lrmHVOMADZCZiAVRD82gxocKpjd4kajuT
HZX7WEvqRxSjsF6ve20/xKLa0evFhTSWzL0f9QbKnONvA2F4hlkYAT035Hc4nS9fahhZbSz7ROa9
nFV3qVYpR61HTb0KmnFjtay9VHb3rMWncAFcrUwpcuQ4R0w1SUNxsod4PA6JHW2wSlffKjxk0GP0
slBvWcyIgiIdUBgEZ7lU1F1YqNahmLLJtaDBe63cprseQTGvQITGrcc2e6x8/bfJS/NbhQ0C2B7Z
tisoZDSOXRrIZQSVtigOEQUQAJdF7wJ6STfe6tquII/n7IQPD/B6sd9DXLDLtqnxcx8C7MLa0XLr
Yai/jM0mwmF1KFjeQObIra6il8rSQt2AY36GdB/vVVTRdtoQwYOOtN+GraKuAsiSzUHxAG7Kon4y
i4tpTqpkcOzb+i3AGesDwiSIJThmaG4kp/MbWgRlM5yC4eiho6OxuGEldrel50i6SKnoDrIst+40
U7DVOpaOcl7aX2/v+5XXyHgM9wuDdrXtZamNA1VGM6ctpyxEfFgVLzXSsQfgWv7G6li58hCPmYea
geNXBN1OL3s4CzPlkTZ5vDOI9XYoJDg5wglJxv+gJ/ERgVvr7e05rkQt8FO4EcDDQFxd1r9ko9BK
xGOJ3NVi2tdqGXG+yelrrWtkNG7jhsZUK7/O06z//aiFQibirRBW5krNYj8MWSaxSwwkEEQ/7Iwg
DHd4I6b7Idv0B147alij2CDO4oxkD4ujpjFHlLxSXMXp8OqVa0XmsC9VZTjEuWnC3tfU6tCahXVW
JYBXu2KoWvNF5Wjtx99+23NoSMmRgur1dVVKRhSkqoS9gd/W96GUNB61N3q9if8jUXHzlXGu2Q0D
LLPbA68c6QxsQoyZdc+vljLO9NpYmmRNYaY691DF9XtRxtH+9igrG4biNyc6Gk9cHfa8yJ9d/HmQ
VtxRVG9VGjPvFLntD2owzloamyKnqxN6NtTiLMArtLMG2o9nMZTmzlGmdGfJ7VblaGV3zM7EOhnZ
rC/8i1P4bEIgXMOymZPppO+zJ2i7wXsV+s6xJOa40+M8imEQGjl9W7PN399+mSun3cXYi/2hamNX
y6S2Zz3J8j2yXBbtJ4qnnB6KG/FuN5bINZd+5utTnqE4M4f2S8RaUcXN2EiISgH8DEJABEF6F4vE
/kjxChfAvkXOym2A/Ozk0Q+YuZNqL42gmO5RDcy2QCBra2mWLKA0jwYxQimXaynWJ74+lnxnrn60
+i26qvcmWIbS1bW+fff77xqKOxx3zQA09Ov8ePadKQQOmgOsAV2h8ktOj+0QxggrQ3KMdqky/DZS
iDeNUsl8r3DUX/UvHRSMQKeOVMMjpzyHut54saVLuzAwjY3a49oKJiMlaiTBtq7stdWw8vtQw01X
q0FXABf1w8deKtBMD1sgL70V0MKoI9MfdiCNkt9fw0Qfc9GVY+E65gGPMA4GcoJnOZpMoDrVD3lE
6sZQy/YxtuJ0YwmvrBkEWbBz4Q7lDFpeKUqv2WMK8vjc1Z14QDVK/1kFffW57KR260RdHWtmllJQ
Nq8hZrZBN6g1EdIRljG8zH3TuFOAot21BvTK26tzbSi4HgTkBg2Aq5sy92V6DwrHaii68NUk9dPB
DLLuXSxV6vH2UCvHKjEuJzc8Firmy3AuyXtTLnz6NOlgxA8DwOATgI9/8J0IS3lzKsyple/k03Su
bHnuOVXh57ERlScA7Nx3baNtTEhd2QA0+LhuSWegxCy3toSEXOyj8nDu7cmSAC+XVr3HE113DgMQ
m8jT6ixuPbhm4KzU3DK/+rmOwG9ca/IXMWHMTGpSjOA1DSV512QDvxKK3sQcReoadHzTgP8ujNGA
ztkTCFtZZiNq1aIdhn/9GHeeEzpStMNtiAUfFJn2Az/rPj7Iho8BQSRskDu3v+LKgqGxMsf+kKDm
ttvl2Qmaq3WGDCIDMqrVHkbXuHcQnHwdNv3D7ZHW3i6GkcABUdIgkZp//uzglOzEb2rkzNFfUVE2
Bo95tAczOeLRUODRlmWe1gYDXnxY4N0eeeV6BCbMR6WvP3MgF3NsLVH7mVrgKdbF2T7mfbhVkvTH
WATCzXK525jpys4A4Uq7XedGusac0OseMW0CA92aerAvCn/6BLLe2QjH177cL774XMBfgUWoYTiB
YYzO/gQ/L+7U/o3UI0yG8O5W5L82FM1v/ItAkJLnLz8ddUIjCGQKCrVZ7KooqA9wRFI3gay/8a3m
uG+RuNFVnFHw8Ky4zOd3+3yVjJDuZdXHnUWPpf5oCq36pEqIWHlO4UeHbIizR2imZfAP9sGMJUAP
jADuqrdd9Yo1BbHNuCHAQPhSw+fMH161vlW9ub0aV18mtw6wJCKIqzoCfVkAsYYRnS0piFGaC3QP
tVHdG5ViK8heW/jzEqSWTcXi6pIT/a/2xxih/TNmnglX9in1U9kznGB8aVUUUG5P7Zcp0vLroe1P
YASfmuWy2Gl4iZlgO1EAsvrQ+ETTQf1YgZx9lEG1fjTKLHw3pBXmPJFVhx1K7L76swA78daGWCN7
cmtJo0e8g0en1VX5HVoE7ejaDX55PQao4tDGVvfUGY1d0vasBmhOg1Flu1otjBf6lOtbRnorHRZq
B0wEPSP+37I8yV3R6SjGxOe8tTsa3VL2vSTv/VpYcd15+qTb1H9qddhNdIjea73dTBuX0tpZggzQ
XHaamaPL/dAY9mDVlQWzfzKKj5oJsqxIgmEDS7O260A90dvmy80K0Je7DpKQ6IwZ2SHVYw5QMWqO
Q5S9d5yhOgEWrj0Hu+TT7cWytg8ous44cTpYV4n2RObZ+Drgi86SvkI5Uu7LJA5PairajYLJ2jaw
Zz4xIRjFp2V+MAUUKAi4QMdMsvTFlnTlSWvSJEDXbCpe9k2+pTW2dtU5wHF+AQ5hCC5eZ+jg12Ea
s2N3WJev2RKj50R4TZWSrbty2YsPWiON+zRl7d5+qdcfUqOYBdESyP8KKKrRIKoUBSe1cPp0jwNz
D2jaHvY21rLe0OJnWWVGuLF6rqfLoOTx0CFRcrsC6E0VEUwc49kp+SI/qZL+tTcT3UunQMXoKDVe
N35h7FSsLzfqQitoCUZmZ85i1fQslrvDHg2tjnosRfSiTD7RcE0Nt4+mCRYitgJ7KMnwneM6QXxA
OFLPuWM4H/ymKV5VeDqpbkMIq3pNl4ZbR++1QA99L+gIMxNCW4FkoX+uqiSF5DNGbH0Ay5GDY0JG
3d8ZSpf/wGCsMGAXSPHrZhT51yyYCIh0oWqfE0Cjk0vnMEs3Lrnrw4RnQt8Gsi9ZJRW1y22uFEMh
pS3BtJy14qR1yJuaNZzE22vwemNTVgC9hTzBmjijlce0vgvCLcfPjHMnJXbolWkkqW6rO9mWq8za
4iOFA5FHMWJW3bqcU6tkkd1KHNFJGEkvstSQXUdOhz3JpHzMZG08tEGhv9CR99kIVVbnSTIFPhnh
0ivzHGgnMB9boFZgUqADdCCn64prTFLQXLr9StcmOetpQ3kE3XdVb6m0Js5gUhLrBWF2F0IAibzc
dyR9Z6dSjhvc6NsfKr8pX8QTkq0by+b6/KT1QriCqt+Mx1nGz0EcmLHOFzxX2th4Yxolj1Zghe5U
9PFRV5Nw486z1k4xuqpUtxFHmZV5Lr8pkKcxqorZo7rT4vtIFX0BB7jMBUSLGvl3bBmzmo8Ls8Kb
ChtyakrH8slKnMbeW3Y7FHdQNMb6DeJuMEYmzYY9G/ZR/6rTJmF/7KJeEntqZnF2P1lqwanYgrLZ
kd8Z0qk2k8E/4jwcJW7jj4qzC3Xs7w5D5TTaPuvAuCLl6ueNS6mi1SAVdNV9b3axwCvKN1H9UhX/
RZZ0UA0KezI/0o22A1cOq3ymyxT6vV+2oeyBi+1KSP2ieJNaEaqi/SBpxR79pSza1xP8CNdKa2pm
AfcijhZ62s0gJA2dsY7Gn8SkowLSDSB6LLfaURvQbTK7rwaoW3XXG4NFh7PuUjZ5ZI+WlzcTVrKq
IWp4bo2U97tJbgSsjKFLTLecjE7dpY1v2ge1jULFTUs5G9i/oV6epRg3+EOLGH51Io7T3md5Kbf3
GXSPclcNnfwg0+GP3NY3u3A3iV7R3tzeAiuLkLQA9c65DMCamNfMs8RgKPFIUUvu1ARLMzej1+KN
Va+/innu72Zgde9uj7eyBjFBMOYSp6Mix7AAR2VKMQmpiuJzWrSq5OnOywxFy9T15UD73uVy8ybr
7HLjJl07UmZp0lnQjU71cuG3CFhwPYMpGONA21G7wnqRGPhY9UJsRAqrQ83eLBya6DotN7WgI19F
ZgqmwJmyA6d07SEq479oMEi//SZXvhziMSQhCDPMN8N8Kz37cgYM/SmLOpq3KFloblub8RsyLfMo
Blt8NSp5C8U//8HLLAS1EcrBFDIp5VxFlsKaOoBRFUznzMoNV/KDCttKifNi41hemxnccwrhM4nz
ShRLNluTXgnm4ZMc115Pz3nXKpVwKTt2ZDDjllra2jej/waXhSI3scXiXBx8HbF0G6sgTZ7KI55R
1a5IuuZNSwN3f/ujrQ6F4hepI74YlIYuP1rAbdrJeRifTbntXgRooJ+VUmv242jq/2AlkgWQ5GiQ
YZWlY0Q+AqVM44G3mOf6XmoS3a2CsN6HOpSF35/VXOmi/2rOJYbFrIRpDlpYohY9ZgNag1I/xCe0
0nyfJBM199uDrZwgcG6R2KMG9Et16/IVRroyoqoxO/tpduJpk2O3LrDl1kWGojwKVLJfUcfYAn9c
p6z0DGEiaYBnyVqX51aZFsiqysRD2aBHX2lLVftEVyrbrY0B/3C6Fz79GBOqFTRXx3wfSK2zGfxe
k3LBZPHrqCTTtUCf8nLqllxz73B/nmGZWZSk8kp6JTk9UqtlWKUvEZuxszcBhOUacX/Q+R42PuX7
TJYz4osIUZqNT7GyUUHFzyZRc4GXJvbl8wxKpnZmVKASPhSo/aEw6dZxobpGWCd7U/hbfIyVBtls
CwGtnEVG7UVevACHmwkcHiFTqMaqK0ZnOFXtZLtxGVq7xKiSk2kV5UEPpmCfTFNMsbn1z5ONIert
RbhyFuJcT/ETsP5MhFs8iNIZcpTZXJtxmrYnyzeiRyfT/cPtUVbnSxmZ5hFtc9QUFxurpt2J8jMG
KbE94y3szDlgXK3j8I4MTNPZ+Z3llPD3yYO82kA/JWgA8ugU2I+3n2Tl3AKARVmNDgiPspwven1F
YaHVcB7GIdghZ8hhYiSTh4v4VrVrddJAVni9dEHmnu/lqsqayI8yaHZn3a+0zpWLxjZguqr1d2LE
8jUMyvh9EbXGyQjHlz3K+KR6uXrXhM2WzP/KUTO3CZk2ZzXA9eX6Vk2Ck6lk1kYjwa0N0+4F3a32
wWyj9kgyXn+g6jBsndwrwyJgALeM6whO57I8FghBhY6K6p2SDxgSFpMdKp6Giumhhq6UezDZkQ9q
Shv5xtufeWVk+HN0C+faGH9rgdIoraAxO5E4d7ohrINa5vmd01vDUdKh6MZo/WAuk2/pcq3sJSCz
s+3KzAy5qgZq6I1YYc6gET4OBzAy6d7sqHHcntrKCsbti5YM1Qlqj0uWFQB1mz4hytEx0NWdVMXB
rta1QwOF+vfPBlz6KENzFlEcW4YTwTSFQBU5EEtQF+6g1eqDCGJ1Y5QVRA2SwMxmBiMy0DJDx4LV
EJiqoPGKWVnv9aKS3sSK3RAx9UEkuVNbmvq9DHJ+ZkSVFcKzYVMELysKO/HvhzV8Ok4oB7EIFu1i
3aAt61u+LIKzT7J4KFAteN8nluGG1rQlLbgy75l1DCqZC2AOBOak/lncS9SbgnkD5W3mmKvmjj+N
3HOK8rVRs6nyYsWpxL4sJ/9tNGtDeHncdK8dUWvfby+o9QchWuRCgl1y1de0qy7sWk7oMxoNPmZS
ReTheqtFLoUyHwZjoxyasBw9NVLHXRYNqqv6uvnj9lNcL2veBkodvxibqB3Nm+v526gKo8T4Wrpr
5RJ9Z54HoSjbRHTYyDZ20OqEWWicENzALDn1cqyyyPSwCwzpLpmNyjwtqGLNjQoNV9gU9MQJWQFV
HItQlmLX8jsjPGRGUJ/RQIbXeHvaK5cEYEfmS2EU4h+aqJfPwnBOIgwjoHfWhMC2i9J8G6Pz9ioL
yu5bLGkRDk6T/mZM6/GuLZC53mMOqmtuPoVodN1+muvg8PJhli9GkUmeJxgjai7nb0LDQtGrV0br
ZRWXvZeOio3gEBQyxw4eSnTBfv8oIBQC2MoORD8RcaPLl1E1pdZ2KN+dUfRGgUEnwv+FjP6KeQOh
X5qUzquxK/wDWn6zwJ3knHkXUr5xClwf5DPUnGgIWqE1e61dPkassxgDsw3OiWGJU2aYo+RNadS0
G+Nch538bdL4GbdIa2X57QthOaHUK7BJ9AEylxWDyzSK9jAZZugiiiY93v68a3ts9hOhtOzo3MqL
mkWIUtqkOwOnW1ZKu2Yoh2M9da2L1IizwbtYG2rm5QGeYXrk95evMLe7ILd7zpTYkCI3oKm3C+wJ
gb4ccY6N6H11LDCZIAVn/5ZfYozPjg4rNvIsz5PgLOKwgQwMKNJo5AFsmbHVblsdaqYH2GSkNFEW
p1SeACAYQhO921QOHxGT0d9nZt+9wuzL+XT7Y60twhkPbc14HZNy/OUbbHwJ93Uzhr2ld/1eL33p
YCVpthGZ22vDzOwYoKQEE9RELofRssAo/H7075yoHaKDFemyuB8hpQcPwlDaj1GdpIqXWRPd566s
xFMEcyc+oqiXJ15YOIXhcUGMERg+J36XjUMTH4KOWrFbiVH+PtRcnW7pD0WDOFAdJfi+iFQ/1kQW
066bRiqXTWgGPyM9rkuXuwgXmlCLhtgr6tTqdqKR4DhOlhGFnkqx5WcO0Z7UwDCGB+yJBt+lQpQO
ryu/YDnL6GEKr3fUnJwxri3rFNhypXtdGJo5V2qqHdDcyCqk7Vqz3nViGJw9OX/S4cUAluheVif7
fawkQ/YSG1+BUDWKmPtRj7FZbPDIOqVWnoEPscowPk2JqX0xU8wAXD9vA3+fDF02Ha20l5q9IgoU
O0u5TO2XhPvjKQjQ6nRn7ZdXmlSAiR57qf1Q22nm34VaXX8nvXXCvSSXyb1aiQqVpT5DOAc6pGj3
Agw5uk9+hDpkjaRB4TZyE7wlYUJ/IgzwnHUbFas3N8+VEfGopqZuFkl68UTtP4o3LoqVfQAaaG6a
yopBBXQRu/gR7WAV/Zu7WO/TF9zruPmmAZCPiWpzuLG/r7sb5MKzMQxXNbIbzvwwz/a3X9eFFuR1
dHbMINrTTxhc9MKnXTbJYo/CwC7PUrQErXBr4OssAuQMFYi5lmZAoFzcA61atFpt2eFZl5PkQ4zz
wsde6WN02FVb3OEqzF0sysDcmO/KLYwbm0GRZtZjh6pzOV9bC/22SnSqvGHRvLZ5KSdU51/3uj29
iB39G21N6VgPHYX4oq02Du6VninlPMrLEIOAFaALcjm6Y0yKnok2OiMjmjvoa3XlEV8m6lKtgIPY
1HpXnFGHVBsXQZLsCzij9qHVHJJJ5FoTd1Bq7RiFbX+6fR6uLDkqFXOjyeb+ugJQW1mQTVEtg5oq
cNHk6iR/jNthN9AU21jda98dV0MOXbIArpXFgouQX1OnuA5RIopMKKVT66VO9kPWgsKNW8fZ0zPe
6syvTY8jWFdgpMzwpsWFGcZjlvY2REWY++qBA0S58xElexlLypbg99pQyImSRJKdz5oJl184EcDP
CLBY1grtVoPez66rlQ5L7Hw83v5oKxEO+TCd5Fm+dLZ+uRzK7x0bcIrOJRaPvuYWqRO87NuiE7Td
Y3GMoIbJG7tnZUjakXM/cvalpGB8OWSASwuOe3aAy1gZ7vEYMN7RfwoOTogoWmIM0saGWVksc5OX
5gWErOvSVhFrPRUMJLIjR+WKboe3eZ0WX8Blm97EMeka/Tj+g5MJcDJvdiZLQTNdnEwpcHDLHBxy
x6hqvbpTzdfSmJM8D03qobssvKEsf9u8ka+omNSq0bBCKd5cDGoiYWh3JjHdYBQIJQaUJC3PZ0NY
/+ATztEIMSo5KTC4y0+oBE2B0tsk3WmYUrs0NEJPiwt7N+vIHYsolfa3V+lKDERRHErPjCSmDrwY
z0/8LLbEIN3VSV1+sey89ezE2Foo81+5bDvNTGQq73TTqIott50UdVNsJbZ0lza5euzHNveKKbe9
pqiN3992dAjh55gsSlL6xQ4fh9FpU4ehdDUo7nsJwkemOZ/iuLL3eHtuqTqtbblnwy0JpTEYZpP+
MLl76ERuGBrKcdRysTPCVN2DTtsq16+9ScBoXI4GxX9rqTMmtLAZLX9w7kZ96l2E6YozuqW613aS
2MDqrg01s48hO886+Mvi1FhC41AQvrxrxmSeS1Ge9HLgLbawyW+vwl+NrMUCYYXMADT6u9d1mKZm
byVWiCdcruYnE6nxFlBB3N/ZNO/vB9knruuT2kn22FjH32u9rXu3p/QMUKkd2ZG6NtrTSeQaat4p
ybP5Vo6cSbxDt1cXex0fGdlDmt6vdlkxycYDpmnq0c4T42Osi6L3DLA5L8I0N99axWR8RA2V2N00
p1R7RVHO8g9c88X3MtUyRDU7W9z75ELBV5vAc3ThfeDsFQ0Ay7xBVcJoZ4Fhl91e8m3HLXUg8i4y
/8L+2kydkPewWIMvEWYlo5savazf2XUu954fyd2nRI379ogQjvGBehyXFBkKKvlaiHidLilB4nZW
M4I9GK34Z0bpnM7R7Y+xEnNShuD/5vyVi2ReF89izsk0YzMqUXQO1cR8kfaJvxsVlNbnBhHJB0mz
BEjkRwrFd2Pvrqw4iq4whyDYIzWzPCYahQBKxokXPwyjOPT8G7s0bKj3jMbw5vYk1wphM4yAEBcl
Tcab77ZnsxSlJMCZadKdhHnfaSS3hSImJSPxNStQSkfJ5fLqvTo09dd6rj2hfVM93n6I6/li5gI+
nfaETlNmWfjLcEJsjRxIYiZKxzOB8Xp+bU3vNJFMG1f19Tk/i/fMTT7ElSFLLY7FLNNzKzBpVfc0
hk5Et9IpTar25+0JrY1iI85kM8RKlcWYwPCUOeE7po7Ky2Ls9TtUbNUtzJdyfeoit4QyD+ATcwbI
LgIdMVRoEYGzAq1nt48KEJenpBsm00NGLu08INaU0FHGEK/JZsV73AWm4xhBi40mxXyCvBp9i/va
Aawsh+9GbAROPcv5/e2X8Qu9cXmoUWal5YQKH8HtVX2Tck2q2nkfnhGwbs4FtZrRldsw+9lJdnAi
rUBoUIUa+HLMg468N5veZVPS78tYsnZGZ8mHzmrN111oTne3H21l4dGtQZqDdg09DmOxGsJ2igZ8
YRBSt5vuiMNgfTJ87G1yU0l3vz8UrAEgvyr5MkJll/vMlmzaYCmyKkJq5Z2ctngu5JW/T7VkU0Zu
ZfkBR4eJwTUClnPZ4M8JC0DEEY8GkL6fOkqomVtQZkyOvtb2Tyb6i6XXkrwGbmX47WvgL13ngvYR
TyZlDfFSBEhfDHrT6UDCqPbshslRv5ZAvHBftiHLuMiwTsMhDGRBaU8qqsStOq15h3tj9NGusz50
Ndq8p1Ed4nQXB74yl16K4YtjAMbdyUbbPpQzFnunmROi6o2koIqaZQM6ZUpglAbkKVl7EvRgKP+m
hVG7HXfIz6EvQtsVCOubNCTGuPJUvEN8qtFF9LYKJ2cLv7OyQmZIJRk21WhaQvPPnx2PEh2vpAnR
VcnsqPPUYcr3KrDtx0ErtqA782JbbJO5CY8rAh0HrEEWi7F1UkPzHdK/KY+/KK0WHifJEJ6dafVO
tRv5wYENscONXnajXIwb6/M6h4EPSMGBdh9iPDQwLyeqgDiw25TCcK0l8i6rHbGDhlx5geNgLAwv
BFhjtSXNszZljQh/dm9F+HC5KYLeyhIJefDzIMf2vqb/cifMZsbStb3/Jvf9EVCKn/nHsCyoK1Rt
DUT41778H9+G/xn8KB7+84Kbf/8X//ytKMc6CkKx+Md/30ff6qIpfor/mn/t//1rl7/079fdj1q0
9Y8/7p/K5o9Dm39/ElGRL3/n4k8w0t9PsnsSTxf/sM9FJMbH9kc9vvnRtKn4NRzPPP+b/78//OPH
r7/ybix//PXntwKl1vmvITKd//n3j+6+//UnDuLPDqv57//9w1dPGb/nPU1PVRs14n//r+Lq1348
NeKvP23rXzRlOE2Q8ZqB1DOWvf8x/0Q3/4V1FyQNEBUgWWib/vlHXtQi/OtPw/iXTvWMX9LBv833
4J9/NEU7/0iX/2UARQCOz4qjsazrf/7f6V98sv/+hH/kbfZQsLCbv/68XLvELZQh6TRQu6Z9SYA+
//zZJs1DHbC66KZDERCmzGXc5IcCkBAskS6pL4SRGa/0qI+2DtrLw+HvceeHZ+XCUlkCJCN8jPze
l6dDg0sArA1AM7U+lSe1T82NvtjlTf+foRyilllbRscxenHTZ1NICUrI46Ere+ucau0HR0zioE5T
5+aqtJHyXIa+f49GzwZAN4UFhr18oX1F/h+LASNeixJjYinBrpNTc1dhEXUo+773ArxivMws3j5b
eH9/2edfcmWaaD6AyZytuSlsLE6hCFBwERcSX9LGWSGEfPETo2Ds1ONJ2TdpU2xUFNfGo0oEipy+
EWH+4syt09EM/aSdDlmYYnaPmGJs7QI6Yo9mbXcglLKUu/P2HC9v5/nlAi9DKIhUkrdL5fzy5TbU
NWK7N+pDl4gY46UcT4BCsY+/NwqdS0AFFk1FNi7yf4sFI9X6YOq11R8MO8UbAMXPUxVTj7o9ynIH
MApkPgzO4M1SbPtVSX6280C9S3lu9sOh82nmeAjcRx/jsgTm3es4L/3+YOQICCoAGJoNNS9fnAiB
l/pmMBxAlEdHMxzeo+RvHbRI/Xx7oOUXmmc1u4XMIBv6SVdCHbjD5ZGVDQeqJq+T0qiPVQg87x8M
Qo+Kc8tgk+mLrhsrmkpUI4YD1hffND0ZXgSTb28cG2vfZxYbIyiYmfFLEBRthNQMbGZCfbY7ltP0
JlKd4mUaRObh9nTmVfvf0QvrjA3LiQGwjvKgzpF4+XFMdextyUjpBO1zd6ugu/jjsMbmm0UGQ40O
HN9+8cf7kC6hkmXJgU5io5Oayn79RjNjRTzinddEp9lTDfrC5MeG22HaXH6AROtvJcvzMM/mOD8G
XRG4UfyHHSUv95TUaPY0KMlByH2C53ThA5oNI6yfvAhNs/KEIYT2ZejK0Py9pf9rZI59dVZVIknW
FksfgLyW1lObHvzITknhcuNAtWf0ahbXu9sfcm2SfE5uebA1QGLnb/FsSwOLyZGHkZNDFUrWeylo
6m+cae1d5+vTcVKz9k1CpLghLLI26LylweQDh+aGuxzUj1U5wjcmPRSRkuf71hLiY+ck5V1uiqHe
DYHalmQYhfbjNyfL+YswHTJgZKYyQcRiXFUucowKs0PgBOKtZFoVBcw8/4zZTnWk+FY85Gqqf7w9
6OJ4oe0yB7wULqlEIMGxLHfoPX4buaNkhwo0zWMvbExotD4CH3p7nMXm/884RFmoT7DzCbUuJxdG
vtM3jZQdZBrT90bS6Q8lpdTHMBi3NGiW32+2Z6f3QX7Pu2SFzvfsxaJJzSEJWuUuFJ74Em2QOKl9
zqfh860HChd4GtcM34tW8DI90VpdiWav+iPKpIa1l8cpP3dhIkfI+klphiVvVwrXqXF12VlFrGJI
A/gEG0wxKDkApgA4TdpIhISUAaT3VjlGjjvEgfNJF4YugQ5AztWtrSYt3c5GyoBEqw44aorK+lzo
aYt4bTEGHkzZ4YcyaY2ya7Uu+lDSlrW8UsqzE3YvVuA1Sa2d26lujHtknST7MaDc6sEA0exjJpn9
R3hxRuRGpRq+AShqfkoaQ/rsYyr0SomF8c0aDeu7DLHiMZXiVttZjbA+R4mBDgWiJpXjJcFENlxP
pTN4IX6aIKiBFkc7UxTjSdAuNnZ+oMsoisDEJSeW/FcIBU7NDqI4wOsoT/LH2py0zOvyTnc8BAOD
O0M0hrHXFBE1O7AMyXCi9BkrrpQ41ru0g8O4H2zY9J5Bdm7tyREG/ZSzQVVkOqTxqxaO6qcw1VLH
HXNlLvNmSTR6eqBWZ0Cqyrj3FUEya7YtmHYpDygbWID9PwWR32Qwb+T0sbJMfJiIK7UXgVH1AUA8
Y/JPvjADza3sfhJeXWFrSr2hA6hOwgpfljinAMTRW807dPrZrhHakDtnDAfQCFg/aB5Sr/Fw8vkB
OGNHOMdUm6qM+CRL76xAClXyXCFhw53a5XfoqNNrI5pk9aCNtSbupKRM78tI8rWHpA76hzHNe2wx
8esSL9sI53lO/r6FUjzWeX7S7Vb5PkVm0SCxlaefh1HVvqhK1AvXDu0+8wLWoLUTHb5qXiCkGmac
HyiZh7tOmt0nRhZhiWF1feUGttYVBzMU2psuScC96tOQ/3S6uLRh9dl5jgBwIj77VlSod1YRlPFD
HcvDi9lxXDrSXCDWU40h+0zQp2jHQolQ38sKSWpOaaBXvTf2IR6uutnwhIPW1/uumTTpJAjL213b
YEdxCFok9DUxhca+SMy02tVFJcl7KTLUwYuzqv2mSb6CU0E1drk3aJ36ojTV0DqUSpsoXt628iOP
g9dsLTdt6fl+q0le31SK5Vnm5MhuXZXodAR9WRZgPc3+9ZQrCd5RkKa+UO4oKQwG1tDgWUVi+DLx
R1EeEeGJjb00SPJRVker2WWK0RQ05MssO2hpIPw7WHhC0BXCX/VRapEg2o2g4c68Cfy0ZhumF/5Q
O4XnF5CxPDs00veKj4q/J+WNnJ99ZWTJTS3IAMijsZD2YBWR7sEGEMKkX0W0JEPsZnBxb51acak4
VE4A8zTwySH+D0dn1hQ3kkXhX6QIbanlVUtVAcViwAb8onDboCWVklJ76tfPx8Q8TMx0txuqpMxz
zz0LmwSV+1OINNP4QzmkaFTK/7C7bCJTmr3tqRa766a69QiJx2U0d6+x3y9Rtg5yjnL/WAsYwjly
tqwaR/YnVRtu71uHXDgVhIm/OfoYxc9NDOGvui5ZbEtPmn9WPAs3wSM++zfTYY4pGVhVkPTt1dPt
rkMh0oat6keh9mK+Ke12LNFjBeMbftNWZisldf/qQnReZkQbWImsZbBwchnLSkO9+GSpLtTpnqL2
ON5IGbOunbZHk4vOpe5qiDukEYD+0j8RKttD2wW6PY/GWFUu1t6IhD/UZwk/VMvXtu6Wkzp1LR8K
+LThhO/9+Byw3IvEdxfxa3CUwwq273gEhskjGSGkpPjPGlf98xrWZFw4bQHb1/aydu8kK4wu6VVY
Gwp3A3Zi89Dv+3kg8FnclNig13yXtWJWPg7OqMApRuI+h3Cg3ao1+qKi3Slyi2ka+ybxT20q3aC7
mbf/P2qT0qfeP+b+ppQLFli3wWaXkuTWLSxmVOHSlOcXT4E/tX9XuVf3swn52zRdOuTlH7KdvmVY
s8ctNYvPxQ6s8FoK0pNT2Cq0JJZmHcS6DiY057uo+P9Nx8Y7GlcvSNttCeq8rNddJA73QHBxdCzF
2YB/7URRO9onHUc8MnnDeaQQ0icb4REZSZ9F4oa7KJIOnfn7MIoxb+FwKwKqZlqFRdzdW+tc/6d8
7x+zwpbWSN8f1UbjcVdvw9k7WlkldFr4eVDqZ6/n+Ml6dI8Lq7Bo+Pg/yQI/W1ArFTLU8snKiWY2
oAI/k9n1XWtqxEOxmpYj2dV6W3iNc12AYxwMfb6I+E9nuY+TUHHeKfWvszpkeH1PiqY1/xPLdLxs
rvxCQX+qbPfi1dELRXj9SRr73YwUXtvyfVYNC1n3mfDAPrX1NCWGrIl7Lzw0TXnipx+11Lq5hh5i
S19JyzJ3qF2tS1/zahluuTQUVpeM20xtj03jtAzPBBDRObiq8Tqu4fjLm+cqIznxSYR7mUdNTQMC
HYvpsNZLagQBEWOomsQqu+m2IaQuWbryZA2HuXFGVT1WKlyvmxmOKZ8qDr50akZiHmHBo6yLev1J
/vLwL5jUsucNZZyvo73qWxXCfk6K6Y4uwtacp8Cx8GzH4u909C7NCzbPGj5I7b4cdTE/+8oDx9ax
ea2dsUC6P0B4Nfwi52Xd7LMTd80jxSXHL6zqv2NZhFcaLtfHnTeoTOFX6vdygJFNnC5qHzU6JPLN
xk3RdT3P/j8dwM5TDrkU9usYT5Xf8IEE8c9tNX8K4d0URjwHuL8Tuc4/Ia4p0a7clzmy+1ROu/vc
DQhvkrow+iZYvfA5rDfva1mnICu90uT2VAE/ajs7EDMmnaz7JYUmr518HO3xvwIo26STi9keXcZu
z+hqRjsX0uuKtOO/rMwrNve3N3n2tXetxk9wd9L5FE68Df02PeH0cLPQzPrBAvz81xTWsf2alSFz
u1bFWObF0re0PtrafB7utN+a/fikRXMh3s1izQ0DkK29Em8rKVf/2tqIT0xrkOS9BFgsVf9rx2jw
Y4+gQ75fER63xg6227WkAifRo+d+DPa64EHy7S9KO3/vcef9cA+vezGzuQCP2hzrh/VlSbVc+7jQ
qZHOexXp8Y3ksjWFWL11qFbcyNQqF46p8hgfNtndNDqO0tBM+oeeSTZJosXvQCixuhD79LXuvZ1o
U6iEkCIXsWJ45FPYTNmwWAedyJtrXmXsD5nsvDL3fG8713puUtupzGfD4uwpGg4rcWzt8i92uueg
3i6xfTxGFpbcRNLEdKtFP0YZharBJ0sZTFVEm3VjMpAk8mcrWjaR3kg/JqjUTkglnk9kEMT5ttlt
VrveaStEyKlfu3mzqTY3xSjqDN2BvGEv41XpLvaBCDPFK+sM+0kv5E6vSxBncinEmA6T7f7n+9S5
xtX+q1gC+TL00wqEGmJzq+2NGjMs+fm+Fd0HTdPO64xm7Bo1BrAq9+CpWTrvtQuL+tlu3JWcPbri
K6L0nFV+o9vH+pgaajNmHioVbfLqc6cl4Tgst8PkVufR87csOJYl2Y3HkYJzpD+bxhEX2vbupLWo
PFpXk/I7V6f9aP2kbqcJvDLLNJ5ClTpjZ8hFUEt3a5fT9AgIHFOhcDsUgwj44lRgocnwLJyvdEA+
NeSj/vKHafcSlodapwUm/XMx6P0D3WKURGY1Q65aLvTTcbjlI2zuEacrmpDwu299ZLvWG06NOTpu
N76lUxU7FOUBAvEEeCY8zSsoMBk7ZB7JdrhVm4rAKo48ZLHHHLKV7o+G0sT50uBd/EsQwlrfKVVE
3o0XcJ3eFz0nZpmset3IuI6CI2v2pQexOJ2XQ//qibihHvwRSa68urecV7+yurOKALYoq6uyTKVf
H1uKVYnsATocfP48JVwzcLDR0MnvsDRBMz8S3dKPuVFBZ9/QsrDcUK0reRSisXoN6PJcfmjbHx6j
yfocBltkxmgn96bYTqdFWCfP6xU/Rjn/jME4n7qPF3WmbCZ8/t4j5X092ahum48FbVA27vKxtliK
IUdzuKSBZWlYRmOY0izLsDlG6M85h5ola5qqJCB1AXAlpoz3j0Mu/pzZk9ed983I084li04PlxXz
5sA9rplfu9qysrX7PmgDCI+qdMKbrnLuu6N5K63SR+NUpLrzmjwA/BBEN4T3oa3L62p1y0tgVVF3
9g+0qqpV1aUsPA+Seex0UgdDTSpmXU9PQ2uGa734MuflcZ9GNUZBHgyB9k+jTVJvEQf8dX8KHsTu
4C4U42WlxSo5mtI+0qUuyycmKlJJ+nFKoGf0xSKYErn51jaPjbLexmHqz15onL/aUeaXoHuKqQQx
CYN3TZqiGsydx/kU4u6JhhOfwC92DTap8iUm2qRjw9GfjlgqH2UT7vGkbP2YAXIQ3Q3QMDx7o8aa
3ou+PAdNdR2b6K97lPENo8u93xnlJogfEAjRC7xewtp6+y74/Vk71voQFZH9VFFgnk+99JL22P8L
dq0eB0eoR6Rd+z+erF8wbSNnplP1STiE1XXd4uBWae8c2XT0sh25CbfaqlPTl3y2S7nZ2FtLk9Zd
/1GV2/e9ae9nh5YMdhiOc/ygz4H53fUO+64po/jilUuQ+hyKlHIp9w3wUL/O7dJZyRjApieVNZdU
Q4xFu53jaS9fIxXEy/eLXT60ZSF5YkH2v7kZK/6l85BFnKUgKQXACEmMaZ3ycbfpa4/GQL9vg7ar
tNnn7qfV9jYfq0tfDbvE4qUs/PU6RUGRsp5VYZAPTr1fK09QK79K66fTGXtPiHCJ6nRVasy2xX73
+d8vbR+Me7q16x8zOT9hmPxTKYsjoRCrSYQn1qzuRna2ROoMpyhsr/VaaCD6SllfR6S/TmwG7oTt
jv1qzXr7JP6jvpRqeJvEsllpZBVY7+yBiIxEhh7/EJjjc4hHDnbMGma6HxXupZ/kCLT/KjEUJ3jg
7qMMR/9tLmOPiFRaLXM9VtF/4W6KvBuDkT/mmG1nToDCBo+KjYcCM4f9WHicyVSK9J/YbepkcErr
PgitSN1i37V+6PZ7dljdxXygTCd7pwREPNAwVqxneLWO5fhmxM+6sshg5bYYf9tR6WeNMu2nO2l5
r4vI/NrEar94zhAmC4TRlveC0OskQM1aZpFLDaxtOW3Ai9ZFj6NpuoqeNu+uqLylOJHkORL207ko
KZdo4S+R+ZwNHcU2aXxUIeCTj8NNimk2I+3b6PFyVfHtp8iro7vGm9395IuD2B+5rkSemCWYfy1R
CdTfMRzeTlMYvPmVDPHeLDpYObGjZcynhXCyROBb6bDqhPo+3McZZ7NY2i2LKcC+d+kqtJLBpdIz
HWmq/rN4IMq0Hsb+if19sLMVQl8HeHKcBsMGJRkZTUb233riUM9iEtfrxNmgUZK2XtRrQzYXIHSw
3YWiHHs7smAzVplzepROTv/L9EwmRzviOZqpRgqH1VUpQizny4psdILHNDvfOWqhxqOzF1WZRLK1
aQmn2WoC34G/Mq39/gylIAeugiawqacNh6+CPfGWFatqaQeFb6IBJoquDXkmS9oQML1k0WrWp9g7
pJMVPPZP1ho3eyJilKAJhduMEmC5fb5isNvHS8cG+kjhepkK3YbhpCpW/3VtJSPKXujDQ7XdcO4Z
fzneIWwo/562ab62fONd1hdiX/F7VYLPdRXlIwIbc1CkZ/MFK2uvQO4juuum2Q7K/Y6lc6CXCJRI
It8US+pPhseEV4sYqJFGvO5mU4sz5UcDDQN6dMS1x1wUw0OFy4+Sq8qCiNkZ8HyOWvrUw7CVYNA2
tO50i8oyD8d5GJKx6sfXtp2CPQl2C6Yq3Nv4v5VQH4f0NvIOEqi/FUbba2uRxX0wPNqNzaXZDw0n
EjqbXiW6hq1Aih/5FRBrVb9rb9EcoJin1nRfF/HlDaV417FftqQDxI2VOy1SsCSwetrMEfiZ++/4
difxJ08/Ug19qFQ6C0pUvwq++oqEnKRYp/JDuHP0NXmI4hJbdfvJsxRmsIbcdnM2scRvO5op8Gmn
YCGYmNrVQ94HG5xtaUO+pVMh4/oUL6H3bmpJFssQWLa4BLrD5FQbK2gyMjPhHaS9mKuYtTN/k2Cw
G8VArGQOs7U+lsbsZMlE5ChndWxZUaYRpMBXC7VH2Qgq4rXvLM2oNuH5poBdlwLGr/V/VDKovZvA
CdojKdeqO4uisZv02PWwJE5vyfApFI03phbkVps3c89OKtY1bwJUXGAnrReY32FYi5/8zvELOV8S
iOV6ZZDudTyOBJeu/FoRPyMXZzhI/05vSu43LY3R77aumOpnxtj3dQZl5MSXuUHm7kvwEjUuUaC6
RFqBFtiZzWPZNavGKOMuv2p7tFQWxHPn/2cQKHsPEfEu5h7U6+mkUfXwuTuLU6fDsTpusuH58a/z
AEWeuswT0Z4QtWb7mZ4qezoXvXbvjLN6/Ct6x71RzbH73hco1Zqi1K4bMRHgUeyho59KGZRtfRdP
zqy4M9GAbn1urxMFfMkqWCPOl1ryseLNEGFvlZee5qCOA4pgHJNusq/6p4jLGFk5tDvT9CAZ2V27
023WstQJchMf0kaSHaH66DywfYZYDcv6MNreevL7Sak32+vGOelpG9PnUuo1TEnRbouMleFE9Te8
Hkru1o7WTKI/BXFzWPObz/jBCJ5p6/B2Whl/Kajvym8q/Aib78Q44Gte6Lbc33FiOsfNt26ygXlk
1MyqPYShdq2tqYgTx9WrEE8NY5z5/hqcK2/z+reZqlTwR81ozePfkDVSedSYfIxiq44723eWNteD
M/R/uEcW786lyejf6mCPh1WpmdPMZrF0gRJGwOBNJeP9PoBqzzKYoi7HKuqVb3AHY/FA6b0C7PYk
2+SdZ2srE8w9VrJL9vjQBGupPyUNjNY5HKNOkCyOQeGjaYnuvUhNoRnMit9VpA9YaEcDMiPfmgZ6
JLX80B+AT0tRZ5bVzOrOMubwbldV+LS6hd/T1uNRKd7nqCwiDIKl8F89MbTfH3a7f5Jkaz8PPknV
yVqbxboWbbG/uWac/bttXez6XDh7F1/9BuKGQ60Kb2mX2cO8XtdwJQw0DoKnRfblM7xvzXFc7VhU
T/ZQIPEVZVTGPFPL1uUl7lg3WclY3d6LzrJLyktWf3ny4RTkOQgLwow9y8chNHSB+eOJKaoTHiU7
gDJDIZDTohp+IYR3YJzhNmL7BJDwmTQXMpGylefEvl3GQoc/dBBKzfUvgdibE7ANt+dmhhT1usjK
4bPrLm2LcleXgVdyPhW7GrrLFur9C9hd+9wxxRL/qLfd23/XXTkUeTk4WKjRdXQ9gQM7ngtC0Rnn
U1uFXvvPpR/QAHSMF+dwmRZhh6paTWKtbMJS9ucVoc3ApyxyzGEYJLZxxNerh+oTfRHZEpRzTy9U
SBg/8RGevxy+7MOEFjvr5SjJuj73XbDu6SzKcDrjMwznVIf73GROb9MYcgjd1DfBNsuMjrtY300O
nezJZB/ek/IH/6UlQUWmDkmm/2JcFc4dAcljnaAatZ4Gb924f5UKXnyG4T8CKyv9ztVRfnl2t1qJ
kOVgPRdIbJ+tTjr8Y/MUxx/G84r9CTp1ezGxq4PbIQr0cUdNzlBeVsMMeV2IQ5Sndrb7+Ix0fyFE
yrS0ndA93kTiUcu6fdmRahOp4RmbtmJ3rH4Rp1BjhRCzYEIvln9wZEzgx1gd0XnHBhCeCk7L7qGo
lpJRnidtTUV7+OpUdYfw04mn+/GYivEBHKYYlSe8FGc9dJE817YJtittrdzwaIXER+3V1sDkyiib
O4Vm+owYZXkndVP8Bbosd4qWuiE5orY0t9FIEvdpL/3qpdQxN3Pc2eBHayZ8Vmrsxdl0gE7zTpfy
p56aujrv7jECUhbbgvXtqhY2x1F7TjmR/28o98nQ9m7j8hZIwOo+84PC6u44U6X7wFTMVsSGqp15
0R3vJOZdfdllbFdZNMei5bE8Ou80uvaKH5vdr3MjDdFVJ7EMakgDR7JSIuCVvvMLVbn8qHhqwkNc
va4B9DczVT+P0rJXiCVaair87iSJvnT4GrZ8LI6Z/QdGxSXt4208Uu125bvqsMiw02RJncQ8qutd
3ynG7BAGwk+kK2TLWL5gvKsn0fym/GVwvpNe499KLWAXW84thtWRfQnwrKL2i5eObr+H0gkMGDj2
KvtuljMcm/CP4FNgzRnSnv/dZIU9LvO9nJc9TLyDnufcrkJ1Oxt2pplne/t/vjqaOxZ5kh3aJO07
1fgDr/y26w+8KSED9ApvDSzcqp+Ozcv5EFfsrdkPSHPmK2F7U/DQBrkDcxhmsTUdl3puA1b5pDKb
tNJHbOWLUmF5HflFQNeeT3ksYHjUkDLVUN3qXXjqfPRF1ySNcYL5vK9l5SbwyrD+mz0wQU/ciVuy
WH35m25TNsDsPqDZYXvgUVhxWnayLu3xs69abd/GjR9t5GYxgN4cUQg6LPt5GHNCW5Yon6KKLKvv
/TeizwZ61A962L7dDlfaaCbVHnk127g/hb9NDo3g9be3Yes+7clFzVgh5zyASVWzJvEw7BQh6aa/
bKIEIY+D2a8F83MJwFv4xtYoMv1F1LsPlSoA2aee3e3Em6oB4DR8UOjRtnFspRxy9ntBEMHBAdId
5S21t/N/Ji53ietOYLBC8vWNv2BhVF4PdObe11yOwwkFK5WdI3fvsxtsXUT9B8gts4zugnNEB1+c
1DGHObf/4G1P7TrwRNqU9Tof7Grd13HhOvJoa44vwSFIE5zKCpckjkPRZ3Mj1fw8gnDYmxXK+jxM
0PkXyY9003ba/QUokSJrudZpg29E8dPvXSMzPuvvgRQzhpcYp/aJZ6Pn2uSRdE1xWfbVN1lbk513
A0vfQxZGTl1NlNSK8C1k+26SZoJEyhF1rHsy2+1MrUnrVPKlxnjOij/o3K3O6kAc4+nYAtH+2eag
mH8Q6FBfi5pJ5LqQRl+mBxWyzHOWW+93EEjidyd3Z86+wWRxowefFYIGQ64n1+9F8CKaMX5cXEFs
Ruv603MkG7NA5rSDgAbDzpeybxw8NtfB9iod22znyp6FuB0t0vwvlAP68WXRpE8lwBu8u6CnYz0t
DNDmJnSObXiUJL/yQ5dM8g9rS+pFFsvNAuYVttekdbGoISd12oFyNSLq06PswmvTYmw6h0sx6d+D
lsS7pqqDkcgbH0LnHUnA9HuvsLukfI4s7JuwD3R+LDq8l0Xj/y112bwefHs71RqGHPWrCHhnc2cK
wwfTftcvxYHpYXSjpUEsIwq1nGuSOrybXjLhs9kXMEC5ZzYCkwHY4X86ogyQfWlbhsm+K7cDpjX9
n9LyUdt2KH5i8pyHhbwPblJ967YWtPihkUXeHmXl278Lp5qcq1WJRRgYu8ILU38wevoVHi4k8RWB
8b4T5Feo8ldYKZAIJsByn2nFidbJT7dQMX85bq22u+owKk7WvVVECYeBnm6GvXfX210y5uXhclTb
JeBOWxVCG9/9LDBvDNlWeXJIxNo6zc00Q8elJOA1f712Y0E6jKVAqrwHY3C3Adb+SbG1FPFq6nmT
Vo8i/IEN6BAv4bRtbWKCsa4ojQjk54pEwmMdwRx2K7//bfNoef9YcMLBjJve9AWVyjKcIbPGJQ2A
6EFaC7HdjvvoLs8b1pQPVn9VmxP+RE/8tK4aCt+u/K9JSst64JVqf05Y039WIth+h3Mtngj8kMDa
dRn+Q8xEx8/mhSOubjKwfqweeCALfL2xHyDMr8rCAXoiKQpWZ0ntOvtXMDZFeeY7DqebphTulnc7
e/H7hnmdv7Gn3CNls+H/BobBN/Tk5qgrVCfACbmNrhNeZvXuGnKNE4upD+n1GHnsoup6r1hFjHqx
U9nS/5A7fODB1YRWE50wkDnjPfLIamSoxTSTUKICN+rt9eqeEERPZarJQuf80/LQJ/R8zXK2euG3
+QDr/653z0WihFsUx8vmlU0aWK7XgalDjmHyoMrwYpelZJ4VtKsmdaV38parNnCyUnatcwE0F+8Q
DdN3SovlHHmAoPAfHQsW+9It6BmNx8LOPUko4ylA1vVnUo42TxSfAJwti/ZzNy02oc2ljRf3uMP2
I2eywmfghBWMPUtSs6ryalyX/s7WDzf37iBNEsZ+G/q7EopdZba/+s+xZbO0VX7c3fHtNzEVByX3
tiy2+V8tp25Me7x6kEC6O4a0pbZNIR3tayvtaujBtF5B4cRNacVPDZqDwjr4nu4a3wH3dm5dIMVf
+KdvqmNtxNnqWGamrUvYTDDb2P9oR3cj/nhyezKn2dYm8Tepw9QaI/b5xN7p60aNlM7sqK3+RpiD
FXB6kW/hZED5IxnfM0tqtpppMzbufVlp62/Jh/YTbYQ4Ejq92i+H1K3pNOsIom7bBV/ZJIx5qDBV
uo9IcOGh+bHqcz3LUCYoAqY6cYUVPO0rCDDrun77vUBHuGkEcnqe6SwVSR9GuoRY99whFaxbW3xk
xn8iSip4mNld/uIxRhezNVvPIFjuGgsbq1kIBDV6r74/9g5rYh5JjvZ5Y8QO+u7Ji+cd4qqNviFN
i2gw0QEW44Lpv0+smGDS733p9EgG3ryjD5M8YO7c6lMd+OYvdinxI/Sk96FFy7qmsQrATwzH+iiP
ffDzsuz+wGiGN3JbdvO2VpH4swV++RnCgXaJ6Gf/Wiw2tr+hbd1new/b6rHDWQx1uPByZQ2E21/L
Jyg0G6OjZuQsVfBXKNPTih57s5NIBzXUxW+K4Iuk1kCllqemU4tCChHUsfbAMONSabjXEPUTR0PM
AGk5xS3hnlL/DiZvhEwv6GFmKyrNljT9xOZcUbi1JQ4xTSyPD8sOH3dZcI2XEz9jUogiVghM0BBc
WZyER+bIyVqzQXYj76q/agmOH8Q9SQm+jUIlBN6hKgZkjMdcf7m8wmvCCehNGSqZeTih6yKRYOzd
gO94wvWbqNJfo8xvjX1pGL/XdFAwW/cCox+egq6OU7cJ3WvVNPF2MnHlPvXKsb9iR84xB6pp+KbI
irgnIuPgJDj240soKX9aiJjXpIHV/8d1tqCmsLAwJLO/bUc+E3BDCaYzN+Mr0RV+XyWTILN99NtG
X49vBvqrrhu7/qsjXctcKarb09nvd5m2Kq7/Yz2qFLvzpf8ujgcBE8O/Ir6q4t3cf3M0c6aWrbnX
iJ8aZKZ2X/90l6ACHUwViWRER5XuX9QF65LX8HPHG3+iCU6dvTPmFH0I68liZG3TY+uQ5fR9pNCr
LLM6dfVBhKzVtjN9TbOajH/h94ALXMUQ9TcqDomzUlMBpU9iIaNG4taj9lyMfPwnoTqtITF+rHgh
4PfYv7G1qWiss+HukSkUwdsQFEp8xDQFH9fpO3kYrUUo8rBB54NJtNv2tFNDXN+4AvXVy+R2891U
rKHMZNT5UMbDgqLKXqymvLD2EzKjhNnIy8FzJh/ierdoV41ihKt+cMB3UJO2FokRpd0C+onDPGkP
HMqkRvNVlW4GfnqA8oVKK0iYAvD91m14HJc1Lu3x12oPvfsIwsGH1XCTqb/N4Yv+Vo2OGO+tdt+q
+p5Gip4NqCP7ffju4KB0IRPlWrLflO3g5hEze3RVuudnRqjXd1eLBBWoFDEZAjHXwpr7e2eZkQ0C
lSLMNENgW3ZGuI1dRokH8FuQwlYd5RuJFCvn3ok9XUPs2LyZWoAirK5HZIG5ffqL8bqZbwfvmKYh
mfZNfldE7d1fsMg6nkbKEj/0TgLZiapo9gg7D8irWpGKZDMrKBh7UlD+2AcNuU8Oypgw3xDrqLvY
qmpSH/ptg/0P/L38Yfpt3N7rmvLce3KFe+Kdg7Gt8247CpSme93b7tlIW7w3Zel9TTzFKtWeoL+z
7N32eym5zj0iD2SRVmJzH44cVpZunwdexSZ1UdVumIM9Ia5EIzVvPL77eC5Ysny2gaqLO2eaV7SZ
hqTI+6Zl4LspmmBEByEa0tV54XuVNiRhy4Qgj9j6o/Yy8rPDwxyTElFECQaXCJXqrLcG7o965Tl5
IPmGhPJyLeY3hGwI37xGsg4n1KouL4WrImhZi2+Xu6NRy39iUU2FdOkYArQUpMB9Ex3detux9Y7K
FGdbOF0OdxAWCHitu/AHqhQFLXH43t8C3rfJ7canwGVFlacSqAwyyIqqm1DB2kRnICFtUXUNWWOj
8Tr54Rq+V7WHRKFRiAFOWo67DxEdDOutaOPOULjZh/1phipRt6XDXuRS+Pw62aBky2VvyWbLnJ30
OQi6paFkpCTOZcpjYazlHM4YBu6QFQ52Wh0z1YgqMB0CIXdhdTmX4xafixh51Yfl7CAY5h8zXlyj
7OoOcXbnZpXB5c3mpP6OFq9ERIYZ8dBgI0LuOPArBvXHxZ4DL20hh2yEXvM43fuuQBfJV203d7u7
zZTSIZHlmMHnub3wNkjn1Xb37wUlBXaU3IyH9aNwhyG4Ohb1dY/reOjjj4y4zG60NS5OEnCjW7TE
RDihxB2ajZX3puqU170XwVjqu57pFAJHK0v+GNzC1ExyHhxQ7w6WepumA54e/Xs5/bEatoRPcij6
6dfYIxC9xm5jMC/Gwz60qdP7dfSvHg92RElTQYg74DEFTe1u/s6+b+u67se09c7ytpR0UnfYP3wL
Xc5RkEWfO76U00cArQjIY2kfeSmu2LbpkgOQw9O/4el+p82pCgCBQ19MGaUBw/LK829T8lnYbTyv
iYx3Vz34uBfa82r+R92ZJFmOZMt1RUiib6avb/x538YE4hHuARgAQ2eAGYBt/SVwYzyvKlPITJJC
/hGFIjXIkoyMcA/HM1y7qnq0whBk5eOcYRpi/ag3VID1PcU0rcxOcwWFaD+3bc+OAh0//moEKfe3
yKlsMDsh97CHhTgw9pUuLXPnbjHOaHCIqGX8aIbScS+tLagDTxcRdcvVLo5Lnhk2QwOuymIZ5nOT
hVlZnv0mgzdzp5NKLzHOeCvtNzWNtOW+9SUcWrZsfXODZBmItzDCRnMWTa7mO6MaHHu1TJrk+upz
b8DxQTNQSgHADmt0npAlKSbEpCi8tYjb6MAFGOFQMMXhBOkxK5JqwC24srkV/aqGFt+gpr6FZRu7
33My+lyCB82/OI82FywrOjAaZuCY3QBrAB08U5750z41TKvtU1IIVk/HYizqAHiJKVzZf8a2aPhE
lhWuxfkctw7RgCXQ/figbXt02SUFsoqGV1AynYdEJMuinX9JatJyb8fRFtrDyZ903sU7Mw2syXiB
BX628ZxF+NVOVy5NOHMqZlVttZyhEa7aNk0YY/MuwA+gqPbpOD1d9EDexlkfWrhwczmrTTMtOTpk
PuiMhgVjeyp8TNM0L/oVEmfsqSMGMSiXlefavCo0X1vy5IUiNYceYQVIckQPxiauatmvjFHxfmi8
4rUrR2RgYWf2g/EW+VuQihlXQWGCb15r2mck7eK3aKnTHwkm3XHVYit+LsY42U+2s/QHSav8D6fv
grfaCpL3XNW5JhAjVdHs+pzRYKWHYKq2JIkcUiyi6daw1NM/WcR/JuLv/53v+UcY/x//9/82m99+
109D//09EM7//yKRT8Ltv/wVef+fEvk3n436exKfX/7vJL5jR3+ElH1D3YxhwsLL+SuJT2r6DxsG
DG8in8ae+Mow+zOJ77p/BNfOPxLk1IqSOSOS9mcS3/H+SNDmiaFBkr+G++P/TBL/79E2i7ggBCFq
uf4RNWsbSyR+KIHtL3cYX5T9f0iXkiT9ewLsv//W/4g+lnlWm360KjZB9Gm17oiJccE5RqQH+Gbv
5e5jAzrj1lF2cnGKgry/qN2v2l0YBqRYBAsPtr0DmjeG6ZXXwi/aLD2tb1HU1LsWe9yysqfAh7WZ
Vt/cFed75VSsVdQc529DmsRb20v03TIM7X0sM/Pidcv0Q5qw/yg60bx2To7U1cXD90IWYGOIFWSI
/V77UFhD8hQPy/yobGne8VtOd7xjc+7zY/rRoTUeCc2yfps4lW3Ud1H+VtbSPYrQ8taNcrynIBi7
nwlL000jBqNwUNnOWiRoOqtQqXo4uJ2uT4tEi98XedAfqY1mB++zQ9suQZquK8bgciPLqHobbHxC
tiIRtJlL+jcmx7Bwwjzxs26TcZvwlt414yi6I8hJsVXhLO9cKGscYcH8RTdMuRnTSTBF8O7wk4b9
rkJ8OhCkDg+dpToiEInDFqf3L9ItinOy1EG2qSYv+yZHaj4pM5H5WicJalEZTbdXbATiNpaU24LN
8rqUOtzgHXa3ydClFwxCkGZE5N2FNNeVxILm6Zdhb/wxCh8FfCiW+1qm5ZY7ZvCIfT7a8OND32qF
+xQVeTIi3wTxIZl1yl0dhX7mJSzZXkbZcbTseTsJiwYhv+64eDqxPPIFBfDeXWc98Xd7wjIcHQQu
2HiFr0P9dq25ZT2ilPOM4SR+sYl2dSu3UiyE+AlmT+MYpPsUXthBly67Ktu3jkgSpd5JPiDP+HrC
Zj1L7d1Dphgvop2YORfIhru4FuqpFJSKN1MsDnwLxfmKYrkZuTJWmyWoJHS7Fs1oyIV9FxTWv65a
cSnZXZn0N/6NYQdHgIZIjUC2EyouD2OcsxePB/OAybPfZEkebNikjKuQHlp7XbRV+rI0c7c2NRdX
Ip4w59LJfxXdnN1TaiZ+FM6SXwLlx3euGa9oba3Kw1SN7i4l8M0mCGv5SxhO8U+j1FivBsbiDXUq
7SWby/y3DoS/aSjSQQdsF5t8VtdE9/M4WUcqLbnqjhn+J+EofDZV+CWVnz+MfS3u2lyKPdvJZE98
vfupotw/F0Wb4tkIMNr2MMh0whcuLerRGwbUfOUmVoIttE37XYT54+Bwc+QKwPf3Ffu9OkpwbYwe
sT2AT3YjZ9MiEGEXqJlFV2DkWrENlkLDmKuvrk4JbW5ehPkBMCt7t4k+3TBxUCLcOc2LsJEnke/l
HW02Fo+sVG+DW/sviZqz24LSv0+N8dXhyhCqXcjfzBV+ZT8FPI/3nau9T09H0kJfEqSMOt2yIo69
U4PMs+3AHj5lLa/pqJ6cO3+WXnduq5E4yxgP3aNFtmkXVKN1wb6XMBXYUjN/1Trx0bYDKgVjrrT3
BpflmUeBe1TL5yucvenBxc5DpqRMvA9HRvjm8Gy4/Aka42gFCerI78hHCiXrA+D99JJa3Dcmb5ye
xzbih8fOeF3qagpX47hMVyNKt8f7FLMetsdbrQgHUpvuvduWmd8zv3T2op+UXOm+D44je6ndFOZE
zSKpztAAo13QmgDDY16dosJCjBaFeU/wVGwcFNQdewQnXOnFMueZmZ6jsRj140DK/6adBsMpBzTg
aZls+3n2QrZMkF86PPUOUyQW0+hY5SwaVrEdTfcFLowblfd8Naha2Xc+W8VvL42nYVO1qthaaViO
K3+anH0mi/ZhEgvmTHuJ+0fMKQGV5m6211mh7grHUg/kYvVxGOfhUI9L/cVPQ9yRbwouOlySXWhp
/YZDMl7NS9bOD56TKTJIZBhJA05uY+MvZK3HwK/SdIdE5/dr2dC/W2VtAwIduOpn4Li6Z2ORYpec
rPFO9D7uaFkXYL4lO6NvSzQhrv9sbveLAHS7m6qif1iSqT92kx88TcWkD9q34pveruZ7Gw/2m9/p
WayBwVWUmtj6ZsGJ8mO2qmWH9GSvtTN7d+ygkAqMzpabhIPgYfCqq19R9Dt+tFgqTfnI8PFDiNm7
naNyhitCxBBjrQ5+h1Yx7QjfljunkMlzWodwBPwC+CP/dLZDDMubBNbfodV98attc3Mc2ADu0qGQ
HzkXohfXhOqUjURZtwXWhue8LM09fYfqqNW8/MSuaW3GuEku41TjF8aKUJN4yQh58MozZwdJc+97
3sQBLBI+rNmCQ23qd0kfizeHwWmru757MsBZf+auy2HC45S/SL90N05nsTznMMtuhrnRNzYoum/t
qyhZ2VlKy2YfJZsRX/DGNqn+aCbP2hf42T+seJi3Bvsp8U+xWGerQHxrPaT2VR/Y+LCIWEnM57W5
Y8OVMsYYaixAUknkOm3fXB2AR82VgF9IIMJVGkg9ybRbzzbF2Ury8AP7I2mbZMG2l3QpL397JiIF
/tgM0OuXaZ90Mn5oYyF4iZUIrBSIHmPTu0fP6qsn007eJfQb/4ScGpEumSnR8XnxkAvLB2wHhDS2
UVY76ZoSFKKdMszfle7nR88A/ud+Q+SZQ6Yuz05tvJR0bJs8BoNXPPjaqZ85m7s9dgGM5VMnFNHO
mXBz6iSYChEpSkB+lE6fUzStS0D1x0kRyryJZmTp1EJRZh7CYZwOQ3JJfe702PbhIUQUE9y5KV1d
gSqGX3g+cCbEYttpB1m+pqB7OyVj+JZPhf41t6F3SZXv31AVEBMFq7hwS+14CzNQOh2wWqCJufIb
VzZqSTqqrVWW3J74Tx6TstDZmu13wyYjTh4JsRfXu3mwLVugEOSm5V3Xy+g0q7gjGhOgcpK9DX/4
WYxGPQ0IUEa2qLKslAACqP6tlGEBxyi0aRaOln2dFYIJbYYAWCTO7wbSEWaxJoGV40RQlKe2H290
GJFXC3ERfNQTsZPGb+Id5pZm22RzdqmqKD3QOIGbalLwYJ1EHYdcq2rlUx2yTthuI/yHc9FdV7nV
qQoCi8/biDEcgztcAr93XmfwRDde70yPgGW9Y9kq/y3ocxc/sds+4DUKDklDdHoftLb1xp52YOSw
xmWP1SrZ55wd9xMRtEdJmdsOO4nOaUlPu6cAEOym8XOyY60iSxa0nZ8RzgMAmLb+0G2mUH8OxgHk
IfVtz4ix5wRLjwtuZcMg6fk7rAnOkSM6fZsc27yOrBefbZVkzyY14qZm8fqDzW+3NWEdHLExk8st
2/A7jTVDia/eoARsl5bwVsO+ZdOKKoXlWEbRo1BusNc8qKdYDGw08dQkt6awaW3A/3cbB3wctpmr
OeJVkFIHNI4vxQLEYK1yaZ5rcE4PwkvLX3QeZJ/4SzpsP0uZsiZ2lweipnJrsPLexm6d/C4X2XX8
a6WoXa4kG70gHOKV61ns6iLD2x4aowxPQ4qZbgXPgbVAWJt5h81ev7o6al7tBh9mAXhWEMxgXObG
U7S/eitML1U3FyUTUIi+AYJ/PrjsJO6XupM3lDBUuJo0al4zKF1vpTPU64RQ7aEWiCfrVM7EHXFz
HpZx7DdjXcS3SIrmjBwfsnPBErbP3ZQyC4q5212KPuGxec/D57iJ9bmtg/jc9tfvKOpktHZmrjvY
1LOf2K36e/96DVxPU/hVVKP/lE+pOkwSaZASc4oitipr5APoBHFb+ku0xtDA4wRr43WeMz6qnqmj
Z+YqYn/kci517sI2q/BEgotHZau1y8aZmIreT2E1pMQrG0zeHiPxFrxoI/hTlP0FvYKuZkt39ioC
rbWbzSJvWlTgPaXbOYT2oQ4pxl7CbTJ6y7OTiOyootbcBzNOKbiZzUMvKQ0GFs5yz9hGbry0H/aO
7tjw6lF1J6Au0cHKB3FuaIsHZOE21iHtnea5WixCk1zT1k1QZDeJRRLT1Zb7OxqF2jeh172LNsA9
NsDjaMvU/WqRJh87vw5uTZaHCwNhPy9bPbXyJionsyfcNb7lcT7xqu4z0npudN+Pqn0izSJwkw5d
jkMgmDalX/j3nIvZlwuP/tVd6D7ZwJ+YaWm2p3zXxTrinoQlYh3FIHVqfEXDChEw2ao+sC6OQkBc
5aWrz/i6vctYqGTvg1FYkxif67Vakmw3FgFXUM92rvL84L07Ttevaz+Q/RoVbcZzFJEiS3X5gQ7b
vKL684Ir4NeuHJ8gXBMG+A4Z6gLSRXZMcEVG39i1p33c2uWapWJ9u2TOciZ0bfNTnrDiF65hJU2E
4xk3IoEU7q3BfoHN9rvF6TOspqvTMEE0eHPJd8JkTnq05Tmon3udmOOYpMlL2rgRt9JimNddjPOI
4+HqEsACmLKCDkaUSrIROJxC535WdvQLSZn4WOkQHA+YdG9hARBtMmEr7yuFzpsR0zNYlOdVwJPE
wA1d99WjZv5nhuzVn4c5cwlM4SljqZ2Fn25RVucsctz7OOchr4cC/QLja7wp+Squ0VyOdLWk441w
yxKzxsBgQWM9P5BhyS6uledHro7BTTBGDNK8yzdlkYhbiFDhB0iC4tNpKpKxZRA+gsbKNkYmvYvC
lQVHT8XVfdNpe1+iQX3FjqT50GXMWMW1fh+RwKS3jKym+8EbecNfa8CFm74kTdZdwsWPLjj27NuW
zeBOmSW6cwOLp6LsE/9u9kaE3B6kydLYzssS1/1+Qp8GFjOqp7Cw7Bv8vROu8wZUqwUZ/GLcvj65
ETZkX3NzNuUKzg3cJ5fntDgGDZGOoJ+S7wg/4w9y+hifF7Vk+D2195wm9GLamSyfgKmQDQgSsi0B
vRUL2tSrR+L+N1gctR9gIt/OBvYGRCf80HEgfxgfoyL2PQs3h2rlOeQNv4lZjq+ZB6obNK4C8gEV
8KtkSYIzP5YF1k4SfU5cAjRX75llNdGi8uzypez9yR53iUi8V3ZM/QrlyTowOD+jQixPcd35gGtG
tat13V1qzr/rS33c9T3zIm+fqD3qZJmxDpCqnRdPrzMMULdYuXkVAtUgx1L0H1EAGGLr9+74kbOX
XQnoK+9sG7iu1sP12Y8nQAzA9d9HlT41Y6TJRznzRQr66nPeeQWzV90cVGiRqLPqiB1KOMw5cqNj
LT+jqHxRdtlsLW9y8t0QjtYD4Bbr0jSqfdOeo74Lq/a/8vL6RXcaljRXl3Rn867azkTY1vD5Nctu
QJRQ8hcuJ8lpchTg2oYjg6ng+n37Urfnq0LFuyCpDqSprAuUeQb2jMJDXpNYQGe3CX+gzaT4D0gG
gq0umdx6uW9QOnfZZDXQ58NqXxTjeFFSV7eajfa08YxNRjO1m2W3kOlSKzxkSN2x3bX3CgkU35KM
1YHJxDlxH2fgIiktnwavzD7ysmHB0w16w4eqfqx0lHxFpDtQNTG03hCeQUDs21z8ZCvn0Umrq5j/
vuP6RSFgdIdC6O6Z8TArlFG3tVvnDWpyztPb1vi3Bn32mhp/LE6LKdtNrKAcXieze3Jm+p9o+SOZ
z4DcdI+ebIM9WRKi/YqhL1irgb9WZyJ+uOvQu92VpNV73nHL4Sx0fV6Hm8FExUEVoBGgck17u444
mAsu6IAPMpdX8wAbb7rCI67nnErpNvTje26uyTnp8xpTi123O1b8/a03WOHNgPhgM3p5Zgs9Y9ww
NFWI19hMwlXcCshzHgWu8gSewfndirJ6g4dCtEVkpTWseihO32GEdrsCoNVdzFTF996ohLOZ8kEu
XxHNlve6iEJw9m6PJ7LDY4CDWJi+WXlRyLNUiCB7HCOHHY67BGKvYI3U7AYb/9WvWnOscYJdDc4w
MsJwGN6yFK3SQRE6B04pT0Cw8h3vUNIwFBjq27YjK5UI39KrYRGB3tW8P7ClYWJ8ExqPBo6k9pry
CuphB4g7cFaJqsMXz+eIuE+R8PfSKYIbNg6R3A4eOvcVSv5QalTfMTTqy1+UOWN5uwZaVW8zEw1B
vaMBybxMwWituUb6L8YKrS/Q0ek+RMm7hNKR5YoBbHjGQYET1JfN3RCl5qMm2ws+xQZwnMxyeWgd
Xz8Els5O9jWnw/we18Seknha+7WvHztabr6lS5i9XKLSXbnh4sDWWcJNX1rI7AKc7ycmaVhETYQA
SI7j2kibkp8hVb485a0asBoIGrOq2rJ+dxxwFf7jpD4FU1TuEsknX5ao3sPMQEsajlugKwgJNXZj
3Zb4E47AABpsmgpZeM6C5Uc85XzuKI6gK32wGEJp5OPTlIyYPKilOIKTSp9Qz5qPEdzDNyvK6D30
dXYYqrr/WkaLjleMuj+WbPHNKmzTfWSb98BZsMnqwutuahX4PxpXzY9IAkDFolF6p6q3qjeAR+Me
LFaJho53TRSew627VZl6SYsOJbuuuuYOt37/yw+xj+JzdIc7Ih3Vxk6ZSVeLFj70qKbhCHXjV/K4
QMzKyL8Yyw222i5BMMziUKrsLsWEQQtHtanT/OCgTAx5+u4OQnzRUOPvIhPrpxTv057gUFuuGm2z
5GpJZm6FwoFmUwf3xu488zm5JNphHON2xnnQxO9N7y6/tXGml1nW4ymcghaVsK+HfZY0PL4BL7WT
a5uxWLPvWz7HPuPI8SU+zyRCWV3j+q0u7EmDX4IPpl41gLQ3ZBiJzjtOSg44SvZFOC3d3sF9Oq8l
38eWpF/RrDNpxi23Peyzlg0RaBUtUwVHYh7is0Uqg9OVJN2u0372ARlRfvRRtjy5rGEeE542lhN1
dhF5gvWG1dDeDJa1b7n50GbvcCfg5sRlppshHY35lNMTF0bj8xjZBVkkKzwp5kbWZeAycOtj2JoJ
4j4HC6dfloWk6tqm3gtfz9vKVuGd6qbhYSZQv3ZtLI2R7sS67msXsbiItlXqmQcQCVA28sU6mIx2
ZPxA3H1SPZ5kWTe3hq3oW2EPI/PwaNXHssBxyJCav5Lk9+4kSet+NzROvwtxealVNTf+J16M7gAX
ed6W/tB+JLkX03CjegIe/0rp1Q55Un8sug1/YfLgLJrEmZ+SujSiurWrFOdiNuKEd/3wFiW4P2TK
CLoFtX+DU7YnRDrbr1VgIwbHGZpuii1o1yOdnKtJyoeqGYgx5GXGXdgjT+PEDaWanhX/rGZuo2sa
uFW3h4Jd7Ef8S9/YcuPLkI9RscGllRFg5oz7NHR/m11dF8575ej4ue4huZzqBkX5SGIttNdhFQks
xnYcvs5RZG4kab2jkxt9Yym/As+OLcp/V7XBvN9pSDY7x21MfWStpF8WbdkXnIrqWdsZzZ8tqzWG
uNZD56K3UeZbpvtQk3L0nE8StOMrm0oYfmJObwpwFW9FmAaXXvs5m2iyFFsbpAB7+gXj2yryYuKT
c15E8W6Ireqawe2HhHSZqA5E7RmZee1YapOQZ30qRgcsjO8MqbUJ1WCeQWI6t4tcrB+17+E86YaF
RWPY+SZBX/OaA6fyOHK+L/1bP8nAkGhw+RU4DR1/j48dPo0VtOVz4/eps/Y5aX8N6azt1YBjPOfi
opoANCEAFs4vD1qRRu/jJCEHLddTCC8GqnWaPNSAzKrd3PSePnCWpfumKpPszK9tzefsOzL9EUC7
0welsF7jWLFo3wR50iVKrwVRKY7tKuz7bSivp7VvAvkpzOL1t7kV5Pk+TxYXT20+oHPQIRopXpWO
aoicFtO3BUa/2HCDU+02iHsuaX6yeMkRv61o1lZpddhnW2Wm4yBi6a27hvMlciKR72Jyfo8yZkzd
8ls3HQ6RyGfLGWe9s28Wt9iNNjrSOqstZ2/bfEgWC2RWGMo5PxT4fKcdHPYeDJf2qgP7QvnYFEm/
TqvcehHCte6ckhzFmpG7eaujuFjORIXax76tiq+FkMueKGx/T+V5i5SZyX0hPDh8GMLg8M0mms6B
5dLMVzfF8lsWVgM9AgMPm+IxJynjEd1dtaJhLrNDxUWpIiD1EmS1jLb9tET2ClOd5BhaXqIF1uOK
1uOIEDj5h0NkSHShWInxXLmTfhZeHaxzuw+PNnyWYKcyPay8iuFqtgPm73wY9nEzjBd8Fu4N59z4
huem3xUuQEACeklxJqPTvZGEWo58butbOuvzAyil6gHBlfa6pGMpg9/df26r2v892lJ+DEZDR8vo
8EDbYiW1HstEdZwonQuKoSP5UU1FQbDB7b8HTskKPEGCXWx21JNw3GJL5kquqOqCDE7r+pMk9kAm
aPStFfyP8amfR/EI6mhes/ZtHt18cs58rAiyx7m8ZGEn11466OcK8ALkqjK8UZ47H6dgQaCbtLsu
y6Xa0XbqkVJsg98BiYjbJKtntI7FQ38TGVJFscTd6wxiBHp3V5607blwBGb2O0PZd2tR1uZ1EDIe
VoLWiSOmpSs0og4/cQ1GeOkqCskn2Ab3wlNduOWTYr0NZYq9Oe3GHO5blumdZwNA0o1fsPcw/ms2
9GO5UWDz7uBS5JfYvTKKbJN5CIhhdws8ghsEKQVrW0dUp7FnzzNvNXgBmr4d0y8rivGGzrZ0HdUY
d2MJqWSFm83eajMua6wI+eZqwP4g0Y1xWjWV/lGkcxlvkX/ik8Nv12MJHCuU/sCZwzv8pA7UC6tz
vvraaTbArpZnvL/6z3a7/5SR5rmR/O+f3pi/9V3sv5trI4T65y+6/jm//ofyjD//3Ktt5f9ZpUWA
9eR/b6C5NHX2X/+jEp9/c9Fc/5s/XTRO8gf+PBfvvn2tdfEAP/+7z4KmiwhkPk2VrkNPjn1thv+r
z8L9w/HpA42cMPrTX/NXnYXzRxDbZCroUE5wQEI//8vb8zeX0/+6zoLJ6x/oZv50OwQMHeI34KuA
xv13nnI6WCxE7Ehecj/Huh35gPTWpIqI3HZ2qcxFAXcU3iZsO6a218lN3GmDCphz3qnYtdqXgviq
/R3mThzf4XOFPzaGs/nJhUFGn2WSNvaBa70ffjIkG2fVdB79GQXmweWEV7cd74kDlTX2Sb/fKBLK
FSiRKmUfWdiU+8zc6jJu/r3Dxqz04PayqQkVu2dLPFcq8NaEiYx8VopYx32INC5vrMSvHrkXhzZ8
1oVpOKtL9UCK2H8lwFNYp5lKu4Z7ZUEjNVLuqK4AtYCPb2lJps8Rb7vnrGqjpLg4WQ+EI2QMY3pM
yPZ1qNITQNlpLLInIPEcpStDOOUrbFFA3cIhSU6icvTAgoz6XKW5gTusnQo3QV0P9UWROWvOkw4a
D483N3Uc62SvwjMjuo3RqGjk8M647Ea3QDtFfnT7oFEH7Luu+kJRb7MjhmXghdZoqh/Z0jJ9l8Iy
d07jCRuUaR6JFwg6zUbaAeleN8ZlGPpG7cdAQYuSA6n5pXD9Z2MPUbfDaYTO6FfVkXOD90mcBS2e
bbRViq2L1FiQEQJ839+CXR42ytqvp00NYHRYZVKRJQWf5nKDDgU9SzwUXO12V5DdbTaMLDOlhyXs
hstqgTt1ykEvbltcPhNrdHg3+IYEB2WK+brHkt7UJHs33L0D9YD23KYnH1Mms23nWodoorvHM030
yJNMdQcWZq63bjSVPrXZtWONT5IF7rwf40gkJd4Txp77IG4ztjqB9K8Py6CxIG5IK8D5ZpsrF4Bj
KlZmuK1i6ZRvnceKnOxYCjUm9umpOcR5mCc2vukxjr8IOJY++LdimoMdYlA7r7QBmY8KzasNOV4G
FNwm82Ae5RAPN4ujjf/h8CR4b4bVMyNp3UtMLXpCUwpXxOmCGsWhdL0X1i12eYLWIsNNkkaATQNd
p/LIVsrk95jBPcDUZdlbAJ20DJBV68yZfvgeW3umXujQT8Mo7eYwU52KhzvM0gzIkI9UYuxlig5J
KpiMkfvAt0yBKxRB2RoWFgJla9YaaZPrqbf0lvPexyMeOEiVSdatHb7zeTNV4HH4kbuVX1zsqGdB
Axs5i2e5oa6HZHaIRGeRfGm5GeYbP/CnnoqTGn4UhNNyVL5H/n7iKFjljQqSt0TbCT4ZZH4xf0f5
1AQ/h8g3jFdwUkrbWRV9SbJwZXc6GChmadrgtY0ZHwHczElcLiu4oGl0ydGZrRgYDFCMXSuvUsJJ
jFeeyGm0olAyzXKnCZ7CRcTTfppN7/1ovZm8g5ewAFtHUEXC55SMnr3GfAWCZZCJrl40eyAgCbWn
xLZC6yMvuAzpY2oD3lj5bupLJGKblWzqsVw5J0BcYGXPgShPoJCi5D5riB6tTQHuGxQB5r5h9i0u
9rkl2fLiq1orzM8dACbff5ZWHfPpqUWBpUrYAYpepIT3HsbNzMEYiL7bjzMOk3cYcVYDXMv2WWCm
7fweggoU+27CK/TcNTMVy/gn2L3Cr/XfZQMiqZuc6eiXedKf0xLqp5oUDAqP0M0NnFfWakVHIrXO
RBbswwbCTrmixcDqVokj9CNBsea9y7Ll1qM3icBll5yDytd3KmnYql0vCXc+y2l8yGqioaIW8NtH
x4tWeYuDiPuE9ZEt1vBRqs47EhLxEtqZ+8g7GIPb3IYO0CNUImLarAQ3PlfHU2gcfYxbpMfYadM7
wADcyVjIZq9USGeoGZUTHkBjdVsxLeWDcYz8hqa5vKeOQF0AoDC3O/SECRVj6bkYpDzEHrd5t+X2
nU/sRCibRBqSYx9ccEo2PymjtN/LiX0h4akOMYSqjfnJZU9wCZmrVti55vY411yN0BN8wFCpGsGU
rKFQUdEeG5XXJ3IBVngBMz82d+EgxqfGSdzq2Bhl81sF3uPsdfkudVlsj2S9pm1ct8Br5gYb49Ym
BH9vL9VzWY78lcwWMmU2ODE3i3/FVXGoAnslJWjWeW8pWmksArAh4+LwNnemfM2ubvMt34O9ThPQ
Puss89tL1zrzh6zn7mhAt9xldsy5kLEqkpmTP05DZZ0AomU33L44f0jKnNEJ+/TJ97V1nqG/kp+w
+AvJgJoY0rW6OprUcdUemxSJ1rIOAPrMnvXBcqLHRugn9zBEWLRUQ3wxJp9PfckNJ1dwG0F4+u8x
i0i0trnrz7gDqX2FpfyiMeutwn62LjFRjbVrAvcc+sOTQpbgIXNLjOFz7GxmuD0N92moNzS62jzL
DLsGVt5XaLUHUVjgRFRWPvSRKp5KpPcDPLDhyC084SToueAjLcTvbEeqD3dmprdjn2eHhMGJ0tvs
w164vK3Gxdy6UzWfU6NbzH+mOtLuTY4/ysQpjtg5CkCdUAhd9H87qsYGdyE4cDaw0WMIGZPQSthx
l4iWcPXfqDuz3riRLVv/lcZ5bh5wCAbJh+6HTOasTGVKqfGFkCWL8zzz1/fHcxsXtmzYOPftogxU
FapsiplkROy91/pWXbXwdCw6JYtYDNGbiGyBKAYoCCSbSgG4ULQ8oYnq3DNhiBBGUXNiVLYPfTSV
2zYbo03aTPFDqHSw5FNPrmMrck6yRzCFs0B78+gXLXo4MfdQNVXIvV3sPOswfRbs6drJYi64w0nf
LEUzkVqQG84J0LD95iPvihOQIYXXWBcUUmIDKqs9FKmubQNLdS6V6sR3XgjKG7ObimtBV4zbzsjT
UxKWAWDA5FyGApkQR01Y3ZCS0PJ5i0JDLNxmloM8KsgOLMYAX2khbiiT1DVzePxozCUP0GuJygDx
bx+cPAi3g9VZ11rzgazRfbsZRGpdlMhLn3SKrr3DY8lySdRoPsVnkUF8KAhSWMtciCd/atAjq7iY
Ia4Cq1V17Zrn02kcRMJrMxmJm4NXOUqHI2mDzCTSCsAmpXgxm+49gP+x8aXhra0kYuKhIbzAbY8j
VvXfGxTAV7ti/heyrW6jNEpYb0d9VRfIc6it90kTqjdFU61bx0jPI7Y8hv019MQwOlkGJLBSIVx3
sr1iU1t9foP0aB6zBbSttLL0wzPPhIHaMjScZGN5mjTOeRRXJ9F6/ndhOdGrkbf5HejMEqJok287
GYw3ETnIEITYLQYWOxtlTorg4yObtOqxFGgmVVM4fPjqOcP8wx0P9b2tz/ZvVhoXPNNa2lOwhZCD
STNNMiYPPfHdmZO+GpPRzxJpGjD4+EV09mEVw21rRHMpOBPekJBlHvKpRU3CR7SOKsg8ZplUJib0
oLOXRVA5B7oU0y6jmws5TD5w7o3OTY2VJ+7aJNgaAyLvBeLrEdQGyR960+VHPEsEpEQ8sRCrJOdw
r+wMLNmDB64BHjqOtgwXVfCpKLLZTJhj5lyH0bxvojrAy90pylsrVO3gJXV7qgwMcPjHinbN/jot
LTz978HYxkuBig7bWVU+8Fjby2qwJSdSnJjZqDluSqudcqhmGD9Y+qmWEUDDAUF9M/j5MTc5u5kc
hzZ5hP1aD6gBwtiJmOPpIE4NqpZNQB9jQT3EqRD43sIPELNUQcvsKAjtQ13E4VMHCIITtuOtUWxk
x4F3rhp04VqZqHcKgSprmos1U2SDCZQ6Ib6gtehRgVBYLBRdmq9+V3oMuuL2MArWmKHr9BemT91O
rTP2DpmlLkO67BNEzQmTKIZANpZjmiWNG1jw6XXRpmu7rIeDNpW3DZG6d4VJC0oksbVLncl+lkH9
kAVYkmjF0dIKkmBAI6R6bqlkNzlHr51vZPRhVCfbwHLK0Gt4SHImO4BtX3f3miif2zhFfKtzsm/r
CrVb2rLgDFnE+1hlbh3Al6bWqu58P0q2JuB8wmARJCEzrU8lakM+pN4b3QquzbKnCYwhGJSm7jvd
ngG7smhImnhu++a1dILkYMahxJ2WSl7y7KVh8sSpcFI3DiTZZGHDV+ldGGuq2xhTsY5kZ99AftIO
QUg/qtNI8cFVJ3dazEOsR/p97NjFNQtpPvp0mJ9Zfl8zBuYbP0wZkUnONooGZ7EEnoH6Cj2lrN94
wMatyulwJUeR3415YcFq57OuDC9Dm+zFZ83BodCCdD2KNhAuhwE4A0NxL9AU0moX495sYFSq1Vz/
pkJ8Jgb2vUlDYjNOVr1UR9KM0w7mUKuwjVuD8txxHsaKygK28EszOmRJQs5KZExbMnTHVT0yJVkY
egoEieHVqe8zjN+oE7y1DZRhr+HKi+bAH9RQSFSgx1oVQO4GHZo1FEe76ONdVst+ZSROeU+VDweU
Y8b8WPcppREQ4iFAgxwV/sXPbeUej5jYTLSuD40Ksgrr9KybYS1FFFk91ErgvDltX1zCnDqRCpUS
GaVOvrRHkoqY68UoEi2s5GoT3BeWFy/pirf3uEzfa+EwxNYL/A6RX2Ioz0PskCbmSj4seEC3+Ajj
C//TcAd+BzegbUQ7SH3ZA8Vu9zLao3r2sBkeYlEYKzy86W0dyGiP1HVYJDP3ndUh3dTZ0J4sBO4H
IxqeBHXBk5OHwautI9jRBs1a8WpatN4H4AyyTvb4icUlz9trzlRcq2IQyF00HBx1KN9i2U17tpl2
q6mFeAlb8sdmJMet3+XDY8HL8lR0hkPJUXGqC4IWOlqlPJbgbFehWSdHusxAqKmj32TAgcAeGcnQ
0zt2lug2+Sj9g5wGUDqzDTSzg3hvWBb6idS8pEMk1oPTQANPdXjEXkIX2cjlMxXKcBw6DUAh1L9q
07AO7wtQewxzquvkNACRTJ2108fFEQ4M75wmOAzkq9w0yH92bVzQ7ZgjZSAbtm7hG57rZNqp02pv
FVjTQ2Fk5arJfJ1VinZCWDW3LNj996kijYb5dMGszTfsHeq6OQIGJbwQprazhuYsklbbWLroHkPs
5iutmDcV6QwYwwGmh3ZbbsiCzK+5Iy9gh7VlkOn+DlIoWOsKWKdhE1MRFgixEcBpRwcNwiLvqesV
VW3PlWVh/owiM6REG510GWiVpL3tlxXAzYTsO8c4WTl4gAri5kpq6lupeqSI2yF4G76JhR51chtV
YbVlLm64SYlVjIFjtmM/bw+M8sbLhOj24tlxdUDwTe2pGRUHjcDcc/PZPq2JWDKNouTgqV8ZwBor
R233oRZb9HTV9oqEMFnafahckXimd6qKCgeuCnAEvxSvfTxOy6zAZBZmHlJwodcWFgQZbkvb92/r
BGY0+p8P5C7BAUXWCEgHJLROufsd0LUxa0JidGk0CPdJWhEdFXJoc3MwaSualri2eBcPs/iA02Yr
nnV7Kt6SqbSctU2n0aVvUxM/IMtzVRXRiWWXbO/MiqFps1r6W8tn4gtOT35ToeItk0ExV7hlJccb
tDAy7Gmil2PVoTvQ1SWBYpELP9BZUrpme2av7VMaVTOPoZfnOii1TaKh+lIt03tkSyZEx5DxW2R4
9cqbkKvklgWxjjnlgRY6fhjVm1wlpLFf2gZ6DnLg0cIUDQWjmSU3WJu6g+glLia8L8upnZR9r0XH
ghHpKgMNdutUUz8jcDKI8z6ZQYjdVWjTHp9vDRMWLo4/S6f9dY2XZ5VodOzAaDvpORxCLWL0jKQ7
qtEISsN8q4KCIIgewG85FNTQ+WTQrHd4b8OozJ4JcRiPatHGW71SyYiLyuZsMu8+jiMBjPWQMafK
xozZNLKbGs3I6ygCUiW03ELu29jj7QAD6wkOOeNWAJNXAahWX2DHqI6JhTvNA5F8W47GuGEDQZzS
dumHxOzrLZo0NWDfTvEL+M7hro7sD8/Sp5t0mPqdHtCWWRSAdzZW6tvrEKQ/GtiQTATK+6OsShun
GzA0Yun6lfQVu6Kf05fMpr3MXkWGolzomdIHQ/h4MaMxvA9ADi3oOpsbtRETgu9MhkR8qUBtpYF5
C9LrBRxic1B01b4LcP/cOLEEXmQx0+mRoC0Kp0PRpwDaXDcZu6ET9cjvqNvXQ9FBQ5I5qmKsh69V
g+emjhiv60io4aWVBjufblQzDk6LqU8hIdCdbzex3fQPGsMgBl6GgTLGs1voHW3gXVC0jSulCSb0
Fc7c5oxhSbInMQv/yBXWv7m3S2+Chg7zOcZbgUvMCOLTNm+rpYHYye3MWYeKl+2eNvxQbmt7CAeX
1xdeV6QmG92nrCXwkqysKPApjoJqpaeEvq1Hq6u/yVTO5+eh1d6UugmuIE5IJWCn6R8C0G20onJ7
g2GR2ZumcvIzC8D4giHjTB+i+eMNJih+3CPR0i/Ht95P9FPbc97UR8GJUrGHe7udY/zAj33P0XJ8
qKEm+DEs7dUPG/K56DBfhCycGxxZikbhzgjWloH56OdU6kAO8PKUVndkvO7vpFRoj7eChrGmAgKF
1W9s4Gsgr6tlBZK/vthJbq0FTyd1qgl/WcLFkZ7+mkpQnUXIoYPsm+yp7gbGeChAlmkJ1boppxtk
QtQnWAxoM0JIA0m+5Wj73Q7bGyXC80TX6N2u2hNImRjhh1Vp58koBOlEGvbJuJ/WQQTaC79P7NJ1
1vcQlxFe8DzOYX8ISKDVzwgFWgv2oxhY0Ac2V84sxUWE+b4I540iUS46KpsFh9drJzNEwMM331de
6hwnCZll5ksalR8+hiKaFbbGCSSCSCT09HYE0Av2gE+cY0RJiJlBT2I0mnvkcpgJnNxOlr0X62iB
InKd8oaSV8bUVTItPptES56mKNzqJoumZBrtBhjXdl0ahAThhCFlf2ZUkJNN7W0sWS4ozM0Ny/b9
IOhHGCDbXJppx6kpOQeqNXQHMJ6XsGP4GyO+4UlWn6vMHx7LwGjcSoVcTcM8ACJNp6NSpvBc9UEx
J4p5R2kbclVq4o4e+kPpa9q6UJQHc2QI69nl0ewxwfI+haAmBvsMJ+uA3mM40baxedKoRYe2O8bE
YL43ggWxtYoB8g8dBWbklEFMv3eFT0UKIU7FLdd3qwZY350dxfarpoE56XWHkxsK0t0QD/Wr0ekk
anq6TqkNxxc1cnZvxKD4pjFGyluV/VpQ7G29KVdme4K+ZmTinKWvJQdppd4CWKR1m5nOzPzq6jsV
Zd3CK6L+Lhe8lP1kE78n/ObRi+J4QSmUPPXxvMiKGCtMqvV018xUM5bwbkBThAovcanr9VYd4TQA
A+o3UYGxbNHOvJgwEK+2RoOVuDou2JDVU2qZ8q2mJXDB90X+BYQWLkMbLVeL+uyLdNrU/hgdbc/s
r75G9uIsgDjVJErQRRulscbP/a/1nECW0onOvR20KyQNFYGho3llEJVvChp2+8awwm3jSCbCtWnu
Uo1msJfHN72s/c1g05EWOUI8BIzeTZX0074lAHWfcVvfJ9v6ZHiDESfxkHowacJirvkOqAoluhvy
gHUtauUaB6z3gDSXTm1U1nwH5CQutanqrxZJiiV6FtM51InRUEt0vAmoXgbEDxrrsSfMY5eYIyGa
Xt/CG5siEuYG0h85IUtjIaJCcrbDSqszrDkyBKPpAjf3lMSm7q8KpG8AXOsXqzFwWKAdNRBIJohL
2VVWYqCLpHYDbe66tc6qYbM4SJvazvOdCN5KcQQ5Ri8Ol6nQ43sPX9jZrD3tQEPCA1mLjmQLtS08
0dclUaBsw2tTYIiusAuxiClAvAy7RB7d0l1fGFl4DbvmvvWS9DbHEoKcUeN8VBMLuGmSAZMr6MSc
FTXJ2fXHfNOFLSlSTZIfZ1HDFkETFTxzqqPdpdnZaWzxpgcKHU9aHsNdRHQRhAybbISs77ZkdFg3
TF2II7NboCixE3xTxvYti0vM57oRVI80piJ/6RgyuG1kiCQZC+C+KNgKwdNiMYlz9NPIMAk8hO3m
TqoOKk7H5prQ/CXupY8wbnU5oCBOQlu71C8I6fv3MgVOOnaOQvesenZ0ipGFapYg5Nv6G6kh/Y7y
bqQZySHJcohglcx9CzM/6ian/Sm2SLuANEP8hTGNw0oHv9lfOi5E86aq4LeQJtFPjktDA2IIm59X
FBeGyuldVPqc/51YGFcKeykwFObyaYzQ6YTL0u+yfFmzbWrLMhzMcKnr0BXe06alo6LoPTMY24ws
dP0Wfv7nrGyJE0M7I0oSp5KCAgsjW70y21B/R1DrMKRtdK87CxxexCZ5+h1mWR2DU0rI7HrINTJo
BhNf1NIJzUadlb5wmfSE8BS/1427uimTfF0D+XrIK3Z4OpU5frVhzAiUDbN1Pkh/rzAG83dhmYXN
EuC7HF2wlPYryhmQpczW+fesharK3gOxly/6qW18hGyTYu/pjrUXlkz6CxqwhIWCchd4VJncK2Md
vFumc8GqbX0bGQ4RJolJp8psAl0FfUhMcIlbM+u4C1OJPttTvfFGy6eCWbhWG1dF1+Ewkh3f7Iqk
Eu2NmXj59zwT/UXtTN76joqt3ymeZV6q2BfPYdCj9W6jIiLFq05imj49aleZ2JCgJyfvTgJT37RX
aTA511jYJO0RcKmYb4YAl7DswdcSyeqQOQL1lLEC6y/lK5gHPsSWDlrA1i3i4lQHjUJHCsnLPQQi
U4KzFWr3EDh1peySRvjBe6MIQo4ThafHxDRAiVLnn/jwRLSVgs91MvTuthv9EPcKR7Ot1tXZy8jm
tcbkGlFFN2YC7jRD95f1bQirLAw7OqcK+iypmGs+MIAgilq5cYD/Qib6h+hZ0Ocl0axgClL3lVub
BM6TSamwG5q+/caRF8StUc1T5jpxYWc2LtJnQdEdV5hg6BbnU69ucXkQEhNCeat0kS7Vzhg/HTaC
+1THfkO2UyMfbNMSl5hD9buKmeY69b39pAKIhrYRWhIZMZNcCNLBTQuCa4/n13vPzQJDBYQyVq6W
PL6xZFTL6N1E0Vwn5Y0kK4OuFxGNrPK0mo8WLPuPri7TbVcynIr7+kl0LYupUe7NvAROUad1eW0G
4luQ9EL8DxLVrev5eNXr+kueD28+qV2HUGrE6ERmswtiuzuPXkCfJ/Q57bJCw30NOGzqUUNLuOrl
XvU6e1NmvLJ9x6k35SlagvDKL6Sd6NtAkfkR6zWPsAKzE/15k7lSQ7agczI4hryVOyKqn5Ih0F9L
qWvfIsnzEyt5cB3AJpycCgZz4TBLKTOAp7Cm8b5OUXy14m7aMZu559iNWxZQVo+6HmZVDBvxiCaT
KVbbjfYBfZy95em37lsgyw/SZyRp5/iF8wwi/iLMjNxtlQIRqd+hYQADD8kgstQTqhljUTGjfbKL
Or764BKPKpo/F9lDfgQ18MCKpF+bEkdhCw0OE1RDzarDWGVmaMys+GgOftCbHsEG7elJmvlD7LR7
tbese3IRzeXYTXdeqX6AfoEy3YQ0HTS6rftMnVpKNNNhvEj8pZmPHqGYnGB4dzNUITTiSqZuC1VT
STzQMqiLlr2tVRnsYpTDVNxGKdcTi9dyYNF9jHtvWjdW/j75OksGiyOEuU7qd2CA8yX06PyK89HC
ZdNN7Xy0mV+6ODmVOWIAKYMCw5XB6+UbHPb9nqSasgqCY6WV+orG0jdCtfAtIo/RloldDcQJEbnb
joKxTmrWW14vfcuo2sRmxSE+4UEEzD3Zd6ON9RAXwsUX0rjERts+BkkSfjb5oOHgNID3Ot2gH5ui
zL8NpCXd9ywBC8VwtGuXNd0nOoXhs3Rya5sqEVEfjMSF0YLKUL3hRtF5zWCm3vm6do6slnAux1ux
K0Co0I1kF3vONz8nadfWy+IQ8jOEm0ypiltGUai3yZJdGIoRL7x+0u+iaKzOQzK8gzR568CZqsB2
nWxLOu5VAp5fd6gQz/QtkVXDEwqvHkBs30auuhLQNA/OMLRYz0RurOcu7EKxGLGG7J/bSs9QinZW
zTR4YBYwDCQKqgI/WGzkwSH2o2c7CAKIP3HUPMYoCpeqiM0rjwYOllLE0C2k3JJV0SDML/mRusm6
adGP0fQzdagyk1ihfnFWKv6NatGluLoWpYNxXqcqP5IIZJzLNNrYTV25I7iBN556BT7S1NxHeRev
GgfFSQBtl9wCsGMY9BxXaxvxNjAz2EqD7AcGQBryTUbm974SB/eMivqrSY9+F5LXelc1HSeEMgbV
auID7HH9ZPpTzigBGpzzrNae3FueIw5VDvNEif3gO90P+rEB1D9SxANe/0VJzHHwkRPajt8rTKfs
xu4E+Le42uUa7+zNxIdxOyj+VN+gwpEE4eakLNZYfeY02WipMGd1ecoYV9VTeT9bcl5wgpNaEjSB
cVu1sqGdJ3QG9wqGZyofMuYRUVs7bWZIxIqQW0LfSIg1ouZGyrANH1O8dHt18meeaWVuYkDCq9rR
zSPpl9Ux08CvbyrGLSO0cTXT9nCQAwGft+h9fGGxAHvKwDQiyEVXlWE/lSg31kxIoPBIa7qBso2r
SMMC162bSRrhS6TSzQ5Ys4aw3zTAopvP1G4lWEsNddOiH5MyuhC5ojdHWZfm1cpR5bkimFqNb4mi
Rn0UENrti2aBK7pRkKxTqTPc7cKVk6pY0WlbgYTb5/5gKtfeCE372Maojg4iNSCRGEqi26sqDtLm
WzPqQrlFS5b4F0a5PYrwUojmfRROFyMDI8syfZ6U0ouwR9q40LF/0JdXCbyEomwFb06havFnoPSK
t2Loyxw2iaetyQl235rlhAy7oK0BZpgcKTIpTpk+TEvVjgacwo68px8zdUsNaeEBLPN4wjplbwO7
roIdcbdO6TYa6pnBKfyVVsKa8VpQtF2ogvBQhXff6PqWrF56iuhwsJDdRIzKP+klVa8WsJw3UzET
i+YZ+XZuFo3DdzoU48dU9Nq+UR351mlGY+37NC+w144UW+uM5BuxH/KSZ26sTczdBAIui9xRVxbK
KEY2HngMpGok12MtGD9lQLk0EF3Lcj3Cr8Ye0TnmCo5MbWLuNLV1Y1MTpX5bbE32kmGV5pXJVtgy
brhrVE//tIEq7MhZpPwZQLxBPK5GjxYFQkwiO0npsC4mENkGPLmOvHvJUMIcb82wyH2X4OxIh608
9KH+3Ja4nTGtafEQfiD6JOAUT1lUtd1ViWWe3ELSUH1EceTDtuW5wOmuRMsoEQlKrsQuW+vUhFgR
9rbjxM7aLwh+jNa23bR3Qi+IREBeqJrJuEQn4tPyD1rwDXwwQUhYrj8kT1al17bbFO1Qk/Xu9Sda
2sSYU0KR93AXGFVDwBfJIaBOX7KcOCysNHPaiOHQRRpdGBoMmlf5KFL/icUxiZ/qmuJLVUWdbOEy
YwqAleoR8tE5AA4o660GmUaS++yZimH4zaqz86q7jYgHiK9oiIyGLJPC65TzP2Yp8r+lxj6G7yS8
5Z/NV631j1Lr/779/w1rKBEy/0GV/ZZ8hN3bz2jD+bf8H1G2ZfxTmhbcQpWxjUH39f+iDS39n9JB
IYM2xLEYoP8gyrb+iU7VEETkGJJmnbT4Tf+rylbUf1oqRlZ+pyn4jSR+O/+OLhvm4hys7ufZ7uO/
/mEJkuIgB0nHBjJh246YRdvvb3chU7b/+of2n+E4jCEuItXlpOHIu5zzGH6FMlloSWIsraoKD5pz
88MH9L/a8P/I2vSMRK/hj/kZqMg1bc1AAU6726b618VMRfzhmp4zBBlqT6biJd5GjWSC5ZjpzerP
V7F+exlhmqpmcdKWX/mNmlekBuZ31YUDtNAtY2V425q1qV5hdRThSx4/xcm2QBqZ7MtpVTrLsFiq
MTM7uHe78oG4Q8Xay+REgLSXL+EDAK3nl8oBi2xFfQk7g4K3JimAtjHCUw6L2gqNgH2jnQZraeWr
vjvMst1qIbUFod9IjaK3+MN4c/KNOS0VQpR0EAnrKHXH9/G97NFou3RjRdARdOiG08FybjKk3/j7
h55zF3yNldXRNHG95Z8/rV+eA74TFksVq4lkudR54n78TvqK3VzreA5KnVmUCoUy6PFuRVF3FwOb
X5qTPyzHSV7+fNnffUfC0hyUiRbgT+PLZZOsMAkc5rJ43oc1VQL1v1MXpz9fxXD46X96yrk7S9e5
MUPK2Xzw8911tQ4SVjClC6xdV7ml5YpsE9TH3smxsuKeXRRwBWT1lmaPdXLSzNs0x1DEWs/jP6Jg
Xw7kje40NK9wMc6V8xQT75SptxbWd4tj721IFhAA8t3Qv4zGg0xpk3Uvfnsa4m9d9pf357e3Y2NU
FHx0+vwW/Xw71RhYgOYi1fVt7JG3qD2WCDHWgX/Tj+oyx+/GyXpjymRpdYM7QDI2+3Nk8q88yYgU
7Q2pGqm6DspDMr2Z4acS7LpSuIkFEqCmprxJqnqFPz0uV0HrWtHJEa5pYIet5mHSRbaI09jF2t2f
v6fZAfL1a7KlpbIW8hDCgv35vjBqeEi0SVYneIBapZzWNPTBwNgzWaTteFuIOf3zJTVMMb9c02Fq
5pgs0lhUv3yWhgm9M9NNsMNCPzrhWxLG3ikwBWrlgj20RGMVxu02d1gO28IINvZkuX/+GeaH/Mtt
C0tIKU1TkszwdaGCTVZYVSYHF2YD/Rj9xsB9m8LOB/aobv79a9kW3XpMQLzuzpfbFTD9VRRPk2uH
yJyGdqHaloXgKkcm1avd+s9Xm/+0r3fmMHZno8JSqqnz6//DSj8WBvZJPJ+u3hg34FLQXqMMW6S6
WdLiqB4hMiyjuGY2af/llf/NwsL+aYFmlSabrPllXxsGgmLKxuQWIe4xB2uizdhJ/y97zG+uwsbu
SN5DTdWwS/18f+jg4GNyj24Aon7Rkha48oQx/uX50OY/5svHCD/OcdjLcHGp/9rpfvgYY0y8mdEy
t8YrsCLrlhY5sjaj1UjPpiUPZOY2U2LUkAPzZgUy6p+/xd/sDSbGLCFYOAXHlfm//3D5yenpa6Io
cqlR5zHyW9kgjVHHDkk5OW173wxdnuC/XPU3i4GpcTogjUvlql9PJvTIkKeR/oVyb4gheGl0sB2E
6+GbZAxOk9YrFn++z99ekVXVUnUG/qo6LxU/3GeslbHfg3R1o5zJiGDORkXnEYY3pdqyUBi1EaPi
/+XL/c3Lj8HOkubsjuOv+Yf64aIkiGHD6YbRTbVbs4JH4cvRxNeTf4628ZfH9bfXQsE7v/e8jHL+
7z9cyxN9AB2QazHSWBPhoazyAXAcKV8FDgDtL6/g767GlVTH5IzLavPl4/QaMuATHhA3bh+6Ue+Z
QedMRWCCIC0Uf/kYf/cm8hly0pP8YiH9+dYM1R+Y9lEz6SFCVx0fE1GiKFj+/IT8eku6akACxwwJ
4Iup789Xaf2p91WHq3hxJ1Zm8tp18bfRZMioG+FfdqZf1k4HtY4QjrBNIQW708/XCkvHaPsa7ahD
vM0Ca0+/bds5OyZWH8caemdFVHINjKSWwf7Pt6nN56GfFhyuLekb6hZ0IBbuL6sn8WEFTXp9PmCE
71OVPdQRLs0B2aRLhAB6edArSNJbxJjrDgq2W031AxKAv70cv7yR/ByOalo65FLi7n95YAdkxXVf
kUkzNR86b8eqUMVm9OJNrCOpCxWmNf8Pt85xlIMA0eG4Xr98xVFpTylh7aprxPTVZm1OXzoXiQmE
FqOAyhHql7DNeyLhSpvWsvgEWkKXaIz/9pPMV/ryJaAdN6n+HBBNwvmyuYDs1GC8o2BHYUKkUtrM
jjhlr0YlSk1Cd+cOA10Kw16T7XSly6qsANDtTSc4KaIL/nLo/GUToOCkSGRIaqiC9fjLJqAiVwnh
7824cUjwcRDMq/GyxANf9pXEnBLs0yL4/PO3IX55rR06w44OTJTigGr3y4Oo+3IgssceXVXLMct+
dhQIvv+cF995Z4hcNBe4KLxspQSrWq6d6TGVJxGf1Po16R7bdqcrr4FzCmcubLG4hLfmPum3PmAM
KJhWtpkRceZ3ZPADr7C9s5J7L8BZsip0IrAeo/GlC2hGXvr4SDDan29N+9f69/P3y0l3Pvjh2ebw
bH550iZFahHuG7abaivUvUL1aZkfo31Ome9W9UuZIfeV+PqveXLwbKrWqx0fmPqmASWMear6Rw1l
sl9eBNqFsHmW7aaxnkkazyhr8w223dFZl+UG3QX562ScJUvsgIWy9FelPPv9qmp2eb2GmuBFu8SA
03fJ2osCbTE5dvrBKN7y7Cj69csQbw3aWtJtJdhn8Feu8Ty8JPq6bZ664D5JTkhhzPYGzJUk7u6b
GTwP4XNHer3CWO5+EjsjWtMkdma3HEbC1Xg3C7onQAVIiBtUROemOpCrppUPuUM/nufq2r9HeEzC
u8xbhf6GMGIP4MsDZNlMPQfTieM4XiKmQvW0cgoXpShltmkcEITb0MYyWDD0mfsHy7sv26Vt3cDY
5Pii2Lv5KIrAoLQOSAhtEpBesPYNODJQRTVkRLndu3YDMFW2t6q+TuMdWd4FDjZljw8qwt+snQMv
XofNbuq+pcG3IVuN1gI5ByBfAac9BYUKx1sDCmQbb6o8lrsY6STuz27lDYey2Wqm64ndMEun/7LD
/7pg8kxZvPO0llSVkvfnTcNmd0ozEEZukBvM3jRSjSo/WpGk9USwOhQ51vW/7Im/e0Ul51/TpqUj
bO1LRYHeOa+qYT7j8w/LtGPeYSf4Xf7yuvyrK/T1deFkpkIOYGfS1C9LwaypIHrOGt2+u0V+hZ9S
6hegzVgTpvca0Y36WlTXsb0bxIchvsP3YCqytbG36eouqF3MFhnDZyx7nUvYMga+Bji+s+ln5Xew
1GpX2s8RfumsXXXdc3CZJ2V3yiGFbM1MYxVcKFqEvgD8NR2aG39vkQexCOQ6ODTHxiS2F07/YoLV
vkEgcSrvdYt4xqUcQU+6EOfyCy2F3MH3u/EJ170p2i3USpgaO/LsMqhw711ztcP7zCGX+BN4uUr6
uEsOJQ5cXnpa7ouxZCxN9odqPhXTO84s0zvU5hLmuj2eQnw8NS6e56o6FcFW11BWu0N3T0fAthYN
U69h005u1x+NCHwOr8giKNfC3tf1C5Pb5uJNT3nykIphIXjLOu3Vxj/dpP2+AdMIi4oh0hu6c1Hc
GjXtMNSIVXnu0v2cwMawc/z48zf+y1mLmpFGNj0Olsj57z8/yk3eJFaJX8vtJewpM+zezcqkvDHF
YfKYH//7V9M09hjwGDY1x5enCxiq6Gp0Qy4g8GUk6OL1pZ4sLPRYboZT+M9X+7Wio+VLL8omWhSt
ODLen2+uiuu5Oz+O2PRIaxtTxPC+gXoYLSkeHZ48GVsDbql4ydj1HtWA+ZftZ/70vrxNHJM5y5oa
cBkkED//AJFV5EEbc78DDFzCb0MUabpT/+Wt/d1VmI3QX+awzJH5y1UqtZ7s2C6RpeQElSEjW2B3
/1sR/psHhT/c0CV6/Pmb+7KP6onTGQK94v+wdybLcSNpnn+Vsb6jDHDAsRzmEhsiSEqkJFJi6gLT
in3f8Tb9LPNi8wOzeoqBoAVMeZ7urGyrqk55uMOXb/kvOwxTDslUYUiJQCmVWkQMLXsSK9/uMhCa
x6JYBAdVUthYhGVRmTtp25VwxLCxPiLx4aiU0ch2Nkgl7rwMQLZlB8XKxb6cJJJcmGUIyv5U/UFq
LC/2wptKCecOI4/+rwILRJqG78T0vUQYbGWCy8SDoRhGEHfrhN2wgBZboxsyHxg4ZW3NQZl0gtMC
csQsnae5hyy8my6sdpYejofrh2L5ds1dAZup0RvQiS9fkpJX2SnqrboAvFpDuuGmRbMo2iCTYdIs
g4Ru9Ts81ayVIS/Ooa3xWjqSbIcwm9R/sUH1QEVxorMorMuCDq1SvYPRtLP6EVC9Eu8ncAKI6Am3
bcsTmrnayvm4/Koo7zAwdR2iWxK986UOEwVYe+zkOwdqjRWNYPtzwqZqpNbQTM7H6wu83LlMlrPI
I02xilh6GRxQXjI9hImLnTrc1z0USRUwqo3TE2QSKzigWvC1yX5fH/PiowqS2Nn8gO8paFstZggp
tZkIZLMdTJkKkA/exhZI110Jz2FbFe3vOM3DlQ38Uhp6fbnZYq72U3QgCUDYSC4OCww2RctbL93l
9sMUHujdord3Z1dPVqnftxW+dQURIwilCvCRM24L8EDpHf+GtujUf43jAwKLAQL16tege6KNT/P5
EIJbkNgi4Mtb3I15tO8dUl78HCoUppHrLh5a7Yk/A9oIf4CcpUJxM47nf1RBaljz7qb86friXmwf
5onDmU7gRWWOVuD59kFOjsa3HWe7sag+eX2lbMvCgNs25N1GItW3slsvLgZqOOycuY3iOFQm5m/9
6oAOfTGaAx5GgBBIA8GIEUA4wD7xmk2S5PeEIP62VsOHLjMerk/0zZE1hie41edy2fnIkwaIr8nL
cIdNwC/U21Du66Xcll2guI5KFFVPCCSD5XVWBr5cYaZMQZCKOcEBZqvnA+MWFdc6Aox0KVV3VGe1
ydAi2RobZ4uh5colf9GMsFlb1hW7O2ov1FwXpyWRPUjlZhog8OINgyE1lgjmMa2Hk+zNEXOV4ZA5
XfaeRpm/M5M630G/Wzk9L6Xx89NDi5Z+KNVmfgvNmPM564Ulh7QaUKIGLpEi1YRNrt89aR3RqFCg
24R7FWTkUdX8x06he0qHNTwZQe1myYkNP+XtwVNjEKr7MQZ6hUgWIq8+1BagaRyQ7FNAZ8puDqr5
4JQnEnvyUAi46FoCLAHignhq+Y3mi5iNrOa/cwg11CgqChwoUk3JZxxVG6hgRDx4JTDYnccfjXwX
kiIre/6tTyLnr889QpOSXsL5anSRhmgpNDjK0O9DbQBnKNPmNiERgRekYTKmblBLkLvKlx/yBtVC
gVTlyie5uLjnZjkwAgqp6Kehbnb+G1RPhjCSSAW0LlE2E7JWg61siu6zNVg+RFesZnzlcP3IXe58
XmJpS/HSF+YePR8zsYFdNVXZ7qZm2rVtC/ImAhPqG5RFDHVzfTCaGPxxZ5tOp9RFsRiIBMPySp0P
12ctHEilb3bqB/1H/pG7Rf2MBoqJKq3/ATaEN+75t8qPDLII7cxql2MsQ9EHFyc89OJNbWzUp+nW
Pw3ZTkt3KTo+8id/b4cvrXMPRCcqXVs7KKLhwoYVqH+b6dZsIWUrJCXWEx54cA0TTPzwXhz/Goxj
HIwb6CY5PVFlm6pbEiP+DtwUrhL03QhnrXKL50KE/VNJQYbqw15imF3u7GxntceZEegAzzsqCH9T
yggOUORL6XrRFsLEHHVjDojO9oN+Pz000C5RuHy0vmjNBgRCgOe4ctSyoxG5juEa/s/MhnToUnue
3jukdN2W/gdFLfFpdqgxj9BXE+d9IQ8VbtvRtkGVUT0VGM1qbqZCyn9fIDYFvNKB2uPyHyLQgIzC
JNyxOaGJJ/2t2R+ir3V0r/s32l+4U6vBNrgT74fn/jfOAl+Fi4PSLwTXuljufXmPwkw/3uV6Ay75
EOtP3vgDgYsi/hGmH1KIpcZGewCm5ms3oNOUcIcEr/MzeDet3NAXT8O8cWbdQEclbKULd75xlATp
+dSb2Dj1yDZwCtjYFkUdrJKgzesBNpKIvodYEO1QmTJPKxv3zX1Ld4PNO1fLl0XaUOJsKFqt2aE9
v8cUcAPff9ePnatAb+Vr4bJGj0AF9wwXte/SdOXJuDimTN8ECkDNxzJsivXn09eYMN7jPltNqW9S
9FlBpbafoE5TFcmGlcEu7iHicgo9krdJna+jxZ1gh4HVWDV8vQjflmM9eu88bAAKSIAbfUy++Q2b
IRrLbuV2EHMGt7gcGBewkM27aNMKOJ9kGodlBTi/2aUR6FOtw/nEyEC1orBouNza6W0o9RkDgcVl
Hw/3TWLKvdKF2pYe6bRLCdP2eRLcTpgw7LJW/AJra98Qtwl8M2WHTUSoUF8MG2/b4Gf2p7e3TgjB
5pwjfEMFZHX+6+E1YZfj9OWuU8rbSraQukB79sSMSAfPJOb8Sx+tpPfzlzhfMcYUyHPNUArp2ItX
Cw6nXaM4hw9lW04uci6uabY3XSluaeQoXKvpGtzqciOCoaCW7QjNEmSpi1niW+9QQgESReGjuUmU
7wnqWHaPEVU/lo/XT93lPpx7QcDI5m2oOepiH4Z53tWIeec7hbfILVWqcWiScM8oe2Dxu8x3nBvC
4uxwfdjLRWXvqRovsLBNSp3y/EM64UxkzHKIoqIrIdbVe+A2qptgWAUpH0G3CJ3360Nehh86G2au
edIKp/Voz0fjVcydSYwfMe5BR3fo9A09oJhbhJqmibncKRPgjxsz6dGCS/GEaEWJ9FCPG60W//E1
iwbsjNIiV3UMsczjYEAhgVDq+MDjyzA0kFExPkEWMUy3Xtmj/cUWHky0guX04foSXG6s85EXqw4X
r7XQumFka2cNtrfvcKiBoCmtvR+tLPflY3I+1uLYFNSfLa4zfJRK5SvuDgh9tDowSGSpm/dTc2eI
qDxokjbg9TkaF8eVcblWuQqokoH4PP/KaQgZGG9DioBIr27bsYadqGT+Siz71koS1pNi8FCAilwc
UX/Cv0sJRLaDPJxtQxXHZB17lsoPYSYGa2CDN7aug5M3yEuy1BfN3/NJRcDFnSmHVx0NyY/QjH9D
TIAhpHnvel6O3Cv3OTF1kFjWic6jf6QVerq+rOLydZ5/guQC1BE5Btl4/hP8imYljyNKI93XIpjL
6ZkV0LePsjv41rNlXofhGYp7m8bQvhmjAg+bRgBKYpj4ALW/QznS3jJEtccFGVXdiJgTzfBiGyjA
tFFh/OMXlh+M0AwbjdSLZTv/wa0uI10DFrsLIuW+6BBE9Y3iYGJ2nZjjgXJVv0GeU1t5oS42hkF/
mZIQYFxK7tJcxFC24sHAqqN4N/N0D2gYflX6AedF64uexvY/GQwxClSqyeSp0ZxPMfdsCGc1jrlO
WPm83pg997H2V1sgV0ff9voOuJwZ+EjkrUneEJ2+gBqDW1L7KqDhgXLj96qsMWm1HRcK7S7T0GP8
88FmxBmxKLb0tKnOZ+bVLdxQCKfYB0K/NE1XegZ+YMSnmyE0f18f7OIxgrZj0UUgHuO9NZaBH07G
gNrg0e4QyaToFJko3Dj2t5lgqaX4+KZBb67cUtramIvHSEEazOpCqiG2B/YBLQc3LzDci7NWxa1L
21O5oI1daodYw7ZFC7ACCYRzExO641XzZZpIzsxBMW4tz0bTQrdWcCsXcQFrAliAOg0NI1NdAtWG
EVI65UiEIAobR91ET+5F873MMSrKW8T64+DBTvpi5ZaZP+tZrAW4x5jr8gw757DL6HQwoQsKnLXR
IfNOCSZk8PXX6v8vbdT/jGJTDdJNlJJmMsG8kZdoKhvskS8EmpdxEhQHNcwB9uJLjghl/wH+VPEd
Yu4HOHDacVRQ62od7Wcdt8+jMd0GAepNSj8Vs8jONy7e4tSrs9iOpn+qK1gs13fm+SP69y+F702Q
QLmObb64TVACrnpPCXAaL8x3upNic+ahulH70akgx3X0v4LQvwvN0Vj5/Nr5l2BkQQmdivosWQ9B
dFlODzLfaGkHcSbC5hjBb99AbzhWZfLiSiJcFVR0LUEUe5qPQ80Q7EPkIPNTJqvqq99Pn68vxKK7
8PJ7TIf6yfysg52Uiwd3iJTeUlGW3iGOYu70UgdkgouOVe2dGnNVP8/dqXGeQd6omxRly5Xzen5c
/z08RSMDdgdR8hJBGXqt2nURw3e4lO4gMD/isAuZQH2AlAd/ulOGlRHPD+D/jEiWJmnaYru0OArF
gFIfTYVZbRF/bFVOFmYW2ym3EcwLRv1YdqilwNn/e8f9f/LRfyF9+GrPzeYU/+tX1oTNOHta/O//
evct+T//XS8cIeZ/5D+OELQq6VVyZbzUsP/HEcJx/sWLT0ykU7aAQjTD3v/tCGH9aw4DwE5T/+PW
4f/l/5GP1H+9fFjMeW2Q6oY991r/wBNCnl+ccw6HIP8c7vB/Oa7z4/0qt8EwF1mJrqhdo52Koy0p
L2IFHqLY6EXHV8vy8Pc9+Zpy9NZQrABwK/D1AnjM+VCIGmRkDBEumnprHK0sfNYGVd2PAkb59ZHO
bz+YXkyKnhfxjdQ1CFxzSPpqUkGc5APXcO2qxoRPodKMrt2FxR5Tv/qQU7v4CGixvEu6qnjGUTh+
uj78Mur+e3xuG7qohjE/R+fjTxi4CJD8tWuVyvBpcvDrRPEmOqAb6D3JMIvcySujH9gARDdWW8e3
pTrqG7RK8t3KLzm/DP69EoQoFM/pWGvLynnZtUWrCD4vryYCNQ3uER+Q8qLdFpgpWJUUsPNoFsFt
4GnVeweNvneYzwUfvV7FrqobAxBrsEsfYxMX9SBq6Fs2ff55xJry2PW58+767523wH8e2Jefa1l0
u4mp+MEXOCY5hEkcDVPjOmOFrq7okPrEVwGGZjRYN7kVj4/XB3xjT1oWLxXtWLotYpn0hbFwhgYl
aVA5yPJmwqZY6hkm+onNWoAvzl/GvydHLd+xoVjZc73wfFeMDuAOta3YFQgJ1NQRsuiE03TX7JAu
Sp8ty8r2JlLhM/VUS9HGqyb7E5pJGDekk57dx8Lu8Ndw0qaiZm36X/DmxrFV8zRnL4MOTSlNb4wb
M4pp6+gIOu/VcWizfYSMMmXkCEfUTQfAJV3ZZJdrSDkJSxmuECZHEHY+rywJO3/EqNONa/SaUTfo
tkZEUcSbsAe9/rnOX9N5CRnKpHZMh862DbkIa2qlc0DM5OyPsFPetwZSd7OOTbfxatu6DzCvggCC
JMT1Ud+YoKTnw3eDH0CxS5xPMBgb9NBt4hYxoSsYJSZ0LKuut4bWhofrQ13skRlfi0ggAaYFQWC2
D3p9c2UVSiNN01XuOKj9TT1IRBGQd1j5Ym+NQieNOpqwqEEsa8hFVhvtkNmlm6GX+uh40j566PY3
K19rEQvyuQBWcIjnbBZsBYWr89lUuDREUanS9amhj530Sol/jk49Il6iV91XOXbFTw8pOmOHcJCJ
fGKMPPOGUAXNrBEsDo7VrU+hByl+BPORrQZDfH29X1D0ZzfO/IxaMKNs9q4N1vz8JzojKgBTrgFD
VsrZtM7KTkVfG98jP5fHaeqszRQMxI2m4u/SjoYjq2odY1v0O7NttZsUbbobvJDL2yb37dvrv255
HcJ/QUffBptmzDWjJYFKS3GxVZBHdRUDQ8qoqj/mXYGuKEe9mYSyss0vnq15OJuAhDa7ACiyrHM6
baOllSozt8/DvaUVctvp7ZPRpZ+reASk0fr4GYBUSQXtrUkD1io/XJ/w8qS9/AJKIFK1KReRYp1/
DRN1XrUszcztmjzd1xjWunGA0gR3oOZeH+qNteWR4YxRKweou2waoXcUFuQyqRuaErUaqWwCFAW3
mGXeirK0VtZ2+Q4T/AM0dGyWFcDfBTUG+n9mRWJMXM2KALMaypBSKtboqxOXlw9IutpHDBB0fY9d
aPcPBqeryxeVAsUvdfHw2DZcisYuElc3YoW8rBjFLrI6cSNSRB2BhNXbnP7Zt96cHHXlqlne2Ewc
GNBMMGdvkRwurgB/pPyiamXiTqUt32lmEB86W+nuCx/ULVyk8XMYiWplG10MSqOHepMjeGhhWeqL
bYRAiu2XOn3VqNe6Y8emnm28TU5O9suLa4jByJCM++sb6uITM6hFZ8zgyEJMWtIkvKRxtDhQhTs0
kX1XVXZ4pNEkjqPEUXtMbc2Nkiz+0WdKukILmafz+g7j6npp+XCNWYR5SzRkX0bOVNQ2ruED5o24
gGV3sqnESjvrjVEMSob88RCD0QjRz8+mSDuyVzvQXdvHKpTnQ0OSeShXVvHlj1lMhtI4/0P2Q9i6
RD7W9kTRQIt0mrdeeegx6sSUXqOl5eMhtDVkrd60yTjg954VJxx2cZFEb2+rTtB0cc1J3qPx0SYr
z8TFvQQ1WUAFI8yBIcgJPp87kiRamlFnd6u0rLkeETkpsJYdIGGdru+ii1WeY18ue97+uaduzbvs
VepSjSaCQVMgIFtaOX6gagBvY1zjBF9cfrBxCXrxFHQ4nJQvz0eBQ9phI8Qoeokqdz07hqsYaLpV
K4xj0wGC/sNZmRpSXzTHeVcoOS+rIMQ7ZThNRuIWlhYfEee1KEyBf78+ysUJZJSZraVz/MDHLWnk
UZf5LeChxG2mfPiZT5p5V9Zprm4i2wxvUDutbgxfqFjWaCj2XB97mXLSzQFD+oICnPHkyxiRsLrr
e0SfXVl3XrlpGzx4dpEG4srLdUj8qS9joh5A+6FIfAAwKGOstAcvP+r8ks0XH1e2tJcIpcaoJy4d
LXFjIpEPdlPpW2x+0m2FD/imb3uxUuq7uGWZMjA5ZotwChtq3sqvtmpYmLaS2nnipiH6ZB7UE0Rt
A/MTzqXJIYli5zhUQXO8vs4XJ/Fl0JmJNtcrIMGdD2pY1YT1VINev13LnaoXneRFaxO51XOlXFnR
RfEQMZbFaItwfIZBmnpe4/7jOXm5HaZa+9ni87BtlKL4nJtWqt3gZzL+RQBcjdveRBb8hBlbvDLr
y08ryD7gX5iAsuHUz//9q6XuAmRQCRl6t5iZ+7HtbCUKwPBDUCZS4nzlDr64gxB+IDUwaaCQbvGg
LUbTVbzSmqJ3vbC1Dkj8W3Rr8Dy5/iUvsgMAMwYHFqQ7dUoYrou0KsPyR4kMpXMbWBodhgyaczCK
sfs+2ATjKCRZMSUIGRXHpM3scNfTVf8WY3p8a9SG8iS00IoQJZysGRMWkz5c/32Xq0AyS3QIzQAS
Kko/56tQtQlyhEGduiJhqW1YFIcu6pWVl+XiEJHL6qQyMN0pCcBHOR/FKDGfQPA5dRubUnmbA4GL
JjHujFk2uanMz9hcaitjXswMPO0LgkBDi0UCqjwfcyibrM8w4HBtIvnn0JPZezjOa9nfm6MAYp1R
m3MperF+ca2SvIixdb2idU7S8rwDBB9zJfa5XD8IuKSYUN/oLWvG4r3kJggwW1Fb11SSfqvomGC1
yijeV5Irn+iiuZ/KeI0I98bUhAq1j3lR4aO1fr6AHu9LoeRUjRrkenYYadHXygE5/eEGhOTO+wwU
U6N1StZwPkqCz6PCX41boPBabgD4A7PVIuvj9WEublSiRvpEdOt4NMGwL27UvvPxfsm7jFiAht0Y
AV4vHdnu0twvD9eHulw3GrKCGeFpBPVh2ZrAendIhGeVLrAEcPmBNPdmrvz4B4M4FgV1CIq8E4v5
dNWU2H5mlm7fYbphj4F35/het5KavzUVrgdCfqQsCSoWZ6iXWRBMSl+6KYqsqANS7MWlRF9JZC6/
DT00OWduQAIkp+h8CwSR7Mq+pgCA2459S1EdWwsyt/dtV5Ur2+ByQi8op5lyD/SXTv35UJqij4Fv
Z7kbahiFoVQ3PI7KpK6Et/OynEX39ObntIz83mD5lk9LQFeeQho04MQf0iNVGeVH3KbeDc3A/mNo
Z+PK9XAREtJ6Q6sNi1EyMo2k4nxWlo8No0AigTPUpW7lVdZHtPoMxMByrb5RBtu5wZ0+2vZB2q6E
R5ff7mzoi6xMjBIjx6RH46oI9iMWWDsMYbV9UA/Jyk1xuarwFEDioeZG2fxiM5oYakuMrrgpLDO/
E3WKk0fSDr80VFqPSIh1a1jxy1tXaoghIJNEgx86yLyZXsUjSp+LscR4l+LJZN6YlRbZ6Lw71l7H
QeQ2CmHyJDIN99dP9hJKBApv7qDCFaNHAMtwedmXXuUhwIi8rR6WXbap+zR5TuKsu63izqm2kR8H
z5iVZ/ZGNbnXQH/r8XCgEzM8tnpWBtvB8aePCHCW7Sab1Mzce6Gd+0c9hR30MJbKaB+MJK/qLRK1
8lsWjCA5rs/hMuqZC4Sz0B/gRcAKKAeeLR2eIehgD1F5bBRZIWlb+KgI4WWA3SmmsDcwvEHUoeRP
A6CPATAfApRpPsuo85Sd2YHO3yKMI8ybZopgQSOxCz1g5ScuthOQAco1s+AHwR9B5xLmgG5LYRqe
o59MUI61K6JkfMT9K/9l4pT2U/cjYoUgiwSIY+EU8W5qYw1U+1CMYN61qMfEwc4VDakw4X3ATQPT
CM+ooaPXsRzFyoLqL5DP8ztl5g7O1zB1AxtsyfmKhp6RIQElMhecjokgRVzZ6R43h+ZnCWQEJH+R
FzFOThC19pEyiOcy9IdfGMGF39EOx8PFaqrR2GdqP/tCZBEOZkYZ+RRcub8iONrd+J6iShfi21Bb
zV5NAsGMTATB0a2WSbyVGJvfFvrsYYkgO5DnCmQT0up2nJ/iQcb7uNWM2dZPsT5HLbLdwpdfVK+2
xq2DFcMhrW3lABLLTze2kVDskCE6YAhz4xC8x/5If4ztYkpQsp/AevqeANYbFpStN/hxiZYdYSFl
bMqpN+7Q4pXascwJn7djIcIHVr792Bp6X28Vdcp+1FnZn5yOqtR2cqoadQLE/NMPpZ+pwx7hWjDy
GUHxQ05G3+7w5vYfDC3FkU1p1Va/xS1hcsM4RulZ64r0uR+p7W+qbnQ0WP1dNRzyKA/eJ4DKnA3T
xpQNNyrP7epYh78eaAPEhAwGvbLLcKGH8Y+VVXQ3F0irHcC7MTgm9RgU7yp0mOWWWyWeKWel/a0t
KhUbYStpQGx3fiGDvVGXaAb6FT4Z297wk79aI2tuS7unDGcgpzgdfUyB7ifoPPWh7aXuHxyBWr4V
iBrZEnuIP+tRq3xTykT/hUc45WCNnB2d36bx3SnRh3Zf0SntNxbO5k9Jl0YmjBMcxfYibKCke5YF
sAV7DfNZ8dDa/W11mW54WxFOrepaGGyjzpv35Te1cCa13OjYtv4wYTM+JwPQnwNq0GnpNjiWqHfm
2NnAMFPfaVB5RBVqm1adM0v/dTHawFPoIEOM7E310xunckTKHJMD1x8yA0fvHnuvnT80zX2V1hjX
xim2QlOso5sRRzrgWRxu4QuomCJ6d13T4yaUhzjU7zS8MbBdoituQ9cG9rpJVBUWzoBW8ScVv7x2
g/K89gF3UVgxIkrDYYMQwfgsxhjPet8Jhtm1Vv00akA296GADM3+T7tPPq8HYg8p/tQoBzZNj7VC
ElZbUYTz4uLLBkga/WYDhplf/cRbUvlaqLnyM0gyC08u74nMEWmJwY62FfXIvWl06NPXfTB9aO2M
7YXppZ1vDDU377Jqyg4wqOJ+J9K81Y94HpZPWtVPGYsuawycEVn92ELPxaAZoV7XkNYwHRS1d5xN
FNgk1kQiiIjoNFA/VbFWYc+ujcXdpEdOvO/zIBr3BJLAqIYM6NyuD1sYj5qaDOjjC8/cNKo/zkZg
o6/Qy8+nCVkY/EnrSI8e2WnRQ+wreb3leWvbTdHlFKJyUstvcRV52U6v2VVY12ja1yHvLWdToT/+
AMhbatuxViNzq1l9yNXky+AWAGeHr2OYBP7OiGdnrUGzA3TQwaeBJrZLHKicIJZPgRCNvlMLTXmu
PVH8qLFlhaShIqRp+GlbbnuJ9jnSqimCLy3v50zNQv/csj0rYCfMD2BpivG+GUQUugrp5LADfBkf
S3Rjs0+JOfUI4YjQYJt0DVQtATLcdDuzAq+rIbdu7qMcjdpPZp+igIMRIcIoVtaWiDtMlfaUWyGP
sdLrhb7xMebYJ5kU3QGl76zfTMBj6l2NdSNUbHWYVNJw7N0Bkg4d/hgFHJQYaXm8pUXiyRvO69jf
DjTIvwiMzX7ovG4WAGFpfbfC2EEuajCnT+iiIOHhRF31xcDjGlekEpAePKVhUMBT6ukvFQEBwZHw
o+rg8DWVbSIhN8UotKd02mX1I2QWFha9UYIjRJ1S5WvHUSb72CmVGOuZqC43g95Nj2MYFgnw0xCl
ji5Qy2lX62mFBG3QqgXM0ixF/ZHm3nPSdL0+kxtjf6eMvY9DrNWZ1p53X6D209b8UE/D1oAGt548
FEGXim034EzUTEph7gZEVhpoiCV2Vx1Vq9seiX7zBqdInjBhR6X5Dp/CNsffA5+NQzAFJhOww1I/
Vn7geff5EKfZXvSZhVCJx0W81QvsyDcWxgocoUYXN7Ou+kdTG60fU+LoSPFGAiqESvASH3o8WRCK
zzSrfkrNVB8f9dTsxr2t++ypVqvt36nu+J+52XV1q2L4BdAoHLqPNfUXQrcGe3A6vJ7e7SI4Zjpa
MIF2Z9T4fmz7NPBjHJu5WnC4t3lwY3/gjkvDRvw2/BJVRN13YoTYeNRQJysS7eBoU11tQqeDA+77
dWrs44Fe9dYxg/xnnVBawsxbEdqt0aD8uR0G0JKbcgqM74XEIWWjxdx0D2qjql9oiGTWwcFcF2pT
nKf6bQ5QJjqi65G1h4JXHjGbrtbVdzpSZd3G9pXWuAsyPZ2O4BFVsZJDvWgEvAp4XuIzCpM6ruBQ
mcBdnAc87Wg1GXaXxmlk+7zjdkstWnm48m6K0oDAG5dUZLFmKRuHYwP0ksgjR4cr6/vHuqGcsTOG
glgjoxo/bkJQF9oeeof9bixC39mhdGlo+EQk1vdKsc3skEbOcJ+NRZFikOzwil2PN+efezGdudvj
0H0GOryIiJ0hCvOszI1TI70WxdwKAHPT64froyzSsZdFowFL6A3mDq3vRaFNZo4MjLIwT2pCiGD0
6EVbeNWfbKdfa6S/MRT5mKR9TSYNR2qRtQPp7K0h9M2T19P2wKNAp1BZ2zbRPcL5fz4v6kMCZwCE
V4DczsH8q1SsKzutLOLUPJE9i23UIqWkjBWXhYRL8MdL+DeAnzo0KN9l12hU6eWOeWOebIGORG8M
6i6RMDi4XoKV4usbKQiEUsrvbHNK3ksEXVHqlUCn3ziBJo+fJgR4jlooFMjAih8clJlNcH1ui0LB
vD2kmEGDkPX4a6n0yDMYW+Cl5WlIxmeCp30T10/YGN7VTfS7H8jJnDFcozq9PSgCL7MoCAiqRc2l
rxw7AZYnT55qB7flVHf7oNGdfQRvYN/6CrFtqKLP1nrGGqbpjUMn2aRURODvgX5b1E2dSavxmi3k
CVdDvDGbunITaU0rR/vyJMzVS1QswYFThrnQ/O4UlFcyXJUyb452rFL9a67G4KnprJ3vywnBZiFZ
JSQAXMdHPD8HUHSyGOvkAVAjSZMBO/ZgN92X67vkjfmgwEgt1kIDjXKcOB9knDCJE7XRnJq4gDZV
OIIqZuHc141erkAhl41wdiRUQxq0wBhosjHk+VgefjzFWNjtqYua4Mbzc+0mw3T6a5U3ys1QK8MD
XivWVlhdvrcd3zkmhoOHdBq3p2YwmyOtP/nHh4S1tYHwAumAfrksFfvg3zpt9KpTamLpkeqK9pyZ
SvuukInAQNDCOtJsktsktuUfbyQ6UtT5MUngB+jLBrKvZb7ejEV3IrAcNtNYtjcESUhvTGrhXv/G
lxsJzC6DvHQXgaEuLtQiy2Ws2a1xUgdB3A9EAS6av3aXLvnUfF6D2rTkKqULTxNocQBrp/HiouTs
OwnAGN8vwq1pKs2G8uhwoMwlThTsbQQGLPHDrDpv73hNhXxvm9+oThtvew3mFom7tomGQNkFsg+f
hl5H7xFD4YPUa8+dCq3Y4LdcbhVTKntNhc74598FBWgBtJ2yLriNxSwoRoeBqofGqa5M9anQWlLR
JoLYkM3M1OsfZt7wr+KEGUI/A5i4m2n+QtRcHD5NL1EAGLoSGKaZb6Xta5/KuiF+p8vtGrgZ55sg
6fsVBeXFdqDmCLyGfjoNdSgV5hInNkDKk5niREfePmvf0g3fSsdbEzV+Y5QXhgDXFz1XlCPPD7sl
g2GIhYV9bNZrYJ7Jqo6AQ0S2sobL8uPLtgNNCM8QTw5KqIswqC+T2nIiqZ8CgPqhK0tPrbdTpYvm
xhMdLmRhO7NuLS/ZeDruPDo5jrY1JhxLN5nVtdF2pDhJgZXn+TcdIgRBr3/lxUrMP5BC/dwvpJhN
crv4yoNvR9FE6eBktEgOFjoao9loZMc/H8WeiXt8VQCWS9x3kVKltOfnLw5qH9tmT4eQ265hDC/n
IhEbgIo40x9nZMr5V0VZ1q4ACeunqrO/giCgw5tlOkCQ65O5fJUI/eDEgxqmcgsG5XyYqXK0zpx8
/ZRHtfpI/oJ4ZSHDI56fYn99qLdmRPOY/8UlAbTJ4nI0lNlVEZDbCXxAd5L42B8AK63J+701IQlc
GHoqJGn75e58FdNWRYeNWtoJvIpT+R7ryuFBjmiJAFpqVyAe89q8ulTYbmC6iJsB7dHOYLjztWtC
kfaj42kgdPrA3lX2bFU+6MPRMALsewtvLKgfFSVahnXWrOz1N+YJQYW9Dn6eKGwZu4PTaUSQk/mg
alDeZR0CdFD/xxuzRVjr+od7a6gZjE3KSNHjIqBW49qA6GIwz4lymq5V+NUFBuXOONf+fI/MUuGM
Nv+LxuX5klql6Kup8MUJCHqEsWrlo3fs/4M9guItVH1OF9Jry3s58UpD9wZDP/lZmxyYnLcdOrVD
ex5d8Otr98amZygEwAk+gBgse71CaW2rJVw7jSKjfGnZyLDm3nC4PsobX4jXBbQsVUq6W/pi2YzU
LyonS9j0cBzeU42acCIq2o/c5Wv9wsVLOm96hnpxdpiby8vsKgucIazjRpxaE4PnkIIxxnKq7PXT
YKb+EZe24SnErlFd2YRvjos0A7hOvhug4POdoSZTTGeoEqesCP6qqI5vcLZzncH5bhhjtVE7+/Ef
rOks2zXfi2RYiwEHabQO/m2Cx8ShkeWEtKnAsmOzEv/5SOzGOZea9z0yoedT6/o2qaMk1KH3ttqH
UjqIk+DNfE9V8A/hWQ7JPoxWOohAhixHvjDEX92OVu/ZoFJ4IUXvD4CKp/pd7Uz/NpPDBs7/lT/8
fQW+ZutdfKt5FIC+nC3GAYF1PiG7UspmTNj0OPMMmHCMZfHQWNhlSSPDqzWh2SHJxoPkr+ufbMlC
INbiEFB8n5N/UmJ1sZKaSKwUBn1+arrOQhsezPijLbPuSTEKjE9jWduUWzstOjaq9M1dqqJ/dWsH
nU/hMqvgDVz/QfMeOXshKEBAKIQpQ9pB5WhxLnMuOdWZ2gx3pmTa5th0P/aDrq6gBeblXI4CaAUq
KCgRepjz53j1UZXBk6Y/9jka8PjJKpQ2j+OQewfNj56SaFBXLps3JsUzACd19q7jLlhEWfaIKa80
pvTUNAEMyUJvD0nprUmrXuwhIJoEciASDMoAun7+Ka9/BrSTLt5qyp1EUshfztgr3s3zNbLNVIu8
1guOJYjBz7WX0iUJVLX91XZx+YtiOnbWpWNCaaRTUjeb1HC6epvSEHio/V557olsnnrYoL/lYGr4
akdDXKEM3g/enqfKqt1AV+SuyDLUIoLM0NDHkB19oCLQWjR/JlV/V4/5iDVymNUfnY5G1bbskyDb
Tp6K8plaZsWNnpuwxIrCoLSPfB2uyEkYVPzjA8x/dApjavCOH6Sq65t5jnfwVAoP65dh/DZYCHv9
X/bObDlua9uyv1Jxnwu+ADbaiLr1ACBb9p0o8gVBkdRG3/e/U59SP1YjafvYTFFiHT/fCIfDMsUE
EtjN2muNNacft0qirsqiD2u/wTOSQiXVx6eqq+YQ1YYlFCtXMwak7/II6sFVQu3FRHMpXSF+UX2R
Ga0tfpJQ4sf3MxNfy27cDHE8q17RiM5Zx5mDBsQ4zuZ1BYCZ+TRWdchjpKoJj6ApGXIWaKSNiVjm
6wnKAxbTcfBx6edMpp7eSwoYg20MNzTVOhE6CDbCexCHufBnkMPdYpCx2GCjGl0XPchCQKAXnU9W
XGarbGyJpXSKGM85pnZeOjj8uKcdRqYtlnthFtLY2JGY9pd0rm8WjW5hL4orFFYp29uUqPtanNW2
gv68BttXe2rSVDdtW9DCo+DmcL9EZXdlRophrxSMSAGg5YzrdWVY1UspjeUqChGMQzM17rEKtCfq
Jo1ZoIBLxgW8guIjufFlXrLQ6was4ZVIGwfcfA3X70yZ+ZivTui3L7EMkp6bDhxC/Ibjkmk/uNLG
AmGgy2dCciMfEONvYAkCQovsVElnBAirKrRvJlvR70TlkKJJ266/x0VjTlZON+oPqZFkr2EH6RC0
sSkfpTFlFsX9ZGx5RqHFAB1s5dDxUHK3A83GXJsVM8FNubN3tLFpCo81Sr/IYdHwkRg54QGpOcYK
1GO44KTSMSYthrRfdQnRJ03B5Qte7YgoJmqc8BI46W1RsHCeTbH0J5EOCBJMol+QnuY45fp65Boj
Tic4Z3tjpvX5xmqcbPLSChMCasKKJC3hqljtTkY9IzSaNPo3jtFTvGqoOrf8Ev6Wfjxrg0YJr6r3
Xbjg9j3j93YyiabU/VITzpOztPVV51KJKYcsHklmTKlJwoM+5VU7g58HhSiie1W6yymGvdQ+IkV2
V7MV1ffwBFCMYxYDa8i+n7ijYkKsUS7a/GonixudzFXZGtTOZbqjKDag60NmiLLaICbXR9RDopKh
ms/4ZDoUHXV1/K6VUY4yVUdxjipyhJpEjoUwVB471lfFdZdvehLWL0UbN1exngx3Ofs4mo5KUjyk
ZdqdTTVtz54b17idSHxt7116wq0gGgCO/EzBuxtV1ih5tVMpjU1pqLl+gu74ci+zSImpLRlAJuVU
QELIznWecxQ785W1VM7OKikTbxcksp9jjIuxKKinMvUE6ZlLXCOnl7EQlPqhiurnPu3I4kWjkXqG
FtfnZWEu6coQjXoxI+wSrSiKLjdmXKM7q+qUk1ba2GiZh2V18dLS2xD5tqmk1cYcJXXnogMS8iuL
tCNgWJN7ajNGpqe08Ek4ujj0KpbSakRgdLnNnYdzh7vmgG4iok9tRSmxjwvdw1XNptxHu+fEf8/O
hc6Iblg/zbbxKaB0C2iKMV/MhVZuxeJ22aFFPTODiR7ZK4q7WkQDXx2baEfzfU6kHTvPeqmyF1Ce
I50wG06OjLqaMVJ0s7bz1SD7Ol/hbl7u3HHGRS5V0lrblpbBt1iWOnqRggZrzwjpyvU1k5jDJ1tf
V76TRzRU66LQv+hVzYeHnelcmW5psIT3jTz4moTM7ygqMK0WNUu1WU/RE2rx6vPopJXuLW4szzBh
NTHGU5TDu1HG+cCxGa0I6kW6k1+2bR1ShE2wYKkgOPUvskpbVi9jse7rEUBhS1mmVj1XHax7xWFq
eC45JOrPi1N8b9osnFYmW1oEJdSY8XpeNMgEKtnFg0P71kmdI2gboJ5LMIDBetoi62gtOF5oVVZs
m7IpnzPdjhl6iC48lGORoVLatyCFieZ25sbOM830oDuW88Sa7ad5aMp4M0yagSC128fBYC5UJiPK
3pZXJEr71ICcYPnZmiZKpabymNA6GHuTNK2tJYHF/HlMktcO53IWmj6SRWCoaW1vIXPk69TH9dep
XQoTRWIloYiHiILA0rCkFJqmWaP4s4qTM0QBX6IDWJMBiUsNp/taV4aTwZ5MNo5oaKvbrI4sfUu+
VSiBUSn5ELQzN+jriJFlvlE0jb1RpoFWX5iQBfDOMeoL8maZRhe+hf2XRGRU3R2cV7LYx2Q+1Xec
fpCltuzaET7u3b16a41aPGyxe0zTIDWk8zJp0LxejP98iI+twKx96BTlPsmTVmzUbEDuAAHPlKyt
g4Y6Y6kMr2MTfGGeOvvVGIrpNTSlBOnBjQAJp8xuMZWhKBx6C9AO5ie8L2yxIAvvSWroV3plT1+5
ifkrjRPzdWrU6XeAAvd1GDMGWkeh/gRdTG5EKZ1y1VsTjkZ9Fj0oABPftdHBjbZrDzXlMY4VO1Cm
JHwdwza9S0thXkEvOldLP0mim6RUEZ6sjHFr9w2YBWlIMg1ug7ZFcFDZp6AVCawKIS6B7TqlUR38
XEzxWBf9HJ+h9N3csEqp9qocrB4uqaJQu8J3pkuDduiXFzTi+nYDLz2UdP43hevlbQGNExppHW56
C9sQPxmjql9rtVtYG2NO9XOmcDji5K0lyYqi7/yCfrcVbUaN9hN/oa/mTu1kgjyGs+BqmBh2dVmb
WfyYhJK7zDQRAuphdtZ4FYWXnnbhMcZui83/i+KCAQbOROLN6lO38CeJ4TGdGyA82LL12XXS5uMp
DpX9c9MBA/I1Zjf2xrzheTZxm0++cKcJ5ePcCVX2ecRzx1FfhB+ORZsQBx5mC4U8QsWCNDEugXGL
5pSTtfKqrs0BvASt1UuHsR9hDotwAK57eINxnIYxCwgJ0ZPTe+EOwWz3CcOoPVA9B/rmphvHlDYi
C2sQD4oo/t5zZFB3hK7jiVNH9bR1hvZZneRznBgy9ghSOPv1GJFtWgLO2za3ULsNTaCdg698eZ6K
GDaRYWaf1aYheUiJHtsBuTe1Dwyns2qfRlIR+os2xedoRQgSiH2/SO7Hrnrf0Otw/ELvY/SoNpl6
tqhJ+W1QlOFcIWx90XCA1bbDhLREkJUgQn6ZaRPC//OCO7TFtMU6XlN4q3GeZ00gEuSGt22mc++2
WxkvVrjotxJWvFnXRjXsk2S2zgf2uXllL7VzPoW9BseYJrP0oF074ntInXDdx1Gfw4Ak7tdFw5l+
36Qlb0s47KDB0CvospOH0sYTd0FrNmj0lkV2VCLlZZaj9F2bpK9Z5pnY1xx8h6BOimq8Uyy53Ihe
dhAaho45V6QthoO4qEXQkXY2/ZKyRey6FTrvEC2t9iJWxfAc4tSMsGvlttR3lq46MzrMzH1jqG3L
72oTWLPHrLD0p7oh1uuSpILFTIykXlVZsjggHm60nbQwOQVd1AH/YqhlP7fV5Dk1deXBAKgi5CWu
Y1TiQKbd9IVr+9msnyhZ91CLcVsnM8IM2CB7spoCOSsM9yhsPdNuLitzWZuGs7LA7edOWc90ON2F
taDvfOnnCIGTumFPrrPxiaaUs8Yd+4e0b5pVBFtLEMh/Za17YxIJXCRqoj+AqOKktkjqvus+KZ0r
BUDJK2vpnKMUYK6aoV2ldhksaXclRrZAQFQTVGpItBXZCoi1pN5Xo30TG5kVIK2/Hl2Ew/OQOedD
gnOIUsxTwJ/91KCsX3SAwGF+Lmw6nZsQ3zMTKNcADfe1MXa90DYu9LYGAk2t4VEL9WVlY9hymyuR
zZHNHvdF3KiXCRq4l1pv41fu6PF+dst9YnftSokN+7JX+h5/Q1F6cZO7944BD1WFt4JEQBDX4XLq
umF6PePSHqj1E9rdcTeNV6NunSdAYPUSbwfWx0O/OTVQVFDUp5El0ZT9xbikT6EOFDoOyAn0GFJY
im/XzQoQ0XMia4f+6LbPxwvbXgJE+a5VeQZDGiSJ/CY5JabpTtX6mm7O8TZD8HVYsgogasBs3b5t
CBMVHSm7FI1UZBJG8uNyLvxICA9Sg5RykFjx1wXbdIxyOKngyKVkcq3ANXgcP4JoWlZZdIqTrht0
Ii5WlEexUnfpUa14BeRGB2KBqbt07ImspCbt9YzHl1iK9EQRebvqtOrFnjlaKBSPTm30b+7Z8ZkJ
ANlo72pJxbnZ0qJ5Y2ZTsFgW4k9hty2iJTDY03B1ZROos8skrb41Il05YY8r3tAZl3FtnubR/BJn
Od4aClZxFq1dG7err3NHxrdqFesnQ9+q3/oaxXYgOSewlqjzU8wMi0krV7HtdL45mlcWrU5BrtBd
kmTXkSWUkyapCl/k4kEjYPUjyGyvKsvG4xBwRnN5e6HWjfts2+WTIJkXaFZmrhbO5L7ZZGfoS24c
9lnM7ZfZ65v48aCHeiLrKfdzp9laanmji+R6ZmUAVhy9CZV1pIS+zXp8K+ovuVa/OP2y7oS2rxwV
pLML3BkB+ti5Bu/cZKq8U50lBOOjD2KwOMWwKrgIfASV4mJ+wY8quIDK62bnMY3EA94kj1Em7gVZ
T3SID+7gViTRBeg5PwJl3s0T7XgUhs28utMN+Wy3lXyVyTpj6dWtlP0rDYNsROV/yYorCoug7+VX
qVTzObj2dGMUkX2ipWbhWa3mM383qWWTmsYQaDDbXaNVhHF5O3vhUNXXogRL1u2821d2sWWBhkDI
UnXxTWkoHBidV450rC+mHiBjjFh/0q1NAh/PqFAe76p1GXWPSexW/gGaMzk5hqdEyuWLEVvuyxA6
yQ0zH0ckFVqVrr+vIUfw9eSKs0zIm1RH+EjB/vY8tMqDE+2SqplPcnQVJ8D/hPknk2KfT7rhC1DC
yS4fC6PFPyPKa/w7neWSbW0tcufciMdtQ0jfA+3FrZw8syj0nR1NdeA6k/Z9cpcYy02Xjpd6HY3j
BWPl21zieUMepFZuK5kR+TfGHWrNF1IJbdipalK5uerEmHZTYoTslioFhl7rrb0mSrF3jUfG+RKA
zYvCp9lwYKcmjUP3xFWdJXnq4XKL+5vbaXu9bi03qOLE9UNHAEfVSCGEuZyHwM1Fv3GzUgpqMEk9
rXWUXpO8KWx2Gs0lAlY78i0qOQffyHqyY3IghFqz1WY7G2E8y69rRVV3TsgajNRVlFy76pTlZ2qb
6MqNkTV0iXmgsJb6wLLW2r7W2ELZNRlOLRdRVnf3JSguD3SqWuucdGGirMe80NvbuYhK8iNLVe96
MhjZioYhOorLEPp/Q3lOwuLyP0q6SO1ofG4ontBW0KoMzMw1YayLqkJErgozp7gbeRPNN+FUs2CD
RXPU6Mf4m6FXs7Lm11nISZeFa85fOVroKWDGKkpauHGnGEYYzX4ao00biapYp2lTvtIeiwgknJS+
heXRyKLA2L8Wo8WW13XIOGyGouq+6Ejof3MLEd+LIultL6mHkewL2emvixzta7YB+iXGwSifyKvo
Ahn9ZcJRk/T+bacC7uOTUsvhlAdVsV8gzGr4hmEWl2MkeGdgVca8y3TaqwK1LxN5QTI0zFjb0uYm
ipwOXZMoWnHyH7Od3ro959u6RIBsIl06+IjIpeNaZ+15Du225qOXSaG5Q5swJjCqtrrRxzw+7y1c
AaRasYjlyXRek85Yu2pVP+g0MlVbY6TZYR21Cng4VD95faUjzvSGhRnoC3NeTpoIHorU7jKMl2Uf
xc+Q2HSUzLGacsp0tKhlx49bgt2+Lx6UVhK1L8ZhDsyLU33lPVpoLHe9S9uBiAcI2UXU3+wmVAX9
SY6d8mpyYli3zlTSya0CF0uxgbQT459dMtX66gtbQvZqzzHMcIOdlrvSMj09W2xE/rChz0T7akyN
ReLMFIof6bSw0CnXT89Zl0aal84ZqRSJQQAmqiGGTUlTVD37V+Gyg7tNeJs12figzUUYBvpg6S+5
QZrCT0Ix1/5cZmMeZAXau9tY7ZyRHp0svW4X+0yScn1K+mLsLwT2E3tM18KJfdKZWblaOyVPHZNK
ZfWLYxLSoVBeO4zlH0Q6i1MtEpOyUieV+Mxp0kpbNVVotfRDWMt1nM/KzdDEbu73o1GRYdcQDfEq
O9burX6xb9ywqIu1rmXDVRbCPnt5orUPemRVd1Wz5DdmaMWdR56e4Ex0sjp4Ci0HqjLMaLFQ6eDa
4C01Zp+UVX6sczgGoPSh0U6nrnJcukXPyGzrNOx2xqSEyK8W/cViWO0nV/mxZsWpCE4PrQRaFLEg
eV/o+J9ZPOOorjbqblYqbdgQuqMDnJRfG9AFnHFTDaFbK9zqlStuYP2y/Ugmbi0KM/ykrvNDERkW
GHpIUEODXKOO9r5EkhROSWScgeg2UWp5QzKRNCyUajxdzOgzqecfa1bIuh/0hUEhXd05LiNPUaal
Kep7u4p03qbjGHc3soWsZstk5lemdftJCejQuv2+SMbb5GXCzB2EPY95Wa1nfHGc7XdO6obts9Ya
1hOCeeBvRZV1pCF7DR+/PDZmEsNDYo4bl5njyRK5xM2v7+WHgUU9C42+A4+GuiYF1/cPuq/Hwa4x
Sdzpg1FxmandlHrxmdr3B1fB04aMMJ4vDoW0wxv4W1VQa/C2mU085qu5HTZukWanbkFZ6tff5Ycy
HTwPCBRHPOSrLKQ43l9lxGZKJHG47MLa0s5tjn3b2hLDnQVOxHFL9muB+5X/64t+MFLpRATYRSYQ
3Zxj4QvALpTZC3vZtTGW1Nh20K6oIfgBOrJ8Mik+eopwWLguQooc2KX33y+NlaYRvbPsJj1fXrWu
EufSMdpPRsRHTxGxVwTemHoHruz9VZyQZFmzqMvOMlJxQU8lNsfZgLFN3zXlOhccJVWcJj95jG84
6rs5wRc6KIjA8+FMRvH4/WXNqJ4bpbGWHRWrCCHFcCbCtLpUfyEbO3KCQgSjP5SzpjtTjPP9TNbU
OhyL3JTUWSsmShLjIYxWU+NUb6RCMrdWqVG22qHt6tcv/YNnBEADjIEiJMeFY0picuxGdacRHnwk
42UcPBawGA6aRcE7Kp4AOCsQ2F9f84dViiL3QRUNdpTXrx43fsQZnYAlVeFdRIWtxUwwyEVCXS5K
vhaUf399sY++IIHSQbqZFcpyjoZa7dRjTMSl7goxI3BXygFFtlqJu9VoR+p1Qefd7TLH2tOvL/vB
ZALiR76SLmhkAI6pzshwJ7qJbTJ3XZaehCb0RJFzOigxVvrkcX5wKUAXFOcQ7jmgjYcn8LclyZoz
oM1an3aGWzSr2h3oixbS7nd5UaSfsCAfXYs5i2UTDd7wLoef/+1aDnLlDo2+y87tjOpBN2cKqYJk
kpdls/sJ5/vBMEEAGJ0fAH+Elo59PInhI6M1exbB0rIkB+0M/VwnT/eS1+kQxJHG+/VL+2BZooUa
XUY2tIO07NGy27JNT+phBUzDEs8gAw9Hqrni+tdX+WiBQC4LlFJn5YMvOaJDB6UEM9f4YpjoNs8L
o/eCLilK7V1U6veKNahneUybMERsceWymZ5Q3LWephwK0dNFPJ2GYTyt+jgEpiBlKDfUnedP3vRH
zwLdO6J/unDAX45uso2LsmoMZdkZgGlBu+Cq2fVd/8nY/egqB2FdHsIBkz2Whhnl7E5D4867cHH0
TR5TJak1+Rlb/NGoxT+URYevgyjcEcsd5VoXDmGz7GYbC1s9N8b1TEWGYz9wydvL/W/R/f9gA/3b
OP9BdH+XRU/t/7h8ap6eXzOk9t/0+Hcv//X77/2pvK//htjpmxAQLNkbFz2+th1/SdN+0xD1OqBb
FDTe5PX/UN7X7N/g63AUQn+WjZXg7l/K+5r526FbCkCfRdbAKsr5d4T33zC9vzZuWksNGEjC2aMt
QgllXKbMpb3ZJOcJ2lR6mO/TTj1PSyNYJns3COVrahfnE/u23ojIc/FNpON4q4VW79Ep/VxMoa9U
Yvu3J/gB8WceJtlHd3SkmDSZnU7H+dzuk0rdO0ot2ZUrygZuXsDV9WskBxwvbFCAEHN36tB079Wo
SqBK3r/Uif6ldjrdn4xlD83xZNjYS2uKg1FYq5vUYex8rRWYarqdvc66maLEAsJglcm1jqbntWYA
AYS5us/6+MEQy35ZytslT8658y/z0kqPZsNxW1Du2uaNQlLUKbsVyQLU0ozl1XTCnczLgJ6BS7Us
b6kg3GJbfm7nqe1FaPN5o5l8FRQu/VrRnsdG/aL1k4VNrnozm6X0yoF/9Z11sVBT+vUDfWMkP3ig
xwcjIkw6eepp2LsJXrFD7fg9GQRfRk68ckfN4xiIc3AU9LHmxSFO1lXyUBb2rpSp4RmTDIaW44Q5
kpgNy20urVcq914+PPa2xmluuuwSUwmo+Mm1U4z5boQJCDod+RU30YdVM2PdOi5DT715yny0IjIv
M6xbWys0D6aSsqG9+/VXfaMgP/qqRwu3NXXqkCrusJ/D8TLD37EpkitIjzMe8rYbcOYdjCHzIzO0
70PB+CUofTDiLFkNCzKYZldvRytZx5W8SUbUM139uXc6epdawDlbZl9FqeNaXIniKprlZS/rz9qK
3iLkj279KJJJS3eg3K/W+yaUmLOOm9zcxxTvSO8FhAqYR4TXTrNOJYIttps9DJb6xUo7382jIG3G
oLLbzM9Shq9W1+hBMGjhArRTFz1l1y6v5TTe/PopH+3l/1ozjhWcI3hpHBeiZt/jyqDFxcFecZUO
ZDSGHnVs6rONyfBxyttMJDdLw1kDN2aVniXLb8rqNGeqkBb+LAHwfqf763aO4jL0SwYcSvNm74je
60klmT0z6zMjm6M+978+/rCN/y3sA0+3kN9pUGtFfqPOatLM80jNAg0Gc9Bd2MOi8yOVIgLdNZvi
zQQ9IgOf6fmNzJH6SNToIpTdSd/Cxsks3QiTpJadxQ+IFdxoerstE/v11+/mfeT/180enb9sUrjT
TCFnPxVZYMhXN284zRaeiZsvtnqfLClHiqR/XeYoWEQbpI0BFuu9Vo473So9q855PnIzUKgxtDKw
mwpDhM5zzc/cVN4M1j+aIEc7VVjItpiyot6P7gIZ6pwkKei1a0QZIizWdyDYMIA3UO5S2cPyJdvE
MteTriyB0nSIPsRd4lG57bxMql+TmhJP2wzf3HJkLXPgnGDAP1NmfNMT/+hej/Ywy5wVK5ydat+N
A8bJyEzpVHPYp/qFwhKgVowGuSXdO11v15G5TL5j5PeNTjrWkSa+za1czWr3Ne+VIJTyvNPGIHfD
YKTzOo2Q05ji5zrWr6l3Lh4xhxqAWa7aXP2k7fcnqxHJmPeDfnHamhOIqPdL3CIAZhRBSzpJF9at
uuj3Jq7ctd5vciP1B9kE2HqtEX3yehOLQrc9mwGQSH9eYS7lYVJ+PZbqSd7agIDJNsxptBASRuzX
I/4N3/7xWdOS+/5Wi0LJ5jx0633SKoav9LpzCoSAXEsaD3jILNZKzkQo0dTP3jBCrEgtvS6tSr0w
NZCQPHOQFRnUGBkP5LpyvfLMsKNlNMzFoe2+3SKnc6eMyRfIuzvEhx5dhEvgFrNNjw+T2mqI3opY
+PGk4slqzydOjlIV+gi3ovjsyKAd5u9HX/JodwjrtHPQwaj2B9bRKuITywr3uQU0hbwWcPZ52nzl
dZ2Yi1gbTXeCmty6yArlkwn/1oD20fWPUn8F+s09MmHVPi0z1c+WGeY6J+ixEEa5rAgpKIXCNBW5
hqzX+C0VxnNFywa4mE123hXNhkMhCi+cmbPZZNr2L1NOIwf1GCqYbSJ9I9cQYangkz3qi3lQLd1V
VaXGdpK+neN5UTUneTacGIe2YcqxY1BEjrmiUu+uMXA+deii2YD6bjHffcKOwiE0GyiZ5EDBmkI0
parL3eJkO0GWyWNToqW0Vq/p/xlBRZpHkwI6Ek4hvX3A5cg3nw9Fd5dm9n0k0oeBRRzjj/I0l2Jb
RXI1jQdoJzI+OXm+Na1/9ICPNjFbbUdIHL3fqxMBbSvr23Yw6Dgln+v1giQDnY7dWjQQGkrfCS8b
C31lsSgG7MTpGjNABHpT4wmfQcJzcP91FKLlh3LYvhkn+qAnAuFfz7ijDog/V3+07t7PuKHsULkR
/bAPjei8Gc6QAKV8eGkI5KWwjvWM3tybo60Hk03ZhriAOhgcKNo5LgFDK7PNBPdaRsv3pGgu0ulh
kdmZrTibGrOJyqm31QTKAdPW2sa2WcQmMyTfFV1OqNUstYKmpvOmfAwdYACho0hlN9fU40+QM9xY
Q+7PIW4A+lVmnbL2eopymg8vk26vJTh1HGWrXz+Hn76zo802pA05jsah2Ztwd1Qc4uw2LVI76MiU
7zSnsalKc6gv0YryS8vBxYyFWllwG9XM5Yk8sNwayVLD2qHg1qrI0IsasUBNH3JPGJGxbWfwlE9u
9rA1fzTAjrZsxCQ1FUm/bk8J3QRoR0pqF1vJfBYWUUis7FxQrKd6d5iAqiD/bUAl+NItT+lYlddt
QWOeF5lRfOnESX8z5g6w4mI0Z9CLAJ9F2R3QJYVWkzRZWe0n8cxbXvSj2z7a9edJlrECxrxvTbUL
FgOVybRLrS3uTtoaZHtZiajqVnhWjvDU5RgMOYKbJIvIJ8v6lL6Ia7sOL6p+3kJNRX5lEjODnUUr
nAkNf6BK7cUk4IBhkg5G2M7WuD6pnq4nFgXFHDoltSe/1eKH3pWXGMFIX5f4EhRKmm6FXuskVIGR
sogf1BpsUIxeuVd19LA0c3JthgR9h6gxbLMyiNJ2O8zZA/WwyxhtnMoAKGAW7epQnjsK7lihDVJh
g0mupFBBdCyj3YVzmjKPDlG9WkybFrS6SzuCaruUqwGJBl/PsnFlj85nMiY/CXppyXo/xbU6tXoO
r9Ue6zGeFx3qXtuOVFrHPJz8oUsl2ld16ttl/zoZegM8WyE/N7XVyi36cVUiILeqS+1ea819uoir
IRGnYolqTifCvJj04dQoCn8uxGfGZj85lfyQ6CrHqjDspMr2aercR0P32B36iEx1hK/Ro0v0nu4x
5bzP9ehiytpug7IqK6WlQPIV2AihGneJVO3TnMTXv55yP72jo8hEsORGk12Qyai1+EKbE0xv40Hv
bkJRbCPFGr+YuosDNf7iq0gztCBOinGb1cq+McrI3rDAwDgt5IzOZLjEm6YP5Sfz6id5H1TN3r9g
HfmIru3Uai8jeGqVhgDPFK3ciAwkgiAKGUHK5rZiXXRIcdIb0EED09m6wmQAriqbjIuoL9W1MvY6
+QTghIqB+MkO85PzBf507+9OW4rYqXpt2BdGutMXDZMTGaiKc2Y75c5iqh/wMUQy/FyLrv7h2zLf
XzPXc1wIsnnch7G26dJwo+YYuJGVxY3QgehWN63rBrWJyt9EU1IS3rWomugxNEPl0vm5iOXSibpP
lL3fpI8+WPiOC3i8dHOsNW3aQy7eCWzefNENs1em02WYABmnLXkUpJZfkXE9gd/aiai8oYcS5NhY
zBVqnMkKXvG5jBFDVJrkyXKUT4oUbx3SH93bjxufWvXK1O/7yIoOORz5GBIzf9dmzd03Q9ludVlr
YKFiHcfDSUo2LGvbR9UsT2HMB3+gMrAdnKFakzGI90SX41WHz2cALHBtwokuVvKAAWGIKOu8Kuru
E/Ogn+3YztEmGGYK7EDn9HutHu5MOpZWLX0uU6fQVdnkD1raPdJ+1fkGTsSG0T3ZrM8QxWFETiE6
p7nqrI0lGp+9LdZyYbzzEHQ/quNXWRDVfjISD4esjx7v0Z5nVcoSKaPZ73Us6+DjkjOtntAMVosX
UWN7Jkp5QVQG7bPUp3CKpxoiQR5cAHeWc3ussLeLw4ZVh/d2Q3DWj4FS6d3m7f7+rXT/bZnzz/86
/M5zWc1NjH7im//rX386i5+bsi2/d8d/690vtf/77cd0gx+y6+/+sHpLp1/1r818/dr22e8X+ONv
/v/+8I+k/O1cYZL7XPZFd/g0ktvFu3z9YaP7zz8NbH/I818+1T2tuv/3/5Q//NLvSX7b/g35PKRI
4CNQCsGf6k97XQunXMdAp4smeeqx2On+y15X2L/RmGwh9Up5gHLTIZ5uy76L/us/dPHboSTH+Zsy
ID/nR3/e3OXvI4Xn9tMm+kNc/sN40tHSfr+yackCfbOgL14ibudnbgSot2Trvz2JPy729w79n334
0VJtWUi7pyEfrin5F2zpwWub3wfav33fRytyV+IQl7i5uYIL7D3afBSEUpd/j5354xTDUzk6xaSh
Fo9lX2I5Z00XleGewOl95tT1s4dytEDOM9pUSAAgmzcoj/lk+lJFheqfPfCjNSwakzYNe0oPpW7c
ZFP61I79P3yXRwsPcHINKJlbdJ/EKqwl8D+K4vk/vPGjmFIMrTIaUEmrsKJVUtrlLp9VK/hHT+VY
tlNUpj0PZWiucJSV/tib32uEcvx/9uFHgZzrjmOfsnesJFY//pIrU9AXyj976MdaC7be9JSsQmPl
9qVyNXSqc+h4Qr72n9370fxsZWQNWJ2YKzPvH0K6iq1K3P2zjz6anyVNW21e8dF2PieH4slpbvx7
DnT/mp3Hfj0gp0W26BwiqkoSA+sc05qme/1nN/7/OPuyHblxZdsfugKoiaJelamaq+waXG7vF8Ej
KVEUJWqkvv6sNA7OtWlXJzbRQD8Y3TQzxAgGI1as5bhn1cwbxBswqQMmv28NHme1Gt77Le14J04J
5ExOMYvboQRA+7iO1ZmU8GTWv4TxxPFOwIbpGIEDHZMzU1BMsdjf8ZqbW4TfM2XfN8KWK2cmYhGA
Q6tOywhjdxkJbvn6zcsssVtPTky+r0SkGNymNyZdPvf8f9OR//aWiB3nBKZtAA8CRylQkfUasx/y
dg6jMxnjGxZxtZUoqP6rFgLZ5RInd3RXV6AxLv1M4jjmvq4p0Se/B498CdayGwluVb+lHccMMUNE
UAHFCzyg7IZnwfgDrI/NB7/VT7b6pSEGcM9C+garR5X9mMzmAbVuT5s4jhlRNWNoqLZlQKJvO7Ri
ijQIz5RY3/qUjmcKCYbZbea2XNlmL9Klz49RnPx39NH/F6/+kMpmPcU4w7iVbUrfV3kKRYHhxc/e
zr0ZdNOOYcUtKUEx/2FNk281xg+OXmu7+i8twKF8ruetxLTZLZgOHqBpcAaO/oa9XR5AtdM5AEuG
BVarjYtqah7aNf/mt20no7WxyhcNhZSyw4OkYMtymcbzZ7+1Hb8EEZUYaL0BKa+S8TBk+Y9A7Z42
cRxzNKvuNZ7xpSHr9z4YX3n8H79dn77CL06pki3c8wbWNqF6mPX8QMBN7ZdC/GwS/rI25G+THjo2
W4kulLrtMDvyMkea+2X5LpEqNTaIZN9v5Rqzr22aPKs2P3NjvnUEnRvTYPrNynW2ZUQtRngEOIsr
wfySwp81hl+sAjabOg4XvZXVvF6GY4QS+Xb0+pint+KvH1NWGwvmvLdljC5GzCBbUgm/0+0ybUOY
Yh8MJjXLJUM/tE7rOwFSC899O27ZcANCoN6A0a6W4GJub6HU43cz/Kyx/mJtDk7plp1OiUS/95gD
Z4CeQ2r8TrhLjVqxvhornMSS8SUqZgG24KZZ/FzzJwnuL1sHJYticsBBWebguu7ifzg6DX4Hxbkv
eSCXJIBMTikTAqRVt4kD5nL9Ull3EANDZt0QxBOutH76B/NvKagWyBlFvDc804UdttC2MEmGkKIN
+rtdFh+hlOZ5qf2sKv9i8EFnJBww2FhS2z9NXPwzS+pncBdL14RoZwrYuYyRzD4FY718bFrjF65c
bPQQxxKkFMqWoupe0o0+7aL1C1bE8cyt0dkIIrHTPS8VtHHY9yT1+5QuGizpQO8+ju2G/lN8ozDI
CKz6i9fxdhH3IgYx+hzJrQTpNSg9evUi5O659ulk/nJIuEz7IKxhEc1qcABM4aFttfJ707uskcgE
E5bmoPacTfaj2UC5AEWdznNxJ5FdJ9AYcCDhyzhagMAAGd/Q2Uc/izs3pogGsQ4EFhfhdB9jUjAd
a7/8mzhpbD6TuBWswRHcg+/bmn9NyO7jOKiuOvel0OmISefRllAjJVBBi4DkCM618f4aqrC4+74E
qdWU4vVQQg/0SeaooABld6aT8tbajluaFnCjOsTVAP7x4WJLKdB06qwCzFurO5ksRJRNwyoc8UmQ
vOQghQWPRFf7XA+wi5PLZrIJ4r4Z9nIFydunNpzyz+A1Wq89DiJWd9yzoVuooKm+lbtOPxDaPGWT
j/tgZefOBOkEJOZ4iqpyMF3Uax0XJoaUi9+2Hd8cTTsQdGX2MuqTx87WRzAOnHk7nL7aH+Uf7Ntx
TcivLLQmoAYic132CynJtH6BjNkxrOuj3+4dFwUQGl3FWe/lNoiLMOUXGDX1uYDAL+m4KE2rHBIy
2D2PMG0d9POHFRUVr22fZjV+C+VbxDPoT4I0ae6DMpE7NAHT4Lvf4o6LSmIsldrsgDRMr41Z/zP8
dxIf/1sygEkc96wyKHcuUYw4vrbfWpCp4S17TtPnDdf/qVL6y+0moBdjmm3fSqL0Jx1V74n44mcP
xzHtDvrffK9wtTXT+7HpPor9vxtF+/8GcTyzJdDI7HbEq5GjSbzlY3qEdpRPTQzWdjwz3uPWYqhs
L/faPkM+8xlkBT5JIZZ2PDMTA1uyPkCnuldX4Ct8HpPeL1gx1yNVTxkiSlQOU4AMq6JrGfnuO3N8
8sTzV0HS25bDEN2Qirzk1isFP7GD/+6SYp/C3EA8oEz35SOS5hs6JX6RxOVdBv6UrSDpwIdU2XPD
6eddZ55RKnNcktaos2U13UqDxn6RUNB91iL54OU5mXNhAi+QSEn6CASY2+3GyOOezz6Fe5jbdcra
9DVJcAJV3L8EUJAs+QwGV799O27ZQFcFjCWRLa2u78E9cAVS2ye/pR2npBNYbsApa8uwi/6pk+0Z
MPhzwPA3QqCrG11jblRGKVxniyBTTFF/zNj80W/fjlsuZAQwz1o8Hmr7te33TyyAWobX2q74DujL
6xG6m5B3tfKd5mqBfIp68VvbccsWsi1dVEGHJYNKRVctV30szkSq0334l/SEOvckZbLbe7ojPWna
+Eu9gMnOhFeYqYOgdXLAjK2nG7kkKpGxbTBqVDqzuP20RvOxnapvfuZxPLSaIpB07TiOBA9vuiUf
dsr+8Vv6dEp/uZCB795sBuGiEgCaJ7l1h0Dnnks7/snpvGB+FNVCTuZ3HIRYGJLxXNrxzyap7TjW
2HUP6tODTjF8EGufsthJz+R3i5gpG0chG4g0N6BshKr7dt3pwJ7Jlk92/dtxdDwUAzQLazODiBjY
6RMAc+O9qurxzGF/Y/XUuTk3yyCEwfHg7Gj4lU8NJhIW+tnrpPyci/3lpCQqXfvplCn3Sj2Cir4p
oMzoF7dcJNCW5NlGc7QzUeeEoLIcloKA085v487lOQJxiJlXNO+yJbuPAOXncex3v6WOY8YnRWvR
wSZrCya8BVwmZpQvftt2PHM9iUbPuUBC2z53bPispvyT38qOY+K+H6uTwnQ5rR27VHPX3FZ02s/Y
5PTb/3LCU8c3o2TtSIz5hnKqBQgKuGi3dydl6KdR5EIcvX6C27dvToPYS4qfkLLhtrfsY9izS7+l
nbtI9LFBIIdI+2TDz4EJHhob+ZVVXIodEOl32cTQjK2GEOyrRH8FnbNfSEydwDIRqjAngap4RKbL
JmQX4Fw/E1Xe+KIuhqkTEMnbNW5+Njb6OgXJ0YKJ8YwGlV9QdHktMDlPQQ7WoMCs5bOIgg+7Zd+8
vuYfKKZMgmNddGhZdXN6ncQLB98mBIH8VndCCziPE963qIy3Yvye1ynGgHZwTPot7gSXBLTjQQXS
Q9z6/VBUe/eBA3Lrt7YTXMaGxba1p5NY549QT7msQMvkuW8nvGwB77SlCIqgC1YgkadfQdJ4jhjr
tMG/RJfEjS4NhI9Yio2DglYc+NZcKChMeO7cufrBzaZDblF2x8wdpgIBBRqgie65uOOgIsgnyI3g
rHQYvj2MCryV4LDwO4guHmgcwwlU8PD+ldgrDt0PZZb3XkflJ33DL/f+ClJZqzJ8zoiA9zWfbxbZ
vPot7Zxw2i4RcPhItcBsJQ4phV71Hgm/4nvsHPFJxhCgQsu6BDX1OwyVPJjUM145ik3/DyIj4HLv
YO2BNl+gbw9e6fTRzyTO+QaSjtX5gF33orrc8DFbFlz7Le2c7lB2mMDP1q0MLdDQdr4FwsEvgLuU
QZQuW9Z0Ic52sl9A8uBhbvIzl88bDu8igXQ11jOzHbjDgxgsx3UMcYr/jv/y/wp7LhQoMBqgyDq1
qCsvUMCqnkfMqngZ++cE/i9eU0EtEFKnyCIqAGevoEclrtm8HvwWd64dDdbtqc9zBME0uOxtfjUE
vPRb2nHJoddggBYIgWuy9Q/LWkfX7bD5hRJX2VDscRMmALmWswUn7KhAi9912s/fXTQQHhDBIDKG
NH8I74npbittPI3iOOUm0O0dTIwEKMbIMvDzP7LO83Xyk1bil4PCIBXRTAPOYL+mD1M93uYANPz7
t/z7WBGYV50rB0JxgoJlB9I2VPIdw+0/6T/DOr+B7Pb4vIBM7T7bNwgFQEgMnHXrPSS9948iidZb
DPSMQ5G20Py7WLY4mS83ECzfr9E6vgN/ILh/zUSqaxTHxaNdSaB9kK0nRsLfn996mkYQYZ9sncUf
k6i6hSzP1b/b441Q4mJ1ogqy6EC6LWUTtq+RATe9hKaE39qO31jRg1w1Vku551/6gT5Ou+c70IXp
rCH6uxPo6UqrwrK26zFijadBnEytBWXULMOtL7NO3vVDjAow9bvaXZBOsNQdWJVR+V0Dqo7RAGkk
mZ1j+nnrQzo3mcgge6THvS9PJNqHpGJtgaEZrwEcnEDHazA6zzHGDKsMRKmLvcKEJ5PRmUTtFKL/
kr+6QJ2orUhYKXzNDQjup1wvH9lkDxIkAFBiyf0ajy5gZ8yqQQO62Jf7OtWkXKspf0AB0aR+8dDF
AeZgTO2hH7iXdK3u2nS54fk5eeSTv/zFPi4OECiPfoB6GNw/GJtXEyBlgYITAxN4BPJDv/27qKMK
0kLdGA09hjgme1xWKByAEMgLbRiCW8+JYHkzJjI1fTlWsi7abLrUbf3iFWZc5JHF5HUYSeyczMGl
JNFF1wx+dU9ycrZfLiIwxYf1NmBQfs9bCHCON9BI9Kt7uLAjFfAak/s5Am87Qs0yM6ch0Q2wWj+j
ONdzZdJAY+MJgIYZuH1RyT6oIDrHOfBGsCFOsBlqTiGBAUx3bNePEcZyhQk92+Eu9miXOxirUFkt
d2JALQ8CwZ0kXt8TjOu/f0/L+5R1TGJSSc7gkRP1eGi31HNxp0h2kpqzk+nAD5BClW6q93uTaq93
CnO5c3mWbAs4r9ISAulfx6W7hk6bV1bOXKZwiKEPYGHAGDoPghFcNeNagNXZa5AwZH8gj1TcYowc
q9cR5H9sc1PH65lr4++HkLmwIw3e8ayZwceAAc6PgtI7tnkNymLXThIQghF5S0DnW4p8BpMKz79X
4FLwirTM5QtuMM0Gwhnsm8z8Opuy+yX280vm4o4gczLKWGJsMzZRUA5Q7hCZYkefkMJcnpEEMimz
WnpajvvOrkgdPa+JPUfQ88bHdDFHco82wDIaLN73r/MSfty7xSujYy7kaBmipl97gMj2tX4BTz2I
cvx6Hcxl5qhrcCDHNc4J7VQNSsXkIklbv+IYczFHyZ7RSI2Y3cIM8X6IIZoYaWr8PqYLOkp3DmWD
KsMh5OSBdQS6p8TvfLtsGCsuhzQdwOW2oYx1PZkpATJVRH5R1iWCx8ckS8Kx8a1aXlEj/9gb+sHr
gLuwI7GkFjTfEZZeIdKbaXOoTeZ1HzMXd8RY228WEnJlrftbYofbdsg87e3k5qtlTTM2KwbYsxAc
Q0Y+Tm0Uer3hmIs74nJr50XDJnIPbutsGYs+IV7PWpC1/34bCyistNuMjUNATB4JatdWB15z4GCC
d97MWc2h9FNvKfRTILsJUuRUaa+SDYQvft/3NKdU8XoB986q76o9gICgH4CZubgjEUCmG6LamAaF
d16eAgoPrR/2jbnIown67qNIYJJ0Na/VTC4jo7xKtChD/G4SCs4um8RrWmI856TOetgWEFB5uWXm
pLLZTCK5LrAJswDqqoa8LkL1//gt7mSy1Toy0Wb4lgY8SeDoaUlh+nMcNm9capnjmSwMumWTGLoP
BnavbP6y+jERnIR7fjc4wQCeVmqhpZr1ZdPU72vGLrxMQh23DOqMBEBZn6gCIIlXQCQjx7ipFjd+
yzuOybmYp+Z0xG0CJb2NtCU0370GFGEWxzW3IMxGbbH3JHiNpg4M6AHkxvw2nv5u8hAA+npqUTCw
VfJ5kygvLyr3w9AzejpCv7w0UzaRNT8dlTlY95e6TuklIRCX89u6654R7JwGYGgASdVDnLT3u18D
hVHHOcMNeAw4ES0DM9/sdr2qpt4vb3NBRyO0ZEao7NEyaaP7JeIlcGme9nAck6DLVrNT7SdLqL6K
YigqgnTT713iAo70Fk1QKBO0hHjwbTU3L1Bt8zOJizdSvKvDbKqR34O9N5bSFo3k48HrkLiAo/A0
+Fh1SFGyGgR2+civLXTM/SyeOo656GwLoh4W7yiI5ZXe6i8Qwcv9sisXcyS0QRhPQPrS99DRBTme
eo/eW+X5QR3f7KGsKDiB1cPGphcVypXvZqnTL35md3yzmpdknYEIAGVAHB1GJqGCbUe/uoELPKrs
JrYRzG+gYK2+guJ1LtS6e54X5+rsI/Spao4nGzQgIJZAZIexwvTcq+0UVf8sejIXu7MlQYY2CgKi
SmJxv9cNx7CvimNo/NKl98vkXBTP0ENISteYOJWVeBCQpJzI6NV6Yy5+h0KfA5fFKQqYNDwoA4Xb
ldpzFLGno/cX67gQnijSqF33OJKtQHooq6E9zNue+GUAieOsfYfFpxDkktJA2GCiL1uXffI67Ylz
iUrFM2tSmCVeaPIgqOpfJ7mKZ7/VHU9tMGaVtxJHMmbpp6XbL/tu9KrXQgXo9wu6CVokLR1owsCu
rQ9tHSFb7CEN67dx5xrNtj7jOOe0xPDsdqgmCbkWunva3HFUo9tl2jATXs7VDFnmaAMElu3CLzq6
RESB6SBRFKC8IhqocLPpiqZ+iCzmIhrbtQ7WnySn6amqEoKRF5390K/jAZG/37/ounEz5j1qqpQm
4BUG0z9mDSu/D+qCj5J2r2THkYjmPIHOcRR+brVfH5G56KNmo2KnG97klV1uQ3CzQbnPLzmPHfcU
QTr/71HJ1cW2xD/Isjx5HXEXe9RuOVSlI+xa0kpdZNDf7Rh4m/0Wd7xz4HG/pG2Mp+0EzbcaUMww
0T/+fe03bqLY8c00sEoB0gwOpU2I137vqjvcTvWFXhYvfhJoDToeukEJmLIOthkTDM9HMptucjMZ
v6zRRSIxyEvWXUdg+bl6kKB92yjzyy9cJJIYZBQHO5aG4B/m3tiXRi1ecEzmApHCDDC4OoNN0pHc
Lyj0ZVUv/VIXF4lEkl52c4auRDBaebNCcPsC9Lxe/Cchi5zrU4CJA0I0MEobsNetQyEkJ5kXwQ8W
dzy046lKMbqDhkpr22sdAUWKt8zod1RcNFLeVImKTqElr+PPXK4GI4zR4Lm446RrIpiuJywOTfBj
PcW3TJ6Dlr3hoy4xEZR9OQc1a1JyGcdZ0SXR+HXrArDsxtMUegZ1F5cEaZKhgoB5Uq68ae5MFywH
yGR5EcTgyzqPUq0b8PlHOJRbbO1hXuh65FF6JtN9w0AuPEFnmSTKIECuwdI9WfE1g5ZrO9LkzPpv
JKQuRqHNepTlq9Pm+fxM++Eaqtd+6YuLfkqSKlB8OdUWe5DX6yG6blg++l0cLv7J8LCyU8jTcuq7
+1zvVyJmj/9+b7xlEsdTAZdW/Uax77qDXMk4TEOBOqBf7dxFQA0aUEfboZZbAbBWqo7cdMHuBwpj
P5VtfilGNeEwTavGx5y1vp/C7h1tc79Rzz/kr6HwC13RJAAdXF4/0IRfZV5EcyFzeYr2dtzJRE5B
nSVPc6ruWZdJz2Pi+GYUcjYmCcrEm+izopmHj5uFKpXXQXHxTxtEpjGqD5Msq30Wk7jOIWnqubaT
5KZJ0A82wMbHbT8pMT4HWvqdbxcxFIbQG0xXRMOsi07Y2P0iAI2g3w3tAobiBHI5C9RpS8ZAOkVJ
UM79uHsaxfHMUAwbqzqcFFOJx0XN73oRfvD7ls4LFC/nRKcGfgkwwpMlZCwbDNsc/33xN4K4ixmS
UgGOAMAKisTRxyoSBWbhLpXZ/e7nP2WFE7EYA4JQKiYLzoVueurjVfqlii5maBqGpa8mfNEJghTH
hecAbIlI+ZVbXNRQQEknyck0Sg5PaRxfU+LXsMhc0FDQjesA2VWkz7Kvikak7/mSM6+jmLmMRTlH
Al2veD1DMuam6dpX6K54dcr/0NsONmCWZY7POSvo2dX72h82SHj++1H8++UGQZbfH88dpDlNaJDL
9WtwHCZ9C3kYr0+ZuZAhGmi85jKkKrHeuyIeoX/apPa7374d/2wh2kNyqHmXUS7v+fBPl8TPfis7
2a2kZNmb0xuO1dMx0+kOmOPqh4jPXMwQYXEA3Wg4Tx8G96p73ZL+xW/bztMTMZbQLIuxck6/NCb7
vu7ZF7+lnUtzCdtkNSAkLTHmlRcxZJDKxY+iLMxcwFALAdGY6+SUi2dP6EJdjLXxm3nLXMTQvCxU
6DFCIIQMLbA9MioA7vVzSxczJKB7v9EZVuEpOSTd9K6bqVcAz1zE0BTVhkc2TKDJAmUqOZnHcZu8
KkOYJ/zd4YkQJmYx7A1tTmhm9XFhY31OhPONaOJChhI2SwiLnG4eOZjHRsbtC7NT5bu845rBIiGs
3sMujYL2o4zuVe5XiM9czJBZ+KxCYB8QT6wOiwCSBrdsBWzQ735wcUNjDtGmNiFJCZnhh2QUx1ww
vzjr8hWFJtkliw1acnOgC72LryK2r16u78KG9jRHPzWGxSHh9bAQSm5ZqKnfUXRxQ8sQkpxs2PhM
swfoAT2DfLz027cDTkhPsn9mBrAZsmkLKSCeOF832dacGz9646C70KGUWp7SCtCvbFxeoTos0IFW
nmfFBQ/tFNBpJYBG3CpWDjF/qFY/2rbMhQ6B+DXokgG94X5Yohs6V+QQJuqcXvDf81rcNr/HlimA
OPbaG+AEI5FAibyPv/Oo1nWRT0J4ftno979DzAaETtAEwTz9ChX6bC2WINMHv2PjXKJE2B1vTaAg
SDsk9zoAJzEGZvzGPTMXRqSZBc/IDPOgfHZrZfwlH1Tnt3MXRzSGtKnrER3QITXsQCS7No1ejl5m
cZFEBP1PlbdIbu1Ij4uomkMi6TnprTdcySUxSiGnwQQ5TTjIsO6LZqwxTzXz1S86ukgiNY6LGqIB
kg9zfUG4et53v1EkqEn9fhT7JQxWsOmglVgxWfBa6aKyfvyqeCH/vrhULYeyJTqJQW6nA2uhpjuy
2veLOp5KN7ItawYhDJrxQ27yd4T6NcyBbf594+GA8rCUIcpltOUFDua39ZxG4VtHxXFPNaxS8hXw
ENXkQ7G3jSxbHvg1QJEv/75xy+mQb0BbliJZRRGT+jaYZj/Ci8wFE3WtzCwPCS2h/No9JB2fS0O5
8fN+F08EPfs5TrcQq0eTKQhEuPVgnryc34UT7d0Ggc8JCMVFWSgj7hMr6q02fjmAiycaUhE3sTql
6OZr1OT/tMxLeyTMXCzRsHWUD8MJlWyrzy0VI0pnwo+MKnOFzPD2VMOuW9TM+A6gbFZbcxfQLf/g
Z3PHPfM+UNKgP4TxRoBZyJRegRWo90tFXSxRT6Hv1lXDqYUQX4KwtJzPToC+4aAuCVDVsw5SqqdH
6JxW97uavrC4kn6vIhdJNCG5kOGMXDSeh6Akev4x6mn3Qj9kfyCIlpFPlZEossx5XTZ0aIDeyP2Y
XTIXRCQhJWlyhtU7NR5lk9hi1Z7j2dkfGKJJaIt/UHraw6lowvhTLBYvtAxQlL/HRK1nmUPYGR90
IrdyiD4zLj0t7tyeISSB8vRURwyr6v1paZquF17u4wqZ5TzvyDQgkk9bfmR9c8+T3qv6mbnwoTbu
aJCuDE/zapkOG1KhvCWDXxh3CYD0qOZhHzBn08nmfdUN9+u5d9zJqH/izDJXx4zzMad7syMzr2NS
Qp4u/TKPAao5u1jzFz+ru/enrkgQ4IlVAvJwXY2xLGrUQb3WdhFEAVlVL5XAFxVyemwl5IkBh+qO
/776qYnyF+u4CKJODWlcdXict9XW3HW9qV5SswBgiUGLoC3yNsruWhj1x9bT2LM45SKLJlUtzbBw
PK1HdbefajAVWM7OxPj8jV/k+K2hMTTaalyrGB4mL8qkKiqbnBnMhG7gZSuHdUuDojP7qA9VlSUg
PIyD0e8guOAjbVU+1iyApDBQggeIrL4OUxqf+VbJG7/s9Oe/9DRJjZHiReFb9RH9qM0kD2FY+VE/
Zy75UTybNsl5FZfbuEqogCfRsc3nzM+9XQASGutBbS0OcdqQd0m/R1fUDolfYHKhR2Bn3qp8wtYH
a66XHnjPKvS7eF3c0bZ1SReEzanjgwITjuv6CLxwe4bQ4Q3nc6FHFDK8ed+MrNww2NCVNQvZByI1
Wr7LVEOSE1cmGS6yrrXoe8yKGb+rzcUlkVFv0IpECSefkxRiIUmQ31VhNxK/g/oHNgn9SAh5wAto
s/RF14drEYTSLx660KQ9h458VrVZGfcqelmSuXlXL6Zp/E6qC06Ka8JlUOMwZVQcRs72YuxDz1aZ
i02K+ilaOYdh2nVtjlbENz0XntUElymJ0iBvmcXiYd4MFyRQn6fd+uGGMhedhDdWYJbgFNgEqy7b
7nWMdeeXDrmYpAWwkl5YXAdVPj5qqdS7UJLQC4OXuZCk8RTca95CxpRAz36l7D+nOZx/vzzfSC1c
RNKmQ9tKkgPfJ4b5C4SIGlIgMR/i49S39vnf/5I3or4LSxplLyQJYB0ZbK9IoKci7EK/B66LSyIj
xojsgrBMqJEHVQOY3LWp52l3gUmUqFxvI4InTWNeaDBIXphINWeM/5ZdTh/ll9twi1VNJ0hYIXNZ
v0SVvANLul/8cqmCwCgVBwz0CeWyhQewLz9onvg9+l2gTBai56xj2GTfCYrDNY9ARTT6jShlLkPQ
lIw60y1qW+0erwXDyzy0Xmq9YeZiZfROiCINsDLBNL6Az/CdzoL6TM72xrd0oTIKavFmmNWpPCwD
zIKysq7mcwWLn4Cyv+S4LrvOXk9TUy8J0A/KMHU1c7JmRZCLILlU7di+70ilbKFzRNADE3X2IQCC
dDmGKZgQikFJMR9ngOBO/z8UlC7WvorOcRiE4c9g8ZfduTA4nrOd8AUtD8wgseqOj3Scipo1UVDM
08yzojaKPtV8luIQUp3qq07Hm+4vo2Wal73o7Q42XACjGhvizzZMdTRJKK7rObM/bN1leQH0tDxy
ns/Xi54ieyHSQE7H3nZAI1tI3M+gWZ9BF5euQQeOnbnOior26lXvDWVlvtabOjb7UslDNHfVl3Sx
fXespVw/bKSX/B7ww2wuKjaI4WDtMj+tdtmzH5FUlQABViPNTafV+s5C1i95aIRk9A5kXDu/21OI
MtzKoBMcMra76V7RfczWW7s2WqtiDdOp2gtmTL9BCJ1AEDDbJgXaSAhAse0C0tq7BD5WhwAQxm01
XUGmVdaXekUB7ONoI5tfWsva6GBGU/EP0HEc3iuNh9+7naVtW8iYdvVNTpKGPHSNCeND3qOafRdo
odb3qRm6LS4EaHFSBLBQ5yiKtlBrVYdWtvFyN5t8q/+zhlHYX3Mr6RxiiIya+jGIobJzJ6J9ButS
OJNMP87JzHu0bUPAtItoXpfw0cykG6+R0XNWqE2zEYo/rd0voC4L0e1jaqp2LBPBdfqfqQvWIStM
M0etPY4kGxkD47kcVygezErmX9d+qMIfUFoww0ucAfl017fp2r0LkizIb80a5OrdzPYFH4AtspoL
qDYvXXrAuL7dT5tEG08dMkw1iJelmVP9jjcpa5JDMkByqy/UFOrpDloClL3KyKDxNI9yr8RVQ2Bl
zIjU/IKJvdJ9QYHyeuJzGq7vJqVQhMg6sTSHVa3d+C3Xa2Xmcho6cPvHZhhvgXRmU4zsOmWUYNx5
W567qkFfASRNbfjSViKOjr3m7GjGnjTHYFchvnqaEKj0dYkWB7KvzY72jJoehiwaHvhSJ7rouMo/
VQnr+Q1lmcFLb6y42fGDgqbF229I9IEydTJOf6lhhfAYh6sZj5NM649k13q8jHMV3KAiaQKUaYUi
pTV98j4cVHg9sSUeDp3STVSEVs3ZhY65ZEWeQE66YEMLjcw8SStdLEuL2nQLeYdPqu5WWzDOeFio
AP0qORJzySCScQEKuewTRr/Rs+3Nrg+dmOr2mFSrsUXIVH9p+jX+ZzXUpsWY9r0EULlm6xFax3y+
7NMk/lZPSwAl1IY+ZybXGqrQzV4d0yzh+koPPbo0i9l5QZY0f4ltOh67nK7bxQi6E/Gw8Ty4CKDs
0F0DXjh+GoaQ39SzEJ8jGWJXUoKu8NCudI2vp7yq9VMfQMLrIEJw6hz3Vg15EfYqN4+DZfKx1ZiT
L8xahe+3SjJxHBtC2JG2rIFym9LXOt/7x6oP8FizaVAtx6kbn9pxoFc2g8LWcYuz1VwEqrP9xWRC
u5bInlNZgGpj/m54F5N7IqQWBRAoQ3PL1YwemsaA2HrdNVIfTBW03VW8V91Y4s614z1QwdcdW833
cOewjuLNcQwWzhFnhvha6nB67USC/xwdi2E6NOgTPQpM47MiIjZ9vy1DJm+gv5QCC8CbMb2Ik409
yyGU820y9hgFErpf5cU873Vwp9tmHq+gN7Pddi3kkgvWg5XpsPA4Wt9HcQOOw3jY2wtl7LZB+ZnY
/UPfse0yQ4/krk5E0x3DGAPGaYKixl2+05YcNmo1piW1HO9autLuh1nbLrvg6ZxtRS6ZiYpAd/X2
OOQCvRAe7wr/TjCxjA6gZGEZrmklj1Z1CxBBW17vTzoVa3wEjTAm68hs9qckRciAxETey09zPoEq
G4p4S3ysO7HeV0D3osHNpq0tVxvF9sBqUEEVcqZyvqzbFtq2RRovbRFj0vs2jEV8sajGvOYWWoar
NcxcDRKI3htjrTXvV9X1FXpOAPnSx17bZr7HXVSl9+OU2w//w9l3LcmNo2u+ykTfcw4MARAbp+eC
ZLoqlZXvG4Zahg60IOju98n2xfZLTe+OiqpVbldEm1CoKpmE/c1nFt3SfO+tIF4fisCD5kJUdhy2
aDCpkd9SJS3445rwBHTAvNRXxkGc71RDnbcswyLteBu7ASpYN8OY6xy2UJQU11hR3U0W5Dlo7VOV
ovsKq57d0mV0eqjPLml3XBQNj1zZ0j98BeU5lPOqFBLzZ92Ut0Grusxc8xTaJzFkMEmSQ3VjoHHu
B2Q3NOm3ovWGdyjYrzHIKFjomdZd5Clo2SE98NWDQc/qvbTN+FmvZu5CWjilo0Qn4tTmvIUG/zTf
+Ja4x7zwAxk1PSQB27Lg13Ycxzr0p6a6RsUmjQbQ6CLaGnLyba2v52YdSDwFEk6GAX6o+NjarP3D
B3/3vmzabC5CP2llE/sN1v0jAGLWP/Z8JXU4K0uyfWFKXUTFZEYRd8zJjzTREpV1b5jXCLva98KG
uY6+w6ZySTzr0utepWbNIKFXrM2+tEnuHwCzKtoQS89eG99CEZ2stDhlHAbCkRc4vwshvaeOTVas
QwQpij47BqVWN3CR61zY5J6ZDyIrcv+K5yNtXdTP/TJMYU8Wy+/aMlN+NNUwLIp1adIH07Wyi1tL
8jcp660JSTLxIbKFGcLawQ4s7KUsp1uv0MpFudXlqalNVV3PSq3mMKjSs4+M0dVFgOOg3cdThCBp
sOR8HwSt1xzzolCo/Di/CqHz86WiY13veyEKG2uR0qtybor8EMC/pts1E8ljIwMbcX9EOGVL0bwf
4W48hoPFHRAu1Hw0Qa+vczDCQ2jh3hdlByPbnBcMJz0oNGWczTSwe4aII5yxGZOQLxSX9EiC4nY2
WRXmpJwIvMDH41Aih1ATVSFvKA/xpCbudXI3u/zD0sI2mM+CH+d8DFCFaSV63nzAPeb8Auqe3gxc
+sNAXCWuEpeJNBrn1rqbYe2TMZI2haFS22We3PO2A700BcWPuRBBTDqdKKlVF5mhKspwZutc7ttA
Dt0tHzPnomGoeHps1hKawnOuM3U1KMQjYde1o/u2MCN06K8G1n4jgvAptskUmLjrUkainCJ2gP76
TPr3QZZ4Nu5okLi4SWHUiS802zeok7V5tEJ8+hWCenD2uUjGL5MLoE/T+AnJo6nEarqWqtO3qMiu
ycETCK4OprFieaP73gisZTaRqE6HpbrvspF/aEXLsEcWr0GEohOviwJI0Fboi7Mmj62FxNuBe1Ah
2PNE+/QEL0ijYx6QNH1MwX0it5UWqwoRDqTHqqYewwhUbLgFVyqp4myaEh21RtP3TnlzidpbLsv6
6Dm4bIZ1jrg10iKv+K0BQiGLytyCdzPOtrwb2YA2aOZDxCGUK6B6R6Gz0lx3WUDfoDY/qgjnZn1Q
jAZ3xbyQIS5km9vHlfbTI743+ZMHCUQRG4ge5CeywgslhEhtMH5exyVgO7h5o043V8O0xIXKrXoH
crHsjxKzX6qoV1Snf7pqgDPqmqNLG6Zzrd+IoJkLiDpnkuw8mOLm0eINpN6nNdR1Y9cPbrmGxpTr
Iz+tWRcbByW7CEE/eZWn9Twi+rWmvq6gc/UeSikBCZvWQXuya4cZwqKqnT9pVs80A8hkmuqjHXFA
H60Z6mZn+xLsOHzXUcNfvhAZwJG4eneOd565wzlezq8bB47R9bpkyFXZvJTVaZ6FZnGv4NkUJzNd
g5gOzPejlcrOP+YTC3DejCyDZPcwLMORrhJp4FTA/fgd5pyLaziJV/3XtsYVehDSX7tPJQO9KOKS
pvP9IrKFPvDRc9kOMkFJENcFqfbSV/RDw+hwm3Hc/TGjnRPIFqoB/AcOUnFs/C5ZY103zh1bOxc8
Dvyi9k46A9ruAYEodxGMNvP+bVCtbXtTQu0NEddYzyh9ZEO/J/jk2zpZEWBWVcbN24KJyr0qaqH0
B88Iv/kwsorIOzoPU3BcwOJ9M3LBW6wz0941Yy/yYw9/HxEjrKZl1EHvv97NTtcsAvmB6K+cA1vY
hDldJ8D+Fue98pRMhiu/RdsjWk1nWuyYtlnDrhAaCF4FyJ26wqrXGH8I+Hh3OUkS7x6+UAgHisTD
DsJkF5k0oFNhnvZ8IcuE1gnEz0IqB0fAV/D7N/5gJBYdeONz87FtXDF91hChTD4PZULXL3rEyrXf
GMNGJWevRtMjRYULahI5w4gLF9XMfGe7s0Vcnuvp2pW2L2Iz4/YKyz5FcpvmQ/7Jr6T8MMPA61yV
b1MiYRevsAPQJZrSvatwZy4x9/D/BCYApZvm68Sfuma5p3C4zJZIj7wc2xhnQVZjUl0ASZQCSVMT
s8IiexmyhUGWDz1IvYPMry1jnpeLjeCDwEgIJE7a4lSYoRIyItl+N5YgnaMIDWpipWKEjWRoQqkS
gIHDYDSL/4GygitEGg31Ij8zeXo30omnX3HMdnU8aaylfeY6FZwCMbZwWxB67vVHnfXMProMFYLH
ulGtiayQdYosI3UwEjYch5/COZrsBKVprgHwGvh6g2mV+fUK35PXrJZ5caAjH7s7z3LK4hEnTHHV
NN30GgaocGxta5f5D21ejohOUSsgX53gPt0pAmrhEaCmcY16hNzja7tYMoZirSpztdgpGQ+ZpRxt
rpV9A7JnIuHUpPMnAhLB68ClDnQQr7U9lE0dr2PTOL+9VtOUf63rJbFtaBm0xRDCNyVWIYXFYbmf
DFEF3jKA1r9tb6s2aI7YhO5DRkwShHx0wZHJNfhWEIV0VRKjRLSgWWJ3vMyVuRkwK20Rlp1DlTpc
hqox4VpMHDPhVnEP92uQ3pbVn0OC6Y0nO/hjzETH7qUeWH3N0a7jiH1wvYWpqUUPAKdxDNLDFpce
nC8137MOmqo73TJefp5pWrsddEWtD3vDjGrsLQTYUdv26KsMHgG5ZBZG3DENe7t7AcesJuIoQ9fR
iiTZxPk62Ox6nXNhcb6ZjIcAS4MkniP/HE4cAvQ3i3NpEcJVagpeWX/pkUN5Dc9tCFdZ+V4YG3zh
s0eGj4RaO99lCky8PYq6EJVljUjwCnMt4AQGdFoWSRjRP+AjOvFqDLxgwDlEqcOQQ0UOesJVV5RH
IqcKhukuaCSPoF1B31GCylM4Q2ridUkVqjKwdEmQac6yCU64b0An9AGWOqGy3kgYm5Vco54DCYaI
eF2fAyqAYw5CL+OMNEC2xI+7pAGOzVVpl1z3tF7hRE5VwiKkeMHjlHVahURPQR21gc0/SIiinYYm
6VmUsip4m7gAaOmu1dmbLu3k+9KpUkSUlPkn0L/W1wFsIvAlJ1zoyHx8HY4Z1/dyTPI/FHGGxt5U
1ic8ZLnnC/d2OFjLhzItBoZgaZ6qyCWBPYh0HsipKhYgqH3oKSRRWwoYlhRjIOx+RRiQ7iGm3aa4
5xzcp6YER+aV109N9jo9A3//aMsWYQ5DJ8b/Blpumr2uAK9Hi4bilkK9BnqsUZ6g0HZb6sG8sosg
u8J5kPHJMRzdru+LMniEKC6ZIuUxnLoJbq3axWifiyTuHYL7DgvMoyileaYPxYwqUrTOWQXRaVRH
QpHPu1I3t0yo5e3ESndMTUCW6yFt6v6znUmCy6IahvTKW2wFFiQJcq7HsACl5n4mnJtIl13Vhb7i
nnfPuyW7GXgWkCgdWnVag9lLTraeof/dlEmav61SuOfdJ0HuM8SodJwjl6fpA1EMDkzauupW2JHD
gMQkzXIzI6k+8W7qrpeE+S5C7gSVIZHgIh2QkpX3te8Hf9LKmDwuFSKTsBG5fs3hLnqFVngLGSs3
9ogyx3x+hxpNjQjaA9EVqU3RDNderyQas/20vCfNNJ0Sr195aHRS3LZjU30zVKmuRh2C4rRIFrNW
19WIhO967ANdhG6lbo6WckaeL2rjQRxKYM4OQWFGm4WQ0cmT10qkbXDtFV5+ZdrSTFHvl7N3xRLn
WoymGr7CRLBMQ+GGTIV09Zfu4ENk6qML5nmMEMcldzmb2Cs/0Q/OZQCPQvAumGMcm+uN5XnLXhk0
ub+CSK8eIAShPy4BkourOqMmOfbUEHEgvlzcATYv/RAO3ZQ/CtATH/whybqwT9TyEbRF9YHVU31V
DrzekXrcLxlqLaL+PHFsidC3dvqA/oEfAh2DaA3depycDblNkV/ecdS/4Z1lARHYjQif3mV0nU8d
7s4HcGisd6rkjBKpkcn04Gu2Xo1WiTxcEm2u0vbwuV2ncFjgdDb7ZIrVYdCQlojkuRKc0SJ9zUya
faABFlce5DWwS75wB3hHgpbXA77YRkNVYioK2BDdLqlhtzJdl08JinxvK5HYu6XVAz3qmr7TZAmX
qf8m0vHNagxFYXlI06tCrNA8CwDpvBZdlp0wMV7YWpisAEczVUs82H6qQgy/eJt46zzGEsFzHznP
5MAKocb2ja8QmMNu4KhBw8lRP2okzXe5dsGdx4vK4tZZUhtSLFvsU7uYh4JM87hfW+6XuyxfUHcd
id99hIsLYbi5OUd1vvIeqPaGE+VkgLVLMtWffbEuX4NlbAkKkIvocCVUwbcaSmhffDEW+FXZjWWU
4NxNUPdAaR6VyIy9ZikK1KDYTe5jx+qKhVPNIWZg+n5I4karog9ZKpIZweEyv3LznBeRQH3+DVAw
fIYSj1enSErt9AdKhG29H2UXfMXGYkcp19va49WtLmh5w9d+LEPZcnfXSZ3e4LhWf5YVzMgvoC7+
H82mrTQAdJ0H24ocsHg1shO4q0vEuX6ZDo7aOqQYgtIGK2sgRrDEvRHhlmHex5e1gjcg8DRv824s
zs1DWhyLEccRZdPLrG7U1iiiG/28sTAN3s3zef20cA7PV+e9jIuw5X1T3ixZgmt0B61NGhxzSdYr
ZtEJfRnucUv8Blq9QMEbkMppko8kecV08eFFg74lfS9LgVJLtgJ15dtwTeW9J9nLVuKW8Y3mEggf
NdZKmiZ/tlP1kfbBJWDf86tcbinfrlYm4Rk+W6TJexusUaFeZsEnt4Tv3OZGFDO6tZlX/yEq9LHS
8Y+XDLbcmkRwnK8cygAQNKvh5CAmydEE/fqyz94AA/nQZRpZIUjZFfu6osGiOzq/qIEN4NZTMAJa
RyDEdGd6pvL+hEncENPU+C8CoUEC6OmHI7OZKy5A0IT6TREXSKDfoYXWvQiRIDV/+uncX1BAtOdF
6GjyiqJU0fL1pR/Onn54hlN8qsoGYExnb+VSRKy1L5KPkVujCGhFovAuQZ7yh/kdSotwUM/ev2yl
bOC8wYBemQc2zy7pF36fl5kfTmvqXnSgyC3tG21RqdcsA8veQytn6ryTKrKXKTDJLe9bTIRoSVoI
d3HUZtG7AHQBefWLxmXL+x7TOVEr5LsAvdPvxg49KRToXvjZm91ZzVDmR6Ub8JKeHY1yO1PTF909
csv7HuXaJSrA10Ytdz/VxR+6bD69bEQ2W7OHfKYUZ2E9xd0aTbxcjrm1a/yyT99szWABsCBNIO9Y
OG1hGN7HFKYUF25MhS34M+5EbmnfAnUcSPaCC2Mmh9gx5QmMVHsyA3bBW/SFUdYqyvZYSTr/ZaH1
X5/n/5F+be7//en2X/+NP39uWtQM4M20+eO/3jQV/vnv8+/83595+hv/Onxtbj9VX+32h578Dj73
r+fGn4ZPT/4Ay12gZB/QDF4ev1q4IH7/fHzD80/+//7lP75+/5Q3S/v1998+N64ezp+W5k39219/
dfry+29gQ6BaqjWEpqDzy7h/3tX/9ePz/vrh8wv9/tvJZJ/sP/7X/zSf6i8XP+brJzv8/huj/6SU
AAEMgXK0V8iZBzB9Pf8N1f9EUoB9zSQjCKbPKuM14N/Z779J8k8hgkBILX1AjvgZ6WsbpIK//yb0
PwP0AqhGd1RI3xf8t//zdZ9M4H8m9B+1q+4b5EcWH/xkESlCRED98/MVh8EG3aJm/R5NcGgdrjGD
0WgIx+XpaAd51RVoviXoPl9Ys889ThCBcYZCBEW9/um1MqBSH6D9gf6qptmubQIGxDS6fT2pkp0t
mLpwKGFsf9gj/3492EppLgKMltiyU0rLhe6EIbHy8J9posONWIy7R967xIu1Bvl9swwo1Zt0jwT1
78HP//18jaQaZRABH5BtxFUC2kCDtiKxzFp56kjnRXUhzAX87TlI+c9J8P0pjPiU+RLRPyJGLJYf
EZUogreUjRST2E51XCA837saFY6K5Mvuh+X+1/r5cb08M6Co9gdYMgIrJtjegX17tioHci0ufcjt
Dtpbd5UAfiRYGnOkeUYjoYGrHSZvjXkyNRfedAO2+/erMmwaLHsYr+KLPH1VP4AuTyemNQbpaEXN
TRr6KPGVOHAM2GxhJqr+0PWuKEKC7sRN5QPZdJ5jAMBqGNK+hioeqkhl6ZdvV1TkiigdR/R9K5TX
7lfmL18AYFSfSVsBS/froaPPTRPjBC2h8+jJLRmwQPDgqp5g8VethtBV1UedG1AzBkDivppJEM7E
u0nqhMZZhqxcjoU4YXGjeQZa/x32TX5Ek8vEHhoxp19/ufMS2S4hrimEfAiHPOiWSDznwQA4B9pY
Hs1sCMRae0idHaIR3WS0FPu4yxUqix2bL0Svz5wIjGtBBcNBqHEWP53Qxs/rZFF8jZNWub0alvXU
QYsuhnvJFzLaC1jsn6YA70Z4wKgW2vfllhZiq2bSXgkNsBXCV/ua9foe+rpVqNn49/QYsFLPj/Kh
VC4E7uifki2aSNtRu6IA2jaHOgnWOzd21YX3eRoD/PshjCuBhynkF1sE/pq0PtBtiR/P56LPQodu
V/j9Fy1Q/FQAo0Xriojs10vlpxnDizGf4Gl4QQhmnP/+B/y2R50twNsQ8dgk0/0E9uwNelxQh8E5
FAc1vUTJ+i6e+GRtnh8IH01fa/AXfvInOZf4fDi7iziv4Dph2hrVP5ggxRTQoXhYyo8WAe61k93w
usKmQvve8p0n6ksk3ue/CBaP4njrAFP79M0FGiDLHHh+LNClOToAwW5So/huMkASVYDQXXnOG/ap
NU24irk79eVU79yIS/XXU/DztFNfSlzdkCZGE2+7WyW8ZDPgmyGo3lVAbSKxPDT+sAt8SJXrnLTQ
X2KXbG2+8xWeTgMeqrCSESYx9ZP1lKxR5S+V9mPmuSEqgySaTbOEpGYwqzZFtuOTXx9S7/wdgnRH
KiBwS+HrPc9WG8mkqI/j1JE4U/yWd10PZ+2Ux9BgG9787dHRHMaL2N+YpmAr6eI6H4RX3yexc+ZR
SrM+IEauHk0rPzZD3gOjYILswjN/uhcl1T6iqe+Dw9g5lPtxU/gyT5OAUIJ2R9ddj5Z4IU7ZPG5w
qr4h2fy58bBQdNAl+9S/qF313NwAkYqTBmuCS77VPJKsyZbaBhhcYhWGOejeQgHWByrE92NruNvn
xoNdNdBaEIRvqngo/OawEGjZQtkNPJjZsr0DNC9Gm8ocAdFxO6nZEGpUt+JfT8+zQ6UkVFKRYUm+
FWdYUPDOzbiSuOBMwxPE629XoNtjOqL7Xjb5qUsDoK/MV4SK5YVM8qdr7jxNGssC9w1AyVuBBQUs
IZ0spgm25u62TPoM3cqlv2qtl4awgir3KS7CN7NoL1FSfr55nj55c2radnFs6CQW5dSXMK5HeObq
sdh59XIhpX3mcNC45CTuA4SdSGueLsWuQWWvWx2JZ9IMu65vEU7MKtillGYHwVh+lbDVj/7+pP74
0M3r6QmN8hp2aXEe8OpA/VYd66T+DPvce9kqPwzKpYtnyKoCgdD+3RACkyoA1UJ6FQjFtkRx5xR0
GhPs96blHEC0rn8lCKlPKOaP+5rk4sIiem4qhY/DEFELHrzVRQHIQZqOKRL7Va0iVSblISnlnwoh
66WQ8XxsbM5cDdtHpI+EMGzvTb7kef7a9Lj+47qqoFtepmMM9FKH1MWvDnoB8LGTjTrMwVjHs3cG
UoH6u6shbnphjDccnHOkgUGG+KNECwztz62+HzD7VVNnjMR9APAG4BQC2u8qiOq6NDvVtOh2ufHc
kHPocoCYE+oFLdR8sRnMohqy99kwXzXIlC8Ert/7MtshkpJi3pmPyG5LIs4W5+eF5jQeBdpsaHid
+qB9YAtAj32yrmG+VNMpY7mIFdAJ0dJ3Pdj+OAJryqfdr3fBc1tPQlkFwQGC6Z8EpplxEh3QkcaT
ouMewXa6a4HlOxaLB0B6pdO7BNTgC4vkufMUZ7EESBlanGKrHCHdmCk1UhpXhURG4Y/BUVbLDZQS
mlAQk+9qgV6T6523g7j2JSmM72TA7fgrJGQ+B0cT99/m5gvyFSlJgN0A6IA8MWSHqEUDd+pPQRV6
icl2wqDdX59zNMBz+6uBJ/MtfgxSBfCwi1u06/dja+RJArkS1cjaLpxNz+1XJSi+nJBIbrYDVJWy
h4mWo3FR1zRyqsj3/lCAPSEGfaGm/XNsTDXMROEyj4fhjNicvUxJaU3JsV9pKb6O0NmIjDJD1I3N
tAeEXl5YcD/fZwzngqS+wqYE6Zw/PevhxCjAXlI0hj1IApAKAbagr+cT1LabkHX0Rss6Mpam7369
0M9p9tNJx3PPkQFGVCNvO3+vH3IAP2ESWkJIVGFbmz+mmjTRCJebw6+f8vPKxlM0BzbTZxqB4OZS
YZ0HckwiaOxw7t8HrUSfnTsQV4wPtY5ykWEHutexFcmXYA4uaVP+PJfnpyPWR2CHmGo7l24sqqkh
GFvtZRpRq2AxCHDpW1MjOEi7wruwj38+PBjhFBrPyK4Q3G855hMFsLrNLItBTMp2HZpeQNXVwKmY
qohzAb7DavO/15o6H+uoHIEgicARBTm5zSQ4GJFVcX4oqf3pJkXUFtvSuL+9A3E0UIKkEXsDt+Zm
mTrQiANbOxZrpAg7KhoF1sYCeUsTXCq5/7zZz49SLMC/OIK3NyYvpjxhHV4oa4slplU7HtBwGmLX
/P1iJsYOJShBAXxE3LS1+bXpCIykWYCehGcZQIrln9mYpDHYzSiALWP6kkHUqFmgTIuy9U/6CTJZ
h1HUDAhVCzRkhxQUzfI0YiX+8+uN90ymy4g8T5dEosf5di2ytSth2DEy4Ikd8JdJM8I4xUNICTAO
cDTVHK+BVvdl3bRxqtMRsI8FUOPMI9WFXXHxq2yPVPCLdDU0LLYTcQCqtqBP4vre84GAwuTVcwwg
D6D1KAZ8gCkrjVswMiMKMfkLg/Lc/lQURUSGigvqR5tFPOIqU0Fd0ljNrDie/aNmdgdVBQKbWtB5
R0A+LzzxuRMIFzuV+FfgeN+8OrxphxZ4N7ySDwQgVBvZzoKhE5M2e51A7OLCZfLcC2qGNwtwk0hM
/tNDPQCijeYJDnWo7eQnTuZkV5nERZWrH0TpjUgo8ktKQs9dYIihUQz1CeLpbfkvl7SEuqB/vkiW
dOfBg/uKsWw8NNzvH9CcGEFZycgBkKNL4gbPDq5U59uFIFTbCih1GYeGSluwuGiZBgWjX3bVROvY
ZU22w2Re2lPPHUw6ONcAKMCJfFv9nYa58CdwJlEWtwWgDE7sc1Fne5iosQsZ9ncdps31jIQBEQHU
mVGt2TaTeUJAuKxz7BnrzTft0J0GAh4F73MdV13WQ9Wl3RvwRbWh+mZpiX7VM0jYgDOFqIg0IXKc
4EGmkw9iJFFhRsGwX0W75+tcHCdmkgOBp1w88vwtSVJ+JAIuFsxbs+u8Hcq9GOCYCSLJdEgaUKWs
0egVgCEbessynfIiU6eKrf01VMnATlOQZ0w5dftfH2LPDDglOCaRrBBfsW2aBswoK9cZSysDkiGW
LbMPqHI0u6xLLylwf9fb+GnA//Os7TVa5hWBIAxDEmK596rSiwNsu1xRsZSwPCvmPtarHQDQ8Px9
knCxh3af2RdFaU6oInZh0XF3MKAPR2M/1teA0zp8z/FSy/iZNY8hkWgoYlAEFB+f7vDEsL6EfDry
E6zTKwi0vunLvnwHUg/H+b4CcP/rKXj2ebBfQ4+RB76/1VlRCsTB6RzAaTcmDxWZhqNNtNj3ALru
QU8vL5xgz045KpNAsSKaQcT/9P28tA70ID0a256mN8UCyL2HovJutMt8YY99P3y3U45zS59Loki/
tnKanl9MXnEus1R9NcA6IzFFCFKb9ziLcUqjpszy+xJExXs9kMepBHRUlGV+5Imnb3MwHz+0ADFl
HftaOEtv+lmD/1hZX/pR1poKy2TILGSG2llHXtJkqIy1w06XpI+9WQ9ThBRzduFazejSAHU/iWiW
CbjBg1evdQSynnpHBrD7oi5LwBH0ullF1Kugi8RWO92DQdxfaVNXK/pM3L3uFKolISqm6jZFTO7v
Ab7P7oxhcKU3KZOfYHEIFuoiOB3jSTSmO1DA6cU+U8ylIW4pF4RiSasyFKocPurElN/oCHpHPEM/
4dD5uX7vweHqfTAN06MomLtVtVw+VKwaxxDHWL9vhWsY7vSBva+Q9Zi9nkTvcGC2Ftr5XjH8MRVd
9xqUbrqfOoZfs/B5uG1r1X7US04fhzO4CJCfBLa0/kp2NQWJLBokH+aoSjP7BXTrHJwwk0BE3PfB
g4osko9Dm3L/ksnUM7cpigA4hTWycqiubfLiFTGEch2kuVBq7Y9lLT8AF53vIARK4wDcQRA+Lb+w
355b/z5q88gHcYH/ZLuSMgARKngWxrxaQabHyoWHSbZARba0F9b/s4/iqHRIxKIIqzbRkOi6JICQ
CYpuDkdJ3RJ7yGrXfFhXTM6vT5FnSgwMWQNXFEU35GRb0X2WkRqo+ZHEYACrmOtBXJMKbMI21a8g
nOPOYhWghJCg22soFu96vugIhEtxtSBABD3MTLvO8PU0rWI4JMzpw6+/4XNzLRCUn1EGqIJsHWnW
wM4QGphJnKRVEy9lb0D4keB/D0MPrlw5vRqLS4p8z1Tk2Bk2AuYgcAUgo23Ctcn5IIeOlsY1L9Hu
XnH27AyIQHFWj+1nqLdIUIB5Ub4VQeogtgAax9uxCOZ3y1Ilr6fOCMjVlK65B6uQXtJ0/y5atjke
QVhFiUsQxFboLD89ikGdHbqWJiQGjculkR3noYQSSz+PYcbn4NpNlH4okc37UcXA+4y82RRnimUH
AYKA5R/qrAVcX9bVqxRoQdBIrU9u17kvQ2Ri9mPmC/3QrhloTwkClT87z6q3c5v7Xxxfevn3I3Ew
EFHcwjmP04+f6yE/1DsECGK2rmbU2Dyl9pBO/sO2zo/mgOR7bQX7++uJMbSSfB/9To3a1dPHYZxh
DVhB1gTSftCEUjMQgSmBF1mSyfuyVKBk1tjWv17Ez+xoVE/R0GU4s3Clnf/+h3fs12DsajUg24B8
C+q1DahnAJucBvD+LzzqmaItkiiUOYCGQgiORt3TZ4Fe04xrjhcEJMbE6ZK2uyTA1aGmgYbcYwlc
jMDT1BCwidcquJ4nUJO9bin+gKrHfGFynykzfc/okNT5yHa3UUphJ90nAvSvrNYdzhgvC8cqW6/a
vIZIBZnq6zEoukhmUx63ohguPP5nXIjE2iIKXkegKwAsxJ4OxgQGNBsyFHB5LxU0Clz+evVXcQ1i
fXnQleAP5RCgtA0VrLdBULrX7dqiZTWASMozOYXwBocheC6RxViyXDh8nwnhsARRsgHcBnCG7VJc
Z22SokHty6s6eoCKz43fzwfmBdmVSeHG8+s1+Fy2D0QcxVZDSkb19lDTQEqTYEFNZbYJuLhgxJzt
j7pDTkBdA54XM4A6UqggO+ShFFIDug2lHfYX0PEJzvFHmNN5P29OLwB1zoAx1FuAPthMCRNtlfpo
IcTpeYfnk2FhPo3s+Ou3fWbhcWQouNWEUgowmKcTL5UZKRQUWCyMpA8NVK/iNl1cePZM34uA1XFJ
xv5UQ6Hp5LrJXLjCn3s8RcNAIxRhAds2jdEpyswIYY4Y2lL1LlnnNa5Jc2YkV+UeJmsi1grqBIXp
3rSgj97/+uWfW/bnyhJSM1DVA0DKnr59BnsBAjY1i/ME4hpgoMtrR0YdL8H/pu5MliRFti37RVyh
b6ZgvZt5E95EM0E8mqQHBRRQ+J33KfVjtSxuvap0S5MwuW9WgxyFpGOGKYqec/Ze26g2cvTn3Xkq
QDtS+Wu/hIPjeNCfhpjSMp/cdN2I8mzBdj75YhI3bs2VFzolhMlrle42B6mLDTgLRrIU4f2sZk+M
q3QxjUc4Cvbe6hkrERE14hZebnUIrl2UKQoCSJY/LeCLTVENJlIoN2XRzeuh64p7a6iXTeZZ2a4c
Fu9uvpWn9fuQdrnMOeay51GfGbS5P/4EuR2kYEO4YjBhzXWCOt+YCIlXU9W1x9RLrfN4ccBknFbb
hSjPcMwD9VIE3XsZ5HgqHXGLp3dlu7HQ0dOMRlzo0fX6+InKqnYHRPzmyiKv4RlGwbDVRvHai87d
mhVW1j8vwivvPMrhgNcddTEt4wvDQJHQ8LLKGkSS4VTrXDjUSANnSRf73q1t/vy3Lm82el3aMgFy
W/RaH7+aw/NWJkFprRgfy7vMEcxMUgldTRkgZUeoHs3UO1HeaXSrq0XuRerWN3bza0uMfRzdJjcY
6cXFOz5LnL6vdT7DEtQtzz0+eH3xXms96MLOyLVI5M33P9/iq5dEqXTWpfBAXfa9ciNrlLIVm9yS
yvvamDB4xvhRgwSyAqIWPL9yCm6VJ1d3F3aWs1DU8JlcXyztprMzwnliFlJhxVhSC7Eu1ODetcTd
bP02M8JixMVhuXaZhpDY/M2CkC5MZN2t3LkO1npuk2VxNmNALshv7C/XljlvezY+3vxI0M/vn7+d
tWS5+PCVUmtlzwZqkKCsdp7AgjnT4V/buQr+8/E9RxyLbn5gnvXel/oklkJP5Jr5+1fw90ZBX8DF
tLmJfYCUOKZ/gbNRhyKpEjBNTb+PKzYEMfr1iaDnKQziJOR0OO3/vDauPX6MGDBbMhg6T74+3gZH
TENNUYwcE9HiEpvIx3ooidKDDPHnK11bhZzvEJl66GLQg3+8UgLdPcvQ6q1aLfGOnl0W9HgXHMc2
iExQ7/pdYmW3ND/XLoqSh1nNWZtlX77fcyTKWWJLe6XZ9bSeVbJdZFdsAgPiRuc3L0iUXv78Na/d
UHRvHls5WV3w3j5+TWWMZV53uc05wiujqbWZd/dtEhZ9divA+IrmjBMLszbHILTUZOr98VqZlSYO
iCKLvpZufXOTMds5enA3ADUExjmcsZHEksCP9LdAe8xI0Tw+AvnQNz6m9zs7h9+CIF7sSUno1jWY
C0S/9KZnuJB/vivXDjocKFHgB8hYeJ1//KR50idF0Uu4PNrsMRZP3s90sUPadS3khKI4DM4yhkaT
GmvEceaNq18ZcTBkMAObQCzetZd96Lqx6yEBRMxZch43pWTPHUCmfMJSLbZ0F6EhVvmL66v5f/B0
BdRWLEEGKwwNP37tdKLZ5cQlF04dmiK6n9x5SptgXBvyf3Ip3+bVBkiI+3yx7mwAmsCOWOl9XHeR
r49VCO5pXvttdcsg93v2ePkepZ3IyqMTdDauXHwtv8TtoOgrYkLu76HMDYjT+2UdaMb31CeBRKVB
fmhV+4OJmskJxpkjZwnUtlxMdIUDMTyavg36HipubeEhYN+F7qyHLuU8+qAShByvi20CITBs0niK
NA1L4Z+X5LWtIUCgh5WHTcn+3T752wtg7sjpS/LRPs/dofx0sEQsUg4PrddCF0j6kWNBZ9w47fzm
X1/cOkSqZ5EUHcKzYu7jrbO0mbDTfuLWtUN2V7BzhVWMZkR5QNI6Bqorq7TfhspNoCzI8m5sGuPG
03Blh2JzcjxeynyAf8QKpUy74sJjpQhtAu+JfvlB+N5X0LzZDXP29W/rBGyEDMLOY76P35bObqBy
+CFYeke0t5IhvXDUXwXEnI1bNHLrDQoyVzVTebuaFqkgMG88F9caHZT2NFMQWthsPReL1YFDMugx
vzNmjmKPEMeC8ACXdHSmacfq86PUa7ONaxdwRyXt+ypzAtR+QXyossS6cfy7/nHOa86HgX1W9H28
JU115qkV1MwkUYrIkh7uDqPRwsmUzqrmHBA647hsLE5s64me6760rC4SfhBEM+/WG7/QlVMQGgOd
FzLvED7PxacBRhbDnAP7U+T+cLcYbFDL3GgnRxu7dd4YN8RZ15YeIpTzKAprAAaGiy+fEgeZQCfD
4+I5oW9qxT5PA0pKegA3bvTVSzFmO0/bTB7yi2/WJ95cT2Znrzo9ZhNxUrZeB/STarVbS+z8qS+f
6bNF8L8vdb7Jf9tJ6qmcmQ/xQOVNkIa6CcrU7Kd29ef96lqpaP/uyPwWvQDs/ngZz48hV08c1eZ6
lu8ujaAIxU8R9kgC9/0I20QzjHqvJ1a99a0ZaphGqzkbUFv2sky3xCznt7azcxX+j6/OuvEYqtMJ
vxQPpKrrWwJReLiYFiH8RTmYWoKWgdm1G9Otuh9ZPNuhXOrlNGHD2addn27zSZrrP9+dawuZfj5m
DLYZHq/Lp3zG79U158cKSCIzuTY/UVGXoVujEmnSwrl1nD9v1P/45pTtDgd6cPaXoT8CZqbTKsxF
Qn+0rXICOqS+JdrkbIc595k7VEBHW6eAx5/kZHJ1abDJoFG+pd2U3nisrn55nDkIRn6PIy7OgSJr
nHJpehbgMmRRELvLti/bdtX2XrNxUsDmN373K+9OxkAMPs4GgnMl/XEpilw6JVRDitgu1cN6gjrZ
iwVCbQNgsB7OpL7xVijVtQf6twDboCPIcrp4oLV5bATcX2ulW2CDqrKeVhhLOzhN7a239O/30uWP
i82JHZqnlVboxbU8eyEw1OgQGdIFJuED8FgKC3DN/gW1rU76ldvQow4KGawI0QNVNFRGhARe23Sa
3q5oaCdr0N/ewZFC7Ou6rY6+jQHSZzy0Kdoawh397nC0zXo3pc4M/2eyotkum23rVGCDwJdtUs1r
H0qslBtIgyZaFe9Wk+3Kwdimt4z3+jwl/UdNtth+nQ/2YiF4rLIVHNpgZaapu21pMK3I76TNXKTz
vhsWeWM3u7ZkOYtjRfUZQrA/f1xB2JbIFbNTG2Gp128H0fSPiUtO1GDmMdWJrv8PHhH4VsARGREy
DL64XjG6HsFmLftD782RmSkXBl+CvlPEBthky939eT+6dmf/fr2LR9IS+uKkyKmxHw0qlGNnrTst
PSLGkfvenor7oSMTjhScW8FU50rqcumee2n852FDuqx4U8DKdaUjwEAfXPzlO7V/yGdOtP4yT6+M
a4tTxWqKMmiem4lwtxs7w7VJMQZo2vZOcNZEX+qSNXD/VUHlsFogL4CTbrKvEEztQ1MGap+CkI9k
b8pdpex4M9nS3LW4Kd6zGdmZV3fHYEgMGv3A3qepK+/HDMTvn3+Zq5/w7LKlVqLpz236uPRyI2fN
z61JywMVoTvWPy3VUih5Tr9tzwJ44cF7hsZZoUlT5saXzB4wV+vH3gSUNs1efppaYd3ridsDXfOM
5xuf8NpbFSYwt48XDDLAi5eZ0Wut4XFVhitaBqdyITK2qcyf2WLNm6kTywrxh/+5TArg0hptYNdz
ywc9Trsbb9VriwnDZ8DkX2czvNwHz2h2qRycYbZB2S6RCpJxUth7f4kJhhhcdzuM9lfA6fommxXT
wz/fiGtb/t8vf3GwqlKnm5MAEZ0C4/ka06XA2EITE2K9/vrnS/0WG14+N/iDfu8Nuo4g8eOqyMac
NKq0QZgF02c1mXO1HiYdw7XtNPsB98qnxDf7oymWmnNOPm8TvU73AqZ5pOrY+UQ187My8+eAcvKA
VtNZOQZkP86FyHVrzblnBDS/a6WLZD4HrVvZFhjQqZDHdFiMrzo5B2ty5EoOkaTTO07RbFUwotox
k/oYMx3dAEvwN21dWUeHUfTBGcx2A6B3WJuGO0V/vh2/x2uXt8OnS43RH93HP4Sv3Au7Nga0krys
hqc0xeyLcc9DApzEEVAA6ziKwTvAjmxP+bgI8kvEdEdeENxMy15IOMpHsiAQMlqt560GMSxvxCqb
D+Bn663l5jWPeT7/Wgoktc7o3RqsXFs6mECM85mIN/mlHJBe1GQAJDVWEvYlmQ1pt0VvXWwZeXQ3
Xi3n/eIft4rZMR5pZI6YpD+uHMeGDz+MTNHmClIuM54s1HJwmoJOfuipoV7N+HVvZLJd/X7sEAYd
QM/0Lo0ZoAoqwx6Y0jheOWys0anepsl7h3F7i7B27UrILs6/qX2lhjcqjwJK40pdN8k9mvVDHIzm
Y+FZt84EV6/EnJtJKGIzhFsfbyRmlxafLhvzJEuxNys45Ti54rXpTdqN9X31Uq51Rs/QqWVv+3ip
BSa+hZCO38wGuO26bbnxeo5AWerf4nddWR54dJix4obAGuZevG4qoOZdFzMG6QiL3svESraO0XQR
ElW81wUD1Vm7Oeq68v0cZku0eXj4se1c3MrAJn6xFoG5cic/WIvELlFjOSq0y+BWa/daN5DhDhM8
NCuUwf7FztkDGQliAhlXY9DV2xnoUZihHVnrqe6etMzq1go/+Ab86/QtT8HxEoMIq8BPixVWlX6r
lQ1N4CBBzggqZMVb29ksreYfvTHRPzVmbiKNtppfwpR0J8q43jI3SrZZL779edO7djJAD8NojvGn
HfyjN2MIM/u30gLXEckVeC5CofXJsSu75DDGgtPxkJPb3pf5pi3meesqvTjaZUUcrsirlT7lctVV
k3Xqx9olJ81t3v78Ec/r8mKvceljUeMi6qLyPL+w/9ZqoJNlnI22yMpnJNS2p7pDnsJs/PNVrqye
v13lHw+iP2b5pDc8HUOTaoc0LfPIhi+wK1Iw8n++1JUTBuuGgfOZZMGKvTjqQHjNIPd6eABicsIS
rxi3fTsINEAeJFrXjJ84z+afgtoSe/S41Y0y/to3xfPFcJTxAI2wi7WrDzPregaCoLou4+tm+WGx
5Q9t6vrtn7/o1StxLIcZxbwNptTHX86QFhqSs4onbZLmubG8adsNxOO1xJ39+57+R4ywB/Grfpbd
r1/y9C7+P6CAMb762/08U8Y+UL9e3vOMhngv/9d/NX+nfv3+3/5N+fKcf/3WSJ13IIxTdAj+m/Ll
ev9i0Is4lK4j2iU6RP+X8mUb/2JGp6PwY59EsXv2afwfypfl/gvbJpQvMIPkkfAX/xPK17ne+38P
LuwZRpBMP3mFgsSAKmZ+/PltJ2NosljB1vZVvUpiFBWy76fPMcvl5MHtPMq8NZ6CZriVSn0m61xe
nPY3E25EbsiPdftyh8aNp3tLrsg4nLwCRlQvXvnO3kCKD2Yj0tMWxEc8nPPKjV3JhEzEd7Nbk1+x
zOWP/kxWRWNsPZGBN219FXhvAMSSZz3w+yGs6skiS8BJfRSLWfKUNoGJQcUan0BdEGA0OE6HsE9S
7KNoV+Oj4Sv3exyT4puXmRgj0IhHztEwnmM2TcPsw5jj2nfXVnKnKjrwHLn8d1Wa7RJqEtHqZmzZ
hzrYEsg0VDXlB7jhoaZmVUA5UOi6e6cK097Ons+07DuFMe0v2fTl+fVbGd12nvCv0aMcKkjcDboL
LyiPYoqTk6F1hN/J0a3DqjDFg5UrMpzKQbQ/UEKK5wLyPj0Lo01/NEUdfGnzpF575SxXfk/IS2TL
xAEIyNAhWRPdhg9doDx71aax/2KjM8s3RbmIPrK1vCcGBpdQtCgPmPaUV9UbOMAu6mYzUCFJjsXa
myv/REpMvff6OF+PlIo7XNTpijJGRqKbNTghRf5IulSzjYck25DzmP+FGktbkx4R3/tx3lmhnZjD
0Rk882RKS1vRy1UnI4jFS+ll2mZadMTxcVE8wh0B5s6ra4M21CLcfVJfpZNhP5jVWP1UhSq/UPgZ
d7M+2KdxTECV51b7ZtP82uBVTF5lnGsrkS0IxGYoBiG6GipDOjIFOSGi/UlknvNAaJVE0AVLX2iJ
yMKFHXFVagOxg7neHTT03fdi6IGjlLFa+UA7NtCb+3fpBysxdPeB3q0xeC3kB04kelqq37u+3j5J
YVoPtdGq1TlwzClF8hNNpXYovYY8lsVINmmty7taw9oBXVXb59Rcb4igoOU2ltw2mcEostSrb4Ut
vSf6RPNfVWaBQ7eLOUPymdZLBGgddllmkwFqzOORKEx/IKFTn79iuWCavvgJsaMyIJ/IcuSytuDe
bKo6Eft+mfd0HH5Ia4yP8OKaFQ/G95ZNJAQWkAPSFl5kjymjUG1+dFzN/2X58gSGLJJG0FAkqU3r
xNra6ZP2IRmLtUAhF8YkzTxOvoG/ijSJu1ZRRiZut8WNfpCJ8UmcOxpZtfx0G3s/YCgUkGWOedBX
mxqZ1ZJotDHBzBhzO36eTIPTvfmjK3HlWXrySzOe4bneL8BLKrBPISKpJ1Vmb1S1L53bHeLMetFI
T8B+9clM211OME9gEe6QT1t3yE4W6S9xrJDO5kTBVZKHqajJH0+6l7ru3uldvHVoq0OPZx8VuROi
B9uW8escUD8X4/fUsl/Swvw2p7M8uZrbPGgEdEWcGazH3sx/zhSmSSiVuhdSOxazexjJzDJ6Y2eT
YrF0vyqL7EpS2g94rlz6cAnYur6DltS/6AT0sEFFVlyzCIeWtoLwjwRHxtRv3Ys9l8eGbDFcmOt0
6sNkcXZ6S5IawiVuapqRviItRJvWD4r6PCIgTJ4GC4R92VTFrvbrF7vA99OBstnJNG9/WECfIc+B
uFGGsyqK+cGQzRctT/1fWmBpO7dzDvk0vUxnwrruyObZcMa1WZfJZ1O1RHCOBCWZJvCk9DDiGrLz
zxP+hq1rDOvGxceHxSUkVTtaxDdnrK1wtpIoKfJfpEd9yivCimTAbi/d+3kquzXKmCp0qldsry+p
f38OLyVbAoxWUf+MC/4+pVgbCjM+SW8IbUlGTj5Mn7zKCWu3Qg88RAYwyYhcpUOJUXlI9W9Loz8A
QT9BPgvJxzpSyWmn0Z3G9ZwJgjzAJHT+jrgwsdGVB38y7T9JFObExqQE/PVr8ywr1SQAvHjZa3Z2
ajvYSMzAeYEiwQ8U2STtcm+yU5Fz+2SCviB0xUtCM2Znc7MvWBW+mEKc7IDfKuusz7lkBBPUT0Na
PRSd8WQMAf5dPz90rkR7pwXHXOvTqIrHhuAS0hgTlYV6nj3klvbAQ/2s9QTmePy1BLRElAVotxj3
NAS4hbzLI/So1RrR2MPo4x/LhHiYxvEotOErKMj72HciWhDv0iJV7RxWGaeBB/aJHCC/18I26OlL
OCfaa5Ll6hL9OtyVsbivFz8acu3NseqjMWnnIKclTKvxqeBl4RpNudI9XEWpJPeosfZTMpGRR1Cm
TqFOEAwhHpJYMrWTzquJHy0qNY/kJPKo1gQFEnOcBPFOGt1RVc5JCTff2uIXz1cKISizosVS3l0s
hzpykpyIBDb4I1TuNspnnc5yrV7o9jA01vtZkoqm1491I9XL4rvaoXbtT6VDVGpQ4eiSNVdbcmte
BVWZsOgnVo9WIe5zdF6DHos1kf4uXyAt9w19McVB45Dp9bwdSVUL+2FeS+tdTC4KTXuMSWDSCHoL
Zi9qs7i4y3zt5CWzxsLB3NJnOekIRZs8U3cmXR8JtbyP3vApbqo3Q7oPi1VZb8orlX+cY//Vx2FR
+OVmnLyQIefBt7lTBN73Qb4hiwA2Vq5OvnWU7Zsviox5DT9Tr2WPmE15pokdaeZ7OylXEwEXnua9
0leOlrHwo8DOv5pVSh85TnHjkuRLK6iuHmRJ6upk9d88t3tcFPGdZLQieXEPycIbCfypZ8g3IGUB
CzF/J1OUXcv0N7IXP1sjpfikRKJBThndOczYPGH/HGvvtZmBvgkHqXQvyu9eRTqMRMWaVdgmeqn2
i0bk5ZATkpMk5fOQmHuhubu6zR77Qjynefpa9tldrNmYgVNslPWj8pzyvu6eB73flSpfqSrgwKJQ
FdUvc8ssi4TFhpUSbNMpPRQOgSZu1R4ggZphEzscb7EEEs03xs3e7PRNMcmUe6N/UalaFVlzmAv5
Vx6LUyDbQ3eGKZGspfKMaFyNr+WvjdxxtmTwfLIaXKQpUjqGcNm31C/7sLFHO3Q178CY/84YyKyq
JvYqycqftQoWn67vcF26UbcYkdDT1aLIbaHBEzQVNk2vPvYq7mDSxkskWKihjSlape26zdsjUogp
HNnB3JYIajefiGTTukfTrr93uuTXsutsmwh8kVreuqGYSUeT6jnpyHozJ+KXhO5u/EEQzk0e4+Ca
b4njIZkfsk/5KEcAXZPYYdrmUzM6HDF60wged6NOfqKetfbGBvRExo0O/NM+C4GM/FU5BJK5ZbcZ
BmONrGxt9Hq59RuSnHLT6EPNT6xQ7w1zl4FBjEzO3mukJl+kIbZpWR7I832yU45kEzsKwQDetwDs
SAiWB60tc/JEBFmkcbxYjW7WbmiNcZOz5HsRCydELU3KtWGug7bVI8zebyCjn0A7nfBVTKvGa4Pz
1Jl738a/lCDatZqfmmzqQtF52rbU8k09m9xgxZ6Yrxz2JmB5XyoUoYfJ4gDO2roznLl/qzi67ZLE
38dZpuPEJplP+GcLPJHZS/qXEeRplNTdW6ENj8Iz35B37ZK4jginZucwi0ieFyUh2oQ7khpDaumD
KpnGowDYk67YhqajnzRwoRurEt9MxdlWp4UMsmdm+yjrJMxLYKRNReQRoS0kl8fd0yKzt1ymO/qI
J+jWkeO2USYrNl3vcxsz7g2q0dqmpioIU9N3WD1fvYV4KUsQ8VSxUI1ZvrnlfLLNKWzdBUb7+Jmc
nKiqnEeskLusVa+T8nmha9tGOj9n9y5J+hyLOtqJcVrullHdZZb+q+39ES1hdj6b3Zmx/Gr1HHMC
0pEwu04RSpCC4QSBnr3Tv4shXnukv6/H1nQj6ArfIDuRI5wv73zWd39Kvti9ft9mjPCNhnxW0yIt
tazH735VPpEEdex6R61Il7HIw3QESaVOIuF6QO9NPCB2Gu6x2E/20jaOmY4OIG+3RFUdsczVkd0m
L5iL0y15MSospoKoto4oLns+5Qk6HEGEakLsKofpIXIrNlf0mb31yU+6Q+e5K8PNls2Qw3dZuwXb
jt65bPT5i1XIgUl7vloc6y9DJ8WxGo+5SteuOb9oujuvW09urSZ766zuU1m0nOvZcgdJpGYPzMIG
D3r2gm+HvElfSosxDnhGh2Y2hrxmR+ZfN4RFOlAwVv6XwKv6vZEOxbb05bRpRjMgmml0n1qO3etO
efhMSQ9Ue32Okd6kXrUxsyzZyn6xfgnpmJ99uJCEzUzesqubZOchr2UPYYaVK/JYDXK+HvLeLlpO
MYACQwW38pDaQfwDR5L1RXfGTJ6PGaSmCRFnj1RURoI8oKWK7VMIN2WNQSaqfMd6cceKco5IWGi6
yrB+FVQa7BmZUYacGrq/Jnc41xNEVp/LdWPf2Fq7noQwsDq1nfagurH8ScR8g+ow03YaTbN1MebT
fpLLsCP7R7v3BtdmIFkXfahiBduTxssm9hTHxqbFYJ2Z/hg5hQvLsTKmBui27m/qoPc2s+e3Px32
+mOjE6tJc9SMX92uHX+YSzwffFmIL1BY3NVULgFJ5eWsDkx3iFOCrdZEHmCQnQmp+DmXjb/JAs3a
DXqS/jTVIuco87pCCy1tqgjI0Ssc5knQ+lFbNeovSdvyoYK8gG01PihFGnoT1NV2zJyFF2iAUsof
Zw7lvdQ5nw22euRkMRCU16T2PQmS5ExRwjgHVWRsXC7nZFkQwNcaLkwNerVvBFEY77T0kHFm1a+l
DrxnBE9ybfYFNotWJffSsgDbF2/kg4mwlZm+VX0vtKj1G3NtNWlz0oJJbbt28Cm2mnGb92gHBkML
dpOj4Y8AnqQ9yyQ/h12fY6xQ6nlzmNQBYAExmOk29qzuNaOr/mtaxvFb7ipr3znVuOlQV0aO3Wqn
Zai0E7lyvBXjSR7SwGg2yTlpNKDe36qRuPqSzb2lEJs5ui1jCcjU94rHovfyvdE45LoOidrMKFb2
3YR5eTSE2k1+HAMYIaq5Tarp3e3l5x6hvWxQ8VJWbWs4RnM4JG72XSdfMaF6In6XwmnIKqgDpPpi
13bnUI0lTRN7yH/YaZPf2Y094ay0OD+CAEPbhOk4zK08fnR1AiPoQYjD2I/tqbVdJgnU/nxs9ZK7
tbvtDNluvMTvot517luLsg5jZjgRKH8v68HlCdcmbwc/St417tRsFpInvmu2Vq5wwKdfmtFQW142
5VM7JvFXwmCtvUtoL72q2vzUx0Z1aodxpnQmGug1YCfZdXNGMJ10CS+NsJDNoT33HmWY59yrAmpx
aMU2UbYmvTTG2lnUmJi5GkQpv+iA51+pJvyfUBrmzRxP8bERdhu2STp/LmYzeYknT8G1dbwHW04+
oBA9WwtL9mt7LOZoMbtSY5MwWo44SXGAcJg96F7BBq7IQ+w6lX+2gYM+FqZePXgJUdWZnesPNpPm
p6KfRoxmy/INUSo7cTo4TymMKZQ/xnxnj8HwEDTz8o1Xhc0h2a9dOBj2sJ7SQta8TsvsJEackiQr
N/VPBPWcJjm+HkXQ1o/g1Ijf7C3ztTU41aWmFHdIXuYXHTNMxe+a9n0U1IkWjYsmIgRZJgnJcR81
ej/eUbhk+8AT7kMAvH9llhDtK4dsZ3/RzRdRp+UuRVCzaXWnX7sqyHfD7AOoygkZjaRuiHeN53rF
W1Vf99iuV4nHn5aNhNM3AqIEmVh9nv14uauMxgKKpsV3nikfAO4+u62XbYMYbCK6yxrBEA0dmCn2
8+KhDDdJ2lsxd3MokpuESySL/JIuC/HeY5DddU0tX4XS7YNBICYg7NynhPQ5i9G1nI2XWNMJEyxJ
Kt8Zkz88ahgm3hLVOcfY9ADi5s1s7BD0+SsEYiRR1mgCTlnh0EJhMK++1qru282YJF+tKqs4+xuV
doR2M5fAQJu03mY8v88+YLm1PmG6kFNVm3BPDG88FEMyKc47tXypuqZ4zeKyt0PGIOVD68zYmOPs
XBZaPJCTaukMGKJ9gq1BhmDBv4dzMfuAidPuzpsc59O4KPGtpAP4Zhrt3sx9ij3NCS1+xB3vSYLy
yuLkBMBRmboBIspQy656N3UfbKcfwIvAJCDMB1UQWt1+V7UuCAUywt0hpiIMGr/bl0VVn+xWTXQJ
OLM4JrmD5IaWo7YbXQIOEZxy/NfjRyMV8YZYXJK8Zz9ntUv9ZbS6X4Xb4+yTIvuRMojfNtUEq9sj
qzwpviNXstbucib+KERTamGVrQm+LuRB+Jl2cGHJEalJcEDJ5wxqigL6umLTkjP85gVVNkKcYPum
V9LxOEyGfxrsgVo0I+wRWIsbaN/8Mmne+zwtvxNn2Yl1HpfdbgwSaExzJmNqxCnIdiSSBy9lpS0b
qbw+e6x1hZrY9hKX0bHXsjeOM/z6sJzqeG8HFfuZnvSCYiBLhjW1s8UvrqbtRDLhY5qb/otH25LX
jzUMx3rIzM3kceDExB6ULW/nLt91YxK8IRPz1rK0jA3hC74bBkOr2F2EGA+LA/SWWiuFj9QPTWyu
Rxo9d9Pidzs1lCoCYDVtSVG1v5HnbH61tRGGUmXUB3vBUY97jXHq+W1S/UyMod+r2ogfJpHbbxoH
mwcHMT4qEP5+VDWZv++bnDeCAR7ptW/pO28C3FsvojTc7ZRmbRNVS+5G5Xl9lbmBrSTRtkaNJ7hu
kVKFs3C657YsxzUDIj0P4TPMD90itFNWu+pHYqUm/a6lec6UaPxzfLV5jxhlekzmCqnV5GFHAZ7T
EDJfkmerAq0OQgsB5EurBdpe18vh1ST3dw9mxOtDnzbsFz8ffibjDOd1aAK6znO+FtPKPWqaGRn5
uIIK/BgnidhpiY4/plkoQwyBzoy4VyyZBQdvDXYxi/2+cIV3Zyu9rOnOZN2x7QzzLsanxC9qmB1T
Z0oPvVUYVnI6R2x3P9HS0MpuDOtkOap76UUrXptEp+WUatNyWCRtvMjTMrCz8AvW/lB5BgkzyHMm
L/ZozqWjuamnZtl25sQxwOZcVpNyvOqXIgX0ZxSvFIPx3eiOzR2FabcxaymeCXAwDgoAs0FDxHKe
aLs1B0tYczQWtrrrAoK5S2mf68C0niOjr1gVFj3NVLTec9LECbWClg0vorHczzlgyq0Gx/C1g/uQ
bi06xe8xKdnaqZkcrzo5aeUREFXnX8purtfksAJYKRlghTZEo/MhxG/DsetJSOyywdxaNMjV2zC0
7gMViVGfZgxA1ipe5qVYL3g8N9XUNe0D9tTmwdeRMYVWURecArWm+9o3Tv6jbX2ylF3CO6Gp9fLN
zDX/aYC2EJa9gKmdi/qvyuzFhuPK8DpVgkehDOyvYz9kY+gVTfncp26zU1blAVM3aNwyt9dOtZmU
D305DPex3Wj7npDPqMzs9KFxiARrB7JrOx0LSlHq4oGmFAtKBuZ75ucYM0s5cxDE6CjXUKjHV7po
fRHKLPnf1J3XjtzMtbZvZd8ADWYWT8nO3ZODPumEUBrmnHn1+6HsH1Bz+p/G+GwDH2zYslVNsmrV
Cm+o134Way4GMPqacjLd+FIb7LGuVY4xedEL2+JXnZkkDzSjtl5kN49SYzfPU93Rqxl0qXhIiTDB
Spk0dkCSBtmDsJlSyDQ6V0pGft3lVYdJcJr9YuhQbvtsTAdGLMq4xm+BI1OXrS07Ok6tWOLS5Pes
9qFqaZYpKB8/N0Ehr/XMVg8MFevRaYSGYnXNJw/i1toQ46qtjjL/KsRRr16hXef/QJhOTdZqmJfI
0pfr1qTJlJdN9ZPvqlHBFc1vCxm8VdNIMh7hw3TbyJa6UQIYttZotjdZL1Nr6Vbd0FVJDPK5Mifh
6qt7D+XG+0ienu3Qfq4gnz2mVpGuDcls0AMrZIAIA2dpw7h+eknkWUYosPq+dZCArci/e11UjopL
9x5vj3gn1Yq3UnJRPFaiotdQWdUqEX72LQ1F/Y3Y0p8wAZ5u5IhZJAKW5SnM9OnFV7m3GsssvsVB
pXKtyabbMzL8kcC7ec68+hdq1TR14b9tCjowJ1Vn5ObIJdoHLl9ictsu7Y4K5vZ3XTRo38fW302a
GA5qxW9NYgQVHb+ryz0N7OHezITeIERMwxCF5zBOqMej9ORRkE3mkNxHhkzg0dPimMpW0TNLyBru
ean4KWVm90LwoTdCRbulEiMDU6fjqEAfB4yf0S3UfsXJmECqStWAYUqsValbDSNia1xBG3PCL9jJ
8iR/lSpd+W1CuLqH5tls4I6MG6rh/qaapm4djV6F13mdHYZKPSYY47JNzC8oUVo7Seu0zQih/D4E
fUt2HOrettQkqXEBQqW3bc20Qs2l2yQszZ++KX+PRRC82jltMuCTTDrkZmukdP0oy8xTEdvWDQfu
Sx63deYIf9TdXAJo6ph8bFrlI+2jiTRNFIhJh6V49eGyrfx4stwBzQCraxHoBMeFwchNj3QN4wLp
sasr7djFtO+olnsnAJLryK1yV+A+8CXDcmszCNV3LMFjW8xYZ3glr7qttlbVm0+D6u9R0Ke1aWsT
hevk4o+0Uq30xfeqlxLO+j7SR3lPbnEYteGb1DXzb08a6cGPxF0SFbd9lOGJmpy0XP7mZdlRlLIz
qMl+UOzHaMgeor66maIp5VVoyU7Y3oPfVtarok2Ji2yV5/pCGhypMvcRuarpyP0gf7FTuqGtpNMd
ah57s8Qv2ZBkuA7DMwUJXQB4CyZeeEhtm+nPie70YYpGDaEos+p6J+os/UeId3ZPzmVbCE2F+bbW
jTRxcrx4iw2ts/EwSFq1AvpdfOkJfdspMAp3wszgix3GjevjIuUysps7U0X/2HCkUzduDYamGnh/
ispYQ+dyjJ7rUdg9nXsvOmE1ldEL6VM86g2mxkKk35iJU3cndbUpNYOZUWsysB/0W5n6c9skY7Gz
qe1aB4vmt6gYeAg59ywnn0gde00iStZB8hBz1d1SttIbruwx2ypoA992xMLtYKUHLqzuS9QCLayZ
3K+muKHzT/W+V4fAe5VLkwS3R9bHaXSdwiKW6dI4assRQ2es3yj4tm9SqauLBz9Ht3yHIpvvIJsf
85JyZnF9qmwjEU3rAVxeuzLnca6r+H1DN1puZo0ibXKbboqPo1aPJypKPHhHmqg4yAyJIwV9+4/N
uPFXnAe008bSb76h6Zc/Ynw7MGJSWleb0vFI5ziTV4aRG3voTKHBsQiyG1nC4dNtjPrEVd2/JFJd
nWpQNd9NqUUMjWKVmt5QmvpXWWA5MERm8AVTwPo4jFbOfHgMjb3NbHqbyXqnOTVIDh8rg0Ij85L9
kEDR4s+ChQr37RQmaGHLJBs0YcZeeaJV173Mvh0TxXdqautat7PTOChSvvZRW/QOpa9JSEYgaJBu
GPtnEfnUZDwloosOYrL0G+D9MRiBWNpLY9wyhBqUR0aNJS2HbNqSinrHwFQlk2alnx48OSwSt4NM
d5N4lGRhiuD6Gvsy8Qq1ioqIGWbOicmC/DWZzHiD4qK/68oye1AGRTEcyG5UBpOt3JAn6nv63FCH
ND9XeRW5TF4WyGNlb9KkN9c0e/O13s9wzcRW0cEAG3eQC+s5SQT9LFiM0W1F7Yp4CZxVT1IYW1EB
h2ODmWsmI9MLtfcNjdHwfkowaXOpN7Q7reUAup0mtexHMzlamRIyXmrKu6ggAjKj6zahlEgrMw5V
lxub52MOCVqAxwt7vXvovIzBc+CXEjyJfnzO0Il8MT3P3+HtkDuInTSbyTS8W1nxip0XPARq/k3L
wi9GadK5EIFwIOh2T6ky5TuZlPUfbDXU+0SNmxW5V/etDiR128SRdCqyukvcWM5Ntyjs5H5qgvBp
rNvioRPTDzWkybemO1jQoIoNWXdkZUyQokLSFsxOb8SkSFMUH3HFMO9LHbVCK0xLy/XB3//sQwO5
1xEt7RyEHkMJgphUytKbwkd0ZSMKXlNzGDfEA23vV7rsoscBTwflwoBxqmLe2HUeAFmwu0PRppQs
RaX8KCTPWjEBNk4yM4ZDju7t7ZiWYs9o0d/4VvYj8IqnxJPxBy2oE+nGskYZGxEdvpwX0GoG8UsE
rl6JdF0p9lsdT9NzpAaq24rwt1aU9VGykmRNmT7eiDSM7ugyi2dG7fJjINr2YWQKdBMmMe1SRMqZ
hTBJcwI5tp80WGS601qR/T2ZYKmVZShT5eG1/jBgRj8iW1hVrqpGFJSWGLNd0ENaNEZh/Gb/gxAp
Gv21Ro15105aQD9KsjfUoTs7CnHgMoChOyI3rU2H9vBGszOGccgDeE4ZMD4ymlnSRYC/v81szO5p
rJsPcjfPPCnopq2FyZ8bxmjGIz9loFKoIMHkO4niG3s6Xcp9mon8vo2C9rYfk/wm6gOt5zACCpg1
b/dhkjKRgLLhIuhav2G3GHxpJWOEjxhPEaORXhLrPElfJtpjX2jZ0V8rc/3kU0o62VSU67wHTpT4
aeEyHLVOoZY0d+jKdpsCoV5XNEb70yv1YlWFonMm7OlPHbYL+8ROmGCq+Ls1ttU8Il+R3WpjFKJk
0oQw2jOlQ/KD+1OT0TFbqWRyPahzR5T2gxbo4ypEh+gxL2JsQlBPdftClK8WIplgGQATN/em1w9O
C7pBLgrZLcBCYQRt6VANzc6m7zarP5GfeMds0uFXjDJStI1mhccE3bCj2TXjqtXCCOjDXCr7DX+r
pg+HqqyzLzQggdT4EZO7nJNCM+dOsYpwS0WLJ+OkNXej0UfuMMr4qlPdbf18Kv/x6kB8MUPJ/KWn
1ZxQ5Hg7q9HgigG6VxYoyQumvi99ndJG0bI7MdblQU4767aVJ7o6fqnfqDq6ai2c5ONY59KWET58
+6TL75kR8KyKNijtygIWsKf57L1akTxs4xi19RVpmMT1XBZ37UR4rBSN9qvRZ+1dXVr298APrJ2i
lY3vaPSONIqw6Emr+F4OozHzhvlHv7MbJW3Z5FV/Un11QCKY2FE5WFJpv+AItPCMxhu7S8FXV7pv
AZ6gW1Oo88Rdikfj0HbkmU0NA4sxatE6JgOyZ0UBZqBL2bqTKu9HjEQlsVUOh19gp7P7lgJerJRE
RpsYrfNyjfqKA6Dyd5OShgTT+Nyh+YDQRHdgHe0Y045be0GjAkQx8/JbDexl60k+/m0onASPiKi4
NmXzWmHQfDNk9AdBnOfGLyPEk4P2RjTdVpoS3XbgxdYoUJVrraxQX7KgI/vkP8zWdR2MZOzrzPkl
ofQuBwbH+L/guff/Rrb+z1+utgsCEYBXNIV0uPdA1WUIHUuvhLxLVGssJxtCQFAD0wQoNHpW8k8y
dvqLZdZ9uvOEpD5UpVcePINiYa1FsoT0aJ2nO0kObayUioagXjOhdTMG6wclUDRIeUx9fLyMdl3j
MxUjkXoecTNbySBow83Hj7FUsIBKjpI1SnAo5BlIJC3x6U0qY8zZtuGu9QLfxSkty1FPV4mYSEXY
G6A51VoHYLFGpF09CdEGvtNW4BGvOF4tgP/L37EkdISh4g+53JtbIxg0ZBhxPQ+1Ovo3SP1TyPGb
8GeV1/lbs0SNn9lN/5/Dl8/Q/v+/qzTme2BIs+/1Gbh8/v/8G1yuqOa/cGUQ1F2zihejjv8HLlcU
81/Aw+n1Y6X3H9j5fyykZ99pVQGPDnUSwIQ6y//8B1yu/wtPCTS32F6zMBAmJp8Bly82BzouDKCQ
7ERuGkUXNE7OweWxodYjovXyqQpiaaNSmq59w672f72RC0f6/SqI4UL4R/KAKQNKLOerKHjm6sWQ
Tie7M7T1GJYgiwJ66Z9fReceg3KKQA7qCuerjF0jEoYo4ykTHvCiRppcAQzhCv9rqXLKKwN3jXK2
YXCmERWeH/YvIo0gnSdpKYaT1jMZXAHKqynL9cB8kRS7uptwGn2Ta6N8TkrFih3T8wWIVLyOMQKS
YjoNn35qaOkChpgGjdBc6rC08LWMQQ14ahx3VzJgp8Poafn641UuPbUJ0YV4LCD44Bp1/tRmmQ5S
4Bf9KWykOKEu5SZ2lKluUxeL0EJx/V5TPacbMnpMci3SV2ZarbnSSgrFVS6p/f3Hv+icmQCBCR6T
zXGiJ83HAPN3/oMyUVZeE9bdKZzyH+jfw5+s8l+kkuWVQD5Thf99S/3xmJ8XwvbD1JikYRIBv/B8
IfDezH/UsjuNTGt++kilrSnW0jXF4nCbi9y+st6FV40t7CwEJ6P2CBllQWzyEzx6Q6aYp87ClC8P
EqC/MYB6I8/rL1I2exVI5EZvTEfqXwr1x1sS4q4l2UzXP7u58EDGigHgnYpUB1SU82enOiXfHpgu
AIdC6sGnn9twBK8cqXfhYT6zKPbCoEVtXJ3pN3+fKCUCQRYHtnGUIHcCjzPflFy+JqtwYRFgl5Dz
dBPb7Xcy70LLFLZlUZxKg9ZbYynlC1xD5cvHu3KOl2ebRYesyS6RUVBQhb6MQVWLHkWZezTRFB8U
UpAyR1i3VtWJ9VRG/ddC1DVdTs8Amvbxykt5KEESZ7E9gVkgm2VDTT1/i3D4C+wL6/wEcivHOwP4
bYbpt9CODXhYiOHMnx+npKjUHd0HEcFdBQ3oVEh/Tis7HoMHSQD8fPz4Z114IZg+GypCHao1y3Wc
/6qkSysVlGkFNHKiy6eBk9bA9snZWxJFpdio6aS/lVFTiysR692xhTYFqwv1PvTSUIed//yvMB1Y
morqcpicbC/Qt6HFbCpthbeqZbk5lbHuXzm27/fXvB5pMWpGsMaXNK3UrCu/BHF/Sv1eRQBO7de2
lV9TpTwngxH1ZjIY3xgqK3KsGAicPxVYjKhosxJ+QR1p6m0MOytwLIiHwybxgB0eO7scntEyjH7X
VkM9/PHXvPCQ5CPc4SaS4vyzuAXyDClnaob8lFc2tytQGKcrAAl9vMpS/3V+Sm4yfNlw7oCUtnxK
xNZTPy9FdlIniTFyLyWx6ehTJn0LogRVHLw6h59ABEIJZ4G8fOkA232xGUcDLxwtsKBmAW/IrCW6
ayVGwcwkovSqMuXSxGH+mcjfwMxkb3PclyLYsZYXRpyo2UlidvTSN0AWKevTlcXMeWvZWfda+P30
og5htDXrud0cMcWlmxV+kZvM22kTehx2ZiZXgtCy9BBwEjUZd2aU8wTSvUtR/LEHeoce9HhMpCa4
bWPmgkiZZwWO0Ep4SIU5Hf1RbnZA482dPtE9DMYw/vXxV3y3V/78CEwG2C4UQOpir5SVj45CaQ9H
6uv2Gf/W9CBHydW9orLjzyIuy6AzYc4JGS3rZR4wgGiKlbofjl4fYiWX0KtMHOR78QDrdQo8wBPJ
11bOtCc6Jrq3KiYQf64qIxqc0+hpnXYYkmvn5F1ygnIEcqFo9dmCtMxcBB+EYhGEH4bhKA2G5ga1
Xe9HQ+03eGXIVw7LhaVgaKKyYHBXmyiFnkcEFXJO3zZle4wMDQ6GOirHcJwGbA9C8+3TXxS5eW5p
naSIrb9YymBPFb6UtmD5Ju2gGUjkIc1bXHmg+d2cf1CEQ+TZD5g1UNdc7Bt5imSoV0NzbMHr7pJu
zqELady0vV48lJXmXSFyX1wPsKkJwxWHW007f4FyRr8B1kpzlFVoD8NQxGttZEwnebpBl3W6Zrr7
7kZEcgNGCBWKmEPoMqdqevpzpW+VR3+QJ/iYxQMqLq+NJp7Qd72nW37N/+T9DjHRFyRMGej8oru6
eKFKBd0UjGV1HFOyOZKP2vs6iibfoScqP3y8Rf58nfOvNwcfcmauKKz5zDkq/HXt+sjueJ6RTUep
Iu1wdBQqLexrcqwX+6rE9THvR/pJHZCucG8NIO/hSgDDcMlINBBD/dQ8A5VBtiNo8cN24TnMU5wm
w20vyHB6d2PDgwMH0qbJ6LtnpnKqZID9blGXJvaSzTgxje4GKXaBXkwj6uwD3XPDGMvUAeTBcFZC
yNx3wW/oXz9++vchj4eHxjub6lp47C5u596ewOZKtnyM1LrYpf6UbGGmfTrTmIt1PAY47/w7nYPz
VwwXo88yX1eOdl4Ov9MJL5sAp/OXj5/l/a5hFYZMhFayWRqdi1XGPJMKfVKONbIUzK9sWDBt2q09
tN2unPhLr20WVyMqI/1FKXC+1OSbCWyUUT6Cwg1cLYTKrJmhdyV3uXAr8kTUcXNDhXp5Gb7ggw+e
rEgyfIjGcMssZwDemAZEiZGJ8ZrhVPKVn9LeNlKku03h5SurbrPbj9/rpYdFE8CglOaQ0Bc5f1il
MmOygFw5WjHo4XjKeyfO0Tb7eJX31QCbhL9cFlSQJl9//rx/nUMVSCkuj5lyhAlc7HsxtDCURT0C
da6iCiA5Xl0wJfUMPj9iza4+SbICjaRMIMGkTW0+aEnUXrsXLz48trtAjcB9CnvxpdWCe7xvPOVY
BPjc2b1tOhkKMFe+9KVVCHmIxSKaMNsCnT/7aFQaCoSqcoQRUjtMWYAOTpr2ub4qSRbJFUXrrA/O
xTF3/P5+w15r+60+iOZoYQiHO16hHfoiu3Y23t1OCD2TCpNdku/jxrV4FhPTvzovRvDUmBJ+lzPV
+GbQYYN7aFuPDcCJ7ccb593thAsaJgMkjaqKTIy1uA2jsOs7ui39UUpCQNO2Z1XP4ZRk/4StVp1y
bfTcpgrLK4fi/XYVCqtx5YPTVogCi2VlYLdo9jTKMQ2n/pgVWSmv7KqWH6pkbDew0+BmF2oUPqi2
zyhK0dpXRe0ajWl4CiMOcub+4/fwPlqQOZN8UMmxT+f0/vzzdiqoPCNJtCO21+A8sk6vV2la6g9W
XVmHUjbTGzMq/ZuGTHo/lRUcx16WrM3HP+NdvTf/Cp0kgfSWl7NMhuo0Yjorcu0opXCtcsvTbcaq
XbHxfA+fcUVF2CLQjB+y5MW7j5d+d4rmpRGoRRBB4cCqi/3NPDbGOaLTmPmb8TdvGIIfqRQ+fnoR
nXNKUqJYnFhj0R4YbBGOoP7U45RmzNOQtZDdXMuNH59ehlYahuKzLzb2oou4k1MfTDTK1COw4uRr
Akdpz2UkrT+9imVY7BcuTnKfpf8N2Gt4VWGmHs06Sl6jqkw3MtVV/tnwNncz5hk17XqabcudifR1
kTHNVI+YE+qrHu8LV+CMufr8w5gov9DQoCOHlN/5/g9FpmA3E6nHUnida8ogV5Dbmq7cUxc22dy0
motEFN1JZs5XifGSUxurZJVIFwcqRVSwJiFfOczvgxrBZfZb5N4lK1vqdprZ0KRp2mr4W3jFY2TY
47dUlQ3g0DQw1C71bxLcya6kwu8jN/EDOyTeIDYxBJLzR6usYQpVKUmPCgj0Y9vG5ivBSto14Fi3
viWp16SVLwRRhqZ0HlEmpW1LdXG+ogaT2u8gWR+tOurdyCzzm0T3wUcouJ/Z0NCF04CgOjSTrh8B
zdZ3aSV1O6xkyn3q22lzZaP+ea9nxQDFLzb0szEeArq0dM5/0JAApMfUAUotBENYEH2RP5pVZp7Q
BOp+C7U370CWJ9mauTtUeM0HtIS1j1x/r6TC91dSOJThuhZaUGxjuy1SFCIb46mvh0hx8GXJrsmG
Xoj63EFYPCHjpsw2xItAgdreONWemR6Toay3oRF6JxWuwxOTG+OI5AzaKXU99G9CwaXUSzuIHy1g
+Gt50lySLV4cFfafNjUWtHAnzl9cTKfXzGMQtUbvYdsup8LaNHaR7T2sCIQTAZvM3Bw5m5vcm0J0
8aA4t1ei2bsCgDCJ/B8vg44mXsmL0IyartyWzOsOpWm1sKp7e2WTGjgARrwr5/N9FJjjGaeFYIOT
0DKiDSNexrFdqHDNvXqveomCvrH2SbH92TYL+wwu89n3eV5p8VLrVArqItAO7HdrWwZdufciP70S
0S69tvkG0Czal7xA9XyVPpDDHK0LlCgqC0yb/VPCoM9RvHLYfBygLyykcnXSsZjFxnDkPF8IXcM4
UKrUO+iZ3x76rDFAx0vpIez8t49XuvB5NBrOzE3Q5dLpJZyvBOknwA0lsQ9CCqut0sJmRO3ymoPe
5VUQDKbcpOn7R2b3r4plJLlQDZ9bIOjMamfUNuo8aFB8fleT1Rjq3CwjKi3zadgSmAkj5nsIUTxw
QLQVuzCzJVixnvj8TmAphpNzBOQmXbw2JhtQxBArP+SeVvwMy/oHYmtIBIT6YK0+/kIX9sKcsXN/
WnwnsrbzL9SgDV5LQSQOLRP8n4iVWxusraITejPXbKrfZ6R/sAqQHrW57S3m0PXXZ0oVMKV6MmJx
UlWjk9hx9hTRaCVrk4p0xZCtOTaQU1d9HfnXjCz0Oe6dx0UWt6iFuMbxhjEWcVHKtVggtewdengI
QP6AxSKiPKn297jp+nCvpKH+3YZ//20scPODsRRLv/PcLkDeCFwvJDbFE0qLhYRaXJjUrgbisttE
dVz+MCu03V29RhZuC/LOn4WtkBVvLLUDiR+p0szR1Sb+a1/tf+HTBU6P5M5LnFpwMByR2vZLM6WT
sRqx4z2FeSuEyxURgEPDrhMNBJLBVYFwz2OJRULhdp7l3/K/D0ASi9nGs2wK+bEZCsyXiiI2vpd1
jQpRUJfxMYdNjjBSWSDv8vHeeZ8c0UnCccwEd8WUd5nolUUFpLHwxEHL7ZekyOG2wJJsM+keIPy9
FDTbj9e7cM4BvSD4Sitm3kWLb4g3ZBzI8BEOZkFi2Y2iP0CtCK90dS+tQiVJ8135Y20x//lf29SQ
5dEC8C0OfRzGuOPAbIuq1Pqc3Ol8pVArW0g3U5qje7hYRR2MzAcsL5A+MyxEp7T+Xs/Yd7p69dxd
+kzEe7pGf17d0nWwqCrwaiDbD2kzoTgBEO+WJocM8tGswx1NUWOT18V/9RpJnRG4nAFC1iKwiMiv
PCkhhnmxyLdxGNSomA3dlY/1Pt2ZsSXzxUz5z2ucw9tfHwvkYaBNrSwOAi6ZG9d2uxnHot0XfdXd
+xPS6kWp9QcVHfVd00bjlUB9IetjIkqNjyOeRS2yrEKqzOjzasjsQ9Nl9Qrn2mRbYVXrKt1c+kxj
cUDODRRGn66RFwzvbM0T2ZVjeGnDoifK7+CyoMJbZCdNC6rfAnV9IO/LFUet0TyOjT7YfHz6LtwU
KNvM8zKG1UwgFqcPBzsPLLPOMlNpO9izotaGJ7l2siTdvtIhu/RZMYf6U4ugnSovPquRqOjjIfN0
gFvlfU2Upn/omBv/btGD3Gla493g//YjKBL1Dpiq+fPjJ73wQhmB0u2l9phnoIuzWaAXkei9JB2G
rkbBIy9wDvKHyLg2Xrm4DrQYVAABnXFMzjev5qulocWWdKiKaryVW9lakUQZj59/Gobh8jzlnAEN
i2s3VBv+ehtnMTUqiiP6c0COW+PzPR+QiOBXyMIIakzEzp8Fik5q953wDq2SilWrThW2joOx/vhZ
5j22uMX/IIoA4yB8z6zkfBWYmnJqtIimZSHZ+ASn5HdYCfu+zOrgudaKqyPFC5ueiSUtAJ6Nh9MX
GzGTU6v14TEfAgwxtjWtrUPfFlDyTOnaPPrCbgAXwAHDqpW+2R/jzb9CGaLzAQz6Uhw6rdF3jFXE
nnr2Wpf2wgPZWE3QAGLE/P5kBb464p9giAOeFmKPeZZ5WzaBfQxzdBk+/lgX7h2Ep8EUGfQyyPcW
x2jsWoQFLd6dmAxYeqWQV1FUjfdxIaHx0oXKs+a15e7jRbWLDyiAWKLDxDMuZzVJx5ielqd1sJFM
OyCdghYkIKa3vFaVUyxKq993jRU/Wa1iScgGIXBJ7ukNR5mxjoY4mWr+w3gftKU0Akxy6rqfvg5N
HjNMNkxPcZs2kV816AIFNM22QUY29ppZyUkojQNZdUDb1/QNc0txIE72qKA2UXRtiMwwWplftSEr
7kWQDa8SQqXIRgJjcuTOhxyp5+UIDtIHnP/xS7mQeXNFMltl9E4x9gc189fWCoax9SptFIdGalPs
KATuIrqa7rOgktBcsZVDHDVAIKChGVc8Iy7sapYmV7OBIBnyn8/119J5Cme/zBVxGLNJdkorFrD4
++bzdxMwEbaZwaSDFudiq+EL4Ym45AE1VA9dSI0JUlehD+QQ3amP3+Wl/TWHOKZwNhrd2jLQlXlW
xFlBCGqHaecrMbJ4BfKVRmUZV3LES+8OEL5NmU7daeuLyN2muSwyD8cTkXjWHYpqBvKoVvH5rJrH
4J3NiAly3sUtpEt5FsUUOQe/HapdVUX2WodD/vm3BuqcDTBjxalpzwM3iVlo9ZFvHXILcTUPmcW9
UarpNh5U5eHjpd6jYEHMg37HLJaZME0h9XwtwjMp4TAQAZpgRAmILQC27RSaPoqOQ606/gjptdKz
Xaq2q2kaj2hzvP4XP8KUAYtaCnhByonzH1Gkfi0VPUk3KHmqiDKK1nreeivZ9JIVnTN71drmt3Jo
0xs+rLQ3PB9NDtFBiPv4l1zar0CBmSrQKuf8Ld6GgNjZIydGgY/S9xafz2TX4hjo4nc3rT5e6sLt
TAZMB4aBI2Dcd8+seDZ4bpJxjf3qMmD1nxBEtGEST9VRT8xw//F6l87HHOZhM5Cqsej5O0YyPTXD
jJ07WUazsa2oWNkKqMb/ZhVwhZCKOPHLjqohV1YT+YZ1oPi0duhOKTgQqdWVCHbpWeYQSaLBWWdw
e/4sIQzjIGfgdailTnYZz4TUEMa1OdOlKxnzO047yQwlyyJ/kiJ19ENZ0g8oQqDMr3q6W+sicn2Y
824Fd3eNPnd9xavo/Q4Ez0MtzUlkHsQVdP5oYIWVMB8D82DVcLw7xKZWVoqYH0fnWnBeupNTVrMW
kUxhaAc7xlrsdqnpLUmosXEIii73HFX4NupeXmV1jprQP3CK3I6fq7hDLUmxWsDNqebVCNV7Mhbh
fkJvXpWDdOvrvazBwChha4o4Q/O8qzO01idZ6jCRLUrlSsXz/uxgE0j0Ja0F3IH/4/lLkjQhBUD3
sfFSfWam6Vjc9Ho67frYRKC8MhA3/Oy2ZkGaGYzP5vastZhXJCEyRGNR6odxhgA2rebvB98QV7b1
hQLZYjhr0jalZgRouIiD6Nj2IqPpfWiED3zcxz3Tsc0Wk6Cxoi5G6Wg/mBIK0SK1DpjL9W92WCVX
fsX7w8WPQBaSURqgFoqg85eLU0Pm2eiMH7RUoIJYGj/Hur+WZF1aZCZWkXPCsLKX0aiT5dKGAW0c
YJGiyGKIadXoU7D6+LNd2ifkUtzVJJ9MvhcxzwP2I3W+gnRzj/QTaBtjQ4REjJMUfEM5eW1kfOnw
Chmy0mxXzr8smguB0ihIbSEpP0GldpCZLQ99Kok7oA/JldT9wgtkME2LltYe53gZAvXSbAe/IEdg
utQiQlP25bGB/nXNafXyOnNtT4CZuaLnu8FTqzIYO888pMxhbmodWEgkxY8ff6f3kZa/HBIBs0D6
UsbsNPN3Yyob8YoVWWOiUVVbaww5GUx4snlqULtYNYYaHMap0q+kcu/bJmwIai7OM+cNKsf5olaB
oKdsljaCozCr3LyT29epKumUDB1CkSp/fIf/+hisdKyBvyWjqlb3Hz/3pZc702SYK/HoDM3Of4Ip
vBAtrsk+9HBun8pAse+M9uo9dmFXzkGFlJjcmKnrYldSRua20tr0onr9CUavdodImb+WmzFfffp5
IO1x2HDBJntdcmMYxRh1qmcofJBWuhA1lZWfWdKVD3fhrbEKr23miXGDLbZkoWLdXEa4Z0SUo/cp
TDGHKVN6JTO+tArQPlCZMv1YLIbPvw2iXxOVBNsD0WEP5QA7RUI1yq9ULfMXPu/RgPIGYGqRg4Mx
WcLqFT3in84UeKCU5U6P/RrV4D4+mnZE764rh1NfyepG7Qr90/kgK0OwxDyUsfMfvuzfZw6JQHQE
7JhOVyGU21YrqtCp+rC6dnVeONvzfQJda+bTUPWfv8eQiXOaYKlzFGGYH7UAbzT8TGa1GBmAMHoT
cb0ukbz1P78X2Ynw2ylwBKi+xbpIHGee7iOVnGToogeSDDAT2uqVMGxfejwqQcAgf3aKuczX9GaU
usGLjgnqddK2ykKJnU+LH00SoRTbJu01xPR8tIoqSeiP8qBFndP2aIYXBgxXd+wyrDICacwF+nah
qrmmXGK6Q07WxDs/mXDhGyP0XSU9RiMiLAtZ23RtgkZoHJviGZyEJq8VmCVYM4gWb8tG8xpl0wgs
DVzGzGqw7rFHfZ28aZAdD9U7DbERW3+TgKokaFcJQ3JQ+QiRq5SCuL8vmXgjKI4mZrwfIq+KHBJs
bzbVMcUT+ukNAslV0vpfwilAiCstbS9d2YEif0OCQZFXTMfldocjZZzvm7HPQ7flkgKDbwZdswbZ
nVrrooF84GLri3uENdR4y6hTGH7zjVZJUKNpysYJPX/4NjaF1fGgeqe41tDnT15nIMgiPEu+MwoD
6/hkqLVdiBoLQjiIFtxJjYz8hp8p0Zc6rPrEjehP0xZPVXQnuZvN/k63MuOfyEo7/cZHGzRxoMDK
ITaBKFS5UpYWb+jrPlggzESmwaaLkVMcuc5ROtrlZoLcTKMUtoki6oQskJA7ZVv4FeZSCDx1SPB6
SfKmpal0nCoDgySwI6kHeyz0vnwcbv+kYovoMSO6QD+IGdaxbN8hEJ+2QWS2x66rskfwQd6NyHTt
KWprGfOqoG325hT1O0tCLsUcpHqjtZJ5qzWVQJoj8T1HKyL7SUE480rCfPGnEaTJmmHec/MsgrTS
5g1vPxuOdWrE9+PUqke5REMYB3qomyCgW69+q8AJjHs55j8gEBs3+Z2XtDG72UqyH7luKr88hH8r
R7O7+prB6Pv4PlMn5puf8g54x/znf/XatJ5bLIdIeoxTT67cli7/rWEUKNF//JHe376sgw0sGhUE
W8rv83XkFkvvPtIQayoza19nkvLwv5ydV2/cyJqGfxEB5nBLdpBEBduSLVs3hNMwFjNZJH/9PtTu
hZtqqKG9GQzmHKiaFb/wBq3W9QNlJPvb+0O9IvhP98OKWaTMhpwBTqZbNHrtInSlZmoXOomWGzsU
+scnb4yx41hw6ECcaPbadD8mPRIBuk4/XHajdYsPi/dVX2Xw/XQhZkUbsS3vp3KobL8rh6jxsZxB
hH92Z9j2o+VN+xktpJslzkrpA95OHwytXlWGhMAYrdFEaQYTa5YjnJdPL3KwkQeg24ZxgNstSG0i
AdtaF+b57UVMF2DFwGFpTjK8jXLsZRqQVC+GUHIh7HQ8kv6r0z49ymUuDxLSSuCUctq/P+PnFpc0
eoXtrDz5LVHT0Ns0I3wYwjkv9RvHEuktuJ7pkKWxciHnPbNfAVRRRIVmAGxuWxjA0YTbUku6kC2N
avqiR9f1qI8fjgqoRoGqclcsKoH45lRgwlJAcNdaSC9atZO1Vu8iM7tErz0zbZCVeVjW2Afqy+ZM
DKaGj6eWtmFujegloQkeDKjR76sU1e4PrxBAHcJfla9x2CGnx69w4sLum7INlcpGmzNXEVtUYSY2
pdIG7w91ppZKLrtKhhBQUWPb9pbRsGhSew11oA8a/lRkqHRNMaJ5yph8wXWl/0xTo8NabhWeBpUy
Ln4N8nwf1ygsvv9b3iY3tEphbBL3gJF+NeH893bjuVX6DB1eAJZKc2NllnuvwEzF4Q0lSIeibtMe
ajHHVwX3xV4deuXC23TuB0BEX4u53Hlvypv6WEE08LQmbKUmDyWqdtOuy/W53EWiHH4qisPHa513
KDlXhwTY/wWww9vzspaH1j4KISAdps0DhNnbtFRww0K3Ngu/FMOylzilXJjnM6OsnU6UXQy4YiDD
TrdXNmFN1mKAHOreoAHcsNqr0lb7D5/KFddLC5JuExf7FjjhofWrzySgYaUOyt6m7o3Q5sUb9My3
gFajDQCEm57ntl8M/yJPstk2wgzPzRWJOux5R5QLEfPZUbjJ6KeCRSWJO50xupAUvpPcDJMm7a+X
VJNfMiK7S8/uuWFWkZrVupja7bZ4WyCfbGFEiCoDVigP7ZjEd8uUOReqtedGoYnPDmfxDSKJzcdU
tYNcv2KEc4Hm+WQV5cOgTNrj+4f59e06fde9NW8HTLK2199AaovGa8gFUzOs1TIb9qYqlc84HHi7
1EH7XrE779M8iWHnSjHtu3ms/5iKRPJcNCmam3khDgMGcch31SMZxYC2XZ45+7bEQJbwUgnMUVb7
wjSTg2yjek8lTt7pEkO9egUFaWqTHEUv4p0ABX3h0nz7FNDxJodH3JEwER3g0xkcHYMo3cn1kG4C
lhwC+xQU1XAXpF60e38azwyFugriSBTXgXdt6Ql4R49cQxq8J+m5L16Gl13NNf5Vj1PlwlBvgxE+
hdr0KlzAx20DsWWiZD+R+7D7knJPyIvAMKy1p7zBHlHH3+O/0hPywi1x7vtARJDWc93BwFiv5H8i
2qiQzoxKP4MiRni1jI11Z0FkE3iCauqFusVr5/ZkS9L9BLC20nxetYE2O9+odUUUqOuGIqntPyVa
B8v1kEd6F0jUmiO0uvMYpDRq4ljH22hz73NXcfZps5jpDhHVJQQhZrzovWZnYYdq8K2HExwSsoXW
SkT9uwT3LUxH/+uTvNF2xH5N6OX4tfm1VXW4IqHXh5ZuqUMLy2YyOn/QB93D9qvBKUq0fZwGpexQ
A1es0dAPYyvnL+/vpzeHn+yGuhAoATYVlYbN1u1VSuVOrkyh4eD7BCRkIbC9WI5/s6oQE+Afw6hF
k26lm2xWVcFMoISIEFoNgqhofMV3DayFA/qoF8l4a7Fis6iU7SiIgqvhit7W7xJH7T0Pod0QpVqU
QFS9QxhRS484C+hpYA+1/KS2crzORGZgmjIgLI4IDl4wmnXh9X5LsuH1BjtOO3iVGHvTl07SBbM+
FD3CBiuHz2T2eBk4QH9DHBJy7A+x0yuPSBZbv1tXm/CJRLMFc99a/TnNC4UPnGwpNL2/4GeWgkI4
yAkCV7oj2xSjTwYwtdgtha02x/sCfcFDMZUZUrz2B9UE1/YzUCDWAboWrYvXstM/ZznFScQpC5eh
xmXEmHBOg8w00gvX1JkdDJQBJj0zvabC6//+zygQ3ByCMStHI6FwfG0o8qBzxLJ/f9rexsXUx1Cc
4g0Dd6mSCJ8OA6iFhLWZs5A3OUv3+mgMdz2q/9ShXJbYj7wCzXZgbPEPPLytDE1fV/mNj039CHFg
Nj8as/FzwMPRXgXebmBZdPpzciF50RUF6e0G+EYte3Gc+uZSe+Hc3K4Lt2KJiILNTWFQFaJT3KjO
w2hp8Ah2K4kofDVcuIfXqducWLINwyOzAUnALbH5Fg/5DCS1mxBQPd6ZpPJ7gPvdNfIsZVBalb57
fy3PHAHYylD8gNQR3q8qi//umBmPQwxPUdVQk1m7jtCe2LcTyrqmotcfDRTh2K25Na2Elcm+LdBI
5NxdrM/h9OlO5beRV90UyFZcuMTPbU5YsSvi07TgkWw5qzrq+UO/6t0q9eDB+cL26muc23OBSYUX
/9FXewITqYI/DhbAjd+31KL8wZvqNjBljpTs+xP8JnKgoMfGpPkLJoRXbfOIV1VvF00xibAHfbMf
4eQhy5pX/bHR8DLyB8YE9WCYl5LXc+PywqxyCeBrIaSdLqzr9oCiPaUI1a52rl0DzyxFDugaD8uq
3awtzS1ed5hIv/+5xvo9mw0MsZ+bYVUQWxtyp+NGS941+lCUYay3Ks+/M4LKLiJNe2RXJzg8uF3/
aaSgqXyLm6T4jVxEXfgyMe3fimjKYm/hgxFqpb3A+GmBGAZGnhQvfEX+suDj8jkflvoY6cnkBD0d
ZzAMCFjisqqk2g/Q/enPttMRh6C7V+yUSs3FFSKM0If6ulrEvtKnbPZBpctlR3yV/+7E6m7b4I+i
78ZGsb6OZRmp/EyIMshoz+4D+KLoWq0lXvXvz9WZG4Vk1qGGyMGgBrSZKiS3kbOWskSjwIoCh5rq
vnLwdXx/lLcLgjQIzw6IbjqG5nYjFONEY14vszDN4TilcIG+AhNJHxH9NZtDj/1R4itNvvzJhYkA
f580397/AWvx53RH0G0DdQMDibRa3YaxyBG0Wqm4GeouWKP7uo3Lnu9hqPzHtYr+RiBheJN0/Rz7
i61cunTeHgNuG+I5DfYT8Lstt1wzKmhOS5GtmhaFPyXZlal3GG/BxvSTEZ9Qgf7ch9eVbc9YVAYR
gQH6enoECq3h0bV4HvO8tz8ZWQXLSWBM8vz+vL7KkW0mlhSSMUDMUZDZAjsq217qASubEHtLb+9m
rVciXzgOfyLTiZpdO7ndGrer+CO743qe1G5GzTkppfKrqTpwE0o1RwQ+6AjG/oge6W838ZLhwENR
DpBjcT/mP6vtz9EEHnXhpnj78qD7B+EasAgQAaQ6Tmcp8sho9ZpeB+LO8SHyuj+Ign8hJtIvhAdn
ByJEcDlpdCy3xUmjx9Vc8VpquhDxcRnBbGeHrGUUitp1P1o/IAphNVBLYMMR4Gyeb6uuzUQgsBEm
I4LUskjUay1Ve3HhTK9/5nTl4f4T09P9B/lHZHk6d7JNI8/oPBEmGQ4ThQZFzo+UCSs0XFd3aaYY
l/D5ZyZxbfoAbIGEAUxv85y0WTHU7WSJEMOIZTd6FuZU86TvF0udLnzc22uRj/tnqE2gJZfRwjkF
Lrlq4Tu2mJAO5+HjupOADf8dRT+dwjnpS81IHBEKktBAXbCxdJSLWodnp42Lz0ZIgf23rYaYaiZt
d2baRNZ/FehcBQ2mn9RdouX4/m1wdtaowKOuDN4Qxsvp94CgJcbD4CfUVaO5dhTR7uFKuhcO7du7
nFn7Z5TN2pjzUAzUzEXoDI56yLzKPlR1E+8aqgqfc93DatzRu2tIRB+GbxBFrbiGVZedcuZr3PFP
apNmML3E6FWh43XWvtAKe6fPyY/3J/HMcrFSqyAsSTPR0+bzEtHmBiUlPm/0MJUtcGzs5lzsKlXP
9u8PdWa9kCgiOkNBEhkkd7P/hIWVUw1II5R63P3CFZt/wwfqo00m4j+HFaeYzZ6AinC6KyTXfNTG
jDKXA68Q0I01tqqcp49/DBcRh3YV5gPEdjqMIyAAJlEMklJ1NV9ajtwhcFhcvz/KmdUBxE0xGy1t
iLdbATdhJW7tmnQEi3ZIvmmjt+yFN8+PiEl/PJFGwojgeeWgUxLaputGgz+DpZBEVJGrH4febfcR
Qh8XTtOZaxzhO76I/BSQ6Lb+UBMOJbDq61BWpfWM9Uh9mFPduZ3yInt0xNBf4CGc2XPklEQkJvwp
MGqbPTe2bq3Onl2HYzyYt7bQ58ARVXYhhT07Cvvtf/sbyOCcboakVLK+0Oc6VAy9PiQdqExXlcOF
uXsb2NGYY8+tu9uC9rluln/ug8J20QmYCH7cTqSfc7nQz06GOcgKp3/AL8w4jspFEbozyeXKswVF
xlW6Euk3o84WnhD24gF+Yu/c2LrM8O4WdbzTBuxVYzuOrzUg7HfaqDZHzD+sO0c23VPWRJfgDuf2
zqpSCzIfZj/XyOn3O3OEJF8X1SHe2PC5sHQ9NtmQvogB01BAFu6lmONMBY+1BJrCmMTzFItPR4Tn
tka9UxWqRR06Sm/tdWdOd/Nk1/tcAWPgI+umPCSD6+1Fbky+gfHsUXUnfQgmEV+4P1/jw39iIEpP
iGe4BFr8Kvro26qPrTWKPrWxFTbo5fqTY0YdZoQAnTrFjG+bpcClEHWxxyyezEdbGgLnP8T8ktSd
nsCZ2X6yeMrHwr/X38TzS2d63ZdUxk6nCNdyyfKPVqip5Dh5CtWr0wfl8KF78HUUhNXQBwYsDCRn
M0ot9MxuHc0OC8qKq1aDeyiQRtxFvaFduHJfKZ6bWaYTyj0IApT2xxYoLzJV65c5MkMY7cmDHPBT
9RcC3zZIGjN9SvuOZBlpRvfXaHTgvRuzNbB/s8cmxhJrSQ/SxU0sUJQJK8LWEc3vqlTLxB8FStz+
1Ev3aR51ZEjLqPeSHZWb7kax2uLvrCvqU9xqVoEjawJePZ9LTOuA3s7OoXMqoQY9r54Mmlr3rl1n
QudNGtgaQoDDYNyHCixkQABGnRnjMLpluKJreUC3pXoR+CnjQxFNy40sllLu8nzRQmtM2s+6OXT2
vu8NumUpaJBLyeGWE0AdmOueyp7JLDGxW1UYIdzMnAUyZGY5VYAmReHdtYWO8x65g9yPThlf2/Xc
YAbF6VqFoKrDUniXsEVnfwfIIjrQtLTWzs/pXqXAGSNw4Wlh2eqAy2ozxYdCalWtHBBh5syCJvQw
w4IqhvL+siAauCQm2rQ4CmoXdAw3T8brnIBroC7Iqw7IYLOj0SdIqhTYQ5jM0vyUG0nzaUC24UIP
4vwopEygt2AQbPvhIDP6Hmd6uu6TWx8cHfrnpFb/5+iDF0/8t/r0v2fjXx+m7T35+jEsK5uPf2Db
snkjSsCjoyF0PVTkPGFpn0nNOo7S6H6DJWmfXbfTvs5skhZ7xTb5Cc2xBVE5y/SZ+7N8JC9uMv/9
G4MuC6u5Ocerrvaq6UEfhqbz6WpjQR65YEyXsBvH7kVhEf5AWs4eJYAHj2pX1CE67EUYWCEUKfyi
cmPhC8Uqy2OEJfnoq3acxvhkOfVCra0zxkOu0MSmppCAPy1iyo2Bno9KhV/uotLgU8xo8m2zWbgq
DGdyjlpbyGynWlN+bc3O8m0ZBGK1o94XV04+yc/2kAAnbHP0qgMLnsdDLdQmD1IdO8ggZ68OgYOl
aR7IxEuTfSuz6B5oFb4prdF1D0mbLC92O8XaYTSzFLxO16BABolJgfO/LEO2w6+3Qbu2apTHeeHP
4vps0vOSRuP+jSxqNvu2jUHTdJ3m/q48iTSUiIT+ueWzzb2BgkflA6iIMvwYPFzH27XztmMls2fs
GqzvYoq5qPBRLFFknmo5w6Eys++u2wwrSs/pFbJ0t7sTKsi+vVRsal615Q1PCl1VPKiNrj8IcBZ1
4OFkZuzToUVrJ42EeDSkk8gdHvJMcNObLXah3IqtDxdgrHYVIjwc2LSnlmWp2Gh4hafdd/oU/dSq
6q/sdP1rkqQ0WGWVJPeqIbvDMqvNQUy0GfwUD5xHM3PK+yZvx6eIHvdzY+MZfUTWVLseBtGyO+wo
vWrtbvgP/x6jOtjW0ps+9og0dnOvbx/ieMC3ocwMVKkL1yV3MpW8027cKauui8HSs2MpEqqNUjbz
dEwsffztzibGXlOzNM/quHhXidO1f+x4mXS/hcsOnrUv25+WO9fsxmgoH4t27K8j3ej+JG2GSa3t
FS4QRWtRf5eLpty1dVzoQTW1811PD/FHr2XNkd4oNxyl98rarZjxJEjUpvpFF53agpI2Tkg9WfZH
0L/qp8JQkDgUltf/UKsm+9XE8/KQDfXyU6Ic8GXGyAST2cwE0bwwwb41JyUKnCId92lql9c1/rJP
Tdr1FTIhkf3V5Rwsft+pPf7mkW6F+jxLN5ByLO5EbFePXm+YmEiKZsz8xrTqOuinpX6QeaZmfjeY
zmMBvWnYK0oaKYTSVWxe9YWVfPO0Uj41Qo1+otDmPmLFqSeH0XPyZZe5uvLc94M6+2XdVjLQldGo
AjayLj/P9Ha+CMvG97CKUjwXFz4pP7qdMUx3cQJYcVdWcrgTeWs+YxoKvHfqSpOABszK38mOQaLU
sK26qzhvNfFYmELr7yT20r8wExifLHBp6U6bG2QEHC1WY18TSdJ+GntTfUTbuV+BLYr3vaN9ZgW0
61wt0MepxdkhlUsSzE7llfe56LSaZ1wWpW9h39nczYnZf0qwoEViYxTcUlPeO9woZaXczYVaoneO
6gDBhkyF7fdWDaOE57UNoAbhYGpl3oIcYrE06E8t7VcEcqgJtrn1ONuK/Rsp4VzlyTecp3yMqz95
Y7IP0mnALUMr6oF2taTQetNXafonHyMZf4m7WntSJ9dM91YMn8rPNcQebrRusonB+0bgvgixa/X9
Vkd/7t08CWgxYlcpEW75pYNZxnRwkvpPsIxL/Dm1NJHvo7HqPX9WzA68ViqK20kDT/hp1RBWj5ro
QO63Xeekfp3F+X8AMrzIT4Q1Jfu8yty/PPayYVeO81U3kFwGql1i5Bxzkf2njXKYDg6uyYCHoEpV
vyeMAG9pP8gfuaZgpjlkFqbtHh9GYqNH9c8ekjnwVHh/Oxj53t+8y2mECCMVFa6Zk5R+1FsdxrpN
ApuhR6db+M7cefYOl81k9Oup4h0wUgVJIAP1gCvTafrWZ1OyH8WgGlcGno896PXS/Z4s3RTosDza
QKqxclO45fgd2q7ztVPl8g00iuLez7qn/FDVIs8O06T3WKCCe+oDJWu8xS/1dlhA5GAGjMd0Hj0v
i+mBPhoEN3OP2XsezPBxv0aUGV6ypl/uinjhTelkxgORIAJICjn1Uf1kz7MorppEauVdmQJD2elZ
Pt0P7QQVZKiU7Dscl+hbCh49NGOrg/USo4/vgyrWfuip8G7qVuEZUtol/YLjixLvU4A7oSYb1QCe
3k/mDqArws3B2JR1Gg5JUssrBW5ye8f5xppm1JLJus27YfZ86LsZ/kuIa3h+qpTuj6UY3SmozKUh
bF4i96pM3fhzXxotZmpo91d7OwfHAum/jkdWVNhJ0Cuxrfs1pB1OcNyW7g4kQcnOzoXtHd0hW50c
Up6nvdKVXXrvagkgmNgrh2zf8006C1nn+I/O2fIltiBKENN3ZhYkmaojgJ72822RGAKgOLDZbLfq
+2QYg2vZf4NOPOtnSpnCIcMkmsDd7W2PsxnVz4uTt81xlpFSHsCY8tKLFq+HADuS5crDl1W9L2ky
YV7uZprxaEYlftN6XjTptVc36pWgKn1oXDtJdvzXCOnWnlb9sZucRgV11I1/Kq3J7uJ+iHLfiuGt
BAMhcU+eGrNfx1zmXaBVFuJ12PhZMlBaU39uzanxqP3Vy50JyLbkMfIW/CDTqLoX3dhWX5KOchRS
wjrC+FrU4jI9skydHy0jqCiaAflD4klsUpzRUEh0xvSlwVD6ASawYQcqGjH4MojExu06MdtHqB6t
uqPZknj8Sm1RKBSPmgsPRh+vEPc2m4CWtvEfTFXcpzEYHqfjVM2168eOWV11VsUU10Qot6U2lM8e
pXMcHEpz4bzFWLJ6uZnxl2vy4l3rNskvQ7HN/0xHodvDjaaoX0aWamI+UgVzUCIxgq0FK66gnvMo
9iMuJs+vxnUWq6jyjADyzvi3TMX4X2SZbefXa2veBxoo6fTa7rRL1bb7PLkZ5HPK38VLbSrxtMdO
2YHYXXnTfCVw3fs2kytOIM0iK3mJ7K6Ud85MQ9efvILThlBOTQ2FZBBD1dx8WqI0QkxCOmriI4Bd
Ywjq4ZO4o4WVfJa5l/+agf3Ag0jG2wpw5c88hrmFoGjb+v2SZl+ixaqToEylQd8kmobKj8ba+p6Y
OQCLyOoV3VeKXrvFNzdufaVDVW3X9ekq/Z/PwzXVkXZE1iytjMOSrJKHDSFL55vlmIMoUPFS3tlY
hn0rOi/vr+eynH8TG+XZfsTV76bMYo0ceUVk4CzUZw/oKwy9P9WFkWPiPEs8xtVq/rsgV5D6Cm3d
apcOM4b1KZ2G3i87O37EGzLJkBSKleNgT4a7p5RohVbZ8aQiPTXVwZT103WhtpiHqHaOr8fQJO1+
xLyoDCAatdVOjSJ5n8fenO/5a/KbhEbafMbkncCu6pF+CmSmsJ3NXiAt61ZTRPBWjCsOULEqAOhu
9CMxPT31Yaih8Bilsfm5G7zxNp7qtPPh6FGU4UntTB8H8pwm/Ciyv9DxRbvLWl27SQYAS7uoMCKO
y9wTMChKjUAkbOHxBdxKb5LOq+Un3Rz5+xKRK2R0ypyDVqa6TB8NQUszwFpDKj6QkBZ5k3jC6LYu
3ASPNi91X2wjtRwftfQZfQc5pz81W6k6gACNhwGIiQuSb7Yo0geOMYoutIQ5fsonvJoRHhgW6itx
6z0WzbK0h4K0r92j41f+KSca3jtDpl51jdxR+zxrWVXvigRjoV9zv1Tm0egSHtG4cYs6aBOkx3xv
coX0S8XGUgodClrQ5UR67vPkWjrXb1f+FUY5fEYLaY72RVInTxbxT33EsFmZHnst936WvRf/xRU1
/6FZghM3TzMq93HsfE0yGf2229E7Zh5soX2SuGTrYmJB7qYxn3GrSlCG3nWNbaJAmqTccyCdIjWY
8m6BUlQyybvFGKW1j+FngUag2tfsa4Qg4t1YzDZO0DqlzIB8cLyj6rkqRA72/NXEBau+jlALl7eL
HMeHUTorxKcxOMI2L90ny+0c6U+zosWADXAo/2u6OV+eqct0Hyt505PVIYjn40jMFVMDhv7KDU7P
mtOAB86oFUbv25Nm/xkiTRyJ+iO5i+dZwcLbcLNbpFmwWMCRfHjQI8k1qFC2+qInneMdO9DkyVVt
VvpXfODMe6P1rO6vA5ZL3+VKh/BcmaXl11Lp2F0JtEBjL5MoiwiRovqvUlaUNmVbQYKqQCHzkwDr
2nsFyaN2Nc22qx0ic4nxqXCE/QPe/jwGNdFwhIV15z7PBdPuxxQzvzlV5zxZWZypvle683MSu4sW
JDmNBelNOcUWZSHmV5qoFQh0qM1PMDTqbe2qfbpbZk396XRl87uWeYs0sj5b91ZrQzD19HmlZxPP
RUHj2OUvl9ThHowPQSK0nTH27bKJ4qsFwsZV1+tuF1T60v83rY5nGMeIKLtW+siI9waWFerOQoqj
hzBa9saFqu2mf7jWRkB+QSEEnLhiMtaq9j9VewUng2hoayNc+P/dlPVYr/XzmXKMFEs+7T0TU3qi
td5L2TjpfElCb629nJRBaCBS3EUtklK2RgfhdHwKMCjoVYCVbbvFfx6B4UDEav9HLnXxQfGI9Vup
AYEXfEUUI4pxOlbciRKLuEoN1dYyvqCSYKGuYtlXnKlL6pSbZsA6FGLnfBUgX3wb36AG16pMAbg5
7GvjU6tP5S21i3QPeFN7GbzyQpX77GhQINcevUWdcFM5NIFed3VsaWFU6w/FtJpQzdRJa2ovx7ae
L8Fc3g6HIhBwSJUqNI2/rfNP3/R2M/XpFGKlq+c7axCxcpiaMT/Al1azndLHMW1opSsIJhx7aAOF
O/cZc3bju0YYK/0hsgv1rnWTGBRes8jvmo1Dk5+UcXSJKPB2gwEAWffYavcLWHQzN8KdJ6zIxoVF
hx0/k7QFUzRRgh4V/WN9NhYdoXTK/JTzABbQb9jsL1cxkrUhFSLop+0nZap2ljsYny6UDt+cGCTS
+RZ2MZ+Ec8bpKEnkZNWstHNowzi9mQHKPYxmVfmWordPGDBpu76Tl7SV31Zq10FXJAM9ZUTnNyVU
KARaJ+p6DrtZ1YJIG4fAo+yxe//Tzo0CLG41maebBxfr9NPcqHQXSs1zODpuRQjpmVciWT4GKXhd
JUNF42e99YBgbD5lWJXazLSbQx4DNUShIdmPkCaeMZgYDu9/z5m9R2sOw/BVGQSlw81Qzax2mSDL
ClEKTa6sapFPro2/zmDQHbxQUT431ioqxB6k34+s2encLUPjpIgKLWFPxrnDAZASV72Ue4bKLnzW
mfMPa4cLDk4RHOitU3dUOdoQ23gcNZQJ9L6n3ovJc6RoEdUhU7uwKTZ95df1AgMCAJuTxcJtPqzl
6S2dEoUrXswZa6IJ4UYwutF9rWZUx5euQHJhGi/sknNb8d9RN2+F6mYOqbbA3QyNqKdSb568Lm5+
fXx/0FthE65mcW/a//S8op4QXsPDZJZXutWIY9Qp0cs8LcN/7w919ntWkSYPD4y3XjtzlxolFRUt
1BVtJEy2rCCKxuXCDXhuZ4DPAGWs2uCNt2sFnjsvZwfnznZUxX7prfg6o/KdBqthxug3+ozK/Ac/
jK4zPVdALvA36YpuFkrPI2KTGB8YLRXdsegpV3pto124dN9M3zoKfF+g+aA1IPyenq7OnBJA1B5d
10IkB02MTUAAn38Mp/raR16XiHNM8AD/63QU/HXKKl9HkQnWOolWt75os+H/M4rpAhzgZQTwuYEg
ubHbO3VlmWGnTc2+KGoV6xe7uv7wuqDwDPgNRj1wiK1si0UcnxuL5oQpqO6dneciGAuvuPAtW/zH
OmXAiUEfAe5UgR1s3lxTuJNH08gJx9LSvxitwFGzXjyCc7M6Wi468skCW6OUpr73itQ9NljjHOcM
WPoHv5eLF1w/CFo6yfRNNz9EiqztO/QmQ83GtLzpx2+600UX7sI323AdZA2VefxfyQunGySPRNXE
+BuGDYL9AeVQxU8c3NHf/5RzTwnoJ2JlAieT03w6ylxWBW0QTQuVRiWDprGwI+qM93ZqVReeknOX
O75ZXEx4C/Mcb4bSTcqnwFW4ATWd2ifo6ms1MuabHCbcA1/qUtkV8zReuDTWN+M062D2VpjSq7kN
QezpF+oVV38nMXd1c81GCa2VR6qjHilWW0SDb8m0+FbqS6kHpUaKdGH0Mx8NZJdAxzNQc0dP5HR0
LAGTNILOGWpx1r3ECD2bB30a4oMKiiIN2laoRVCbdnNh3Nd4Y/PZuANwZLhkdKhZmz1atxreC1o3
hrhqFk9pm6Chl9ZRmu4nzWjUYzl0zQ+BZMlEJpbk0BC8ofpsWiUqSsq8sl0zO4aSl3iluEJg0KJz
b5g1gjyWN39HbwUJr9HV+mTXmWb3WABHfclS3f6FUAK9tLmcq8xvszGO7poqQaAqdmkv7sxBLZDv
aeb5m640xc2QUebYLXBY58AQkflLjaUl78BG1LFvYLA2+8aots+UcJV0V6ij/AGMngSV+rBu7tp4
piy2xAkac1EOLjVQ27m/FdU0T+CKneQH2kaUhiw3QSi5HA208MyGUmJBfjrt6GnFPxyt6ItDhPEN
+pA41H9Nxmqgws3n2v4oJZKNhtm9dKOZXLliJcwgkFai9DVFzm6hCX5XsHGUEOENPb9rRsX7PSmR
cVcjEuMEXaSMXxGqaO1DuhBFQ2Oz6hsCYtzAZtRwU/wEavO716TUgvQh154NXYj+WqdJFwWy1OrP
IndF5qu4qPzKO8MRR60yKWK5KpYkfl1r8isvlfsFS5Q+u3PnstYopwv5IOe81vaDAs19T4fcMPye
FuElI4oz9xQxjUVGCpETx6BN4Jv2BW1SA6J0xpY4pJ1sn+TcsQXev6jOHSTm0lv9BLhEtrgrN1aQ
NeN+COtppDwHCeCISFTxSVRje6eWDmAGFNcvxDjamSCH/ezAIgPwBfp6c3yNQqO7moxTWMDPvZ6l
VxzqrG1+G1Kv993Q5QHkGnXvtsZ8R7fTPaCCGF95Rml9LjshEdSqUQlwVa1G2XqpdqY9Kn/en5hX
3c3NSed2AZsN2YZO4FYTyVHjujDzZgpBZ9U/VGXW7+c5jn8pet8Gy5j+zoxJCSKaHiFbL95P0hzu
PRF51wP2Q7R5XJsem1oGcVzpx/d/3Ln546b3+FngXgH2nV5/XerwaKcksIBHtIdc1vqXWNVXKQS1
/54YXv39w+OtUCZ8egh40CvZ3HpyArmm1DqhfF1gOqqXngFuQ0a3dNDHCvxZHF8AeZ95QCmmEdgj
FrUKSmxG5EaxOpJlLTSj/k+euyXwtaLZCafMPlz50dmIIORXKtfKmT6dS1UXHcusmaE+aC40oZwU
rJqmG7FUve+Akrkw3luQJ0E2hZ+1ukVGC1jtdEBriElqaR+Elg7MoUbv5Wddq1R+Fao+vtkp2qHW
YtOhDZQ5t9jSFTdqbZS/kmZqnwHNVXQmlIu0+pWatNnu4CEhtKF3S8V3S5qVKpARa3TMkKIOk530
+d7GDuo/L+umH4ZTa98m0JJ0pEvxgPNVjzB/ZwEXqYzy2pVGe99ES5Z/PIxi9YEWrraRQBM2U1WN
TYtJW2KF+UjK2paU0R0tnXxayJcI4Gc23Krzi/wSTDC8ztf7+J8qLl9uDLxxZthExu//4ew8dtxG
tjD8RASYw5aU1C2qk+123BC2x2bOmU9/v+qVRQki+gIDz8KASySrTp3wB9nIzPveMb7q7dRuZPVX
zi46k6LNxaNhc7x6JmcK7SRFgfS0xIv6Lanm4lFV030Muna/ZEqwcXSvPNcbHl+07kQBtnquCqVu
bYBBd7In+nZRzvQNmZSFSabcblQS15Zi97CDBPwSjZ7zVxgGeg7BtBhP/czMPW8ng5nVEO1bJdjq
n4hffb5bNbJdSgWNLrHA/p8vFffivYV4fCDxaJwaxhG7uO6bjTB7eTnylWQqSdpcUE3X5uHTYCQo
UcXzCXiG8yLTJ3kNYdl+gUirf49k2Xyt7IFx6+1ge3VVuIOm2CFk9uKk/rMTlaWItFC2xlOGoD9G
c4vcfunRHP5hNEX+I7Gq4n6ZExjIt5e98krReIXMzWl7s3U4Xxb78Mhox6GnJd3ae6WrELnJmy28
6uXuB57LnS/kBgRzXl2tYo94bgUd6n8Qxvc1A3BGqoyKX4km+scxCLaUwi83pYaqKzGEPhtfc61B
HQ7KzEUyDScLBNVd2U3OPUyR9uBMefn93W8QnS04XcjpcJ2so5Vj9IYuNWp3apdcvjOwoPHGydTv
b69y5Q3SRGEZYLhvbtznb3AqQUo2RbqclqhVPhr65BwydYjvEh0D2mWpgKq/f0GhfCQYGbQJ1mz/
uYSRkpT2fMIYOWpcWh/yXaA3wU6aM/NYRSAibi94ZSdik0yfnDab+G91ANCLUqQYsdlTlY/hq5IM
sz/Elb0Rh6+AxYWgE6vAtOC4rXlkU2n0DIC1mQHTCE+equiD3MMlc6JC8cJp0e/UOFIPwhDXD1WY
X60cvNOCVEQVAQ6n5cEsDavw1WUwoAVpZtK0nAbCwXG2LHk354hRR0DX3/9WqRccTO0UHQz3Ojpr
TqhYI6jUU9CV0sdiGD6RmDYbt82bK9gqMMNgEUpgBBHIRKtsyhnjkFLNnE9hO5R3s1zFnzLAE35r
2+mL0QDaWybUASx7kkA7B8ZuKisVWZWsv5+YPg9uhFanX4GsRRNXc76pVTrej5rcfAgqJvlzkqG8
Ityrs1INN6hkVzIzxDUgFJLrIpQMvfX8aOVVvKDlm45QXSam97jQj6UHaDj5DwY5LHM4RKAxyiSQ
x+ehAYN2By1M+as0YWgfafkE7akaE6Ajqj2aw6fbp+LKuTdMbiKyYgob5OLOf9xg4v+RLPoMGdZE
ncqM6zttAPQUW8gkJoGlbmTgVwogMXARYn5sTpZcLYiqMNxELZtPeQ0+DcEhVJRAsjN5t6qp+qAm
LYDrJnXql9mOrRAq0ljeaUE6lg9tFCi/JJAmf5jAA6ecp9H51lkjrYD3vxSyKZjwBET0TVehAiiV
zp3lzOj2xo6rDmHsKtP8Ovdps1cjpfTevZyYaNgYEdF9QsLs/BtgNSSbEcink7roNVL1iGnXYRA/
ak4if1QKddxY78rlRRcRLQRU0IWUmfj7f1KBcGx64FHJfFKmKfdUa5p3RRiXHijFLeudK0sJ2iEU
SkYPJLurR7MSSZ/aaNZPmCNWJKJWDWC6GY5SMUYbT3UlvjPSJ7BDbILzuqY5jnKgVk2g6ie7Tn+2
C1IJTF4d9dftb3V1lTfeMx1uFKpW2xcOlxlEOmWWUqn9vUYr47FrGu319iqXr41/2haDZIGB1d8O
0T9fCEpAngCD1U64AKXAVUI4WAKrrAWZvdE1uXwg3ILAmkB2eRMiXD2QXHVGjwWaeirKGBYDQ1j0
yJt6g7bksKXOAzjjSHHwhZCFIOOdbzlzlge9n2wFdn/11Y6iRxi1T3jVtPQGEfjKZqtyO3WLpH7l
2cgsaA5y24v8c1U6GMUiTRn6zKciC8pdM7XzbhxMeXf7Y4nfvno2E8Vsim9BVOMWPH82HTRWXCiM
rINJT+glVH5saiPqWmpGR0fZJ7b93tkacy5iJ8ASrkQC9xowMyYkDWqaOscqdsZHur79LkdOcONE
rT+aWMWhfwGoBNwEH+78wUIg6omiYv+YT+kC3tJMmp8qxMTnQlVbesvSYj6XalIcdeCXNC27LU7l
xdXJL2D7W6J/gFSDuv6AWHDrRSFlwdEqzaQHm6XBSw3nXD8iwA7ytQ2nOxve1GPXj8WrgvdmSgtV
Mb+A9R0hjvTWcwPfZ+ODkxevPvnb7yK7EyquJh2XVT5SmlKM4qQSHIOqlz4Z8L06d6DmC9xEWXrN
s1BSaXwr1xFgyvDMg9fRplim231fQxkrFCieWRtiCgn0V492XafH6FxNfZVyy3dG54WSmpu7Av2S
n6kTOZ+kZJycuwUlXl/JDKacPfjwyk0iJgNwkxzpMRLoF88Ablm7sDtkuBm9+TMzFDNDnjy2TWiK
eh/ck0/IR4gpunOQQytR4aQCXLgPNEt6nNowAF5rkT6Bpp3Lz7gIOKrbJ0sACFiOILkMqFLt5ElS
IsCNyZJ5aWBbO0VL2nKnSY4BL02eK+WYJ0Z2H9da9LGpe+VDpVf9k5qZcIMmPbW9tqzSP5VCx4qu
/YLRQpwh/rMPKinTd5nTlgY9q8aAYBH3DriCKk4/VXoAtHGpu9JxczUmOsKc6UWPtxt9CwXiFAcR
BUF9SCCW/GrmSTw82EusxZ7a6uPnKK6N1MsrXUXuPazi71Ib97FrZary0zba4lELYboA8VexVhvs
vFGoVWtzgjg/L3+MMNMeiyitkI3BDeVvDXEAzHhpDI+1uiiZV5pVcWozqUiB2WKf4nVJhzEXLmO2
5xRz8g3oZPV5MebgRxX0EdS9UMoOKoSL4JBV1CNe0GpFhMNDaGtuakN8q/RQ6ZGsBoqwQ8t5/m4t
mvEfblEz4TIYJt0zsxF0cmyp08EZimBwIVjAFWCYkn3IIsCPaac5L22KH/p+MlTpVykHzuDCc9Eg
ggxR9rntIHu7Wt/NrTeVodK6NpC4dKdAfnpuuir5bwIO8U13erh6WjA2xq6cZGy6O0fqg0O36Ago
2n1XD57Sy8sP5G8QzwTf3fxSoEYixVvF0+ccIBgaZ2ICtgsma/kxI0uXuE7WZjkZFqkzbmkOnco6
GtTxQMGpZTQppPCFXHFhzqlgQLlvyjyLvF5Ly8feTsvXSZ8MuI7BvECSCKR48KSoaH+G/QT5r02H
7KWemwXWZqNE/xllrxh70OFa4GnN2PyXIZ+i7KxR1/6AMy+nO0WRilOE+12xj522+ZPmefi3DVPh
AIBpcOkqiaR8TfSg/GFUTv6p4HaOvLbI1KcpL8ZvMMW6125g+AN7MUkFXQ8MEpEhTSoSfGOC+NZw
Jjg5U964cTmOnzrdVh8SABSNa8wtfNZqtqRlb/ElBs/Ow0Q7KG0tLa42lQAvJVgCX/Q4zv6OqT71
e6Dd8lPt5HPhtbZefguDuqhdGmR2c8RO2v5l15b9pOtZ8IkpIKQb2l4avM9p6tudptVp74XVNCa4
V9dpyMgDmNcDZomYToQgkZ9keZyknVw56jMOLYS5OGqs71YgzcM+l5T0uW+UYNmXgzakeFhF1bTj
a0Kxl5zCfAyYEX1fBu33CIK84pUV7pIaQsWOffWTntOUeLNahK3bovD/Est5+JnyfABiLpeq5OJs
UIYHCfh88WDUYfwC4yCEcdAHee0CVqZrXSPD+q3JZPXPMDhJs2+CMvw0x4Lr02l5H8JtmsOvkBOo
Z+YyAgoV6ZKku33vsF1yxU6epUhCzDA2u/CzUcVGBb001gH+Zk34NdSj9kVJ2TS7InawQMydPvvW
B7Fz7AjA3X7ICWquYkK7LM3JgogixVXpZkZWf76dZ6xLNc4AWTR9BVEr0HhdXToNNK8ci15oovby
MDuZ+aU1o/IQaWp/LJTI2ugIrdOat+WwNRcKqUI7YXX7T/2oamEAK1UB8fuM73PwkDV68JpSoe+Q
fdWht8faVutinbK9rQoX2BGsf2FfcJ5zJMo8UpFrim8tSufXULwOPUTfjQLv2ipo45A7iR4No9Dz
Vaa6LFtZyhRfqgLoxUnBflDSbCO1Xmfx4lmAP5miwEbO943+/k8Wn2S6jYLDxAcD3nyKHHXxiKfg
JzswL+/dGxxmVHNBhlBWY4By/kBRhCCjUP84mo0x341S1P/o4rz4XdOQf2qiNPl7e73LzcGIkFkh
iRBsT6Zp5+uNud5DbVaQk4BT+iu3uvYOCkL5aECZ0dy5axBnHEEUb5QRl98NqKFADYuWEwae6vmy
jjouSGN2ztFIiA6alEw/onSON2q8y+/GKqAnic1UKnzF81XyAHbVJCdIWeIyBfHCctxogCspJ8lW
6X/1gf5ZavUeGf/meUrz+miWy7zLBI5H0bItb98LMJbIV5GjEYIGNDUYuZ4/UVilSh7jNXU0M+Ar
rgzy63HixfUusU9oLlayEXvlTIPKzfSGa8JOoQp5CNPrz6DFq3yjtLjy3Bagb84GHVlAWauaiTte
Lm0ndI4xDO6jPdvKh6wspI1j/rYN/y3NeG7GyowEhGMqsNhVNKFpqGAi31lHZ+nAswR4ScSHbI7x
hIprJd5Nhjl+aLoCYoqRm2irk0Vqz5oMmJW+SBr+KkGbBp6sGzhE402toZNSo0YAEAk2zFHJ9On9
O1z47lJ0vbU73yqPf2IGJGMtwrXIPkp1ru+UcbZ2cwcD8PbxvXz9jKQp69ARoWJlm5/vh5h2KJdv
ZRyXMh49fOpiL67UYOMjX/TCRQDk4kBQEqoFEMDVFYIMQWDYTar6GaTtJ02W4lMNsO1zWlmUxnEY
+qFjQLwi975Xw6HeDWjebgzGLw8zTVcQSNTlGNsT7M8fNcULpRHtT78vYNAkzhz818Z56I2GlH+7
/VavlKsgGbgqKZbFqGGtYZjKCbKs8yz7RipzhnCTnZ8wS9bd0QpAT3VDcC9VcXJQFSv3U7S/HyZT
LTx0Topnp07LJ0sr7T+3f5Q42udHgL4LtwLvAJrARala4C8iRVYj+2rdT0e5zgAZWY2zc4KKXrQK
P/X2elfeNzRLen7ETo6fsTrZJuqDvQSTG6HaHA19J9fdbl6SPYFuq017AfhhZ8HLYZhJq8zgol1F
T/xUeh0b0clXpCY9OXWNiFqgOnfqxE4DSRt785zkewAa86M5gPIK8FpHdqIdX0OMInbNYlBTj2Hy
Wvat7kFMdLaOgNjiq9dP9IGfQfOTtuFa0rdLIimDD9L51JtwVSd9P1TZJ6lX/krohdgYtBjN9LmM
4DxKnfIoYQ64v/1BLs867gnMfRF+x6oRkPT5ASgiYIJdZIx+lUHstywYf1MAovL2Kle22VuvEk1X
mqIXZACwrlOyaPXkL3rQv+jaUn0gO1a8ZirjQzov00Zude2pRGcIOzBdXCOrTw+wLgTnqE1+maTS
qwrzEKZt+l6VMhG6iI5AmBmD0H4Sm/2faLwoSVUZk053wVz6Y2fUw6Gp2v7T7Xd35VnQV2WMTPEL
cm39hXoUhNQJxVPfcApjB7fS8kq4x+/fB6wi0A3g2EXj8PxZZA3PxiTgC+Wl2Xtm2lWHVinfi61B
oJtOHXNAS5xJ4Kznq5StISU4DvV+jbrODg0e+c6K9cLr6ZlsRJrL1wa0SPCExFSNP1YbO8/KRMhG
qH7Qh4U/wz51896INjbaZTwDwAUylzEGfXJ9DRlDPWaMU6vX/Ip89HFQ6vBu0uv+rsZm6+69+4Cl
MAWn60r3H5rr+bvDtrV1kCfRfHWIzN2gloWHBPgWIuPypLKKqtKIF/AFxPHOV9H0KbCHmVWyRjEn
xIOm+Dm2lMLDwK12+6aMH28/1pVrkRUtxLeR+xNjxtXO09V6boOZD2XRhXuuxzY7FVE5H8MS+NVc
ovqHxouEL0YaP9fojf8Z8pmOIaT/H/LYpydjzJKPG79JXPvncZnXjBAGtBEk3y+uxWQmIs5zq/pt
ERkvBZO9h0huujsjFO0xq7LNfVPX025UG/MDnj2VpxdqEu0yTUMbSu6U8amSmupbOETqU1xo6SdN
mywXyd1218jZFhv36s8F1meIKThvcpXFWFLqTBOSjX5qhOGu77TmO7ed/QK/0rxTE8P0Wklg06Vy
CzJ5bbuARWD0DlSJRsBqU7a6MZYd+qQ++bFlu2R7iZ9kauOiyKE/ZvVQfrj9aa4vKCzBmYYyJF7t
lspeAJ3HtuqP4SgfM0mSXJmL/mtK5+ygIRn3+fZ618IIAyJaHORHOAysHrCesanvtUH1ZxQUn4fA
UQ66E28dgithhChF/km6zV28rimRBkQuycw1P4m4qvKuiQ5goWglj867bxMRqoAaiP+B71gl3SZ2
FjlCvaqPBlHmZxKN8zwZtvCmV96aoJOxDERqGCKrDWlUedUFMroURm3mhyguE99Baer+9re5shdo
IoAVYIRMALkgZDhlFBTM0HzaTfqJEjZDc6Qy7wvU51BOq7sN3cMrX+lsvdXtNdbFEhodLbYy77p9
Euqzp0joGPQ9Fhm3H+3aCxRUPHwtKIERaz4Pw2ibJ1jURYpPg3HyIlsdPMgAW6YO1x6I9BgfLTDd
gK1Wn2miaUpKmSv+lOcxOPJhIDfrhrsiqd47bOXmx8sEIjd1PTnGOhlPkOaYY4hL/th1zU5GuMRN
SpTGbr+2N3DCKnBzhgSJmw0BpUs7f28NHPfUbmXZl7HGNncyUvQ/afS1rUegrw9mh0G31yBt8j2v
q9Sgr2dKKG/h+ql6NLflJzp+hlCqGcPZVZVsRlwSRsDkIcFnH/swq+tdF9v5b33Jpd+CG4XcSFAJ
iPCo8Q9hKCrtKGiYBuCrvfTvT2pE1kQWBXOOum0Vjcaqj6BIG7af6r296+YhYvwzbgkuXDlXnBix
7URlQmPo/CXqeqUtcqo5viTNqDoyhyK8O7U349R6yKsg2UgBrmxDmIAU4EQERhlrlJhZSnoF+Nvy
J4LKQW6l4W40I9kbW1PbCBnXlhJYMfJ2QMNk0+ePFjPfHw09tv2oabXDyDjD1ZnyHQIj/3t7K15Z
ie+kCwUDLg56HOcrwRmYhrFzNB8dLqhDPaK83MnSw6LY/fH9S6HcLcbgND8pr1ZLhclcOcz+fHks
uh9FKztuADHqR1LG1vs34JsQBzQCoWWwJmWEkmXKUpRZft9mCfNU1dl3lMkbMLAr0c8m62JqB7oA
xsnqFA8dxoFNWMt+0RbWwUS7EqFJ1O/e/drEoMQSWS5j+rX8RteO5qLLreynQLp8XZHSfRZX+l1Y
Ld3+9lJXThQe5/RXRdPDBoF5/oWcDD4cNGXZ77I8vXeYKe4dJBL2hTIg6p6aP28vJy6i8yhoU8UJ
BwtCBKdqlcR3aq5KpdWWtBWK4QDmID2OqhzuS0lm+EuQnpDlohNye9XLHQ9xBhgNMCswNfB2zh8y
FaYPCfNFv9DNch/Iev2lyLX8q4VU2cZSlxtEuI5QdvGUTEDX9b0zqi1jwSr3O4pWEt6KYWiL0O7t
B7pYhQQGZQYh6sztyE48fyBDXYy2n83Fr4Klhw6WdSejbbZaYperkPIxaUI7g2ey16cXX/mC8WYd
+IEF0RGaf4EK2qxv7EARA862hFCzATBGcolzAQ91/iyamuBTmzSOX5dQCGNnbmLXTkxjB/E/2zdo
fGauJhf5oxlr5kaRfLH7WRvYHXUyGDKqlFXOHgjFQqPMA3+O0WvLQ6dxTaX5qqrG69QpH29/tItd
+LYQxB0LsQsedPXR5qmt+1mbbN9CRepZRljsBbX15ICCYrNxb135cijUkWSg20FHV1XP3ylOr7h/
wl3zA5DTbhNLnadDidv4ctceiESQASHDd6ERcr4Kws+E4sBw/DQNpmNDpH9AUrPZjUYxbCS4bzf7
apfAbtHBAokPdjHVHZfEHAdE6H1ljqb7OkQItJ+V7KFTzfAvguvmPUoNGWoKqvmANJmQeXWcj1bU
J56tpvlz0DnGsTDSyGe8uBguglvoECJwHQFwKJrDuz81s0yaPKKXzLRxta/ADBWYNFuWL9nSfG8o
deVr/J5vdjMu/8dSTGkNdrApRi+rK3ZqG9T6mpqPAI1/F+ajdQ9oB79DO9piIsACuDirwvtKdB/o
W2v2el/hLBKBkdCJCKM14JLclHIH0nkZ0ZKUBfagmIxAocIBDX7gHoVRPFZNY6HcV6q/p7QZv5rT
kGluZc5FcpcEQVR4HYaFjrtIsfExSNqcCRZU7tGVwA19jZCJe4BXrxXklHMQ+EokpSDKgyjodkhv
G4tndFzXiMtG1ucJStwHc8KUS5AWy2fi2ozA91Tnn9TOpnlelFHsTgDon6QoVAAxyZUJZErNG9JV
ZD/+AsSrvgVVEzc7mj8GIK8pVJ+UaCie9UXqHvTcSb93vaKkroLkCbLJRW2EOykOhy/mSAsAXcNu
/Mr8qPpgSlbxo7IbPSeqhdbfOMzrZD8y11FfK0cpix3cYrn0smTu7pn1t38Kx+4cMM2OhM8XwJbs
OBWz3vliDvI8lkZr7TK0HEI3xwqj8tq66llQHwrZhTMQhfcTuBg4Urgr/LViTYI6kCUT4NgypkM2
Q3pwy3Gwh4Mpz829bqatijxyq2leHE/Sh0UFr++qumTswLXG40Gre+OrJmf9a8SYCpxoqH3VUFSL
QTg1XX4wk1ipd2FjoNRsJ2o3Q1135Mcc4AtD4cLpVNfB+KB1na5c7F2YGMiNmkWYfkT6NWj3es+B
RAxPa5Etl1v8n/sa0xcPb5lgebBqLf1udgs4QCldylcz0ePPCeXcn1GHiwVirFD/s5D5qneRhDcg
NGjTOlha3T2VOAIKvGJt2n6nVTUgwEFz6n1YmJWzB7WryR8kIxNqF2Mk/55UiQ3nGAFy4yk5gnZX
F4hie1ahQ+o0Mg1ShhYpxfDuAEpjBYElSguBkVk3nQ0kSqHNKcUJ3Wqkak22feamlY1Znqph/HE7
KF1O08E8kPVDAINBT8K3SoMmYIT08vPmtHSV+irPizIhxhEEliuRUP+nghX7oy5cgjt74YWD6Cpm
WJhpYwNXKnO0GLZ+0GU8EcRFpGlgUXMnrq9EIAOA0meElBs7NcxdzyRy3vWBbf4qHTMtPXuSpZPU
Z9B/5tSUgiNdX0t+0EP0E5E9V7TBVfOhmPaMBymOrTZDxUTmkk0Omh2rP+MJD2NkIoroZ4NdTHOn
Rnb/BThp/yvNRg3C+lym0V6Nm+xXPXQJyoxhG74gJ4qcFsL5qf2xKFFBbxfErLlHFyX3B0ClX2sK
zuCUhYGcUEEZ9Z9cd2rwqgAvpLtYLrVkj3yonO6H0QabkDY5GhO1lJa2ryVp8mLhTji4NBPNu3xo
22SXBaHzW6bfFbr9YpXfalPJe/jEtdLvUsOqX2KlqH9k0Qz7UYP/f4ca71x5GZYnCJ9bWubsFw2V
WXfOsjZ1tUKWgjvTTnlPY+I00z2eBTpc6RrNUFexc/uhLQPMGuxu1u4QngXbFpVBgqRnSr3hkVd2
yRHx3uJL1U+YTJOGIfHaRxl61wUWzxZI37YvPcT20Zim8yu9NEpuhrvKHstpV86lHXl0ivTfAx3E
EHn5CS0Kfr9U3IcT94vbGlnjuHWQ1OUjlSj23HkjATk1E2dK7xxERF4mYWXlTYpdwMHWaunzNGFZ
uXM6yf7a8SV/YG4QRV5oxkvLZ0+a13C2CN3USr1P57SvH8OwGRheh2GNPYMm/0qdYZx9Jw7C7q6w
i6oXxKquOA6KtICCTelLbxT2FyUP3VM6FeSYKNChfb/Kb7sYBf3RKMtT24U6gNmw/ULCpt834Hm9
CYeDQ84fxcbZuswAWRVXYBsnKyYm69nc1LXVkDpGiUVJPBwK9sdH9ISrjQB2mT+LVUQdRzZggco4
zwAZP2hBYbQlNHkhE0IvQX6eYqs/gIwZHnql20IEXQkYWFOSWlGAa7Kx9iXPin6qTTmqT4ipzSew
wPkp1BbnuU17eeO7XV1KKE5RGwtsxCqH1uQJ6Qi0x0/jYFi04DAJWBKZSXSHxejtQHh1KSa1WMjT
1DKM1VJNXiHrYi71CSoftkhG6S1yiYPuDBLg9kpXtgVwA7hTjLQYa2lis/47GNbgvmdTXJ1qwxiO
ublY2COZ0nvbPlw0Yigh6vw3U97zVRDynSzIcmyLBMnbhu6lq+DGskuh6268umsPJEZhiBRoJnj/
VfqrqHITDIFdneZekfwp1u3HUja/3X5rb22d8+oDKqRAbJCGMUxaa491ZcbwT2+jUxFIbe4WZS7y
Ak1ZPpkRNgnA/GnmuNNiJKc6bQOke7Umek21TqkY1BWjfD85ToEyS6kP8h4jNXgUKt444LbGKvNr
bLER/cYuSiP9MpPfWWCOP4xQDv0opz/JsFHFMuf2Q105uwaIOjGgYMx5oZrSIG/RquMcnXCq6X5r
cqS51pLlHzVwzcc5BlR2e70rXwopM2EBhUwtXfDVJp8Wp13MwYhQekg6txt75ZuTO85Gg+naKuh8
OrRHKOepiM63no1nmeCFxKcikaL9PGZYa8loVN9+lisxHcUeOJZEP+zE1n1opevkIY06VsE8xF8U
0gLVTHUUtuehOqiMpb8wUtiSUbvybII1BSaSkRIRadV8xHI1liY6gifFKmxsk7QFdkVMW29jZ7yJ
vJxvd+ZwDu0r0Rdhz6+iRK/PetDYXXjCz6DWXWXowuVeD+p+9ELFiMKdkcaJ/mk01fBbMLah5tpI
m6H+vTT9l9LIhq8hRlCYbfTj8oicfGN78RhOulsgKjXfO0pGrlTUdvXaZXPgYPLBXM7tBxMHKQTU
3V7OBSx9mabfCE70kWePi/0dSW/tW0J9NXhqpI+fGPEljyY0wD+lQjXq9mghvWIUii23wiB2crtU
6oA8OnjYukpajdVDGLVLtyu6MPmxhIPZ7gzqvYFUZHLyp7Ay4nFX1j2+J3phm6FnBvQNvckKu2yX
lOnwq+zzxdzhkaA+NWptf5qjurV38tzPr5OcwgWcSGqQ/J+UMPd0WN5YuAQpHlgabJluXwODLnY5
/XfnsbfqLCb5c5QPZSjFX0cjV17kcXDMA+4Byb2MKdtDWoWVc+/gkWK5XRcbsTvIfabtC6dYOk9z
Sp6m15Xst9xiag+VxDaaUzxj8eaS0hUjDnh9+EytWf7q51KCBeHEquJiloBV+qxnJvGmiJfINcum
7wW2cH4xpyx8MqZOf+IntRhcVQ5E/6JIdGJUxOvHPiVFMuX2ibqIRvTUiEU0G00kWZkgnZ/bmvEB
RspT4ku6k9zFkVa5Y6HqWAHMwd2QbUGlLyGeQnFaTIEBuakCjXe+XlTWpdyiVOfbyWKd9MppvoKt
GH4HNYSjXMvUvdaUKZYFgSSlLl8g/EnjOt9oa12eaEYjAqAg5Dg05LXOf8USLfaSVGFyQqi4PyRD
vTxQuG0xjC/TC5qBiGYK5DKyt+tucWxELQevVn2ncsJ9G2Bd1AX6SE5vme/9jEB0dCSDuCbhlF7K
+SRhiApdq/ltFOq/c2uWnzqDEwbfOMed3Ry/3N42byiHVahis6BJRhEJEGI9jk5KbC4klKp9jUz0
nh4/LRkotUe5YrcauVMe1Fap72rMOZ6k2Jw/OkYR7HIsVJ6VQKdSSvPyNenLTYyn2LDnP0xMeQEr
k2mBXVtnqgFdA0FpTE5ToilfliAwFa4jUnA303Qt8/oRycF9vCRYZSZmr+8ta6DOnhSpf9l4R+LO
W/0UOgwA20iPOF/WapflzBEWqy7Ck5bFJk8cBfMXZuL2X6Ob8t95rqtfwYsXj5gV6gNcsRG3JEvG
isO15F77RYVJGHBgLtwHg7X8zhKE/3ZwQeZ+N+Q93jeFrHQ26mDLYP2+/dsvDwggDZm+psA8oWy8
uolwKlzowC2BnxYJu0g26x38F23jwruyCq9HF3x/OEMXxRLS+jk6I0Xg20GO7F8e/JZD8512vnSt
wWQy1gPSQNrlrE+hDXo/xnbF9u0I+79KC577FhbnEjtfs6LcmFNeWFTScxY8fJah/czIYZUXp/wc
GUmK4DjnZUY9HjSJVzZ5/pyEffIXLdvMZcgZ7EsaFscOMv2u7Q35WXXmMnQzfG/Swzu/JENGohx5
MER6XvEq4MLBDiZn7o1jlE0QInWibjMWwUb8ufiSPC9jUxJAwZtA3uU8oPZSFJhOD2g9hw+3bwb0
tuNB2hIJvrYKWHGheCrUNtaNtLGuwqXjbfpaYM9o0gWhF4xKvzGcukgyiR0CwktvENOMC1nlSutC
uberkGfp1Lsxs1VhKRNyB+f1Lg7nbB8XersxOXrbhmfBQqxKsSOacsRwefUGp4heqKE2oR+DSle7
6XM0OZ4+Vi9wef3OQQaoGh/KZLzLpuq/Ae1+K0yxlGmfon55agzdW7T02PXGAaG6Y9OG475MsWCs
rI1yQmzg1e8kwALa4SfyU9cUGSfHm8VohsRHzy2OaHgNxo9qMrNfE9IJBw3CwI+OzAjDKlw9N17S
xYUq3pEFeBuNcMava6wBCABx2Dk4dCmcQ7XE6V6XaG03pRp8uH1sruRFnGQ4XcyTVDoeqwDYGnCg
lj4I/SFC+NTCVAsWRpID6NXjL7GOteDGe7226xAdQ3iCepoKYHVZBIHKIC9gTtYjrgjESHdceZYP
8LVTF28VP6+D97oavEEp/llyteXMEqHkEXVgP47zb02uqPs5hdST2uFWenJ5cBF1RcaU8oYaFBj+
eXiYnZ6NUUy8zUVZjlkQ/Bjaqt9g7lzihoUOOokQeQa3Cjfu+Sp93YyybdSpn4zEWLfWI6Y8Y2TX
hFel/xMoTjbumQZHpqt2cTK6UB51inwpa1U3VgJEiUmFzUc5A/C0u72frmxdjAEEJJygQiqweted
Igsjao4NxUS4B4PiPFLSMVfrzOzP7aWuvGyKcHFpawwb+PP8Ncw6vKlMWxK/KHK02KDb77s62eoI
Xl3FhCgE5oL0b93oZBypceKtxDfadN7p41Q8h2anvJfehkQlmjV0mHSaZtTf588yVqYS5EaR+FRk
+ARb7cBAfTQ28pArh50ZN3xXbkiSEXlVBBHn+6iRzNSPdLN+DCLZfJCnULqfVKx83UjWx40r5tqC
oiKw4Vew7prpy7AVpq+c5j5AN9SgB9kgUqOECfK8B7OcDId3bwkmT4zFSUngMK/nPS06r05cqpFf
su+9eEEsb05S/f2vEbiKIKTQgBTjpfOPVZVtnc+xuDhHJT5IrXpMdTXaB2X9YUiYG99+pjfk5uom
MgR2BQqESVhZE1SiQRpMDXFsP6rULLoPm7H+H2fn0dw20q3hX4Qq5LAFSEokJcuS43iDsj0zaOTY
SL/+PvDdDEEWUfo2Mwu73ESjcfqEN7zg+Rd+jcTcn2a5iCOAcdJ+W42SSZ+B6/A3rvMIaXhFVCIi
62WFflh6Dfm5mCeEVrB9bbVHVmpfFyc5tABaW40DBu01FvZ9XQdhWklmptZC1ysx8AFbP3Xjg1RH
NTtDLlOtgJn1aO+gNtU7A9tLe99OmiN9kYT5jx5R3jdLz7Jp4/a4PlBL1wg0CPh39KzXXyMj67hL
nFA7Dal0AsVpwZ8WYEGpCVFQR5t940BdU+mo/hhaklUvut1wDC7f9RyLDtdMbz7FpVKZQdfb+Y+4
DusyqCJjGH3dGSrLb5Wy13axYVYmZsKpbhxkJ70I6K1wlimjXn/Uq8QID6mKw6qjJ0y8U0EP6v5R
uY5V/NilmAHIQkPZXjUn41RWFKf82AZPrSfpJs9tEY7v7SksO8INTgd0gdmtSyZd7zr0YJT5lNKO
3tkGzu6adMaNb+z6HllAvguTjZYNAWsVqkK9RLGmtvRTmkhzh8Np9YiWb/+yQHHe6xW10CkIhiTC
NBfIulc5UKyVSItM0jwNOBL5sWXnOx29oI0nunFtQ54nNUDCASgYgePyKLnAIXrmlu2JdDvIFZk+
JI3Y9WlxglXjV6k4LNNU2VrPdIOe5qg9xsvHNXv5Flj8xjmhL0W5iGrwAmpdbW6laMB/Y68GZkOC
jYo6oiG58V5zGLYVauUSsyjLltHT5fOSs6faJPUGoQzb/daQCQVjlLybpsIqhALCMVAHEGn65Soo
s092k9rNCfayd4iUpttDZo3ef+iZrqIDS1puoy+2CgNgK0RjKGF9sl3hHApXK45lTU/i/vd7o2uI
7iuzJiC5wOr4hi8fxtNFZ+VK0Zy6yAqP2B+Uz9hT2zjdZ9kHJW/jB22UduKjshMdZsrhZ2UYw8f7
v+LGp+fQMwQ+QJJAkrk6HU7fTDVGFfUJawgrsHWRHxXbDp80vU82BnnXkBG+tuVzQKCYBJ007vKB
a0MvdXa0PkXWhHpWke9As5iBESYfsGFVoIonYDQVjUFEbWbQpscKfbWh+3L/ka8/CGq9Bf+3NGcc
3vTlzyBXrvNyMhpwIkb0kDWy3ilwpzciwPXl9Ue0bQHiMOXjm7hcxanxxXZsLnKriRTa/rZ7MISu
Is2ji+dobuONy+vWUzFcpoBFYJLx7yrgGPGgqFE/ACkRcbwrkDvZjb3p7N69d4RnNOMXbRpoH6sz
y2CcrpOi5CeZZ2HgzhVKZx1oqfurXB9KiFsQtvnQF8G7df9e6xUn1zK9OFkSUYB4jvV9YmPuKfBa
3aivrpcC1cAlR+1NhCRyXb6mOHMl0kUqEWUcDQUYWGwFbjeEe/oAm4qF120GYuRifLEQ4KgyVovN
httbJvjqkxqH/UfwIhrWY1g92GXNOek743MV1uAAvca1P97f0uvjwSBzaW0sMobL1l4+Z1g4SEyJ
WnI8egND7TJ/zQvberi/yq3dXPSEQHpzE3CZX64ykEHFZWbLk9d53XM1mvPOdCfYNY5Zb9U3f3jn
l6myxYjHJFlj6gybexVOaDplptXnPWDVSt9luMacZQoeAv1i1XleDAKOdJFdxLZ6KXx0+pBugxOg
fIkQivqnSEf8qq2UANvRyiwOJsLvGzHgxnb8wRdjmUao4cu83I5pXIQr074/Nd0IwMRM84feBv2O
dVT2dn/nb7xfSHR0+MC8kwyuOy1mKctRH1V5Qqyy2FezW/kOAOH9/VWug9qfMTi2AAYBlIbU5QNJ
3MpmPSJ0Iqb6GmLwnBRt6M+NcchyFN3uL3brkWhvM9PiuuB6XC1mVq500fZqTrilmS+dEroPlci3
4vTNVbCLgMuxJBdrFZisjtGw1LXm5M7T9DbbJf6Dpuw2ovOtk0BCQSWD1CSNmVUHPTbnuQPbxCq1
NwapM35DTTHZNc706f6mXS9kE8sMWrzQb8inVwvBf8QEHZm3Ezj17JhMc/+AuLN6wKl9iyR1fRg4
0qS2yFjDokf79fIwKMwhF1x4c4rGqDig4zj6tpECmNPmbO9JsYVCu/Vo/11vlfyhmNegHM8eYiPb
fDURvvBlnYSfe9vONyYexpL2XMYWLCIQElschC0AEqu0KKFFMulj0sKXKtXmRwoC4INtZLV3ROnP
K0BY40IOErklRUlFNv9dwEQ2ETOcw/QhpagWuKQnGIFLU1Fn+iCh6Jioa2ny5JQoWu85+IYbGGru
mAfRmdPXiJ7KYl8uvVcNXSUw7Lk1fdfrQpwymJ6ZP9v28FcYFyq3u6yKbzg76+PiCia0d394XL8u
VftiR0RcNS5fbC3abGaul5947e5DkYlhJwhbu/sn9bo3DA6YVgd9NqYrV4SgetCjrBBVccq1yfg0
0Xb7uFh4R37Y2+qDdNXsdwW6++v9VW8cWqjGGD7CWqQVvtZsw22hNeZYKU6MlrFV7xGAnIFo9+Sm
fltuMfxupLwgEJgh0RJD4IxL4HIro0yvvLq0CyrbKHuiWsSZGNTNR8tTsgeZQYuLG1Q/lQSqXNcJ
eUrxaac3XmbFxku9+eAUNAhdO1Qca6Imt0PRUcwXjCVrNfJTMzbeqFGLvcxE6YDXVdSN1GpJKVbf
kLFEVQZoC0RwHb+VHisNKzRSuilsbpwWf6Gm9toUFoBg+VeLzIeve+ZhMOb39+wWxBbp4zKpXhoY
l7seql2sW7PITrbVi4dixpYuVbRiJ1Hm2yMCG23kq9d5HWUvmQV5zwIdWDuvUJox2cA/AW0PrUiC
hmkH8oOT/SOkj1wGWpEKFIYxJnobtSnbONHXFxiLc0FSxVFmEIwvH3YckxDWo5GdDGRZvkUg3Z+0
PHu3WBp5o0UXgZqbIh9xo8tVCsWZhdkk+Unp9XjXNGX13JjDtNFCvvUsxB0TIw24QVfgksotM3eA
03NqAazvu1AznmJh1o/vjwEQBCDEkguDHlztWGT37ti3CZ1xrMAeVHPMj1ojtENCn/nR61JvI9Ld
uLg4GAtwmr6TjtDB5d51RjsLfNaAI/0Rl7H7rPJzB6zXFEb25/c/G2QMZomLWBOrXa41lCGXGZSf
U10rOC5WoEQOUR4WI9HNmo4ItiHUen/JGy9toSFSsNGEJJlYbadH96KbIeOeQM96O9dovZ1AA/f9
q5Bw0pVhQrocxVWDKQaeVifg8U9prNc+5LvhY28Ia6P1c+NS+pOgAeNaFETXCKDImdUhacg5VaPN
X4ShKUepdtPzjD/UB71W4ycVqY/j/Q28cT44HAtezeSEUYdevjMsiLkG+7I+AbPoH8ndrR2ct2ZX
hOb7y10yaQNLagDOvLK1EGDrxJbeqVZ56g01DFqz+I0VnwHBTZTvP/RLiUCnjh4XvcHVqUj0MUO4
PapOCJDn+x6dgIcMXtlDnnRbzKdbL43jp5KvMU/D4uBy/8ZCiMkbTWiRoht2cef0Lw7KVJBu0jKN
/Fmr+kMuxVZj9daycEiximI/uWpWy2pepEOd68rT8s3vlCaLgthpPnZDwpDNU6eDqpXvZoSj8sZN
w5OyMmqmq10tR4Sc1XQqT6WevmYouAZCTu7Gq7uRKnCZAeyn17rYOaxiiDV1iOSl7KcyNPmxiSem
QK6iPmHzlf2Txp3YmIfe6IQy114sjehOI8+6NoODyU0ZXTbVyR6KbPIJ3NqrEffqC+SeKNsp1aTE
j2kzQAkloOnH3o3H0seLfAs8cCOU/UFTQUIGB3KFxYEPZo3xYFcnWRvaE2rvzhMy8++mwi9qyIvr
4iKWsFAaLs+rXiaT0mPJwffeeo+1IYtHu+nK/f2ocut4/neV5Vn/w86YysqIvUqvTs4U2ZMPiLjd
22pCD6TIzKOYIDMPEJ636ulbwYycC5I/3N4loF0u2zP6D3VwlKdoKS0QeQI7XfSMuCtzFFszsFsn
1aGpvPjD0FdbZyUqsr1qrDJ1iBMo96MBFzsVQ+WLGtPPmsR+I4m+cT74HJiHgdQhgq4rowauIA6T
5XAqRs/k2aZ65yrx1hD4xlPRq6NKYRfRszZW94FuNE4j+qo/kSg1j4kA1GnXMtwlqpIH5bwJJrzx
yhbfQMp4mvLA0JaT9J+TYnWAsZOq6Rlxk6j3OAY8tmacH9zOtg73D+XVBi4XHa6B3ELIhFDSXi7l
un3SGbliHjN0/jK+dMM6CBUq9XuzhdU6q8OfgbFup8blnNd1erZzYAFh0oUbn9hV3s8qC1eNKhnk
2JUyZmEU2KiSRB5Vp8itpyq11dfOHlucrrWiferNzgA3HDXNl8lqk42zeGvxRSV5kfdBHGDd/oSv
kfdzn5pHN1KL75YcMWKsGzvTdjLpPe+xT3TtcexHTz7mTS6rT+9/k5wYtK4WJQUqg8s3qSIY3aOe
ZByFFGhcqpPiW0b0v7xHaFLkLNQddJVXR7N2YawTRo0j9Z4IzDi19iiUGhun5SpU8p3BAlwQavCG
ga6sn8UKHa9ywqNVqeJhihLnxXBHeN5588euRgR9lsi3+xt49dUtiy5NeQyuYCCuMYd6pBshjeDw
6Fli/KSUfNuINYojBOWttvw1sJ1wTKJCkwXsOLnz6gHbxsgaYyycY29Xxk+cBPsHkDrpF62wlGcl
ivIPYZOKZ1Tuy4esapSHRNj2Q+bl1SH1VOVr32uxfBhiu934gq7jAT+ME8Tvo12FjNTlzodyip2e
jO1YYTJ/yERSfZwne0vo8sZWg6dZBv4LmJcG6eUqg2620u1j5yjoCP0lZq17krT//5lTqW/kMn+C
80XX48/Nh7oX+tULh2B1Yo3eceeu0llL4B9uZwlhrgM40gVDhauuPyiF3vkqCJMfZaQ2Lxbm5mOA
XFZoBTTTdYe/kUTP+L3U/Q6HavGVZfIXplgVHOjJi3/jKdLWAf8munKz0qDB5hX6iDtfTcewhTVk
pInP0TXDoOC2sGAB6uE3ujxQq0Sey8bHAIQ+UAKpwO+Ac2w1hq/zOfZgQevBhiEvB3aw2m/L46Sk
hn2cFYmms0Nv5IvspirxpWV0B9dL80duNfNZE8P4a9b0ekZjVI9297+wW4eLggBs7QLEJ9O6/BmJ
ISG55RiECUyAFi2NBIbbIDZWuYZ68LTL3BVZKB2dpvX1OWaxHCL42sdZ4/ugG2VIv8zrBl+VuDiI
rB0/h7DOgRNV3gsC0emEb32Dwfus675OoXcC5SP+fv+zLwpICAMvwXPdeMyyRNWGDGdXPQaxrpeN
vm+G97fkeXSX0EUtia48wKnLHe6zTMSeNeHQCRA2MOYaHb3a7YJEeltJ881DxVWHVgwTP4Z3q6be
ZM1wbArcQJusd1o/L2FITsNknbpexcurjaxA66cCdo7r+TJ10UhwpNM+3t/XG6FkEcon54QQQatv
9SsUEJVVHRbMAZza/I5/QP/mTB5SB6DB4m/317rKAxeyz6LszIpYFKzXmrIQVzBGPSRLTYe+mavt
kUc2U190hhWYc9a/WyuOFRejFhhQ6LcBsbl8n4Y+RK2HKCQgJWRvIquWj10afsen6N0KhawE4RXI
ECKWYE9WKyEgEbl4mCnHYezw20YKQoGj3hsKDkOz9j+8tKXzDXCBMp1v9PKxyIacac505Yiam/HS
hcWwL4zefE3Ratm40G6dj+WG4WIH8o53+eVSZm4LpTa96DRi9nh2FDN+GChi9yHG3BuB58ZSJH/E
V7oPXO3rVl+3TLzzPItOySLvMipINOmogu6aUtYbCdKtpSi68TMAcUiHavnz/1QIxjDARfZmcVIn
rXqc3Nl8csXsPbsASDfS2mWDVvcn7b0lJYKbTFRdHYzYtSo9saP4JHu8m91GOA+ojNS6X6nK8KlT
y/IncFDRB+Eo+y9CeFstluu8mrYwbB/rz8SGsHb5rHKxTJhDOz5NcxcenIXAK0wEwhDh2k0Ky5Fh
BCQ09v7dX7uzNJPQI0fGBnDN5bpWQRovlTI8Vlmb/EyixnxSEi37kGWz+9FAsWAjU7nxTh1A6Mz5
MEVgVrt+Tq2XSthJ5QgF7oce1zG2pJ0gB02Uh/tPtlz361dKhbDQKvkK0SC6fDKqoAiWGtx2rXVn
b2canVc/zp6Xo4KTGfrn0mtm2H/cjH/dX/hPonG1MuC6ZT+Xgd8qERFN54QDuetptFN9N4CY3s+a
RAKw7MNdlui/Mxm+Er+Rh5peUGDYO66yRzISXI4misNsxQV+m1F/iHT0l73Cizdewq3TTnNUW7hZ
HLU/l95/PizKx9I0BoOA6zXaKYuE+bMYjOybLXv1Ieq92ndRvDnD1ApfqxgRn/sbdOOGAfLEeAp8
yjIIWSXGOZ+BodacubZVq4CvInvDba99Qrkm/VZaufj67vUc5h983zT6OHSr6Ji7GGZR7IXHXMXf
qUAGfA/TP31J3KHYOHRLTF+9+v8utQY2tvjBpmhHhMchw+jIrSbkw9Dze38MZhXKcCoreuprXIdX
jgTghFUcrYtex1x1d7OilB+nEc/b+3t3jU6nJ4v/BiQg3hkJyOowFzTvi04vwmMyK9VRH8PyHyh0
2Kp2dd2Bf0rQBZ+S+YEWf0mB0dSPZe7OD1jRd9iZSkcc41TXz2GVmn4C+virEzXe6/0feSN4AptA
DJIu0nL/rQ6UKuyhUZUxPPJzDmYJomEoy1dnHE4qrkbMe8OXshMbQ5tbkQzeHnwdchfQYKtTJdmr
qEZL9zgJHEilUdhvMbCIJydpzP9lKfotoJwpKHgdl6GspU3mQWVRjsxcv9hWCtEKKN+h08Ota+hW
vkvIWlBWKHzS818lLfOg9h1mZCHxWZ/38ZDPz1oBJLFwcsiBZtS9qG7ZPYaiHg/ukEyP7QCf7/7r
vPURLTIrC4kIe5E1N3X0oqqq0f061g5qdlzL4Q7y/ZaR840oBKULUtTCcQOdsbqJ1DKDfpm63jFz
JoAvTLurx5Yh5740+I52CICWG6/x1nMhLQ4WYkkJuf4uX6MM+wQseQ3nEgD0Dn9CXKCEssW5vfVc
SMEuhTBaHDCULleBtlNMMxDv4xDCgGbqnD6pTp8ex7yOPyV2r7w/zeUah1mGXzSbuZZ0QcVyTCqA
YUd0DIfvUUqXp6TIfB0QCtqIrrc+ObjKdB3QzdLYx8tHi+uycRXbUY61OZVPdpUW3x2sRHY4R2wt
detdcVtAMOTmoMRcnY4WtVK0P9MI1n5sn6SI25OVFVtopJurcA2T3ULzopq9fCA8hyqjQADiNGDc
E5TSED9h06Sf739PS4heXUpwC1lCJXNHtmiV3KoFanwYRNhHs3Dmp1bxvL3TSIGifmkOr12GiBv5
QL71gV29LapV7idIpMvaV0SqsO5EauYjai5J7+zGOjIeE6Vy94WdzxsH42ofl8KYc8FHCnOC2HW5
j5QpSVgKpTm72eg8Gx4CNnU1bFENr4Pj4nvAuILaGJwjkPfLZewBFeK0j5pzmGkaTroI8FTBJPQ6
xjoqz0amGJXxAaPcpKcB3+uA78022hWmq/z7zlfKLyF3W5hYxOqr3nFHa97DOJlfYluD3JEFjzhX
aanzkkyNGB+MxPGA4sc22oL3V77KHRnfLwxkoHoOWcEaTe6VFTnArLZnYPHoP8aJqiPy6Aza3p10
/bF12/Bgqbn9r5m2inNoc9fcgElev2yGlx4MCmI2ueu6/VPFsgkbsyzOWlF5v0Hom59SmBwbYe0a
6E13bWli0btF7wEZlMuXHXO5V1E9Fmej7JqPXhka+0Yd6m9AbgzfzkXikeRMPekFPfyfk+1SHHoa
7lGTdLqDLUuIBKnSPIEDz6FZZc7GNtw4jZQYJPHktYQppDIuf6AxZFqrWlF5FnAhETHANH4HKTz9
VAl+hQX+4K+eMeaHEV+Bp0kXwwNArncnvA6l44KAWMTluEWX2+g/pUTqYiDviqo8d203v1ipdE+y
ia33IrT+rPLH3e4PIXB9p6GjXk5dV54Txal3Tavkz40wkt39o32Nm1yWYRZJI+WPd8GqZKSjKrVB
DOU5tbTpzRWJCKY+Vk5VOfApz2X/kPVt9GJ5CCzVpjl8ziM5PPZUme+OZ4vcEVUrVzhsMHsVaLpK
0/Opt9IzzXsbfWREHH9oVtV9u//AN74keP6AOsCjAXK65oJRYaBpkp2drKOrb9ce0jSbXqTX9wBZ
1h88JthIhser6ycJ3bRy4yI7pwXuqj6kS+0lGycL2m+RjT/uP9KtxVC85EUunosEiMvzmKVqZ00z
YjTFpDtfwLUqz2Rj3uNQzf3GB3hr94gMDELIICFOr76/EKz2UA1eefYQ3Damrg4UF2rg/ee5yuYW
gQ4GCXAFlm7CGuTZu0XqlHZenVu6w7/NyNYO3ViM/ybzHO1UkyN5f70/TNSLZIEFwUXTEyIFp4Pv
XG7gFLkOdjEiO4e4jylg+T1tRMKMLCVIJyMtfJTqEMM048J5qkLdw709m7EAyoehRbhKiNbBTQnR
mshEU9CfJ2aAcJuQ/A6aIbX+npJeApXoau97Tcf9VDeD9dg3QxfvNK1ukOqLQif1zXoMT4xSakQD
2iF5ka5kNJoJk7btVM7Gz6TsYZtg7hXSGszU+oOeMVxEoyH1EINW8jjaNWhGJn7aW4m5izpZHuuh
7mqQ3nEF2a+b5bQrh3r8ZLeGHj0YQ9/+MBZxOF+ALWt8VQ5uikuyUIejHDzArRnKrRUi280gfbdX
K80faxFD/QmHOiL25sWvfOjD/LWVTiWOG2+GjV+9GIiJWNuidcDWrcUnzQYZdxEjE1pxaaEID23e
cdKcsdqmkt2Nj4hG+cKAX2R8wQxdngGF4kIMsM7PqkycvVdBOrA6FbKoucUfvJYldYg+DFiQzybb
voIGMjxUh7llKYuydNfCf33sx8zeh41UT6h5u6damaPfrhTam+WFzV4vTfMtQuPuR+W2WpCXvd6i
QpBEj6jCpi+oeOVBkeSOL8suI7mdxRPkBXmaUb7dm05q/I3Qgfnx/ru58ZUywGcWha8zu2YvoeI/
t6CNua1XLBKukWIZpAVaupuqDlnkMDSDKsm+31/u1vsB3s+rYajucB4ul2syRYOSrBLkdHTORiPr
/bJ21YMSllvE9etmpgMmDSU1qIpEIDjdl2sZVK2z1TTt2ay4/303cqZ013aF9xbNs9bu3bLqyqNL
HJR+5Y3ug+qJafCpTtWdXoPwxPI8TJ2gc2T45qHB87uFoU4nadaavbSSWm7c4jfeBfLAMO0XARKu
89UNUIa501dd05yT0h3/ZWhnoFHTI9xH5FLn56hwtvKG65TYBJPCF0nDgsnImjg6c77aqS7UczQ2
2h71IRwBhn7q/9FGpt+7HDT0U4Z62DGenOGk2WFbH+4fiCUor2LDQhni0uM1MUJYPXMI93KRsVPP
VufsDKNVD65oPyZm+q9VZOkBBMAWRAYH6+s1uY7gdECCZBK0rl1RX2yKwmZNITK8J+ouBk9F0Nfn
pygTRr2rbAxpH1JOwoNTiJCDGrlWiCS0gUldXnckNjMYbr7edhwsvwfT5sFBseK/EZ9Lj3lRT6Nv
2iL8oNjJmDyohT19m7FfyvxwpMdW2zhm0EZBR8Gf1Lx4JaTPb1Gayzc01CU8rRYpAMOKK+YomMdx
DAZH6bmp3PazaeUTqLNx+emZPvSvdu/1f1dGNOP9Aaf5kyXoOPr1XA7fMz1LfjhJKOa3wVaSlFsn
TD8V4NK/T4MpPsCpcj/Xrd79siOzSoIqHZLnQosSZd/I0Ps1p5UdB0YfReiLF2P/TxM57eDnaKa8
TWkODMc2w09w/1v0/63Z/BVBpeWKVTXlrCZx+FOospB+LyZgqloY5Qj2J0Of+2NGr8pn9G19qby4
yndVE/WfDSHRygehkfkyFmwOrARAEE0M4wm4BluFLm2DscWsOS1+SLlHN9dllK4HcdPML13uyH+o
cx0A703RvTiqEoV72yoH+ZAOoWgPshhdGTRp3vLaytYb/B7GWrdzRKg9cK+iOpKPDjqWSWIwKa/b
YQ4SftCAXs6Al0DY9sPfSt4zzeIay5tnK8rT8QXLgbJ5CCXy/4FUk4zLNzTdOaC2VnXudOkVD6IH
UgowsY44VShn5wGcueyHO6A/7hup5nzI0gFdGbBnPL822i3K/LMb7xMr1X6QnuQT9XhidwG3eFcG
sq7iKtDcKtX2ee8m9W40eisPuqHIn9rMsMtdiCMDSrx6p/xLYc/DtnGo2JDrSz0ORDiav2EG5rmv
hLoaPol5UNyg53/SL1q7/bUQgYRfyUSXe5BPme6HcVLYPj055dkZ0yk+IBrWh4dE0aJfAOXtbmFm
TWrAy0NJWDVC/nFEYTo84dypjjENNPuvCfJcQyDJdjmwWo9pRFyil++H1RQmR2Aw3Rv60dmP1HXS
v/t5sHqfxEpmG/npjSSYTgC5AjKNcD/Wc8t6ATmpmlTPDQy3oPZE8hSWmxH2xoUHBcNEkQ4iOxFu
ifn/uV/R1Ry8qTfnM82fck/dO+8y1C53laO1G6H05lLgYGnyUP0Ac7xcqjSMeWrnXD273F3PeYnY
kpe202Pk4X/w/qi9KGXRCgYBcCXlhl6paMng57Ou5/UpY4SwC12134dF1v9yUhcO12TVP+8veuP5
wM7QqmUOZi9Aqcvnq0r6+zPB7ZyoavVaKEB+fVpY5bdoaraA0tcgJYeGHG2qpUHANbFm5jvcEV3e
qtMZg5+w9U1uDEIcrhuOP895MwVwopSXWbNiBLLdOZr9GDbWv3i5aJPfc6l+6ggB/5pZWygb7/n6
4IKEXOBDABMXQvwqh8q7KGpncksu7br8bqGffUKL0O79+9u9bOflzQyfZ3l4TtQCg1x1kSbXyaIo
cuW5xQA+ME0m0WWZF37F+91VgiB+f70bj8V65NEoSS3zwVUmoKYIYzS05M5qyBVTC0PsE/wR9/dX
obF/67nQQKM/hqQEacfqGCGvODFTbc4Vc+Qp0PVBOdGKxz9LU5Ks3E9c6ky8By9pn1NdRKfOGRNU
EezQkjurCeM8ACScVTvP6sbxYI2afjatsU8OAFOdz4WZ619a9EmdnZpV7exbSRIyuG87vd1FoEPx
zmlL54tjNhVy5FXMBGdMtVHdRWodVkHsmeVvO6or1e8H6ab7ulTErzDs6dK1hlt91p0p1ANFrbzp
UDuOovlVJ8cqsDH4bIN0VNxx32GG/UOmkSpIJXI995PYBsc4Fj1+CZ1mNW9Opg1vBSUuZeYkDeNQ
NGOb8JSp8SHnqh1xwgGYvdMVmf10o7j9kemiTfdyxijJ7xPTxQ/I9NJs1zGomYKOLKXwrdG132rs
rNKgy+OhO0eTQoMvzGI39Xt+WQytE0/Sl9SbG/0Tmw7RQUnt7u9ReLry0ApR/57yLv4ZVY0sfbuJ
Gkb6Y96Rg4W1o/ogFBBxdpa6HW2VaMAAzSjLAOWW4nWoQPgEjERkFqRYoyC4IivlLDRz+qKAhPk1
aNbwaFZTFPncRvKvkXxJPwiJI6AsOiU7eLHFKxDNjFaaMqiqRMraQydYmztP3QsOlPMQD32H8k+k
aPN5TNOleOiQZt4NYBh/h5ketyg3zwhL2nnWPqqGlM0O8Gb5d2E1ce9ndkcxImMze+Nelc1eRffq
cxXbxk9OVa3vkOlQ9AB+cVoEtjFTLGtoZ/PftPeQWVF6MqL738QSMNZfOgMPpvKguReNgssvQpqj
1mmeGM6NiMedoG1ypJpKaj/qo3InsnD+OIRNjN/l/9CEBagH2FSDAcOLWYttNU42aHgQDeehqDUf
yGsUqHW3Bf2/Ecpg95PrL6Hsut/Vo5jvpbrbnQsjjJ+gJjSvxtIDSfIp24Fz7jauxxuhjA4eoANu
fHDy676hOruDJtJYQqRIrA/zMCi5H7th9e7eMq0FUAMAKUCH8GiX701Jo76vjESe5ynMzrOxwBZM
9J3vn44/mnWr47HM35iGLfc9IOXLZWrXadq2FPKMgv1oBB50iQ/IAZqNj8Kv0/gwjsezq8jmh1oW
DVnnqJMA8AXkka84mf1Xmznhd/BapvRNpW5gB0zC/KrlpLTBbCEs489UJEVgqqUTw6yfk9962Ij2
aGKt+KPQ6yTe47oxZ7uhU6iG23CiHikGOYR+gk9Csgtb0N20x2Qj95kz4B7RJTVi6UofvURm7r4M
atr9ltkc/mvKOj1wEOvWh10cTwfR4wLjR3HsZTtXRS/W1+WMARBXnPRwkKAdEJBCSgw0YKFt0XSv
a9EFBwNe4Q93iaxmtbmYbrWZULuzqL0WKw+ptBjVxMmxFbq+R1Eq/7cwG/fT/Xd6nUqxKihv8psF
RLWWKWzqIqv7xuCDMNPws5ic9gkfeesZJuW4ka3cfMCFgMwwlYnAeuqGv1Fqe/PYnSkz7eSgU9q/
moj8vaIh7dHi9Mqlqtnqzt16QPh0YI7ZV0B7qw53khpDGoZKd65o04x+qFbh86wb2RclsvSH+5t5
K6OgYKMFCP+Z+tZcf4dRkzHG5bZzjcoag9ENTb+nzx9IO1eCOiqmylcM2fqJGtUHrg/1YzeN6bMk
gw70RPUOYd3Xj6mM1R+0sxR6EVn+ghHA+OikuvfLzGT0XGPP9+rYIn/i29BOdWXmG2/qxp7RA1rE
MSEiIyawSsAMu49dOXf92cQ55kxdmj5Sko2npozE4/0tu3EoFhTuAi4mwaYfeHnq1QZHyEGX/VnX
qvYrTYgs21EO0h1Q6dfZaajsclND2/z+sjfuAdo9iNIiVQiIZQ3yF57dTUk39Gepglu0GloBbtjm
Z7tU+y/pULobj3lNbuEMe97/h2dwaOuOXsf0IXYzsz9HZav+0hNrJtYppZ0EWjmYTw24/5+x2bVv
WTXPwYAraz+l7u+l4UCTo0Q/ysf2s/grNb3+iwzjNtrDipBfG7uvPmDtjut0Dfb3ay5CWe3H0K5P
w6yVL12sKJ+brg0/dJroviJfmf2ObafRfa1RvtoxnQIqXi0vD1MBnzK4v83X1x8xcRmcLfqFlCmr
mOY6o8jMOR3OpeI52K8WgvmyvmXIdP0yFzQ3AJ4FNQ6uZvnz/1TWkS071cjd9Jzl/YHZfgWxYWi/
Rp2lH0vGEBsPdX1k0aFiwASoG8gQ4g2r5YqsssDbJ2cZipHrZTwkaliBjM0yPwm1LwAHtmAoN4pQ
0gj055c+JaSj9eAkSnG1Km0nO1eIQ2eBLcWYLJcuBEKYHHN60KmJf9bRkP9TUxTWvon48Hf4VEie
68UAhwq7S0XuGZbId3u/wRMCQw/zm0n8YudzuR9uCuCOBnqHx2FPTwNS1tJy3Ppir3f9cpXVXFvL
MFlSJ0Irl7j78H/Uncly3EiCpl+lLO/Ixr60ddUBQCyM4E5KInWBURSFHXA4VsfrzKPMi80Xqawe
kZIlO+c2lmZlpiKDiAg4fPnXsdZUwRksLY8m5wWUfuO0nYOx3v31AP6FgoKVCi4dZQA3nbni9Yej
mTqfpJsPx3EkULdgz35jSHeNJ62tz3zI9nPXzhqUo8V8Zg2ese/8XH3SR8ONpkkfdr0+OscqKIPr
ROTVO+/u53n69OY4lyOI+sMS8vrNBXzexfOy4ViiU0JwbzpkDOvjJqjk347s5yZzh9k8n2AASn5e
X8rTlnpVnhiOLRsjesaGBZh3fDdH+jTdv95hchko4j8ksKcH7PVlmsYy+7Rhf25z8IxBI5NPDUzn
VT4tLRkRBdm4STBsYEVMmLWp2Gj9vHyQvVvu0Lp1/w/fL0V/3HvQH4CC0/f/w8TSp9rAWdbg8Jqt
2hFP2nRNoaLcLuRTv7Pk/jxTwpAj/sXFQJsJe6TXl5KS0z9dIjxEvTWE/FYfee1SbP56OP88U+Ik
QDAKUXna771leUy/kHVisLCDd+d7jvljaIFnxRJV4qbr1/6d8+R713vz0LbEKWUjZ5OjcqrhI0ab
MbbVSHys0C4WU70XMvAL8QtDB1E+eBUrAvT/629xokW4F14wHrHjEJ1CR14beplZ70Uvso9J0y9A
H9ni7frZbc7HxWuOpJDLSB/G8T3b3S8eTiTVMGqnROSfEz37NMkNr3VAzaB+wlSr1nPiVEmYHOV7
RTg/u5TZQiHfdgLMmg5OrdPo+mGgDjKY2sFPhmOidd59iZ0+j/peUtHuycGF2CpydefXFJJH2qjq
j5rnTx+JJyF5srSAlaJFMJ9tFGceavgA+9/r4TpNk2+eaxLUCNPC8w/B/Nbc1dTeYo0rEKKbOt65
WanCCTs8gIfa6qbIqAy5o0pJRs5krHd/PeZ/8WTRv4RNg5o5aq7/mOF/+G5sUq8NVsTpqNWcLNOk
tnZmN7x3uPnlVaAQMHXC12I5fH0H3LZWpdEn0zEjPSGu5NTunCUp33l+fzGmUEND0560kThM3txn
WviqJjk9T05F0KaVFo+2kl7sQP28s8n5xefhShxhyI3CKPc2rjjxUmO2IdCO80pFVDOLKR5orX7n
Kj8v6j6wBadP/oeSk7cTrOKN637DrMf0xyy02EaMdYDGKEutEUTKsMtX7b2M5F9dFFM7XyJnNHCZ
N/uVAYi+EAXnUA3107YfVYbUtBVxvqj5YM21eytLTX9HN//zncO1Q94FGhHmJdaU1+MDkV1XYGWi
MVlb7gZBUFtntg90Q+TvXOgnIp/Jj4vgguPTkZ//ZgpshVKqqk2H6gc5PSaDsEiPqsmTMateu88p
mi+3oq68y4KolPOs17r4r5+3nz4p5t4TkIAEEeHCT2xBpwGgYiDvjn1X+qEsrTWWZm9FBRvqd4bP
T4OUS5knmYSFpohrvvmsia4Fo+al3XEI5ipKF8+I1pmm9r/9gdAjEMpDgBSG4j+qun6YQGYIyznQ
mvzo6YO7xVp269Guvhmy9P6vL/SzTgVqkHsGenBiIwm9fD1IpppOoMQu0qNZohqiXjXzBG1WC7EH
7aLaJqJXtAI+X1WZbpXlq6tAdeoj2V35VW5NU0U9e0txnN3VXk3bxph+ddpJnSyYrWfjZScgY//X
7/mnh+k0rGEsEdbwDGNfev2WS6oeczv1tYNCkfBEBlWv0WLq5sfMHuYrGu1yNxJ6N/3d6i+mdDTK
J9sLl4azfX1ZN5iJJWnT/FhZTkNKkhwjkTfdhr7u6j1d1E+ozkkRg5kIWIe59yT0en2xJUmXbLZX
i31LUT3lWC1u1mbhRG6mDl3uQWVUxV6tKj0k+IqmCH3tWj/009rdGr00tRuLTB37eszT/KzMtVqE
uqncJnbs2plJwNE6C6g00IKoIO9zIFZV94YwKfX+heTL5Gp2CtQAeo0xLyw0pZAo1gSKIRXoCwf+
x0sp9i3rQo9XMQn3fAha46RbkJzEvMQW5WFw0vImlZ7XROXUJnStuIUltz2puiT4t+sUL+ncOcdA
9epjwG7aiLXOTb71k6luKdymftcYOOb0g6JfLUiMhcgjygM/N2LS9LOsJv6EB6KwZeTlqVOFkzHm
Y5SZbuVElMK3+znRE6pz0i7mubG+1HZRn3I9SnmemFVqRmlViyTCEuQsRC9SjrWdcDDRWLPmaDjq
ZfIPNHWmX6BiAmeburPIOdLi74qqXjnJvlw1tBo5UNFl4+WQbew3uj7unNW9cpJuHfaBvQ5r5Ngo
CjZuPhaf/LYU/R4dtqtvlVEJ2iD7cWhu7bEQ/QYRXPpR00fUiZI+Aj5SqY96rFtwYXznss+RrmTO
lySYEx4wDMCkJlR2YYR+37Ydi7OZPVc4CWgdojeFPC9tpdYzqYf5sarrnkqToKeNRy2O9smqS39r
rr3x0BEtMm8VlcBXutRqbVvldXVHTVq/Vbnjb0tV61k8E0R7zTdtfzby3jx0Y+edmcEcbKbRkDfB
PDcfOCXb26Av6ptmWBDVe94HtYqGt0dqzEflmlMfEbzH0MFWQ7K7sl8IO2Ki0dfh0SN27LPwkCBL
yvvKLa3pgJGt2YyPjelm61bzZ7rTRZZnn+psKJ4BzpcgNAsmuLgRnsSkPApwClK0EQllvrVEypSZ
TX9pjUK7I6aijc2m92sKDC23D8vZlC/dCaLCTzt8EzzgnBXWsn1c/Sz7BAXb8uISs9HGapMkDzVK
7a/7QE5UuK3dI5yq+WTTmPfIF5aWUPOrc2cVud9sSrOd0cNWtVXHaHQKN8o6wz5Oa5EGUZ6Y5s5Q
qdEScyKXhps1qyS0+wBam1T+obgRACxsoUtbH0Lh49fqeiX2rif0alMTTf9UB+J029u2XHAwyNEP
3ULruNctEvyo8v1GnSW45ND8jLp80tyu+iTXYGhjDnycUJQG4LmzsCheV0NeybBTKGiiTiY9lO5a
1EtUGMvp+16GsThrUOSZkd/46XNe5sawWSkwTiP2O9MHg8mkpqA1mS5TzW4enbGTzRZfVHqX52vj
RylqxeBSoA6+DNJOHc3aMuYwQ69kUt4YLG7YBFSqh75TqGXj0Ht/5ChJXEafpOXFzM5oxQ08w4tP
doump7On8mO2kE9JV08+lAdOsX1esLl3iFZwlGVvBA/hGA1GNZ6VZu8WOKgW81b6JJBHQ2UOz/QB
OiOJZhkRPqlkT7Tt+UjBLtCGbtlwZqqG2BBedseDOOr7Far6snfzmjkxJdAgpA58vLZVoua45kMF
Yd+r3o46lfjhUmTztBWcjrLQ6Qq/2yyFQ3eJwHQStuUslo03WGsXDvNSEOac+KkZ+gi13Y1idiRO
e+h9m2igzJiQPhWCx2Bk9g39QCIExKyc3s+iKM2wGJHHROvCBBvpa+23m7S2UB1nBWFqdVYadhRo
rvMltQv/rmMVSC6mqZieZ4bQjb1qKyHIDhxolFiFvCyFojzHlvlyqUuv5Z4OlntXimnoYgJASvBq
V6vUzpSoZmNPecl4ISpCZy6GQiEq1xKDlRcRvLgMGqN5mA1BZXqRC/E4aCYydHAAogMkyrk+HOiC
wF2DORoDRdLTsp4Yqo6suhADfL70jnZpJdlmYH6OU3NNs2g0AzTxHn1rD5NvoODVFgcsTJwYNLfG
272rq1y/dZlWjxZ1ZE08gJZeoq+3a3LuwVoOrTL1kvnG7h7cZG3Pcp52CHZ6GqpQy1pFvURFylaE
aIznfTTT5Mr2KYIJ9cHTd7pi2xFlszJ40PrZummbltuSVSIbYopTKzdEazfcdqK0xi37bLOn0F46
Lyzf4hoMd7X3BnOPDPlq5q/IjQq5HROg0it7DIQdukExpHFQJTzP0vfWNpZ633+DfHf5obb44tS3
iiQgH9dqZrlFGHvujx5suePQeR8jxm/9XVF4tJ96atG+eYni/zYL/tsSFWp0cbPS9w5tWuXZdVaQ
n7mdE/qDdqox1uJUZjK+EIenF9tuDFonIvdwcPZ4x1iO0qnTvQ2Nd43cSPb2n6Wjl7f5aM/fDA1Z
yXZFmaEiK9dQJHgDzvouXcTTaFbtM8aLgrrrBr89Fniz3NYmyx3fXWq5G8PJVLMx67bI48IQnPmC
ztasUCd9C+WrWJYrW09ztQGHSIy9Rc8vJ9CqkzsKGhRTJFxFF05EV9ihaAWZ2sZaXmmuNcLsWLX3
3K9F8FCQtfW5ndfOjQ1oqGY7YEu4p20L0VQtiJHI9G7GCkn4+yagvWArrAk4o9RS1KJVoahBHdc6
0SIKAqwhhrqtr7FnFma05uhszb5TdkSNo9VHM4rBLHKFRaBW5UjLIfxIeA+W2diXaHSK4kaijynj
jl0gyZ62ti5x7XQJggC3EKhz8f1fYglhaaPqialQCKND65FB5UZr0mHVzzvmdWf2pwanRxdc6wSI
PgxDoH1wqt7pQqH1xoIqyDaLUDNc8W0kDemT3vuVhSTWnc9zx+DLXfpBu+xGnZj1KlDak1Ga+pVh
1cYcW8uokoikmfXoyrW8M5VJxEU/Wuhhg0GsZgwlmX4rJ2ncr6NeftH03A82lqS2Lxx82X5zgVSt
sOVAWIXSK3UVIu+lhSirJuslR6RTMZvlKg+bZOzSiNZXcURjquoN/SG+FTcOJ5NoHi0GuNUap01e
xVQc93WeLNjqKxC0SZnlQzMZ7Z2m5JhGXnXKqkxbQ/tSpxVinGpK3H2feP2XunC9R8Uiw/jvR3hS
Gwigi0bpGAlPhJIiJLPKxaAI8gUiCtb+kk2yrfczFNo3TCQVgzcZJnMv84CmCEcFA0IEJK53Wj2r
DQ0I/I1VzxsReXWKEiCYmxZ/a22Rw26I1mazU8n8KsByAH02pyWar2KZ1gP2F+JLgEjr8ymzjAdf
UyZpyOvknOmqG7wINFO7b3RUd2E/zNVzncy0K7d6ULc7yUno1hl63YpE1bAIJoOHTGgu6H3aV10/
3tijOVrR2JfZgzO08xBStiBkWBIfeIApLZ6bcc28OCfa47HI/OkonaIEG1uB9UIPM6pz3UwzPQdL
IpwyTAly/ez3Vn2zIOTVwmWBSIx6M+20qPfYnhdKaTSGUQxo7Amv1aLCMRc7tv2+MHcudWJfWo+U
j82IT+JzSZN8ELH8Jsd6at3ypkts5oCsX4c+0vEJfl7AH+5VVo/+58rN+29t0wx5ZCSEMiJmRWAT
qYqksdBjdOaED+XORzkF3qM5eFW3z5KZoyj6eWfd2FXZX/aFr3zydVk50VKt/RcsEeQ0eEOQYddC
XXbtKV9D6jUJpw1nGgHuzTQvNFTCRXFbjTSZhvZUiIl7rRv3gOzW15EgELHtTC91Nl6msIUDiAfv
RZj8BLueDobEvxinhDF4zrc51qUGRK+zvhzybM52epIOH0FBjQtbyup6rqkrCWfb6ygUytP11D2y
7JNqEE+eXUyR7yXOjYQ1hTVsHPWO8OgPVOJHxPX7e8M1zoIJR/m2Kretp2nN3ck6ACWkUTo5I4Wm
Cyt8MpTs5R0jdbYy8SkML+1u1w2I5CthpNtyVUGkL4VxA03hR30mrI3TGys7umE+FHYud6lOoqiv
c+AN104u2w584DvQ+R/Py3+mL+319zfa/+u/+PczkJTM02x4889/XeTPsu3bb8N/nV7237/2+kX/
uhIvzd0gX16Giyfx9jdfvZC//+f146fh6dU/NozQQd2ML1LdvvRjNfxxEd7p6Tf/pz/8x8sff+Ve
iZd//vbcAnOd/lqat81vf/7o7Os/fyMP5AeE5fT3//zh5VPN6+7yJn2CAnj66TUvT/3wz99AuX6H
4T5p2EizYfSBfMwv339i/Q6ISpfFqacc+AMopmnlkPGi33FFY4CiZQON2AmF/O0ffTt+/xFh6ICg
lAOgg8Buav7278/+6i7937v2j2asr1sCc/p//ma/IXxAOKEioalPIQb8Pf0NHLTkua2U1MgSbJLy
OWNlruVEGX2O3KEAsfxouqp+GjCGFWERWPgdlmQyhrAGrAydvh8oivcS6sYSX6VnziyzTY9CFNrP
GxcZVcrjvNpNhrfFB3C1mMLBFJLqBQrbglEthZZOEeO7uZKVXK+FSIomZI6osDPm2gcTQuouB7/P
MY6Uvgr1YL3S0ccTsk0mfBUlybozdI76YeHm7qdqtH1wGtSPVsgWTIvK2SvLcKgx84SEGomoKrv1
jC5g/R1F3x/A2Q/PL98knBGSQXBUVA0/2aFYKL0BAWi7W1Zn7yYY5aR08jO/p8eL/rmEdUzVWwl8
z0qiT4cKv05SLI92zUkOOezTMmjpnoCc5lLa1tFNhgpfR/XSpk6w6QPrxloTDiPtJJk9xXqxomiI
vSIfVWhDX/QcthHVJfb6Dj59GgE/fS4gTuzGp+ratyME9rftF31ud82sfQmQQiEMtC6wpzSRkWn3
RcNeKym790C8X131NM4NklUBF04w5g8YrpNlRVWgiNxp1gSwiqdnm6MtCoN6skOiIIzdDw/tnw/G
jw/CG1j0j7vnnVJe4LJJ9HhLbMh6shZNc9qdsk11jfhQPzedrouNOc04Xa0S14z5XuXwG+T9p4u+
wSlbYuFcufjtLsDvGyIBYvouE2NDX5q3/evP9zZS6/u1TiKYE/h7ytJ+/YU2+iRSXwaC26jWLSJ6
DiHWoSePbQ0KI0ZYncaKNMftGlSX5TCkUdZMxbMn+jKuM80Mx7puL5oVK5DLjvfv8c5/vDuUlNDA
J+YPudXrdydxqY2px2Zs9D+5QHXHQa4rCFkx7yng+XssxPeLcbI+2VHQRrx1GosUnh5/bLvzkzU7
YwSm27mq3guS/NWIIjAE37RP9/JPLaVSJb0tx75FF5bYZ7JIB87qQu2qupwiZ0ELvxrF8n0ZfrUK
/ziM3xAs3z+ah7/Hx6MLun8acT88Nq6bt+Vg8dHmuSiipSGwv9WL97ojnDecFZeBr0eWgLSY/6Dm
Xl9mmNsSLb7b7jLvLB1vfXmWSB2wIti0rXGspNjM9e3c7DXt09ip2BZYcUURB9o3XdsaMtjS+RsN
yQf8AmHTWlta9BbjK4jiKR0I0U4Z5RwGVbHVZ0Fz4C6x3L20NlXaHzv9qz3aGwXjnfZPdbKeYQLx
K29n25+HbpMFZ0l1IRwndICbqsbYtcmNlZL+PKlzjIVY6uaorp2oXAUnCFCsYd44bb5NB/z/hIi8
M7D/iCZ9PX2eOtFQB2Nqh5N4q0eSQR9oa152uwJh35ZjTcaJ1XFumoKCrkJ4Kuqsbt22FpM/sL0R
Nv5MFK0PVuA4tTzT5yq/zEGRdomm9B3FQEiz0+6po7Q1bGhQ2wKroB/76+nil2+bLhsaAXHasS14
MzXRNzqp3JByp3yM7qFNIDfr8rP3wfpWU+Iaig1mxE8c7XvQtzR0d+7tjfs9MfJv7Sn/v9stngTZ
//HvHdlPu8UP65eXbsz74X//r/bVhvH0su8bRs/6/USRnsh15ib2gSzI3zeMjvP7Sf3qwJtSi8OM
Yv73htF2fj9NMSyXxALq34Ma/twwWt7vPKAsoSfWHnMhh55/v73/wYbx9awG24lqE/bu1EvFrot9
45snv89oCreqbF8nOZQVgO9u0bp5l+LQ3zS9ad7PqTW+sxl4Pd2cLoq/nWWLC55EXT9lNQ+cRgvb
y/cufp817qYAKG4d3FVhry+BIqrAqC5I8kzpF6yy3gWjqRbjHVr59Ubo+7tg4YTuZeajB+nNCmrN
y9y1lV7su4xspdYKsd6KMF2ZUAa3/lyb6z279ucfhscv9iX4WbmrP2zATtdF0H1q6QItJJjwbYdb
LqEbNIeFRHOG+cPoIPj3laVuJ8fuVu6Dtdy4w4iNJHGl8xVDbm/HncJZ5RlIJcKyWNSzHMje/zxJ
YX6i8kHM+7xYLffDkjWFs4HDG0VMw1Ij95lTmNUdXcGjeQ5pWO2Gbm1iS9TN5RTIMd9VVgAQr43u
tWc5lx3Z99RYGvpixq2JW/uY5MQnavjSPjU2QasOFukW4WsgY+5dBxlSB1YVFcuJjhrT1RZx02Is
AIsZUiNyK7P84AZZ84ImqkZIrdlR2pOuT7jvWUP4/AuyoQTA2qr2GskucSHSYGeu5TVmr+tgzj6V
arBjooW0GzqJUfl6yXAnl6U7U4YprvSVHEvXbfRvFUtQqKbmjupg9w7ZvoZk3hwidLME9EJ+hoUH
7LuuTbnzOlVt+2W9crt1dmLiEx+NTn7pkuSBRGGHxc41d4GwqMYiaBRGiugJH+d2NZdAmJDtON4n
k3iQniysg2NV7pdB+Ye0zmHWMj6iuxrNi+CY+OxPQsT2sEz67ZTan2qCPTeBZh0XBzP3dtaQTW3y
bimDkIjAfD/CPtYXI3KBKxtdRaTqqdsZnaZe1k4M/dnMkWWBLZpO4SCBSKvrcdH6MsJTY14V4+R8
aytWP773riyO/PJ8NYP04PvLFAtiq1z7YcmUD9bsE8tyCLxx9q4yFqYgGsoSLFC0jWY/ysU4HbOS
se5uTfz28g6xhL7sK5LrvnAO66eLrvN6CKYmMA9uaas8soNmGqAoGPfsVBSk2brgA9w7FMxeaEsL
eOnk4zIe0zEY7hOyPm6zssCZZGir00daMmZnRmsN6QaOIUAnaOZ1xvsszGbnUc7thKJrvFuzzFxr
77VD0Jxh9Uy1bSk74znggPqhWhulUxqoBSLyyXk0IjFPgMTGNFZzummLzmguks5wr+zZV4UdWnYe
wLXV2erEtl2q6QvjeGYvZ0jyV+Dxpn6bmCW4ZjE7c7VRWStuy8EWToyFpvmM9UxnX1aIStuQ31IY
Oxvo9HbktKedVW1jiHs8JrSQCbJWSI2oSlIFAQaaPOym1PQjT0K3IFjQQMvJQHOb7TKQ5bgxRrdv
DyYf9v6kfQlC4q6lyU6HSSWubDc1z7DqwBy2VlB2d3lapGprCeqs28LtyP0mkXEOq5qS+AMu5Vo/
02kv4nNVqXbltSmnrm7qazC72vKTDR5Dc9hMGPMIaEX0ox6LMXP7cxiU4AMJ1FZ1txB7XcV5YRJT
0STzx6F1rTuM0Ut3WTTjUsWW25V8xxkhvvHcyLx85IEeik1amk76aUJnKLe50rIi7GVGmlZdWs1F
0VQ+reKFqYCzs6J37/CJdu4zwLvSN3qtFu+AxJPjjV2ZY33EudifTaa32GHqNXMdj2o1q9itA2O6
T6SpnvMZqSlndZvyiLqrmjWENDMTON1BEimTBeu2qOb5aPVNdusg5HC2muuLOba1QGVbR0iaBavS
IOJBT5CmZkMOxwTUNH5ANCn9TY1Z9K5vSp+CpERU+hnMYLmSUkVN+5GH1krO51wiPXSKZb21F/Dp
SOscnT0r3VvtpbnUKEhYN+YDfDtV2pxQ5Uugow6NseQZV0nnONNOsytnjRUT0DN5/GO5m3IIGoUe
oP4qMI9eOiWoR9RVg4RAdK3Z23i2Nz3R/Sz9gyyaYQpdP23xjuKwPJZeTdBuOdfNGqMo6NjuKa9+
9qwquCGNq8eDR+jOEonmlJblestTxb5/CBWeuI1W5mReTRztiYvytXvHWM1rDfy9DTM7y46lX9dZ
RPTGqoeWoxCMdHnuxu0yY7ud+oDS0BQB02HqS0fuZFos400lmRMuDHJO1guZwACEtkizfN93uZgj
0+3zK09RqrdDUdvKqKFIr4x6+LYyVENh25ewC1gpHJJqr0unElfagO03bAX8ytnpYMrCoLvlTE8J
AyfOZmivWGtNi0MpIX0YR5ylmzesvMlVVujyHMmoTK8HUpHXDflQ+U7yRj4zb6ZXZlXBjGp5VR0c
5B823uf+wW7Xs26plzVsIZqrsKRX6gF9wiJCJxi6o4tvgbj9KW/vi9QSbK3dQt+2Y28+Nl7Ajp+s
HTzbldEZm9XrV3Dd0fBvh1H0KV4jtAgWoAX97pe1LsWEBMNcmsgEYsu2g9+OH8om1a7FopNSI9PB
vcaEWRqMcMzRu9musybu3F63d9qsChP7OLrEyFIoDcLcUeMl6+lp4zNRXXUsiRBMtl2nNHszk+Yf
7OxykX08CY7UYaKqrwheZy8m0b9udg4zjBaRSIqeSqILlEdEpH12WISj+CFgHqFnZlzqleZfdoZa
bgM20QSr+qQanVx3NOnYpV2tBzigdteqE8FRoEGWFy02kzWSjfSTI3auqj/rFzNhX2Db7ddx0adz
HwXWsh/lHEzxanTOBSs2wht4He9JlPDtMdEbvcYgN1b9ciL74YUGJb0+jnm7+HHfGU6/dUkG67Zl
EaQz04MxvxRqSovzSk8rMsBIERpjc2QDS6oFuRIsPClkl33qySzd+aWZ0HhM/Tg9D55zlQkidtrR
J1YM0eDnoDcjUxmfBnqxA0cbDjpynDA3YV9Rywzb0kWX4xvDYU7qbG8MPfV/NL3RQO9Vi06wgMuS
qGsNWStVJorzlbzDJ3/sk3CmnucbbpvkUNKHcyYIR95POEEOzekw3nYzqgNtMC6tphxeXK+WsZq6
5IMWVOVjarhTGrL+WUdKYEwv8gBZz+2sMr4OGcEhmuUuJPl3rNS5lW5BavLPnnD0D4UjbmcJKwZE
vHDgpbsCwn66XYP+kg1ps+1EdZ5Y1ueWjuVNVZ+eOE3Is6mkNWQcA3NfqLSNCrunRT4fUH6Y6tD1
k74f09SLFZAEzNKg9pk+oPAcDCwlLoViHk3Am9zXaJHw6yu2QW089CgEADRv5VCyA+hnY4fjLsLT
cQF1vJB7Uh4co9mVWSq2qPTooq2a/Vh7+8l2sFIuZQw7/wBcmFy2RCIAVRAxYA9M73bdFxtrkcEF
zOW4NSZv2jM9fIP1L3eOJz/3aRAPiEP3uhd81BFthK4qADmm9qrEt7gxluzA7yQH1UvxnMLCtimz
MzC+uStVdqTLYo+PetsH6MFachAbTb9J5MSuSXP2FFzq4HCUXZHEVxxggMaQsltUeQLO3YECHngT
+L1z95C0o4zyurgWZCiSgdhqF9zBJOpco7jN1lO6Ymc6GdPVnFxo+prsG2uWSPz7JdIQWRIvYWzz
WYhrNu6Y2LDqUd9mYsCAJXeecCnOR7Nr3HvLnN2nYm2yy6nsPjuQr9dWVtE/5uvJRrReddBs7dq0
xiXuneTecKjBSSZXhpzuIl15D0Q8Xkjp13tOQcOTMOzmDBBnl9UorFqndQ6W5mVxPvvrl6lcd11W
hWT/PJqja8RzkcSuNHfaoG3aKhEPQyN5iqADL0axip1A10xgyHCxLsWZQYzwp2bKbn0NWmMSyxna
TbGDIykvAv2rb+YEhjouCsBsL4zxXkiXhY6/degz8jE8u7503UkPe9/4xM6FPsCKJrNNQ9z1wyC9
j8VMf9FC7YMjErGjVWPZjI19WobSsB4Z5mog4BckKDPRE1gI3W5t0NUjWOKNWr1byp7HXb2a7iUt
sf4XZzbZIbmKgj6/Q2LRjPeuLM9RWZ+LJmnOs1yL1Cn9y7LrDbmgMip1CkfSkhbsfijdMyfrrA1i
zNtTP8QIEhbLdd4SsUKkSFZ26J+qdD7YgQREs281U+0IVG/2vT2mR93qvGel6uzBn6f0PrWky74x
qB5U45mXmbdUgH3Ksy+zbEyiXMisDGvXuKk0r0SIsGClTghpyotcMov1zU5blfU1sXKsrzl7KZQp
/vnYUFKiBXq5Tdb5YzXV60YEQhwcNFbgl4xQKxlvyBXxDnO23tP67e/1tvMeF4NiN1cCAQiv9TbN
RApyUquD3SHwSiotPzT4hSiazlKslH0VtXNChEgLG/60Cv1OdbN9j0KC7xf9BMx/Tvdo5t5Lz0hv
pwJCpS5hxlfTo3FCH5aosXJUgGXysTAlWGSeb1VdeA6psrNDdyk9EKFSg/uYmi62dSbwo+XXHL5E
g/w3D/ILSunyrTZau5lbE8GrLGGbWfrGc8e4NWhZLYkUZ1FuEQdbjXEFl81U3w6oUlst2eVBuXL6
RnsRURk/hga5swdDJRZ6VUIOnrwgHW6KVFhXJ8lsyHqJNhJs8WirotuSmn/kwJnj2F60+2T9P9yd
x3LkyHaGX0i4AW+2MOVZtE23QbDZTXgkgIRJ4On11ZW0uIqQIrTVYmYzPTNkFZB5zm8hb0I6eZ3f
nqceg2IMvmyHz4rlcsr88kpZt99HyDzyOZ766Wi4+knw8jCQ1+OR4mc90ofeefP4mu9mTysj4Y3t
Xa51E3mYHi0YysqanbFq07733SrqnWx8acv6srSGFakKScRgVHa8zUwD25ZWT8Pktie3cWMXmdzb
0AFbhGRZu/eWNbuHRofrXh1WgkZLW0IAizcUh+OPnBgfzGoi6GVLN0Rl43KxBFF6VV/Iu6ZwvyeX
s3IW+tEb7UOrW/utK3eqZikMu3kIkhTO8lQ4wjzVLY+rVGLdYr3tGwWYYI23bEXq9Z5zZ0ZOHKoO
geyDjQfRkkctTfOS9VO3JG0c45wFRdKpLbfXPfvZsMrYyAZXS5Ag0xYMYOpVvYYCyZETG3PgoN1Z
mpW8EZIJC8bnZCGvB3nqsnb9bz9Ip9lFcVo7dhYrNeZuguDJ7fydTp+azmUuxZJbO7Rvuli/jcXI
ggdb9r8Ik5NzUpgFPc9hufGn/LtbLo7pJ7qD/v4x6Axm0boOZL6yJxVi9t4zVZrN8FVRJ+i0B9V5
0h2PQT1RgRAbxUDH4K5zHdtSe+S6xpzuZxcjN9YwdE3ztjN7mRX1SbmrJNwkbrZZB2ZnS1SWtstT
9HF3pbn07k5gD/7MZAdh2dvmziJsUIR+Pfi7TcBG9QsVkdLOZNSlwz5ozG8u3TEK6nJ4HvpyLkJB
OEZiF9q682y1hCpA2uoE4oc4um7X1Hym0ut/Edae0DGPCsUV98OknYj21ZJSS7fI7m0WWDR3MRlr
iCU4A0h41K0P5ZMR2lPpzvgBM6s7NMMNVl2TxGTMxhxN1nLbxvT3xpHNiVdx2GV55T0WlP3e3WJl
sfRiLxCL7kbA/X44Cl3PwsXBuBOM7nnYyNA4bD0JRby8TaRqbpLRHR+LSVr8OlJ1b/5Wig3hxwCN
LZVNMm3XszspYq7ug3atPgwtLSFQ3Oqm5RB9MvTo9bAZFOg2UZjwvGYSBhVTgKi3ECQJRGLtc/bf
zcHQFAI4MksYlGYflzzI905hZnPcrZ71lhdGWsaZU+Unk682Lscag4pPTGbmLfUvXaC6LfJBXUhY
dON6W69K2tVxnJCDQ7mUK9G4zjDv7MYeYfn9JFdrf7RauSR+Srg5ytEN+eySHoQcsvs2HcZfWq5H
tMozaxCde60Mto6QcRVh5Io0XC6mvAzjbFw0TXsqCsvaa0bgxBgma5i7/G7x0d0PhkX4st6e6ryu
98HMaBuKoUaWNaHuDDWxeE+6szih3mtWlOlyfe4t5X5psCnh6tbWUd6EovaSGfvW1aaTLMy3zgq6
ozEhXgSG/UWHxN3qSBf7wGYOe3KWHq1Fcs1Pm3XRt/lnbCfKL5GIH0fP7pOKYoKjba+HsjXUo1hu
tg9e9fu86F0aigJz38EIjokmhEtgiGVpdxPSuileADIe0F1RUtbyVLwB0aQJaTD9QWvahpI2You1
EmkFCub0hVmxPEL98dCbN9nobD65NpF+tVE1jyKgoNUgMfJUp5qh7SxROLFDuHesZW6zK6wC1Z+G
OBCrzMjzDPWdgXDm3p2bd13BrL2lJ7Oz/X1tB6j0bplQ+yWdiktG10LSZKXz3Jk1gnEdYViE+X7A
34NILs6H+YMEke4VGZy3d8oAo5NnAN0lzlLdCc1zHpqJeRgvbP+MjR1hL6VzUVDk1Q5YwxhCzgMj
bvSu3Ns5ye3lYhgoX/ukc/vdEIzj70mn+vLmVDmUk2A50JotxsW5RAYr4p+SFeNcTlkbT7qT70dC
1q423Q7hNKb1Tgs2Dn8S1N7Y2B2cb3mTOcR7rMC6eWy0yHgPFUGyw3uhcos3Ju2SFDr8urJiXwJ+
/hewDST3bPifowsoGTmZeiUUKcjCahrZkfo622VKcRcSjpZoY64OBkj0vBjDKSXfM40CwsheV8pS
+HQ9kcha6yNv2+y9VH1/MlIa+Ubbnn6NkuXXwjzwx9yGnwwbxgG0uHVikofn5y5znlY9G6KRxtV4
Xb3pLiWu/LiMGkc/ESlxu6TAemu2K2yrTsrSfodwEGGFnDccVoZ8Uuwm5jhuYL9IvX0vZvPS0K5w
SJXvY/wYzXgk4Z5GUmKGyP9By4P2OLT82tgD1AWvKzFMVw+59qTS9sEiJG2Pso4xhFn7GxX8vKst
bbiSl61od5f0z7UdKbGjnh2wua2PSzq+g0TtzVqLp4CpzvGzk53fJD/TvMRpS5LxPLRPjqzb4zQ5
moHwmQEmHJZ12LH2IDl3Ol5vwgj6p1FTBM71Xpuoos8PsmpGftnxozEHdQwaP7+Akfox2nPruDpV
96BPZAVvfeBsYU4DFAT1RGiwh07eyZkCl8rrKiKeBus3Kjtt3wxGho9BWAI5ZyDkH6Co7buqHJeG
W0AVv+FaMFazQ48npyR1Xe2+FNpM7oVWXXXgq4YLfsxfgAHaHRJSZNB55xyHYbo0RtOcwRlRyzb2
oRhb/4pc8W4goCnyl/zg5dp6JN9WPSCzzw/tmmZvPvNGmQyCLtOo2wy0lQox2uOa9i0Dac1xKiiV
2KteHhvO0V6Zz8DWLU3xw68p671d3vLpLKa6rpM+kWfU74kZgIOwnUfEPzzRubNhPgeCknd0Kne/
e7PFUFe5Ru5EVmtKWp+8oNzxr+ufIAjYkdbF2+o9Q0h3AOP3jr2eakOk0bQdrUzrxplmVOvkirJF
OIZ92XyvgiXePEcAf3bZHwaL9WtyAu4s/cYyBY7ZJOnoJvWk3mi1YhNXF0AQiXTWJGUPr8dF4EVI
MNxSmisdBuGVHhUcW3Wt3+c3in3nBTlmJsNjxTF7IyL7vWa6J+Ano8CYpArv72o1krtYqBhQs71i
3DJf0imwT2SJsz2VFmaZpdecx5SKx4imJgO3vqnQYs+CEY5ZICLWZjhWPi+mQy1KaFnl+twSc8Nj
sxmPwlFjgs6XC7ig4GWP9Kjmh7TH8snGpVDHWbGwtY7leKjI0DXQNUNpKQOUtKZ84UFptXgzuN9C
EzRZhfQvM6RPuZU0cs6S0bCnCIg5fwF/mXY1M1y0aFZ6Rio+RLLJxVuqc7xDKAUnjHvEQRNn/XRD
jB7Bd5yTWcr+RP6DO6KfcKeDV1gBluTAfpy51V4Ev3ceNkNJxlSxkqXZQX8gZlNPZmB+SretPuiN
6VS0yJkON8O/fSzErhqfG0kXYMXou4kTRtf1hcx6/RznYXtD2+eGxtwZkqFxaL5Xt4B7m32f54P1
1N8maJtSWgd2bB+EWhT2abIy7WJ0dX8qDXu+VKWVvtErQqeI1eL7E7rH4lRW88s4eUisSolTBwjz
wLMYRFmz5BzTWpUCD3vbusqkca01+3IKcSeEH2kI4lXSFn3AnlG5YExhzvXEry4suxvBO8VEAaE2
VcubPqK/hazRszQaWJV/JjWy3GBwLsHeUFeMZ6X79rxrrK4iO3szNeOMF2LGg9Tr5zUYAsgH+DS3
PfMgNm2CK7B7Xie5HWrsGiBBjr3LBssrdy5AynVd+vbT6nBrhty/nEzK6s17csZ+Q715c+z6iGoC
NZhXz5wY/0mjBWL3qsH66Ps6f120AWIA7sXEdFwa5B/o3nzKmGnGVGh6MmJc++u3Qa4/VSCOMfjl
9jJUaOoX0rIjLIVBvNj6PhD986wXPCiunsg1v5YYKjoM1whmkyAtgzjf2pdi8D6D4WsLrO5uXPqD
T+SVE6Y84fGo7DNnYwSyjek1T0NHoexsNxBgeN69Dx4KsleeFi91w6xOL2sJ+0wmBTvvdOYXDsm2
dmIifR4Hs18JdlrFzt2IT5qExHF1Y3PEzcTYPjhaC4eR6sAw+TXrxG5SG8fkpKzDPJlPSsF/9QPZ
G9q0oZ4nkMeV5UeDkzKuXK6KAsONg9HDAKs4oBzDLZafifScdtR08M/5K+iAuaGSj+ZghbZm7Is8
YPfQepbzIl0Sq8q9Z48tMClzda9rWZT6RFwEvCPxXM2xvXTXQp+uSEk3Lhv5E7TtA2HwemQyzT9q
MMXDPB1Np7yrZ8eP16IHOc+jvlPVYVh17yFb/DO+vTlOze7D0OvfBLTdO6QmGLN7Teumj+lS+LFK
hAsoZe2nCu/lY7Pqd12jvutsWKKOkxSQxA07y9s33UTpEJlsMV06+anmako2ULIwbdl4RwPbeEFB
AKYa/O1tjQcCSji/ywKaGlmpoDAIoogtijN2DbBftuE4azjeojGzvjcH6J048qotHxsL9GUYmGAJ
PhckbpK+l2V6c6tzhwxq5Bufz2Gd87MxWG9WkHc5uca9dx44QvZMfCl3CuxTiZfijmT05Y0XIQgD
o8UlIzHQhput4DdGd1Fh0Dt2pHLqLMK+9jNe5dW6Z381BmBntJectXNAC7NJ2WbsVYZ+tRlswHwN
QiWxWaGmaFsehCn90rrGTG74RAjF/TnZE/Iozq+IgNvqO4WBGU5VpwXsUxtzGJaxfBjvUogxBbC4
uAtBvAuL3dKbrn3v1atgfBuK/Nmu9ICimHRyGxwkAYfXSbaiyC5wRKQYZ86s/0ycp+G/jY2uCn+a
ikPeMUh9mGY771KnH7v3/12JYv6rVBwdih/cQksdkE+4N/2/NwyXVR8MQs/RKOP0eKztenxajJ7l
SWedULHyW5xLhjHziRfTBAbdowAYcQMG6Uc7CfMerYKtRalWo9ZTaOBIMYYZx9W8gGOEY1bgzx2w
rpbJ3CwEYCCFxpOOC7G/WG7Lf2S1wZUma0YdkpGkmHR8++Z/KN/+T6Kz/6dGBgeZ5v8sTXst/o4t
loZ/kaXd/pX/8jEE/yBbhpxk3EIk2t3SQP/Lx2D+g0xuwoyoA0FgfBOd/qePwbT+QTAxuxsCNP2W
No+c7D9laf4/HOJ9fJL1LY+EoZsv4v8gSzPRuP2LTMpj3UGvSKkl4jgU+MZ/L5H1pibHu+93h67O
MU5GBhDw9kuQstvdyXl1lvtJoXB6XTqpCMru17a2IU2qXAc+AhoejNAdM8/YWxwuwRkIfvjT+fbW
PM5bDhiSwm6vn15adNo18Jfei/N0KAmzCMxsbC/zQuA7NVFpLX7rRRlMSb8WRINjP9NpY3T0DlFN
N6gm0cstzU6YzLsHP52b+8CT2rIH/RkMshZq9RuNZ/XsuCvn5FbM2vJDuihyUA+HOyiiB4h4P45o
9cMso8MDAJdf9d0QnTf/6qxCL/Y+OJ2UCWkLNOMBXVNOVdTcHuTjYhOWL/rUU4YzoMNmA3Ob/rW3
QfUOwio2lwlrJu7YlZ6sjnT6iWYP45M/w+DSxzzrJf99bzF9wHnScTbgK3KszmU6w89yCHIG7VO4
c/V7MjJvJgSj39ZDoWAKo02rqyCxncrWdkp4AKizufiAOpY/771x0EWi56XrUOWldKwdWUXv1rLq
m/1Ea0dnJJKCqDe7NfON2HZBFhoBncRAIz/T1sgR1twhVR8oNZ3y8QZXE2+RIyfy6QujCUCwh6dL
wIeMMY3jHa9KfhlpbQJk0TLMj0JPN4Z3sVL+FJUDiYEnkiEn5FnCWyYy7LyFC6BQWGMg/enrQDRG
XoDfBBsJe+wot11wFOObJrbur+6ARB9VKYkBbyezw3tFaZG2L63VkLi6sIb+EdLAK2wYVZCSo0SH
HHeVsHEPw8eo48afSRPgW6zdDN2oHGaSmGn+wjOPiNko8y+ipdbbgmBuXypv7DXausrJX4UaaAjz
NpW/khnm4YfGTTLsdGzbzTlfneHSz3blfNDosv42OKBpvrEyaUNFNGX+SY5UxdNaemNznQxZYp7f
0knsBuWK51wSPnA34itu//R2Zsi/ZSsacWTTybadocHIn1p0PvbJ7zXdiXLPYUgk8GAMzcHWy32B
O3lMKBLwv516o1KTRUx5DtcACRFXbdDt5dVe7NQ/O42E0Cete/tKrXlTu87sc2PPLJ1aZ6sFDN+N
64xipajtwrjQTres9wBQWGXXga3oobGIAdB3NJXKVYuRVszica5HNIZ5gGM0Ngti7OOy0o3tQA88
kE9o457fnNBFtxD4ofCy0oYkE7lbX8UGmn+xgCOBVdz5RjTUc671BIjUjXhBfSIKAlD4kfAtF/5I
E91Y2ao5tQOrVtUL6b+ktpMxjRj4q5qkUpmcECxQlRhbtZZ3EfVD4LA3OZA4ozXzn6tymsxorXoN
6nDrSP2z6Xsyn8Hb7S9ytdFcjJLMjtgaCa58RvSnt68rirc70yuc7diQEbAc52LrDoGXkrhCb96U
7iddo++sJihniUjOKHzE9cbkDH9gC0oCAdSq05jjLsg24TuaLMLKMBrxVo1NelFDk1HTbbtVc2KA
0oAc6pyQSXp3Gi+qR4EwyaqtTN+lxOPcVGxzWe4Nz1gRrqABykFf6yHYl5vQ3Jepd9ch3KZ5bCAx
6BWL/Ua3XrY59Tf0dvS/nUzyMJY4o9ne3Tn6ghls7sshfx/+2UzjzqZeHzwzF9UBis3624MPstVt
gng9XScAomxwFcdFkY5yH1g6bL/XLLDPrtawHGz2uLDQGqBdu7leg/zs1ljFwgwHpkjoCrC+crfn
K7KHYK2TVkOmGAkTY621SpI3QO/ar2CgLpQVi5XvcUUyOyfVWi6S6iNv/FUjoaA3xl5fDC+9c4J1
RNtj0vCgL+Nh8vFoYoELfjVLVcPYZUEyFTi/scFc63F+mvLumCFHPFXQme7SwygMBD9Wg0h8oIUd
keDJVvSvhj5pF19LwdobLPez+8cA8bsnjoMwAKoA7nz0Ne+98iqw40LjIIYIzKuqOzjOMNAQUryW
RO7F5cbaRB9MS+SACyz2U/ZlFjOgf67t9m7548FzEIeFBSLJ5xKug+rCZYXcF3UCXkrMqPtYtO0H
LAyasLK+09ACVLGjWX+q0nZ/Mt27W9ksSXyYLvY0Bhey+FTEwzmH2tDc4YlGjKCKdwZOSFOkgpEG
/LtvPefZ6xdcD4W3t2drryo/DatAvvUu6SnelACVu7HXUcXopOoAt2cm+S16ZfIzomma6lTq+V4y
HBy2rIDabS2d1iO0FYMPi5wtD2ZBUAMc2QUtA7vhNrY/VOryB2ziDkvPTfLW1D+F0Iq/Tc++qPFY
RFuL/301v7PFOM/lYD7MUy8NagU3EQ4NYKCVrkfiQxz8zk5CEOuGWpN6+cCXgGIpt0afy6h2mrMh
5BI78AesulaLTRDAdYOlP2e+rnVgoKqDXZLoL8zVPksy+2v4Cgnv0zs9KBxfNnHB+C3teDBpP2ns
/ui4Gw2yaXNC9RQPzD4xB9SeUCQCPb2tPJBaHcuZ/xuyy7NAgH9sJm17IoASZQSBNkDpggiWiQIu
+IJQSvu8Wpt67RoNUZb1Tx8/Z1ObpePRT9kDSiYumKo5Q+w7VD8p1RmJz4GPb2H5sBdPXLJ0dn6l
gUyPnYG2YK5wyeuV1/51Z+KuUcCp7h35a/vHbRUBD2TEz4m2mc90ao37WWcLtpEnvPEBF79lt+GU
32rYUIrNnAU6v27ohZbecG5u0Tq86FzImslnNsFDKcBihdfn1Gbjee3p18QrWh31jqRTBTT6lS5i
Iy+AH4qsnF63/oLnE+QhjBbpRk9Xg42s1hFDeYZjSFzhy4iYp3wnMA5ECFSKHRgfSuBN/kWFgQXJ
gO7kGArgIFeJfjVFoDShaIDfBY0kPStbizsdZKaYvCxCnmeCUhje0e450ZDFm+qxx5HA41goJEj5
dlxRrCCC2uw2QaBl852w/sp0+xqJoPys0ZJpiu6VzTe5iDzVgQ4iAoH+ePVn+yiy8je0jB/rKWVW
2MHvZa6L0zQER5WPRgggIuKlsh8KJ78fRNvFWT9Q8dgPwS+d15I4B10mSu8HVrEs4PJzf+bazbzQ
yvtHRW4DJEF/H8DLJ34N+G3Z64VXGfQDzMQfPlrfmEId/IkeTfhZh9mA2HxF+r6mfjrfOXEWnrid
M0ShYoqljSjSc05bnz3Pm5UeSKfY8ImV+zQdTpk9X53CHT6XTbP/gNB9Lfq67RVKC7I6DoFbbDEa
4ERMq/PZSRgfy0ME67rrV0WmgoF3FiG0hrWfvkaj5wesiGpCmcZ5kR63lcTkseI7ZjSmd7yq0Bjj
/g2JAbhrq5Q0Vp+mibqFRW70r7HXXjSRaUeizL6mJvPfTbsmlL/cHioaaS9O5jzK1WUQYzr1gtY9
LB6HrFl6cq8TyY7GKFgTQj58eWc3m3OZJu9epSSXVWaDdEB3J+dRAEtjXMAgJ8xOxp7XN7zSBXW5
mnjJBHqdqNUpgGeFv+82le1J1q0O3AJVPPbpwei6HduzE40Icd4aC1FAp00RpsThJQOW+aOn9RRX
YHDkQQYzYnd+TWIpibEZ5cdSS2JZtY7PvlAn3aafnH4jlWx1pv9tzNknbA7C5KDBAqG0s83sDUfr
L+7Tp2KAqxu3Gj0u05RixOvpHrrJzzSnGsDOZC0iC5lXzCV5FLJ553zyT2vXTJGxqR/h6AdjQrua
olJ9XjPNeoHgNI4u5jgG1MJ0tx3lAHGpZP9L4DaA+Sr9e6tUwZ1v5aT1F3Vwn0GRP2q2q0k0uYRE
JDNA+oOyde06wwXERBc+IFMaENHZ+iNKxHeC7/yQXy1xkW/tTJ95z4Q2OFDlhHpl8M+MeL+xcVkE
2xE7cshKC2Xtdt9r6UsV2K/BUD9nRZC+gdYuyz5YBvXN8YVIV+t3bon2An9oORAbuXl3TDH/THXZ
C6UZrxV98IhZtuyFfpz0h7MAe8ZS63/Xbn6e02K3rCbMaiZLXsMJP8XuZoQnt/QPJQ0H1xo/vcaz
Poh0rQjmoP/MdKb50uU6T1Sb9/19g7mTicNfk6pQt9jhbvrsN/Sm0JsBrKmfHzNFbNm40s6EcDo7
TNvyndLLcu7TGzRlMTN+Tgh8qIUen/ObJL3FKQIt0j6tbvdYoqBjk0LosgCdOhJOElQybPvl2nvy
pe3Hi5XN9yWyROawTv4qqP26r0hFi2kxfW7QYYWTnCOz55rml9P3VVC8EPHB1NEZPly/XiayJHI8
EpXnuvtq2Iq9XstdOQHebprPqG32e7dHYJb1t1ddjb/HqnhB3qolEBp3jsk8TARD/neYXXh+2ZKm
csPgVreiU9YjLOeb4nAvyavVZL9PbR4A0hx/V9Lo3isl2coanVLgZvmdTaVzLk3HQmDQ6/V+TuFS
a3fl9kln7D4hPMH9NI7cJXO6hIU7iruRXs9wlOOHYhTaF571vmztrpjcGYmup2ONMPJkle6uNo3P
oKm6uL/ZXXskD6z2IbPvR5q2/O/9cE7Lx6rwHoo2KOhtKN+desYWp0eO08bl0Ly4I3YaCNOAeFKW
W69FSow4+UTNvRHWa9XuhV7RSWeoCmXpkD8v/WyNjOv+ACyeddnOxf3lnNFS4KBdehLugu2sIxWH
IVVBJOr2PnP0Y+0aRxKmnDFulTyuJux36vq/51Y2zzAq/NiV3TxyoJwNbYDyq96gkxLEnK9YeX4k
+y0xEy3Ci0w/ufR0cjxh4W1Ko42URADhGQEIIj8ZTUWc1V7hzSlJSXBUIVvWegf3c7zpsT4aqRAW
gkFTsf2gC852+vYONrK/J00SCkQpKTM3WvRirxHcE/o4hiKy+bef1JLGjq/vFAwEEFY9LagFIaC4
deFTaKCtL9JZmne7GffNuHCkmtb96moHDIrQYbLam3yIuzVoQdpvm2BvzDmhVoWu7iCW8ms/ADU4
rXHIhjYS9vwhi204WXWpU/ndzae+oI+pC9zOiykUTeHqy+bbqrLTlOffhc70NuP7jTw15MQU4go9
p9Ri0f+ah4VnpBFdIgwSqkeD41V0rRG6eV+NffcdaBWKpbFYvgQWuDMp/IiK+a7T0MvgsyPgtWbX
unOOosN1pnOzchNz01/XXBKfZPs1woEhqPbAW+WxUXI5tnYu4fexIREmguiwY+1HbFSd+8kU30SN
Xkp3ZbXH2Rl3hXkus2yMU2Cra0NpblgoQOCytdbfKVQtmNfkvheMqghTvOWkEKZdMAXcDeVQf7oc
OyiZ2muGeArmRdO/J57bA2fQ65zV8q9JrmCikTsYBVpP1oh01XttrXtRK++Inkm+4kZgzV8XIkMG
ZJSEfvHx5FirVzTAbq57j2bB4OTCCcaGXzUXsMMGyo2/UcrbRjp9viEmuU9e9Pe6y366UnxQ8ofy
WqEXfGmHimNKt3cwf09e0a0nVltOxOy3B936oFqjSka9OeZexWbaJNwmRdQM6U/RwAcYY7dGbVZv
9+QRCUwmXnZBtrn2KHWpqhwb5KxYtuwXkLwgnmV6sUs730HjTZFGYsWptwdUfW73a8DMs5+qKSCw
Lc2eadkFn++tStEsaNM8MZt09ViLBs+r50J6cQsdrYWNY2bnZbwFtXZCvFnDbD4IUI4EJdDFACC6
+PkmTw7MKUEVhNnVQS12pUqHq3JG87raQ4q4IyAp1cYtUVTyXQ2rd8o87+9E6stu6tnQzLmCU/Z4
EtP1sfaxYKZB6sfLgKRsQOywjRlfcekS0zgGZFWWANNBuJakWRbeygguZ9l1YZdl9lGh9X7K/aV+
MnPic+H0LOiaau0wt1lauevWDovJVrtqPMB/0++8FnQJlqPDvQ76yN1pimPrIxVVVd7KKBuEdrPV
xwjWCSEos9T/rFLRHzJCMhF/ag6CvUqPPL98W93le9w0nfbIpZIhuE7wZ8Jd5iQu0aVXx9w+80p7
aqvVfm8qgTdKZL9cs6fEiCX0IRvJm1Wmv09dTEfjRvZO1X2O2dCRrEbMqlm5pLcFxX72pqO9DAzd
vBqhNjpLYjJ8pijn0bNhQ3bDYOp/LAaIe62qpiszrf2gtfnw4nfN3wLVIdCYp5xwaNPm2BftdhWL
QYWvVttsNJtLVI05PYlx6aIF3SKQT7AykTo/o6gPpUTX3ar2tzvbT4Eo6+s4Vlcx5Ip4UydL/Mrh
kFPC+ZvZy3aQGbHXS6CfC80ix9O1dvUGH8qSdrwlj/aizRISi8oX4hdpZ8Wsldsxkbensa0IsdoC
VTx4LjxbaKHYPFiSsqPQ6e3pj+dKOjRZfuisFMAGrskjefSmsnqk11X/C2ZIYFpdGIGKRKlR5rit
onnQ0psbuZha86fAnPzBZVFbOOl6mEC/mY9OKx24phkBqidqfDxGgaO7dxLHojlFmCTQoTmq8nhF
J85rZdWZOAzC4CjpU96FsJKsIpHpsEJYXV4TqksEbNTgrPa5OpfuUdmDOOctCGolsK8Uug3aO9Yd
fd2q4GKquobJNC3NLEITbYa2GGbsSCjXwspbGychw9B9acyysKLcXfG3iKIgrHeuHASwGWpytaun
MnuYR/na+XV/Lizt22+Ug/PArrRoHjQeaSYq7QGSzbajvFPWc9Zk+mtvFdNf0zAouTQpBOcNyWdk
70I6w7vZ6S1qrHpyotTGac30bvCUcuiVL5Vw3DOZrGR+Nvr26Bp+QdpsnzMiZT0Pk0cfzLurr1fN
tMcQ6rLDiYZXCl6FO4m4NR8GmpKp0OeMJQDQQQUsF1nPsTRz/dgLwSipe/LaogJqqYJ7n01/LWC3
dRCwos6qNga7r300PuVTlU5gWaRN7dq8PNtIvT5ZN4KD6PXm6qT51ef2SIK5M8+D4EnUK/2l6f27
sS7OGtIznkRyrLT+CVGlTHjDscK0tv1rW9uVvzXjQfPUGboag7kj5K4DTc7cSftT6uKtdGSQoDF4
XZmfv2+jEvICmIVOP/cKK4pnSsjMucoMmvPGBE36hl1nVXae5Kw+B8qzK7rP9e5gKgQRJihN6HXC
v/QW6s5btoGNBsvlUwqCo7ZozBV+5gdvRRB8DCqjVW7oDzdbJ2+EW1P9aY4xWaUa9psVvezUgkC4
rNn/Tt2ZbMeNbFn2V94PIBb6ZlhovHens3NSnGCRooi+7/H1tSFF5qMoPbEiR1mTiFhSkAAMgMHs
3nP2QeVGj3aVIctZGVJymrPGi5NoJ+dK72LaDp2mxQmqkg3rxtZ01H36H355Szw1WmRdzleYX+sN
boLbcBQf1YYaKRkgVKfpZfFGqdE12pq7CgDiDQSe6EtowPsrdBAvTH8GPNLEZ5RJxTgLItwG5H15
fee3s4Fma7awhQL9DVGRxLNwo/bacBjSIdwq9dBeEw0ysh9I9Z7nq5xgiQIqWCkoE6AYJlv0hokH
VbW18fRCKjPwixDvVDb+Glw41eSpGIbXRNQxOyGwxWGJNrOnBIDQD7iJlMuJjXROMTzmn6ZHF6SZ
TzIcnwchbptsrUeTeVT7dmkkBZidBQQ5hj2IWrSi5MdBDMg2dLpikSgM4K7s1/kMGGUquxrR7Gzp
5XzvqySCsDmXuQaNEm+O1pxp2dHbPOhXWkI3zZ6jfF2aRosX0pSeOkytsj3SHruEiio/llDtjnLP
p9QF7ZNumhZurt3mOOEQdEf3TYByzomBdj1rzfC1E+LY7qyaDxxlNYGtYNZk7QuSOL48Olj+ec2n
z2wdhUXdlRlDzvUqPPzeVJoR5K0mZNGtxA2w0KGWzhAg/XArtzOJfxEr88gstoxcc12Lw/gQk0YV
sK5tIoxhpbyK65I1Y4WxZa/LFoVSRdDyF0Ra3ZmzjAYKsUz1dm4A35zlJLlLaRrmtgS836EM6Hay
PuynhiInErNQQbVvWSgnYjl0w2jGRKvU8bzR+V3gZeM58sYqfGEft+v0ZKEjNIgJE3YKnZdR/UbD
URgLfoAEJUEW4VK0obzBZlCA7FfxhaVUkpxwHLAl91MvPPqSnxynFkwCrGnjaCVjtWJJKH/r+Bzv
eTxI4wmlQ2l2prkoqU5t3SGKFIfuzhDQukHjghAiJVQHIwJSqGw39xSUs5TvqizumYCdWUSaqrW6
/9B1My3NGfjorSBU/iuIW9TrbZ0Ky+s81CQjtSK/r5tBze6FTlqimsXMfBFRZfo7XdF9IfNiFjul
J5Dm3jiILBLgqOPQn4mIpl1lwZG1xTgdvYjMxGtwYcJLmNTbwMwYZWpfthb22k1AAvMx1KOtVEbG
dWNYgwNBPPZgGfG6yI2U4s0sNM5lFEQVk7TmhZApnHrSptccIrC2ahH6HghpUdbtnIUDMLFIv0/z
LHlpodVZLmEQLQIR7T6lVMQ4FbciNuRd185r3zAWFWDJtwCZrUDzqleaG1ODgSDSkD5RMQcJIDfP
pRA/4IMkDEDFr2uLZZ0eY95xL5zoflpGZhHJFWYeG+hHxMYWbjWl3ybhQNtDzAimJXYFAWE/07iu
aqDPRW7eJ+Vwk+STjKS7jk5JLh7iWHQ1cCme3mhbU0ID0I/nRGgiSqyBefbH5sE0YnFJHMc4lKuv
Ii06O2sm49tQyF/MMW/5INXP1jTcZWL1KGlx4YUgOxypKaj4CpmEslxVLT5olbrGhCLaZce7IvKp
8lK2v16ZavAyBhiqXQPaSiAIyBmZ+W+xIQveXCXAp+ukTQ60wr9IKnsqqBCXIqPsT4aCfEIyE4IO
b9TattjasyCQ2gojI6VvJKuTKpDgM5PRthYyM6LQF1dX0F6+xE2ubRF4kHWaYGWkBlx2BHlnFd8g
h9ov1b9iBHDctLHYsCjRlXthzveF0uyLADM13BrILtR7mxs2hrQ9h7xT7rsaMz0lqLecj6hyRMhH
sVoQRXKDMiWOn4pKpn/bo1mOzQBPx6yy3I59X9+11UT/n1dsIwkB/EFw1rTVC/BbbG01FMODNBvI
yL5z/dmk8NXlbWN1yQqjrofbWBJN2l4tkoEw9G/lOmOHGHY8aH5OVYruZXuRTCHGMdPkCtdQFltB
6BDOJelRHmrIxwNLGz4mymNLELFLxiqabA2Il68Kj7UkWZcwEJi7RGpeOm5eGDNKLAzONFHArHXN
SwLMa0xlAV2kJqucucDkhAXInvsyPlP0SFgvyV6AIb1njnf0uNdWLN7R2HZ8e2nSX2lR6bsApGo3
8nvZrSFNE+IRPZmQflZyBybWz0zmAdxWdqOp/gNfGe0qy+bKUXU/+KKMcv2o6NTODUG38QlrDtsq
8Qg8RL4Zgsw6AiIWqUca+U0ja+2KcZC2M/T8Rwz1466A5knPwL/NfPlNHo1rX1A3ndFTVPLl7I1m
XmPaQ9cAycbycU0eX0JzSgVIJKXzCQnGoS59340sM92iELd5CoKbVky6iYHoutUM2OlqNHtw5hVO
Yl4l0S/uybiO0DEn+lXfdZdUVpNbEbYQzuCxz/gbNpRkRoSqr15XXUlKydixVyPNm65iHgemstK0
FrI6qZyIFSKpSg1vYnOV0jCsutGhrBGyr0hqVDd1MLe3HcUTCZvemJw0ca58UqtxpttkhfS01/qG
DwASc606TyV5KAc/V1v1jq1eGVCQGg2ZRlbc5SP9BhkYcpAr2V3lTxLilLRtmQD1fqrXI6aIddHq
RuT0BIXHnHA5DJTJR2oCPoYz06l4w14UrUWdqM8i/ep8Rr5D5aAZNEcSpCTd0/ecgZHnuMvKSEIZ
P6cyalN11ipUwLx+XlRDdIOvYwinEhFS6qqonbGbK02AKzNIsvtpJO7SVQpTOfUa6kxgcxQTB9PC
UKuE9SU2cwrEYCISoOodOs6gRiJAUIfypdTLPDtYgS9uG2P0VbcAH4wuCl3FA239RgW02E3fAmVQ
rio/AP+UZBFri1Lt5urcI2rflrgJUd5OIm7iWDfH8iBKbR1tFJiz7HY7oXrJEaCNmMlUXuYiEtAW
mZDke8QvODbtpMAH6dWixAeuZjH/EhnIluyszVDrKHiItiXFBxAfQdejPKARhliHVhg51hwZMHs/
opIyS8N6lAY8JlQW6X27NE6LR3L5ukNrAh7hA5TNaAX4QPgrQS66wcZyXH1JKpl3bUqGV86ioj7J
HLN00iwA6cF325XZlRRDxrZQYYqqPotuCWdo5LVGaIlwV9hDLjVR6VVCsFHtanMuek6QW22XaKLx
iASDnq2nxBwDAp4lNtvwrdlthVJlnsosrOJNLRkyE4lpCvoOy+EwelUmsVIKYgwcXgksULuO05rF
tUaZ4G0WrPEu6BTrcWZ1jey6GKrqOMmFnG7KaohuOoWIk81sijD+6HrWk03jt/3KDNceAjlGC2CI
PsEUqOZK2uMZVgpVos1r93ha3ypFlNVnEXNM5BjhqA+ramBz5qRyUZVbNHCYPdIuNCV82kXqdPFI
BqI1soEd2Zs/WgZ5PMyK2aDbg4G23kbVPZYMUqfgv8TegTlUrGN2SRImkdOA0O6Apq6wNow94iFI
pVGzpr+CEFwOgjmkB0iYwjO1rjChC0pM6M00qK3lsVHvaaAWpNrfkpSEEWTu60z7midMuzfNEFER
RckTlvVzZcmRTAHSF0K6BOqcX+N0YYbGsGtKq1bKu8nT6m6qHV+DfI7oQY1YKMutGF29E2f+Bgz3
M4jPYBgVnEYyGmQdbDPGCeSQ70ifaqhmBUbDaavtox2Tv/+DdvePdLD/v8EXdY20L2TKwOIlFYyv
tmCD/7PidZuGz/+iRgXjLHmvev3tr/lbBasbMBgBa6CCVWAxL8zuv1Wwy99IOtmhaCQItX5H8xZk
kx+ipAqve9nyyUsM5N8yWJZqf0kKlmlE9JplgG/8JzLYnyXatCv1779pYXkrIIs+8u0Rs5vq4Ffh
Q7dDU4Xy/fEzGvT3cOh/80x/PcTCanz33LWS0tbSzCFc8z547h/Tq97gSAPRKJ8wSBdW7R+OZH54
wlPDKBLL5EjM65vzpxGsy4//8usRHnMbRcqx0geSZYBVN1GJAXjge09azWl+8FfiHQaMT8jL8s/0
yr9H7N2BFmbvuxFTSYKKSxJ8ACI6SuhlWFIwK9vWS7ja0kjYabt2V+79c+eyT9/C5jgpcONs3SU8
bAsUa5VZK8nw3j3pv5k+pN+O7ruzWv7+3VmlMUqNOZ3Ch5opvnWSzar4hvBs1XrIhJ7HS09sBDkX
n6CXpZ8hmr8OxgeubFj7MrYNDivuJLe+Q+TK/soWHpr7fi/tfLs50+2NcXHudsbd/+CSQemDgYKd
z2ZkmVLfXbJQCfRNyH17kL7mrB5YOj4VTvcFS5d6V+Nxv0pWkYw52U5e/nzkn+fqHxf9/sDLoLw7
sCXz8RSl5VGbPPC9OJvny9di8+eDSD9zQn89yoc3s1H6EHhrHz6A1DFgUH1hfcYygbYUB0TESvAW
oJhe+eQ1VX5/XLQcC6hdl7+f17urg1fG2lCywgfoM3XetKsgmGaPlSPtGU22UKix0lQM/TrT4tSZ
xq0iQqvPar3dU4vmy78EBgY9lCIxhPCWSurJQoCMlci4jYX6ScjNS5KZMdltGUo7aVyTbfdWTAZW
vsKwsA0K0WpU4IflzcM8zSyt5jL48Tn8j2DtD9Eh/zW6/77KD9MFNQQioUQ5fIAxdNWeg+N4Q4bK
KbD7CxLqLwT1fBII8n0C+jhBAaP/73H9MG+waZn6Xp7DB+VWNR0J6KqtepkX2OYVklvz0fzb+vIf
r3H5DP0yJb4/4oc5AWxb3dcwBh8qL3uuNr4H/LnzaCsc6HURJmN5/Zneopt5hCkQVQWhLPAoRfTJ
BuEzOvdhE67TbbNJcb7ZyRXZWXv/k4nrdxMIhDUTqwkzN6Tkn9+lGTRbmAOdeqgP8946ZW789Of3
SP/dRxS/Ct8EEdOKqC7P+7vneWqLSoEEHj2wznP0NTkXx+SmuKlfW5DtduUI3tcB3cS9+WXe0w+6
ah8kkNxe9ISgsDu25krfTmf5Fh66jdP5IXB99JO2D/xgC/z8djxXQMFs/xvKxi+Drb3WqptI3rXo
VufuNTkDnrWpedrY3mQ7OD+TVPbJJKz8bu5/f4UfnmXE2pLYwnh40OzOC7e9m18J9ryq0G/YUG+8
4QbIWrILb80tgoppReXSlt1spb5g0nPCJ7IK+DcNAA+TvNt9cnqLk+iXx/D96X24xeQhz7kq+eHD
tI4P006kJXFJNt2635DAyP7ObNfjTtqJh3CnnK1DqX1yAtrv3oP3J/DhPcj7chCRV0UPiV0e1F34
JXXnTeHU++GcOHfGBofg3nQT56HeNS77AB4K+u5Ou8Mbv6r343X+cn7+Ol6nXrRiJ+k80vhx0WFl
jBbt5/hYPMg3zR4FQnkc9t0nE7L8uwkZiJ3OOhTkvGJ9GL9QJrN2lBc2kosAZ1vLrr62vmoryc1X
8crwmJPBt9/OXncVvZIXeB+4b39+h347d5ksayEgsVLmVH5+h2T2iBORtdFDdJEv8jc6Oa9UD4AV
YXqYKT6wA7WH7JML/2AB+zFHvz/qh8XFTDFDQ/wePdDzv9I2gn1uDu063A37z16hTw/1YS1RY3q3
KLfziJwIFciOzAj+Ktrmnn9i4iw+mfTk3z6R78bzwwqiUuAKGkUePVAf3o1u4vonsjjd8TC6TEin
8UXwpi+UX1yWj/awbW4TF/DNwyd39bcv5ruz+LDCoAudzkbGRfNSroc1Mvp1+hJehS/WKdhpnuKV
x56YoKN/ohw/rf98dHmZlT5+D6mlSqSDsLPDH/TzM5Wn+ShlPmPQebNL5OUVdOE9rRFXcKglvQ1f
KrdzfbvcyfvArVv3aDpwl/58Eob+2zuhi5jbYDXrhvZhVzJ1FlVhlTF43L6QI2g/3h5fLqvoRO/W
5YlDDbgv7Jft8cWw92Ty2ABsHE+2vd26tEP7vEX17FzJjuhku8x+1NdPjR2vsvUdc0i4uvESZ3MI
3RUMPX7f9uypXF9vv1yC1W1mX/lbvsLOau+gPHUpLdtHsBh2Yz9dH43Vvlg/XSf21czPavbKsEFU
r0X7enTTw7g6XuEr8qDGuU5qO+vJPX9bnb/cfPUmen627M2ryD5eIRW0Zaew9zAEdldH1Xu6Cx3F
fkMXaR8vT25l312wW9lfYYU6V8fZJinV3hT2XWpzfFtaKfbjyt/CBfo+ANKKSFOX34qQhWny29WT
wcldF25m354m+/X4NHMJ7l5wvZsru7YPqcNpb93V9e6CK9o+cj2vYBxX95vXYGVycnTO7M09Sg3n
9dH3Lk/+FhaYc8ZbwUx7izjBKZwrxnJ5Osb9C/cDb4Kdcc1QReytZl8fb93ePW5b+2492k/T+mnv
vI6uwh89jVwUCZHMmnzLLc68WV89sVNjzWU5q8xZz1xhcmztG527Op0R1fOrVZf3bsXvb21PteHM
LP/x1dM8b23azrhTHOfW2510O1lvz6vR/rK551QVZ90728Y+AxPluT08nG73qXOyzwdgic5hs7Mc
walcb3fYeTcH095Z7mNl7zedfVt7W807cBCHlZbt+Dxeb8+Qah1WpDPjs/4Cxoon7gwMZGfaTO/H
zj7ltrfRWEsU3IrOOd3K9sYL7VeygBhQZfc1dNfDStgpO1tePdun+8lN7gL7ifreWmfgvBv+Vdq7
YLl3sX2xbARjdu6E/OHhm+F4O0The28nOcuZfSuclSvysPWOfnU6cCDO0ymd41Xkem+eu1t/WxY6
3un12Dm7zrPseyY00R7OXu6tv80OKQvesdtdT84RNsKqd6muuZvE3hxBMTny7sLbPfFYHa/uenc1
OZNXu/eX45VmP27g7Nu9a67FtbdpXcO+HPfXnHnisiLz8NjZk73vvKtL4tqF+6bYt4+vPMnLa2TY
b5nrbe4vjnfeoWm1T+svDF9mv102j4PN6E5ufHo+1LZpn74EzpdpNXo7r72eXNOePWwq68IlqHVP
845x4VaQT20Hqw2DXe6Asrn81uX3oU50NVdYTujeu+fsWm/nO7fXjy+Dvceiw4CQbewoK2Tq27uL
yB3T1yZDeA1T+V60qdCe6l3u7JpPdpHqb2fZd/Pbh2gfWTD1SK2Y3/Bz2I/C/nF2X44NT82FO8UL
uw2do+qgv+OBf7lbo2TZfqVsUG0fTPuwrF17jyx15/Z/tiq0yEZkR0QVWf3wxS2JONYEoY6oHCDd
8QD5+muMcYmNCW1Fa9EdrvSNWdi5pzg5D9yfJ35p+fW/fH3eHf7DF9iCkqerebOsCeXrp+I0bhGu
2uvIU07+Rr/SV+Uuuao+uRvLL/14UEvUZI1iL4XFj9cshnBYTWWIHhrY4l6o+WdLhiErSNUzkgmc
cDhCoczUxieZb79dv1kULPVlP6/B6/n5W4uYHG2gwIEHb96Kb+ab+mV4lB/ZkZRH4yzcmT+W3P+o
2vx/uqatn9PoOf+XDSzwuftX8fav2/a5JS4n+tp8jIr8KWJy/a1Y4hh/+Z+WE/jvIMr/HXmS1H9F
Hq4/lKVBJXbl+4L03z/ydwlaNf9i9WNAOACtQiIMq9y/S9Cq/hdNMGImISAYPwVKLvlAmgaPjidJ
lX6kUP5dgVbJp4QuYlAIpQK9gD3+UQXa/MBhsBSCgTgB8llpWKry93Lou+1zOWU58tlUvycYGB9K
KoDVr4F8xCHQv9mSPYIw3kIiIbaJaZxmKZtXPqLiVgSdG0n9sQsn9ZU2Ox3EiCw6Z2xl4HBydd00
KYLxyeTNG+v2BqVkvoZmp12JcaZdpXBXbUxbh6ZPQhs0euPO3RR45AhM+272v6aicm2UcehmefWY
hYhyZFiwriEGr4g9A9xnpM9bZnmbEWQJyvCL1CvXZalGG1lvYBznPTYEHEnIBJTrII1fuiJ9oiKF
GcukxyMO5h0tcxy/krDIJVv80+ksYuCjxW1N8RPg3otcBfdymD0VqJ5Q95lbOROew8Xs16VvHQpj
OxbVUzTjMxKUeotGprYVuXkgXBmbWF1Kj1mVvESSeddM6gawjEAXkIOPDbIYVdiJnSF4Sl4qJNSG
+5D0OSTMsun6FfFsUmxqTiTN+VqEgLDqQs4uljCTjaN48QNOM838u04niF0SIt3OFQarytM3WEKi
21riRQTjtZ76ZjGFSi2lTP4xqPGrITQLm4zrFgljuPLJYXJ8Y0BsquXnZgbFN7XoK8SsCF8JlxCx
MubdRkW8/jSUyAqIJArxbvXdOe3TkI5wqbpBIbilVGb09/F+Wx0WAXCh6s5q53prVVimmyopPYl5
04kjjm/MYvmia4X02JU8AZERAHmdU1KFZ0zyuhi9InS+tgxhJw1cNAkxmSMU4VsuhG8g7N+icpCp
juYHVMVs7kuGKDBUVKZ152/FcRI2US+MHo9JhGcgEDfBUN4YSMnsppS0zTTDfOpqGsqoNXDUjFw+
7wJlsL5fFKaIExCTEpK0aBdlzApmqK77AoMSUNl6G7dTsoOgk6z4xigPKRRVOwh5wAK/Wc/icAGb
M1GE60MXet11o2JYxMWnkO2rn4Sm105RqVZfcyGnYYx/EX2keo3IqAQYIl0nRfwKoe0SV5x3Uhbz
sRyE8R5DKzx3DBB2sLQsFVhdcM3JlQacvUFgQgErKs55reAqqkZozgN3EdsNRQ8VhwSe3zu/il+E
ubzNO+5+ETMGCS5L5/uY5yUiSiawawFmFobXlr1hFe6HBNzi0B97PT1IkVS4ZCzBw4h5k6jn4ivK
edgx48P2GrW1ir7bjgseXQ3ghSsIQ3AA4Li1cpGHu8jPlWJE19CVTrBPkflM5SPFDxRdPXATpYBq
0qItQ2C+GefiqWrmC1FlqT2J8oVgZUwKaJJsZE+tC2nxkNa5uooCcq7KKOexU2MWvU3CGxGZzV2D
S3nxMft3Zcv8EldIYlVT81KhBofAtddidwzM9DBjY3WMybpr5PJc9DxP4JRO1cw1iQNHD0MgiM0g
ImQK2sE15LZ3Ci1+A5x9rNKicZH7Zig/ZHohUBPttl4sIkBgn77PfyiHdMLWFwVLEOlOLfIUpf58
EXCaOSIIt0W13jh6BVFCkrjHVYpOSRV5VfQ0emlk9VoUNCjAJljkPKMvZc7kIYgRNJvIVIDMCCK7
yyotnUzgjhS1RAUz6BMZ0bHPkBQSfx8UbbqdW6zzAFAwGlf1Yy7Vj5iKRHRXTPmTVZnuOOW3BipQ
W0H8eJMsNzLTFozDKHtClJkuc+ol0Xl68gWP0fMVEDkZ28jrxy7kS1H6z6oevmXaUG+LtImZN9FP
f//dOcwOV5y1bd8Zd34yB17diTQO5uQFBoeI1idrKFGjpBjSqlyFA9KRdlDWeThd/Ch+Q5INlcYX
pZ3VD8cKdgnOB17ZNEduV4TpoZqSQ5Xx83w9T1YzHBXfx+xa81ky1fgJLMBj3WXyrjUBdovCfCkb
RAzowpmtNZMK+dCRVJLTr65XOQEV1So2hJx9S0ygrNUlPGvEFtlDL0fO2JsnpVSuUdnGNoyKWyvL
n2hZ3ceV3zEX8CzgogZI1nFrVb9SbGlgKiJknvpxqp8kMlQ3BFq1t0pSUuRr4xIcMPdS5nMwds1j
Wg3JbpDi1xL9GsTuVnaGDnDOoBMEmwJH2QSyOlLPN6U7lCSkTA1ETbWzej0oibXWUsHaGiabYWx8
ztCU3FtfvyMRD98HjjV7EHhemhZhSZ/fzguoUkueRk7LmQL+51iLXoJpcdfI+SGupovQ6ifgLSRj
yr2xiUxEcMibcSkH9WM2pxaZAYwEfoFvFvkYLsrgbW6lTzwHj/nIQ80W4c7KrK9oMV5F0xg9WZ6Z
vSPKqso0+zf+mKNWni5BWj76zYTABb7sUckRhGFE5aOsC9/40kDSKKI3QQRnUEGE4COYPYHXxnhM
vDRCvVchWIa+gEsEzRM2Hd0nexhxNQ0lEIyAc5QYZlJe0eUb02WEngf0sS/QRmZA+5KAT6kU7HUx
FO6GiZjEWl2ys7XkNR2Dt2kMVhAfXpOOWaYswm4jlGmxmUofnEDI2ZnwTpwBkqBNgM64VsVZ9irN
EHg/ubF8sMCIBIPqZsXAIAnxmxXxttUC947wYooJYAxh1UUvvSLsMpz0jpUJd53GVE7cCttWbRkQ
zM0IqHn2kfwmCx3TDgZmg3xC2CzqCDSHehnBsC/cviXEFN9pAQlS1XyMeb2kXiSyZ2xShSBKDWVI
5msRvWjKgqcR0nNJNIUripJTYydDGLbY8IURfzPyJo0AChtxEtNR4t+Btr5uI43K2UyKrKnxYsyV
oazrdC5PQSuxH07D8Cq18hH2DNKerhkvUW76z6i+uZi0eVzWdw3KS6gHQw5kBlMAdF8gokiQgfox
5ch4UFfYEkQX6SHWXNHHhM5C0CO36dBk0nMxLdGCffGUFVG3Yt28bnHEeeCXXhc/Wz4yXSUJs79I
4J9X4Q8D8pEXGw1z/1EsDGU1VTXwEdVq1tCtcjvu+YdMW4GndkztWGXuFnoMPgPEHvRS4rVI5LMS
yNIhMnhrWgYT5N3kdEN57gfOD2kc6S06vGGYYHwMUNqBYWe4RSV6qTOmnTTjwzu2moAvip80W6az
QMJDlhrhbS/I3WqqeVCxq+NTWr4vuhK8FmXyFAwYvfpliR2Sx3NsFdzUTFmJG373EYMiBnVm3pmh
wnJaz+HQz9IWh1oNJmM9v/g1qjOoVsJLIPIxU0tStRqBFz311XH7fTKMADl7gS/vshA7Wd4PHmzu
yWHRcyExqt0MowyZB2G3F/UYgywttVakPmmOrOIcCHK+b8vEAmGlsasRsgiOjTsiDbAJz4j3qkhX
3UgeC7eq+RLF8cgwJsCF0Yu3P8rQ/2in+v/GB3yIkqj89ho9f9y5/i/clH7fpv1hS4pSqvnXXVd/
5V/f/uU8R1+L5v0O9fvP/9ifCob0lyTrEOYVuH8/kQIFQ/4LeCBoIxnVOIyRRSvwX6hA6S/EAwir
RPavtI00mgt/71Bl6S8Ze6csiixI4PxR+f8HqMCfayrsghFHsQU2DX6VDn/wQ4FrQpTuh+2yxSKd
8zJlKoKMoShcBLJEDbTRW1/H5UWRiud3m/jzj6rN+2jun5uufx8XzCENZV1lk/6heTLjMcIoR9Y4
Iydj3FXqGzw6sFnEvOs/qVb93KT4cSxNEnXVlJbB/hg6zVB2fd+De0cRlgCoi4JVo8uz++cr+rkd
9OMoFvBGlS45N/SjQAsUkJHpEkfBfU7iVJMNKxT5yaaBikhOz5gdhILitLqumyHb/vnYP5fjvh9b
F4lHlk2eJMMwPtxFbSA71kw59qhpimeE6qEWZnz/XbSS60jy6lL9LDb+NzdQF3UDDp8FX5JKys81
MUXzY6I8QPqjsKP4mIuYWs0Y6n8FKOfPV/ebkYXmvlQ6uThck8vVv6uhWPBt64GwCw+gYnSWsYS4
1pxHW18zkr3QTE9aIu7NuWfB1+K7+fPBP0hdfowtu/DlKhfxyfcS8bujw0ZJOLYmeMzdJi5RY15j
MlZgVoTmBrgSdDcZn4WZk3y25AhD0eyJhzEH9MHJI5h2foi9xCdj8rvhVyRJ5szQX6J8/XlMZkkL
0d6zOVFVvg4k8aYOGg6U9SwiVv98BEDSs+7V1AVeiijzp/FnywTgg2TWFUWlYl/0vvYSwtZ/gpWh
3Ve92GPgA5VMMtW2Sw5gphA4dT75cxUGsblv5+tE8qEU/fm0PhB4v98YC/WapJmiSriP9fGhR8Ye
IKdn6hoVQugIN2HpLRKw7EalhUAIMIiJg24i0g9SUgDicqJ94/vTySqUYTfIg/DQ6SM/hYWF7paq
zw4+mrI6yJ28mnLF8N02C9ymNtVDFAgvRPhhNg5D7JGQn3CB64N2648tts0/X9qH8vpyaSZrdEPn
baYQyXP/84jT3A5RznJ3a7AIK62fsddZeBzwW4ikHPpFKL6NfqHjFBZIkFDItRoda+plVPZ5iemH
lOJjNhKRzfartB5ARuuTWwVBGHqSAsLsz+er/PqG8vESDZX3kzmWWvvP5zti+p6KUfO9ufBJGqwB
uTtFTpwWCJxsH4eFdEMQqsSqM8u7IzFD5jmWO6ByMdpxbKYVJljUei01o1EG+AY7oMXhlfIHrQy5
whllgVwgUw1uKdcM56gSQZxTDQKNV4zGnpAU7QxWNb2JUs0J0nwFPpkiBlR1dQ1PTt5pJMnfRLpP
XK7UgLrGgwmDbM7n+0Qx1PtYVKyvrdoSXkjV6pMp5NfvD10L+haKgRJ6maV/Hh2l1xYPiep75Lz1
4A8nEY8p+Yp/vgm/P4qJHAAwNXDqD/eAoLLYJzTO9yxIKO4gT9+KEm7Bnw/y63KBSzG4FhTl1BK1
ZVp6NxkKRRXNlTb4njTo7eIDNB5rWclg7+boD6Bz2B0kWWeqc/mTT9xvjixJCosBbGN8A8wPapa4
aS18jLjKe20JsQ2nxIGpgou5Jk48MO6HoA4vggmw5s9XvPCa33WdlndxmWN4vFlBUMz/rn15d8k1
zk8hjBWIbdDECgo3pn9R+rp5lps4AaZfa4KbwdxdJaQZkWEHoXfDXhcdVhfLJWVC0ygPYSJOrzF4
kmqgCCNTN6EznqdYveVY2CNVVe5mIaC+q+fkKgtJnn3VU0G9UkoLH1yX+D/W7f9R3PjrC/tj4jQU
UVKWh/Pn+ziWSgUhHgljWFqEUyFPJZ2jummSlgneGLsVQqaTiS9mbQmY5P8nQ8oLp4umSAdz6dm8
f4qSWVXxA5MzVyRlt25rlRwsISdJQSiNNWT1/oo8+sIupwFcERELriJpyWqmZ3HOZH/yqkUDa0AB
GkMf/ZSMqckQjXyDFAWiQTNUAGQG2S3FEpuVhleQELcUn+CplRXhs7l6+cz8uyv5/fngbWCuBuht
isZHIQ6JRrCMgHWw8ZWNm5npxPZVK9qHWSsRZDLUNOghNG2jFi9YqlWABbO6OPt1E1z+PK4fZFg/
TkVhJl46WtwgQ/l5XMc8VZQoKXhH6qTmg9zVz30HjEBXumZrzhLZ5UubA04xBKaG2kMyGQdJoX30
yYksM9rHMWEJrOL/APX2y+OFFixPhybkRKr6AO55Sz6euMX5ER1YoRGQoeqiAxP3MDW4JRVq5Gsp
LtIFh/SZfPE3T7rCE87Dpuusl8wP02IINDqj68PtaQrlnjwa84gZftg3Ul4RBR8Yaxo3z6Q9TnvB
aKpPZMu/mZQV7gizJXs4Vf+4vSoqvzXiiqOP/5e6M2luG8uy8F/J6E2vkIF5WHQvSJAgSFGi5mGD
kGwZ8zzj1/cHpSstMS0zXKvqqIqoLDslEtPDffee8x3L8/ZebZlrhTCkv+7B39qF/9Kd9H7u+78X
3WvFUPX1j/1zUf+xbrOvDJXz7P/BvlyRuITvbkX7uXn+4xXAQzPO8+7/+a/Zw1T/cY31rEnG9zvy
7z/5fWYs6X/ycJiUztTEf41/v8+MJfbdzJd1duvsSqHn/70j529Udo/8kCiZisQd9feOXP9TYV/C
7+H1hLFJMX9rRy59tOII82LCfxTlaFWsgl7pRriE0D22tZZ98WR0VbJ3m0mSI1T5Ui3yrQW3nyzl
d+foJ3vx+Rf/eFp/fODRSwDeaJfItYzrRFQwF1uO3Irgu6cQTHrx8uvPONJQ/PiQ+Ql59/oUfZwe
RAGNbtxe9ZNqq1lj95pu+76/6oYXD79JBwStUiZaeWS2ATlSPf3EEb65Ln52iEcrYqKn0hiC+3HF
qHdy3LrE/jHAQblWp1idDyL4JQ549jMuBbboWbo5cdwfXw8/jnteIt8dt2IJoHxKgUBUE8dvzlsu
dDV4EdhBdgx3D0Qm7IxYtyuqW4950omP/ewmmr/Ou4+NUQqUmlnm7sjs4qI9TxDkQ9rL7nKwZSc+
5GNJ9uPQjrb+ghTIUNZzz4WrCccboprVO2N1wRjfbnNE3cxgThzOfJ1+cv2ON0Lh2ItW2Q+D2+um
Q7A3AznmIp68gBt/SJBNEz3knKXdrs1uNAVQRlqtTnz0JxdQPnpx6JMwBJPUN65KqF8nHpoeuGjl
b0IGehpEqqLmjKq70tRtNmsnTu3Ht9bfp1Y+anWY1iBAa5waN5aRzPWWrYhgKDrV4UVrq4PneJM8
YxdOlINHlcOPzztac2i1j2bZmKZbPBTX4SvoamgUSB7AJOzZkwHS+DfP5tFaExMOYiqxUrqWYMCo
uEkhSCuj9Xb7QL2xfWVZks8mRcqteHKBo5D45P45Wn3YqQgUkRUJpGvdWIZ30kO2z4N9AHfTXAeH
zJW3fWsQhoglofsCVINx53m27+rNsIOJ/sUDbB2saNWTqHautcv6LiI667k7ExbCgrXSV/blc36e
XyWQnW2gnY6m7YWVtazXFX98GUVuszcL6T4p0e7cMxhbfDFJmIfLa5v1plG2tbq0ZAbNj81Vd1Wb
e4Icl/kZACLDqd1oNW40V9iBTB/Wg41j0luPTrXNQSauVXt0sw2BiV79JdhX5/UmTLfNpjq3rgBT
gc3MFsNNeiWs24vyAAA4Cy9V7yW6V858h4gR+H27fAOdiRgCyNlfk0tcSmJldy8q9Xh2LmwhwwxO
5WSOEe3azSlt5af33NGaLPWp5SewgV2YIUB85uw09BWNh4+9iw5GbtqSp9gpzQyTf2YkfOoenO+1
ny0m8se1UVBw9Me41uhS8fiKRIJIFqIcko7lp4BWAp2tZV09hRImfJaVrikOaSg7I+ISEk1PfIu3
nuzPvsXxCg13sZ7kznNNlTj5HB2QtWxHYI8Eu9XkdRPjAr8uuU96ceelRNXnmr+dAm0pEM4BwATa
TyGRL5dBwYLpMBCBErClJBRnMYy94LR+ZwE0LK8ghlQ+6WQtE9ttb0rhOlXDFSRVm3dia5cyaEQB
LlcvMLOWG+ksBVPCvBK9fI1xoYKalfj3xgiWQRxvI19yidYK1ppCWHnXjo9koF3UQ8DcikjkxFcP
g6TtIRPaZOciek3piZaTPTLuM4z0POigTEWpncISzoN640s1fispxf0Vl+sxUqGgh9p5RjKWlRGJ
Vrz45pPUnGibflaGyEfvrEhVrEQtC8/1wk1UPliW/2IKoj2E7cEoOIMThLviCqKZOY3kw0AVYh76
67XvkzX9zeD17pXcBr7YaTEKP8krXwIF35Gp2KFCCeDhSvGNHSRrNC3KqTX9k3fmm+n43eeplTmE
ugivvYSbxptyTq/jJp/fmmS0XgUdQXThVVCOLO8+YaTGieP8rIB962q+++AJlE46+ERu6Mgdsrhd
ZNAeE8CSAYIHKyp26rTrtMssv/r1if3sokpHby9VSRkcaVWEBBpW/Dapq1tihTfzRY3A75Km11XJ
QZN4U+vybvK3lvvrT/6kAnqzk7870lHI2rgu9GjbmdauVGXEQt2utgQqgXFX8P/nMujXH/XpWT16
heVin5go5mQ3H8VD4IlbU7uZhVitX98S6UhlhLu5mRagTk+VPvOC+JMl6u18vzu8YaqrDH2s5HZe
sxPAqnj9lUkCXxrA6pWkXchq6I3GhUdpq/FVaCOcWqTlN1H1zz78aJVWiQRQkpCSb+iAaVobD9Gi
ycshypt0IbGPRscm3pEkECE6aM6yIN6loOzTijZydU5Y5m5KejcpvcdCyYkuIXM4dmDGAvuNlkKD
fnVt1utY2Zb1Os9348RSBCh9LXD1pLXQeMuACSToeoI9EGFMS1OYI9EGVtlNwJX1PKRoZMrChuTF
vQwm1CBXyrTrixcVbQdFYuB0nUOABLgYBIaDsZmqjTGsxWGVb1gVhdDRKehI3Bm93Rg/KPJ5n0JC
fNDUq1a+sYb7Qv3WqHdpdi11TqwAu/3WETNTux3xT9palBwiDMTUkYb5S9eYLAdH6jZCtwl819dc
LUA1s47kFCzSovAk5H+FfNaZIxuRLhqWRiZsIkW5iKv2JpKrMyWPOKwJzVS8s4rSJXB6A1J15csD
SQ/dOm4ttyMGvSvPhzF2p0i5BkbrtKMritO5at4r+m2XZ044jpuE0NdZDNUU6i5KtHUArDcwB8J3
kCiZ47WF3XZRK+Y3IZOuxtq8VZtzKUfcm+g35FzvAUN9IVBxZ4TDlaT2C7EOXHDvqyCpbD8F+kmg
sGQJK2msv/SCubaoctK6sosoe55EWktmGFyGJsLcaWTNUW/TJHKmMkM+xckQajJiIlM8w0twE5WG
C59bS15JoF+oNbDV8qkGPO1vKpKCLTvpxnRRKf0+aCGIaZUj5tq0SrIe0JO+KeFJNwgJhymzCUzf
9ors+qDjUnk6jKW4NJF7Yp1FrDY6BGGXYbIzC/NSCqpN1gAjahXbKsMV0Z2Tz+sG9GJX59fJkF1E
HbBRSaU8EV3PyqHug8Er51NzwZ7yponvlRj2FjNA8n1aNIMdtNe0/1IA0fMzcW1NhWuorZsU9R42
+2qMyCxTDdKsQ/NVlYfrttiT10PCGw9NHhNzyuR6340bWQy3vU8O6qDu21G/7n3jxaS5StCVHYvy
JkiS9ahpWJpifTyUsUDdqF12Yn8mA0vMgCb3Yuto9CuUVNoIXu4yDEH7bG704ECu6oo23c5sSmLo
41UgPwqFx/M7XAY+sgPKbS9CR6vG4TNKoTUR4oupbheK+MDKuogNY5mFB0kPT70nP1vljgoxBkCV
mstt65ajO9XDxiw7FGNoVwPTpq3pTN/SCFupR0mlT1sCzn+9oKuf1QNHpYiBEF414FO4poLayvf2
fsMDnnbrPBLPiZDgfk6Wat0wSjmH2LnI02sSXW2fgk/Ur+GyL8lnWBp+aReJvhQLcSk2rW1kzaoD
oZd7GzCoYDYH+IE4Q81oGeMSV7ObOnsURaqdr2EvE0esrXtJ5R0Z81wKDhHsy44SDWnkqoU42FuX
fodS7So2cLWb5dK4Sftp+etTcDTC/XvbicniQ5diCroJIThJQwr4rRkDm2wT+SYTH3nDECsM+G1o
kbsJi84nCGc81Gh1LWpWUUfiP162gytmywGXcabjK2tCG3/sGZUbQZb66hI0/ImXr/XJ/vF4sEmH
MAC4CBM0HRU34CVsCEQI+L2DHrdRr0TrvCIkEaw9kWWXFXo1M0vdOGvOZK9Zp70BTCfjOh5CeU9a
b89NJu8SEXt8wWkOKgh7y7ZVmV0/KA2320tbFssy8Zwar25MqOZA2kJtgU0D7ax7GcH0Oaz3wKad
vsjJB86EVa2RwKAhJmfFKPObFJS4NS1TpUYL9yVJv81bACYxy7AJVjWznNgnl3YkZENNob4wTGad
KppnoX+S/B5yIAQBlGbCeNkooy2ToCJXl3FD59WVowsVLbkO9VqquQsFZqlZeJbfDwVYRNlkaOTb
YYT9v7eWY1SvM359JWukVyTkQ+tLq3nMGriWxo3K21sdXgwW3XaqTtxW2twl+UnpMBuL3je/BCPz
FXJI2DefmZHk5NkkOomsH4BYOD44ejI8NVCG0Z3fIw8YHsvgUku75awXHXV81K25TJr6Rm1x1ybk
Mth1HGLVedtkEbo9Xmslyb5omP0K6SzE/zYWFobSou32mFtVF1aMmDdEic9sKtVlN9VARRBnHZij
rYy0D+h29k28zGJ0kt20UcGOEvGJUDPdxpaxieXSjlLeqxohdmW+ikJ/JWW+jWFpIVOO/Prxe5sH
/ew8HdfNXiURquRVpJI8ejWw9VLf8/LeiR0WZr/ZJOZwXobWpdyqXwshvGlFJzBAYnLhYj85V6rS
7fTyUqpclds8GoWLSQeWUcW3daDey2nt6n6zQlKN3yZfop1catm8ie589iSPel2d9T7MCCHfKLK6
EJNnkM3A7mBH+PAUR8ExI3EVcDeOmXAhEJ9V9LrrFwgvS0AbbbsBO6viCyBcetEN+Yogl31BIsAY
FuBaPSdNEXrzv6WoMwrTHZE4s+iu7KOVPu+Y82svKhYdpE/+H7BJYhhjB9C+PVQmO/9Ti8fbNuRn
p/mo50XWHkMDbEPbsARfZVXU6fVlSwOToNvd2FwMAn+cmE7ha3ZZk3jokVyA8jeRmkM5Ws7ptuIR
6+THgnu0iZjGzmPICz7YjBDh4mHZieNFPeYS7UwcGPHUviiofROjv6H8dpXpusFMau4wELH+ClDs
m0s4SiK+dVkVAbjej8nthEqa6TjrXPqStpNLW38rW1ibE2pQs7ma8jzaKmjTZWvTay4JCb++fz/b
94lHHSSjIJq56ROdvECV3ljwoNDRKnS7kYhBt7tI32WNfyeLyi4fdroi2FODtPrf/PC5nHi3OYqn
EvcLQSSuQkN4lGRMYeYuL6znVG13QSmjEu92Cl67+TJaUbKruKwC1N4Tn/9Jh188KluSTNIFuUL+
T1bvBezYnYKUxGtB5UT0+InUeOtd9dphyqO7X3/mJxWLeFSxVDG6EvLhNVdiW4vSzzbNw7yvnzsn
CaVJH+DB1v69q0t+3McTDMK6MfFlKm6kl7c6a7PmJetC+yqTQ62ZN2lY2Llm2KT0HARt3DHS3mGF
PvHG//nOXraOuv5dCbtLSWTN1XGs9anuTO35qCN/5zDJbnNkmNS/PqlHAsN/PZPycYI8HOkxmBr2
ieV4IfWKHZnprcgxzmcWxqtTfatLwNYSRDi1Vsij0XkPUJpGp5hln3RiYeR8PNNZ1lSNokymG/O2
TGXVjkZlKcX0yjmfuCpsgrAcOTGXSO7XMV/rxJH/fLQiW0cLY5J0UtWro+nWUNFi42F+dkvvrpYN
CpxpJ3Hq9UywhyI+lPnJ8/3ZpT1aA61QUvEQi+gvYFwv6QPW2Z050hiI6L8JmgHfb0OQGiJHO2r9
bWaq5Dc+9F7z1CrRwacfrQCn8lFx/Po0/PypQuj38ewnc8yIhunEJRLhmUC0Va1CLxU1J/bQp6Xi
rhLGneRpp+63ny8caGk/fl6ppEyRUQO6vRy9mIweU6jXJcxe1isTFKMcasTe3odshn99gJ/eX0dL
Va35viaY3OFEwjihKtqyVthK/+D5ph3I9aEfaRYXD6XhiMIpMcxnZ/VorUqDlgAYrMBU7N3Onwig
Y1rW8gTPyyLysJ3IsJL8i3/zrJpHq1Wr4ZKpyHB3fVp/84KR85wOk8Lbe9wBOkQMhC2SBFxN+y7i
+i3Zx02e8t9j7cYHvcen/oz/QOeFTiYrAsZ399dPNR5/fH394zpAytQ8Z+9lHn//+L/gAPqfqPuB
DcsG0mWU+e/hALPkEyosCKUPfFpV+RNoriqi2pE0Q8a78bfQg7+ixBHx/Kk6kmMNAsVvWC+OW5zU
fgiqVX6frAKoRXNytF/RZVjPfhZOt0Ip3aujvIVGfRlVEtu2BJSfpuwk01/ze3aYwYxVneSvJAdc
e2Z+1yraXkrxwUY1rT1hH07BlTd1RNmRV5X1+BPDuzifSOjD57fWvYgooGhYdXnLbDL36fGN12MV
X1p9dscI2zXK8ckkyxDv2M0YRjTVdGIMrYkMG2v2n+X5K2k9zHKiAkZ9Y90okXRNpPAqJOVvzt5j
O1pJiybXv7F8k+qonA2yQUCEcZMbwg1gtAsvZSJAoEJJSktrCptqSB9T9rxZTvVPzC4ZizIWTnJx
Xivcy6Q+6C0GVQZDaoatUJvBmCKj2J7M+mWXj08QwPiZIX4UqF0XVZQSzjtiq5SGa5Ug2EUlad0S
c6Pdd2w3fSW/M3tixovWvJhfqPUMWY/lhuxD+qFSve5T466WBn8Z4Khf0ZFbq6q3sQp+VV3VINrU
/tqPaYcTv7y1Ru+b3DP4lTgrQpd4C8vi3A70DGkBon82c5ENscZ3rqiT47hmX9wIndNF6SWsBY08
5ZTaurzjZ2lsm8Zm1MlXHPPZSIFJUWv4Y1M1zoO8S1cEzJKtEJVIG83yNUr46uiik2UXpJiNVQy3
w0wITyquxFSXd5E/3fcKzEpRuKAHuEsitqTZVF4JvfhFyzHUmYMKEVWWoMvW1ZVEmpZokZPGcKEf
X2nhHkI/fCStQFrWdfbqlyUeUXMdWdq48Mz0dUor3xZNSKrsoFD0JRE+uoSw1KImZIqIvnsrUs7G
aHjSWv+Qh8Z5YggWpDvhWxvUTpJP175Kd6se68ImKzZcaaO1UQWSPooyoczxyISLyit8yBupE++7
pLyLJTYWRn6XiM2lN7XQ2bMrKYed3+fpnTeN17KV+Jjip+twjmUkwNGewiZZJmNEjBCJPks9oLfa
ydpDZ1akhXreRqSLqWGYscgrWXg1Ac9lVL3GEle4kndCEF92lreid740lGCD/GLbltUr+Yab2JRW
ZpTupXC+BJ5JphlhPWZXrYya0EWzgy9FmxwivqOX0lnQQJVvW+9CYQu25Bl7JEfJ4estBm38Jku1
08nChjiajVgQzFlHj14hPvUtvk+aMm2fXEpzHiSJt2wnWuum7NUvViHRLdfcoknfvlpPfZyJwrc4
ULdGYriFwMlRe+lMtYKXUdRuJEXajR2mhqlXt4kYbwgUQPU7XIulsNGidDOa3BWCGrwEQnElysNT
3pvfOrbhfYmBUCatcpyeolx3Y2186rP0dSjkXa+xyXu3ph/+2h2/94cdKba+r42QW3D98EIwjoeJ
SO1CDWj/dJuZsQiyo3iIJBzVZhbZaeF/6Qc6LYa+nrzsDBfIQ5QSENvr6xPfYq7Bfmzd//oWCMDR
sUoGfWvjqGZKER+VZVWJfIu0WCmkFyyKWNuU5Mz4cnJG1uN1VKRPKY7mYvS2eaVcyn6IqTP9axb3
W+/6T1/kP3/d/0EoSf8V12D15fXrH6usCr8EKWrJ/w9YII0TfcqAuX+uoCPNes/XhsOq0LA+h/X7
cmD+LT8qAYxSlgSFB4sE/oEflYDK+37WBoOvR8Y9i9H/ZcIUwQQpSOSR/mN7UmYJ2HcTpqT+iZhY
RuMM3odiwFR/pxKY3/M/7jIkpZDyMSZScRBfIKtvk4J3LQWiq7J88LQ5R6lSbFGQntBEqITAikSU
Ztm0DKo6Xb47Yz95wObdzsfPNChtQAfLGnMiNK/8/bvPLGrTyJRM6g9T13aAF7KJ7lp6yph4NLWe
Dw300iwBRzOrYi892nRJRZT0qSx1h0oKsrOAFQafCgzGiSF5JAwdU1XZ38d97A6Zea0TIHuqMP/H
ycXwKVm4VljbqLKUow1BbqJVmaaxOph50xF0Glvrnhb3WoRysSTEKt6S1iiTgQRDLS072SUvFJtH
bpFCKFXkbOoVis1AifdSw2Pud4X/ohAI7P76erzpCT9cEGT76mwSMlQuCCEWHy+IOAVM9SU1O0RA
DNZ6xrZfy3zBYZHVNpM8dTMFYFaLKeU5RNsA1EfxKAVBtEzV6WsT+sGXTG6U80isyi3pI8M+8HgT
J7IBxr5XFNqMZrSm9C02qtgeen3sHySFcCLMx+B4agmsQyNmT3o0XP/60P55E3Brc/pl3M64loFq
fTy0LMVm3ClMxzUrVre0WJhBT1p4JvbEPZEID9BPrfpzgmBIK8tGETpIMpzYZX/c9XMj4paeFdpY
gLFny8f7tLzGrGdqUXzos4YZTKLdR6A3VgrBNmukDNbkS0tFr4JTt9/H3TafC5yV1cOCWffmHz26
rI1o1Z2epf6B+QGjXhMpYEDAUhBhG/Ki2qJhHVwbHgOclBGFLVTdKYfKmxf0w52lEYXBgWszwQ5X
xtEzSEcrzyI9sy6MKK+xOwiqXZaTccXWo1+ZnpE40nit+tFFLRPxPhJdUYeVhxMOj3QelvkO3Waw
NrtkvIzJRwAV5cigleykkR6aRF42DLCMyTrR//vHAgU+nwWZWByda6YdD3PiRi36gcCQiyq0jGsS
UbtVM5anAOpHvQmuD7/dVDg/uFUkETP8x3sTTELu54Y5XYRR6g4+fbdB4iY1MVu2sRatpaYanpVC
fQlbYJOTPi7S1jxpMvvYCXv7Fnw0LnyuD0lAxy4VQsiDrMsn+SJTPPFcK7ozcRqSx66xzEPjFThG
iKqWzuQ0UnX6Vd2LppV6YLcFocsLKGj5I7rToLZ6uKsxdTzD00p2M62qF54RqShDGhSgJYiep6mt
lNcTD/g/1tjZlQ00bzaC84gbvEPfv0x8fFdaFVviRZBqWM9D/7FWuLciduUj+b1jRzBAa0X7CBPO
3ghJlAWzhgTSQICsrNVgDvgdAwmajV7vMVl5UEBooe8JuZ1OPZDzd/nwNMxGZgkP44zmw+Rx9OKT
ifxL66xrqMPT8komB83pSw+gvx8j/xF8gZkSbaJsLECC5Rj4vFTKibsHURaRxkqQZKwSZ7wo0qi5
EAylpGeZWd+ZBb9V7/3S0vMf2LzB98sCy/n+vHLbPyfP4/Mfu7YKk/+u4/mfnWp8/vr8vmz7+/f8
qN1ox/BqxIuJ+XQ2Uf0L8aj9abKyQZ6ma6QqBo3k77UbrRod3xnv1O9YSC7z99qNv1J0kd9ogIVn
df692u1jn5FbHjfqHFdkECTM/X88GxmtuErkTKxudQ/xdynuUlW3AV/Z0Bdsfngdp4UT5eMpIevR
8OuvD8aaqrNDorAy/+FPINelbBqluYUvtKoMWF6qehta8UqYsWCilK6Eviaecer2eEI6bmAoT3nd
kyAISoauDpVFbNdqvVUHnciu9CmaxlXACDWTu6uoEldJ1No+WXFQeQ59/iKlmgPOcqn72mWaxDd5
8RKgpNPL9EzNpxUUthsCOPeWzmbQQigVD7mrZ0zlpsFRIv3RaAAqaap1IzbUtSSZV+gKo5dALRyx
Ts4touRGNXxWyL12u8q88VNUA1XxyBzvFhisq5SNnYTh14AWQRwQpVgNV53eIjyiqb2MKvO8T4yb
sBqv5l9ZN5Xb9XyVWuhdXlsXvdWRWih7wRokCRN61R4aTlZcr+fu8NAK24gJSAOuZIXC4SwTvS9j
AYsw67NNJkRfg6CN1nFMN9noiwfsfKtCmZ6GkU5OTXoE8j5hTZW2knUsDDPvSwU+aCiVwPtRP29L
Zs1ZFaNtB0aPtpIsRdRbSb0tGH5kanpG1OZKR4WjhuMq0dsT5c/bTOXHsvd2u+DQx/Gmzbucf0wb
yrpM20ESqlsRd7g4aLtAq9dWOSII1y5Hr40Wit5fkKd+0+n+LrCSlVplSzJ3z0NaJk1QXBeNsS7H
YQ5krh/8ZLhLAIY2eeEEgrZB72KTYrcKJHKzQ3VjpPLl1BROCAcMWka6SHOMFXp5yL3hLq3p2wVc
9kg/Q7/7IHktYwEPSeuwY7+zFPooIB0wXsFDXTFEJmByRp9K7ZVIBUlrRVmFvhkukqBbUsk5cYA5
BjykgbwiTrSzsqbV0gnpUz9TSlvy6iSjtduxeEy0ajt18TlAt02r+JeWnmIpNs4IAb7wleGiKMtr
ohvtJBF2ZazeBiEaBUu+7SqfSoC8Hi89GDwmQ6Cex3K1hl+17/wv+PlsPU0PfsF3JSE6ARdVStwh
UrNWktQ1s3bLDXoWTN4pNvHbsPv4wkqKxeJHgT3HEXx893ZxVaUZ783bSrRuCt26icRkhaxgPbbw
+ERgkr00XISDtiqaaN/0CKaq/MrrnFzNyOUbLqKxdKoyOguh2Ym5vybLfiEX8r7QCDLLigNByjfq
2NphYpwVE/JQRbfFBBGQIA27qixdbQZTGh3Aicwdabk2Bmj9orn3WAlrL12S0+1kPG+RMe7CGG6a
njteUm2xvdlKFb14sAX7TkcJEkRM0/u7yozsolX4Rkhmw5So4daOm2ZNc9RRfBYrerQgK8kZ7+ip
Ai4d5lMPGqzLNqPW7vG0L4dC5xmOVwarUN5kGArqva90F6mCFgTJU2oMjGcm2rz1OpL6fWrJDqjN
adlIsCYrTCFtxDiMmOTyjnTSC68vNnn81TINGHEzAMRYiOaXSuYQZGHLRdi2dbFBr3cAd9HNjXC3
UFj5PeHw7oX5k437kZfprycZ+AcNCxkqDkDqjxecrleqk3pb33Ku923DkuJrjj9qy1rNNiXDZKvX
NqbnXyaGhx7ZWglR4TRCawsDp5GbA53ooxqlK0sNSWEAr1dMNNKUal2p6sbTVVic8bmZtvaQt/e1
iUlKUW5LL/wyPyUyzy3t/nWld0tvtFw9N88ry1r8+iA/Fml/HaPCbAaTLoZa9gEfj1FN5NLQ46m5
DSKDuFw+s5dbe6z6GDFZdGJtfJPrHz9Cikqvh4cI6Yhy/AjRdRGKnlepmjdbLc1JizBshUmK4e8a
GDfQe+maUtniwh0yfyG2abeQOi+g7Zv91eijRee/or8AwpRn7xuf+vxh778MQ6H5gOlZELlEcOLR
QFHREOgpfdff9rSwp6h0BQuVxfxSLTMdFbe+LAqqjASQlKFuuqLY9I22nDsaKc+TGLe2nuvnEZ2A
BkYe6/U2aI2zPCgfhozmQubvSlZUucvc3Gr3cpcfNNk6hFp1r07+DqQPMlv5NhW6K73hMMEa3adt
dD4TCqtEOatKfe1H/tc0LZ0O4ZI5tnsx0WwlDl8h5dzI+nBRR3wIJVBqZtfxCGeg9AlgHI2yXpre
eAcvbViUXvHow45W+RcWQsI6Lws3taifDUqwKxIoe7++o+Y75uNphafG3kqRxXmud+wVKSQPglHA
adUFZYP6wFGS73vJ36rZf7NHezy4/U+s6lHgcNrene1/jGRvwjSv/jh7rRs2jn/58d2v//Nfxr9+
8nsdLxt/0n+hi27O2Z+ww/6u42X1T3Huer157iFN/ajjBRNzPcscnCyZPRshnlT/3wt5wZot+dqM
MNFp7M7Aid/pwvL7Ptwjc+t1fvagaUmsBGBJ5l36u55o1OuFpgLO3omiCpcWMLW1Hn1g4YNQYKgo
mO+FhV4visiMV56hVu6UV8G96E1AP6a2ttZZboqgUL0AZjtKUiuWvW+dMMKJMfQgWkkFuT2LIkjI
kKcaDg5NVHnbUGfIwJhQBulrZdM+a/OWWGWrDg65YaASzQz9ix556XkrtDLtPjVeMTVJiDevln0T
tPA01OpSUxKS5IfwS9W3LeDRFsJqZin5s9bzLWBGgajsCwsOZqnkZBeEus+foAz0qhXy5umiHyf9
a8hI5vXtu9SeEZNspmjQKjEhFcskEKfLUeOf2LyHl7lRCjdlPYgu1VnMbzVbRV15fovxpEr9HFdE
OO2NxsjPJsOg1StWHWzaVuLg8i7nQHA2PiiFDrWYtwjyKkEk1o9KdZonlfuoi2phqUbxuI4gAwqT
IZNegxMKyEqln/l1k940qVw8hlruPUqDNMCXAuE7LCd9yjRAccW0nxNgt1YkIVxUfZVeiZa1K9gD
pNX7XERzDK2FXuTDNgqhxLDzz8p7Sc493Jayd9NABwNXgCRtMyK5Y17asQnwxDK+0ro+hvWWduqd
16XBoY/lBMN0pbQF89ihvi9SU3uKCtHY1AVXOhi6+kaSPOG+82Jsd1NtuXHnE5FFR8gVrdTbGvUA
K4ZBbEHm+5OG9O1rOEaazLBQqS8GnZ61rFqPIp7w86EPJio8tb8wMqC0WjsJOJzM9KCKYOXNeBbr
ib38qIpSfBiG1nvs21hpF/oI6Nhn32GTpgBM1Hvza3RrDKbB+RBG5n6iEfUw+I34UAbBeBsi3D6I
XQBM3ORfUWM1vusm+h+tJwrgv+ehJhPu1ZyQQTGVymjSTdNRk7Fyy2jqlqOgxytrqLpb3j902Qpi
uSjUVmE+KM/BTIJNAq+BAkFs+6aueR4yS4csXMZis5S8tHiEF82GFsvwXisk/5DGrf804cpy3ii8
csOziTgaa9pUxXuq+nivJFV4mUhU22OYg4aemtBRA9TpjaZQmeuttvMBnDt1iuM6sQJcBQxb7D6B
6tv1Rnate3mxHuUWx11rVIdAhv+XhkC0Z8i1hWhsSRrDuFfkMf0203fP9WYM9h4VzVdPD0dHj8HK
1lEkbsCixvtkjCkbRkW9S8aQNNJJ0JM1eDM/AlZWdVRhftWWdipWOR6uGvX1TN+WvA57bdxjEEi6
2idU04vR7Zuyt6/92jiHmM0LX8KgFDLX3gqDZMLebuNrz1PzHZ2tcRZRDPGNGMj5g09E6HXQBvJl
k/b1rtJxe41K5m/BYhS3eeVFWKO8vtm21dS6RWgI+1gR670Whu1d5yfSWTk0yMXqSp2guMvl/1F3
XstxY+mWfiJUwJtbeKSjp8wNgqJEmIT3wBud55gXmw9UVZek7j41FTMnYjoqOppKJhPIjb1/v9a6
HbdiPDXGVt2314nZOTibwwQ7E5WQiPtwTMmOJrb6ixaP40FPk/hJWRvJSTT16lZNOYc/+Jx/ETn9
Igv3br5xVfT4YNhUIVv9JTCGIxpSH6QsjqqUFM+1msCuTiFCL2xzhFh7kOIjgve6M+kKRPiVNH1s
GAANjHUYP2p5NgeZMExBzDjeB3g0Ls0sNk4n6PJDmRv5RxG6r6NC/OznVbNFi9aCWzEa8hurrK2/
qFKi4vaTL6JXQV8ROBRRvmaoBIK/RsCySpCpNM1xZKTkg1mpWM1Mr5a3ZdvGz+m+hl3fLjCGva/u
vs7rvuKUTCU/3Z9C0/V6mDF/Cg+6UN3LxTSe1IWp2euSi7cLbuk8KRmZ9ooAZmAlWgad8P7Y5ZVZ
emHThoO6TteCSicbZNu3Sr9vmnHfPtm+kdJ9S8EGUn9s921G/Y4dR2WlPo77NoR60TxgwMZDLw3z
GSxlDp05G7fJUuG8ijGB38AYZjYYt7T688aFqkX9arUyhlluMIiM0Lvo3IngserRacv1rG+D6MVI
WrggYeY+jvK+gmohibTGGTnRSZ5Fo0g/h9pLdayw+wzquJVeHFPx8zU75tuLQE8vwa80dpvf58rH
jgH4oXmD5F5YPid4U31QnHyjG3gu0/uqe6mWp1apvKWM5PomX74gi2IrwCCYfWlUAuSPEqQ1oyW5
yXDMPlgT2R9pCk61gYThVOWZB1TmhSJbl1yZqer8wXjU584bshtgPEC18Z3j9AVwbRY7EMNH19JP
C7eSj4bR3ydfGvjgSbdBis6uWfrT9kkoPqyMRYm310qzG1DkpR9br6Ycrl8Mtsyc3YyWb65niC0B
PpZ2MdY2NK2+whoXUNkx2WKmHxCZYVg+cfpidjQmf80KLmmY0KNMbQjQRfmpqqZLOaHROWuHqVWO
2C5vB+Il1dXRKwl47L2WUsvplwNgBZCdHT1O4N/CQEH/KgvuMM9i2JjpAEY0brxqZE3gyzoJU8no
GuTDAcGJRDhQkdlp8mzLULmvm3opu80frhaQr3UFbFwtMKlOp7HY3J5Ya0gSeL3Z6Gamni1gu7lW
+hp6zoP6SVdIKDJZedvm+aNYya/FCl+sUH+VNytzBahHlsYbu+oJcZZwaREeZUizHOrD3IyaCV72
ozSGS1VfCnqSdMLEG0UEnoi5eWjVMTTkKlzKBxiTt+qoql+2Ef6MdT6gUANxSg7L/OKMEFhAKWBR
4Fy69aRtMwzAmZzCOCGvnbeVmYYtp4CltSCDISRmSjRXvEFN+4toxrfdODBjtV7EegnyJDnlm/Xl
2q+o7jDxNSLeMUvF6ECrIHtJZTwUIyBlmD3Kw2K89DWPRXVW84tiPELnIVN+NpVTPftT/lorVG2Y
tjPQFFnz2avysyzbqCSQyKbeqiV2XyY3FXrUzDtdjQ4+HYbgJYZ0g0L4sDUEZu3qDmPlzPldU/vs
MrHJIrn7xIxijBpBpX7QBs0XYtEW8ksvfkqgm2tNgtnyaMQP6JEivsA0HPq5/SFj9now9gpGO03w
WtHkAlvSgEhMGP5PjpnyKV1vO3ipPqSw6CZgLoqk88UsSkTijx3DNnJKOCk5hY/hw2Z5i66AXRvs
Qboxl9wbW90xuq9GAonPWXlapdurmdgdgyVAkvKvwNe3b1TDHAm52gUtvOnUy64s3xYymjDthROo
9UNYW8gVHeXsZoLtXZkfurECiC6Fcn5vlteTIhbuuMxOrsBgAv5j16bo5vM1bbxNcwlEVPCUmjiC
pe58ZYZxwYt33e+htidjBVDjr5bkd0SfW9t7hvKhKS6qVgbi+DZsNb+Eaab+nFC93xi5q3dhaSC7
sJBxv71nDncMergT2ySBWifLR2g3DmZyIVBnpBtF0uRR624taKdy6WPXIe8OF65QvjUFcyUFcW8e
yUXlDdOI9Mz1WengcJ68rFlcWHHvRnDgGXjFr4k+ILsB+y8gaimsrIsKYUrxWIGLLZuwS/ZwRbJT
s/kgUkJl1HPIKNkSkgNLn/XNVoyTsXyCdsum8x2tohlS//CkJJyz2VbnN/UqQQbjN2I0VK0npy9t
/lkcvKHW/qLA8isZ0LtrJc9TDdqs3xuuP6d5jH02CYzmxXGpYzZS3s2Fq5omGymzWuYhGTRaG1oF
Q3XTqWsJEZMhTp8hTrGIZxYyD6U8D6KwHkCeElzUcYGMxCyxePEeCQjvQcG6xweI92wRejaFL/Z6
fhTLlXO3CSYjmVJ9M4xZFw5Vj6byLM6uMhp0K7ocgp8px7xZxXRsrh3Kk0l+h41+bsqMPbJHxSmw
xHnwMwP2iZHWT7oeVvG+KY5Zn0VmFpOClIOtXL8Z9Ze68WrFu07tU43YcG1UhjviJA6Mye7kCSLn
Kg5jkX730k+hUq7+JKdh0aSMMW5DUOpVMtnyuM0X8dqV/tY8GsyLJNTLxbNQjmcd/B2zw8rHvLsT
ZjMq085WG2jkYTqRzPNQ3idreSS5/SZTclSeCzlh6JIas9aM3pUs0QIglj6ONIva43U2LoCbUO2a
GJqf3HHowJsqQigUW6RbNG+m6mng6RhDAmXLejBj2gz91y3DHQu3q/pSpkNUa/FdZTyR8aSOLnny
BlvGpAML7MJSRKK7HY6baTxIzPQWEHZPaW/r+WPdXu1piz+ndXNUYB9o3/Tt2Vjp91roCBmE/LA2
/0Wd85cxR/YikzFUNRRoCJlP/6f24SZqXdFp7XTMjZnQYUNytikoNI6fiYW281W6tsFWLZk390mD
x6fRINed6CcNAeB7/Py3ylf/N3CCn6YQ/4MkCFFAMJgx/SHZ+KcC1++8kt+q68t1/LHE9Y+//aPE
pf6mIRJJlfEfsILfW9Wy8tt7aXlna6eI9UOJS9YAKViiwYwav9GpPf2jwsWv4KBiW+2ThjrU2n+r
wPV9kPDPIiihPo0ok9HZX+YzCEBUI5ty5ZxH2bE99BdgtaFiN9Bm2OZZPuz/hO/3onsGwFi/dxhG
P0gPHanzTXyXXSY/9qozoM8w9ha/9PIbkqWD7CC7fMhP15ci2j2jZePomgi4zTH3EndB7ljyY+fq
Irnu6YcpunoM4DkjPy+uHDTu9T4+IN8TLMcU+do2bI+9pzqQpB3hDIqEEOfoglANu2j1Bl8MmB0L
rkHurp7g16F+aB6Sg+JK7vXSB9lij2fJbaLGb3xq4ZcEOaVdgtkdQtUVzjviO7PN0/VshO1FPhg3
etBe1nPq6pHqbofikkVT2PhlyHC6z/h/OB7MQ30X3wqX4uF6sC71uQzbnWDNyxyJ7wkM3BPOWmA4
cHlB0oGY8xktHiDEoIqJcZ7iW+oz9vIFVrYIpgUv52N3Ddtvkde7sf+YoaMsBbqbebIXv+kO6+o3
of5+G6onhXyC2wbMsIeqXUe974m38Wk5ZEEd0AR1EBMKx6ByU3/222jzkAU6jq4UdKH+qTuCjkZ4
VneVw/VkeGhRBNdICubbKpz4q/m+vEv9LbDuYM6HG9hP7xBec65BeaDacA3ATTgVstgT6svI2B7S
Q36AuvZNOlxvr1/lV+szYRH30budPT46iTO7xJDO5GmH/jT7+k0dqX6M+u01aELRL900HE/GXXyz
nuChd0VfdAlf7NbVb/J78VR+3Z6JnAgukl2Nx26JoC6i23naBaWxcx9dH5qnymuj5U30B0eLDLfk
Q7Lb9DgFcpgHGlR5gyd5Vz8/q2fNLYIYvobRJT/LHoxbI4JcmtXOAsWBSPp6Wx0yFIfzIHPFD0hH
IpI+fwAyhmC8zM2a3vCa8fPqiqF6Xx6VaAzxUqvkmBf1XrplJwaxl/mF13JORF77Oh6LJ+k2I/1C
0MnO76CWCcin9YMaCH52c31g+OkkH4qTfq6P5n1+NjgB3SmP0kN1UI/9X/AOMzX6U/3gz6P+SxFk
rke51utWOiNl5sEUsfiD27iQ8qCVbdgN99C5b28AD3yDU1lETQSDtgdJjDO4wiPQb7v3yhfqmU7h
EMS7gz97u0D71X7O3Mwf7dmhSIkump2FkttFnDD/GkoQ+Nn5a+YZHrsIrfDWkVzFN3wyeZ63wi4f
jmpyKIOrA6OHM9iZA3FNsIT1nXaEK8aDETZIgizIviGYVBgHDYXLb9uX8mkKhyPw/CcG3ZYwC9ab
JqSliQQZ2vL3gmM4wrPqdrw2hPEnBmej4qhGV8S26yfzU3KWI+mSZCeTvXTWb9iQURLJj9u9dg+g
yp8Oxrk0wiSaDsmpOG6X2O999UYLlPrW5N2xnTjohZ2XAP0wtveynwd/ckxb4vU3Ku/Oy6fCfoWH
0Zs5CwT6yFWLh8FV7K9vOX8/u5xJ3hs78Ok5TA+6fJLXR9phPuXhFOQYVvPShgP8jpo/QdpjS0jT
k945mV+p9hpa7EfhmHxgx7mN86LbYoQMmANJJzf3FRt+UgMeylk4VqfNJ2byoPbxxqN1iyYI/7pe
SKV90zPvVcMuAjg32XpyoLnUDVwYcb3CqxxQQJFwsx726xbn9Utyoyc2yKaES+Ze7aceRyBqw9pT
A+I3b3GvNop6bncZnMwtHB3F8dlRHemIvpiDdq1/9Wd7tjv4KkdcTe8JaN2P9luCR5hcrL69uFWk
uVB/AmWKct7VhuJ9G+ZQzRifErdj+2UfOz6d5mIk4IEYmOXuag/yGze+NyK4gWw5EMKGD0kPDdLk
fymzrYo/9w3/PEe/1N9mI7vS9jbFc+vp5w1XBvFKgPak24Yl7X+eSedufueaaJcjQ8iljVPKk2AE
gsWZeVVwHyBK8UdP48eM1XhG3s1fvdL+WjmVM9o1muZxMLGShkuCfVjD8ThyDAd/8vcjSw7lLu5n
M9CDycc1Qzma+8CE8Yq91/nFbO/bZneS/MJNPO4Q54o8vK8HJJSReYgxVJ1vYspjr+AIi5/HQxHt
H9iHOntMdMrL4rf8lGI0W6/nv9Hr4OYI4DO1TWd/iR30su/nPgQfzL/hdImu98CHohZCM4stIXOZ
PJqdhS+7f3jrSVHOZhnQqt+/SE6gwFgQxiB1TbdwN3YlWWegIlsP+ZTdPo98O5nto/Nl2FoXFg0n
rvhYL745Z8OvX/JHPp91le3OiT3dE4PBpwfiSW7pZfynO0QVBz6P5WZPCbfFE8Atr+WW1jcei9O4
HMAv8GQmD3Fip0/9sWXvUANwIdlxCldw9KjkOUOWhe1c/IrHabFNLR/2TQn2VdkxA9pBxCpsdFf0
Jnfl4KzOTga7/25fM9iSeJiJDzguZH4Nx6ixkWcbnk1OI4cuYqrK37dyjay9wGGvuUjFdygh3jxJ
duHGbhztX2cPlQZ/PK4hloCnt7JbWCDeIdj71qvDffGqaPtonufDynL03LXJsyeeCNCDP6VRf2j3
jerqgXCzP2nDXcMKG2CwgRO/Cwqvcx6g/+Q7IK9nV84bFSLb4nZTrAICLu9rAZKNmwZ89r7I6KoQ
1MXsHhnHofiwQGw8Z24nlI9DoId6OOCVMxctklA4YoOOwu0c9uHKPt6vpRLl7WckcXMvfd+YEq5i
5kZzpwk63REiaLm5muwZnLx9S1QnbFNY7DsZ6yKyxVKMR+x1wcASE3c49Ced3ts+bh/TaE9J3RSK
2zrsqffg6vLAYH+rwcDUGDtPxCu3XwCmR53P3A+vpMEcCpzifadmFzOA8tcHo+qHsTMfrQjuv2A/
DgNvgfTPVrDAkwclopsS6mKiHSFMo+FVxQxbp91WFcHIksps6f2rjnbmVqwoKFIuYbCrZNaSkp7H
WfTEO/NpvlMv2DSedelK59Ld17vhZijEhYS/Lp9mX92ZJ6LgTIiR/I77qIJiXw8n4z0oqXIgMfXB
zHOZLxJ/vRt+tKoIV0dOQowtUrirCUfBuSCMFgPzrL3qHF/xbg1MXAwtYbd5EYIas1bzN6NXP88c
x5IwYMHwUOji2Ygcwv3Klm34KKcSSBC/OoRtIdV2t/ER13FgUcIQmJ7l1i7BnFOwyIPPwrriAWEf
nirAj/fDLWGxds+zn9YVgZ53K4MyNw5OIf5s+Or0lE89nGX4EZJ6p3UmO3YpdXqSD7HVzJ+9ez1u
ZTqlxBaTvdiSfb1Pv9aXfanbg8aNFiwD1pPfN55FSG4G+WNMiN3clEFLoJK6CvaJlPu46efqprxb
vy3hHiig7+1lhCtdiOXgqMeBxNusi1Xa05GsxCs4x9dzcqC/D2gg5J+HyofV6UCDLSjWE9Ta6Q3j
jef+3H9LiZZX3wqgznQIgqg/P9EPDLKQe/Ep/TjMwvlsMDt15wD1IzuDVHqy0SglSqqDxs/CjQiK
4JY4JyelyOzS6YiK9rBLID9pnXT/zx9s8avgJOQMltN4e9zSeDwgfz2Pl+WkOwCC3AH+ZysYCNQW
SvV2z8fLkFlnXhwpsWNdmlAJNq8lZEfdJmqO2iV+pFI88IP4YDy1+hM1bf1EIOalzCDZZWCSSmgB
pViyADtjWaB/9fTHCWMSDcc4qp9YXzYKtYybkSykOsq3s2DTVsme1EgmglM+q1/NR/U2C1ge3ps/
JNyO/in7BuPaUb8tA/h1/PJqZxSL6ec7yR3dZ4/6ToCLJMzc41AkxzQvCQSv5XuWRIoJL8fkS6VT
2LStXQi+h5BOhq0FvGC3Tm/fEpvuoMPaHlbvespOSU1eg+ppMPv0L3j+ffGitmFFjyGyPmuanfJn
H+WHmCYV+4Qf6kfeTMy3P14YEn0kBjTISdnJJmtYR3seZr0/N4sPZPrwRV2OwmfCUzag0J/isHdN
O3mkTCtHGTMmQerXTuXmn6ivuq8LDzF+nd3ZX7wXyokYhc4GxcVJ5B4Nx/BUW7d1dlfvNuzdgX+t
7h6GMplpq+9RI+OTXIJhxxLeRnIu0kt6JIHsQ93Iq+teQX/rMatD69DSmzNuR34toyzqvPSyaf7y
tvqdF3O5PbqFO3sh/Wq5QsHnyxxbkytxF7bFsGAo3Mm+7sPyzG0MxMk5ctlfi/visiaB6tc4tz2s
IwjCrMXs6SYkET0bHrsds574uVe6TChyLdGXeA+V+gCfw4Nj7zovg6PgaLl5Zz80aODxv/0BoEfs
78H2vrm3w+Y8veXBHs/uy7WnIINNCs1FVlx044gfBGyUbk8HKO7sDpe939To8P8YIJmFzjFIROck
AjKvSfgdPhm/aGD/YWwhkt6jOuGYOzg1ktEKY+fCUYgbNffvwaKThgbU2rlZqu3cCErvGPk9HIRu
lFA390y/fawx/lZUBLCvv7OzwwXEO3G/znKj8QXU0Dqwjx7biPXCKTFu+7z5MH1jlE18b+5NgRk2
ZBs40mCvvwxBupthb19lUgCMMmHBaaKE/9YTMQo+0uhe7qFZSMQP5Z+LcNweSPlpJB6ySx7tMTaj
r5kv22QgqrvwZWh1eM03Um08zJ4uCkQVP1TZ/kVLn1nPf5PG7q//MIpFwzQr17qRzgSpRJrl5lQU
lvDr3lfiFA/y3RUfUtHtwZMbXFjDyU7UgqgcYdOuWECgkrg6SMYJVDY3CYvbPd5aImn3C0GKgaM+
RS2JyNTebuIn9HnO3Qm8WYS2cQRJDBUOBLLwFtSYCKrng0bNqH8uHlcvCYcoJt4DQYrFBiqxF2rC
8tCfC386wvDK/xjv353GeTjq0W4REdV6mPa0jTucPiwfFvvWwAmVQf9EX+2mP+cP/bfdDUiPu39D
kRhBAS2kO4oL6O+M42K/ThxuWCPeTZVl08jG9WPn8XYq2zl1QYqm9savwXtgggvenLspw8/Embtf
Md3uKGANaekdYOog8KV+5DYDRjv3KxaPwhJFut2lbCSWMyEq13eonDirT5ucPKPfg1Z/d0pMm/mz
i5ngPXuMFt8t/h7daBQaiJpt+Xlz99hgL9/JXuP3GLJ9IfClgRDofu1u718H6RWCwhYzxRPpcSMq
3rmOtkOl3PU6x92uKWVNWPTBnomkseQL4OhgpEAE/uSBr44ZAJfgTc/CHSKO2IPFUw70CSMNrz2F
OOZgxV7SYw1y8qzMz4mVzGAh/un8PY6E14wIcY+xyRb4DnQGHG24sW6bs/ghv6PFlYmEevl55njv
RgTKqMRxSoKwxoHjM2MLdu6+J2d+7ki1jkxX+U/AKpwx6myACdiI4m7RnfTQ7QYk3FNbkmvO7Mxz
JDC3OYA3e4g4Ev/sIZ7itcg8wFhyKDwY1pw9MFxYuDHCtWJLGqzGHtI1hGVUcgjqGuW0JyUG5zF/
t1zYsVP8WlzAn7oLNmkvOUAtg6UqiGf/+9PKEPq/Oa1Mdv54WpkP0a5Fahrn+Jt0ox4sOpvEycR7
T+L99qBfbehP/c3dA1kT07iHlpJf3cIqQZV5+KRF2YN2Wx+pqt1tr8WJ19/AaPhKiI/3zAMUiX56
E1M/3qOH+BZyrgd6Y0cpUA7bW019E9JTZ/Nkqpyrn0U6geFwIoEmjCE1jiZCYpI4vwvXm4JYQ7/t
jsbTdqC+5/YRTtO7Hmq2SHYqTz0p5vkTzhHT74qXKwZv87yKoot8K38aDuUJL0RAK+PLYn+kyNlS
mtDDPrLuzMSdX6HXb6PWRxnmaN0UEfYdK075nMqbciNf+qMRkXp773lxYH2fgfp/3cP5wNTZf4oY
t0RXDJ7M/xZWePsiFJnwmmYviGD81KD586+/d2gM6zeAejteD/jEjpr7B5iQ33Al9Lil32eJqfj8
DiZUQAwylm9YhrKzQLw3b36fQVbk3wAZ0r2DUwKuAxo4f2cEeW/o/Dim/me56ReIvCWvTd4AMwvr
Ws2CWAfBUgkZpQZ56z5btGjtRbaAzwkzihl1Bi0fxKLMEWTYGbmQm4i672ZfTTN7MaauPnTikjxr
aq0dkq34mM/952Vse2baDBLyqnzUu2lxNLNDMpeTa2tpuUKH0zQg1AVigTQvguJqHdK0MO5TZREo
U1jAfOrevBHicT4V1nB91q5X9SPoI5U5ojUb7YmbP7dV8ZkhYBNdLTiI+7iJAdwBOQeP+yBpL0zJ
ds4krSSvWU+lA56LSp57V+r7/Mz8fg3oN13DukHRVurWFia8irtceXeogeV71bIqfkhhyYIdWmLq
YV51/XPCUPkhuW6G17RGC/aSlu/ar+VpKGr4cysUBUAoxPU3JVcRvdGVJKwFo4O0papeN3iA/G7T
k8eY4fVnY5B0e27FjPGma3cQLIl5hyRT7tp6VTwc0uYXxXU8pBKtdMlYidMtkR+vcYJ8CvvL0Y3K
giLf3GY7Hphmlunx2wy/J5d5n5yqJHVCvDrG3zJz9NoDrTARSdGMgvkJsbVlsZsPLYvJaCYMtprV
K4GKbhrTc0uRn6emas5M1Va3qCpVYZwxsmUXcDf4qX4dA6Wrq7M66HLY5GJ+0eEq/TBmU+PUQmzc
63lq3cAjJJyqpJ6e1rooDl2tUQCEW5dxn7K42Zr6erGWlswbIY+TGstwTzfSpDMlFcfMXlGJn+s0
PY8Nc7BDPlFf0IXBBXSIIid8eLaK1qQniu0meNc0X0Umv8UembfBMRcFaAkD5yghrs/zpORfkrRr
GDKd7mDYoUbcMRjOYJB5Y3Tga/ocGt944HEpMryf8dp/08qY+qAKys5I5d9nSP+W/fw/g3D86075
/4f4DcATP7jxf2ptkx69dD+2tN/f/91YavJv0EbslBEaHCoiFvAPxIYm/sbYAqQqsiyq3zHUfxhL
Wf9tJ9yzIN6DN4kpG/7od2MJzANCB1rQ0MUq31l4/gZ/3s+m0tjB+/uVDc3c8VLcyc9Bh6GWwiw1
cY9Ad6OeJaPMD5ko3/2wGP8qA/nJHnMRQOSIROroNtPXV97nN37IQ8Z6vQqmptDcKATtoEEpt0Ps
4r8gf/kF7vZ+FcRwoUdRuYT2q8J9bvZCLYly5w5tLB4XPXtMkZrzs0ko/Bo+oL+YlP65N/j9S8Ew
w/ACTIa4vP33P3ypGJEeIPVL58bD9WU0+qubdFbjbiajlkKqETuiEPUXQNVfcPLfvyJQdQmKCM3Q
f2W4qIdYZD6ZgcS4mIpT3iYWhNAdicGgTO420asXNCWEMHGNcq1f/yI03buefw4+fP/GSDfj93e2
JjBDP3/jaZWucVlwdatlfHQGF+xOjdg7qTkkf/FF//lSksZ+AebNDt93z8+XyoBUMK1vUrto1xqN
jaTxW6vvyCbW9S/SY5hK/ul7gYzSkbUF/Luju/ff//AkkfCM+z4z4WJpFnV22nosD5lsJA+ZlOqV
J8RV99lEr4AKYatIJHHmjC6INpafEchBWUZLEVHIi1w7twCBnomcUhKL9Zq9gSBWbBAbxscFehGX
iWDRj5nCzGWTcmSnMDjX1HEJpU3T9x/XDakwdYqnz6hDZo8xKuWKo0ErTnEoHgaYX4tepQkdg6Tw
UnWZa99MmDQsGYo6pabG4LO+xQMSZLGOAOjYqlTMcmF71mRZeo23blS9ycqKnlflZWFkS7beljqz
6Nm0/QpsuO0TEuBKj49GLhnI3lvmGQbC5CUeO+t5AM3zxjj5xPwswnhfodVrpWjO4YCE5Lgon7K0
2ArXlCrUlLpxe8o2qPRWbVWf0q5m9LKK9UUF2bzPkiWSKnzKTWl9lddJytxSm3OKBUqZX4ByQZsJ
XkAilRxS5ioTXUhGVzOnlBYrcGvG8pZhcaqt7xFQH3SD1F3fdU7EScxeemMbRTfWU8IAyFCE42iZ
ZQdaYlhfGybxvomG0J6na96OATxP6UcR4MKjOGc9jAqdpj9ugzIDdc+N4quZzQrTnrolnudcYOYF
6j5vMMQEuXZ0ZJxtS9ObbrDEQ9mANrBVQRCg0ezMBWlGTZuuDnObAjVMZWB4eB1j4O+1pFGWZiZx
hMgxbMtCv8Ah1VP0tXLrq1UW/R1CdBnQfpkQkgHRrj0L6ZZSQCy2iiij2fLneEQ6y+M7xZY35xUj
qX1eZS9Nc4XcpmzhJrgqw05AtE4dXPNVA+q4nwwKVZJaemKWyFuYEprAxdxSo6rX8RoOUAV+Xcuc
ucFlZSKQGexiH7ac9eUNrkc4I+d8felLgiFB7Da4MKsNUTRsck8pQ2r0j6bWyiuqAPW0j1ZP8gcD
7jJHaaSi9LN6YCyn6cwgSbPpy2gOyn0ngmTK6m16G4ae9uss9fAqpZWIbILUV6f/3g/9UgjbLRhc
bRhsaQeFoCb9Cyy4GbdaGdQV8FS7Qfpq2e1Kn8d6qhLZtsbFy8Ec9BrLMTLsWD007eusHPsCLLt1
0azTUt7MeeuuyhmCV0rbhSz4S18E73f5PxA+/adx2/yeR+Ip/z25zcNLlfwUSX3PXPmbf+SehBEa
MwY6NHTQqhHRfJ8ONEzCKQlSeyb9ZLTP99/8kXuiO23qqE5DVCVCXLTzE/6Re0q/QWID5/Ef8ZT1
93LPPWD600n+kXsqvxLuz3GilvqQ0dKSl49TNtI3TAbwUl2MMFoCqiNnCtrT9IypqY35+UbEQtQV
g8hjkqGKZamj0yS7fAQSm267ss+Esi6pzlafQQ5L9qSK26E1m/KlS+IpyoS49DEkg7eIjKRAWauH
C6IrDopWC43BHmBNftWe9Dp7bQuDSYdEbi6kXKhDXa3hJbNmoHciXCmg2zO/aZFNsY1On7+s8yAe
xgpRUzSfxUPVWrXTjRNFSDjhDo0+qZ7ZNh1asJZMUb5U0doU65z8RhMle15M/Q6GOiahjVp/bjN5
3DGqDYP7Iv26eavdapzJuqWY2ptVUqFFbi7KIFe0p6n5IOTWgLalCiBGbtfnzFqQWMzS9Rt8L6Nv
dQYdABNty0pEt0nud1KUa84oVV1pjl40b4IoDVAJt43NsCi3o4+GZNcGlMEqjB6riFaQJjGKs5v8
pFjNnXR2pIZtZKPD0PR9oWqplyrVed5Giy/RSmU4JnMRohexIL6z0XQZYCst8sS4N6sYmGI9b2cN
L+YK0Jydqqyf/atRC9AETv0BmGNY6fJHc7mmntSnFNPVsXeaQWTILVbRAlNVupybzgDAtbsa/rhs
TB/My2Pa5oG5gMMp6yvTBmp3fgdEEtOmThFPAjJxC75+MQPFWAw0scXHDa4Pfc7jaDUAgkj4F3s1
B1xVU9CZmwwB7uglweXId6WujHaZzd0JxNcVHqDhXRyVHspQWJ97ZaA6Cn3IIVma2Fa3GpaEWGye
J3h7HqYJotg0GQ3oXUydKq8yxOBDwdUU80Jnasm653Hsx8DYZoZRBb0MrVIuPvxP2cn/mDRTppD2
702j/b/+q0iy15cfzeP+F98No/6bKio7PSO0jN/R/9/NIrU1EgYMnChTXNMkBVP6u1nUpN8AReqg
I4FH/04m8LtZVKEFgA6HYt0/jOnfyDK5xA9G0RDJknQ4xOAfgBBAMd5Bpz9E2KKaL0UL4YoN4THI
w5lJHVhRxgLhmamjwbf1wQ8L8y8yzn0Z/vmKEOpBVwFLGZQEP8f0GXyEc05Kbo+t/KRK1xdMiJ0L
+WMfjzBcj3dmMzYMGSsfrFF7FZUOpd/my1q2vd0Jit+N2rcUkb4rpDfExh9rZS08OCgTT+3Nv+Bo
5PH8crMk+ioMZMrOLslD1Pbl+2F5xjWJdTGOmclKkIdTymKxe729XtLMAgfCM618XU3zcDAH+bED
0nAHHjro0m4O8u1/s3deu5EjbZq+lcEcLxv0QZ4MsJlMI2/LnhCqkkRvgybI29lL2Rvbh6rqbilL
LW39wAA7izkqoFJSJINhPvOamfpT6eIdTDd9sNB+twcECy0F4wkVT3meW/EXyn31KrVCwC1WY331
ev+qta3AconhLEiox7N3ESUe3ecMbPWo0KLshLUZsEGGvjhagSOKKaiw+6BekYLojKZvyuzO1cDV
oxVztBKaQb/HKDUOUWTipaauTSoKa3QSAYL4kg4NgkOnY52KQO/ddt2K6msxk+ENc24MqH8ZUNBc
iaeFkxpXTTdoV1EY0YE3y2Trl7W175drE8lNe533+sbXunMESrwt9s7xAHttsh5CjPgeZGWn2z7S
VNCZ2C46PTZWnoaUvEhuJILl27goP8Wd7R8JT3ye7frGkTg4Rka3lirPjjM7SXdpj5uVaOb5lCAS
YOUYfkTTHvUF5dM3VEyQ7kcthCcTY8M2qbd6Be0sGrRjH44QXB1aNkM9booZkr6h4S2Qjbn5jUs+
3YWTteP9+fumqnoIQFih5UPpnCWFDe8nvR8TrbjM/TA5dUqEHgLkJ+JdkkD2yXD226U1zbhphILf
NTpS7v7CgdS4Sk68Kae5nM/xTWOW5qYKSZgbBDO6VANBgmjbuhtQOZh0JO4yepVT5h/5s3lX+i1N
scoAs1D6CD+YCG8buXXpzEmLARnWnIjbg70iiTt3NFhJQ1aBWqxhMg6Z0wVxjhcmrH8SMi98TCGp
30fKuZMTWl/DkBeAcN2429duUV3NYYH2OLSpteayQkkAq6ARrbUmH1wkyuJoS2Xneynm5M70tI9j
nFsXlkyy0zk25M6sNeskNqI7MVf558aV+qKNgxKsviSLkUMhq7Yi+6ztLW2DriGMXyeNiRZEXR63
YX3u62H9tVGh2JPggvzyoiKQhciOtKTGW5sSx8ZuaRm0tXsRp4Z12yUiZXKc4qhoS1JidH/OycZr
rHx855tI5nyjNehG6b1qtzDDLysnpzfrlBw3he/vOfuiD42urimn44tjRfm27bB4xWIyiUd/Vbst
mGejg8zQ1mAdo3iPFpkixBpDghEzO3f62kEr1q7ONd2fv0ymGL/0c2hf5ZMBYLqNi2Q1DTG2Skld
rIR/JUvZI02wRA7ONJ7Z/kRiGmLImZsi3HU9RJmVpfXfckUv3kCgrs5brN6QiwjN6SwZxQd7su5t
SyLoX+LPJSsPKGmmz3Jlpl13NeCxtkbsaWu1kD91TJ4oBgnUVyjLgTpLbBDRvWruB6X5uPzZ7pcw
lB+LCZr6FJdJECW1T5pVJy6ugWH10S77uxmK7bmReYjete6n1DLTD03kyitp9eF5JY3ojCMoWVeD
hJ8QeeVGEjBelN0Sm1aTeYnDqvcVS2nYCKzVq7qp69M6KfNLM0UsTaDcRCHeoVKWZNl6SErgJ2F9
l46F3FWYIj+GcYOaIGHThWPX+spOBKAVs4OUX8dfp0Ixl3133U34BsfSsU8KZxCrXtMvumi81Uz7
k3J0Wjk9Bo1jWCPGnTfxPrNbkyA1HYxrid7IsZObBqZuqVy8GtSDoZBINdjAe4SVesgvtdECRa0L
v1xBKTeOCtGwEoc+ORFdHE6BMNp8b4mafS3RTIF00lh73SqnXZNqBmjGMFtI0VNTX9SNg0uHpRog
pU3doxvZ4l2fh70NsAEVRhooYaffVlOlmNm2fLTrHlnxzrQ2uoHa7anA0LkTYeCFSX5vdpMZJI1H
d7keq73y7axY+SIU3xwjAlegJWEw+D7cbJUbyaborPY4os67LnMXoGsVOXSl0voqbPPsws7zaR+p
xe0nRDNphdbN9xnDJLVxvD68lYJ6F8oIA92yqR7Pw0bFx90sy6so7Q0wqdAlPD/Fg1PWgDaddtoi
eQMaOlbmNnKtodoUjnCCwqdz0sWOf4ksR7PMWH7cpyNlIB932Nhx4VpV3pYiWHqW1X74iEvWcNmG
7uhvDWxiZ3bNVu+1GeJmCmLCtKcswum3jwEyzbl/2ofx46hJ/2PVSsgU3PF33SDQDIGwhCyCNvcn
Jk7L9TkeLEiv5WkRiMooQG4XQ3FRp6H9TZskrHVrnEndhhuzKdEZQzfiJHIQAaqTdN7Ufv8QF/hF
SlUA3BGjsYXFetxSb96kVtZdStRsttIpPqGrhmCCW9UAlvwq3k9JCS01z0FGKS89y3U9CqYSBqeZ
TGOJY7OvX1Wa2SExqimMUj0PfHrdLO9QU1+cKsKNTgculvtbv2guYgk9NBvH7mjIwlOPG+iMyID6
pXKA8ucDl2SfpjAh2ny8qUVR4wKejFngDbM8D/3suitstWZDhKda51ufLOKOdT2jZuN4jb2femdf
IMMYr9NunOJNp+nxvhqFd9rklnGU2Ub42As1rjxujBNNYgBt2HW7r8z0MZGI/ySoW5w0Ru5/TCSL
lCNbQ94nkHCv22M9rQd1neht7qy9SO+O4fd5+6lT5MuhFZO30FzcUstLg1m66sxuNDqI7qOZtzZ4
wWr2t3mhLidHIkeaGxJTNz06a2OjXnm56QfSHcB/FemEYEPPrVY7NleS65yP0FKDvNfqz3Oiwn2D
m+NeoqZ0EquwPY0GlX6K8Ibfyhp34Izr74SWMkWohmrU1mva9LhENgtP9CQ8GTNXPmgqxNFmRBlq
YxbVeDZGE+ApJ26vbXe86sYeTY8yuhkRcTkaTG9EsUk3d5iCD5gaFxH1UAfWGIY9e4/jZ9NTowhQ
NE9PKkOzLrwRZTzqcvap7XoSDaGp282OuExCw1/n8NBT28seHLsJt46W6XsRlzi4WDCaepSTIjLH
ddlObEBjqoLeGsETDw1kuTQxzg2Vf8oGBOvJ7a/nshW3YwE/ieMF7tZg3pfVWB1LG6SlU1gf62Ho
ME+e93nMsJXe3rdRF1Rzi44FolGrTM8I32M4Yhr1iKQe+ivkUiQX2+yhpVjn6ceh5/KUVgTyC8uf
kw5ieIpY/mnpp+5DaMn6TKrW/Jgkkf/JW5qyTjr5uKeOnlqc0F0Ei8rxcrQo5C8WyvgFU/FAdWvs
EfRDgukE0jWOTUn6mS4rwaMJA97y4EeaKCedG1NEQKjlKWd3dRkaxa0tNbk2jVKnqJBCjuqdY1Ob
kpusds+aXAKVMpEzEVp+alnT51TGIDNdPz9KjR5b69YFQaYPW6cWN5x0CKuIxN84gptsiNPHmnp7
QJZ3n/XuXRF2t+D+rmZysbM886h6W3dUcePbykdpxIjMs8wrUMgiXi2S+HNuq44SCOJNiW8gJDZi
eONrOdFkweIbpYy2WTOMR2kSNmvHAOCAYCwg+xCVimKaiqBKTQBljaov5mK+oXfu4TyOYVMugWrp
kcF82Ze8ScSRpvaszvX6ujZN4IcFN6jd15Cyq/Bec5PF3VUtxXGA+h7Nu2yK5cbRkXhquMBWaTfl
QWRhIBOXsr517Sw+zZBWxRs+20YgDhxEmo90KYuz3EEyNqorMHh9Qy1eFjbBqGde6kluU4yL7e3Y
0ckw524fGWJEmW70KJIVzvWo6nsLnepVOHWStAnInJ5SEnd8aBKudTzknX5u+NBSy2K2NiISX0Wt
yb1qE3VhF8lxiioV+o7efFLWKBCtSq2NTyf0HcuRqpwlMc3Ncvg1kzCu8oozsnLtQNiafVq3VnEZ
J4igGR1CbWmad8dSid7ballefeqkpqMsOZ9mSnn3fld9mvPyGxgBhA8aEhwEIsCOj6Y+fAPHQewr
rPzG7CKUa3LPZKEqB1glJfj+aOore12ViyBo3gG36mzqQaUT9fu+8fd+D3G4rJH9EnpfUihKRwjB
NSkmDabHKNNRnfBNjuOkcgGNdQ53IlpIqCnpXxr5iDOxOhoKj8pgnagvtAr9C0W36buWzXPQYbmz
roiQVr7M9ZVhRGqrsqrYJY59jQJ2t7Zr6wop/G94X9/kXRwd2xW7IZlJI7tJ3CRx2u3pTxqfFa2m
XUNKrgr3Azr/wKyd5GuRN+i+LCed8DE1i9NQ7QAz9bCDbA9xaJ9sFiJqVp36BdyKCcOt1BQlBujV
vezn4iaLqGzK0oGjGmUXOZsPHQ9/XlWtkx2NRY+iX8I3a3r/mO/0xZ2QJIumbYkeBcm6ed0KtRvd
HBOIQk3XTiWKrZcK+aUyM7JkL4KoEWbxTu/oFdvpkmoqvCs634BnM5Mv8f2GrT4u0+SxYeu6TQMz
6Qo2Hg+waaP0GD2pAs8NAqI4zXa+IgTW1elo5sBOycPXIrz2pyw7G8uQK8tHlAhI14dK5HvMqXnp
oTufJjOZ66z73crjXJwHzb6xqlj7SMzdnw6WOx0VZRF+F4p83fXy/tjSnWCuM/mpBbojslbRvqSi
KXxMwiry80Bzxvo4ddMafpJV6x8kmBlkinXtbKa+cdQNOMQJoDJAbYr4YUbK7Duauem2TZtp9fvl
wdcLfy80Fv7vgCr/hZQYfjZZaGL/cyXx9K7u4rv8eSHx71/7UU709D/Q8DRdB93SJ0geFbaffRb/
D5/wyP1TgdSgi/Znn0XHBgo/Ch+Bd0BaNO//7rPofzhCLLXGBb1lslJ+r8/yssD3o88CDOZJ0f9Z
rUwiXocMS6PtTAPBIW5xgl4vOy6z5KisCdNrFX8h/93Zk/FFoVW6QmkN0b36yBkkEUNWNOveqr5w
6JzIQn1xq+gzAYvos2PP/BpPEhJmf2W2yFQORvEYFjPZ3fQ5nsfbzkjL9eDPwaxL2utdTfoqExjW
VnxehdGRovFbtWm89Tv/vEdqhAwp29Eoh4EkcAmoJ9wRtemOSh7XVwXWDQHOuW5XpdEDGcwf/dTB
bi85DYfpK7Yw+9rGTW82bk3p+msLzXs2ob53KdSDF0NTbbiOjPZzLN3vqrO/THry0PsxSMa+odpj
fkqJnnp0V/vO+5Y3mlpZi4NfqDCK7cVF6uWBRCKgquMbssR2JT13JYcGjS6SpAqUaJUbtxEd2WBy
2gdpjdfULGDEV5sy5lrU/CtTlX3gzajfVEV1NvlQk5K462E8gw4xY3c7NcO5jlAQTSJoRARa9zUu
LgiwYJNlG7umTnDh00BczjNczgYAe05nn7+B6+S1Q+Nh7eQjopZud+XNFXxK99zXMuPIzaydpov4
Q+bPaz/xv7ShM25CE96naM/LRPc22B77wYxo7GaaJmQWXG75KYM1r3e3YqYXjyD9AD8De8Ndg47o
LukTdRo71Cgame30AeXuye+HizlqnXvlNVzG1vdYNd6eHg7GdYrWPf4FULwGaBu1fgk8RVvXZpeg
FBdBIZmaEu8WCopVaDZ7O/NAiHaZ+xhn1WYg0vxRRf5P6Bq/fij+vwi64/T45zNsdRe3D8kL51qD
X/hxegGt8wC1CEFX46kj8tfpxSfIEpuYtnESOS7GJ3+dXoDuLD6jLQisC0SXDsDpT9Cdw+nlWUDu
kH/By9A1fuv0etkkBodg0ZKxOF4XCLWB+8rLgr8DSoulMaHcEXuLc5bWUMDOLVwHPHE6NxqJRIr7
aZYq0PyxP381Y4JhfQqHlWWN9jvAOfsX5BxfB2cvGwgU/9AyOfg6dTlqcIXoONdz3yN2SFzjo5+n
NnlFshOpJLzT7GYAY9INBWAlQjc2LwwyPUSSA5Hkr0gf2pdeU39zE38KQnu0bkIc4/p1Vo/2R6OY
9LUWgfixWtS1wMdgLrTG8ZnwT+EN+9GMaH9LMWi7SXQJeJVEa/1V6rqosXVR6CNqaeFfNTtw58N0
XEs3S2hSIIVtIyRdnTlaF9v0FMTwkHt1Z68M3aYPYbrj9EhHLAI2lBW0xQd/cr9O4HXIbPT0PSGq
A/u5H+8V1SLXXmywFsTBy4n0ujlPNSSiKWn3G6MwN+aI8LDy8YBA3bLTwrOhuDdqYzfkw8aSX8sC
5dT4uhnwX9GjbSVuQnjWYptQxPFTddTk/arvUafkvxNJspwlwKtQGKV6YVfa2bP980rTbFl1f0MX
fn57en6OiaPyAux/+e3nJuuqKJV8+2ygSguEAB/7pNy9PcryVw5HcUFnWBiSAsJ5WozPLnCDyn5c
oNcViKlEIcjhlZbhVV+c5qL4OosRan6TVO9AFw/7gQvO1UZoArCtD5zQtQ6wi5HVyrR2O6Lvsik2
tV3opyMVaS6XRFd3jplaAAxs7AKJwasru8AjBDNkPf5eV0Vx6iRTdZpbtokYkY6WHarj2qmemumn
tDGyD/GUW0GDr8JOuZMDXdGL7B/R7D86Gpi/QD95AE4zTIo8c0G3HjwAB8nsTBHpA7rnKmitEQWf
bAA5iEEMBUq3omdpQfMfQtj+ep9vk8liz+m1WFeGp44cSRvE0eIceceqWXVmLfdowmVBMTqwtXAS
cSi3F+SCGDjibVCYjjijiDZejDi87txav+7mqbzI0qgEuMYd/fay4Kh+uSxAQtOlBtMIDBkprwNo
ljNo+E31YxOkg93uzRbh68QbkI+3H7E6gDY5z++M+Mupx4imTYuY0bCx0g+We55pFaLjjFi37e3U
oPA69aMZZBqMAWlt3n4842W8yuZiNBuFNCguYHe5RV5urirL9FbabRM4urvOO2dRaUzEurQTLUgL
C8bqVFSr6pIAz8vsIFGPb3+Bp0P8xb4DfcOxxNOCxyNAPzib+lBrp96OmiBy/Qjr6ALxkb4Ij3Ix
h+tQOjAqJxOlAipzNM0bf11ZNMMbR9RrwJ2o9GazPNWp8iN/iIuM1d3iATRtbLgQaw3iRGDGNhig
rKTtgEggrbUYBZ7StQJf4lkR5bqDauyV7VFK6dA5vyzKrFnFtMQ3lAeia5lq3u0Q94gxIE28ESmE
lRnYyMZR8VSsus6rPrAmUTtoUUhQ1GWT3EpPFN/tYxI3/bFR1RA2Ba9OZbP6oQX1nxBe/VcD5Tns
tH+OsiAQ1e3D80Rx+fkfQZaFTh+LGbFwXOV+oup+pIgQuoiwkPADaWnjz7YA1f9MEZ0/XB8kCLC+
BY6JduhfQdby94g+dH6LKAy74N8S6js88k020oLM5zzBZFj3/WVHPrtoKt+m2hAm4KOHuW2pgYy0
+PQ0QwR7oJhx0zrDcIVppHHq13b4beRWorprG+03lVJTBAwnTSy47PpDaqgRcVvN6+4qx60/Y+qA
NmvTGwLERNrV7VoMSVxuS9S57e2z6X7lUj64LnkK3Ds59ZkvB5LBk9PNs6doazFS/dYM6q4T8hRJ
C5ZYpg7a2jYULYGSEfUiOmNffn9YPJs5jnXdoiB2MHm+qh34Xr6xpq61Gu0w4NFWpl5czGo+pjh/
NraufOdAPgD9Pz3q8zHNly9MqVGzaopg2FJBMA9rB3xOiGNPY359++HM5S89OwufRmI2bRM8Ekv0
8CzUWzS4tTqFJEWUzoVXYUFBIpctMM1y0MD2+rR4acWhSNA3qAFrYBfV3KPRoZLIPdG0CncoRx8H
EBCmQ9U6ppmIxEOPLkVlGne6U6CQrizC6VWY+9VlbUk4XbWBFHzw9sPgu/Pr0xhENPD6PKCtlFde
zpvRl7ZZVimI5lSfc+DhqGHShcY6ES9pQ21ANCIzHpb0zzaiIAIHWdrMn/25FsluHB0k28bBOAvD
ch63rdGjh99RR3+IbUTtV3beeDdeaVBd14QWon3e21W/wkdeG8EmLc9pLo+MVHkGG6UOMVzqc+bE
wxEEfZllqsZl0nzATchdMJN2aUF0zJ/mVy5TnSyT3mRTRKny6V2M2ojQEDLesOttOnYrq7ZyGPpx
YT9MaUUiP3N+VMeO5VXUMBRwg8DrKy0w5lk92qqORhzTQOFu4tEmpJxpOT5mdTJr9M6MziP+waV0
NZih3axrawhVoJzRTk9pLCr+OC5s3bqQrSITa1IXRTrgEMi1RLNpbFAthYegJlCPQWYaUXpDpeC4
iVIA5FR/h+OxTMO14c7YxZXA62rw+IX6VDqiStaZaRZcn1F/HXMF306ZNXxpnFqHwWGIRl7qkU/J
pQvz4ppgrDrC8oRasDPLcb535qKYN6NKEyRohK9wMKGetTT1tAQlokFO15VXzdE6difkdhPZhdHO
zTOLequdttl66uxCrLzOEdq671tjCLxIIudDCxdJhCjJJI01qJkyUZO5lZg8b5yYHGqVyKGakMsW
DoQGiry3Zji1x6aeFFTtM8kycUUfmWtw0fOAOrMjb8jdIgVZJTIf41D544rz2HqoEpD5QZOaFjFo
NvR3EOMQZTaqEaxYwovOo6bw4DJUUEfBVDjpWsO4L1DD0LQnBW9NAZAr8mkTxvUY7jIopmsouG6z
rvqq+SyXQ3oATNCs3eXodpdDfHw6z8vlaK+kySnvLQd+uBz9crkEhOV0N/+jmBwyoKbF5cbX/E0d
1e5GRXrCs/l4U1K2UpoXADmiCWi5mX+LKcD8Xpxv/HIIulQ1uQBd8nFgmwta8/mtNQIpG2PBVM6m
wMi4uPfwA8UEjJS16pNT1bfcTKb5WPfwfn1gQzNVRNtBVjuMhutpnvYNhJm3j5gl9n5xXPKdANVz
k5LTcqkehI5/TwwMGZ7YfHp4L4NaipQ3c+I8zU/eabGBSxnThty6/+M7/HcA9u/c+P8cf/3P8r5q
27vnARg//yP+Mv4ga8Hbzte5oGFxLjnHj/gLusNTyEPKSHIDQ59s8Wf8ZZt4+i7RFR/9YOL/FX/x
kW05ABqxF/vJ0P8NzK9/eMkCQhYGbpqCrA7epX2Q8Zh+qXV2m6HaGVb6N5STxaWtKrWaQJ2uZ52+
qGzz6ijshPdhEDnKo32jfQib+rSx9Gjn59rG76a14mdS+mEXwgZoZg8q+ahaG01drMA30dx4W8JN
xI/U8B3rn69zlA8BrcgrLGiGnQBMu1GUxdlOVXaUu1SkqN4jrRHh4g0kCiyg96UeMVUpK+sEKsQH
3Y2tbYkT0Q7U0InhFQiCqfJD7Rr9+TymDyHVnKaaCyCjNhaeY/EJ1t+wkc0kjk2z6nYWaCmKP4bY
pJrkpjEUinaafs1XKWCdYftQ4Vvij0quSltRDKsn8yKaPTTrjAmlIznPqKUniEaN7hBwfyJhM3Yn
9L81jNT6cjN7LmKkIwrvNGjvK3sOg2SET57hd9B78XCb5vW1FdX34GEXPqHJTCfOI9ZGx55K4lsO
PnufiXHvVya8hsznCixqxJ3wkfoX0qbX681UPr6DRWoTgAD/8f9hE47d8M+7enuXqLt/u3/4t93d
/GJvs0/+3N1P2RCn7c9SNDWfP3c3n5hA3EiS4EAh6vE8uwLRz3L3fFptaHCwi//a3ZbxB2cC+T+0
cWhQOIH/TgnbOtzdFNAFQH4DjD21PAiQL++pUsK6BOhI1Ra863boNVGeg25d+dSOQggpx1polfk6
qpF9NJHAHfkvgcH9vqWkrAJ8bixMc5CHPZODmZ04ja9NW2PELNN1LJCmvVLphbQm6lpxGYFzVeyE
gCIEaJNeadqF1GV2FOaaIqwpEyfdlRIbppB9iq6UCbAJ76KKjtA0y+pHTvbfd9G/E8W/tW6P2v/9
v6rnd9HTz/+4jdxF38V8KrDiCUIqwor4cRvZGFOirU026WBH6xqCtfRnNcDnDqML65uOry+/zkX1
d8sFI2r0Lmxy+Kdf+531epAjwakgy1tUZyh8GfibHeRI5YxvctqY5gbjO0yxBmkmJ3EqjXCvvMFC
g7CqarE3ywhPktWzKXolgz+I6J6GpuCBNSfCBDSXDqKnsgHcmtmhvrH7JA2AKE+3oz1Arh30uHxn
rMPH5Kq1UfoxyWnRjnCdZdc+qxYMBbBojLzRbR2LcSuldQ/DS20hlrufjKarz+MoHd9h1b46JtQV
03JN+vqHBX2AgDjUFAIxRGDjKwHm+IFuTPRJqzPtPGvqaxeY+DtjLq/rWUQK+gpxAFpnNmEFWIQF
gvD8OZ0eCrYE2A6lPoozBGJS6yKbLBNBsVLlNwVWOldvv8XXRqSUhbAHhx5xzcFbHCc5t3lcIXM4
NljY6U164gpsh/TGGj/qGoiD3x5v6VhQDOd4pT59MJ7MU4kATAOkysJJHh455Pf4HMPB5AjK1rh+
e7RX3qGPTR4FcchiDjHgy/kEwCyTRJloeWVNRD49XRhaDiMFMKtbOnvLi2/eHvCw18QLRHPBt5Em
gHprH9aXpklFHoaOU5CASpJD6h8781S8M4evDeLqguKfhwUgcfLLpzI1gOquhGg/hwYCRnKE5b6a
K887evthfp09wZrAWXcpsfu2Thz+fDU2Wd3ormVM8Ndb3H7cthiSC8utzGjba9jybmhRxlRZUhAn
zjvln8OxOVYXLI4hOD2dpbH8cmyzSIuyids5GIZJWw9R3X0w4gGZCWk0SBSUhHUlE/3OOXM4s8uo
sAY5m7n/eX0H62XO5lDEUTzTpyjDIrDdEIhY7BnRvH17an8ZiJOMsxv3LYO1grHLy8frNLetYuEA
GhRptBrjuLwyC725+P1RfAcFHAvQEqv/4HYQ+KCiTBPr5NnG9DVLfXhoThQb7m9uM7RMBKgq8E/s
6GWgl08zNG4dpVU4B07vZvc2Z+pGd4ziQneL/qTkJlnTOuyid17W0w3z/LTEGQmwAYXkpUKou+5y
Qz27FWBV5BHGmwPqUjucgld49gqJBqJp7aVGdS71cYNEC8N6b5n8sjiBifP+HGoZdPbYIy8HtvtJ
ahqme/TDLch/mYV5rFfhb+OVoLYju0oQ156M7vLt13l449Lsxe7aoB8LsZXK6MGwCIcNI/AwNEC8
dnIhdFlz2OPLOjUKpH+lJb/bOGc8PO9NUmrIphw1Lx8TX+9Rb0JNRwGoMYLcBeQP4yF9Zysc3kAC
6SiTzJ06rzAY6PCpBoM9jaJMUCeTc6ISga3fVM4goTS1iVUyv3Pj/TKLjIdiH4gQoRM0HYoNaa1d
oQcCbcyKfTThWx+WiIhH7NOSjuvinUX6y0ZnNEJDncY6gRoyDi/nsLdV0SVABgIp9Oyo7TykSGPV
vmPp8tozuQhEsQvBH/iH3RQoNbGjYVsWkLvAMtSr6ruN+alcIeWhBb+5CpcnwnNq2XNCAAt5+UTY
XtNEyV0RDHqIyc0okzPaXwlptpreWfCvTh7NZXAbtDOAbrwcKhK4wrozk2dG8BLoH2NvIQr5u6fk
8kBsqkWYiVvOOwguTen4Y59mWM6Iobodyjo9LqL0Z8mAfD96qF4Jl19b5s9HOXgWt6DtvNilB4Vr
4tiSMlkTXKFgjiOUdQEwfHj7NT0hRl+cjk+PRe5J6xFY6qFuWKvZ4cD5hfSs240f6jpNbkZggSdZ
MmVbI3WfVAfNrZdJ/biFNxlQtsZPyuxROsicrR4N2TvqV8vK+OUbEYdRPFuWzhOW4Nl5DWdMiKlg
5Qg5FFvNMNpTFEDEVo5lvG71/l4fIa68PQ3L1fPLmKgDLBkXXdOl2vD8juiLcq4URatAWdBDAc/j
a5VrxS4XvfYxsqprJLnGsy5XYv/2wK9uSWp1BOfUrbkwXg4ctyH4Nxh7NFoGa2/gqLlJ+mFe54ku
3skalnP412f8e6iDc9or5zwZZ56xj0fAnrFxbfZo38cl9AXDKvae1OebBrfnbWUhHPn2c766R2k6
LhbbyNSJg8ErBChpcPJS23Sk7ebP1m6SfvmvHDp/j3JYqm+gg8XjIEQwW4M6sXuwxiVWy2unttt3
gplXH2g5sjkRqDhZBw+Uz6PWEDnx4kx/2JUCQr+o+vcShVfXpeuQJ5C2L/CZl8tDoynkRCnTphy3
PPatWRwP4Rh9Ur6w71DSKo/J550dHELznal8fWQPnT3D5e49RFzFXqmPhcnI+ZgZExYFlbF39UTb
On0VHyvU1QLXhbs3tkP2/ffXCiEvQSJbAoHGg8twTnSaq9rA0FYibma43wjSqeidk++1nfd8lIOp
nYQcdUvOyF3VRrqlvGavG0OCNFR+/47GxWtr5flQB1dHh3Wx8GhwBqUY5FHapFiEdf17zbPXrg4A
Cwjgk17SQFs+f3ZuilKXVW3yQGCv/YDexLCWmNEGBvCMdDV7lXxnibw6g88GPLjikQ3RQYybuOK4
ef69RLYVAds8+SjH3voXdhvlK+gVwFqIJg5eVgOksFc+1+LQttZ30Q7TUTuq7p0r/rUHopoCMAcw
nm2L5fNnM9hIO24ihz2d2ShBkO6GJyYiTSBTvXjz9hp/dSjTgie3SNNQqn45VBvrUVxXKc525eJZ
UmAuLmhE76FVd+9Esq+tPurlmMPaSyfzcF3Q+55bkgJYu5aNvwXiABtgCz+tX/8xcHl9FIBQ+gLu
Joh9+UCen7kWClK0iIGubA3Lq08nyKJHb0/be6MchEdTJsljNN7Q1CKlMiM5skmsqviXRgEVSTnR
JiU+XAehpydq4OyrEFxZyUmZKyNLk3eWwGvPgmEr/UhKh4hDHNwg2RDO9lzwLGTK9so3o4Kz3Xqv
OvPKQqPoyq0L8hHA/2GnQppOD++/NgI/Tf161SoQLoh+O3gWhGHkv7NPfx1tKQKhz0vKTeq56AY/
30GzAwM8C8E42OQhydYF1toQRY66dqRX8MffCWl+nUJklajC0yUC+sOrejmcYSZomumxGWhtgU/s
JLASjTxr9faie+WhUNZbwlFQaEsB/eUoCLHSZabsGFRdkyPNL2qrXSFENoDO8rIs++114VIqp05B
MQ0W52GxfigaQgqQNUGV6M49Ba7JpsejxvfKMU/f+2VA6FqLyhVtAQ9z8kPiQw3bY6odD1LjMGXj
t7Bs3EZsDKHp01EG+R3ldE/aVvbJnoQNb2qwRnTXCxNoamqG5BLkAnxyTdHbTLYVyXmzhUGtg9UI
0ahY85lRFtsQrhJuchKpIzjIRmvtfvf1LLBpHQyAzsX3S+4ctYAau9YiX+jZsxAInCGC5WY3Cbza
srp+e7TDW9bDANmlqArMCZoADZ+Xi4E3NpP3gBcugfIsWgRa9qVv4gpmNr8HPNhTYfqbu4oxfdPD
PgCPbwY9rGD1MkqqvLT9/0Pdee3IrpxZ+oko0JtbMm1leV/7htiWNhhBGwy+TT/LvNh8OWphWqcx
PaO5a0AQhCNUncysZMRv1voWWuItiS9Kex4iqdizalAzHQCK//ot/vWpQn9zXWkSVMA0hxnSX47y
IKnWPml0zkCnjBhE2KH/NYSL+385Zf/zJ3mVdV5ViHyO7Gv/8q+x4m6APVPmO6uN+noHvjD6DX6V
6KcAShE0GUfv/tU3Buz7+h/ueGYSf1XZMwnWzIpdcl0nPZzU2BFKpBEp/Nf/luvjw5fgPz5ZtHP8
+iuoGjsJ5+BfSrFx0CPyj1LucSQTCN7aodWfopji5bkC96YPBUwkpIImnz+B3OpdCa3hoR0EILLF
W1FclptXpZFBRbIrZDm99HWTf0cAZ1XZYME05DSUn1tToCt0XuHw+ycHvBEKkTr3CJARSX7vQBT5
GYZCP1LoQjOYmLy8l1s/wVbZ6hd4eeMz3BbwAJuDweqCfFKpiw5wWazUVjBU5pVFXeM45r6LhgBd
ZFiJ12Ca9RHSmn+20UY2ewhRwcdSJARB5hjPLbf/rVx4Umk8b0T85aXzS1z9zdoZ62+OScaLGqP2
UVsO16olh/LVmytxiDzslDmvJB1iZJZ+YH40K5kJ6eyb6QUTkSTjdTGdu1vrziEXureiFRyFX1c7
U8QFgZmNhlBnbyIeU7UtgYXrX+HRn/ztFGoRX/rJIiCz9SJUopYPMCiYtnsxynofBfOQWVhkyega
eqg8dD/wQZdZHgBUNkTBwP7eUg/jTL33RwK6AZCOd6YQXp0lTWd/Rfmyvtc+ExEkjgAOAtA24N6A
dlpl6f323cVdMhb3pUjLuSLUVioSLwpIJHVJvfs+qYgwIMsJrp9UVxTRfQl2p8wQN24iEwWTyEMe
Ciw6cVUG0YfntRrYUdLb71r60acudQBR1XISsVNAYr63dYfvoBm74g9u2u6CtLOYXy2nlWjpBpTt
kk2XZMVYpMBOQgir5az0b7FFpfM4Fvzgzhvc8CEyTpLf8GvBvoxb4zMwWENXHdhfXVkvemqdu96b
XZIs20Gd8qL1h30PJBSZoEQ97YrcCS+FLeoFj0K5qIeeQyc4RiKo7F/LLDDhd0kffTRead0M7rRV
+xku2Ye71s9OCUnFyHn8dAF/IeSxdASOQdaKuLZpIxZvXWTyc3Om5tHAN0aJ0ZbArZwC67/l5muK
kcLPfLudzNMwIvjmNFOh3jH0RDnad1WBSrPTQhLmVhlTnPAS6QCtax32gVwOVeQABusb3xBKr7ZS
HLoqIQpJ4vtNG7mOOtP9qO4n4OAreAwEnsij4qrd1aE7NZnk3jV3QOsaTzxL2hhmLWuRN+ubN68O
z5GG0ZHVLUbOTIjelM9ckHN9cF29BfsoqVX9HCJ85cnWiLkLjGl+u8iHBOQV+fQQMQC38nG4U7YG
xUgi3BSjHE+aqPFhOA/je6/jnrTjMbGKb53ddN4pIkAEl1RdWHh94ml8sNDLXrXDox6T1C8M7CHK
d5FnlV2xM1micVt2iYxkjAZ6WvjF6F8J7ovHOtqHcWGsHeJJNK5V0yeYUBBTHnye1Xmn7a4mm8/E
6hFmku8fgKBsj0WygZvPw6Vjz7QaWi0P2tkvkQ+jl1kI6qD4cIw5B1FO6FuuLLglVQVIp72HSUrt
Ytty4305Ntu7VVgB3H8vIVclqsCGpbpdy4cKhM2WxkOnUGbb7kOw5rrazXYPpUNC2SadD30RouOt
8nax1s05covIuokrB3zfwO0HzMMF6bAZeK7UM0WLIbOrdbIDd7P90HVje5nq4uVr2dwmOvo1EDOO
s7H4HuI180F8Fjbr1hKdQ9rXVc3rdZryIxysHj13r/WV0OdY1QHrKLgMNMllZle4EdJplSFRpZvd
T2nh9eZiJjiKGdxjRTJwBABgr+wRt5sqPOGuZATGa72rwrWOzhCydHjH3c6Mlu+AcG5s/G/NwRZV
dNuYCsRPMlkz1qQEnNTO91f3oyz6pDpOXrVuuOPyOky3bjF/bMQS5XmJVbOCCSvC26SpuLKWQNlk
e8ar8+j2ylSZM2xjySlbRn9mp0nuKZ08/1RWc/AVhtNGTus0bCy91jqpT75CSp3NsuMckbXv/Fa6
WohwE4H6akUX8qa0kTL1TYERdI2c6WNLJhCPcbU16jRxdTwhZHe5IOQ2J9mwtR7RZ3mU5BnBF/Ft
zt7ml9XICAy8ozWsm34aoaz1OUR5h/QdUprnKPzJl2wq0H/3trN3NsjEqfJgxQMiqEc/lZPf1sdy
GbynUtZ1cCh7S9hZr+X6S8qaMygOzVjuZhz304FgHdBZXbFqCIki8lvILviAM9sdYTXFfk09OvJt
+ObxG130BXmrM0Ri3rQvh9H6sgff+6bbiinwIoT3WfuiCfhEx6Y5OiyYT2MAIzJ1+vX6jRI4ElNb
ucmtE9RFu8PBlP/uLX8lAzzQMkqTwQ/6rAc6OR4aBh0u2TrV/BA7bdinkJmZZTC5G4lhN34bY37z
VuK9Szz9uxFkwNsE1ZGsXeE15FJ6up8Pga/XH1vOYX0fuuX8lm9NBY26KfU3P9oaOLGt7UINvLof
pq4Qv62ZszFT01QmTzJEX5rFldUVqWNGQQKtmLQEXrGWcSrtkvttsXr+gIlIgK2apYmIDja5wCTc
1X13NHKrJJCtNiJkszG8Re0Uyk7B6tobsIQg/BmQCuRd+kiCuVId3CHI4fFG+JRtcEZDH41lxiNW
VXC8rDlOt4ZzFvCoV0K8jQoPwEzjyPtyyRtA1EwYEkoI0Fh0E0lgTlC9bCBUUjjQXvQwf7o5Jz04
/8apd2bUgUtGhKmd/ea7Y3Mvu+3K2yLgSJk97g6Iv2XRev3T1gdbQ6TcKMv6R+RWlfw1rVaYM36E
wN0efTSv2/hGT9lu8l5H02w1h262twJMRF/4dfeEE0K7+WEJrmz1fb4OGn4UDqmByUvjtsEAhC2y
5Ly31daHwClCKxzb3bStS/Wraku3+YywaWA9n8ZAcxRRsPk8aWCrDkqEhozGrhpyciWaEeppISb1
kMPVufF4AVCImr7e0nz029+c11Oxj/pBwW4vyw1TiGAMhcu8l8B8K13+HusiBwvirv2LLdAyHfxg
C44dmwZAtCw4q3Sa+Sc7HmD3TrDW4VJd+IOmHgdfkXWKQuhu8N06ORhRDF8+v9vax6Wyjl4/Lfpo
iWmSu3igKAVRGTTxPherfmrryQ8vq26sTwK+eA78IgK1Sn7EpvdaYH1IDlDIVkC8dgFwndyNGa8M
CLtMWDHAsXarixu76OHIzVKt29sAnW7ccWeo+KOV1oCbSUbV9wUt4IZPfOL225IFUh4QTHiuemY6
munNxC9rO3V9xicIBb6c1yY/QFOD/ue5oNfhfXQOia3ukjwXvSFhg1yL4GJV1nJBNROCs5rr8guf
jPdV150sX4l4a/ojbJT6oVxHTqyhr6abwWg9Qz+NISdaCbBFYlG85CtqV1dkLvMKgtodR0JZmmO/
O9j+ED92Zmz/OI0wEV6fcbbTBZM1pbOHbX/n19H63MKN/cGJ6L6KzjFYrt18KI6bV9dRiuoiZOG6
heBlu6n8c1VZ+EfRuPMvY43SpoWJGW/myqiTwSVIznrsQ3mR3PspgxrCX4ZmWh7XKxskDaST/67d
cKJ3USGle2+25vcac53toZcOWG+xX2ez5XIzy6kl9g0cy3DTdSVl4TJ6kTq03AiAwpgXgWKuPRTh
iad84sO2XiMBb5ZPuQUf+WYI6m2L74H2yBAT1zfuh9OY7Hwz/5l6iDo61/xmQoYenGitHuCF/cKY
V+0YNtV3a9HxBsCsxgWEsVyOjyXP+qvSa/UnrwJ3Ppfh3OHYnvtDKEqsl1QJEKm4CkfwDgv5zmFk
HWogW1TI/SZ+kPXTfwApfllphEpYCVRHKYA4ilXTNf4R7w/Jzfa47XDu9cRKhi5w27kI7R31OL3M
UgHoAvP1LHRs49nDlX8b59Z5q2PCv83qvPo2sPytGQgunkx8F5dRf3BNkrxD2M4vCTUC+ImOrIHZ
1tYr5FjrS/hN96LVbB0qd/BfB1cvT0ssXAwNSfWtwy5KE7phVEvXmu71+mcbdmqLN0LtnOBYkeuT
cmBFH0U86heREPqSu9ty7weizbp+oKiyMDmBO3zd1u7kzEogWJm2W3cJl0wPPNmkSxtoeDaWVUqf
q2+19j+qvq1OjhT158YNsremJsl83XdZkK/xHa6rirRtnq0gtXLelmzMyxhxH+KR9m+0qaZzyQQ7
XSf7Fl7FJer84xQZIrD9fCJdxycmu2TUl4TAJxrtwK4YK/fDpsU+RXJtjlKu7teGNJ0JIJjFrmuw
+YWFHT1s5bYchjW+rCbv3q7perx2kBWNCYdL7ic3FtuYP2YZ+7Neqs9E+OW9Z1siUz4xUqpqNfzY
wPooba+/NUPQvcaBPz2TpG3Cw+LnLR2rdu2T35ppb/NV9LbFO3hN9AWHGtCfsUHmxvJjmBnrQsar
9y6mXeDI/XihCa0Ma1c7+ar6OioPPrEXWTkmBDGLIT5tRQ0fVUsCyZHcX9pRbH/i2PJOTd9SUjdu
tUtoozdtfwtVaD23SZOf3GIiqboqq1MF8lOmpVXVGaDwRzkF46MPC/e1qkLCcZa5uSvX1QIel6wn
EynOssX8nlFqHES+OrAnw/mTeRRsirmZ0jwem595U2w3krXjbRvI7x21F50FyVu18v3dSFjkRQsi
f6xCyFdkv+4NnMFx3+dMHDDZhHzGsd2ikO2XQ01J2Wa5b7VeGjB1OtQ09UDXiYpAivW0JUNy8Rdk
r5kfXiF/W8cXuGu0uy/DJdwpFrM3dtdZN8jr4R/q/OyHsrnMTfDu5571uMXOinPFB4pplzbfx22V
H2GponskMs8cGNFvUQOqbcLCe4ya/M/kjx8z7+E77YccMhG08tvaJuU197AmrrGpxxd3E9NNC4T8
5Nn6se1mj+eGQzU1fV6jNg69R+QYlF3+pL+qBXgkFt3tsM55hVfRoxPhXvKcMhMKJXRKoy9zvuUi
/3SAepY0UczJMjOPaslcF9YmfhwH4qjqubKrtYHDKqthHY6DPQI3p37DtNlhx6EZdZ6XQtrrnpcf
DFnSMVXYQc1rIMD2rWVxbvXj86oDqlaY8+4llAxuU1g43qcKhNwIPg7dHyiyxaH0kzE/NL7ElLnN
YX2/FgnIRcZDbZ4CntLFruevVWeKI4Jk47afYBhqFf90OGIbHr0wOOJAdUkbXdYckVbTUG/lY4PV
Fp5C6KWV3zGS1SXTnjKxRJKCL/X7tLG07R98UTIoDoYagrpoh5ooZuXNMHc7cs6yLeDDSy0DFBj5
5QKCv7HLRe5C1UaPVl6FcUZEZUS0Q+yZL6t2DQhf/JZu2lqF9yGtwpEpuwkiwXB9TqAG7UDfSb+P
DAl5Ivk1SGv8EU7T9NhC4xgxDPtFsVs4tX8S3ho3O+424R2mIen5YqK1KzJYioDGq1D6b52yONrQ
VFbNTlvEdKYVtaW6mxmjmKyZdKMOCy0RjF7T9vW+HsPxpVtkFaYJegwytv1m4qvA3u5765oaUL4Y
IvJz9LTm6GengIGY7hrmUE4RB0+T8fO7aXSwmnQsnUiUrWp9nwTKsTjTC5JdmrBXbxGYyjwlnyz/
8INm5b4dTFXsfEqxP/PQ4GqVYlHfJSg7cV6x7aDz1rkb3VnetWkGghQT1i5z7GRATrlo3M5QUs6U
/ld2Y99/qSXmPQjD1DRZmBylnLR8em4BNS6NMVGbzF2V6ncAauK7pWvj561fkuEg6rwJme4MZt1F
K7045NHKss/9Qo2N4GAAhQpAg5yyYaoJOZ8XjsiqQ9a/Q+wBPS7p4hDvbzvY4ijtEVBoHnx5gXDL
fdAWdbPXjGEn9MgArjJjhiuGThTTtG85t9/D3st/FzU3T2bCvnuOq2osb12KOnxD100NM582/qVY
TS77IppsvoJFmT/DaomjzHJdODAS7afYW5WXb5lPu/XWLjmTbL6ANW0feM1yj9JLqtRiUNynumiW
FWCfP/B0usZrDnGeLHebHGjIkmVkgKRiWOtpZXdIKV0GSHE2KjumexTR7L7K2JqLP9Ctm2k/t8Id
zw5Dt7vOFGp+scnGUUcLDvC1DemvPJPO58M4xJWtFRMSSU4iPAwuENtbgmBXbQqW79qRz5p5ubYu
Ed3Kr5oFjs6izWCWcoYaFq9BHnLfN1393VkT0IN9VZoHdzUcgDOoHLxO0LP7fe4H0/0MYbDalV5r
8Y0shfO6zGBpj9NsFn+HpM+HxatQ6GZ+QTBwugy0ZDd95/CHJ25NqylMnRxU7V5NavXfJjZAzdPQ
g7u+qxH2hOCs3bbdKN9atsCxp8Glw40t9hBaZJXmQtlE+gk1t9eB9mze4qm1WuLpAsG8NoxAKNNN
1Y9yhkOeWn27emmfuLrfAaf19T4JdZsTnxhETspYNEBuQ3zzeOyAjSJeR0rvosxSo4Zt2OttIvEA
SJl8jCbOUUyhwRZnYiNC/dE0zuDc2aYD05Qsk6QrEcNsMxv3yPUNEV/Tiuqezyn3ChGd1yXpFKIK
KoUPw3iQzHVNdXgIJCq0Ls0xDdnvK1SvIDisKwuBS2Kier1hkLlAXx8R4+458t3lJRhj+qr97Hok
eDHLrOrwKKt86PFjBmTuza2l9RPpH3bxZ5C2sG5KRGEKT2aAto+DpR9edLK4KNMUUJ0fsvRUWGZE
FnuzyJzKt4JjwGaoO49UubhQOydU15RBUfX3FTM/0sISBTdfZrZgi+Skq5q1tLNpk8o4mWBh/Qeo
1/qjCejUMtqxlTGdbcaw9W8W1a7tmfHMlLy1GAiRkDbC2six7pI87Ik+KXqLUXk7OmP4lqyNtz5s
oxUlz1VLTOHOqeBn5CcyhU3Bbtj36ANMEjTBfqWRFp/Mz1u9t0p/tETaOzXJVuTxbEFzHwpUVerI
utLbjk7gDM1JukyLssLqLVrIQBNaSW9p1pA6r2PbBJp3HLHPRl1Q90dVysjs7Wiwohud55alIF16
CmgcJWAh3glD1PMROvVCtW1xlVvP2q1Kq4FAAST+DeFxXfY7uxYTXt/BJFIfxzyQyaOoiRu95DKp
iktIkw/ifF78ZuexKah2vVoG4hkHZjbNyWqHST2zncrdQ9A1wXLfhq5kEZ/MvYpvmhxB7ZbOYxd3
D2qSUf+9c1h2vZjW7kXAdQfmXf19Lfwv2RT/u9GIyAb/D7vG/xS0fB6H77/bf3Yg8gP/ziMK/kaG
MegwRKT8F4aRfzgQr45ZTjeSASEqBBEb1//tQPT+hiXWRxqCABXHXMj/9Q8H4v/KwGI/ASWFzfW/
Gkuf/EVFgZ7vmrQVXn8VLwUdxV8W56UYqyiaBuafa03SQNBun0Muhqd4dbfPXM45zUy+jL9N5Kn3
Djh8eyi0q6OnqCwHYLcydMq9uYIMyZAIq0NfWiNQ2FwE9861PbebRLwC27cVCUzBpvYknXfvdjMc
IxaD3W5aPCQLAV7EliSaaUSTIK1eHpj49JyiEfwzJFJytW+L2tPbrqBjrHdrU1nOoQLmffEdOQIM
q907AP5zdwrYBlo77Yu6zBbsFYw4LNn/9kdvnNJArKq7TL4POwPJhJ8cLUZVLgWJ8OWL6+VucSYC
ndAbdLDTHTdaDg0ASazDJneahwMREfj/iVmdN5iyTjxlU8eO8NprcnzLJnTmk8egrzmvcx0jGCec
88cazsRnYUsKoFOAsGUIS1yMvVuQ4t804TLR4Jmx6bPKt3MbEghz4CwXMXefI4KGAAG4AU/90BOX
BPiShK2wxfW3dXkyZ+s8j9UVswNC3tadc9fnY/c+qi4SR2US840eKYJOyQKbkJmNJ96NRXDrTavu
DomtPXmXe/N3Fp6TPsHOhO29imBgq+THUbkL6ypR2WiTUJDVgwc6QQNwr54mppW/EivanoXHXC5l
t5OfiqJ3A6C0VXwrUU2zlZXUSNm8TgrGvMnjC2c5wWCTKBhZqLxKADtieaX1qELjplIG7GvWZhHb
ztV87zI3GnhfDqUqpfnAW2VwA1Mn24Yq+Y1tTipqQnJjM1EX8hdp00G8n4j2/kbfiHyhjaQ5RsOE
5LiN4uZOJJyTmdc51s9kKseBddVsD6eEtt8/jlsQf6rFVze6XiDClUYXXlpHddc9zoWq78ca/vlB
zNWUkzXEKje1c8f6Y4wvSSxcHXP0+9KsjPOmgQWT8ZJlOPlR0S4nEQeyhNree8GdAzdYX8CPUmEw
3MAw89nY/RyTS+L1+Q0qj21kBNMl9lFtUR4eaXrnld1lyXDLdTYmu6ye1xuCK+z6ufZWOcOINJ3F
QzOV5ma2u7Y8wX2IzEjMot/VJ8dq2IkPOi6ACjVMz7lpq+QZUVMnTrpzDfiLeXNVd+s14Hd+ITqv
dt1UBaeK3C6mcr0sdjZTKpcmqyeVq6md/lXyJQBtvFa3/cSqKS0jPRzxMieHDbVUliyJ+Ne0oBxX
mJoAdnNu2g6emb8cV0JCj7LQYmRUKeOeMBXyhhKzpTx8zv8HJuL/jQHx3+4+81Hk/Z9BEPuxlcv/
+Ld+rr7/06V2/am/X2ou+Y04ILHmhtH1L+Hy//zdVu+Ef4sxfeLExMCC6eyKlPwH5CX5W4jAlH+G
IxuZ1jWq/d8vNT/6G4NpB9c9okt+xg7/FVs9P/gXrRQvCJ06L4FIIsx+vMZ/vtVG6vOBlKElywe6
nq+cagz4Y0IS995anK2BiT04PBsJ6R7Z4AVkatcMKbbZ2UXIS2CDkeCWmSR3xsxq3fi45V79zZDR
dc61239JzWajEk7yWTApexc1K/LB3l4DxdqbgLN5N66KEao1BEcqxTUzXtT8Rn5RX6jVyk8dLdtz
TYACq+riVsSbdbL7BhLasHQ/Xd9UO92tC4EzY8C0JbAAx0zWLTmFSZHG0dgfgkiLk8saLTM9jS8N
54/Bfl94D03xraVVqGr/JxHcj0nzWPrvioCeJxKt+33gieW8FWMWztr/dd1Vv/iQtR60PVfzbpAE
KEbKCX4UZnGf50huT1Fdhp8dIbWANGNXHN0iMSeyN8KnGgf/OVnC6aYmxQjxUzzdKA9ZA56slIyg
KLO5A0+5ZKzXqzY8DIUd7hOQWCetg/yTvsK/B3ZGWowi8G7V5OHGNuktQJDhJmz3EBLeZmJMKJF7
DtF9aJfrrdcrDk+UGAe5NNMOfGh5OwdjfszDNgvH4KfTBPMOmuf62EXBerd4ortlgUhgPaNGYIrV
Y+yhvJ08ez3YKq+fdJO8uxV36zrY8WUWI2+hpWsMi3GElD4QveOMN6EQilm//8uimT9XkBppIrtX
C3D2XQJfOZ3ltB5BPnS3q0scDTjt4kNjdCbvl3EcuYDhW10FX71dBI8W2T4ZVhXvVqI4P+YY3ZGS
GKTAMRPLI5O6nznjh1QbwbSXif6NW4p87w2e/D6L93BUpsiCengKGTbeaYLcSQGY/qjENQis1Ow8
CJM3hFfK6W7ldZEHOI87Uo3tCwS4hXGFP7XPcUFyOxQzcYqaojsu2zykyG34e0zr9O7oSL+vCx8c
TFX7A1fGW2C3y8WORHFZkOrccBUvBzew9K5oZXZ1qUGVc+0s1j0I7ICtBvMeV9/kWrqH0Cv9b4rN
9RFYfbIrB2XfbSUJax6r7eMie5fVd5g/1DLu71QS11M6AcAlALFevzpmDKfAaecH2V1X+Qv7k90y
mQ+bH8k2AIjFWXgo8Mi0809k5ESnFtFItsCKfcAlynCDlYR87/zrBG6AHtfFguS9zS13xepGN3Ni
hRmocbUfqip/E6rgG12P5oJErD80VjL8nHwYTZNytl0/FM6bX3jDOc8r8qURwZLk2CrnTKHikbLT
fLElttNu6uqM4Bd7zwzqeYV2QMuqdPKLb8/3pKbbG7d1vim1lDtvjBeSiLoxswnkYdSzdccSNhWl
lywO6xZ+2+KSfahtwJgZBrE8IuQ6CHInLiIqkjMSQTsNop4NzbaFzW7zI06gBhSiLrfxodNqeBE0
xDd2RMB2KRs2EdWyXLA5iUvONIahlJO8hrXuL14B0c1G98rHZFGXMTq1zrN2SUPAzHLq9Ox/L7ut
zKSHoAcTLlt7ZySNp2z7S+wq98Ui7WGP6uzW3SChx2H1hQnteZTNl1WNM5Coxr2PfEvheCvKs9UU
L2yVzF6FRFx2hCrG5P+lLY906mrmMqteZgIKSfgLeuZ4g4kaBmm64PVI/oJSN7c5jGFynfzoh98Y
87aOawUU249e6MvhhLJSvuR5HuzrmUSOnovoli7Z55mYCgTD5DDsYfXaZxPaj4VT/6jcE13CuDeR
e7Bm/1thnVBtUg9Ll5Q+pFqr6n+AsPcpCEt9a4gvPJU9ud8kK1XWMzKz7cEjxocVnHdmqE0sVqL2
FIRzak/EhjWk0CA0cRANKD2cmcePCFT0h8Ugdm/bApZYfWXZB3ASGSQRr/OIQzVlLIOuy22WS+G4
rMFDWgrCst1Tso0vflw9GKbamQwWdz96jbifG2t51BjWPux8UgyCrG9jvwEOLYL4cRY1scJht6+W
/BMU5Ll39YSsgkh17Sen0I9v7MCdXqKNmWvJqAqh3zma+sNUWPYlSvhfOSxWtbeLEA2coW0rtHWz
eskfttGPgYsKf7iOtcxafCecVu0tRzv3ddWrGz+E7Y/ccE6HId5+TgvVOopH4txCNaUu1FNWCM0t
iW4Uli45manwRv76Rv0Z3OarVAu5x5ZwX63uGkPQegzWV/278osVOZZTnq67udPmWsFXFdKPjKqM
9lgdr8sQ/7LQgBFGu/ToXjir1moJIGzn67mOWcIWW9Pfxmq+I+nc3EQCRZPnPPGQHRycjE1GYGeZ
Rts9Gq76YW6bNAn7ydlLd/HOZmMyn+YFoUIxSN8jccSzfQhVeWVDy/JPsuTLG55XdWp9rUkj9+x7
qdtvQCC9Y2EX0TkctXcOy+HPUrbtIS6TAXUisZCEsuU+cbaBnY090x8rHq3jOEUoo+yoaKCy5cFz
j9njvkhmpH34joi/I4jTxKV4ZuBlH9n0hTfzNuV35GCFh76f1XkzrSS+NjfEzeoiWzVtshhq680m
hjILpNYHY2puOzSg85Talb+9JcU1+jeO1fjbj81W0X307m7oCdeLuCd+YDZBiwBq7ybpJCl9yK7f
a7izj/V1I1ZNRv8iPZlsyI3FChLntrgTmLj3oTURv7rcRm6LKkWEp2C27UPLPOpM86EOEdFgwL1f
AiX9X432+WC5ss+t7YlbhgfLfmaUCM4VtOzAhx+lbRuGzN2t/GGtTXDqKbJ2JTLF09LGxbfR2ij1
4jPp5ZfVNcBzVnZx1iHs7QP0qMxT7HEaO79BWHXu6+40JPVljl33ul5CkWB55QGh+F2gdFYVxruR
CxonK1zHnQd9v2rm9lbGwj8wtKYvWm+2JFdPBj/E04xs+LAK2smwMD/BJZxztaYkiqb21Vw+XSqQ
G46sjp6qd2BGvtYGiHiwyju76u5p47YMWdhlCizWNnyRj3MwfDjNdrdE5ABJEaQhbHfWRIjnholh
wvQ9aYwLFZ08C3cky032WWS3J2H5Z3hkV20EY/ck+VnSfe3Kmi8xz8ihEtR91jAnxzIu9nOjf/TW
t0l1NF5u6ax3MVfZztvYBg2JeTYmeI7JhQjhDKTr6HiHtvZv67l5W4phy5havMZljLYzouoq5DUd
WrHTfUhMyQQKEdJYQBs0UvxP9s4kx3Ij3dJbSeScAlsjCdSrweXt3f167xEeEyJaY2fs++VUjWsV
ubH6yJAyI7xS0hNQg8JDTRLKkOL2pJn95zvn1EHSMFCn21aB8PVfasMctvQLIFpp1IajN3K69jB3
sAffcIY9gRV/Lnr/xRHnyexuFFtvYDMgHk1XDxSo8h76K2JzNz1iAvHHIC26y42GHBfYVDrOSouW
USpXKZy2YyrWjKdUc48GA+ntzHniFgfgl2gYr8ao7YEHlEBSil5a29qlC0OYF48AMF/6Wn4L02o3
6MkxWrLkmcce6pgdC7lClJs78X0YLgpmSYODpgv6ins2v13fXVMJhD9UV2dbmvuow+JfMdHdNQP7
64wvfyNSx3v0+b45EfRBKdCMZP+OgbxGhrNRvcyTBAmNL3iTWTBpYwQNFqzQ2XNeVBQJlNWLdM1z
Mm6p80SNd1R7P0oULkOeWvKTz0aVjLcaZZPvzOXWqfWBX37SWuupn3MG5JERX2tczR6bnZLWu2ns
qIWunkonNnfkF+cbFTvBmGTJJUfPP2sGKU1TBG4S8Mvz35cVKn6jNPMb8yLnQ4aWOTLJIUj/zI6f
L7UguVw2DIqECRBYXlJ+ipwvaLl0MoqFgSEF87PKrb+SjjbvZVdlQVHxSzdhmK3KnXcTnYhs4HLt
MtRxuW2F8Yl3d0b8vlF9K7auaPpbvU+95xYpjxcz6hc8FCEbo9nbVQT7BCkPu61h12g275p3RgJM
7vr9rTI6AzouKw59W2lXmlPrKGO+uql8KZ69VFcbNi/lgalLsWPsPlkjLxtVu2W6CdXYYKFZ+s7p
i/zYtxnR796WwnSq7sR07VHOSzV5IGyT2q74XMbg6swX43PjxYepT14RPovbZFF+0WfPAOPcnaY+
3aeD3LWDd4lJZ7lq7L7aM5U1btiXgMIMAy2X1rjnuruZ3O5DqvcCxmS+aahm34z43U49bY7HhgzR
U1d5dywDuD/m8AqpuaBopxrf2aHB2aIavuZdMnLiIQ7ZbgmrG3I2+zVx24Pse7b99XhAHLqJ4uYB
P16y5yQpuJxBvQY3fp/1OF1mBcKvRB3e9nor3jcTMETILXXranazi7T2UwaZEniW5H1hCNn7Qu6b
sXiyM/WCDMbt3BffesN/JDf1gRVxm8c07nCdnkgfRdE3hf6c8TvfdMrmOs6YGYZEa4Ma+BimBl5n
6QM/wHLdK+hytJrsoykpbTWpz9qmiWAT4bXxTo9n8zMhNIeck3wbJ1kwwJ7oNCHnKZYyzejVTnql
3GEcUO9oENkBVxvnBiEVg1TJSkxzrpu4L1geYFt955wWIAn0M0cm3WEdKv+pNBiJujM31jnSHnoi
Enaz49xknrvjBhYC/UZiQz9nvGtD9zXk18d6I7KbuhDTro/Nz+RJvrA5uu2UHt7RRHJP5vuVk9uv
ZlLZ2yxnB6ToffG8MGRnktARbujvoFA9crdz9uaeGe6qesg5DhUvhT8zd40i/cYSsUTrX8CN2Su/
erGazo0FqxeTnMShLlOc753uS5eQ+7PhMiWBp0EdPzF/TN6TY9bS3U3ynFtlkjDzGSghKSf3I7Wk
5qEWNsy8ytLsbCYwLxRZW+/mqSHLXMTaVZxQoyQjhxCTpR60sCTqbqT8U13P5bPZcY2F1KAsnPdI
77XussmceiNiuQJ5H33lvFNaNtj7zo9xcLUMBmbu0vSFmrD7rj5NF6T+aV/omXgqVfe5GxsKWZNC
nYFj8QeVzDf7ie1xrsFwetKUgRm5xbUW2/YpJ+Bv66KT3Zs6SLWeFvqJu178lDsi2XPK0y4+eXHO
xm3R7Z3Qbi6tZeZozbr2cQjT9r5rCQVu7ZbcW8W5L50n48ZP/PGpamR+1GVGbL3jzPmm4iLd9AiJ
7+J+1I+tPqcnLsb+lgvKtANzIo5clIaCoAQdejScULNAX6HHUV+rh6Eukg9dI3ROX7VzdCIz4VfW
aA84k+YrCJo4MBvO9XWZOztL2SNrS0g9LuLDwUsabdsWcbZ3DZduvhJ/zb0PmXwYapEG/kjVdaY1
pKhbjfhUlxZ18V3jn/kU4cwi180Du+l50rnhQuxxRO26amYZHyEQ4l3pTSEFe17JPFua437wrXpf
IW9fpeno6YHqB9oL4a5nHE303bdOatyCFle7nlwPjXF5018B5YtXMSn9hgLmNpjQUbZulVbnVGKZ
AexpTmY+0hQcw/WiziXPwpYfiUSO70d3+kja0uIBgmevIC1PTkiIT+YT/TpEC5lakTvPV2jvCCRg
9wdWJLttZakbEClICQArN5xPRQFI2M4BYXeBIvs4VT0vNnqyvaW6FJKrHDvji9O53pmNvr8FR5qP
sUZXn1Oiqkbw4yef/LfXvOqCBK410HMF1CTpP6ITutbu8iZqodZGFZ1RiONjrdn+5wKEhCbcWvtU
dlO8R7sCIKijknZy3zafval1HnN3/ppo+MMItoCAy6X1gL8q3/RMaIJhrCWMFCMGVnv8Rcqrj5U7
gvwaQ3Vvm6X7jrtL9s5HXXgCcnEvuj5GB9Rv6yHsJPeAzNAYXpLGdJpjI3vBn3wxbanxCsYcgU4B
6j6mmc2ODgctyP6QUcoYOCTT07ddWu8IUjJuaC8ERY0lmAI+nkQ/2Xll3I6WPbg7zE64F4quJnrO
1pIDwUPFndTH4sFmasNYwMm6V/x1WhrEsSNx2RkMPrFayMcITjsNHE/TDcZMlsQTI2R7RSmP+O4n
/b8nZP/nwqSX5/tn5nTz3//br8+/iMw//R/8QhyL7ruv9fTwtemy9rcU9OW//M/+y799XR/laSq/
/sffPxdd3i6PBnv7c2PhkuPx+/LAqf5YdV9/UgaWv/BdGbC9X4RpOUv2jkuiEDHvvykDlvcLnVyC
yBwaWA3PRYj+LW/X/QWj+JKN8uu/xMn/L7Ubw7qDdE4EKFqD+5fyoQU6wk8OYCrKSNQirM7B10y+
h/cmM8DF15CFvZ4jOtJwH9R1I44ydwormHMQZHrfmVYj93KwqNhAlfg4Iu5kWK6ecZhwMXEpONG9
azDoecJGzSiqwDCNh4lPxaR6tcDmpzcNobaq1f1k78JjyYM+NKPc+8BS4kywk3LPYqahVWzSpraq
D12l7OkhLEqEPc5zfnbm9KXZL/aUNQ1IDfGL+M+EMrxDhJHyVR8VvatFigMFBJFTxCZcUSWuTrCl
ekWYGF8yNoN9Am3qFsrJq5uMXPe4YkHyVxBKlgsUFa2AVDgyM9zoKzhVrxCVv/BUlB1a1Y5O3Y5t
rz61MFd9T7LoDfc1O70HFR3tZ/pKEKqnqmpbARUVQ5BvCawdhrOzgl1qhbwSEzCG4sAF/hpWEMyf
JuMpXvGwfkXFGBd1F+07QNalwGTWCpbVC2PWZNNzljoFFsGFPmP9wAew8MrbvEutfJOuqJq3UGv2
wq9ljZ14FBItWJuxIm7hirtVK/oG/dVD3TuxEe2bFY+TxPCVJG6t4JyM7FnbgWlWz6gTGYr5gtb1
K2WXrsRdudJ32UritSuVZ62E3tRl4birVnIPagKKr69ciD53gftQk+1076zM37jyf1J2sIAQEjy1
zX062mVNrVfBKJsyOTkLRljLUZuDcqULpbWQhuV36lBrwgc0e1jEauUSvQVRDFP2OjtrJRebwmIH
VAHvPbAXgm10F8xx9KbpBXGg5rDVae18THyGN0GtRoPMVPrnmh1mALhJBOlXqeva0VqpynAlLBH8
oS2he6HkzJXCnPqRVMk89XgCenyGPZZHMlhzd5TUmK8spxWW87jtjDnjJ7bynsOCfk6DcG+slQcl
9B821OK0wO6YLh1a34cG95+pouyWTh7u3vMCmHbgSd3WWLlTQk2YOiSOqtrDuLKp0l441WZlVqeV
XyXxolancsFaTaIqEhqLgV29uIOrd1YGVi04rFjJWMxq5fMcOfCy4crOZn07XJKk5vBQGhkjv2YB
beFlYW4xY8HfatFyIiupQ2HGWS0ZJ2rldVOg5I++IYkIDFeit1jp3nQBfXWwrGQ3rPxv9p0FXrng
ZGWEB0qaezzMCzusvnPEC1Lsr3SxxWwF0+JKHXcrgVzTLZNCBwImM/+OJLKKA3FbjXZ7lzOu+5Qu
ODNcNWSzrvfDDbQFvHM+pLDP5cpBowaZ7zj7cPKT6UJKN245vTKdZTIiwTK8YIqEuMtWwnoQoYsN
mzkW98KVwk6zhHlGstLZ+Upqi5XadlaCG7wQmjtZyW7fLqG8mZ/Ml7gbwEnilQMHF4IJt3w55lvH
jGBpJpu04iNW3RHPJ0nbn6l7Ai+vVtQ8DvsMd/+KoBdlo/jgVzSdwP70ktkLsJ5ZZh3uY438Aokt
51O1wu3Vwrm7K/LuzZ15Na0g/Lww8XbosrXsV1TeSeg83FqEg6FoUZRk0gQKWZ+Z2HnizGsfmhW8
lxYh5gegZIB8h4yHRViE0+9CNNrNRAYDw5MV5Xconoq22UL4Oyvsn8OuWxtzNQHYqyEga21+cxa+
OCaRswVUO/c7xJ3bnJUqNtVGGCHzNkqon7H2Wic3KzHhmMmFILb+mq9L7qZWv08dOdxGbrLlRIsR
LpPpwyjsqyypqrvUyx8yhN7bSZF35mlXRR09hiRHsCKYV4xW78Khog670exAeP2dNS01UdWZmVNN
xDG+ThVw/y+OinkTQzhhbIeyqu5BEs92rZ8iCS/iN4qzo9W8sMYxPczCBzf3kud0Gl5KsKWdzotA
wuXA2XVf2M8daKN9IcD6FMYRgU5kpg8yFLdGSIWS73zCUvkESyuCuidvADSrPPZiLvHQpTfzktaW
Mv8mM+NTIdLnhva7QOvac2U29tfSGPcTN5MbelwWPaJp5y2nx+S9LRFaRdRPQds38iSG6KniEQwG
1sj/DMqZSCTkcuCV4Pe+CbuuOka1dcF1wkgZd7fSbRIrSu5yUGM9GNOtOfXe3oqVCDHSpogSvSO3
oTl6934uzOM8p4J1JdKIAtA/uhhzSeBBfNs0BUJDnF0hjp7bXqnA6uONzaQxi9V91iJ99FNLNVjt
pF+62rlJNZVczZK6Spct/UZUY7rlge4GbbwkiPdPqscGQquxdrSn5JkBWH7D145KDSuNAN6YtI+h
sXvkWKCnw3ymun0fgXwfekdMzsGHyTNzhp6anT5XKstg31l5cafilkq6K9MOMZwp/1jZ6U3IBOmx
wQSH800Z90ZnelCx1v1YV/QYe0P+wTExPniKqVKosZzMQp/ghlmq4e4urefX2dIoYzVbB6fiYz+U
+TeHjf617RXGgRbZaT91urhptbG4ZZT9xUykdaq0fFsgkjLZ1lJMy47Z+AEN6F+bwrhtTNpvAd1t
ddQnWTyKcsg26QhYqJo832BHie8SOfaSiyrrL0UVudsyUtAgflsCVsTDXVr6oLRR9FSP0Tsd6OLe
YKsaEFBa7+K4fBd2DJGyQX7OsvYDjjC2NEI49qMm9eJJUKG9D6vU+uIa4XOiq/k5I4hoAy3D/mXG
fTJRzjfYcQ/WR8oEttmgirL0KEvrA5mm5mbs7C+YiwPhEk9gAkvEvtQeXZIoum2fia0zYU41kvC6
NAkkHtuJ1++yZ42L67QanAtWWoyl1njT4P+n+N7xOT3hUj21to/ISjsiDOh9kefzadKIOskaDNGD
icpkuNldJ6T5xbGyh3CY309m9C3utP4emXV6MjE/fZBtRZzCKXISPFmxQ4cEbz4vzUNV2E1+oh6N
FModN1STmPcmyqkz06dSv6M7uE9vTFwbHj6ZNh2dbxVZHVT6mTRmW9shrBiIqs5umoe6ZYh3NlU9
9FZgR72ffQthvJFy0rAeWowYhTmX27HQofIuVY08pvYZPI3LbjrF4vq596Ce413RTsaoCOaQVp5e
ICg6C6NVRTncGfK8Y2qVmYpgF1QsrMf3SWS11SNpC9r46igl3cWRzD7KOotpJqnxEKmIXJanWmmG
ibgmlD6m15IwMOBAuKbMa+761DfT5GMIHlCpbRP24Td62dyYWia34CU1ZJx8sEkPZrLfIIeYozAw
sPS2GA+dVYqHxAdMoDAqzRAMyb+AAuzJ17rUWqJZzwmZhO+Br0p9l6O96O/KOLK1X3vV/tK59r8o
9mZyHPz9c+25qL/843/gTfz5aMvf+ZXk9oGyuTywMZDIbxB3/s+jrf2Lz1mTZEpi0HWK8n4iuS1m
v0Tuefj2OHj+dLblD4i7Wmg5Yqng4X470999T61iHPC7QY/m2y5lcxlirs/POcak4fZNBFo/xj70
dNcGPnaLo2Oq7jqZGfzu7Kr23SMHxawNBqknJ7vBfb3XXLXF2Arn1tR2eyWpOT+h2L2QL4sVNvbG
e7NqX7si3qIwDZe8j6dnTbnWk6nVjDEpPBoOpZWMe9JEZpAng3rNpmzvSIqvbhpHieZsAZTIXTZy
Y96ZmlD13i/xzZ3dOG2X8GpLIZfq5I8DbnGLv+F+37VdAFYVhxvhGSHMnLP4TLGe2tQfWNSroDXL
yNPwRWHq2FGOZjblpk2QFbxtgfg/MrwmCyrgwkRSGmz3aqh6UV2VbuTt5hKlaaNgVzdW6OBq0mul
MK1Lyb2zHoaTV+QmdjtCVTZGO+e0jbAVZYGx4m6Xp7HRLvkZwywuENqo4zrLnXnIO/ZZD6HGOLVm
dOcV9zKc4lPTjrY8DwzJ9IrIGfb65Iq6sTzVVuk/WU0X6gN+FtHYGChxe1w5zBA3mqGpV6o5R/c6
q0pucZTBbVNJ2M/tSHBJkEzt8OzpykhubD8Zu0vmlzwu1kB3Y8EMOx+tTta8B+LisifEpVwxbVjv
frORSCX33HvCxF9cmKpEXoFHiGgg8hJ/W5t0zRk1E/hTmXhhk4BfC6Gd/ZSIu5Lhh5+Bq7iO+1kK
8nsQnhPHvdIxoLPq8CNqQbRFNpIU1eXexvBolg1GnpTDrcd8eO80SbcvmUrpAcL8rD7OXW+AJRsh
q6pDiqP1FXJ5ZoNWKhnMw4RuNsTUuQZDira4KWMn4xE1cBEzoUJlHGfDCbCH66/YWmO5U5i69Eez
ziY6Rl07fGm9Xn7MgL5mHNe43TdOnPqcKpIofezk4OAIQIO20TFcTEk65tUiiPTE472VRXeFzsCK
rXWde+vYZaa2S7MDQ3gX6gnrE34nAx93tSVALIYM9exvrm0psTEX1J3gSzJzCO0GY7eLEt4q12z3
Gi8QjDzHK/+YreR8lA5A9LOr6cs8lA9rGm3/JtU9Ij0y7EKntLZikgHmxKYxupinp9qpI8wCQ9p9
8uKyZcdf2+6XCNnFB3Mf9fc0vkzPVlmYIUWyE5PqiIx8exuCdIWBXRUqvTZzLPw33RRZ/oGiKfwQ
hP7l+ZWsUwCQarFMdKt7ol+dFC2dpoBHeCZxWNgOCmMvCU1eDBgGhitjr5WLL6Mw7X6GMJ96/Bqe
3g7bsGZAzAciymI/E7wA5bd6PZrV95ELrL/bxmOClprqRasXh8gMHVsSBoNxRF8sJIJ0jIvQc3wl
HADifZznJNIkMWeJnVhdKLajd+79XLpjth8Xo4pby+Zr5+e+RU2tNr6Pa5U+UEMbkw8wWsbRpxUL
RbvoR+KGeCB3X7nueIvhOD/22MXJZ54MJjlmR/RSfUDM8ez9HI5NurfMaxZuTn0oVLVqhbcnsUNt
9N615ffM0f+/Fv+dIfAfrcVX3fAxbn9aiJe/8M8Zs23puIJAlH6dJH+Hz20Blr5w5HiqfMflx/yv
GbP+i8FfERS6rbVty+L924zZ+8VZUmQ9SHaKS4Ha/so6bFhg7D+lTFIg5YCcu0ucPgmoFMb/7cew
3Sl1O1vVZGEZTH0pGWR0yBRQ55RQBzoHnqImZhDSlCET8bFB3Ylh3GilXiFbh7UObTvKWAW5TGk3
9toCpV7EUXg2KYqKg7wPKxUIf6xD5K2oJBC7g8MJmLnI8KZLRcpgDitifuSZxs9ggxPpbaG+JFSS
3YnQ1fbjecl34nDWe8a9QKPG8EwmI9ZEYpICxjTwwV4H54TUk3F4LUsDKkAv0pR8rL4k88qt8hPD
g1HbGGWt32ihJ7xj3mTRdR0rG4eqbTKLskdYa2W6c34aSECPOFo3dQ/aXngUs+Vhu0uzKb7V5/Yy
t6l3YVOv3ZjgFA5vsLaTe1Kl41fmnw6narJ0+qNGhsi4cXjYaPTDF7qfdZQlplEveYvnmGHrMknn
OhV4bivNegxFKLsvfpdoDgxunrnM3+mKPpPFOMh9JmoB4Tn34baaipi4ETe0OQhGU11epDYVzsbp
F9wr0mkTv3R9BIkpiLbgPmT4R2KLjBmuK7Ki+zzyO0Zi0mqPpY0/6K6tK6vbDRZxEZZ0vfyYWEV5
NVaoi59AvmIiIozW/JYzTOSe7Sd3TK0Eww0+ZVLjYvEYGkZ23dRJz8h7nCf+tK9pDS89K4dDGcvP
UdpifMlN137vSHM4Zth6lztteXGs6SOZGURxKz7GjdU65GzZ5zCrs3duigISsKmiml0y6GBkqju7
LjGHDemhbBERaeKdMY23LbQFnZfsdmh81atcBr47FD32LHLUDkkx1n9ShGMsW9QfA1oFIbqrPoPN
R0efYR/946VjF5HPT2TutqWM4/0yfDwgtWOzYvuN1p3C7MAhsMvbVJbd4yVuSDXO8xxOcLDKK1IN
3fvSLWxi9cvoJswNAl+WT46p5rj94X706/77b3mn7oo4b5v/+Lv9xjiJwYTX6tLjhKKEhdN840Sy
2ynU0yzttpL4wniTJFaY3oVx43l800k6bhLcXZhEGD8Qams2H1BY9PHKKs3U31lVA0RWkx4M82vP
NXxzNHwTrZDf/NEhwlDz86Pmp/ajGaUsLomq2QqBO0BqmrnY5lH+TSTejTW4xaXgQtwT/QNPMjRd
upXgjF/9yUnu0e7bD6qHTkXByCfOoaEBONSgl74oR9O+TjIs7ivbyy5K+CS4hZVVwic3PESQ1ZHk
hRFHfuhUip0t4gChgj/+GI23mbzLx8jySuszPlf0weXf/xDunxij2w8RWGeSxs4D4F//vqvEcxrB
X08ya0+OLtMgr6Nph9ElIUmqdUnu7Zo7VxuMk+jj9jlkurZNs3668uhE37tVm+4nzez/5Cv/Ny8V
K69hEvzO9+5Yyy/ih5fq93lEyA55uHNtdu8YtDLFT0psKJ1uEkBBpLrO2sQXb5Kj9ycf07+5MtBH
DU+w4gnCpt98TL5fR/gVSBKVoyNOeUo4kIEwQYDcVD55eJouljKpvI0btadclkiIoujpjAdOL+Z5
hwn3a6ikdm1PpmIO65nnkdDYP6kcW/sefr5+PVZYPhxSanSy199cE16Sj6oQEaS+l7Cc1Fmz7WQT
PhITxdoB55MEDR77iElrZ9JJFna7sLdmBKz0vS+b4djHwn4PutYwqTG1Sx0C4Bse/hQI7uk44so5
yNxk3BiF0a+NdH9ps/WHTr4flfrfb4denu8zE6S1RPr/EUF/qcH5/cHH9T/+16ePefHzbou/8evY
Q6Do81P/vsWynHUf5TDqWFoLfPOHUYf9y3LbxpSJ2O34HAz/ucWyrF+IZLeXq4edmxCY4N+MNv5o
1GEwGflpnWDOseytqPcR7AOXysefr8S67clJVqkRjCJu613Sp/ILAA/OXqK20hu651BckzZ9VYv9
V3Oppdh2qynYq4W3yxarcJfEC9hYZtlz3A7hJ2Z3rr0lf9a4C0NyesnP0yhFVAS5f5CLQkW4zLhQ
X1p6Te9Qmu9lrUC1aLfFCj5p88jZH+gcKggnNCXTwiATV/fD4VtW+c5znvnJU9Ln6VOY90gLOQFF
j4U74I0rsBxfK9UNT2pq44vWd1O7hZSX111ttGLPsh1GW0T4cGtoo15Dhk31+5azHPGqpGRhzHM6
eYma2S0DEFfx3PWYYba1lufjAbswAeIGKUw73x6nnIN/BnnvOV3JzmIa0lcZl1+yoU6TZRe04ztk
2F0h3GGzUjojWxvEFdODJGaMk7R144qxeGdFxiVzcLTvNFJ2oQjDdNp7VucyAO5auTejot1qXluZ
0NYm66EO2mZsSBDvRdCMun7G054TLoDG+8HJdIllkFu4z87TQPbAXmZpGyvyMHYYMk/aLX9KQIVN
NkAgOXCKIDKy4bFPPHzZjaPfWjpTUt7chDiQFX6SEsPDZbqNJkMPDy5xoA9xk08fACKVfzB0E+wt
JLCRw66fDzuVFQQWjY0Yb5OOKUYA/haydyIa1N46dtZBwi55BeYwWK/hOPhTQDUo/HLhqurYIYB8
xlabHnR2o9V+onHhmzI98SWOEODOM/SFEaS5Jr7ycTEd1mdtIjGrTJl90at2Yl+rkS/od+pTPTUl
HgQdeGFnj6jzmzKRTLnByMk0SQQJrwEWs/o+bojI3bQhcV/sQrzwSbfm6hs1YQyU7B7pLEidtHki
IVs9ZoTkQK4mzLw3wiqrc72Y3UdEUPtAQjUe+PUW8pfupv9Fx8iCE93v301v1T/+50+30uU//34r
dXzM0YJKOe6Q3DrX9srvt1XnX7dRU0BDCSbNnCy/T5P/eRvFXC0cYhDZGS/j5r84MV63Vj+u1lhR
KV3ARw+rRT3M2/1M3JLMrRKKRgwN5Jo9tgOOTlKjbm39cTLuCIvQ2lPfe311Q4O1D2TTjehPxPYR
FK6VjDE3GszEt1ILgal1rQwviVn04aZSHUlji8ixRJsaAJE5fWifvaZF37BkX9KC6nspwXypwiNB
24rzqOV9/6JPVeQQ9VYk08atzdze2n7JLlrolX7ftlr0Pp9nLGOYSBYFlV3ICGIsS0xd+BLTI62E
TnbF2Bsvx9jU46si+7bemmONdS71XWL846qqjb3jwFLv2tYour3JFPNMuWMSHlTFYD0YunKeqVXE
dBLYU2OkO59LiFOFk8Xpvknj2HrywfCvxjZFuEZhSvjnEevY4gLiem1lxa3OazqyGSlJtDc2kzTt
7BahmW7TIbIee4M3GRQTncWcpus/qfVbD0o/fbUcSnQiZ3y6QhzW4jfbxSw02CInAtIq9EsmWh2B
dBtQeDUcRZgtzu3C34YOo7cWvvmiN/D4uHNi8jNx/XpHHji/++Eq+DcHJlb/n852niHo+KBxnr5h
m+HMm92zkZUSnySmBwWvdTEwSdHjNHBYisb2bBISvv/Lz0fejgtui/pG++gbOWQI9T4z54rnG5t5
37V1/Bp6LEmqLZrPBuPjwx8/39vzIArpAvwxemI/YiLD/bwn6com9WBivS2m+HGbanI401WbBGEc
Zn/y1riBvPkoeaqlmZKDwBJywJjrx4NIQ/aFYNrlbbWJAHvi4YrP8VDOf9Zc9388DbcfuEv+13Q9
KmOXb/SH806MBSSZZexuJYa5HcXaeEtQiTZ//LmZ5pvdHIXIJjFGvk/kG0/HL+Tn50mH0R7iebAD
PPFN7+/E6Gjj1pCDNZ0x9cXVMzGSuvOa2WgjdDqa8Tc2BGa5Iwet8EKSYWuHtTyznZ67UJSO4+04
wEliHxvs8DWB+SB7CMsI0zjMpSbEkAmkvEkGHeoeplD76lMsoW58aWn9scNr/c4eyHfdzS2mmG3K
TRIIJreBDTZ53RA3PrdOR5y0N8zqNTJsNktBtLD/aFoEZbJXzJkk78lcyx4HS+Me0fZgi9skM0v/
EDdNaN/nWrXsVwdX6HAmYDWK8CVcclecikAvAUE7kic2IBa95+DfI45jyVCLnIngLm10ApkKpH8t
d7B95YYq4BzJQIaxnomFxvrUJbnadA0jrauOFlV+iUql+k7qRpsg4sRlliMvD1N4rZhOxjuHsMXs
Eg56KZ6FQpEJPGLenE/oATlVwchs1SHymia/0os8fA/FoTVbfyaS7v3om97nGRvnvZOmFBZsmsqI
27sZijV5UX5EToE1VV3/pPtumRy9OC3imznNSyxYWa6yJUl4WPzAiWNSMGE34dQd27nsK+KRxyR9
kfFkJw+V2ValDKwak9vc5ZpJe/3YTZ9genNeSutV/m3PwJ5qb6j2CFsB5wQAkDKmMSK2nU9TmmU0
kMhp2ER9iaUVYb0pv1AjkRL3k7TS644oor61mQWJcmRv4HDSnrUu891nqiWIq4/jzsv2RTz7NjNJ
pnvPTdQV9mNPR874QhChzHeN9EbKI1RGY6yBf76/zao5lwthVmXhe7ZmljgTalK3G5KRjfwD3wVJ
9MeoHVyDYFXX6U18SR0G2gMkk6o+S7ysA9YYzsgMQzw/puBEWr1GXmBsmGSWsICSqwTERmt8KjGX
47OBeg89Zmd110xH0ufhiiEHXbj4wRKH0i4IdMWkAJ3W8uV6h6bvPPLnNc1ydy2vG2EOi3++r2pw
uSNgTPE6mfwmtzM2UInr3M/HLYFIi5mtkbiM8LvSdpMMU9kG7lCH7dlrkYl2WcmIdmczgx5IEvAI
YpxCea3n9BzsRiyRyFy8VX/Xeo2xuNbsmpBst7SBGUdYbC3MGZ13cBfRVgG3pIcxnxi5kUtF1lIe
ReREi5IEw2vi+uCsdXTH6RiZpXOVtLGZE59U+R/iwpUl5jh6BbYkdiYl7ufYFSehqqhdjFgLdsJR
lHAqYMCFmvLyG3z2vrztW/irpygaTe1YWJ3eB9Sp5RdcLm7J/YgsAzwnoXyye95vICuNxcVjnYEs
MrrEUvPNZNdlptHU41uKlzzjKCFaIcpcnmchgKOYo+Rl1BLqjNQIkucfR9YN7kD2jLZ3IOJPmLI6
k6pUIexvuzzLGF97cdVgLMFMah/iIcfq+GdzpzdrgE1QD7M5h+gWlhphvZ07cQtpcyIUqcIaE+Q0
jFdpaF9qqPV015UkGryMShvmkwkHFB90TZofWi4T/xrLad9eVynFhIcqH4lm4CQ7+fQnUUbz/MdL
yJul1zYX44BHtJDBiogv+83YKc9DGcV1gg1syO1bf8RsxFl52Fizof3J0rvWXP+ws1qfy3JZEJeF
/n+zdx5Lchtpu76VP/49JoAEEmZbvrvZJIqe2iAoioT3Hld/HrTmnOlC1RSCWp+QtJGCyspEms+8
hiB88VgRTRZcDOiiqUj1HOjfpuhf9/3OELn8PEonfF8g88i/E/5bDxrKPqdRQeslKB7uT3p+fRc/
hBx1TiLs2ZteX0zaKTGbaWaBVeSCLPPEU+P/aXAfojOHtZ/zxq48Y82b8Ho3EAZoUp0JGaYt1Pkl
fxURRFTUDcUw+p0G03/XZNyuyZD/ptPivOewukPMgpBKkqMsIqkOsAXqDqgP531n7P3Cj46dg2zd
/fW7noshaA9hE/0Sky7N4MqcuCdJQ/gDQaPiQmWIh16prR/3R1nUbVEUZS6kapot2ZyMd7lieo16
SZkklJ/KxIJQVhpbWSTawckdXohZjQ3Ps/DvU/v/c+//nXf5f0+9H5Lge/0/H74nOTn4RT1z/nN/
5+BE6f/SKFNqpslOflXZJE/6F99INwzdpFPMf/t/zWNF/ouSP26m/AncA3WLr/zv5jGPzr+oaLJX
EPFEnQ4k12+VNucT9J9TjS0JCYsloUexWbjOnMX1UmWw4kcrpW3aGuKxBnZ9MCuOAurlMBaAFD5q
tUezpKm9fYIxyD5uaP7EUQ7zwGxh3VK0/b2u3N+/CezabFZMnM5cL/cwak9Dg3FY5MZNYX2FOUhC
m8oh+ajnifezh6TU77oofSYIB0VC08w/06UP1M0ge7rMWaPpR4TGtI/RmACQoj2KyduIPwWmDknW
r5y4RTrx98+dlVaFCedKXtlJYojTYrkzhjAWGkfd5SCLP1bIS9XbkDDDtcegsDfIyDgPWZh274dR
4rmn++afMu7EW3XQxKeusIePctAxz+HrVT/R5PWOCi5cZ3QM4l/C68IfErOXT4h2Fh9iMbwHLK58
frV33b8/+kWH8cZWcHC9fimm4we7TJgDYFKQKEPXFLDz7VlGgetSW3nQLt/Ol9WalWaFTvnV4u/5
mnx1pQOXIIhoBjZcpSBrb1ATL2hSP1U4SKzcuJcv1r+HwuqG1jj3Ig2Cy6G6mIANlfbQxR3vVwK9
lNKleK4VrUE7RP5WTPD3YBplMtT/QGRSTrscrJ8LOW0wAwUKRNZwGmz2WUbHVEvr4bfsjv8eShCu
m9jBYjlsLM6HAJOYTlMVuRGqKAdYJv1+Gsvfc0n99yjcDHS/kFFE4fByQvDKcb+mKOwmfooak65W
+wErkJVvdPkqzqOQR84XkKpTNTGXIFIKjz1UQC1yEYeny95iM+bZkdjd39ravCSX15xkKEyU+d+o
8EEXTzzAyDDMgpitAC1gl9ECOCncaXO3fGP5KQtYCoHRqj3sMe2gZpjkw0qz8rKb+zJTG4SBbaDR
ZZnIL1+uZySzyDK7OHLpPv9qC0J2XXTNETkygjmUjiA6ViFEeGvtxN1YYnDAVMEQd6bRqi9OnJ2A
v0BSMnKrrPV3bTA72uRlsfIhrw8bvFnazdSaEXAjhr+cnt0AWxEijFy1dPSt7OR3MWZflATqqz+8
vf85by0lD6bQqEphjT1zfl/fIbRggrE2igjMS6Ltq66R+ylTcYsChbHTB4cs3jCgTaRmvraRLuOr
l6/oaLCNuE0oI12DnoPWznqvTlx7+COuu2cDw8keEpINo7xNFVTuMxpXHs4G3o4q+D6dPsAm/F7h
ET2gzdbGFl7Nf91fjusPTJOeFj3BhMUeX55UsysDAbwmcJ1ECT8j2OO8j6S3Vm9cZCLz1CFE8yJb
1Mz41OpiH3l6I+y8DWD2jgHgIFqS2x6toFPvaCEQj8A6WSSU38wKToZBw+EUVV59IO0ftvfne/35
TeqD85YmuGJfL69azcAbuEOKI8BL81QUGCjGDSoJSQrXCy0u40CKH74XVhWsjHy9yRlZcmdR7YRx
bi82eYoWcFoMbLwhcMZ9PoYG0Km822NZKN9lYaSu1HjnmVxeW4AwiC10Mjw64MvxhFb3qfSZaYhk
98dJ73GDrhHJRzCt17FHMwTWiIgd4Z+iJOEBBow/rUz51mef0xYiRB77Wcbn8rDNBMDRaNLIRabV
eUIwfS6YapBQWwhekLPRBITb+yEaLLy8Aqw7bYD7iJEGxUpcOKMpF6sBzJK+EVHWfH8uy9Btgflc
N6aNG4YNj0WQF1YDslrgcgismx4yZriU9nonR6tOqfYmRDmcMqoeze7cAM2yLVPECZHpy1Co8dKY
6mobqaCzfayMT3Y9mHjS1XrowO7GRBTlcPEtp96D0qDv2BRKsuar1RnDe3wC7XZbi2r8qQ5T+Ku0
nfhjT9nL3Niw3H8hldH+W//hvxIurvceMfF8BvlrFvFffAfIFj4mRXHt5kontnVCqFnPDfmAWhdc
4FD/cP+UXQdqPP30FyxSfpOAbZEZALy0zagcalevygJJFx1LY5xPNjPr6nB/qOsLjKG4uGYjeDQb
lhcYNNsSPqlWu/hM9o8oh3so0KnmPxnFVOdHCrwEJJnLjVyCZrUHzAJcMB7slaH4Au+w+yeDWBai
0igVzPne5SABNXazQ1jMbUeR4x/p45zkQFX97QVD2cJ5wRBTHlmGM6NSAumHV+0i3ZbstQ40SUBz
9PcHIWLRiNHpDHPnX04FZResY4uwdRPR1mitdD/xcq5WBrl+T6mjYQeBwcR8xS3tIBped6fBc8GN
4Gc++OBMgCGqyQPpJ746k57CyjDXHpAb+426EiU8A1cLicL75cxMq5S6NeoMqjY5mIWu3ad2Eq1M
7cYBIuYHucQJQl9zuatpilQS2HTlorw6QiDHJEJhAchSZbayH7T54bl8KGxJpx7jUWJ1ne13OSMd
CWlwbUPlRvmoQEWi9oN6mnYo6Is/e6Jx3ggjGLZKhL5kHgr0Av1S/5CUmN6bnTV8QoZVX+kJ31hk
QAOU1ohKqOUuK7kmzTGUhDJkAabJOWLE9BOVMn1/f49qNxaZ/MGeu48WSaW2uBWbwvATtZKNG+eR
/xlyWYzkn29kEJ2q/hjk2UBEMAG3MToVEpbsEbjeej59H4DyPWKEZldjDDva2RfIp/BkSidP/01x
/K9X960fCVVPUmrhA1FAvfw6YVrObOOidRtn7kJPPXga4SjgeerxH+wEIoX/jLXYCZZViJTyQetq
IDgPctT9d0agVAdciPUHdTACVMw1+aaQjvLOUpExSilPbJPYi04g+gckBpGtvf+RZozecnc6tI6F
zWngCbPn//4q58+aMfBGTfZuAQ/hTZTWQDCqwsIY3uv6H6YGtRd9gQy0JmZHyMQ6Rla5VIAKhGc7
TPGQjvTTegdbnm5cYCGxsA38scJt1EEibdsgN+iA1m3rQyAVcOUyS7QYQ1SlcM1cxeHy/nwWjIs5
EuZZlOBibTK5+d26nI+dTYPvw7Jww1KvcZal9dqNurbNetPeIDGMJL8Z/Ywsik9eXXePNKb6+Nig
Z72JoADsx4xmytRa9a4qbKQoRkHZKEnwWEtF91efpUDp8kxizMlMQyl/BU1roK/b+TQCI/Em8wYY
DrjQH+FRoOoY1DV6pI66H6xo3OFv16+8atcbmOsSfwUcggRv2jK5K1SrJX1We1dVagQ0wQB+Mc2K
VqeqR+f7i3t9bVDxZ02RcyLFIiC4XNtyaKEnQw11lWrUj0Gd/Cwx6T79g0EgzNC64R+ospeDKLhG
V1xNg0uNDSNhGuZbanti5QGY757LS5lKFwVQriZYBlc4g7GJ84k4YXC7qP4ZNvZjZPUHFWLbBkVP
fWVT3vpEBsEayRlOFNSHL6fk9Vgsprk3uLgCJ5ty6sYD3Xeqn/jMrZznl0t1OTFeGyqe82g8pZdj
OeEIUUbGo1v5uFk7vh0+lGEsDgILuF0H0ODRGeP6uxaaotny+UwkAG3AELLOa8QaEIVutiHePpgt
oy8hjo0V978iQN7VyqLc2EwaQGB95j3zx5e5S1/PEBoeYVcfcSFUWyfYmpW/yim4TkyoCZAbo7k5
V3aWNc0yFXCbNdZjmqIi3Mo6jqKNFhsoyvdmhaxwZYF3BATctQhu1Np3v419NPY9v/6AxN2orTwC
NzYe9TjE7ig18fguC4TSxylAD4vJnbnA3ycUdtneVoQ9RVXvkgF+y/3jdKO8Bnrw1YCLXAFXIKVM
SwZEk8p7N05OcqwMBIEh3fqPY0iVHogbiu/qqH5oEqS2u2FIViZ94wAQZFHjAtVDH2Pumbx+ZAIf
IHKUDpNbWqI8TgnsE5hXzS7T/TWg0s2h2FDUKw22z/KstRNiSWHaT65noq7SOyUelm3XHww0pNaW
dn4bF2eNiA4w1NwRmesAl9NKMDsWZi8nCk62fuwwtNkZkHZRr4SSoQQ0LJ00wykyHNs9SOBq1+kV
7lxSKT56FVzn+1/6uiDBh7aJuKgLo7m3bMiCwbSzMW4nd+R22NRaJz/laYuyEi4ij3Fs473qgWNi
Rj+qqlNWQspb6w4aHN4Ocnqc6kWwp+G0jEuhOrliSr42vmntoH98rvWoWtlLL7H5ctVfj7RYdRTB
ykzgeeGm5pg8e2oE4VgTaKTtHK1p3k2GORt8eUmLh4VeA131oegAUEjN49TYAxLhFOA++k1iYNSs
StFhw1k1Owr3MGSUTFQ/7LBT25OVlJr6hhMqAEJCwH6T0Sd2tmUR+OXKnK5v7Zm9Ck5w7qdzL8jF
rQ2GYMg0qehuZcf4KISFcnSCOsWux9eUnd3j3bZzVHgmG30Q+dmhGfhlRHMWEePS9uKD0crpaIWO
heA4IoC8ZL3yAbcH7fP9PWYsdjwgdduiuYkbGVBSfQncDEMbBZQor12szrAN0zDE7J06XDlY16MA
CQWJTAsFjUY29OW56s001pumal3DbJA61cfsYNpj9+3+XJY3MWUzMkxDR/NV43lYtlczp+iKvq56
d+ib8Y1PPgsCKnY+KWFmPYyxGn24P95LF+H1xsUihaCJximhNo0OezEtWv2NTtCkujDrrB8NhEFw
0ZoFFqxNu87fJpFF6T8nzO62/D9Es/ETHVGhkOD/Lww8VGNb1T5c3w5l9y9W2dYaBgiZ029yrdYS
IMltiHQOwROyzE2AeFYaJkQZpRn+ga4a9u+ZrjSIFGVt/WdVaf5zDWznKegVJaI8KFWw1VOn8iBl
HoW1UKvwEixyAJWY32A0vQFVjTufXsmOlnSBFVLQG6ONXLPjhLPercx3gdSL5xCfa3RrKeP8uL+E
L5qcl0uIkxd9PJjUGk3x5R3XthrWU1ndug5qjdQ0QzGdnB5VHKP8oQS68kmio/xtMiLzATHmEj0R
+C072hVRvk2NyHlU86n4Cy4ofzieWjDPaYTq5KaKc9x1O0ubXRIs9TGYeRdvQKZMDyGMQnUzodT8
ZxDY4B4tq3FOfF6+TNo7gatWZvUxSGy6C36CyH47VZjvRG1T6M8gviTMkgbib9rOele6OaoUIsc4
rDaNo/jlvtU743Pb+lDB/TpSjinSbfamcBKsk03og89gbXWEKPKx/lxMEXZ7eUWRZEv53Yq3dda2
2MrYrTzTACycvTS14HGUDe7pwvOm/dQ36FOE+OLB5m2sanpSeqCnj6Izmk8izvxk27V1a2/9qowC
RC5S71nxp+4MsB98b+Krf7DDWjQNglbDRiHxVBXRMqSqNmR7vb3Ftjhvj1L05KsFUk4PGQKZH8MY
eSX8QwY73qZOgaFOirYqLF2sqKFRjcGpDekBbCosDz8LgxQGy6xgxNhl0r96pgZulLu5so/3N9Dy
ZiHanJFrFP9Il5CknV+xV9luPaahaAvRumprNnsto9hY0JQ8/PYoFMzoy5K+zF6q8694NQraIFKg
q0UMbtjxRtdjZY9c6VridxXZMRmGMZkQuGDpLBnSeK+nrae0o4sybHFSzWbax1Qft5E+9RhhD99l
rg2bGj/nPdat9IGcuF5J1uZkbHEeJcdw7lzSc0E24XKm4Cq9Uem9lsappu2Q4vhRdUh1UiDOtokv
01MZWQfLGX/eX+AFOZxgi6lzE5A7EEQTWS7GzRtgs+jq0zCoW79Bk0epv6QsQ4MuvuP8ypqi+4V2
AAckshDoKUwtPcTUulxgscYWNO5nLQMfuGmJDfejNoK+tXs/xNemEclKb2T+LVdrREOKe4scEHzF
5RrVaKtMUWsgqt1BnLYyoT4gTZfsjQY19wG5OXIvuHr3V+jGRueSpKnMe007cJa4eL0FVeQk7DYx
O7ftNRwL1IisjuLtyijLkJPPQBUR40fIQ5a4YgVkWt5Ypar0bm8r4UntJiPY2uHUgQkinPrWZCle
8Bk8nl9N2Ibl1isRcVj5DTeWlzNGwxEwkjGTxy9nGnUtlMhRIZPv7emkDUgY+qMIzzLrHpyk8j6m
jSU+3l/dq5ruPHECXWRC6FUIe9nmVE34yp2vjW6oOieEEtCnz7DX8j8KOvhjqW55+753ibHDQsIt
uNUT6EMIj+9WfseNzzyT5nVSXFI8zsLl5JsSebvS98l2hmZ4sANhPDlwgR7TCpG8XEfuYxB4+IpC
K/akBdUWhoBFrwhrpb716n0KgRqPDYxrVn7YMu1mgchx2Xjz3UT6udh/ySynnMf8MLtDCsPC68qG
5eOWUZifasGtWMoGtY3Oj78nEbI5U+5J3JMJXe//kBu7g1Mg6WHxobjJFwvk5F6ZK3O67fetQLQq
a98NXaDuVDmUWx9VlF2hjGtw3BeQw+LIzxEloTKV//mIXH4WUyZRoRcjyRBoILwoOw8Nv7g+9pPi
PQAPyzaa4X9ATbrFtsxQN9i0sxj0CXZG0Nhn8ivr2GaZRus+Lt8YkRzxRPabJ4BFyqFqJ+uhi83m
xwj2/0EPEOsdMLjaiU4zHjvV+DxOiEdzIZMz8OU3vMfKk2g8GM5T3+9RTEKhO8P7hONEc6WJ97QS
k1lJWX9GjzJbgUQt42y2At2wuY3EiqCUsMhtagPqbJdok1uPVb23O5THnaJKd0GKF2okRmPlTVpm
ovN4YMDhVWq8ES/YzddXH+rA0o9bj60nWkQ8Tavaodfc7KOgyo/3d9eN40cgSrVZxZ2dcvPi7lF8
g/d3ilU3Bn526qfAAJ2srGWHt0ahnk1bGbYohPlF0IImiRZh4qe6tSSYRavLOnUq5+j+XBY8wZc3
FSA3mTtgWNqsL2CDV1FLNmHTNyAH4noJ7ysomTne04mnz52ZQQwfhu6LdIKgwcJzCt6jyKyhw5xI
PPKU2FDLbZJXGG3d/1W35v5SBqYdCNLcXpykwhMh8FFHdVFjBEASV+M25K5dGeVGPDH3HAlhqMsh
C7UsUGEUjk85T7OLvWq0zyF6jLCoZ5m5xEnizzoacV8o3uIA5GFrjnOd3pKdxaFF7D3V4R80D43w
JNs0+9O0g/qtPiRWvbHMXsO0w1DwTvvdZeH3AlaHzsi9Ru/q8oKJOody2igpbsCS3eJkaaNR1jUr
T+v1yaXePzs0IGIFW3EZLZPi2xNq/8K1TC6PFilc8iy9eTMh7nSKkGROV77DzQGpCc8vORiS5Xni
qfMRBpmECzMoQIvNQ6NWC7U9YsLFdggTZ3d/GV/CoMuLeuYw/GfAxfaiOqChUKALN9PHjQ8Hemfr
02OIMh/F4vCg9bl96vDn3aPG6h3SOjSOlGoQWce3+D2VkGznZ/34mNfl9wHVRJhxunjIkFg8QMq7
/1uvrzV+qk2FD7iHo1vLaB/GYQSyhZ9aK22443ltNgVgyW3oNfHKUDc/w6uhFtca3jE2LrqmcB0j
RWshNKktJQZaAf0YHFCeXgsjrw85Z04CZeWA07tYRsg+EtXkZalwdRw7HyCdM6sx71dmdR0KvJxs
voAFmgUl5ssz4xVjPvSxYHPJ0twWXmm5mRlHW4OY5DCQ/O9BkDlf7n+16wTJUWFMMTLniA7rYtBM
1fC9R9zUbSYEw/sm+aUW0v5Ij9t8U6MpvaWVOn33QsVauSFufUPLEkhTzbBD4IyXs9VNMXLCIt0d
ZBGeuLXHHa3n6a2RJh4OnaL9B+PB6KaZAw6Mfs5iom0hZSv8QcfNGj/GXirhs+VUaJgFBuQdasEr
WdWN48B2IeeAfgWyewmBotod4jmYTi5JDkFcNIqj3eo/o8KPV0a6sTvBMoJOxsOG8ZZ1Qg/XLXRH
q8mN9FI9ZoH1DPZ1DUB3YzoAgOGmo142Q5AXnwtjPsNWbIKktk3KEzFZsJsEvRkvr/yV+dzYGXRh
wFmTNtCVXJLTHSfVKqVQJr6ULd41Q64/xzEGpEk74guHq/fKubs5HpBQkl8CGOtqaoGXj1RzVTeK
JuNgkbB9KZP2D5il8VsYvcFKI+JGWcQhiGELWhIK8VWNZ8xrDRdKU3XNQp2Ode9AOA5SdVt6nnrg
tAYH3y41LAns7iCbKnuER6s83D/2Nz4nvwHiDsQ1GJNXl7XWtGPKE+7a1PIPYYeJSW9G+lGnwLqy
vDe2JxGvSrKhA32AhXh50MPCb0yET2eJDuE9Ya4cUcqr1JV77KpDge7G3L4jF0TUiy72fNG9ig5z
2PVpN0cco2UXP3Sl5UHWFbGXmQc3SU2CJ5ys+0cEHo2tbjTh1uwb5aAXpjjmZp4+JHr4UylQW4UR
nGER0we7+0t+6y2n3jHzr2ZswlWYbFeRPdZqqrpo+0cn3+qDN7KPulNYh98GKFxHgGDhY5KkX4Sf
ZW+ssZDHYqAEnBWR/KKMoMWbygZC0YENR0A/3uMmXcFsjKkqrQQ6t/YHXw0GKU0fOoeL9NjOynik
xK+6VmNXR+Ry0/edBbE5w7zv8/11ufECzT1KynQz9eWKAiUmpIoS6WsutBf637QdngfEBt82ZlQD
BXa0ma+l8kKI5q/7I9+aJC8CjlDSmnHSizCiD0UdRHDhIXY0Hl3Q6Y9a9vKURFq3vz/SFRB63p08
s3NrQAA9V8Xl7rS9Zor5+sJF7PFtThPgqPlp8ydPQ/YBYWVzQ40Iw3BaMH9oQy4+SSykTroVrtw9
N0IM7jlSXRUSLpfrYsZDEIb5VHXC9UXV44xjvM1629y1VEp2E8IRsxX4h/tTf7k+FyEsXXWeDHTQ
EGJT59/06mAWVqfEgyd1t9DCauZZBMkbY4BataFxiR05t9tjGmIhsLGRqRE4W1TSOuAyjmcrVh+x
m5XyF53FKtgJ+il7Z1SdLygxm38qBJrKIbD8WSEsLABCtVac/cKXE6na1K6LeIutVRqjnGDp0R6/
LRut2NIRX7U2Hd+OcuiPE7Yl5rMh6+DRKilSbNjm2GgjEv7kxb1JM3aKyob+BP5BuxB9W+ytlL57
gpLU0ama6hEOmhqgtj1q/lRspKaU43YINPOd7tE1e9asUQPCQKKUA39WUCgzZYsjZTJ6g3Jq2CpH
aZnoVKB/9kOjgW1uasIt/EFMQGpqWeTHiZohDoiNjZCZ0qtil3mTPW1biMdfignHBhRwor88WeUF
3si+nKt9lVNsUr+gG9M4Ob4aKGOugcpvbWrAQho/isoJdNLFlTvRg3JEVOsuyJx3EPu1N3VoTZ+m
bGh/GaPaP2LV4+ws2n3fMhUZEEDwRY3kR56c7u+xG08MiRAIM55vDWbP4nQhS6dgqd3rlFgz/4EW
IuxDy/aPvz3KfIQFUlbk4kIsHrLMqoUXKZ7uJmVoHzxhxntDmt9/cxBBpUYDDKQ6DuivZaoxmCIf
1KYx3bDpy32JahJqIOHam3x18zGKhY3DTJ8TsFEWnd5WC4xB9TTLHSIzQX3QF2/nJOdUWsba1Xd1
vdPH4uTPnGTCbiLIy+OPc7GBLE6suLkV6Zs2Kd7HeDNtEuTlHptENKgOondrG/kasurGwIRYyC4i
1sNTtQSayWia0E3WFdekG322KmzvE7S+9uGU/mWrgdxE8dTswr5d241/lwEurjyQ7yTB5IqIHgBF
WFx5JcDTSdHD+GzXFkkqVR2c+/IpeW5rnBx39L9QBMm1qnumDRidZC2LfYGqEAYLkEwNX6VwYaaK
885o8LhPc8yZw6ktcaKO0Xp0vDrPP1JYQYukiMfMOyA/ZNYHwp98X2ZTio6+F5T1vtJFvLVqTKkf
S5Teyg3qH+hxcL1a72INf8mN05p5uVVw1kln2YfuhHUxmv6+mAYXKUs/3HVxEp5NxenOScoB3I55
l7k4SjpvKxSqv0e5lnBx1w5m2QgUtG6smPGXCBnDbgMfo/9pVhOKk2ZTi59IFCKHPfbYuze98xTk
hlE/c4vi9lxr5filkcjEbB1wDhhp1xKPKyKA4a+hlfpfaeWrvxDcVchKo1pg7wCYFBGWOITrjMul
eBgxS5A7WKb1T7yWHhRuJq5/fxaV0Rs2w0mJ4/7NGDnGhwaVfSYZJuapRDDaDzbmiB9762CIZaXg
E/ADkmOwqxq9/asLBllhX4A0jN8JvTsgT5vVe2rm4UlDYMbfTbiLSHzuadlbKJ4fvFxkB9VX/mj1
JP6SGiJN+Ta5o7zMKnqkume4FAqjL4Zd1vjyeZgUbdHrrr82Rl2We4d4y7XbKTogKOc/lE4cf0uq
Vgf7WbT620DCeNkEpLF40scZvuT3r6CrIGHevVQh6BrxjakLLE5sTcmU0CA8q3XgbwZHVfYaDiK7
1iiafV2McleY9rAScF5Xd+mAWPAPuWEN7r4lmVdVSiMzWzs+KxGNONmXxWcYg+O2xILiJMY+Otpl
lhzRmZebIJrESaeZi1+Z9mTVZvi7KSg8aFIWCjF0cGGAz/fnq5gFf0Gzc2IvPfM7gj1eYjg4DL2B
wBUsWH/0nJWn5TonJJZGoYUvT5+Scv1izdskcYworvOzFsXtRreU6RhhK/cpztP63dTZ45Mamyqr
n2rHME3G97i3iW/3v/vVK4pULRS9GZdBmZlU/3LSqq0Eto1W2dlCaPsJp5HuycTpcuVDz/f95d04
C+9qRAszcZvuxOUoorWr0GwCw530+KgYqNR6gdB2SQ4RNBDBW3sqh41dOd2+H8M1TO/1u8fgPHeU
VOG8iCX5lwtNWGDVDFcalf+M54q2SdC62nloCtxfzOvXB2uFmeULjOrlo15OUwZDN+GNxTRreCIB
3ZAxG6NjhibHvu9yi0osomyFZzq/SRWfhT0IO6gI0VSEt70s1IzIM/VhbbiVcKqtqVj1d38ojYOD
COxjbKL+k41evremSVnbxPMGWX7aWceCIhQXiJhdk1+fmlqM0k7LVLpeOn4e48b8aLVmBKhUBo9a
HBybvBxnG/FgZxq58xaznQfHTI4oZf75+4tPcYPEjusLRajFGpiFaSZOK6WLBkn7Tk7k05uiq8RJ
TZRvLD4EVEglKNXH8fTp/tC3tjdlzZmOSHkHiM3lGvBmRkUa6hJo4DRt7TZM34S4yz6kY9K/yyv7
KSrwHEoiblafLOX+4DeuEcqpMGXoxdF1Bzx4OboeZJgzDESPXZgjD5KFuFD6Y/0uQyfzD/wXjU1g
4DW84WeVZwA7yX7IZfXu/q+4qqexA1//iMU2cDyr7aYsMGmSdOp2cAz/4Pck2LJBbAKafbi/P97L
03C57yyVuhKf2pl7MkssCR7xsm8RRXErFQfDbR0l8VfdjNLvkofivSyArG4b1U78bVM0+lfiCa3e
0ZWowJzgttBs2Q29j1CzkiWHtq9xbTfBq34loAAuFyajiewyCNZiE4V1fCJ8RdV1JCOCK9GEytc6
qoQCcyxuT4mm9fU2Bt36Y6iIee7P9MYjSRRN1xi2I0MD1Lz8vmU+EIpVNoYhiMRu8lpRHhwcdt9G
qdcewAvDahoH4E2A/xD/Np9gIiGb1wTVocYUYq0ref2h+TVE9nOdVoVMv9httUDzqs9L0wUoV52z
zPnJAe9PVpDaT73AMfH+7K/fJ4ZjZ89Kw/Aul0CaEIxgGcrBdDUt1N/IHJONIOyCh/ujLEweaDML
GOvAqpHbgHEHaf1yjeWMz+byslyUMuWfgOHJ7MfgrIXCeSfyhHOrNMpXfVTqj10yDphCR09N5Ch/
QRcjpBapL/e+8HA6VkXquY7n+Ds10WPscLRuXMEuzGdpufVRR5+775JLZxk1WYkaFq09mm5v+SgT
+r7Y14AVNyDpxOH+wly/aFTkKZahWzFjVZanLDYLVC8L3XLjPp+OPprQx94anSd/8DDZQVB9K/Me
W7bOVlcO+HVAaknC0Tkmgxt9VTDPEr1BYjHwz9o4DaexU/yHNsHQq0UccotHYLqn8Z2t3KXXFzk1
ZMI/Wsvc5WBkLreBPyF/jpRFcEYUInlKu7J8JOMrdmEpjM0w9dOmqxzwpqJ3HkD4T7v7q319tubh
cWvhCadah1LXxVuaG3h1qznDd6VnnmgmtbRaTMQUFTDPIKXWaKY3xyP4BprC3UI35HK8WE0tf0zs
4By1ZX20enxgkItCBT5Rgk99m6217q8P84y2gVll8jxLMOeL8UxP10BphOeONgslDlANmad4K1fG
NW6CLIZaJ+SeGZwCA/FymBY0M+1oLTwLbxg+YDOT4zcepInx7I9KgJRrlhQf4UwC541FY/EIdDlC
tgE4QChAvh/ZG0N0PfKMRjicm8nUfyIM7as7c6zTd5GOBtrKT77xmvGTCV4ADHIR0TS5/Mm2NtL/
0ovoHIyWssvCgOczTsXXKQmUo5op/q5obO1UYH249W2veIj10gJ4rysfSKPtvRdH+sm0Y/sUahgc
jC06J5pXtGerzsLHRh/HPaxtV/Xr2AG6r9ePVm3XJ1PzC6xsLW0X4ZOAEJre/nZSRchP79DgHgHE
s7xYTceTYY4U+jmlONDgWrDpwtAg7Taw5i3EH/cP0PXNyGjgDrnPER/hnbpcxkoGk2wwcjzLBJFz
oFbRTsha3TrUlFcC3xt7maFA+yI6N+fLi02Gy2GVapMdnmfd5i/YlaXoHdf1yvLdHIWFc2Y+F4d/
vp9f5aQdFmE+ErPRGd8E/wiBQ9k1hvG7umdz2j8Dxv7vKPO1+GoURUurSUaMEuiVtW3VBHig47y3
1VI7wKT5B9ccaSDo8Bk9RndwsXQqjpWW3anR2Rql8aFEy37bjaO1tQLFeWz7YK02d/2UAEk3Tazu
dMIWenGX0wsq1TaSDuKxAOx3gEfa7PLCDI69IAyUw+jtxrA0f/8up6RmqQDhmSQVhctBcczwW7gO
0XkmypySUgm26GaY+yAIf+R6tJYF3Hi5SP3AnwO5xxlyyUEJfKkERtNjE63h0mHp2VMzKB/S0vgl
Ov3sDNEbI5VvhxLL2ftH7sYOpb1DSj+bBANGWKRdAdURqWHAfvZa4Oyhb+n7Ih3XnK1uBGi8xrOw
JYk1UYFYbNEm82ovUKlPIWMChwMSVfMlgzujbvqYa2szJYp8UAnGdnSeqXq2MDn9DcaxxVOIFj56
dL2h/mwH2GvThPuV5U213Nt9NB2azpnaDZIPWMDcX5sb7yu8Dk4tFPhZs3NxHQ2xJydPoSRs9Zia
FElTHkMzDo/xFJnbEZLmyng3rj+Cwpl0T2dTBwl+uedgCCaj7UWU06ruW0gd/CGqu59QYdY0nm58
9NmMEkAD+CGGnCf+6sIoB89Ji85Kzz7K9Vs1j5DGF9aag92NcwtemxYijDjKNnIRLpjpqBk5VpVn
VH5or6mKueuhq21zDGb2GaJN2AEb9v7+N7vGFMyQF3ASZASzKt1yERG3Jths/ezca5W9BUyZHpxU
lk82oIJjFeT9OR0M8PU5ymxRgptxIaZsR+aPGDuxxrYLlf7Qll72tmrt8q0xrRYOb3xmJJWpNFFt
4e1Zwk/71k59H9tkTDLa+MnGz+cJqYUBoqDdrNxiNz40X5nCIA0qCpRLHEfTIOBkwcQ/i6jEwjNT
8C9IcHC7v+ZX7FkeIGiVoA54EF7Chcv9pFq9htJSnJ/hLxmAxHX56FUy/Toh0T0faNon9FnfTJHf
HYl88kMRi/IZ9VFKHVKWB1wEYfQoxc+qyMMDgKlsX3nJcOimOMSBL/k/7J3JctzIlqZfpSz3yMI8
mNUtswYQERxFBgdJ1AZGTY4ZcMeMt+llP0e9WH9QZnWLQZnYue/NzSsLkkBgcD/nP//wZOYOwm6z
Xb+QHtxEpYbk7Pff4VdXCl4CE1Gs5qhBTloHbdocIHHzp5bWDRbgjvinPn1LV/KDQfay96NYJzAE
aRWVLQywl1dKoPiD2Be0x7q3Cx5HQrgObdVi7aYNlVXGg9Vmn9MtmjkmjMB6vy6i9cKJRONnxhHG
cZzN+TExRXuPx7v7OakJo9oHnsqPjWMmX1DQmTUA4sayVnlvtERaJtUbr9ivLtWGfG+Q8w9bxJff
YQ2kJbOmaI+W3ZQ41fcJeXtdFTz9/o681sPwVDEN3PySEUXSerw8jgjcdp6JZz5aSYKZwvS+mRih
FBMTsA5Uv9vZg7HLJYFBq9NFw0y6/KRfN6t39vsT+cXeDPy8pe1uejjEVi/Pw8JZgBta50e3adF5
Ne18njvWSKR60B2Cdfq+1N5+SHr1aM11+Qb74xdXgfKUJp7EQ6hujJdfHt0opJ6jwKuPyho9JKPG
/N4iVCxER+Qecsswi7C19Dxy9Ca9nnAd3bXu6B/QqOaRS3DJrrat5g0/zl9s5yxfm0wQjRQ0oOBk
Z0QeJ7AXAo/0rFk8q64g/tyCufW0uKNWhZo0Gz/UF1/gVGdnl7lU1pltIZ4LB2HoBDnwU5/LLYui
nTNy4YNezt+nedOr5nWiM9zTdf2tKcaPmu3lywfhHCSEoTYTBZxaXl7KPKnmEjEpPWFnqztLpu4j
kATIoWD6gFcUxpJNTNeBn76HbPqcO9IecJ/OiIfPWn+KpJMMxV7Wg/25SXTjuufL7c16VrxnszZC
yiEUBe1fohHb1rEWbrDeYELXX8zidtRsFDleq3VPBiHG5KGbpU/oLIFWu8Ke8xt/yRY/bi05tTsD
GXQR90G+XJO/LBxc5N0ZPQ8JInHSBTUpgEmruXtLQsndTX6XiWhQVtnGqy49UDYYSueaGFL9QlvT
7kCOlFmF1Bf10TWUDUdYreqrj0S45eywKqP3i/rce4eJ0XrbThAzVmd1vzSYwpDsZGvqYejNgZQ+
PZ2edeXZRQTj08pDconqL0kyNk99ubrTjmK6Put9zFeiokscE8EuMcCRrY0J9KF51vQLguXdAfC1
aVVksL5jzpt4cE1kVTvHvnCkCbArlq8FmiMZLUHH1DTHNckNixLHyXDoOv/7YrcMYt941V+tbdur
tnHaAGpdYKuTB9vSbCdDF7MeXVlAG2I9wBxSNi1RhUbmlwiOV4/ab1iD+kDeyaQ/5pBb96NZ4/kH
O8QoLpkDzm3YNcr6Zs5z8uCMPYbq9C8iUmvj8nbgfThEFHvmJ4Kwkz5COTddIrMnarrkFtxlA/3c
bhC2+ZT5fVqFy6oQhtuWcuN8MeZLc+5XRLipkhy6NK1wgaz3nNXm+r7RS14cOcrWipNSL28NDLWY
JPVE0+wQ7JZJ1JBI3O5Irak+2/iqmnFj+r0ZT7zxTmgHCzkwQ+nT1Xljaz3pfbGc28SeEJk6SH88
BEZjTaGybYCKuexNFUHBEnuvW+BuNdYYOHt/IF6BQG8DWhP2IEhrvLTWd3WzVDEy1aCMLGnUoRRO
+jVpRZNBkhRpGVWl4aYX6Pk0av/cSr/ray8+4OSZ3xvpMPuXUrn4BbabOsG2tEUPGcoEu6la4aRN
ZUFOi0YaymWBRrresUHaT/jXErJoDEI8J1KguZ9MBLNq8tItUxNKeaRpMrlOyYlr3om+MKeLPHH0
8eAvcM32q2qa+98/Y68wWaZ9G8mE1WNj9OgnlUaaJXmZDX13nHK/jJy29S5sUx07XWy5mziSOuX0
uZut4A3YeVvdXqx+gOQIyphVM23ZjKFfrn5LTg2Wr4s6tgWRl82AdXIjTEwXE1se+vFNhdkvvuem
VN8AaB0Z2ylfqctrY/bthOOVBESV4FNDYvkQfKvLQdUHnq1m15nWP25oqUL5jlSaYHHQsU4ur+kK
w1/NsTummwp6M4TflS4G/L+/ia9qeAYa3kY/haMEAnJax3VrxeupV+PRkN5xHlISo+3garKV+cbT
8osDUfps7ijQpHluts9/atWSHhMcYQ7DscEAO6ZpQZfJMGNfSPVWGf+LQ0Fux2aZBZDcmdO5xGTA
VKB+nI81BsMRa8K6Q07pX6JbK974Vq+HnqDVPx/rpNUlqh6O0jDPx6nAx6iXjADFinmYVZjYXLAR
Hsiu8N47Djtym+YqBPNvdr+/h6/XelI48JHkIQUBweDo5aX1iF1DEubNRxN/vdjt3OCiXta3vLle
My75qvSxW6nMowKg8PIwZIoX0lHafJxNozlolTteKqJZd8qelkuID34kxZTf+eQXnpeb+TA8tCHW
pOP/U3iBE/nhoQ3ERPdxeiLzkuODK/uJftwmd32Szg5SRxMXQfrml/7Vs7SxB0n6ZpZvnlIiMXyB
qEOe8bFzrENRik+T72dPUsrQT5KDNaRxYYnDMstzmA2XcKgfep6+sPUs7dpTi45w2H2jjP/FKXED
4DUy+QT2OG0nssHK/HUI5iOenOUBm8jpJp8gNCoTKOmfLw+bYxXtcAAvC+T35T0PJEHDNqjHUTk9
RLQi9+/zycMm0sIl6vdP8evZA1ARwdeoQqBPbHajL49FXlalpcI2jhOEXdo+3av1PZGhpO+NQYCs
LyNEXouCuaLSrTb/wkednMOrrJsxw825ZGa4ek5zK9kvp3AZEvtSUEaT5ycw2I77pLJ2EP7czyua
0JsyY8+N1Dx9n9em+MJmMyyX1aSt50h92ZG9GRra9ZpM9T+Gx/iinN3WFP4wF91u8E9LIbSj0RKL
uxwdq7FQhrRrmAJk3TFJkG90Xb96Vhgk/8WqArc8eWcJyB61pdCWY7CMBDgVYxmlVYW4f0nfNHDd
ENaX+zJfC+3UNikFLXsVpZr5jbm6HMvpMy9qekkos+Zia07s2I5sx2vEMFpcIKI/435cTWbQvLEw
vN6pIdwAcmMvQH8JCenlhS0DzZmpuZdjV8Lwx+BLpzQTuJpqK/8XQ/inkkRGxqZr9dY++roogQCC
ONzBwW/z6D6ptxnWrU46lOvRoZ0J7arCjsqdJE2RzYFn45+/l8yHETejRd+yzU46QOmWavS8RT8G
CHm8zJSPVmX15/OE6vz3r+Uvln1UWpusiaKLrtM6qUOGqutWst+d4wr34zEJICHkgc+rIyUqrnDE
rve80SBOhLVb4kcarMFsxqItYCDJznv/+9N5vddtBHhAX+4vcOCpspEE01w1xsYInoMn6HM2zrm+
fGOFfX0zEQTBIwPh2gCb0ye5NgOyj03pHJWdFvtpJNM0N+383Oh9uSvG3ngDhvjFlyLI2nW2KgyT
wFN2AwA8ZhtC2Ucd555wqoG+VBP0+99ful98K3ZLiGkBu/g2a3/5dgxtp0DIO/dYK6e+KJC9nA3C
Sg90DzPEBl3/p1QsloMNuIb+vt2oUx/tpJPlutiLe2SUYkQV1exu0Mn5HUUZnPVyeUuY/frtR+YD
F4vpDA6X/Pfl96tqgfuDkXpHI4CGlKA/R/nSa+dCArMZq+qitfa9w6qlX39/YX/cn5crH7vxD+4h
vrI2a+DLI7tpj2GI4sqSgzV9t21KaaGVaucM2iOXuLtrmffHWefDr9dL5Ddt7saMdO0ddgjLOyN1
yijIrc8dxWGI53R99DEt3ie9Z4eZ59RvPN4/uFGn5wvLGRtQViyG4ifrZEeSr5gHyzvKUqt3LsKg
yBu6/Clp8GbTJxwig2TKYpqs5arp6paeWGQ7o28J5vTcNkzR20fFBKvo9xfy9XsA/QM6xoZXMNI5
5YEkI5fDEbO4S0xo74vozSjHlPKtXeL1RoXYnAUJuxWOQaLLy9sFn2xycqbXdxp45DGQUqP/nrfQ
TqPtp+dmJnTYk4AG0co0xd/nAgMh8mwNo8HfT5HgTvvS3BCazbVw0sz/TODUYF74RCKd1bkIDmme
w33zE2TYIaG6YgLv6uQaE3vZHxfpkB3m1rTXoe7kyiYJzqne4yW+XrpurSrM99IA3QOUc/jJur3u
vDQvzvIgGKsnWE8rphaDlAVhsESzA9U0H4IB1f6o0uKO3bn66onM7s/wnqofpbID6C1tZt4lq+ft
aWaqZ102qcKcI5kJAOXLfINbQG4kq9D6ZFoF4Vxdv+AqYU1KXcztoJLdZEjjHPJK/jVrjVxnYysL
EfmVrSQ+dW572Q0q/y4pSbExN8X6QTame5PLoSowjifIvDJxFzx4Hgk3GH/PI7m444AWTSVtWh7K
qR6jMi1dnisJvArPa+53JoG4V5qApA373J5ILsndwnjjeXgFi4MlUN/zNEDyAjazXj4O/YIZqlf2
2V3e4zkfuJMZW5XXf+xsDfMWa+wvlKdZu0Yy5FoxjXujRHu9bHH4H2gdcy0mmSeVQ7aSP2MnxP7U
hfWxmlNkKmnhRt6UuUCv3nDLuGQNpxEP09+/bdsffrEKYKZKjQRRnBYGt+WT7+1mJNIMsAbuGOao
67nxxlilrnGRA4btnSQX19T82huv+OtywqEyZ/fm1YOTQLf68mprJe8l75N51w9Vc5U4YKlTRYp5
xcz9XFK3XTpNkexbAscYEqz1zi+K+gp5rnxje/pRuJx8f3gRGMvC68Qk4RT66JVpTJyLfbemLoy6
efAdbZebznQz+4vxzshT0N6k0VsrdG0xQFoanSerI/sAsagccc1XTXc50h1N+7GuCfsNJuyb6mrV
p7ilUMJZsiVGIxqDpN5PueggAuPPE+KuN4gdZFI7j+3GDs4LOhvK0hWL/dgwalJxTTDxOspVvYA2
ZRJ/QuH17GC/fwJeVQTcBJZC/odMMIxyTroDt8/VpKhz7gJwWthnQRUhklz3rZrqHbkfWfz74716
1DcE7QeOxngV973tfH5qfARe2yRC5tZd56rimjAjC9lx4pePUm8eCqWbT7KZnCdSD7s3hAmvdpbt
yFv2AXNqdujT4ZOytK4ztcW6m9Rsh6WllRGkm7f2r1883Ey3gEi20nRD3k8uaBVU82S20rrLFtFc
ZEFJOKZT5WdVUXpsZavA78/M3xnc3E/OUnz0ezs7x5n6LWO3V20fXxeeAnoOODiEMJ+QYcrWHshX
H6w79BLLgz7VzVnQMuRLe028//09/dWV/flQJ1UXtV1l26ycd5UPODm3WhVRIU273x/l1RoNqQjK
DcxfYhxAKrez+OnJyTxDx2FpcO/Shdj7Qs+qcxjvFlmcS302tK1xIUyLTC19IEK8MIw3lsrXMB+E
JrBu+Adw/bmeJyVDZk9s+25i37X27O9yvzpkaV6Gdi8vYeM+jbX+rlvH88ZWN6OXvXX07Rq+XKlg
7lC601Q7LmP1k2s8Tp6m93Xq3K3rvF4PhWEdcdFNr8eiX2OVwRNFZqu+FZZefVJl+Vg32WZcq/K3
CsdtSzg5EercTSTGbQD0P9kyumDwVk9V2p2uaCRCw5uYZGPK0t8oPrt1K+JgQ0LMWyvysbb7Ponh
rGeRRUY6dUu09m1mxHIN8s+/fzxevXj2hkyi7GJbMeGdnd6frhCQx6GGHc1hEYdZd658sVhnnt1Y
DXk51XKBdW936xRwZ2ReaeARRf3cCSt763U4ffWQP6GlAwQAnaPKPCWIGZ7KUhe0+Vi3pkzjbtHa
YmemFPFBIYs6QiTDrMLB/2S9CloNEnlbSYzbhB30H31+N4ln7NgX2GuDYcWr5ZfbAGyys51acWQK
dbtzWTZhN2MnWq/1VeKVkxeqptDOVGk7XyQigismC5NCCJp1Tz576RCif2mnEI/y8bM9rPaHQG+z
K9nozBYsGqcgamrkflGlNuwsF8X83reWHo5yXl2SFOhgqpXXZkj11pqxopXRsC5p1znq17LOwVkY
94bGXGVvpVG9IkJtDRUlAxJN2K2v3X900dfG1MriXtiFMs/nFc5N2KcCZ8ds9DszZL0vvo2FWT4k
mtmB3K1Ff2/2g3VG/V1+zozchmENWAxsmAcijTDgBcUwSNv5/sZzuK0DP78gnCvBIjAJELjDVzpt
LcrVaboq51xR5WJkWfhlH42jNA6VpQ8H20yb89RoqoOZq+J+2QwrIV+MsTEVRQT++ZaTinH6wpLd
wtQF6smmKGH/O6m2cNbNFiU1814jPAST9DPA6Z3hfkp9II3O3W8eLo37XBn5O2flyjXjmT0X/7DA
5iSQUJCtijsOWpEfJh0/Ld7YqziDk5j6fdkMbuSSuBnp6+IeRirvi6rTZdi26fRpwhMa5843ao5X
TCUKXPDPYNPFsSuzgr7cOvqhdxLPrbz71bzNyuvOuGmYyvrWEONPGW85ajaWvHl+5/YBwW0fF4Rq
lt1GwrmuqEiVv7NrIwzMD3mdH/RKvbGzvdpafpwfZMm/z+80AW32p1krjNK7hxp7qHb++bjzw3mX
hsffP5unW+h2HNwpGGTwdILnnVwHe2pn8oK4DkVoRlihRGM4xbxCb1zvV0vx6XFOirzMStpxcvk+
emSEXZTGuEDGuzyEG/LXc/XvL+LJuv/8D/79pWlxWRHk9r38539eZ1+ospvv/X9sv/Z/fuzkp27a
b/V9r75966+f29OffPGL/P2/jx8/988v/rGr+6xfjsM3tdx969jUfhxEfGu2n/x//fDfvv34Kw9L
++1ff3xp0K5sf01kTf3H3x+df/3XH3CYf7q529//+8N3zxW/d9dU//W/6uz51a98e+56fjv4E79p
QFuLhhZR4payOH378Yn+J9yrzUkQdyWwuc18vW5Un/7rD9vnI0L4Ni5cgPRoez7wffrxkfUnY28q
yg113Xy0jD/++6vf/rX4/XVXuBR///vntHaehxeLJL5fm9XZBndS0WCCfBqd6DcadQtbJwpkscpL
jwxphqMtS9kZDuTuegumXKC09zpClu5aDMLKd+Vs56YJF3BKpj5eh6YwvqbY6FfnfZkEOV42I26i
sjGqaofSOuljMvLSJC6Vrtm7xu+c4HleSgJe3VIYEscYKzWuFkJQ8cHBLpQQxUHA3XgoymTQrrGq
sAMRWlXZNFdOYQvcpyhCz0Ys9Nh9x6YxvHOT/LI7oJTlsvGH+mgNWUciwlDYH7jkWhvP8CHFfhFT
deOBhvrxILxZQmrBGrz67PSrMdTsy8Qys4cXatLj1DJm/VFfrDJ5J319aQ8Mrmt3B5+KfQ6PNsoF
3+scOw70tH6y0ypx92Y5jvNZvUnYQrSAZbJDM4p54jpYPeqmWao1zLUVeiHRDm4RYaWniX3lTkLb
C+E1bVx33SSuS/w+ritrru7bApvyvZLdRB781JhsnmMKz0n62ae+X/s7OOMIlRYmb0akjbW1Zytz
/R3TM2Xv8RLISLMuEROFuiVGFIGubozltY1m8yPQZ+uGVqa8bFcKlRkhKCl9oBgG+1u29Mv7IvVj
kQRQbBRS8o1e5YL2q+ZqZRW3Q9W7xFTLjNiPurKL/KAl2l1V6g4ejmRUPSek20SQsquIkbR9lfb2
+mHx2dukjGiGERpBBiRNshulupz0zDZjgjKSR6j9+Xnb+uU1WPZw9Cpz3ruj/uBLV/9QFnn1WVjr
QhLOTG0NxfULNvIGye8ENsxRUeS4EBUOkQLJMhX4ghqDc6nnc/6p7BRPj5fPyUypt7Z8rWn2v1vE
KrIGG6v3MKSkP4Y18lJuca1zuZXHCEU1ZXMPWTbVdzgStAdg9olCq7BqrhZP7vWqzbCTxJrqZAqP
lH1hS0yJtpfCdEpAuGICNujEsluJ5cHOye41iQ606M+Ug7d/VJpVf8fsVBs2TljzYejlCo0vQ5du
o8EbIQuScBj19gjmNuMT9a7JNGgNOu75695PR/VQyyz76puZ0xN1kY8fpjRLZdy31vIwdC6hu6ki
ryKcpOy1s4WYlAqDKSW+BlglPyq+PL5agEHNIZlTRFIz/nffZUdSSFwlcIFrLaCrE22nHWXt5B7h
t3biYfniljoXGkL1RJAzPrhYwYjQ1BrjsupzMhbwVci+4oVCdk0P09YMg8xiEJEX4hGKLF5yo5tj
3uKk/rMzlgHKUZh477O+7kAzlyy9032hjTuMQfKbUniMo0el6s9VigwKhjOfhV3pASXgMDZdCcC1
B8bJzZ0avKGnIO3M86IGRI+c0e4+aIZt9FeeHJazEeMZDQQoCa6x0nCggHcyn2O9GpS+s4mcgxBW
ufqNDzks2Od9UYwhBiTtcGHKrTLz0GB+bSdt+tZYai3P674IxK3TyqoIGXIuyY64ZUMy4nYgtHWO
WX8SnMPKcG6w1ittrTQy3hdNGRG81+KLLyp73iujbclmwWj1kbjcyotMs/aGMB8bVe2AuopHg8Fu
EpOpUX2YAwvwS2HZ9gV8qr71EUOQKeUwat0BN1rNvhrSpI40Q2ocPLGJjQlQOnr9mKaMF3x4hlpi
pt9Nj0S3XVG1zUdCc/vuovdH0nmkNSdXNfRWf986BkYGrZt06a5bEt3f926RQpruLKLL/HxaktB1
Z//RMkm2IBFoqbq9Y4zVu9QqxoDZ4GieJTPDu1AYc34r4WUsLD5lckxKrVKQ72p5K3spPrpm31CX
2kEgzjjoOEeLbifJeZcCoaAutu0e7mOwZJhnWE0a2zIpnyt9spA/Tqx7seTltlHz+3m5py9OZOTq
rTPHlpDd0V2NXIQjKloVzykzEIx1kX0wcCi1C5Lm2znitV6/eInwHxtz6L+tlb9el3RxVdQFovjU
5SNSRQO7yCTignPuLlwFpCeVKO47cFa8lUy7VfEaGPCrraJd7idyx/ID3MCC9OsFQmyc6xWTW2Q5
mROiTkiqvYV1ZR4XaVC/566NKnJEk3z1x5zVqHRWkpcULHkj8jjLR8LFFARPzASxU1tRqfYTk+AD
zFlQZKZr886vkKVGbW4P52QFmQ103GW8W4NugqmT5B1kRTWKD6U+iBtvUVMZtYs5EnXjd6hc9LlZ
b2xcSfXYt8TEpotO9yvK8uki83J8k4alM+bImJd+iJa16o/UC2Ybsed6H8EdrCfD7fFxcvqgI1pu
wsol9NfA/jCUi3Gn6fXMKtHREIZMd7yzyaiHNMTg0pKxbhKmvk81t5QE42l2Fum1pT9DnlOUsfZU
M8+pK/e2XvDRCTHEsrurRZSAw1ZtL7cazHFsrCBnDRsbsXs/2KnJyNzwtT27mp5Bbc2MR7auprhw
xsFk31PjusvSzNJ2gSpgDdRVN+hhx47c7hkHYwKF6HPgB2GQfVzJiqigxNvau6AK1grU3OepIbxw
WmKvcv3vzFUb+NKyWTWMA4fN9ELrhi/8jaTcbTSCJ2Gn2W076Jm1K6fW5P1KV+OimgvIyX6bekmc
+E52H6x9mvDIc0d2NkWEilEWdZdJsrgWMUxB60XpwqIZDgROfV6dOX8nZ9MUod1ICNk9BJcV0+G6
Pxq13SwXVWGMB0IcfCjQsyuJrcc0gA05IXgq9HNTzaTiJsVHw8IKJ9YMR15htzsEYeKtYLRVr7GA
MzrzPjjNsI7sUJ312BTo3g9gn6uDXlhbh303Yd3J6t2l9s5es2kbvXGkqEjzBpTKXur1rKlbr4pc
XhpMONLJeXCztbFQZXP9oxkOLnHeVjbuvHbI7KsZEua8A0AnIg/mm7/gU0vNzGx5ND8P2kwGReAn
/jPwk/jUz4MhLwrH6zz2+bJnjOd32l1pNKqIUz916bj7JRv2RpETrmfKcTimBByLi1VWmnde2YM7
XqnV316lxWhjxm56fmUstj0zAxgdPWp8teD1sYzG3YQj6x0ONMWnyWNYFZpNlx+cYajyfUskeBdl
2K25t6XnFBQcet3V+yrD/TIPp170zjUVq2/vLXcu3KuVWIvlxrKLad1pxF95nz3MOtlsVkPzh/s1
oD5qwmwmZ+VKiG5M31Mw5+Uh0ZN6ujIJ1Agu7FVrmrtOtd20zxjzG+dy8hNyjXPDSL44GQZve4cR
i/9AYF0grxwrWew7a0ksM8KHcjXfmO5sgPD/BWLoMTakeBtr0ANhWuJun/+EOSS5qbltrkRc8fG1
rQpY7Y1Xffmp7fpFL3PSvP84DJJlpmib6pTDneAreHjXndbLIgYXXmqqjHK+x9yOtZOSE8tBkm3a
K7dtMIVcQHpudDXJOPGyv8lz/78VphWmEf33/+43X7XC/0P91//8nD3/2/3z8DXrTzpifvOvjthx
/oTqADvNgsBE/7kxOP7qiC37z61H5g7SLdP9bp/83RFb5p+b3hNOCQR3yE8b7P53R2y4f25+PyZ+
UbCRMA7+Jw0xlIuThxVTHQOzLgdhOMQ5HtiXD6tYPFF2BnUhoZqNdiBFo/qW2UT3xbXynIvZMbLY
VOuqRyb19xQaFm3Syv5rnI8E2AYAmlX5HR+A5V6IoLL2pt3nZ4Nv5gczXbsCBQM5R5m3pdBlgZBn
hM/nzNIX2YQgkeKrUwt5zmr1WK++Eylfry+Nil0rsuB5fshy6ZGskmlfE6iGd15bI8dn1Y+40E/W
lOQROzGcEX+YyrNU1lZ33qpCPM9m6T4tolBY5XjlHf0gQDGSh+K8wPAz4pZccd7BFmPhU5Kr1nS+
A/bibETzMcVyqO1bJ3EBLrWOyiqxJhiTDvVLQSOdRVbSjIfOHgcLfijhMkvX9zXus30xxUa/VnRz
kpLsMulmzyLjFbua0Ic/dg/OZI4Ha5qXNva6pOhRTczZobE685oio2BuW3vOR733svnRdCD5n69o
HS69rOu+JSmuYXaKxmVb1GcVloRHP85pk5HzbgSpdV/lAiL0WV3LpPhSSOgVY1gBwZfVe9qLBbg3
mZLKlQffx376YVz9BVmU07bSSHf2OA5y/A5BAmeRPATOg7YlIocwO0ODpkGzdsvE1qncgBsmzGBX
Z8lAtkxcKeW3+vVcOX6BB8TKAPBdppHwmFLNexoq7FiY7rCZeJpGHRjXOYZ7MlyZE2WxPtiJiMxa
H75SzC6cME/QdZk7nTqf5BBALsG+xL/y1w6dnueOSL00Y3Y/EK5CRGfn+nJksLOJa6bJD54HLKyM
EK/p4NJTo9NfITq3V3BNVathn6R9pe/HeRAZj7yJ5nGwzPK6t0t7vHPtauTRqixEL46TLju06xgB
NoMagw9BUPh05EhcWN3TYa+nPap2OoDxzsi12jmfklZ17yfNd98nzJm+plRx9o1sxvbTvBR1dlg3
fVZNXIqI5BwEUzQ3mMb5rYtj58D0Motdeqn0sZu8YjmMg09HMnnYPbrKgfBS6FpGZANi5C+dTMWC
ranZp5eJiStPZLTKwfOYsiu4KKdi/dhDZL+WqdGJy9Wc2jLUAngzUIszk3FOTdUSa7WYbvzUAMIZ
23YJVzhgwd6iNj4yATIfHWeBNZtkcnmqh5Fjj7WfNlFXIOAbCSTfOaSoGReGPy4wCOjMo8QZrQeZ
LUmHoMkIHvN0NQlfaZb0XDULKNOktSAojpjkvFsFLqTPus98c6esVeQEVyLVvYBwJLuzroKvEPUl
ukxa6r698Y1ElzGgWbE+1OmGKmCJWbnhxg6yb6oGPVAIfOV9VShIXcxdx0XETKLaB2Scoj9vffJS
IjVU0I9T6WXVrirccZ8ZJqa0SUX8wq5XTTqFLQKq57ao7LPGmNIb/BhGe1+h+35KBiun/6gDW+ui
CdmoiBJ8zy5Fa/P655BpvsHLsm5bczYvAmeyRNgImX9HPq4P+6ls4GX0gbkMkQdyksWpVmbNBRTd
Nl4EcaXxjCHtWaUPbRMvjajf+9qCAQ5WrbQ7KzAJ2KbzNBtDr4eBcjOxZYPB9G2dpIPsTO4oucNZ
1vUhvy3SnTW7TOrqzC72C0ZuBGBbbRKvJCXdrIMbfNBYWIHIA96hPWBVdd54bZDtSWHok6gaE0lq
7RQEID+5XMsmnO2xrvay6jM3NLOaYFVkmsLaA9M0cY35r8gura4R4JMyaMBCtIwMvqjTTL/uw7Em
PKhBuDAliRtnWuUkGE+odMUJttJHLaRuNuh4MONa1RRpuj66V23j5k3G8gH1gbJWdNOnSopgB+/Y
crNoMPWOWF7SYpsW/gyzwEVL2ltvgkpmj6F0Kjk66Nok17TjJZkYUL5LYEIirAr1WufpkMrsmjbU
bC3VkKAag7/LrCH3qnj27K6MapuErVBajlQFomVgmchkWzSuano6U99lg8Hf3aVi1Kdmv9hdHbLs
oM4wncpbQCcKUc0H7FcwKA51NSSQnYSABEn2depZ02XlpIlUYWYVlMS3Gm4JuNi1dlDJXd4Z2hcH
tGQI1YSdJZFz3FAc041PztQgKcIqqe5ixx/IoRa+qu8zGXgNouVBJxyhchY30pOqV8ccisRwlVi2
N53lTrAuZ87cdd9Lp+4etDno510PVUdwgm31LUXDJPaJ4XZ9ZKwlxu4N8daf2jJN1wdtmioSdf83
deeRXTeS7vkVIQ9cwEwBXEvy0lNKTnDkCBvwfk896x28jfUPyqzX4mU+slSj7jpZWTolUYEAwnzm
b/DwHL1B0TOxky2VsWs9M5LqAsJlg7knKtsO2yJ2EZ5PQhmv1EJ4CRSAW73bUd0teTPswdYKWukM
4vMgBR1pMnRr6a67pcc2uZcRlNEqlWO7tTVUlg1/ROaZPDDlODYA0VgHyqKWvIxJ6Q9zwkFyOcpe
FRs6kitoDSHI3DylFinizaIWEtfFHKDitp4Ky7pNp4gut54M+nME2q0iYl4q1zcaJ21PSOBne2ec
neuOGblPcIZLh0PFHMQpz8PBPObqwA2VNbh5x3TtNLW47jKN1M8ZVXGtFjbqi6TCsvPSNX341mph
VIJa7Mc/kcKhLiv7KToJSBL3ogrDrR2bHJtrBRBaM/LYstM8Te/1Z+wDYjJ01zTL59Luk88IgMBU
rooMWf85nRbrIDEsTm7dKi7utRkHryclnYDoUyDPsBTm5HDNTV7j/JH7keY2L0C/9OaJ8kvhbspU
DoAFnA5mNiRPpw0vMKk01V1ajTm11jZrM78L23HA/YkdkQAirrEbO0LeS79V+WBVmAdGC0wS1iJ9
VICE0XNPb/45tSZh+Ci98KCpRDIbHfQCze+SkDc5zMbQioeoUASsJQlNTUK5ScOe+k4/bVFv1MJL
eOTWcgd+O9IekjlWUwrKpWsj9OfW+nOhx317I2dR3HTVZD+nuanWm6nNdGPXdwlLpSAJAgw9mhUt
R0PCea2KZUR818CDe3juU4AmnA5IP29nx+2HfdwAE/SHzFYwS1IjXLTz1Mg/h6xt9UrGshE7ww2X
+NA5KEJ7jgUV3bcWO5V4MgPPzz2jVnrLE63bDBsjEpggJMpsbom74isNjNanIoenruNp9eBQI6DA
F4Itgb83GrPfWnhC7jqMb2/Vkni4jRFy8y1n5QHUuUmxaM7c5hPQiQrOedz3fTCPwsbHeMms7DoT
VZddk5QCUOipAu+XBL3GIzXQ1KepMCXbifLXMWxV50tY4YDrK6J2nuso7MdAsmise2V1jgjUEHK6
N0Ms3BLO5i90daI93amI1dyb7Uupiumx6gdtN4SqHe+p51d3C1t13hpzyxJNbI5OiykcIn3IN/DW
1duwWfrrRtHa73acjKqnqUmv+2vs6CuLokKc1nGoAQ1isl6UMWbVOxGSLEFbJpR8WndU9Y2lFEtk
e5C+qZmtQssXuDtOKsX9wYi/y0zWYitwcG893YwFN62UrXuoB8P6TPMvvcBCcW35hOpI32ApsXQf
MxVL5qaeab7bq5o5ZO8l9rQ2t1Z3i7CxLx0LYQhFC7XSpzQlqMoJiR9TUfb2DVG6+0VCfd6iQMuS
6Iwwoeys9+wXIzWnMSDKHR7iZbT7PeWt+cYaVnjNHJnpHqA8Ft4yRg95A8py+oq9vVseJCWX3GsV
xai3Lv2+0lPF2JfHtdAjN2Nlx6WHAhFnyy8J7D8UFV436lfGL1EhrVi0rFZP1nO+cUlZnzprVfjT
lHO8Z4uI7hGTKIIcfLQXS6sQ/kCkiiFcV+4XLvaPYCPnxROeYNVEIfWGYYhewlnxhMuyRrCGg7KS
anhqFWluw3ZuPwDLvMYfM891Ja1i7/ZPv+pzqffM1Ca0+qiaZkCfgL8QMr1MYuSdk/zwbTpYAlPQ
Nt0y/B6g7q9XbFgwWXFCQj32nGq4oFeUmSNQRTEtWKvYdSspIluJe6lPY6l4rlL2A2W+ifdPFMeB
otWWsfgxOKUHZKji33OkXh9otcNYhdPgBVJHOgNsdqlShrmJ0coyG+aWIna6L8I5un1/Zb39rmCo
gDE6EL5VyhBno2RaXA52TPYAfHQ5kBjRvzLD4gMFohVI8mvpjSFMispA6tFihpJ8VhMTk0PamDoF
VQnydg5wtGPJWur5MZ2j6PdcZtc3R72dEW1oqiui4Gw05LpCC/de2k2Fy9JByW/aqEBQ2g925Qpb
eT0r2Jo6NT7qfVBTnLNxhgodELdmV4ZhMaTbUhHEq+Hc9PS4q2KT4TMSHt7/XOtfeTakDc8aNOHq
xkK++7osBDfN5WqV0neson1Bud64EXGM/Q9A2AcVg9FvXDeTr6LT8RGX6s03ZKqrDwKTFUC2z/mF
Ja0r15rNVUsyHzmpJ6FQKmolvfwmSj+Sy3xTRuUoEBZoZRryuHciJ/F6pnqVoFuuOcQ2g8G107kT
F0Oaz/OjGCRhFuPbt6GIxZNTO2GxE40dnhJgCp/ff+NvPjLPwbG7EmXpqUBCfv0cOKSluqEIudKO
1pikWEghtIZYylfrjO6HwFDxo5X1D+egxTlv6HhO25QCz1ZWEqL0kTn0+QSSWk+yRE1I8xETEjLI
C3WIdm7kLGkMKsCN5AfMwzffeZWJB9qMXQzxzZtzR0ubNQdGMzQf7PBCFQs0+kRx2pcoNklhfuvt
wnGB2cWKRmkHkqPhniHD5tbq1cnUYrze2/Ki7wcbp3PH+jNvszRosCn7aBWfnXfrgFxeHHgUfJnh
+YCVm3ax3pcJZGSbemgqhiD/+FQ9WzSUjYFScYut5WCcod+cd06SI9GBrmZHKxuoRqoFi9nChC1H
/HUsdfrNi/OvAdfhWKw2eOyzBWNJdIJhGSd+Exn6c07C+mniCKJiIoAYUQeKh5mN+v7HO1spDGpg
D7Jah8MUAd989vFaYTdjOlcRxdjxe0gJBoxN/z3XremDVfIPAwn9J4wW/DQEhrOzIJ4TrdIbRIZm
toWX59Hs53mXwcBF5fu357RSrkgvGBCy71qX/6VJNKrjrCYkAXSmqzT4Oamc8DTA0eyjoc7U89nd
3BkQ48HVUW1d457XY+WhhbKtYcV+BfefIkhaOBQ8x264SmtstY+Q86Jbo2zD07JSZUEnIxnkO5Nc
wt1g5lZ+VWlw6za/+waABqN+xrI1oZ9ZZy+76AanStuEEvFCWhdiGuJJp0837vqr3x8KXj7vmckD
BT57AQkS0lMRg77W6uHR7sfHQfaPKr/+/WEIXrm7cJVf1X1fv+c0Sc0Kljh2C1pKZ1jL842ZOqbn
dk3+H7y8VUwPLikrlUX0eijanMgHZ5jq4dow+1g4hidMgCeYovzq/Vmd3RGsHmiqtKA4qAFnsppe
D0WBJQf7ruHf14Xpnmoz+3sa+uUgM84Y+huQ9ZRi+KC9eZaJ/Bx15ZuAF2WB2Oc301BkCupVeDxx
wrmlr5JrnkaazNdu27FO43j8tCRNf8gd2jmdU8sP4tW3R8FP6DrUPMCsXBxn35JkeXRqxVjv/6HS
b2wVpbEyX2MDCcXio+vp7WhMVV3V0vABBTJ/dvlLmVe9a9dAo5v5UYGT6HdW9/hvnAVvB6LVZxNZ
YU3JLSjOPqaWjk40xHTys2X6uRNonP1HOwGdk79gtoB39fO311UlNuWip89hLUOQ8I2e6qkfaFvx
q/eX5z/M6KeWCS07bvY3IczYIXZuwGrz6jY9rntbqsnxP9nbLASA8sSj3LkEaK93QS4EOWJNn9Qx
Y0yi+vm7NMziIo0/Mmd9Ezigq+MQBxJ7ky2RDb0eSMRK0qTAYb3U1NK9KcYh+Hg2/zAIXsFopRBr
46BxPkhnyzkpUyeEjlgU96aI2xd2lLl9/9P8wygAGjna4V7QHT2PTiQeKXSCptDLEJ1BfIt0r8an
87d3KiozKAQhFIKeGC2q1y+M+BY1/RjIkV6ikxCYzG3Y9WZK+IwbCBH8+5N6u94YA5guvs6EIkI/
Gy6c2yJEtH0dbpwf83FaDvVMqSK37Gnz+0Mh1UMkSUoLt+tszRk1WBxaA4rXyAx1rRw3VOzQSJ9L
jDht7/3B3nwsigDg9bE0BY71NuNDyAvVQuxlvTRUza1ChWSDSuVHIuZvRiFqRGMJPSSM31Zb+tcf
S1myZjAZxkvW5QZxbwiqGeze+3N5840YhZdG9W+9jrmzXo/SV+mgQPMNge+q/bjvVQfnBRVm/R2x
pFl/UHR4E4QzGiAOBJV+rovzqBE1i9axIuQ17SRLngyjBLugGvUdXpD021Mr+i1CMRcw46GgAZ6E
m4K47uyEUNPUgatsuN7PkjIgxCGYUMXZv/8O/+FLMQ5eqawGFXPxs8WHfiOKLXWJP3SuhNjwyYl0
0AkhEUS/u/L4UBRsHOKzla6lrqHAL6Hw3C1NZSYjO0qic0BzDTgs+nUSl5n3pyTehDKMtEZmiCSB
ruHfr0dqoxGxspi9m69n9+Bm01UShvpXCRrhsmoNRJjHsSqvK5dmp4ICUh5o0ZyC7wAO53hLnKUW
CHBiVQ+ApnKhzrK/BN8A8U/rJDIl9tyf+m4Qz6K0DAX4X96ebE0uT7E7Uzug8Dk/WmZXVhd12NOI
smtg1jRuEfWnpU3dr4swqUGg2aqjQ9bSadjTv/xUh6ORHmUooj9b0U3xVl+zrMdpbMITNfXW8Gje
lIMvANs9jkvlRKe2kyGuZ71q3IDJd5agBdBw6U7Q/bjCojDdwE+1qCuj4/oDyDGaqpzl6E9EjTXt
l2gunVOXtNpzaiuEO47dUxZ9/3O8XWFIAiPnCv+fJJb87uxr5E47pb0NlhMdA1AFSkHj6cN1/HZ3
InHBXUp3kXKrOE8eQ14HFjlcD6YDEdgz8ik8FW5PDDkq4Umbq+WD0tn5tBDNJNECVAVpiVzgvLZc
AiymRIQaedln7cvkSnOXF0P0gXTHP4zCQbo6znFqr1bDr19e6mCoK4B7eM1kEIpDmgkWocj79z/R
+UHKXFDmdKkAchBQkjsbJcwTHbMpNaR335cXabua5LawlBJPWh8mGv8wJTI0NigJB4HwebiQpQBf
y7JXPIwrAOpiTrSJaFz+dQj8FlzxoZT8c07Ge0Xi+/fIfbsf5UqLa8//qvVp/psQ+P8Ir0/nBP+f
wYz3//W/mjNW3/oDf2EYTR3M4Vp6WcWLOKxXLu/fGEbxBx0bnTotUT6iW79iGO0/DMqZDjVyE10j
csj/xjACb+S3VkUM6jo/tVh+B8TI2uDJXpWriZgR/FrLe6RRDHd2hbS9aKa0U3QfRDv6elisUsmN
Q9X4UeTzOHBaSz31q6TV5RdNFtghmW3abw18ksptLrCA8uicjhgnWxmq60bnyGkjy6mnRygBDvhl
xANcjJkCddCOK+ebgwNxuJ0agMtQA/rOUY5uryRd6kP8SMTBUMPwkZp+5gbT0KhjvgJ4qgaYhxXb
MWeDaiGAhGa7ViebWevq4pslCy5Jr2qc2JVbrXO7ojhp8M76+8TuICFirtGtykQdNp+2F3UQzV4M
2YwD7tGYJW9qAPPTXuYIat1NYd2B3kljYQR106yuhHS6JvGC1uRA3QCO+pRdIeXZqDcOnc2vKSGO
VuNTTecM0PdUpN1Tncu+OFjFVOu7uYMs6WlpqOl+7g4NiHqld8CqeFKZ02cALfNDnlrtdd2bnglk
0NcRo9/bhRZ/axXrqQyNUxcN3kBB/VLPu92solI7GT/6JEYMbARV2a7U+KIHGVrUiCbOHaIwTlpe
KbocHxFgbyjZts0lEZ+xESWYEukqlzzWpxAOBm32qr5qM/M4pNFF1HVfpvFE0XBbFPFFJq0gq+3e
V51wPiTg9xDfjm141+LSjXB70J1LM4et1pl77EK3dWuBW8iqp3mpr5CkGfQrRZb1cWxwJZ5jcwjm
mY6PPca3Y1Sk2yhfQFyXXX+cpva0oCG2bW04/yEViw3w7OzzYpbTiSqpeaJpfql2SH6xMMgk9nEm
7tGppOHcR08WlgD7JlayW4lpkTfMg+5FRAEQUpqdnOZoM+EX41N6fuyUpvKH1E49qccU6iqMSeou
POYpUr8DpM2rbMotd0+RX720o+KeUnWgN/KpyroooKGERkDTi8S3+qmChLFU8SNeseXRsqCuaHPt
xMCp4gvV/WHZThQUlrClZ1JMQyeruRwh9CHkTqir6JsxPAJlOEWFlYpNaRjmQxm5SrSpVCC4SAwM
QHRZCJ4jq30imrvEXBrPttEmGprplNiZ5bl8fS9dytNgqJXPtw/iFGUI3Gb2wprvhrrc21UCt3bp
ih0N7EctH7cSGWdPIl5ws6IIuDM009dii7WQrNKbwmgOIqsoS9dy7q9yYmn+z/kY5/1yERaWsW17
/gVtgpiwtKybnqKTclBr7WTQ9fbcOUqh/CTVV63ogCHXyddmyiDou3H6HZ5GVsE4Wb60CPRedpDc
gzXmRHsnSy5sqzKvrBXlYGbTHgBxneO5Ube+ky16DG7OrLylQiejhQcEiNm4SoldcH5XwqsWArCP
A7UImJV7oyMfMWyo7Vvl1mynLzD2v4+GVgCRkdoJbZK8wIpHQS9vqDTILiBMfTRWRUAn3w7GER/z
UVEi/WhHehftFlyZffrqgh5Td0j1btwUPfW9rW5QJQ7Got7N4A/YbEXfcxI4OvThxQWt4wF4HPpL
YtFUXstaedGU/rqNqxdsw0HSGolCm3Auu4cWF5ggjqeHzAamovVAg7qOMhNWJw5n7aUqwmPUmJ/h
heXKV2nUOm4Vjtc45SHVAJknjioJqcPC+Na6JAOoCDmnSWncK3wjT0nJUZihcESbvFRusC09Nkl1
SooW0V1oPX2Vm9f5kPKHHPilAvSLpw6dCRSdrxlhL0EhXHsp0tINrNzJPGOofzSjDF+a2H5GyXWD
AP/gQXCR3qJWznaewk/hMF9pIHAPUyeXR70AiqyGbn1IB+NUokGR+XFJRO23lcy+lKFSXEfFCD5T
gOptzGKfFemNoQynOYsakKsAZ7eDrWhbbGZYWSu2DF9eB/SmgCbm4lRQiSaosvFCS5crkObGhv3E
b1mT+kmrsf8y3TZWbrWoFhdk9aj18YMkvuW93YWBg6AGgMd9JkTmu0hh9w707bFVd8hLiFPGZXnA
AaANLCt2xn1Vc2TA6QMDAS94RnFlabkwIgRF/GS270Mj/lOE42cUju3L2X3qinpfOvV2Guo1Hmwv
UTX253Q5gNbuP0sqCJ7t9oeiuRTLYUJrd8jr66xG0yUb29o3BGu/rJ+iRu0uEGRzMLBw3E2sVxdg
tybIoN846eCA4tlxNSEpemdMZvTdGH7kVb5BW5E3iKhWdpNwOODJcOt2CP9p064Ls0tSjThQq/o6
oRPm5RBan0VLMu6i5BbDW3K+VJ0YLrFPBW3b7JslvK7r9kot+3aPpHgIaAlHCFqF5Vc36q8rSBBj
rF2BxjvOaX6b6QdVmYBRJRCmj1rUIcZfEAeUQayOV8iHXUaz1kMeVB4xPwAqrlzX2E/4UdEcpB79
4PAdo4MdWoWvi/ia0lW+pW936SgvlXbbrwjtNt8SHHzCko1ijJVWnhG6G7fCtZICw86USY6KYZ19
qzgny+pBN77i4eYNMfz09DvQYVrm5TWxwRaXQV9trkKAk5NJYFFED1TK2GZoigCWTpXIb1tY9HGy
t7pTo9xLpflU94eEuj7NPI7kMIiWH46lQJAAzYUtZz/V2zwd97LoT9bC4fO84Mvac6IAzPcGCwdD
50Sud8WWvSGe9HNJyNM4+3oBT9fjO1RwGCewPttqFyXDsdWnfafVO8v+ljfi2kmMm1iWmwyOrdRb
llFFfPGnUC6lgZeIVqsaIUEfLAN6Af16Kn5C3yywpEZ5bKOb3xtV55zSk5seVKadRMcJYDCMYQs3
LMiZSrtxlPoSTjBs+QgGN5e2W94uLVIssXkkrdvGOvHH5F5XTkhSKve9dVO3MQ2dqNQyL071K2Bf
II1HLG4AulS3qZsRixAjO/4oAC5bqdMEDmpwe6C3h8XYCehZ02DsqAYEWsVqAQ1aldFwHPs8C+xw
2oFSuh6nuPOsWgs7PnbFNRwt7e1SK/pBQAE9gvpI9tFMXOoAJa/b9qpMO/Z+gVrkbGJzV5XAIi17
KTLPCpPmVh+TO9lco99Z7gep1UFfL9e6015ozXChd5vGcOZAt0sVVqOELq+W2Z0wZPU0Ge6wp6Dl
+NBHAMSmtQxK88WesxvXnQ7INuA4aLrBKOU9uGzTn4Xo9/D4EriZ2lZmzUWDRq43VvOlo8b3tZGr
geC+Y/8dcmTju9TAOweDHv7ro4v12SzG+DiOLasbLgg4D4uwJ6Vh7zt6/CXWrYNtp5/KKCY8HI37
cI43ceLuIAd7s90eTJE/6IxcNAkMeQvkqu48mUkfuHOHrZZ+MrvbGmIz/jc51EZjC8fG5y4G8Zjg
RTVfaokKcC/ixaAtmh5iW0HravCRFNsnSTlvl6jbhATHM5IE7shiTaZ9bqGZkYOyXoHcIKKDGEZz
paifjYRYc9KCcK7upVme0mkePcU2Hlu1+bT+lNXkT+qU3Sep8uyK7MoeujtFU186ZXgckT5E0xRq
sBsOPuw+k5KQq1wvY3FfzeG2ztOtnOorNdeOiiGPNvRoYLHgtif9XjPbxwlykFF+bXO2l23yOtDQ
UnOLFWA9a+30pwv82Gnsq6hXN9ZSGHAr3a2iR7siqR6nMjyZvdj3Kx857V3MBJoCV+9ONR5HG36J
ZSnhRjhi5mdrzlx1QupcTXxkQ/ODjqktljC+qvRxTenVmgM8wfmQkG/EEm1JChKIL9MO+M9zNyTN
RaxP9T5stKAioq/HeZPDce+7Gix6fhuFR7cw/qTkeJGxVrop2kgYUJ4VqzwsQNC8QaWgdI5RgR+Q
rOrIc6e96Emn0vjPxbFmT2Dtti8q9YuuGsGkJ14J98PhdEzDwTMhIax9j848lnaJWYT7xW6VBze0
H6J82FmlBis6B+9oTV9FdoG+l+tBco89XYtxknKvrXRAO9SVdO+Xi9WGM1qEOCojIFMLl1HPFNUe
5h+nkEGkvIcuhHiYAblrVHduNW90XcLWx7oGQ8Wtbc93iZ0ctNaku4myWkP2QKTCKbOp2/I5z6xN
xc0+0ivXbXCDw+A7Ir+sQnGMl2ukQj3b/EynfWN0L1GpbPqluE3mATJu75VlQ/DXBRPvyCyuUXzw
ZIEriCAyDkeiqki9XXRrLwQaXNxuSNp5COUgDZHS9GyuFEt5artru5juaxFftRHJSvQF63U9mGZ3
G1nWVRYPQdrhLzcYtQ97YPCWTMkeKO5zPyAXofltdEIeA8ZMorxYxrTRnUaiG7yA74zmC0ubRB7k
MXkVyUudf8si14SwYAvCPDUryXDCpp3Jhgwn/WT3Gd0Wx5yIxfulDL/hvqrkeJD103IXl4hf+kVR
uebONkKynkXO6g+7TfVvGhTkuwYRaSauJdaXuGrks6u2aOYb8KZfmhDpDL9OU64XieTCvTnn6KID
BJ/rq3h004PRIRcVKNFcZKirihqcsaqk9AWhml8P5HAKQEAN68PUMhpgrGHXfFHJEYnyYvT0cF2N
6CJmYdhSIYSjtKZaiAxwZ8n4OXdKKJQ4q6lHQ8wD5I2+R8PEzXWMWaElKCqs+77DKcrAOUotw2lr
W1Cs/UxgXo3Wn3ZCk6L8BC3CuOr1WH02ahQc/F4iKoLoygKcdFLmudlAgdjEDUFyYMRmBztRUrL2
Ejh7GX8CfrlXSaSXMYMvqgtoQjnR1QAlMFDAcj1G7WJzdNPhPQmE8IqgNzRCwFHMzWdT9laFmF8e
QoExkGLZZkMSXS6IjXVBiLLriQcbHyKlrzBiUAzgNfVi30vbZtFAB88e0qnKHrLaFY8LOiYvitDG
1ZKtwfNKiwukv/FMQa8O3iqZxTipXK8iF2mxrc2cAE4vTTQKForcS1DXILqRl4XEGNgcGDaKa6Sb
JMqNdRci8fzgpAhNbOgZoqmpVWJULtPWlbnfTWA+t61VjA2bbpHZxliKyQmElYjRsymZXptmlbP7
+96+dup8osxUlf0FkaWj+4tm96WfTVyWvunM+XqOjwJBGRQg7rUOKCAhgSsWIv4S6kQLg+JLkknl
SWtyZCRzO0vU+3EUyXrqmeqf9Bk16ABQZucA8Y1vZQLIHZ6CTIDNa9ij+/PKnvqr2flbxdJ/rxL6
/5vMmYDo/D9XQ/0y/6//LSF3/ypztv7IX/VQxbL+oHn5E6AqwAXwtf5VEFUcDQU0miYmYFLBVbj+
1t+sbk38Qc8dhAdl+xX0tLpg/s3qVsw/9BWRAd4FBXoaFvgJ/4t4fvMXMPddobPXhXvBf9amJP3w
1cALEsRZb0UMejO7cSm3OHx2l/KpvOsuxefoTtty3u6mAEHUbXbSQPJcNgdnVx1Qzdj2p/q5uWvQ
GHvJHmrdk/5x2IwBZozB4xjcX1a+Hrg73Ey82GsPiZ8EoQeLDkueZQsTaZt9/+Wd/z2rX+Xaziwy
/zULukM/ZwHc6XWTY7SpOJcjs8g/95sqaA7ICEPkVT39Ru/96YkgZRMF8UFemHcfDP26bfT30A4Y
fYQ/QWTofKpfm5JtQu1HM2u51XfLdvozNfz8s3Mlnxxtl11kPnG945N4LMWp+KCz8w8jr7KZazGd
fhWghtcjJ8405g7Ya+Ty1W3hZJfjZO+0eDrlaG+8P8s3QyF+BsDqZ+0epdNzM4awNYxezUSytamC
VNAf3XzD8bUvUV95f6T1df1fPDmv82yk9Ul+6fFaq9jZ0jDSgA62eZ9Pj+///drr1u46ANBelG9p
KQB2fIMaBziYdNDQs61ZpnH9aW4HS992Bavnk5Mpsj6hvVXCDFKWsH4hsIfpZLXCreiy5u30VOVj
bdnIt5Zze1FJpRv2VP9trou5M4cnlPAMY2MOTdjfvP/gbzaqBbIDBDRgHyRKKaS+fjGoDimVmJFO
SYbHWd6QO3KLfOBa+Pbls38wZHYtlQ67cS7zmU9GImF1pdt+YNeII/I63vuzOEPR/3z9nIPoO8Ks
BAZxLj3c210KDT1MtqHovldasTFQEMDV+DiGwyMtGy+bNa82QzjnH6zh10DBf41M53wdGUzE2UaF
NU3coDKydRXdzVfhTXdMbqbd+OmDGb7dK2wVXiEYMATBgUS8/lCibSkY4s6zNbxnGNeXBIX+6A9B
6SPduose3B2SUX9dvzQH/1mv8gy5+/fkaLxwFADdZam8HrRwEW9ElCLd0kM+lCex7/bhdjmmJ2uv
HLQPGtc699nZJtUQjl/RHnR7AVKdTVFRiCIhCyRbahg786hcl6fmYPqT96Pb4DOwGTaLP21Cz/CR
1djkH0zWWP/612fEOjxAduDeumArv56sHWbIMqFOsI0P1rFmstNFeLAOTtDth72yIVG+E3drlbNE
PxbSuOOnP9IfynfjxjlZJ/vgHmhrBOqFfRAfvJmf7/mdRzu/TscqUsel5c2QhMbxJmJ9t5StdpiP
Vjn6fJ4sPfoFJGHynoZMm370btb7+s0DcE4D2APGYJxDuO2inFIDY5wtVdm9sXUDZescdX/cO5vs
pHxWPicX3TU6Xvxj3oTX5la/oI8RjJflQ3nTHM397PUf7Pm3pwogq/XYEpAUBVvj9eei0FjZLii7
bdeWRXylCqe5SzXEJj+AV70dZ6U2EGxBUuNkWTV5fr06SoVEQkd9fJuU/ZQHc46DMnUuI/k91Ni6
2VacIko43Lw6IKGzCY2tXstxrBkoMmnG9o5PK8ogv6TL9f5h8uYsAba94prtVXlndQt9PSWwhUoB
fVjZRLWyc6W10bHNTDJ0+D664X/Sl14tnHUojCcc/gdh8J+b7peLN9ZkS52/VzbCy+7mU3etfO3u
xUVznR3djXOd3RQbxCAeUTgontWvzgcTPbN74p2isvsTTQhhDKKKdTbTitgUjmiubLptdWgO4TFG
ldklfNK31UkGlf/9/Td7vligEUHh0k2xAr04Ss7iXg1NtWVe90mRNJsm8cHEBO+PcP7tGMGgxQBM
TQdDBgD09beL+1inPDcnW0QRfOcm35f79wd4MwUwcGAXgUatjBcW4+sBIigctT0r2Saa6PLHYqHs
RHNx83ujgAEnxoQmSajEkeKsh/Ev60LJqEL2qDgFM0qOOKDXNMmdpPvNuQDxMDWbPISr0ySvWW+c
X0ZJFQNFHgPXbL1WqqvU1sK7CF3j3W/OBbgQdOUVqQiHDzjK61GwEG+Hbi5RX25R/um1sPdrpwk/
+PDn34XrV0XIHoS5xqzs86VV1aDkmq6Qmwmf9RLVVvY3MArQMh9smvOQcB0IkA3g2NXpgs/0ejrd
iA5oSKN+UwwlMp16XfiLKUc/kar5wVDgY85Hs1a/QbYh0MtVSO6c0YVkTNKCLM6CMIzykxEV9M+u
rbboZicJakl9DFY8nX86mybrESGipQ3gZErFU7p0fMiXKFsC2jyqus2EuiCDEMXt4DfuSjaq7NF6
6ebKuCZE1Q7YHnTqLhpa7asRl3a8UdG9uaFShuBNbEfSCWYnrqD12wvVelPg1GXWpLJeTnMVXk2v
A0pIYoNafkyb8sFqYo0+IR2tfSSXMb+oF8XtgNX0YtpY/ZwiGdP1LUqtaaIuF7YE+0ztFhfvQM/V
enpKayO0fJkZ7nRv0HHRXC/GJh0GqBEbAG7yDjKdkChS8CDZcEvPVdODJa3TGyqyPZ2bxXQR00nG
ByebedAKe0AJi9zkEQH+5F9qtL1R1nRyOkNr1e/O6ulq1qHatZvcxksWQj0KQ4HVU8/a8TJjCUYo
D6/7nk4fYjhaUQW5MaARRINgpp+tVsN3I6oM23PV0abF2A/FZhhNGt52kVi3Q5WiBotPuSq3AnUn
SO3LUJ4KHgrkAnngp7A24FglcYTCMS5TtFGSpqtQT5wa2fKnLfp41KgSzk87GYtgSMfskjLVKlbl
wHeOwewi38VenLzO1Km8mhKwwXHOK0YbERgCldGrleEjuI2DgeWO1XNtzDLR99psq42Hsov9QgO0
rZBCSikh9HaP5tuQtuhlRm6KohVYDgUFzbRBMZwCZHiTLR29sdhuwiQ55PbgRumuGav6S6rPUsK3
QpdoA1oV421ATBWF1WWertwWBXb6pW7XgmUAGxRAxiztTWumrhIg0jH9GWdLQat1UnNUavGou7dB
HWVUmvsSM4Tq/1B3JsuRG9uW/ZX3A3gGOPopAtGyb5PkBMZMkugbR+MO4OtrhepVmURdU5oGNaiJ
rulKyiARcPfj5+y9dhnM5x6vw+yo0eOyKXLyliNR1/1T2qm8AzRx5huTVlyAIJtwRx7AgiXBFu/G
XG2zhjcwIjOv27lWi5CqbnSAipjeQ1Q5zdTR44eBx2pa7R++1TTPllNXH4KO7DvdQ5/E8nECXTO6
7Rkey95z0PBcH1jTq3voPbuwiA4L6neMSUW/MXz4YFMOBQheqq++eLdWSZ8icSyG7kCEo5oRNAxp
MZjg72Y3848jxI1ql9r4j2Mi2Jj7TLxOS8xwzeJ5aVO+hm4783oT5QS6IAuG4EkKl+UlRxfBnexK
szkIiUBno5HbA+pekhYNiFDhBdn1aMYVQHPAuU3Xr1e2arqbwuUnRdox0lpOjZko1znlqhw13FB+
DQXe661JSOSDaY/k3g9ZbhqxgBwzR95aJKhp1iywMRiRE70Zw4LBYm4XKHISuEjoAyCV5kQuB+Zr
KVpB7IQ/+0/MRNVr50LSj1ODWYlh1CVzPoKe941RTdeBv4AhGXj0l27tFtOmdRGuQIhT98FIwifP
0Qsn1EQ4a/eS7KmLweiAevmcF5844yQiC9RE10XHZT+2jRAsV2ow83rIZuApXgwDyM2OMhNBvimW
vPgqKXvNrQAJkcS8b5xaUoRqiS0FZ3nrTujx4nZOayvq82ToACShfgHBP8kuTur6NI9ifoAGb9yJ
ASZbrHJkkFsgMu5najQEvHWlk/WHIBw9wEnpgIJKUXY022oUFYntDZz7KOlr2OqccNY1iOIu24RN
2KhobgaN99uWiNOykXg2iC1+g9G3IoIpMhJCJndp28t1G7RdTRR5ajERItktoVMNFQkQVgYzZutk
XTEd/YzU8oFwXiseRV4tGzsL87d+RS61Bai21tcpcfIPFSuKMbuWCyG+up/0plByZDNt67zfBEic
2JWQp6SbAn3Kewq7393OtVPZF9OSteLgSGumyoSG/akFoTDnuUk/xUUhvWITQE1AJ2/LPt0peHA/
wqELkUAsIWMCv+y6ywoWpMXAJKj45KCqGKFaKtFXGoQNEktYbdn1lGIogRM4KRQRAUw1SDkhEEaa
IM5LiprK3dh6yr9kYWTelpWOSnIarbQ8Og3iyxiBAFu7Xiey4JY0QL9PBu7w2S1yXiNprGBA3GW2
b6vsDJ7WCSywyApMqGsF1e3HFBCgu+EuAzI7c7QbxF5G2ngk5oCttcnR00el07gri9mf2J8WE7RW
y0wYdZwZShB+WBhfPZ/stCgj90FFCznlxFZPrugQ6wj/gg1F8WJ0NTFxkRGUliwBeBIG8JpO9txu
izpYOAjcYpwIHJRkOwxtn7+0I/GkzBTT9iOZ1rThWKtJSMtmEFAbIQvTP1gwSECo6cq5g3QyPa6h
GmfGNa71UYTNdBEGYDqZW/NGIXeyEfXWVq1vcAvXOJiFtj9WOJndXnM5lZsiOVMtQWTh3ZhhRDxK
ZTJCN3pEiIC8B+wOtk6d99pt/M/FD0lCIDtj8iln0tmOELJSQPjZvOxbef6/9eQi/PEZH0cddI02
HgBqWSiCNdS+xesWXq16sKwtgzLLOszNyne8sT1lvI6+tSZRN1ilvcvCrnkzoHVJQHk1mHDeuOJl
dJCSRqYnqTmcuS/e1Nyy/0jgej6+K4JbgGmhTFm1Oa6HsUIzupHndIWti//oC1XEIBGdOr3YDDRB
041jruNrX9tMtwxjqO2IC/T0zJwPSFcd2KsTu4XVPxQctNbWMwv1kBA2a24TwM5M81f2OZ8+xLuT
J+fF4Q85cclACZcP1BeoChg4dkDhwqBqumsoRnOw5/Rth91En+a9n2tr3dgsqePUF5O7YWN1yatA
erEhNTO7kmO9hBu/D9d7OLNNtfG15X00Y6Z/MUQjJMAtR5DtY+Em95hrE97vRPuPuUeghsmgN4fO
WLojqse8EYc1Ad+OlDCn13sp4ZO8KckDuWswQ3+tdAQA9dteLeJKExawH5SyrKjFOjPsV/YKYlS1
7VyGqL04vXsT1EaXufm6NWkrPIXwvGB6G6n7Uk4j12ETfmG2a3svcaPJQ0VOVhm41MgZ/Pm2Ug6Q
GRCR8le6DOsYd8bcVbE72+JLZgvzcRRhIfnGOkFIiWNLXU6WW4RRt9T0X3UFkzCTdjheVHzwBS+7
ymPLK8AAqrUL7Z1OSyKh3MouvhJk49DhJ5Ls25zh865yKIZMgP4+wvGlfsb9P1m3+VIYJYyuRffy
a5Qwx57oYttLgRatNk9T2AK4rA0U1Lvc7tzyfrVHSLcrxb/eG8Jbp4Ns58F75Z7Tedf4Djt9Rbhg
0F3bNYj0OzVO3ngYslHofekhOieUBU0gQhzgckNwpieOLakMe3Kr7DEuSlYgIBVpUi/oAkwM6R5+
fhcYPbXjAl4EhmVlMf8u6gRQuLDT7Bet3OBznldOJkRsmbUntrN0nke/gZGOEt58dfhx0yNpMqt5
ZUvueyfa97kzbJYwrXBciUHwBkCgl/NlnpRz6G5qDu3LlcYShXkF7A7SlsoNx4sLyy2tnp01QX1Y
Ekr7U4k5tFGBT+vb2KfOM/Afu9uXXHQUOSWlNK6Kgv32gOAw6Tds4FgHotbitJ9jPxgBUJZwb/O9
o9I0v+y6xdJHY2AbgX8IFveBExaVtletVboX3VqnN0opWx+APrJnU+n79RZNtrfu3DlX+uRnwG2h
XjayOTmD7LGQEVzEFuSQ8cremoSPI4Eo+UuTNssLo3kR7gES+etpbgzzV7gUucQEYGp98GAWover
3F4R4Yfb190Xa2rmRzJmrGw31avVbodxXqw7ul7KvxYNI/itgo4K52fsES2AHEirGM2u5dwXtYnS
UA1JjSgcj9PwKdKymfd9T7VzahKRVKfCWqFHN8iInRtU0LXYy8IVLhoSv79G7jEHd4bVTSQKDYYL
7qory9I9BtSJ3mtu8t3Eq7Y9L0ooScerwZzYiKU92eY5xmbKY382zHIfSj2KLd2BsIxKr5HerhIw
O2+Zo2czV6l10tuqMMsA0WM1l1uUiYkkYFygT8fVhMUfTsfCioIMg8DAs3pksZgjEm5/XZNs+mJZ
1HbkUaVvtjnhuxRl0w33a+CQgOgGYx6czH6trY1XG60Te3bjP0AWXe9VOAW38zTY7R4Zav8LHug6
kcBAQ+SuLWz9Q6ZTaOzZJEIdjSGhO9EyIDS9msxWmVvpkzeIXh3hwKvQi5MeSoXpeNvUEzqe1Eks
634s8+atbkVu7UWQhF9WvnYVRHyuTdeDyXcX+3y/5skvRe3tMBGkiFT8vlyPqu5xurC+h9LnnHVn
Qo+MLuNhjaMLrdVrpqCNNZUaMAIrrb6sKjfak+ySzKEHv+pOXxD3kBvxmDsdBaJJ2tJjutAjufbs
HvMJ6GzePqJNCGexdJC5N21FdNLFABWYgA/oJ8HGmcg2D+idt+fKx0ysGg3ICnH6BJU5cJ5bx+TE
rLqE6MiEyHOV28FzYiy5HefSU08mhl71YBQtHh2yaozPLuEivVtDOfwShE1xFW+W9VQFuVHu7XRa
H9pOdZIIlCz9HE0HcYdj1JX9UQ9wbZ7hzNQvi8yyPF5Jm7wK81VAwIajzTSr11xgHLoKH2cfTnHE
GJR/iQGJ5gbzptu+iNYk2g8qtd9ctHVvvBqUWOFxlkQ/oIDrasUVJZ+8iwbyJ0vcmsonpxlDhJYa
UPEtDaHsqXIr8nut0q/KY1NDZ4tqUwU/AJ/KHwo1kUIeVGA2Hl1TIvQOnLyMlGsIgzs1sMHIU5p6
1PPQwx3OW1Z9MyoyJzei77SFLEdxuVhmMV9WZH/CLC8qEJ0Vhw6/21Aqn9q/tZ4yoLSAZvnDH0oz
pQTApTKMV7jCveZhHsYmvzXDvhGnYl3H4VIZ3FH6yPZQG112htP+BP7k02QZO+Vt64abRJzWHVEO
o0ChuiOfPburuUaMUeO3i73DVlK4BIEwCQX33RvGVkoAHHSC1MJBQ7gHdpYGeelFnnKH/UXZVoYH
PCrImnrVqfFyIVPzdqoygI5dWnpc8FZvgmE5LX3zC465dwvYoU72xThjXfIhmnzRjlnk2VM09nuH
MJkMuTXu+Hid4O+jM684xrzJxpfSQdNm6E88UHZFGLvqtpmNMf8wUolmUeVRxpCLhc0lDvwE1jt5
jsXtIuApEieSmb0LKbf2slc/S7vHJbON4qBSePrRwlJ1I5Ti5nBW6CUw/yBko20SBKlBJ2xQKAdd
yhqcyeWWsV+kuo3Ok+u3gciiMuoNyo1oLif7WWfF+upVQrxo9PbpMfALy6FdtLDAjLQwAP+ioM03
IELX6naZG4cVYA9TDCrXaelFZN6KW6VIQzwA9lLFCd7ylSQercxjyuXKjuZRBr/a0Gb9prJOr0Q+
od8C7GAt20kK0IGLKt3bpDf8NyCpyT1RV0ly4WBomkHPy2K/ZoZmRjVhIYpLuwwCZOiASPc9V/oT
HtR5PA3lmN3mimCUiCDT9ZSlYWfEmdfwBXH34Bbd8aydqK4GunzztPaPuSpbSjPZmBnl9TC8pc3g
PjjKXx+SuoQDO1tzMGxESIQP90Gt3junm3/i8MBlkdG6RLte58PRgrFaod1iEW2tpJVPnW+YrzbI
fGpL4RJn0KmZE1lh3eBsWdTo7XqbB3QZ9NWgI4xUOClEsFi3tt/gmzEKyTE5LLJ70LIN7oj5q2/m
htZ+1I9m+YKtBg3t0M6NpKOcDUNEXIJ/29lFM0ez7SNWlGif4zYzlg+w5kOFAjpFbjmZXAKQ5NLp
84EZX5MrNbp75RETtsPaaBBUVSO42IRe399qV3G4zxKU+rDOxlee1lyxgsxOjS2+LSFiDwsJos7S
DOi7Bgw4jkkPv2HrZuSSRVZG34BbUkrDZugssn+4XoX6xPJZUdkqi51laBwsfPSgnEt3Gvw0Ls2q
q+FJL10PJjf3SVBswozrhUyLYC8oIwq2qTBDn0ECq1Xb0Nlk06YHZ21hVQ1ESj20iee/TdgK2ngu
HL7cwNPyyydhDdUgAcRjTKo7vQgxjuknKVXDr7CXfbclBSz/8uyWmCjb0vXT2IXzq8zM+iZEqNft
DKR4N7No8AhwPg2fTW8br2rCVREjAF9IgUg9965lFPDkdiPREQY+TBjcYlo7TmpjYnvwtIu5q9IZ
4tVkaV9GGrFmnFuVecrLBIeOqs6gAJEkwS+pkR1iSsvXC09KxDZh3sHptwcXbg1lAXj3Zl2cLQc2
1cdqT+ELDTwaukE4VG/e4BBtbPQwy6lPsIRtHBD81oYMw/bXQLQAgRZdC+IiwPW5RFjflnNQAl4C
vstFoQyeVfOTNMXwCCGLhAMvYLtG8DoT2LguTXO35KTLsrpbaueeC3geq1RTVFPu4E7TFvvqKWxV
/SDgT39NhceBL83MfyxSRz9OE2a1M5zR3RICZFpA+m0uj/aIP5P+cqU+sixA+iF9TTXYpu9ZLmgR
UvUhhawTsa1s6Zy8Pk130m6yCRUogyP8FmFCjE3i6R8+JR18DV0UN3UQhK8jjYmvLtHDQaAgnbY0
nMdxgwXD2JyvnAhhz6JkEn/tsNM3LRe1xzVT1Q3tt+RyxI+BfyOr1JtwaCXtIHXXpzWd/Q/XzCt0
tTlJchdO0bHJrG2xPvbBaF6kTWBdGdok3tIwqvXDyAIWEZ3b4SVd5+m1nXRAz8wolnfAEgs68d5n
SJI7bnHJLb9CZUXjOY1cu9JIF8J1eLcYeLNofXv+Culm8KcV0/w0q9JGMMPEC7/qaoY/nVGx8Fh3
GD5ntsg1hhzbvjlGXmGJ0QnOPJoXmcUGqP0Hm+wmfr2gm65qI1vRoVcUE5GpfK+iuCbuhF5UK4/V
PDTU1qqvPwJT+s8mI3FUAmqpH3NzaJ7ESJsjtpy5Rm2+zP5C8VUItZmToUYA74wmU5IyT67HpR8Q
oXY5eedZ1YRvBCw2Pk0jMP8be7XkvY1l+mdK/dRFtEHO3QujaD5Xu4dBtYT9i6vnhpXpZJ+0L9ni
gI+EbaxCp78szLX5VTPWRePb1smMft3C7GKpQm6xsOZETJBctjFb4d9DD+d6DAENy6A9Im2LUzOo
rB18bNVGvUdAQtQE2u62nYQkRaeMGoHkDcf5WLBGrhvSD+qPlS4Ia1X7q9iUXYEdxQuyBg9Rn9ks
paQcfhFWS0gmJsH2ysc9jh6R7r4Rr+WKa20VVt7uZEIo4w4RPVrrwgkbKpySs9zwCsGag9lyq6VF
VVSOFrkGY1+Hdz439CcMh9LB+4Ije54YN5IWLaqJaZdPWA0yRfNmsRv31RHnoozjbPJQm1gaMyfj
V8xUEcGw83M7G8G4Cbi1yfPoDN+MRJR9xtTT4tta1pSsWy0gv8fzpHMTX8TU8Dsn+Rn8yUMciaGZ
zpzFchCkzNWJIpvCWwi2S1SX5VtGkcl0GDE6Y2h1uI5csft74jcKkz9YSn8WL5z1nXCq6IAD9yK/
7vsonKGXa9Wy2nZ+sJ3LfVG4x1XeAMY6Dc6TZ5ExtIw7xv3b1iG4NQw3hjtsJ+uCPt21JZpYOtc2
3UDG07GbTjtXHRUtz96Zj3VwRZLIb8ap/2lEHDJYB25ANwE0z18ntwpYZNsbDKIz4congwnYddWk
67/+FLAcjGqtMwkIndY3nYoMRvKGp7Ha4qFMXs6gqmvHN4zdPw/Vv+scfBpmHjNo2rEuhr3vspti
AJxrrW6xdcdqfTR1r67oTvjHgAJzG5Su/pcynz8+j5t2gEoRHK/7TQjpj/RtqLOKbWcTCtRA3YnQ
fLq/eaX+42+F3pL/EkkMcuu/fkMT814UQE5Bpja26FIY3cFxKVsJdLEPHXrY34gGzm/on99g5vgw
MDzgmxYvhvOdowxdpnL90iZT9ryvzY5zbWqoO+D0cQx6xk2DVeY3v+L3gT4feWYIEh3GNgRi/Nuv
WOSiyuA6uHHb5smhNTD7+OPgxrbZNL/57f7+UbyH6G5BbhDK4njf1DbGABzSmyc3xhvVbBzZMfZP
zwYSVf3ui/u+tKAIQp9EqgK0HT70949i8/KWkV83NpKMZlzWB17cS2jl/3JxnT/HQX3P68gCgAf9
1xekWmzIBUnuxKW27YPrU1a0sy9+o4v5+2sBhhXqKyIw5Erkuf31U7plYC6Ozihm8GDfs637FG9g
LnZllpVvhGQwLbGn2fzNq/H3h2iDykO5FEAlhu5//ud/luOQi53ohR5V47Xdjh4NUYlul+3+eef4
T5/ioSb3kWmgJPW+PcK84Kjx19KJs6BXJzeHg8H28W/3iz8EbectkHA8xqv2N2mRS3KoqMLCiRWa
He7z+DWrop9/Iy36vl/wKagPIT7i9sCZIey/PrF85Oo0jZ0de/06MzBJrB3OgCaiW+3GkCblb+Tg
/+HZhTw1fBvwZIBNnlfcn74hV0tSCNzSjq3Kmna9Eap7v53nz3/+hv7++mE+OasBYQueT9hv78Ha
Iganw2nTy/XETe76xKW4cnhMGt+4BXsyRxkBbd5v3r6/7xZn5SpbhY+Emg3+27MMpzVMFR5g9kJr
jcKU7mxytp41iuyxP37B/xe+JfXZj1P/+V9X793wX7up+Xgf87b5/wDoZBH9+A8WptuW3yt9r/7s
YPrjP/k/Fqb/pqA6n7aIeTgsgDv9XwuTbf03rx6aUcTgbD0mr8//OJgAQaHE9RB8WexbSEtZdf/j
YLLN/zZtthYuKme4LLaSf2NgOm+Afzo3PSqoADchnihe0rO876/rQLdNtRIv5BMiX/rXNLbyO2YN
9ANVmp/qJqdVTtmewCgp8yvmBdnDn57V7f/+pD9bj8T5A/7yAzgW5Foz9Fx8+0JY315WFN95w2ic
C4wFysEYRqZbE1nendPMR+5MWABaAI9IM4f82iVEt+Pq12MF4IaFz9gw1ovZ9brnevFek7xDuSFn
Wz8KsqvWPZoRV+36xt82szf8Zsv67sU4w9Itx+a2RqYoqr7vxDvpLahkRLvg1l7m+gBn3MLImHcO
zcVF+PS3BS3ycDagj4/JKvIj6V5WeUFXeEg2//wcz1XbXx4jWycsZ84ayFw+PYe/fo9GSf9CEjyE
7QTJYIQ2wvIOXlt5wYahGF3HsklRA1hpHuq4zMzud2Tl78ag89MQSKGIsPhDsPtday0XRippZutN
W86EDIeKhKvIWabS3M1WVvwsgtHdsR0XQcwYcm13zUDC5KEPa5SKM9kQ2amFrbjshOEm8OCByFRE
WKcy3Dv5kA8XgumajP/5sX3XTYNS42RjWZKDwg4dfH/91FqUnoW8coPfOmGIodYm3dRzOCPHqZTB
fa4Ni+xkJo4ybmtnCSHAKORqCO+m1kvuS4EodkuqpeFhxTlDbuhE5uPzv/8xecCIVPHEWOTDfTtI
gjD3cjNZ6VMwfUNCPgTTg9kD0KIVZhJcIeRobeiaIcspVkNk1906Z8V+TjtmFMJcSYEcCCrneKVZ
yqVzsLX4zb3C/ttK5iAFTQUizsR9+TeGIa+5QDQl8Om0btrfVNLu+g3c5hbw5KK9NXa7pd0xFnZQ
Dy41wwEvqNTOMbiPHpDnqSlKdRGcsJlPPweESTtax4B5pFv9RAdKOAkpCP09SjGIGZ7toglqpGE4
cW/oxNwufZg628lj8HzTazdx970QXvLEXFA/wYmkUjYnfzjPHGukQb/5gs611l/WH1RffJNn7T0/
LnKnv64/f6Vxtkx+tVH0Rog2DQQdito0EwbSZp0W6CNkhY8Eud9WL8L8wfzEvuwZfiexaj3Gn1IU
wv/Nj0Uh/e3n8tlZbWThNoYLSrjvHGDUmHqCBV5GDlNP/2i1Wh7RVs5I26BGNz8LgfucZgttiIuq
Ho+ImtpiW2gbqdUY3IYNjq/IUrM++h3DEaXOXe++f57g/T4uNu1TZITHKsl1HuH9prU81h2iz76f
L+HqgZiivx74ornJLQd5Zi7G5tQH9bi3zb5AzxaYj61qPhowYBvbr54qWkXXS9/nDBiWpdga9DXh
rRKdkki9XRCBt5YzPnS+rXdMnr8UwsRoQgQ00wEvY1HDfNVGPyTbunPMg+izCvhKX1/0Qc9PQtjl
rpHjWqKbTrOPsjcwhSvJz8urSvNjMGemH0Yu3atwqYbdsi4w/PxpIj10vqdJ6O5T23QOazd3D5aX
PgxrZ0Upb8SBtLn1ypkrKSPya0qYabLbdwiy3g1ZWajo7OwqIQInFn3iwUIIT4PdOzEMZwZsrZke
3EY0J4aY+IJR6DFsGiFJbyo3VTSLUuH+kETVw4oxHtBFE9NWjM0RYUe6t0YUyHXu97FcKpLYRq3v
u1Y8hYksb0TnSzQVvcXEi4DJvu73Rt5cLqnhv/T1bLwBikZHU5sFKA2zGFcT3Qw991PoldMnUkv5
UZOP684QfWzIMQPd7Fu6XvOWmJ76ocvGt1yE886cmk97FnKgXTinQTyXg83EzfRWxAd98dPsrQ5b
2wq1d9MRKP01jIP/IelQ3IbO5P3oUfJ+Ilptxo3pMYv2xsy4dgov33fDFXWHQAZ4PGN3DlnbnpEo
zYVJ+N+xo/+kNj7fwxZRlg2/gIIcQV7mw05N8zs9jvqYrn1ytNu6bve6aPtrpYogoiPT03gOYZAo
3R7PdOnYWLpmL5SXPZNbv09Jwbwo0kRvSRF2TmjGjSDSdeXsoR41xxGZxmFdOsaDhqvap06qXwru
GKost+nf8Tf0P4W2oZEg8yXhMRfNg8vEEl1m5Z65PcwPNmvbZu8Ik5f9lKEezEdGEMHQjT8QGAtA
SjVtQ4GStIoCYZhY8rxC35JmR1cYuH1Aw/E8/vFKZypYSWUz7MrZ8/sj7cl8PxXkf6Fvf0lh9D3Q
pyTSGerHTzbW8qAdId8y3Va3Umm9CcwEjc5SwBfxcqTqZ+0jShzjURapiObF98otuQJAv8gaRq0p
SvEElELTI0jZy72ZJRuWVnI806Uvl1KuV2kPi3ByTWDTWX5VuVDiSPEODw1N+Au0L80mn01nL/X0
szPX6ckSvLHIqcV80rnX71SAw69Gc3qqEn1ba/U6To7azWbQH0McDNxHqZK3dIL1a0uc3V2ooGOE
urTuAu1k9+mgjKNQKOsXb2H2WfvhAalt/zhLBsFx7ZfOgaLmlr/LnwuzKQ6QmFz4Esrwj2lup4+V
788/gZyjKVyqRGwabnRRjZbvGt3zerBK9IPIYHvGjASFfVgtJPzIL4rmdSwXdVgMgbUgVwv0HRim
0ciUhfTDpq+eCIa4s5FJ3cyGt/wMQR9tALf9hBf4iXQOOWVnG9mF3ZvVQ93LEphHob7mXJrUvnbR
XhpOigYJUeRhCFbvIFZi3CO71IGOkxnvAPqM+qke1o8+z6cXxxjb+7O+kymFHZxyo5832Xp+CDPP
8Vdd6PXo1wg/S5S8IfdV4g/nApBcSuTx+fRwln1qZQhMcAYdLOZnqCdVruV2kGPzLMrAJhQzWyMc
LPMlGTfewTKz8sQw/Z2QY3XXoOQ4uUM374eu9Heea5TX/eyZ2073y2Zq+uE5abrkstK9OC5BsTzP
iRpvJcFRN8PIp2n+7XSr7ByKFuNE/ATL1k9Qo6eDBUWEAeGPvGzG67IHqrj30Eu7u6QakHgtZS5v
oBFV6Go1AoLaTdNPM+9GQpxN9n3YHtfewEVCIyfYGtRQ/G+4Qx33SfdFXUEtb+jEe/3tVJA1mdEI
IT+UoWEql+euGZvYbeFet8PsvdCnCXeIxpo0KiXZmFOSaGTAZmHDollci4uVukt7UV65KsvuLcSZ
x6JNyjay6soDjhaq/OjPrgkTdnUu4S56l63k1MswZ+YRHy32VV5PWzz+SHyZP/zqffWZh604Jkz7
TlT8C8p9xV/wNKOuJTi7j8MmLw7gy5jOMCffligxYOkF4rGbLWONmsn5oDEbXgYZE13uWpO6ITJ0
t2C6QDYwPQ11Y+1dZXqPXevi95+76biWrXjzIegOgd/xWMbV+nSJtY78RTS3iZP2e4rQ+XWeuvW6
S6zpGuYiDqOU+b/X6Q4dEm6GTQMi7sLO1+Vm7Bd5UKM8t80sEbED2BcY6tMnNXc/1BqGkLjSs07b
X1p4TI7JuIaRG8HH5QX5wzpaeU8QOABxcxpbHSDpM3lIqhYynhCfnedoUlc10MHz3hIoJDCBnINH
lzDAs7ql8vZ6FoDVAqd9YGVXF6vsR6KCe/LHCTXPQVnZUPUMdMJL6xrPDDhNKJml/zqTeXAgmgAr
hJ0kIdjRGRuIAlq8lZYKHs2k7Z9latovhp7Z5X270J8WF9Nbr1kD1AL1lG4d5sIoB4P1XSjnoQ7y
YQOKbD/7Y/iAwrJnQF+lD0oI50uvbfmJXCO7yxFf7rzR8A7w8isUXkPWR2UXKEGidD4fPVrgEHuz
j9EjTBfdX89PiD4hz0MML4Q0XzGzz7HWpAaDx4azqswx1hS0s6KyYInYiykfWrTI3CwcqosZj+Oe
MGRrYytE+kA98/ROiB4/Ue2W+ce5LXohxNBwcydy+Fdn5ohDbLigW8Scy7NWnXGXdRT4MV4EbUVd
uLgvq0aWVC91+aAIAP8h2xxQ3FAHH0x4gCHhemQHcBhBYpYwl1u37Qau2nVnnxa7Cm7QKfC7j1iv
UJEpSr4wZNXvJsbDlzWalfvJKJmXh+byMbUuI7i5Xnqxc3Ppv4pU535kWi1/pfwLnhwr8U1iwsMC
LGPOR9ouAqodhhwUl0hsi+DZbZtmZ1UT0Qn0BlxWu3ZoQ7Np97WjGUeC/aVgXfgH/dzK8A6zxYLA
akW8kB1kStpXlEjReYcEyfMtb0eZXob5kuod9gkP5p+5KHcnco8Nh1iB9jANY/iEY67+EPbYHQAI
T1+pBGNMbVGPV6hz0lukpahN1IQYvsfAMLHvAOA/J5q2RTQ1zVUGKwkzgRV+NCaqJjh9zBuN1Jev
nLzZJf4482ASS4jnA60v6S6mk6AQH0bODQG3fJ8YZ9PIaHfZZRFaCPKQozsbrH/aiTl52lcy4wGG
WeiInxBQDNPODNa12zSiagHcrJbPu294UuzSUFUfo7aDp0oOxjURC/zBUys9RhtFa7wnHFsV9tKE
MUcR+OljOTvJu7kG/hwtwMfRx1dzu6kCGTzpvNTNfhoq/7UhJ3zYzIY9jnsrZOYd55Tl/YYARP+d
rMA+rqtHKkLvzcsNFBu1P5oZU+0Bd/+ETociGcIXXEogYjtP9+39TLFNTQKUA5GNkYH90xLSCzwp
kV1WrTKuVetm8Ak4rnGZ6FzrU5k0wZOFis3dryXzqgtjmjpE01MZFm8NUo9LlnJjnEzTmMY95cG0
7ovFbYHt8THTZsz6vrrQ2QrmXOr/xdyZLLmNpVn6Vdpq3SjDPCxqQwKk00e55JJc2sA0Yp7uvRif
vj54dFeJdC/SlL3pyLRYpDICAy/u8P/nfAdJ57YXsf4JCamP73ai7cA0qjFezZpoEfbupFLgOHE0
Qdu+dek/s2/Jbiy98j7BvFB5qE38ohFaBQcEHsRpGvRjlQpMXCpgV45L8NHG8XM/j2MZuUHOr1WW
RCSjFXZQHuGNvdP6yf+SiklDYYYZJ6rd2n3fLNN14qbuOzSl5nVr5to3c/XCY1dceGF5CUttO7Yu
DLZ0TPdDUuCiimFsL5WLpNsQdvC5xSi48Ru3q6JmmgWpkYn1bWLyvm/wOf4OqEWCXJ3w45kg1Jjy
UmFL1OwVZ85emCPCcVdhJZ1TPCKbhcwoZ8etW+5usgfSXDWp1VqIB6GS0flj/0vz489jP/nptGeJ
p3XIwaGSe9Jf6qDxySE24Kd2baBtYadHQZYIxdQZtBAH8olcc6yyBKQj5vk25Ah2torgipkl2gzU
1itVoh6aeNHsyPAdxOkWzWAwIA7sts2Sqf5Lb4IX32rFCGByTlqP0TEQsIGPo7E3rmYqc4sVp7we
SwwLeH7tYOak1tPv1NMlUDgHVRev+4XCwdpcyvxCu+FVDc2j7UpnCN2Bb2Kkdk86RIhDsE9yhl41
PMkP9OFVvR1i2fyaIRc+civQcS2guwniB+6AMYB+fDHUViE9vyvdOX9A8www18rs6UKo3qsiLTdH
JqNBNX3tDBN4cVyY0Tt/VC0UOhaTLv+YxAYHP6EvAQrJqquG2zHx831pT3oWKaSxzd4ru0GiyO04
m50fLSc9LkpiMBOIFCLH2KDqvbYV/uw5Ja1p0lId8B/Mcxt2g7ipgp7sDddSO4TkzoXBedIGerkc
0chUDfERGEgZji9n14EcM/RmJBjb3xS+mU/KlQs5qW7w7fyDvXklaGvkQgQgtby1OPZHM61KGoTh
IHOpmwQpIOtAv+4qONgqGOzDy6X+quH0/5Iq8v9hYAiFwz9ed/hNfftfv2qVqXlNPPmPf7tvRP8r
4Rf55388/PyPf3v5J/5pL9FCMhxUKr7FRLRyGSg8/pMYYv87GmpK8jRVHP6EBvh/dZc8/iGPqiDk
DrZx3ss/9H+6S47376Dz17xLmhouvIG/6i4dVx+BDKEnWgPjTBBqqApOOySxa8hmVA369KnQf7iY
UN65DaYUigftlGwUhaXbbgrGCx/aWmz971l5veyasL6mHSHL53Nbx+sf43GxcBebYnFDyvL1R6RN
7h6YiPxnKP6P0Chv/V5PL0OUFvIdSnRsf04mfzyUGo5d+tNzXPWfDWlrH5xZEw9NVvbYpjPHfMLO
iHuwY7OlsDMqgGyqxVrIZIn/okl1le2rjg5uaEk3IBB2bBqJMclMfugvb8ilxKnCcpqY5GUmSqI4
6ow+Ra1Xxl02lzjiEoruS4StQodROg7pUyG6OeeYr0iwN8yBQNEGrisn8wmZ/tYLSiyx5AQa8f2U
y/6nnmWg882x6WXoZI3xDddI/hSAX7G3jcyL5GaU9fghFenQRR3u8E/Kz9jsK6OpG9SvjQw2lTVi
Bc9dpxquMRYWHyhssLNHBMEpWVWsCO8wH5TVfkGD7F0taCdcsh0K41pIajAUPiZZRmzULXSWWZkc
0HFnTWRQG7jXcPnJCPcEdeAqUYm9/d8cGZ0qiIUb6mVnv6M16QJR7MbmhqIKmzUioXlTmU5QbLim
Fk4XyurHE/nL+OKcjWZudYOuCK/j8TXoc2MZmUbgi4XbsY81yAuO6FDBwarN9My7MNLsdao+GWl8
QP5awme42affUepTIfCKHsflQr0hBJBWereemIY0cqw2f5CJaQJzXmztPSZfDSj0UGTpXvUxAu/e
sqnMddmUcLAu5vzZcfr0u7UkeG10t8eyRoobJo0ZOfKOEnGJHMJvsc+2g/l+kL5Yf6qEDWMhMVAv
7NQPVKQFFFojLpMtSR4NzpESrvMuztsUYkQWGNT8F7T3VtC1NVuaBq7xQPGHKkcQ9NBilbguWJDr
rUOUG7UTqgJfl7rJ6wubkzd+qoBFaY0/WxP8Xr7hP6aCYDYaIAOeEVI8XKK0tJM9RittZ+qVukIb
blzIDDTf+qlgDiC8eNEMngL68BP1TqknRpjElve9YmUMiQZqthoC6XspMrdm654XwOWz5KmxMWPi
A6+6yOc8/imxijr0OKN/XBysd9RucBVQ6ibWaF8aZfdsESENNaBq9N3o808FtnNJa/YC8jsebGRP
oYhBueegyzolWQGm8al7x8hH6sbPQ5nI7KaqyxJYBSRdXCgKEx81KAxHDrAX8NnLUvsRUF2+UwyK
1QT5ZarakAgjtpzdohCgkDfGJj5pUxxVdSfpBDk0/G7cxPbHDXarXm0CS5gPFQVhvAKcHGuCLrTS
/atN0frpsvkyUcbQmbeQu64/3x/jAYV/bdiidMKWR79TsV5HhdPXV0tR6xdmiZOt53otGltoNACC
UfSAeXZ8rYLbEHCyoWlonPPCtADcCK0bv8EWyiEchF6bxp8Oauev3ZJlNyj/xoC+c43l4I8dw7t/
frw/VRav12EEcKzBCFFYEgH/Hd9JMyx+h/MiibzO6CLq685mDTxgzvTNijKVnW1VW16iKr4sgMcj
iRxIn/h6FKygN09pfqpOEPx7KgXoOQtqtPTPm12uWpzOMaFKdJvGoggdnAbbxivwDQ1FSkVFFY59
W2IvIfDCpHADxgH/MamQJdp4gT3Cw36cOA8WhhHE5QYK3k2v1UV8C2oRs7s0YzsLYQ0ln4euZpZL
dTOnxJiUFp25ouJqvTE89H4xELIhWbWuRWNln52UaQi5CUSfyNNnEgRML6OWQi6Apm8malCfPMOv
m4OtaXRFy8XTs8ecgMgrzBX2FI1l0h6SxMgSrMBrck/rKAcbzrzsZVDb/cZFLkpWZIu55cKwfjXN
GXSA2MfwA+scL+yTH1ilSxIHtDojk/76r0x1OUEgRnYz5Wm809F//EvXcxAPsUN0ES4fD6iJZYHm
elVGGXiHnSf8eSFSgxPw4FDnS+eSfJvzQ3jdsx2NJUSBOCNWdTpJd+6r8NIJIb6RNMTSYJTgc8Wz
PkssQZpdjE/nL/VCS3t1LYQh/sofWyUNx09XGaUEOpGVuGmn8XZSGbI9MD2IaPpefW4DjNNhpjnT
bY5d/sOSuihdYC1gzM+G3vx94W7WaeL0bkiHZNUP1jzfUym1St24xVRaRnyrhjqUgTnfjy25OMIZ
its20ZptkxfLz8mnBpI5Qn7klO5jrnez0JqN5BZeSLfHi30JJHqCjWaC4zcxAQ4y5EBmIoE6fk+a
QVZRVzgQ2yeq0HtZNPTd6CBSXZ4V0UpxMbf5phtZH7Zjl8XLtjXK6uuigdjZaG2AKSSeY0NEpqN5
VLqGAbdrmpEGQgASpRCoRCXkhtnTxP78S31jNPHzrlIl1BHr+en4zknXJUduzIKw0Gb3qvWy7oZv
WH+va13z18uAgbCVl8ORH3M8Mtfja7lKgjqcEi0sTSk/arqor3I7qb7NIOrvfVslX/GDuoe26pfd
IE3/e1Y39gUy8Rvzw3o+ZBDxc7GHPDmqLJ49DRi1Ylq7iQ1dVbebpx6M1d5xJZ74JfGx155/xS9Z
kCfjloc22SIzTQR8t8fPnetWV2htFYdlhmt7ryQSg7DUMY9iDsqqj7VVqYeEDl4frp3hLYSgrtv2
pJYSR1dXEx2gYPDcMCGokLi0cu52c08GG5XWzPuYLz2WzK7V849DXbnt7sLdvzrcsWxwEGbb7aDc
pH5yfPcQQOZ1xvGAgsW4obIF8cDWjeEkwQlyIVYtAuYeukiPkELUtTHpaeAcDA5olftD0k4hdEQf
LUF/YzSHC7f3UlI5eblszl7wiBzk7RdHzx/7GBtnbibawQtZHxfoz0LMWljg1HsYsemYG5fR+M6B
TdSCoRq1m1UFRDmdwE6xn3I/NyE/aSgN5jSQt1M+UBV0hq4SoSP9vAw1A/vwNlMCY82M+G47FrX4
pU2GYoHUrGZCwrAAdjE4OQyRjviw3EhQPP1HKxHTFPZ9mj65OnAospkDOXwZkwxLd7a4HBIyJy/u
6XtgaJTK/GGDgPodtHqqbzr28VS/WxMWUt9Wlrkr9QDslyRzkQU3cfyH2QhoJ5nD9Ku2uLE7B6s1
2nRPU4yXIccOWSUQC2jEWDXzjZVh94eP/WXJveG9zLvU3dYL8Ssydzm+LnFSfclazf1ZWJP8hbUd
JZmup3JFlPfltxSWUwMsomZp8xILETUIr5LBrPzZ3WAvt7S9F6fTc5IV9nvX7kHmnh+Ib3y5cEGw
0DB7IAc+RccnCWgUqiVayDQmSdEm7drRkIwXqawPszua/8J0xerKLjnAAMLMeDLwAQnkdTZXWjiA
1Pkg4GGEPbi5XToH5m4RNrSqZPasHUdQ+cNRXr9Ljc65sNqv89HJ8HaZMNlbrDMHu5rjr4/djJ1r
rtBCygj2DoGLwNQ8OAcTxHoIy+bnNGd0zyW9CTLD0gvv4NV2mfLDutCywLG4WafmAL9eqqAA8wH+
pAIfZ8DnwHm//IAMuLcJKj9YWjZemKH5Mt54Zp8dDiI+CyXq6Xy5whgCZg0c+Emghq1pD17RoIzo
0ikUS8mRiaNV75MfWI7DlZFjAafzY4ungVYIXXBwqe5+rolLL2AskIMLjc8NK9ef7EhfMvtJS/sC
7dEy6d+bAlLLptZmKa+cJWZSW2zBHGClOe0wURUBBlCYamCI8BBvYyfI3hfogNKtCTtM23aVD84u
KHU6PU61dDgAzWJZzb6GfDIcCk6bGuzMw5ho8mPT+RAQClU9KkgU7yReVjKc/DwwNwoKorFvRRM/
0kpr072HHu+nw+yJ6M8ZC1KytPR7X4JXioxiwtPQGzk76RVm2GxRkYFRo/VZ3hmjzrqGEqDrt+zr
fDO0F400VC9YluB6GHG+C8/RNDyWtv41Hv0cC7lZKIo2pEJ9B/FB1jbNJ//9PNdASCeZL7xCrObv
F0BjHemDTfe+KTIFlqaT2VfUBA2RYHk71sAS3OzOm0a81i44JtBhxEs+NLLvsIDr+iKALNE92oxl
3VMsm/uJzh3SdVK6lEvLthtiW9tCwChv/UYgHytw0j7jEk1/gvCpiq2L++y+gOn47KDUQnGlN+qX
PkDjA5k1tVc0B53fRoF9dovxvHo3p8r92PZN8E5gGv0gNW/8NAPcBAgB+oLubgpCiAl7hNo3mtqI
yKrVks+zAXFnkw9aAGXOUaifS0pdlCuzRnxONeGCtFKG61DYX7Q1h7T2n/IaVe5myVvtznZ6wldX
UKsZEjCu79uKyD5ibkkgvsqbKn8oPAeqhp3WxoGU+KaBcrvWKpNxTPpvfztvGibWHnYg6xkcb8Px
DIJcox+NoPZCAofSiJXR3cx9M987qU1pKxjH6Pz1Xn+95CIwZaydJoqC1sn1KlJJM6lVLMhVSyaV
YS3vHJbbR2n837Cg/7Hw/MaSsB66XMoz7OQoCx4/WjWUhdOAPghFIfxPmV8W9/6oGdtEDB2SG2oI
f/totBcoPxKps0r8T/caxmD1XoPUMmzawN36laiv6yQh9Lp2L5lhX9dMXloZ7BlN2hYBfzt+NiJ4
taIB4BaqmAyQDUAq5440KO0w5rMReZmyPxI4hQy1ptF+w65WPo7Fimk6/8hvrACkDfFysV26nDlP
FkGrsUG15EMQ+ibBa1dSGCh5zEKTFG1SNcSRofraiqpuToZ/4dI2W08qiJgTuIXjNwDfBERHAJ80
nYvqeqzcfiep/UE3GuprAta6q1TDon3+eY/tIy8nOR83C4ZdTHEg3U/OKOilR6eBUhGKybTGfUoP
gYVvySfypDuHxSBohftQDX2wNQKVXVj73hjQjGeelRvgJl5Wxj82s2YDC6wpGi1MPM/+ASJ55KCo
+q3f5O4IN0C2X84/LucP3uLJBoPOlL42rRnc/um2ytRhJBcLYCcSGBEKGWLRvyUFVgEUBYuYr4Zg
JoPMhRFVh8HkY0c0UgJmHgdhpXCv7YbCXYH/BwJy33xbOHLJberqWgBJaZ3Aay1jDSxmcHPbcjSt
bJskS/rOi1FC1/3AOQGoY3tXEraqhZmvkmdE1JRpRmRzkO6IIhK7JujcZ90zgQCZ/sRKRyahtJhb
AhdNYl7CBkIG9rlZNf4hM2BgETGr8nkztnTDN0C5k5sBPauKXNunzBpksbpGlQLHSPZJycw85joS
VVSEG5RY1Okyyj0/ajnHeTRk5vh1rF2f/llcQhvm8ZE1zCnrHa3g5pvnDZPcuWZvwDNbcXcopnqW
tykpQLp1rS+b0E38NVB+7vBfp+V6B36MOcJaCrwemqk9lUHRwryqp7yD+qTAkEhU0N9YQUBLtOlc
ASSeFuxgaPshlbe6cHF9FKn61YyD816QfvObjWzWbMYuSRKiPnXELmMat7/9OYuJxZXQ98OyscYP
rsoKLZom6K8kNJM5tanSop82lUohLuVtlWnbXI4CsNao649VHLTQPmPiikdqhJQqKBVyHBRFWu6X
wZO/gsxAJq03JEXXtEwoXxJipFYSpn8N+ZsYS8u0UDUN4Bvo2eGH6T5jDxh/MPPguveKEmpxlU7t
wWrZs3CwmgU9QHYaAsRsQ8auMfaMJZxw415vmqp8sOYUJhY9RLhbsWr5t1RZLOxb+j+LcTCSnDxE
BXvF3FVmsyD2DZqii3SVUG2l/YiBF4Qdz+wk3fAVIXtV7yVhxwSNEcL0PBEsDpIn0wLWfLbg3YaV
lWROYu/sx4FwyenKHbXpOwqXeAp90Ew/9HRyfkAKqzIce1rwm82Z4137hdU0+8zvveyqhPTcXWeU
ebSN2/jNb2tZJkkhospvHRQRUILFutMXdQzTvF7s+ctgyummReGf3aWZRQJZk9r5Z+XX9g/Iry9J
uRozUeZOtPnA7Ir+ysSxoXazD+cr9LSeECSrJQs1muYBxJkjZiu0IS3xXHJEaU27s1m2nWtowFTR
98tQlClx3EFR10/cSdmEZpaWYAq1ZbIOhg6d90bkVM53LRWbvz9wGCbuavgP9Ot1+zR/bc4DUZa+
5oaZgECJYgfc6LalzwrcR5/zg0yadF808tJy+9YsaKENoKZKHQ/k2vFak5RQvn2cIGHJDopuXeo5
G2+wJ6KDUaJqDs0Cr3OnRx1JNbJgOE0Xznmvd004BunOUUgkHAEj6PENIL7LlSYLvunMqSE2NsYd
aZL2Bh3J1/NT/usVnUOdZyHTYxNDM3D98z/WGNUqiTIReklQpevBY6i7yMjG5KfmLGLvtI61G+bk
Ek3h9fOxC8UNDKeE3xe+yvFVGxJlkSl7HuLIeDmwNMyUDiZysH08Eecf8PUSzqWoBTnQDlBvnLbt
wFgTtDBQsDIXvbkDzDeFkEUF17OKB6/ijbLxdvtnmZcXVtM3HtJij2QTsUOH1X0VPpIBu8yhmIWB
Oxr3q5aSXo3tf1p4oRdO5idas3Wjgv2RSkhg0rxbVSXHL9Sph0TvbUUukyL79ks7Z3rYD4oEjCAt
1S9P5Ha2J3baXbaCc3LItmJ177i6Srf+0mpia7XJ0KAVtG15KFJsOud/hjdeBjXP1aaJbFxnbB/f
oIebZ3CAE4bEE493plEsV3WpqdAGonThF39jSNtgLfBb4jtkOTkZ0kSlK0zOZL15IkOfq2F/K5q+
2eAe0e5rZQ4RfwCG5/wDvp4zDJs6Nt0YmyMIPfXjB5wtqLqzZgehRb8r2Ve+ST27XBNuMlOzp23i
a82Bdi/6PtNU+iPEiKy98ORvvWSOP/SYGA0YHNc//+NjpllQGVOrxyGmteo3vDD/C2ZBdA/4XYzH
88/7xlumEW5BpghWp/fp1lhQ9rPdYs1YaOZO7tIpAP2WMlnnOwO3H0+d6p8cOMgXNsVvXJfyMnMV
vBfmDt8+fsY2cexumk0/FKhxIwVU/HfD0aemCpTwGycjwmGVEVp0/nHfeLXIWla3KO1xhGYn59jJ
BUbZ0T9l0XQMf+/NDFv2WnUTEWiiLqgl3pizeEKKbWxZca87Jxer4cjJlg8lyimsRz6QXLQnNjbM
IZnLn/Os7APQRw+ZayC0LPr7JyVPDeYB5461gnL8ggnkSQ0EGKTMzX7yoR5kf6C6r99ppQwuXOqN
35JjOusckY2cNk7bs9A3wWZaqHVISmmMW8tutQizBufIikJyHVV64UWkmlyiArz+MU0ej4wu6rl0
H07ZUh0xQL5j0aY1pOX99vSu+az7fn4w4sG5Ov821+F4fKA6vtTJ27TGDhc9EOMoSzjbb8tqNWw7
iK8ufBbrv+f0OjZgIt4nVXG2Dce/GmXK3tTzuYjymvR23/flQ03H61ar8fR6iMx255/rhGuwrjjg
kBD36bqPF9U8VYxgFs9zUxCtFQzdgJAlr2BKrng9u428xW7vY1xlH8Dk44H1m149FlQNP9NcExDC
zQEOIfyHfLdSiFIEYznugmqMm7Cdy/zgGDHt2/N3/EJrO31FmNAhz8A0AMZwMnNw5Mk57GtplA4i
q9GXJuXHdMSo+9BRZ6M5G/dDto0NO0Bnzs7yd+9Vygs1UQHgHIKyLvaJmXrPOgIeFaomHyn7do33
VZSYHPZWIeMPQ2WlX3VTdo8kM8T5RhR1Ne4QCQ0fqwWNcIhrEz6HaTuVSf0wIFC+NRWFhPPP+sYA
p4gN9IvBB8DOWf/8j4XAIGiKsxCgPHvCHQd727+f/OJbHNvm0/krvbHzQMjDokNPkAWeyKXjS+X9
DJUN8n9EoNa4G8mm2BXW4L9Tfm7dU8te3hHwNL7vOTLd2w0yFvJ+Y8n5rp0JPCGpNc1rkjZU7NHM
OX9vr6cXSp1rVipbTCSC9slbWAiDCtos4wfHUrYXKTHRwcqAJnZ+ecB9uRwyZ0kvDLMX0eHJMLMD
Y5VIYKUwEEMevxAf2woB8mQ7GSQyOTQDCvMu00tCkIhvmnSII0Znby27MKxdWQBEecJ3KX+aet8F
d/EgpxIP/kgJhSiF1d1cdd4z8Ius2hNsj7f1/Dt6vW3hcGUabFgsX0ewYp7crWckSd9Q45Ae1Q1b
zRWW3W4qk5CEB8jyjrVGD9S9RZB3HeT3nA2DX+dv4Y0pklugrogWm/++jLA/BitLvI9/J0GzuaQV
VBpt+EVI5vL5/FXemCA9Np64zdbzpHXK6+pmiaZgidOoSZYSKuVoaNFSzADqvV5BwU047Z+/4utP
Y5W4ATyjlIY2hxT043dbza3ZdCJzIr2fm4STc1s+OYvX3aGQjnca+RLvUtRBewdE8SGg4AaoOHF0
WsaFJz6MaaLfqiUr9hnw3wv39upnN/lYcT6x+q0b1lOuWJf3OFMEHnF/kZSOevb+z0s9CzKvpNUZ
+2bCDLVlo5H8nrQ1Gwp8P/qV8y/o1ffJTSAVhrXLtirgsHv8fuZEaZAHBh97U40roqqWA3JqxDpK
izfVMBfX0Iry6PxFX3Jhj75PjoN0EfkyLU7WdFOPr6rwNWpNlsdRL21JHc22F7hOGoZTqGp4IqOg
dnNrl5Sx9d4s4vQXakv5w02r8fso45Zqm+V3v+dpAeyJeDCIN5nvU/BaMMJ/A8Hf6mjbFugbkyrH
396IRJ75vhT+Lsnj4XEcbPHIJhagNTXJEZJthbJ5Cxve3/uY8sgImazpu+PmjR5JlRiEvWBD2y46
CR6Hwc6hH9gJLlCjcB3YINxn+o6d8uBcl15suRf2L2/8RuBR0ATxFa5b0tPfyNaGDiKmiDIvb8Fi
VuJBuVayA/x4w/kt3XGiDi4NjFczAhsZas/4i9dzLavL8U80y8mZO6ysmIRTedVQNSacY/LQlZwf
C6/bKuuOyXRx5+j8hzXs+EL96LZtayw8nW8Re0HfZatNTrK3c2HD8QCKngdyvgpSgaHA6QkiSSfj
0/mbeOsNswGmvs8XwCR48rBIxCyMkzZxsYYOeDTL5oj5YNxOs7RIhbG7KyTFhDKev+qrIwZfHuhM
9K+8X4x6J1c10Akh2gReQjSCdagXzCiVrmUHN42JDMS+sIeq/E3UUr8+f+HXj7vqyhBs0IWEf3q6
PKZaZ9bAw2WE/Dv4YtJNwv85d0SQBXm1hLEExyWMXLsUNfpq/ueB1wHFhMxfEEqPf2qx5JXnxGBY
KkMU91MQBHuCUPTDoCrjZoRH+P38c75WS64XZP/B63Wp/5yqJQisiVW1ZDIiYE6fQ5FXDol5Odkv
iCZ8IPK4MNwc9sZWGSQJbUsP61M3TnTnM+KhLsVlv7blrPfjUgHTqfNZUL2OX0CjkTLGmiIjbZ6b
OgtFLKwOkgkW+9DKtXyN6RQoaBQukiAizGHVY9eVbW6bqouJrKAydANcayiv/c6yigiPihyJHkT3
xZbaLbUNM6fR7kU50s02tSX9tWCrdK8Re+cPIzvFr5qN1J8ttqlReyqFDrSdam7YTTrb4aLJ7OVW
9kv+RetRYkA68IYh9GPkgYU5zkSU2To3VfaZ+5D2ZfzEsLGeCQEt1AZyZfpJJ+ah3ZRyGQzaA0bj
bKdE7w7k6phy3yZd+ozjwrlfxmom4ZD21VWw6BaBSB16zQhLhhWHTlc2089YUCOMRqS8e2ymWDk3
6Ibp+uVkEmVPIpAZhsisM7Z1NqbNVZxZc3dgd5zsjExO1cHiePCxHg3q/5iAFtAg2LIopVqqM/fF
0ENFwHnvoyCp5t/YsUUX2R3k0gub0XWvebzW4fniCMAETm0Qzc7xb94mdJPGDLKFII/yCtGSt9Xt
fLlyqNZfWFepDby+GBU+CvUcP2mInRorAWjYuZOYVQQ63lfPg2bXX0q/JgRtkKtWThs17ztH1Bhv
0JRNX9gdWeaHWmol0PS21H/kjpwG9I5lo2+bZRC/DVPFWujr2jLf9HGiPhYUVL2DWLWJ15DwJvN2
rOsKMbnIicpDeT48BUo0Rijc2bVD4O2g6A1V1B/yUreI7+tQKG2miWMpCQPg3wPpjqvhzp79d6JF
8h5BTbSqEMivDjZKt7Dp9B7unaGXbb8ailHfB01akj8pSwRQNoF9hHWKVHRXHHiDh4nYqp9lVoNr
LUwof5sSueMj1lbdC4PSTJLtqGzkh07Qax8aZgI98pK0uaXPCeqdM4Dsrr1uqRT5CJSXIEMZkwNu
pmq+kgOGyqxXboOPqEqJF3BG17sKGpkM0I3oRDPnOAnb2pR4SDKBUnsr6LeOa2g9eWMuQQ/WLu4r
Frdl6TyKw/VYX4FwScwtxh/jZ+alXfVsJ8AmwknplIUpJ+sHd3B7RD0T+XobpIqIYQri1n6ynWnN
yJmT5G4olf95VFSq+HcamX0Pc6qxtnDq236j2c4cP85wvwwUSgXwLjQO6gv6e3ugh2Nlv6RZdP4H
Mq/UtE/nXLpIecZYbcpe2Hir6IM5161FThWZE9zRTqQSglyfYBl/YmjDwhGDGh/LxDPKaI6xN5CF
GSw0CafWhsyWjUM4G1Ib7wIjKT5NVpLZe6QKrRO6YIZCbxS1vWUPKPFkwzQUW7OgOrcxSpe6eeBo
+bKZ9VnmewLHhnQbAyBh68hf4PQCWlH7gCQevHVG1RdhldniNz3H3N9hw+zEtikd51tGGNxE5ZtM
HKSR1nKfxN7yXna6/kzElyG3hLaRgTmaQfbsaFjGQ9hi8qkwJsxFRtFzUzKm17TF8zbfI29Jvru4
J6Dw93FFAUYOyc/EG2AT8Ld23DRYqYhuB+PYPMqkFOWj1buLuXHyAS21EuB383Kcn/usd57Or31v
zASrwQV7C7IY9tjm8bRjdYKVwJR9RIVxfD8GcXqY4/onWVHpIzWESxqjN/YyaylvbRKyt2exPb5c
4nT1DNe3j4h9gw9Hl4Oz3KQBh0Jn1UeIarodfs+S2L6iezj/qG9sZyjWBKgiYR3Q0Vrv7Y/D62yq
SWfcVNFS1ymFrnTZrrqAq7ozUR6pyXwuc2u5sHl74/1yTqYKza2znTnNTAeVHLdDRwqq5lfo7prW
iQoUlDufcs+ntCNa768fkuuxD8dqwXISnPyefW9PfZ2wjNSkCexbFwpi5s59ZOVSHTzCGSjuVZe0
N29toCyHHuFaxmLLdirO1wxd6JaiQqQpTXkRe7vx92x3mNS8YiTGMBnr4hrCPRUdFOaq/Oh7ad1d
oftyn2Vhj+JfeOucFHwOU0hwOdQf/9RSr9x6djMRkfGdfuoWieID9W+oMrlEopkufUVvLN5rCQmf
OM1LWmYnw7qQQ63lnt1HZtvk77sOQQTim+AWxU124Qd+Xc2lM7e22Wk2sO3Gun38bICQvNHq8zHi
+GpdoUooDy3/3zBmGx8NTqWikkjPnVKEffs1KYxWaSCglM645URaWJumdudd54L123Se34buLKqd
birCgc+PxTfObM6qfEZVZHr0YV78FX98cb1LLpTT20NEWlX5CR9d8oBHb34iAGYh9WUkrbDDQh6l
xFF+CGiCXhV9rC69sNcFFIeE2xXOTmmR7/BkMGDhD9zaywaUSWVR7G3lJtUTQd76TDJvAz+uK+bu
Q2rI3iUTOzd0XNtFRZT3YnxOWDZXk3TV3o8Itn/kbaZfL7k9eij9S4pTzdgMn1FExx8IWVwuTM5v
zFhI2DkJIGWnAHRaCGsyyNIAL1TUBJN306NkjdSQDTd6W7dRjqb/elmK6sLucD1OnmxEKQ1zGuKc
7dBUOnldWoI80lc0szw/l6EJBvJT0ybWxZLb+k28ug5Ffg704OU53R+PY3QTK6FrlXY1vTXv4MzU
X4Q0k3tfjjY6W28WV1XXql2ZEhexWzfot7ER1//CO6YbjI6JOdMHgHt8G5Be+sKBKhR1AdIGe9SN
G7GkIqRCmd/WwAcNVu4Le/3XiwKHO9rrlLaonlDdO74mIo2ACFqumdV5eSD2b/5OFJHlbzntpVGZ
xtYFsvEbEzTnWqZdbMNUEQmtOL5iXrpuX+kLy/yUlUZoz529T9Ol6UNeafrOIKBqNfaaSPQa5ZDF
Odmpcd9Raf6qFb3x668nBgwaHLlZEVcX8+nEQBWhAi1Gcp6fpCk2MqYIiyTmK230EWhJMAF1rQ93
eaGv5lrgbhl94y/nb+K1zx2nKVsRnd0A7bXgVNkSEOgtYWWNUW9YZF63CwL/rVnVwc0MOHbEHkV4
W+jjcybP1hbikQQ7CDHN7NuPXuKY88ZUyRBvdCHEl9idCB/KDdKdQ7KuxZdZI3134w6FOBRZX47w
zkg15qybmpcwHq/7GMyxtPVg8K+NATD8x7/uQCEiSwbgwhiOKrr8i7wic53QvNoDNpnNxsQUK/JD
QdUyarTMsNAuosXf4Jei1kmSGbGVWXPwZFtdZ6neRvpgtVfn3/fradhF67B2INdpxT5tX7RqgudR
QQty2LvT4iFEUNUN0jZks+9xCkzvBuK5D6TCqcgccnHhO3/z8pQGdfIKMMOdUpSok+UrnHCO3HQg
RH7IiRTbzF7vxbeV12jwMAWtbTSuhFhuantCDYr8NNYubEJfmq3H057LLpROn852wTJOX8Pi+P/J
2Xn1xq2kafgXEWAOt2Q3W5IlWY7H9g3hyByLxfTr96F2L9zsRhNeHAwGGGFOdRUrfOENBcU+kC28
Qo37JHCFTx5TTUrcdicBDSmmO4b2pAI0SEkQELb0caiJXErvwUOpM7+zE8NAkqEe5eznposoRKEt
CLC0czuhr6mR1fqeUnldMNFi1e+NCAAC7MPEaOF9p8r3ysgoaVdqS0SKtSeGfHRzKWxrI2ajuGi7
pl8MCV9hkqB8585K3sRjIVfHaljmhyzGL1bH+ywKqxHJjcDx4uy+K6qM4myiRp5f58kiHnC8FN9R
WW4+dxhKv0djLc8/jZGZ37ekB61vz4TFrl6YzWlGcurRwXzWQzlZVXeAc5fRGfga+EgqqQcgiW3E
NMw9FazB5KDbc/pYmaRuRS3Y5Hpdhbc3+Wu+tPm8RMI0SlZQD4/K+rr+FfKM3uKpg/oqt6zjUuer
GqnooQGyJf0oM/XumFDdKJ81JUYDnldAFpAep8X5qYmuVe8rW4rkI1uRlsXtn3bl0aFnCDGLsJHS
9baMDDxRtkLo/RETcOUrXgHVAVZC+2McxH8IxSyH28NdiVNXJXlzhbhRtEaA5XwlhjZSZV+tNabY
gJOMq3nKho1GdfUoxd1Fhk6h1sZD1PdNeUDoe+4OQ1ljwjeNYiiPHhSRISiHASRsPdpQ0xtsAD9y
oYrhZYim6GUA8W3u/OzLvYI/EBQCTiZwBm6r81/teOlow9fMaTNE9IsydGRD2Y3jm0Ykkf3vgzEU
l5IOKsMlADkfTPC2xLO+IBOktc6Dt2AA6Dpl/SamrbYz1JVYnEeOIHi9ACn72ZuwzuvI3GBiLUek
HofHRdOa/xSq0KFZ2DFGpQx7NxJmhjyaMYzXNPkEWNLd2YOXAS3FesBSa8udTMld//7X6XAiT6cz
7i1Hi+j6JyAS5+Pk1ch4dAmS+wro3AHwt1U7O2/P6xE/O5YGlU6gNqDgoHPDmDgfOEHtaIhaVDE6
9FT7Bxmr6nMnlhwR43JSmzDpRJOdEsoxX7NkML5WQ5WhqptD01Hx4PxNgzd5aXJCudDKaQzzxoPH
9DPZtPiTd6vE6uDMM3D1iItcgd4NMbkVMebb+Yx87byUVhTI2gSdbkfS+omatful7uZYHhqQd8sD
PonT+25K1SlwbdmAz+GX/bap3OMUGg1y8ClOxvm9EE7yaeeoXoTia2YEW5x8GZKFve03QLqaIMi5
5nFISFq72NNX7amm01YD9jQ6GuVc3akuNDBtNJuHLJVqglPz2Hy5/UMutgdfiQ9EGx5COF5Tm8MH
AjPBrTJdjmtZMEdxp2zuu15gSJyPUnP8flRiVI8VdE1uD7xu/u32AB+uw0RmJTgH59tjrqyIzN1U
j5M+JjgYRHq3ClvGiG520so/YSmXxSiDuNoIxHyad+Z9cekwbyBuIDPp31qk9+fD5zG09CQXJJ5F
wYPrWhOkxEwLF5dK2D/PlAIYZ53DsCpKbupD8FIBRlXdcoxdKpAI39ML92N7Go9JN9qPs0lWMq9m
ul4SxafbY7+C8TfLDOwWGT00magVbXscKVKObRM32hHlJIilkENwilC8on2sI61yMVyolOqAG6x1
V6RDqQTmWFG8RQAnS+54aCwKyTiS4KoUxVDnVKwtsLsu9OyYIK2L4UJXmB8Ufr57WJVUe9Rvsigs
Ha1WDz2+r6iK1qPeBEtfN28Xfba+4dwEUT/X2hiP4CH3gpZ1Af/RlWLvkF35yKYJykRdMbg6Bcjz
j2yNWmPIyNKOnivH5kFVNO0Xtt1J9yyTmM4Gklh1HEaWs/wYKm9B2gni/BjgATc1x66dnVMpOhMZ
b2yG7ybi0yjoqoLK1u2PdOUMrtBZTFdIjrD12uSmEOWraDbWZoFIEAtAfWBZNXJcd3qiOGuPyLNK
gPiuvkTpzim8DJ449jb2kOhbrY6U6mZzjpNTcUv3Oqo1lbIE85y6n4ahn/9ITXIv5ik1cNekeA9E
yHmmmCsatLLt/Csm11MA3TfdOS2Xrya/CKAmBWsUEtmxm4vBNeI6c1V2rEEz8X1dDfP9wkuhYy+Q
eXckjvVDT8RwWKomx7ph0Q+LIMrb+SaX8CSAr7BbVic+sgac+M73jgZLlsWY1WMOyFd5aFRkFwMg
VENzoJMe/WwcVEgC0wKqP1Sdld8lPQhUX4V4WPvYYPYvXGkoQhgt3PGgoz9s7vzEi+jSILdDddMw
IDc4F4V9XdqpW9YOEsBodT7jFB8HHFvtvWyX6lNRNMWP29v0ynhILCJeTK2Ki2RbcYaAj8vPOBhH
tzXx3YlNEb3JFCX/6sRDMvtORXVrZ4qXjwRaMBSs1u9ggLjQzz/CWFtpEk+5eeykFgVCeGnuq2WO
vJ0xQ9bIsplmZBbhkgKnYc/J98p8SZoZee0+kzquP+6vyKnNZWO5qWUeGwlVsocE/12QQxdEFgV+
llOKe8bO5r+8sCDCU1SgY+LAQb8I4BdvNMw2to4TTa8HOEmyOtRFp7zp7NTMw3/+npQ4rVUZcoU9
vLJd/5ofRgw05qeSwVxJXVrUCqKCRfw0p+UvACHNDmx/u5z4j/HSr+wLviNaUpvl9Jx40mTaxmFm
GShOogP5ACNkFgc80q2HBFTb3u7Z3quvIyJdBydhfeJRpT37gHjZc3taOAlzZduPsON7lAja+p2K
4gu0dEzHcETbg4xSaedf+/eTuw5r0+CnMeMSW7wKYP21roNeRc6Uxe4R9Uz9mSjWa8JiaqcvmgQE
5zdeb/wy1UhBu6qpKc6g8Kc9eLSBe19gA7GSYTT1Bb0PiHyDLQyVpnad31d6lrxDkHcija8Mqwkw
/I7ft4lRfbDBByDLqeby14gG4hhGdbxSSKtE4Kepyv/KqUc5V7UW28E73ZZxgMSGivA8isKnFBMc
/Xlx6/b3UhZO5ccyccIRjIn6ILJJPuhVi3S9PaTJtyQFUEDztBlmXxW10wQe4vU/0d7vCB1cgWeZ
qzTLACDEgoHhKmL4HgPo79aGeTwc1miDfxWw99/sEmwGyoXgOkhrWu9zDeksSMy+/p0nHaiVjFsU
U4II47FjnmRMvOuUyDyAU1JePBq/yTGanexxtgZsvMe06u89lW99zHLTQ3dJMbKfJAhoZVRstMif
PLv7FBH11cfVRgHkrjVr+C+PHXW7URr5k6KmUDvg/SaQeLHS9jC9K0ETCq3DzWgWeCo/o/6TLYHU
WwzjJ9NAPT+mVPnY8bd3EfZdkEt1PACDqarWaK9M8c8i3TDeLSPghHCom+G3LVyCsSkzxZeafuzv
fqjJXkh6XfBsfVx/wWANH1tjnNs3sCqj4gBWZUTFJdOSPyQVWoVXld3ogZSTNwMpjxCTm0tzQSGc
nFkGGUCC/xypavFdVqnZXaQ7uPvMGig2nygDf7+yU1fpORNt18Cq6x6H6CWfUO2PCpwLLTU2GI2W
oY+si2J9numIA/YY6M3A9Z0qpIpjj95ipss+vjckrmYobymdA8xpmJwArd3514I5FP8zfHbTr8q0
eJJAtZEQk8ufLIqsXy4gkSKAQkHJDUL9dOBmHJJHqrj5t8zKObl4D9kY/ZAc276ORsbPekY+9Djr
g/O4miz+YOHgHVtKyr18+3q8KPEi4kfVFBV4Bz4Ej9CmVCDXBkY2YlUDWX8CKDPbuDQtCR5eD+mg
Nx5VaDyTjuS+zR+k2qaEp2guf0L4iJ2DKcbyJW1TWL9zU7t3TbNCUxMX1yV/xjFF2fm1l3cdmDVy
4TWZIt/fNqGtXJSpETVNSANQC+oWjG4KJPS7LNL/hsT8wiTVj7cX6JXVdX7RcY2j94QiAjUnEpzz
+7V2kSuQTdeEqi3RhDHqqL6b8latj00mSNK7RLOrQCfVK4+mUg3g0HBDmQ+V3gsrELPedj4awVhr
YDOC+tjY29Fbux1w1IkmrkeXzi54QKdwP6VghMuDPWltQ55h00F0gaK9pCDE+ydj9hb6GFPdHQTi
J8t7WSdG+lZPjBmGj+mAFk1SKDalMqHAhrsi8idm/DuWsfWfBTQnhY7nTfNDrhfN94V2FLKrcU+F
3nF7Crsq1jDawc3i6jlVJsy2liFWQgoLFPrVTOs/AgQ3i1PFEr+3i7Ve4Wl5Ke4jUTn/8diP2GwD
cEKTgvbrVzkOVNCcbEyfsAV1WBNskv50SaJSSEbGGQXceK4Ooq1q6oYwfU4lwCEFfNiSUMVzCol/
SQu4J+AUD1+wYprGQ2LksrvXOlsm4OELJB1wQC0+9QsKGacREFnr91pU7uXwl5sOi0jiZPr+1NV5
QM83gDWbczXSqV07hWq4aEgF1YKWuNXrWCWirXQqJrP7xxiJ55VlWHula3sZqMH5oKaAlqajBRiq
Rt2cXEFnwZ2VGTKAOn29vcPXDXy+wdGopIJLx5DIBRXc86G6OM6LOFGBcbedsnoaW8Oj0tjtjt3E
5TKatCVR2YVstxbrvPNhXJpFi42lR2iAYtCOSpxHb0E8OPjjFWBnsN5L33aavQchuRKnQOEnhyDp
BO6/TTvRr1Ho3aRJiCNhdVTjRbtDZcp4phAjnnH2sfZu1AuQLZ8OaX3HtYDY0ofccswcY/U2Mo0I
eKvuiB9ymfqvVN+aDv8TJfPeuG2c3JVGhR5fh+jDFzRzoIWrGoodAXYkUfHZETaARvww5XNeQS29
s9A7aTEOQR7hoMdCaQLRa9onzSv1PhD0E3+mAC7wDca8kJogEATEq1KI+36Uov7rz1VuvFE4GgP2
x9iJUR42O9+LdKMK3dlSH5O8GVZZlMLsfQWulgLusaxCYv8FT78yGmowjCDYeH7V1ZA6K4xPUtHJ
mKGWy//sfJ5QKm8VRznQS2xoGKpD39MGjHP9WCCv3gbZ3DQfpDUv8jQhFbaE0O41NHPmRvvR1E6X
oGikEyVlc4aRNV3rVBxQxNRGEqDKIRSI0WzpVktiPxcJWuHYeFbPkRZPw0HlGkG/oyqX7EjrY5xP
PJjer86jM+IvFl2QYIm9/OesFtVT0XiqvLt9hi6IhTyjrzIRvKTUYkhVz3e301pTpKlDHi4GtlwB
NwZGAa6toMtvIUtSWDjcdsjhhzKptXuxSCXwZB6NQVG7yMHa3aguLGDa/64qY4Zb3IyI0VN3KPt0
/mBEpvPGc7uZUpRap4dpXlzf62IjQG2qCjobcxgkIKv5gPg8bJ1ahrfnt3HzWTFfvIL0FADW0PIi
TzyfX1cuhtsPXhYamY6oYB7rBhmGitlQZLeAJ4epdVDKGYo77ktD97XJtj7VQGCxDE3syQhaQP/f
+gKTh8fB6PTyeVqfBFBbhPlkZBhFPcEJzbuAjUesY8xYgft6jpNRyPcaCKfVqKrfekPcP2GPMI8H
tzGyGUNqNNk514rzu+8K5aX0OvuXYZdoU95egsuLBFVR1HW4JCmX4FdzvgITtE6nwi44tKa6epgX
pN2ymApypdreibpevPMCXF7LjLcy3GEsQJLYlvUw4+uGoWnzUC+TREPVSKvEk1cUy+n2vLbZOF+W
a5ESNYNRAdrqVVtaPKJRb2XhgHrSU+Z0NcqinXg7d/p8+Oeh6E4bK2KEThFk0fMlBNpKec6ailAA
4jwhrgjiXdjuC3UYZYdiclESZlrQLtZCDjV/GuKb5ybSY0ipbpqGkZnI5k0l7eQhpvvvPY/DRN/F
5k4lsejB27uZtMniihQfskzFuNDPFzu783gDi+cocxeIkFZvvHh5IbmFJVC4AzulSx76vu1QIVC0
+N60B+vPoHsSAp8m0QCijiM/t5a5ElvLhc7OTEMaA19LdJ/mWhg2JC8Kn4+RsHddMS73qs3BeW3K
cnJpAJ4vdKvU4G2bvgxR159wnBo9iU+ioyhvlKIjA1fcYbR2Pu6F5DXFubXf+KpYA1pkC3jCP0tT
xThWYbZ6/Pmit/STyIT1ppSK+gA12ror07rykRWTv00lnnFcdtMu8IzKuvPQcfMtVD2fumrRJYq7
q3K4VxYgozX8k31dGPHOpX0ZkUB4RUKV8M4hNNjGWAnmH/YyuJhe2oNzGnsDySgcS5vWoiXs4Ivd
O0m/c5FenjYPcYjVPEJb/9lmMFHj5iUhbhfCw+gyH7lC61PlFCDCGlpht4/b+uacB3YQKiEdgQRz
ubS34oQmnEFkg0QdYjPoHYkoj15dYOGJndYwl95zHatzABVD3QkoL+ZIH5iZYalgacRWW0mH2ebW
aiZM6rsZC0Odio7vmrkZzoPRvr89xYuNzlB0ey0HbzWs3LeKgIo7QRPDajNESS3/bZTCPFFMKn/Q
+6c648TLHt5t29EE1oWsHH0mHbUKj8Tw/GSZXMluJ+om7FH//JBEpVihyBACG9GOp9LSVrWdpOfv
PBgPtBwr3McVd+d2u2gf8DMsQmgcNACakcBvmillMTQoEyRdmGSp8jPTBjcAc2EfZwuCFzWy0Xxj
1pliwCB0C1+qwKFmt2p2jvzl6tPp49wA/XPpImzhYTPNHnWxFpws8Vp/kp23HFg8914r4lHlVyDO
vPMIX2xptjNJwarcwIvI5j5ffm2AFROlqQixBV7uCp3CJmSZ7FTG0/JkeSX+KhJta1p0xY64xuWm
RrWIRipQH2oAoI/PRx6kYXYLSllhastcgyGny4faIrkmAMqinWle3ExMc9WH5+zwpSnrng/GmVVm
+MMidIVhfAdeoN0JodaH1tTHgwcj836CGr0z6NUZAuRE6g6ADZHe+aDdYNAixxsrdCngHFQdNn7b
ePpd0eT9TmxzbSheJ49eCeVFcLrnQ1U52o+x7onQUBPbl3L4jvTe8J8pnPjlXy8IKtQO6lvITBK8
bTVRoKEUZTPqBJGJ4jzM49S/g/f+I8kStwelR+Hj9niXGxRs0voIcuMaqJRuwg74wQoczh5ogzIW
P50oTwJniVzbdy1av74+lUYHM61DR3623A+3B788jxB5Ib6pBD2rbt0mvkoy4fUgDglRtcI9JRz7
z+jRlw8KN8ULlMj/x3Cceg0q7Qr82mJfSISw2cKbO1zEYj6Zi5j9qaV3ZcVO/nVEW+B4e3qXp4Jy
AJ8RENxryLrZNWtENySNzfQEPBtb2tODWsno0ErZ+JrQlDfVZOxBqdYPdvaIIoxH4rOCRwACQC06
36ol0ccE7JB3U852GJdT6c+jAmm2a5uAapxFHkeLVJh18Wg3Q7wz58uTwvBsJrqDq4rc1k+tcWbP
bUxRgA7S87dK46IJwgY7eDRRdm7za8uLaAlJnk2ODrTufKZx5+gjdbsiHCdteKxy8q+oKNFTTUr3
B2pJI0DKXQHli9Y8AD7AAIRf9Fvph2+RW4BwnEVZrCK047F+F6+a2diP0gUBDKXfW4uBnwKipTQw
UBR7SotM+k3pWT9cbI4C/MHV77c32eUBBstGsXcVj4NDsFpD/t0PBc4VV9hGF6FXqvVLNUM+lQYp
gWaWiFG5Ijk6wlAOXt25//ypWXi0LjU4C2xxb7O9E6Wq3BkrkFBt8vzzIKjoWnot79PU3XMMuoDt
I0jGRwYURC//dV+dz9Lq8egjoXSwnHK8OwsBn2d6R8vLKtR9VwyW0flZLd1wzAxIIlYEzSnXis9F
pe7BVy7uLH4Je8BbJVIIarYvOvI/TlNagwNaHCxOrU8f6XKn72YR419VmtbOM37xeT0IbCsvEQgK
8eIWd1FklTHGhj3hETe170FoPM6DZn7Jx7y8Q5UgejFr2f2Qjq7c3d5Xl/MEX0wJRScfo0trrT/s
r34pi41PUraoYYvLOvA3EiETOee3Th5/zyt9DyV7bTgNBAMhC9cXR+x8uBS5V73OGi3sUZHza1jH
J+w5aEuNNHkGHLd/3p7eZURKNRMCMS8BcuhgsDb3ZOrhPW8rixaqFGBeTG/M3srYTk91Qjzsz8XQ
+pFnkydnefllTsopEKqJWt/tn3HBvVhtoEywDOA31gRke13HjWKV+DKqocBrsPokUIC2n9Um075A
CwGC5o1WMh7IuHoTIebKDXFmmptHGoE9cXJhLJ91h0N/bCPMpn2lVUcrwDWmBXA9Q7jxRdXaPZ7t
elKi+xxhNVXFULVwWsjQfr89mcu9SoEY+AMMwLUFtdXLRAOmLywxamENvnwGteQ4n2YgXm9zxY7u
DKXIjinCWofCnvZQIWuk8Perh7MIrHNibNoBYFO2vMMexIDErWoJ8tHQg7h27YesGeodsMT2xVlH
WcXj+GKgkC4+FsZPutkl6hJUmr78zJz0WzXZxXOfesoTxWaatUm3p/1z8eD876B0O+FCwdXd6teP
rgkFYTCXICaOb+lDgMqtI7c9TGasf9Q6FNOKBgZkACgs/YAHvOsv3lw9m1Xdnbp0aHcuhquLQPBE
5M2bi0rU+Uk1JztP8BBRwUlU3LPOqx8u6zWDk3CRlSgH49QCYtk5Ka/1w80npkuHzDvRKrnsq5TD
XxeSVUZdXUX9Eij4SvqRUXonpcu9j5VZx7+yFshG1iBuIAZ1OsH0rWgAtvF9oZNfIjo0PwP5akMv
AjlsOlV5h24iyKyyL75MMQYaceEmO+/jq6/U9he/Gr1xLfM8b93CslpMqLyD1+vM3nm0DZrhMep8
aKUpMSQTu3PgXxSeiixDMoadmdsH7Fydo6NnykfAkwQ0fbZXaLygI7Cf6Jq/suC4drgAz7+fptQU
jWJ9hQn24ze9EAMeLPPgfR6X2n2o00hRD0ivavEhUSSlRBNlF8UvG1XeT9Q9aamQqGO3pCrqWwWB
wc+NnRovlAbTwa8s4B7h7VtlG1Guv5ejTZZH+kzsvrmoB6A+VT/kMzC6VLyg+J0+SNxRDtK294LX
i0fhdSwYWSgBrGSErVPYWNhEaQXQEHT3+o+64lQfFQXwVVwM8kcbq6YPNCtjezfpcVYcES7S3hPE
3b6E628g0VxhSmuIsSXO2LHg4upR362N5ZeipTT8OryRgw7s71erytW9bbrWIDbbdI2qKH2tbxCc
gPMN0ZE5Q3nm7jQWSXtfzEmgUFa4o++JUxc2RZgn1Llzz5HTTyWAWz+fprn1GyMa393+1lfmvuqc
raQ4wHYXUcDgITVZx+0SlDRemHG/HOLMrB5UVcyIWi7GTgrxSjLbzh21ckIBDS4EfdDzuSuIiEWM
twQ9Ikf3+gim+tmqJ0G/HyKo9F0RgTIsFEGALyuZ2UEMdP27tKAR+iauRshdGVmH0EikzD+GTEEP
pZIJ4qKOsSinietGOSEI0n3DANt8FxdTyaaJm/7esntr3Lmary0fuEE2L4VM7uZNEBXPwrNQAppB
VlSKL0Y7f55dR/gjGPhgySPzH1vkbFWQBnTI4TISQW1jxFZixYNC+Ry0Tv5deqMa4mppAYRoS8T3
Ci6Jol3ub2+Ri+uA+gvhqE3XkugbfajzL9YuMbgwZHrwEjTdN8NSwgB08xhFGX3PifXipVuHWovC
Fl0Z8r1NCNzGy7hEistQulAe8e0YkSOvZohrlo3IWm0fl1r0O2t6dX4kU6v64updtv79r2cuwjza
NHKvOgBkab/Tmk4OolORx12lzm8v5UXQxPwQylvRpmDc+YznQ3UZ239CHevg1Hb9JUNnNrBTQHF7
L/fVcYD8owvN2aZ9cT5Og7MP4rlwN8soWh4ohlB38VjYQ76k0UcjyqsAFZTmmz2Uw9tEm0GuYY8W
VHaJPkrUO9bPvh3MMEeZZWcFLg4MJuzwoUAyUz/gqd7EMp3ejnqErjzVQ8P7QNI3HaG6zFA9Z6TW
UDraKcdf+bgAiV0bQyCTvuKW1zNgvmSnNUCitnYcFIE0cGh48ATx4u193GtTY9O+To8jur3V8zSb
AU1xTvDjBoyegdkUcdIEfS2KUzNrys5SXpsa+fkq/gGVHXD7+UfWIzUvLHgLB0lb8kNS4lpXOU37
RjruXuF3W+LiabAQWWFOYOzpAW+K6i4NetVEQuUADQkx1BHheFTHJ+MHh8V4FLiwPKNiNShhq1jZ
Uc37/nD74GwTnfUHME2uPEiEgPs2F0Pdq5ETVdii2047PYHrUN5WXdneraadz8s8pQ8jsm4J7cCp
DG8PfRm+rWMTAq9lKI7TVjiIXLbuNRvO6pj1dX20TZkNJ/gamGUTeUd3rUru9UAlgsZugs6Tc4rM
csRmGfit+SdfqjZ0NFT3n9qlMD+1M6VZXyxK8i1GchEdUyg3O6/SlWv07BdvPldcVkrckdsfMJUR
Hxx7Hu7hlmWwXk0Ag0hMfxhMQvPb63RtUBpNHDRSBjblejz+ukZtB78rcuH6MHhR+mfuOrS3tBy9
nVKMb8HzyDAGsXC8PegFPWXdGGxL2spcqtBkNvcJag6UApWyPiSt5iVfUw9B1kAVfZS9sSo0QcGi
AuY6NN1g3heJyL+JxerTIyT3aXoZ0ctHWLJv8fAz5gqcuQs57MPtn3ht67IehDpk/5zSzceoiwxU
W0J8M4ylE+LcNx3dAb1Bjfb3n0ECjVdbswzdptiz4b12IQGMWFUcVykia/MKaFmqmsVcNDiDGT36
hSoqM3wI67NLJRwv2Pb7P890NVDn+7soq1zgRFqMvIoEMPRB5K1+EK6Z4R9YRwH2m+qxnJJftWpk
X1Bj3HMIuDJROhqo/FCGWHVGNjchGjtpZlGMPZQxHnua2Zf3ssjlQVcU8xRr5p5w+pXn1eYlX8MF
+Dj8c77VR8dsozqKWVgCPj2UrlUl9+it7GqnrF/oLFiGMEl4TgJOiwpg6WagBnmYyB3pykbGinRd
5sw+DTISj2MnRnRrJuXUKk0eRAkNVX+sZP9kTxLufxWXtk+lIvFHTc/e3f7OV046gIg1ReS/2NKb
9CWbPST1pIasIeD/Z6n3eaAAjb2ruki8B+drPHZZ/en2mNeWnGgABtfaZuG52yz5khd6hRcKnrai
OhRxYT85StLu1NMuNhIgbjJRhArWC4UM+HyUrDG1sUSqNJBxlj1r2iFDKypbIcn6oMmdi+HKYMjP
oO0HHpJP/FqB/+vCTDPKggqdHT5rlQbAwrGXjWqoqJNUHyTwpJ039Np43ECr3D+eDFTVzifnNLrQ
1cFxgxqjdnCkg3eiL2o/qW7VBm067iIeL3YvwKqVmccGBosP3ul8wIUGhaNPOgPqCnQepUicnwBN
pvgoMJPFinjs6uRgLQ3qzXqMPFgCC0MPNHgG3pF6NPWlWu+Mo4IxLRBg7rLQSmVShbi6Jn8mIJ0e
XmRxe2wNRK39Jm3yxzFNm+GEO6rwfCV2mj2VjYu9z5xIhBAFAXOtmdvugIEIf1U1pRu4lgL5TQey
j1wPTMNjNTf6SUPWMjSsXW29i1iPYQl+qFDQcuKC3NxwhSFtV5FgOLTZECAgJxtLs74ygFPoo7eT
8F2ctXUwJPUs4g/wwtvrrZxVBMQtBjNX57I7N3PwsBDVFO8pa18bCDkQCoxYivGObx7vRiF5b5XS
C4YKnKvZ2+P7urbKz7evjmv7nk7Oag7NPcoynm/D0a4NtZhngMS607/XRnzYalnUwYKg2n3fon11
e7wr3wqyJAw/qsfcVdt8uUvkAPushNNV5dQbZSXqxx7pY82v9br7cXuwK/uR+4O1e92T3lbHY4QB
lGbYdKEnqYknzZj/LMaY+WaTy3uvKsrHgi27E15eWdBVCR1fUGA9JHKbu3hGII3kxvKC2h0gzE0Y
xueAXQMFp84fy6DvQYsvC/L0O0Es0P+l3bGyQs+/4GTlGHIA4AgWFKQgxZQlthck560sCfByJPDj
AseWvqMhMHVOCzN38U722A13SCHuiaJfnT7B3PpzuLi3KBgEjKJa6km0wjbkqRxqSHNrYbdMnC/E
8ml4+wtfxI9Mfo3hKPyQfFBoOp+8g+NHsSTcokoVWfoDcbbznHvj8Jghp/FjMRf1rhWGi0uJJo2d
sa/tLgiWJuaya7izjV1NBFP6wQGDn0VYJFvoLz+2KSy8quzEB1lm43uMhKc9QvdrC+4s7GHKMEbZ
YYCo6bRvbjtBBwFntCIKqi625jdI0uTyK9QhBLZlrUyiDuDOzugEuF7xzhXAzoNx0PqfyiJw3hWm
4kyQCqFonlwH4a1AnyL3fRTpYxekZD/VKU1ob/teH/dtgAmLVx5YWzh+bTQl+o+lVJOP2dBXlNeB
kAyBOdjI7ZqoAh0bu0YJGECHV73Jlakr/GyBWBj2uivSd4ieDXdVqtaj34my/GRHFurfs+FGxU5j
7OqZIMReVfzIKXiNzrfFrEapqLMJ1aputtHMQK3xjx3V5UMLlPcg9KX8hr4Nml7Sa+61JRN+1njj
h0KhNeMX8dzsmYVcORZgBuBrE16gKHKB9ZHunEkx6UEaVfK/pR3t9UnMhjcZwsarxHIc79R2LqoS
VLf+D8RMKAqz+XwJ2qpp69HL9KCfhBnIxZ4CAOPaaS6BWvqD0lNlzpoWjiZBSEd9L4VXe/twXpk0
KQdRMNE51s9bo/QcaeluiFs9KFmVu8aIZ4YUheodkaSWz7KcodXcHvLyeQEajxkLx47uJNCI81nX
+K/QXG6MoM7q5XE029LH/6KAMyr3Kr+XswMYT6mZQfB6u3BD0BNdktnQ6CyykbxKrebQkdmPzM3S
o65l/yqAxYUK/Z67DtNPkxh1c83byqgaKf8JgI2irjANyalxi/rzrFHw/vdFXGPT/wXH4k14vojz
oHdx3dh6gImOl/tTncofUla2E9KmgsR4e7TLjUqSiLAJEho8F3S0N6M5c0pekRgEjTkV9DorftjS
w8IhzzT1tKSJJw59rsAR1vKm/qEXo7L3aF2GWis/EcV0GgjYf27zJ68zHRmbI3DfplPfLMVifGDT
yJ2JXtswqxkgsGMIHJa+/v2vlGa0cDNtCkhH2VSjS2XPkXHIDfjLFVWnT4vHpXt7ZS9gSuueWQUV
jLVPCQdmM6LatehlpSXsocZz61CbdHnspcCSCvH3F+ALUEYLOy+Dthza/yIaHaQdVfQ1Llr95fZv
uXYwYUgjkkKvjnRus33F3A/tNEI67e0EK8a6TO7S3lZPq+XCzjpfGUpDs4mCACRQFnyTyk2zYSgO
lJQgyrTirZm5H8jEo0cRTx9vz+nVf+T8KSbPWWuf5I3QTLfiH7i5Ya6UdWbgTF31nlJb8zEi/mmI
COYU+SKg0C+AE8z5mLexmPwp7RzsyQW0JT+xBRZNiVPJYyzb2vYtG25foLWw9P/9PK/GqkSJFMR1
movnG8/VFVUUA2h2GqstfuRAFEK0J8oR5Qi9Puwsyvq2bheFPUcXg2r4Cr08Hy2z0ETphTSCEkcS
Ax2IRpMLBk/akrx389mEM5HF3dep8OgBoOEz/i5dGpKLyf8vUM2xjveOwfrBt7+IjYCUH5B3Skab
X0T/qlPLLlNxzEuKIwIKxi+JyUaINZLys4d7KSBYlNhCgIZI8bqo1HBeerGzMOvTs/kVAPq5ugnX
gTxsZVuSalk1KGN8OcYBIuJEGnmPPFHW+rGnpAlhx1B8pStb7nTwru3SNRICtQdAFOrqJhJIUfZU
IqdUg6gqxgfV7LM3RaZ2n6w+nh+oguKlVU51kLQLIWChxPq3QVXru2JKh1PVieIDSJ/621irxYNV
W9nv2/vlyt2LLj67k3IHaeEWwOiaCKCWda4GdoOJlIEMORoknZ3s6LteYilW1U9QKuS6EDA5eefb
cnajup1jnMWaVrdR8RtBSnQ9rA4/npoW/rw5fWzI3P6Hs/PqcRtJ1/AvIsAcbklKanWy29m+IWbW
Y+ac+evPU31zWhQhoo3F7C5gjEtVrPCFN6hCX0L+kCxQ+pCADXdC041HgIYULmBCi1TUgy9/xmjq
g2XFjUwwlkdf1DSuv+tqHH9DrMF8mMCr7mz+rV3He4PwE88Oz+zqdVWEn3JlYz1iQJb+UNhWeOjH
LL9XnbE6d1oDbos+5/n2N93ccjDYOHRgNVEOEr/q7VPHbKqFjMkzefL+EX2w+2rM5i9AsYtTYS9Z
jFRBEPwxzbn5kdMX0AH1C/MW8nP5WQ8nc3a7UM5BCdjdy5iXGCzd/olb3wEEGxwRevdgFMS2fPML
y4V2E28HJkeSHB77uXI+wpBDcw+BifrF0pdmZ59vDcjmo/MFQpy7cZWSxKnTjziZKt6gliF+svUc
v6Qw9jQkK8249tRhQIPm9iS3zhYIREEVMck7Xpt3byYptZZc6fWsePKsL5+xmvuGZ+b48/YgG88t
IfD/D7K6XtIisquJvpc3N1CofAhtC1p6TljkKGN2098sIwBZrN7otFJtvPxuwdLw6heYU6E8q+UH
ksB+PLD/ZzQJa9prbbSnu39dYhB1HGhrsAfgaq3JRNKiK1JRxUTDsZqfqx5PxSltjWOPF88Zc6Pf
lDyq+wJ89937Fxa+BvQlChxgIsTCv/l6TpcsqdUi1AIiGAKohhNqlzbDMwS6dmejbM6Rc8CzJMwk
1zqbCSAJyeTm91onnJqfSq4E4+OUYChNY7nQ0MFCRuoYahhSeaoyhe91kyZQJV6AvQDEDJj3ugqZ
lHE2RjbJqora1TGc0X9p5KX4WCPrcLi9qtdNUcaCkYKFG7Je+KCvbsSKXlmJRZPqLaY5TQ/mkIzT
BxTbxtBDBYZFxqMcMHMhp430lE462udNW5DEZrMqgfDXpH8DfVa6k9VF/bdIbvQ9vcWtqwJBYDq2
9NPJ3FdXBSCmGPPkAI+nEDpZpcR4hSxR+4hh0W/obstOgLD1RAhqF/IisoiPVkeq64GcGBMlLESv
4Tnm2rcBF7e7oM+ykz3Wlg8FvNvZ21upCTVC2h58CPJMZzXHwjJibVC4moql6YvvdjpF93rj1NMB
YGoF7jNBOX0eFql3+7iQtPuxTcfClSJgii6ZclT+xb4gEQVkSUZP9rtmfwE8UEp2n+xF0lRKJzk0
lO4IvLlOfwBotpxjU1ttdugqbRlPURhDgCOqT1ieIdN/JEquDuTm4KNdecLjB9i7Eu5t3o0LnXuA
VwR/Fug+a95qp0o52XIrU8arcYuIAxVjbHs+3j4i4mJZRar87UiMomqAu/va2Za2aj9g446RJ8nE
eSoX41ve9y9yUkun947ExcoOEN1/LKDWr7DjBE3ThZWJbsCYn+LQRoKIQvk/ST0Un28Pdb3LGYqe
FJ9RjLh+CyMADFqrtaaXWzz4dizJRzYTVgwS9INZUsbjZMzTzkpuDgoyUPT5ANCtVRTqRbcgSeIy
x7PUUcAwKcRTA7CPDgrWj3GuT2enlvdkSa/vDwIX6hggyXglueIuH44MexpNrS287WL4p7zBiEFN
snFCaSw/WSWOeLeXdiO2hohKp18ABBXR2bkcEE2csU+p73jNPC9fo7yiyQ7YK/sM37g9gCAOnhSU
/Q5Jo2pPwWTNX9py3nsur7grAjtIPVxY8ogi4DrPifCOHNGiM4mwKsVKUfARejhhMg2IEsDsrl1F
7bT7sLemX10ZqR+yRWgGGQE8IldNzPqPXJr2L6NIqu7JyMf6O8oJCGpGxjSXbjtI0++6tmvn6GS6
fR/rRqPdQzGRvt5eTbFYl6ePaVAxZTkBzV51opVo1jsNRR/PUupRPpm5Etv4/6klNfkIvz2Q3tN0
7LnC0kPaa3HpldQo9PPtX3F901AuoPdIaQNhZERbLj9po5qtHGhwBNWkgThpJPFLi9zHTtxxfdOI
fBhOuwDPUZ5YjbJgMVlJi6178jQq5ad6qDLJ14V5c7WQRu88OpujUQUj6xKqMMZqm+Je2qeh6eie
g1dpc0/naEyeFhUdNs8yW/QIby/h1nAUoRA7QK5VyFldLiFKY4LUhXPI0sX2L9NOikMfRPGPUt31
kNj4Wih3CxdmqNrco6uSV4eTnDC0sEiim+h/CgJh36ow3okTNq4VIQ9O0M3GoM++ulYAH9ugKhlk
kStJw32hTI8U9SIIPlOzmOccNYlft5dw62a5GFMErm9jYBUgiD0UFo4ccKhANUQHxImmYwfZ/hOV
zfDzMit2guPkOJ2SKZIfhnYav9/+FRsf8uJHrPaNETSLPsycyBlRykOKyyzW6lWDbF+4J8W+NRSC
9/RPgTOQma6GAjvY5tQUbQ/+SqOiPLME99JSc0FJ07JXGxB/2eqmAf8M/I6IR+SIq8WtaBpWTlaB
m5CGTDtVUaZ91I120U6Oktep78QqCrJmly7jnWqOEGqB1Qb5u1s2VOYUYMjkxeAp9NW2koNQb+hL
s3fT1vwN0TP/h6R9GtxEU8e9jHhrD3NASL/B7FIXWQ020LYvoFIwWIbw4LBoxbMyEvVGqdx6qj33
O3zZre+Jwx5jkZbyLK2WWA/jOBmUxAKaYkmKj6qBPbpKLMcBEMCh/Of2Rn0tYq2/qEWXkQIX+Sro
kcvjglga4PyeI0q6zn/r49h3Xt3FPRitLFM/x0s86y73FVY7sGmK09BolF4KAJhZN0QvUjAO/u3f
tLUCOD4SR0JcgOclvsibE7ygwhZG6PxC4tH7r3nYDF5FMx1atqGcbg+1dQsiR8RSs5t1Z02XshHn
jzNqoF6cjM2vhKr6fYWCWrRzr4tFXC0yZX/RXiWLBFe7WuTAmvGtLEDGRIaB5zaWyfJvFH0Rs+wk
TXMbKZd/Jfh977yVG6cVAB6wBVI0UVNbPSd6qc05YYDtjZVuF4hGRPUxIq7Uj7jhLaE7zyYuMqpc
hV+6Zsow8R47S9n5EVtBFteFA2MPLrYgYl9+znqZyh7ZLcergsRCnHuQlMVvLGDDbtUv0qdIyvPY
m0wrxLYZZEqIzL2xjL4Rd/EXeVyW/+YsK3+CsWUBe1PBC1rvLSt0ceTVWs+WWwhm1pxUZ6mORmAr
WoUdb9IA8Xz/0TQIWIUEj7DCXHdFpDjW2qEWyj+T5vi0//F6yOTlt5nUyk7x+foM4B3CSEA2aHES
T10uWjtqUzkEXeTTGegerRgVGqRbM56SqNjZnNcXHEPZ3GyQ5S0IiqvNqXRWWs1hA3Jw6OtTagqx
ZlsrTumMezFIjT0QzPWZo4oqgm2qpcBC1wAciZwKf6RE8goHtcYQs3rX7pM9kNP1AgqvTWFgS5qI
jIf4FW8ukXqJi6ztIIlIqLpSKk558SlRPWtV57x7WzAUVQB4+CKFWgPUnGmwsUGbaIyWIFqaqu8B
sQiFElsrj7fvq81ZiYFYPrAaa3h+MGgYiDszNKfADI5ZXtYeYnnyQa2QNrs91PW2QNHuNe+F9UQf
RLtcwKSHVplEqeSpaoaiXuIY8yGWghnEkvUhl/U/t4e7ksUm7ZQBChMsUl+HWrS6JmSEVFEvA+a3
pFwnLm0VlJK7AD9WPAQQqETjXe5EWzCC/gt5rXF6t+sM+aeNEDTuJpY2d67TNkYN+Snpx+cRz2v1
hA4abjjuUtZYzuz85OsuIV0AEi8a86JXuC7QBwSSPQ0RyZuC0vxsNtP0OS3jya17DAn5aYMfOlZ5
ZybavYoY61MYI5h8+zdcX/GCIoAGEe8XaewaURbNxqhTXUL1dDQxpiwFQj2q1WPS5CVlsEo9W1y7
B2R+k8eshUx1e/iNtg3jU1pi/sRHIJMvd4kVYWYPDBSR/tQWEDDYOV6CLP5vVZOwfEAzunXzMCl/
RrPSfIr0JT5S1h1+4ynQgHLX+pOBJu2xzIYhOCQORnq3f+D1y8vvA2yDghx541Un87Ukl8iWRA/P
sQ96GqTkBUqEOVDUnxCbmH2lzZudQUWIdvnc0ztTkCTms3CE1h27LG4bzMKRaCfLMr4HVVnyPjWD
r1ZW58+yuZz7OJ69RBqiHcD91v0gtCtQV6RRRch6+TlqyMDgNTPkYhUFZYNEtXwnD+x7zSj2iicb
Q4nGNIEqulti910OJUVqXMw6KwvJmVjNGlOgWlM5Tv5YNvnePts4agxGhAYLE08bZ7XPcGiO+YdH
I1St2f4ZV2Xn06bsfbmf5eSQqVn4B9UcJziOOtpUMMINx42mYk+yaWvWQogQNgOz57a/nLWjLCnO
ZvBMsaGLQ89RJgU3yCiwHlrbyE+3N+/WYGxeWkmI2JClrwYrW0sJ+j4PfSfrLaz8ZHxy3AF/VdB4
CFvvoR62hhNXGWdZ4FPXLZWhVOW6bGBr1M4IFEbKyh+5DCQXkYru+/tnxp1BcE/ZjRhnleRQwu1D
B+CLJ+nkrJlu5XdJG2PBMaH6/hdD0f4TWlcCYaxefrGgHSsUrrTAC6fEwWpi0UKvTYb8Pykx997M
rRWk/4JXPUJHLKL48zdBB6T2LscUNvB0PRx6v4BQ3pyQVcYWMbfz7v2JEpVakMwItAFCY59cDpdq
NR9slAJPxTjtKTLH1CszPA+IjLVwZxm33mcVIKrA61GigjV0OVisIsrTt3HgJTqVjAfew+5bYJjS
Z61Sij9LkNYtij21/kyqalEpR2MWAzfFrlC0Wab/9eilB9yA4YSBA8EEJjGmln7oMb74ffuDb/5S
wU22Edri1tdXxwY7tTlCgUQcm7xCxyCz4WJLQdUdktrSPxHB9YobLlH1oarlaPZnVBgPUq8Mbhy0
/bMRo2wZY/rMDY1t4QHvx+XOooyxByjYeLs51vwH2ByyP2vCUtiiclbMBsFcaEmH1kmtR/gPDmIZ
o3ag/Kn7aAni71wPreFmLaSR2wu1EeHBv0V4jQPPSq1pAGGcj46eAOgr2rw/Nr00gHznWQym6Rna
yHv1uAjwQKPyLMH1g1u4zjMaY6Zu63B1YlF8r6IV5WEKTojUZuNJmd4vCiKGEwPhC8C460c4X2S1
HWWcB5Oui48N9bMDnIfo7EwYptRaWhVYrxj9l2XIqu+h5RTnqB3MczMs1k5+II7hKhwAVIkoMOVx
EH9XuGq0A3r0pyVPG9TlXvjdolCrt3e3v+bGbiLJ594mdOagrjUKiH0kJwzUyO+xTbxLlyj8KCWj
gxRlXnk5QMFjx4925w7FsFjp32sUw9dFhpOIR7xVtMhX10OhSb2tzYBuMBxUjjni/1hKKyjKNZHu
G7UhuzaSIzthwcZ9C3eLfvcrTI1pX95JnTIJVR9S11oJrAPo0NTHn846BOP+/bcRgSBGQOUTjCKn
ZV0qarjEHU5i5CtLs8Qe2A/zm16P032jy9FBddLpUZ/ixUWmmLLAmEJr6MJ4T+9hY8Zk/Caps01g
SQn0csZx69Qo9pmhHy+jcupKAkoKJ9m/PYHa3o0vMrzVvtWFqgYQFnr98lrNOsYCyqKjH8GJy8pz
RR/5S2NK3amI0+xuyNv6R5Z2jnhYC6zJIfCe9aaCKZIZwT99DSV66qCb7CQ8G5cWXBaBcxA/iWLa
5QI0gBx0LQFAITnxH60FXaKFkX0w8yE5lU477dyRW+tNfkNmSkkWVsgqoF5qHQRkpWIAMRW0fkes
kLifa0gwEa3Rv5gbJU+QV9R9ac6sBqOm2iIe3zNY2cpkrpPz6GSJfS4L+LVeo3XLzoBb6RvVERDm
Bj0u7qbVdgJWI+UGih7+qEXKaeg062TBavUDIzhhcvIBDKwpTIWyc0gA4lYYfX5om0HxW2TZ7hMN
rcohrBDvG/Wft6+zrYUnj4G0RE+TkHT1iCcYl852qsV+KZf2MVnM7w2abH7bB+HOJxZzXG9z9IqJ
1nC6AsAujsGboI2qorxYBpcINekPZtTl/3YY61JQKLtHp1DMF8OC7e9YUvbx3VOkgUEFDJoPX319
lgPJ1IMgKEJfKpDFm6YFpf42hnWvDX8RKYKiB6RCc1aQo1erCezI6buqDv1yKJaTgTn7gxlBXErb
Yk88YOO1oz6lcTRf237r6v0coMafi1nZoRI8aVGoPZXlEr0/NUKvW0gmUn4BGLuaEOygKKuNOfSL
eAgxv2l6pz4kI/bzbSzvdQk27hyOJZ+fFaRLsA59taEDpRMTuVC5Nh6dfOBFm4spduPaGRo/kPRu
Z/dvjUjMIAxiBXN+TRlOiylXC41rfq7L4GRVS+1DZ/wTmVr4AG5oj/axNRxJH6oawmkGt+DLI9CE
8jLUlhH6bV1Lflcr+oF7qHOjJbK/pq0d/8XXE1kEqgfQoSA9XI63IOYTtKUe+uZIlJsGVGDMGcd6
rIX+IqkFhYnpqUwgSMq+2ihFjYfhoAtboLpa/DgoG8/KY+Ml4HF6fzTCHnm1suXKgtJ7OStr6aBc
FVqGfLG6uGHQS3dyiP9DhHXP++s8lJcYTLjIgLVYDVXHsWMVi57581i3HzQ1N+8xfB8fk0Uad96I
jYuYtgBmRIIOwNu0eiLy2s7B1sepr0YVugFphwSTXjdF7abDMO0sofjdq7tYMC6EPS78gyukpTb0
9mLRGPNTQ66/gWqpH9pwV99EvKNXo6BfRVUbYZUrHh6gJhpScZP6LQTP05zY2GXUyFmNi40hH6xy
12oUlFjTKf8cNdZ7DdIIlSH/CQqb2PvK2pet5nNWTjKm/mxG4wnU6ksfxPkXBEC7czklwc5euVbx
RH2AqrpuMRwJ3xoAPdGLyDSlTvw0bwguzC7QqQ2bwehPgZM/ddQT76SusA69HtcfwBAWn1sAeI9h
oeuxV+a19o9ujPH/br9+G5+aah6+TgAlKOitXz+lUJ1Gy8vEX+JBBpMoQS+J0j0qy8bjzjaiuw2M
HpGJdcsumAmieixL+NQz8FCg+9juqSQl6FssqXmaRst8MEciGnuy6r1C8MbZoY7GZUBqRDV4HVrA
CJmBSKSZn2Vz8l9hSeFjONbmfWwXOwW1rXnSMgd1RSEBSZLVNaf21lDwoUFgFI15T16SnokF5AM1
e+0wotf/GBhdciII0O9uf8eNt4P3l76NQrkFAJpYgzfhU99GcmUkzJE+ZvynM4z2MM7agMewUbd3
fT7uIcC2pkrFmfIOM4BML/78zYBdtJjwjkA4p708HOn7Dm6bxNDjogxHxaS2X4JhqVwVreuXv5gq
HDWFqBQ40xrzTrITo8TDIuuIRLjIWI9fW3v+NcvTdLILxzrfHm5r91A2oAtMbi24BKuJzkB+9GRC
HmAwih9TY4Qe5WassaJO/XN7qK2PKNy6CTVEhLNWEa0K5AKLRc58dSxMOGaF8k/RZfnHQaGDqpmZ
s4PSuj78VNkoz0CsoqDPA3Y5tbhZmnZIJaxX4yX1cNYpn9th2VP3vF7Ay1FWYQZOdmlRZqgRNGqm
fB2KgtqaUnQfp5GWwXsXkCsGlBsvCh+KdPlyQorUzG2ULQI2GlmfUWr9JS2leeeAWn/IimEPr3v9
goluPY0XsjdAwuvSoT4aSp3KYeHbwiijJElt3RSS2rM8LQ3KL/gWu8YocrcJO1qeszRuduKC6y3D
T3CoDdDHB1j5isN7cwyrAMsfGUEgH4Sb3fpqoVdfjKnt7wPNkU4ZCjXvFmjEIkeIZojeC5SPdZQ6
FDp9FpsRZbpph7SKldNiRw4NKH1PCmFr5zAY5qw0voFgiMm/mVyrVw31nbrwEZ/p6DPTr3iCedf0
bhYYzg7WY+swoHYgkhn8tEicLgcDCdbZoTMiiKhDeKUfVLjYPsd7YYB4Ai6jHjEjEcdxe9G2W52G
FClFtHtQ+4rrVqc2ZQ5uZg4m7elF9RNtco7zrGaHSu3mkx0FdPsDNfjv9jG5vrt5BejjAWCgUHml
uyRbaWSXtpr7Qzk4rjaSSRVAQc6Y0ideoE/zmU0/+/KcDztF2K3tKhSxCa5IOoDwXC4yvvGLFVTc
BV1qz89GMv/JDHXIXWRGTQ/jk/Fwe6YiZVqvNjoIQmKHxx9w3eV4SQZGOZQZT7aW36Oy6L1bFmPx
OEWd5SHEXLl91EU7VNGt5RUYlFezO2jLq0FLxEnqrIsL39HpCrUB4RSSCAiu5Eb61PdKekpjJ/6m
SH34/vqvhWiA0BlGFUqUYy/nW8RVR4sIYVip6iNPk4r2eY7wBupQivKzwig900zmnTR5gxPEY0yn
nW4IW4p66OWoUmFX5uAgkklxFsWkwpEy3YszU/vFFRF2hxAASXGWUA7t3MYKsBLCkbcBjzwIsdV2
VPfATWIbrT47cBCM0gRDGcDfehkIAvtERstvMRrFrVNruUdWH+0qtQv+3N5hm5N3dHp/CDXAvFlD
uI0qbA0dXxM/S83Rr5I8rdwI4YLKJZLlQTXi4bEco+U7iHOiMBLG4WU2wv5U64nj7fyYjdtF9HZ4
+Ry6D3iOXn6JOe1yymhoWedWhIBit+Q/B/ErJiWI72wM7Ym67fxsoEDil46aHhtT32OVbFykIsMB
nkyRS8RNl79B6QIkyyV+A2iBEUOEATfmtrx7/0zxT2KgVw9XpOsuR+G2zKUgJc0PCf7kpzoyxifd
nh10C5qUdSZOjkrXIBBtHiUzjr4FWdKMSK/o5Jm3f8tGGECrWfh5sPBwIVaLPiXSjFF0mPqL0lb3
/ajad6mSj/dFCURM0gLtvuyGzEPpof86wVXeuW6uNzvIRBrCNEQIASjnXK7EHOtKXQ3IWS1zDhYa
S0Bv0qTIHXqp8W/P9Po6fSWV0HnBIQrlOfHnbx/krK+mGIdbDySfA5NXqb4NVTr7QT3lZwnXlu/6
ZMrZ+3c19RwUMCBCk7Lzfy+H7cpGmTBtcPBL6dS7Fm6Pn0JIf4K8Nfp4q3K1Lab6GX7F3Tza5YMy
tfnOb7j6xiysKdpqvJyAQV7Fvd7MXMraNus0ZfRmJQZWlsaAQtEDKDP4UoNkuYq9GJ+ico47CvXN
VBwov2bnd64+v4E2Na1L0hAS2tWHHiXgFSrYHiQIjPA+nbvyZOl1cogSyXoZ+8xxnXnXTPXqxX4d
lL4s4gdCZnCV/rRK24VDVSFkKJUVWidRfxdUen9o5/y7FAbD6fYcr8skYjyhtAOtEFTFOoSHoT1o
SDuPCGvmzrcyM6v7xona+2pZZl9DDequc8zxnoDB+tj0SfCCD6px13dO/1hOsvarDrvZ2Pn4Vw+6
qCcCrKNFL+KWNSiS6yRFbbERpuWSfSzKSnWjsOg8vckm13DS0UstRMnUARvW28txdbbFyMg/vNZn
CNZXO9/A9dPpQQh4XeaEh7qpGx/6fOLNVrOHYdycpCjQCk8eMeblIcvpEOuY6w2eZTbSM/KLsguZ
V7lr8qQ6jo4jHRu1blyZbu9OTLw5MkOKfJ4ofy0845hLITkVk7SNAdpeM9XKUwFq7N9ZXcpTqdjN
CyaWTYDPuqztRP1bCyy+LRgF+rm8JZezVtuqa8ySsYlfhsYrY037Xz8ndK9L3Un3On1X9ydJKQ8E
TmGQdgAnrk4w0gpT0U4wKey8yk/LEAHEjDHW/TyO7Xgqtbx+seYek8zbu2hzWGITMg/a9FdymmjI
a04zpQMU2nw5Bdpo3qnFhJlrssQH59WoJY+bna278VURdkQHGDQCMKz1jQn+mkTSRMSwTZsEu+Wm
93GR19waWhasgiH4rVljeO6WZDjenu7GN4VGgp7tq1ILvPDLb0qLXBlgEKBjW8jFGcZ/+sHWxuw/
pVLUna27cTtSy+U9hL0iOkSrQ5POtdYR7Q4eISDaNAO2S9hsVO1j1mv6U1GGzdfbc9v6lMjlUvgl
vhXA1su5qWqIHk5bD7hhRvohTObsnGkOehpy0RziJkAxcIqL9zK92LavaAdKYNwQ6zuZ+9hWgPEP
ILGi6RggM3c/Vm34AOM7+otvRycWlg4aszRvVhUcmeU0OYiD1yCDeoqTRn6yxyb3YrsPft5eyte1
usgSxLSgk5lUammVrqvSXWtg7mCFgyclSv+hl9IE1CxviuFBanUiF2HFuDnOutKbbi05wU8nHNJP
me4Eo5uESQ8DrU6hoQSaOvuIbGYfNUmVDK8Y5ci677LWcnwpC/QfDiH5U1Jk4a8azX8cADu6DO5M
GfjdYDLqsQShnDj4njxUq+tMSdtKjgaHq7RP9Mde69pT6wzpoVWc9gFY+F7X/tWiYrWGQlJZbApx
0tdYS1OZw0WrCTkb0BQ21iB4x/9H0Swz3CQLxvB+6cb0p8VKLndDkef5S1LP2ehTPEVUs7eC+KM9
BLnjGmqBtAcl2G7+PmXThI6FgZSxu/TL8DkblHEnat44ueBIBIeS88tNvFop2rCZGQXS5JGwwTnH
iS783fRGjTNl7EShi5ZHbO0kCleZEV+HfU2NnlyRmF38pjdBpILfWDO2CpZp1Vy9hI7zb6eW6s62
3hoEK1cq8kJBgFrL5SB5u8RK16qEDFHWu1Ghm5BhivRw+/Bs3ENUPcG3gWQA1LQGmi1VZcdyJxGL
KsNyxycdzvrSCfWAcL5bcjTM08hxdp6UjYtdo4FDOVC49ZIOXE4t0efOyRfisLRpij/DvETLMZAs
jX4DCnA7Qd/WDAHRoW3DPiH6XVVx5GFptSQk4q+qGNu0fNarlw7hue8N0o/oXiTN0W5C8+X2um68
mtSTwbTTUEYxdI32StpRGUvoJN5Uyl3nhYUZvyQz8o8D5rxInGVG+ijrafyUdaO08023lhcUH/BF
CL1U+FbbE7RerBQOl4foCh76ZpbDEz2PdhGEQGnceVS29ikbVLDswfFf0TMK2ZnALEWTZxWF+ZNv
rqqunJh7FcetSQnnWZgxwHthZ1/umcVx6sagH+/hhjdjtly1D8NUafeIbSDpePvjbY0lZN8terzU
NtdN+onXWZ57YM49NS7fiCbCnVaRm8ckbdq/OAtCXZ6Hi1jHWkt3FEhGgmvEgKBRUA8P2B7eTKf3
fpaVZOckbHwp0jEubbq3Anu5Onb9uIzokHISNBkB8rbSg4e0aKqd/bBxIVNAxBEEPp2A3Ylf8eZy
1PSi0/J5ZPfVEZ2MsVIsuodGl7vGEJX1/ZyZ5k7wf127w6kPPDARKgqG1MJXjwClk5onyR7QWati
6cDplv+DMqU/oeM0/8HLD3yFkrQVKAtnymU/jcP8JNdSq8KGKxGbevf+EdkvRBNxsxJYXi5BlIcA
rYqEq5syiptMswU2oC9PI3ooO1Pf2Kogt3j5SLoojK9Jyck4qQl1jgFL39I8GW1nfu3rRIMql2Y7
Q21caQZVOp3OJocdyMXlrEzKbn3TY0kEhF8/On3+u1OM8Vmy1OmDsaTynV3jW4DGrvbx3ctJh1oI
hmApKOQ8LgeOO5Yx0JijYczRc5hVGuFEPFaZK+favCOysbWg5DNCUZ5HA2XCy8F6C1pyPyO1UFht
+jVNID/LkmY8AtNNzrfntXFShK4dQStlGfBpq6H02jArGUMCOJrS+Dy3inp8RY+27HBfa8Y9XNrG
S8h4lmhYIQwLGvRyaqmjtk6lGGjcFv1wDKmQudJQfzWVSLuzMmc6F/Ku75Y4eau4kmuNb0e4hGni
GnhqSjICpvHQe7Ohp7kb0iNsXX12zOcQTY/KLbUh/57x75puWNXlF9VOyz3fxo1PSrUN6AgnBVKn
JTb2mxupdwIF6h7rHBpp/r9Il9JPs+zMT6bdxXuB+9YaU/Six0lvFfmn1RqbjWHHoR6R12Fgfu61
yThAkRqeEly5fSE2B6A729ML31rkt4OuNlKnJMoSmiRAlVngGLZY8zlbQljGUWrhWp7ED5JZ/M5J
foXa21+8YDRC6bfSuUaY5iqVTWWjjcToiPvofjkq1RG6vYRTbNEeb5+YrS8J64OuBFkzT8vqSzZ6
GFJLYnWnaJjvlIK8K4OF4neJqewM9UqgWe9coaZFzxqOwFXAgedP0XSoD3rWYLaHpamSh0VSk4dG
idJfpYV2geskdf2p7lXPSPq7vsrN2s31JobDkBknEbwTQS/mb5wQloScuzf+iXo0VW+vifi4698J
FU8wjgSf01y9ffa0qCYwbrTv5kL6bU3RpLq4Atef2gr6N9ojyufbA258BNgSXFl8CJZmHUaAGS+6
NOE4wUzDqtLO2qecmvLRasLl+18MBbdJQJNoyawNDLSRel8zyD2K1Y30SStScFDpnHNv1YO2k0hu
PG88LiD3WUUCpHXKTbugzgtj7r3aRn9a0mg4tpzzL32RSChiFtVdBZjSbSYM+m7PciMuY2SiMqHC
Q/1yFZepc0vB25h6L9NM6Q77U9NzIBDs7JNrKSdAEdQUBNzDEaxfcXW9uQbrikxj0dnQUq7m92aT
frSsejyMdigd9FAKPo2Dk7iTDN8prHSkHq1iz7tpc+sIjyqhrikqqJc/wZk1vWUheA1kTq0e2rov
2aS44AZn//aibg4lavxIakDgXlthtaEMTSqx2aXObN/hJpCi4ZkqR26Vd4MTxMLSpodFJAS010ga
Ww6zaKEp6DmVFRzigXJRF6nhKYy63uvIn5EWL/eoNNe8zNdRAUYjbigcJle7ZolMOY8KrfcGtNSP
S26lB2QHl2cbNbo7msfWfKxKvT6mdqJhr1hmJWDcYHgM5Gw8amoyngZpRJnPCvvokIHj8AvQBXvC
shvvoQjMRceJ/+FgXX7xurHDJMwUTlUbDh/6eE54JkrnHl5g8hkhRsc36TTe3f72G+8hXT4SKiI4
ztMaLaKjkwCUim3W9NNwhm/S/EyTZX6SlyU5DX2eGq4a9MFj0iAjIEW9uucjvjVrTplArWvUOdfv
1JR0lHUioh5NmuxT1trTQxOS44V63Pu1hNfGokrZDiZn6xoR+wClAmpS7MXLpY47tVVLyvPeYJT2
U4hfiduH455byNa5oudOtUjcJNQnL0eZdLVCOJzLSq/r9qBURfG/Om//C5K620kkr8W0BIqLbIOO
h1BoWQMQ+oA9AzGv96o2sF3EJaUPVdH9MM2ueFalsKB3qau+HEozWq8FmH25bHGFr/XHIs2jn7f3
1Oa8BUZQFMrov6xCj3IYoyFVxfNgBN1R66R/UZ0dvtAAKXd6ERubhyfIQGmDSisg5NWRKdpUJTYP
Oi91Sjl026KXzoWatLqLhvnyIW5K7QWTiz0w2cYEBYqeGiAeN4jhrCa4JE4/lEvdexPluV9KUNvu
ZHTmhymfdtnvW1NEUx7EKvVmRAtWMUuErH/APUzm08v6saqi6StiJhQm1NHsBcnV8q26aAN37NoO
4yuUD49pbNVn8OfFydHLeXLtIkn0w6D3ztmJ6UD5oVRKh9Gop7/Y8sDroM0JbD2Zu5jNm4ezypSm
ikcHM+SIImzmRLGfJUHyaA7NHjdq6yPo3BdUuV6b9OLP3ww1SXPZS3XFwtSQ5uKpCv6N+ip+MK3S
2tlmG9eFyHFFRMCmvpLfauJYykOGo2vCijmtmR+UoFO/3D42G9EpUAehMAyYHfie+PM3E6rnEWfM
HiPpTlZnxH7H3HnMgM3/rKbOfk6ktPlze8CtFST5EgwzgiaYxZcD6rPRjHOpcXrQhbvT9e6LIkl4
3cTtnhTb5tSoEMLnwd6ZIstqpCir6npkJPTVCA4hr3lxGKBXlMnTuU+KaOdV26pyiehQxMFUDHB2
uBxwjvRQtWrWkg5LAOBRjr5PKFjea/qAc0MDtOaAs4P8Q+4N7THtA+lZ4vW9G9K6l99f4SL2J1gV
9CLSsdVnbeuxGfB0RNtwbOoPWZBrfo2TfeSafbLnZ7z1RW2w2cTmcDIQ5L+cNqB5jZSWda7yMMo9
tAeM+7ZEONHVpHT6dHv7bN1M1Aio2QNaAe++KnJNUpNJC80rr0QI6mec9umPGlDKSwlnq/NHc5kL
V6ULt/O6bB1GR0EBXpQNYGCuPq1utfzNht55+RTgI9ulwVHqS/l4e3IbcZEwZQP6wvToDqzOhhb3
/8fZeSzLjSRL9IvSDFpsgVJXsnnJpugNrCkGCa3l178Dvg0LBSsYe3pmNTM3KxMpIjw83G0rqhkl
dtvhEAyx4tHORyPylJk+DabJc9Cm0fNQ4E4dmP0eDrM9PIUJsnfKjOvoX4SjCJD24i7I6IzOR7Ok
6W3Sj/rctg+z3c6Pram3Z3d0BXVaI9g5P7efFlInp4ZAHZLdjZBJPYxV3BrQCRJ1nr+OfeocA9T6
4kMxuiDDWWAPwusLW9m5Am/3L9kO/wYOJiqDz3u9f3PHKopcysHHZAeIZsqUvxqrflebHNX73/dX
RHSNBVAw5FSSYMEkBOm7HmoS6ajHDfgIlrW1eRxQsfhLjbBb9eRUJ1+V2tLOgWaLf8Y5zt9RxtQe
3SiWTwsG/qVUe/GM9K3zIVeCPam9rcWn9ID8KOnYgo9d/zI4JLme2EEHVBLQ7dMoGC7V2D0XOFA1
EoNIx/SiZt5jfN1uOQ4z0OpCteMGWRvQtphb2waeX77rJlnlFbMzQVJvrOYrnEPV8pFZiM96X/b/
yBmtzFOiz5hR3f8qt+8EvwG5KQAybsubAtmcNaVNN1zvy6Kvzo2S9q9R2JafNArXH6nT/LGMxwJy
8v+jPQ/eHS3410s927LQnAiYd8iAnTA4Sg6yxtkMZou1c6Q2tjYzgt8B64vdtmbodKgl23XK3055
jv1K9iF8FsdCqinfa5DZHApxNPruye1A6K9nJeI2tyoDKEhx5WvhLI5KmavmT5bW7doRbo7FNQUf
CD1iQpfrsbTeTsO8JLUGKVHrp9EcSvdSJJjaK24+ffrj7UFn7tJRCgmaeu3qZEjpRkrvMlhZ4YEQ
SOM11ucgOsjBzg7qNCR7Lci3bw1qesBZBJn4dPIYXM+OVyDSMSMG2ITA8UqXIwzvkpvg/rQ2Dvyy
4Rc9AaqakDOuRzHqRJjtSDoxIQo8HqSD7oVXyiq5TKPtfoysWjvGZVDslfs3Z2fBaSA+IWa/AftD
zZowsuaiCYQz+G5URGc4HMoezXJrj3DFAtlxqcF3XH7Hb4Gt0tGOA3IMwKPXsGgbSLwZsh9+BPR2
uL+Um0Mtfw1NzyX+Ww2VlGkQD1SlfL1UQp8oSX3M+v670eXODga6gRGiVUeVhISbk0bAfj0rgT7E
AiJyWThN5ddGU/wo8tk5pJWRPBSzsJ6N1ngL+0H9FkfR/BlnpL1mvK0PSJDCmUD1gvt5NVtUsc3W
RanPl3RR+aE1zyeUuuOdNd14GCjxUUGw0V6jMLU64jiiZUWdZjA4JznzDAzBQ29O2VEvnO6lrdwG
s74WHBbV7nOlu3sOQ1ufFOYopWE46MDbq3hPL2tdmj3Fmm6O4tMokuqALgClVWtsj3++eyBuQppf
Yg+eoOtP2shROFleYEKdx6bfVFN86E3s/kaj+uOWQv460Qd1INrQuc9Wny5sqTxXCqQ/VNebb0rf
lH+7Ms4eJNSwnZ26sYDsDpreDGxdaFdaXS/Z1Bq5mEvqbGQhByOT1VGM9uBlQ+P++fuNyppFcI76
KHfaaqsMStAjjwKaqMy8AJHW9uhrL/q3Dnhb6JcJJjL3P9kG8rW0/aBWguAaxMY1n6HOzLRXlnc1
j7E187J0Lsy/OjEM6rFoxuq71RpRC3m8y03a/mL7fZXZKu2VTWC/GxNsQ46hlavdvzs/a+NoQlal
A89d+uIpVlxvpXg0Q2E53A5pPlYnMVhJderaAVc2Lo3yp2VCJ/FpQJTap0YO1kuCJVPnx6nMX40Y
h4Pn0ZQ2xcE0Uz60+piUO+HIxqFecBNE4alxEI+sThVCOaOpRDHoCWTogwVA5KMLbxzdKnkXVbgs
8kypl36qOgBw3dgpsGxtSU0zsGwC+dWh2F6vTmGbZOQWEy4l3rPw0MVTFKrflM5Sd5DerZH0hekC
3YqWAnd1zmI3DUVFksbewy6+KIA9Yd1I35zHYeee3HjGl2SRZV16dyFEXE9KJ9qSCD0RTMpqeirr
cCKMrR2oF5Eenittwnm7AkW/v9OWv7rKY3DfMXhcefDIGVYxkQ2o2tDg1qNGFg3+oI3pV8ss8h1C
y8Z2YRR74QRyMdKgcT037InUuDcgtKgY5B6yudWeZJPo/7pxbJ9Ea8gTolXWIXJDzSuUxni7P8lf
HMD1LFWXmwU2xoLDrTZM1LtGSlN977c9DtgXLaAhx9enIJhotFNl4AcVjTFHuyuFcQxk0Y4erhPN
z5jOXvptO+WfKpfVucCD6NQHgXwYUH79uxFJZB3DZDCakz5ITXhRKhvwoYFr9BgVjVWeJtAw+gjN
dEgfbVPkx1QP3WJnfrfZKCHEwnFf4AbglDXckOD21VpERtiYuZ+isj+7gbUUcJd01BUulakMk6hp
oh0pg4mlLlcdevlfssh6n7fo35nt+/tLfrOblx2FqtqvPn+CqdWrEZt9ElEyBEoKJ/OpRQ0q8ZTK
UZ5CcKeT3Tq0UhPw7WlsLB/y6kP/GpYSGNEM4PpaGrS08SFLeTj8cHJdcnO3ORkNRNc5mGwIoUmz
837c3A+/Dg5kEsaCJrE+tBmwVYmWOYB1ZbvnsuqHSxp0md862rgT5m8NRbvaIiDiEHOvyR8ktzHE
dIoVi3XzoTWNmmSim/CeVvdY18vtvV5FqADU9UgAFxLo9XHtcs1soqynXcupg4JWrdb4N0vU4DNN
mc0Br0xUFeN4fO2m2diJNjaHRv10obhARViXznVzKGLFGPiAsyXRvdUMzynj/uyMQ/g8LtLVWVWn
XjOWf+xHxKekwZ7/gPoy79UdlYgGk5MGBnFM45zXptqMNrg1HIO03pN23tqlGsxQ+jNREKL3/Hp9
E702Y9OdWlwvm9QDSJwOo4sEZ2aa6WHuLW2nvrc5HpCuxWgE4euKGkgkH5kygK8oQjlmMdz2yjAw
wnGw2qTIt9fOvzkeGSFrSY8I99H1/Ii44nGYo8XiPRne2q5yD3RFFg+1FUIwqac9J5DbCj3fTrdh
5cDMIZ9ZL6gmigo4PCMCalHXOCkCU5qTFPQ0+Xpnm++y2Mqcg+7aHe+OK8J3hWK0w1+K7GbWP5bD
4OWNnjuek3QOFgg5rZr8l9oH+u/NP85Ilh+L2P0vU1/y4dXqkHuOKjoV1E147o/u6MSvQUTWTGKb
frl/C99mmYwFcYgEHXVvEs3VSQ6HKM/mUlA5EYr4wpktvyTGbFzsblK/tXVOB6ya1VS9uATeDOHM
P1Wl7pydeG1rP5BUsxuAXxDNWeW6wUQfQoxsuq+kwXxIZDS9GK1mfVaCKPpSOkr66f60t8bDnwV2
8uIhhIrW9f5DujGlma0G/u707t0YJC1a93Pf4HoTxMmhjco9GsJNGMU6c2HRLKiDuAJ1Xo9YhUmp
2nXFjdkU4iNtkOp7KYOdKGprWiibwvHkiy5F6+tB8GuZ58EuW39wJ+uxqbIPcQMFzUwECcDYa5f7
q7j14Pw+3PJzfsNdVBU+qeIUrY9yf3aQkeb6ElnXQ9PE1vH+UJszA/BY2Eo61ctVtOB0WW9nFKB9
4dTTM5ik8r4gHP9SEs8Vnpi4gr0/HxE0YFGg4EKELnM9OSVwrYA8vvUdpxourtM2HhiF5eWhaR01
aIU7R+C2dY4dgrgikR+cETLc1RTpZzPNUedNlf2oy6PZNvp7DUzHOlHlrj+IoWxjrNOqMTpiyjxF
RyKc0PbMOm//xrRusj10J9TUlxTgzQeuDzrmc03rpVekpaV7kZKqf8WygQhlplryEOP1Zni9nsU/
BgMPYa9HulLb+W5bWwScjDsMPf9FjP16FRs+jFWYrKJrz9hGA+eeWj1Rzi7l5p1EZWuLgNkC5Sio
LIJGXA9lO3lp5yYlrXxMpmPdZ+Y3ALLEHyxToAKs7WW4W1NbGnuobHOPkAFejyeVWY/UYGY8DXAz
F53ut8iEnA0j2NuLW0MhvAJ5DgU8epxXQ6lhagA6UuK10yBCn3monuNpohGmyaOdfHYjvAJUIJek
qRlS6bqS3pvC6o1Jdn6HwfnPADX7wiuNqfctRVSPcC+z41AqxWEwuyrcOXIb0yRnhxCvUy3h7K3u
yLpxkqgoczADLSs9qzLbSwJN0rPVITndP92bQy0sQXjhFKPWHi+2OtV6lRNsRFH4v74t9JNWdj3l
qCHeGWn5NqtQmS5mXGuofCGLuYYXy0TSjq3wwIa5KI7x0vlvmOWeKcDWfEzuDWBUXrObNIP716Uz
m/m0Jtqlnqzq4UvVakNPrlmm3/588XjGqNvCOoMctfpOk9soJpZxnY/GXeSLbmgeU/wRXhH3Vv++
P9Typ25Wb+lO5A6hH2HdJj1imWjFKfCK6mITqWmFe9bnvjslyWD66E+rQNPDH6OMizQxECPxCIgE
qdT1yUbCt57LjkHhtgTPHc8AwreDdpoC+kx7iGc7idvWJEnZyGXY+0tecz2eJmlysZGZ8jurrY6D
0Q1vuIEbF7aTndNHVRcPEfq7O4nUxn25qHNzp/DALcXJ61Hn0WhMgDjem6q2j2k+OA8uwjNYPKOo
BxG1P97/lFtblMoJRSieb2DB1a5J4igskJVu/KKb82Nid8qlEMN3iNx7BYWN9aRjm4IrLkZggOuG
96XK0Da2aHjnYDXLoNQ+J0aK+HuhKLQK2EotsPxsNeOf+zPcuDsX7dulf4jRKbVdryiXaVDVS4w3
1vp4cGJheuqYFi9FZsyLeYDuxYUpKeBk1U7+divxgtopaenyDAHx3Dga1JjjuHWHwalVt8VbQgt0
BeLQD+/aHgQaFxTdt2MlO8VdWxy0uW7fN+6A2D360d/LSamPoYiL/4C1cCXxs9AEWJ6T1XqU+qh3
ZkHCDP1lOAqz0h5CXQ+83G2nBys0lfP99b9lZS2r4PIPQRRNCusoUa8dCeYMNqAKYHq/EQUBUqJl
kXMRfTe/qVPeGKcudsNH8NlCPQwi6WPfKKf6f73TEzvc/0EbW57fw6lGvXYJEZb//vcAuYqcUFP4
PXLsCB/L3MT5VfsKVPEf4uNFM4AS+WIuC+fgeiQdNjdYSwxggGiFPM8V2aU32XoLpdPM5Gvs6uke
7X3jAqEqCWhAYzzx8bp4bauZWdIk1/g0ylanvsN7aFq0lzMeqrc5RRjt/mpujscbuhRieLbXTY8I
b1rh5GiNb4+F9U/bjqXfilSj4BFSUxizP1biZzctIofA0YiD3LBwnVZWXdqaDRIvRuAZQ6P4OljP
WWvFfxmKy9zFh2XpXFg/c2K2U2lWakNnkk4JNK6il3FyfxjuEL79+SISHiMYzyMHzr0s8m9bUgvm
dKixR0dkwJIXs0G4ETfqL8JqcJVqyQXuD7d1ArgIl550iJnwOK6Hi9BtnBryCn8Mzc6ju8b1jSJq
PWvYhec2Ai0+1cJwIABCDmh1BLraNelnlgDKjtFg9xypF9Td652bdmsTLmRLGF2wp3hhridUzhGe
eCoVPy3X9HeVwL5Eg1Dm2WWheFR18514fPNOI36ECw7Hf+lNvR7QjcwmTh1OGc0sOXcIoGBUtO5R
1Gp0mJOhO02tIw60vOWLxorldVrWnMPaNnZ+ydbMl5YsJNsoKsPbu/4hrVPTLaHxfqtOnvjVjDe5
Vtq1N1KVOlQV6tj3t87W98T+gqPHQuN6tvqeEYXeNor4nlUaqqcktE2/dl3rr/ujbG3QhY6GKSCa
FAR917OKyC1Up01av8b//Agc9qN0wuqthOWxs35b0cFSDMVKdLE8XPNKgRXrQdeJtyz0p/0Ic/uv
wVAXz8AdGeBTND+5CWIyxA7hh/tz3FxJDj1X58LaWtdirTFBXLgFp5F9pn7Oi6iEy0EfzP1Rlu+x
CtVJhZcWH/IPpDZW8WTbw3KySiAaugnEhdp/9DXS8xJ5yGE86kODIgCCTxcl6xVfHbtoJ/ja/JAL
1+7/h1/rxNflEFmZyyQzvbSofI/mX4g31D5tbtHl/kw3v6RFqYVQHaGqXwI+v92hqiaFpgp2Zk3u
cCjUUDmzR9GqdGKCm2DWfapt9al15r0+nM0zyByJoxc74XXaKuKom5k/3uAijCGoTcrBkIrpSyI8
f6pow/8PM11Gg0+43N+rzCQ2q6Uvi/GKTKavrsyC89QvrZ9Olo7JMWgM8RbPXfs2q06x83T8ojCs
NxSBHIRNAHtoUMsX/22ZrbaFtOCEwIuUWqaHodJ7Fb26OfkE80HRHshAbQTXNCH/GuJOWrzTaXJM
exkgJYEnkOW3caW4NDpAhvSCxG0KbxxHZfCaytbEcTIa5bMT90ONL3uvGztrt7UhLTDIhbeIiPi6
iUdMmt7EGIz6qPd3RyJyVXqjMiNsVqKL/8fdKgQrv4+2ui2nIlbzWFv2JPJbpzFNFMrMURY9RrNt
7OFRW9uQ9B/lCSwWsZZaPYIDvLdmcEEbtLaafbKw7KKgj+o76VSc3KaUO5f01tXCF6Uzhsedx3C1
E8I5i7NJULSFIC2edDQiFc+wpkmhm3PqS79CBW84dGonP8Wp6XwfJ4Oe1vtHYesSpcVuQZ+hzNNl
f70bk0hKYSU1wFgqlae5rM0PlpXt9a/eEhH4jqRxC4GXZix63q+H0fh6cdA4ND0Uck7OEf6nP8J6
QAVfsPOR/bWCj1mOTxLay2l2iNRU/rQDp4ooFmF0CUIYUkYZxjF7EbketAf0c/vJG4Q+d55TZ/M/
ZVe2me/oWWl7cSMCVMUsc5SeJtSsfI0aTaWTPK3y9DA4bfXHzBz2BjVUsA6gI3TSVwGhXZVJnS2d
kWOXWe96Jyhp1VWSU9sqO+/txvnjWV/6xCja0vK0fNDfro9qrvDbKUFVkso0PAQtzAshVuBpMazo
+3vjVqBgYXri/sk3AxO7aaZGTZRAxiHzd4M4zn27LOnenZFH+SeKNfGe4mpse2GM/OoD/UKd+aEt
C4s9bIZD5kWmhanBPMXqiwMIVnuxUnbRc93Uw/tmYilPZYgj9E5uugGSLBEBJOel7EafwvXyzLCC
pyYG6DXgDJyiySyPjtBy35q15sdUyDLyyqywzJ1bcSueRRkBNG+p4S/0j+txSzu1qkiSatd6aryK
ZjAP1Ddk5hXAIrQJIwpNZ//QJ76T0BLfT8L1rNopjhzxPXOQjS1CMqkB1QC8LfbQ178Ffns727Nb
+chC6N8i2WtHtXLguzb9lOy9pRsLTnc4hD3ebhoX1xQjRwA5qE7PWxpU+bOTtLrfN314IuVD5jLV
sn/wMu92vvLGDBkUjJv7hAhwXVjF4gltl3qGQjtUyJN3nfZgdIqCvXf7H0o9i4MySADPNeD98mj8
ft5Qd9Map278xuizo1NSQu3TUTuijbqHq2wt5XKqoSRDQLkht86OM5pZSpbXawhCwHtJ/YampbNV
QhEu0Rp8sg25F3ttLeWyhGQL5M+0NF7Pbx4cK9QwJUMHslJ9I47bk9HacAGipt0JMDeHIsDjX7wG
N/2g6aBEZh/ljS8zTZ5DN9fPrVsOh7zL9+h9WwQAqqr0p9AOQyPCmmYeRUpB5R/oIY84aQltwj71
H3kctQkTmxRdSbMrMJiOyvHgulTIlSFpdlKHX5KWq1AP1AP63S+xMvii12tr2KVS9oiw+oveenUq
+KwfASrCv+e6tBH4TxzuyTIRaXhxmp7exlEpy9LL2jZ1uLHs8MlWR2p9QH3Ww5DXhOU1Wl9/37/m
N8IeHMkJRH/V8kFZr39lL6sCWRCt9h2UlKnnyPmod/rfTa2mj4FrhjsA/cYuoEsOQxOQPWKCNbW0
UCZIKxb4E+ycFEfvoKDLMgify3JW9h6wZYFXH2Bpi0MIZGkDx1L+emoEe32gj6AMZTUG1lGf7O5A
kVtH6Kuv8suYY8fuqUGAobU+iXOMH3LmWcIUpz9eYtrmlhiBrgdMN1YboQS/saMReEXpJwyJcbg/
SC2ajqbb1U9FXoWf7o+3ucbw5ZYWHIWyxOrSKhUShHEmKdfdzoJShgUgMEf72AMJ/HE8Qi7j6txb
KDZwf6yC5mKcVK21dEyMwtS9YCqCz5cqlVNWtXsGx7ezWoZikEVfEKxmtVEbzOGxbrZqv1Py8WTS
HewpfdCd0mC3F+z2TAC1QwKh6shLClXteuNMlZ0YQREueOKMkrnRyweK4PI4W1rlURaoHu5/sF9Q
6PVOZQEXEVGCpqXIs8z9t2cG8VW7oELG3ADzdT/vHbM49YJU3Os5I+/i3IB+jb1tQgBjtsZTkRgu
3gGGEzZIzA+kDvqAg4YX2HmWHFGK0h/jLOh/xE6mnYIgapNDPY7qM2uHk2GJHvNfIQoe8nh/IhsX
Lygljxe8akr75NfXEwkKMVlKImo/MYzhJwB+9lCgc/eQZ/ScebZo22MyCvdcYeP74DqB8hm4vQ53
Tv7W91tcRZZeZ7bKuns8QtMpqWTCJSMs7ShCW5yUpjPPfaBp+NnvGi5sxH/ITIDrQWqk4Yeg63ra
bi11XSy3Gj7i5ks+DqAJehuLS5liVpnGJ2kZw3PCzee34WgfWvatau7KH92GEPwMhPc06ObMfd0/
YUy4p3YtT6weGgPmMnZ3HlPZI1bdELmDPF4SI96D+TcWm2gTKjYAIHWTtSxMSWI0po1Z+27t0PVj
F9NzoEfN6+AmSUfrd4+68P1ddgtVIdYIv5IWWo7MTdAy2EpeBItzWpUKuACVMvnpoCFrXlH3ioQw
8akblIPda9XH+yMvsfPqnC7aNJiaUDtRCQuvvzNw4FgOJQDcJEfDL/MifnHmfSGGzWHoqeIf0gpE
Ya6HqbommYPRrX3FqJCVCKypeHCaafLaQEsar0UYTR4F0obHcAJ2jSMRfxyySD0obiLft06fFqc6
kPI0S93Zuau2Pjf9uAtcDumU8s71bxMNOpVaxNma40L7qBu0v9SDnZzsEJbLQQ3A+A73F31rVy8K
TzSHoLiEt+L1iFVgKaBkjCiUNj9m0jB82Tr2u9ZN0J8TPN8m6NjOoFvT/H3QVUpvVsWcWYqk3N4l
FsWJuDq4gsjBsALtXR+Mf6wOx4ouYRilzsV8dJ3YK8oQD2GCs4Q1udMD5LLaq4JaHDEpmr3OHocj
oKVxxvp5zwH8ZqbUIWi/AQUCCyU2X820jOzJosBPL4yI7OZiGHWICMZigYG4X6ok53wewz37lmUH
Xx0k8lICIpI4uiShf61w9WCWcTpRPfM7uquzs9bpzbNZB+pTbqnBnirczXFaBqMFZlH3AHv9Faj/
9rpOTdKWWlGQAYez9i7rRu3kVrn98f42vbmVGIVmeAR8FgT9trSj0MFEQAfBZujl+6ikQADVsgTB
tmePOIIGSRDMQ1NMey3Jt0QJhuYeBMEjRTURo7s+IYuQZFEIILKpdtR/O62QP4lqrQkhVKgBhGL6
YjitRz+w7p4/oXkUul44lu5rENfmdCxTzDKhggf12/0luTm5y+/iRQBchLbE2l//LtvJ1FG0aFrV
cevqflUG6ske+ugQ9sRsdVOaQCEqLgn3h9343mgjU8ukh4A0cB1N2Qvz2V2o5lYWJJ/z3JEqWKGx
S3/emB64x1J0BjmFpLacrN/2FdFnVbMZGGdU4nNqSCfxVGeMdH+oJudvcGOSOiG6/tv9+W3stKUi
rNF/g58ZLYXX4yYIDtKmwrhzSJE2b+r25ESF4RVSnY/urLp4XTmGBya5RzG/XVlEe0nbQCmWCHxd
KK5GKFC8PSjdxnb3ogZi+lBFbbOD79zeSASPRPrwawgobqLhTsYTEyd7b+LQ9eOmNy644/07z21/
kSM47/3lvP2MsMXYLJC40LmGrX+9nDiEup1uUM6P6GNOfYx1mlOiteEl1s3gLTAH7bEWcfmnifDC
UQMN+WUFyD5dvaNZ2ZOZmvC5ZvTYTmGRjYci0yM/SsZy5zzcXrYMxY20cJbIg9fUxtbozThy4NF0
yHx/k8UY/BjjVH0XA/9+/g9ruXRf/IIgiZWu11KocmCpKViaiGjbf2daGMqjFUYkK7mSDDbEvzQ6
48eT71kabk6SAHSppaA+v67qTUKvauBfDqNSBefSMpInJ8vssw44u7Nhbs8fiSF8P848DEMC/utJ
oppmCqEB7NDV75xLg6a/s1vP/VnXK+enHSqF402Tab8YubR2KsK3GRb7hia1ZaMqlADWpCgiETzu
BWcurGst8TJHaRPqRl2Fwn9Yzp8jwxqyUzj39UfTyef/uZBVEBBOu1H9cP9bb1wGgKILbEjssFy1
18sgApkMY0AdNcmaDFscGkt9Nc0dfWe5t8ZBT4T2vyXLuLFlD1WYpPCy2VNGVj+FmqhOkxbtST9v
XTq/j7L8it8ucxD8uC/RzYGI1SV07OJw6zQBdPCiLdsTGt/9z/vLd9uEvzDfYS78Apap6ujXIxYA
gCJHVNOnBK19xAPTkIcg1ezXnCL71547+BHARkUy1xn0B2RH2ufU1aO3LMizR1vqNNHd/0WbS4Da
Ac4NpDbciKsfhJBDlCxkjiJJm0+WKNLHKbHVr5WT2QcHy+g9yHvrzBIDLVAV/CaUR64HNLs2q9sZ
YCxIRHQZqGYfgnJKjous0k7asjnUAjpCUuF2uqkMtfY8WA4UsYq+sNNs5+kDRIP2EKuDebm/jFvX
A8VO2g7BxcCgV+fCykQXt6HTAFTZqX0wnbj72cqga1GVNha5WNySlTpSTjRbxOf7Y29M81cnJ3cE
SRqc3esVnZcOihyND79HrfKlmyrlfTjYdI7SOHO6PxTauhsnE9yKUIDgk/RsDWwaDZ4YVQ1n3say
qX4SY+JglFxRs8UJRi/eaimYZmhJbT7Xatd9pAV+BMV2atF6hrST6KRCpf0gEkv8O01j8KGog8Dy
0CbI1MOkBNVwaJxKdT3cNKfpPKlm2B+i1I6Uc9mZ5Y+q1o3yVNdd+93K83H06rm2pNf0UfN+UmhO
8yOrNH441Zj8UNsxLi54ARmpVzXl+Be2Ml3hgaQtQXqsp9+J6dVPuVPXFjWC0vkyNHbfnKe5iL8s
ProFbGOjsehcDZK3yNCJW2sNXyps5hsZe7QLKy9N3LvlBciVpipCTlgYsTLXP/q+ttLX1AKIgk1K
dk7UirOXi8l1cBjTqLbO+HKinqLjVHuS7uxEl8ANXHJ7J7f7A9qWufSnYmrSI3WUfD6IQo3GEwIh
6cUt0wFYrRSO7mXZVIXv6z4svkCXDf/N67z7ghenWUDWyMqGtk/U9w5GP5svWNFin0m3b/8KNqSK
gwi6bvSFq43qUxBnpeFxScTfc7OV4sWxpfoGn6zCfCuygw9qXRJodkgsoUgpU8jnjZLb8VuPCUx8
dHrofF5q5tNn2gBk5Gla2038T6r40zzOvU5GhDKrie4ISFkvm5d8Frh7zGrOb+pMNRiX7qrop5vb
IdZp9O6HvjEmY/OubGkHRAEMBa1TiHAWWKOItFeB90v0iMJb/hrZdsBMpZs8hqbIzFPmsP19Hijj
S9HH8t+BRtgvEBBdXMxR9leoB8TTOeNB1Y+RalIbSMcYFbnACMmC0zymTpBjR/hiKMY0HMPCrhCH
jNQx90JZ47EKqXbKzm2p49aVh8HnPptVE6oB4jiHelBj42R3hZvSmJOXyQuyBCqkh6yXj5WqQFxj
FuopbE1pPApjBOKGIGQkXqNnsvScHhmWi9nbiji0XaPhqwoW9Chk4PxEIgmXq1KCFrGgrTs80FYS
Y4oTKva/xuBW5skKaP/xUlyTHE9TkcZ+68Y8mc6Rm47OQz6ZanxArbIwz3oQ8MeEGKfHwYhMgWBE
XLx3tKp4hydy2XqpUjfPcSD1t2GIFPTVu2z4x7Io9fvaABP4jBtXmkDIay3zUXWCQIeaRIqJNT00
/tPcOLOKSY/ZwGKLHKaZ2v2YPigWcqpPxNq57tk4iLyZIhToRSphW5zSqa4QO+mq4Htn2VNyMaqg
/V4EWv55NLFqgO0+GABj+A0Xpymc1P/J2IqfJ2WMuIosWfWeMdo1/fR2aNheXtXuhyYUbNdiqsDS
WOPkMrIXabi0uvR9EJZIWo+kBI8jisH2GcdgMsm80PL/NTH1DejgfYv+AIaziSe6qnmw7VQ3vZrA
Oz+lwFHgNTLNusuQ2sHBhZ5vHBPpBNoD3IQiWQ5F/x2YWO+8AbzuzcVawzn0dTY8hKYz/F33Atbt
ZCTBV2tkqxxynFzrhz4c5U/S7emraVRWdegzfeClnMwRSX++tHIoHVdkfup07ltr9UN+1EKZhA9C
zsOIJKZAx0jLyyo86s6gqAfd7JTZg49hKJdEp8h9bOskqLyioC3aHyakt4+1mgucOGdlxj04KEPn
0ChFrnh1LmPY8UrRxa9Sdmi9N1E39YcpybP+EgXxGDy5eTHUj5FCt78nbXwR/bAd+/6hcESKO1Tb
gOhNI4oVFzGNZeXZUhHjPzIKx/QjGa7xQ3UGiclIKeviBQaDBpSezEU9v2/4OcPR0ScAMXTnx+xZ
rXR7PONiHjpPLD4C9dYE81z4bpXG7bvJGfXoKZhFHxwrhOKKH5beW9mXUKY5d+I0VSLEB9ty0Hw4
W2bt2t+sKGycb6E6tVoE7NrXE2qeyOPan7XERFrTG8y5Ex8qw4zdnxPhYnlwkimvxVmRwagKz5wC
CqDeqGoNXVaidJJyos+2HibFL5TESs5I6DfyXySSldRr9dmZfwi17ysTYxOrrC5BaKLT/RQ4LneW
r0Zuq3xsx04dP0FLDJAOUwt1eEU3MWp/JJ0mtc/CiJv0SfCq6D5ajGHwv1rHUb47lc7C4DmTH03x
e5iz2vAyjnIyKvICF6K112SqKOJDDeJY/IzcWctz9NDbovuA0nlUPCXjUNmU9pwZ/+46a8MvqLaZ
Ssn2UbrwNR6q0sDcLxyL5xDEHoJNl5mN/tHR0LsFiDe6HhLpoJfxm0itJgmPhZboMe9V1QZOiS4D
9NMPrJuiH6Ajac07h/plKLy5Qd0SuZrZCI3JJ700i/5zqtP4dIyV3JlKfwSQHiNvCp0huLRW0srX
NnP78mcWzYtK5KCz9V+NapjMk8rZgIijoH+L4o0CYhP/pGTShPWh17HkfpBk0OFBC6zstdfGtr3U
2OsVlOqNvnxyChRmQ8/N0OvRfasqi+AdUoAlEoOqPU+G4+Xl4CLlE0ujo05nFGn7YsxT6b7I1LZD
b8q6Jvg/js5rOW5kCaJfhAh48wozhlY0okS9IERJC9cAuuEa6K+/Z+7rLsXhwFRXZWZlIvzxDgyj
UtJKk/C9nxtuCto0S3dduuzJKs97l7T7petX372McTD7127cAzbE7TFpTzJEHpf64tbMjpYnhsz0
62pXBA0kVf03jsxWPUk0jm5qgh4Hukpth5/a64pr1GzV8IuudxzP882GIzeloDGVwhsJh3K1JMUC
h9r+tO6j52dK43ilCDFdmiQnTrCHH+8ax2bDeiDfYyDZ6XZKmrLOiR7DTD5wVvGMAhyTZrM67Ue9
oPzOxm0JrLOHovE5GcLKS93RStZ829zlh22cZUsFu4BkddiVvsLRYSc9TNEOZ9WQPJM3Xeg9H2Kf
f8Lma5OtvuVMKbNQud8NMgmPnJWWFZ1Ho9ymwPMCa6MwWgT6s9Ll520tqq8+wGIlk8lWDZcjMOKB
qNG+zb1djveL5dj1Y8kOwFGYrayfN+oeFw5J7ffgJq2rU+N2YcyBBf+XLYMSsBER/zbr25XmIGoj
VGZbDaaatROGfBgAEUORDvY8279kN/fQcUsyyZRWMVZpUkbSO5GktyXnGAOMINXzIOM8WkYq8yQV
PtTKWWeCB+z1WN5lv2h1bpre6C9aR9dPYfhE+6+2dItihKgEfS5n1sH2p0rXXncyldHGSnUyaPUz
HsRiRydDfLaL11sZTIWaQy0K5VSJ9eVsk/0pJ/b3XUzv1XG19aTjNER/zXvVtE1U2CTVW+nBOk8P
7xO7y/0wB+3FLoNmuNvIbYtTB3e09cWxtW3TfweHzCu7HEwRMtFN98eyH/t535W70NhGa8+j3i5+
Tk4eAbpOnwDOhv1uWKJxNo1ZchCbK/lOtcmTcQicYmsm+rKUaXqqnijGTvfk6rDuXpplcIbnY8Qf
qGi9cRrZn4r3Nwz7SnFBqRddGyVqmcmykebsN4BsDwn38ewLE/Bs+HS9BWaie/cyhofnFbVU8d3c
WuZfJJE57urWlw6iGZ66oJ9+CKK55jRSNi2K2iEcEOrqPkxjr0GMGhlPfPHWLF8BOxh26iojwwdp
FrkWo92H/4XxWs2FF2rV33ndGP23bf5c5xXF82GcsHjLq7BDtt3T4PaZE4yiyXeV9G+aMvHqz2ph
wRHpIOd03wzlE3kF3pTOa4fTCx7Abp3jbuK+7rJpx5T2ePxmek6361y7nLRyaE15xzk84WRYD3Sx
y1Td3Meigz8iDmq1PyYEjD128mYiNU3W1qWUVDVmtaUGwi+afv4Vy757oZbHBpJ76D/2rgPU402o
30oZ8EvXkJXMbEfRS2e2WcdU6LbBImyriBkswuXg42ccky+sHOgohVpm167rkmHIp9liHMObLclm
FQhWoffSfqmbNmhpqxwy65Z4Hu+rfbP7H8Bz8++yVCOqw82R0x3vZHS2VqRHn2Etqhq+u2/blOyQ
8mPb2k2liOzMnCeVmOyUBq/5tYRqOVkqGWTqbije300Y9+Zh9qXVZKDAy3In9lV+bV5i+INZGkT0
6tWxviw+VaBvx2Q9qWjaxF3YRObaTdyt17GM6wdnozIWx+Qa545XsxyuoB1jn/qKTJEHvRo1n2Mf
CuHUqYGoBytpQkXjsGxesUQk3f+cXd0NPx1th0OKFdvQfujeCpPMMqPfpl07KCxKBi8pkTip5Xdl
CfQdTD5t42e9XmWU7Qn9Hfi1S4OLmYRrTlsrdHxXT17XZb2s7eknpppHnFZRU/50qa14bohq++63
S/1pd0b/iI2vPtQRDU9HL81v6K1WXGNKx542G09y7vbB1p/LsR6+R/VSAoE2XLwBv5/lt7VGnk69
CYm3DlX8oeow2S7VMidfcbmY+RxU5ea/JlPrB4U6XP9PaTl7mCftEMRXyjglNWjoVCfTCechiMbx
oQ5pqlIOihiVq5L269YzsF+wv3G8p1pPy3zRxJ9TZKJyHB7FbNbuon3ZOt97s8rpW+fQ7z7IrdnP
bb+3EsHAZt1xJ/c/vlGbPPvWqIdvPY2p9+Cv/vpfjTRzyifBSnDqxzcvsi4e5zFbx5YMvCVA+PJY
N4Klcwe7ROe5dGOrw2EuiP/a9p68C3LllitgRuOmuhWD/bgSHHXVTReXeWD58XbeZq+kFVsCce69
QVeXZrSbb9bW6/0+HNxFX+bYKU81kMzyMOg2uIabMwZZpV1j3/dcHeLGb257WN87wxXyNWyv1eB5
716lBM2Ft3Qo6qfY++HYhkC1ZQS4Ta0FJPG29SPACGbP7fh0hKgpW9kMFSOBpj9XXaqWYBqe0Vba
pVso15Gv6Ea9IePMtO7VpKY215FHaIKv+OAUO4/pn9tbJV1buTQ+emjRrLS2i/8Z7HvXX91J4lVU
hpN3x4pHG2Ubs6/3bZ/X+DS5UVyeA9O7Ip0m0y7FRsiiTreehymnglLc6P/2P45fN0M+qs2y07iK
m39jOx1VsYbhftdofNz2VDiVB3ZMZOv+IMZynFJ/XYCKvKYJOFDGdhhP9oGk4syQt+A8GVum1mPq
DCQOEb8Tj09uYHX7hdwUkDQbu3eKCWtZ0y1bWdy7pg3uj7aP7NQGq3Ze2nFW5gTo5QanDWr9h7cn
7pGpFtvOkw1SUN257bCYHO0tRiSl27T/hhJL/BTDQMs581q7znmjR+kvu48T7NWvzNHct8d+S6xh
H8tPxYJZMjOgVcdZzD1SF+XV0Xk9PBYoqToOqxU4JwWnqlxrlaHid8wj5prbUgzJ6K4fi0WfWBj+
nIKelf31Cg3FmG3S62rwNwYd3tGkCjAzs8FOZj5apY0VRW+VUw5R2tRVX6fVuIK0xHWlWDfqhtLK
XGzwnxuLDPu0Y117evbrI7p0tminHNzK+UYRFz8ROdR+6u7+8FVbfn8Xry4iXKtv7O4qNX0iZo2B
DvO2M/5ry87UL/7aW5pERz79uQWj+MQCxHvvefu2s3CVEgW+OMGPITkalXqenh4Xn8PpP73Y/ncM
rp25QInfPq3VFhsmkhDsBwjt+MWij09i6La7daZb124erImLldbbqK9y9OYRa0zXeVnbzrYu9UQE
20MAG7DmODyH9wPbJ10+Dk0iT+jZvNe4t6YE3bHbTmkYWuXE0Pf/e2t0Yv0FpZPyzcSOnJ8jn2TL
Qq1+pQvfn2ORr5MzvwUUiX9mo1PNMBXrg6sn5u27PeFyXkiU70kRc9w4VP94e9jZTeTJ5z05d3si
rO/j0K1fxo30mC+i9tTJ8bW4rWv55nlRchbXjU3HJeX89D56JzBVHvdrXV68wy9fjDvuvE62RY+s
LVvl41ZjooRLKFs69VyzVeAte7Wnq1mUx22tuG1raaJnFM1ghzw+i5sKhZAlP5BXXvSGWU3qSuTy
xT7Y9pT7HUsrdGPrgHtDNx6/NwS3MmtLobu0icYG2LBf6leM6csOEy4a6AsOxOA4XTB3L4tkqe0E
Wju9T0GHtAwx4jJl7DHBbzb1FP9lttmvkcX8mIIlyHPfuGAPySLG9WtJXDWfxtn25P0QVJP125AZ
+F8yNUuZzaL2H8pJyL8xwHBXtIf2v69r2VyNW1aioGUImjTQNTmzMRDif14HeFbU64T59aRmjTvF
UMLGp9z9bn2dRnc3p4UFpi03VIqrTzMtCjYL/fekHHcIu9qaPxJv2F/3kKNHHOBEmaom53086s2/
63cpXvZDl/ZrSFOwnixbQ24e7ApMZxjP+VmwnSBSSuvwbBmGx8JX03CNIQHdbDf0kI/B3puzxgSQ
OcE4oi/cul1+uGif5yv2rOJJirkc0qgKlu3sWLO4xPvoNnf9TUDCkBP0I2CXGGmdOCPYjC51//cA
TD+AnKfezbbFo53XpWbdqg/NUuaHG+8/YsJaRdrFkffNCpuaeXCP7UdFDOVSRG6y/6Y3FW1mL4xu
eUSPLzIsjfafMimDbzgbtv256iL/+xT7gHVbGLaG7IcjAQYe4/b3ujW3W+2aoAitffi80R51Js3Q
+mwLruZl8HtGODwssN41dllv6Wwq9Y0VV1JLex2tvAiyj06x9kv9tIUqqZBSmKUw7RrOT2ts0TFV
seoeaWuOJp+bxt3yPQq1kyZA5+9jRZjZR6e6nstELNL8ZjOAfWL8GptMeqQvP8mjWR98DGEC3gaW
y1tKnvS9tCMv4z8xQrOdj2OST2yMhQY2gFiNZ68JeeAAm2Xauu2tma60Gs/VMM8FrRxyO9frCb51
ce5+W1CUDfdB1ZSXmRPlbTSD+zC6t/gyN15HFMJ9UpoXK6ldVnKIdUp38EyMh2xLuo/VagVfgIOB
vDLHB49GjWF10UaxZsn2l/cLmXz3VVKxQLHZcXs4HNGMKQ3X/CG8RlhwOJZ+DPVo8eoTzIHT8KF8
L/P7uJnzuKzsls2KnveTVzXRRWTxXQBe9+jhiKvILxzMxhE3k5v87AQB+MSRrEKhU5hjOwVx8q3U
rWPzLqeAzkIdBzqC0vLgY2ZLl5jb+8bJKkfKKgX14OVh0gIDpefE9DfyiGOhfYDIuAbtIW0wVOO2
F0Dq7Y0z2nLy7kCuWoS12ZqH0Jk5d3b6NvUEQnm0D9uYMP7gO+zKa+9UtZcHrXs8l63pf7UqYlVm
C4hR9WKiEJ/8ueWy4U3XWFknF2Ee997rf2wBHdiH6MPlt9iaIHgVnjcTKrgEq/MQkwh7d+x+sxWa
pBjeqNJrfLDUIfwruqRyUkizsX6spa0fl3mGR5mnZP3pVk3UgkBipkcKvInSiQWTexkC1+Z9X+9P
Y9lu69u0LU1cYCAxDanvVRLmhjiau2rvavE9ORJ3vd3WEL9+rcdPL1J9fd2YhK3Cw8H/Xe37xhNL
vE/y5U2AceQr2dWH1iL+wTIqf3TT4xuY4im4l/k67uuYh7tXyovq92i/F3E3vBw8oMedJ2X5PSbn
zn8fxj5SWQ0FvX+Gsp3ucB1EAGNsr7eyfnJ38LltSsiWpOYv9Et8FSqKwIqfzREruZTAxNZlmC3P
ehQNGoTHG5T4O2y9cMciIqQt2eTsmvwY7Ennegu2o7Cs1vvlrctspY6VDHNa7ptqTkrDpuXG96YP
IJ3EuizdMX05A3TGk/T66W+42O3zIjaPzT2krW62uAeLnZ2za5lFTaJeIOLZ1IqqOrkeOIe5713Q
QCY5HpZaOfYWUfJjh0XrLiDK+/YQN+H8JnpYs6/ZX9c2k84yUujD/sgFU8DB/McAnm5mD4N7N+F9
ulQbkd8PjZGBBHZksfB64NAt3ue6npqUJkbVEDwGOHVmwEuyrt68hqsYHYDZYfekA+0PL4lexv9I
D/dJxULgRTXtK2u6LPCE8kJaKV+Ic3/m0iAjCy7IT6IjG6eguRxW6Y95grvVjUIqy3son4B5oBmS
Ryx0wga9WdJihZAo9Z/nM3Hk3jCT+hqaNTS3LZTxhUWc/Vm1YtozieFhyQkqSb0IoahAvymqa17F
o3u5Kb/w/5fR2nyDcsWvDNK8/GMzsWPS0UcW7O4STiaLQ2d6aojqnNLaacxv6F8oQoJDgzLFjZRO
BT0pPevNgPJ+DLfRu8yya3+EcULl6FtT/Zn7sewLZm5+WCPsxQiX3TyTyhX0/NT2cfnXhP30z28U
zbbunIY+fQhefNwe1ZPCNGU9zdKzCtpJqz6pRg3LS7BpeXHo7wzoowjGtK6ZmE5g74E8810iF+ir
P968DaX0q2L+Vudt19ZHIpYDs6FNJc4ZL28lrx0e8XPa2fX+LYZ1aYvFNSNK66Y8NF4lhpEFNGmx
CThzqINmnp3jp3fsCjIxGXaG01iwDLATLb5nJtrt17Xeo9+rqp02M/9/PgaWQES+I6yGAzfa6fAn
d5Of9mRqByZjFn8Gp8QOerRGVjvr3g7PWzy3Tc6vbN8qZSnnLRkIGkm1O4v5lEzKmzETig4QntWD
RujIYQtP0GV+C8xvsxihkWmZNBhLOdxBP+GKSJbYPp1i2fh23lVjdTyW2G4+G+9AikNxsv8b5kg8
CMTe61nYLelxXbiHRUtJuUGRvRJoVnjN64Rlq0xO2m3xJvOAsOS6xA9dEEvr6klnbAsigQb5yOhZ
rSnzPoO814ddDpu3y7uki6GfXUZTuOrY3cZi4xAAQK4sgDl85X5PntfB+sbDIot6cBWTyurKPh02
uX/iujBz7u2eOCP7rAzltfebS9JU7Xznw29yHZzbAyvkXuVhRet1DVDfNpkXafCxeSxxLAJHwYUA
T7HBx1vNDUc8MepkT7uxTshT44BCSeIZXnprYPOnEGqVT6pr4CPRltRxymAiP+mf2yNlUBdh6kS0
ZPmAHvV1aMi6vW91xBRkzQF5DlhweyeWcPopN0Ok24cgULIvkqqMAVCCvbpPEqs7HixCIB/GWbMR
NS0uFJ6/12zwz5VaxwvHlP19dHv7X+AeRFTUN4UqSM7YkwQunI7nzSr3Lvu/v1YxV958KrduGD73
QdDEb11gP81L1aN/3wfWbX13csBXrWOe0pi97SONiJO54hQCs+DrQPgpms36rWt84ZyWtYTLor1Z
76GydX2eHR/azjgVP13N6HCuOyJeC3G9v8jU4AA9wXAe22sFGTVnoq9W/kO5wcV7BivEo4/a5kTP
rPHGtcm6S5mz9DU5uiDKoNk6dfPsMK9bh6g/r9gIii+iZgPj2uAJ9aHgJ++0WY4xG+HqK1qmVYvT
IQfLSgXDxC3UwpHfe3CVj8EcBgs1fZMobHEolrxsZiyI2CJv1Z0FQf2maJv870yDs/zme7uK/oG7
18gEogbypgcQ2nOhaweMBy0iXW+lx69unWbJnu3Mzhr7LOW17Fuc4+aj85ur5+zzkaPjpFbDmpfH
f6Fl+MGNIegNpYagX/dm46WIf2xGI5Ukpyaug4h62h/uRQjZvbWVan5VKzwyXi1jhWDBSTbDZufQ
/oPTcCAYDFxcQznf4/l0GLm4OVgBQgj6cWSLcFUhvp7JktwPx0QwXkQICAqpPkBTtI1SfjEp0AqY
OBJ/RnizLd0bUKjC6Z3N3B9d5xUH+e4biy6uygNE7/LKrLHOhajYLMjJIgzvXP+mPthqanmG/OLg
hAvqHaZcBoOdidE30/N4YA4BNkbOXDpKSpsSaA4u2zpSr+MpHL6h5lH+i+1yn36F0ghzWanlcTrb
Wx2+tbF0IzbNWijsHbeW+gneg1oHswwI586+m7Dqi9FaWgFz8baGYgBm6R0N8ia8D5gjjv5+aavp
I9SU/R/CbwQj6O3M53z3jmxNlvkdqX/ZFTdLrDrnMssfSq/R+tgMttteQVlg/fv/fxVjx8LnBtPr
vFSNh9hgl6b9ccijVmnX7+zcJbJq8dxtmtZjCdvI677T8tyk1l2cuarE2mXGeOWnD5TBk4U4pM92
Yj+Gk9P7HFUR//O30kGgQdVj+z0c9+avfdRtlSI6sb/GOQrr+3JS5MxB3oXLyTmkfNfT0f+LpZhM
gatTqx/k2q8JuWaxwifUq7HlNSvOwHeOM1f/9dYc1xne0Rg5ssxovzIDoT9fwLsrrj1D1ubGKLHa
wFk4v2dKejYQdKILLOGqPyvSqPcFJb3mC7ROmMe+AoacfN9y8ykZKv1LRvP4RlR9gkjJzJU4kU/t
oiuomzDvR+zpcRFRClMi25nQDxiVLITn+aZuHmYRuXvadnht5V41A94roMkHgxAAZdGxB/+paMPm
F+t19Z0ctwlzkik+3vpQOk7K2ePBXHfYKT4YSUnMI7OEhJQCD5ePapqB+Ge1W1EhcbTUv9ZtsP1s
a6fVfoR+d1ThD1i3Fa5Viud4HtwdpEpwipXzaraXUFthmE/TodVdu1u0DFM3+Y9h6a1HgdXVUudm
bxO7oLxJO63jgCwaBV1TjLGcTL7USNxu+OzxMMSzE562Y3N8VqGUPIrBasMQnu8QH9aGPBCIYOWa
dxoF4EvZRAkFe5XhfUmf8FZ6PoIvL0G2uoHTsHBSqlCfkmSKnmlDxk8IL296iueuvSy2u+vLqPjV
mGOI7snxxw0PMyXlszV00X+hEXQJEK7xcIKH958nWt9PyIIxSNmPQWCDEThGoUruUZwGNQKIa+mD
MFkVltb/Oq82R9qiDoEd1XLvcrpMpC+zgQKR/ew3hVLDZuMYi5tXYFdtDOFhMzKl6G7oQW2J9Lsg
6JbzmiSdhU5UQNYUQ9BXKMCg818Vy0ZBtmhv/lselLH7dkGekZeOcLZc3iZJRtl2pbEuq+Z5nfd+
em869H4PFgl87zdRqUlj/zCXEFR5/mScnb+ganvvaRHl3ueoZsqgsOhcH8wIj5o52jIPzbzvfooe
IgnSGnx/fcAYanqrg4AsMZ5kStCxBJQ/Innl02hCokrRXxwi3fTR/wr7NejuOM+CL12uzdOBgc57
MqsQt/EjQO2OXKL7jr//Vma+DeKKksmOv4Hx+8tjHXLwpHKqE7z61nD7axofSB6HnspchFt3j4fd
Nqik4PIBNqYZOUSsRHxHk+7Vee3AgORHWPXveiMQ+4QierKf23qj8jBLTn+HY2+f+6m0eCQHqn22
lKI7OQuJLBCIILE/jqFf5nSzyHJGD18eT6M2evoTjGZ/Xl1vi88096VTLOWyJWgYreSXkV3AQIjf
P6gSqiLnT+ShFSy6zRvPt6wM9tN6r6b100lSZ5QiPd+3XrUvsAfY3GVb2HjP0grW3xy7+iAzxhv3
wl2c8UfVmg790Yy/52VI7L26k906w3iqPnly5Br62VHGUMsYgQn3UiXL8J3Zu4eS3pvqmSKgorxG
4/slj6j99LYKMP4Gjv3we1W/t+XoRVkFZsR3xruHh7Hr4lMZkzNRRMauvgu7HnGLXJAcoR4SZYVI
bqSgVvusXqE+krTUBAejJJ09wKcZVSvtQ1z/FGsj5qKLE/leNiVFAcVA8A1xLEIuh+/30s9BElAq
qrZP10n58+PaW9UnACuhu3bTjBiLJpIyG1bdfOf5Zj+yfWxwdcQwb/8HqsfiJpb9RmRrC8FdYImG
eayjwmS6zSKR/dqtYnSRq+1OjXG61T+ZpPN+ruxXuHdb7Og7hjaXM41TZTu7vvHMSwf49buNj93K
5BoxVTBmVuGpWbfow+AY3T7tjXErJlgxfAaHFa3FHnJJqLGNYSpp5tEuoiNaAH5q0a6Xdk1GVmgr
r7qCRbfDaXDC9j70UB7DiQuOVHEcoPzGCPe3tfuJda6EqPg6iXIfW0Bmi6dUTzI3dezxOYfr/jxm
T4RndP364jIE3Mb9SX2LteXWxRwEPJkxIqxPXOKARXXlDUjHRf3aTFFVZWpdgz99GKE46onm++70
g/PWdNZmoZILMffRCdGymYpoPU5WvwSf0baIP03jbB94ZLB9Ho5cXvo0y4BgtcmWrkFk/tuQmqxn
N1QWU9uweg8CzeDPBhWfOmlonAh1x412hpRb2WUkO1si8KZrawZfHhnirIq2eJDifikjPWTT7Lbf
/dJzjkzjJmOdTX+j/Mn+2V56tFFwJ2UkPlDw+CNqBIcL5TZhAGXMHPGtCZaKKNcm0b83u6Xa4OAU
P5Q2CsuTPnSsU7Da6rPsVhsVrRU4uE15oj9Sq4V5p3nEVkpWjWwLMNL+Z4+QEWnW4gjyhvwRx5n5
5qtzASCdqfLO7IIattVLyWONuLyxACrmaYiRtPjhgMf16rmXenXs4aKcYH8OoTTabEHsE6V4p+xt
itHMNN3sRKItrYID0sX2AV6/RV1pvSKXQpRRzUv7fdvg6IZ0Y2q9wymhG9BX6QbRMwvdjEy0ihBH
lvTPWFn7R75MUaL4hRVyOvQPo0lHRMRLWk+lPAH+TxCGyVH7zBJbtf1K8KD60/pl9A89UHTvTQFA
sqPp69HpNGGSx8laL0Xl7a57jrgG71HSuH6BCG69rrjlLE8kbXV/tLJq+wkxRrDdzeMu1ufakfEL
fOc4ZHKb3G+txoPsbhud/teA6BvJlW+THddben0iwDDUabd6zQMik0URAN9bHzCENbpjhOqZK0NO
Clf34mWUVvSlcc5N/iA29JZTi+rch8/U7SOCecBHufrJ33GLgZU8lGXFxEop0R9uNzZZvC2+demO
rTXoVw8z3AVLue/nfnb6Pp9QF/oPkCHltzWG/z/t0yCB4b2qtE/73ELuW0p1xBZ4DXAQU+ubjf5V
nBgswtN01PZ+umWRsCFiZLyhWFshFjtIt6HYY6Qgr5ta989qHrfnNYwreVrLVUEQhJMq2SS0YdO7
wPdBAjbLmzAQdIP7SiP9S+05GTH7F1SfDz343fSFrTvn3NGr1soNsrbu0YuPQb0GfaP31JY0Cwj3
t85J125f81Ax5N4CcBonDRcYbdy/0V2cWK+NYGJkIJ6q+JbuiSjOPpGW4rIHsS7HfTVslHocIZCG
TWNf/W1YjA5puoFn7nkuvGLQA7UQAla66I4VRzjm7+LAdTtQX9qN2TkqRz35WcjCOqBPvK01p4bq
1HdncYF1GFRhF/Vt1wApuVr6M5F1Y3cpSbx+rcje7R4mv1kHeupW36NxkR8HJur3h6g8B8CqoazZ
ipVIKKlD707uezp2Cksmkf8Yr9oezouz6uEix8Y+8mGhEwZpAghOHVKROLDZnruoABk3C8ZehzBr
dLovhiKf5aLJ0XPhNGhfkOLX5KyitKzvA2HBCdVR3fIkxN7+2A/4uBUI0YbCbsJxZNyNJX+K2KdP
fz7Q+8itH6+JK2GVeSLgwzV3Y36ZZYUQcxK+fEwkp0VaWUcdpghHp/I53pwGwVB5+Mm3OiHmpuhW
cgkeo41ZKCO8I/Gui6j6gXYjFFte7yHTaId46QG6eRzPTLDrS7D66NMqn4Xr1Cljd7pStuaFUW0c
/8URwBai+2WhkJskHrIANVN5Cgg0Qnci7NG5rqATpD7EVJKNJLD3qRHd3yiCJysIS+PljdS8/rSA
2T2qIQNfigqzOk4jUjMS6WSLl1XnbOK729S6PvWdZzv4LHK4FlYtA4hptWlOmqEiHT5sZfxhUE7Q
kCdhDfrR7kj7NboB5okRYW6DPBfIrFzh/+vY7vJjK/sg08GxPePyIPeC7fRmyoxZDwiCbRnE4wB5
JNMmcdsx7wyxsKnhuu+8192x55CvaDEWK7TOG1VtO80E5dSn2vg3jcGuyyd/3yTotCXrMlW23n5g
cT296HFaGBsJOm0yifQ+gLJkUSYN+q7ZM69be3PVPM2Auf1R/gz4yG+eFy1v/UxWVDFwIWAMow2h
8SSiSd55ICWP/+PovLob5bUw/ItYS3S4xd1O4tRJMjesyZcEEEUgRP315/G5PWWS2CDt/VaQrIFM
Ue+WsOBwdVz1tJZyH+VtSIz/UsxYcFA/6k02CyG3Nx8/tCmn5leIacDdBa2ZSoKcHck6Psz05USK
0tmk8BTi2djjUEBk2KWs2COiqA4NzkDcTC1frLEI9WlIfXHXOEMEtGbjZOzRPYId+MoNLiLEhIW3
YZLPdLb3MGxh01/mcgx5qUGpvspUqGAPAM1/l5ZcqhvACfNimDvSxDVxcQVQ8KNdMftueQ39dniZ
GlfM79LNM+dkqJ6Mv5oxmE9V72oLsj7NxfcCU6YfGk0k1hb1u0fkvV1W5pA6c3lwEOvLH5t+quBX
tGJWCcIAAlKl09s0hkedeKQSAaCuXXv/ZdVuXf8JWJM1cGyhb4/6entk2qUGerd0dOC3dJcjTojh
XLl1FhwDt3IQ2YZrvbNBxOYdLt26gnsin/GUYXOa+Xs0bHsKaPeRZQ1ni4Wy/rfJPPFN5iDiI/J5
g2uKhwmofclwMEqgpvgwTMDam4EMGgNNWw3IyIX03kHPbL1riVOfoWFH/zs2LXYSZJOop20E0Z+m
bcXfVOs4uNfVuA7vExfdB9fIGm+9gNi6DWqOrIXUqYMvnDHAtHrydfEwsrFmO2l31bKh8tuK+FrK
6ei10EUoovIy2DZdB+7R9K140Tkc54FfBiUkC0v7XiEJ7reguU6/c2hjkjsWgeqnx64of60gbb7L
BgXHQfaha7aKwuBnv4Btk3pl/3eBTXwD1ZwvfwSPNYXBBRXOmzhe16tE5rucebu79k8xh4i4kmlU
419gks4cPAjymQXVM1QRYuwxb9WQOfLZtD6Z+oMfoK331rj+l9aefefqCYioDBlct3VEMnyaTaDJ
9iLs5YIEsVo3cq2GZxM2GD24O6dz440N4fxWjUQSxpB3VcceJ7I7VJw9ejDBYx5UM1J2K4vue1eZ
6PbAGJgeEayy3GSujvOPWi6ZTBghaWOAvbHJFyr4NsiCyi4FkkJ9MmPYoWXvAxaCNGqYQynL0ozJ
bb1MW8vDoZJEg60XJhaX2YJfwnmcYZfMYSzE/MrLpcejlEaKQ8bFd4QpQ0hlOuPcE3NqL18j9EG6
40NGKOqRTo3WaRjau7gk2GRrh+xDpxmroYfih1rbZFazg1pM2uv6z3iUEF4dKq7SwwhL5921cx3t
Kzk69t4hKvV7wq1+D9SEGHsGAdr58sb08PEKSONw+v9RLMccrFkNv0ZE61upkbImth6KF4+8q2kr
ql5frcVb1KEJKuC/xppq0nj9DIzOXXnRafFGL7Cli17Nm9L2/OarCfsODNLu0l9AlhJzidON5b7r
cYxsyoKHjAmnzD7ySkCiMbNO8aZuVvAWGYI7bzKFYOU8LeBEQ92D0s62FNAMLbg8e6Gsq6OEy3If
tTWtV0wWuMsmEyyXih2dK1mYnFu7F7lJVlzWTGtejZmyAE0MHuYRkwduOw6EqHPEM8KIudra3M7h
/djqpjstNFhiLfN4JHfsV/OVmVSWiSzAjVmscSOC/ZJzjIYrdoct+lvhbUluC51tabLxNZKMzGe7
zFmU3MlKLy335Um4wfDe9imcnEvrCD5+WSNAMxEnxT61HPE+aUa0pJbd8OLjynvECQ9+0oxp9WmZ
MX0VQMjgcIsp1abrdPYNtsc2VRpiSN4EM8F/wgVdBbpjkodyrZbHbl1GHvoSc8whEo0ItiV30xOw
iw+8PWDfPURR6r8trmyst1i6KeNwHUbvSrXrh2JuRGWxFkxdoz8T2iEaApatUSAt1HbdP1Q8qNUu
zLBAspdNQXGXZf0CZ8TvBChBYekZlMQXe2+IxPBW+XWYnURlstv3U+dYRvLZZYBlsoMU8V1KnLuw
eAGMTIsjqRL5J/YYMYPDNRr+0MeytOeMaJprUwv/ge6cAv0oUYWvddlYH3w1zbJBJle/qRunu1Fu
Fv6M1CT/Ki0Y7we3df2tWSNdfQ+Nkf7tBHUmBWncijftUMJ3Rtu8Ni/w737GyWMisBtJPNW35s2E
qUuDjvFX5jaDWimcDXFkI4KsxaIxfozK8pKGozs/I711z4MmrZHgOJQFx6Zpre7o9ADxTK/R4O1B
EQoU4xOKIahUGcNIa+/LCLfiniEti0i3fDKPBCDh8pTY0l/7Qoj/3D5bzn1ml4CaFdw5EsF1fsT6
2z4hV8sUsAb5Mk9e7nVvhXKsP0NdaXczMHdc7V5Y6bHtLesejWdq3pwG392WoNLxSO89ILZVj/KZ
KdHt+Pqy0UkweItL1KkQWW7ME5Q4oE9EBvizOIb1EKqDW2RLd/CWbpx3mRyQh0at8eVjTE9p8emq
WMdXgIF5vNea4XLbzsEhtkjzMIPz11ul8wKtI3pm7n7xD3kqnOLYY2xQN7LL+aVUIwVDbaV5Ah4r
8yOixuJaLuuYPwI+RHlSrMH0Q74/x1OOW322EmL6imHvFXaowOmaYt30acgN3TS4wzatV3jhYZkB
mo5+7Yftrlpc71AbytL3eUafxqdDdGROSJbUcM4S7Rj4FlDAdlgiXN4oHFgRt8uk8vJUtUP3w9Gd
va6uscadXUmoqtbt8clI2pl/LabwC7L5ZbqokK134xUTIW+Dvbq7yWn9ctvVkYz2KxGQuClmEPuq
5HOlMYUb2PeXeoTmrW2MrnZquyec6sU7GpKoxGQZwRUyAKXdq7VYzReeDeifFmCUYIBlaF2MIhqf
Z6GUulRZZ5PSZCg0PEw9Xu0/pHVPBioMDBvuXhUBQ7zvMShXC/Kg2qM9BcGd+S8DPZ9Z2ZsSfTmm
ZeBxx0KciMcASW5nO/wqeo6KPcUErY/yeowzsDKBT4txdPiAWKz+ulwCNg8YCzUiZJnt/Y5Y3JtC
IHyFhsgfZkw5edJUnacOkd8ivh2D1YX6jlrvzmYy/3WacLH3awS/kHQExfzXs97nJ8i58scpfFSJ
2TiOXxwi7YzGnjF0j01O/SvsIozwuXDoJHjcHJ0sK4bYbcVeiJPHb1KIZS8O/2KTrckFKerIhkmq
1VcY4pnW4K3hRjLwXdLMRFSiaU//xyiAhkxNnh+TctGo5uSilHhuKKnnpazm2QenLNXvOIjo0xuw
PBCMBKnrZDPvfWx53Ixt37fRQS8CSWsWNPMXtLbsjojnggf858VyXQ3SkyPLPAQjofPrgIvSiG98
Z4Bj+BSycy3wkiCEtKtqM+fubO8wsGLKDE0QXWzQt2pfrTFWQxII0Ph5duT8tKsdvg+6HR7gaYHI
m6gZ3wzvcc1bHtQXzDCI3ZoBl5SsXTgLsZTFdepdT+yXPvM4SjKN0j5H3H22fG6cLW1h+kpCePsV
Fbb3u7RdeVkX/ADQZZ6C0cP0+Euxm/vqspfCllJ7ZO2L0FC+VY6gjI7brPV2HMj/Rq+YIb7hF2S3
RTKxPvJW6/9QPBL/3zcwUcfSboMjAwBBCo2ycCNZfYMOkbRIuc071/E/Y9aoYSszv3E2XhPny9E1
qzOepqpszo0vinyTWU3oHeG+Vb3JiBokPkKJtf/wacOwT8jJ4d1JN6gRLyGY65GC8OAnU9jMd2x5
RXy2WZH6+xEJ8pOavTogiaAuuM8jZttdJIjkS6Qcl3t3ukEwtpzicDv1nsc/YoVN+bdY8bEcAMZ5
zKPStvQzmUSe2nipjC+5Zd0AtzSQV58+xR+BiETwfy/Ci8ij7C+bQLwm4ZRWwYmotqa6tBVo9rNd
dFZxalZdrNsURT8C16axgYiwuYRStuWjLidpJ8A06m8dx9BOXtPAIk42DYQ7k9ljvi1xmz9gAsWu
yFrpYdYOpvkOjyXce8jg4SStUw9IUoeQYMq+rL1569hz6XNpUla6afthvHPSvvh2IuOpzzCf7X8z
vFAjt6Lu0maH9yh/iIC3qsOklhhVHwUI8cZwUF8RY7jOf7xPdXqpc+U8cE7mHM7Kn8yd4kDA0Fjx
99l3FdCaey4JopInH07wOuVm/BeiRvoW7JLPhmxFbzevsv+I+iIbd7lnmum5QfC9zbHd4trvaF1s
oiGMz5RlZkeh6gnWM9P5rnDICt6GKKqzvZt6UX0Cc206WrdjTl9+fz0zbk3l2xD3wlyrspCXkGdn
gbfqwBrSkdqLwwAITGBUVVYbG0U9njwC4f/Y0034iBI9fmsifLxJMIXd32zMvRsHLSkdUwE1eJsY
FrlIPL/M/qkGSgb1BNgnfRrQFVsulflFyYD3q5DYMROLc02fUpmOHz7z6mNmV4rpwXOmb9/W0+ss
Kd9gyBzcfYxF66/URV9vEY9ZR9H05b9IGxby0m1MApvlkKGOdNnd5pDY4z71ilxtKW8WHyie1D/L
l/2FJ6LjRsxl+Fy3hUgvDsUHF2JNZveURaRx71HOYokkJmh4Jg25XbcY9zCktOSJpBe2JyQ3YQ3h
nywQD32inWBw2YOU/wkpF+dHm8eeK7AM6z/ASP14lyHPq/YBRaMjcY+i+WVw912KCmJHcEs5pM7j
doi8o2YDwkbXdwpLiDNnzkbKm1pNFdKu70ifG6d9GRsXBrep1FMNCwk0ZMsIWf+c+ut9IxmhmWeG
wD01nRMrphanTPeLD1Cxm0Lb2ZPZFbEXw0EgjkvrblNi96W1szQLLs/FsU7TxICymwz0VCLAR1AU
UFhB0MQ4KbYtkpL0xYw3QbjjcNuQJN2HyKlSbGDoM+WVUlm4LFfOmiiaaaQpraahc08u98pdW5H7
khA5p/9OU1+9pn2z1OdqaZZrX6bDA3MwZKXrOQuyyd7r7lJ0o1isrbRnCHet4erg9HfwVfnjpW9U
vP7B/b8+hMK0Oau/g3KaYVYDuK0RRnJeiec5JAhpbwUrWcB8KlFIxAun0FlG3PYH39TVtLegGrls
EdLJHTkG9ZXOX15arj7vmV3Za45pS6oJGVxd86GrNLysNsd9wmBb/+lcWd+PxC6rbValZs8WFmFk
A+Q5MeiiYCqVIkmf9rJo7zOGByy4KoC2DsNu/W6Vh2qiXf1ua4o0fSDQxGR3QIV+Lje6FjF/Vjf+
scrMP7eYvPlUodAOc7V4465HRDgkCrgUYL4InfrbmSgYuAwSw9uYWIU3q/eKiJX/6s5FPWYZe3bw
tBN5P42ePyeNclW4Z6Rj+JGECJQJ2YQddFm5oEuEoLezXT2m4qLs4GYVwugnEdRbLjKEm+pxU87I
zvHAOR4orSFpMNHtvPjb8AbDAMx4Kf45fOpr0qFEMg/Wglbk2pZh8NWa1kWjz4Cgd6s3x+KdG66N
zjPFeyvUOYdvks9KYw+bAws9hC/Xc1DCxzSJNY3G2rcdE+HWiI4TvEHTuRF4+7NNjHwR+zB342Yu
ovEBvDzmxeqY6/a6xKd6SzCf3QtyKsrFAQc6JIeF1N9pMJjsDeVo3u99nqN0Y1RHulAEu4W5vxw0
zlsMhPnjkDrtMzKiET8su2C0Iasj/s+bhqg8hSofv+t5ye+HaAwI9Wlr/2q5vu/8K8lBQh2do1RJ
WtiNYXsb2lkK8hLjoR6XYCIxYLq5yJYseAoEVQBc6lYLEOoMff9Ul7jn+WENtrEomIt+FxWd95ze
rLBM3MKrd+ywHu7kHmkGDqZciSfEFUjjRpGph5vv6DTXSD2AVmoQjlrn2Ju6uOh6Vu8mLA6MTfga
3GB5CVryUf8uGQ6wcYyj+nFRXt6c8jTXzc9kgfonWCgg9xU8dX9Enxveo2c3MGOdg7chBlYDBkpj
3vwa6eAT7D+DjXYGcn8CAnnedYh7JHEXf3kFC/ee9KDnrwIW9DNI19Z9cEu5EmbDBgw40zY1U0BY
/dpZtvwIOJw0MevQv5T8QjdUBPZ3W+a4E9nFCvHRqzB13ISKlohXU/LXjlBmbR1DlBrlI9pnToK+
Je54I4nMgJEAydjZGeVBOaJds8c5JM7ZGtiFOnBm6PzMUXJrhEPEHOwcdITcmsJdv9AUjeuWAuYo
OpclEOTG8/R86Wrur13plFlHOJWj3Jeg6nJ9jpp0+KdgPvBCEajy5+ZoLYhSKOYHTkTmrbDgct7r
vAZ21j3bOmkb6Cx2qK3y+m9utZy5g5A6Psl+sp/yhdjFo817kyXZUo4P1hAvwyYmeoElw++Z/PtO
D+OGvR7rKJzAhHXTJnwYrb9qfuycyMGkjkvf7NyGriqivDN8YfwlKfCXE2R3BtHXZwihASlQ5CSP
eybM421GVkqxkaWcHxWNAe9Wvaz9q3F5QnhKeeNRhbb18MYCL4f3MECajgV2NW8WMT3vQD03736X
q8c0K/lroEmHO5I5Okp0qCprk7gx/gu5hGQQTIVcuRVY7tFDYjyINrEU0TW2jcYAPqP2HeENCtXf
eaEbodSwM/PopmGg9zYZFe+UUQb/+Lhd/+ilq2Bh7/Gt7oUu5+CIxFaebdpH1cbtfRvQDHCAYCiD
2nezUjMPAc7aG93H1cw6PKqIf3YJgiW6dGqZ7lSWdf15KtIQBi0iJmYDiBQBjYA8YIHlPwEigqNX
e3wAuIRGuqeKDRaQARdXKdZpywRLdEe+OLxty5il3rbscwS6g86QAAClMrK2xCajFSAvzd7N+IEO
qC26YGdh5WMoAOUTWwyWTp2sjYeZ3FWOeOr6FCc2R6Ta4X3Nrc0woFHYFP26OviIIqmP0xRwvshK
ZfK/mt3KkLlD5WwyLlP7mS9rrI5o+7wgEabLXotgzN5GTPBwl35s/F1WNPofUBWfV5SX/WdfCQE7
hKkkTPAR6TtoeVgBoxeCuBx3zqMD3sLuv3Igppowj2hJk6Fo8H2kOEWX/aDG6WmlYzZNRINil8yT
unwhVWa1D8SzY0hLA76Gc5WOzlRxrolbvDHpcxW6JMs/R7iD23NRhUQQNEzz/YGtXb4sPcf7JkPD
ZvgHgJJ3IVb+aV81hK4kUUEY3NbN4/RlqIW0r7aqgxNqgKHYkLOT7UlgLqvj0uSmuCC640LrUbKK
c0yorUpgzgz+jJj8QERJwQE2Uus7m4A1exPpUb32kxe/2piovb3mxbmZ3pV1GNqiyw48nrdTfrA0
p/TQlntY3QH10OyE731QIzPsZwsB0+jxTsaD4x2mbkCvURVOHR1G1Q/BdsJSur/RtfhcsJ/eEEoP
KBSDo2j3s5miZ0srRB+F15hqG6PV/1xI7gq3FVrhZ5TosE0pjmOk6FQ36mRoHb8mECVHwzxrjafH
gimJEZliy2L8KljUZh8FIfaimVy2m5gw7+xOJoY4tu+RO/VtVitZAwiQnO468bMe7BX/xI7wDCvj
51b9ccEyZV2AaN1gM+NCn5Dmlv4pxaA6bKsmBzDl5JjiBPfa/8/gLioea+kAfHawU4kN15hepmVo
xH6oHDIRyMdxvZ8+9KKHqDN6go4nPQfNnOxbO8G9HIpNkcbDE1/eWEFmNOorpgf4o0XQE55DN5Xi
aMdiiRmbHae5c+dhDXjbfOcv9q7wDzd8ae8GFJ9su4Udf9nasl8IB2D77dUEzlGj7NUYF7/jrl+d
TU2czHBe08zODoDY8U8btG1+sl2REXwOCG9tJndo111HAdF8R+iEW2wZqJiDazXq91WnXp5oK1IY
mK3cRsAS+czsJRqM8WQHteH1iat63rsKE8G2zUD3d4FPqgd5exTvwv6nVvhCUgPmiyBDfbtfgRYB
9fzZO9lAwC1EjEfwmk+W4nmg8dvfkDdGzsE89zOlfsKLOEIQLD7JbpYefPQAzp0jE764EcZ28mB5
RbcSxojgPsea/5Gwkr65gdUUR9xkzhdkEcGcjGcTMZyD4+wWsDd7E0R9r+C5fMzD5ViSN5fjk+Eu
FyOFU/54y6BGOMzAF6L3bhIigJtfD3uXOoc+s9lG1lz9O9q+wluKX45Pk/cqZuknf2R4Y9jiW1IU
Nq5bbwlt+Sm6oJ8RrbUEomT5Wj+6MZWQh5kpmCccXKB+JqNTgVWuHlhCybHwYVVozo/IY3vyJOsQ
QJH2kQYdduMEKV7jUPClTzYf9bXSUBMnBhOa09mm5vKMaEfcGqPHkuhRv8ojfL0RwQmYsqH/1rrj
JuewWNdLWA0NXpF6raIHrLOmeQCADj7DDkru1SIFJtot4Hb8QAtZF8EWa4s1yq3keghwqIKVDUXW
fcXIHs815q3lDpmbWA/uhG/4MEZaj1f41PQ6qKD8Eo3pi2dE4OgWeQYXIEqcxmwRnUuNiRhGP/zr
AvnLM465Qm77OmOiKPkCFQZPBylY1ytjnXMnFX/KhfrOYznM8lUoQ8TBqNSEjaDM8AlFUVFd+GDG
x7hXqthx/aj6S/bMPLveKtbuMPjFco+enOjxxdbBR14iL5x5v3ltM93nSGDDbL42N3UlCFT0LIin
wu7ruHLfgfZPUC4QCM9NFiC+wEdQDndl7M7hXlh1c1gFGxAeXdERScG3cbHtduw25KHFwW6U3hjt
R7JU0ev7pPVju5BDc5rcSH+S/tlCUbjwV8dmJhlyN/UsNkdJKMRukbFR19g3zYdfrOV7RGQgO5Cd
Lq/LKqW6c2bkdDvGmsjZZQ765W02r1m6NdGCCjMnkIl3I0OrBbJswxSxCMLvz5GDjLCmrDonPmi9
zAQIDQcVZ6W34fMrR7y92czDqnTzXFlyst6QF9O+G0u62u5COjHTHerjPIYzEyxJ9jQ11ZEdrtT3
vdX1j2J223E3mmksUCnI3N/ZxF9+lCizin3Yx2Y4QK7klNvGLFxz66DygCSpuQhXS467Ie7aO9dV
rUeOTLhWhz6dHd5iHxUve4dVD/9MPKO+an0yALGgx9FhRc6YJ+wTDvvkatcu4Y+lUe8zdxJyD9sy
dYJBqIE9A5OfcVl5sib2IhzaBEmrOz8yDzrthkxIgNyoVP7ZkQi8T6NWU3Fq+S6ACZC+tncoQadp
t6Jiui+jMfOvkynj8n6aixkyuuznA/LR4nuyrFBQ2iX50mxndU6gZ4Q9OUFze8F7y/9t8rGbH+B+
Q73vq7qPz7OFExDyYMIEDrVmsp1N3CdBWL0n/ljKH0BC1sBw/YcLYA+5ORLbaFBEuBX8+uZRs6gm
ikwjyAtcYSNB3pzMvvZtnE3klAWhv2vJ+eZIMExde7sFMyKxiGC+1bWmb9Qa/m+pNP7rqJbYjl2l
lnt8b/k3U0hb32zvZhtPM/q/21m+ZfWZYWXzOXtWWoLvIt4AERRauBKSrdE/5JUVXyxZEEgp894h
BAPI73CL9ZRvoz4baOUw1fBSTIq9zuRu+lR2tvqeDP5jkhwwFu5Ku6f6Na9XQA07ssmED0E7Y7Ic
HGK2Ig4NLiLsDX/yulPROc3U8Gdt1vWFEA3yF5jGfzBLKQ6fkH5jQhj6+Oj2qLcI61mXV1F2/k3M
sKAIDHi6nno3l0cqtbJH1iYIqMBgnD9Xfs+edEsdUxviwYhR8LRtySQyox2eWlPq76GbsEg6Gls9
ebQd3qUI9GE5CtwI7Z+2IoR2fysI++eXsxnODe/uAbdyai6zacpfEMVeIC6j98xHpmGIH8WD8huP
uKVA8lD68v5mDN5jVLvdjlA6FSfaTetDLOOMmqgaIOQ8S1nZkH6rA27r41RANdOWD2SVZdUDITUc
xWosmXIDF8h321WsjLcldkzPkYBY3AlnDdVO6JjMWr/BR5d4xMmiz8Tdbh4Ub9pfT8fmuwtVekfw
j0DVPBn0IH3b2bcceTYbZvugXHdrlNtP5EAjfdJx1T6hjoDi7vmajz1RYBD47Ih/Bfr3couMl2Bn
kmOJX1/T1i53VukGv3xZ2t40ZHDnJ6+YHdCalhjETepXpX/hqhuyA3lEXn7ARclXwP9yPEayqbiZ
fDfs71Ik0T20/JLyCPZN9J4zo+hjJoixtpvG+vFFWq7HtRkKZz/LYVU3N039hOIVLNabLPNPkBDk
ItMw629dE7N3T3yLdvf5KMx/BNnnP+wz80OBtPHJmxS2v6ay2z9lZLtvHHrxQzHU5iPGJznsMiuO
sMjXHm6tyXnPGCT/+Os6TUlGDoJhTVsl7ebkYJ9KVE0o4grhcZ2LxfTbkj0DV3sUofo37UAsc+ql
/rVCZm9xhMrhP/Zl2MtqKux/BRrNv+Pghp+iHemLsCVhRyzbmf9SOQPCKEWHL9dUGUwX8rECd1MB
TCjxCSVWpyelsmja1cBe3kZiXtZ7UC7rZU2L9a8jtNZbCqr9T2ByHnNKidiUCJ7Vjws5BkQYENgC
9Y0c6eplAOEJQ4zDqNTYxYPVocdMYpOpaRdbQQVyBhe07XURDRDqMBDIVZ3px1tk9Ui5b4rKmSuM
pKrU6xHOpTQub/xwmuUdWZzizYzMBdZYpRTJjjPQpYjg2SY/bKxNGrtx8BCtsU3qZu+LzwCfwxPq
nTzflMhRKSBtaJEnCysdjjAi2PibzoreaVIN7a3FDLgHzCSLaKhGwkYoeZrzfcONh24ALd4Gd5SW
Ozxh4Jh+TRTbM3J7gVeONBHcZ+0Acz3fqIgGkherRYW/aFod2xxyZAW3RIC+Yucq4ICT3ocbJDkM
8diZ+ELn4FLg2l37UBL4gDzHcg6VPdOvlAJAuqjD26D+MwREZ6Fp5mc/6aC/RefW/EZLp813VhCg
A3E32e2ZWUrdycnYBGzMU/uzBJa4c8BogPIhyO/d0mmHfbTEKKtLXlj3DphwlVvfbWNOXZcb+8Fe
kEzs1rqw6n1bDdE7uwG1bEITt5hALHGXFstKhF8ntSEshglw2tfRytidupHSN245K7b+hKNh60nn
RvNafvq2BEv1axqm9F/fZt7bk0RqD5e6I+AmIeSPjPyxg0VMPLmqYNdQGznBMQCdJHnh+W9T3ir4
hsgB25ddgYUcPqj9XoK1nklnLPtpW2B2HRPSyDqfHnon+KnR+F300ovfm7AoS+yRnYDTB/QhGUgX
vHmOkOwTCbvEL3adjeXjZEVDfin6NsDIh4mf11Fjeu2UktiidGYONbWvBIp6ccX+aa3rVwGkQ/id
0vZeZYHxgHQiD32gIUj5Pu3I0Ulob++r4xT6IFr40YROUmP5LwVxwd8mIBOZCJd4upaxTrON7/ac
sGnB+7v3c6QK+0r7i58sbqseSNuFv7fIZyE/dhbvQe/2X4YYchQ1DmPoIQpG8SNpM6oeuG3VA2Ym
qrv7VNjDztKpQChdYVDkD8gk+Ccp3edoMvKV+BP4KCLz9FvrdRR0Ygca/yOhq1PJSEHjj/aUSLfE
TkBkkHgWPZoqyJkOOG3Jsus8+RvzCpL+64wS1smbgruJARiPUj6E/9VE2I7kTZGdk1SsgmFCChOH
QFOJacJxr/HTxdCu57Vj3GD1mpkMyOYJvoMeiXcvtU43TpVyeyhXh/eozzG4oESK39GU50dHF6Tx
6HrCiix9Arl3fB9IQggsNwh25ii80Ww5agvb7crmKurW+U+hCWhPMYGRNRnlvfim2cNyN0vWuFhG
m8DIg0Ct/uBFc20OsZOu46bScJu7hSYdcUB1tzwE0TxgW5kze97Wpd/+q7Ks+EwRMr55QTwT9DZr
XqZv2gxFfSD7aeiToBaZQGwzDE8FfRHpUeqyLE5oHZipEdmZU+QpmxAp5OPvc1NE7xHR+swv4zgj
e6lHUqbtdfxX1C7T+mp61HuVx8qJINJ/XSMvBMwklgsbok/VChyMKfOrZdn+mxVXeIGt0qtubZ5g
3AMJBgFaiVoH6ImBnG5jAP3O6sU3K4di2+K0g+3sx34fjI3/OWRtgL3cWd3XYEVQSGNCJnYSnhql
BtkaDtyzx3bKO5T75I1itNgiRw4xXbb4AxMBIVrs7CUEZvJGIm+TrOZo3eZgYLuJfKaB0wamfjOG
iL4f0IEY8soggUi2FpggnGLDz4q7nRimsnrNSBpJibmeIR/RTsbjjrxdfAdpUM7QcWm01Ecu5CLb
Aod41dF1UdPtWmd0v8j+1cWxFTli7Dw07h1p9mO5HVDwc7p79EHwsFnuh62z4DVlt412bm2vFRIl
7G1bN0TLsUW1w5iKg1HdzdSl/KnRQ3wNSlsN1F/kvdX9MpKSgfcaeCJr7Q+y56vnaNQLfz4qr/uY
KApNj/KlrJZzJ4JbiQ4g/G/D2bqgeFN5RJji2IK5E4FNr0YYzW/1OMwf3YrY3YpkiQS5X8eLLmYw
ZtcTBVm46LvfKnR4zmWmgwBfGDPWLVYAm9WBTib9aI8OD8iEpO51af/H2Zk0y4lr+/6rnLjjIh4g
QHDjvjfIJLvduLa7cjMhyi6bvu/59PeH38RJEknsOlGj44itlJCWltb6NyLHrjBnlcAMQV9GpLEH
T4W2OBQMCySncgRghK5Ugwnie+TnfP2radXUzHusv94ERPHvhubr49GKEKd+VmCXUCseHTsivKLw
TjEwFfaLkQTQD1oIHOVh0gNolVEwitH1gWBeuFHaBEHSHOR0rRjmuzY1W26yhMupgEPa7kK9VGLy
Sat6sLrQcdwoCyRJCgox4iCHpvs6yVH8pQVjprs1XVk8urrSZlv7GNq5rPRI9TiDVCOAHaWPo6kK
lSKL4zVfgh769hP5yvgAf1lvjpWgpu8TEqDY075HDxw6b/4C9pMnKq3b4GOHVyiI79YXkUs7yKYw
71HzcHlSxZ8V9D7KPZKVozwW9Hg/Z0FtDYjPKMPDHyUPE15DdJlkYnLLqDlCHV1VImL+Rxk4fV9m
CU40tkjVpwofkW9CCyKqwKlK76Tz4CYgzV2K734D6RQaGvA1dAp6/11h0tHB1SWi3JelaDRQhlEb
gC4tuoBfKY239ktZBVn7TCtbJ4fPK9/7oLWDOrl6OBkXuEZhCtOmDLLdH04vxJiR27lga6JH+goO
uuFs9fj4h1ZQsSgoELqB9Kx/6NU1HzMRhXMCBQxLhZn86Y9pgsyodgL2r1XrHmmtClhRAd1KLaRI
reMfkCcbR5VecsgtPRB7lcvzQY0x4TlHYJjHDVuoFT8jffZV469IFaGK2XPoN2csTfURdxFFsweT
NKI0ZQJyOQ59M4jz0PrJ0wTG7uvoxePFpnDg/td//s//+5/vw3/7P/KX/28J+p+sTV/ykMrX//2v
NYshg943ybxhqI628DrsyWkksY6nD+wOoEtI0lLOcx7vj7Jmm4RUngGoEYSJYy8sAP1orLAM4vWk
6DRXUWH8qbRN9YZ3xvBwf6TZQ+vK+JQ4AercUAVvH5MFvV7MPgr8HE0tLGUrJXzsp1Y/cZn2e0PB
F8JMxd+V1SNwjsHGY2223+8PPk9jMfj8DTVpYPVq0ZW+HrwMOj+Gh493RFZFl0IN8atEquNY+w0M
QaML0OCJk8P9QW/Wlq4fnT+GUwHU6c7iC05j0TeBCeptqtviL1UgjJ0VpfIncvjhaz0VmZhjGsIW
6PvgX7b4jDTLhgZ/AwhmRVEfM+lkLlTVxh08XJVeOytDo6aimdJAmdBSFyZfhqd3BRr4iE1K633l
RMnzIMqfRtqlb14/EG9JAxd6jWVUF6ZsiWaZAJtQC0Ant94NVAT+1ImqR3rgsDPvj3VjAMdkDBsT
SAefPRuq7vX+gGGL4UrqGHuJ2iha0qO+i0VOwwKU8A5DjO61h3sez5k/F3FFhyt3PV5UND5CZ4xX
gcY/ofmoHIx2St++elb4euoOTQqV0oax+FRp6U/c5jYJJ3Zkey+PnCOEUZRxGxXxE9FbG76Itxse
aW0Jt9fRJR2h5RHXFHiwqQoGL1Hbeq+bFs3cEnkio7env149NdiVusl+l6yhsfhg3VwaSEPsJqYs
sT5GRUvDQRbGzwaBwhN41eC1cVIaOJ+D5aM8wAHT56n/dhUo+AFwQYKiUxDjPU9+TkYOhGrP7b3l
x7iyimwLLOyQaDJgxyy+GhoHzUxcQHAGHdAzhi6cAKoze7hr7YbB5PpQKNHO/zns/OtZ6R7MFDhE
81k2yp2ih+rFA0BYKZGxEaBWDpggZhALgdoS/Rffq9ABGQ4BU6nAMcDQ5YHd+0N0CswexbWpjF4f
pRjPUQ3LMh2WchF78frok85hK2a4IJ+GXviugWfYqamjn/d34uoa6o5AasRWJRf29RpC8sc7R0IM
jyva8lPre4cqx6A+Gvzq30xKQKdUWULLFIuhfFJ6QwsHolSvo5OHUsDF9KBdIPwgN1wjb29r/J2R
9aSvBkART9vrWQElB3TjISmMFk4GmLlHNefok4/TkMcu9GdfVcD1Gl2hCzKBS34YHcGD918sra3a
jqHZtrCXBu05j/esGtB50D2lxAMJtjnFyuqs2n20EZB//a3rDAH+soqJhaXS/dW1RXqi+mmT0xAT
+2zKgs9KRQdn1wxYGxWgzP5UgyR+CavKeKQ5Vj9hhqf+yZU7HWi12xegOPLHGBfdD2DZmc37HmwW
3f34HIUaxV0F+svGhTWfzHs/d/F9FAWYamzZYh/Tr/CzgA6sN2B9gNHFAbl2dZ+OTYjWMEIh97/J
r7zz3sj69c5AGQWKS8/INeKNAB5QlkvtPy0KZ/tSs7pHZ4YEUCT46VWielLDNDiXrbfxK9YOHcGf
72XNgcue//23cAx5yIgE6B6YfmhLeiEa4zVw/wsi4eXGUPOhupkvAgqccGDAlrU4dJRcohbqnrH3
mq8mGM0TTZmMti46sgUiQvdXd20wMRuLgvSA/qAvch6niBtj1r+l7Zj52j7XjOJJkVF1MvshoRZv
wDrbmJ+2tpY2lQIyEt2S+tLN2IFjTRaBBycCLjXavngRgMD2ioskXb+MuH0BRtGtI3KB/UvBTUGH
C0+AA6WR6KOiO9bjCOq7dOHPqMeSYvnp/prMV8PiA0Aq1pBPsan1cYVcf+tsXv4cCS1QcRAr7RK8
vUHr7XB/lJVV4FpySGi5oHRVXWxrbxroviJ7sK9HFUldA4EUaeo7uPfj8f5IK6GV8K1xseusuLAW
ezfpRQfajtyP7lB1mYLMuxR0d/aUUeYWhJWduloL0IJ0lCecQ6rXB1USamKdRc2bqLrYYukA8zPs
A3PvKLnytrFUuBXqWORPUK6Tz/enurKdTSyODV4KbCxt+YAGIQkHuGQsgMKzC4DAp5Y6HWjqqYRY
hvXZxtqufEWLm5FPiEG3STfveq9gooOYp0lJH9Ba/VD2Mdp/RWM/VbrtbAw1/6nFtmQoR9NJa3g5
Ly2ccempMQbyuIwTSQsoqcMWidIwQAQcU7VDb6j6M85YykaEWJ2hrduWCebGNLX5tPwW+QBxVhHq
TCiiQbo4UucERVKgiQ6rIz+/+uvRmUCPnDNsS+RGr4eyFLTkoZeS5E6e+t4oi4i+AbjjM6zK2AGH
15X6RjBanZ1j8arkztekvZidKRqNGMiGUX2/KQ8KomLPKJuYkRtCLX/9c4VV5BNatqULMuDr+TU8
nFCDYylRVrFAGpHnSPy6D1UBvPP+Uq7Ni8hlO7qBHawUi3nFyGjn4I/NPYQzE4Mh1IeVBI/aFvDh
xgZZu6DnE8DjgZIOXM/FtODqq1bbMi1MnqS/L+y8M4EJyPyMsL6ChnGA5HDSO1nPO23sf1RV2V3w
8qkeplYjOX/9zC3uMprnBFXTXISbOsEVSvboZGK6K88tDKjj4NQf2x5S7L8YyXHQwwLfw20xB6Pf
TgavNwxK+QVkizqGAtDDkDrSwb3iiLexxmtnX87vM1zV6Pvai8uiHiogWjVwigK47wU9RrpsuFe5
FT2cB4SjlQvURPtfHEfeF/BvidzUKMT1/HyJzuOIcDaI4sSHaQsMIw0s7ctopOdicryNF+/qHGkf
SYMUCz3LxYfL4TjY+ohukxfm7VsZGtEeD57pjKJG/ARLEMsJtApf/0wkdosZWqWR1lmLOU5I0IGv
Q7o9AauqHWbSKDjBRupvHMb+ZoZB+OX+rlmbpi1t9iY71CLaXa8qSmiGN6DjsbdGs/44TAiNVzlw
1ghH0r/6wE6e2l4Z/7k/6Fo4oK6MoqjDc84wF+FArTJZGj1KCVBhBjcflXFvJQoEAbrFp1cPRd2T
mgxVwbkItFhRXLZnphm9A+i/mhtQrXyirBwfk9LrNm7ElVlRJofmpErejOQ410vZQl+ClFWjFOuo
6jEGWUkvJLGQv7Z/3p/U/JcWdy80PzYl+RPVGHXx0QbV8+q40Oq9AFbypsK0eoDrmeHReX+ceY/f
jCN4BEOVU5nSIpTassziCGlb8C6Vc+as5CdrqC18xwWCU5MlP4oOzELBdYgJgoy/3R9+jljL4aVq
ASyhUWZRFLpeULvKWtOXghOvmv176anTO1DdSJbaXXYsx0zZqLiunAWJ1ykVcmpcwl5G0BZsogxi
Wor25MM8SnP5I1drfx/S3kfAZLanBAL57tWTJGYj/yKEUFUeEteTRPoY0X6w2vvOQZwuRyXiT4vu
9BE9SDRNeFFufNNfq7ZYVS5F9qctTM6gXARvJ+lH2qQ1wmptHH8zg1R+n0P8N1VC6YQ7VaHPrgVD
AIVpgvQBmsv/kFKBtNz7E79dbVNaDhmFIMvCWXxxXCBzIN8UUihVLUV/i2li8pOWBA6oEBAekUow
5W6EYGPs7g97u6lMyTFl/tBCEG2YT/Fv16SFvnBoY6qEfyGOY3E2S5lgM3mBz/KDTRhuzHJ1OM2e
e0yO5nBpXg+HZKEGdQmQ06wB+AEcj3GpEnjxgzJAyg5yZOZePb95RfH5ggSvMcfrAW1rViXO+xr6
j0JbMhJp835qDesSmV6PgWbebMxw5Tti6MaYknuEtHVxUYqyC1NclqB+Oml9DkWBej3WDq7iefE5
CBTvMimK/uf9Wc6R53oTU9MnnvPE4RXH8+p6lhRoc9pIHFU8PUA3VQMmgzEZj9SK4h8rKMt/oqbG
PwCS0cb5uY3y88gWmQHvcQv41fXIBspCY1WaXJjolx5oPctLJWz9CZ2ffKNluLJ3qOBqgqocpVyC
4PVQiqdHRWAYQBwKNBurYZwOcKsBO0/F+9zDyfv+mq7OjC9IXQl0nWEubpU4lYEyhUBPoDhnx5wM
Epi/pxyRzkk2FnHt82kUeBzLoe2kysUmjfQBjkc668dMEAC7SvEPBro7KHyLv2j86icEjWabhEHZ
yOrmoHK9b8ivGNJ2SCNZ0cVmjfsRZ6K0aqCAUF9ScCk6hhQ+No7E7Yfj/UH5mH1JqLk5g52GJgnE
72Zf1xGSOpACXERoiiNKnSgO4QyzsZzavBOW05Lz44zOk052vDgOlVogktyIhqZTabyJEl6QQZRh
amaIMsS1xatOalFDFrDU9FyWKVKlodMcms4XyHr05bOKqNrH+9vp9htb6PfplPLoPHODLLYTyGsf
Ch7fuE4T1CE6guxnP26GEzpB1qemgYl5jgbYhS44bkCW90df+QQO70yyPv4Hb2MR5h1pDfBySxr7
9fTVR/6Yxgsm0yOUJkLg8f5gt3kSUUijTcu5MYW+bD/PprgIIuJOoQLtPmPIhciOnPqzl2KZS2FN
XnI/RUyybZroYAJFeH09WHKIGJ9fYSHIvjhPCSVSFYGndm/H0T88iOpnHNo9hGRj4+39qd4eIEYi
IYNCyt3NfK9jUltizReb4G30IYNxXAbNKaTdubGhV0YhA+OBOacG9CQWX69UHGS0VY8FnRxov5j/
PCg6Uqn353Ib8ORcgpxnA72F7XI9lxzNWpSkB+RZZzmvMRDdxdKiz6KfptO/GMkiwxO87KiaLTLZ
DtEy2Cs9xq6AkfEz9eVDivgweh8iudwfamUvUjvnEaKhUk1nffmBAhtbGmvWjsH3sYYl0ZpHY9D7
Z02nXr9LRR1/SEd4e7Xsyk91b72+koz6HJAhHYCCRadzce4R6KW+kwKjwrwwe6IdPh3yHl3KWB2M
w/25rn3AX6AF59fnWzYE0YDpWtnqPXI8JTSpGDIZ3PfoBbXDrc7EvGzXERZ3XGY0A1lUBKUXO9L2
MKnSRtiWpZjEe/Tuik+FYumfdAV8765rbMdN8yx/9XXFqCDXeFBq1M6WHxO5nmFIfKPbD0ApHzFW
Klytd8x/cQ4wuKMOOOMJaORen4N+xBhaNZBoh3GILugk0GoVU7XHy+/1RSqmwnuS+EFjlYrg9VCa
DmMZkDWwJ4lliUSk9YATnrnzBXIsr98ccy1lBhHQATcXZ06vakyBOtHtS68eT5ODMnZAo/iYdMO3
+yOtRSsacVwzM7yK5vT1pKxGpM6U4LZRVkV7aSpeyJkN0v/+KGubnQtVmHBrUcU0F9GqEB6lvwju
ZWljG4IqP1LQlVmepybvNi7Pm6GYBFk1L2FMvkCYLLKkCZ2l2mrxdlXNTp6wRxnPZd9SY4CFdLg/
q5tzNQ/FylkUScl0jcXNpWDkDa8IuaM4S/0z8GcfCaImeMGTrf7idAaU1AjHjnxjhivDWmS52AvR
ReCaWUZJWtnsgwIvTK4AsurmM7aJ2ilJY/0Hkqt2jgiUWb72nPFg+H3QxeY3kcJJ/WCY0LLLIafp
GOygytEcx7DvzveXdeUL0slzmKEAQqPeQJFCnkA6mgn7AuHNBxDLKHNK/NwAgBsb5+wmz5tnBXSS
di1rCWDievd7gEtCMcSzMWcyYM2GtKshEOABvqCcik63vpKHxe8HWW8cu5ubbjHwYuug6QKs3gim
fdNo/ZF3IOpFoQlVU5ui4gG19cBFyQsGPubDTzSW040DubqHuAw4+HRQqExfTxyRvampHKxO1AAT
ql2oImvp+kGSPXlIBERQNEqUQUYkLjau+PWBhYnuFF00Ms7rgSupIcGK0xZdvrj7C9WP8m8dG6IT
VBjplqqcTjEmkK8/qHOPnGog1x9AsMVq94XiaJmXz7MFxL+nZFWnT22TZf33qcuUly6oI4UKbl59
v7+Vb6IrsCJewVRvKaAI4HXXs7XyyShHFHD2yC8oE2ySFlQ8jsXyw+vHIekUpJsOYNJl743rQi/t
Cv60RRlqdtQZK+8xCOCtbHy+tQkRWqlccOQwYFxMKGwmaSRerM6ayJi35vgvTHW31Z9diQDy91EW
xzKI0WhH+EPdIwfSnKTloeIeOLMKkXx1SYQvRLJOjwRyJg2axXWBjlSZdoEO6MbK9S+BMmpv9VbS
7QJP5N7/SCtbX5LU4lpvzb3nJY4OoxzbyRJP3aP4htoempWogvfjpepU++zjrLvrEGff+GArEY58
xbJoH2iIb1qLTEKVgVQw2dKQmEur71Re/kYRcXrTExMeoeBnrjnN3nKORFT+/nTXPqI1V7ioJlDv
X24VzO78Jo3ZJW1qjSdo6RgxRrD8dLR2Ni6ntV1J1g7sjcqIdQOWdej1VL6JRAgF8PyUq3npSooK
GzFzjhJXaTRbhWIhED4Je9Fedg6lgeRnOeHiBrx6RD1SlpfZ7/ZYznaXfTnqGw21tQWcKyIzuFPy
Ol7EaGfAMg6bL31fmVl6yIN2POL8NZ7gNW7VQVeHkgQQlXTd5Dl5HafUEiYUzSZ9X0JKPBAtESbE
oAzdSbkFkV1dRW4/6oqUBmlVXA8Vh6D1U5no+xpPzAskBuNS4J7yMMBc/LM3hX+6vw3XTh2fjMio
k6nR3roeD+eEqGkspiZE9SOGrngOG1hzMQ65boNhBObVU74x5tocefL8KptTU1lCBgoA7342EPZH
p1H3k1bGkTuWfZrBoceHERHq7On+LG87I2xOh6sN9AzBBb7s9TTN3MIQYHQIzJHThrsk/CV5PTja
MUY+GeE6VMOIc/YxDEzU6OAbakcvV6GZ3f8ha/GGefOEB/ZFk2YRT2Op4RMVhODfIlt/UTBkUcFo
WP2Jclr/PcsbE+oSsvRdXYktONzt2Jx/AixGfpTzqSVdr0Gh+NbQjR52XXlUuq1hDDE6eTvdOcJN
qt3SCPpDk9bK4f6Ub6MPw5oae9mYMVnLhy6Efepa88WOt7pxkGPkPcdo353vj3J7ROcBQHvzkuam
UJeTi+1pxEhuAEvrmQQeHzMt5F6OQ1F+evVI0iAKzG9qcrRlMoEvOkW6QeqwE4V+cOIpOPW2U560
qbc2JnV7OGmkz8Bd2wKMcQMy863QVLI6BJrvIKsushz1cFVBliqzvSOAWAWpgXoLqHR7Ouk7Awrl
vctjlDbI9TZpJWTu1gTEB3czPBsl3rYVNnPnoYF5W4fgiF+7nnM5iec870R6Tcv1zLo4rvGfQiYr
mFq4vkNFZMh5eDyl4Gs2NuPtGbgebN5Gv7UIi9YL+n5GEMmqQYjartGK8FvhqpPZY9ULb1/mhPgU
V++Nes9KCNKBfSGmAPZ8TnQWkTZXzcb06X3ScY/kMzaG3V4JjM+ZYuJWVCB7ijAp9rEDEqZlheOx
merdRhi8/bQWFyaEqpldQgCY99tvs89Dxw4aVRvdsVKcB6Uf/dOYSO8cp+WEwtC4ldLdHkrGow8N
jYUBqcBcj5cg4YgEkDPipKM7z1ScB8zQAuH6RrtVbLj9sFIlyOiabvEshohxPRRqMsOEVkbvmkXV
oWrY1c3H0EGzXWubuIUyPJhfMV6pHn3c2Dc21e2yMjYfFWSzQWVlSbFKRg091SHvXRur8OceBs05
oyCL7pVenwJVazcy5dtlnfNGGsGkPzYYRnE9VxxzBsUKZY8hYknwdqJhh5wGRqdq9fn+2fzV8rxO
6uQMcOXqpLU297yuh0qCyqFi748u1rHINPYpeKJdZWCVCtRPtH91aGa9WCjt/Akqd0TrP6I5spsF
ovEowGB31yeptdE7vb1QpE4AVkma56tsiQJEPKpVgRGjouKpmA4i5xPsRZ+NP+/Pfb6KF1OHx2XO
iQolgJs4CE8c1y3NQF3Br1EQguqu7gH9lOFJw3cUbJoA4ABTynaR62zELh3Rzbv/E1Y+NEWXeXSK
dYhBzJv+t/NqOB7asbHNpjbV+IkUoTmrlak+AJgXGw+h1aHop0HBIeaD/L0eqo4EWUit9a4+KQ1e
aFmgGfugrlF8lqJvNx4/K8GQYjEPLgESbn7vLWYWdHwJFckSlJB6Jdu3ugZfGk2dBwFldd81Grx1
MYYnWML2m3qq/Bd/0rb4nmtfGBorHSIbGDeMoOWc0RDUtXzAX0jTnkZd4BMTUrnL0gm9QtxgUbrU
FTdJ4PeTxbQf7n/d1eE5VwQPk/28fPAaSe0FMYHD1bTYRINSo6Ecd9Ci7cgc0EsEHw/IukXlocAm
VpGvxlvbfAMayzMpaH4dLr5BYwHtaIdqcP0uLb4VOBaehNeau74t240juxIhuXjYy3BCqYosSS2+
1tqNPvUDMikxUho4KJ/7AZA3Ujchqjd6c7q/tGu7GeARnVs6mRrJ0/WXjTDFjA3J9io7Z/hgMYAL
w7F5jIpwC8mxFo3m4sicLoH1Wu7kplUxjgzBOsai0PNLkNnILWGEhvHA/TnNoXYRj6hRcG/DeYVh
u6S8ymTsCj/nhstLYT9ijmoevBwZorxtpveNieg1clvO4f6gKwvJxT3XY2Zkhf4LnfBbBELnVPZ+
jKCe5Rc9JmJ4BbmFmE2Cqhrxr42w8AsRt5wjPXbgRrBIZv7B9XcbAR6nmTpi2Qz6uNfQO88cDP+m
TJXHqey06dB7YZOju5yO3xBlMNGWR24Vwd9ylqPpqZD2u0aNkAONcbV4Az67GU/0RDX/2LdIyU9o
bXxtVYnBLNJtfCNsY6zpraL5irczK7+zDyi1D81DpIf5MxP3E5SZ9VdzRtkrgnyH9MiB6aAvyk5Z
kFeJNFtE+VDFfK/m/YPfI7eIh5Z8SAysFF79FaHD8doEJGtSMJm/8m9fEWG/rk6SxOCJ2zqf7Ub6
TzkCBV+E3k0bae7KhoFBb8MYBUwAfWQxVN2X6CwFreGWIrXfIxOTPjaqmZ2tAaHD+7NaORBzI4uq
jEVycpPNtnUAn6xlKBrhwyPJte1qzRQ8RAkNOniX+pOO+dHG/FYiGcklfU5WkhaasfhyYtIr6SFJ
5qaZlb0NZXjBxoIkrOpBxjfNFsZwbY6/D7c4EFkyP6mpa7gTflfOubF9BNfUCbPEnVNzVXV0SHGi
MQr1cH9x174jEploBvD6pES6yDFDpFORG6TI24+D+iWmWvO5VP3yYxKn08v9oeZ7ZnHo6bDwQjCA
VYHqWcyx1lA98WnRueU4qQeKiJh5t+InJjuYeA2Kvs8xgPlZ1jQo7g+8srgMLIFu8jE1SDnXx8KM
0NHqvFpz40aiw9PrygdQUz/zVu3eDA24SmvUso11Xdk/DoUfKr703Ylxi8n2doF0smTMzqtsLgoE
Sp5TQIDRrtZxacpGWx7vz3LlS0ITV2fACN0WCrTXs6yRBXPaCQHTHi2kL5ra1G9GI8LCl1bexvty
bUFnEjdfkyBOmet6KCWBHpYi+YDsaKOiDtpUvd28lU0m6YM0ur7XK9t+6QvYQq+fI9RGIdBgIpMy
51X/LcCFJaUfQRLpVp6HhVCDSuqHMlEq5NWctNpIZtYWlM1KQXHOlokE14NVUm/ikOa6m2We/Unk
Y46xRIhphGWH40aOuHY2zPk6BKEPWGSJuImx72uwgNFc6XhVjQ+c1j12iW2i1sVDlHLMHAloeukH
VAHaDdD8SoLqAPgh16A6zOiLBJHYOkVlZWBtYBZKdxll4p+lh9b8vhx9cGJNohvvUk9YH9LObH9m
NfWp+991bfpUKmcUPZ1Jfsj1UuMLKs2+LoVrxSky7UltRsPJyBPz7ySu1IuJ6fghAPnn1iOPtI3B
16ZPvQa008wovcEvCH1oh9zqBWJhQZYcRin8ErFLvXwfO0BpjdyLHzEMsFyeq90BKvwW3mtto/G8
RYFhVhXiMr2efUzXvVJQHQLRKTKEcBt1FxaOcVaQ5/gXQQKG8IyeJz+4SdADLY4CiV65m/YBeo6B
3Z5SPF4vaYHTyf1vuhYBGQLQEw94MsvF8dH9TEPmLBIufvXC3/eUT35kPZDkHd4u/WOHXfPrh0Rq
gfNDjRFcMto01wvpm3mBVlg1EZf67qWFM3nAtxPzGv7f4e/CQ7fs/hxvA6GNrhXqErNO0izxcz0g
AuOVhVDg5CaaHn0Gr4HKladou1jFzinFL3GHDPOwEX1/3R3XFylkY0EXZxZ7oDSyOC2DruIBHXcj
CqC+mrtDN2iPvWF6f/ewyt8n3hg8NX6NIvZYZNa5SaP+Ocbx+DR2jvrP/QW43bpkgaQN9PShu930
VTtUThGJUKj8YQbwQYVG/C0DL/hcZGX26f5Qt8eULHAGM3Gl8ipapg+6oDccVdHktqhtH4ZUdw4B
frWHIq3ND47Xpge1D6sdt6s81+ngHe4Pf7ud5ySUCEGHlVxpCTv3YUpblMNQxUBEMUO1IUYiLwLV
QHKmV+VT1znVxode2V2amJETlMFAoduL286GJd1hWDi62kzL6BKrOohWcQ7YtEzf8EAqT7Eu396f
5m0kRsGZKr3NLUumuSwdY1KmDW2JRGFVh+HHJNVfas/O3xEJlbPWB2iO8vh3bZLhjXCxtpMIfmCF
QWHzBl1M1k8x7XSCWMV6Ff2jZtD9RyUB2x83sb9xsd9i7W2bzAVoBX4/7KRlYbVu2irpTQwuBKBQ
ALV9hMJ8jJGgXXn5GzZPv0uwmHUjvR8uUvPHdyF51wfkVvFCbZL4WS+lf76/8Gsfm6Yl1XpgWGQA
i0ONu1iEmQGhJJwgG2AKagNGx7jJ33vYW2CuhNDwJXNMdN/uD7z2xUmlqNbAlwNBrV/HsCjHzCsa
+smti6J/wjBI/wu31uRi1yL9Zxwq9ZgjeHDUYqPf2N9rR4rwBUJc531Mift6ZC1HH8sr0U2m3t+8
GWotZ66a8gldrOahCnxvI4KsbTEOMWfKBItL5+t6vBSgbi9D7Cmhj7bHAVXqPakfRhGDnW9cDPPX
WoRoYhWrScedeLWs6OYpRryzQyYSuUPzlgaFgeB803989aejXjO/qahLkQ8vzkyJCOBo19GIe2c6
lHv8CuWlzBDM0ZS4OCK5SRWpDhvcRWF5KBv7ZmXDkqnB/iVH5mm1xAFTzi27mmqVO/lTgXtWWV7M
otfftFiTPVIub3eDNuSvj8KkE9ztM1iJvbP4hCYtfzMMs1lBtcbT1TCw3MAX+qh25kc7DvXT/QX+
hRdYfkfQuuQvyB6Y3LrXW0agZqvHmDu6NErjPeLP8QGryvE49ab1thBt/lVD+dkd8Uw5DCquiIeq
Uq0THprxh7At0K1HUdLYOyWPoo2ftrKbabcTbani48a+LEiSytHHrJvRtXKpv8SOMl1k15bvgb5l
33xc4Q7qiJxq3FfB54JX4/cIyx8V0UgjP+J4GR4m/AOeGmLRWY2jfmN3rFT+KZ7Qt5pfwQbV/0U8
gxBeTFJ0g9ubeY20TtH3iRsis/OlVoUij1LBJ/XBQiXjew/239/nfqY+oc2MEsHGSq3EGU6gptK4
oykLiOj6I6YRxeEgp/5vdrhU4q4X+8cWhefHudM+HVBzEQ8jdmtnC49kBM+d7Hs7jkV4yNEqc0up
ZM/gYo1TKIv0Ka56TPjaWDE3tvZKfkMUJJFCk3JuFsz//vvbtislfC91cCMvHyjRT0b4qI95+shd
6XxF2h153Ry1d5YyG4ud2ozeX/cXauVEz+QBmgWg7QUR+foXmIj14RipcrhCE2s/H7vsB3wNuo9W
YtO86RqEtw+49dmvvwdgXDHkTFsEuLK4B6Km1Ds69nj1KW2B3WiFTfSPoBIKFGod+ANG7zLVL6+e
LP1xzYBuBYpNLB+9pqdhjhX2qovjUFV89ZUxOEd0PcuTjVdAuPNr3KIecLoZX11ZpJpI2KZyQhDj
uF2vMiBEA1ukjMpQFRclPjgOTi0iLhNYzJ4ynXGsF/lWsJjj4iKOgTKblVzp0ZP2LC556J86lOkY
/frcQvVO8/oYi8G2eHS68ZsAg3SM1PZlcOLuNKCzsqcB3L6/v+C38YryBAQ77nlQJ8jhXc/bENHU
B1RqXZBm+ieKRSZsOhMBpzpDy/v+WCvRB1yLSho7ozBo7i6OfODw3lEnDsuk93X+mBKgMlckgfxi
tFVdPafTONpHx6hGA194SI772kODG8+aNN+ic9/mAoBB5C9CF/ktupjXE+9DgbQJZAys2Qkru7rU
gtOEZc7G6b2NctfDzP/+W/xo+gJuiS1aF3ib7eNMarePdYGzAZ4e9d9O1BnH+4u8NiAHlsoRuAEa
Yos91URWaw5p3OFFB2XSznEMwsoUEhUOiDsPuM1Ghry2jiDm589JQQE1u+sJYrKpAUioO1d0lf+c
T3X2QTeHrSv/NgxTqkAtQyDdRJaoLZYRzJzTZ2nbYSVQ1kfImLG1c7CgeaFTVb1MpuO9lLEinvPC
T12rU42X+6u6ckwYm+yGBNWc8SbXs6S0ERh9xPhBWmcu3ls4jTd1/TxOY3m4P9Rt5k/VSwD5IBCR
OS3ZD4hZt/oEicbF1inGIqWIlE9RqssHX9Ow9qYdjxNIpns/eBnEW1W3W9G+ueZGaQj9IfpVN+2A
UsFqwNcbJhpibrHHEcR7lH0dP2ZqY5UIH6FY+8tS8XOAV/LeM4r2r6Zsv6dBIz7U4ZQc4iIYEBjs
5BM9oubd/cVZ2weQcYHMzvxS2ObX3yEPBgNLobSjld0WVLQRGXqnWHlwGpVCCHyjbYneXdcjYRQJ
9T2i7uZG8rm238kDUEkliPFMWvwCz84Mr3L4Bb2JA+su8FIAu5Fdb1R/144xHE+g//BN4dMvwlOM
tV6n4zLnKorafSxzNcZpEhPW8eRMU3nsaBtf7i/t6sQonFm/OBq3XfuwNnASyDjIXMyf1EH33giL
R8r9UdYOEgIhaDARNGD4LMIFdO4szwPiYZY06qFRPOmGaYc5WK68Hr9D0QJUPBUTtOZ4vl/vFS8M
iLaBRDCjs6NT3veOawVqcPB8p9jIldZmhXAQNRJKUQy62BRtruVJKJzWBVGK0mvbNgc90DE2D4Kt
iszaxpDE9VlkUacAtVzApqnswiS+jxicPepqE7kYf2eYPUfW7HLRvxroT1YA1mvGqQC+X96TNDay
osWPyPUgEaH1nVanaih9V8PG7Xh/b6xEPl0lyQZjwQOFJPD6gwGAEhH1tM5tpI3krDc5ez9TIsAj
XX3WfYdHgmIA1+xjb+NQr7woUSYi5IFFmutPS8HqQAffRBuodQ0lqD9m8ShDF1NOudNCgHnnsnC0
L8hM44Ct4qE27oOeciqvUCObDdYxpWI3t7iVcYOd/QIyont/aVY22IxfpcJJVXfWLblemny0i5pm
Wu8aOB2cpjL5UmAPhF64tRFgV6LA1UCLuFN7POH7ADTlBG5gcFERwbJENGa9Ue27fdXwBIXbSNoA
DoqOxPWEWgy4+1ZhG+vTpJ6crqt4+WrKoTJQErTVTH2joCe4Meja7QaX0qIzwHsKyt1ih+m0BVpR
Y1TaRlaQ7ydlxAhYoBm6t/tM/6YUqYqOhdoIN+Kl2WP1Ioy3mSiKd0U5okhN5GhjsijPf4x4dp44
McOn+196bWFA0c9dNyKKsRTgibEjtIwC5ZRIU6wPCaasBxG2ysGPHUor0SBdzLStjai8NuiMA6Sr
Sv3mRpETVX38V6XXuTab+RwF+dcEmNOhwZ70gnkYfq8e9M/7E51j4vXjh84Et4BJeNEI0Yud5kX1
BNtGIdNw/OyLlXefYwQyT2HRZE9K03mXUJNIZY1V/hh78Y/7g690a8iOOY7gH2cflCW5trB7r9Gs
+X6FUlC7aV3lb8JR+s5uzEfzFOZNsk89tT8OoVb05yoBLtTXGWBXmuhbDKeVmD6/wejXAHmdMZnX
hwGfy8TvEo1vntbJhRA7vOl9/e9GVuODNZT16f7k1+Is2hxYv8wZHhCoxXAxzolKiffENJnNT5x+
4C83aWEezL7Elx0H0/DRRyLuzWQWzsZ1sjZVm7oPLW0aRmQp12NPQo1yLLUbVytH5+QEKk7RJjon
/8vcmWzHjWRp+lXyxLoRhXk4p7IWcLjTOUmUKIqSNjiSgsI8GWbs+lX6VerF6gMjskoORztasepY
pZISDTCYXbt27z+4jiOyvaj6jc7J/C7LVYYWMIfJfLTA/DkdL8nKUHFaxiM1HfZphuexZIrikBhW
u3FHWJtWyLSUfYHB8z8W+UacT2OSYabqRZbaR/vaNvChoxiKfVddH7moNC+oPuNhCkxbfb78SVc2
8MxjnEG9gBTPfVrUoEiygLHbXDIPrdTMDmTYB9/b/L/VTs/j5mYwK3t/ediVPQx4h6YnwWOuICy+
ZmhUKVtbwIANIjM/JrLcY1kmUUOIfGl4P1haX111qqQ9jmDZ0VWo9a0by8qsgwahCGzOTTlkvE8/
sImZnz1Jfu1JdpMcnDF9tMoOe+tJbQ9y6ZTXiO+HXs3hvbGLVlYWuIgZ4kqURyNoUfT2I0s4fZM2
nhRH9he8afWrdFRLmlT5lpShuvqS0GRJAVAUhvZ0+pK5PNn+JOO70w+W8U1gYHxDZ0q9El3aXU9N
G3phYIY7S4nyjy2WiCZkCGAak6zjgZTYfhe40BP6624YNC8PgCMSWHPUnUGe15+qUgvxTMrNt70/
RRqC61P3JYPN3TOfU3/TplG1I0wYtktRCte92KyO4RhteWusviW6iXPxDxbrEpdp2yGWtnXf4Ecl
FR+kob9JUWUboZiqwqW3Pkr4Vg7TPTXXauPysxKWQC9x9SE0AV1eLmQVd8NQWHXjNdhVfSZyPlZa
EdSAX0EnGKH6dHnfrGRZVMBmbscc788kR9oqtkPyyMYz65JbNHzFVnWzfEs/ZW2JAiDiveCxoZa2
WKJWVftdHkqNJ1ctBht5kkUYyJX1eFPauHtefqe1WACkdj7FUPikS326RnF9jY20m7jZSfr4JGxd
5O+mxodS3va1dt9TjxqxPGo6vC25Xe/7BIu+y4+wQpgBd4GQAp1LBMYpap4+g4TXQtdpCvxKxagG
hP1RjkUvoqz9O3PKwbuIQBMfUQnRs3srHNXZErwLUAxplO9JOSYvSpT13y8/1EpoJselHUTiDtZx
GaDC2kmrVMPFGKhlf5fF2Fd3jdEcsiAf95Go1dBFTWdLuGxlVPjEM3rJIbeiH3U6E6GaOHhPSpXX
lbX57MAxw3Ow8vVHuVT10aVp4twmYVv8+svSNwaySgFL48xdHLfCFh24VXSxu9iW610CW+guKWjg
7BycUPZoSwPV4KTa2L5rbzvLAQJ7pjzIkXT6tpocKaHpT/iV54bzbFTqwEVC92NoASIoD3KTtwdz
CIaNYV/LjovsAtQJOdTca8WmcXGLkXNFJLYqgcpP2Fv3mlLjSd9pTvptpIb+PnaElrgpNO9jO+q5
6SoJHQXP7+NKBekeYjRrI43rKah+o8oIbQENswZrMncqpODl8jpcCQavd8e5+c2nWWZCipGEfen0
CF2JXMWBWE+daHwwNZQ5MmwbW7EVENYGJIzTZuRiTWhdnMwg2EqK6ihryVYJ1p80Or0VaRndZA2C
CLvLb7eyAthc1CnmJcCSX6yAdrBrO+S493w/Np5rYT4V5ZTd2zgKe0PVlYeoCrYygJVDA507Mr3X
6jcL/nTVjTQq9aS0Km8sJOxh4rS28BOXU/Rnzap/rpz+b5TBoSRDI58vCnMp4HRE3JH1qWkyQSEr
7BP4E/HUHEN7oImbRA56aZMihfdWoPfZTT9VuhS7uVDVr5fneuXDwvJGIJs+95xTL+Y6ovvgZ6Kq
PCUDYDxaQnOlwCKOhRjaHS6PtTbHyPHQBEf/hBRvsYiclIIA27nywlh07wMlHZ8Suctchrav8qkM
Nyp5K+sI6iQ+ESgukQYsVWgtnVIHGBRuhKlSvUPuD6fQQY7DAXnLJn5blT4Znt11W+SblYxgVqyB
aEgijQ7Z4vTUUiU21JrWWAT6Zh+iCeEpNpfjy7O58uWQlqR8TW9BQ850EZ4j2YksJylrL03aAoq5
Pt7EuL7vQiepfn0i6XzRRCCnmsdcvNBUjE3WaW3jOblRVW6QAOxKisB+zwy8wCmyDjAcgv0vv5+D
tSM0LfqLqJ4t3g/AtFyoNkrMfi6mh27E5RapUAksoBJvxP6VhYlEyKyU9efRvhjKThLk/KuSFK5t
wh99lom9EsvyHRQg631eqFtk4LXx6DZwvZuzCCrnp1u/TXMhkLxuvGrQrWbPwRpPR+bYuSWlUh+H
ujW24ts5IYzmA+QziMewpWiRLt4RYmSUdmNHkU5NkTvoLUQeDj118Cx2o04pYq+qZe1JiawpuVY6
irqHYKyaq6CTSTT1SvY1xLoKQ/0mjMESV4FsxC+2b4jxkKFhST7Qizh7N7EfZ8EIzX8I6jz4I2zK
Bjs4ySnAb072c1rYWbZz/FwNruyURuBG2ni259kJnOAgicCZU31eRFWubkNrRILXBPfyLuaI8gZN
yG5a6tMxNrrvzMPT5YV6PiSEfMoSs7obXJSlIko4gYBM8sLwqri2u1tASVzf9BTvepcagZgOUkKa
c9MC5dnKDM8iDd1Tei9cXTlBaKQtoncd43I3joHh1TEaE/tgdrqPfBbAr+7FeRwCKfcBGu14YJwu
2Nr28VCosKFB2aQf3REp8V0vpdrdONjZt8vTebY5GAvGC4jEmczrLMVV0OnIrRZ9di/WfP/K1krr
kxDaQyuF/r7IWo7BXx5vzjTBAHNflCnVnr6bamUCU0vmkIJSJrVuZfrOjzCMOsy3U5bwo6Pl6B5c
HvTsejxjcGnt030GIXtW6cCoWiiYQzGoHKCNLse1N5Vx5gkRtd4IXGdn4DX0Vg20LYeYeUmcpLmM
DBNl5qOx4FAOPn3dAofhto5i06vDSnrqAoBqxxjpjJ0alJtmlK+p2nI0viVypqRWrM/F5NZqm8r4
wUM7cdBldesm1O8qDMp7l6wjfifbkBxdXw1UrueVisy1EcbSW6Uw7PeYyWQ/1CpD+oARM82DIzPN
IM+8Da+TWJD2OliH3ctJqCBT4YfDTRtDmnLVRgYuaflNEbuyhBDfju8XfzGLZPx8+SueV55peMgm
cB/qZjO0bHFH1UODhA2PNK8MIvkOqoDau85gZAWPKWLh9oPdGnuuduVtawi0Mq3RELErDZHV4Eui
Wdnx8hOdV5fmJ5qp8FSzuKoum+pyrYeC8mSBbJge9Xs+alIfIi2YpD0qjCoNj2niTpLXIBNc/OHT
F537DvKQAfZ5uymWzXon8GoXrgwGPndNRLkLbxpkXT5E0BCSXVTH8UNeySma6Zo5fqbebZRug1p9
si8wOfkwqhYqWGmi446BQXNzHU29E2EzYCiQeyDqf7/8zucrGuEOJNThryLJQiX6dEWPaQXjasxL
D/afuRsLNT2KrAHvMPVbna7z2AQDiXYOVyFa+Wec1UrACwlQJPFUW7Sfw043IXCZCsY8aPu5MpfB
jTixusLocnFHmFMFBFlOXw5PuiCbUbCe2sT9nhMejGwqkj2JEZzOLheeVNmyG8aTsZ8AcBzz0fd3
oVVEfwK+/u3Ea75+9Z7/XpSjiNB7X/zxP96WL/ljI15emvuv5b/P//S//+rpP/yP++i7KOriR7P8
Wyf/iN//1/je1+bryR/2eRM147v2RYzvXzCcbl4HCF6K+W/+v/7wHy+vv+XDWL7887fvRZs3828L
oiL/7a8fXf/xz9/Qmvlpwc2//68fvvma8e/2WSS+/lHU//jP/y2+fnup//GUR/zx7De8fK2bf/5m
mL9rQOIgGgJUANA8Qy37l9efKL/PUULnkEG1SOfe99s/8kI0IU9g/g7+mTamAYWWjTunEDVqA/OP
1N8x9UEDmrsEN0UUC37710w8/Blo//xIzMxff/5H3mYPBbT++p+/neYL1KxmIBKa5xw7c41jGa9M
J8uqVI3hIap2d0h0J7+OfGoZP83PyijzhvufoP/nKJQlKE0Az4e9tEg1bQ1AXkl8IQczxE4qeu2L
1LbFEcWk6A6RI8mtOlN4UxNqH9M+LjZ6N6fx4HV4bg38N4v6zADQ0y2TophT+CYSvj01hr2UycWu
VNBKwkXB3njT02P8X0PphB6V733mIK2lyJ6o0qB7KfJBejZ96E08UuGZVO5k1ZELQmY2QN7yI1v5
jLMmM61l+mAspcWpKvACMVLwE14PlNXNfEc6lL7fXV3+jKfB7s+XA7zBXHLGcV1ZzGPC1ZqSlmF4
HKLYBA9p/gVL4RQYRabfyUnSbsTxRax7HZD9MqsqwABDCGRxmlJiKpS2tzTPabphpxhNdi3FhhLs
Jl8thNekEmYH4OisQ4sd149+yr5EcpEfylwpny6/+4LA9K9noT4zK6rRuV+8fE3/2FLCQPeyDhEs
PHG9cYje+plJ+7zzd9oMHCn8+t7gma+5GLhtVJjoYvWBJ8ntr4linz+Nerqk7ayWI0eXINBKauZN
Rv1VRu/wRi5qecuFcmVtQTehEsb9CVjHsqzQAADFdF3Mu6d2rgdEqdOyVjfQwytb1IA8OrP2CYln
yuKphUBxnqt8aXbqDeg8bTdYcXhMJn/r4rs11GJR6X5jD2aM/AIKteEusELH5XpxD31zS/x5debo
VMzAKoSmllUSTQ4mvSYieeVQi31hydUtVHp7d3llnr8PgrDsDuLajLVYgh2SuGv00oJOZfiafI3A
0njdJWl27beIaP36UDOIikvRfCFbVsRDPpOf6xaJVZ81H7M4kI6Tnakfg9oXG9f287mjdTYzw6En
QB9ZxpoGAZlKOHLpjb1VXiHq0rlQtof95Rc6vanP24hPozkqqCiOBs6G0200ms4ga4VSepzeyotZ
a/FdPZnOjqRXvuqpQn2LESzdSMnPP9jpoItg3Q5WlVk+tXrTV+yPtlR1OzPGR85VUsfcCNnn0zh/
KjjuLEM09JbZYlFRUDKEScWz99Md7pTVTaU3/kY58PxgmDtRr6tvJpMuu+WgM9PM74zayxVJOeIH
bh3nooyrwWm46hXJ2MDPrnw2lH3oCAGRnK9Zi1hspIMVagLxv6mu1MLNJ/wdfGsobwcnH28qUPJ7
xw+23A9WvhtwonkSYTZxv1gEDqsIA81BgMdL6ESioi2ym5R0jm68IjZecGVCZ9AFCxM8PIiAZYMv
rDoaWh0vKLfd28IQ7aM8RbZXlEN10EPHHjbylpWjllOWGhnq4LNW/dK0sg6SelCrSHiJHNNMrJsc
pTqzMioX63HL9aOKXqtZCONraelJthNN27xzlL6CaVnZW6oC81SeJowkt8zxLHo9d0IWN7ioydGl
SRvhGanm2+7QpKjFKE2TjG6YB9V7CJgZRoeDqUw49ijxlt3hygIjLhOz504IutSLuNDltQrzmvEB
F/kHDVdJL+0BEKS18rWNnfC6avvmV4OryTUAjPEc92Y9t8U793av0P6pW09V8nhfz4bnSWGDxy/y
l8tR7/xjMxSMM0SIXjW3l+aDZaMFtllnrdfT40w9WLrU1WTfuRa4ssheX/X61Vj48X4aa93CGhk1
f7vX2xsr7astHaazbYWwDN5r4EUVmMKwxE9jcJ+nYFxUpHdpfRmY21jVeyNVwg+VUcQbh8rZtmIo
wOLIoFHxZCMvIu+U26MvGVnjlXIR7kUUWzukm4cnP/QHitut/enyRJ9F31kzh1MFgbdZCnDpJ2JK
XWwJn4ghQsf5TpNEOTgYTF5fHmWBb+YUYxgEBKg+zJhSmpanMxh3vh8hsstrlYl/q9ROErkYEaZe
I0WqcjPqQuwT2l5uPGjhYayCeG8lQ3TTl3bzkEkJ2itDG+h3k91E+8vPtjYDdBHRWYZfQ/VpMeOm
mnaSmWtsZBbBTaehAzkVabiRPc4veBIuZgwMdJDXIQBrzUvsJx5W1PpSkBoTPLckKsNd2E3JXTQl
ge+VVateaZIc3wMMHjy18KWjQTN1S/Dx/HowPwK+YXyHOWw7i4gRVEqiFEjjYmUCmQP9Dt+r/BxW
X6Eat21aNW6WhnXgBvZgPbFGnYe6Rz/DTuoElLRQUB0y4o1jeXVajNmJyJpz92VECdRChfNBu7Px
i6jco2TGXWHs5cbacZglR62ohyOmyOKg5o2zH0tF8jeC2lkgZVros84ACqqi4BdPv4xAT0kaUAr0
ylip3pbMhmsmY3LdUnj/MUl0JxppUja2+au62Ol6AHk8Kw7QRqERsrTbM1t5kF71HH1Le9bFG8Tf
721fmsFLrqlJOwCl19BfdkM43sbTocuTa836o6sdD3i8awQYXQbThk/o+UzAgybxI9QhXkMd6HQm
QkcZQlmY0NqFBmymr9U3dalUD2jszijDSby1Rqv8dnn7nQc8liSdTHIJmgtg8U8HHau8R5KnkL2c
RvDt+COp9/pQZnuOti09qZX348iEuM+5CWxmCW3Pej1vbTxuPCOOxDsti1tU1fP8MUmFcfTTyL7D
dkjdwPyfr/CZZkCVjJIH58eyNaTooZ9XNpMa2cxiqOZQqCfwuOlYGoiM4Cd29ClUa2iVteObRi2n
68sTfH54Ma5OwjR3balSLCY4KFF6RbJs8mTRUmXlpnzrW0X9uceueGOo81A647npfc9kSdiSi6S3
jMs5H5tGb0gN/48s96OPeat9/tX3AfJBdYftR/UcwvTpgin7NggC9P69Xm7FY6UY5V6C0fU9EWKr
rnC+NhmKW8CsnwclcUnK7gEND0qIkoaCNMy1Weul4kpKRMyuU20XRqOzBWg+n8H5hAQmDj59xrEt
glHPeyFAiHyDj3LBUROVdK/2m4J566O8XrfAYpBUn05hLweixc6ZjS4hXQvyo6KLkiWHyx9qdRTy
Y/CslKSQozgdZWpx7BmiekQGi9wlgx9228abGLiVb/Qq4kgMmYsyS7WTBLlGqmvww3p1UK+LojKv
M9BQ7xEBCT0AIr9mWDBnMqAuqEfPrmhzaXxx7xloy2WRwXiZHSFYHUuSgyR6mltuNgxbx+PayyEh
BvOL1idiHou1jjwkVedamj23m9CLQ/kqloMfshw/sHryjQvWyveaoau8E5FqPptOv5cS2DTRRjD8
lagc7kyNvmvCaouvfR6OXvcSYCqgutRpFvNXtB0lSpzMvVgPXjI/0kl2tM8NIenq8vJbH2hucHJl
JFYsFrnU0oFXaEN5yJ/k76s+R22OctedP7W/HpFYDchPzuc4lKJF2JPsrIts1Og9WMPlg1YALkav
u3wcykHb+EavGPTTvGGubf/PWIskDllUNbBRdPGqEh3fTpQpdp7WNBus5Ir/ToMJbx4ySVEwpnfE
lJNGlUNzVeUWiZ82Itu8s3wEbNzGwKJ+N/Zq0+xysDOdO+RiyD+g4FO+CKNTVRc6yWh52YQCq3f5
2yyUGF53Eew3ki3WGz2dJRgUbl0cdlLRecYYyPsw1Or7dmiaTyPtsL3hZM7e8n1gE5k+SXdqHfnH
0dLL4+WnWFsh82Qifg5GlAbX6YJvRy60owruBkWX6op+fsKty2yvZuLSxlArG3nO82bi7BzZl3Do
EW8qJOj7zkPQI7nPUbz0d2OA6LNQs94tQ60yN9La1RFpKUBvA+FDF/b05YycQNYB5vV0yibXkWa2
R+EEeuoGra/ca7DkN1pYK+ED6Bt8Z2DIc79uGT6mGrkfdezh0xWFZztj4QaquaWtuPJakNLpIMEJ
JglYQkGaVPfHrtd7gEul7MXInt5gICWOE3otb7EE33LbWFupBHycoyiv0kJf5jSwXGJTRYbVC8a+
c4GXtYcpUPNDhw3zhxGZ2a+Z1seSR+m2fxcJx/lmtyRBf2Pfk8NRo+ckoOy0VHcMgsJMtQDpMNls
lL1IkvxaoqYe7DDKbO9QJQjfajlIrhHe964w0dNs4kEG8AT8REnb8iFVM5kK5Ai22y6yQ9jXOGN3
QeGlPlvRzSv6VBhwtRsp4coem/tRgHTJpOBiLcI9hjajnBRS75X2GMlubkrDER6x8oC/5BbTYW0F
suLZ0sgGKfJSesTpA0mWM3T/5VCAYS3Kyq0GIzhcjhqro7CZEQIBfQld+3Rj9ejsT+ps3EAHzz+m
oNhuSqfbIlyvXBCpF4DtJwmkh34mSzfmYY+JGAtdyQLzjz6t6naXTaGzVxPfdK7lLHDwaqew+zT6
GY7tRFv5TVfL6TXwtB9yD0zHICM5jFYSPBh6h5fwSJXjOChy9/HyjJzfq3hU0qJZLhwe7fKKM0Sw
kNOCeafIMV1DXM7u0kBAPpwAw/UpOKlWKfVvlwddXVgoHWC9QOEKxtbpZ6gQcuwKB/murEmeRWur
O1muehjSU7a/PNLqB/9ppDkk/VS6qalwxvIsFJbP0JV8jNP7cEq3ZA/X30fnIgxsxj6jR7SNGUDF
wI+jmHV6RNDKmYujKDtTdeItdcfVV0LuktIHnWKkB05fKU78tpJ6glrSJ8phLOQSRwd5S5VibZS5
bgobZy7XL7PXCidwxq/x/cB1a6+MYYuazLCl4742cT+PstiPiSLXlaKVLATucY+zdbzXDMX4US99
YJ+Xl8JKWZoS2lyiZdEB2F12PXoFQmMcND3LAEJ2oNsdyLi87m+6ILOfe1yDbwbNFp+GUk6f1MSQ
7vymjW71bLRN7+88C8BW7gUU9qDAnn7EDjlER9Lr3htVJSXSD9E+k8PnQQHpHJr5j06LvLyNgpuo
qSfXHKLgMNrRRpqx+o1ntXdyG9yolhZReG2E8jANuFE5VXk0OqVxi6rONk6RBbHuNV+c+1ogejn5
qYovFqxV6nZhFUx5LQLrdsqC5B1WyOobztra9lTfbG6iOrD28Zjk32DiZvh/W/YnlZLe17GjJLSx
ENYW3c/Ps0j5wR9avT70mH759uS2ggmgn1HuC7y/N4Zam+FZUB8iE1cm+L6nnxllOO4cJp9ZGbXG
7X3sVbMy2WIuzLtkca+g4IfGIOQZENNLXRzR9nZn9GGPuq0OGz6askR3McLV1He6nGQIkDtpeSeP
4O1dzUce9m+sI1rA8Ca56wKoWexieraBNaG5NnsZZ+gLxmJXJpl4v7Fn1iYTtTsKEjL/Ic59Oplq
FSYtqhID5mlj+DVVjSDC+K+VPqCCbdziBlXPRrxd/QY8XvjdSJCIdGETtBUsZzRoe7XW6UQg5t0i
GxRm6cYsrJ2kzOmMKECPASDa6eNVSSUPSScj9YBm5RG61ejKfWM9TLadHc0CM3Jdz4wPlydljhPL
Tz/nlWjDQEGAK3M6aBDgbYtwAHEEEaF9FNbg1uHLtabxWWmkjVxh7QNYzDxtCLLqM1S+WrTmII9s
FxrG6o1W2Y0rx0a70VZYHWV2HKWoD6F7ycfsYI5YWcQ8aoO5D5o8e5iaTjxenre1LQPheO6d0W4/
s2SK9DElxaY/kFpa/dFvHOVNZk/1TS6J5osv6c4ezcbadeRe2Xi9tS8GA47KGn5tNGIXq5gGXRcX
YIQ8LZAC6pAivKlKSQn3mZkooZvJWfJ0+V1XJ5QmHuQUwHtnZgRVobYdT4RuK7Z+nqElOsIlmwT8
tag6O9CB36HcRRn0dCVGIdDhHiVdSJSZ8karB+eGVkxzLTfJsLHT1j7erKcNsJUSEQDT06Gg9ZmS
oSSjZwda/yaB9/Tkoz55HEQg7TM++3UgRf0ndO60vzGVlFzho4K1hS6+OLZL2arpkErkK9oQfYyK
UttlWa5v9HLWPhg1DepR3IQsLp+n7zelqHF1qUagq8MClHmfaW6vFs7fids4xc4dvBlzuBSGQuJD
zc2Se+nkDMre6Z3xyhwRML28/NbiIk1LEkkQPEzaYs6qgBUp9AGtXt3v79vIT8N93ypUXmVHmJ4Y
M8nz5bTfwLisXv4hgcyCJqgKUMM+ncUybwIcU8kt+1aXoYjllfXgN2P9RHA0j343dNc1ENCrqYi7
t70T5g/pVH25/O6rOaczy02z8ah5LFMsfVLqQhnYFWnvq4dUcbqrzpTLr3HtR1cwGfU/ZHXSPnNP
qHdDWjeo1MaN8RBAzv0bqcjPT7I4nuLcNMsE3y1PN8v2VslD9QDFvNpola8sXTDjnA3UDCjtL1MB
o2x0pIaRAAumLgldTJmm1B3SUtn4uivjkLOSPVPPJ39eNn7LTFFxiWgU+Dt1djegC3Ql6O5szNnK
0qXJC9t1hrfRGptj3k+3R5zUK2Hgn+DptgTxAW+M71mW5FcCfA5NwACtGhW8w9XlRePwWxdnOstV
pxyHDutsHnQ6aqyGVR6EKbZPVai+axMrPKB4N+wSNVd3rT+KmylGG172wxGVirLcUtdeieTAZKg6
AmqfIUOLtxahCJMwCBTPUVr5IeMitLdyMT5avfTj8puujkRRjJSRDhAL5vRNkROdAniLQIJqe7yt
9BYvr6SSHmWt2TozVhYMSBn0seZmLqJOi6GiPi4xILQVbwRe5g6WOZuph/5GrFs5mRCehvGmQZME
+Ln4dLYwfCHQePKCygLJ5Jh1+BzEdou0QC4lCVX5JnwTqkatH4I8T7b0HVegOuRNP40/L62fFqyZ
1KHZOPC/fVGJH3LWtm87XW32E34F3a7I9PxKa/tsr0tWDWXAHpQrpD70j2ok3dp+sy8iBJ8CPai/
X/7Qq7MPWWrGNc6hcPFcfd5NMZr2ihcWWQWwbkw9azS3BPT/hMGcbh3ybpAo3ENomXMVOn1/2Wp7
R6qDWUdmsvqjNU7Vp0lTXV2ZPkPZ2iWpLZIrA0MmfZcPVfihQF4iQV0lxEI1bP38TSDRUNk1+ARK
RzEpjfGhjYQUvCUa5fdDOwU9N0Z4WG5XBbZ8A10wbNzRHmzzOtDUGK0IIawA080gKg9FUjlf8InE
xCbDh8RwG2k0UKQLh/E4Te3Ipb6p1eAuC0NkpHmGcXCxQ5Yi/jrUt6vMB1HFTAXQWiIxACCRkQ7U
PUUNajAutWK6g7BrZ6/0aTS5Sg4LeO+MfnA3GuX01BcTLgBBPjH+YFc41dmd3gd7uxd+c5P0I461
ERSLnCZGIvn8FpTrXLW3qJfJbdIH7tj6mepVTlJ8FmJq1WNuaFF+qJEXgPhfxoa1Fx1gG7dW69K+
SpUxCenIFDMLJew186rDhvQqtiQnvYHBVo9HVHXsCuQh7arbWqtTFDbwKQ2wQyzNR3+A3uLpQ9NL
bmE7Ub8rqIQnKAlHRvKkBdFgPCV2Pb1TjX4U1MaHSXO5d0nVIWwjKkakhSjqRhhIPKsUGyADaV11
X1RS+ckwai1wVUvcoNUz+W6Pt2aBiWioPeaULhLw7WMl3Ugd+RIOje10LHXfUNw4GJ0RXqGPOrAR
IDJ6i4hwYMFhr+v3tRHpyNHZCeXqoKGhfJW2Jtoame9bd7FpCcdFilQdrupokJ/VIItHt4Fp+yYK
xhBxoZBYf03hJ9Z2VqPW6s4cwrS6q6AUqTgo1iLzfK2tbh3sfWs3CdMp9JzWKuSd4ndWdexsuWzf
qlYuffTLrvskRnwMdlZP1+DWbnPz28iK/Wraef9WKHl5a+OPTPtZ7lWXm45s4loc9x9kPXMKtNdE
f2MVNgwPMDZKs1OCooFLPw7ZELHEA/uN3NSOdOwjJxg+t0gZGtglqRrm4k3TQfFv0gzB1U7Wfgw5
WqiuJGvxVScJ6UeB57nuQq2J+0Nf5axYOU/H9wTL1NlP+ZQ9G1meSm4eUCzZURAMv8RxaV9rUZS9
FLWIHnpl6OK3fmDpz0lUxQ2QG6T03D4MQ8yLdM0XrJgMpG7mNFq1w/k7ra8za6yFmxpj9Jx3skhA
SvR+8TDglJ14dksHaDc5kfjDsDCTcJM0zyH2IgH3pYnQuzlWjZ0leysOjOdQSvvuCu0+X93RRtLe
JuHgwLRlxR5C8DTSvkmdqXZDfWRTdnmWtXs9cTD3tATmeztVmpy3SZBKtiv5PEiEf0/gpny0FPPf
UflDcNV5kztah9GHLEk7tccVxTXsRH+OQPMHrm2V+LMnYRwlGBwoOEeBlVLsa0dKGtmLUCtWD7kj
mdqurqfoQWUvI04VAEnZdT5Ug53tD7nkKnGaXzt6hLRghAws7SjRltSsTbUJ3XSonM5VA9Ro3rWS
SgN5wHUXR1g5ge7a20YX35uq1BvYWwvHdG0pFC3Pj3q7W9VaKDyuLvkntZdrx227rIivRkewO1U5
tDNg352fHEVvtrioqVGbIrlEUKD77TcAu+C9vxsG23iUUMhVD1U6iYwmt4mb8BQmUe9lbY3UkQ8G
F839GYGMpJwivVOMIumvBlOMwdwKM6ebrKtzJfayqnfA/LZGbWUJJGjJV+pvwOTyQXonS/1kYiUs
a5GUPhUDln0R7++rtNb+V17Bs0OoDNvdOsrfUPtyHg1C0QfE5CTKaZVT783ITG/iKo3dQOkjAotU
7URlqU9jqMT82KnFk+XnJSsqLaR8I0c8A4QiHIi2BlBQZH1lpFcXd0T41XaXD8i6xmbwyHRlgJv8
0U1gDHtF55OY5gKPFj/5g1Mp2bWxZO0KALloahBsyrZ+ej3hf4mu+38l4Z4Qdy+Sev9/pOvO6JN/
+xcJ9oyuO/PPC/HHf/6fPPp6wtGd/9mfHF3N+B0eLLhMEJqQ5V8Fi//k6Gr67zQigevMsHxgP3Ni
9BdHV1N/n2WEAFjMXVGgj/zoL46upvw+t+mpQnCjBmQPZ+5fj/fwZzZ0iaMLyIWs6KesCfslrjdg
/8ClUkkE73iaNZlJp5VhBMtCcZKbztc/NprZPpQRPNOWavXRrIg8XW8prlGk0609DQ9qig5qnsnW
boBfgepyF7SIH5t3rSz0K1miDeYk2vRQmPpwHKK4Cl19UPUruo0oQsvjLXVZCP6Z2bh1WvkINdAB
UWkGzWpoxb7NoRM5pmS5oAluxYhSpqZWhXHQwkZ600/WR6kFv0cZSzqgeRb/8MdCeYsSX/6MZoDy
ULSa9E6dTPHQ9pF8Q7af3RldQ+aPnhwigkSs8BlTi/oLbLOwezNO+1hc1XZ772NwZdGRiJ3updL4
B2FrvQ+IyF6kTOylVnLNDA0prR8zVxdf1OiT2kaPZmjdhYa4VtPsyhjrax3JiK++ot6DT34wivyr
b1Zf8qn6JkR+Q0Fun1rObe+Xd4U1HKK+fLAC80EJ8ocslxrXQJ6795UPwwi70yyvTDRJrYfcjh9D
UT7mFuhaNbfekE/sg0hxq1HZ01u5TdLhobc/xZHlaZG/43C9Qi3izqyHu66vYGO0JRwb6UvVmC0B
NHvX1MGjMwrhWkb8pRlgRjTZs2lPd2Fi3Y6d/zkppuceWWFfaWBs1E9Ai/Y4FxwwLHo3ot4BDh0n
5IB0yCo+19m+H2CmGtJ/sXcmyXFj6ZbeStgbF2ToLpphAQ5v6E5nJzbi5JpIUegu+h5ltZhaQy3h
baw+z1RmKpQvsyzM3qBeWQ5iEkFKDCdw79+c8x15M47VAnE9Cyb9i6VOcfMxL+umarJT3lT3RHJU
AaTzo1v527no09CLzSPRy/wkqXedGIRG02EFHK6O5p/rtt03nXdjNvyNOBFXd8n2sZcd1kyEYsw3
wLUAPtBn3gyxiJpWfqVL/0Z28Ubr7zQzu8mSPFrWIxvTMDb2wrwdSqCv7XZdv4zlwUvmp8RYKc9x
EgB+eih082tdmRSrN7axgKmw253vq12ngfjW3P6FvORtq63bLq4ehfxcWTvbVvetIXE6zLvBzHZc
4VmS3qZafNB8e9eaGQM28wwN/dyP3tksvW1TPa3dsyyHAw6K19VFmlqIPeupqIqdazJ1rtzCfk3b
+DaR+W7W1c2iUfIQonvfNvjZm74LY0sdtPy1G40raom9qKn+9CWcF55Ow2EA4+0IKrtmAB6f6fau
QBq/CvMrT9BxbbutMZIQbn7JvHsj4ffU7EsJjK4Yp+/cind6Pj2UI0HiXrKL8ybQZ+vgli8lUDXE
IOLIVCTy6v5kTf4VfcljOgAG6mustdcdFjYvH7atce8P4zPB2VsboLB1PYgjAOQ6mFzSKAhSHZL8
2DrYFLMrPVZb6yIh5x53S2tnpqCquvjVV2plfCfvFjU9uJeXL/H8z8a4b4Z7u/kocN5b2bYtiHUW
2Xbux1Dgh5+8g9M2W0iSJ6vKtg406ooheEABUpXhlM1BlV6SdMqgrVyqtxzpfnEjtPaF5OL9YspH
quqoq+uTRnB6aGj+3ViLo+bcjXHDx2DuKj8+mLRT07orIXgt5bjvRBeJ5HWxxW1HxMuGKnQ3zfqT
bMYzMJFnlsHvhpfFIYB46t62CsY+mptr4ZBP5Zbxru/qKXDrvR1fJfnWHrWnrreDwSSZNM5mD7Wq
/6j7+q3lt6HSBopHCpSwZUscOIbazsbb4i3UQusm9t3t2u4aHl8KfRw549MFUcWpIL8ncoWpuULu
rvIjCoXDcIkrqGN5rMvyW42XhgNdFiEwmT3BV1ftOm6dZHogNWzaKA+sCpPeNMwh7Tx7Zd1x8tev
vkzak51k9XXbqybsXP1Ip35jaeuJ0GkaoUnDI0Cexs0geVtZMiU7O82+JVgQpaFOIINV4HVDdpRF
ciecVASVYfBwuPuCbw1qBw9rb5hf8nJ96IX6OlTjGRpxcoQeQ/3dl/pe5MZ46msT/+RiF2ebm+de
FJ15Oy2WcTb1F0xnopNqA5Zxc8kIjdNH6McpovBY8ew2xs5L3W3nX0OQ+aoU/VteF+sVdr2c/LA9
Gqy7vujqXbZUjxpJc7mqd4oF3LHcabknbjK8Hv2cZ4HLACDoWilYcE9HX+n+HjPw1q+aKmri9Jkz
H0j88mDKzTo46U7p1dHMvJeGcLbKlloAUviRbHK5gasc5i7bjqEZTkV5mxYwEcxU2iF2iTEk2/Rq
NKtv0zi+r4P1OWnHY5lNTSjjfO+V+o2tdUmAbv2ldmr5tW7dIUyYMPQpb8d8RWYLr3nQxYSNwNxa
w4R2YKN8tBF9yQsyDS0KHToqHbI8TbMToWB+1p25P2hWFh88Y77O1q8QHF+mha8ymUhku6LwAnqn
ldAB7dslfqYY/SDV1p1fNtMmj62FyccaB4ZQ57JeKDyaGAO2CGG2veiD9V1bmhYgJbEdfYbdTFix
RAVBszHM9onRzylX8rOxytd8knd+nZzH0n9BWvh18s1bJFlby+6/JfOhMe/jiki4xNdOPZfSZ7I3
SoTYuraxxKhfTQkdmVnp6W6qHPI4aqc4aZlG2w/kcANG2uL4Vg+Wimeu/CYNR9Wd23FtdnYnmq28
fGKK8jw0fSW3lTKG6z7xeKeX/qlsoACMtpKAexMrYHUfnwgXvk4d7u/Ri5lJSOYfmt2MH7bWu1uP
jdVmHliKqBpedu6n/ZXbJ99KZ5KUU+sJx6UMnZXA2MwoxkMpRX5KOic/Q7rWd6lt9FumLHmgd70X
LFmNXrTdm0VbX0RcS+i5VEsrHZ7jzSE4lW43OeVOkdoU6sNLPX9pUvsEXEkLCzKxLHcqQgvqA+WF
4JzyPkOGv+lUe5g5RiydYIMOwchMtAWQ9XOcv/kVPWGXxENkiuXsTc0DkvQ8mLRKBXqu3eWljCOr
Lj7TTl4tNGheIttwJJBwW1vlQzMnp7XMDA62Hsh41tZXjhi8Y9lnLcAozXLPtdfN1yxP1a3XXk7P
JqffzXrf3lbGUt4VDMFwT1/Vurjz4sU7TEn90mtavLXSfadn2v3qWf4jSKtlDSy/znTutGlACxTL
aFb8xqemL3YNHLZd0ljPZe260dhp3/8bEZKWoY0WUm3LfdDG/rDoBVxPjRlIow2HRnN4rFHozvVy
bbbmW9oVG3M0vw0UmqiZQjP90QL+q+P6t4tYlm7nn/RciBnKr91v36rfdpX6Wv7cd/345r92XoyD
LyRRhKW0NT+6LvEJwCebQQtpCu3VZSX5l67L+oTX1YGMhOsA7PYlW+YvXRdkJMwjBM5gfxB/pOPC
mPF3HRcMNy58dmU4k8BO/77jSutGA4ri62Ej/TVoCscOlY9sBtPmYfTUNjPxs7nGM/X4bWtDneKd
Wir3GmiiHVV9dxSFsy8Q8sCkudE056oa7TMS9qM35U94VM96sj6OszMHfeNekT+yG9tub+Qg7Iiq
WfT4qrX1ewjEDOlyvwwRpnwrEofKj47HMr473qWv6IpppxQ3XJVlb26eOx/MGLssMFfTeJxLf9gJ
0TAe0SpxNXoQ5qbMsA5zUkhgbg7ZbjlaastU86u+SBMuZlGHmqF5dwmTybz7Gud1dYPY1Lqcu++1
ns6QegUrmrYrrmJ/Grclk7kb5j3J3s46FdTwxwVxSTG1nZUpKAGtcz8v+UOsi+qdId5laMlSUCNM
6dxng+BEtkr80Wxj8O02cgzy0qOmKd3npqhgANJFhplNyVh4Ck21aE1OtvqW2fHByuYikFmT79yh
fajZlAX4eRAWKRm1FV/TudNVXnTxnV/Uh76h5iwU6qt2JOkqJ5aoiFS1HKaxYr2dXC0i3bv5sZvy
o5fRc1ht2BZUd/2h8qxA6uVW40DzxHpO0yaol0SGmUyelnjkC6pzYmPu8duetKi6exOxS5DqcMuv
/stcr9FUx6HhvbDL2K5+E6R2eVhpVxor1FxKZj/USh+kRAkskK6VviHznZORaIji5wG43lJ+qTOH
T9gaiSYkTDSu3ztrhYkpkjUy7Lo7GGaZP1m9CaWglGdUbId2Ve12LvXXGdvLo1zqhy5e9P0sM1jH
+TVhr1dCZh/2eOySbMvLtnUzjTmcueZBH4uHMctdHuD3Nu/UrSlqse+G9CrDMZdLfsSiGTV297Rs
1rhsc9LKeTLLbzwHWri6s7Hhx8qZLMr6WCh1o6QLl9+Ufdg14jTjzThYNlmg5LyvIWkGbuD18Y29
whiM86QMbH96kQlD/X/Nwfrlgq3D9QXi7AJD+ccH8679Wn77+O3jt9uPZvgov/72eSjffj6d//aH
/MDXiU94iVhZsvy7CKIuDtcf+DrxCVDxxb7JoYs29UID+hu+DsAnrOeLwoAFtc03/TikIdvhCcKq
YzEcxSHI0f4HRmN/t84Fd4R2g+sDuwrr8F80TYZZ8DYJBuCu3of5YHfBVCUvmZW/FUPCSABpx5Z1
zU+f2I/53M/MvD/t138ax7G2ZEl9kYvaF3SQ/qtOmX+ROkuWiI1R91XQgy8KEotZ85IWV6Odnkm1
Kui/rV1WqFs0CC49QJEe8zZ5zDiUN1w7a6iX2Y902D9UcPxXG97+eN64f//xQ/vf34bfrofud9Pb
v33fX59TDDxUC+ikELj9NMIV4pOONxD7KqNYNtIXje9fnlPxCYsznBcLkSFVxqUC+ctzyn+6sO4u
NhB8SRht/8hz+iehxO8fGYS34FcvslPUN79aj7UBRNHFSM1MKL6yFgPaQiY3ibRwjnNZM5PI8mgS
yQNU3EBbnWk/6jEzVcGMQTBoEKux7OfYOZQrT3onvB9x1X/o2fn/cz0A4gYjBDHcHEmk4OGL/ael
6/+4jx6i+6do8z9/ewbT+dGWvz0AP/3dw/cf/pF/LWhpNJA2XLBNFloKjuO/FrU8f8blwCTyAOXg
74paqmJiPwnnuzgmL36bvxW1Lq4IRHIXg+Of6t0/cF5yJP59YfvrZ/GzAAVsk9WqojXCuJAiaIXY
x4whI5SS6z7tU5aO05js8HlcC6XdZfb4JAdnM8TGoRM2I0ALhm870JS24jyMeeCymB/87pw3nXr1
vFmGo2ZjLV0cGTAUM3cUuc9Wy4QjVZi5FoOy1WsX+0ane46ydP2uRPyFZXS5XVZvOmlKTkGJj0VX
xf1Uu3VQ5Im8G3pAw+5Y2YcabHTo9wZanancIJhNZND66cAotWqb+9akSk5mYwzSIZ13y4QDVLmI
s4AqbasZOUQ5XHeFZ2/9kV1EltS3dmotoYB9A5G4/VzZ1tekTc9l4dzriTsGQscE3HgJyVjJGULz
ea3SJzQ8d0whTqz+rpOUrC7BhqLIu4EthkfLLCzcC1m9hsLMKG9df4fw34zKTr+mv/6uy4zxf0wr
zdLlVAzraVl1Fi92s4TF6A1M5fWPLlFfO+mc42Tu4Maw4bBsLQ+9uRUMUSdqxM47MIjA/YMC5VTW
Yo6MkfhSAp2tOs5DWfoPuSRz0GekZ8brruir+aPtmu+w8LowETG1er4ceoPRWo6Du/S+1nI+yJwl
rrmpzDBrMtoNxNaTdG/KVH0flnYNsnroKVaBWqPWqG+ctdrGYL3tIMsUm41EZy7RxX13MBc09qrV
7HPZwgwbdXY4Nh9hMBAVF0l93lfkJj1MxpuL8yscki69WtLkIYnNlVK7LOpAIMdmyS2DAa3Mc5qu
j0XiotbAT4+IXkZNOVe3S2JXp76dJsLCyQ4ftUm7WsvuS9cl/q6AK+G56n0srWbb0/r0iSkjW4zu
FcV8Ru9xUboYy8llebDTxvmRETkTL1Ka7dCsm3A2h6BiElHDkfbd4ibPus/SWCN4xZsMO0fWfscJ
tGXEG2YWbnC0bUE3WOFQJtFYp0ES1wci9MJ2eWVSE+RDs6k0JySj7a4vjV3LsH0s6mMTm2Gpfxnp
evxsjgSJiZqEUWPxyygbLLmCl8O/nT21c9tbPZl302ULlm79cz54gXLYHVlPdiquS1Z10tPjQNOM
G7CqZgCXJNJR25QjMszH/8SC+v/BdTHH7j8pNdTb3y2K+YY/n+2m8QnHA6e7wRIWAdvllv/z2W74
ny4eTRzT1Bec/xfTwI8aw2YqQT4SUniUABdw5k9nu/+J2cIl7RmiywV194eGFvw5v1sSG/gayapC
W2diGIVu9vuRRTM0aVP2PDEXyzGjPGb8gTtmWlSpmiXKT5/Kf1AD/9nl8VNFc4lGQpWOx5BEU37+
XwW+jUDLQ+JXEvZEpbysfp++6TTx8AK7obr2NHvot5NXomyrCnN666yClbOKTXa52eLgvymVXDmk
RXYzyyVWUZx0g494qs7uSBlzkCL2ToqrGubisbP7ogqLsiblcNAx5KY+m4RgJqHiJYf0KAN7kWKm
/zfbJYwl6SWBa2bFk0haDhGDEcZdTjLoLVL9kZ+lydBx56k7hjamd3JibS99aWUdH+J00MpAiMH3
w87OphX0YV2LQG+RgId9Ls1X34JRFy6Lmzx1qOmNUAfcyWCxLNj/CEGmO9nDvVVsaKgQdaA9G89x
q6rnbpbFsZrq7D5mRZztM2uxxxC0YY0ab2oACOmIQbVAG5rmdhxdM4Z5uBjjR+bmjRP18AFf48oX
N4lMVmu7cBG8sI/RyJwDN+QEvjInJ9TWsnnCFjOne60DVhwAQlvu3ByjDsZKE02dV2vNF9P25XPq
4y3eMAVTLPJLvUOMqK/cQQyPp1dbTzsjMBPDezaXcbYQmvXFW1Es6bSt7IX7cmhY/4Wd7iFNmGPf
uJu0uLD2NjFLAueXMdxlaAyhe4M660NrSD0t6F17BAo6O8MQllPrHXlqUUhTE/ifAd0mNc8L5zKq
yLpkEK65zmuChIEExd60v2pFpxElsGZWHOFeSdotwufmdpn68S1rMRIEg7/2nNfpMMPdtruxCUAe
mI84PZlR5+vsbcemWZNdH0/EZxIcvzz29cTkRZQ2A3nQVuMN8hw2mt1IDlYoE4JchMayrnRoJ3dW
b7cfKQDBMkK4y64EOaY6eW0ysWNoPedbnGmZESxq0T+XMXSNi2G+XaGr4R/fG3rbRYmhxuHFJtzU
QZ5OlHxgcZeYkcL3+MptPzeBnB3cTW3VUu0jVb4E7gyLKQJpT35xKMAygkyy1ZKEPCbam4eUMdmY
mgajkqeOyg6nAtYUPZFZv8m9pbOCmcKpCoZEax6sVnA4WO1M1WVY8A3wvdvmDMGgRD7bNdP85k2+
nYdNk/d5UKOqyqORHDsG+lramYGORDNnZ5F3RYAKZvpOYFFdsNJVvM38GJ+FNU/N3sHv5kaMbG0r
qLQFNN+kL74WXtiextb0p+Fz17eWH3B0tVUEkCq/dgWmnSDXZu9coIdLomQVzbfVGgd2vNIYELU1
frVErZv2X2ssVemFPMOGOPEm9TotPS25OdSy3cg0dePIXmPrY7KgPl5n9eJ227luu2q3JkYqrnxt
jT8naqoJxoDQUm5F2vTvKlmdPkQep1vX+FHyJqzm0aOObJMhDqxuXdvAdpTzujq40dhtt+ZN77jL
k5t2+udajeV97Cd5F+qtGm+Fr4QRrY1nNhuUpW6x+U+8f/+LC7t+upT+TtcV/Pv/7pB0Mcvaf7Tr
R1xBRP1dl3bp5v98cXM9O3CKAEn/iTLCZfvXi1t8gooHbpG+3HZgTvE9f7m4xScTOAQtHMBfnfad
VupHU8adLgjBvMCPcLcA3/L+yHAAadivV7cLNpI/kPZPcHf/Sr2YB2r3YrSz0GYLwKU4X/bLslDe
taGvCrUzK/wvPYzOPFiZLAtOS3bSDGDjmfkTvUC2zXDUrxu7G6avOOiNx47WJdtIHEzknhRtm0Xz
OvE69CMi32j2ekoCYarGO9SOYsNmjjMGRBy648q1ChPyLPS5lBu/W/TvXHCT4lsdOUfDyEYfiKOm
njTRlTJgrBKvIcoO1+Z4Yrnnmr0uopRK6QkLffrcgsQ8teR0GwjCUY9OU8KdwGoUpFy1zpDKVT1M
kRQu8MUqNo29kY4m8WOlr195C2L4697H/LkrzK49euNkaWxnFd5T5v7H1Fb+g174xnW6oBsg9Y8/
9kJrOU+DzIh9RzWDunLkeOIQKUjDHFgO97luRvz0+YuM4/aoikrjmnJ42cM0nwT7kXVJK9z2XM4B
e3QaS5AO37ukLORR2XzumybXfH3jF6mfbqxJtV7UjJ1v7WG+6/KUt3k6sq/QUe0TjeOH0mkTZDO1
n75OOItG1Ngu4oskF4hc+kn4QTKq+FrLOudVawuOm8Etx/cq1913YDSkC4CpbI694MrGPZK6e5AW
nh9YXpE0bL1l8uhqFgKtyS1ndzOSx4BjtujPKP91LTC9cVahm0ieMvbf08iG2jBPTl7LVxN2Iamx
ZWo+IZ/VyVK6VDzGotp9wUa7Zfey0vGtsERJOS3s9HFUGRcI70X9mLlF/FYmDtqQQVaux7KsWJ8L
ryWDuIjrAm/SAsGEvxqECO1myY4Lc6q4XccURVBVM2ndlI5CZhfbrSmPjjOYiozUqnUjTzrGMVtI
NAvqNkVwUmdZYpDAmfQP42rzozUusUXW4mcH1S5VdqgRf7+prJjOrrPmb6j6+/PsOCy4izE2TivE
FBPBsSMfer+NL0rwjiIHTE85og5WBGQbSNpfplEsJVEhl3wjjx18LKv1dnH5JRKgPbmvXUwYRrhi
AFjJXy8WA7xPlzxoBChALEgX7z3NRu3Zo6KmbtJG7Ss/0nJXsv9ABLa0HlM+ZxRaiCsiP9Yyr8FG
TSNrf0uTerapVBv7GwZ+xpNokDsG+dj1n80pKUYsE2vrhUKjU7xqTWCnYcMGriD20c2asz8RAx4y
YcS5yMQlD4Hdrrc5S8TndFbmu0/O1kc5WY0RcWXzsS35XQcu6KUQxvSidDO/t/BcLDvKlXIOL9nq
064ac08PTDwW93JkK4AI3+hgH4k5xqtlLE6xtXDu+GFW6j0CdU9Nd35KeGRAiOHFOuEQDTXUz9Qn
6zs1Qc4IAKZUzs+p127QWFzDxGQ1qF6gcVwhslLmxmtwX051bn8xeoqPTZe2VGWYmF0RkngSR2lT
VVY4JXjxUOTl/l3XWSZ0x3qy6rCVLGWDcXatZodPrgxUast7nSOM3woBY8E8ShilWpNLN1DL0ndR
O/fNcuJtFbzXbj1/rNqk7tZJLoopkNY7G8ZUzglUxsxrZjYasbBrPr1zSyA6R9PG2EDoRHtp/lq1
Ia8AxQmULvy0GjKc564yS+LARKqj3VkYaAQ1DMfqlFXJIkJ/tihZtfkiBM+Y8hbnIm7Ld0bdGR8j
kJc7iQeWMYKoxL3pNgyI5tzSQzZmKDUQFXMXrP1qNpcSmM1g2vltfuV6GCFCt5aZhpedCXRA3jwi
Ra/OqiX0azwSwxg72r5z53bC9tAuqGzi2HxiJKncXcJ63t6Tru09aCpHblU4tRJbDdH0mQeLzaXD
zrO+a1IJjszt+CWx4o2N76jtTIW/oRDZw1qvSl21y6ppj46v8eUJ1xWwPK2BtwU8rveOsS9iLAy1
4WvRwJX96k8uJTDSfReyjesiv9GwPJx1J1/vq6rTsD9qaH9DXNrzG+Eh6tkZ7GrYV5V0j9I2VB+U
aTe890k63Yz89poj3La4DEb/JtGHcoxajdcpSBl95Rs5JMn/xVv8y3KKpRjqBA8ZLEoF1OW/xpDZ
5cQMx0srppVZd1tocXLg1nY36FPjyMxKsv5Gvzwu2ej+uTv/1zD/3y6wiX88vQkGFf/7//plWH/5
lh/zG+8TdCGWdkhLKLR+2mUSqsU+EvM7rQgIdSDNfysD7U9sPvllgvC4rCt/2hHZBrtMuNbsMWEc
MsH5Qzsi8UtU3yVI7pJYZ1k6whP2me5ldv+TOdSeUknNMk6Yo+LsZrRyYrk0wXbcayt9x3BlHuG2
SNeD2G87H3glKxnm1sA1mupdhjC8cQxGjiI/t3Yqu3Cxh6zcgJsx0CqY/fpi2FpqhYKktpS48tHs
Qo9/TbD1LMwqJLKv9Q+1AvC6WiUoCj+Ncc9Jr6ZFTZgD3A2aIKzLmE0nDmRbLUNQmipmXuDHxrfG
UDHXnJifsmSRp16u/LVjPOcM6Ova1Q+uIEAmyOWHaSAZHHLyJQMmG8m2ncpnSrOt7oobE5FvIlBw
YwGcJ+9aE8kpRwzsF91mGvOtHIdQNBpBhnMkTVDWNQzzMg/Mztjzdekmz6wxUrPQD41HYaq5wupv
Z0AEb8J8an1WG4GemNeZB27MT0M6xQhjCOqz+mvTu2cJTg8h/7FuEPLm8x1sqSrQMiy6Bt85uBNx
2DWlI7FXsxeiTkNFWjX4naoG3aiLVj/xdMora+FbKMllooU156Y7WC+xW22Xsji0aByB9jY9cg5t
03srDgybSXkiXs1m9r+oNB2ZJ2fgcEC0z2JTkUYcOpg2njVril+MpsLxx85Z+5jMxZYkcC329dgW
lK82Fwih1qaB6s9qV1JlknSmfKoLLlqfsvAxbdv2nHkaiuY0tuzTknDO90jpjiq3UK7m2XA15WPL
Pe4k6X3v9MkjkqV42UCFmpyg7pqMDoCSGvX41OIvKBJIP2lnpfS99VLTIhvpkUXOsJOO00W52xd3
ujMsW32x9O20aB3ztPlhGhvlsbqX03fSrKhUHLJ2cqOMVUCylxsB0y2/L8lUHHny530f60iahfQ3
nijHQw9nG9eBQmFbovpZ+tIGIH1Rlo9mkd/gZFyjWNbvsU1zkc1y+M6oyAz8xkY/THA0Y3YDctiV
O1czMzGoZtT+KEjLwKU8pmCvZPWtn53+JZn6GruqO5R7jLkxPt7J8u8slWF866uOXzDWnfZb61vt
07z66lmve7JNScQRt/PYoEpYaU1fq6TonqFpiLel5K9GQtQuQMSyrjwJK8PVybCFuqTQG3FD0D0l
QW2U/rtF4cgzlpj+4+IXowHQxKUOgtLRvXXxSp5UssQTuzTZmlWUNDErAeUwAw7T2p9Odt6TEznP
ev5BlgdbI7Oe21M32VIPGdXyvz7qFzOCqs0xOVXKLj4IKZneXavVk7NRpFX7lme5UYdQLctdo08Z
qmoIvMMu8WzVbN22kt7eBSNiM1/Me3vDP7I9zt1ivfDw8P/I6WQGayNJk1lmAFkU8DmMR3fCgXhS
xZClh1wvne5Q9W5O01sWgoZyzY07NbSkjMs87SoqKQ1HYeJ200xZmS/a3tKoNE5r5qUOE0V03wij
WqALSe/r8rx2feVsCtyadjTHGSwBGaey3xB3WCMvildC7QdjNPywVJPDx9hZLb6J4XLSFAkgKfaQ
U5ycY4PXesNH1bjBRInJ3JbH7so2arY1dqWriNl/qke17VNmkgIwtLs0dz12XRYC5e0wOfGIq3Sw
gAd3sVFHia3XdTTZgmI0SbrpJqWWMCJCbWG9cMI6VeTbLZAqb03RvBrABJvjXHr+OyNg9mHdUBf4
tRZpmeHclwz9JmWsc5iBJKxCm8cLi7Lfef2hHmRvhL4qs4Ttp+++IAH2130yLvDr2smT3bZp1Ggc
TB1lQUDSS4MAjFR3Nm9ENxRoFVbLv9J0WU6nIh5KRZ/O+jce8GLdAkSxzksFtyxc6paqRjVpXO2d
aYLnAirPwITTYBCPPEPWZmSOljR2Fu8tLVyqKzNak3gCEQL8uT5BKE4/VnwzHZLHrl5uXKcqqLaJ
d0+ilXr1oI88xqExFi7T5bj27MgafUdsxcVnyRoun/rDNIvyq8/c7SSbiVkGsu/hqoiVQ1g5bmcb
3X89QmUcO1UGK16UY11X9MSSq7MIOr0H9kw4QiOQleuDCrV8Za5RODi9gAPk9muLbieOMrhlaqPr
S+sjt5sLhoAjBPa51irk1Llzmjqhsg0IEMkyd5A2D4Ax5PlmHWd7ht2LNi+wBurfUHC2dgSg02sE
VmHh421mt5+3ljeZyO+S1qs3NqOLKmC60L0ugzvi3YO/OG2NNEPU6WUShjTTa8OOpL2sBmuQNKF7
tIA5BI50ZoX7q3HbKFZr9a3omvFtoNdIw2YY0NRbnRSnlMXLR9fEbBtH0iQWPL+jHDZ23ABfMB8a
TPcRfjwnhnCQ6A+5sAaACEoV+0Eh7t20llpOwBemZyBqMZJ9+JergTOTJPLJfBN1pRdBLCdcwjXO
/qsxj7ujwqKvIqeUpdoVVZGmO9Q92t2CrCvdgs+Nvwj3KRYsmZLCHr4VM0bDM4iE+ZHrybI2ZqyS
NPCc2H+3pYt4wVn75WZZNBCFyTCZTxnnssSl5grst2rAo8AH7DyAaLDeraqvaM8m0UOj0Kf63Ss9
Yvokk2gLsIPAcDSRca8FbO70Q9LM3RoWeOFeFl2r3TDF+OwHCBEcInE967uQk/UNB4FLmkczW68m
M+cs6oGbDZtqcUaCqvNk4ujDmUOv7njG95i5M5rJejSXLYj1XAXNWiEJrv0eJ42HdJeZVV6591Vn
z0bgr3n3PneXIYw7kWkf9o0z9kFW6fySLMfkNtJ9ChV6YHwhnsFo0FXq3mqbhrwupS4OfEbnDWHA
q+Rpcn2Sp5sFI0UIJ5u4oA7iBksH4uuvxtpaWGaVGN3Cxsun7VK74C25oGFrTVbV3CUyxQgZD1ny
yjvrf1u7dfI2YnUkI8H/w96ZLLeNbOv6Xc4cO9AlmikAkqI6y5JsyZ4gJNtC3yPRPf39oKp9j0ip
xKj5GZQnFTYIIJG51vq72aGXTKN4oAixxiHd1no83UIRAPJODO0JZLHig1xKzi2m6T1QnuqE82bh
uDxn9kHtMZWxpjC6rKfJC6u0ZQ0XA54SeFIs5mZRq2Z1gVj0ZydxsueeP0FKwhVwg96SxJ5Ln23+
H3eUTOWVO2rRa/xzXxUwWS+e2l8H4/X1r/w9XocJKgTYN0N2G16+/f/H685/VLLMYYmaMPD+Zo/+
PV4X9n9sgdkoDEpaY8wpGYr/PV4XJsrqFUinReMPzfxX8mnavTe4OHsVRoUuePg6xkfqfJyUUZVg
SfCM6KqqljXXMK4N+7rZzIyPzt48lQ9QcYhkx5fChhscYSUHgFatc/43DRyAcriYspt83cBdg8vp
24SR8uVkD+VlrEb1bmyL/Ftat86uToZ4//nlV8btu+sDJUDYXRmQPPXD68uRvovkIkxjzCyKbzQ9
dsC1+DS29ERl4ykJKAOPAGsTZLZWY/txHGl3tjHYv6LUDm8AhVs7aMEuCwRWonGReLU2MqpMKQDs
yDEpd7aWji/N2NgpY9sY2n6DEUzQKnkR++mwBt7HbVO+TExMGbrqKar0aMTJh/XjoG40m/A5sufh
YRiE/k3tlPLKRdLbbwiCi799/kBeGRnvnwjWYOjn1zdyHI4612rYwtVF+ZC4VNhSNfWnchA2filA
LhwKqWU+UIloT3kHwTgA8kmIDKhq2DMWgOfvpRgZGFM8MvOK88hiCrlS77XptZuqi9AXZeowQYwi
ke6oZY1ftMdC23Fs9fdhz8gWzUSePwsZN/kWdWU7nTkkFjxO0jEqP7HC+VY0RQutDpmzBHxR0jxw
yTP6lcp5uu8yG922wl2M19osEdJNXaOfd2Ydr0QAmWZbtbCLbk/bAGCuIIpY8FipLRlMeIaQ/Da6
1uy1rYn7R1wkk+27kEOe1BwjS1jKs1btO8kQ7QrrelsJKHCdn6HGpn9W2fFIsTq02oJr0mTbgYYw
lFIDNODOEmYU3RhlOukUT06MZJlR4RmZYwJmkj0xqLZam7q/65DVb7I+NGpaR0GxSpQl7SwkOzVD
v5BQ1NMoC4vTbzClBLxxpYl9/qQ2Qb+MmXE5KKFrX3RElYHHg7zeJhbT5Y094QUVYPYDfmU6eWuf
YW/p6r+4YcTPc4i9p7+K+pKvGeZA41UYKW64JUezhq2VDshxc1ZF4dN76EjoDdK7g3DIOn2DQtUt
vxAsiRKiIqWgx8ZuzA3cU7T2i24ROBoYuQ3iPwKBWZ4g+C18luSHJFuzNwgO4CWhYEuVxmqCBSgd
kyh0bxjOliA7gUuoAnlsMh+3ShZOCX2xow5/4cIguh9Hu3+0GTkQ9levMxhL4mia1KVixu0W3AZw
3N1ZMe1ZZ3XNl0zTqYslPcVmISVkCyuv9pxchi+ff3zQpI4/PWy+MKGFAIBvxXoovN0McfSNktyh
Pa/TqNysLKELfdWP6Gah7SrNPRXnc0TLf93o8U/El3O1crYQbh1e0Gpirao1U8JjHKl9TDB8TKxA
CNvKeZLN1J6F+mIGvZjSYG4GdZ83tfFcjVk1b6cZV6AiDfPtIhTjwlBSLBM+fx5HNtvr7yOQBUN4
HEOY75nHNttERLgTzVbvNwoeR5U7ix2ybnMzqhkmQ9GUaJRMU3xW0uC46DZ1zYdssmyrQul30HzU
E6fV+9OCs1oV0OVdzm1c3g+fV6l0JcQu4KOuMBvdx2gKETjODcVfVdM/LsQj8vt644L6AL0qTtvI
6sR6Qr85FrU6E6PqwLaJq3G4ifO0SzdsZ8aaQNPZfxRGL4k3pcJC7Ym5IW5Cc8JRbVoxsJ0mRzLC
snYeH0k/M7StxDVADWzFpGdQGOQEsirEqaTr94sXjvar6sXgyVCEHP5kvGCEPYTrTx6W+lkjKXEX
wt7aJnYZ3yWLYu5OLI5VqfKGTreSwqGnI0SEcIANi3r0tSp2VskIWRz06dz83gCkWyjVrFHivAH2
ZRGxFO8KJqxfUjfLvo9jy3xibDpl+/kPOVwU1C1ULlAdgG5xtkFOcfTVQraptVpLGx/viPFrDiPL
IwNsvv/8Ksc+iK+XAUBaJ+1QdFghh89XG8faTIcEZg0bf8mMEqpygczyFtOp+ZdEkLvtwVa/FbBp
LsOo1Bl0oJhRPTO1smyraE6lnVVT8xTJpTzlKnq4c67PAGUnZSMe9Lj+4EV5+ONqALfOZBLit2MR
7huBi8ZEIu0O6PpbJLN045iDFoRNFl+oDBLuPn82H12djpLoDXijFp5Dh1dPWr1jZGnVvo0rOoSN
vBpJc0Wb781x1AXLVClXjO5H+IW1KuFBLeMJ4Gp9x2/X4nr/8EcRMRhs3MJaf+Gb79Wx4b1rKWtg
KNMSYXcdaiMy/2a6qSCLILnMkzN97obN5zd+tEGuzx2lxsqgRSHD0XEcIQm9DPpmPdY+DlgVFGZs
5r/lUUNpNBhRBjXCsjdKh48Q4lqMZcopHvHmEUmGo5bIl3qL9Xs8BZ//qsOd4PVH2ZxeHKSrbaXu
HknMWCOqgQKf/J4wHzzbjPq9VCf53czN5WJgOvPw+fXWlX/48NkIBIK61xoeE+3Dh29My2p+xymm
lYYbZLg/bpBWQhdonf6OGb6z0YCLtyFS/hPP//2nv14Zcd7rlfVj+GnR8jJ3gJN8xvttEIkw2xCq
fsqF/+iYfn2gK9WKTQ6HdVsca/ZGKLO5aBDh5nVcnEV5El4ZrQHXUGrlvczJ1+Cse5YIA7YmbE8v
hsX3zWX4f4V1n3veoarep61ZPolBOCe+PVif7x+/BsrHBmBB5yZf5fDxy0rq3exa2KPU403UGM7X
RJm6GtQc6TDldxvYed2jsO4HCrhrQYavmxWEnio7J86wwrTSNLuAuwITJ6JFVFcUhuPNWDCYgv/U
W78KEq8Sv4tNpQrqKDXsIMZY/tGKhZtu8o7yuQ7rfMfCX27MyH1IIzW6tDkywk2mOCD4UCdsjlEB
wk3ZK19E7MaPpoKvh1eCdi8bVWCX4hcdpOVtieHBLyUOm3jTj46+Z3JEmNBS9MQhhxl+Fi1OQWxp
zlz/MJtR/aLUGlaAjPqGBocRLn6RDc5S4EehDXag9mHyBYdBEKCu1vS9WtVut6dmhluK+M4aPfjO
cLwqdwx9OTZQYVsTuoVfzjMWlKptDSWFe2G0uzLR+u58hlW8BWVAg0L57LwsuLZCQRt795ulSXf0
Gho3AsK6DBWM6Jv2zxpHjvGFKMQS1LmSnAOhUE1jDLuAqMv+fhJG9ZiHSfcH//lm8Se8K+Hwdm36
h5mSG+7X6CmHuSfhJd5MvMgzZRtE9YWK6F41o2LaWsA47Rkf/uh4qRpm0TZ1dEh5GjYWX0qZa3+k
M8GS1eL4muZ4MO65Gfc7toYZLUDSmVdS0Ura4kpnQpkkVTVSjIJt+gXGaIkX9kWW+TrspGxj2VWp
Ye7DHuaN9cIv42RonOu8NpLHIrfcOdC1mRfaq3FWe30oMQ6cdKQti2VDCKnqmmGvVs4LuSzC2Jdt
bi9eO0s8Okb6uN+zzJbvZsh+ikmcCPdM+TSSdeDKalgEzQMsKgjOvD/ytr47oLpP6YBlhw8opf7Q
qUt/00bMTSC1YnmxMjt6xH+6L4NMnbRpD9NZYBCglMZ9q2TND4Jk1K8V+oGvWHKuQ/LZSM9xmoxq
tP08c5xYRqiGpbVMOG0tVecrDBvtPfdl470kcqaqBXR1XF9M41zg+xju6Fno3hnMynaj1yIaLiJY
5A3ea52j7zrSnqPtQCe0AjcZ0ds4yUEzQ9Ff0Xhm07RPnRhKWz4rBreBH25yblhQ9IJkyCRrM2xM
+G1hTFuqWVXzZBUZah5hQyVikJroLEgG2Jo/1FPzYuZT/ORURt36YlrxtznJnIF4IFlh6DIwguJJ
ShjTGUbHzvncQtT2myxT9gMBcoqPS+wMAYhz/pkgi2XybFCPGjESOo1rOYtI22XxTOElDeQoQVtP
qUqEN+RnDxoUvTvQPTX0zqy7FfESolb9rLfMjogwdS53kJAR6WXYLBvbnFQCFnZf6Y807GPqO0lo
XGcs1smDW24VZ7o1qH0Ah8eqN+GiovsyS8e4d2Hsg87DqrqueEdOQB9NkNXAx13zBpP+slGqDAMt
CwMyr0lNh3+wiPTHiHFs4jUC5356qdT6jj2dPgRWLxkV4UyQPpoGtguerThS2WdoZn/WVa+EQYpa
+xdwa/1VGRrgPnQNtrVTEsXlnc9hedEuUVxsGL8wELfaBGzGAcDHbcJwf+iK4bz0rhtCYyuX+wqj
h/W5TutnZ7jd/TwvOr97qZ1yo02KKzyRRJwwne0oPzQRUW71RoaKI4yFcRNpcCa2HIOiP0NiqV/1
kVk7G2vh0WxEnQPL1EPDEKEezFtXQDYIbGye8c+jwcPZM5PjXT1zvHjVoHUzhmmpBFzTBUY/0TIU
l0miiZoV2yN34L7VC0NtlpthSvI7VR3L2atzI8y9rG/Jcp3yGFCNyX4CKR39KHAaFkBnRl8OMfw8
S7uuq9SATwAT80xb1pVfdmn0m2T4KPenbFLPE1aEGxR5q5lX2oxBHcBFQcSdHQ6KsnV6i0Kry9f8
yqxbvirETvxRFyN94F8wXzqgS6KLpqb84RTt6Hr5kiWAumGC2V5kAF8Fs2OuYgMLdhXyP4MdryvF
LQBnbFxMg6oHEjP78ouj133oV43BqFDFn/Z2Cpv5e1pOA4n0ujM9DHk11edzx2I5g8s8ZxsxtGLw
cTLWnABQMM/PJg12PlkVcL0A4sflhZ1Tu3bTkA6+6RyceOWw8hHQiOB8JAkd3ctxwlRLa5sQQEzF
IlNux67KoJ/AOcv0L3I05XgZx1Z3k8dhZ4FcVRa8Amx2QU7aqcHcrKwL/CExLWfFgXjZ/jwtShoM
WmvOuwSem3GlwViG45xWqQiixLSVjaGD9/lzLCB2OkMd4kClyqH3zVqL2Te0uDvny7GMoID78DWr
hNxCjbG+N/qMFVIF2otNSJFd6ViLM1fVY5UZqyGl3ClLtsnHSrkEXKyTMzPMmtTv2ltoeEB4DYlp
/tJ0V4Vbdn9w36gftGa8aQd6LWqa8zoqwL4+L1xhOx1XrhZEqNWNgQYSUehaSb9pG/KKzxOK5ojm
NUPFXvYVpifYgKM4EqLNfiUihbSup+nyJdUn0NbJXguDOp713isUHaPhecZcHY3KKFMsRGL5kwhe
3Ov6RjEhWLoqVnqdOiPeYlKTn0wjXTurw9KbBnz96Ux5V57YUQ/eTFpd5JM1+W6jdhCrMceu5wIe
lKy1/rdqN3eoK2XlxVrW7hkqqb9qYU73iTExLR7UEvOpE49UNd7/JANzLlMgT9DX2vnwmSJVFVqZ
gdC5Lrvy+YCihC9grAw8wy0mr26duHWQ60rynRgHRKZ1mzWOD2sy/Y58RSKOwQ3wq1tWFFVjpDIv
5UO2HI+ZTOJ86Qwt/iOg+RSBm/egdW6MEIsOT0dHzCVnyl1FiX+PPXSfTRiPJlmYUud7iIw6f25a
N9RQ2rrNyhy1lTOp8r68QVOABodhDu/gpg0VyMsc3Ycs9yeo8ZMR4JZkvDClVX/kS2QmWII1sqA6
CMvKV0cTd/t4MfvYN0PHzbxwZMWdoV6AVGRFhfUtTyYJJBwa7Y8Y9OjO0DIII0U5NFC6Fny8cifS
qe/63m4Q+jaFcoHDJFwsEUmUZZaVoUTElegF5+AGPlNCLeCN1BMiIJ+pyL0uxCgXUwn7pzO0y9OQ
EkuJpVCL4tnuXKzpdLOHOy6o7YpNbdiYxssaTZVH7VNBRygKKANqFW7ySDYP0oULH0hhr2FEPTNZ
H3/1/GekSBwIQxx7N4pOtt/OsbvsxaJOM89yOZjbnqKRrWjB+xetVlHVfpJC1/dza+6/uIudoFZr
xvySIww1dwOlpAsmgkFSjza2vqI+FRosJiXD+d2NK/fEPPN9Y2yhXl3jOnj8gub4cGm2keZItSO1
YmqdaqvNBRkaKWkIM1IQtsvWOnG9950Zswimp1AxmU5Yr1PGN9tLQZkjxhalYaeX4sLtleShGvti
q5kVe/7nH977rUwAonENppW6/W5UKyvFTfIQt6pMg6DAneLTlS5U4LVNDgcCr43e5ypUw1S9tspe
PzGEe/9oobyApDJwAB8l6eXw0Wqznqshw02/jd35eonDeqfMrRmgmVS3lpWkJybB7wc+wmDIwd5t
r9RY+2iXqSecF7KO8gICQPTo1LgylZqctg4FyzdYAohzmH58/ffPGHY0I0AdgjTi6cObBBYiaA3D
Lr9zk/oydyflIe3U4XxJ1H5NAZR76N0hTA+YQyWt/7+/Z2zd0GMAGFj4vBzNWZQycRg9wLzpKqjx
XdFb+P+Ow9lgihmxCnw3dc7U/ef3bHywsFjD+uswiczWY1AmMwc7R9bT+UbeDb9LloAJoanljBlx
+++3vdKTTqEAWYS70powL4T0Pz/FPVFpzGX6pAyWWm/LzYQ757bRRCL8MJfyytXR0MCFb+lKTKLX
+y2SEuWHanTUxXqd3y9znQVRnJq+XLJ5k+GXeOWS8ospL2yT0ivg8Vm+6AayjJFPTbU3FwhDl1Iv
o9XKokUL0syhFUQgh93OVaoOGE5V8BzFFy7E9M4OTwWBfjCRIj1OtUAf0c+DHRwukbQYYpV2YvRl
W4YPnPuZ8PO8JITl89fywczNZthKziCAiMrc8/A6CldGw0BGd9Jr6HeoZukjNLjUsqq+Irll66WM
bwkRaMdT9/j+Wyd3jUxiezXSWk2KDq+9RGQtEyoCWorSeueKadxEZur4tevM50rqjsHn9/rB9Ux4
F+Yav4BF1zHqow5thVs2cuyQNOdrjvEmAXqfwi89X3ziF2AxyonH+/41AgC6PGED6IuUrqOTwiY2
WLXrHhDewlQv7h2oCKxnuzlxnfcfF2MbYuzIL1p5Hq8F6psTQpNV17UmuzapIskN33y6lRENX6S1
yqNcI1QEhfieueSwMfA+v/n8yX5wQAmczbg/QfH1l/XOm8urkP0WdYB9MUy9s5XScG80WU9+oarV
4+eX+uAl4gaEXRC1GYqE41Bw1cENmW2ZO7WX+Q5Vsh6inLSrjUN8pYdhVPf9318Qqev68kCpYOcc
rtK8V1TcD8mccTIsvGF3FWch04N7tGkopqwxPXE9fT1yjmpxGEVkKADorqjh0SdJCoDVWSprpi1o
qvysKQ2aBLIcgwZx0E7rNHfZZaOc72tLKJ2XN675XcmIKPYE2qjUJ+UnrrehGOQ1UZcQG4iJMRFl
iUnepr0iIGciYs+9uSIEJiCOBtPsz5/ZB8txDW3AqoJCAqHw0TPDgQ5XGYPBUsQE+LyVU/YFGzjm
AA2WQh7xMtH5NCoGWoLU2Of6hL/95z/g/bHOpmbCfiGJBLLt66z7zYKMGKXJ0sRw0e5IAWidwsCk
fq5f+jCzGB/gmGyp0DE+v+gHHzs7KQaxBlwaGPpHe3bt2rPsWrfHNodFuYBcnRtxulz9+6vAtAKk
5VtfsYTD9QilAaPxnKtYlb18bamQfCgi9YmwxOMQF/otC6dCosOQz7FN60ebM9+VzVClIPFIN34y
Sm4vED8wBKfX2Cd13/h4Dts3zH8ZmKMdxM8q1nG6LrDDRGmIJfyQt6fS/157vqNPw8HEgdhMum3E
SvrhvQ9L6zZJNkm/jwhycMyyPnPmtPrea/UsfUsdLUz/wwLDojRJf7AIVqU3bhufv4EP0DqiZHHc
o5hR4dMcpyCirjTiZChoTSWSCq8GTv3WZQVc4TnqbPCqTvlhZ4mDlrqapj9OO7jzTZ7E2i9qZ6j3
VeY4p4K2P1jxGAMDXQMg6jyio0fTDZ1ToBqEAqKETyX+NHujs4xziOPLxk3oDJEwqCcexPviYeWa
ABUxvwM6M4+KdYfIqHyKYokOeEn3UYhPvUaylMdsuMGybEIGlA7qZYwz76/PX8EHd4tgjWPVoHTn
FxxtMNHEnpy67kB/nak3MejqFzKhoFkjODjDKrd/hvdfPX1+Uf39VfFLsDXu1FnPueNPr0qKaJ2R
8elZFTpkRUi9v6auSeqg43wlKibr8eqIGxfAJqQ2lJtU7RbtstHL/sGe9JSgw9rEzn5Gh9VuGTE6
JvwtmU8e0+0xZZxJHCm0s5lsTcf8E/eC7cvQQoYykZjEdmnMQvFmKl5rF4+JPnH2dfNVsYTdiXP2
/ZEOwYFDXYUIw6d+PH5R8typK4fZoSIHsWvNLMf0xUE5FCbV/vPn+u5Sr+2mTW3m2jBeV5/Vt9Oz
LEwxoa8cOOZ6f780yrQLW3K86jgW/3bBcoozSlqRa2ATEo8Or5Q4xVxoI2MuJvpJMGpNuEfsV/qq
otU4QGhh0Bh1d2voZbf9/B7f0z5YrM6aYoToDu+o1///5kRiPmCIEAUVgqlcvSu1GMnDzDwc35zq
bJkX6yYvYQBiYbQEACnGdZd21Vcthusteyyfs7TprjtiEOITR+W7U8vilzE75xteicfW0XmiuoVB
PL22+CnmF1exI60LEWXG+ef3j3CUZ3uwd1PhQ4de+cgkeqvm+nG9eQAik3pB3vfkTxWcv22C2hkH
LRu5+wbVmfMIY796VCexsrLE1MJHJCoCqNSoMOZBijjN3ghMSfZSzGjGa/u4/emSjfZMYA8R0XGJ
h9+VTrdebsZMVe8UpRm+FE7XN1jbqGnkUSE1iBL1tAoZG65yIQ1r/HhvElEmPWa4PZmM0JhBnJg8
xRscQQj10ciQvHLTJiwZyzLlJi0gZqA4mwn+dx2iOANrpY5hYZLJH52mQfvUixY2k2kXkvCpal7+
yEYmll/FeaxeYKRjVudRkzGPH1vZDbS5qtrtx8waLM9y83Te166Cj1HOXq8gGTFkdyaBRe3bwplb
MjkiFsSL0Yzim9tMw28cUZfyLC6K1MXtz6jhGbbtHHvsP7WxpXEFMGvhJJdBMQz9c5hj5AWSRAze
oEQFpaWcmMuLoWhu+qJHKsGLCiE720r0R9jRvA6eETcBzTbmr6Qx9QoNWiMJYArNFwBn/WIhtRDt
VJvV7saqXEzKijkvrwCAtJRA4AwxB/7NKgweI+rvAP5ETAnqOozEcdrAvhJ+i/RUa84NaKId3ZGd
kFsYEHFhc3Wzbu9KEbXqrq7coQ7E0ENjHfty+Y5Tlvqt6k2HwEokMvhYshgcD1QHLT8sUzJKZDfW
XyJzGn85ejmpm9LFjbBfwkT3mqYuvmE5ZolNjOchNgFWZpAASktXeHwtaggJbiwZH8Pwjc+w9cqy
HXaS5ZkKAak9Y3iAIX7W1JoamKmKqNVWKLgDqOGrviSbkRjCXdFfzKRvOz+klSfxkMMRmSp8hpZj
QGu9skTm45HAVF1hRV24nkVxo1Hxk3KK+qdc4QJMWup909c1vmiaM87whCTez2Fc4j2JJbpt7PBy
mp5r0F7jEpdHd6tKqzM3uFYSbIXpIkr7NDHbx5ZdjuizGBvdPG7kFYSj8iGNG/1egs5Xm46gQRlI
ZZ0Uj3rr3rqFHt+n7uRa/sgM9lkFTnzulmHUmUO71mNBrWZ5c6MtEOchl8LXIe4UYyunESLA/AE9
wNSFStBqjH1hmir6N6TlNemOS/OLBkDui8wwUKAVM3lZcSzdX0xUiYHphqbfluaCD00vTB7MQBSb
9NrRdghVBQ3mFc8EePgl40QUvg50aK/M+CS9uGjc36Kymsd8YdyN8aVhwmTRtfpCm3v3zzwOEXuB
FZP9onZWnAWVdBrpYbQUAy+TQ47lKIyoMuhJllQJ04KtfYHGL7um/A97r1UqiHnMhrGu/HynfL8f
r2CHDkHVgoyDU/jhPpmQBJcnI8NeBGjDKihFMKHUy6nz6F3txtgFCQrpWqt3Ipyzw8v0ITQqUEtA
YmzsBxBxaf1ESal5cag456yljiA9B42gWc+7PK6aH3ANWDNV7pAqs5LC8Ns4m2YIM2jn0x1I8o8a
K6FvFa+hPXFGfXR62tiwI2dxQITeNeEdc7cBdFf1+9i0y21ExNy30nIALFJgtguAP0LpbWuabtl4
wtsGeHlfNlnydSyjjEh5eE8WEIXWPgCDpPLEz/uggKHJRaLPr9NczvnDZ0kNmpeIQojtLlLjuV+1
9ZWJCWtVxSdK0PcdEK+NghfeMsziFXQ8vBQsigqBOEG0eL5F5DdB2qfqdNI/TEWsL3Jym10lZ8cH
LYqw552qiwGE90Rz+P4oxxKCmd1rKbOa0B/+CBSNBocmcGdR6MpuJEADZ7rphyF683oAMTwxTfjw
csAfgBEY7NBuHF5uGphCOjaz0CEejOtILYrnyVyyPWIEpE1uEp74Nt5NL3jGYC2IcijX0P0cYQIk
f7iKmjC+0hUk9U5W1K2nFOV8VapxtAnd0CYBcXFuO5CoTeuEnH2fbwHv+oz1BzDfgomq4912PKCv
yAcaMViafLWyqyCRhX2On4H9JNL0z4Cb0uMUm+Lh82u+X8Nck7KMeY2pw645umlVyWNMxiqcEJMs
BUFL6v0ELQQqavR3DsU/suLXDJujUtDWNJ3zXdC82bq9/pY3pWDozkpsArr6gFpJgqOpG06ebE3r
xzi6tryw46H7wdwhj3ZmKpjSWmqSXC5hyNHOl23eYskgHxIl1e96JYIVhOJkkbtB1No3i6zZxpsS
cY38KfyqgrSTrCkK9EtG1TIQUJZafV5Kg5A4C44h6WZ9/62s3fgpVHHWCEr65IuRzK6rJRmceKub
A+4Xc58WNw7WBBhzIkS1g1prlt2Ew2ESpDkeQUQ7puXTbOM5sSkUo34W5FGvscWjScNmwpDpFXKj
SRojwdEfVSUWO9uIhhdmz+Ps6d3SArKNOHNdDTB4mq9DQS6xz5TKdgG+hoQTFTHhqbHBR6+CVWbR
1mLabhy3JUAPvSWMho5oyn8UhaVfTgV3pwwjVCwYHqfccz+4Hu0Pg00aPUCoV5Tozasn4ipZ4CZR
wLgaNqo4eCgQs+y68BV2NuyuTfXUlvnBykYCTHYsN+iikDnardBtCUXje4J1uyzXEweaF9UGsTVR
0j1VPREDMbL8wLa0ectIjPBqempES9Zj7arzGbw1ZzOkqhGkSpG2J/a2D38cBz3WO3TbjnM0yFCa
0XHL1YC0wbX2wYgB/dN+sJlgWdZyos/+YFuBdcu3Dc0DbPVYedDLgkg5w+Zabor5U9M0l7VciEJU
Y3J5mirehfCrT9yg/tEbp9M2wPyoM+zjyBBZkTWqCO5wiF0kUc1sWeFFmVmxua1NfcBhv8OcYmtj
T/cQNwrySTfEFVfDD6MPYuxg5ku+SI65OWWg5bVRkf2qndDIAQLT5gGKVn8nGMEtftuZzbRdigbP
9y407Q1zObkZRJo1uxrTrxeowWCEkog050TR9n4kSGOvY4eJ7IvUa17l4ZY28OFOIRM+LPNk+z1h
IrVlgIvH1mpkghkLceGA7YofDTDX4hyBPDTF3kRaY3WXbeO2Z59v5x9UkfweB2Mmem5CuI/Ku1ar
QxfyNLzNss4SqljwGQ/oKDrR1yNIPt7LV0UXtQ+oD1rnYxCvRX/q1t04+mo0J2dSU6t+M0OU/Trb
JbJ8q4TECfqVxk+4SYjVoxd7XOjkBYZJEwQGDAiNeJ+QRlkTH2sVtyq1hX3emJTfNOWdhoWlPU9f
mRxND0muqK2/JCO2PibuMwmEq3j1/QZkvMDLbDFJk7Kq33S+2p9Mn2yacVWUt0h400t7duObLIdK
7FlK34Xkr6pwtNMxbB60hXAFvNbgsfnQiKwXnKDyZTvjKcOnoafiFDD4Oj8/GIfA6gOK5IwHycKI
3jhcMFFvY16R1MKHzaxVgaWgi8X4yRihxCwDzENbe2A4p986inAh/WH7UJzDJy7u09C2brPBLKOv
lB6duQ1B2eSlEk7FUzmjhA7qzGZQ4fLr5cbuMD64s/FHxI7YyJP2r0ig/zNc+x+LOvOfjQH2LeF+
vzmLSLj7r5MAf+EvWwBF/GdtqWisGJBbUB5M9v2//PIVTcWR12EfxPl+JQ2u2/B/jQFInFp1KCT5
UIahDuNv/dcYQPsPmPUq518Bc/7+vzLMP9yTBWXtCkvrGnQ/UGmaqsPFh6tP14Hq136j6z8sTSxb
t670TboUyg6nwL99mv+x4DuSQf51PX75Ks2HOkZRfXi9TCeXvYy5HiKBiHCGEFFFTUTKdoC8se3x
8thBp4NiZgiU2rElHin78LXpzWpfd+V83o/T7USC9HmSSzL0pJ5tYKiW6YnC+/A0fv2dJDLyykA1
6AlfC9c31YnrVmSwpaSsJHb7s6nG+Dw2GhfDk6Y5sW++fwN0i3T4Ki8aBerrqfnmSprs8DfuOI0G
N252GJdaOyJ2SfRMneqnPcHSfrM4b/7aWN4mdx2e/eud2QBVKzWA1QV8ePTGEz1PmEpizalnDG7m
lJ2SCUri48I7X8mxbL3EUJzg84t+cJOM9rmapgGaMG04fO045RZQq7HFLA1b8bFJWGXwOAG1cm7O
jEp5+fxyrzkP/7un/nWTLBGdD8umbTvum5BNkjmeYFrOzAjtSZegWoSxCiu4Yqz4mNLzUZFLTbkz
7Fpzg3BprTuM2MRvW60QX4xGTWEUza1WbixMBnBWVwhl8LmHBclQalr3uTYYv+KRZMEmEVia1vri
3KVFpTVnn9/MR8+OBbKGbayi7mMEm3hlLRdxTQbLoDqXZdtmu6KbFpyosmpTSv2UBO790mcQxJm6
LpDV8fvoExUpdsRqDBYi1KS5UHAS3et5qm7aBueBz2/tsDZZXxM6SopQyl6V/169PN6sfXK+Jgct
Ww1DOjU8Ov70DDy0PHEV7bAy4TJssaA8FHmr/hqm3eHqA5BT9Jw0TB853oTjr5tCUA+d52kwNEhg
qJ4EDgRBGYtlI/Kq38kaX1roZtb15/f77tuDwcXSAtmi5Vk9Sg5/SGRbrYL0jIDRgdGkM7BAyTIX
F/nUAhwmsIKNyNVOFPvrB33wLXBRMB08NdcWG+X94UXtsUWmwZQShzcj9Q2+fi9sCJCAvsvECBfL
3aD2TpAn9Uk2/AcPHvoDmyg5hzQcx14w8GENgd8KtnmmYXuI9zBHTmPdC5VCv2wVitIRmut1arX6
hRygPDupHXlOqJ8SsH704FljKju5oWt0nIfPQJMhnMIqrf2sSNBa4TdcQFPwYsKR/ChySUpSnVOF
9/vnvnLZgLfY21UO96O6zirpwMoGyRqWn/VuHvTGX3pVoNSLMFbEAM5HPwVGPETliTf+wYJfLfQ5
zQXvHvrQ0YLvQ8JZMJiv/MqyU98lW/uil4i3jTJKvpOFnQWwfsrVy43UM6vFFE3ixyVbPdp9vuDf
7SUOPwR4BGYtaC6Y3+Fzn1JmZvj/wn5nnOG15TgBLzVkRI1Miz+/1Lu9hEsROgSWi4UsvOGjcy0f
m0HvhV39P/bOI8luJduyc/ntj2/QwqysGgCuDK0YDHZgDApo4RAOB2ZU46iJ1QJLvQiyGJa/Xb3M
fJmJuIDLc/ZeOyI8tzwKUF875DkfXWJ/fwqjiOmE3htBDDv22x+EfD+zKdM0SM31/mDmdX6vAJx8
sF3+/tpwskInR8CBckp/fyobjVlBPBiaCGSsz3W5Lg+ZXUJOkY25+/tr+31msKc4AYUAmvaYkd/N
DKKDZTZZPErrM5z0IAmIX899d1cXuH+CFRZvVGE8/UC79PvkYEPbzOQkXrMW+tum94+Vn6gTfKYm
tojB08r9svFGVJU0l9KYueWPuDTrdhpDd/xoNSTFjf/rN+shGBad4/ZmcKEH/4tA/I9Hr447WqLq
yoib1XBO0qJtKFqb0y04RmxcqN1zKufAsUNwl+nJxQD7WdLMvGhFCu9Pt2uruLYXH99ssRaAF2y/
6SQlYjdHq5q6yy73YMaGAuvIDwuK4mcx2Vp9Su00u8qGOh3o+Znk2ncZbHL8kYW16xej+cT8GzE4
OSCQwIr6fhWldECu6GO1w85DYX/urD69K5KAFt7guRiBbD+Doo/RFJ2VD/r/Xk1rd9MNUv8q/MXm
VGIQPRcuQZ+rEAxXcD+uDmMI3xxZfXiw6ZlJXWEUUfYoPgV5Ayyp7UraZ0YLf5dCo8MluYfGR0M1
Ec7RnjrtW5Ir5xMndvzOHKVorXXrcFtOg9OSRUAqA+JD+24twKTuJIYbuOoEg17mqq7ohMAVCv1c
F/Sfe//J7gNvxbEK6X+2LKWhwU7Ap6oJjWI8z4n+bbaE+WLXs1bdCjPbnOLLoGiZt9BPwdwo+ux1
QlRCmAJPZE13e92JJBV9zLKGY8y7FgO22BldRnQP6VnZlUcEwVMPR2ChQympubZBZVBBaCxE4csy
Y3hbKgfsslmgNVhlmXlhW6U+VQ3ZaV6cO2Xe7+yCIjD4PW96ms2Oy0GmMq1Do5HbLwOsF+xQnb7g
5xo66exARfRfah23WwQedOD6onC6Z9JroTFBECIb0jTYjdZMdNcdFEbehAlmM2Iln3WSoFbb3g/Y
eeZ9MYIQosnpERhmdhYtdM1w8zoSnFY/AZeUm1a9KOrY7YIJ2iNOKf61rTfPQdetc9wHvfZSAZiC
BaZSzN2kj9M/CTwoU2ONsS709UI9Q6EAT9/6+JIQqOjzCyhRRlFPMN9Xr8PJE87NKG4zZ1iI3QvG
zoeo5ONP3du2WK8X8PbuTh8pmsbFpKpDNrmQPkUytTKSIIOn2F3S5Ogu6+LupwKqbNSR84AxkMgt
Wo5Bmu9KOaJlSBLovrsJhv1VPlflT3A0Io0sQ1bPlevMt+6qTzXHYwjDEeLX9NpEQUOuAuN63pNa
AeMM03x109Wm9aRT+iSn3je7U1Zb4L/SAf1GTd1O7gNKUkU8j577St1ufSw7m4p/ijiDFHanyb97
cjKI5TKG8aX0p2SIs0q1497qLYJOXDAcLgoiQeTDQBvsNKUr9Dh/Ace6y4FNwzyFGwryEvhWNI4d
3v11mYkJKDNC3no42ONuhP0SxKu3kgVFUpKLtNAxtAsE4wZJn3aS1jFp5isSqSx3gtCUDbM8A/N4
6VIZQkExNdNAlpsLtGKsK8zcU6prY1wvo47J29FIQWy0yiHiauyW18JyUPP3mshvR41AnHBEJTFi
Xa2h17p+6342NVn2gPCqvokbyHY7rxKCxHJJX30yJv7YhLLuYwOM+K6euTocZOempFx19bFDD36/
zWf74C6NcCNWJvlCkkvwPJBSCX89BXoQTgsMTHy4pJGCpKuDHwG9nZXLoT5fYEh0UnDiiwn2OBP4
vebZpGgwpGn7kI8T2W7ggVuNIWoOlxT1nIWqgF4hRHB7d0v1YDVwVUMSFQGs7ROo9xJ5AuEr352R
LLmRu3B7mOXgjCdyYZLYSHXUZiNUXfzp1ButqABLdO82edNF6dgofLOyaMyw8oHQRvOsdHnKBpHc
lHYO5lp2BVpth6gXEbrOtjwb2VyQIZFYIzbm1Ho2aXY9dkuijwdnMacvNA9FdbLGWZQ7Y9bsz0vW
mgS4Yujrd7VpbGHw2SSI4SLvK2zWofyReVlwxUzsvkAxbr+5wHpm4A4t8qXOoICOrKmWuI5nbbng
Fpbd6L6oyp1OEdaEf5A630F89UWUa535ZSpJ5YH8HHQ3xSgstA/NpvUxKGBdGRNOLxi3UNX30nUG
ckwWW/k/+Zxzcz+PpQMECNIJAWu1vUCAH1Pze4H+E/gC4yYGO+E9DZpWfVkzT1/jTDPggyjSlvQz
QTkIw6txa3WMdTF/5u5XJuwgq3OzNv0W09F5dXtMZA5CJAczVGEGswadrbVXl13pz3VEedv5Jv0A
c2KyMBlCarb49/POlD6+T8XNvJY1sjm/bnuHTUxDzoICXDsJ2WKimYVa8UwbLRzCrNMQ1SXF2lwW
7jzoO8pjWOyFl9ks5t6akYcnGk07mHZb3oiSzMZYYMLXqLAmydNC3WWIVCMIXkQtWz2zaY2svLPT
7TpKINiWu2R9Bfs9ZDtG6PJQT7rgbdQA1UMyDrt0v7qtpULRQuCIp7EKev6p22IkrUuBvmysYekt
jZefYLe7CB3q0nv1vaS02AOIidmy8VjWjaxf15Bva14i8DH7aKi2n0BNpP8kbPo7cV55hNflWYIw
KdAWJmVKLyQch3b9bLlrx3yygSMiq/Gsn7VMapjpWYeLEg8ty+mkVc0LniWtiMqq9Ul/SbOMYCGv
+yKNSdRI0xb73oaRWIXAbgvM/jrmKYJ/jG+e8PQfLqiM2NM5QKG6kcnPVAJeDEcfjfaOIKrkuecm
Dd7bsjonnusyucz9yfpurfO4q0APfqmBRNwkGTIH8MBWf1uVmnmltaro2eqqF8/V1K2fk1UDWzoZ
Kd2DGdmxwJR7WndsLIQ472lOtKe8JVom8FpEG8JqYAmnrTb9aLt8fXGczH7UWnu+MD10b9RIhz7b
Nd40vMwDDPtIZPUU1wkipivbauzhWKzO/DyTRdNFvDj9irBlkxjdwp+w9XfrV0VMtAFHeS0fkeGZ
rKsmjW+awNUCtroaQZY7HnQIJ6FaEQjEp6bYwHhjU1akdUrOuSGOWSaWXsL07jsPe3k7UXuK/e2/
E7HpLj+TCTlGWBtWB01PCliYYyGNh7UFlh6LelmfoUwB3hmUs1wX8JBJJoIsk8Kq6RBtF6MK+ntl
z00bSuKsHsXcsTLjv3edPPQypwW5YKRDsC+aBMQ1NbHk62Ra/fdhHspHl6iQDs3iZHahXrQDYcVb
YYc4Neczg9Z7JEypO7PPQRcEcqK0mBAJPC0cB0UQE7jpEoZUtbmIvdmHiqybYsz2CXlcya4A/uZg
0EZCf9aJ/jiJQVf5QSs0eAsmsVafAWawIbo1PJVIAAjw2FHM7BJqgLX5TUrzlQJBBzVB7/OAgLa6
eBW+IqoTzzdkGhSAuB7zWuQX9qIrHM+ADu51lIEBMAazTbc20vAwJvwPMYdn85MB4APPtwRnQlZq
/bK0jnm/9Xe/d7W+PBreuKDjLXJdwU8iVw2WCX4lLh968gJNCxYtG8GWRFlpZnrMg7m5G/IWUXLl
1ZA9yESwbkQ22NiYUR1AB5xT1ndfpvNT3rg48VW2cE4bi0nwx3EQgCfnBNptD71xM0ebzUm2KUuS
pWnld7vUOfBBCO/uFiMxYbZCwjx3fbfooTdJn6az5eTBQXnFdkyraYntSsv2A3JCuvW20BIg1Png
dd9hR6Fcbg0zyVGKDCu8jhSGvp+67pGoseGAIteESLQ0ZSSNxT22lCD4MtMkb9WScToHGEoGAZJj
u4x1c1huNHeW5MWZFGTusL3gQkzWbK7ZSVbjBzEu9FUyrcdmAUUQ7FMqqJqrOqmbMLfx7sbO3Gbz
sS1ntRtsIPY7t6poNXgTGtW+9xYr0qW+gYdYTH8QjEJCnD0ZAo9IuTax79U5QcG1kbt7V06ZF6cN
wXjUBkEARKNZNoylPmmxwpcVcS5JydU4sFiZo2bLAIkQsHpXiLNLa+9JpVgHOBGGvaeT5K4ZvSJg
ad1KcNqi63dk0ywO6lbRWsSmTTQwqmVc7HgWYrzySByYojTYsr5KhMEkZmYcJKnHtkTOOHNCBc2S
P9zUhh+ZElrWcBqu+YSqX/sjwBdE01lvJXnoSAT9oXSleiz8eiajtS2JQeWsfyoNvF+ECFreSTSS
AUcEoX0/STWfA3oiz9LQ4bhMTE2I0aNQXxLTROJHWQuojeA8SPOgM/eDI8aeCxxb9a7TbHWXwB8n
YBxG0iMdfg2KeQuHnWLXtJIDSCsFqBCiTEJ6ORfAOiikuieugZUNJK5xm0JD/DEaI8d6kWRF2Ft1
/TOwxuEbtn5fXRfD2r3AGybmNsPORlErQVMLUKXt6rtpqK3PE/JfIoftDL2Nj7iEpOQ+AIyS6QMz
J4U+Uu4y9twsbqA7iTgZuvV5GHtbXZi9ohc1FMq6hgTnVBFxCazEFSFdx7VfuM0phr0bDpVnJ7uB
My/pJzmpPbPfm4S3qJWUHk0t/SdtMQMZ8/GNG4gzxKoAcZFxNQ0FwC59cM60+1yy1QuZ8cObILsM
Bhgucda6iH35vys5mxht80g2okvY0ajKb6IygitVNOMl7ORZhkL07hpR1qxe0CWruzlNtB+FvwU7
LxrourMlyemLiHtGqd1ycr1a021NmZNiNnack7aLCu6SKuTS6R9M4Q0vgddUwxHRdH4arUF9JwaB
HDzk5hPYZ1/L05gGOSWFwHLSV3uydD5Yi87b5XRkRUr4sF1lZczlDgE9L1RgDuOqvLkRbeKXcYuR
emBBEpsIjqRwqBX7ERbiMYOJ3XJgtsuvK7PYiRdtqi8rAsP4cJnMr1Ff2T+LfrF/DLlJBGbuefLI
4Y0bnEL698lcPecJnzbrhUuyTYJrpCluEIGuAUiVoRqiRjTZqR/zFnU9yOufohwKoMneqNIXgA02
5WeTbKxYDr1+pjbh+NC2UnJuYX5xdFTYBk6tUKXNlRHK4l4WAkVDC0CjOrCzAk4eEdCCRlmhjRMP
02sXCr03vwrLOWtPLrknE9+Srxzhum+jmRWk4WJquC6tcv2ixnG8HPJF+yJUrX0hKIDan61aEuSy
JWgsrAKCTL+AnXOMtLnrxZmUoiXdc2PsvvbEnnvb/F/MqBtboEfko6T+tW00mEzIyFh20p+haFD/
14n08e06HIPtmtxaWXJfDUObEsNdbUFzvVE8OeNsfx6YxOqEq8/+QeD1ei+QL6Qkqdiw0/thA0a1
heGMqOoSn/qL4AZCuuWiXZQswvzHZes/oUKqg0Nu22gbrBYAFreJaSg3H8DGkLKRep9mS/qXAdg4
3rjMspPVw76IbDsTHEmbyXr13IK2BTC0oSFBy3Nk7HV9cR5I4+xYfVuCjJq28mhjJ0oHzj1C+0VI
RMktHIqChk4VuDUJqO5Uxz3hQtc0v6CQEfQDgFiM6/Ap8Yb+RuQWxWm97LKECpDb2ORTUaEh3Mns
v+cLB81w5bAHs1fp0129ploWu2lZfqbjw800B9hnnXomM3tMi6d/p09dKc5ZgSmMw2zP/TJ0BsMh
OZ3NZo75p/54Mxet85obtGnCblw0NsNmKp5N6HIBjXgbGL1bJxWx5Ckad4YkzLGDQaHvJ10z/3Ll
aD8AO8/rV7Y4dTkYtZvFW0ky48Axk6zaiCJxYjpezi4FuNrE9tiioWdZSojwALZyK0hm53pQmL44
Uz8pLrhQLETQTFwoIzHY7nqpkR5ApKakphCWshvGLTcx53ivZGCUD4rf1uznSdtQDh4BGqPlcjmy
fCjmqSWzeecupnxl/53GPeaG7IpItNQ5wcTzmlPRQsMMaSK0+C/SbVAWLpTfqi3U538HXGjozajx
caki3gIdW+9nPx2v/53oWuxS9Uybt4JeHuts2se+okay/xeL5LhfDcuidf5Li/ueoO+KfkjWeUsN
KaEez9RYLjXNmoh18cprUWvJQ1K4wwcNjd+7ODwV5JGj08XGmOW9q5ETYJMCz4MPXEnSRggUMYpo
LqoeD54oduh0k5NhQmCrKAWTXqFM8kdJ7YWhaP+r/Qj+ElqWGxbCplfgvmtlaY4/tFYK9G5Vk3nO
xWQcltxXD64+rh+0SH9rsGyP2jCz0F/pQr/vGJlTT564zTpH3I9/QVwMcevZ1H3QIfvjUzZbOmpX
mjjvYReDgy1deJz0rdRYd9XYag9NW/YfSDt+fwoH0YD7BObsTXSxtXn+0WmgdkgVduu8TmTa7Bsr
Ab+3NR3Mf/nz0Pva3phF5KHpvzdDNxnKuTkb2wgVsnEU2w9pU2SQ9ZY79i/PBI4sFsCaDZrOT3v7
k5Yyoeohtr617qbndcV/oKVVcWF4NfXUdQx2Ew6pDxr4f+rYWBSokTBuPTf7Xduc8LesM9gMqHBz
iZskB/QZaNWhd5pXkRhLPNBijQiAqj5ojv1pCvJSUcxYaPTwbL77grqWbGVFKNCWNNEwpkSA0w7x
O+cC25d1qSmTEpmLmLvv+umipSlDEDE5XfFKQOIHb+FXSMv7xhUgboMZ6JAo875x5cDnabljiEj3
yu6+HMjANiU1tVlhLJSzvERtDsoHmx0U11GepN1Xx8DGPVBm2wVO5t2+Szsz9lpP3KLBMU9JatD9
IA7qgwXzt5EPr+/XvEJ6Ssd9E9D9c+QTla4n/ji1EA2VeoRrBBLL0svj3wfjn56y6WxRFvwyLLwb
FyTHDZ3b1aS91aZ/1bTeZ1Vo3d1/4iGesf0KhFqm927tkxNzihA0LjBWaR9xCle3AFv9j0baNpLe
fFzemI9WCTf5lhDwfoxPluplDfyNhuhkX1tbyqdkcbnkiK2FA52A0Ah6wFeDnd0BwAQNOEwlCBmn
MMlWKZpj7Zj5hY8166l1pP/17y/hne1qk9C4yG8cHLvw0HXzPejABMsJraZoo652fup5Kl6mTty7
89peWMCxztWwtNHqTFRBvNmbrgDvABn1pvnaTXGgtraiakpozvPf/67fVoZffxYyC9RRiHz0d9qW
PpgWm1J7G9WdUe/TNqeoJQHNBbVbnlchMUM10NGW4Pvfn/uHr2VvQ2LTaFLm9N+tC1xA8BgYDApA
u5T8E5+zY0LJddbrj7QA74xev149z9qkng4gE5pmb+cSxV2prYIIZVHW9FM7mGs1ieq7uqJxPMLn
Il82h1CLF+XaCfBeVsH6USLCLxHyu+G5kUzgMCEd3E5Db/+IKlg4aY90BaRtwrQ2S3NXIe8JPR3H
c8VnPxmLCs6UdNTXThvNL1agfvajayDzoWIkTC27Kf2hIZtTeLdoTkH+4gJ3HzIywHFh9ERZ94CC
TGwBhUMJI9d9ilf6RwLUPwwYWP4Y3H1fRyjy/sNRS130jiR0XBb29MMB1HuPLaTeOSPi8NVLNATg
iB2Uxd3m70Nm+0zv3qDjQVDYdhFGzXtNDnaWsdMppkQ1T34ldVI/4DIy7xHr6PdiCT6aGn9YHIEU
YenEHsgs+SWR/Mfho6HZCi/arKMKAeE9WrbpZmls64Nf9YeJgIffBFngIGKHFfh2XKDjyAsDTnLU
8GEfwH8KVqw0vwGAbtz8/QW+A9H8mghYK7BUoFaBVveeG6ew/rLC4J/oRyOLDKuGAADt5cLAvQ5R
C+bjOOsGBX2duZKb3QFC0ycjTy45pSQXphQfLD6/v2HMayhJTOPXoes99KSrBI5SIpsjWzOKgz0g
5oJGnX6wlf4+blDmIFbh/MgygCjo7RsOzBQzPHMoSit8QQ32iBhW3nxskOletw1Fk7+/5t+/KM/D
UcpCQ0wrEKO3z7O1Eh6fyfNss8n3A+5V2MhGslmjPqLG/PFR5ACx32H9Qyr39lE55dBKqK6KvGnq
T86mQlpL4GRQWYsPxukfvtUmRENOv0khkcS9fVRQ0s3yKkaMrHLopLVrHzIQrR885Y/fCq4FwxQp
FW3Pt0+BhE9a9swPSmgu8pmc/qKhFhSNyqY155bygwPQH1/gP563/fN/zHFPCdCAveBX9dP6IFxf
hqjJi32m6o+kun96lMVex0ZrAdJy3521+mBIZtgoDMOu90MbA1E0jFV/gZPf/uBy9qdHsdE5XDkD
7IHvOSSpOXfKkDSzim60T2Dsk9BStXHd6qMW/32wv2ORbGsKGnhuFIQZUVLCtfT2DQJKp2s8oido
DNN4FW6LGhby4G0H267Yt23vRhOxq0+ludLiHvoFM1fR3ZL5R5q804k6bETixyMCc/oiY0dSLKLx
D6bk74N3+yMZVAbCNYJkrbd/pD5ybuwmFllXldBpDBDaKeXlDxaa3187znUcD6BfOFSTWPX2KRTs
EWiD5gTF0dWHLKmrkxDuGttkIH7wqN9Fh5sBk/Mu+/B2ZX03mNp8civsBxW92bUpY9op3ifl03pc
YPI3oV5hT4ukv3x0iv19fm68R34ibCx0se+pP9iN18XmMB1JgmuTsEnTgdq+MR6lkVzw4tt7Pv5w
Zqiv16a05QX+tfZAOnW664DSjFHhyfxJGeWtTmPl0RDz+sGn/v0jbFxfl79yMw8a799MGoyqI38Z
oYPpTw+anrZXk04FISPZ419erDZsGWMKrT8fwXv3vUVdkumh8jKqtCD4YpqlH0qa1irux6W9JR9z
+WCy/T6MsSBiK3AMFkiwAe92lgKkVS06BMnE1g5P/mwt936/uv0Hv2v7u98etDjYWb8siAyy34zF
nQNO2i8VUndKredV1cjXJiqe6MpAGKNTo4MoocOeSBpzw6CiPf73ReUPv5NqDCdl24PpCWb07UQi
PcAITHyGEcfoYBe0U7ErM5U+/P0pfxgpnCSBM293kA2j+/YprJE9eoSxoORtyftxkXf4H+rPTsVW
8/cn/en3BJhPDHw7bNLuuzVyESkcF00i9dCJjky6Wr56etA9/v0pxp9+UIBNAZU+VR7zPYB5bTsM
ORXQe6X14NLMkc4JLB4Ve4CL4rwM0p07VEtsmyONpmqZdsqdv43OABYFddOe9jhSwWIZIwM3yX9i
UDGstgsYWD0uD2/fNkKWhEPXsGGJs+FmQDEVNSUdjXVQtNaYzVzF3aTZkw2G4g5DxAfP/+0b8F4Y
NazKrgc97P26wOLYJxO8mbAoZPmUaUF5BdDyw5TCPzwGJNpmVtz8Ghw43/7Mkvz1gQ2ZZApUDAvy
6yw7YItFo9dUVPWJnfMJ4fARyRjI03Z1tn61jUweSpR4Oy2fxh0ZuN5TRv8l/jU8/r+79N+2mfv/
dpdG2X//b0DB2On+r710+1/8r9Rp/z8ofVElx9MCD8XcHFT/011qmP8Bx5laEjMWeOyvmv3/Npca
/0Hx1vEpa4J2345A/8dcavukThO8h+CYPhbYVOvf/ut/eePuHN79+39aDQmxfjupN7DQBk+hOs2V
jTOW/W7eLGnpa/AztxZ86z+0dGSxrgVHquZPBeGbJy6+eMALnT5/nsDImryvVt35t3mtezs2piLu
/VfdLu9y4B+pIqe2s4dLCXcmxDR/tbZOcw1s/MKriybi7F3gM/euvSnTabS1J6ZnZEsLzsOgLqp+
OHaZgQiQvppTkP/SXvVssBriC7CDkMDrL26tf2vn5GiPPc7rgElmnXXCdjJT7id7l1WfsuBHqy5k
8Glc9aOTnNMZR09+afhPKPRg9elLKMg60gmwSZZDgMJFWM63oHvlr6NSc6Wj/wsTug51Xt+OhEDp
WFh9Wva5+ARU/7SUZNtMeytJLwYiPT17iYr1Ya2uTHxqnIXn0NG+FaX+tIKFmMFX+0EXKlEfteBx
rqlOm85N0b+sDdzECnrEgkAO+kCanVPVXkG17938gMCZON5l+pTW3YF3uYkGg5yyx7U5noVO3qGP
+Gtwfmgp0t5hMqMaOWxl3y6EFBna8NinX+lJABzjWvoALCKqzOJoAF1YDJNYq+R2zvDSZSayKv0q
s7vjqqfkQXCrv/LW8qA5/bdEpeeB1mAoiQ5a1Hzp6fNNtvQh6qCjzPPXst+r8ituBCssSSgm9yZs
tDw2zQP5R3dLYxwDqUWWdmMDLo9o/I8n7JPFXcpjsxS1pIUA4rY3PxVoHiaI9qTZVeN5Y680Uu6X
ieieiti4Uza1l5J4raikkOAk/T2BfJFn3CYN7UiPxOO+v01d+dD75RQKZzkMVuNsqiEojUv9opBX
gZxa7tLWv7CkXiHr8cPGX/e0x4JI6fAtZv1+IP0arWL52VLsUSZeCXs1fhr6DxvCRWy28mopPulD
fQCYSxWYMod87mgNnka8KoVDW7goSYJbzKcBSI5MiD5FVFEvqJLWUzBKNO7NBfKvIpJDe+MuV4jH
fxaeuiZoI256FG5je0hwDjjlCyCjWBJoBCr2Ip+G0G4uluyhFzNk6TGenK8Epz31aXBM6VhXNM0d
Xd4OSPDC1seeQyArzkl3yCn7fM9IxraN6nk0p4ckbzCLSjK6/HhZxutgeWxRhhEZc4dmDLFudaps
7Thb89XS6t+CynnJFuNb0X8O1uOgkZ4xrogC+5PdfqKPdJbIsurmpne8h8mqwN8FGaEiDENXHv0y
uUtk/TNLHb4Kra7Ing2DUT7Fq+lcT6scv3pm/y3o23P262PAkMt0/M1oNJSG/oFb3Blq8EumJc+B
zyTRHOsn2SY/MJMiK/dlQJGTZSLJd9laXJhatZv6NC7S+jZYkfAq/05NmtgTwkdrlATtPcatB0RJ
L4FTrjFoR+9GWywT0pB/ylo6cku6LARFaeleZdWN8oI2NmT/hBQvQnl0pevVUSe3uWle1m6XO87n
MmmOgsxvFhHU7t+MhETtsV5jiFfEsWWvhi+uM3wsJk3pKJtWcmQqBAs5iutIT+z1ppocdc86OseG
t1waDdOaetZ3/Ck7nxCo0DMvzMoTD22mXeagvk4s6PZBLE8Tur3VNuWtSL3PiVGLULb2QwlIw1vz
fGeP6NLIGxehngwPC1LAmg7/XT00N6IrDzgyIrIb/LNfzdPeTbv1mPQoxFpDc/drxtSkN1DA58y/
lOZwgcuEnAFAzhIlv1Ze+q29PDq1/txXyy0JIxeF51wbDeRE+2LSAPZ1Mv+BteR+nRM7zAP3Rw/O
k5yvgoSspciOAX6B3Vz5xbm3iXqsHXVLJ0d7scaAizrQQ+whAKHDYcFlJvtC7F1cfN7CbLK15JIL
YH+dC6EQj+PX6mwSZpxEwHtfkE92SzNeI4rJr/Ia4lkZTDuf/JwQNZM8mT5WJL2znpDm1qeCFJ2T
Pwbug9YTY4ZKK2P91q8SBOOfx4nimuuq/FM/dvPeWbLujgFSICxL80sUIoqIv4AcrcFuj25FHlzj
d4JAHU3g6sEhAUInYVcsCA411iuvD/bgufl4WG60KTukYGZY1r45+ozgFe1UOBE3/5D6iDr7qfd3
ada1J4gnFdKa792YPhBadLQItdsv5j0qVOsywSUcm31Hxi4r1i0GBKaNDNzmurdsjC/ZKF85jeIO
q4gnOXF/hMeC8Y/11myuEfDSnlylIGRpxXTjPmqOAidWeKyPy4R6E3zptv2l5he70fU48804mK36
XHajIsIo5iV3JGSLJFxUWZ5Gr7F37rTWmMDKl1Fl+t6ZO2ibQfZcpYDsacqmqptO6NYf8nJprmyv
KL+NeqOFHYGd56RcfdLsHZ8gEdXFC6rJ0BaBz5upjMOMLnrPe+dY4JqvNfG/qEwNBqzL/YKwj1vH
1uTOaaoksulyEINXk9tJODLSccLtEsgsN01jfrUwth8cuBbhkGVHMESPs2Xe4FkFot464nLSOSh4
n0xaqAeU8lbUF2qNtHZ5NYtuYpVQtPKQeQL98pdjzbnrgMkqiTRxtagD0Nk+X3+mY27EgdbrhCH1
z2vTfJduekexRt/BC2M1MCty7oonKx9OQ7pcZbVxt2re3rKa4+hMj2ZPejJaaRpX35RXfmkh3uAH
OfS89jyvDtw6D64/oZzfJ/YlXIrY2DLzWuecD84hKEmxyJELG3Pc1kk0D9l5rf08bPvpUCU+G5W4
ap3yHKj6JiVmr5pvxOAcm4aqddcdEsvd4SxCKMXBDXXzTiuZGrbRXfPuOUEAhy2Cc1c13gvqLnmx
yjVFegYHYZfpElGlBnlyqGdoj3BHB4zdfaBHq24nJwQM/qFMTbXvGwJex6zVLFoDdpPvRrHSUlrn
AIY10A00R4N0jqkHXBZTeF5ETk+8rugs72KTdLwSIKnQ1CfAE3u3pAoz6oe2W7M7uBPsjJnZVvtB
1loMsEc/uGkV7M3aZneWo7OzBpMiKTnuEeFgKznJtnZvZEFxmObVOU4E3l4SRFJ8WfJV3Lft0AKZ
IAoMWsWaPKCGxLpiLTWgO72wCCOC8HvjmAh3Refox6JS4rm31Rras0V0ly5xoC1a02C66pbHYl0M
DELOdEYJ7fysDXqk7TiPdyR3fXVQ9nOaI0rn2h9h7Kq05TxTC127LsgO3U9+kz/q06yfLH56SACN
d4cb14sLiWSrMrzuiO9C7FqN2NQ1IbkONwX57LNyotmY63Ofm+wenrCWPeuHZR2tzjqqCsWIDPLP
5jAoe2/ghX82KjOPVmlkMW3v4hb/He6coB4wIbl4nMICvtcTYuzgZJNsy0fdmoV9wjEF/1FkEI0M
QAwD51oE1rNV1ETWWEN1tqwZi3ZdrxwVu8X7uoLQCzVhoOa2vWE6zBCZr1SjFZ/7oPJPynDASJlz
TfZlU3Xy+4oS+qgkYjYtG79gGNZZEC3iM7TJvjJb/z4PnIOD8w9NHvm2rr8XPfmOunYWqdwcJ6o+
8CYx0aTaFYFu136vPtmliudlvjZVazOUUIhfcHwfYiHJFy8Wss2nMvli2fO+ojuzYeAvc924JPro
tlz86kS06iOOpycLHFUxAlCxFctT+z+YO5PluLFsy/7LmyMNuGivWb2JO+A96c6e0gRGSST6vsfn
vF+pH6sFpbJSZCilillNwkJBKuCAX9zmnL3XvmddPZBw5KmYV9yxxrNgBvEnpdNgbinaZoSp51Vq
MXtDDMkV2wUp0zlQArwckvmSioJ/RUTqFXGMe9m8MAaBuyZD6UkreCyQIZeZf24gRrABBE8NyjQ8
4OuXq0QQ+QDLkJTlwHiaB1V4XS94+Ha9BvTzRY5WzzoQ5itriqJDPBnlvRAVRLdxNu7nNOrWtL2h
HFNgAGOsiQ1q0tot4/phTmd5myQE4ObBTP8ktQ6ZTQYhMdgb30+LcwU5hvw+Bv7iGVuppNR6Y6kc
AtvYiFLeTtrnglgovVx41vXWV/HSt6Nn42MycpKGrXhUVxiYcTKNW7jAEI15er3oNmYxB2Ro8tXm
ypbw7eBaav03vM2LqYvA3zBV6w3pe+ZaM1Vl4K2KYCNa3DBngCE5qnPXuyOWCxeZDvxk9qGsE0p2
JCziQGXnOlCa7pCr3aUMkRRFtulsU/TtuCrCbanU2PgMH2WhhdvMz5vRS2kxclCpod2yOtjk3pvs
r0QQ7cxI15/UmimhCS0Lo2HSWOSFq+Z12uY4+Ju0Ooc4Uz2kthE+pcA5cpTjJcD5kW0Eui2iOFNj
h1ktPChRmj+MiiI9aI3hJYX5AmNXt5902vtbS63rbUvKJsDqeZRPuCfmC5zy/iEG1n1nm53YURNv
N13tE+ztkA76JMw2vQr7Kr5Kc0Xe5SmY96pIjcUdq1kcZ4Zqr6lR9jSUU32/KDVeRjttv/TsLw7t
3CkH1Qq1ZtNVWvuA5707d0keHxQ8lZ9R3WJw7ZO+3xpkqE0rU2byWg5W+9yawr9LsL/cal3EQtQ3
PvtcbCrZfadP+ufZMqA8U4LU8tUo4ILrshx3XYz1UEATvjepq26cPBmvE7NUj7MWcQSzGZiWnWl3
vqgUF2SMcvU9WiOr7Yrw68iEp2KVTPUgQNuFG19ZJyb9+Yhtm1ObY9b5Ezxnn0EzTeterY075Dbh
M06MunZ1LO1PnTQJ0TNAqOPRS8d9HcSG52RAfgjq2c9k/e3HIKpbSti1uB01zE2cYzvTFfmU8Gh6
FmankWvhROFjGhsGCv88uEjRh2+dgUp31QQGpj+/mDuGlh3629msABf4QtvMnc3J0FbK6UihlTVB
Js6hGXsf90bugTHRvXjITyGjNpLjXlvK6828omjZuCgCh5XRWveZUl9YZ5sV6qV67aNFxaVxp2Yh
R5gE1L4/RDso4OSWVwBR9XzWvsmst1Y6LPsq0aN1P8bZ69RF7XWfxvvIz3ov54DudSbaO2jUXiKT
58IX6VbY4WaQhhfrzNkkrNzEUFaxCQ9su5JPeTGaHM3Fc51l15jKc15zNbh3EMStVII0cLjWeL5t
McDfmftjOnCsDN9maiXU9PFQq09d6O9ll3qDoXUrgW15VYv54Ki+77apfsDliX1ymPl76XAqRLrp
EfyvJAcwvcxcTqPL+fEGWDEthplIPcvvpEuR3pofYvI3p5RqA/UkB+9T0YX3atRSHNCLgjz6ea/a
xc6sa5zRgxZw4NPKK1G+tuI8F+y0iEdbpXF2TdXDXmuJZUIeQPKgDFQy7ArPl+NKeYyqjS6qlHco
AourBq+xlm/izH4tSVh+yDPlqhmH2rMXQo3MyNvURMMuW3CeSuLyzElqz6P8Rqa0oH/iK17QkKcX
jC+WsC5Mcszx9E2522/Ybj21fPYVbG1Ur93Y74d1jmCYzNrlUBbjxHXSxNzi0+fjo75hYVIe26Dx
CFbgTCrLY1fP3VFNLG1TUXJufEt6tQODF7M26POMIqFJFrRaBxvDOenpJojjT5WlnYOk/KqEBMTR
UoSSoCQT7SwaslleGGiUF0NBmifklmbdhhSRhI1DiXSqyCq8I/T/M1E0NwGGTaZ8h6klwz/d3CfF
ePI7h11lUjzWQeXK0nmB1tKv2zyPtpqaXPXJTnZUJVpc/SKZr7RahTWfrcNYXgW+qtM2bsHQxIAK
Sr8xvUYvKbfICeqFeuokaCnmbGLu8uZoRP280upCkkggQFPh5gP4dVKpA3lYvOKXYI4ZhFZVPM3F
+KYNLfEvy8GTINzYCxxxnbTGQULQoJjxkmK1PRmBdeoaJadwpmnnLrfwDQ36eKaDbW+BaLsinI4F
hsouQtBNy+4NaziLjC2vLMbByrbvZF0Wj/oA2NogPYkwoXbgMWBDGPu4XqlhiTWD0O+TQsXpDlB5
vw5gDq3bpr2uk3mLeP0my9nSo5x9nDhre9Usr3UR8LzybFYpyTQgWIx8k/UY6IrgISn0dIsjxTpa
SA3xfYT7Btm04zNK63C8aGlm3meUFyNHVzZBBgPBSEN7WxSVvRHFFG/j3F4yBwrnRglxSw3BRczG
gU/yyJp4RRY8r7zzIkFf7OifMxXGrI0gZxGc4MTS4ECPpEh4pkL700dJjUodrEoSbYWfEioF7cKb
DOco2fFU+Th9ZrHS2NtHXk8p6NQlGkVUoQKQUKf60kdaeWZrcKW1zRH0ou72g6G7zhDfJFKxaTIH
r1ofJl5vzV8x1oqVpQXO3ZhC3u+S4kbRaybJGtwAQPfixkoqIhHSols8l72zaZJZHEqzNE8TpIxz
oYhoRx4ceexDR01mIkUYciqxKtoltXwsraX1qHcJjHandYVdlhcWnm1eqZK4dMc8tybslJw52Dbj
s2Zld46J07zXv/Xl/H1V4hvxpwobKD43tDSJm8fVg2mPyS4wmFGndqMaHCKQo7Zd9ahbnyNkRmfy
mfRz2BEJVbi2uOnD1EvVF4U63J1TAKHQLCwnGq7FFScv424SU7J12rm/z328RLMzduc41xV8g8m+
JpHlygw7ADux84mUBjaGEYZ2SmKU2Zl4u3w5Mg0pycayXJe0sLnTsTzFKt5L6fPDToTJMSx9N1fP
vTDHQ7yA3WtcwsAcPNErFEorMAmFQcuWFyK2dMkWd0rZqFCU7ap9Iv29qilXA7nFPa6MklRzET0s
6DVUOGIH2Cj2TLPFucOBmLLrE6EYDdyf0FwZmW2uG9wTi6lzWzPnJrFW4tl3qrXgtK9nuxor41ha
9Cuek4pYC7MqzGO+wFL8qDN2uSFDKgZsu4q2afACZiYYuYl1MC7fQqVyxyKpPHAJIY2SOd5YAsMh
RW7FPKgJnQnftImwaLOvsNyP5AmeRivQ90mXPNdToB77zqoPSTLssywod7Ga2avOh3+zykpSeLRF
4Aqu8tVR03Y7iO6ULo9dyXhL9KY69FHaetqE0UzoPMv6i9T8uIDxOfqAR4bT4DDII98m8S+uN5lj
9K4OcuyQac3Xjvbifexbr2GOvi0wDh0V5CHMlQ1OXFakQBKAGncsknmrakQ8Zw2+bfMlKQHvJLLX
70tnuGcYXLoMN0ypB6/sfsQJcNFBHyzzOJrKMehjOOoBJWA5DZGX65jne2Jb1TRR8UdhKO2UYQ8S
nIDvmQNkQZ59Eo8XYWtnKwielA7fdmZkW3MO4m0Vi0MWRPmqrtgLpBkm83g4GJmFJUKAl8eumwHx
4Cg70o42UtMjmAfe0yBXenwVdgc729nJfZ5cIUk4c0zFfmhv/Mm2WPutdGNDy8mRLeT4aVdVXQg3
4/RLzXDjlPUVxKBzb2g3MKyxb9aJ19azwuZGnrFRjasZkOhGpq+Ks8I/NYBtKJR1MeJVxq+409X2
AjP7zmyzYG92w1nDTFiTUI7ob7ruEtpGlfrNJ2SZanmEQy5qg3XML5ztJVklsdoMsTfmulSf8Kl/
Vmv1ja32zlacfDFubpTJuZPEzeRTdG797ltuRPrJaQy5ioqs9ERgDudJCY71xAkOP/xTG5jqipwx
Fu7rTElvZNASHse0NcuDok+7vDVid5bN1kJlPMhGujz+aK0NULqq6aZ31HPJmjeoDwCo2N7B2siG
bZY0jmumgZfVzR1f64qNUrb2ezZJjS8vU7K8wJKZGXdwkNXJ2SjmYzfhkODbDAIKYtBWgpXth99E
GFyRQg9xRxUUgNNiH5jyyWbZXCEdvrZr1XWCi7XU5zWFbJEI898Un/sCv6+j8/J3cTGfI41XCjOX
7yadbe6pqTzLqrgpeu5lHOU+72hGBdtqBiQVIpnPTPkJL/iqY0wPOslKbfetD1mfK9WtzU1qXUuJ
7t0KF0/dVeVXa6sKNymnxrLjvdc+pUIjfNX6MoT+54C1zSoH4ow9KJX3U31l5cqVMXYH+sFrRyW6
vrfPUeQfC9+pWIrjmC0gcbgoNryaWtsdvv52axTCIdioovxmcVRO1flO0ti9r5rRvIOphUYCV9W9
XgxxSAsx8EGfm2px5LB8MGDzcVRDuBB0nO8Q7w8uSbY3MecPKtRG4wJ7UFbarOzBcAS7SnNeZc7U
CMYMi6eYIdsUIQs3Aq5VXNVrK8m0tTCmBbvjIMngEFR2Ocq1LHZl350BdbGjUkkhAuRAFF+h3CRd
fVDS4KaO0XA4xjlU0uRQh9kW5StUAdkesd6EB2kowwYM3xNu0PNUJ3stwFVfpqPtUb6zV5CTu3Xc
ALLP1PEIYcZ+AKXxBot2WE02507YJiGbcnlnMwO6EfkCbpOnxlbRjfKoiHYXG6lb9PNtJgCicVK5
6QFI3IRtSANNKtxTGbGZElI5lWGzyZL2PFdiFWKxwIy5baevrV+dVfM2L/xdl/W46lPOcTUd4bTY
iEZscdWjsCpXopWc5741YDTY1u9aJ2FmYeraR3G8ybt+i4h8E1Fug3FOl9vaSGisxRJItaTCmqdY
69d2cWzz0g2NeytpzlCjTkFYXUeCbC5MoLY+lMu3ZnySet54XZMY67ZLxKPSWpC6rICzDDA3/KZz
x92hzNtE1n0YTOukfjTSiYza5BpEzSao9zE2+fGEq2NrBF8lx3BIL5hQWUiwpLLErsz0TZTLaoua
i1wSOFLPVjtu9PYrSQKqXj6ncf3iT8pFHRZtge4GkPZnSDAlkpW6PaWJwIz9gm1uXXLcjJmGiZfC
wOm1WKcyijKpRQIGgEx855hrJIG/0QGLmVvaaupWAGXuy6ro6OJTuUtQxa+tLlX3s8NRe+WXlnob
p3ZwVwdNdckzCoIlVpR9UysScpAUa6HX0Re0VMYW8FpKq4Z5aF03ePLp1BfJqqK0QP8RC8QxcXxj
0RJwqwjyrsqyA1mo58O27aEKFVluPOaR4PA2Nkz1saCeKIlo9MawPOPI1T6ZNm+wWU4thds0eGsM
O9irCVN0bKjFU6e1/cR+NRy9OnbKWxiM1npO43MaaM4qiWLc9bFBCDc8EKhZAsof24H7kU39OshT
V9caGnkQDqW/A9V0F9fKg91CM6KU+smf4B5BW3DtlEkUK/FNQ5QQi9UjDfNiW0ww//0hh1DHMSGP
lDUmJKLGGM4H6MSVm/jpVxFbF5p1j6gx9yIM3wbEm22Djb1Fod5ixmPLcts6zkH61HXL0TxLm1qu
6utnaBlUmiSysZLOV+k/M8tHLiwvasK6i8hk1Zu0AW1/ALik8rYM4a6ki0Gs3bBS9PZmGkaL2L7s
Ug/tbpYEDqXGGT7PZ0WYt/qgHGK9xX5db2NzwJzeDAlf5azsgiS+pJBX2RcGd6MaHzK9fSZAfQIf
MrOCG6G5K1NlQ310WEkjvKtG/ZKpmLYVqtKFrq+HkX5jR5tGS66I5wJ+ZXdfzOSt1jplrbK5X3NK
RUlCiVcH3LPiJPrWhtSz/IGlDcwT6oXSReOVAsFjc5rCqgyV8NrQuxunJW2FcMStPiafO5nEcFvK
184Pv+hqwfYaimU9ihxWrLLDod2uhnDc5Yq21Y1qY8/BQVq0fdBY0tEOjsAoH9kYXusaKCjASpdR
xVkeTtfo6FaTb0KdzLJTrLOcFrrD20e2jWUvc7IGGQsEhz9M0ypvqJBA8FBX+Eufy9neOmF/0Ixx
aSj6qzKXroo8cFuaHFn89vNUZufYb1j7nfBODS1lXUEKsHr/tsOEoabic25Me6Ptzm0ebwJqFX5Y
vglDUQkMk/cLAWJoqk0LmgLOFJF9XbV1ckff2VM+bdps1MmrFRAd0bmvhtQgK4ZInky/9Fmzt/D0
wi4JXrSQ5oxqKZ+h4BmUGbW3WJvkOo+/d70pIjvdJRy1sy/Ha6EGZ2XwXatpIeo157yvN4o93dry
i+w2Uape0y4EVdMmHpzsiAOMdFOiT1vOPona79I4ejVph4LGrzTeSRX0nOjZamhX0FmJwKDEkok9
wTTrUUtvp+7OsfdTJHZOnt2M2Z1IFLdtrUUKYAa0ycx6zSGVY5uf7AM5HqvJBooyCDAXIagCsKZH
e25Sr9L8cxxBSIXzMK9mMJvrgpMtFWU2t2rbjJuysrexDaisSji5Syhn6sLNDzLrmzJnJ6Qfd2YX
ecpMemHR9eQ6Uq1rG52GTDzhVKBuDgIlXmtBC0d0OkBW+RbU7cGS2i2tNSLLnStqHAeOqxP9MPqa
nC9XhVUXRKhk9lavJtfOi+1UmlvoWsCN4lpz47YT20XTT8xSXzLk6ECyDcOJVvSnzlG/EZu4cgz9
oSqzL76dHSfZv5IS+U1R/K3a+QFwSpZv0dVfWye+URY6CGvrrWOy2+4tgq9BGYngJOOGNlS6Hjsg
UOGbiu/WM+xXqCoPAH+uG21aKl6ZuK7T6gTg4xwOs7rOQMGUvczWsmAe7TBRgjzBJTkicSnj9JlN
7l6t6pe0C5+HxtfpQ9jHcdAep756y2nkguHJFMrfyr3Kq61RgNrO0+tsNtA7CmbJQDjrzrFeKB8v
EZpG50VhdWEtPghnujhOCPTN2C6qDDvVNjT1B9fIEHzPXTIDw7UXMOEpzrMzJTsb6gEufDmUJwWK
5MJAQI+uTW8RCcdM+GQyDk7npiqd2bQp3UAJTnVTQuGgYrZqRDvR2gBPandU8ArAe07Vq5BeuFKl
jYcowMDbG1Ru0aZoCGjlGTOEevKTMCQTIcseGitdF0L5MrctgqjwvlPsrUbq9tru49DTEyc8RuFi
Mi3pigVCLxiP2jGn8bCuq6BYt3VJvZt3leVB2ZZoe7a11RtrX0RvZizvJqOjOB0L6nbZVgb959bq
XMc45SUtmKnmQYdx5NrwW3OwgwbnhHBTGpO/MkokGZb5KNvIpUlqUuVoem/qSayc8vAFwOKDORrh
MR+lcBORml90RX2Dwcicqr0MhNNysC4/iQg+3jSC0hDB0pD60jbiU6FWa5POadyaa4V3ATURPMn+
eZbIJIaUTZQuspM/YoqPoz1clgtf11GRSNFoKV3i1HBL+H2loCeRonlI/XI1hcQhXcnwemwfIzs2
3Nay9rEoD0BudlXV3zppWu7VklfL1Px7s7UQR3SIYCZc4pUcDpY+PptxZV2ro7BdOrh3czmtApkd
tbG/biNQcYJHqIuNHRJqTUVsNWSWsm0VdjmB/skvbmr4uTTo5o2i+3jlO/pZWXhbUZumJLcyQnmj
oWtsg/EpsNLP1Rzq23aI7xol+dojOPTtV51tQ0OTdzABRLLfF+1WGbZlsp9MuG4RXdckvVpei7jY
pOG8DuKHjr6e7G4j6gGDlxjuVHOuVWlylPFqpiKiT0gNJ2pGbRaJQ24Cp3SG5BTaSMIc1XsI5Vo7
m0uHHTFakNxU4MvuowpuTq1yo0hS1YOY2ujVTvJ5l2HZfgVGkHhp2Od3M/LHNz10WGFEu9ESVqJs
iMLrKDOHycWKZ9BqndqnBJHWNSrabAtiC4jp3MXHSWmd/TRX+sYJ8+ZE6GN4yswk/OITosKSzrlV
J92Oo9OobjKfJFoFx8BqoCf6TAD6C97Wq9qMX+yKXpIAukuvpaXRo9jCQw5Ynvpwrq/SOEyubT1T
91rTPzY5j1H1qYJ6upI/2mUCgFWITj9oqQOVsku+1UG9Zs6F1aJsZm2hNVtumGvnogmfAGMjYrMe
mwiFqRbl1XKIuti5EK6SM7/pNNfvq9hSbjpJ4VN/IUISnERkr5JOvYrL5FIl5iro/J1CAWJHHUnZ
0lHOvAoiyC7q20sV2bd16ES3g1W6WEPQS4l8PNQIpQGsNuHKTrvrwtKeo6g9FuJrTJB01HMCoTMD
Unxo6cfHyTaZAIHSoyKe/dlRrwbcA/1w0qxgY9NzCaxLYfc7muKrio2drb0qA73FUNnFnQLMoPqs
x19mCS0xeuS9XVMPloiF5s8QpadNp1DtC2A4h6JBQuNM84tu+8dWRXJqWoUFrGIo2S3aBxiUHpWS
6yAu98BnkDAFCAZF9FRLwmU5vVTMKkC34sYzRrZNcY4cS7kUMPVrJj4R4YfYQzi+VLbRb5yo8/RU
9Z/h1GQb4rxZZRE7Qq1wx7l4CnPgvNGxiKabeCkmwRLzvUFxmv3USE64Ixjqur9LO3nyYaquAghR
LjSrcS/mOPCCGDpyjfCfKIlQXnxVcR6pDIYbfZbs+8sQAtqgbvp86QOgW0tK8mR7oh9cYPqelix7
lhpEcuWwtKajZa9SokNrM7wisGvTj9rT3NbHpkWbm5vbaAoQK8fymxRMkZRXlE+2NmrrKTSDq9iC
dugoM/kkwxZT9zZRwKEqESamKB579lmCBOB59JGG+d9CQQewReeqyP6q6sKT3b5GjYowx2CLZJjT
vIZQ/cKSy6szoH4rxmcgo16RI3F1WNJplSerQRblCuyxm2ZQTOOvddmgQhfyaiBjY9XxBxPJ6Mpk
k52WdQsipaHimqYxE8ngeJFehtco6VbMzZJOhE1ltCu8QAb3UxsUngOJ75WohtwlZLt1A6080P6/
qiP1kQ53uO6MdEBxbWaTl6RNxqegTfv3TRbn8jW/a+vX1/bqpfxfiz/ja0H/PQrC9rv0/99/uoq+
Qp4v3tqPv/XuL2EY+GHycF/al3d/8PIlMOume62n29cGbNm/vAXLb/6//vCHL+J+Kl//+7++Fh2E
ev5vcKPzny0TEtPSfzZZbLuX7ONv/zBYGMY/JMQAPAQYlDFL4Db7YbDgJxYxfyquSUJyMD78sFdo
+j/A1IE/cQgAxOkjuDQwvzb87//iR5i1cFha/Iw1GcrHv2758k8L2+/sFd8N5v92ujmqaknVxKnJ
h8P/wf/5vVsnUB3io4cgOw9m2d6j+esQ2TItISnGowt2K3+KLMiRO5W6xX6Yh8qzi1Fnwonj5WAH
UHoXiasI3vToVW0S3GZSKrekZkTnOJPiaRqV6F4zG2qHxaATDECgQFcl11oBjHkzBkidpsR4oKfX
HVulV24VUeluNPrjg+a3SPOcUWcZRSPx1VfHjYPG5iZCx4lZqsZq6sH0wzowmLNzyEQ5NpuCFFfa
6kN1wsTJyeDvD+//OGjfDfTfvgT/Hw5v+7fDexPl6f/+n/zbBxcRf+efg1zX/mGidyGkjpgW7OTO
/x3kQv0HAxjft4r1mMw2A3/Rj2FuqxiMyFICVaN9T6LjL/0Y5qb8B7grrJ68Hbq+vB5/Z5h/tBCp
gHfoWeC6wzRKhuVi6v3J5K7rJPXI3Aw9hNIdfcLUGQ6cZMIHWejt/qfX/scr9rNj6T0eBHe1WDxR
AAIMXnUILh/eqNgM0oT6SOSpsMm/YLluLDo7FljWDJDv2lRoq87A+TFR5Onfy0T5cXGLKYPHDPBt
8XL9fKMgv9s4x1jHTkeJjrmSoMWVvE8GEGaohVy6dfzsYA0wRn9/238JLf1+3w6mS5zwy6TF0Pj5
0qhgFVTfeuiVeoTfSNEib6onZQv8dLiGaMBG2BoxiTRBFW6nDCNLgBNgL4pk8ccP6Gb+8IEWo+G/
p7Yfz0KqwGkXrzaf7P0HAperJrTDQ48dSn9KjYJmKnPWjiE5b/y5Kt6Yn5jkHLVrkGMlyUaYibxx
qIn9M9bynant5yHxAX30/aOAfzIFUUoMP8wR7z/K7Gt1Rt0D8fCkxFdxjphizWla7i01pBvfIRq5
KAOVqA1SiOKTTCEztnoUWCvMIvhVbAotJ4RsqnRjVFV/ylH+wAf65+dzJHQ0g+WIN+6DxW6EGIY4
HNdA5QzRraH2I2XkRYpTO6ZX52GzBc5UH2G/5xtknJHLmbj5A7XvAyjtnx+CRWjJLMIcy2Tx/iE5
hFiHvu+QaGLUIxzN0nD1uU6vMRcpexIjbHcyAzjjU1AnpyRMOIOMVt6/2BZq89+Pnb/OFzZpY6bA
QE85GTTC+4+CTbKTeRMkXt7E4luNH3qD4aDdtgiHt7+/1HuewI+7/velzA93XfpEztIOSDyhVthh
JvTBh0rx/c9s0qZLh1J68/sLLlPAh9diebpM1QR3Svs7Iu6nuTDSZKykZRN75EOr60av8qNh5Pof
ZsHlbf/LVeDtwfrSqbl/hPrkZiYUtVUZUQNSiTaBxjjPJrUAanPkzpgvdmLYf/jWtF98bbydcmmA
MAWRdf/+a4uVSYlGvCyelaXZpsuS6RI3TIZZqrSfDTbtG7Mc6X1DyKK0NdPVGAJeJooo9iXJCrHV
2pj2gUBG+TD3I/2i3z/6v34+JgDYVyAyYAqoH5F2zFNpRdJI6jVFS2kRYDKHzWig/mj4f7jUX4eV
oxpsKR2dhQAIwYcZp2CiG+rCWL5ls18rZUTBng92H1RpTzSMHfyBrPSrWwOjh71d2tyjufz8p1GV
jcXcsAcGU2DQIiSnxcQnqI57q1Sl9/efIhl8BvfGQsvG4f2liBphFoVO7HFSQllWoyvR4zDdjMP4
J2rkh6zZ5e10gMgsce+wWxESfVjUEqOxIzUkVEUkErl2ZijToegxKQB98EkKGoBHrZwugPVd1BP6
LaO8ChTatD7igLcq07onNDeSesM0PKeNoN+mtKPlGRR4/kAK/esbx9gnndASfGrBjPL+sdiD0CTS
0sTzS63YDC1HY60L0g3Tm+6qi/+gzRGr/v67+PVFeUC6BOcJauf9RZFWkrSLdtiLmoIGHVlIzo3J
S7WrlTl/Q5ASAqbWlS+/v+qvBhspff+66keSQuWIGajWgmCXrXFcRLJpmFo7ZR5/bPf/48r918mS
hwoCjVEGOfR7vPLPw9qxpkTz+YenF7HBIiiNq9iYnePv7+cXE9f7y3x4jJy9olqD1+4lJIUfwgpz
XqCjzidISPMcHdESCTIFri6nU54WOsmMpWqESmJDtz2oYVLdKGPuu8XQlSdKgvbl9x/wV7MJQBnW
RJz+4Ao/MB16zMhTHxYIDdnc7vRupCHaOtZdF8riaRiE/wco1S82TDwQQj91rAuQST6mnBZq2Vpz
riUe8nL7Swum4HXq7aVjD8LNwikmh+e2D/NLPpgO/UgCFfehFiF4SGUyI3wRvvpC2BiCXisyzOYP
K82vngd0C7G8OxzBPwYgD4FkqIU9zL+uHe6meVCUlVlUyiOTbXLMran428vpcg63ObDyQBaE8vv3
rBta3R7sMfPiQEOAlmmsHxFGrqfW5t8IOBtrYlpyefP7730Zd+9XcQc83QIc1LhNbTnU/Tz8k1Aj
SzFrMy9h0FErm3yvGkWxUWunOJsa0uhZaCkcvWBcFYGt/WEY/OI95/KcJb5Pa7Dq319e4P/LyPbN
POHkUNKlSkhEiZMdydj4h4nsV5fC2c+I00gWZ2V5fymzYF+ctgNLs10oblP0zTFuG5vmytAGf1ib
fzFpaoRlspwAp4a98eHLpIllEdyQpJ700Z84ueZsktQw0aYJjXK3P267jr7t77/KX9ygycnXNkwT
ES0G7Pc32GO18CncBl5Yd+Ft49u+i/dgOqLUqze/v9TytXwYNcS88yxhQsFV/QsBxjEDbcAj5Pld
rOOMQ83kp6JzzTBsVymnHMo7bbbHwv329y9sLhdk37NwRv86XAefqVxxSSQen1OCEp/zUBDvsYjn
mq4jlN5xkodl9/unI9QvZgR2Cqq9AF0Xws+Hx5saRm0UURl4CvLaM1jHt7mBMU22An3vQh+839/p
ry7H1ShqMBuwlf8wIXPM5ozia4qLXZTStzbZT8k8l49VmKe3wN3EH57sL68HHEbVNE74rPXvR09l
KZUulEFxy7FtCBBH2dMY7C6DfoEYZO0fzoJ/HUGUSnk9VC62fJ/Lx/lpN4lTH71V14fe7OMX5vTb
HtoEKcGcqt1WCetLgvibrO3qD4/1O//6/dDlwjZwQhBqwB7VD8WbKEuIOJFq6DVaLGgBpBn6P8TU
49aOR3lT6GOee2PAW71ySDIB3tsoU3IsbWvcE3dUI+41VVoq6hh0qxpSxLe08OsC4WUsH22cRmcC
Hel32qYx0OENWpQrYZWrSzSIqV4mZKnQZsiNUdwo0NXPRNOhSazCid5HKQPjDzPRLzYeGBCIameK
pcgMm+v9g66NDo/9jJC5ahGnp+VYQlw2StRzY+wmDkyJfqZ3ga8+dYmn0vlvSkY/yEg3Iq20tZJk
03HpIXqKUP5EYftFRYDPxhg3BUsPM+aHTyeiIY4GkjA87NJi3ZqzuC00OnGJ0MwdOag0LQVJGmTc
4b0Yhm47daOCghOryu9ft79OntKinkcxCbE+1MH/w9l59UiNdH38E1lyDrfd7jQMDMuypBsLeFjn
VM7+9O+v2It37LHaGi4WrYTE6SpXOHXOP6yWf25okxnFFuphGmY4aAgVxxaO5y3vIfneD7X1SWxd
VkMZsmFRk1l+ksZroYQgQH1qQAE0B20yxAPyQ1jGQhHUYIe0QAIaiZGqYQr/VJQI4ucwDq5v2xTB
7brF7WHO6aHhcnJGaKSMd1bNy/tL6oXa3CU2ytiI/y1/IdapWVS1YXSi6aujxKenQBdi8QiVxD3p
2O0cYNLv5QKbQeWskI07VNFWQcPG7YHFBuGpG9mblMyq6IqYHDgygf7jF4gBlFUh+O58eXlurw4E
irj/H3Z1rtuKOowwgTjkaFzeMtegSycAeN3/6FuDA6NMbqdxY/JQW85oCF4wqhqOnbg07Js1Q33s
0qE/uUFk0b9EQ2gc1WrnM25U/dDnBUmBLCgvHJy7l1F17JYyrTSjk1YgQ54VYYqXRZf5tqXMHzyo
GGdXpvZpAW4eOhuSJDyQ95a7/G7rCebcoUzk0CJAHXb5I7wq4OEif0QZ58aTaY7hFVNi8c7O2vYv
Pm3/2RFD9GBx0txagD43fF7KxyEtFKAkuv7WsqZizzblZdqLr4eG6BkJt2Ugzr/8TZrNC1M4FI5I
xKtTM4oCVIwznOPRxTkuqdrHNsnzSxvTku0oy/r3V8NGKZ34BtVcqXiGfYu8Hp9df502hr0SEL+x
6+bc88A+01WzHj0RDcdZ0cc3JcBS9RhqWfKjQbn7LRwDR/hzEJkUGCpj5zreOv7QyibPMGgSUlFf
/h4N67a+FvhWoikzXTVUn2jcuZ/cEP7//aFvzjyr8ndl0uBeWkbihZfjEz2yEdLUuk7CNL/2VNIu
lYdhNywqCNaIShhXrdCid0E/6l/vx99IPOgSITCqIyOGROJ6pAYcN7DzHG0m1b+pDn4ZRdF9HMXQ
XQEnJDcdQstxEGiX3Q+8dc5YaDzypEROmCfPcuD5HI0OgkEEVisJY/OyN+gR7JnwyOlbbzZ6cfhD
yC4d/h/LKDYuehQ6sI7tJEkxVhHAiBpL+F7phB8NAfrr/qi2zjVL7iQK6RqKE/Lvny1kZW4kyI54
c6xPD9Ys0IooghqpvqoG7kFuk53VHD+inWW0FddmFg367Rbl59VsouE0q0mkxHD+pvjS6w4CQ5P6
ZA/xv4YS429jG//eH+nWwuGWMF1ejwxW9vifjzTCrxA5gyY+CdxHfW+uW3LUyenQg9Dsz6DGe5pc
mfe+wQZub9NsbU86+AwXjUTXWt/HsYPSgOOlMRKARe53eWn4qE5HV/AF5s5JsLWAnodaXYdFkY15
3+VgcaXWmWsL69jjUwDorWjPDZrfO0fh5ofkKeOhr+3QXl5/SJeP6GnoNgYZebCYXfdtFegwo0eY
bTHqw4d8yobL/W+5NZ+EojdC6skSWh2/JtYSA+oW8WnGelTCU2P8x1zjzBt92FmoW9ueY5Uz1QCA
gdzhctmkSEZ4pE00BimxIadBZ3KqwuR0f0Ar2x9ZxuaGhYJN2sbhRh1gFaaFCGoyhYiXxOJh0kVw
pnMtQXxxXV2B5D32KoKPmgN/wzGB0Hp11f6L0lF30Zu6vpIEQrLqob2nikZ/CiUM38RT6eToVrVz
BG99ciTb6dQ7OnLBa0SKgxtjipltcpphPyJXBZmzEpYByh4VfFQ7Z5DMtvH3zgzJDH51MgINQBzX
puLFPlpl+NPolEUqcHXO4V0+AlX8bLTx/GlCkQCzVVa41tXZVSBZe3Tn9tbb+rDTJN4YN61qQAOm
AeSBRujyGylNm2ENT/9cj4vuZKojsumjiK+eoZiIbDkxol3luDPZW08sijQ6FTbACvDy5a96dkI3
aImFkeC1UfWuuGDPnWM64ETQkeZCes3jIQQ6M4eB3vbvFK2QQkl1nJyx/YZgf/8jbOw7fgvWHFRV
OcvWL58O7ekRGaDwVNihesbscXpy+tDwDWPqd9pVcsGvP7fUraUQRpsQKtBy2GGY6V6GTeFJa1PN
fMiDNvpq5HYuLU1V7VKEUforMZzmEoWwI49DIcTt/mC3PjclQD4cKR5IrvXJZlZhO3ZldKL1ZL4p
utK4DXYX32BN/VsjIgmjoe/O92NunN5UxRg2Cbeuv4BoaCPPY3C6dGu0OL0YSdjfEFx2b1BQs2tX
pdGn+/E2LkWP2x94m7wZ3XU1xRnNoCostDNi8AsnrJWKs92imAGL8WeH9tRjOqvFzo2xsYi4K9hA
lMVIoiVo7/mC9ixlTMaCVgqX8YR+wWBdMkONz8ZopX/dH96L6eTBonLh0+G2HCSvV6Fq+mwzr/j0
lCiwI3ihNRe15LQsTAU1t0Ctd4b2crOyVLmYkFGnfosawCp9Qz9Az2tc6qFQdpCItME6BQpaFIdK
TWu0CrXp1qqOd4Lcr53Trig/wjwE9QwRcWf/bAydRraucj2aOg3H1WHVDKj+qC1VqlJFt9RUcWVC
3hD2oVuKPefMF3ekHDVS+B6XMaWgtd9SUnNqhagv+rkawPpAWGKyj1MFjWPn/NkcFPil34FwlpB/
/+wsDBFX4lGGQUiSQoScQqjQSmH1NM6B5EbQzI/318/La5kXDkuVRYo2vkO5cRmwVLW2m6QckNmJ
6mIJTP/EIOK3IOOiX3VDBzfRE/PNqI7jV3Bj7ZMZjebXXK2sc9j0MCQKD2m1MIbkXLvF17pwxGOK
t+uvvhfdzmJ/sZflbyUhoh1OJ0hfn1deOGae1O5CRGIsHnTFiH7Mvdp91dIwxLQIqaGvJZbEJ1jI
e5Y4L7a0DG2odB45rXkkrZa9ldf9ULg0LNS2nW5YJusf0dW2zsJL9u7DjbUG2pCMTMcwmv7eagmg
K57aA+qtdFKn8KHLkvFIlT3+dP/Db0Whm/W7l4c/q7W6feZgKEHcJIrvBnp547HQvemqaq83vxGF
JhMNGATU2UBrM5ZEC4ySAnPgj7lpvKnrAuGB3tor4GxF+V214tWucnOvxhJ7IGhcB1oicgvutagx
43aRxtp5d2wsAZ5WvI89XucMZxVF6eA5oKEoe1ZxfgNnbpxh3ma+qLo9p5wXoSiHg1+UXQ4LRINU
tn9+CtiV4+bUhJDMnUZxGk0j/pxGc0EZLg9/3l8H8p9aZCFSWJ/9BAJbM2iZrUINJvD+LMSoPBSJ
9oB4TXASeLWTkGv2sUHv5Qn668d8aHX/fuCNMSLezwOH5z6b2lzdXAJefYvhY+APqRs/ZQXsELPq
XARndHcnz9kIZZNgSTcwdhZ5/XI6q1AN3bDRPOS/RwAzbY9ylMXL+E3nJel0uj+ujQmlv0fjD+ge
Vodr2EBvQ+mwogEVqxGMP7Q2d3wjAjA8B6VpnO9oJVefLbjVkgiBvfn94FsjpWyEFo8K0uYFViSF
U1/lGiJ1onW/xQFFyzzMJ/Y4+JT7kbaGCT+Awh6XsLRYWM7pbCRQwYcJMOio2whQt+PkU6SLPpjd
HLpHuPAmIjJe8TkMqmTnxbA1SixEAIFQDOSxsoodW72SeL0tGSw8ANAudE5G31rQ+KM9PN+Lo8VW
efLzdJUcBaoIxnKYAcBTA51kz0fvRruN6tw/dIrd7Azoxa0vW0zATg0qDKYBM3oZxR21ENVWQwre
5cWDnU3hcZyM4h1oLf0ajo39+mXikPSDIkZDGDrW6oqxQBSIUqB/ksdoEDgRSEy65coVZpC1c89s
DQ3EPSg5usQvkXLpEOuRqnQoeVNrfmhLZCoQZEJro8TFS/fNoe3j6/2luXJYpNTAdHrkB3w2rlD+
fzmd6MTxtuNc9Z2WchB2UCXmSNmUaadyCvsPuWYP0Cqzafan2nAFpFoF0Txv1vBaQM3Qs0vjZMOr
+uf+79pYtvws6YDDo4Bm5+oY6hVhNIzf5WKPim8qV3zvh2E/XSZ3nN+/OhYYADnv1JKlG9FyCqzS
DKaxQEsvTktwByXktbzIkXo2cv18P9TGSfAb9UdGCKpUhyWxuKxE5OBU3yJWKOC5nyOp8ccZruE0
rKKeHBmi/+R281+Nl5e/7kfemFAic2vpHALyrF1G7kqEZN2JQc5Jqx3qHmX7CtAvzhB9vbem5ISt
7kn8mSUSgHjkAatRIjhjWnooNSlzQJa12Wg3JPmHS4qy5g31t/w8GX1wqU3AmLqDJEDomcXr7zEM
5ziJeO1QS1sDXJNZi2h6atKTAthTPw/mQ1Zomm8Vvfnl/tRufVTgM9TpeOfZgLWXUxsO3oD4Z+36
uukoT308QcSn+4yEeoIiMLwr3rawEc0EacmdJ9DWV7VAmrnQV9gma6KM0FuAZp5w/SCvfuWzM2AA
QGQaLfNOuWszEpkPcGHAB5RAl4OsTa+ewq51STyQX53Ra7z2afnDHgZv58u9PAVBAWADSa5D7wO7
umWkAWAeeha4OiTYlaNd5hS+NQgT54nSfsT0LNuJ93JkxDMdsDK8jT1qpst4nV2mE2bEjt8OzS8R
uNm17+KnsTbHy/11shWIwgooezAc0EpWRy1i+47VVhai+iBhrmrImVpIB4Ta2btINiPx9vq92VU6
DcshFZNnQABGcNnONOSjYgvB+zofZV1M+YNBcWfx5HdIF7117xUxw2RCqQsyOJTcG72GFHgjQg1x
i/zG6+ePhFReCNzHFHGWo4KUJeuile0bQRLhzGlG+MYpDWAG3T69OhSkAl5jOskw7bDVmqiUmrLz
nNm+VdNPOHRdoF0rvSifEKYaftyPtbHeZdGNjr4cFpC05bA6ePdohxQ28iDOF6Cz41MfahjaKFJj
F8jJ9X64l1ka6FCwfoxLti6t1drInAKRO22wIWg3wQlVGZyxnCx+bcGJg59P9R8yi521GpTHE3ai
BG1TfqBpmTeBxJyI5hYkbXkFDkgv4/6w5BNoeecsA66GBSUGpSmTdail6IJoJsrRFDlq5PNm8108
GPGp8YpqZy7ljl0HBQLhwM7hboUaufx0cM2DEY9A2++K3H7reaNyas0pu7pjFJ+R38BzfB6dGywk
85YX0/Dp/pi3Vg5ETeoepBL4rq3OZJ6BHUogpu0r4yw1Z/DPLc02P+d81SuYX20HXCM/2ovhuvB1
KBzwCl4bAg9lz84zJjagKqyvSdAqNhYLg/Xg5m65V93bDIb9IRAu2WhflxFrHqip0TC4scjo6Qzh
eMPmaLoCo0xe2/ZmsbInHHpouCBCcF1+xsLpcFGbMQMa0OSGfWToMmFofDVzxQcucLS96vIPrjlJ
v5EXD/cO5dJl0DZU+sZN2CH11KRXekWt740hWm6j0I59m7zOeVsuUAZJGPx3IY8TeRnPdDmb9ZhB
Vm1enXvbqcE+msrNU8to5737svAtY0niFAVgqjPrMwZL+Iy6KAvFNhVvPPZal6Hr0M/Bgwmk+Z3j
1Mo/oyAxUoFtXEdNYCIZ48898cLYuTS2jjsWDz8H8JtLUrEcNu/VNOh7g2FXU0LHFvXJ0omMnexo
6/Sx2BMS98izZe0yrNRNBFqit1BGDV2fF1V6SCOjx2QN0rwdWL3fxIWzc/XKS2i9HSmdULkg26ay
v1pBZo3QoxXYvOUrzEfMRAehjn7dGelw5dhOiI+HmCXcvAjLndcfPPIl4YC0A5W47vlOOXejqA3L
t9woRze+qBFDm2LqNnSZewRXqDK+zpL2v/XLE5WmL281mwW2/JC4gymYxEyWD+IoPE864raIcas7
rKytU+d5lNW9FYDMjnFaosSHXcdpUpr+0PbefIzDfg/csxWK8jxAAhINnf7eckCDUavuHGsWZXID
LJgazJgNAfgvKis+3f9eL6GDzBeMZl6dnG9QU+T6fdYqmUeEIF3cd3xhR53qj6P0LgmtwP2CB0OR
3JI00i95p3n42GOu8S6wB5Abg5Tjv/9LtrYjjTD49lIogBRh+UPiwuhKTaOEahlQJvq2dTCpcufP
96Ns3csyRaR5Ckya1HQZReRBEHpqaPtlW+nmIevt4A00O/TWhnbAksSso+4Hfg5ZgdFm0DyMqEiX
OxmQjLHeneQFktQPxR6JruVv4F7MqnRObT/zlMIv2nE+204/CB/gVXXBJwolMrsw8j/YmuCE/pM0
AI+8mmAjsco2dCmHjyOqc4LG0hEDqprKVW+g3KcHiPHfn+ytLARoGrhixEc4FVYnbFHqY2zjxeAX
pWq/b1RFPQwl53iIxtqpjaF+7gTcWkMSVgyLzOLw+b3Yny1mRemDTsSt7fPMTY6TGZbvBm8Mvt0f
1tb2xPfZBk8EfplvuPx+dRaaDppPtg+o0ThmZuie+gy3B7dMvY/3Q23NIBVLPJjxewaxuSogGDqq
4/3AQW5HAYxcS9Hh4SqYD1Ug+MWYTzt34kvAKsfB84D6cmyljpYf7DPLb+u0f4OhpOcbnZkf7c7N
0NVEX930hvSsao37FmvHb+4g7JPtBQh5IiV2uT/6rV/D/UwhHiQN1ci12bgtFFF4No+tuS7qbzEo
WcQ2RYXRUqxY+S9kaObsFGH/A+Uq1XKFVRznj8hWKBQiCgUnn2lGXXJnlW18fzyMpfyDzEHR2lnN
EYZkmjuS209QG09jSy20FfbjNJbOzum8sZ4XkVYbCJ02PbAFkZD2/FyJtLiMs2LvPFW2h0OKItvB
DGh12yBKOasGAlx+IKzsaoqJdBN3Hr/BX2hneW2GAt+Idzx8CJ4Ly5mbraLsu07lexZJe0jpsjxU
af1xNvBluL90NjYOBzytFUc+1XkmLCMNiVfCnKci4AicKbMBMX0V2NvVdfGMNKwk2Ym3caYDx6HF
wTlHa/23OtOzk6dLFLcyck6ewYF0EzeOcZy0Qr1GiVsjb1am6T8Owsp7Vb7NYcIccymxQDlY1261
wWudsSCdxqgMKxzDRs9T03hcpnPwzhTWvLMjN65P2o207mVFB2be6gMm9SSQo555emnJQI0FIzlL
dAjxsCOKo1t0+UWEk/t2iM3mGKF+shN/c5qfxZcL7Nk0J33XVjMHoj+Y5nxFxzY9NZnuPrQCUL8B
lhwNqmSPRLCRTdPWhVVBdkLbYZ0zuGo4FuaY4XhYNtU1cjD3SEsVPEHtRdcmaLKboaXVETUyfWf/
bw2XnIg8nqOGC0D+/bPhTkklModjxYccjgK6g7iE0cXGMZ5K8W5Ouxqp9/rVuCv616QnFMzof/Kx
V8cbAI6US5pNmrgUBnks4GCVFckjB+megsnWeUCJBMIIS1jnOb8cXz6JzOgn6p6zHcJA7q32OKHf
c+5VhDZffyA8D7U65abe1norc0j8ZqbSrRPtmmmBdpgqE6k+EqHz/Xgv2V8SBsBk/b5OqYKuTiAn
jJSG2h3PyyBQftWDjStTKjw8tgKqMcEc5dVRFThdHpOp79+UBj69djrFod8nmBwpsSk+p6GFbWGX
zH+jMO58uf8LNy4XlpVqUAumYANPcTn5rjHVGfILjh/mQfdIZvxzCOv6dj/IxhfmWuEK/12Foma/
DGKqdVc5Q+cg7Q2/Dx3R5DKmFSYQsbNHVn4pNUCh9Hms1as3ntrR6wLUhexJYHvtidnRfMUupp96
5DW/4npstSdIAzhPg7FPv9pDY2LIhTM3zsjohrsHh/aCc8rHDjurSrHFq29aqUNEM4g6NRfg+iBx
PAUxaVAxvp0o7cOgiPGYCfSzo6F2d16rLz8urwtuJChPVHXI+ZfzjvR8qrpJhn2OYunvhgQZXXR2
251M6OXJSJWZrEG+9mWiskpPFbs1ollJeKiSpJ3dEQNpsjHqOmk2TtAeq+JjMwyGr9NxeC2OiOcT
LzjSL1qztBJX20u08FTo5FmYxHMTNJpeoU1Uj+epzVL/tWuYUDTLOP55tfG4WM5lUAeZkWS15Tte
kb1No0S9zkGX4zelfPqDSLwoJGXJlUGXkSQee0R/ha/mYShd2EhRw5YmrR01YycVe3m18O+TH5Ez
kLG8IBKoZQmMPAtM3wmK5Bo28VfOs/bsjElCxp8OOAKne+yFl9nKIqa5+mZYkaPp0RBzsJTeV90Q
k0dbr48x5vXnOB3ynTFubYJnY1wvT6xJ24FeDvHQszvNjl6fw8jwdnb15qi4pWWlXUpwru7LWTiz
UQQW0P5+wDrWw4kM22D7UKbzeFVsN7zcXySb8ajVwG0jr4Vht1wkw5DZPbJMph+hrf9Bmxr37Oro
GNVISPuh1ezVDTY3OW1JajLkmKCxl/G6Ns9i6qSslNTNz6rVIEAVTeMTHHM08fXOPSqKjQknYqM7
l8fWSCV9k5yLDtiLl4ktmmRoEs/0rbQNryIZeYcqbXEVoypu2qR8vT+xG7UwuKu0zLmyOVF4DC1H
Wosej0yDWpgeKcENuE35EFjtjCnygDKVlXWnAM1D/DIi5YdrFF+0VN0r/W0NGdCqJMzYUv1sdW5z
k05Cc0be3xUeDLWVOEiguop1axCguE1KugfzeXlBM2YNAJhDR50HwmrMXeVh6VGjWYI3HKZaLpzv
1q6mkwjK7/end3NoBKMaJOWH1k+kOovtrq6oZSAsVp2wKC8OvYPQV2eP2ZtS08Od1bPRayAa73SX
yibK6evs2dDFOJTIqHBuS2hW2KOKntsJtdROP+heXN0yJbSP2jSYTwieNZfci9Qj/unezgWyddZy
U9ExhgsFQEueU8/SeB1waEu30SKjdgKeoCF/tBjX9bUE+NSwuq+wd5R2J+z2epbFXRfEFMnoajFl
aZfhfI8pcCdaj0KyaPQPg2Vkt5YyyU+jU5T/Waj6HjNMId7rTtBdxkHp94pymysMdIOkxqG4sGbi
2nFjjHNYUXf00u6al2n0FQfNv0O8Lc/3V9hmJFleALrmwmZYnVQwVKkGBKQjeesaH4IJ5fLOVJrb
TIFjZ263QpHUyx1KuZFu+fKT1qodTopKKH0yp2uMnACWFhgZTnG2d1NvhpKnLyBREvU1rz6sFLMZ
Yk6lhFfYMYJZ/WVO08QP7D7+eX8C5UJcVqahMNCuJvcA+ILU73JUWda6YsaDwIcrJb7rXcz9YkZ7
VNCNgwBZHdCuwEGR/VujosSstVpHT95Phkic7E44X91R9I+KrX9ou3DaGdTG/CEHJZG8ENKo2K4+
lZ4NY68ppulnUwUhLLXxVoTj+10pO5Rb7k/gZixIIAB6CflCEArC6WDmRcyy6AQCLKXuPLSW+cPw
5vSf+5E2bmXuY55vPNAlMnH1qbAeRkbNIZfKusowz51lhH/hGYuPCpKzwkCj2I2BLXrKA9zeYWf1
b50sJvBsWZXlM9LMXS6Uxkr1qpnICQbVSc5DYoq3TdyavuIq7ccszZBUcBLMRkPOpYci6TG1KNE4
uz8FW5MtNwWrCN0k+qvLHzGWweSKkWy5VcwW+xA9rh4SF5IJKISq2Tlbthat1Fr9r7pHnXQZjMa0
PqhBzlMnxWA6TOgtHAZraM+i6/vUt+Zamf5gMT0PKZfAs2tjjKbebafG8j2zb2+Nlo+nVovcp0CL
9+QxN1cTDD+kch3epmtcpjGWapTVPBcxeEdMledWfRnhKeGn5zoKfr52+k8wOuKTYg/aTtq1FRsl
A1c2iOSFvRomHY6hrDkw/DKPtUfPQy0l1DXskGxhnKhtDqcuzL/HYZXtfNKt9cPi4Wqiz0p1zVvN
79zOPfVZE5tfR704MYZQfWaYl3Kc5tPrlyrEcqhhvynJ9uoMKkxUT2abcrRdtv8rnNR6n9tZc4H4
Yu0MamudmhrFdVJ1D+HY1RtLobaNAl5p+zmHq983vfm+HwUsxkmVijvOj/sD20qyQMjQ6IfnTet2
XeAZgQ4nmUTIuHUQ4VElqltUJ1jsBnrxw6NY+3GCpecrJYSzWBmsv/KJ1nGK8exOV3Wj/AP7luNQ
lvzl4FfHQez1emcL8kscLcODIpTpsSqBr89C+1pVc0Vp3o7f1KYIb0UAqNNTc5VFZlfUOFMUwkJs
vTX8Oo73Z0geDKs7lSMSNgIkJMB1ayJaUFpWFwxc3/gsDmdAIo6vqqFxaEJyhn6EnIYE5Z4E98ZF
vgi6Oq2qDNnDgBqv5Or0x9LRm0sA8nznGthaaxLFg+MFX5+K1nID5YEXYM8Q235c6Z86B2/guQUn
YKnJoxaoxV/3J1Jux/VEUq+QlXACUt5ZRpsUfYAip9m+GpTaQY1D/SDwV34Xa31+DdVqlJY06sGI
qP0NQR6/vx9+67SwLBYAmCG4HmswsOUlvQN+BlRWjIRl0MTNocOw+ohVenH5k1DAIICMk7es3wsz
Sl+NKUG6VYndImLqxYkXf/2UaLgs3w+1+QlhlVBx8n7zMpeTagVplaM5Si97iGnoFKH+VHeD5iPU
h3xUhf/o/Xibs/gs3mphIt9YNQMK9b5XKRjUwj458oSbTx6+QzuhNodG51zKLtFxXL9+XHeKx4aC
nh8iAvKGOkU24hJcSUP4ou7fWmb8aulRtA4opsHE4xiCMiMH/+zCtnMKdlFLyR9ut3PMu1g/1AFO
RF4SvJpKvQolB/8sVN14cceQQDrMg32Ita7zm7rod6rIW1uOAhPdd6rIVEVWG7xpek1g1+n4huI1
UmYe+6o00LyHTA/VixWRAGaVh0V0PFffdW9s5p1vuPkDJBhS1nlRIl3dZk0QTA3i9raPkIiLyXMK
4MLoe+9XXpoKdhDsd9volbOihJmvufGeMMDWcsWCg2YYVymaPKs7pTTRRSbBkydcV0xYxFX5cHAj
1/h7nOMk2LkqNkcrmUbMNmoWa3Ak1NGssAKi6Y02YjQ+dE8z0pp+1CJaZcdxjlQjfopOpdlvZ2vc
69VsJWJ0Cih107eiILRaU7QDtUJ6lcNAjPLkoA7F105NlL81K2jP+sDHTfuqPYq8aXYOvM33hJT7
p/LF4wn8+XI5j07TqUIax3laN//szbE9U4gvr27Ze/h+jwxaKQV+V7YLNhXKB9WUaq+bsXVpSpMD
vjTfHLOm5Y8wlAZi/ERzmRrWU50F6GOGONLu2ZlsnUu0PNF8laIW0EuXYbIErZBEBY9uqc2/ZtZo
56jCenDMzPZEpWKPc785qt8XCfBIejXrJVxkbhy0oCMbUyTHeaTzZM/TXulla+nKDIBaG8RuksHl
oJQQy7ix4+Fb6+FoHJVWTG9Fhs7leUIMLcajETvLExsdvVWeyBrWgU42/gGakesZvDtNGiSAkPRY
/gxEgbE90ai0YUMcflG5abDxG4oHpXSwVw9HB6ORrjqrbmkczDwrr0bVBTtY+K3v+/w3rA9NNanj
tAG9iZVWdFHmSDxqTa5f0w6vXhVA/PX+lbr1gTmhHCht8JResJXtbjRtJ6RkbJblcC2tVr96mBT8
fT/K1klIqQEtX2g2xFnt0CGiaknD0fIH3DZ+Bm1t5gc3z/r44PVBv4dr2TqKXFPW4mHZoGq0mkOt
c9qpwJjYV4xEwDLFzfGhinEuPLqRgQ1Tq8XQCgq7TcJDi4D0XsV2c7TkDciTchigYbhcR6YY+kxp
BKUFa3DPVd5M1xnMEnSGcdh5t8iJW6e1LEtJJ0IXA0TZMlQ6THYx07vxZ0vNw4OWtt7RUabCb8Fy
nmKUWf10yvc4FJtRf3eGdforLxZNXSBalMvObWpn5a20048lrLOLiijDG2VAPrAI2amvX0IU4SgE
/waYrNvfpclj9HdxLCrH7q0I1fkfrY/bK4zT3UN2a1PIhJayu4FD8Nr3h9rmOIQOimOZwPm1RFbn
7aCV4c7W21qm8sUGFgp0kLseUZ8Js0NQ2PKjUjf+tYqmGHyB+PxligvTh1cYP7RorwEXyoYdZsrW
CuWoBWTPf2y81WVtdqEeWRDf/LGL+lsTZfohYDYeQhHuyY9sh4LCQAaExtbaD8zTanB7IWVgtOTy
0+S035sx6E8II7Q7CdBGJN6T2Eah3c9NvD5kxDDiKZWC93S62DyiFRM89IOLy7Zpd8bl1asR3XW6
3zCBKR6uj5gm1PoRLxDbb6cw9ltTUxBpdae3Ucrr8n6ojRuBUGCcWCL02dZcXNuEEGUk1EjCslN+
Jbg94NesR986UTuAavM9gOrGZUy7S56faN6SVsll++xx4GhDGqs2R4pWuoXyNOSK+rEKkEk7ZENT
DQ9JXGUuTrzChLU4O9lBGYfpy/0xb2zA39ZIVMJBh/ACW/4GNwsNkmUqP51pJ//0XjefGmiav+5H
2VowFPahd1JYoaWwuu/FzOsVDUSSGy3AJa8d4p91h8ltQBqy8xbaCgVPiLoDb2XOsNWkZqXXYD44
mr7rReJquLX9vgjJbGx1V91tMxQ3Ah6vYA5pli7nblKpLo8QxLAZr2Y8YYPolnZQuTsnjHeSlY3P
JPsUHpLxbATQU8tQti066KT4CvVGPJ6jOHMusUNV4/5n2tgAJGMc/XSwpOrP6hlndi6QEnnb8ERu
T5reVZ/dfsh/ekrzw9Xj9sf9cBvzJzU5pDM8dBLyh+WghOtkQUlpFWWTpnrCKwkdXq8bTro27CUq
W/OH5IhsZeGZpa1hSFw+raXNNJdioWtXzOy7Ux2m5s78bUcxYeZ65CS8R5cDCuq0rWjhmmQCZXEl
JdEfXZhz1z+YNm5GIB5QDngGLqOkXovbWk0/JcRl7Yx19czrvlff9k7y/fWRIL5wyHM9I46/Gk+h
irJFdYbKe2Oa79Ri0q/jFMXH1KbDeT/UxlmIxS4kMfrC0A7XXoR5UdDLacgkCy3D9DusjIMWKNFV
iZwvhpJF5gE/FfUquhF5Yashn70ff2stoi4IwZKzWLaml5NKjgXxqiA7hwesXqBw/lOaJaXLyJin
T/dDba0SYmDBClGI6uGqQKoGRZrnSAb4Zi0aKTY/IS1Re3q2M6StKX0eR18OKa30oYYIx26emu6r
g73lbZ7cGoZjkp1rZ24vfV5Zp0gpA9zGmz1rj80ZlW8dEMrUndeHSZtU9tA2nPnzUGSPOj4Wfzvq
PB2sQPt4f0K3ImGhKdNIuCcv5OrGeaZrEus04Lo0vWKF632IGl7piObaO3O6kY8zHmRCyCUl9E9+
22dX9uiNbpk19PpQnMj+53Wm+mC1avo9BNDwgLpZ/s4ajf4PNjxNCfq3Hg0Ka90Aa4BJZAlymv6U
pMYhammK9EXQXj2QBv79qZRH7uqVI+8XWVlB+JEluhqfoVViNmBK1u3IYyYNuvYSl2X2JjKc4Cxa
q3qPYrzyr6eme2WdrcuH243GEKAqqMer0ELXq16JInqbqQ6VsaThUzhzeuCOME6NWoidxHJrqKR5
1DIkCQ128XKoSmy3k01yDmhft249yj4HfQyEXxhhI3uL+qFsC3GKo7Y73Z/krQMAciNdEKnThv7u
MnIPH6Ge2Xo+8eqjN45RflC9ot45vbfCkMvKWh0FtxdqXnVuJnFeyb57mpvfS/wVLlWmTTuZydaO
IGWQmqx0JxjRcjAigkgSBuiRzWb9vsxT61I1uXJxKqUArW1VxyRQyp0NsTkyriPWKWI9L6y12spo
dDNmZHQFM3/QYZ/3s/e/+19pa2BcRui9ofFOPW79lUol8ugkoSqjq7RcyqE9INLZHMnPm0Oc5dWh
K+Nu53zZGJm8/CTaF+L9CwFfhK9VbNoV6A9W1/UHJ1GrN2KMxx1U9nYYCScm5QdRuBpbHIVYR2fU
6/EmUH5Vk5X9o1XOXjd9MwpdY3DfHCdgFpZLI8oNmhIpzH2nspWrHSpTcqi7ztxZgRv3HDre0q2P
qhpwstVgzLwv1aSjDWc5ifmu0JQfAVq+yNYbDxmIrKdW9N/UEX8HvXf36jMbVw+ajvSSpGw9UoSr
IWoVoIg8CKX4Wui9KZoaRVkztceD0EbT2Vkcm8GQ45W8Lu6gdWe1Rq1amLFs8+ST914NWuekWznt
YrWryvF0f/lvBmM2+XowdckAlx+vb8JwAmPp+GVd/eJwrP/GexSzgzneYxdtLRPYrIyHhBag0CqS
2SgF0ggB/Yy8Fmc0SYb5MOHZtdfT3FDKA0JLkUkSdTk41mSLbFCp3dV8LFWgWFlNevTYV0Vziien
v2Yl/D0/G2bDr+0Yj8WxD/X3PQL955jafHgUQ1ZDhrRR8fbvT/XmAgZLTCEFqxdKCsup1lD8V+YO
ho/O1fotFVH3wBO56g712AVn5sP1kKZBi+5QG2oaH+00r+qd/Hvrc1NiBGUjK7nQ3Ze/oUxq6O6p
AG7BQ+At1P7uMRH2eBaDvptrb5ys4PDRTQGXSV1snWtrsRV0BgUNqraReyvbUrlMVieONkvuM2qB
41EP4+YP1jNvdAlCI5N/obWhJnbjKDmgwrSxp0/6gHOtp2Xdt5wHzR/sU+rRVOBcvNuASi3nUgBy
zlCP5lDQUec+BHrg/JvqWV5culqo5v9xdl47chvdFn4iAszhlqF7kkYaWfmGsCybOWc+/flqgP9g
mk00IQmGfGHAu6tYtWuHtdY+3T49e9cHgV4IrWKADmCES2sjIzPSKOL0xICzsw+5XaNWrTfW8gc0
DRJOtBgAEHFAth5hQP5FIoOCI7bW761Wsf9pkPf57/ZqxK/dBKBMOYOnhPagqD9vVhP1ptOGIT5O
phb8iJS98iGEDujFiTowOHxOjrKkvYOvU1cU9QdqNVudK+Y3Rw6gQcQPnNY8aQUwujTrh9NQhkfy
47umKOEQWNMApT5w+aVoTY8KkzRgcEsMHet6Lbtrx2YMKjs+QjPtuRQa1P9vanOdtVa3qrZxEHXT
4Cf0Jn0Kc+6/90zTRNF5dtxpVdYg1tveLVKrPuiV7B1JwHpooYEHxOFukumqTw3VoN3l651uvGQw
Tk7FVPQHUeDedpKLESpRuuQTCjfzNhfLyaGnFGxFtkTt3RIujF0HoviEnPh0un0qd58OSMWCRPea
0m4+XRpVYOabCFRRo4TGfZuTxXqqPLaOKyHKiexqE+Gf54jy8bO5RkxOYbRG1bjmYirfQfTPZ7Vs
pl9Tr0vVwY/b22047YAB4DWRQW2+dQeJKVc0UffXi/rzUoHxAOT7B6AZhsxTQgPqJPJD7XK3o7gO
7UyBOT+0ShhYevd3JTfSXaSsf+I+BSWSwBEEEuXxS0tE5LMxqUAj0R9mlIVZtAgc5LLCYNKMGtKB
IsDuKaJUpygIa5GVif/+5hSpYznXSiZk54wm/uFQJrxLc1n9lIW5eVCa3nv3hNwJlQMECJBWvTQl
w6uI+0KgZGCSBioZr1/aE/VpdYncyZrmB8mMpc+3j674n24dqpB5YiKIGPa3rUkqSxnrEGm4i20f
P81Gbbm41rp0G6eT/bobj1BxuwaJRkicXiEimw0NGbBgF9WMph3D1BEAUZyfjQWxZ+y0+GtcaUcN
ot1dfVU+5mQIu5e7ikCO5CwyHbaIAYbPudYbnxWpGE7jquVonjSJ7PWI3h1Fk7u37o3ZjUcwYLb2
zGzCw06y6rVJXtMIq49IffubydsE3IWmxrbuX2impMZCyKEk0SDjNBTm1xpoTHtQWxhxRm6I/vnt
E7N3I4RatvKas+FRLjc0a7NuBOVDyzLWzeduKbQgmnTrXWbbyUHUubeJYEGhBRAo0ZvdmIpkBozM
tJ98Y0iy2C1kcFwuWgmHedreIaGuxdAl4lfIQBtDC92mUingt3djxZSPyuzXU6hMTR3Masmg9dyx
A2do+m+3t3LvGbbAwBLSAJgiQ73cygFMT5SRW/kxVJZzavf932ubgsWIE+3R0CTzZIKb8NCUb+G9
6s6Bw9lDfdN1xrfBy6RecpWBV7kyrSBw6DA2yNpBsKk+GDGj+lymrCut367j9NTrNVPR9WECeDkB
jZ/cerB1ZELspjrqUe99B0DouCMR5DFm7nJDUMrm4+Yi2qpy7Qk8d3QiZc58p5fL1F2tRvFRBaoO
9mHXKtgN/uABAZleWoVlP05DT1CZarKoKFbav2k2p48IOK7PVUL5DXrlkbTo7ubzrgipO1kQGzcf
n04UU6XQ1PNjEF8nVNo6ryvb+APqL5YXgx3+7oDReyp57JgDIZvECmHy1e6Q37p9CvdumaAfcRKA
XOnbAEG1YnNkyg6bPsbhmVwBiTpZO8og961AvUdDmHLqlukkzTnQ3YE03pzW9F5Tp/zJTA3pwDkJ
t7p9zoSgDWeIhjmYjstPOaeSprUiP3CmvKPqYprndM7m85Sq630/WJVbhUjfm2ktn2/v4o7KlWiR
Q6IiNwGit01brUFBibbObKxmwwfVlmQvzIvlC3rw0xBIsL2Hc5Zpau2Ohj09Mdk0Q8NNfPBiNj7o
jZIewW53N4OOByJnMtKYWwHCKmyQdegsi9glXH5qs6wmgL1sJrSoNdK2D7oSoYHTavoTkqRHGkN7
TxN5IKVRqtj09jdXmUnBihatYtZBWAzps1R3uR+XqvQ+0rNm/C7HkX603r17LLIKVaaCI8ZFXn58
YqvE6CbWO4WhY7xTe8t6UZlXKL+oc6N+yJa+DTqj0Q7SmZ2VAvDHYQG6FQRdcfLfhIi4xyWFU4Zy
uqWk73OV66usRfGra6WvqzGWB+Z2Hg2mGZCOMh9DEcrAl+aWrMoaClCcs0EzP+RLy0AhiKU/zLDU
Fm8ZHf0RxRrlk1OKGfGrdKQvvbdcSjOvRAOO+Vanc8nbSFJz3Rat2LB2pRHZAjejgPpjbQdHhFT2
+uvgbomMcHOtyb6RuBDyZsbV3WqLBcGVtrf8uavjL10zqmdryqIPsG/MX0k2FO5i9nXlJob0U1u0
3keaXz1wkzu3id8AGAcxX9Dd2253Z6ZMV5gXKp5WuZ5bs0ZbAD7aXbhahWuaUO9go1vFKWuL9MCr
7YRcpG/09OHNkGRtFTCGwjABSmN6KZLlY9PX9heYq/a9sjr2fwdbLU7r1VaDnaajIfo1W4BMoVHy
iBE38UenTp8JA5x/LWavzp4Tq4yYDVNFrYgGsvbZmiKpdhe5lNVTEvH73FJOuypIaCohqNgVMa6u
VeujD7H/CzkJlA54OLedY1Ma4mLIEmR4Q2vJGXnTF09Uj7W72zuxZ4ZymUCE8A+zCi7vWWNUhVwl
nDkljOPKX5IKtFyTr/lft+3s3Sd2G4QX6ALSzE30YQxV2jsaumTAvbLIU4a0+SR3auj2JCvoukQf
b9vbXRfUFhQcGGuNv7xcl6Jl5WLbBNWJvZTfQBvIvyxzOMK67K5KAJ8AG7Omrfp1V5e6vFioOBXr
Oj3rVUrPAwluv5Gs/gW5iqMrsuP70SbQuZeUOYBNbHx/ZdPzS9PZ8utpkHJPRnOjPGlG3EdevA5F
dK4UwOsBw6Djr7f3c9cydWryWUv8tXnozNo2Fqcjd7ClLP206GH0ibeCg6nWJu9+oVAxrKTFv211
7xWgzyOkY+gDXhULx4YgXEoJ2uvR0QaAUWv3rs7U6D0EPli3SqpJzSlJtPjfuE2c2KP1uvxBJQZZ
amAHQoYXfNtmz81VKRH6pmaud0pDs0kuo+9OmTmLq8/NEatm70BRxgICBFKWIQqba9I5xkAQR3jV
53F2Yt5m5obm0jyVUfhzJaE/2N+9r4q6F4VmQie6T5tX1tamSaWpa8Nx1Z7WUGvvykF+byxlc3YW
QOvt0BzhPfdNkusiB0A+sCWuhLlkFhQImR2EvBj4pqmBDd/bCyqNq/OjMtPikQlJxgECec+qUAUC
UsG2clcv3YGa24x9i2W6SxrliUKKpUAyov4+WlPnp8k0E4+5UIeiLntf843VbbBsIimMmBldCWnp
5A8OCmCnuZCXH0up17JH6DOp7jCo1DHMxHyW1EE/Neg2+ko/rSbCTKAczVjWPrON3V9RWi3PDBHo
P9y+Y3ueEm0tMemIcYC8+Zdbo0lL1FU0Ifx4jtZz5ZThczfM9fm2lb3HHd1ucZltnpptYtQuoZwZ
9IB8JiCAYC5K3ZMzU/aJ4frT75uCjUGFkfYadXHxVd5EqorMlCanJ1JVnJFh0lKquykVsDPiU8nB
/dnbOyAKAumIoOnV5IzCJEgrMxtIb5pnJ8ZRSadctcaDw7u3d4KA9QrcBEEgfsWbBc1pxkBsTVTZ
iuVfAHnRndquP6gFH0FK9gyRThJVqWLE8HbKXi0rQ503oNWklsZZmGmTp5foOWUR0f5vfySGFMFG
oGVH2rRtcZVrluajgDpWkEIfUcTPAhXcuQdVsT0IaXdWRYxHeMMWkrls9Qx0NdPhsAOeX5MkRJd+
yE4VpfWfK/rxf2CKjBxMHE0I2gSbLxWNqAZMEHmJcqz6TGE/DqwEVYMuVY4qvnvdGPI/wcMR2BWE
cC5PBXlQrGRpbfl5KldnRW0kL2G8ZLCM0eCW1Ji9ObOaoLPHxQ2XCDpdoTTneJ1LN5aH5b4rjfwA
UbPj72h4McVUSIDT/N08J4td5q1asnx5SBq/N0cYWJVCfKyaiWdMw5Hk7K49NEDokZqQo7fBK082
A9Ia4BnxJEngRxVjDZZ21r4sWqjdhXGrHkSxe0fJocagM80clvZ2QMbQacgejkRB0lRP/6ZpFd1P
RALBVDjNAaDntcOzSVEoIumiKKyITHizmdmUh4D2eLIkpRpNr+rZ2mdJaTtUuOitvzAu2vwvUbt2
8CXcaeiuRNaovaBZ1cAXTOfRXQwSRp95KVCPp86qPxILK1YQr20hu53hrB/qCYyjV6/q+DmFBVG6
a5TDcIevE7duTiwfe4Uulc9pLhRHZHnoVTeKGBPyq1Jm2XCZaD+Yp5igPoJw24zU9JqmfcnXevhX
ndtccvvaRMZsWUq58eS2rxZPi5vsZVqroT4jpafJQVp3quSbbdH+laaq8c/aVObHuIicj20ctqvf
ITd21FO4jixFD08hVwUPwd8iYHjjU/UB8RFDGYEn2Gr9rWsWJuYkRn9uDKM8Oxa6nLVDdNunocJz
KH+67f2uD66wzutECCSEVjZP1MDIo7DOxN3twugdcxv6ziUdNd6Zxtjp3hSr9q8/sAiyiCFgqBfz
Al+uN1s4N4oFadnGIT+boEC8xdSqD4oV10FX9/aBJ7wOuKizkqigHstKKWpc2qscI1aXkTZfz3w3
NEzi/qSpdu9VzAYgg1aWUwpv6mBbr68nRukQoTAOvReYxqVRJ0ujQsPr+WZn5l/6NVGpRY7Gcwhy
+OBNFp788nZiCv0fCo8Uk0F+XpqK0kGalpD8MuYyekUihe+jVDYOavZ75+StFfEr3pzSZNHmpDSp
nterZD3kTTk8WZmWe/EoG6mroX/0J5+NHhRwPog2PJuXBkNbyaUJD08G2/dBpa65B7B8PudpC94T
lut9yiTK344F2EsBwhTgN9EjujQKe1MzoPTQl+rj7qOpJ6E7hGPxYWoOySl7JwQpMDgWSJJSjdgk
c1Uz9J1kcO0HvUStRB8bDy1J00Ud5kjVeO8GMClZCKOgpMRTfbkqMgshfAHAK+qZmVyOhuPRlAs/
I9FevzPXyXBNuziitu8dmFdWOVVTugPbsCpZG61dVbYyATw4nWclaV/G3FYDtAKa3mu0Ej2C255l
d51CRYRXEUUue+NJZfQ8+s4GUNg0iXrPBNjRh6vYPBULpB+NARxndAmq858YJSUXBF1qpZvrp/d2
ggYSsJculyvI+/2PwSHujiWp96Qlm7ysVI4Wut1bWM+CGENoB9Mbt705O4jMwFDMsjWgElv6XRYx
vjwsY68u6tlXC2c9KM1tn6hXewStUAHwn8SulwcozDpHXsZkDaasb19Ez+mcZtPwIwuX5gHsoH2u
00h+cZoq9FSlQePn9h7vrZcl8zoKxZ0rb2rVA50Mc2a9VvzDStv5JYFW7pr6dF9o8fTvbWt7q6XI
wzxM/Ddg4s3u1qSma0xzKYhClVlHSxM/pHUpl6e6W5q/ZKmGi6cs7fdwmPOnfrbVH7ft766WHjH8
WqhxRPCXu83oP2lsu3ENKFDYSE8Yma/Hff7OHBTFlZbhiKJ5JSMiPi+CgOiRUcijLS9+0BvfPjFm
cQx1OJNZXyp367Rav0RSdu6GXgn0pZh8qZbUYFga+VFXsvivGMzaQVSwdYf8Bu6OBSAAmVtgqJsH
c6ar0fGR10DPncWfgFF4qZHmXgpHKbi9v7umOEnkByC0qNtfLnedokKtaJoEaKMMz3qcy6e+lOvP
41we8Rx3THFduKTkl3Sct2jGtU8Mu+sY9wGs0fxoagWpwZSlj0UmHezf1vexf1RMUKTiLQFXtB0b
O0apBHwjkgM1N2Nfklf0/+ZF+hkR1j+nSE1qbqkX3UFUsLc+kySd0JQ/PJuXW6lRAVVLxo0FVidb
XogKjRvSBb1v0sO5g3unFEQR9wL0BJzE7QrDniUairQGoyPYHrM1LxQGUvOuoPHxfdGy/J/VXizE
eA31pKy1LSOGgyLjgS/a2WihhypouWBkrrgaTP4Y7LaX5KDPpi9SpEsPBjU0RFnL5RSvIw2aHs7W
gdGdfSZ+FUUkhBDho4j//uaGroWRq3IeKQHpiXJWokg6xcacfJzJfA/esx3vRzJFHwHIALXfLaWu
KKm8K2amBKHS2IHNX2dbQXQ6KdQlaLR6eHJsJBIZxFH61TBnB4n79UqFsAasQSaaCz+wuZyaVM2y
ZJRK0DLbxJ+LKP4WOXnrL9G63t/2A9d+VrCdSbrEVAnqFhu3lxRt2jJDRAkK4EieVeTDwyCr60Nd
O7WrtV3/+ba9651VZAYUgAnHHwiOyuVHtO0WNiFC6cEMD8xt5Wm866z+H22osw+GUtWPUucoDzJf
2l3rMvdvW9/ZWCFvSbQJF59y9+ZVU8M8jCp9nAKU4ctHKYn/K4wm+mB1mXy6bWlnnUQnqFFR5VBE
C+FynYs5LPZi44rmVp2DylGzj4jvL/eRUVLwXvrusYqYbCmpaeXr6eQclCte+RlvEyIaYPhaxFk4
qWBWt5iUoaEz35XjEpiZGmtnzQwz2SXjUxEtN6P4XUcxwvEY06X+Y9dKN51ESzD1ErlPX3JSp+J9
yzTO1I3VyKm93kiY5yPYJstjT6xePw5m0VPDQqwquc+7NGzdprGpdGXWEJ7zYirrg0937XJoTtAh
po3F2uhWXG4o3fFGifqK2x/a1Vlv7TlQallsHnWTPKoTvGFYmf/e/oz7VrmBqpBTvBpoVLQ5mtYy
VpNiUM+w7KZzvwzzs7OU/X/tTNpejGX8922jO6cUrLEtND9R0qYwcblUc5JKZ2GaQmDkYe8yUEO7
t4xyDubONg+O6a4pi1aajeygTOXy0hT4Pq01e0sOkq7WzzUIaA8fLHnoSBYHH1A4re2JJHomJ8EO
2JyNKYSWi7KKMzkoTDvztCRdzmZoJ64s2eZ7J3SkwEzaR+r3bfD720k8R3QHzg50wSaqmpiittTg
/gJ5hk5oqnxNJbYY6qYY0cG123mfuW080OKJon+zncFQ49EBz6REIJBq7oHXfV9Wpz0VJb2OTJ6b
u77t24dZAxXvlm3aeOAt+4P17rh0bjzZO5h48qKti02syIRG2XJ8ZGZcp0MxPCRjGv/TAgl7qhrE
XQ4e5h2DQkVFCPkCEAIkf3mINDuKVK1plmDQ5+pTVKVUuKOovE+YBBdIpKAH9q4vpWA20lAicqFX
up21kZnU4+i8y4FtJtGjVNoDcDYtRI4hNrtTlc/jp6Wz1E+3j9H1+SXYEcPyLOIeOpfC478JP/Sh
1+y4YlsHAEeeKGwxgV4qv8RlWz5CKvlZVgJ4ZkgHDcHrK4ovoMvE5vI5ST8v7WoZQd3S8mKqRue8
ZH1GgzZL8ocky+ODK7qzsRemNlc0mgc9zSq8gWOnBYA2VCrzyLDfy602ndawrj1FW/uDCGR3fcCM
ZNjaQlBsAw2RK+ahxjVfU6n09BvI6+KXZfCeTHHhHNyMa1Pkkzg5oQsHl3kbPU+1GRl9t7TBQNzn
LRSK3q1q/FGvLem3/Sr4CI4LyG6uIcqGlx8NAY3E7NoV6F/Y5l6BMuep6mzdtRJJ+nj7XF5HGgKK
ga/hzgtZi81rUSdIIsJbw5SlDvf1NPauZLXFSZlTiiGcR3cpGY6HZg7k9+X3B62iNSTraNZS+QEG
AxvvcqnTUKwVI627QF6T5r4vZ/NLPFqaS7FIea7UvvQIkrq7Mq+HFx7R9dRDpPRH4Aa5F810PA68
w95HBtuuiLhWwLo33shG2LkNUUgPinqdEGwp5M80R+h6KfbRULbr+2IrvJuktDgFSqabo2syAbrQ
1rAMIkMrPYQsf01m7TykY98F1aitH+OlP0KrX7shYZPIUsSvIr683G45t8ImJ7gLMimMxBho1TWl
cXm3ZPngJ2ISYLMs6snp4qOJstduHh0MZPb52lDbaOBeWl7BOEZFqVZBlccGkaui3NepPZ+lgVmI
K4HSy+2Dvbe7pJf4ekIGgXO9tJenZVj1il4FRjHZQSJbmYcUWBLYa6ffpW32lWrmUct9b40UFSGX
C0lMHO+lzYygnZBProKwmlUvtZoYnFHMZZLn1Isq2/xt58fNeWNv4ycmw+qcKlGqYNbrxFWb2npX
LX15lu3aPIhNdpdGkYsZDTyc5AaXS6ukrKvDbqoCvdFHF9FPighlLb3PEMtAndj5/QoeSyP9QZSX
QAS60KW9perymByFrZyz6M7Oqn/HrGIKcYs0ZTsYzsFO7t2LV1QBoyCIm7cet1PNVsvsoQwQOjO+
RHT8PcdKEr9i9pffNYr1zujazMtSrTh4VcRCLgNbmnRo9LMYBN5oLVwuVIfnnOdQdoI4jLv3cNOX
J7MYs4Mq0xXAAD/7xgyIkEszUV1ri7IYZUBbP0HNuY98TW+7JzuMXkJGEz/EVhEHMSBpr43gZcUp
u61Pw/TEHLmesH7WD2iKeyeK/hChH703pPU3X7i1a3Lt3kJhfl2moEn7Jlg7hpnLzTqd7Lg/qlnu
2nMIESBGi1Lp5gR3g8koU0g5Qava2a9CHq1vtapOsjcuXZG5cVKN/9x2QfsWSVp4wUVhceOCzLTr
SdP5tHPT6W5LbS8YkrA5KfoSAUW3j+jsO28XIkOGKKshG0Kae/mN+0UH/2vqZaAUtuozBNn27NUp
7+u66Q/O0553FWVSHhOaRfCtLk3ZQzUjRGLz8ezYeadPy+Q3ZWX9FXbF9IT8Fz5vGQC/3d7QHavo
btGWQllViDltNnSkGGnNo1YFqOR299U8SnfFCFy2IuD3hspUvJRu1YFRcQE3F1ToWKBT+Nqh2io9
pqBz09XJm6BXrJGKhh6+y0r9lzFqg88YlekhNtTodVDNYzcp+cEt2VkyQk4UnHhNyOi3apYdakTr
pCFlpkzh4JUNvIHJiRBEV8fsk2W2ipfo6tGgxyuiF680KkQUgTShYXu10WVJZc3UatsHKFybAZ2U
FVngZjR+Ehvr91GvhUtQMDrufTGDG35c0j785lRRUvuzKUkHb892D8SvEd4ReSkggAxyuzxsi067
s8hUW8yYXO7TbhiCtW3SwOjbjn4aKqZhVRzRsrZ+GaPE3kxEpXIDJGArH4IarGTEWR76VhyXX9jt
8uvSHjLDt4fr1QoAJBC7lFCvQHpK6FADG4sQAZxCe1IlSf9eOE7nh1o03M/tmJ86rTbcPkmqx3K0
DxzU1mEI61Q0RY1YF7oDYuPfJKXaMBiMhtcdPxrq9SkutQctkseHeqJYffvm7lkiIqJuAxBBEGIu
Lc1tpU2IUoD9JuuZXKOkJOVCx2y+y+VaHsA5do2BxRHk6VeS08ZY4xjTuqrA24016zw9NFtvojOa
epq6Lp9ur2zvnAj67f+Mbd7vzlmHRRpAlLd9XQN5ttuzBUzm/AdWRDZIc4SwaNtSKM1FU8JRIG5h
1pzUpDPuYru3Pt62srtxAELoUPNOcP4vN86aauargpv3kTksXsIp+gwebjgtTOQ9WM9VqUscPSGO
CbaHBPSqFYXShaWmtQaBFZQqBVEt/9HopePxiAyPdRsrXhOimo0MbXfW2tH+QKD0u+j119/wiucA
20TNdBMRTHVTJHYHPh+9yORhVjPFlZXGvEfYevGVSFofpF6fDl7ObVCAUaIvCB8A2HHpWwJ1b6Z6
LCcpzsysB7+Q227y0hJPGoZqe5ZIaQ8+6p5BQmjRXKRwikrD5UeF1hImGapPdKBD+E4N1FK2W/Xt
1ZQelPRw5ujOIcIaMCqEQAm1tvIMY5TX6aA7iAb3SnVn1cX4EOuLebKI2g/2ctcULxTVH1wLkzcv
l1aGY+6Uk237oTqVvqLVsttQjj41Oiy/374a1EOFYLfgmQHVvDTVzSZZQD6yqrSZ7uM6+llDBnhR
OhKh25Z2ngSIzSjdoCaFWtA2yOlTaVSY/YKCQJubL8uotl/pByeQ2YzyE2ms+ViGa+TJ0RRS856i
A/N7e8qIZ94jII2guTc+IGyXBtg2SNWCytpJ6drmPNlZ57fL/PP2Qnc8J8U0SrDUndCw34JEYmYT
WfOMT3MK+M2NLjnf1cypDx6DveMPFI07B6VXoIsuP1xtlqbRIsni9+1U/NW3RXyfROno6d1g3ym0
7rzbq9r7fKBARZcCXjXqHZf2BgaMWqtB4zXvxuG81JH0q1jM/EVWSj1lgk/cnc3RLt+F5tB8La0u
Ohq7cpXqCQ8j9DEF35ULeFVqTibHpNDr+FDw5eg0GW3ohc2Q/wRaLn9u47o8pUo0dX5fm/rMQJuu
Dxh26PxFO7dg+o+TWF8SJxr/4GBZpNYMDhD50JVQQkiDry9XB83XVTvBn1lcW0N5qKEjeHBZdwJG
IeoFs07ofl+BnfRItlNUKRx/bdAewNPVzssSD7biGpExPNdppwVDYxwd6N2dB+4Ezlm0/kF0XH57
/Kxmd5Cu/byKk89po8Z3iFbV75s4Ms9kRtXkarMqZqXXcuRGslF+TnqmtYP6H1fKu/JQ/ZSNIjzC
0OzsBxeNoib4IF6fbXUjj/R8GMLG8e1WqdyefbtbOwzGC4XOWumrxG2Z6nq6fRN2PAm+mQkjosAp
qjiXu2HUTRZldPN9WJUr2YLWB5NhjAwSnlf/tqmdS0fxBHSHyZwYzr/4KW8C2ckAra4UvHFTIrUB
Y7bBPZhdDbk6672eNOHezMvPelPkQbGiZXnb+o4j45hBo8SPkZhuO1hV1PWp6cSOD2BRu2uZ4U6u
OMUHjmVvOxniidiHUJchL7hcoz6aqxZmvKtQ5/8ujTL6HHEGHxmTekSE2nGZAK4ETFBo4BKoXVpq
kiaay4I9HEGueVWDgk2FuqpnrZ2Y5d2kd7f3b88eRHkecFJN6Kibt1VOmqKVtc4Bq9IXcNWzTx3T
7s9SU5VenedHreTXDt/bjJ4DwrhX0QFEpp/C02Z93RhlfKTW8YcyLk9JnIxIMlud16hq/bB00noX
N/botoyTdMWYXzdBNPddrnFsnakz7wbD/IXAnurNJkV0Zu9NBxuy96lxHxZ3hy9AX+byA6gD2FTH
yR1olYnGcY7Ml7bQcxfgYhjc3vsjU5u9yHk1u6LE1JTLxX2qWAVNOy35YCBFcXBJd64JsT4hL7RB
+r1bLxRH8ZBOKH/4jZ5FZ30tafmuUnVwTXYOEzkSypHID6DWtVXUiID89jUDQlF5lfiu5WpHrhV1
SlDrE7yl3jb/u72D29KxcDfgH14LbjJQiE0CSOd1DU0TzaqQSbufFZt6lBXm76Q6Wb4tlP+eEVvo
3XJN8oOV7nw6ojTKfK8IHWhFm1NSmYXqTAYrFRMMbLQOXIdm+rMeNcVBFWp3jUJvCYNiQKDY9Df+
NV4WSqdqFPojojv/QsBAbS2W5LJBRbpJvy1GpD5brRTet03fnm7v7+4yGSgsqHGgTLZkFzHcRrPQ
CCHIT9UvzQLOaLGNMHedajwiEu3Zwu8J8AXax2B5L9dZpZa2mLOJZ7AL1WUSqv2QZtmDvUJv+v1V
UXgRmSA9ZUK1S0sMZpjJNesQGbSkkQLKPUATh7GoBi/OxmQ5eKL28m1AD2JOCIo/QsHp0p5sJAwi
tuPQn8aKcqVTGP13U00HJn7ZsiutGZSe0Pyy9k3OMJZC98qyqw8O7I4D4DcIyAUUdVGIv/wNcRjp
EMFK1szMnK8oPzefG/KLg6XuBDtU92kPU7x75fZdWuHhlCqzsijcjYWcBnYRVzDrYNg0g+LriAsZ
J0nplN+di4oboGjCGaWkQcS5VV2U1SrLEl0O/VVpje+GPJmf0in69Nun5sLI5is6aVyutYKRWetC
KCdcNrWKo1PRTNN/t03tBbPYEhxblNsRPty4l6wrwszShhAR8qV4yKLZad3B6vPPqpqtfyuSmTws
0pydm0lLv0RqOntA7Or4obPbqnB7GTD8OC7V0SESS9w83gQKVE8oBIMJ3zY5pCnWBn1VQn+IlfRM
CXc+MSRPDF4KGzdvjiRV9k6TUBgjRxWd+m3WYi/KaDBiAHNqFIeZ20I5GlzKZOt4T8fM/jCPVKue
gVB0R3HKjjMCwEfgzn2hcnPVTS712YGpIfl2qANMQvr+r6TJG4ZmZYv++xHHa58cCXGBO9lW/iTJ
yqdJ65nWniuV12WNTDk4aYJJKZL72wdr7wOKlvz/TG28gAK53q66SUJaq9D8fHaGE/Kk48mRht4r
SdIO7O1to4HCGTgTxDHAH176A8VpwqkxFgk5nIZOeajov9Rk/loog/nl9sp2r4wopSOqy7N/hTEf
rTjqFZUvtjjV8veqoQ/qanL799AgTTyrpvqXSNvR9M1jF+EM6x7NE91tZNCxHZUk6pB649/+TXu7
LQCv1OI0aKrb4eFa2Eu5JcmS31kOFC6Yh+P7hulsbom+wz203eF3Z7MLR2gJTA/ZJvn+Fuix5HUj
yUslURDPeiJpq/upD2MdMA3reXWM4g9cItUOVIgo4lJN2nzeZAhpKCgpe26XxV1aDMyTseG/JGL+
9e293DtJFiwf7iQo4qumJyF5lk0pHhHSePg5T6tvAFick2JFf3JmwWBCjqALR7y18b2Kk65FYs6S
v86q9W0Z45dWbyc/SdQj8rL4P23dKegKwPSggsCeijW/iewWK87qxeF8ZLPa+XWmd24ozUc7t3cK
KQVDTWLj7Cv9eFLMlSoPd1A3l/Zsd9P0FXhg6Ep5n52iDML07S+1uypqwlAwAA1b24xckq1hmYRU
45BVsj9bafMyLCmA9Ntmrg8EiQxoAiBNkLmu6iryilphiaRRYMRm9TVvARB7dblUL1m81t1B9LRj
jKgJIhSPEf/anom5V2fGblZRsCrF6mm945xlI7S80VKng3BfBJ+XhwKJMqYvAM4QeutbsEiN3AAM
DJ07NWnWT9hr0bmsJ7lzmRs53MfgeO+UxhgMdzV0Z3ZDbZkObvX1B+QXCPIMHJZXVtvlsWTkiRpP
jSP5yjzlj3NfKA9piWj+7e93fSyFFUGxFdz2K167NvZLl7Z5BPYmQoBKSorvyIrmaRA3tfRJUspE
9W9b3P2IxKXIHwtMyLZQFS41Y5myPqIM1Tr36ZqEaEE0ehDT4/jtJ53FvTElFv/mZg9LNFWO3kZB
W2W53xtl/1SHpE1qZIYfb69q92uZSNZzaFTiiE0RgREDqp3GQxR0s83gaaXr/pIjp/iDBdFZEr5e
FEW2vKah0Z3SjJF6rZLWOcdG/U9UROMpsRgIfXs9e1+JAjJtVhH7XoEu2lBbNW0OI/iaSXRvKqH8
sayTonLlhBLu79sC6S8oubyavGGXn0mxk1See0nyG1Me/BhQ3V23dHNgguz77XYZyioi6eQbIQew
lYPUC62OF6mPRSmkuFsjLbprlYZxU8Z8BJrZOxE8yIB6XwsU2wEwsjlFSjWocQAltQ/6blaEml1z
+v29E/IGos4PYHpLQ9Wj0tLDpImDqc0saP9m75rMNLjXmujI++64CgEjpcRMjVkwRS8/0zg78USH
Pwlo90dPPVN1Tpo0WUFTFPkZVJL54fbSdjYQIgiVLJqAcDG2QF0A6JliNkYMyEWf3jNGJ3pmlrN2
4ACvsxvBTWKkBVQ6AeTaFBp1SYoarXWSoFJCzRtabfRMQMMQ7lPpw/9xdl27cfPq9okEqJdbaTTF
NbbTb4Q4cUiJpCiKReXpz9J/cIB4bGSQgw3sfZHscCSRH7+yStiRtm6RPl+4Xd55la8WPYsWhAlF
HM3aOh2lBLigdx/YzMbrTKzTcz7M5gIf8p1XCX1l8C5wnWEcfe7dYadQhyFBVBdaRxW+ZHGCuOMl
y6N3Oiyb6t5m3QFVOmz7sx3SyU12Ahrc9eqvXt0Uua7mbGxqiWhSpZ0Xnlzfk4MBO/QKHxyu2SGb
6r/vmncCF8jfqD0y6K5u/qavd2nxv/Z4hNVLMtAdX6U75MZrMHHsi6//vhSqa8Ri3M+AM5x9Ra4x
fgM/oKsbX4ynYfbacg2GtdJjnl/YpTl+9Vk6sll2odcJlikmh9uf/3GTgdQXCkk5jDNcvlxhm4wP
MCJhB4Pb9F75W+vBSd4izxNQT/j7Y76zWbE2wEH4D4yPzr8qxHOzgCSC1R7x0jpaZ1lCVj6oIoVL
PBymS6Kg733BP9fbTuwfz6pII5YkxnogDOsq7yZZ5SQer0Mb8QuF8TuHH92dDYYCaCPSufD1Uvkk
jM+joqvDlfo/ZoEh/xzz7kG1cdaXHJ3A76juxOHvL/TdB0SBiLEggs4bEq3FmU86SG/UKgF2En+P
HwEYCa4KZemFB3xvKYTPTbMIE2eUUa8f0NdbMaIKfLupnXYN6drPoQc8wwj55QtLvfcukfuAdY3m
OHBaWwz647PJUfBRY9pYw+ihB1NWyT3xYYlCFxffrxOThxRkhQtp13t7889Ft+f/Y9HMJJEHRxCc
i8wfrlJDgmpoubyS1rZXuTP/KoKDk77hebZ6CgR6UPdfrxdTSPqwhvIaRL1bISbc6ZYekH6lhwYc
5UoW+aU84r33iusJ4/TtykA193pJFy5+qoqprRegjWGngWoMRq5JswMPO6GlRAg6tGP+77NWCDWD
AwQgxebZc37qU+YTrwiXtja9trUbYergFZm5MTb59e/HASDMjRu4aTafu0R7nQQusfHbGrT55NhB
yLpq58hWg/T0/+PkQd0eQDBAQ95iMEPbjC5Tuq352JL7hPT8BCz5clxcdGn0//bKRf0IWClysg3D
lJ59NtvlmImvWVcDkNZ/APRV3sRGXbL2fbv/8dYidPUApos3vMXrzQF9CdfYjUAVwfMWYgB2n+YW
tHTpP6uljXZ//1JbIv76FsLAGErqKEHQeoaO9+vVdLD2RTsAiZ31VBzUyvM9wD33iWWqzKibjrow
HBp6pjlE8XxpgPP2IAARhiY8VAI3kuV5N57aSdhgBjOMNU0CMT+3XMGLQj7FhTVQFVYayMlifPj7
I78NoNCkDNHyAj4Zylfng/KcdVnc54WuUQK5ijGtD7BJ9iq4yf2rBTzmbSCDoAjCesD3nwtszU1B
nVc4UYMUCZvYzhLIiRPdF7IM06y7gCh/m1Fgtf+4IJsiAOL12bcsEMjSkUFfs4nU1QTY2W6FtkMV
ZgANibx/FE0UnQBUOf79hb63LsDPmysASHDw53q9bj+Cy2lCoFCiTmS3zufd/ZTCC4lM3hMVoTn0
HaTqwwVb+e8Lv/MlgbzauC8Q2cIw52zh1ocvDl4sr8k4TqfAsfUUZtYCkJZz/5I7y7tPmaOxAiIl
9NrPJeBMNKvU6pnXGrwJTCtsoMtMC3/P7HLP1KQ+9oVYKubSS9i39x4Tk5L/dVLBRXX2XePZhWi/
e6weEh/5oHDRQTXrfOpHX1zYQu8uBWIGiCGIXzgirz8lDAERRVu9vdE8wiQM3LHEG8l9rIb+wjF8
730CXAQiMGCSwBmcRx7VFbzzJK9ZDq4kaIT6MHhOgh0cBp9dNISHJUzsDpSQSz7tW7WJ53gd9nDp
b4RYdMqQS53rFWs3acKaGdYF8BZyUYnaI4C32wA3uVLTQECsrfEbWjXRvCAIYTeonSVKxjtv7sId
gRfWXEZmndNSdZ56CjCPaKDhHClZTtMUnwTQ86rqwUsdygxMnt+jh/u37peYPC8ZOEZVVsyFKLUs
lAJlFR4l5RBnBjakcLScqqVdcLOEgrZYp6XzdASZoR+QX5rou+NMidPsmnzahcZGprID/iYWYtCY
pQJI5XIaB3b0EyZ0JQYSfm0h2z3ujKHLHTQlSHewxHrfkyUpjn1KmC6DuW3zA8FT16FtwZgzcrZh
hW4U1XW8xZZdAcfN3eB1GuRIPQaADOEVnnwtiSihdAJRxKmAZkqpoRp2q1sa/+6gujpWpoN1A8h3
blDYtGFAy1x5Xlfy1l+vXUu9CCo7XeefPGBpgPdwqPjKRaJ1eWiWnD85EkAFsSUkO7DYwO9T50Px
Kw49/RMgK7Y1Aw2/sp3J4utB5S0tpzB1U9XEnjuxIVLBXb6k/g1L/Sm6pvNKPqMaCB/c2k4/etHy
b5CsHn8ASjO40tO5X2DaErGbQmKmVTc6AWSrSbz0R5ChqKjGLJ/I3h9RX+jAX+5xzYzDAZdz++Br
MJAr1jh1jKFDBXFq06a8cqETaucUlKpLH5IItFzF6P1UXt/ZkpqhCYHxm9aTGiI+lgWkDYbKs374
wUTAFh3XteFTZbiNsnqOsh4TABhqws4gngH709AOykso6ZjPAdXNXbAw0+7GITZfO+rNG/aVZaTK
Z8dvFeqUl7BDFli2A1gCRwd457NvJ8oqJecoug0t6WC9RTiEO5Oc9XYXtFJ8gYNmI6ulWN3VqIkZ
dtAkkCcX9Wlcen4Dou6w2v4TdwTCWlo1s6kao/AlCFdwKgNwIn5BZ4sDMwQu8Vimlsxf0kax5kpg
sZ/g0USigj8EgEaolZENAHmzPE+Qd7pmvUp/QV4LtxgrmnWohYDKYM2gmsTqKLPygy4iLyu1X4x+
SVJD9xpt7qzsmsT+DtH1/EX9Yrqakobxg++t4UeTCVguebJPNd5J4yMzhZXaHpsY6jJdTNqlygZe
EGjfe63eE+rmcTcJEbT7xXe9hORwyEQFiTO5PKxtt6Y1n0gqIPcl05uRTzYv0Yfyf5DJ7zFfB7z2
NEUhwzU4MPbTKXh0losQ3jWNHHmG0svylJgQPZW4m5eg4mjt32gNCEAFBm8b//Sztsg+LAzqfwN6
8G4XZ8qAyh8Ps6rWZo26fjczOdD90kEZGV8DJXfVEwcIjLUpvKIBlCm+xYMXxA9NOEewAdEGKMHS
ZNPETy4MBuj3eVpRU4KtkvwQFrZN+yFLufwNyBCgvSOELvx6QG5/b4PO+n0Vc9rEFX5EI68IhJ9Z
2WaGTneEBasrgYqZbrKReTEkliUghpM3jt3XxIsBsJiDvp9wlLzsBF2d0ZU28LWuMt40+qOb42g5
yJFYVk7emrzA75PcQpEvpRHEnYPlA2FIgSo1aY+U+TDNBOkqF+xHAVLZWEJP2nb3BkYY+VhKldHg
keVoBVRr2rWfBht4RZnFrWNw+AsckA9QFoKe0eBNAEjq2cgdJTyKynyhS3soIme/JAlp0jJjJA+P
8+ohg8Odn9G9WNo52K8r1DX2C/Tuw5sFOj7ixa0BaZ6ikfb6UTYyfloBT4exQxEbeZd0Ydjemhxa
mb+41wT9NQQOCnqX+TMPv0LQLsxvczewYIcOm/c4DHTgCAgkTgHs1FDXjdI5jKp4YV170H7KXgqe
2ZtkYpM5qgDhZp8N0JA9FplUSOtbSxWkqpRcqz7tUnzE1tNwtkgnc4hoM3X7hA1QoBBNZl9o0PrR
7ZQK8XtuZbKCYpMahaDW2/C2Eyv/NHizaa5SAq7zbkjb/DGzfiBqzNLEuF9iK3+nNutTALDo8skz
1vHKIhlsb6hp53Rf4PdEu9UW8J+Ll2AgV37auLycufLaI/diyO3bHIo9kFzS+jqK24T8WIyT3W7s
k3XdxZwPQ+kbzcJHrdqefsAGVKxKTcQ9VQkf2+0uQyYG0fk2A9WELzwsDunAUlV2YxwZ8JZJlj0C
1+D5qkq1Fc1emtabdw5KsBAh02xc9J7jYdTtoAkQsX5rmREVdCymqGxHm16jXerEsXBrVuxbXywI
m95s0UVr4LAX1zlRrfnVRiv5ZqKk0xXpVZ7V0ibRJ57503jTkTBvAfmDgdMTIN5pt+vjFFYxkDG2
EfgLeUjtOkOuqNArspOc4ja9ddkgPFAN4LldEIjx0bn4HUSc+vecB777EjQeoXXHV3CyZ4wbk2if
9mLN96NOJ76BU9OxhjQrRDK0IQBX7CcRLOqrTyDw6ZUUUCS297TnIOnVx7CbP5iuY0MZA2/fvSBp
hPYp7md0tRUM9dQBw+jJfEw9f1wqPSiKqAjJ0GA3Zb0ESp6uDHdetNgCRz6Q0b7LbaYA1RvHoZTA
Y01ltmaD/71o806Wm15VBHXxeSjQJwTNvEL06qeS5NE8VDP8ENCAht9UVvkhQwQwPjy5thaKWW5A
g4FEz+Iaem9dKpaa2maht+E8yOvR47zbtaPiN0HBPHEU0Pb2q2Di5Nl1+IaQecsZB7YegKiqa1WI
Ngk3tigBAE2WHbWimK9MjCBXriGZ1mrms/66QNLk3vVLAcT0mM1NZfvW+mUDHtNpJmSKIcLbGgQ3
F5ov1tHCwk4kJVHZzWa5751JPBSffkiqBSH1czGN8GeCrw6/h+o5Qq4APoruAoQCViY2DtsPrW9Q
2gQxE6JkxLTFDhQJmyjEMBPG1RiHq9gb7Uu2M97Uh/ul4SimGTTE+C6KluVez/0YVQHaaW0paTrH
EDs33FXoOachNuPqyB0BVYb+0qIzM6+kaxgw6+jK9VXCcyTEQQdtzRIHIu/2XM7JcjPkiY5POqZR
eOT93M7HRAdmOBCvMfjtgJaIBdYZoyjSj2pYUsWQAlndFACpq4yUcZf0xa2KJTe3Q0dji982gN5a
htm6xHm5xJmnviJdVcOXTA2yuW9EQRADfeTxEym9hNnh2k3hilZ2OBtzDJpU3BFAN8guU4yaU9zk
mow7/JfXvoyUiASd7167nYOkZF+nHhwYy67LkZ0hOIi4JGOAATpEQXRbLoWAkt/sbC6PaMwM3g7a
+9H0CAvl+FOAf209rMBmkHL2wnGsBc7BsA/9Jf8h03VoSjhyy+yoNIFHAUrJVtdR0TTueooL/TFb
0eas42zKwKLpCZwPukSb8X4w3PPLOc3+Q+sbeNFkCBC07HiiEYk8qHbfzkifIUmIq8XtgrFpfyZz
li84L13yPZyaRFVTVpAHjZwk3AGFER+91Ica2cILDN5Q3lAD15GgCWFzFusb7L/GO0QdWKxlgQHF
vY4KOR96jT/rcxqzHQNm+je8UeBhOWBW+tjG0/zNTKK7UzxCm7hl4M7fsIHHyD9UQxL0MyerjtTX
BGQSCWZq2NDG7dKARbSGKlnM62JwwaeE0WwsTbwA0QaSeH8Pqw7wSD0ej0UFAkP4Qc1gOJRgWhXm
gBJM/VpXI64Lm+fDcRZ8+gqVwOK2WwoY6lgHDDuyhwD/j9QViz62LNtrFnn3fdxbhGAa5ScLP9Jf
DI6u/UM+2fAeGzMaUTgQ7wl4h4wixePsCpCH5lMsPKFLhmrisWEN8XdxO8qPeKyYXme0J1imzf37
2VuKoOq9wNwW6eyHSHj12lynco6/aB9ZLB6lWcyxW1IZ7XSUQKwD1dv6BY4ZOPFRYZf4oEfYSZ5U
rnhWzgLfZ5fLZrzvFjVmJbMdgWqCdHjbPu66a38K/Z99TBjuWegxPsOTK/zlSQJRyMUU3e1sFG62
3Dq/LblD+KlxFOKvHVemrxXI8XklTJLwqkXFk5RL24HjF+dmLQPSBqd8DLcu0pQTCJ5FXFfF7Luw
imJjs5pFLriRLfYoZLeTRpSd5quo0JRt+mMxxXEPrQEoZ9dJ2HlXqCc8sk/lmP6k1gPOZ3WjaFFP
r5zhhhlwh6xRX+g7ZGK2L0mvk2CvcQOAY48hxItZ5AynQQchpANLWPNsVtuhVrBdlNTA66dpKUNA
lSLUuQRMHxpu5ZSXLk+RzgPkmxDbuB5CjX8bqDefQ/u479OKrQs/rLaZ5rJvRdQ9Whf4P2HKmNqK
qIz1e5HMOP8jSukO5xdCZrgX0uAnywpOdjIJkOSzJu0DFPQJ0BQSfcu5MikP+a6DozYrA5DnppLO
vYsrLoEzRvPIocmaThMA6l4fg4ajdPrDUTvONa5tonExcxWUQeGr+CC7JGR1P6vO1TbJoH/SSlNU
Xu+aBR8YbZYj7VLZlcE42rxKY0LHu7nhw52APpYpoZVT5LcNit2j4yL6AlBWY0s5aanhqFJETx0F
uhndnnbdUb7dDZEN4WPq+yPS+rBDX6yabWYf01iHtLQpjburXmHAWIL8HX+EK6Nejnroii8g2kY3
3UiC777mPb9ZW6iP4U5d1VBNPY8ewh5+6R+6Ph1+dLHH+/2KrPZlXnEZVxw/8bcEoQaRZFmz20lg
4lQiSzTtcQmlxfuMvFaWADWHBuodsi1KnW9SBWEbI2Pp1/T70M+OXHHdw8YxnfLYVeDZJRiWxYnI
oOs0a2xTmH7jCks1L+5sPy0Z2jlot9xDvpXZElQD/RAS0az7yZ/li2Dz4qo8mQtkU3OToCcUxPR5
q0hwuSFiT3uUu+4XLoKgheBh30Jijlu8kDSf232iZjiKox+w7gSRXnEdGxreA/wcPPVD4dPKd4s9
YaJJUTVlWffQx8niyiGEjFmZQjc6LvOE609BE7fPYTTGL2Y2BWbTzSAPs4EGWYWSDaV4jOo3wREs
1BXLV6dL0+dQ1GzlwBvE82B5QezPJcyG7fQ9kr7H8e4twdDXsPxebNqSgFJR8VPGk5kOsSi02uGd
whElJWn42KwyDMp5XiNRehK674eIIxco8Y7HH4Pf9bbsXGrnErAM+THLpblJQBiQZY+dcD/Kjn9p
IcX20tKkOSKT9SYo1IoOuYdOT2xa1dfJgShSDqpAk6CPlEC/HE6omNxmxhNIGFlwZVretodIhAS9
tREt7hLmjjNktAqCMNdN49SeUriXDxXmQsDRSOOjEvCFDO+MyBYY/lDrRjx4HBzxMnoC+54oHmr8
G+4JbnYYwXUiUmxHlkli1xd0nJEGmOEZDZfMRy5C5scOyXsPWyGoE5XdlPq/Eoy2SUmHjudgLHH9
LMAIS8thHFGzzuOc343jKKElK7rgKfL84HvB6RRUsxnDn4YX8qHDhl+rRIXuKl/IkFWeQQZySi0U
idGbTOQVPOqKvPI6E+/pgroWpq9+NpUsyOe0zoZm8pCgTWJBcBrar1Dw4V9UEbCvuvPRetD+QpK9
aYbpWTsqH4tOon+pi1SHu2RI0m8NnTleGppNKwbLkf/cxiy6mQCDmyqferDJWjNHfuWTRD5oUTsh
DoSJ/y2N6ICWFnEEqdOk9E0K+TYPhTpbb+DCvNLKFStwWWEh04+B7uJTyBz72icQ5aqpTtIXpFsL
TqOn0iedQZlwR/2FfUELt3sOeLJYsMGk+xGA5RqirbAiB0rhR09ByLBAecHJXD4vARDapTHF/BkA
TmEqaLOk2KXwEQprMsgA2VMjULsNenYH0cBLF6p9SXxUWUv8kjO5oCeSW4/uWDNuERteuveKBzNB
ryzJf85U6RcHZpgu+zyH70tk0CyvMigVPYLEmvFq0Ur99DWibo1tlbwsCMufAROXn9tEh+g+tAky
iMaTCKCcq2GsspZ5U71GAdyjZNbhV7NR+zmaEJjWQU+wcN5uLlK1XYX5cBrchFAw2ai9LzwCLcs0
M9OOOShHVi5ucQlNKIheAoMkCqzOPjkJK+D7izIn/mw6AHfuEobCsMKFbTIcDyOgoG4onyHeCoXK
k9+2c/ihjzPsodXBcLKi05TcY+wJLarI0jY/juj2orqTaUyvIjQZeW1ox6+GaHZuL3zPFGUg/GSu
bOqGoMrhi4HJxRynrgx1mv0A+GLEZ1kaG6Jl00MGL0CL+VB0wRRVBHMNCOkwyq45DNK826hDlb9z
UeENZW4i9G0KksRAO7AoQFbucomeuO7U0+R81u6sjGdTGlFYeo/ePfluQqh1g0HDzAcjkgBQurVP
70U/cHLiuOUfpaQObAWK5L8GtV3aUoPFpsFmn5Gu9oGMxwr2AcHBaNvxWi1OPI0mQ6lq5wzJfIOs
YwRSJy1uJRSwoSdqzHQHQh/6RAX4xmsZ2hT3WsKTTCF5jlZWCj2poQzQbXwK+8mjx0J33TfkQ6gD
vWbIICheoCkDhqfQCEiYST+QPpLf2jxuPtllntKtiwxheIO5RF5NHSqaatU6ucp6NrhKEIWhWAHF
bFnOSNDEYRZJPp8kOnXf4JMUPxAvY22lcNsXJcHZ5zt/CgILP+nG3pJozqB+heZLUEJzBB22Pk+8
bzPKi3u6Juajcgv7INmA5KrPZf4Rxwofacgbdi2nBtU9GFJ5+OgXntee4IUbAZ9rhn6rK1KHv+O5
a00wb1kCDqkGbWLUhDGKiM4hi1sSVJW7JndA7MEleOgqzImSQ0xcCJOnnsUSV2QqHxA9+g+y53OH
WwEEqt3YJEEdJaqP0MdywS3SN4ejBEJVkt+MA3qkNyNqNmgCQtLrmEyze0imYPlue2vaq8JohEFi
dXjUIqVZNW3WJ5VskvzFU0lwTxBqcIQHYljNs7n4BKGdAH3Yts++LY0CyHAqTI4N1tjsiemx7+BC
kYKh14txyMq2gF5NmbMho4d2Cm2w93P0A3C7KQLAZc9Fg35eQlgZjZnVWxqbH7hE+243dyr4aOOY
f0qIje9gR7vAWWv00fmVZF4OwCXEmENFfTdADdQroKxVUPp1NLbRR+BhCVxxCv5zaUGKKNWaoSAC
l8AX+3xsuF+nfZHc98bicNC5wxAnJfGMxiZyTX/nUjo8ZBiL/Y5D5TooECMRQmRHn7XMiQAwga8k
eeax6Z5hZKcILAo6eyTwcGQ3sreoNENcAShd0my+QusNStsjyXT70EcbwS3pR3kBZPoWQFEAqrjR
opD0Ygx+BpBqfDUqSHpjHG1jpF4F9feDrwOYS9LkY0f0/OnvU+h3MJJYMIaBQ77JbEJ77PXQVHMD
0QHYcMBIs1/uokbPFdMInUTDVasJGNppKCpOgutpRz1X7K3oLokrvyNuhx8BbOQGWN+E187AKdjs
Bvx+KoDubsbrFXvkyRaG/WrXITM1dNWRSVIClezSrRT3D/heiuwSCPBdQVEFHdq/v5S3WBkMWAGo
go8ZOoLg575+JyYMpKAKXp/gV/c3KOHlRxWJ9gLo9u0YF2MhwObzjUMCXenzN7/EGnORVdQ+gZQc
ppYTAkCaXJN+pYd/fSAgf8DyjwHOQRZ8vqsohqOKk6KvC+6K0tJhusaUw78wf38HELOxUqFPADAO
rBe3vf0H+E0Ks0b5LPBAekQMEBl/kasaPyZNCibqCl+70VPz098f7b23iAFHEgDku3kRbH/+x6Lo
R0/ATeWiXqmaKpnP0TEuZLPXVPYXEIXvnhXA7TYiOpAbb0gIHgzRViDo+zqm5PNgAeWNnNMVJnn9
DYw4mmMIwcQ9RC/1ZxmtY8V5KC8pir7dm9iUf/yGs71JQo9EkynwvDPEg5BO8f6Gejz8d4DD5sUO
tWYADSCichaH/AyWyAt6ITXWQltC+90z+sQwnV1d/IxhDNKBjjn6DZiaSxLK74VAvOBNwQ/GzxCi
ff1FQYpcEY+6vu55bG/aTAFDudARqAKo+RkPA+S/76B314MMTwrcNORVwg3r8ccOagdw8z0+QoXW
50uNTv1UJR5L9y7BMM5usrx/X+8dTio+ITRpNm/UDKF3+8R/LAiGJvGXhPd1I/hAT2zBSpUMk+Zm
mdLubpwj86g1xnM9vG3g2zxhahwxb03LMHZ5TaRIroRl4Ze//653dxbUzSDrCTHy9FwGz/ZJ1DbQ
maxhsMy+exaUcg9Sz+XfV3n3bcNkG+htAGdQk79+eGpngwowBKpsRQ+gLTx5z4IJk2lUebcjsooL
sfydoASnFwRaiDyhQXwOiqepUolDSVDDFLU4hdaaPcaaCbpmwHz5jUke1myU7l+fcvM9gLof9Hqg
oxyeS5WuigUxsta+1v3QvGRJxz6DFLXcDcG8npYYhNwLj/k2Nv23IjjVcEMCMPCcNUoFxADahco6
S0wHId4k/hjzAq2zfM2qFhjvqufY3sti0LYLMkAoBPAwf/+2b1BR22+AYmoK9CxwkeeQazO6uOsW
Dxvbz1JIWa35FYs3pptDv73nJNzn/pBXneL2XyXlsDIYGnjl0HnADzjbVRijRabpNLTJ4bp9tEaR
GkAUXQ7LBG8oF1+SCH+zi7f1QNiCLT3i1JusCTfoQpZVSHjfhN2PnKYD32Uoo55X6K2qKlzHS64a
b/YxVtyox5tFCvBc5yILsygwBATKGzQWBz+6LNX3jgKc0sKG5xrQhuwO+InsQkh4c7luiwIGn0GX
CTjbcz/u1ro+hxicrO2Q92VRrOBGYnIJnCC/lKK893zb9Y1VNrzCW9F1L4wxJenrNvO5KhNPKHGE
bFiQl9HqmwMKB/a9x8s9/H3P/ncwXqHp8IyQFAaEHgcVskFnW0c6AEkABxpqD5SxR4MyFj2xAo7g
vJsiiKRBr/Yzen1drQaSfwEeuce0yTXkhgKLhZEEgF01BZ7jidKgyUseYuD5/4gmoEptOSLGEG/I
v8g9I0fTRtb5IPujh2ZaDdzxcMgL9H7ourj7v7+T93Y3+qnA2iOd267h1zGaFMqIGFV+PUxqqZKF
0/3s0fgamnUM2lfdJV7sf5v3/BvgNtwIbyA04H9eLzikApNQYYa6mWK0nf1m/YDkgszXDQys7rMl
XU09LjT6Zrwwu+v8XnxIQzc2pRjX+GHQAL3/+yuH0ibCN26qAsI123b94452ZlBO981QwwVX1IWW
wxF9F1pDmCvYZ0A7XIjf75y0APIbMKmAIRBYTWf5FroVUU/8Ca+8i9qjHc1zsqSkzqGYs//7x31z
zSOdAy8eZRaE3UAFOFtpjRsakxDTkg7Jsi5Tv41eoJR3SeDw7V2w7R+ocOGTbvDms+qGTPBtgfeX
qlk/+HsgfCAuHUXeVb5ySC4mwGeoJotOqBguqVO9rSY3mgjAuYgkoIdB9vP1t4MDeiGzKVJ1hEkk
ymcGTEaW0Z2BnpWrBxunJyMnW4cUeU5siuGeKqu/okK6ZLr79qvCHDECoD1IApykc41tNqGM9IHH
gEBA3hy9eZp/F2DsfJhMouyFHfvuWsgrUcSj4Q+Fx9dPjZljDvwz1sqVb0o+RxDdDbq1nJeF1X/f
Qu8tBVJlATPxABDkc3213iaDXPNE1f6i4x22GD+FjfjEAtVdiM5vN+t2CkG9hJYwBCvPIxFGJRFw
rgU+5cxWXaIrDEgo1WQgF97eGyoJ9gw05QO8PriB4T54/fbAFlNTbDs4SY3LZ23Sjx7YD7vVdbpO
UvhPrxHaT9mGPVCeYheO5HvvE4+I1semwYML9/XiWvrRQlc85eTxYj9iQnMCGKk9snEdLiz19pr9
zxUQzuU4/8glzp4TrINgADpmrLMuMXs++OmHBZlT7WfNAFwNaqQEo7ZivNDrePdMZpib/d+6ZzSA
MFXUZ7BYBYIMMWFSjpyEyIN92A9638ONcgehw/EkuqLADWPGpzUe8x89PKsvRfZ3XjYKPXSIkBOi
GXLOoFljAsFh1o+wALFpBUS6f5UJUHPVWFyiyr2ze7FlsX2h25zi0569bAFzBIr6fKwXDFV36DaZ
a4n29vd/Po2b+sJGHMVC6Lu83j3QIA1wP6qxhmdXfxjcQms414Xl3AfzhVvqbWIAcjEqGlRvYJAh
xL5eSkI5j+QqxClRfKxzDo9OoqP+ZcahKvMZCjkXjuW7C8IC2sczhCAcn13DNJ8D4EGyEVMmyDlO
YFPvOEt+AU0A9kHC+IXT8d7eQPCEqhjkYwBrPrsb4cZM4QEjNTQSSFS1feKXkDX0qwUv9cKJeG9v
/A91Z7YcOXJt2V+R1Tt0MQ9tV3oAYmRwJpM5vMDIJBPz5HDA4fih/pD+sV6Rqu5bpKqVrX7rMlWZ
0khmBBGA+/Fz9l7bI8YVpyG7Awzg95cSuXSw1BFpGYKrfWcpEsA2kV9i6vrXd8efvQ5VNecGqC0+
LLH3r0M+XJ9XVQaCV4bhNkrlNUaQX+Wm/dl1+5mSyWMVYDD88CITB1ojS5XYqjwCF8uwYJcF07rx
Wp7zf/37/MkCRpTXObOC0oJf7MNCMlqenMXSkwbnOufYX1B7aTGicZmL5Qr2vJ9MxfxvoyG57fEV
0V88d2CDj8llRG3l/VyqcWs1nNwjocQBm8ptr0frFxven1xJ1gEzPEcpUz99xAVYuApbFbXjNiyJ
/VAVEXcltuFEhQzd/vWV/JM7g8sIGSg4swkwFL6/M8az5Zv6adzWhLncMoUKYld68y/u8z95gtnW
LAoTuqaR9zHb02+Bfi2ry31eV3pb5l1+aJm9kbXA2I9W8v9DGYQhlHYwVFkWw48OVDsdHavWk9x2
OY7viYjYeGgpA8smX/7RdPiP78t/y966238cUMa//yd//t71mnl4Lj/88e9XxXfRjd0P+Z/nH/vf
3/b+h/5+07+1D1K8vcmr5/7jd777Qf7+319/8yyf3/1h28pC6rvpTej7t5HG488X4Z2ev/P/9ot/
efv5tzzq/u1vv33vplae/zYGDO1vv3/p+Pq330Keqv/441//+9eunxt+7Fjnz+Nfdm+ie/v4Q2/P
o/zbb4b/V5u1Bna0DUw1hC//21/U28+vBH9lNT8/vlir8Tyee59tJ2T+t998+69MDbD/Q5VgqaLc
++0vYzf9/JLFl1zIl9SbsMQ5Jv32v97cu0/pvz61v7RTc9sVrRz/9ttP2v5/nTY5MYIiptNLF/3s
bmVXeX/jE6MGL2tq3aQIivFuLCPrCJTpEQ1ysYWPmR7ppLEFTCvTbngaeyQkxXWZ1vZFUaKms8C+
keaXP2Rmhb2pyK9DhREd8UB1t1jB7R8u7e/v/o/v1nlfmf7j3XJdeEhxZgNTP3/9DydRFfZp2Rmt
k8BJHJ9Szp8Bhh8RPvZO5yPWcwlBpWFxtEFfMA9A83+fo0skRSAorSOOEpI8ATE0uxLJ6MHBb4VG
u5Yd7ZypzGOvwMsQ07V7A5Qir0108dflgB+w126V03Eu17vct3Ftdav3wJgcS5wboQTAoETWemLY
6euYhf55/4/eZJou9zkgshKPsFHdotMzk6IOejtpmdd+i6oGsv2/vkLW+6Pm+Qrxr02BRWbE2Uv7
YUuQql7Rxg3Y/ToEcvgNLvOqmy9n9J/jIVco1PK+CBxsmgRvF5mNRHkUucKZEjCeydoCkQTfsK1N
nVtbhH32XTHgh0WX7SHJd51f8XB/ooTf34G4NsFYMVo1A5oLH94x89iRVALPSoSDVle2aX00O++s
pApbEYvCyy9Mu08/Iej3JOfmNDvUU/bDJT/TSUi/tkRS1uIqwJONASQbAiNWjqmfzMGRT2nT90Uy
pZVCQZeO+f2MaOgO9fdE4vuqUcBRzvQJ8wmMaspZym9rifUaLXsNJR9+Xxh7UmEV4IbJX6fVr+aE
FirpUKZqw2TSUtebcVn6u1VJuU2NfhpgFutqwTaRPwatSr9MjlUmjN+be1kE/fNk8muU3or7dI36
6dAuWY4qrQmNr7k9iYO2wvF1pIiIkexDzp66RujNvKJLoWdo3GKw62+6RtdFHEmruPvXN9B5dfuD
ofbnDUQp5vgcMhl78Au+f8QMfJgiNQ0roWlQ7EWQErYVlFwSpw7TIlkyAdFDIfyOjdYPt62VRWTn
TO49HcLaSwzDj/2R1EJXzLdFUAbYZxzTQmmSgW2sQ2e4wXgVMShE2evF+C/Lq0j3NG+HNRWgsqxe
X01pd+jzVqhYgCm3YtOlFFzGKUuUNV/qdARD4dWTyw8ZEvWLBvqR47V4bltjeqrnbpW7qoIi2iHT
v2oJPcW+6FflgySeAXtSqkXimNAsMLhmXcUvpfFCuMrQlzgMYqt3e6znqe5AN5BN7Zgj2Zqj3ZwM
dDxX+BQ9n4xKu79ejcWko6/yi04p9CvFIutqs9bucJk3Z93ihAvotrD9G8yoy6ZFoZIfhurOngYT
B9ma70ya5zvmIsFnXzfeiKLayx9EuODxCArjZHbZBPrP629KMJFf/aFeLgGl1ff2GoW/OtH8ydpx
nvVHVPwcvv2Pg5raXvHVWtJGe87NVWiB0ZZS8HogqABThOOTWIYcsuMc+otp+c9pyMdFgF43XQ3m
nMSifTjboAQM0R6VdjLaPZm4Rr98LWlonYRnn8Zwro9I1Ic98RwND16ekAzcIxOe8isjAk8Y9dwq
ajR/ldT2MwPkw9uCRn4OvefMymnvQy1vLW63hDU2ThgvJB24wbwv+xFrdxFM8VqeKWu94ycW2tC4
pesVB0ZWf8q6VCZdji/Pd2ZzPwHs26CdMi+MAkYkjJrsEsX60oD/d75THgzJMHq/Sv342dn7+N55
53Qbz9EfHIrfP8h6cnFU5zgYUsMtL/221AsmM1u3h7RCrZxS3yVlKaIvZt0YMikrcVP1/Q9M51hI
Ki+ncx+oKcDcjUCb/zaNeeOe21ropvuMjqldXGtzGC4YGNj5Ril2mDhtoQphkp22uljHa1zFA2Jt
jRyd6/gZ5ZxOLHi4WwXRjcelN/tTJ7R+tU18yaiWMAyOwrgpU3Wz+sJAreoHxaMtfQYRZhWJm4bn
+quyrLVMirJfrqa1ZqNvpuXklG567xFWe920BXeuqRFRC+b16NdPGAewxBkqCk80nd0yoUIodiM5
PAdRsVK5aJi+2DLMH+q0tL40BeDuuLDzeU4Mmgr3bjV2SSC85Viv2r80ZfFp8Bv5HOC+2Vh69Dfp
z32Ds3G+/uLU+md7OloSlmMgMufq58PhZCrdtrL4ByFskT6iOHNxZuHnFm09b0dJNAjOJjxZbKOn
oVyJxTLpFFXZOuyLaep2dWPiurTKXT7kBL02LqbyGm103+tfTT2d83v5cNcBmGO7Po8wTPis7++6
MZs16lKT7WNuqs/D4IQnA7m3k7nWri19f8fd5OyRcRMnkPtZIobh6zBX6iIKVbm36W9yv7lOIg1E
sS3o6COu0+FEzxjleVbuLKxLnwa9emdiNNhocPb3fV4aW/Dv3tcKaynScD/f4wpsDkhsfoXw+OeV
6jxRRYhB+4+aGanE+1/QKIo0pD/KL2hV9m3XW2HSdav6jFUtuhRNFWytbljYsjaIJedogSPoY4ml
T4yjffJfTba1Xz3rHzqKbNq8qYgOP2sUHA6gRu/fVB82aWv6jZWcU7xu4aPNW0OLKbECsAmhVR8K
0UaxDL/4iNso+C+WSUX/Vr/o53tAPHdmAEGuOUsM3r+HosBiCAMVD1SvvnuF6x/maLZ2iPvXXwy4
f0avvbvJXG6sAEUOO0V0Pri8f6ll1KVRm2Duxmypb+cmiJ74xai/cVzsAUkZ3wrSA6sEmGF/O9rt
+K0LnOyJiTK2wXSxx3j2POMEkryQMcYf66XqpkO0yqyIh9qd/XjVzA1QRaz7EuZHG+MOrcp9w5p5
ZftURMIZ3T4WOiJppOrEc4uroY4tsoIugixawq3rlL8YRHrvuwc/LzATWeayDDTwWX1syHGIw/bV
DmaiqHo27UL4EUPL9lLl4YqY2HW3KgvUvejq8LiWWSnjUbk33VnwsSGwiG/3SnHVMNn2Nm3Y6oeh
Noos9rVlvGSqGGGf4EBDHfHYiHYc47qfsSvqJhTPg7uGT9QN3m42sk7GVl1RbHsY7hVzXmuLb8KN
z27wjUtLPSlxSN04zdq/KnA3r2bUFF8zske/1DRxTg5zyxclXarqHmnQZTXYfocJBSM23pcO6kRe
Ha1VMvlu2gACih1+bey5/tKDGkAN3X3ilDZb+z4fu71rlbySmcK4Hu3iH7f0v9XU+P+uXUGN8n9u
V+y4Ff/Hf39+16rgB/7Rqoj+6rnnZgRz9eicgHd+rn5vVXh/RVNIXc48iPY1kw+Wvd97FZ7113M7
nzQ/zp7gBc9L/u+9CpdeBQJW0Fy+AyX+jKf8N3oVH+//ACENOlSO/ed5LelT75/6avBSkfatGfv5
sFSHhYHek1uR2gm3arysqsn8VVjiP70ioasQE39CxljaPmYFmI3RS2x155wm0Sa4hfFGrkpZZtIt
QvQ7zy7WX5y//ml/OR+EQ5oyfBTn/30cSXeDhwHPxLm2+KBlMGFpnFM4UUoHuzrypQU/0dYPfOZU
dVFnX1CkgOXQmftjcUT9onp77pIMPvTnCOZM+I8n4l2X748dmPcdZ666R/jG2cdOb4HB/M/T4x8a
MA4PKYMBR7DoaWaQczv6epOuo3/jYRTCx1arcNN6HUafP9ymf9L6+SAU5JXBEXAPWejI6P0gzXv/
6RcTmLVcGB1WEY9Urg7i/R60x8oi0uWTeSw6E7F94dviZsJ+ap1YjaissUJzlhXZgL1PD1NR33tW
JY1ftV3et6p/vrszkhFRHQ/J+RDz/t25HBQa5XddDL9isWODEc6tcMeF6hOyRyyI8g0OhjDCduP5
Qvt7HMndD1A13EtVY4zfJk8Wd83UVsZVPhYZbHvfiH7V5SYR9n0H7Tw7RsDO+YruIeFtHPLfv9Em
LPxo8bgYpUe4ZZGlICQcuzxVVW0eAlO8dnW5bklKEE851IOXoS3xQ7tsbzcixAKqy8z7CpjHLWKr
ncc7YwmcpNR1ZcdTKEgn5qDvfXEwgOWbvsgtvRlnz3qeRKQ5Yyjk6VGlq3w/ZJjmNktoyPVW6ahe
7tyosF7WFDvSocfRCr+rn0Rb3dIoaTEGRp3j3JVRs9pbR2DcbeOmC0s7tosc8lYsM7HMu/p8MLjN
fVUs+yxo2xIAAJkRG8nihn99ltisHijje4sPaglfAthM9UYQcTUep9qQu1l7TbuXc19WYI+MgAGw
FZxFsADOEmOVnTiKCY3NjZ7bVB9XoIEpFh5psF1yOigTP5iJeGylWp6zIMe2BpaRhwEwvFtc6sJb
EXysVbXlvMnfuPbnOmM2Z4qJtG/sOzHidiZ1wmuSEm/FlbsGrrhqC8bisY1/lSyspT6biyo/U/T4
KpAMpoDes5EddrD9EC0yi7vV7mDnzEW57LVhmi+Z76W0i+yVbwQXPKHG7sUUeyobLvo0s9ydXNu8
fpxHOZ7Iv3DooVV5qW8mesc4kbuhfkIfPYabCBDDa42fF3OXcPKEnJoFz1m0Bi8mIsM6DvoyhDPp
1sut70rW6TU1vZMxy/N518htGCIh2U08taH5PSRtoNox506vwix0d76mHYIvcHbcLWPicANVbU3W
Scl5u2gy593VyLgH7YkqSC4t4r9yyu9WpDevsO8VXt3Cj8U6wqwZG8u6o98hxQVnM0XRUnrRgv1m
7s4EpC6PdgQkWQlWgOHWI1JSxIMt288GK8t8SJ3cf+jRdixHz5hDZHBNpu4wC5J9Ni8YBmILMLmH
H2PujoPX93ujktYFTbJnYFB0nH0ACc8rnBH7e++nYjeaVfmqS8waMQA5lirh6MXaelM7bIumnbBp
+SfVy/XVqgGPDJMc905hz9+9zi6vTFGajwGWQKI1IrvlPayLPEglnGuZes0xg2j42RPQeNB+YpMr
LEaPi0u3d5TdjjEhv79ebM0HH2bbbMwHoCNGR6xRxYGftB2Xe9ftpbUj5JLeHidj1nE1Wt/XLBSw
pYrU/my1OV1Sq2rx93VzKQ7C8yaYS+wTHDmDN9gX5aNRutEPdCGeTiQ/D+9hrJvHrmeqHSOJKC4s
sRiJJhd047YOjYF17B8wj+s6BmJQfiYRpQLvEs4ZyggbgI/Fx23Tga8yE3cInig46axfq9LrRaAn
78FdS++lWDS25MVeEkTOWI2nNjhC7ekuu873IfKZXnfqPZtVBUcRFq9OVqXc+SXmsx2dxH6nB8t4
68JIXA0EwG4nq+8X0AxpfoEML4cghVjjRzeu+PNSzgKJPhuA4krR2F9EFgLFCToOpYVY700QTIlV
hu6pys7n8nI08istjSk6AUaqEmuuLUgycvFpd5kCZWExEi1vsnOZ5npTRUbArob78EvvYHGDn5o5
VyQVAL2Yhuw2bK1iT+6fWcUwWcbt7En7jtO+3JwJ8odgDPHb0aN8GqK+K5JC41iL885Yd5GwZ4u2
hs0wcCjDQ5lnQZVMyiUrbRr03hxqT152We0endbEj5Z3dh+3kBWTvG6nB3b++iWkpXlVWgKPaLOk
6Z20Vjx7ThSC/hpWe7hv8BKJg7FO0512cGEnJmFHJ2+Owuo0yzbfznpZb42Wfik5dMUahyZQPOCE
tO+ncf3mZKM7xW0HI2uNgvPug/Q/vKtohBt3DXd6fyRDeo0ObMhkOs48Cs1GjTjdBu5Ynu3KvR4D
u6Jp56vtbJtqU/q5kdhVOW2M0Rsvltq7nUN1hNT52KWhfVnNWu/IkNzblb0fAus7J797oFhvo9Xf
W1209Sv7RWfZjVjVzl2B9xjSPXpiHG5cR4BBrCEXwFmALOHl1kPd+1eSw+BuLObYWwCJL83A/6sg
4w1B62DGpAdm8TR/SlW07AYmiDSBo/IwM0XfMEp0jux0wcbIivIt7a186xKFsOcehNPhK/kyu8Ny
mnmJgN2n87ci5DpC5h2eupL2/UaaxgHN+TJCNwz9OvYc2RYXAgO2TkRNivlUQlmNcXn0iejsqY7d
anouh3WHd94srvymmtTGMrDcBYUSNYRUm77ls+Et05SEaWg89GAcd6zPeXYsyrPQu3aa2jukAFXC
KzLZPRQWHMoeO5NF1S57iytc4aFZhym9bwcH+hdAAMVkJesZfltpdtG0IyyrRXqXM1zUXQBkbNxT
aihkBouXJ06hlmsyriIVh9EEd8vR/bItZnPtmSeY5Qx5Yx7GLWr8+WCFwqN1PVC+a6AAAW0aGkOJ
XgJtxqZc1/sy5ZqzDHqOlRD96H0dpiCPtsAj8gTf3WrB58nOBDbqqE88s8NlqU1QkK1BokYs5tbf
lLrpb1cWoB0wC91u5zGrX8OMyRTXKNhqQRNpg1zOw5ncFeVjQG1PI0Y1o5toB8H8PlSGexcYJO3U
ZVT96K3M+DRMfTFtq7pojyPxumQquZVIqoBOX5RV9qeFKcaX3Hab6WKAMd4mpSzcjvmmk7JzzFrt
c7MDXNnOsATns/u5GAQzo6bND+wm9U1oRMvXyW76e3BN4kI3Zng382UmTNbnOSzHi6By7avOqbMn
cL8NNjlbWt9wW3gniBrRIUtr6wc55cGnbDrrdrp0+s6V9b5K0mhOfHDcMfx6qdg0wqa7XNSe+OwP
nVXFPswJRGDwP3QrXha7W7BvMSGrnIlsGRtcW1z1DSpDHIPutnYNB2RqVlvfemiYcSiq6MIaugAX
OYLEi0o5bbur3BkSXAXdc+3yhc97WS78Zpz306Cqjeq7GTV1X3wuAyq/tffDCxPtmQUacuGTnCJH
71zDmyiurEpdzr5zKrJyvmhS+sfpCosmNRVJUybMH2Tn/hZz9TF1SmKCw1V7W9Yudd1Zzknpuruf
ag+qmM6c+aiWJdsORh/eKk9aj1XutadGWsO1Dnp9q/vGpctUt9GuUh1OEYs+yGouR0PPiHEdO0/G
SC13EbvGHrGkkW7BK6w3udPK2OxLxl8g9jt2NG94bW03vcTHbJ2EMMZPDmd1yEQu7XmIr1e26rJb
XAOnrBxvAqDkl70GS7rhAHCRBcaxLUX1BVW9evbSqfsEvlPt69q/w4q/p4jTsZl3496FsRcjw64v
xeSNSW8CQcgRq+2swZquVqMJNt5ql2xotdp1dePtahHJbWkaHBiHpn90FGf0LnTqvW4Zu9ohgMui
qKy90v1lUPfWNsrkdB1VQZvALcxPdlBDnR3CMLacZbxxqio9Kn8it3BS+qTHXl6AUjAeKbmsjfBa
A3JYzrQP133P5z6IcjPkebDR4NSedDYQhuP060mBrGQa572Au2ioQyZkmFEzb5uqmPdV6rwNruiw
92KM2hapm54GY4XNlY9R3ObavjEa3T3CaG2vGvquCzsUI/MlB9bdEzoar1OldmGQy5PumfgAktKH
KjC8TW9M+tS47fgITe9HpJj0NiqCT0LsSxcDOGCCVJyNLJNK9xCK6n1tSoNyP2/Bw7XdZZM3rzrF
0knt3Z5cH0haAPEFktHgfKucVCfggTLWnXG8DhbPiLv6jAUy/SLJnRKwVUvlka6c1Ge/5CMuqv3o
VuvdFEr7MXDz8rAMc7ur1YC3vG+H6Goqx5XutSA6pRy4DxxR7pDo9t8jKsO3gNlqDH2BfSZN7WMz
psYV7ctqjxg6/BQBHQB3SxzRyaj7aZvP9VMIo4jxktfEad0W8ESgOlqd3Bgoby8kGQ0zc3ifo5U1
s/XXzEk5uKjs0hCzd66KzW0xLOtl2vvWTsnsgc8EFbQDTx8W2bibIvUEdLZNtF7q46LN25F0v60D
PYxjTKsZhgR7WKBQ+QvZwEjpuUXgS+oNjiOWl0bPu1YVLEcVxxiLveWxQHiN0aQrjiH1BQc6pna1
j+u+mdS9I3sPSssc5Z/Nwrits2LdGXb4huTYvuDTtrYhW8sxgnPDsF9vxSCvdb2oE2sBRzdlNA/U
a+sBHHKd5LbNXroUl/bkaQ1vwA2bJI2CaRsNtd7PQLZjM2J7z3i8D7S+0jMk9msTKLAboGE/N2UA
e09j7/cAAuLJX6cdQzzWkSp6GaPwwZ4heSCiEXTpLeYDVt3tfFsfDB6guFWuc7kAbXjFHqc+qwb6
erxky3IMFfN/vba3dckcEAdBFTwQFtfvZhk0U4xlhaLGy9MDUM8vKDbW3eg6E4cxb4Jgl2XNdpgB
n2Jw8KcjiBtQhc00obup5MxHOKx5F9Om5kECrHnmEVB8mHX7kkpyC5clfB20LE/8YHMTjMyNjukw
eVdgxkoo2UK4XzJ4IRf+3M3XBpSZ5wq64y1SAjwdqdID+Gzv2UXfLRM/FP3VjC7ruXbN/tYvzfJi
cA33Stitc+uOREubHccLBTv1jgOld0FqEkriduovMDfAfc2M3AJ+XU8XRhuqK1mI5Y74H3E9FBF/
bBAewRp2HmSzINbQrvom3Nl6aZRsNuiiJrH3WkUeWDVW+hCBc3TikY7X0fODkf9wEhidQW0BPPuf
+mA1X5nfrttoCvUrhNdxrwCA7ETQKRBluVWfGP0wADSmfg/IkhIkSivY5TRTLbk5+98RaixLMUCi
aZxPyNIxe6SdR9G5yuhzt9ZWAbPb9N5mYyThdkqH4W7s6/LJWXmlTdnP012KouViEQGN0KoS39Nh
iQ5MJJ0vXafgBbfeq1HU7YWr0XUYmCUeKdsfapy8l0PJiZYx+HqnmF59zn1K2bxfpoNpmvlL5YbV
W9+DyM5tnzJLyH1Xm+PF3KwREFBUaVpW/WM4D+GdGeBKLrlpDlFpmhtVViAa+3Imk1fa+05nxr2t
2rtFI193velugm/1vR6XLHGaTl1Vs/pqmZAS2bAAb8bdYvQvOOGYz7MiiaSrukxuOCUxFzWLJT00
k9F/WYQ3QMipjFPmg0w/X/A+nszsqrHGYOPXRjvERVn6F067KOBQTUMjhyrW3aVhzf0uFzQrxMOF
B6lBPt33ta5AdUM9NHarWJZ9b2uYSYQsbAdLlVd91j00Trp033O5uDMDRNtrrbusCWZNV2dsb+aq
9tKt8s4TyEWY1oU1iYHqHJ94iKx0Ue42s6olf4KVjCLO8nvzxYp6X++AQU3fQOhN1W4WQ7RP5QRq
uwpW+4SF1r2bK0F7KdQNvTOGSQTMgJoDvZ/FgYb+fnBEkOU7OnhUx6iPwO95wwzg3haVDiHkpJE8
tisNl8vezmildUY6AywawAVuUAQYm1KGnLLOoNY9O5+GC6qi6ZbltK2eB8loG1avX5Tx+ab1vqic
o9A1YfO1/4MOXNUL3scsUQMxaGTxJJwVxs3OaSi5YyRbvXXj+nXqsLDMY7ljGFm9zkj9Hm0OBEg8
6umeEfuSngJX1U+yEfUTpyfiqgkIc7+tovKnfQEeZ702iaAv9gURZVvPU+71xFPG8by0PYwRC+nz
57Sf9SoDMzUeG3qJ+GDQlt0KG7zZRWDjuAUbaEOPc9vmskXJpeGI5edys6uhm0HfLCg15+wOdloA
RXSiR8ytVcDFbeEZ/UCLyJyS+D3f+8ScXdZ7IiVZ03PLrgl0sHs6h6TZymFLUq1KY2m4TndtmUtb
83kKiIQrjcnq4CBRQEFn23x/u658rmMTMT9Zx2G5ndeZxxsWnDvf54Ut7ZtlhPocB5SdsI9o5T2m
PbfnzppNvca9GpG0V6u0JDDnHBJfkAraePksKCbIzl3j2bB8c9dl5+5IaRvLlV+OwZpkVjB9ZuCh
DnOV1969DzYPfZ0H39mBhsHYPuexevBaJ7yiKs+vYNJQJTrT0uTI5xk9JYz6PaSTVJ9BUmaVqoDk
ocWMrbBC6FCrki76HDVtSsZbtU6bepFFn0gqsA0xlSq4W53iHBqGgM0/OnPh0NToHXWbeZnBlWkH
GTf+CgrNLyUxsgtFGx2nsl0eAdgGVMkrFEbYo5oNBDrX4h9XhH1yA3qMNWPp+tfcFRbUew7cX5VI
89vRcdpXGdTTk2+riB54P964o2mNsd0FiKu8dSFlom0WtZ8cjJ0Hz0fReoRCSA5DJwR92ly48Cdn
5Y2XI/CyOKesuiX8WXsJVuT6yaF+/6ztZb3G4Rc1ST/0kcOG2nmfPFObdSKiBZUSxXLwvA6M+w06
5ezSSxv6kNYxU34uUFtS0DewV34wrKdlb+XBVB2YG1Py039umx1tmDG6zNhv95En8j4uEMYRas96
9zzPEVpGx0hD7njtFVtIWtx9TmWrC4Eh+AsQX/EYZo68BimfMZoHjkT/F/TNRlI/ZgcpvbU6rboy
4ZX0WRFuOhiI9aZwibiBD9s49r5ZTAorw7DsW28IGudEJiPhCtL37Ppo2CC2E2MegEyZabakWM+l
oROiP6LTwhjbvgm1wcImq7FOai29i6mQTnMBqdxrt5zVuLlVSb2/8b3J/FZ457ITCLh6AO2I0jjv
Jp4Kk4M7z9zUGEc9ziz1qg4oKTQk+bAroD/1HMH97Zj7IIajFDzyYUUMcj2GMrJvkHGbNg0Ji9IK
ZHIDAh5WLo8mTyWRlr3BMdD+eb+bYZa/LTB5fbgqTnuN/ch2Nv3MlDMcrS6D3Cm6b6OnnDEelG91
cTrK+oF+bvhcDLL6pu0hXxCpOfWTTdHZ87BWztNq0guIp3Yxaa4HDVJuucw3IY8fOMg2WD4TNQHT
aIxoroCOUy0H6xEOSBw0WNy3OTBnYJRZWjbwIDPz2gXf/pLONJ4bOfCATpnko8utxSRwTXk9+O2Z
sptXjBpj47hpS6dbO/2uCgm8zsrBaC6ZYep+E6HGunajgV9tqk1zr6QwmG+mpBkCssicTUHWcc4d
b6XyaNr2qPag3Jxlb3orJEy0y0xXZlis9ZaMD1SczYz0e1vz6xBWodc62E6NPdyAE2bNYxOeNvQ5
lnTHAadpL4kpUZcj6gbOiYEM1i++23TfSVX0xg3buK1P0LCr5W4EC0x52ih7AA64arURYTd8UjLo
u2RoOuYc2ijD+f7nFEs3VtMcTbiUDhja3HrpRhVdz2WI92JcbPABJnskU9uozx6qcrbtw3nx3Po8
bEFs5FP0VLmEy3AeDeV9VNA3gd2r2o680+xtjOwicUCf8dAVbnTMZ9pF8Qqy7MnzwO5txETAAyy1
xqPPjX0dbeLgqst0sKN+1xNatfeMkCa/pMvfHmZ0E8s+B23XwSZsL9EItumpCqPGf52CMde3ZQRD
4lr4kofXa5YVff8yDzyBNEqQZ1YBKjrQAYwSOT/jf/Uima6bAXTlyAfUiB+iMzLJ+MyonnpnMPVJ
LZWdfrVXfx2i2AazeHRGS8hnszCr9clOz9VBaKkg3HrVHAUQ+IGGP7hpCVsyt6AQWjKaEr9DDLah
A1RsiP+g7zOnA3sGQ5QiP6IyLTheqh7Yf9IE7BQv7poXKyZgJZrplq58Od41Q2EjJ1m7YDsOkbPs
TCTDXhKe48NvJsMAUdxmxSacTcJLLPt+ytpqJ2gNfg7qav2eFWZ65a0dDLjU8064ZtbPrtcVVNj/
k7rzWI4cy7bsr/QHNNKgxbChXNOpGYwJjCIIrdUFvr6XR2V1ZTCqIl4Onlm/SVlaZZKgw688Z++1
+/7Wild0zIttuEZMKJI2mPY257h0hknf+WqjyI1fRat15DDHk9SGhGW6stadrpnDW15aMcPHSa2N
nCTtNX3s4htK0+mDDAGRMquWCKnx1N4ihMycwzyW9sFsWrPzpXyeU9wIjuPNcbQ8WbJIt33WoGgH
9+YT/259FboTPfe4fx8kjr6+NTAUrDwBZSTFxrcyLW0UPZqlnqYlG3bWVMnn5MKc2iZoF9T9HMH8
c4u66fy0zoYti4Gx5VpFFgClkvqVoAuTBXycJUHQilaxD7XJi7bq2VYqBBUAe3YOxFaJvYF6wzMJ
8tgvaKbdWOTWVeI0amAuA2YvoNlR7uswXCQaIZGyKYtkvUtS4Of0sSr5QnenwGWvutgWVAhf1KFP
EL45+ZkZBN4dtiOHSivpx7dZc0hxsmlF0fSesiPsHVP1CCBZMbLlKRK5mJtuODmXVM7aukCEqbde
qKE9rVUjXioXfdMUu2oblXerUSQf9LJZ7JSJG1tSynLmUVLGPIytVvWSKRlmILO5HnCurfbz0Gi9
D7ktQWU2ArJlKOMmSKPd4syFC7B+fDZXpfDHduyO6rrGO6UuaI4p0RNGoYq9x4ikzLNIJzEC5Mfd
0zIrH6TKZFfNOD1YhrKwFdbk61LROtI/Xc4Cx6PwJL1Lb+thNnwLMCosSYt2XxfBmRwEIglTk8b7
ZNHtl6WY66OCxOKaYioDf53bKpSNTvaFQbxV5sSpSuQGuhePP42wBKdWox0hGEg2o0maQ8tszNp3
SrlNXkutl/Y03jx76kCkSlnabZJ17gf0ERJSMRSfpgsHlew+YdzJwi6PKEmQgqFOh4hLJ3Gr8s7o
VnPRv9bHZZndxpjrE7RkZ8cFuXik41D6Q068lZCqhD59ZKfEqcyOcwBhXH8V6cQuNsMCepgb27pK
12x5dppWDRAygjimQP9UKZBbx2hgS03rjoKFlstpEo4zhSzUssUB/kp+tVSqGZOail1vlpoPyVKn
rVEB9vcvEiHvf0MAXviqUTWTKUNddNQHNeC1o3iGncWZLSZaJ0spSvUkV3uFPVfBryUyP2pzkHYQ
/41aneBApLcaEsEfpR0d66UMloM1N7vQliFMGIc1Gqe32VDpt8mldc5mlZPlrx/7o0jq+2MxqKH4
RX3Kye27bPEvkqBqTAlWWAYa2pWEXaYkaiXyC2reLKmYWsCjV5P9m2cq8kXu8y8JKE+96NoxvZL+
CLJG/0zj6XrTGcqC7vMw6ZdqZlbL9KFkFi8XBdHQhSStjfciGmjiKpypEUPY2ZamPze+Kb8wVBKC
xF6XoncmLlCEcewqqxfNk6EOhrQzJSrmJMhBVjZeaTdzhm4MPfso84L0i3qyUakYcsX5YMmU4c1y
oLqHIyJdRNo1tNitUdTVTUZZQ/LaYtWuJqUZH2xuubMHGrDUbiDnK8iA5LEZtmSSTGMwZPOyBPmF
u+ormE/R6HAxal+dRb8oSKDvsooy6SiVAQ26d9KRDmqbDdJOjpYcu9A8w2W3zGndGQjvb4WWEQaS
c1d4ncXMXpcImxosRyuy4Tlcem2sa7oPc3blWCiVUU8NDleQTx6aYuzsVJ4Sf+mrZWcWMnc2ATKC
1bNrm72Sm2icOZRpT1gsybcDwyN9KysbShxUCsva0LFKn82iUo1Nmk32EOiRsrwVMNRlT+rE2Lr5
JHoZHpVAGNAmpEwODZVoLpo1IdYS1THJkzNtbHcFMJyc20xO4dixuu7grDnbjE1MR4GCqEPwElv1
Are2cTruY1JabfDpIJiroR6UQWYiIafYkBSUBZTcYflGNoOytRi7vU5WgxO2Yll3jbPIYvN9cvwt
Bel9jb6h/Ox0/cEh+19zzm6+1RfTaf/5V/1/aJpVLyrQ/yxDpf7xknbf/ipD/f4T/7TM2n/gusEq
K7NlObRf+WV/ClFN+w+dyW9ACrysdtbF0PqnEFXBNKtgyUOdaJswXy7S/P4fpln+layC7oLiiHRQ
u2AG/4YQ9bu+/F+LD7AMxg0YH6jlUKh42MVD95clr17UTF5sOk4NzTyKmkUN/F2n2LxmHcaUXNgt
JaeVrnXRPuK4ku86XY92fXopmjktEUzy+gW804j9IbdHj7pA9AZXkh7FyAZJk7xQSnc2NPLv2FS9
CV9qsBLu80ZYnfkwInAs2DiF85wXlX2KS938hpQ7o5hF0shOCBWqNYV88zQvWC4Wm+rhMpYJ7gld
bd0ZtvOzRWLw3V++w3+j0bwIcD+/Fps1jh2I9c/WP7lzuyJeFSNSFcodbQS7TKv9opqQ+FDQ9kVc
1TvyU7gkSMafqe1/a5r9Uqj9w2w7T986imrf/hcGdLzbY/X+MmD6/h8wrS4onv88qzbpa/dSDC/d
X+fV5Uf+nFbGH5pmfedsMK9wT/yg78ZRwOQwAcGwuSKz/n/TSjP/UAxYcLLGiYG99qL5/XNaXf4V
TmOQxAoAWPAJyt+ZVrC3PslozQt7gd8ICcQEfkdI948TK6KymKG5+1Aod+1Yke/LW+XLxZ49eLZw
G98M3vN9uUeecSS0tHXrzbzJt9bBOSzfEI28Dzv8HlfVPXWhc/GevSu+sS3u1ySw3ubHIXLbF8Qh
XrVbPCboVvWaXbzFPnhYd9N7Qn6Z6rYeeSN+e9PuzZfkWv9It/XJOKovhHeNxZbmqfrY3Q/Hfi+F
lJXPg1+ElY8hcZc/qjfNcQ6im2ynhfWt6qlBcb0E7U1HEDxpYfe0krc67YCwOtc388OMAxmh3c16
tDfiOD4Ou/ZWOmtv6l73qLNvhqO5ya+MsN1E/rDNA9A8ITkBH9l1veevvNIO1jZ6LG8vJP03+wMd
QEwJZvLi7Wgi2HVbE1WSb+/bPUGmwC+7sxMaW/khFmfa1M7163hK9/CJ9/FVcr3snfPyyCs88hk+
1KAKo93qpnvTkwPjUJ0t13KbsLjDfrbDdOHRUfTuySoJyqA5ynvtmPiTJ4fY/++jPXqMoPZ0n6rq
Zv5W0azm2PHF2NZ7JaQMGQzb8RTddKxR0iH6am3zDaGKbOU3XKWoM0VhSnar16AaMf1L1C7/fXLi
3Ba/FsqBc8t8MHbc/r0qxPXH3yVgxXqlZz8PdwtoIR3pgGt8WY/lNr1pDu0GPk62a7eGb3oZnwsg
GK8l2yU7Kyy39SY+qPvqvv8qXZUn+5onPDmhQpkySHZ4CG1ee75JN6Zv3WpbWi3Ze0xazxNatvO8
sT+WU4eC98m5pR31pB2Gu+7MtUFJNuvEMr+9lCnoVWzlqzRUAtlvNnRdw/HF3i/7ofLA3ATlQTlL
d4zPyUuT6pyWWytU3PrEz/upRxcmNA8F9sfQ4hvZFH7zTMav297gr27JnHWRgCKKpHjtC06SaLp8
hYNvmFShVIZy6jXHKZxJZHXLV8MXfrtBLJx58em69Fzdq2+zEGN2aG2L93C4j6lzP6oVNTo0XLym
r7hxSfkNCMTz4EAEkjeBwN+0X8vTeqjC4Yw+EW8mBzfmG8NI9sROAE9RziYIeVjQF3e1242hYn4Z
LTKchg/sP1S+PorogAjANEgB3ArtNLjXb32Iv0EExUF3LY/KJjI2T3uYbpY74wGVKnWzpjzw/9E5
LxavLrz+bfQTVzwQ06F4BFqgJPIW1TMZi8WRoN4KhxIxEpWB0dudnX1BHXjZym9C7z2qa4EcRBu9
c5eXdr8+0RnJnD16HV/BGLtnR76nTJS7MK4JO/DEnszjILdein16Nu7bD2zd24U++BWdwGAIl311
1DdDqMnfjIcWapLfn8c7KjyWp2ghhNITql10qyfjUQ8VL/UKH+VIznIUUj+qLKAA6B3oH6ZkU+sc
/gkySnZxgdCZD3wy13tEbP600e67PVPYNR9k1VNGd6pvpon6Dc3ZAnGOm53qa/3dJs0pECFBrOq+
TbkN7aziVLykd9xtNo4aVq7UbsQHPgNPboOnuvYctNRufiMFTOoduhyjDwbthfcrf+mpVulPpu9E
Xvmt6Z6kIKfutkGTS+ncXbe6GZBzqhVB9YoEOzW3FmkC9PO6A6Lv/hm6gcuZ5rb1bD9W0MIfNAW3
XUCIGSNi4PVNJN884X/38vprggGfBtTsF9FblBahFmp347otk2uhcNvbq0H+SINeedYPVKeqBwK0
y6fxKV0NFxKevUVxInPl38gQlE3vq2VuLimgj3kSmubjkIeO/ETHsN7ONHoHtKlBT2ZG5a9fRgf1
0qaG6Eo95oV3vdxpOb9wvpvvrEfGlFcxuq+GW3nyespcFAf2w03u31k7hfs9whCkTeEyvyf2MXZI
5vDnp/5JvpExHoSyGoxSSOTYZpS8rTb61YN0bd/223fHJxSmlH1um81J0l+skyyN3vilPRPI6fah
Ec0nJb6tQg1jC+lFbvXVGlFooRJqrY0KfbOeJE+8IUneVERquNYOMJg3+OntHCyU0klAPlHeZiDf
83u+IDO5STA21HPI5FB8KdnDMGtOqnMyXzl1uqmfBZNTsAOzbrgUbivzSUtp62xacwqUNqgXBOYu
Is9S91nfShJ7J196LEy3fHZ0Yq5ctTylX+Tqi3Luhq8kH1kIC+Jj/6ENwm2bN6N7cM5GfhgRpx11
eeO3wegyqajkC+9hCoL5rewDtBkuM9EVras/xev7dFJInaYn6ccslAEyDnKDNzmSdupZLKw5/+Jm
DAdMIejnTIRl8jU7Fpfmt952V7t61FMsBnn5JPnJfMJAnd9FmSc15JQH1YYEq2w/7mYfUdCrfWtf
YX1P/eFEHG1fueor/zOciv1yjM6GV/rtKw6IHY/iS0V9GhRHG5wEgRzbZmeyu+hfk9342nDaPoyv
2vW81Q+IQIklFqZL5srRbn0ysoxrZWv6o6+GfNaZdLPQEhv+AZ+2jDPdjWi4SXWIbpOxiqqcxrE1
b5HWWvmmbXZZuqfSPtbbwXiaYb68I0vsfLGCIAmqck8aeS7C2trskz2DjNE8nfTSxdExblP/xd5S
M1cQANnhbO6j4Vqu9yixxeC/y50n6/89d+H/Qbdch6rUfz6O/5/iW/lSJT+YLS8/8Y/TuGL8gZ0f
qBfeFNXAzUtd7R93XOMPLq+mCuCJ47auGJfa1z+9lvwQ5kuT87nucNeVuWL9eRbXrT9AwFm4oeGy
IQ3AA/43rrifaolQcdWL6IOHUNHDKHYpv/3lhrsSsNVoA2aHaCFCNXZ7ontjEj0jmexdivHdCUi2
eEMs3u/+8o5+e4m0Lk/mraj4TL/fsz+zAC0CiCjiwb1BjUAVk/Bc+bU1h8gKYg3NKmFYVP526BXz
bz2ZWL9D9f7Ejr9AXDHAQkxTLaAL3wEHf/nkg943fWNm7IeWRdt4zQpK27aJ1bjuyQpCgFJ8oy9Y
qXRZVrbxoVHqzdD/c7b8R6flj1ehy3vgIsY9+oJwx0z/2eM+yXXRttTAOYqsxkHW8uQLkrp5PyaC
euev3/mnEu7lWXhqoY1frl0YbD9du5q5mVfkX1Quykif7mnw2z6ZnJl0GjT10l9FL3b960f+PMD4
eLhIqaFcwCrWpwHWg/8dRhmX3YBllJjAXhj5rhhQceA1ksSmo1DYXFlrL7/++sH/7r1CgOQzX5AJ
1MB/HNk4w6yF1ltO4Cbq7itTZOhONXFpdktx/7uEhx9LIpdvUUcTD9OGWzJqsp++xSUtR0Fgs5cX
hXHoy/4908dhDElVcslbJVBoWTH5FgiSfzOP/s0LZgVh5uLL44Man9zSzTho9nIxnOSCHJ0pE3kQ
Yxjxizh7LzviH/LLuPr1u718af8qAH0fsxR/VIXiD9+obn0yl4pVHs1Ca9GiyIb8+g9HcMZK9ZvH
/PwV6vT+LZzokDiQRX4qv5E3RYBTQ571bLA8UCum50Gm/fqOh5Fm968/0088dljI9IrRWgGbN8Gg
fvpQloThrcUy5U2Znj0im4FaUiryuFGUdOwD0ZhkKQ+o4jiyj5hAXEBg9C0XS0iIOC/Y1DKBivOb
P+vnd0DAA6ukCqv5Au77NH9yW47rAUKVNyatthxkUrm9akC/cUqRo/xj5/4baxEbDtTPC5b5O6X1
xzkDDENPREyV02lm44DiI90YscYdodfn5vnX7/vnMXTZ3BQd9jNLElCLH59lsgJlzJHam/FvkzM3
s9oBccMj9Ovn/DwzLVCzlHEVSC7sNp9e4BApAmYiccjoKiaSpiVyg2capAX+JBKQDSd+kyVR3peR
NP0OcP/zemtRpobjAfWRlfczQnWAZDMIMpO8hFrcK670lXC11SSDkgQNNT+NjcrW8+vP+2/eq6XC
0wfvZVGk/TxpWsWOL/zREpH5Kq6ltSgev5v1f/2Un1YdUwbSABT7suxdIrZ+/PbARa0ZYjkuKZ3C
/UbPohMlaX2fpwRbCt1u7hQm72/IKJ/YAKw7rK0WWApYWerlqZf3/Zc9u+6kSdImgTGtcBLnEGmx
vS1K0aCxTlYbwcG6xJsJQf98oUEzoJCvxu+o2yryFabV2WWylWtb4riV38KbfnrvfNGUxHFkaYhl
tc/nGa3OnWGZUKStFDY3QEIzGGKmQcCqosIFsiorO+BkTq6jkrrSkq14vrIpZhqv+beUWMjJM+i9
k3ehjenv5vVPkwC6LgJKTQWlCcZa//TiJpGifALU4kGHsp+6YSq/wpW7KJHAC96sWSXJp/RCifE4
J3IMVBAtq8GyUsGpOCA+GdZcbdXRmiyM4ZO6xw1PxozejRZRvEUnFr9ZG5bkHGSlCLpsnFrcVrOO
P4GXJfylqfL3umMweRNJsmu4CHqk4VyVauMhi+MAqAMW7l05FvJpRhz5bSqVSmx7lGtZKPClz2Gj
gj9y1QV6SaDKebGPF2dMgS4ztzoZEI7bJII/whmHW9Ep6bWsRVVIaixIT3kWxZsFJNeTZ0K6qTKX
SezpvJOINJlJEI65SiNgMs0+oNjiEjU1JDwT/VXa+XNmZuIqlTUxBL+eRp+/F1Z1zvHQVmxZoZny
OTBCFCi4ywk7m3RV4LOFPVIEul+bvwMEX3YL5sZf9mwwHvx+mm+EJWEaIXLwx7mTISgcnC6xXVVP
zeRFUiVIWopY0DSocjphSOv6BNCHkgarjJofGbd2HaUdtmQ5mhAbDJ12NEVsXJlV3FA4NJ3keu3X
sMiToyZUiX68eTFUzJnusadFt2terq2vMfHwApQreuKqLDbqXBIjG0Vrh60n/bqqkyS5aH8ar59R
VtZ4ygIU0vLL3C/bmvT0LzKS0g5Nbz7fpfoEI4IDD+RV3iZ25Uad3H6BBuHjB7+5LIlp2NaRjj/V
aq7xKdvTEedZ5jV2bXYbdL8RlFg7Ye2Px0jD/6hZflLpncDfblUr9ax8plw429bN3HTGKS8SHMWS
bIZjIslgpRypvUAAGnOTJAhkQal0tauMyvqkxekOpKS2vvClYzXt6V1iSxNFv5E0Tdfdnp2nC6Wi
nO5llEsYtMaeEhMmkXFYshtCdDTUevwVC+UXUzIpntkoa8q19jOIjDeRvDS3rW7ld6qalN/0fiQX
3Una3oLUZJCYiX5GbKIxPo9oX7RNV+CCceW+dz66RiEOq5Ek40s0wZTyamW1UTyRHOuhiMHE01li
vMbC3d4oxlTswLSkx6qNjL00EKHeOXbYaUI78PLlq2ohZLfRpWyT2mOveZKCFCOIkR8OW7pB35Jo
+QrYDcbDMM7Ol44RdZtIRkODZKRAhVa7Rs6tkG0jt8oWWh/WsyJ6xDCjXmN2ADizqu9KFuMESW0b
F/AqUSypYbjibS8cCGvItU9LaWaHsjSM28ZR5g47XkxNasqof/Cw7kMsVg21TeJoupnsUcmviqh5
wy9xl2ZUisZOnTFbITzDqL0WK1VVTXnEglDFmyhW1bDJGvlGzZCEZ7IhMGk3movv662bQe+MBuqe
no6t2+BovbWKZkCN6tDFwdGd+1zf6J/Ume2ZDMTBZ9XqKXuOvMEMdmrQS9KwhyQ5ENIW5VHkpWln
UbfL7hMV8s6eSwu9pk7WEh/MYb9B0mlkwQqG9qkXw8qbzI2CFSOO2UYkvfBEUY/X5SrJG8whsg88
EOvCaIo912w4Z136PGEldLGN30Ua9TXMetjstDCR18cuMx4zbo7oQuB2dBKNMxGJAGFUg0HKUVw1
wWZpIo8Ki3ZU0KQhCH9XMwc9XVkPKNkIRBDnpu4npPlJvFxCjFMvxh8bpAV1vTUXXTDpMe4ToUhn
tUuoIAyNR/CU5k1G8lChOdlZTnzXtEN7My5t+p5MZrmr6uKYDT0iGCP2zVJlmBovjVhf8D8UmCmq
fPrKaefd0dnchDS9drDpvmRwSxjPur4TK3yAaSpvhROfpaWuDjIusKcsWs+GsGYvj9NnZX3vqvTB
jh16g8RHEB69X/D+sEjhiRmnwALR0a5KSxOnvSQF6s9YFyavMNSzIvWpNxhNmFXrg2ahQiplgYlI
nCqs0+ym9UMsKdrGWPKPccEYaqvPjtG8ykn64Biz4ZomhehyJBQaxt0LQCQo0nmzvHG+Q9iz3tty
LodST/1DVaTcNRpc4HVFKTbr42PDGCuSyJ065baNYttL2HiPdam5JJ5QnZ0gT3R1Fvv4sc6FvvAN
rVRekyw+cvxERVDUlHkaU8X7tNAWG/TZpeCMHxLEAE+Qjb0A7OCrQKRd8J86PRJ0TjEuFCioiC1b
fP2D1ljchbBOAjVyKy27j2dzc4G2cEAw2kAwT+Ax4d9ABK1qzCG7Iv9wkWlWziUn4fQb9mB9x+kN
o0rXqjq9N8V4zzl4NG5WSuJ9AFfxBWN1tcdH0xz1Gg4ArMxQaVL+dCE52Danc94rdK0kVdzpUjd4
Slk9yMt0WJESBZ1zuWTE6eipRovxg54znYy1p1HjtJTrVqXxi9nBhw79F5vrlyqP9n1XRJtUVPRQ
dGRbOsUiijmOZxhC8+PuUpue7P6qsIoHC9o8mD5F5osprft2XSV05eNDBmlFMuKbgvMXMltNuJjG
b/LMfovNZfJYY3G8tsYQIH5/61WUmJPKilhVhBVaXVzCIOgN31Hz+JQ1zZuadHuSz23CrzWUH0X1
YUuYpHl2+sH1MPH0IpIDe6mTd6TZ1QH8J6HRulPc6cZQPEAO4ktRsTFMjURfpqkaFmgl8fM4D9dc
pq8wbppZXVzGxDcV2g+jjqLG2C/pCXiNveua5TaBS6rM0x3ZYMdhbG6rXmRfhGhv0jgFDJ2ghFQb
+01ZiphAgoK8q6lTqWctGfJYWMwKsS1RITp6milk5cy87drpFv0odu5ZbExz8cDxnrS2pTnV6A91
zuXCRs5lA0XJckrcknFcCQNXCZryx3G6UvX8Krea+4jsItegarHN5+kDOjSe+WY5JjHtsw7J+4Tf
1p3jiwlVkj/wuzQ4tjQVCoBGR8VQcevWPSTZUqWrX8xHu483iP5pR6qTtSMm+karGP2hwotEE80X
Xg7PVjz1viX0DV4PHehPleRXcgxLAZqEqzpV9YCC8Y2bDRHOXU/fLFeRCXQU/hiLK+LU2Fqu2p42
cUevTBudZxZwgybA+jWa0pQecMwmrpkZ5xSgSEqqyiddoG9WwXDX9jrezIAxPUoXpbsgW3STNKrd
aoomAEkDLZB6ibwqypA7pwFogE1iQ9jQF/6bIb3NyT3yENvKXteUL7PkWKSEVu94nEEP6LCT7BEY
u14lbqljFe8n7Vxxjvbwo92bVXs0i4yijIqat3Sal3hWDnAoxDmP8nFrxLriZ1rf+tIiPU2NmZ6K
crG8sYmugHREkFHoc5f5TsaDZsVbLLz+go5Ib5VDKicnKyGjye7YjaHgenMkAb3A8+oPkRZMRfue
TsmbaaU7fGTYBWicGnJXucuqW7vZ6GjnlB0/UVKG69RCQQ7f2JBrTICSKV0gVIJGp17biLEM+a41
9CgUbb9BI/0YcWubMxr4qn7NSSOUnUuTP298KhrvajHte8KrV1nadDLB3DgtHbc3pDDOl3Cy7Guq
yg9yGb1nlQ6SyQioHAX6mAZ1bd3NRnlee6MAOpo/Wx32CW1+qG1s+yM7bA8uV590MF3YB0LNLq6p
nxahGKcaXIk2e61G9y2q6LkqI18H+jm/rrL+KsuA3wxmD7aA9R3cytYRjIK00jaJgSosnru7FoMk
mM4mtKmnucZ0OfBI9aM8oGOwhHwsJPlWja0rHeiBZwrpgF0f+KCcD3tzAXKL+QaFSxEfJB3lZW2s
vCCiiYkMMJ2vKdWeIMoXOrKDhvzAAXuxZAe6ccfcFNPVVNVv1mJInjVn2bG2OZFzmn4CsXttIZE+
g9xPtnAWmTU2W3e5uvBEMKMukfSQciu5B730ChKIcpG1m+T21jYlQrYlb+gpEAoTBY9lT1xDsSBM
lvVVduiypyY+7pkwZXfU1lNqq5WHrQnKlTU9U15/GbEOulFnNYFZ2ffmrKgX72VYV/BgBVnTe7vU
7vP4EnMpoVjQ2xv6NzdWLOoryIkkKNTrV32W9t1A1kOCA88vNOtWFDgHrD6KgjJurqU8Rb8QCXT/
prXjkLYBDtaHDpZjmh5G4VM0P6fRZHl9bbYh7Zabus1e8w51zyIl57opOG8RESBcu28/0LHelDjE
XEEdCQtt89jLKrShpXmvtfkGKqu+a+xFe5CUARPXPBheEcWLNyq92E/zeh4sAwiDGk+hEWc4xODF
Wi6u1ZesHI9q0ZxSNrB9u0qRr3Hr8dmvUtQULBwnxt16QGn/PFQFqpxyYZ3jOLKyhB4tB5ylXyom
2PGkfiMXROyHAT2XlaRnbLPnqk/384SQuyHvbNPUA7vOQvtS0rF5Kl2Dh9nGS1HnCs5gde2CTDMj
H1yJ4jpZ+diu/dayBcsZK4uLQTRYSqk6Fgb2UOoe/jpWD3Cjvq1Ga1/LgM9Ost0u+9pq1bBM+ZpF
rUhBYc7xSZvaUIYvkszqhsaQ9DxVPBiT98YpLWaQDZOjKqRrsoJCu18e42l4rJ209+aFDrfVbVjN
fHkAttUL7VgP/Q3JYxdbT3vU1ghBKATEfEGLYkD9o9WS3I6OdV9nQoff3V23svFlqZyzM2rbsZSV
XWfzmiSb3IBiJN0p7h+g3z0oaSsfWhsFmR3ftkp9W46YpfI1fZandgMMB+SgoR+nohZe3aswn5z9
ugqSEJuTkDuuJdxg2KpDHOasUbUV6mO3AVQTUMeAbj5AtsNXc2XDnVPAJVTLUe2MCYCDs0vL6EbR
qxgNkMipmJAO05RYsGd8GCXajkIJhMKlFukpN2XlY2jEZe42qPlwEAQW2SdYfxUaaxcPicydtZ40
0C6Fmtd+m82zGUpzB7c6N2bngQvjcOfIUVJ4rSzlpS9hZmFVybII+Ss6wvXKwL6Z35rQreGCDk7R
b/GLoRXrpfxGxHX70dcTi5/U9RwZWyAhV2rRYTVU0kGX9pGg5gNE0VDfqeQYj9JUiq0kJ/PVoJnx
sFGwyTwCy2jODTbkCJluKhUhTAv1OmqkiM1amSJzByWpCAZi2GwkK0TC+XIPY6EZlft6SkblCNrT
ujebIblWqSr7Y7ycVzW6d+zlBjqU/CqE0H38m6x3DSjNV61bz7PVaeg71GxvxngU0JNlWRECTRie
Ic+OjLBew2dam9x4k+nGUEtAH9SzpJ7LQpacIim+Fzqso4q/W4jiFnexW6zjtXpRppgVfJRuRrrh
GGeRFJQ+ljo7qULKIy+O+ujVSLL8nOAYqzMIcZgrvGiFCLi0EEE7nB2lGs27giYxa3s96/zQaniY
BEbNMzp2mW6O9yuAJBJkRH2uq+4wjdNTDsfS7Vt5vO8s9bmym0fLwgwF6YNSOInNrxnIGu4ckUKU
cLYeUmfgpG8lT0luoCZTOnnalqwlCBuNx2Kxi7uyib+ouDIZcw2w6pzPpEu15lvFAC93AmjmRnU1
2BQO4FzEcZtoaCQJLSpj7G79tJM0/HOjdh7WOsXKrSJK04zXOs/QBaaLuEsaqZyOoxirF+5lMTzU
zr4umrwNRWoXtzEOeQ9nPZS9QTLoJcy3FCj9Jbb3CVSHazGRGyB18bKBnMt6lincpLIkO8pVbNwx
wV/6TlynnObPlXNRRNoO9i2c59IDF2EqrhGNnbtl6NYd2yKOYTbW+6bkjldAHbu2rHHZW6vztMoV
cbKKdR1r2RPshvFQ69hFE8tZHyXA8C4O4KQP+t6WH4qaG/2Y5IStJEP54KwUEMy0NO6UGOsjtpQE
lJxm78TQOti+zPm6WZ3kjWgr882YjOkR0zS5SYP+2KLlPQBEKM6YSDiHGyI7kRIzcZSgiw6oAUVd
K4TrLOrB7qbRE41xyXxBhJsoNPF7VEtWj+G/pYM2dy90tqGxGs3N3EKiahKqT8wYvOZ41NRcTw60
R6oAA0q5m6ph3NkwprbpFDXbujGmB00s6Hk6x/yiKpiv2v9L3nksyY1sW/ZX2nqOaw53yEFPQkek
ViQzJzAmBbRWDvzR+47+sV7I6r5WGVmPaXfckxoUqxgBBOB+/Jy916aIXlNKmTvLzxF0uhKmmp/D
XiVXM6Y1tLLqSR6wynjrQU8IvHrm3niGH5whjgj3VulpFu2w4wVMVzH49ZVrU8g0XvttnMbfiSqQ
1qtgm1ErrrNeym0cKbXJyqlN9tNQO+VD2ACR3uTSaa66aqZjhe9QPFkEKa6WBAoiI/3kmSbJREPF
EXrNgN68wI8r9gsEkDSdqV9HXX8LSJHOmO1kxyElHLEjYA6F74K8HUTVHqbKdjc6X4KKKpkZx3Jy
kusmd6pTHFoIm8poKne4YcL15IXhgytS+6pI+ksjl/nGIQfrOcMz+1y0CTkkZjtOjNxc8V1GabPD
B6F+eTiOGBIojYs8jJvvvg8Z4TJpAzitJDZFaBdhhVZLp5nzUp1sAMJRqPDuhNZayyjhgZxsAlIm
akHKRTAtjtpVc49Bd+O53eK10pbh3pUg7vFh9hYP5GFqGjoVBl1r3u/R7tdhl/jfZwGIgcPJHPlU
3F5YBSczipvyOAQ49ulS09s9mUQjWb9gaA68vZgBAiBFc9G84Phrxm8AKtkLAEGr8BWcaqwvxdw5
8XHM+zbcws7LvrR59zaVcFjteqJljFUivQrz0kD1tsbpRyPF7IW5Bzeq7CN7hVNyBHLC+AGgiPMa
Qqq8rTnwhwf3bZyA1aNNjpSnk0VBUbSHXsSVd5fh/xxOlj+4ahd0bToeyi7vvpZOxkNVpA7/QuOR
ShZ+K1N+GiGukZwiqckwwvuuYPC2UuOjHZspy69VbelbMv+SZgcgQh1IMHH8dWNHAecr+o70s5t8
Eq8kyos1kS5e+auTRmsBNMb6vk3s3LIZldki3NThiHm30WVfH2jL50QwRVCLtwwvc1zbnjDo9AyV
n55UHHTeNqGrumkMCQ982JuzcTdZ8AbYEF9zDGFKjmBfqns9puO3MqH97Js/jDGhUdjeNCkoqaaF
NdNVLDe+WR+wkNh3M+3WjYcL7oJf+zmiqsXs/svrxIwQd5yf2yzGRko3cmo9YFIzvTtOXPQbQLRw
8un06GymhIbLcoiPdlZZuRw1X5pobMK1cAzGRmFL8O6A3mk1AGZeh83P2Pew44/oFjvnunQGolRg
dIZDWN/wv1gPtMzTR+X39hdhVsmht/Wr11ls3diqDzXV9pYjFELsDHztqeS7rpLU9fiJaVNu20YV
9OtwtfvZ3hJd6dyNMHldrLUE7oS6cSaIbIMXQSiZNK+IU+fqssfZ+Rpa4JrX4MQH61S3Y67oNSzj
VpA6MhkPSRtzoLfstIHcG3WcCwi94HjCubHv6e5k/r4svcm6jOuEZKu68mx/HTXVgkIba8e9KGID
fjPkGqgfPDBeu1PDoKE55q1h32AkdZ2DLGPwDJaBxCAA9pNeQWkTDtxiocojP28845GQciZlo+N7
u26NbAzNCFNY1BwhVMC6k+kdFbMOH7tsytRlqgVLgTMY/HNiFfJWQpR+BzWzFSEFTHDZYFXvdrrw
22gX2VYlWF3ARS9s9VLBPJwn9ZCqEea739ltdhBxNo8HL7fTql79tUzAtOzzl8Fx6vjWalWSX6U1
Y52NGPuWrC9VhVDufDhmxpXvVDI+8DfjhySRLLswyUqnm9mQXGY1nLCkm04nu8zZEokFuuEZJm6s
GVRnbBVChfFL7xc+kHINlcE3ovZAjIBEpUp74zYVVXNARzYuM58vddeSaxNUrb9piHXbhtSd1zMh
fEdmcb99d/7KlsohiwL8om7UdMPi3V0QrXKBpTZDEu07e+QKi/JjpJej7G6fy3LeQkAs163RWGuz
9qmNCms8Rq0RwQBj+D5p5lpr2+nVz95LjB0z8+BbUMjWXNpq0be8jaNx18JwLDjlN01yoAVNbTk0
3XRZNGCRCifmWVhsXReZq2gEwa3xr3M96YOMvZZDl5/YHEOKABBCOiUbnmUq97wFfLiMVaD0sUlr
UJ485sorfkBFnrZ9Y1+GQZq+6tCc7gzTl3dDG4/xfvSgn7oGdvhZiIdeItQ3bOi6yDMcGjkZ+m6Z
tcF6qv12Z4Q92ZQsEfUJ7qKxhznzKwuNZJP6Qf0gG8mphoacxZVM88jxr3mBwjHCEdTdCwyABTzn
4zworGIN4wXwjigN7ukUw1UsJtpbcyOIumxVfCrMQN+6nFRv4YVAtpfqq1XM0DmY1MrXjC4CgzO3
k5BurekpZdD6JUpVeZea7jc10tgZzdzb5noI7oKgB2WbetNtDr+XlQF3gyuL6sprGpdmfefBhYYK
SSuP30kA3Gc62abDEcAmUEsHvt9ITOq+GhYDPwCXa1iwiIXpUHL6tnEDRMtqV0dfTBFgHar61yaV
2Rap39GNAyw0ukaILED1+J2rTsiLKiZMTfXdjdM42Ji1xJvcFEuPNFFDuWOaqLaZXQfxEnpvvfZG
FALiAaZubts05wlLRwdjhZsmCKsDQ3LsT+JbUqtB11pT923MPLYJJe4M/qYrZc7OTa+YDFFgFPNJ
MDn2NxMjs+uRUmTXGsXw07Lr9q6Yo/bWaPoTIen0jUxndA80FOhaAaSnUQTmHe55Ws7qGbCgh+ED
N6Yqp+K6tUJE1S46gJWHuBKEQZ+k+zwhE8lBqBOy8MzRSxSghzaiUgDWYq7NCLaqWFc9oOx5hfx+
BIWL5kxezJiW91jqJG2SXI7rsbIF3f0xNHlVPG+zJMA/KFFwHEBRuWcg6TPUiwK5jzLJmd0lw2gd
jsW8my1RX4XG0LyCWlPXSTr86kXhk4RTz0fONCHksABwh8oNcSygzRxrh0LUTn37wozpZQWzsPdW
Pca4wOfAutPSHZ+rtpL+JhjqCW2/sO8L8hz2flNl23kuvGsaOB4xHsFhsGd4vjO0atFDBhL6Hk2I
8Tg5RXfXMBWjfI3LHc8/8ghfJLs6i9XX1rSXk1tgq2No8ySutC7d+yBGAeCVSUZs7OAfqqQPDj1M
ylcn9jeJh76cV/aYFtH8jJqOrna40JoTp7kzLOw+pBRj3YKZnj70ajSRx8vw2obJyt4sI/o4jryR
GjgOzkH0M3me7HvbjDeiRFuAHC+C4kHmdh628pDGs9oHUQphruozyows4PmP/F9qDKCupsWvLClG
DLh9/31IpLtEgdftqupRoLptz+cw02PYreFBogryRjLuOANnp8ltd94CcGe4vbNq46CDYgDcGM50
S+2TlCNgM8gja7+cnmE9JFuEJE95nv6wO2QmJaBNc6os4JzissQNbFEuoBcMJEYEQUwJcQtgxfBu
LfUNBJpNMRXVmr6Kvkw5jWMy1tE9rfDiQovsfqByJp4Ap1zZcpwwesaR5Bj6p1ILHlZ74sgc5sYU
kauHD8gfhvACnUfHD8Ga6I8+G3BODysb5odZjOUmZRHdDjzE62xskVIJfxv21qMrkteccJcd4TXh
hoEgtpnYfOrM9ECrPcHIMb1UrUlWN/fml4HDeB2rMbZgi0xPs1eNJG7EI5LBHHpSvoq1F52MOfe/
BnmQ07B0JwjYsUkoqjXg3d94C8C3f2P51gvWN1sAv+WC+tUt0F+54H8JL2FLiwCWEaUb0YSHENy+
sYIXajBj4ujCW0jCEULNa2+hC1u0ncGciD09RQ4hC4O4WGjEsz+INdSM6jF+YxWzqG6LhV8MU2oE
+A7TeFroxhW9l6vQhHhcChgfRWy2a7N1/YuuwAUYkVB7LwJ3upynvn6yF5xyTqfym+GAbpmME7E4
MJdhVZSXdLHXomte4t7Ob/veBoaT5PFJLthmyEntU+BZoJxr4cHjr+ufNI/FBakq4YVJ7soqUAtC
MEzEDQovuNCsZ0wdFlj0SGdjbXdJDnkIEaHvLTVjOce8oAowzAKbltKwO+YWdnfbO4Vx7cWMLYhK
NB8rsB23AYrTLQZ0NvOQuPL1sECthay+e6otLtuM7XDXTkN5gH3lbGMLIEanp+7V75jyZwsym8Md
y3MOWFJz9LqaaHPfh2PEZHh+w24PtHpPRILQwqVkZAK08LlrM90EwtV7eibmyR0zYxUFXEHRIMBK
/sJ8Z217crQmGIfQSO9ULkRwhtzly8RKow+81f5DU6ZZuE4WhHjktu3EJNMoD2RtsAbEWbedkKsd
cnfqtmgTeNtiu2m+Bg0lJr0P8h82xLGkcK17U1zoxrBOIT0VuYZE4T5ZoRS/I2/yD11DTUbaoyWe
Kttp70bLMp6KuJdXTeE2p7mbvya1l19pjlh3KrGbUx445T3g6JzgxTBXR8et+4Y2upwB6jIc26gF
194JPV3R2s+2NgdDsRpo45fHzClY5Z0hNOlfh82AQ5DAm7XjdKJfl3ZV/JhUEYEJlnPwFMGB+63S
wGemYrAXeB6Thq4TPDbAThIeebKSINYtPHr5hqZHFQemPoYjTg1sthdd26Z7FjRqtsye0YBxbhyR
/Lrmru2W6BcG7Q9oGDT97L68NSJOC4/5yOrnTCjjSBxV3k1NQy9BQGM25hcLTQXFU+KEJ68o8JJ2
vaMOsqDRIKo87lY6Khl5WHqwwWAPIDXXpJKHv0SXYA2ULjItOEYnqQrzVbVjfYIeyPpgK80UQ82X
lc8MMMyG4qocjeAr6KTXCM4hE3lm36nNOjbGMRFhrr5WWqQ7tzLGitHgckq2yp+QiI6dqPCH+7gn
3f455iGnm6hjuY7LCHhIjOWq1vBJNkAxISCjuipubBRT4RYRGqse1fbBDAxwsDKms9SrBI+2DMq9
GcIYWzlTXnJNjuEiQYKsNTjuD9p48a6pi30LZnQb9UV7lSVDQz4DplBOBrQLSd9dCRN1S9LY/i6a
mvwoOTSslfZ+wNhF5ICYcp/XZvc1MfDZ+WUQtuQH1c2BdhTu4AAhBIddcnFqHd5yv9ERoce7IN9c
oz0dSYCZMeLs0miieTzzIxlRV21mphjGhS/m/HEoOXtunHwk5q8wiqsZrt+tB+OKrjzQ3fnEusqM
1mV6TAVF04v5qMUwCFaeYXlbHXfJsQ0LanT+TGxbFmkGyDkxhlmPRIUDSXiAI6eajS3GYRsiLNnR
/sMCCY76fmTMCGdbMx9yLURY2n4ZlA3X3KQKWqcSHhknrO7bXMTjwVRVRuEApZusUOi9qrcZqFal
5X5rbAOtoNtM+RV5OcnFKDTfg6IvYObFeTnsBRbGob2LFC3NNpvogfZFOR9jGrCfKLHPUoU5XJDh
Sr4eECsF6gAN+HvJZVn2nTU0i+V2kdPPUAH1esydNxYjpu3WokRgzVpOnZ0LHGz0uu8M610GwV3b
YJDxOQUfxiAAgFjrAoErq6G+BZDjUY0lusBl3Klebqqsi8DydGQ4bpb4lPEv/fB/hN34/5Fu46PX
/e99f/vmf//Xj/i97Y//4S/bn/T/hfwdAZ8nJeYNKCn/z/Zn+v8iUc9SQtoSPgfcm3/b/shRdGlj
eWi0qbdsRub/tv0p619ohIF6LKndEpeG/E9sf+dq4MVw5gH78NADc2pDuP7+0RzpRhaGw/sVlFPJ
gMyZb3xQbgdDUxExfe2vLXcc7qpQGfuu72O676V9+NvdQr83hWXxP4o+v8Vf0bX/63+eWVvevoPr
mDYiBUIn3zA+f1fzayceVd7U9Kp7yzyUs6ivXdNoLioqt82fP+pMnP/2UdxXrhYAMZv7mV2BGri1
B+EbaH5LGuEkWy2sTByIn7zy1pnKWpKZ6OHlRGKEWcH8EMaddoE3eoJrKnVgb+FN6oNneTUyFyCa
16ObJxwIgjpRq7qgebEWaFiNY8145wd7WHLVTKP9GCCknTbKaSqc9LPjP6aTqZHJDgWq4hp9xbwK
SzNqVx3CbGfluANBc8Ko2UQmIJlk26ZO9cymZiOndot4qzNTtduw7safLr64La68EJlEsoRdR4D4
yZybtD1tZ69HNWSGTnXRFJ017xqDlPA15bkbbaFhVtbJpXkYfWLR+fDrgL03sa65Jv8UBP6+fxi1
khnkeRGuo1D/cNjAdsFgpKc/PwJnzBlX8h7yNnpLdCmutA8C+LruRxkbKWdsWsEHgy7rxRQwk594
ep78QTVb02B0v2hikoMfmubN6OU40Bv06qnZwZNVJrMRjyk3wwYKqz9/vzOvEF/PFDRAef8lOCyS
Wd/fhEamHWF9fL2ZrXJTwaITq8oQw66uGxAlWWI8/vkD5fmzyidasOes5YbgTbLPDG861zZBQpMB
qnqIn0wYtMkaNXB+CLGk/iBPsUKVzSntqyujqkR1P/SvNAaceGsmMchZAMDRSXZ+kO+GNAfwkTUo
wtdJVk3fvWCW0b6SZEAu+nMUh6Kqau8/v2cMyoTrop6X7LJnr3U/FyDiZ3QKkcif5oa2WExCy4Zt
94qWyM8/36/z5Yrb5ZNGq0wWYNJuF7f235crA/EBgD8XnwP5K1eBNVOQFdl0UxiBuvzzR8FTemfW
WB4G+klE9PrUEIvb6f1nRUjCDaenkVcMsSi3eVb58W7gBYeTaxrTofacgEA+32yTFZlTIbKXxr/V
4eS5a2SZJuGLWSiYXTvAio8mnsUn4lNclGlIjqCM1EoCxWD8sxFWhsRc+FN2HXKE6REzx2ibCelg
2D3Gw3DLsaOhkFXoB7a0/DtC/YJWTFQyQ03uTFjI285yAv+GP2TIQU7Sq7a9jP5hZ1QnJAEUy3Rq
WKg6p4SaFsaRuG55SKLDQFD9/61V/lsP43nV9XbviKZfTFi4Rz/8TgCNazx2lMJWVAb12pSLMcmT
mkaAx7njCUl58y2kScewvO1orA8mrW5mOP4N4aUJJ/DWLlZoBZpXsoGCb21eOLdOnTi3IBetAqrC
mMpdE9Hkbco47VZ17aVUCf8uJP5hazSXJ/dvbp23i+AJwBjk+exYzlnp2GUNgQg259uyKJN8Z0/F
QJ52UG5CH8G5KCLyBGxHevvOrrtNa5mLsJhA0sapg/U8FCDi6nBwTsxI+yflVAqYKdvOJu9S9I5/
/rLny/fysFLe+kxIWb9scfZdA69hnVkW1oThzMZM0L3brZts//wpZ1Yp7ogU1Ak+jkqLffWcxVdB
4w+DBR9uVow4CxoIl2bNHJ5mbdmAyUBwW8ER5488p7n982d/KJfePtymXmOd4ZW0zxaatpmGIUK/
vu7yaAJTAInajqrp2rKj8KkM+6yAu6RMtl/cDmuot3CbpbD7T77Hxz2Cb+DZy4rtOoRGn9n4kNvb
Rm9RxhgRgT9RmwD/LRfM4FTADKUD7XyyM//TB+IWXHKPsVNRlb5fh/RcDIMSbbiWU0QU/VQ6h86B
CF5qhhO6c/NP9qSPj5IUXBisDAfCLQn17z+v47GJ+qkL12NWI+Y0h2LdUs79xw8sn0IZaNuO4Hwm
z35NsNSYiEauKmp8ixAEXF3IHtxPytt/vBb8t8gqKAxMdeZeH73CpYHEtfh+DRvYSJFBCz7qz4/m
P32KK22b9w5fLJOG93csD1iiiaoI1ynRZRurRoBod2H2ycv3j5/iuRYruGlbdCLef4od5vi4CXQh
SK/PCLjsVHYYu17f//liPr7jijOOy5aHTVHZb0v73/y9QurYJs6Pnx+w+Q76P3Nx/tN9mqQOiopm
+uInaH0w6qtPLvDtCt4vuBjfXcXeThVGb/us/KqIuaibgEVsqvnLBTKxx642+l0WEbVUzj6GubQj
orjri11v/Wgz/5EiKFgHQVx+8tIt6+XZVyFFdUG7cGx0TQAv7woNW0sGs+jFl5uNpJ4MxLdgS2JQ
J/0JYeHtUX//WRxWOIlyr00KKOesBsSK3mi6NAGdr9n/wtvu0+1OkACQ0kGDY+3Qb3F3MXF+JxT1
pJB6WUL8oCpJ7TDDPvpSdaMb3OT8Lffa6olOEBAWDFo5UQrfvOlnFsU57nLSkVpCvKxhGgBwmClD
97bXALoWsR/UKKvkPpKM6exb0aiD5TGa+OS1/3hfcS3ZlgQqsRzSzlEkmon2OAUS+Dud310RkgZK
XEF/mJWTf/JWflw3KR8UqQgASHDJq7N1k9NChioTEKWRV+IX5qrukkYu4jfp/y7rotv/+b35eGWE
0luS5i1VCs/O2RPj23mu5pGPmyYGoYlRQR1hCmuujNYU7ie30fxYnHJRnNfZgxH/eG+b5d/e0hwR
DXqIhBmAXGTGwi1OHTrA01xlwQ7XkdiNyOCRCnvyvm/95gjURmxSE/DLny/743LhmKbk6GhSEUgw
Su9fFDV4SGQWBLo7TNVXGY4tbi3yOhDM1UgKCdyZj1km7K2JyOyTEv3jLV/WdYslg0PrxzMr4jbG
kj23HGa1tUaeg7s3bup1ZCBN+vNlni++ljKZAXHsoGHr22QxvL/MPsgjQlpot+ZJ/8MsGNQGrgw/
eYTetvK/rwQcNGxOgdZyCLWZPp09Q0mKDjwvBXb8OR/oEbt+sJ9QvBkrYpz1SLZbaqvDkE0iPhpQ
oqh4UDhN5M5q0wYj6fnx2uoip10zf2JaUTW4g5hQMMOJRj24dywGgN8KpNx0vQuDcVDmY+aem3ks
b0NswXBHyxwtzZ/v3vkPxXVxxHUtzojC55U8e0hMggrMuh/qdeKiMQjnBJ2njoxL2svlJ/fw4w+F
GB28Lod3EyqGd7bjJ5bFwGc2iLlDVHjQBsKGciA9488X9OGAw8NuubRMQIZZyxnh7JeaIno4fYbD
0S6G+llnSMZXtJ0MOAmOPd4MaPu8tfAHcrzbomQ9HwyWgiiLWiQ/Xc9UB+IXLR8HJ9kK+oBBZEMU
E0tZW2Nub3D0II6p+gBl+ki8Vcf8IOyI5pmT4LP68kNhzbXQeKBpQJccTIs8q2j9Me7mOknIfs2S
R9PPm+9o6sHaTrF7slqLrVfb8l4zO3oMIrytjqzUJ1SRj78aLxjbLKppTi8cHM9erzxzB4ZLOIuC
AdV/EFSsF3P4yY7wD59CGbgQoniV+aCzlxgPCRYtFOootTiz4M2wkbEOYvvnZ+ON4vD+LbYoBT1a
x6C+WC3OnvaoK+O4L7IlCUcHzRJzsgxG3bR5QB6on6GuDTeNp9v7yo31dZGk+qnSjhr3DXEm6YrC
zIP4aFAILcLP8dAOXlXth6wSv+thbq6COcicXZrNItw1CRiRoBkAHCN0ibFSGrbNMIvD+RP96wHT
exVUeISQuDC9rYOrGDX41zIjcGRFrkzWrsNW6yso/5a3jlFmY6gfh+wZhaPujijiNCPGoh5ecQLP
PzC6xAtowXIQAwx+8ZSFabFh7IbL5M938cMORxwCKBfSFUDJL/y9s0cinQcOPqZuUDS341eyyPzf
fexmh7gOvMc+VummkS151n7sR69BTgOlYIuoIY/MffXZl1l+svc/6VJDuGzty/mTYu3987kEnAFo
sfVayfs0WAFSWw3kilCpfvZJS7H3/pPopNEgt3kPOGaeY72qCehVaJAlQcyF3V/Olj0zjIZsxe/S
RPhDxmhAdICxvpi2lewdoBt97spb0Yfy8ZPf4MNls44SdcJpgIQTgFxnlaluoyCYUMat5Rig3wkY
kxc8LyS+rNBe979bpHiwLtC0V5tYxBJjPyEaO23RFWELEjEhWZ6l2J+N/pO9/+PzwXdTS4uOOki6
0j9btXKTICekjOU6RJAN8hhNCzZ3r/9tV2mZHePazySABuStu3macqwQJGOgzWVwfFGNPsa9P9+s
vyq8s5+OhYV7xWNrk4Bwdnzp897siN8lilQmLRMcbDo0D/0MU4TORhL7JmWhT8AG3KwsNovnpCuI
k2ZSbjzn8SSeOnJUETU6yUOOiXOr/SJ7wuoArts3+vGrKVr9SJ8qeCTEME83qpnMKzJmcKFTUXNB
2kJKhrbLCG9LAm+JLcgNh8g0SyXeyUYycCVp/CO8NI3fuSIvARCQ3WfE8wTBl24iWA0DXeEeWxK/
flA9o/XOWbHUNiLxyQM9XSrwjH7kwiCgXmLq4efJKyWNd4LwRTTnJMvF+0EX7Fcs6/FhTqBYbi0R
znI11naJhZpV5RuD9HCGwhwVL7XNakNf2ozw6oiMbjf2DXfYmfVk/6hdP2MBQ1PRbyBdNc6uQGPF
JKD0M4jnpaeJq7TzbrzUg8jiI4HS9osdjcATbCcCQcsEg3UqdMRw8sMsrVeDJKxrlQxdUO3lEJFS
k9S+KFaaQFZ/nUv6BRtCwfyntiBmkzSVpLrvVdk8ocCEmTIzn4MbHS1xXJguMLwzcv+i2ESqDRQC
8nUxe754uOwvy6AlIikUvRcx0J+LH0I7xVYiSZmOFtwClNp96bSbJqkJWVGFr9eELBm/6s6ogdXH
BV6ixOARVkNoyGNLVA4M3SJD9iPbzIt33VDOxopywX3FBqzvUMv6d7bbw4TyJlZ+OsSo7TqT52dV
mslMNm/XZN9zcpSmFZzL+apI0Yfth1501zSUim+YqJKvdVWmeD/IasL10TOz26HflZz3HQM2QKFo
K1+UUY0MyVVBflU2ua83hGA4PQ3sANMt2Rf5tZ/XrUeKhqJ6EPhtm+u+V/m0yZALUelgHSpQsnZQ
SRKvrhEDBS2XKpzZN7eyrMFdlIq45k3e9u6vcrYNuuGlxEBYFulCCXJ6x1kHFs33G1dNLiM6VZA1
PniF4+B3we+7suuGMLqJ6QA45gRHXjfYsblyRQcEKM1SNewwpBOjrv1muXmgMqCodALKj4BcIqZ4
JAqNUMsLo/StGo0gipadzoPusUJkyMQmT6JvZVN17nokWvIlD7IG0oyra/KsHDe4GgNOTJfoGKOn
QXZR86UfxGSsbVWNydZPLbhDdZ6GsJQir+i3GDZR7xY25+91lJp0O0CH+M0Fve7qKcYSJdbI/fFW
5rOs7jKXfOqlRpt+6cFzL9KqldkelcnwiCC4IRu6otTn6+TFczeYEW4P7baXIQYOyoOBbE0ztt3n
LIz6b7rygGIsNZhgkoGFfeWYHbx4zG7pYy8mx7pIJ6cjprVD04eLyI/2WUotuo4T1l5S1whNQkUj
4LCbutfPpR0Rqe5Ww3Qba0ugtXSb3jpVVSbFSQpChi4E/jdmrgn0m1J7CuDKkBb3sfSC8jhWhnZA
lxe+ukDe7xJqJjyoEkHD+XtTt52/7wwIZqscBAPqeUdnOLdqNRDkW0Xl1UQmLZTuMfEnTt89YsY4
Qeftm6FJrENSjdPa86bopw7rGZ25R5S94dTuySl841IqGobryQiqV85WqKoCdAVkzWO+2TDxoUxO
vVz+IJbXctcKmBOKlobKZIVhK7oayWreTikmojXLRII1oYpAqBlhkQS7npDc6igieIjgr4a8OgiR
x09dJ61oYxc5Ix43UCnpbq0xpiuSq5cALV/PzJSR04GWQDGDaLMDkonPrsGmFkictnAx+xYrDTry
NZJYBSIiR6120HUKb75WdnHvzvX0K0MZRPhA16lvVjdFNZxwxeYxtrGfrMnKRDKNBwpNU9nMKNlB
EAhWRrcg+GuOB3hKbWrNt4XXRK+9S6jape2z6R06IGCA87qRGU/sc3QFv4JEcJP0AomrYNtF4BfP
v+fSGR+QmnOQlaFNwJQmzAd97rwJDW8/JH2NKpZoL9Kbr+hEERoVDBdug40V/xSOh3hruOGrUbmv
uW3sAaBF2yTQm5zXHfyB3lakFuZp/1jE7q3uikdv4JlhPomv5YZk0+fMSo+cGrdjmv4ScbKTwjra
aFE9xsyl7VwHDiQTjM0bz0TXzLOMLZtMX+3vF1wVitWvLZu7VbUXkxkkD2USX4+wbWwne01c/BwN
YXnmc9lDK8ghCP4wO0I5TPdo8TcAb9khENrGOYaMTLs7N/ZS6M6NyV3FYDcrUARRx2WQCxqolxDL
KK4kOtdVIG561Os5WISovw+wvcFosX19YNZwQSeV/xZ3kitsM1xlrchvw8DVG1HX+9htH/uBXIol
4Rp881UwZiy7sGrgLd9ZxOORZk1ivM4fkFh+pd54xMxNf7GLxheBtPIgJndfTvOLE9nbuvWvQklA
idfcK5k/2Sg97RiuRdrJe68K7xa2gp3CcLpSdt5Av3L8Vc5Od8FTBlxn/J3W4cmleg9y7J152D2Z
VXhlRRLfsR7nvZqjY6uVx3RyfICvsB8Jal1VkEQaoZ6CNvluNgSpdRJw6FDt4ZTtAoY84DCKnWuq
b9qQtyaWpiRiOiNK8SDjbuP7QbHGfkX/mnhKLhOj5Cz3XRk9KHxjUeIptGjIuvKIXHiDvHQ13zq5
/W0wx69GjXUEopuR/Ei67GcbMODSbXElE30ZJunWHyPqofwGkg7BiYZ5TEJTvXgxP7yeAAkao8Yu
CacvIIaVuIwIRN4oxc+SB2hLVN3PWL2gdd+P9nQzhvbXjPdp1TtEQTriEPZ2fT8CFBxoaDlEfwRy
BMWCghId+ATOg5bA3q7RkaoQ/13VNc/SaEtivNPbLG4Opc1TkYRiLeb+lRf/BkNahlsVq3LvssTV
pb7vG2C5gSIAtU8HYgGMhFmqmTcUSdpF1l0WV2NXicsGpfWOjdn7GvHoWEcx2lfIKA7e1B6A+amD
VzWXKcBJwl8va9sqV12JXDhTxrWTkFcSLHbYMtaHgDpmH7XpT469JAvlza9E5o/oHeGwQE1p2+94
KI1q1VYYUY4jXihicDsLY31RlgHyeVt/cQplvEjUIT9zmYHVkKY7gaOgBglRvCeoAzIT573vVRIS
EUdFakgKLH/TtVMNhCyq/WPbRVCGhZhA4UStRFruNIj6VxFKe4XWsZu/EYht4nOKprjYYHv2WyKE
hvTa9WrH3E41zbNMLXsLxCjyqgvI0L/8ET/LRiXlOJBHVop9l4QWA4vKMDdWa8Y3gW8j0895K4Dl
oLfBJ+otEiSf1eAVt6Z8xY9XWzjg2tnaejkhymAjkoZyszJHyAFFBF9rlKoeOFnkNYw07C5bMTfo
u2n7jqyRHna6FVdtfs9Jor6rZfR/ODuz5Ti1bIt+ERFsel4TyFSqt2RLll8It/Ttpv/6Gvi+WGSG
Ms59KFdF1Dkmgc1u1ppzzOnJsMYh3WdRTOG/KxEYeyIHeIcsZCF5psFB8yvGKv8NrWTI2NWr5pM9
8HH5TZ7BxWmdbGT6Wl33Y60DfhyoCxGpA6uH0bOU5OTMKdvGLO5aRN72AvamAlbQeDJHpA5zqQFU
PbG4YHeBcsk6GK8EAxksWYJbocx0BQdCYw1If8beTDxhTGxDzEm0P2tpEEZSFo715JoNyA2UDiAG
W5YTYqpmFOjUnlEx72PQ6gbh8o74M4eGXvCptYO5i5p8MJDxgHXz9VHHgK/YI7vbUcsKQE0UvYab
xl6Qg81i0J/0HLXHfcMEC3WDPZod0JaKbkDZJMLX1RHa46D05p+0bHh9VdNHr8aAuHVn2nn8Q7iK
gGSTde2L0onhFnt6tKoTyFMlL5VYXr5GqXZIcWV6ZzsFS7tFqiTU1she8MGnxBiD2l7Np7XdwNNb
3Fo+QsNzG4icYvmSpwiifHQX4YvdyPKHqSSahkWvFN+1MHb5n71aPxiUxe+yWRfktQxLwbYMZpHp
Jc3a2ItLLIOAFRHCX1cNZhLf6SOXjFjZoEuggKtCkrE754qSB2ZAIKMgqnDP3ShNXr3aWT3cq9Y6
dmel4ynTh1TWavKIxUlWqgPRCM8DIrmF1pRZlezO+yzUvjF5a64XioWV3ekHtm+GiTcRXJpDbkgT
1tExJTn0azSVOvrgNLEHzykspHSTpvc/VCOqHtU21fmwDchb4AmKlzGDngfSfe3uorUxUWCEfI0Q
LUrna+oi1NkthAfiLizr8Sh1AVcbjUNxk+BAJ++IQhaxZWmYfIJHTyYNFTH6tonVpw+hNYJeW9IZ
8TzImOG+1QtgnWNbjj84ZyToWfSl6/b1kFV3wm7iZodlLP5R8y98tSCaFqzBjkbyCK12SvFF5bCH
kESH2Tzt7lGEefl9cfE/7oZe0b5XVljdIUPqhecOCvU0hY33T4WN86dEFAsnA7sQzqGQRppzXnKo
jLHtrHs/TLV4BT1wFNt3Sy+gLhpqru+VqsInAzULo1C9rJHRUY188VE36rb2cXT3PynOqJ0PYMl9
xi9cPvLXDm+5qDjKZ8iRnmOXbS6orx6vGuCj7o9oyhCQTCrfOiwsUQB8gbkppWjAIQg/K7A1jqEg
vscuvmpxMOak+M5RHbQViKGdFUKM2bluQtljniWR9LiWlAm3/wLlynFF8iqiOH8N8VYwa0B1Z8qr
s5Y+llU8tEoOL7NjvOAJBFLeYFeBhgzMaGkJEu6K8TZplTgLhpkUEG/oOLJ7ejTxveAAD49OxKGG
o0QNwIYmvfprtHGM+gPEsteqNio4SS7pyjg9+vh6Af0ATUEZO8e3UwbALlImEnwyrbAOhW3epLKg
ftIOaYxEC9OUyimV/obp3OVqD+OQo2z/M5kGyIWlWLXxDEF5I1WFRJi8x4fJkE/5wFu9UpjM23T6
Cf+HuR9JfcjONpv6F3a0igyEEa70MAz3rCrYP4B6ldFnrODySyUxfiDZLEYjoGLBmCCjloXbBbVJ
WLIy290+tixSNUYxuUfGXDYBZwANsmvHbJa7yjRjcTArR10pDqyRk7ShvKYWlnR/JJH7EZTgiicG
2k4XqstmMGuDyVlEuhVI7cVQuhtkDzrUxoLDiF/Hg32nGqkSBUI09ltTQkLfoYRWv8/MZ9p+qFv1
rbfa5bc2D/WPMAoNeVymxr7rRismh4sU9U9znOClzue2e1bYSTReLhOGGH6nOvdTw44aEInpWuHS
1fS3yHvBYIibZPZHSfUJgJnZ/8AnTRg5c9YMuGBq3MSXEXQJ9hN9d9DzoVW9US7ECjhWD+2XMmrd
7kjsDSGshWX6iXKAoV7PLF0tn3K0ACC1MaVkWFsfOmreYMLVkM1NHA26ElSU/E3GFeuXX/VR9Gi2
NYPBktREgRoksFhBovYaboNlwXjTivwrWDzzl1BZZFifetKue71mBVcoY0/akiwHY7Gqbyk+Sz2w
p6Hw5lxZmqu+mLOf1B+tO33KuntwiYypjD2xRaGxHb87Y9bc4XKiyISc8K8eAJvDf5TWsMTQMrLJ
3KC1Rx9i02jT0kVUYZpknivLlOyxcbrjcHxBG3HSseEiuq05hkazwqb7+r7uLgaXLnLJ6ZSjZxK0
OQ8qK6r4Qg/7RJZs8AWQjmLSaMAT4GylNZqixy2lntpr06i+m4VlsxJI47WcVvBqTBJinbr6g15S
1qbWXgbgoz9r/USdgN3xdYNMjPBmyVHPYFP1cV35pHf697dZpJuQD0Tc+KaqPJWVUxZsh715LV9p
ZRvvzSp8Kp10utC4Ette/voYTNSIjubgmyCB4v3TRiGRam0IccWdxi6H89Haf9zKYOdSVCnikaHy
zXWDV5HyvLds3fW6PoveFiIfMBJreGgGu1NvZaQDGJiy8hoyAPWulKJD1Wrhl48fzF850Lt6Oz+X
Yy1Kch1ZOU3Y9z93oheeixwMtGLEoInShi6pDZVgaqV27JOYXHJw+n7KhHNt8eMDNhP9daKGry74
fz9j+/JEiSriYKOrd3BGNTBWhREj2HecXT6Jxvv4F58ZzajKGT0WGkb6BOur/ke0wa6wVMSMDgdo
VPNblrn7I65F99+volkkINDVJWbgRL+n6m1RpwmIhK4Lk1sKux2+dMhKH9/LaQecNj7lttW4QlfM
UtfB9M/NcPBwK5ukX8/JNOCsjubu0RO3v8wCcCvCc/eunIhjXFoQmSHm1bsGAhzxIlpB3iJaWWVv
TUNEZhqRTrPa2Y63hMpyQ9Evvs5zWx7k5JjPhjWPQcTm1f/4559+Vfx6E+MNUh3cP9uhnlSadEq1
Id80Ye/A+1IoV6IOlCZQ8o8vtdUhrV8Vhz+HsYroSTXWJts/DwqWvhi7EZdHvQAArJIo8iK34nvW
rJ9VTybix5c70xgzDBWNFc4i1KKuuRllPfi+PiNwxbPwTMI3aFibgOIG6AraI9IcUm77RX0abWIf
KJVVvm4PQAnlXDx+/EvO3DjyCBwlNtQq9Pqb71MVczHZ1Ko9U/TdbwWAFeaWsdxb1Ngou5fWBenH
6Ts10JLSqKTYQ/N0q06eQtWM4Yxg9evb8sEyZPm1sAb7djSy9MK6dO5SrBbr1Ly+2q3KxMGF2yPK
o4IQRRC5EXGAmwypg2NTd90Ln9rptMGBlseoWo5h2dzc+wHEKWnSwfvV2GAwSzktSZBEL8UXrnJu
OsXZxghlCXCRzWnvL1NlYwqLApaCMmHb9ErXDF8dZGZhoA3gh4I+0wXobsOa5KNY+gR4mYkwBPSS
gszQziaFPWA9NPfaQq1812JHedBmx/o8yFQq7P2Lpd/RfYhelkG1xguz3pk3gu0LtgYfGz6arUpa
qRMwk0NcI31YTF+bJuU+KUV5G4reevmv45q/3kHvxo4Bb4C22ZQ0Q9iK2cF6TUzBcBW3GbxAUdTH
Bruzl+l1emGuOv2O6Cavuy2mddY5a/Ni0rAK654zoNeHs3mAUEKUKN3QQHUL5yFZMA1dmLHWLcX7
hdVk2aC7zqYLYZCxmUGGToy2kKxTOdpsTgFa+JxqTnNnt8I+ZDKjrNZH3fMsnIW6aZnll3r7p0I4
C6EOuj5z3Y+4GBTfj0WITH2HGBYyfVcWv+JUuDdpVbqUhuGOG340Z6OCDHZqtTV+QP3VupEhb4va
iaadzmcYe2YUTXMADcp5tQSMRzorraToWdi0RICjhArnxllQVYeNUtJayuOf8DHRCcikNGBxOkSH
HGl3gkI25yZ709lMkLWcZPN0B6SHMjXdeljj0EfaybPDzuEaLuFGfp/VSoIWfOru4s5emSPZaD+L
fkHAhQrOgkpOpKF6wytfD6goljAfayo1QsQO0Uvfu9qfZQwpqMP9e5VJg8E77FP5R5aLhO/mpv0V
spBp8ssMX6NXAB/8jXMTaK+rO1PjgwzL3FcQUhWqSK0zbc9VAa/6U9nDTAcymbx1Wtm8Uf3oHiMO
harPKt+9xH1HURY6aY1UmJIf5A2JOOx20Wd2fUTy4FtiwwWrPizNjtjh3Mi/tgS7IF1uTcAB6sKR
+2qkugxhnW6F4iXL0B1l7bi/DLutnqIZCVhQi3J5m1L0/julW0qxV+eRgqhmyybEFzkkFMw5Te7g
JyqEvmLBfFWFMX7RjIr0XcB69BybwYK+YiNlIGwapQy515NCaHUOV43XAS3k3shhdAdzuUxAVDid
pd7Qx+VzRj2Muh9FylvuLv2T1AN1QHzbA7g9WIh/lL5ojgjrQYB20RR/TiN9EeBOHWguA3zYrG5p
p7ahQcOlgynT4l638x+wSRYiKs3h88fTzen0D/mGBXSNCVXxHW++xmbSErdIAPMSeSADWvtaYI14
xz6+yt/p/f1Hz16RbRwiKS5kOess9M82hTCNAjUHPd1iblpfKlb2feb5tLuCxuKR43gSwH2qg0kJ
J69sEtgdCH9RWNYV6MTWvkkdOd11bLW8mkYqbCgZqbdY4JBGtG7td0XbXXNQr/1GqRq/GCiXfHwL
Z+bJv0mt68aH3Kzt9roOy9rgKytAj5TmvT6SuVFqTXsdwYXyI52h8/H1TvwKmHLwW6FNY6QyU25z
AceoUmMHzqEnfOVpuTK/EgZzCK+WP/n1CELyEsvgzArN9RgAuHMc5h1nsxBUKRHrWg+gyP92fPr9
dDwedoF3Ne78T+PuwgbndNC9v9Rmz0H3rFDbYWUhyVey+3ZUAi8MOHHmdb27m/Un/DPg5ohZVF3v
5mb/ec+tHA6HP883ny7cyJlxvd4J2lbM/A6r2ub8XI2AyPn6CZoO5JfptvHmx+HKvAHo7yEn8aQ/
HVCbHGn0R/7yqOzdt49HyenGhGvjL+csxk848cxRmmkxdxMnbVCI3E3h4Bz5lup92y3OhXs9fWn/
dwliDtnAnRjf67DXlbbpEvwzWvQqEWOz6Xf/q9GBzajKfzjOW6vdcGs11JqCHu3cJuwTk/xzE5Xm
00z2YNBk8SWZ9ak0mWs5usp4x8BBRWFzyFyscTJms0k8hKk9GC28QS3IKr9BgkJ0jq5G3/JCIXYB
JwjxP1rc+4lWW3f//RVijTf48th/G3/rJv+MVNp39Ax4kRTcRRfQbByPRlq+kOSmXjjCnHuDtAMY
JRTVTM5N778JTGNpBe8RA7eSjEdkymTkTIt+aeJaT16buV4wJqlDuBSVTrS1CH0cMKwyI2akGPqD
vUQklc+x26Hl0ZU+qBQXoHqXASZzskJ9S2rVeS6KOn6OI0NbQyoWygumLVEq5aswxaSvRlx8OLp7
SPDdfy9pwIzAv2cz7VGE3ubmyZT2GTqktQwIMlis/k67qpsLD//cU0GZagvsNLztrZWlV10pZtpK
tOmH4ja0ShtCzQAzT1jpl5bxqSN1mOSFwXXmlWNP5HVweuHksrUoOiCG3VynxGnGvXl0G8gzM4Tc
C/d27ktaizUuTlIqqtZ27UhEToNOj+DLlwaELRrr6eRFRpNyJissSRqmVsdaEOrgssipB4zqOWk+
3BDPo8oLU/+ZKVHDRIxWiVDo1WP3fpQrSSbFXy0zh2XocxpFZCSq88HR2tj/z58uxUGshOwrKWr+
LZb88+nqiEwnAZPO06Rt70uSyXYoo27o9v135TauEzAVJlUe3Jnm3/Xu30shgjLZ7zNX6QuH9WVA
mIVNun5QqPl8SkleO2pL3H7K2sU6ojOnz6iU7v3H9/v38Ln5tNfCH4dg5irqIZttXG1NKG4czh9T
l1mS8NV6uTOr2UA+HsraV5z4TzvFehBFRE0p2ph84tMyfk3OlK2qE8EfkOhlVWD9rXLj2C54PwXS
E0L1Bp0VDE0IYHLFprWc5nkSDOqq7yua9GWaRXlhpJz5JME2IYSnb8baZm/uJhQNnmAxMz4qfX6h
z+E807Mcdjrl70Coo/sFAEJ84RmeGZ64koWDGpsF7sQBm1dQTJ2RRQfwBrqNXqS3sm8Q0jmxeuGk
y6H6dCqmiULrgVxpfEvb3T2t5ywu4lTZTQ36mp0poGHv4pjzzJDmyM3UoaKjLg0VcRui7+xzki1u
oEY6OTixdBEI6D4RrMpt25fJSt0r1NAvyeL8vFirKpHIMVSd/arqDUj9IAYT268wPDWsdPM6Eq79
nUAQ8b22Fv1HhUunCJRu1u4hmdsKJ0bTwmoc0nHETCYLuB6iUlGqTVPxhbz1gm1NXelkF+ma8tjF
Asa46N38Hj+r9VXJSvumymoT5XSoTvdZs6DXH5xG3CMPjzrfGDQl9uyuqX/3Vl8RqANSGYE12M8W
ea9C9Ejdp9bnvjPF6xBNYMaQizerL5YMNMV2ynCvMZ31vl00ynU31rQk6Rik164bz5zWafg+5Wpk
GTsc+3qIgmdshx31TyDbVQZEJIgMGNm7wYwQmuDcuaY7hwyziebmLqamBOBTLnXoQ0CUfE3OOLoY
/1V+9Vp4IU6FLZe9B6uJto/gg6L1WHaR7lluScsGpGqq7lRU3yFIEDuBKW2a0U7OEuqYK8f5vrfI
jd/PyoA4Pc8gZu9c0jheWgKKZ5+mdPvdAn6NiJ2pOw3sHJPYzspL/la3JFfRx5be3iKYchTCtFsi
uIqwJNOxVzoNZnNOjBTCtrTG6GvUw+Q5xFZ2h6WNEBYibifTVNAtuB7dIiQ+uHaGL/BXEFsp9Mka
f5zS+piboV3cwk0GUVXQF95lVFZ/USNYFq+R4L/9rLPiu6FPrCpAzd/f5Q0ZFAeJNAsJHDE4jock
1fkdU2nh3XJrt3YN4jIw8t5lrE6ZNBEuDgOiyalR8900KhVSBqOejGBWM+cXlaIpu261udWAASLD
Mfua+B+05JMZOArs1nqK+snr1GFM/IS2EOIB8lUtohITJLTahF5zjRSgijEScvGgdrPOIDZCgqoY
ETNiG40uZlCpVv6TGYUKW1NlxBAs4/qoK0sM3YFkZoJCRaZN9X7BTtkEfS0bcP1YyhyU2FKmHl3m
ZtkX1mjUK9JusK4WXFmUa6SoCdl0YsTrDMSC5lpc6TfLoBidT6zT/K1tBdEEplZ3gJ0zKycI4W9v
iMCHut4tOtzwndKUBkUmwldNr4mjbCH4Aog9hlBR1fcOUENxcNFVp1dZEZImhzrZ1vysTezyuNQD
8t6Iz3cO0tYZnyO7ikBrD1S4d0mbjLeEplivAwvW9xhbTRtkLJIIsQqXgD8EoRBdlQiOOZlJGSyt
ZNIizBMJ0d7QLj+PVcY23JbCrG4NOTJRtmrPYCHrxyUMcTAIYHfaMPxhzHP3Iu1MIz14HO3fpIJg
N3UGwhiCEm3q7SggZr4NDq3XnVBp7eEoCN03hIwhip4hfTQR2HxR9El7iouRE7c6ZuaqJiVnR3HW
BFmCKsU1CPpWDzKV7PEZM/0XdBHVy8dr7ZmdG1t17FH4dambW5vDiYnT1iwWTnao9B0vZ/t0DzM6
+/XxVfTTy/B34yiiHMhpCPvZ+92S5UQ4yjsuA+4nWPzOr738Tj+CAvF1v9w3d+69OChP2dV0Fe8B
A+3JHtjngQiqvRlgMNmVd/OVE6BhuLBOnmmbv/9l6y//Z8fT1nbfRuR/etnO3uX+b5BowW+0LLvn
bJ/4GHou7AbOtLbeX3BTCqtoOIzJesFi9+Npd3zzgk+fPn7ap2v/+ytsNhzJHKEZJEzAU2yyW5vb
CLBVk+4/vsi5N0orR7dW8B/rweY2RKd39IpYrWtakIHdkOHDB37JIXfmVjgrsc+mQkWq6TZvPpXI
5GKYQF6m5O3R7Ex1b6VT8SjrqvI/vqHThoHN7mXtaKsmFITtsTUzS3T18FwQzhIOtIuIX/Hqwap+
jOFiXRfDhJkEOIL83BDPNF6R2qxcGhrrmeH9vhcPIB5NjjcmrK6/X9E/YxGdIX0ychS8YWhT9Qk3
YkGaeS/IkOBoH2L5UaL4cURo8qbEugURGQv+wTWiJqjxanG0jJbk0gdy5kXTHbRtNlQ8HXyU7z+Q
Knb6dgIph55KGl9mNCbIrHiGN1ZFhikuDcP4SZIAcbx5P7BNsyKRk/aSjAi5iAcovpuxOn81rESf
vXmOy+8fv7YzbRbYl2tBkRPoWnXYzGD4k2dbDIjqRWamJYmQBtpMKQXusXJGJ42CNjFRbzuh3e6a
WXa/zCl08qCsgVoj1pbZ96ZwksdhkMuq/dbmki1jRwhsLJblQNScXmCZNTGt2U2jNAfFjbOj5YQO
uNy6wVLS9E0tL4zGE3AXXVL0K3QCCTniGLQFa5bkAPV4JbGtZhnt/KzL9LsylMOvliC2R7bVZAwM
heYCz9Xn+mcpmV0hC9bGsxJPVofCS58CnUR05WiKrH+KLSrKJN/CAyQLOLON4OP3cOZwbvMraShC
9XEYxJsJgcpZ008uHb58Vc2A81ueHb3ovcYus2c59DOSWlX8XEge/BZzVN7jMNKKC7PSuV+xgndI
igSayYKzabr1NfidCH4MJYLRVW7YvCN3Goclecl19l5e5ubzt6mrMmuX1Ms0BgU1mO9yKbMfF57H
Ou42HzMapLXrSV+H8u3meQw5PD9S4WCrtx08zrojCAY+6k2kkb2U6rV9FE6jBlmZzI9dGk9fGBA4
c0SmPNhlGPojFZCA9u18xUkq27sitA40tY27jk79hdG2rgjb3wqPEG0WEy0Mhc03rgIDo2bGN4Qi
INr3TViA3FH0PQiAyAvnVl54OGfmFLjgUAxArqw0tM1bGvoxtQuiTD1iHop7BLv1VdPN09WFV3Di
Q7fQeK8lNygkiDO3Te6liQo3jYCZJwmRhV44SdAEIgLtDAaZeBiUjtIqd7bV4SPL1aGcdyYt+Ldo
Ua0L0+jpE3bUtdyMxhBEBN2W97PoYufTTEIbltPe7b8monLIQ+jmF3MxdTKfRPLl43s/I21iwkZU
Jqg9YALbQjndnkhAxN2pR/6gDPccbelOdhlx1akzLnFQtK7109LrUuPg2LWPJpaFP1ZWtDi6rJ4u
sa1Xxh3Ah5EonVAH/7GgFGVmrVbzFcKd5nuUt9EnY5ntH+1oqVPQ4/K9WD1fP5P3Q5P7AIOyAtbg
1mw/6CZsK70luMazB1f5Dc9/fGWZFp+alBpBE+fGHZvOBpeDMfhdaqbH0LFHX8/xt+6I8ykeF5HP
V0CaKA0toX2h8HlmvmHpoWLGa2UgQ9t6/17ntHW1KKaxKTOCOq70MFaGu7mKpo4Vx9b/JLMin2Q/
Ri8t5UgE8OSd3blzW00XNg9nnpNG8XVV5UEwYhPz/odITZXpNGuUtEl9uwLjbWHC6owbKu+X1Jxn
1iaUeahm4SAjzjpRZ2l6MmM+Ac8ol9Taq5PTXZeLlT+bdpY8C6Ay/Y7PPzqwGvS7zBHyIdfN6EYK
q76yy3Y4osct7zO3c3dZ0lRHRUmJAePclV1oEpzOwRTAqEnTflHZJGz7wV2MOqEDf+nN+qi+QZLv
8BGq3U2VAtKyCbjCVDvURxSrxiVK8GnVj0uvqg+HvQHdn822pCc0qV10ot1rux1mJnLIOPsMvSce
uCknK6lxkumhU6PkJiQPjP673bg/hnQYv7jqINVgQE3t4GYr5W2ZxGXpL7KwSTIlyxCYRtQK/cIi
cDopI2+zKbvSCDJtbTtF2XJYlpiZ0tMzJ7+lihH5lmjn/8crcSxUi1SHgSpsO29uwxG9H/AlOVE1
PGeFjfeWhenXxK7lsZPNxGE4lN2uZDt+AdDzV2S2mUtYiS36XIwFJontKRTBe64QDuaFdImuTEBA
N9JKB4+01OoP0sI0mAhEmPbYkeeH3EUMRxCV3nzBwmAdkkKGn5psIRn+46n63M+i764bDBeXL3h7
8og0MpYUjfyuWnSp4RM8FD1XC/UVO3N1pNta+sNoTUw/hcYk1pJh3mdqNgXgmexj2BQ1brxIXtLG
n5lQqP+Dg4TrhzB5u+9XJrSVWYxPZ0n75bmg/hJQJzSPmUOf7eMncOZSHCLpbkDKAa6+bVpZs9BB
s4TSq1wgFC3IBl9LkoxsDuuS3sFeJ+T3Y2CV2FnAotYJAYnx+3kyDnsZNrHRES2bG/MDNsEicGkl
psdYRPU9bnDSs7K4xrilVB2aj9YKMZBKV3/N0pb6TFUs8ecGAaHYJWofP+pOFSGvsvk/fcMmpGbn
pEtzbdvp/LpoOsBrl72OiS+nUO17Z+h0a98hTfmGnlW8QlmRrzn2zBehiJ+aW6svWO7Ub60lr+nw
5ftlaLIhIG8oAV5SLsBCwqwZd8oo2+iwxjup+zDp9E/SlaqJnEtFS9Q13Pqu0xOsR/iPwKwoOWpt
T6kHOnODUsTDbqrd8LcYMUgestydxJ4sYyKCgOzDuqnKgrjYaAS5QV0tj+is2Zn520X++pKELUEh
2FemH6PF0yNqZ+omNKPD8mqSQEkcVYFFa0cwq8J2ASoHUr9Rn/7kGtPJwUDSMmMstfLPemRZl07x
p9MuXTK4QyvGdJ1f1n3YP0do3O7YswyKoTzO8MjZ2fANYo72dWZqV3BLIiyNk7wwp52RgbAOqjR4
Vmrb2pp8f9VsnPpFtmxD3Bk3nYn869bEJf+4pKpFXZaoV19i5ESEpwxXI70tn15mf8j1QvvUqu6y
RzRmHCM8Whzn1Ma9LcGnXtiB/pUqb0b+mtRAY3jVALA13PzIelQ10jLR2plpJXxqfcQHOQz13/1Y
15yNG8PsgnhS9acZK8zn2akSDYGmq4AmUSez3UHfmSD68RW4u8ptsBob7rLuBqU6lruelAI2Ylj1
7nQxpDaK+VZRfGGCsoAn7bCnxJmfTIHR9Il7hTkterLTrPyFB3ROPCdx9V/Jwlltt2RZ+tDOVvhT
dmXf7yPXmh8guDTXrISxwTlKV353HX6WS6v2+vVvntFaolxJf+u2Ybud082wUHpaDZ4NriCwVTfz
KdemQYmw41sS2cM9amESGDGlUQwy9YeKPeZtPljTYSk0ooNERfvk49nxzJCmu4b8fGVEoQzebDER
NEZOaDXSMxal98mL7X5RBhJ+W0ThLqXZRlcrvqTXPZmSbaQbiCuo/KDaNrazfygTvChwSAgXUopj
aKfyGp8eu5navrRzPd1Oci1Hg9mnolqg1LEZmKywtFVMQbO+hCMVhJPS/KJxIT4nYZx+U0ijZV6K
AMPTYx2fUc2SM0G52ryLtUX8ajXxx2rXsMVZXz6bjT3/Bh7ZfUpbZ3n9+E38FcO9Gx7oKhBCmTqz
IMDHv3fyz+zCIaCzZd3Unk4IkH1Yoq4ZSbUga2NviGZO7kSKocSvRV1CNGiXcAR4MI20OZ0+plQK
ynHxKir8M6HuSV89FEOtXziS/EUdbn8k3Xv6965FMWZrain5MHh7OqZnQqeJSHfjP7NZoM8lTzh8
tcnnsj17suafUZ2mL8OiAjzCys1mp0Q9b3iRwLZHlGneIIkVxMMd1aHGATH2gBOPcCjZybt/j5Ak
lFcH7g92SWTUqIYhzGSDDwfJqQPNyGkgOQrqxYOrV4txYbt6Wki3ScWhVrsi5vD4bk1lht2V9pgh
o5FDYRyHVNB3Ic1678T2QL0ld3yAgEPQUyjy4p7apYuNFv8dzeYLw+JkT7H+kpWmSfQIe8utiYsY
O0XP8b1ymeLNoRm600x5iDXlOkoicdAG0qCn7GjP8DCbpaCtll+auf7O3pu3zm+wUBeZhsF/b85/
IdNnJe31N2hyvB8jFIOAkTXrzYoMh9isqBAe8hE2EbZKwykCETOqgoQUVA+Pq7zEl3G5HMcytInv
jdU716APGfZqfNuOZr9PyrABqjNNh7zRCTsJKe3RUFOx8WfEoVZGu+frjoKiIX6WKmuzd0p4CJXa
gSuvHO3Gadvu5eMHfzpJaUgiQRdx6EXir26KKmkKoFK6Jhsb6RKzq05D0FW9vYct2zz990vxYFdf
IaJEFDLvF09INqTxJrjpeoPMS5Fb077u8IEjYa8ulK3+qqXev0oOYMgf+YQJQuBtvr9WZytz1DTk
wanlAhe3GWf2bFhYcuoQvshiaLCVW1JvB7e0GzjnkBAZT4TzUNYZyaiHaTCRk2c3asrCbX1T67w/
LlWOhXysmldNR+ufOLxOJxLGYxEXygPFb/EYuTbZK2lSXxnNEO2nrOhzUAyletStuTmWpIncNnNV
X9KPnJTpaLxATtV5tKiRaXy8v1/CTWdCz6iyZ/Zs/VbjMi996EvKYxaiJ9mzVg/KIZ9kj+OYIlpy
xQEZbGVEfxiE1BRFv9iYNGtCNfFPU9dHRL2Wpln702ioV7VwcBk0ox0XAEhy80Xrav3nx6PjZInm
DsgDYg3j86Mislmi2RK2hPtmgH3SIbkXREs+1L09Ht1Fy9BauhRJluTStHP2otRO+QBWf8kWSEwO
R5cYBCuhKx27R45xhEFWQMRg/1lfl2xaPhudU1+Q557qxblV9rlI3vBYgRHd1DWSCu4hdT5Mh3pW
XRF/IK7qlj39DsWKex1mRuUt/MEBQ4FDOK88m1GNAVz0osW8kCqXSv4nZQt+EKODghKifzZJm0lA
NwBQjjl8TzPhWg2t/sMqGr3wUZ7ZpGgA39fbZqU55XSbEUnFrgGFYwLs/wxStEhJM04dy0/pd13P
8YhkoZjIOd3H1RLDoR3iEfVO30xf2FDIMoB308eB0tcIZJbImUOyVgUwVE6jKCriuKbg8vGwPPey
VnuX5WKGsPj9m3FJrSHL6FyiEZ9b51YmRfRl1prcw8wZHztXmn6YFcZ9BVjtcTYQTcKRmW6tdpB7
UFPz28c/58x0TdmHsj9Fyr/xR++/835JxhGQW+ERr5u+EV8LGDyywm9q5LKl+vhap4VZKlishrwp
+md0Adad/j9btRmUAN8Gk0rkhlMQJ9Y13jqSeecRZoUsqQ0nbwxL0E4OBIkiP1y4/jppbSZxzUIq
bzCtrTl8m0ev5xnyUOAzhF6mxXNqNnFgQKFB+s2qWC/p+DrT3H4gAaYPhKyNw5KULZCsQvssR3O+
sCk885FwdkCBwR98JtsKi9IO5D/rcckBBVVOZCnmlQld/dJHsj7U7U2v9RvBDgQR6RaBbRtLrMWD
S6+YIy+BR4580mat/SrciOajULrC3qudAt6F0oEN3VCV8U7qWc4/ZrCYZaUapRSUi7wJPn4fZx4A
6zahOw49Yvbwm9cR946KjpbXEZkUFzvgqzdW1pjHj69yZoRzDZ4vAALUwVu3MP6c2TYSQnxmB/LT
MiRE4eUpYmygCBe+7XM3hGiHk5lBbgDq4Pfj26lcOsQu0x45Ce4NJ3BkrQ7muueP7+jcZRycGC6l
DcyU2+dG/gTUtjWit1rQyTrScAkxdi5lbZ15bhQ/KZQzaFap7LrU/fOxVnGlOV1CiTMVUQkBTpWB
rpD5ikR3ERc+hVPFD3pCTvisFVwIocdmp9yaAH9i+ueonciP7RVoq0UryoeyAGOaVwIy4KIvvlNW
9p2mk6WYVaXihZHhPtBRVPxeHdgOk/j9aUL4dakCceZRoHDnB9LFpnW3Xc5EjWYBnxYh5MTI9Dt6
VupvbYmsH/9j7syWI8euLPsrsnxuZGEeykp6gMMHOknnTAbjBUZGMDDjXszDP/VX9I/1QmSqOt0Z
Rla+tSSTLMUIwh3Dxbnn7L32otBwL6eQmvEsxbp8kClRxOs2L/tbfhPzTYcbLgTgpJI07joj5BRD
543l1wiQP9Oq/OK+wKi8KNLRXixQ8ZMrFiX0DJEdruhZ1Gedjhd/Nj57tb/vjDNgokfL+m3SsudX
HR+FLBcPiWhXE9NVg/bvR8C4cu4CnYRAVLVJEjigvA6paOKDgJWbBzDO42dQuU+zphiBTQ/7szVu
ebBO1jjCJY0FTGBTSJwG/JS9qFGzmnCThDPcSLNdEHRV9gOG87wxh6nbISJaK2nxRjhCvzYJH98O
tIU+WdDeG+nwHrD7Xe4StKPvtvlqGypoQlXaiwPOToZJP7yhEltwVfma8VZ6XdMdvi2juYXKC5s0
7acJTfzwPXP1G50Y9bVb9+aPWq1gjKCNWdsV8cVjG4NKkY7zyftwuVLHZw3bNwoi2vz8m0f8+EqC
uvVIHeciKgoy2LYR7iU8Ve88N0ZykPCWbZV8cD8Z+PzioID3edKxTZCxYp7cpLMs+8bqIC814cyi
DwbrEhpPu61GsrWrUCkDwYRw9fGK+b4ZTCgvNwhRbzy+WF5PKuQ+tjPd7JpqNdZF8xxzE90JRHJf
XDmYB2iPYNEgwHkvth0DmKXbomur0gJ8hTs5zB/tuI1fGwgvB1QE+qI5c6bnTi/tp08+5y/OzqJO
QXWDXociafn5XxbdChlElVqyWpk92mcWemL9cs2cv7h6HRW8s/TiVZrpdK0p0fg0AaJbrOcm0dCh
bK11glRf3wlRFOm6pnrd12GavUFkLOAbpSNg548/73LaTu4g7nYUPZSOJIidflxHTJUcSj5ukpP9
naoYonPsXBslLoyHoWyMr06bQJOOUaJ9fOT3SzI8DlvTUPJQJajOyYnKsZAtpshlpqAOlJBRfIha
uhwdqtpP3uq/OhQol2UQxkYYs97xNYHuTV/QoIvTY3NfA1L0fOmmvT/Bt/3kW/3i8vOSAbFClboo
RU5mFjFBh5GiMrNwBHhQxOvCfZ0NPdornjpBAoaEjRbcqNXPUjF+8R15LBYHHIULPdST0wnSKwd4
qAJu0epqHTW9F5QmEeSe2Uef1GPvxYEOIjDEKMjoEHZSKh2fT7dMUfgA714RhFq6K4ki+62sMeot
macQbrPRYAOt40/0NqMTWsPaYW2adzK3IeorCiBMn4qO2FkcRQp824IppV24cbSCilfrZxHRhuC2
o65ae5FekQ4PP/WrtNOy9nuk9R4pCVTfn6wxv7h2jIoX3/aStcb9cvy1ZOWhoihCucpGK36kIu3O
FwPqhUUY4S3qEjUo5jS9+fgxeP/Kp1xC68umnz0NWtnjg7oRnT3yWkC4VCJcS7qRvpEO6t8vzzgM
EwEkxZjAQA4dH2bUugFrnYdrO5l0LAyTfWOPM+50zCpMIxnSngHXxGVoymovVavihk2JEl6awBAl
QRRRWvlT0oRbbdBpQX98FpbH4ngZMpFU0ahC9rLwDE6eUDc32b5IFWsP+QZf7TzGkACaKJhsuK5+
m9vx9uMD/qJexUarLgQ59kRc8ZMGh0ICx0TKQb3SY1ftIUPbXkCmg+WB7NFmb5XGAwaDmHRZ1Tcj
w9l0WlfNsPSqPIcwGjqRXza58zVWi+wqCZsOYGWXf9KK/UWpxm22CMHBPCwcgZPzwrIf9a1CrGoh
KmMNZc7e6CraihTiyFeq5TjFWlu7RD6b1d7Kx2FTN0QwApmPbhG62ueMpj8Twb2HwTEv40pxlaj0
2P6eLDWFUmrwh3XAPYT7SPyTrvMtk3H6HFtyfhMZA+GNR4smXGcSE8q6F113R+OqEJswdElQyBml
QI+AW/mk1K3xHcl7YwZuM2vqapzREmsMIL59csHfV5jUlfQNuM/Ia0OqcPwEDBUiN7VWFYApPWkj
fZMzZJqs8UyvpmyN3NfE1hiPG622h0PlOa0V9Ko0voNEtjcff5b3a/WybqIn+1khMKA7/igSJC81
ODDKJpIvmHy1c68zvg1j1X7SV3y/uHCgBXlB85TZmrv8/C/FiBI7SUFsKAeqh3ClaVnK1Je5xcdf
51dHQeHEXQqZZ5mBHx+l0cM0rlo2Q1kTc1P0pbseBfznj4/y/qSRMsSwAN8h9x5v8uOj6L2ACWFr
2SqJRb1aBJMbSJjRvtGt7x8f6f33YT5gGywOS2w5VdHxkSr2zQt6nmjYrCzPPdOip08Swvrjo/xi
BUJQbdJHXKogytqTlb8ljsrQqhA/7pB5l4kch7cIoUhQN2CbBm7NpyhvUx9PLqnJ3dyvcq3rA+ir
1Soqayae0HXO8yiBC591zifv+Pdn26UopJKFYQLx5XQIxFxBC8M8x3xqVt/DLNcBYDbGbepm7ddP
zsP7BxMGxkK/Y9CHdvn0wTSg/7CEZIoPmrDl8Zu1zE81vdkj/kzXQzqSTq/wTluhhtWD0I6b+w6Z
ziOls/63KQtM+jCfIzrR4OShGzu+9GnJxnBgUMTrLiHnTp3HM1uPss92u+9nM1SHHttwpP1LnvLJ
vRwp3YTeCBBjqdfZg0cR4Ccu8xnQy4hYTDWlQwEyP2v77rvB7jIAg9G/fnze319hlNGYb5iEMdeG
8HP8VbEx43fklYXfwU428cRmkeZGB6O/+uys/uI1xndkR8SbDNsFBz0+Fgl+rLkFGYZuLIgDskS+
dOuTvNXOe2GVwHpjy/qRi9lJ/KWIuZwmXs+rUDURT5kk05LXpfaMQ+bGTZ1Pyr5ffTpOw1I1/1Tq
n170cjLCQWuKgq5LR/nVQ2Tc6nh/71vUlvdg3et9qvZqsooM3EtunkRbON23buliIZnYSJxFBtCC
Tz7W+1UIDTAaewYMlEQ8GcfnjOCJPFbarCB+pcvRtpnFmQ2O++++itBYI2tGyc5/LzfE8VG0MW1V
xlvlirmU8irzRJwzSp8Z91vqJ024d1+IQy2eyGURp2V++oXgX5mydBGkeAORfH1qRFt27X+7g8tw
Ah2svWAkID6eop7KUCGqcADmjkNB7lBcwe6uXSf4+OFZHo6jepV6fSG7cNPwBL9rfCe5M48h7NtV
7pbjQ5UlxoMBk+zRMRr1DB207Ue2Wu9G8OwwLmfx96+aadjo8Fg7fu42j69aEvaeKG32WIhVlmar
V26l2xEQIwhy+vibvtsUIQZhJ8tlW6IxqZyOD0XHoIiVBg6HrgvAVYVf6hoRVfuYStloPyOiIkx6
f2bZfGFM5F+USKdiIHdgkXcrMkHYm5MbMXRA91Z001QkKKU+eCsrG8mQGAsjurK7ghC7CXX3S17T
IfNdYZjfkwhR4Da2ouFlbo3pnBlyt63AoeqrQrN1tPNFySsmktaE+Z/594xEx5tbFuMcUeccad0t
0ge7xUFSqdYdkRKd6WM+QKhFX5T0rVib6vs41FtrZUYD0ImwHSDdOfUwFXvT0dFplix4K9zY0NjU
SCGIuR16DR9za2ZJENtCPzSKF6awQPrmvIOXBAK/jN23Ip76nS3HXCHsKJ2B4aMrxSzd2/Vh4Tql
UA0HAhe9ujPiFZN85SV1kuHci0nEwQifGNwPUURkdjc4ylcBJfEpckKdIXY9femcxvgepUL5KtXE
KkH6WLHwOz1zPNbdTjmQkKuQr24OEmIgFUl10S+0m0D2LYRP6hmQfJk6g/FB65IqZ7MaJ9vRBMCz
LSI7nv1KlzAgXSEx+5MhpwZKo3tfC/IG+IKYxb5IQm9NX+1UwqyUCRfXVRubLAoanETEeMVILFKX
T7a97qyKrKk8neE4Q67lMo0kpacbpqnyuS9EoQM9b2YwXW063rd5pZuBA1TggRyGogw6ryWwBPVt
7fgCLXoVYHph5GBpE/CiBtu29IdJdo8z8Yb30NCZLqeyastNzl0SIQSUo1h7ZCiK/SxBF0HpLQvm
AR18WTIKaK4HPeTt3ucus60ArjLTqbq2SbkaSwlYjs2jPgb2YlcLMmfOv6dzM/IQwbXX/Wh0tWdD
Q3LiR55FyhASqu6x84pZhS3YU9XR+s1cgswG8R15RDfeeWpXPWamZaLpQwbFHcKu74IGvaqtWq1B
VZ1QsMQoooz+Wm1BLq7K2KkXs7wLiKOYYrlEnmdAJHieYj8KB+cBwkcqVkbsuQc51/2Fwdnk1znR
Eipn9Oa8nvE4kolbzQNS8nwJKeBGdBatXUagmRBEa9CXZcn7eOF5v8TyYtK0pQpfWnenbyYTEcDc
5RS7WoUhZsUcN954yAQvqiQxb+bRmh6GXAIqIW3QL+isfFIBv5clLtylxV5GN0hbtjfHK18D6smT
Pe26AqIFdjavDHhui7PKHlx0GLMd6Fnab4H9GivDJTUM8zLNGxdploZExaeOT9YsUf3txyfmF+9R
WqAG/sc/eOEnhQFCppkpvQl2XZXulSjz8a5pVO+T0/++KuLrswegbbQYSxBmHn99GjF6ocZpsVIG
Rh/DvAlNj1Bk9d6KrI1TWo9oiS5Sd4YKSejrZCLLqCL1qi76T3pX7wpVtNVYx5GCozzXKJqPP4im
S7cddFxMoTGFrx6hEEEp5ua8ssk3+runlkeB+QKpAhTo9IWODzWY1ZBTfy7JBdLZSiMPf8jG+dvR
BYz3luESPVQMKtxdx0cxvclyGiZKJGe22WYwI/M+SZrok73/L04b0pqF4ebQ4mKaeHIUe2SPK+nP
1GGfkdVRzxvizRbqqfPJDu79DYlIa5ncoeT5hR6mNpiQOwRzryyXhyJLnGkTSiS5H1+b97Ibrgix
mAwHoQsucvvjL9RZTdykCfntHgwS0pJK+jarWc1md92FZSh9UY1dBZiFXAJfSafhqTLsQaxGa0gX
0HzVnXVGl/efPCi/+PY8JegB6eiwTp1OUJq4ys26H0CM1KW9xpTorjMN8s8n3/59XcRbh6qI7ihN
0nc3jc7wMNHFEv40JEQajHF2B1cGq30rqw2DXOtAs9C70UaDGO7SwiKnK21M9oS0rh0tTx84N6Sn
0a/37o3cs30a7cPfPxU2+1kNZQ48Esr94ysUzmNapxnDJC8i6kRVW6pwD7fMx6fiFyec3/6zdUtd
yibp+CiZXjWEc9K5dXKNSDmvGw5qnmuf3G6/eHyQGJGqxL+W5uvJQ2p1md0PqSaXwJsaOg5aO6tI
ql0emuVn1/ZdB2Tx6C8XF+EEQsd3OQChELzPK3YTTq9exyTHPKazNz10iRXvdDLdr7tOy26iMEqI
sNDtJ7PPrPuqZ7f88an9udU93tfwSeh6oQtY0ltOr2AsoX6HCXo8G7ZYsp/CWf0SZ137yl4kQfWF
Z77xh2oo3XOoYMajNlRpvO/tZMpXhduadyGTmgctEwQAllmn+rkuurOpdcZ4nUPr/AaQFU2pTpP3
PPcm2WzmeVC/Z+1ALCp1K131VBbFDzccaj0QkaChmJiz/fDx93x/cRm0IG5k0qAtNu6TW6hN7VFq
iA1XoGbTgFe7Cbc41b9oOEY+OdT7/RO+dFiobJ5QL0EgOb5bLVrIWFpaDmUYib6vVX12fZkK8+Aa
DM52Dv+DNnywqs8yRX5xZJwmDFbp8tA/OBUA23U1gQciXGjUh/axTIFfE67RbAynMr7qcTZuzLDK
Hj8+s++XKdpnJDpwHVmv1J+jw790nMFhN9xBAFHduUE4Gg6W9QTRy7pswmSmlMg+MyO/x+QtqFn4
nzQwmHpyWY9PcMaeR81NnBRZplV3hTsTkqzh8zQ2VeR2xtkUGVFNTpuh3Ma6h2XQzWR+53hlRyRZ
m8fXyRCy2xFSgeqloSO9y8B6BwZhog1iA0iyZ0x+qm+iKevbmLcLY0ArTp5JbPLAfpLGdd1gfybn
sWSQRByW0vlGp6T5WkYiyy7GMLMVnzjICu9WJ2ssYa5SaIFtIqYJ2IaZPxRnaspdSh606VPtwpCt
aoJKkzmbvtRK7cSLtDHsdmNEmeCXbNa7v7vaoangsV8aJ0s61GmxV1uEkhJgSDbZ3DQXNPo77AoE
KJs4FYKP75B3igNaFu6iVuWiwR/wluX9L3dIhNXKVZO+o6ft5JeZjjFsYXTVO7JJqh077ggLhaMf
QpFBB/z42O9eHRyb1ZzqgX4fc+uTewW/lxLhqASfgiNsjwIBD57uGX/sHP7j2/if0Zu4/mO9bP71
X/zzN0FwTRLF7ck//usy+UYqqPjR/tfy1/77jx3/pX9dybfyrq3f3trLF3n6J4/+Ir//z+MHL+3L
0T/QNEja6aZ7q6fbt6bL258H4ZMuf/J/+sN/vP38LfeTfPvnb4TLlO3y2yJSen7780dn3//5G+6s
v5zw5ff/+cPDS8Hfu375P/+7eWv+4b8ko2je/cW3l6b952/O7zpSJRZfVEssiXTQfvvH8Lb8xPid
8hE1Cv131PAoFlmWSzoD8T9/s4zfWcIWkTjZPA6Ccf23fzSi+/kj9Xd6iThFGeyhYmGn8Nu/T8DR
pfp/l+4fZVdci6Rsm3/+dgoF545cVLZsen4a59hjH9+eBFc045TVZNnJSrmfGnbeftuqEyOZsGoI
M2lhm2Rm064bokq3Kc16uJgOWnNrICVKV8duHaeDvicR3Hue07F8qsaRWaPV4lDbzGUMJCfCJnxv
Gl19hjV5ISpRMv/lxP/5vf76PZaP+ZcX+fI1WIVZ9Zfif2lVHn8N1Zxoork1KL10NjbS6AE4q5HZ
kAjchkGTF9WtGM14NyhedqbOqvrJgmKcjDj++AD0Yhm06ihc1ZPHfDIrPJsDgbBNmKcXgLcyUvwS
O/PbiqFWGBodGuWoD/cyc5Wd02VTEEfKXW5HzVkpp3U/owUyvHnHp2yuZiiYV7o3NtuhrjyanU19
hjRNM9csyykwR6kAeDBIlWBw/Zx2ZORekqCd2ovFet5YQxvu/zjVBYO0j0/1z8Xx5FzjBUCa7LAt
N2nXH5/rEu9X72T4+rokk7dZk3qHZlStpbaRmFQwLoyHwfVSG2HMktncyZF6IIMxSfvYi5+8fshf
nDq0a18dDY8Y2SzCe+FHVmcpwZCm3HGffOSf09Ljz8xUjz0LWwkgBCzHx595MEzQkC12p7ar8oOm
jW9tJue1whdce3rWnxdiCPetN97poznvnGJY2lKt9UoYRnHVoy/MA1GKItDGGP4vGhZ5SDKvOzcz
bXiAeOF+ixo5tWsx1wmIsrqoHkhTIYA59Yb9lBjdxrBL9dqdxCYlT3PLZaw2StHaAWGYBqOorHrN
xra+hGBXP2VIhn8Iw1NuK63I907idWgJpH6QSrPkfpjK2lnwF1qdNeeSpMord2IMLbqhvHOs3vsu
wvmhztz5UXRV+SQgfzwqDtlhnWbQmIzy6jyJGm9NDu90jWUvn6AbiZJEj2Lco/qxD5Ji9VLMZXlV
62T1sqk2ngyi6y5o748rz8tunX5uDriHhiwQDhK6DBvPnWEQnB3ESnhWgbojcJ5f5jv9NFw6jnJB
glB7FjXg5ca0uepz5FK1Na9gz/lepz7rsop1P3XdNkgJPOXVr+gtcFRPvdGAxZT0GXvwVaMVBcXo
ppdRTKSG3RNfG3qCZ9vm7eVXtSCiNZNP7qR4m97u2+sKwDsAzG5fZZW2qUfyKj+5v06XH7bn+PWZ
bpu0bDwkfse3l7Qj3hAWc9TG7YeaHHlJ4140fbXVMcX/6EZd3U1IBpYwXwLO1ay+nGznqVV0pQjq
rCd5bawUEng1s08DIsKZEXoi2fXL0687cP4n1E6fjDpOva+YvnSbsQo77AUTxw7z+FOXbk9LSPTx
qpCKSjqg4fpYclGQqpO3G7mDnCLp36CxDts80uiTR1MTeHkSPn98+k4q95+fg56Ca6HboNtxunai
nhMxPb4YHU9f3XsJ1zd1KuYG3aRt9Lqy702gJp9ds/dH5WVBiAG7Prp9NEyPvz2tpEhXOtKTigm7
yTruh+qL6dTRN+K9jA6xD6SlrZXO5UOWCW9LplqRSX/suvC5rxiltLFnPlcd9aNCS9GXCE7P7WoM
MrVgMPDxGbLtkz0zsSrLUBQtCHNllONLYfLXMrIeQDwnSg1wzusXwppzxYd/jSe2W36mO+HWi7F1
sgeidY0HYtv2iKFiAtlXY+7Gq6ZJtJVS6i/SNMW1leT1IdMnZ22zndgqVq4FgxnWr+TJ7xIo7fu+
b+sV1tAnZKQq+6hKoyPdhAyH6AjbVaFundx8qJVogJNO8PrWVEstIDHTvasJ3w7EEGl+ow2gTiDB
dwdX5R9WCAR00nAUEzgvcKBYJ77YROk7Tu7kzzjbnhqdgU5oxt41e1mihbpQDWnc2+5mVuf4a+I5
016wGdumZMGvGy8KyXKHI7+KXGFtlKGy75pJqDulisMtejcchQkBYZ4KmLjBI/dsYbGLVzMobBKt
NfvLKBRAuQQ5p75JltZFqSimsnIAp9SM1a4tq2puWqXsv5tRom1YzrKDKpFYB6HZz/si7saZLbzu
BJEgJN4ZK+MytvQb0aTDVgJu+WKHNDpoZVgHq+mSayU19H1E/26dUvydjWkeoh7qYT0L6Nt6VsT7
hkjgfZ3b/Zb5d3RVSJDAPnlYsmB/KcBCS8cSO5sdzmtT2dq6jWz22OQoG2srJd1z05Gduy2lMfi1
i219MpVmNzbutHYTkmaCsqzlixZBj2qNFm/vnJ4VKCMOUzLYgZuE40Xaumc0QFpw3tYXHQjVOXSF
RzsCzq6DKvObPrl0JyrFqtBnH2xHc2BQAu+YPsc2s2bvteBtsy3tyhV+D0Y+D8ZIkq+4ABxnMpYv
W7d+mKc8vGxE6165PQrEPivzS6cvaXxr0to2jnqtNsrXuEnG2wm2Ej3OBhSC7Hs9oAlJ75GUXW55
fZtqswyaNPwSZYa4GQbbvcrxGvsDtdBDWE3aI2W0fiai1DhXo+yMDoW71aa4XcVuNt0XVa6sIuDS
t9ADs/OxdKeVTO2nkknAylbM4bq25XQNOS7ZK6ULKrqgnM2Fuw3zfljJrmXe3pMcz2dj3+vHvYuh
ijjzIE3w6kfN2H7lGg534Ji/hmgO9l476td9n1gXVtGIPa8550uVWSZkbhursl2EAbLqNKB9+zbB
BtkWohvJLhsNQr7xq+v7uSLetYjHcGUDzsecE78J+O2lnxYOTbOMIZXstfuwhImSRHN12alUp5ta
F8pNywNzM2hz9lqK6JLOGGAVsxbfqMUQffTecgdBSN0bZqHfknRWr2a37h7LSr9LZWTuC71RYbQb
sACwGBFlmYjU8gnNaIOis6ZdzgU4lEpsvsBudJ8Uuy12grXnASa1vJKNLr5QqsbrmaSLiwacO5Vx
pjjpFihvzuA4H8p12STxsLEqBxEMAzq9Jjg6Dr8orW1jKk2Tt9qpjQIad1FeJiDY/IRY9bM80vUt
91j1qiCodCrE2m4NupOGw7TKY4/8hiyazp0oas+TPJmvGr22zh1rVLE6zU9GYv8gBrzaAKndLipa
Itt1RAdpeq3n0EALwsSDkHHptmO3/dIn9g4LoL5SkX2CHvcy59GBFZv4vVd6FGhYVR/R2FRGAE0v
Dywz16pNomTtFR6b6NuUiW6NSiz2ZTNkwp/LfkZpU/V+bZEQ6sk23HkpAeBLKXCIY5DYnKhBOQxV
X97FKQBW30Zaiqu9Uqiv1WgXzh2DVEyxfq+1C6l1Gl+nLnLPKynKSyWxMomgh8QIXFD598SW2aqp
5+LJLYkLHGrbfCVZsbsjr46FfzLXYaO4L15vDpepXdU7HmgN4p701gPZewQzWI4ClMiVpb3vR1Li
o8zpUuR6tEPoY9JN2joDzgcfVI54nqqpI6LBHuq9xjpGSB5STZ6A5dmXEjK/nifjTg3V4irJiVZc
S0sLvXUfGvq0TkaGyw8JaswNs+aiDUarUwHdMzf8PsAM0q76tEnkH0dKh9S+jAyD+WS4PAaT60b7
oppUC76QFkuf18gANCkBHfUd9H6+EnziA5JLrL5EPzA0Qc8yX1CoT0HHs7Zm9OAGBNvzAk7TPtnK
shuvhxL37aqyRbJNEZcfHFeCC6lV4yy1WHxRayCyGkZtvC4dobMQh3VsraWMarlp6tE0NkOfVENA
P0/VzgXiNO7XtuDsqlmyHfDGbMfCdS94j3uPHDyvblVgaulrOIKivDbtSu9WJsVIRhWsyRw/Yag2
oFdc2fkiLtrvvVQHKplGw+eX1LufHzUjIfJMwqHYTvqg3Uu1oF1Y5tqhIOhvp8ExP8DLGHxP42XM
5q12g6nlVRXylrnQirKxIXvx7ZNx8NZEGE+3tQcjxnd1IR7EPCsJFqSJEsgQ/XjdWpwtpXXs/haG
mHaIZwHek3LSfElJFoh8DfIyDFXFCrUNIercBkM2JFvMVvwitczrXTPWmBKshlQyw8ifZejxOfos
YUit1vKZjFvMWbVw5a0uPYcBeh617griEjesiE0CsDu+CK5WrkYjU6cNdMUhdpUocaIV01QoKzp4
43VesyPqYPtFa4z49a5GanslqBNLpKheEfPi9MR5PqqTFjiW4j16keDUkR80+7LWm++mcLzHaZ7g
wKoz/WIqitF6yUNNfdK8npwdoY1EJkhh9tcpLZEfs6ukl6Yn3A35GMg2pMcNGo8EARV7WYcV7Gt0
R9elNytLJIAVDA7gkHVmt/nGS5R43WDH28RqeaPWs/mSo667tKb6bECyvkYqUt541RjvI2UeDjHg
HfAs/azBVnZChmJZDUUrtb6JuNUMf2A3tTdyMKc4D7Mrx0jlTZfr5uXsqW0g8pK/1xr1nhDnZD2Q
KsJOrfG8gOxHsSEd13nVmooALEMOYofWU55rpKcETpjk3xuHqqPSt1mseukFyjEqFfh8OyZE5Y8S
PcplEbbqvVwYxWRO2cZMNlGtJZuykt3z3OZLqSK1mHxLjTdImCWWnxSVphMHUU7bujJ2dFVMbjxH
MihjXJ7vwPGS5GF0RnKuV7ymnVZo5PSYCFBsqS0iGS3sKCdsLdyp5HOfZ40yvplu2gQmjJSz2lDH
vZb22i1hHbq9atj57wS+rUsz48legdB8DHXziRrzzomjmzrWYeVXsj5vJlXb5l17S9OVyBhj2tD8
qV8jYQiEJoK4De74KzlSSIFUUm6UYaJKd5N6O83KTTyo3orMlmil2Na0boyw41i86GnQj1cREtlz
IVJx1RTzuKOL4H7Fka9fF62HbGjIjKs0csu1WRfaWoNDvBqmOrpscNQd7LFriMqp0odeMZ6kUM2d
0bjiYJTdi9KH4rG2ZGKvlJjM4iTFFptPLZiUsHkkycx+7oBArRozqr/XiZnAwXUb7oO2ZgS9KET0
2jW3ugLA301M3plte9PGpdr4PJm0CBEIbEWnm1x9AG2l9QCT+pIcWOGLvF7/r4TZ18KNsrCMuQc2
L9FaDCZCjNZ9KCk7k0m9UrMeQiCgKN/Q6tfGbm/dzvqmZ9pTSdyxX6nyFrPzXaak93E8+aQqvuix
+vBzJ/Zns/mog/rfXezTZve9KPjPaf/6qO/9P+uHb9/E0kluTn/V/4+t8KUz/B//7jS/a4XvYHjX
yctRD3z5G3/0wHX9d1QmDBOhSGP6Yury7x64Zv/Ozpb/n5njQpm22aX/2QM33d9x8jNcMzFv84PF
u/xnD9y0fncQlOBc1RalFJ71v9MDxxq57J7/2h7UDZVpGh5GuA7wPtyTTggPVNOVnofH11W+huNW
q/K7GLvvrhG5tTP0BcbQFuqGYNdA1cMD+WYqTUJEdqkTGxtkvdYqK4UbpFnxEOqTvUHabq47h0pM
GeglhqUwNmM6D5DEIuNSGnq7k5b9sgiprp3UkXubcCWQEgIKaG4/A4P73jvbogtfeA3la4He9Tyi
q3fNEL/auxRFK70u43M9UZS1TBot8SN39Pb0qaLrMRLjymgtfcsc7ayV8BZBD13zzvqaTiX1ppwv
iFa4ULQx8+mxKVviMSTdQE3Z9IpiXI72IotUKh5ueF4iWHIPNnlOGF+sNtntaEfUXp2XuvdRLKq1
2tJgoyngPo69G+4MKzW1wGiSnh0okQ16YCcdy7uiQ3JuhXIvXYPp+lhX5crUo/4pa0bp01dqB9ob
lrFzOzr5ketEbIurTiX60fGU+44/sZxO2Q5rHIvGulOJ8liT/hSWfmEO4TmvRC1AJ6XFK01t0dZH
dkRgVTIU7MIsEoOUuBRf0I5uKciUdSwm+RXGUbRREEk2LHrslDH0ONmdGfUm4kExd826cwt9P6lp
5BEI1hA8P4eJckHh3vhhnxcTyIQkWYctl4647kxFGIsFe9VpwC4w3hJmMHWO/tRPY3eWxhOKuqya
dpBjv7EWvol8BsY/2+scHc+PHA2tn8VKR7RXmlaXwzyfa/JGI2FIa4uAjV26ElXer+KsJau766jC
HfpkXyYtbs5HYNsvSqeea1bhz7TdUYXTXJ4r0y/cybybIlGeNb31raqwyivK8+jMZzSPXinEruii
bMtR3ZHdRUXn8AXylqsaTfZ1xzTqrcGEzmI+1/saLOnKjmITKao6kj6uBZhGJN7//lxP3XzbaYV3
bVKku2R7wPxcT+xkEqe7iKRRbF1NqYLSql/RRe/m0lBfRo+XNxbEOpp9Jl/JJunV8sxkATjYczmO
hILo0yMNB36doWZE0+plfgE+rV6rWXVD3cG2ZpDu/VQ1xc04dfaq7C0yyfpB2SFB7g9e7RS+yeiG
mDMnXpV2PBHrkNF6AjDuYMFFdhqtU2br6xzlwENdRbhyrDa56CSsm7pSwzObIK8zPczdL70ijMuh
F+w70072K7WVD3h1nx1EuLAlUAKs2hSuZtfbToDHRllV2N5TM/0ih0LAdKyIp0oNNyhMUhILSzww
/qkOahlFUDBgqhHoxZ6kZds7GlZy4VT9tynvwMHzMs/8kE0hXr4lj71R+//L3JklR45k63lFaHPM
wCuAGBnBmUkyX2DMoQDHPDjgAHajtWhj+qJKMnXXle5Vv+mlrS0rk2QEEe7n/GPAxpLewspI5pck
WoSVoJOtNQUBF613tVWWPW9jt1zc0RDHanKbC+lv3idgPC0flo+3rHghG/xsdLaIWB5CeCg2Z1vN
+bOuXJH4JFGeKApEfEmjUs6rLtUapaUVd+q62blMbJJ67oJJ99ca2F6GL+3AGlM43ghzkEWeQ7LF
VliRZWi0wbMl9i7J3Q9pLy6T0N6B1oXlREaB/yxtkxwKjulzx9nPM+hkO5eA72uvxipi/4vLjGqn
ptxpjVhpDo6IVK+hKQ990Bzwc3BCePMpaOxrqvi8jfonpi87RnS7X3VBNwv1Nmm8pXNCI+bF7Z5y
skGpoBt2CBzKHf4yIoWC0rukg5vYq/m7D5g4eDnnGVYnDhtNAl5edciusTGJ0Xuuu1o+hc3moqQu
q3OH53O/EGpMRQxDfdWV+hEpVXGkGqJ7dcVA6MGSyNKTcT4gCp/qb8QWbdEwU63uuudmrnZUwX+u
puCoCPw7VRm0FLZYSC1nDE8LyGiEP0y+5vVSpWScC3Xq3fq8UPruMhDuLI2/WpRNihckYIO1Zv9t
aRq+fCCNHdImfge30tN2GnPe/+ZK2CPVVWWVHh1382J7/TWa4Jdi6uoDH7rlKO3tfZ4ni9sBcF6v
/fTuhnUys+K5NwOR5iEOWWoGinqyKduvrep2xaxuTekuaVV6Oedp00c+C8IaAmSqzbpfV/Oo7Mx4
NNdxfUx7TBcdCTr1FrwEaX5HCi4/mCgTfwQ2TbtPbS/0iBItsvOsXn64WVtx4Na8SE6fGAoqhikB
a5h4eOxRzQ+eMSqG7T5xNpYm3ux7En3sw6rt7RoW5vJtznp1rKrtFOiiPLjklPN4iCnBDTmd7VxQ
sCuicrpQecjej2RqiPKgMw/pyuye92MbdVzBGAyOOdYpsLfugzXPigzVveC1Ds4w3VuUm9yb2bCk
Jz3IkSm4TjnDB43Wv3lqyHTDzKroZm+A+cbqiOFfnNW6Oa/KvEePrUEgZi9xKzJYcqcQdPMFzmUs
PjeyMZNVpD6YYKuebUUeV7rybA3KeM/HModIas2j34vwEb5ZcjwobO+QWKj6ijVuyYzfi6aTecxL
8A6ehvJH1imImDayGw01R4xmdbK501XU/GrwFrzZhTzYntr1Dm4wVD7kIeYPYVb/wpGSsPdxb+Tp
z4r3IpoC9UnrPX+3WHSMXS7de5tMP3pj1s8ZaOA1LYgb9+rVPGxhvlyU6FQkZq//jueVqqR6G9Kd
zyAmdwXHDUyDPNZbRhKr7gAoWp4m6g5Znu133as9DNthlcbd1hWXpfzIai7M4iNU1b3nVg/9OpKj
00LpsK8Puf3sYcMYbUrd15emcJ+y8kdYI2gnLj0L8XAMpE6X1zAlHsg+AdV9WBOX6zwms2ofnMk+
9rdm2DKgpLRfgh2eEM5FWz3rdBHnvvEIZVmGSBJs5BXZu0OkOn4F77mfc3XMddhGwWA/tgumhbnd
GTMV5QpzzE52B5vy6Narzo78WHt3P4lwOGDx+CqX6kGMFqHb1gu6w49O5GfXme5H5TwMbf+oeGA2
LXWkhrBNRnsbEW3IYQdroDFFuCeDsZXAjJVI1jkNqVg1s/sqz44bybzJaPA7okQnrurme0AlaASr
/d0otQX6xeMSgLXReUsmfM9nbYlK4dd7bjIQ/hK4kr5k91T0nnXUZXMgg+1z6zvMb/DFdOakkLCG
PDoeLNFkpBhnFudlqvhVlmKddr4t++du4Gt5fZf9hOj6nudzsbOsiht7KN07d2qbQwjUHvnNGqNR
TUG78mu9Gr/z0L8OrubhIovH7odf9HdfSSiMwiVPQpXvy5sckbzZnS2HMbZvP5bfDx8MbHwNEWdd
n8iAiclY8vUDmQC/x2KuP3jQ6qgyuveq1Pcg4j+bSbzUrDH3hqh+M511Z9Bi68Me7KdaKH4qRAwa
95JnvDi1+RTMI4+SNacP5qif+9x8Rrd9oPXzMLbw1H5t7yd3adj6M/soRNZ+rbggX6g9XU6y+D21
CEfrYJ+uqrluFVMPnFA8OeP6XTh5fQ3mEtNF14UPdVWWfFbQuPCZegzq6heZ+7vWwaJOnYw4zSs9
DwSbALzNpKcmsELexU5HIEpiT3ZI0O5aGsy2qHL8F2Q7uYjccl3fAtn5P+gFCuK81eUlRfuaZBkX
fI/KhN8UPD3p7xzmbT8lJpLWyPVtiGufdouwBHtoPe9BAIjt0jJjxMjy09xa3aVtS+ueTWkiaLf8
nNL0GfGG/AQdvfjc9Kqbwx3dCeWLlyNUqAk23HMjD7FT8jOaLUawVk/Ol9121rHWqA0xfBmnNjA4
em8ZsVGRzfxhofs79NivBuYRyq5Np76zQoq8JU7ynenfJOODO51b3Q0vS74hSEilFwnHr1+N1QRT
9ftaRVnN29HgDzpxW/Z3YgizvUSYGZnoC3Y2hvQJf2D4PegovVKZ1YI0js1h02SYznWBxwtNAC0I
VA2WYTud4X/gGx3ry+x0+Gvl8zGjfymem4oer6In52/xlbjFnX7CTtl7gyq8E9nVzRkSiIyuzEdG
NYDSvi2mtyWT07Q8pOHw00rnfl+O610DwFxFTWmGb8PEPQxx5VEIoPyzvVl50gY1TGCwrZFfz2s8
8VN9M9AMtzEWaf+BCpUsBhj2j6U/OsfJ05AJqIeNI73NaazV+q7XxUwyv3NIBqGB4KEIu/WYlctn
jg61SfowKKhe6SkOpqE0fRjK0iIx218PIKPLTuGVuJbTGCbQdv1hHTf7e6hbaz95SoO4MQzEtIM4
EQ43gfEvkxFuuNiaPZ0oOJI97a79GejROFO5Md1ZI0IFsxTverbMGJJVf9sYtynhxvemt4naz8Kt
D2bQ1Ec/a6a4zWX1TBUBHQFEJIu7FBI/MZsGGsxPx2uFVz1ZpsJ86MGobs/R8MdsKx33YWldB1sd
pNk8L+F71eSGFan6GyKK9svMawJAfMqXMzu1jpZRoX5p+p9hMzoHvWZhF6Xrjb/M8u7gi8W+FJi+
Y280nUcp3U+Sgdy3djYHIkFQfyg+Z+80wrLYuF5zSbN6OaQ5BQsZsZtXavJei8GFKdKOe0I2UPO0
1p+q5vlKhyVZSS84exXJy7T5BsiRRHBn3T6RSxl+K82ufJqAN/ckzplJ58hHOxv/aBbFaGfXtB/C
iF3ZzpfHnmDonZqajxlG6kBxe37p5pLCVQuDFJUe+s4X3NuFTot5V5cuVGS7FW+iXbf7ai0E9yyz
/mh0+sANsuUhxcuz5dzfip8+gqntj9SGeTs5p+4+bLlyhPb9480wG/t+bkbaIzPJpRnKMHkt6YxJ
dSal6YTFx3uys3A99v5cH1rKkRsQ5g22msrlJzx+1jODmvsDTaC6XwQUAEOgrR96znROotz5ZRCU
6tn1zcze0WiepvVT7f3M+yMZvY/Ee/zMdJjUPXEpz3kLTe4dbdX8WLnTEUhNeRy2XX0M/bHfwzmE
jJ0af1hIHtoTHgCaP8ty/mY7XLVGnzU/eSKpNgsG41gHc3YxJpk49FU9F/h6P3jji7vF9svfTuos
BG8P7iGgY/C1clcO1gInci+2Vwv9WmzQQfctr83wo9GKvUVb/ecyy+a0pnbxfXCmgFEqNTl25oHu
TMOv2+M6mUnZwrLMiN9+tQQdyRh3Otgs8o2tjIdpncTOyFsf3xB1b/lnbaPeczxoUtqvMmtH7waY
tiJshwL6xTGeF4Za9rp5yD4cJ6NatXar6TNbejRfuVja58Zr2seS13ioWsbG2M3W8rLa2OZ2btOb
gPiFOEkb7p1Igb6+lcHl5tVaOvvdk0V9v1QWtZXkGBhhVFVODqqvU/0yLY3eEptvme8Ape8FFSjf
jM50TrVpbM81PN0amajzwO9JN01Q66WvubYZXeBc/Udno4EmvXEsFSMxl1jQFrEeS2+EzCz8OyLj
5KG1prWL+x5FDYuo9cOt8FqLJTX2JZa/I+dSt3N7kiFXc/NZFlpWpiKk2cRv1Vl0Ez4VEI2+JBxW
Qy6xwoc/snB7rPEvv9ECP53rph/vrCEFsmG1irjmQh9FiZV5SBK8IZE9tC8B8Rsl9WnwhWv5NE83
gJ9qHk77po4dgIBzPqGmtekBu9LCsJzcaT4vyO/8wrhrcvuVJu3Y6a0V4Wm/V6wjU0b71JT63dFh
9or7ph3jaRzY3FF9LeEwJGuwHQbn2tWC4JmKGzK1nngVJ8tVH45HPzakcDEFeTJ5/Smg67Fob4/B
R68JafLNQx2SMpR69LBQHaTvM0bX5zXwx8Ql/gcxFcwCdkNSpe4IeCpI2664YmA6rYTEdnoVZljh
5VtZeU/duiVWrfdyDV4dUe9kn86QqUdd/Yap8WJI6ciT3rO7je0rm+F8EEvwB6HFTYRGeaFi3FVO
BP0DNDL3252Xe96Zxm7vVve+D0T2E8brt22u68WR5dFdXR3Tbom/3lpnyOvqG+hFGXUAi/R3kY0V
BuvBXWRzcIPwrhEBu2Lu3gW2+5NqRGa6WcIQYuBighdxdVs9He6EpzLfbHpExW9UZoKYPFk/cwPv
/G5dYEkAAn3IE8PtwDssEMvcsfYMUQ/17cBzq+JWM1as5MiaTuR5zHnEF3zZHf2KhbUH3dvV4ZBH
Ac75ZSCpq7VIjOzSZCpZtDP32W3mpABCqTXueTn+shb/AWryigU7mbrwrcGEERuFkz8PrIB7HtCv
dqC76fY8tqY58u3W+zZb2U0CWFqBTrRqcCfbv8fpybDWPdb5jPkFe7UXLLvKxkLuiRfHbXcBYV3W
6N4tYfbdD469xG3Rz1Hlh6+bccPGgjtTE18+UcxeM8n63d0WoH508+At7dzn3jARgA0wWMp4IDX/
MLXLl8jLa1bwipW1sAp4OyjW71i1IuaG/VL5XO71fZFeyJJcolGm0JXDM5PqPfJj2qQqjxaeNPjs
pauTbb2d6dkzKYk90ae4W7rUOq1rm0dtkCZS0+xrOVtS9cahKWzEsYMZ0kkIkNIOvXPi1v9WYANN
QR6TeRkvxBE+L1uSVdbJZO9nR6S5wsWeOLdhLGE4InfZgLgdm6eRxLfZPwPVEMow+Bw/A1YMoymP
yI7PHnkXAIepy7SEW92g8dOdyYNuj9pvLp6oj6v9CPLI2K/pkGi5TVJNPzx6u6jhrQEDU+eKKoHR
G7tIjT58pW6W47B20dphOZkXWhoA/x41Iv2xVHzWXD9WiH8iMIgIoOw0Z8hyDf282eKAkSTJvC+t
AxY9VB3FGv7y2+pgF6WKqvI3ZDWAvbOpq2gs8TQQYJ/4ecfRSrVxvBREhdAb4yStY8ljl05wsB6h
euxBX5U18bHJebpb44pU4WBVC4kK85wM2S7dgNim5pz3PQpY53MYvplBhkYpfBChFfcy3Pu908Uz
3bZblQxmH9nOSyovoQySdh5khKwx8bpziE5R9++d+TuQ5hfDuUad2A87Ywwey8ZOT5m73BHTwwe+
n7a7ZSZbIRWwqv21cIFcOeR/NGJ5YAM51Vq/o0m4iPU9tMbnpsddCsLk7zTdRkeCyN8LWRxy1hSv
45fS5WNcpcNZTooLdzHe6O7E1gunscSDmO5E7UZBvSUbLXkWVLtbX9ayORkyOBJ7ld0N/D09nWxz
iUvukGzdt/PBGC4OOBVDkHMOwgYl2hu4Q1Smb72+nz1OFH97Ma0JpF/tZXiYwUU7hSNrJbMBkGUR
fpzWwRVKJcqnu6J/5yhCY8WGOENr5AMkxrNkIl0cjWRnxcJoP3ruWzCNsWl9uuuPcnyDbmHZYx3k
Phg5dxH+3w3kivjIW4KPURix6szYBO8Qt2FBNffKAHObSmy5nGnsk++LMZpx0FZ3m5h8lKvh8jrS
IpxMeMl2FmxNXFnB64zUdt8sqNH8ab3248AeYqV0RKjfzuKf67LdOdb0QO5sjS5iKM9OB9fA/JIY
eYCyJtWv6IvuexI8hp5Ea1BofmV5WLM0ksKR++12Qf6KvgQnXDH5x1ywhlqkz4o1eCo2x9t5xqo7
XgP73epld5Y5fW9cW8LSD5N/tWv1KnC2HwPlrhfgLKd6siv1mysI9MNnknHy6YLPW0RFeTvJ1Ro8
pIVaDnokpHJD/eVx/MJofKRZRl5fvY1PWrz5Bg2nhLdU2uaznNveg8Tvd8KkBYQ7vTgl6LDHWtMj
OvNv+ZZbmn0o5awXnzYpZmv4uvmjQxYPJ+rvx7a9WNbjNnDTosaQ5YoTcwn3hOXqnbn4r/nGVROi
kizEQ9d908MMwl2/os5D84luRlVB1AjzrAtnr2sYtmb7EzS11uws9a3QvgrSPVA4LRYhmq5o2rqr
IxbvVKruKoULmNslucifO4BcYJZsjtDKPdUE3LPLuAv/llHMAHEXNjWvaQ2mRFdI3LIiRaKE5xhH
Jq01LKprlt4VljsdUWJk7CFpfwyndngyQ/+jkJk8jSNZxOYgw4ebXf8sacnIeRdi1+/8a9jXp1q2
D3m+721iTlBv/2j5Z5FrVeJgzGUar/iwloj32Dw2YKsHM9ReZDThcGw9yQDEQ+hjPt+yVUW2Z3y6
zIZlaORHhgeFR2rFfbSaVbyEVDf1AcORVmTNVN+CSd1nDM2v6y1rZsJTGbG9PS9F+FVr50Dp/AUJ
pTxsTvO+Vuj9nPYNc+DRcJej2QVPG8EbiRITiFU4g+67Z6pCnmzGummEq60mO8rpbaRFSb3VPd4w
DLuxvSkH8FcSZVP2+mqOytq5Dtn1FEv9kTNCo4cOhuPWlqjKUyZEl/sKldV8mIT8KoIvf+uffFeW
QA58nMR6lZnzFrApGsDvB/KGQTmwKO3Z5U99RStCvVjkinYO7pGuf0k1unL4iK06j8R8HcIx/1kF
UHk5WIHJTZiJly3IT80GDd+SrhOLlaeNMJkoWHi60zZBu3sxfHvliNFwCARz5mdvLs5AbOlet/N6
mPvUw6FA0lzm2AfEaARQD/wdBDaeN+mTbFFKbuTPvmV1YNIo6d3PQjDdeBg2bhvKnKfo1htia7DX
uBQc3Si3/ombVka4xWUcTr136Bv9G/0S46VHmExa2ijDx6yIByy5u4yUn/uysh9koRUJIjyzgwrq
kxq6+pz1NudNt0yUYg0YZ0fbP3omsuB86/YAFlai0c8nxljvF8N84cP3OEigGnAsHOUUde/6TcHt
biBhKfWtHx6B53xyVs2mNvR3uhLFL29w2lPQ58N5I8YpWubJAcFbrb00pZG4pSB3m+z//eDl+ubT
GU+GR9JS2NQlKYsU7Ei7MCOrKKbY2EKV2Atll4iqeuy7gK+TbPrdkGFjX+S7UTPTDUVxMGc0B5Z9
k0wPhkxU0H1kUEaPRMd2SQAY9RwsTrMDNipi2mMwegWTcbU3B76inTEZY/mJxrB4WafhdfXTz2oS
xt4ZtvDCaEiCqYL6lgNm1nBEIw6Ufm1ZgGUwDHcGkVMnsjoL9IczFTVT556GCTybRBkQ5lU8YloP
77euemg9qznIULW/lO9gMbYGcbH6LPyx6tF4b8tm+ZA0Zh2cdlrBPTPQ/7r/bhqNx6qz3Xde/rDm
1rMxWzdQlh8gaLf2Bdm/BvyEsShs5r2lH5LQDH+VnZ3k+DV2Pi6WGBia4QfXGBIFRoaaWXyL2sKp
Tk4VoBqwtPecScdKar9780LmmcJCiu476bwbl2A7Zk24vqplkMcAa8ObZYzX2hTyOyQK2WuEZEbm
gJTO4z1s7eIwS9mdfIkFnJiK69SgZEl9OaPQq/eAUAiMa3tXq6Y+5QpJ42BreWrzYt+mBHKCel3b
tBoetJ6+UnesdkgfONHGzRpjnTM2TN2IG6gbzqG4rJn4UqAHuWHujTFHrdfcsCk+PbmzLRaqW2wq
ULAvoxinQ0t099HqpP1XBMy/pc36Ty3G/28Srf8f1Ve3UOL/u/rqpP77f6v+pr66/Yu/1Fdm8A/c
36TVEObpYCC6VWP+5UD2/kEDLOFzPq132JP/9MH/L/WV/w8R4jXyLTJ7aAP0/rf6ynb/gSQrpLmC
NEDStf89B/J/sGF5cNXkMeLDEq71H8LVW7fmRMOeDNuk9F3hiy+PYR2tqWUfNwv8PHfN/N+MWCIj
iBeGgIwUH6Qrfw/DXmdyzREkUqosRrSoYjVktRvaHJe+RdDa8F+4t/4eAcC3s25RQfgD+QUQ1Piv
3q1mNSXrO4tgZ658cblIb9yva5YXhwAta05s/gptZHWZle/HjXXtv8ggICfmXwVuFrTHX/HVhFEK
qI7bf/+nFAKpLblAThIatCnI+3yskBQXjqO8uMXF9eCPozOzDcHW7l244890q4Cu3KzHtzz5g4Bp
gKEKI+XI7Z5qxzZF04bgfUdwKMEXJPXJIk4VZTIAhOkMba6wWsV9puXFgO3H2GwXGtWtkXMZp3nj
A/yJFl9kl3VGnriTYsFZs5q3xkU4QFvhRBRjYjkE0j1YquZ0a2iqI57MWMbvAbWk8q6ZSmndb5nr
dZRTe+tKlZwS6rHSC+9zOC5m+8Zs3ZeI7nkSInhobMpqxqEHoiJ450coOa5aIfn/ZO7zvy3iHtyi
bere9YgQnwCZ+VOYEbpPB237BLS2hmkeNAmi+A/ITec+m2t+eKz98oClil8lfTTZV9aBxOxlYQbn
ehix8zgKCRSRwuEfwobdjHmP5bjXabj250l5afre4EUYAM3z/Ns2qO2JEkflnSCw+BHcKvXsndW4
WOfk0GUgq/4sq4sKjGU75u66Tr9dnAQbphQMHC9LYafqtLaz5R3GySVgo+q415MWFr3ek0rB17Ep
6G121tY3K8dzS8fbOuRVnpSYNce9MG/a/aXgvUx7ly+cjpmhTorQQgvX5MCWq0Z4hNjty1CeF2zJ
y17aakVbj2pLHJWpRX23+Lr2IiUJsosmQnD63fznV5ikwzdBSz0WSTvq/ibGknQ6B5v555vg86L9
UfLdWyLhqwubAeYSXc/5+KgoxPkkJ0+hdumW9HOBUd9LiJB3i2zaxCqEU59X/IA4lLnhdmlXpsA7
uFnScrmSsAtM7LGE3pseebt8AIvVOFtuwbdcdEECoypmJzL6uU6cYPH/MKEsn0jPYXdDl+hQeVc3
TLIrXPK/W6lh4sklpAf3X+BTsf1nLtg/fVRDQD68pEQAy1FaS5zpwH/iNXJOBbRAkFLY5/dFMPEr
+Kcr4/8QofD3sBBmIceimITvb6FW+Xsno6V7UaWBtoDbQ3wRmWHxIKBJXB7/8++DvvfvZlbL8skO
4MiziGq4ZYH/62lEn1Q5OCYsZ0cI5vbW6aBoTrURdH5CSGg4JYAQhXdp07Wjl6kIWkBLnZooIx2n
6e9wPrnDGZatGvb2DJuNT8nnAzjTj7mdQMKGXcf5/8vMYCyR5EKH8uHMQ6z3sJDiM6haYR+7cIDB
FzxgbeLidmBK62fsu2WJ37FjwJJRgS7iPcum9ZcxF5ScbKOQSVaKsI9Sf5w/5rLIZxLt5GbhbcUz
8liQK/3iFUWZJrPuNu9MYi3zOvNTap+qLXQ+XGPasoMRoEDkR1v0xOB9i5rHzHqDeJpC8pvtS/aa
2Hapn+IwwZcKK4yCZ4UyHaR/l8/ko1aJ8qsBz+gwYH1Tab3Uz2MoyT5tszk8ACBPT0Vumg9WluEA
vsVffda1eDCwhIyJsWX6im642eeDN3sROeD+R93UoxNhXMcjTFhmW6P5bRfjZbRRqu6Uxo94EXSJ
kTyLV4+ZPzfLT23SKrQII92R7u1RoNrV3SdOqOEB063+MY2OHCPXLYFUyUTihbZagnmY/ko1kGjH
WtPljnMFRyEN3reuZzOIFRWG5hGpJ38+2HmIaKTuMH30As3mtmZAAqllv8xp6bt7u6lsYFjoql3W
OQohn65sat/KsJ8e5brO8wstgnzP1Kv7TxBZkDnCopqY9QvOMWMOPxdStffliDf5HLS1fPWdFv9J
kY2YEVecpj8FWCA5mLJ35a40Kg7Vhft0iPttoxqGqOCmHA7bbNGfi19ys+G9C3ROvwJ7WEz7jLi8
QOTnZHSfICaeKIdQhPHW8dTLYnysRdt9EvnN/y0NMgCgNxBY7ZWsLDAJks+4BPnWa1/shzRF/Wj4
YTo8liN5Do+9PakSUVq9oGyBNmOuUMrm+TLdWowUzHHDc/Ov2LZ0oi2WtEfRT03xVndWXl1cHnue
Qq+8/W2Cx0e44eh//iFnsZyPWFVuqQ6C/o0DqXfUpRFaEHgjgR5dFmyIMnQKnZ7IsMmmk1umvvcd
ii5bk78u9M73cuMdkyrv2obRnkdbboTaypkbzeg1R/yqJ151Y4/8x4zb+qnpGg7jaR778XN1WR2J
wpdtwielxQcV+Ao+FVa9QT7l8O8NXGDi0PqLWb7N1cBHRXTLWsTO1FbFN5/luHzUYM71q0IjOu6G
WnJuqDHggSzCELdL4RXjq3R6Q55o2wSfxEtP04flhYWf3LwzAtV43/xWoyH/qKACngEDO/czbwIs
4FNrMjmZ5plYrmFvZFvwzS6cMtxrd3Res1769+1kimu/Vsc8qyF0IQmFZcV5PxRgOAQKFKZ/kKN/
KmZLfZ/8dTiY3rRnuiFru5yPt3vfVexVdg93pxiPHjGgVY/czEY81cGtz36Ty51dmimF7Gjod6Vl
SP+Jjfe1ses/KNzRKmrl4h4EUfQnZIVNyFCFQoKAkvucw7hC5ODol8bkIKzIX/xl1eAh5SK8p6qt
jyz8w97P3Pe5CMH+GhTgSFK+dUH7u+Yav/o9YbDEGx+NRY8HLsf05DfTj0bVDxgwuKqVzhORGi9G
ERaRHv01CW+/GAagCN1Rfx5WlmNjedNSHTolmIZz1IkBmbPXeSTeeJqBowaE+asklftmevCm9t7H
mOd84OpAlTZl8j4s8m8Buy1JeluMJ1jtfAgd0EbZfZiZCSJQfsPZeUfEDSiTmZ0n/OCeyPuzgnsd
vNI5rWG/r4b0srFCRI7DXWBDC2RwI/saJXM0pajURY99orfVna0qDrGpQHPga+AMPrIZ84fVcYwW
GxIuy3bfaWDDdAc0zywrjvlIK1tqbcOJYI5TpirsB6DQaTp/7zajjQfmvKjvHSKdMalGZqmxNMLQ
RtkEE4ZOaQuDxG6nJLPsX8ROnQyzOjbSgsQa6/UzpWgcxg/vcIOhDN2eaPadaVysInu1Q3Z8bLcR
vk3MDMtwE3MHdU/9kCzyEs1MPu3FbAdPKEcNF+Slv9I6e87KJryfUvdJdPjpctBM+q8mdMH+kygI
LpxGeVGhe8T+PqL/yu4tmXJwLyFBik5xyLq12NmkTkCxVXhRcsJ0RqQFnmNn59Ao3f7m/cpjo2zk
yejCH8U8LjpyFCMqagb8uJHgfIz4bOmnMFhQYHH27FxdPVGiwXidKWzpg0L5i4B7bb602jiajM6v
jaRbUFVLSpCqqOjnfteBmx1mCr6PUAHFGypaPCLTQooEGIpmUIU8+AhR5vHR2MYpQn8iAa6tqaSh
buleG+WbX2DI2ffQ6Dq6OvwB8bi5dhdOjvVhGDtqASs3+PBhbs+oDpqvPB0HE88+vPZUw5vt1o73
bBkypFSAu5lHoClImt0Vu6mH9Bg7UvUisrXwtqUbiT8jotFbYo+85llZcTZmW5aIZR6ZfpV5JOLa
pzPM6ndtW8mnktWda6Kc5723rN7DZIZfwu2rXZAZN4JXtlV5QADaej/cMlTmBUwMvwoxBpmIaoYF
ECnUoIfOm6cIqYkXZ5uRP/RmRkdkL60kRMYHUsvu/O4G3RaX9OJ48S1+B2rZxJkAG9Vbckfukzcn
o5feVlxRsRzwawzeRVGp+5rwepLxYMYDQl1L8ZTVatGJIRpetKVTWMdiNO7rLfcYubrBP0wzIU7j
POQPtWGOh9TSSBTFXB43ocWZpmpiEvzM3g2jUknFiv0/2DuPJDmSLctu5UuP2yDGyaAHbU7DPSgQ
BIGJSRCEcaaqRpfTW+gl1MbqmEf+n0BkFaogNakv3RNISgIRTsxM9el7955LP3LEo2OO2cljVLQs
vQyEV9ypN17jEOI8EUyzdqWWtxd0CVNAAb3XhnWO7NARefulbad5TzHcI16KMJHqKbksjSGhwUwM
a14M35l2lsyMr21jWAVLIpLyVWWjPQmrokv2MU2+r7IjugDNo2Js32uBDMs21e+9Idi1AYxx7Kxq
H2HbPNNLnQGoIISAUSzNO8D+9gVKAe8Q05z4wmnkAXyLvpayNwrU0hKSYFNdpoTOrFTFWY91cefE
JnppYWnGrZCRuWGLJUQ6qpg1teOwW8C7N2gvFkVuV0MhNDPEOHWxRUzusBwybCF9Th6Rs4ld1VkB
xU7R08JmcmthXbjpqbVv6GAPIS4I96iIMxn1sTjDLMMi3OJP6zDtiHoDj4KuQVDHxkUGIPXAGW6+
xCpblITcZdht4qgsX1pfynKTyb468+mXXs4MpZjlgA/IBc1eEg0kj7alcu+zIl0AwTrYix2KHyxG
daY9A8ZPvuoC7y9+6aY48wwriPYe6rU1Pis/DLSyWM3CrY/SKwndYi77nT1VYjVRagBSgKprgnQB
xY50bWsYMEwhCLlh6enSkE3IYZDWIC/1E9HtZ6Mvdr02d2QBylTQ7fSyMIdTcogWmW5mzupOQcLq
V0v++T6TenZE4gVOxRysx4CDTv3driNXX5nKhSHWu7O6ymUw3De6YdvbpnRho5ER15DZSE7AF79v
/QtLeMh5ADp/pp2H3mLWPCwaUU+HzB/jOpRFx2I9MYmuwkKX4+3A+R0FP2qdN7fUuaUzSEffYg+v
ohQulgkwT9aqtQXgy07D1r3q8R6DNoAjCsLKR9TQMhForX56bgazybZBnkCLEq45XrmD5lsgJbEt
713lFEM4ZnHtHeXs3BRqTpxwRFgqdqIX3gH3b3mLYY4xBCkJBwBL46EqGfkRF5kRLJu9NK0y2vWs
jP7cqQNNA3qdtDfaOA2HDMZIGAir2JgpnrdcxwAEQGBg5mLLKF9ZPYt6rS1CdDOdkBl2EdKFTU+5
E18lXP44HBoXEWRGj5TxXpKjEWjLdGfiyltH3Jl7y3OeZF9Pn1Oc9SDKh4xQe0oxtbJVU1wMUaWd
0XePzztc9KuuT++JZUqPrOrGkdG9c9mnwsAj5AI28ltcMp0TXdis4lfOUHkbE9sNNUCc3jkDlkev
nRGvIQe6wN0hAddY9gsKrOYBBoU8R8bT32jMdnb4Se8yq2jP9MnKASCU1Z0YWzB7DT4YpcdypyH+
3UcmSatb1qBmnaNkQZakuw2+Q3O4yJXJRj0Fer1hgEqhz9SHbt7A4tSOn+d+dHdOpVNoMBdLxDop
yPU7OhwoN7hmemR2htGEKVv+bjTb/kyv0MGe6wlCuKXVfPArgO4oI10NL8RQby1R4Qa0eHleNKVC
bAKkKSurq517V/r2Kqo4d5NHqtado0w28Vkup0oG3FHBB86VEV9HI4gXVPbmRdFW3n0cTfNbFkCc
DJWuz1elLq44QMpg1fJuN+i58UbB9kNE3SJDHJXWBccoo1ZEAlPrR5/0TjYc3+ZqNelKMEH6rETm
rBXhgsGuGLT82gWCFkCiAo68WPlYwAgmi63Qs4zk0BUDgy1EGPPGbDO1GqIifSXkeNqUnc3MLqEp
ySxcSxS0AiwzoETwCHKMcurj4A2ehqpB1fRAK+9skjRWWhf7ZkMf9sqmDfTsTp3zZRqm+VBICS9S
72QU9mlnT/SlMxMsIgcMho8C3egmq/FDjaYVP4DNaR8dSBdhhV7rs2GRHQqALjpj1pseyOOwuCHh
Xt52gzSClVuNNgJcQGZvDkvRra5730syObZVH1MEJ6bsrRVXHvcpqinzYYp9xDMmTLgXgXJ8bSk2
OMqAgvMnCnHOp/ATj8ls5mdSpP1WEwlOoLzw402Ln2ClARAYwliqGt0GE+A8NUrkA8hAbJJc1prT
yQc2t/JMDtiykB+qvYAIPoU694xJRFxVfIEwk18UVpHelu6UX9KJasO+UTPfvn/0uCwHAFA543vk
6JvIRVLOAUhQKAg9z14ZAsstQVyp9QJ2Jn8qSq3kwk7eM3TZ8dA4TbPLqqo+Q9GfOhsvEMw8ZZ6n
E3txPNwoEWEZLRKvHM+63nC+zN5g9vsGFe6D6rno2Ody63zIdTglnKbBkbAAusccYBrc00IFOqP9
NN+ZLUgg7ON5epOZnIkwQ5jut8KIi25Fz2bpcc8N0+NwylSx98x8NrYFM4BnZGUE0uTOMHsrf5pH
6ywB1fhUVFP7pGvlfIeuedH91aj/eYyoS/n2Ek1cDHYFPqLP89I+5vk0bMvMTx4St6H4YQ+lkSuo
ON8ozpB61R7aplBLtXRx28Xd2sKieDVapfFIdwpMmnIG5BWpFT20pXfL/o00VCczDOwO4u9VUyF6
5s6a5FNOwtxhQMe5yIiX/pZT9Px3qTfVC/tCnwAm0bwb1CZ9s2a1FHdpTqpKaCZWlqxaWi77OWln
MtrTpj9o/tzCjdCH21Rp3iYtHQyQpHQnD13jF4esMABQiciJn9DI0VhwtAj5JiJxjV7DOJBmcdZZ
fvXQu2bpbJPZoLsGiIbOQD4lY4wDBLFwGCiLNudIHF3CWDZJaVMkNl0sVRrpt9Eu2GBEV9OJSIKK
XpRfJvRk8Y0YzSGSgWqwoiTihZ+m6Hd6Sg0soM2jgoB5rGQTDRwdsrzJN5zd+CWNwxa1JjJb77dF
4yGBiyZGq7YskVIYcl6xM/HPeCYtbt6gRy2IYB2IwPv/z059J2fpnZhpaZ0tWKM4rmLkPZlrFmfM
evWyCPNBsFuHboSZsSFKFSf6vpDmmOPIQVxUX5Ux7seVaWSzPoXwVuYSOn0/oHJupoG2E1ISbd4i
HSelkKFALK/dGZ7OagrG5rGyHb6rxgr4FegB+dPISrM8MjDU6zvLrKS5aAGt4k6cxl1CEWiyV2iV
sbllxcQbJGjJyi+kE5jtc1l5tGDKiA7rH60c+ld8SaaC4kRfQzDiSDLQVej7EYFsgtIa8NIOGnMH
1+my8WaM2uZRcyx+wXsH/723YzFOK4+aljBkGKTONXChl8mti1iYpmo9MBaSTgzNa3LmdhGIi4Av
qkPlyVznNNeAzs0vHZumqq80A7Z+SKPNKI9wEQhlLzwY+LCNo7m+082uGG9YLhnLEE5j5xfaQo3Z
JRzXc1xqI6Ad9JtZl18Ct2vKcxSL3QOFvwRV746RuDOkjgRkqD1sX3ofRwrdjQ3NSPgNv41sKd6o
GGqnuISQwLuCqdExGgKM0K7gYU0rtnRZXWbE8JA2x3sYj+RUI4HPXGsZNLpWZK8GDXDVJnVrPuJY
YLAPTbMbQH81It6lHSNKJP7lueYiaRIQqu7T0SdOtfPRczlEYVXeXN6iR0AI9T915Hm020C21Cpy
PHRhxCew2WWyubIHIl/P/Fo6j78eHnwAdeA1C0wMqj4PuunyHH7ALGcDnlUdrRGCTKu9qkj/MOin
9O7IKNcT6dYyOgzBv35N8y8vys8GJmhnZsKMxD9ORiimQXNTPKHS0ppHunc9xFnuhu+C493a7Gbn
YE+yRUTca1XMuQeI5Hai1YIEHjxBMZCoBI8K2U1mVh3yEL3cTlbrfGtRSAwInhfTYDs3bPYTyomK
gwvYG9vV+i9eayTbwGiNA9wMA1WJi8f6Pxj8fJwN81wyj3SJZmUGajGI/3kaM2smdNUBBC1n4JR7
uxZncZK3SDqd8RqD0XBheeS9oPRvb3/9zf71izVwXlhgX5YoHXQAP79yy6OGdWWawz4zKSyR/Z/R
NU6+E6zMAYJQKdxwv37FE/L+B9IL9w1FKzAa4OouM/GP8GpRpbJbbHlU60V0Ods9rnS4KPgmZgeG
0MIWQx/nXWlO3xwqHzA6/XsZ47zwpbbVVD0AeEwswGu/fmMLNPvn9+WDv0EngBoDtcNHvmvVCjNv
2dDDIjJHPJzleA0Pg3JRAB7J/oMr/nHUx/U2bN2jvwmNh6fpwxUPpsita2l0gApLDlfQDCxkVSNc
uF9/KIalHz6WqZs2shIgPha3GcCrn68wOoHKlZEBB0ZXmJd1KQ+TrYs6zKeiajamXbuvCDPHNwdi
xaujqR4RdObLJ8SuKSJKf2pfTVCv5oaxk3PMaQZOawhwxY1X9tZdU3nlOVhM20BV32f3AX3lpzJd
ZNR15PvgOSjUUSf0E2cS5FDDGtxM/1Sk/jJ9Q218wMzh1GtzCKYny2HYgBlCa7NzBtoQaVq3fgal
rrW72TDHM8YslX89GoDwaQtiTPxaB36pwIjaLapZfL94enfeaavs0FJoq4aeWEmPpvTA8FDedt8D
U7HqShgRzWGoZ9ujM1b12p7ZGaUS/n4kZUjX0JXap1IgQDWI8uFUJ2oWSwSSL1rK13Y/8RuglqbV
pa7q6HPuxQYd2XlQenlAnAoHQvqqYRDYlSXblykhj9gVYc9oDTAjxfjDmRD5NnOnGQYAMv6+v2h7
geU4nW22+ApH25Wk1Y87dqnpklhgEab9+pqpaimW00C/kk6p+CBM3Dg+Tmw9QIHGnZMXdrsiv936
YlQ9VBuL9EU3x968MicfRqEklUM/lw7ierzGtlo3ounsfd1UE4cVYIAPEEkqbzuVXbAfMUh/lU06
3Ds+Yoy1r7n4ZWCwOMdK4FJYTUnmp5sq8OUOKSL1uELVtKfz7OP2qSNUA1NmK3vlj0MPny3HtRU0
g3N8H6M7FPqg6Ok25ufv9V1mAzt+bJJhuVQEiKuzJk6RsLz/e5o6fnwkycTzz1NsVfa5x+nj6+jU
1pp4grHZQ28ISAYrpPao0Wq5tZmYUQjaejR/Y8KVHytDQ5DfN1rLARhl0M7BCLwdpmBQ2yIYoxKA
IKDpC5KAo2IrSiXbDQOdsrxIB7wVEPxcCEsOszpo8JbDzfw+yZrFxFuuKhU3O7f0OXwWE2oDTrIN
LmbBM1LSTFsubiYwnq0aV9TBsZ7GcffrJx912E/LGWNtuimGsUR3gRn/mCxHU8/uVVaL0LY07z4J
jPJ7psO92SdZ4JShWUEDCNHh4kuNZqP+qlC+vP36LXwQlpnAxG1w1JDNrSU29mP4CYFSJkY5d+ET
++N1PS33RVp7N4ZpMJG3nOkVLwUL7K9f9eOWxifmzmXRYFrvevDFf17wGAAlxGzTfsAKlh0tg+Ia
adIyay0ABPXEsRjrX7/ix51j+ZwM71ld0esxG//AMR8Q6BAdywySFILgasRj3Kzj0foeTILp6q9f
66/LOdFvS6wxOj1S3D9u2BWKCdjFWYsemTo45EiZazewXubq+dcv9G9dPIdv0ndYgTzi13/+GpMu
rmxho48dF0G6g7G4xbBBDHEInrjBnOKPr+9qgtPr/paE9L+C9/vvqB1dQqn+fe3o4buQ36efwH3L
D7xLRzXzk266urUUS0scHzLNv2tH+SsTfPMS547s3LEs809yX/DJ5O4gSY6Bt2cgY/qT3Bd8MmgN
IsTySPpCFflb5L7ljf2wzDg2WamES7LS8BZ0nxry59uEkCj6NYJEYkGVCQ1UqyU6Eq1uNpM96JgN
6yp/RKDd7SmDMJ9CiEGT3BqU5vowjK/glLFPCyotpMv5Lcd1doKmy6oHodcFJW8RPDLE9679LjK/
grB334ZWe7ITL3r5/Rvvl9rl/5Z3Fhf2F3fWU/W3i6fp+8+RSiY/88fN5X0CB+mYAZLYJXbVX3Rg
78JkLfikw9AACmlAqCfBamFJ/qFM9gxuIZ0fJNkKGe9yC/2dC+npn5bS2cJKudx0f6dVXr8X2u8Y
z387F+m0wPxZjztMUCxykQgu5aRAyJr+YR1P7biRrabNa3YQtP84FWOEGYa9la6X7+mUezQ5+rTu
N0IT3WUbO1161AmAZluPs7jYa1pKKzGO4FiGqnWsGE/OwNBdw8tOdrYXpA+9o7ko01JvoB2YpN42
URFxAmOmgwgZDZ3JRWbGpApSmaJ9qGcEc2ZjXbtMIN+MIwdSOp8IB6wGJXMH6mc3mwb9z4rg+ads
VvQN9SjrvuBJQyvGoJY2rNTvQEbEJe6AoDzSRZnF2kq0Cd1xCzIHA+pAN0bI5DC4TvYC5wH4iCvL
VWaO8aEZ7REfqtt091T9tHSTuG13EpbkloOzAfI/ULdBlZbF1jfndTu2yd6mONpWmlEDcSL1ejtj
Engy0c9MwLZ8Er9baT6NTaa+EUjS7MG+ciJTZbn/f+ABswmS+fcfsPPv6l/+b/VB97/8yPvzZfqf
THLHXA6Uga9zN//j8TL1T8TFOCTVeDqVsL8c+f94uhz/kw6a2qC9wvyD3Z5lfWlvLKFkzickovQJ
WCsDqiSeyd94wjhv/rR4ezQaLNToiBvh72GlMz4ULvnokc3rI67Cf1C9lYEKHqsSLSX6xW5XWFr8
Pa/6tkLnMPqLHj3vNv7UjRd6K1t7awSFfU9SBlN4zSA0ECqiG2ebyWrmXTY3EBIFQl20yWnuAXKr
TczstV3Ap4mCtn6kV+x0m4x7GyrA2DFaFV2PdqL0cpCMkEymLgSxWG8NbD0mCp8cYng+JPkt35rK
l/jy8WW0Ec/vSsdWHLwaH8lDDHdxWIF8JSDUp9EIDcNJW2BMLekheWLr2ITGiJiFiPHnV6vw8Vjb
7mK7llMrmo1lJRaKGwDNHFLHduEdg84P59oW+t4ccu0QGXS/HDnM130QVW+Sx+mQI2kD6cVMzytm
cRM5HAah1Zty3JbAa58wyPrdw2R0FbNPcGJ4W8vp0jGnJeYts0FrAipPNmPXJGdEOyEPT4UPgbBy
eiApjd0H2xZSwFeRxA3i8KBqnsacg02ocsx/UM90UFAsy9AIk14TxgYAkPcqBg1/LIxnmwMsoTQX
XuciqGkJEI7X5Jt3b4kTp/exzcvgbfPdfFVJT/NWdPkSGPH0eC8M4F6IM8Fe3k2NLawwKAdQhCnM
i7ACjo7gy5dzuU5jo1OYRmR8r6A/xCtR1kHL9NlHE+RlLsKpxq0HdYCHChbRntkBNlWRLJiE3KBL
Hs3M54apUt0q7jPjtSPt8mA1WumHwGoYlvd9DmmtaBJz15p8HC6vRb8U7OzobJu57w5TaXZL/HTH
lCuP0gEKtln2EUczD9pCRR9c7Hua8RDp/DYIR09YoI3Mft3VGlE8Bo5Cnfl9S89WN2V33vUWVBti
uXgPKFJw13auNz1bmlN9xQhRc8/49fhsNzp5BYaNMGLT2TbcENVhwVipLuJWEuiXQAV3VXUu0Ogm
6ySV7Y2tebjUjVmviLh38tdlwk0bI/Xcu7IkAXiT+xmi1raNs3xD2LMKB3KvvipskDkaVrJpcMcu
l74eC0B/VtCJlhibTnuwJ7TLhGF08Zvu58O0q6ip3PUADTi/GpH4oGqB3goAdmymXYL2M1gZ6OOQ
6ZgiuY/mOJALKTUSIBObAAOosub7hmM9pzegbpBrJklMsSYESIukNL1kq+XIIlalbVjskpgugSMW
zA5IlRNa6LaB+kYYtPUQYRWM1hzJmEc2EAvkheXnfRYiofXKXT7nWXmoS6+yz+K4BrJF86zMtrLI
bH+FWQ8zdZHRf7qaBq3TATEYoPSlnLnmBhxViDsQ+/2VKAKQl1PqxSgBW2CbaL2pFlZNEGADb6FV
jYfRSKJbD5Me886ZAdI6bdL+xhd+bRxSzcaoN9J8H76MjZ4b39LKsgGGaEixadobY7NuxSy/Iu5x
7BAyG1T0Ulic7M0pw2ZIVTNlKFPcDCsnakAu0FWaJ050Ew8maBrG9xLXMIzA4bxD+IkvuQfAcJlb
Qfqm3DHpwyQPGIhXI/DGRe5jyR0SFf3eokzzgZ012QvEZk9tB9f1QfxbtRU/21pvfwMPHL/2nbJe
RVLqxSapMAufp12/ZHy4un4PnAIKRMM6shGugakaCm3+ANPNVaGDJyYIhe/GD15pyvYcvWzqbarG
UQ9VGRUTzmNhM54dRwz/8VgZ8E4d/DQE4pmgijEEuPGNOZUbhh3I+Utys5+D3tDGxbiDaGh0h65b
N74zm6FVpdbt7NoxBBzd6Op1oXtaix2zF4xsC50wwNpAasbLyofWLuSzNeQqwiXWSi9UUU24eGTY
NbZ8pTG3Fg7Y0TWgw86AWEkkyLabyZIVXWFkZ5queW/Uk+MCn4mYzFNJWhOJGklgIWA0WK/SCPwS
t1OOdcq3W2+DDoosY5+MCmaAyYiawkncgTE5jYWvKRuAsdM4FT0LHeIXi0fm6mthwqc8JHOkMASl
pHrC22vUixRth9lZtfOtZkTRrfR8X+5JFnnUPHxcsNayeQcH0j3MkRieQS3Gx44ISCsEix4RYWAS
4liP9a2wfXUxINV669op8Hcwe6a9QvrA+slLvDSZ07yR3IeMvDB0j81kKHoTFy6is3CACYo0DLrh
N5Zvzw09btGvjrKN4VbDJPV59l314LeGBJyXjt21Z9ti2ORzNDzkhJLhlyKel4UYHOTOK7kuWAan
4myeIkzdk46vDBylS8On8rKxg088meaaowRxkobqd7YonC81YzrSA3v8XZvEKXTIWhVFOINlPXjs
mzLxNnYQJU85MjWfQI6MuK0ZIZPc+hE9dYJqaDaHLEfzG5+HZiKWoiDYTYCIbeJi9AxOCYpbZGmV
GK8SkUwLvtgY21UcI0wLdUFWwYroCb1dYb7IAdZpSQIJeIDMsfr9ivc/l0PwT3fwtKkVf1EXp6r7
l//zl8KYn/mjMHY/gWXCYeUxdCLaZTmSvp87l8LYYdZHDKHBoE//MZLX/UShSlKgYbxHDvxQGFvE
G9DsI8GXocry636jLjaXsvfPk6en00GkMnY5qbEgujTbfu5p2JFTsO46zdrzoiZYN1hH61CvIEbS
dlaEbUJtfKAO6W/FOH5jOBnRLGaGssX8VBgbQPDgtnJOUEdMVGWzmSV+8tCqNV/bmH2sqk2Xtj2p
MjGoxeM4Gtq0FtId73/4yv84Uf+YyGt5H5qF1Pd8BE74ruWRc4xQ/ucP4mOt9WZN9GsXRXmwn+M2
6Xb+jCP80KL6AVyfF+lriujoiCiz/Z6y3aMybgfGbWyIwP8FshOeNsbzjLSxx94p5ADXbmSX1oqm
TnEcaftmazXG6rMeK1SrBr2EFET25C/CoJJMSc33i3hP4M/Y7qWpllg4Xdc4WQ9xzBinrYuv5MDo
h6FccEE+/pOEkV82mLgrhvIegt/oYSXVC7SlM4N/SnxVvDR+UvabIfbG09wjggWi1y6kh1T1CC1H
07cAg7iZs6kGgKyULn1OzqZmGWiYGEx6KzvXaOQzRWquE+iSxSpocjyu0ut98DlxNLRhzkU+Z5/1
b1y/WDwFngWvIzNSIGs9xFYokaVryL0bxBoSTn8Q5wgAJ//AeSpqdqjr2ehcYHivfuq1h3YOGHkI
nyzeDFr9WUF1/5hh9LdJPiA1npZF2wokrkaFiHrJIm5FFz86jJSugRYTYVuMZtqv2Tj6S3/22FNg
M1G9mNqsubCyPdRCRCrRwtAmKOAIUIzsighRckVJRJtfIyWEgpo2WG+Mfqnz+roYbiGI9toK85f5
PUZhR1GXC/SNk5Zdgg7KzKt6rMzzdnAXUS5Zgvl64B3DTRT6qvEyHXedPsy3Oeye4bOHCWzGOVlO
xG20jrzSS2AP+JNmD2uv1Zsk3QP/OvclrctVEtV+vfaZkMVbQ9jOfQUq5SU9rcXuaV3OTms0JTjr
tXFau5PTOu6e1nQIxKzvwbLUE3TNqq+ddoD5tBtop51hPO0SeHzYME57R3DaR/TTnsKdyP5SnPYa
ux+SJ7Am7EC0Y4PHyVXsSwUWlgUgtuxXMcRYCJ2ZY38x2c/o27KzaaddzhvBNIRWVLD7UXawEyLG
YFekBVWccf+xVw7LtqmddtDitJsWy8bK4Zw9lplfdx2cdl6tV+ohWrZjwwJWdmuZMvuanfbrlPHZ
N7vti5FmqYZKsuEMZ66cijSFs+m06wPFbN60pRToTlXBvBQIZQM0eocjqnirnEldcMSub11qCjZZ
qov+VGkUPMRHfSk/yqUQcU41CXYM+PbUKepUscyAaW6npYxZEjKggy7FTdEgGTwLOjiyPN9L/YP2
iVoIxQ91kedVBgl41Fs7Tbb+16DrevDbp3oKQBG1VXCqsyQmwA2EC6qv7FSJGU6ExxBUNeKk/FSt
TaKhcqP3QBUXGxR08lTb9UuZ579XfJqnyN06VYK6EFSF2qlCTHQzWmBnS+U4BzAYyVukoDSdXD44
VUyVaS0FZ4wWId+h1KYO7Sxb1eu+iKlPF5nRrdJyHmbC86hgqzmmmkU1QmWL/wEWV2TW1SYayUtC
PhPf1BbuhI3B6+X0IpY6mbC2rN70p/o507hpYKkL9UBWZxvg3EjxGSURcM0ViHCoeoroFihQXllu
kLUHB8ZWoPoSN8ofCGKmW+iORW+F49gCL2tgSX5OAhzTK1wy1LKG9KsKPRhWb9ofKiJatYWjjnky
ws9Qk66LqdMdJcxA10iN65hCOt4mZUqzRzcMrJEuZ4x5XXW97W0XxVW6pekSXyLexSWhCTviG0Jb
i1aDbgXEaVEMT8igk1vfQr+0qorcfTW7gGRLtMF9f+6yoJevbpoABOIZdwEmRgqmpwFJNCyEGcwH
+rV4arAdl/a6MavpyGkJ9v3g6+NTDr/mIh1VQ3MgGuwXB3ky51h/oQOBZ6Sgg+igY25X5pcADflx
aIvpLpmIU+MmlxVxsLV/5SV4yM1olG8c9Mznoa9Gsc1zyyF8begICImkhIogwQwHPGG0Uzhn4Ejb
4Bt2OjasJL7CTsFWUQ9OBUSMuwvVcxQb536j5BMn/ZzjUheQS+BbnOzgLjUIw1LlqbvU9jhcjcgw
05XsPWI6I7rbOr8q7dqtP/XqW5voWQfuiGhdJJl5OgKOd/KXxHGccV2BWs7IycUKS6pLYd+m0cS/
LkrV+wfVTVa8snk+rl2rHHGPxhpS5nYg13dFvhBAKiqaPsG8NlZrbxgkvZoulQh/HNvJz02m0NeD
UOp2LHViRCs1RNdwlwxsFVZCwqbRVsLf/P/yWE1nr//rf6C5+6FW+0tW13n6/SVR3yupvqc/z2aW
n3svkYNPVMbvOimGKfTeaN6+l8jBJ9QKNHtsG1hLgGDsz96x7X0yPQprJtGc+xkA/Fki81cU02DK
4RksdbXt/U6NvJThP9fILuc2Yi6WoREiQGeZC/7ASOj0gZERhz3mIaVYdy6F7KzsK8DuVAeR6rax
U+BodUBsKXSRG7Yy2swVQZm63rm3HiiUdVvZ3cWM153WT48TJ34mhOirX8YCGWlpr0rXuQLGMKxz
Fu9MwQabE3TSuXjI3YE+ReGbZ3lDae1nDXLJgiVm00DLwb2fRi2ox7KmwUl0oV0TGjEiN1uleP/v
tLKu0iWz+6zJCLBwgUBgovKrLYWqfcU0ZKFfkvie6cm1ptHl8/WB58AYcP4u4RsK3y2SwCrZAVD0
PtttZ69//8n4rwzBf8Is/TNl3Fm/fG7OiuTpb2TypFKVT5InpSIw5f2BW37w/cEBs/PJ0x0GGn88
NzwD7w/O8jeMyQEt6QTX8YRwHvpj6IJ2+BNiW/pnRsCW4zBP/8fUZfm75XctwpL3IDzzdx6dD2JW
zDjm8hxyJOMh5EleXunHRyewZtDki0e7baR1MEkBHcJWKz0k3Y2zrtOAsWIVlRi9DZAXWxskqIGh
4gm53XBeCrauEKnyM+eG5ixxY7LmrAlxq/mZeQycWlQ/4hKjf3CLhnl+YSZBi6MxJozI9kSmF13X
uh/yy9+/Y/93J5VgKsLUOezE96fub/Xb376oJ8X1Sl/+krH48SaVDf/yqfjbabncvKbqnyGUkWX0
V32QbvxePncirn+6WZcfer9Z3U8cy21WUuC+gA6c5TZ+v1m5ibkPEXcEtPm8ZcX+x83q6J/Q5DA6
pOXB8J7x/T/uVZvNwSZIBH0tw3n2D/93btV3/e9PrRCWdhb3pUlDeKShM9r88V6dGieJrS62QxM3
L5OrEVJjGRMuQmboS9vAbMTJWaIpK42bKQDFvFDZN5meMZg2Sm7GfKaAjTjXM88yd0w9/fvALJ4d
OSskncOwxiTATClWT2npPjVedF8L+3GGg5S0loepLn2zTPdWnypg4wmJDoRH48gX4EZUda4wmx68
Kf7saf6rbaddKO2mPRtnUEZk2UKN8DkrkGEDjh01Vtgm0XM7BsOjMsREzEOSfhmHlLD5mEpqjnWY
s0aEjNSdgD/HHGx7JkqbipAUPicc56mS89aPSXZL6tK+Iik72EcuOY6BGIh9TuAoSVXtIGTe+VX0
DZ26OuRmfpNExJSEnCtACDh9u8ucKT90WsCYionPquyMb/TEbswkG3ecQV68ZCzIqMefSTr9ZjSi
o5+MeHpiC79YXT476WDtUsUBHvklaelmEIWDdOetPluKYITFY93gS4U+SdpG6QCmcP2nQSFE7CE7
4EhI1GHEV3KUyv/WSBGTeSLMZzLBR+aYmJP2Nvv6MclmGsl6jcli8O6qZcxVaeV0QS7tIq0lQTyz
zJzpC9O9iRSv0tfOsQZin6JPcznUQA2Vn9FMmqZhzdDpc2KP+NvmQNJVc1EhppgMHZnxRhf7Zpq4
IR6KkvVK3FuTyUiZZgp/LJjJoCX5aiJwLCZKXu8wNHb1rd5HJHY7ML9xh99TbKttbkwXzgDUmNN+
d2kuujX4Cj7KCyoFXEIIlbEEp1B+QzsirSwx+gc1kBxqm+0XabRROMn+QtkdpA7caRsdM0uYNtO2
qayts7yDzC+eoiUrNDJwdKqFG1KmK9IKLmecsGvc3s/6FLubrkXlXjT1tgH80y2ZyuBAQqOEu8BK
cCTccQ7jhV1bBUwRevpLRTVfaXF1RyN+my/dLHPUVCidBwjo0VZF7ridHL+FBc+0qyb0fiXMytyU
FsTOodH3vpV4oYjs13hwOKRUw4MrbRsVla5hXVtiHElX3gSie6T7R9rzGH1xQGzt0zizNsB/dlAH
3fVkmwdT+nuqUtobUeOe1a0H0pxPaWzTmv4lOw2NsmaUOFKNAHS7eOTgZDOjhOk6EeKyz0DDrITq
D3rfjfteWWdYQP19MFm7hog8kkzM8kFX4lm5GCqNCo5GvVyEOLEGYqTaiQRK/5vexS9Yr+96Gokh
maewkQsmppL3FJbBHOyYG+GdBPEQ/it7Z5IcOZZ15638Q2mANPTNFJ3DO7o7GWSQnMBIRhB932M3
Mg20Ae2gNqYPkZlVkamqMkszTX5JZpWVkcHG4XDg4b57z/lOPuZ3tTWD/lE50VVnHDOAC3ualutp
Ztp16Er0MCUxuG6KwdlWtjEbhCE2XSFbeZPPNZ5lkXFF9rU1W6LcVaJZjG56ULT0JUkmgvTq1TXl
UWHsA/uJLJjMHiXaO6yN8k7tmB5Vmrk6VtHEtFwl3fRNob/T2tVbGLI5/QrA3yxrJdAS2K9NTe0Z
oa7irGXq/WJ02hc4KqbL1PQHwkAa7ZXV35Wk5Vgo/b5L5ZZbTUfFk8erLWcE1+GEvrFDOMrlxKoi
JJJTvqnTOt83Ub4PFYycQm60sNIY+1uraNiT3N9Z0fLehlO2AwuILVsLw29gViFS1BuVwni0LLiz
dIG5/HBBYT9eH4fSeB/D4pQT+8IeNCKBPm0UPwybr/lkZSjV46Ak194rGvEdHrMCGk8nzDdPQx8A
i5u3/YxFfFjgSwrQgyamm33I8Uh0nYIwMb5n7SDaYp7h4VHG8yzP3wBbzHaa5LaC13GvREwijRDW
7l8vXP6fLLUBeiHW/NcznB/F9rfvCAj/uEX99ed+LV8E9RdF2jSghkQhK6tcar/XL3wJo7kGaxPh
p05MjMir/S5xUim20Rtu/hfm7xQXfy9gNPUXTCqmZmgMF3WwOX9JnvpHETx7XNq36K/wVSFCl39o
Z38uX1qWFFAQkWAXRhoGffg2t4wALY3g1r5KtJuBWdCcLWAAlN6/XlhUrf9cwKhttdE/aqcfL05f
kBELIi7eylbA/fzioiyQuDApIUNMRBMDGOYxKFeRHB10UvsOk7LCWJyYCPqtAAcGkn1YFwiux9t7
YHTDuKIqsu1pqA7kvutZfsTNBkdOE5/HpYhcIJWEZ3F2gaEgchwcIwuv2LznjwnU9+yGYkWbvhNp
XLdM8FsR6yt75aIPiiWRvyUSqaBO1SljzGI78jgUAE55Zr7UBIK0Cyik2LoVS5G89ig2Khtgek2D
LprmJxTGrNK59gYohjs0VfoBbItS0MCzGoj7rWxUn2h9tbOpTUAf/vo9+3/pXFVjt/qv78lzlX/7
238b/yQ43H7m1/tRYWfAsI9rXv2xyf373ShvoGH+0lJE9LR0j/iR325GUt4RExK8Linccz+2DL/r
DUl5J1Joa0JxB6ED1v6S3hB5458HkhpaPYWdr4o30zBkuMV/uCVmK8eBEquJK+rjkWjojTzYLf0t
BR0x2tMoEfTChuAqYEGFNWVIHv700TG4Sy6ZKhZpQJ9X7Px2SMzKycy4lwNtCWfCrpYD7drUF8zx
m4IUxO77tPHFDtYINCLqim7WnkSyw+BQ1ke5XoTnqAD9w6YlhcNRkjZSqmdNFyBSZFEHlRIES1sI
n3I9zWdJXx7IcfkWyuqo+InIpoeirZ8I9cTMKFGhNqt6iCmjMJDJw+MKPv9O1cLONZiJiVe8dQjJ
JOTKGV2lUKYyaCah/6jGRIy/wBvIY38aSj3ImiVzNGUuvqzF9CpXtTljpWIDYuN/Q+1rNeFi+NJo
iQGlDzylchFAJkdahZphxbkFYWeBatI89UsBOUiWl/C+rrpo9cZZCwcnFgwV4tyc7CVWnNDWU71D
H9HQ2O76Rxlz/VczGtTTrHdkSE6WxBcjDHyRUlr0ITroKYMCkRjWIjQKjHzZoiWEkosj5W5pXOAN
gI415lD3smwOL11c1O9ER07kw281XK2rQQ8o4MLQJR4PbWRpj1pBM5MBcVOQCG+E8xdLkLRbR4YD
/XdNkz5EKkZXX/hwWKOa7hD2qsLOJ5NB14jWaEA3h5GuFQZG9U7QDsTkqYRdNfAKcktNvcasR7ro
bbaHEmixFW3L1yzUKFzhyVa21m57MDxvR5gaGpueVrgA19CH/WSF4xF4rtaisVIfw+3gB113+qij
sdktGRh+bMv3i3WtIkKaGMiNlgt4OX2VUXAT+ZM6eUdoYTbOi4bepkmQxllJMKOhcVLamA4xw3zi
wkyAEF4p2LYR4j1uRwQxucawC9taiM/P7zHBEmhUoRMvhuNcmV8j8Cpuzpx3wzgj3ionX2CWADJL
daNmOevZorBtIjqlMlJ3qidtZwlhSDe1RD9FIMVGgG711FcXtLpmB6mmEfRbGBI4Rm72icvLVVo0
SHlmpKiAMHpXJvRDFOuhq5UrYXOrjDqSqyFel2VXozZ2G3X0V/jhzlZG+GOIMnRdNXLqazHBw5ee
cHMerOw25aVGYh7IErFftxgGDbwApOCD2RCWpSuDcACdk9lJZj3grmt3wLVAFA454bsWrBJtzp/Q
FIEHkvGXWVLOI1xVvQkMCvQQYbHHvqsjd9aJsAJANCJ1MCBX68sR9tOlW5LLMoenEI8qvOl+8kWV
GFq0thqPTEvIHy2ea48TPLb9pKYEpkuPxkIk+dgw8S1NIteiVt6itEiowif7uaZrgdx5el9rgxSZ
sX1EX8+MrTFuixE/R9aYn6um5wop1hrCobmFM8/zLa7X+EpQ57KPiozNzSL6ia7r7/2IIAzwBB0C
Ace0XQt90Aim+IS/lTuwLLVH9MEFgR+1gV2X+gJwCh5eBFAR7DiJIf8wzoSzRmI1uXoGwI8d4ejX
HTplKNt368qtTjCDFhKtlAKIQdk95o9YWmVwIENHOUS8bX8pTcXtpeyUV2N40peJcXFXaF6k5gDJ
YFMxSbytkLhuKBBMJ5mi78NUV4c81qZAkBKdakYXENXKeg1n3AD3nDApVBB/HxvCJ/M6jx3ZqE1v
kKuhwly5woEoueCftFrfAhiEPHuAGQJ5RkAOqbDwKJHPEK6xlUaVPEa46Y0LRa7ttZdfyEcz9xUX
twfhQr2RRggUvehrJmR5Wz/VhDeyUMaiovkaq6jpFdgebFOmYSITu9uhCUY3502gF3YTFDlwHEvs
V1Us7WG1DezhZkqceNm233mF+rjv9DdkLJgq6lzd8pK0ANxaDH6FYfGKuI8wPEi6sYfcYSCVjtED
Gx+r2IljzVxxnEMefig1xsyQ7+rGqk9AcgCK0Ru4h1KnnlBBh54lssjBfIxOULBbNyJlEu6JKij3
CVqjCpwHJG+3h1L7qi+rcWnmwfJFrSCqDRasgwCFHKBVO3dZ+zwt+zHnyDW9DaBcezFZOuda16/V
0FReK/K9YT6uR4Tl+cWcGHMKbdi2jlLNmZsjBnQaXS1cc9BlvNypDnWJa7VXEV43xJ6XYSQcYrGr
rnkkabSwl/C6dqxniVJ6OleTPNAxUfTqBE2Xa7Ugb35kbt6qqGSHmgDdUXCVcXLFPOdxJxCXosmR
t8Sj4qFsnk8hEhW/HJhgi+nmFpcIa+uYf4cQ22DnPTD/fk/MRXGoaYUAm3O702bm/hL8G/COS2rl
HhryqwV2Bt9yfaebxlURrfqg5Gq/H2ZBfUjz5rPLpM9RkqpTLYzVx7IOzE0JW3eG9M6A67FrKmTW
GlfefSPwpmEYrA/guegjzn18ispS8I1OlgOAEcUJha54peOVHmhWDfs858TLRdRc0rKor0Iucuxd
Ib1LJiO1qgxHX6xQRlqpek6I67PKpXqR4Y4H9HO4Hgf5qRVAa6pVzfMLRz4uaRV8pxKH4FOY6g5z
3dwaGtMPOVlFTwsjb2DvmSNPU+/M1RTeJXXW+DhliUIugAj2un4/zvX2K+Elkt6Q7MBmQzxP2/x9
BD1o17PQHpp+Ep1G7bpzqcUnpYCJumH5HHpHb4CP6gcRXstDlk31UUdTzH1frnuxplAqpRSMhTYU
HucDp7Wlv+QYoHZ8SIzlSGhgyUa0dQrVGnaaOB8q0UhPosiDPKFps9czkmJJtc0/uklWgUMuIvLf
6bGujKc0KmHFKtNhlLA+QLUpr8YYzh5z98rrgaQ8TpM1XUoK4ws95EfJZM9CtICLEg6cKY/1e2EJ
E0+MxiqoRKs6tiwrD8B95i3Knkh4UnwIQDbRM9kImZKXRlEFepvcHdouWZL6KGAFeeh7QYABlmml
U6AvPNbShjbv22w6ciMxiAQkm79lmohFoGqtt7W1qmdpEpMzXi0ThDhNTE9Q8vVtwnmA8n7phtei
I0VSn1duvn6ungrMLtdlQJevw9VBaGY80ozVAoWn+RFTHt3OORZvaIloLNZdHH8Zljh6mfR4/MyI
qPEQKuCpawt0cDXQ17t1KJpgRVn0WUMKuAfJSuusYcwZCtbiAX4svhXG0BxEWGyfKOq+p8UQkv+k
D0GLscAntAlySDTp972iAfpl5XdUo67Ij5gKaNiLCo2MKAs5WNQRHcKqmcK5R64juHquGV/SfPvA
04lFUCRJFf9FqYHPsSwfjpFC/qLGlsEOhTTdh5o5H+deUw5GF9/NcJMD3WRlFCwBlHjVr349Zsrd
2jbyR6bXGkdUFZBi1+6TewQPhYpUyE8aA4Vhj7vxoLfz15m+HfE82fdeY22uckV/6oEwHLn+6it4
GAZtY7SfI8qF1CCuVZD1ym0EeuIUi8NjTbfdV83kxdjiN/HED75JdGJEhmY0khSoinuMeQdNH2lU
V0a4w6gA03XaRETZqRjkhjModl/KIXpoelKyqvjM887u0/QqdiT1pcLqDGt3Z+bb4C/ujV0kG5a9
hjEA9LK7lqY4BI2xvhG/fpfkHVafnrTLWp5Yk+CXuCo1JeJILE8N6VWC2lFfy4bXwXwAKrGjBEn2
JS3vjXy7gwDakUGkZgeu4+JSTsoUNCPGRYnvPwo9dx0wfzKGFql0B9Ewb3GUA2gPLcEv1jQ+E/9J
Bz2xyFdZSytIwOi7qPQQz88Si1w8P0FkJFGMwhVA5XjCmyG7sME+sjlLYYfJtwXeJH3EZfDmWXFz
PUc8MHmNqC2+SLUBpXbwkLZnh6wLP6W0PjQoAvchmwhHWAiXRiQa7pdJghVvRa1bZGN+6DOSZNG0
WIcBCZ8PiFpwqzgESbpCZJ3lMPRyY0oCTRIOwsz1raA5IBp7LU9RhVZV1TTUcmL7LsVwwqV0hpmh
wDDf0l3ldcpOzQB4EKwhbibu5466wdRBzk1vyKnScyEIyoWV+GvZN+0DaejhTu5lKq0ly5lfqQEa
w9nlm3ig5xC8R8rjU81Wz26tnswyEtjNzYwKBPE6dKa1eTS/5LEscUVbQbtFxcKPmcwZABlK3bBN
ybsjaLxnPbEUQT8x7krYgREzQEoJv4dIBY/ZnkJI8wycaxVYQKthi34VVnIZyneh0YnKgxHhGnNp
nuj9hRfTXF6gyhWByPJMK9aNW8XjkY9Ok5z5tguwdmFJKcgxnWal2oWq7qywrzxNkFa/VcUmAI7Q
YJIgwY8u0yOdegh8jTAFVtf7phXHj7mQ5a9WdCb3jcul1ieTVxrHYwlFz+31TnbCNEa7ZIX3PONH
f1GbkzTxi7saVKscBlbER0IUGoYtwWtA62pS+ag1KY84etzUKE1QMarwxGnw5xY6PEgpbtsCv2O2
+G2mPOVEE3H7TdmeHvhwFIZ+Ysf5A5/CBLOnwoBz5WRSd5iN1JczI/aMNS1J9FopuwkNLyPBE0TK
/LAIgxZsOoOmnskgVBBPYhKRQDd1BXJfcZm1GZR7OfcFYYh3azpgPlY5eNb8vYx2Win7EvOdrtkj
uJNgLaHwzpBDbFkqr0tet0G2bmmZRU/IeNqFga5ZPSs3TjR5qag3DWrl1euictmn84/oZfIHEyH9
NsfKtVP9otPTa6SJaTCRAR5kXf/c1pLgKIXy2vDe3FzKMI+xNJys4jKM3yf2qragaBNnW9pbqeg2
UsjTt37OdPjMevGapTUYQZmk3HyikzPWjljq36q+eBUMeeRH2AnLxfBILJC8dTgR6AE+187TYN0l
pv5Vmc33MLISUh+63M01/dhvAY1jOp8nej2OFUuzDY8S516K9pGI1r1Sc1cKdYpCnBuCxqg4HwHs
9eAnG8UWZbOGnFewhRiY6q0RuAJVqxZnGVtwzAMmFfa1xTEWRRxOWn9D9zs4aT/eSWv/YsgLoYMN
XrCwVD0eXiO7SkIrrCSFuNZMdlYlnaONpEKWXedzFkCW0zcZ4izycnPdr7rmZYzzA0PqwfANOMQ6
mmCUE7EUxFVF9LqxoJmmJ/bMHXG36e6reQh62cCzgzKSirJWsJOZBu2avvHCsSTru+iYID6ZVpZt
YS3TFSEJK6qFm1yVqmMeaqDAYyt1ReDZhBAVgt1Arz7SHrYIZQVwL3ctGxUg04xvIku9LazUpdgd
pKYxvQXvmjsLDbrz7lLU0wVYJrs+npsmSaeVWUxOGBrTgfUmQk84/2jXHcdtYg0Vz8MNSoFiKV8S
RT7H9GtsXYsHV6DnZ69Lszh9LJmetFRqYBZaveU33WM9trlPKqebxpNaT1mABPhiWTU2o86s32s5
bTHm1skdXvUYrXz6mYDOpB9V1/tmzSAfaSs9CiRbzry1+JWFJbPURGaFc/k6xhNbjZRTl/SqcJAE
UT8USqfSYxE+JFFirVKr1TYIIbPLWsUxUMnFrpIW2Um0lUBPhP5eqtCPH5J+voSraLnWhGOfTUd2
pozfdqTKA1fuzTQHf8nC/mysq0DrIxo9EFacmhkMHYbvL0Ydnqdc98JK+0CpttNS4b5gRx40fXLP
8JrWo5jft0j+j3IOrr+IbmZVikxgyVTqW8R10RPq829EomS+lIM9apmgO2oB3K6QWyIcZJZDGXP/
Xg9vrZEXVKkzVVRR3OSy5WhYJTSrkfmIxV0cw+dW+pQNlXnGyOlNmFmwU5f3qVx8iYDY2AAklePE
uNTN2SNkA5jlcf46Wg1AhIEs1rmcafpHTOcMgqJjI79YcaKDry7BF6sDMsFZvUBBPBh99GhM4w5Q
yEj+U3TN8V7s1VUXHSSPn2U0u2OM4xX4NOXF+EK3NmBWeVnFEYOJYLhC9T0rprfOGBa6U0wtxUhE
oTem92YSPwDmelc7Q9wV1YLeEBFukDDT9ocxegNk608xZ0FWybloGUSnaBdGFeXUYmVsZEBjg0qN
bhhlt7hY4WU081cMNlea06rLWUxcspP9QhLcBSMQEt0CWFl/g5n2RFsCYzmmVnsGvrCFF3BX45Ox
sXjzuFqzcJct5aUfNZQWX5eq+sSrylpE0jxhz8WVUPPEobDLrwjXBCiKebOL4TwyAiYrPAFLJy7d
rqpxhutdZPn6IrHHoMKLwQZGQgsNqz8POR5dKWu+z3L/FLWdP6fy28IMyZZD8i1DVaZNmBhBSzfG
VWiEOTzNwQzmxeqM5CFjeH9lCPAegxy1FZzC9CHSj9GoDS7dtXanaITqbFFiMlTOcBzinynl3o90
sKtYXvfTbIw88odbHiFeiMUm8iqFCx/b7gMu2NSxSiZMy6LD4kKtTo+zGZxZojEcEoyGc1sghjlv
HoVJfM1UiqlwxiRKttAT2zacWINucFzpXVMJD6DbXkkW+zDK2Y0kImt1BR8uOjdA1DRkcKbIrT0q
xjcQJhOU+ZqIerI126m4ANfM3TniuqVlnTiJVN4EftABOC/ibZH3oVge8MTTItUXss15Oackq8ye
VLC14rJInoKZg1o9E4n1FSKS7CFEd0LIddMI39SwMtC2aOjgzZmxnFJu6dIkKY4l7ZRYRvYvq5QC
ChvzMHLkmm6DzqsJCU+1PDeDiJvOZnIvEz623PIWFUBTijtaTA9hSVoNVmbFj1N89F1KgshCWIo7
1cKnkY57ocm+m3hDCCEE5Z3tW2N4i0xCH+RVeUoM4rNVhQjVtCThIAbR1h/RRRJoOyFdgJncbM3t
4ZJVVRhoSO95eKeiX4xD4RpEZ/gx6C3PooPlGLIqI33hYWrM2T09C1usiMgVpABagP6UxvlxqcV3
dtfTLhFP4zzuYqu9bqHFRGmpR0aOW/s4PMwU2F3+nZDGD1y0h1gbnwcCeqTmLZGtr5iDXkcQJk9F
31ZY8lbjIIk8iyp1I/rFBAx1SELiZQBfjuGBoEBVcTujDCRz3c29/qTJ6nvfS09Z2sUBMyZy7Bsz
WPF4sJaY1Fk1rINIyTNXbpfXHiceIbLyM1vJgncma67Q4ESlyZW5PRGvDpe+O+nKodPrD5K26FTB
ljvkisEBYE3cq80k22w1tECXpstEow8UDNVgU7S3ZRDoz+dfzEm5mbXwjEzUtEF4VZ4s9gwqasoh
TVu/xSKRL4CU+RyGV7OqRsccN30E8ReOEYeZRyACXjdh0f15NdFMALs90l4/zrl1BMd2wqMsOYmx
wl4SJluuYgvONE/Hwiiy0i6E5ruxTjOxM21MCrF2UQ2ZMIAwu81Dz2wGnKM0RF+qUL0CWb+SLHCl
EJw9sLaOZk5rUBbapa9Q2pTQNWysPqqTjzrW8KkvApOSA+oy+RlWQq2mTdJtHMBzo3FFzBGnLs4D
F6JYx8UFhCatUZDEnYGdRcdbIZqddR/Tr6DPPVWXvOne///4+FcZNLbFTWbxrwfID3/77xWKDnIw
4Uz+x3/x27fyb//j7b/+rE797Xf8JvDQZUA1XIRoSSmZ+Ddm2V8FqoKu/CIhpwYdBQnqNxXHbzNl
Am/ZEaJB3eTUuiYqCDN+Y9jwJRGFKhMsCGQMqY2/pFDdNBQ/aSxwM9Czw4HANEnTscHw5n/WWNAz
6PpZFBV3YT4aVA2ugVhZRQ+4wGz/dKL+iZ1W/pOe48drWbyStOlSDFXbbMM/WR4UbbUkEuIVN+3W
KTC6DdLEmoGUe+uNs1IbCz5BAJutbpUuKtV4maEwtRwJGhl1138mYqQFdPYt11QhIBJ/6qpteTLI
A/f//cH+QAb/6cQw5MfAjBnEYKj/J/GJbPZGN/LhucjSniLQGoSQm/kJIuu5sogKqfHZNbX5SAtO
cI2GLf1S7tKZqPSio1TQBNoZ9ZBht1PM9yxpvrDnBaGB7JPRi2jPGhkCsonZPqXCzaoMs2cy9rso
Ng7waGeGHnXu0ekx3fRO7jtC4gBOEGnQEG7FL9IK+AySTDucZBZmkC45qN9iM7xXGmvehZrwxWzC
g0Z97P31e//fmu3/oEq/jN9bNmSbCKru/sMfym9I1KvyP4MwXUNT9a/XgfPf/mf59vFHVfr2E7/e
9cYvPCJgVhnAlxBuAd3+/abnKxusGou+iUYLtcg/qHCq8ouhoRVBC4Zi3cTV//d7fvuSrAKZEw0k
WVzsf03UtbEGfrrrQTSbgA/RcxFeCnRT/nGn/nQnGjG9wHBcRna0N0ZApF0db5pLuoYfO6k7Bmdq
/0Es7ejBdPCVe6XL/mdHhOnir1Rh02IfnyKwGEXl7JRd742ol5/RVx8GPJBu6k/PS4CKwOsPUxRo
+kEcXDa43d1T55EaFRQBcBB/bU8Y5Oxa8Qo9kIsnEZ+to3Dbsz12Vp6x51G7rxN75MDQmvuja0re
7IfARF41d3BuA0dxGxyme26+i/e6F+8SN7OrY3xTJkdfTsMRKPBgPw12fBLv5Fu+F3k7tIJ8+VCf
9J28q13t5Si4Ob9EcMWvatAeCOl5T/zQG4InMFgPOFvt7RXoQRkXkjuVU+griZcYtng/vsjnwRns
W+h0nnTBL6jZT4fb05Nln4/bfyxOe8r3nfeqOpVNL/LUnujPH7KcozqyV7Kf/S9fIvt9dusTiTJe
cV/xl9lTQ/aBgUzXsI8iKBcilNwEXaxlD0+xX9JS5Hcb9mtif+Fc2em+d3v+bnaND0JgbN2hJnpv
XxQ3u4cibZcndLJ3i5U6yaOEhjyB4bJLsSMMAH6MkpLi1nysO3EP9ve4DeuZDim+xIvwcyftllwj
p951wWBLl35lZN55ceHJF8a5A1FI3UE3L5NxbZ9XP3dNNzlFe66Dp9mD8uWSE3LAFKvUbLNd5Dxs
CaZr4+b5NQEd1TnZrX5XJ2ax9vC9vkiQcL5rfnMbdgDU3P6DfRYBsccy4WNTtP3rDDBHwEzpLnzW
bFfW7+NZw0K+20gvO5pKX0v6CFTSjwrvhhN3HolZ9dpXJhC5m8V7VLTx/lrG+5d23sefAwpZoqKQ
oPuR1x/FPe76U/uyvE6MshkKIvCATAj0V02hIlK/utK0a0TXOHWiN45f18jZ8gxuqU1C3878Wp/j
k3xWHtrTtBsedeMqvFvv1Sq6okk4lWWz3eEP4iG7i13hAhXDSYXzNHmi02bMpm0eZAX/bzr8uSWi
mkZdvZtOxp5NGlAmKQbuAp+FhutZ6fb0BchRHD4ROLBXQ0g+AfL6MrwRQqud+gst+7YCCXbAcV3F
geKGh/ia7tMT8q7hM7zxK913HKz29Xo6cPyNIz40rsASUKGaYv/5zHaSpMDNtuckdN0+9Vf9TJ9v
x7jAxKPgCB4JWr7ABbY5VJjdfYC+4hqQdi5NXXARTlj5uLlXu6dbQSzeYM/PXHUNQbhfJcJfHe3F
RWwSPogfqW+j5LeJxwzUM1k+SMDRVn/wxgA5+bE/+NclwFfsRNkR5gBnBw09g6I75RI+Cn7mbnew
qDwuX+MM77zdvXNcbGNLp37WWDcMZ3xGLHCNjvM33fSa78I70yH2A7SgOsVv5kDbldHXhv3k8gXK
ghQs59JXHX/xFm9koLRf3QuBesd3wWZ8i0zmmH7L7vQDVGb9DXWanX0PsZ/TGXfMl/ydhmEbyC/X
6Gy9wUFirJRe5Xvlmlj4MNDVv6zLvnekm3KWX8xTDVeCCDQYCB/iXlrP5sVbHWNnPhMVeiZsw4Ei
8i5f98r9znCku/hTuTOvo8NM/0E53DV7lH0+E0kRK0+2R4GgPqktb6i927p/QeayLHtvb3FAi9fa
i/ZDHFTXA2mWzlevtmP7bnE9Df+M94EowY2c7pt84k+26KrP5duLwmLOwI6kQb/3Bnfy4zfmbza7
OltyZm/28oAEHW863cm+5NyxNX7qqM0u64G3YCejU+yr0+D2nnkhrohvwXNq1/bo6Aj8bIvvQTao
2/mddphcDoj/fT1JDvSIKmB7ZCl7tXSys/6S4b879J+aZvPH/PPF2P04irv+iX4ODd0dFpUnAz4M
qiQbeU93ak6ARbDtkBFgj5+pfOjccjME2quz+GjxB/7Ve8WeP56s3YhaXuNR1R9IogsvZPwhoZN2
w+IPLj/D+GeXa76Qu6vpzFye4ln9iBAf1GQ4e9FV271A/OM9WKoLmgVzzI6r0jV2kle5b8rbY2qn
hwcn+BT2JbkbR/1o+o93pCrjaUdJpb1pDg0HnpvGWbrLELddE07R4Ddu4yq77R8SBW4G8LhXnrEc
vrGj9xN9Kd+ywumsXXfioMxn3Bx30wkdECGrkx2freZ1CR3hG104A8whaWnqJfRulsuoGQf8DjXX
GAVqzXNOe8k5ZNBgCttZ06+FQBkDy5V6EUbZQbeEX3cF/6dx1f+ZPLg6quF/Uzm+5f3bz/tFBMe/
142S+ovGmFvBmv4b1vT3upGvoB9W8V7TxZUxDlFR/rZXVHR4p6SeWIZMNcdW8R91o6L9YorYZcFe
a/ja8QX8FTfjjwr0D3WjDB0PM4JqmCpQYRDYf9zBiVNUCFEm0ASF+5ggEpMn8pM11Ay0LMuaycDy
RmzkVcrfkOWZw+NQ7Xr6IvoS38Qh3ZFR78zpiaa713UPE9K5qiP19YlaNaBdivBQ8qKG6OAUe9Aa
mNJtlXsykp7X+qwjRNteeqq/yPMOSZ0zHoX6o2JqITAICaJHfb6J+c5ocavARzOceC73fcRUgeRw
GRVoFboVg7Um3/FM1ekb5nF7qPgrIxddmEtEljBaRUVBwzVpv+dF6iJjscXuWkcMv1USL686w6aE
EfSIoDarP9eJVcJ6XrbeaNG8S+Fy6cVljwTFVjOMSVHQaso5Iy0nEehsF89m9m5oDESqyDF4dAus
TDp9fikEY2F5LaorMfuQ6/pUaQ/onHfx+MYkmNSIyJvDydcW9DbKVAVF+ETKqC/VkV9U8REwlWeg
65Nmac9ggJPIHFka/SraBsxUxUYd4CZ0pflzntAMkeOFsDKBhbMfYzab1csQHQl5szVDsMWsdZaW
ZFvyL3AkhXRJp/CDdYYQKFuTg1z8Lq0fJig+603S0fQxxZYKpNHL+8YlZEx8BUD3hdROLzMCrY28
Nst2YkcRbzyLCcM0Ap+QESClIJhJ6+nTdU4u7UK6n7Qju1lyrTInrDfbMS64kAbPetUwbpv9TJGc
IVZ2y9gwzxu8th49Y67vFDYrHU4vmuMiQdYxQsRJALqB1S9u3krSxpkz2Ij8HPE4jfEhiTsQu4R4
MLIfl+RYizIWygdlGw5/o/XnNJguS2NyEbTNpmq37auIwliGqA4AiHZ86wgsrlOk7GZoB7qWe6UR
0UFH2M2vUqJur3c7oRLd2Sp36mSc9AIhdIT8kgwrcuF3q3mpe81RDC8iZrCU80OkP43jS73WMKLO
OUy0IeYYuBO2V4y0V2nAikoUZFG+ZNvDbt70Pvs0+QCd5NXt4o7KzNwK9gLDzqhZ3ZHn0op+fwlB
HKmC32E4A04clPE2Zp84eti20uwyjXNL5aPIErqSiF7mcnHzkoB2utWY36nbZpf2JrPwq46OUaAV
LT3U2XxBG/PTSvhPWkQbXuN/X2CgC8ibZZvGy5+6LvTRZCvusSHL+WfC5qQrHjMq8SlkajO5q3wl
Vg55sfS/qDuT7biVM1u/S81RC00AAQyqBtknmWSyJ8VJLJKS0Pd9vFE9x32x+4G26x7pnJLste6k
lj2wfSwlEwQQEfvf+9sb3fgnUSfHWeZba4i2lZ52hhr3ZaZ2k1ftBsfaDaTsQvRXFe3IV/HH0F+s
94LaUIiI/qb7FtkcifgzFmSsAJ/pjKGg3I0Jm8s0WNnDZRnd6XpXSkQbvAQz2UyBpVo6r5hBbIem
UPMpWKRnnmYPKOLg84yjJeuTJ75SAbdKCuPSay9rTGxZe0yiNyfA9E47HtHB8SHjhyj8lvitR7wY
p//dUoLm/q7IxGI5+eVF/Unj6yUTrBLz7Upnj2aX3ogy2SzZSz2lq7x4nStCj+YLkyHt7625wSWa
/+b3ij7x5x9BkDP/1DxgrvwUg6ceyPDHxYqfWsDBPCYuFGoydmoZXxKmfmc8nJO2juTWbbacflz7
TnjHwnip5XFS27Q886ow7SczPvHUGzN8vMvQ32dkBbyYSc2hMpmI9edf347Lhfl/GiDLKUKNaZvc
i8tPjiLDP/+DTGJxx8RAuhkmB+89E6/eZMYtT3Oqf3N9lr/ozx/keNJh5CNonvnxg/qwz3pzzPsV
T5nNGZoG3JCqn33MJKv+3WfJP30t2gACpleBbXqosLb48dMWHpRhq6gHmnGiAPdOKusYt+MB3Mth
oOi8EEvON8Kl5byMFVhj19lb7hFirZtTiT5eZZL8Q4FEk87J48IMpzFyFzIQmzMyyeFSeU5/7sJP
MvNDVpT3SYhp3nmKeHhJz3/Fkb/l/b8OaAaOaaIzl7d5j4kxvB7bD0tAiHHnG21tWn+8mrzmYjoL
87b2+63DaTCcb5vIWknL3QTe99nFk+QEqMf4WWRKPI9DIVMsE14vPIXXgZLJ0pxOU4Z70eJVMk5b
2WQHO3zKOF/2UX2kOXAxdBxC4GP6e27chGl70ZDlbtFZfUZ0asIafk2c2C4XKA5DN4sQPAuiX9P0
qR5Meiv9CuT/QQLKAiZC++SOGP/KkrS0cRkktTlU7FbPhvu0LMNMwOhLeqamE8vDDEldH4KoYZR+
X0loVwjes3k1ThyW56+WeUr9euMtG3njYU5wIWZfZz+/MBcnsHsx98xrg+++9VVyCRxzaxBmGIs3
ekUIdp+ldZfkZ4hxvXlMu7uBlcMbNL/65zAd8LZ8rgB5+dz1mB58d21iUeiNat3ap9HaOAn4NdB7
eUkPk9+vxmjea2feeFHF6BvSLJu2zqdEe0Inn3h7AowjkyM4dgnamjxCyhpirnaOHbWLftZRJ+mz
ftKFKbCoZ1IcJtJsbQcIAQMWX95Jq1XA0qZ7EEi0N9Q895l1qTlAWc6a5E8EVhueVqKsvZw/EmwO
cMS3Ds/JQkULWft6UijhKQuDTUksQ7A3W6o3I4/cvjgmw1LF/ZTCZB89Uvr7wtm3kbsqEFyYkVoq
3A59fZDeDQxyXuXysCypFHYu5pNNxUbGKJqDiV82y7x14F278Vd46bdTulXkjayk23Pr7cyUqvQX
3yJm7vLH+vDgTGIfuv56ICXls3mcows3CY6Erlaj761Sl+ibJglG4KFo77Tt3mfO4+AOV47o0R69
C6vaq/DRj4pV7TsY3Jx1G4H/R9WysSZSn8Y38Y2bSFlA7PCuf+AhZPcFaNMEX2deDDNbAhh2o9yN
PgHZgBMhu1gbFPLosR/xtjDd7igt2mbVeLSQTuzqe2kevO6uagYiqrjYQGg4UAuZbqYpZ/bwJR7w
sZkJmSJ6Vkv7GAU3bP9G/5v28jV5EIyGa6lZIq2n2j/3LpVf+gDZjUA+i3gesFAbD2783E8PpmMe
DZ/fzhjdpxnhjwEOX9ERhT0r09hKvHp9+0Fn2r4VL2PPoCqINvM4XkQqvF+2lLgCt32wULOxp0XD
Lqo+iva5SitqB1gz0jMcmV3Xf2Fs9CjIYmhmsR4OC/Z3Tnsw1FUbMGF5GiQrZROt45DsIltNF1oG
ExfDorAUV2SxA49MDY+5KpfAQO7h1ZTcqjcZuANn4l6Z76DS01r/LO2rkNdsOzwT11mJmPsSAHMn
9JYJ2WJt2Mz2S2letAZeUp75oQeLcizQ25TR7Rz7xjqkmL6IZdnRU21EF2HLO7ZMnwIgqrR4r31q
n5ejRG9lZymJfYF9cAq9r3OQopglnRk9DbhWHmVUeIEvzMC1q/ZcW/469KZDEtAP7R2dhn2LB8jL
4zFGKm3mHWa/I78tgjFPffJoFd8L9koGpUOuR6rEFEfYeZDAn7AKbXVpbZL7bPrqcuypaSqaYPZy
FQzD29MjdxHlyCagbcyouTXauzrVR2Wz52WY7TVi7cWHWI9wIxAycBcCLlxpZ9r6xT1LQ2tR69dl
D+Z4GTXcpdlx8C/pL7JGhGB+lK7sNpZxk0J8kJxXoIFsISWuDcxcvkvezyXK7eKM4rE1qYnhbkXI
mCd6G/m42jVIjYpdxK42tIiFsQ6lnGyhV2xDJCZbPrvzfS6Kjd/idE7Li8T/auE05JXXK+uSHcQ+
ZMQQIZTXa/nu64shOIwCEce9YuxyqbrH1DzQLLgamn06HAbzCynVFX7/OkYzksXRFfR00k1PMcdt
Y2zi4RBiU1EXojs50z1ullodFhuLb51kU8G8z9eMlw6E3zet8a2dXhRnL/Y+gYu6nhI7JzSRuqvE
24/1qy6equVz8uw6b5JXA+bk4Navnh+sVU8d6hMwxI0PRIXd/a6dHhoZniDNYCDjLzRxwCRIfqG5
7qdzSgEPiMe1rOgqrOS1wfm7G2uqcPSqGcpXPz6kg70xppqMPalSvROcYdNtaE4P9OiW3vWQfhnk
q2Vnj1bjrYX1PUdhmkkcJOVmjghJTtynDKAiBf+Vg0lkb/QrMc91qnfIqooDURQfHQy+htpCf1/1
+IPJUc0mcxbJCzzlTVRBVrrV/MISjXBmyQ1mYBxkNCD3LU4w4nLeKsF/arHI2DyjTberF0cI0n5k
XTS8TN1qn3fOYbAeNZZOm/np5Ec8LHhTmmE3+cES+niuedWPJe5pjldRdT+1p76vV5ISlExVJyu7
J9W86jCO+GO0DeQLh/trx0cnqR/V9M0w5uvWyY8Ggw+bLM7cpt9xJ6/qjhBedCyCLaoEv5gvhkMO
Owi2RcyDl9HpbBZXAfEAxaxNpT0WEI7zDyPIIlItyAv9tgV4VnJbVx6NYhNeOb6/P3M+ikLI0jRY
mt26rMN9XyQPcVnzNlkWufRCA2Qhj41kqrbJZGw9k7ggtt6AJnvCOFwfQqvbpQA8geYzcXUdvqGL
Z6nWxZVtV1svwrvEEpMNzGNod04ARZRBjiMWd3Vy0ZmQPquZEQy+ZKywTnk5FCy+5TpLKbpEM59j
d52b07XBsxyhq3Tqez3lm9bODlFBYFbegHGtPPDOzhJr5bs4NGaQ8hQM4JF8Utvd54218kt3pXN9
cjjxGyr5Npgu1Sf+Ks2rfcNUSLTZLjf962jZpTjtOYknhkXmJhYH2r53wIs2VcbdY1ZXIixpYSXv
rcpN2j8trZZ9m2w9xZ3KPMhwNl4yXWcp2840v6q6c56y/cib7bScWqfijWTpNSGyIzZ1tcrhgi5t
HXn/teWVOXjZBdn3Y+iFO1+MHFeb9VTf6DnetrR2JJ4+BmxEMR75VbiVXv7VoSkEQNK6LixEl1d4
RDt7avFP1ys6UDZKsjrQKE+WczdyjXz8cwOpkmrbQbkwNV7VCatjvBPel9y/J0a4HkKWv+KFu1mo
tTWbe5G3kCJpyDFo/wyjTaZeW4udiZEfxMxRudSbsXxqbL0jfr7NykddPHIosKsWdJa7E5nmHbZr
qrcwQ5ofrnINJ6CB1SVo+0peQv8lTxei77Af5ytnKnE4tdnZGJtr+lWOuqv3sT3uEeFckV0MbJ3y
Ir77PNX9/1ac/zk+xv8mXXoRhv9nXfqmzP5cxbX8kb9ZGmwEaIERyffobHe8T+TM33xMizRtCxMG
BoxV08Md+N/SNDAaKhJ9TFVSehxvF7fD321MgPZMTtYUdhNBxIHk/0uWButHb5FcoBxgWqD6OUuH
IlXFP55pTax5DelDc20AmdJbRydmt0uskG5o0iScV3PZNqSRU9zIuuYs4IAtnvZ2bzf+bw7YP1qq
Pn8UuD0koAXeIYCEPx3mB+yLdeuYLJtZM295DvASNM0djmf7N46q333ST3J8W4ZGVYS2uYZ/1jKV
xoaR2FF0lzS4iP9wL/Crn8Oy+GMXAr+oPyoUy/XFV49TzRKCl773kzCXSWtOydeS8SdLutfkJbAd
i2oTxCPSZ8TOdRrafiPdIAAQEKgvv/74v/qmf/z4n66pFrx2QY+anGij+OxgctrkYT/cSQcs1q8/
6id15G/fFIOdZznW0p74051UTm2j3JI7iWynfyoJHnNi9glzo4sElkHMOGqM3a8/c/lF/UH/+fxM
TIIuDwLNtPRN/Hj3knxOhRvx9ZI0hb9gkOja2oYRUdrYGtdGauLvjlBuf/2py9P3p4/1mRthAfJw
Gsrln/9B35qBXBQpxCTUzaF89hGYT5xXdLJth9FTu9KZFOKKLGxObT6hCHplMvPYzI0/vM7axLbj
hghM29z0Go7fRaHFigyoj11oIEJ0VaH7Y/KYo3K4kcRU5W9uyr+6K6jxo4aVAkDwsovq+IefP0uL
EtIHIwEpUnsm0qxSZkbBOOFX6Mvf3IL+5+X46bdEIQiXilucl9bPVa2ARui/wpa5LomOM1r2mMfx
XonjW7AeREDAulRqM4jMyNYjUYSTdGubbSBNKExctUJhDY1SjWu4f+wbiaKyVTSEJzej7Mgd927h
dIfBwe6+qZuOji8aMKeHOWqQm7jm5eMwySl/1LGIo3UQ9kATE5dC95UkkTUclMIHb8OFZIxj+QUm
lxyNlfjeQCBYEuDdzI7PZFdWqFoHY1DYwXEgDtXG7OMivmlKKcZDVbNnBQ5TWxn6QKpfCzgm7JgS
/GRXDRXe0ZoMinHfuIN473M3qnaKM6fL8UPhLHJqmKSmqgh3BRAtPqzQJK0qaqvBNeHXlDJM/rDH
U8/hubPaCO9FVHf9hrKKrt/a9mikm6m30pfOrIOb3skB6KHbVI8umXp5NQ5DeQtux833M7wL3uuZ
lo9BV4UTPYmZfZZNSx+unEAj+KPdf/Ux5827XoQxSVat6PdrZeh+G0UEjocRmWKOmGXthydm+Rzn
vfdCKzZDD4qTvIvK7fRHaycayYo0/oubFvoaSnb4jVTTeDuUjUSnqFX6mjo+8MWm0DjdW5CUt106
2dEmLyv3aUZqQTgoYSAlDaDGdaVL814bxrL5UuVw76cV3VGScAMURnvGXZr4JL7Y+ZIldUugrXaW
96hvpq9pAPZhjq6KRtLAZ8BmwjQyDPLDKyaV7HVqxN+7RKDiJYI2eHoGcgZfGXVoZCxMOZzdsLUv
iKePzJl4W9yxUsps60ESRfcooeJq9rlEgvaeMQnvgrIBIS5if7AVJ6h8HJK95/jJY6FAlK39ULQ9
xpYxhQVZyuaxtT3pwIoJBBttMnu4+cm4lzs5tARahB9hc1FxgvsVxY14HecJ0cb29VgshEUE2hCj
XeNS+93k9XQbmmZhr1sWmCVsjzGSpj0HlSKfyuzD+ST860/af/NJ/g+WEoDqsw/A+OwGgOhBTwDF
Gvgrks/+gKSjSsBhAQP5/NkwoLthoUN9Ng+wwWnfss8+glpQTTdSaCNWg05w1Q+BbVyHeaTcgx3V
yA+NF3rjVUoywdsUNnHxPfF8xlB+XnXepnYUt0Lnz6ZJWRpm0eLSHel6ewQFalI7aSy6TOHpGoRW
OvnzlZLUUlzZTT/PzxMWgYHauNqtoaZ20/RNtUBmjuEY8S8CcyNjV/CuU/Zu85CJNS1l7XUJAKl/
aj0VDWe7w1d9NpsRXYkdWXkJ9TVqN1Bbe/O2qg3n2TU7HCfam8sGbSQ01lMew2Vfl9yscg0Dm1II
BiRNd80tEDyb1QzHVMyGClCnqA9b25YK9BFAAkmmPtDxnfbo79hwSBH3hWVHRLfG2KG+qApMiFot
IZUoNfECdvHMzLSsA6M/eGHm4q6yTN4gvDRL13rGOh3doDOM75bbazxbeRXLbpUWwDJfS4/CVI6w
tE0U5lVkD9QRkuVt3PxSOaqWB2AsHrP/Yeg8QkNVQ5DPonvKkoLDGfxMhgYmtBN4KaSZCeAqIzcH
yjdj7yHrXc60AaB9VsDCFXhgIs8er+w+zfP9KCpuwt52jXKjkrD317TedQ+18PzokBOWxXlk+kNH
upG/GUllSp9nl1MzkaqKpJjRAb5C7uzDfUmsKL8SbZXaB+htbXnfu3OOUTMpvKe094YHbyiCk2E1
WHekB95pSi3FfM4V4WXZ9NMuSr0IH48DVtlsua56qB7b0lH3IppIP4f1ACNUM5xHVsmLN0Xb8w6g
D2zZsZjv2qhqH6N+Lk9DMOMHGv3hSRlzz+McKo6R3rYByQoLarrKonq6TpLsjbQQNJ8aSMy2GOG4
tl2DDtZmHFajYNgJewQjoQgkRZ1BXCxs8uyhhSCDFb63zMsZ02hNCcnWxJ6px+QL4JtwI6iPpXQk
6txDmYN0NZogeEl7tGQtw9tm6Fy0wcqlIyVQV7FmEggEZ0cNR7gaJ9O7NBqfcXWphx0voPTCo7d0
rWd9T/CfRLKEA1RQ9oLZwfTolckpWBTDdpAt1Dq5hAwHFE7TJy6MXNzu4hSKXGdWByXr51pHS7Fg
NflvLY7+nSyz/NBTrnpMG5V9CQCs4qgQA2oRL65pcv19EGa8VSjVnLeVmD6KoHxOU5UdGnwNs1Oz
BNgVYW1fDdVOulNylUxLulM67WXaVo65SSz1KhDXCV+OYNZ6X6p3tjPHwjHUIS3sD3+sXE7PufWK
iGrQIxqzmrdJukdzMCOQsiNxUlU+q2n0nlWrqweHtx50NO3fGrPGaT0wwXJk/z2JKm9rBNFl29Yf
k1QNUdPstoQpFoRlsicZ/gyy9GYMAGpnOat0ulyrNMu6bZgKpLkGhMpamSjHVlYMRxU1kLfc6KKN
rQc7c8S6KOk4DYq6ZqDeykNCK9zFnNoYJOIaN6lByrtnb0CKQwjzRcVOh57XhPPeKmznOvELOuOI
QeHBgU7FCHbABz2k9aso6ui+sMlDMX7vanfTqMm3t5IWsgzE3Q72iDqyi32A1mhdj7HLimPXxdn3
EPji4JBXdgWsrXyPRvs6CdSF3WgDXIHVHv2u1BdlKM+xKJlO9u0porJtrWRg0BG1vFYosJmTDVvf
UzUU0Xd2iv77Z0YZmDL6pBcQ9zOEvky01zId6m1mB0x7eBvgDhGgvxHcRtZjltNTNDOKmjOhtqKJ
jlWs9b07Ouc+kd/Mnj/TFbN9cGF7D6X5fSy8HZu07lwZKHhD4e8H22nXtPt+KEaeG7GE2BpHnCMy
pi+T2xpkgqPblLMuGnICG4a+H6yIlVHeapOBkdXQYwMgbOe0stnlBYZ/H31QtvW29ybk1F6vp7G1
cfV2W3aD6hi7o70pM3/YQhu6pc6ZwiOZv4bt4N87hXWR+ox0DbPfUwCGEVv5V/QArjpZvYlg4ABj
tPfogscumNdtGL10Dk1Y4PhIh5K8K00YrFH4liesb6gQS+O8us4zlMi4qrdgGyJoQByNFLuevrM+
aEZFe4R4vZa1RQQ7ZbtMe5i/QU82OZYKYx20Nv/nIRRqHyYJEc0Z+OULueZuQwT1u5nF8YZ2r03b
E9+Nm/cqp23YVnaxab0YOjgCZiznV2FG/TbCdqAJfZ8cf3F1zuWVYEM8rnjZ+6tMh+OjP8UxtVMz
0MiCLluGod44rseyZqKeT42xtIAHHbvUgAAT8+SyeSGFTgI5Ehin7L7G+DN1M6+9WlF+C/IxPuQ9
YLgYq9o9HX7FczR6tlpJAoNctTzM8ag4kQ/ZYbTNbxIigEb47xmDWNxz9TqLPYOhps47XLpuz6Uv
stGlLK7yiqMVtTaGU8PV/UsA/Sbeo0DXwbHSsrtOhlnRT64wvMFsqSCWqcA55GYbXdiswAJ4jsc4
qWns6WimWXAwJngysGD6hDuHwjm5EkHkvIeWR3+Ua2YtzG3Hab5zGTOoUV3B+CKag68NnhqEatUL
MBC1BNMCXGKMdu3YydegnwQW/GJ2h2NlB9Z1i8LDZTRM9ZCYiyadRdIGY0IZ69oxrOTapFk5JWju
+MuAyGIhWII23NRuGzNy8NKIzJibqG3V2LW/wSXR4SryFTtf29W41El4W+1mCCpAgYV9Tzo1pHEA
6QaTCY1YkP2KKCFdEFb8Z5Lv2IqqwYi+V8oCRtO3gkF41RoVQa6yNuuV1xuAQh0GJBiX5u3oKvup
owjM3iW90T6PgWygRMwFV4m0NWIVLHCp15Ufeqc4czoTz9PQ8D9HtEcxppBEQuDg5U/UaMdPcZhz
oxLpkA+WP7GM+V1KjDrywgGDslJIxFWbcK3mnEZBZfTYLGZZ3ERzHYht2KuItSFMJz5cdtmrTGoG
0UNhVQfGNHN/7Aj6f1M0Lr/mYzHcUlg0kqXFM5j1FU7FsSxqZyuzwH3uGtXBLy5qvU9bq+zYbGs5
rasRoWxlJ4EHM0X31vsQxcGzUAHvo8wNE967qRHqjUPe+bGtDIxBDTcmUxQnG++ErMuv6QDhjgNu
je7dTzWhnpJDAfXnzcBxpQfatk1jSiV3ptMD5Wv8WbyauXIfHC/H+l7aQpSQ7FzqBlIfcP9G9gYA
o2gC/sKzWIxfvb5wGgJHLabBzhusO5HJ7jZUbh5ftHzKXTayO1jlozKGvXC7lPVy9DLscW0/QuXz
9bvK3fJ2NsIqX8Pky55UadcfQ2bqc+qIBZBquJXLzRDWDySjO06+sMdIQTDbARnEwAPLfd8yUphK
SuWAJOrQ2QTKFa9eoSgg62mt/DBaE8yqMhWYD75Qi8kfqxzZj8m57Z2KyjNBZrElx+7qF1+XNWYX
XxYcsLuBbGJrV9nj1CpyPVaRF19BuQjMlmFT39GHyAHV1EWJLZ9XLdiVrDC/1qqCRK1mc6TW2Q49
6KAxA4DtNAPzW2k9AmbQ4JBOsTMY44YRtvElwwNH9FkbFS7eTCnSJf7UprspNSayTWnG4K7rZk5V
rmoMYthjD1K4y3wH6KfNehGNSSjXjp25dw5DFp9ZUm0/ZrPEc0ArX89Rrauw/wSmA4c78syi3hp2
Ux2HfpjD3dyF1sgEw7OOuTuH1i6Nkm6CqNolHRNYO6DbIuvJtgSenTwZDKjkSiYiupXsW62V4Y4N
Nic9tlSU1z7Ro9LJCxIKEG85yTSp/kY/X08ABjAlm3zge3d+ZBJuM+lvgIxB9Ue6c6tmfPQMUMJr
GfA12WEX9a2l45DB1YiQeqAshsJ2k9D8LWD/QKz1tGDGmzQaqIePyNFD8IDAvJJjy/sco3TNeQ0y
bI43hmIOz39WMSrlWpYsUbswU3a/ay2Vvv1GIlzUzh80L4DXSyQxcFEmF+33R4nNK4VXKSdnEFRM
5p12KyyXlLIGbLOVoMehB7HVOQEWmY4karvhAF1eQzrEiuxVxoPdpvUV8OTI+o1i+ieVlp8r8O3F
2o653fF+ki7jwIXXugyobGf+MsRJzwadYVLZhzEwKW3e/Po6/MXHLZ1WSOC2sJAaf5K/07BuvH6C
dxHABN3Yil4WKCsx9DznO+FuZ//rj/vJD0jo20GBtpAgbSEt82eHnrBR9WPTjTedjlT7Vpeq8Z+o
DSq3IoqM+VWOzN/f6mEqt9rtvN8onX8hq6LMsD1GZqGbAGj5D7JqYeYlMiNjhZmX+MpnHcHu4pkY
n4rxN7OSP11XSeG0bXt4e4ii4g798aMGLwG/tXzU1GAFqHMnxXJGMtrqPLB5+La3v76wf/HVli+F
8dFhIkX704+fJ/s2M90Kcd8mjo0VJpouee55ExvG72y3f/oo2hsQFx2Lux9Su/nTRznOKBuIOHxU
CMlOmuxqCpfzgaMt9/LzW/1LE81/blz5y+T28nkfZTU3cRh17X9+hrTDb+SSurcf/gt9TbTG3fbf
mvnuGxWx3T+6wpf/5z/7D//ePfcwV9/+498+Sk7Oy98WEg7/YzbGtnCI/88zy20LNvn//NdPPemf
f+hvU0uLfjAfwjkvMLyudJ/jdf371NL598+BC1Frer4Eou5/Ty0F5erLzUGvmEdFmL/cJf+YWrr/
zg5wKUnn34tZ919qsrPM4Oe7hNyO7XPCdTD9wnv4ea42tUA/ph51EupW+sTmWH30EKdphNAuUhkH
6Xhct7UbkPbH63iHh0qP8Hgt2EfQFDhER8aIkUr0UXSIfJf23pAB1bnhaNZtor7w3mHXRaxdUhvX
nKCG+WBmi07TV21t01dkM/GHHEODleh4JmAicYhPEHt729mLikPUvuBV9xgCFCwRNsoO1H5eK2fl
DrF/J702uaevGCV3aBb8aF+TlMAsiQ6Huxwgli4WDGXsSS+BeFQK+phoMWA7NuUjNe+OSs992BrU
xrpOC9DNU1SVpYBPrsuK0nN4x15DOM6E42hHbng5imVTw6/PfrOSATdpSEiC3CV6i3mscQ9jFiL+
QGN3CHGXl1gUnESnmhNz4/yUThajIhjYEUZbu2Btx4uGQXLSzNp2Uz84NhJ5DJacMQ5EbjTFtAN0
WHQvSRgy/3Ntj6wcoGk5bGqdTC+2FvWdU/CrJExoYpua5xTVsncEzW1sOV/y0BVfpBW6TzKkfzqt
g/qsPGgPGwteC/UkjRPh2AGSXazrKbl2aIWLBwxLNhlGNNbDAlPrqgARsSupfwtbggn4DA2OtIUV
7wJjQVEYZ6le8umGYuZLVYF5nPE0Ac3jpyhqUHYipgCJWnKSiZSX7OJsesNLemtapxJdc/D1M1kR
gvil7q51wkoXgvQma93Zudyy2XrXhv3oq5gsCVmfyqrPaJZrKKNXltvtvVyfp75/MCGERob1lLXf
kmq8qReXdfxN1JwIQvMl7smiE6UtSL/03XKJJ3ZE6mgNhrkehbNXUftSp8CSCxhV47xvBPsmm60z
jtWVQ5SmzmcOPOV2lBfgtKmy7yesi/Yub1CWfBXt6R04aR8sq81aYoFj2iYqQOsLO/shYG249zJd
fiRme3Qm7jl/nKYFt2YgSDvWgxokeRuw6MNoyvvUjcm0VR3P3MrwXYFOTe2FJ6DL0ln63U6bK89P
bmC1VJfFp1IztuNDS1fasgvsVX9BMU1zLQf8qCHDv6FG/Tg1NobnsbljlULO1BvGis+B9WbO1zPB
o5SspajWo/nswVEnUPaMPwpSCr9ITG42pcLoYDozV44f6G1sd/ceyQmjz9kRU/JqQlTXr54YbpXu
7h1JpUHiUc9HdV/lbECjY+K9zjx35wekvWV4btG2pCuY7ZKu6uodAEm68kzU4g50fnIZLrkRUNx1
slTOJ5tgaWUwi4PrQJEV/Cyiag5lh4RtPEbZh92rS4eigHB+sb1EE53/ABaMgfYyVtluID8VTIfY
Cj8ijzROSGoN+DLl3u3wJRI4UEMFnume2oyHeipKCG7Bu0HMjFvtcsjnhcOE6wwO48agAiEQPbpN
/SDrbFib44RYkDvAD6rbHEuu8vDp1t7Ii6p48bruNACd9GePtvAp2cG0t48deIEBv6wwiEDR7b1N
WvfcxwbpwPGbC/e55MVq27dxw2mNnWa9LsP0JhY+vdIZXV7RlTYdBW4lzYjMp/nOit0UhFQ/3RFC
2oz18EUaJZa0ZLiaE+/a0ekz3op9yRiAA7+xJxJzdLV/n2sUnXbcUVfGwepsxvFFgIeyzAzICNy9
Q5tdo1e9B4yZW4vTV5XG1IY4dcbMkHd6sKtxiKdD4+204nFtX5wBkTifSCTkyf1SbiZmBvi5c1vJ
+Ix+6UIUC1N/Xw3Zw1TKa1k0wiXQIcGNVgQcIaHd2cZ4FH63tdobQgBoZOHd6A2npk4viu5tGABC
B23f3GdSX4W89BloPs1Oc2ePF8HY7IZGPnZVuqmgGOAmB3S3n0ZSkXE1TpehPkmOrI1Bg6CVxGed
1CdGkSfGQQwOeRpHAMg1/Q4AGzzj5AJhDbLrjEYGpzmNEe0bacn8u0VAFkMoNxKvqslwj64OE1jP
PAZBuwqGBqUFTA8tmdBOCrq+1zpxyIOr7+3kHhM/PcSjVJdFETRvuevRrjz4B1nVZzmQ29AYM9bp
MDyKEbEtwnePtRDFZAu6nrz1uJ+SZs959NRlYu8y8mZd1d057txTqz6azAStixG5KHfdkNPnwrs+
mbZNn1OhYDOr7d/r2D2Zs3djlQ1iHq7ZceL4mPHmfdf2MdDFWU5nn9GZbm9MkiejeSl8UApOu7Gq
6BCUOWdDzxBEy3SH5w8nXbmGYH9O1bTCgLSWHN/f4qo9sdN/0ZAHBYIfPYSXPXUcK4eoz4yeN3fx
ruZcvqbgZyfzI/PNbR96D6PI7Gd/tGAiyJNBKDNOq3PeLy9bDsaPfeN+8TUkhtr7qKVBNU/3rpt+
N7ZG+d4IpFX5NJgjGxaBzdS2AKT5/radxc7JAlbepnwBej9u2ti8mXVIc6K+CTi598TkzISHrARX
GWF7bbe+zA8IArwF47fYa95spDoO3Wft21d2N1HuQajfwp7YeWRFMTKH/5e9M2mOG0nT9H+ZO9Kw
OZbDzCH2YHCnxO0Co0QS+w4H3PHr+4GU0yUya6TuWx/GrA5ZVUkSiADcP3/X0NgQcBIeYiTqxhgC
Q6aPneHzfeXnMVzYjVHw6/W9aQ497CdHYILPsw77r8i26O9FF2IxcNWhCgRvKk7gcS4O2nnsozg4
dbM6epO4oPbzXbCt5RbxdqrF/uqma6EniEj20vwawPzK6h5cFPnsj/dEBp3FNWmBgQ5vhug6iP0H
leXHlrj2Miogkr4FVopwvVan1my2MOVrI072rZOeZWH8JZNEw9iKQIU520kX0I3BDxlvNW27zHwg
1vB7VzebNCP1s+svQcoB8HmT6uGYa6DimeIOJ5SvMaVvBOWlF0AqZ9Dc11hXvRZuZthM2voiPDzQ
xIbqozO4qER6cR470dHx2Q/KtTd3B8atBJbmyvLMzZCHe2mN5nXcsc+jWU6t7Zy91hEOGfQ0mxgg
hDBK1lz1UnrEPACnufquyGJCtsW6zZ+dLOCvVE8NGjk4ydvAw3usn50BmzkGIm8eb1KEtxlYXpU/
ERrOvIYxS6WXbVCtx+S8GNgKvGptBiQ4W6/Siw9Q8sd8tGheYaCl7S3NMnY6zAA2SCqBHyKFSsRw
bi2acENdh5KsfLoU6I0DzPDYl+t7j0T7LH2am4ck6zUMS1pepThB/ISEQs8leV6v87wmc1KjjjDq
S0x8Ph4fWnX4yryzIImZzcs+PqQ2GR3UY+qRG9UnzPOPXSvuQO6jB8DBXZBkB6YS/OK0YdlEX3h0
OcEkxhwI3F6jg6V8Jn4dbRcdx0KHQWIU/XrZXJWjdxMXovDZ/EiR9DweT1pZtDl/tTBczk7s7oKO
ziCnu0EHRK5sugi3wSQBC2OoFucCLvp+JBPFjRHWXI3mCRUDMZXVJizAETN3VzTfAqWQeZ/7eNIJ
IQ2DTdST42LAV6KnrN4icHoi7/sGZ9NQn3oC1x9hyfY9ZEihwWldwtE08vXOsLeD694VIcPWEB+9
od9bxSTfXBGw7gxgb/CMtcgINJzRJtMMhcGLE0bOeYaIOMKX+uLRgc52jOo6JZq8au3hPp3a9kgI
3xo4akNhXw1PYyKyoOhr5Q/O3VIPRSNOlbeHyUcyrww6krm+OhMvcMKCdiwyBiqFMmTyX3uv22jD
/CLwpIRk+dIInAzs4sDGtj80ZCtycJr9/hsWUQLwnddBjtNNRXqP0y6ea3enY3wc/psb6Oe2O3M0
Mzl2OXzgWZBcaEscUi3FTUXAqTmfUsN+K1ET9dQ6qA5XRcQoVIUcIWDr1pI3CDD1YAPI+ma7bbts
u8w7NqKapbZYJvZuapH0K74oUR4T9W0q1KHInIsMw5zfEA1SiP3YvUG5bkWKcD36HiXT1UBbLA1r
66yg5VZiuq+rU+wXO68LV1lCwMB4C3lblrdca7hiTF6Xibj32HQ4q97Y6Pttaa1ru7rI8EPCWB/c
ON/N47tDbMtIkE7XexdjbJ4HLJaXbin3wuHsOXXXFkHVWZlhl3bwi2AN3fSWcaO95MWSRG2bk7MR
nZXbJFaTuN5hO9MhGQpzRCbXTGy5L85ReT0rPZaHOPMPqm2iY+7Fw4ZA2avQl4w+Ji7R7LHwb2Et
IYvMtZWjhDNILjVF0b040O+tH1xXcbou8zMr666jyPS3I6nC5qoAcDurim4TxNWF03QER0kcaZ7m
JN5R5AFarGlgdjYAzSjkc/MyYvypAOCJB3NoAerb7CKGpndUuW3pfCF2gYNmavsIguT0nASs54RJ
H2ZGxZJjcWy+5HnGMuAUJgoMxBuGZPxxKgj1fk1tyVZ3VriZLKK5k3Q8K6i7xpwantsd7+CQopUQ
sj8AjUKpieKu1FnUbmmZ7Nl7Z3ftEqwwlzTzWsu+YYb61V9aHeom6s6saR5OKMCcdUFfw5sRBt02
tYzzPG+/t320d2zycDiu7cMJ3T+SFw0+Hp8yB3eE6xpwFE3OQhO0ikKKdnHYVvtRAgJP40oq5yRm
EyUYdu0+uJBu91Bp0t7wcOgA1BaSmoAGJEh22L+U8bj3W5uIaKslEWMu1th3UJWSihNn+XXrZB5c
NtP6ooPC0IPDpPP2OjgfIrwuPsIomznVrUzvmDY3Tb9HleltRwiOsD56Wr7T1rF8d3I3Bw2/JMOX
x4vUZUSuMvKo+wSxCRwMTMVT2rY4xlIZDe+R7UY0sExTBs8Sml20A5cOytUCYAYgwkhMVhRfEJ0u
53AxRU61Zp62tHsl65KzVIF3i/uvKCHEjleHl6YcQvLYW0tdSDuQ6bFkZn2MIotC31ioyNx7tWdB
B7RtczWWqqFxYy6s8wgBBGMGbyteTstqjK2ytH8dhgHnAvQKfKB2W4aP08zJYt8NwhjXXR0MEbc6
wxcmjUk4Mq7S2t6iYa0zYu4D+7oCQeNy8FCb3GYuX/8/RvkzM9a2QK1/h1E2L1UC7/L2AzY9vv7v
//XjJ34ClO5fiMwIfcQHQcMs9aJQAT8BSmPJgPUhOUxMBCjL+df+hVCSB0mcj2X6hEVCgLj8X38j
lLb/Fw4Nc0EtAQgcAa75f+FZZs1F5g+yC9ALsPv3f/9V9v9JIi5A0VBXI/jHV+GAh7qfAPrEp9BE
ecv5w7QweJVmhWU7CdNUf4eHFOOXBmU2snxzsaWRhW9+yzIUnbvOJ/BmO3Woyde44NuMgoqUMO1I
Gro4weFG9l4kdmls3Lxv1XU94y5BKZc5xvkvn/a/uwUg3uZfFBa3AKwKNsJHTOompUSfBP0GvQOB
toDQECzm3j7pcJNhbqtgHcYxl4wiuWWRGxTnZbdKEHh3mDYsSjgZCqd7t1/Ef3NnKFpRIhF2+OsN
r/gDv7Tg0J8vEmX6UvdM4gQlr/9gCxgF/KgtiPvrsnEf0TlTn5A4cF2+Ed8MyZS+hfnA4ZwFhw9Z
lbPchGg16SlpY5vsyyxOyaiFc9CkBog5/IMtYnmoP1whXIYAKQ8gAgmgDYPlDn4R2/fFjLq9Rc8/
yCIcb5Xr8433do9AjJNo4126Rif6nZc6YsSP12nvGKt+JhyxSpQCG6XNGAm4yud+U7TV8sPK4UmJ
WpavE2FDDtEzwzR4wcXvHwDnI8YuPC54obNsGsOECar2KXykycRchAlDmQ2z7xI0pYvguYhbsoMM
bTvhS9nyfW8mg9ami9i22R3ymr31MtaUSZ0EwUriUBQNUnEOvmmBHTXq480kepfgtmVWazKf2I7Q
bxJErIO274VAKAlrXHgw6gj03F1rQNdt0DI069Yf22BPewDxqR2vwLuwuuwWhgxxTtoOGZbLOTBe
mmQKppupT7wvoXKgxp1haOo/vB32RwZu+XDIDsA3hQ0k5J8+M3BzrCwCiSn5ZFJXyaWR0iK0lgN2
BeAeVXOioNHTuei7gWSELk1tfZpDL6beCmW2PrmNTyys3fbpPqxYr9aVhXCW+AQ/z06mpwMacshY
NtDquXa/abGbOKugjPlRW7H3Y5qtzHDaBJ3MgpfGKzGHm9StPorCN/WX3z8JC3H5r5XAh/WzYbE9
2BYaw1iWPj3CyWRp7eYRDkza5LYEk8XrPFXFsTTL5swD5FvT9unRrcLxbatpH+//9BJ9vALWIs/n
j5uYbtzA99Grf3yJJuwTMTFbeNfp+SURMjaIgveJksI22pT42+OcUIKQIzhVXyPzBFU5I296nGve
9EFGy7L04923f6xFLkMqoQdluoxrIvHJmdVd1Gxq5AWYs0qAstvff4YWW8mHj5GbIEjO8l2YaRvv
DSa+jzfRaJOCj2J8lzDY4w1/lFWpDyfESmoIe8ayckap56ES2VqGM5+jVJj3mDHct4i6xPiJ10c6
e68rAUHrYNb5Q+y3S9qLXSE0yDWYm0X0tnyRoRty1G0RbnEA0LW3Fo3fKQwbQnpgrbPd3TWLID1z
C6e+NvzYIo+rRAC+RTomenxqi+FDzVjjOCpRGL+u5hLkLiwMX2wzMrk2acnQSoNF01K1lIS0mNhU
s23IgOuIjDQzRcdIhj5tgxoGhNvTFDjHZRp1+yEQ1buDbMgZVohJ2svUStunwM496zQoHUJmdIh5
0H6E9CAMBdj3GGUUwEui/OU27Zc1o6kN00bemJyjfXXtbVFN+nYyG5ZHRzX6ybBrkxbefpTG3dzG
db7LxBh6Z1pNk94W9LB9SVFabGkQIckqqWLtrOqg43NEXVMlyLRVq575aUJKOUyM05ckBE+9CVvV
yB1ONzpKzKQ2b7OypWx+RFJGhMTQT5QizSH7PsN/+zSYlg0ONfbsnMhWu1eqriL/LqkqKChTiIas
PmnSXpVNagKeSYtil7DpkhusaPXCxmO1+S5oDTz6gsWGcYJTM5K8wQIrmMaBPNrK9y9jkwagW39u
xxSNfcpdsBo2TxSrJuExnyhWppVO1KDwyXDWLDKpLRKcRO10qEmSaONRtZdDQp/RKpp68McgDtty
y45kIlqjPLImIKcklNRuWYZKswge0ezZ4WakIAPrgpDJA22XSO0Lt4F2EdFU9Ucj7tVEfVZVtk9T
WmbvNYUXMS2jbmy91qJT12gvmXPkWFNDjUTQfbHagC+JFO4p2kX9UAbrAZmi3vYEztHfxjuVbM1a
xMlXBN3TN4ZwggBr2wRXYKPFqp1SnzesRRRJ+2rm1OedsVDzy9y07jVuMF0tgnpmLEKjWm6MT3fE
f3GqVcsC0rpTYO2qMFSM9a1pbVoqg4w76lkD9xhQJkf1phUgoK1LZG07qelP31idUtfKNqkWQe61
vIrD0I2L4z8b+RWNqHr1rGpUaQc0KDPnoDrBwU1OnENn4St5hwUZRQOqTY7pRo5ULCMWldPUvaIi
l3SHlBJOTqChap6CPh/sq4JKUmyGPx5X9pBIPEq0jbimjJyl4edD100JKTEBmg2KAvu5qs6TfHJ4
O7wiB2zsgxffjXE7uKlBcV83xuLR7oKa8DB3ghKItU/zl8j6Gz6TJbSS+sEnY4jyczaY4cqzJsCA
Ikvcb8qYOIPj9H/N8sI82I6dnZKYVXfs6SSRsMNrr2pIAYsDm5SOsnqHe+w2c2Xj3/eMMr/0Cxvm
i0ikNNll2DQoZI0GB5DIFESoZ5H5oEZLsvTnNkFTmX5STeBfwldUX8MRvS/bQVw/TzSynwqdps5a
G1VCQCszKmhTRDhlXRf3eOvCYyum+gKCCq9YGTfZtTMNDY6gLHAOMfCAzwjo0wWoxF2QKAR5dZKm
EPzmOAw3gT2RBx3yGzx6DOFN+Hx6kpdktVhBPY6LS85hGG/6yCZ1PA/j1F5pQS1VY/n6Nq+pvdnY
ehTXnlXW51bQ8B04hvwiFZxiDyZ4pn2VrQPMgjhwBqaaWHTprW6SnH67KtBXcyVbMHjyQQJhAbcV
5KT4Q3apbWTZ2dThRa1J3pgFraWYb0VlHMeyjh5ouLyTM3kKQytJj9ckRYyBlE8K/xOaSJjkPJzy
dVOQOwpDhiRhaGBK8D5WZ9TEu9t0TAi5MBTdLnUTkhVlcWomq8Ia22lLA1qxAEPJO7L08o4VG26q
iWiWomGlb/dmGNMQ19DiczWFbZhvwRu7HX46uKHCxcpF21MgiKZqy+yc9JCYUng0ot+DpIAaovWW
E3yIO+GlnlFTW2VlP+PbqAGIDb/9lqaGZxK2aeo7DOQecuy4JXRL2HS7QJIOwJpuZm9rkPtLirXz
o9mXwZ6VRJ6XU87ghfiY6oiATvDKn5+RfA7rWNqy3LVM5w7oUlZ/Y2uE4chpSTtkdTYc8CfSho08
D4EBjgv7LGV8AVUpM5K/R8k3hiY9H1+NWrlvSwNuZM7dRVzURKFzOP2qsQQ/BWbuPxsBHdobPE3f
hmoCV8t0Gq07MwIiiX06g1KeC/5UHvqnLEMuQoT32N66ro42zGxka3bh1LxpuJj3gFrqa1b4FmyQ
d+8S+d/w3bIG/04mGM27yYLrqSOS+CRRdQTEF3aB9t8Obhpb+y9lB2+YGV56y4IJfprG80NuTeI0
0BfIakN1XEAN9/fenK0HycS1s/t+uBG+S+mrHggbN3W9KT1a556GKK1YP+jA7i+JgJy/zGXjZGBd
wTKO9V0zHnJHiPCp5oyOxwKAlEyu3Kqw96ZdAJmElP4CJ5H3lOczL7s9EwIPCQNfY+A1Joyb7L/3
YJggyLKp6e+DzmPvZzkIINvwhLCfRDNIdopmHEPvCLw1uGzG2cRDRMBz5RDnlWZEgbAb5A+5N4x4
YPJ5PLnQJP6mMcNi3w89ITacOyhWrtt6MG90HfSHYSjFW5nF9dmcsLivKKtRHkmsSCT2ieVbyXqm
u7GkAdWRhJApvoPgK5p3uI6gkiVgZuHXLHNxJoJHu+WisaOJTICIKs89AJnF5E71NCBuGYJy4th4
uTaWVTVEs0WV8QbgiNRgQl4fbeJChyNWJZv21pDmyQkX6gxYNaYh213D2m0ZS8COKW0CR9o+lOd4
Y2W6yaOO5AHETJ5xOxHY2G/qEVvsFmKSvL/SswrruU5d61k6vqb+NdTmutSu28DYMgqxB5i41Kpp
JEO3w0gnrz0mpfTcipSV8/5reziLhQwV3wQU63mYhf1jqt3mhh05GM9QaC06HaYOSgCKlJ1Ld03z
KvUgij1nmdDe5wq0becrh+2jCC3n4GRTGe+zkRQx5EnkeY9zADsyTcLjjOyg0CKQJfOsm6J1Cyi8
cByvxeSX+LAScuCkk4cQNJRYb20GvH4jqwnUbjl3sJik3klHjTAha1V2cKI4u7WlYl91G1e8Mxxd
0qNOVnyLP8Y/s5xeYSrxZki1ELmX4pFMjZI0VZWdprx2TtjfGndvomfJQYf73D3VpeL5N7A7YvSB
csZzwJzxhGkTS6k7T+1lzh5K7I6qb1za+SjRlCb8DTE7DB2KoNphExmMYqvKcHESBLnmZS9Awrac
ZxjWEYUmL10VD5CEM9syxHV+0VnSe4tBk3baQL1FyY1KtyrzjMucbrzn0IrBU2lN4+ejVnpoxN1m
IvxvGGk/pTwQRVWP/BEr0pzStJX0goe0wpA94qBGx0/fxVSR22fObbu3/dh2VnIWxjkFbkG7mSUt
vGccfAb0NI5MyV9GLUIeRhU8TiURkqlwdYdTIw3uW8dM4Hh71p714IUNqYOJc2Y3CIXWKM55fTuv
4jITp7bvgyarzsNK8flrZ8Df52MBO/fGBWuKTel+dYa8fnKLZtznQ5g9u6nDME9ppXq1B6u9CVq6
3LnjJHKPktKpI/65fjqaqHToQpPSfAatWEi8H4eApLCUTYRpTuk7iVTbLpzbeTfOOKkOA/5CRO2o
CQyOKhEZTJMVvVNVm9KOaKoj+3+AmyUYzsO+WnBjAyMIaLYzOxtMm4TeMf3162RGyfCQWN18Ly0t
3S0+1PnORw5CcUhYOqdC5Omr7UT1sGqVCogL5AlDneFauOVYLMBDHJpt3RE61I67O8bvcWXw+kNp
0jGN2YYDYVLH2YoPPr8AtKrxIYM3AkYkx6RJXoU3LBGgqTry0k2wqUFMSmZnlnzJg+EdkjSitiJo
khsXP9Bb55buuxwFJaJh2j2HKgnvYg3gQUo7NU2+US4GwBlTntlVpCDz+r5FkzJwlnJkeRxkDKxT
J3PibCoCUdp922n/yepqhxKL3iQUczl/oaPAC+bVtLtd4UTAXp3UtDbnPm6IsEAAUqjRyKksJnEf
nreiqTRVezZL2ATOlAGxq8M6cgh9WXmmujaZPPZZ2D2kmAu/WtSqn+wOl0SK1PowI/1hetPk5rb2
o2iw7K7KdkpOVt3PDiLAuNt72q6ubWNJ/+Npz+O9cpU8Yozpd4m2xq+qsHxgUQb41nR2dSnGq36w
JS2oPQV5c+G/1soyaDONEpNXNJzLU1Cl2WEYZ94RnOY5fZWpHZyltbKP7D5vmBPjVw8k7KATy9kG
LKoQzDX92mbmd1hefC9F5EguJgFXxZDcskoWF2Ugy+3UpCFLRMPTyV4fott0wFLhvTMsfWlIBmIf
04LVWIy2+AfXJQc/UrzH7rpM02qbONN4Mc3Fm8BzsxsRnR07zymouzHswxjRiMOG5m5byyjfgoxO
ohTQ+gruG3JVxHUndllXjgKfYTVcunXf32BHzyFW6Tvv0D0VW0IemCyln9DzA+EpVt3QkvtRhDPW
FgPZooz6gkiPoM7OsN6PN3Zfvcxxo84YL4ZDrj26gqRvwocG7pVd9sX9WJJ7QP7c0oBGNoj/MGVK
7xMRwdpZNvrJLiB/By0NcSA2z+cxaih0PahqCr+5VVrfVr058OU7xLQ1XVIMJ2sqImM1pa0ZLvjX
+F4g5rr0LaYa1skQ5UPXpPl+Mjz9zUf8A5nfNPJMeGK87gGiWbLsmeXemLPu1VQJkUpmPswMs4Pz
0A0LN9ZJq9rnvq++RXmFjzNj6uDthZkwVqXBAYXHGAjY79zYxMWdyjs3KI0jwzhW18SkTMCBwyK1
lGPTtnGqxN320h3J6bOf3La1TlVWQ9dWFgqddsrobzQMwtlNf2+PdCZZWYamPzLo++H8QdSi0WyZ
Udhbu2wgCw8j/bHVCWcDC4PtAa+g9VUNfoqfy/BEvvUGrll5lvXQBBXJ97hzFHBUmF+DhrbPIq5I
nUzzvv6iVQS7HQ9XhfL87jh1EK07P3dl9qWjDZuGplDi1ZVeNiEZHI3oCiMj2pBuDO8rs+i2AX66
ve4pl9upeCILmHEAWlVlxS3z4LyzJscGH7VE9y0XVUeib9yBmLXjd8SZtEtLZ97q1Cj2Y4n8jMnT
CFZBOLlnamwbMuRG45INsP0mLSO/Rjnd0g87UrRHlDCaKY7+9d4ALTxORTEdaw5JN+U47nyfzm1a
WXTxbU6HBrMuYejYRcsTGSca33CUHCyI/KOSc3LAFs/2x7Aulw6I4K2bqNldC0ouxGbwITXWI0Yo
hH+mN9/48ygfWxxjh1oSMHCtu1zv6mR4Zjsu77B8k/qZl8V1qZOj5G730pC86IGXIw2ZEBCczdkw
m2exH/TTFnWj8Tx3on0MyuGSLuISyQgt1Mrx08c0rszbrstQ3M3EYuKuSp9CXPYHI0bHkPnU30Yu
3U9gD/rAzIwpeXAMpm3OyTUqOo/KHTnnR46T1R61uvdsIJojEs9JLvBTkjuKdwWtWUQHVTKL6gjW
g3Sqt/VRJq5x22fsRMw8glfBubV8Kc8A/WI6ko1u1xmGexG5gz7HvWUkW3sekJeEPQ2oCMNI2kKn
JNNLswutp0gy2U193ZEiRs3pKaxHomvHpnr2E4cZrtDvVqmmXWsX6b1dOJLBKsI4FIrsTBEqfZHH
s3dJL/LX2WD6Jwvo1a8DZC19zxtEtEF1VYTTCt1hfz+4VZLC31fDfe8Kg96uYHgKKjMiUMiBErnO
mCPUc0UbBSCsL03yVyOZyQ3nIQ+4a0pjLMhNCRO0A+qr2ut0LgFT/YKdZ5OYbf/FL9FyrRwydGb0
HCBBkZuaNDU7I8Bl65CvQgxlbRqrtDDMr7p15aYdEwSRcTK6JwNvEghxmnjXGknmF3ZcQjlpfmaW
IjIhFuQgxsADI4eREoFk1zanYaijhPorhqoVZmnEGbgnFMlLCFqyTTt0LDM/ySy+0wDwidSk8Q+4
/79DzIW71Gu6sHuQAB8Rc0wP0QTR9Ea+jD6jj9cUB9KkcEzrOh7o1ZHkS2Id1Jd+bjSPvwfs/0E5
YGsI4b5wynmmHyw+l195u8Ab+xZd5EtQ99VFGjpyH2uLDANAV3LMW3monULeGlHuliiADHP3+z//
w6v2gXSBV/IEzJsTEqqGnebj358TJXSVEfgyJ2lf77zYos5YI9sE4fuBQcIs+e4xjNzkMTVq8tyo
ZeEIrKzY/i4SQX9X0YjUpVzYjMikLjhc70pnks9VBgXJuBRFR2OckLoQPocMV+YFAjKmM3wGYjYo
gSrtiGoyl5P1/g839/HDpRfUxOBFaJuFc8BfKlw/3pzAam1G3vDKVtpecDRAIWvLgqtnpA0vGHtk
hBjSd84iP09eGrPi/OuT/h5tzSAguncKKxSatemFV5qj/GbUGW4aRQ4AIKgl7kKpsxMGZWhUMxKU
fwA3Vt3GNCfrIlWIoMEwwHkC7WTorKtKNhw+Rb8twwaDQcTuvf79HS+igw8cGne8JCzaPpnACFyC
T2RqYdR+QSTVK/ENAMEOMB2bXt0vhz1UCdU64Kw07qDV6osCA066FzVAAZsI+zA6w0Rtf39Bn9io
5SugE0RYmLF8IqId/9PzXbpuylNPKMMwMTgda9kYd1kWVvgtpBW1G+V4+uvYjtiCxVBE6XYSOojO
w7BKEerKoSdXC2YlW2HQCd/JccuGbUai3aXv0Dazk01evnepAFsXTVteyLFqiztzChQDwYLIw602
T3bTC5SCAEykoZscN3/8r8YoGtAlc6R5RMdoLjexEVCV0BM6FK3qoaXBZeyZN0RPAexKNCWrGwmu
Pf4PeBeSR2ZqXUmDUYsdeaw4XhbsIgm/cnL1uoQ4HR7DCg34qvgBmdul68SHyifA3vFcaxfAUzH5
CALqtzXBFexseVSrrZMVbb2p/DJ0j5XOFm7IsPNzLPHW1z7UQBiCsmtOTCRJkrpShheF2XjUhNhW
EW6dgcgkYOzCA97l0zXwj0nw0R9f7H/L1EhTE//53Bb7q03x//w/fY//E92MNm/L75RC40vx7aV7
/SgWWn7op1jIcf4SluXaZBo65rKWs9z87WY0/3IF7bC0lUDpB8TJ/KdWKDD/8sEuCW4V4Q8/I2vY
31ohH/WRg40RwdAiM+IH/ztaoY9roUcoqIsUAlIY6zy+Z+fTyoCDloGpN62t9vvpyuJ5m1e+gal6
VasyDM4tBIPBjmOaQVRjahbDuTGWlv/wy0d2/XNj+aBY4k5/WaB+XgYt2z6RkBg+A//Tklwh/+YR
RteNz5UdNlLKDY81ZilQ1XSKnsFUmaozvykeZevZuCS6EGYu84g4P8imjegaMdmQopiPbu0mcX/m
5axeK1O3hDdnvlvF13+45o/qHy9k8RKOZVnIExa/9VIX/OsenWVzaFVezYk4oZvDdCraTSNyWGrP
bE5jbCNM55B925MIsDVk5qFYQMuftYQqx6NHxwhCT3IMkgjE+Q+X9nG9/3lpXJu5RNqaFh/qx0vD
jMqHbXBYp4S+PPnaU6tQx9lWMbLt+mG+IWkdyAkh0GY2LIsof2D+wpJImX5/JR9nqL8vxEMgBeQC
K/Q5VjeHbEERymnQhZfOEdVH1ZvmzHUtSEtFRRSkBcDezFhJNMEfdr3Pz9Ty/Qif6YXxycSw+0nx
0EUp8rTI5/vxnJny7lHFZHDIzNzlxFssjVs4wEi0g1f7/U1/2m5/3LUnuFtUOrxXhCV//PhxV0Xs
NeARcIPEdxlQbFgR7eDQB5lP6AIA2NGsgmnVUWRwO8HkrjRY742fR2H9h0/hU8jycjHCR/JhYnVk
L7c/j7HeHHQUvKFXsBtjIO7LN0ieyiyHfawG6CbEZAAWPOsymyy52VPFSwPV7Ky9po1Z8/5zZfyv
vOasWki5EEVCxHJh3qfXnONyNUc5jR1B63K6BytsdzA40QWwU1xiziiipxQdG8VATXGZuhFDgEEN
+yjMXQH4irmVmqCnzlXGucooiEFdnhzaeYj+sCD987n9sS5iQWcE9kL30zc4EHYZpyblfoZOSL0E
qMDx4nEAGbr4wi6i4tKVeCG0buLDHz6jf7y7mMuRgHp8Ti7bvffpsa3bORo7pFm7YDbNnWU3mnhH
gFpwU6Mxn9Kytx8sWczveZiog6qD5AQEmO7yAGr899fyQxT0r2MAzw5XAHK1PEMBc+OPB/0X+aDM
4sxUOl5oqhR/b94qj1eVyN7kfEA4cFuVYaXPbFZoWsbdAO/b2DKagYAG4QZMZr7pC0xQp6o1rPGB
mh7yhmOKDvpupmxqriUHQcfU1rkhHEpAartUwx6UmvnF9QtaaHKtMNT//q7++UbgmmOP4e3kCIAo
6tPwmRWcu1IrJ/9QDMNhlJM8WBWHAFI6083YUqPNEKlJdrSz74qwGOKJqbT4w1Usf+TjR8swLuDj
EBDz9PxQbv7y0bIkk15ZK7mzvUbNxP20NUObmVkX4eB/rRZw6Pe3/W++TDZXEjRspGAYxYJP+5Uj
O9VYOpQ7RSnAk8kpAO9w4X6xzaIKNi0z6rrpG3XeznVzHkJFnaFIReljD/4N4+prbyvQzRnDmdbE
8DS1B9ROMVJiaVRSSdmXB4F7CLRRlLVLWCDidQ9p+vff38cndfPyUHIfHpMRey9its+CQBz0Lqa4
aNwNPQH3m841h61Xy/7RNeL2VFujOJBVRf0k0U6HZo4xNJKNckc60I12u2YXJjEJm5Ht3bpse/hq
xLRqgcmuohzkv2EF/cN+YP9jJ3LBCFjzlrXP41i9vPK/fNeS8DhDD92EmKpL34lJynBiThIvfqFv
kiixD8gqw6MUdnnrG9N3Tgf4Q2qM233ceim2PE3pG5lwX+rAG67sGsBoIEjAWKlo1g8zPD8EXqWu
EL599WMjP45ddGE4GegJ5CpwrzGOlwqz4x9moH8+xMtrZLFEsM/afCEfb8weyIbOKipLI2nq856o
1u1IbtoVk5w+Ro6b/eEZ/uffI8ObOQ7hq+NZ7j9O7tJxCIKjF5zTdvXoDMYrQ0eKQrWbvplxOuR/
2Dz/zd8j3T0MBftAsHx/H+8PpUAJtyenXdoLlxYvkb8Zs/JPQtC6Gkyt+MOC+0lRvjzbS5wBkJMH
7RvY5qcPFP1tFcRmrHdNV4s13Ddwe1uXd1Oat0T7jHT4JOw7rTTGrTv5FoOwrDC5kqJhXUsivr9g
/TTXw6C8P+xLnw8KP64MdwKCd0Y5XqyPHwVSpdDo00jtwsLJ9/9B2Zkty4lkWfSLMAOc8TWCGO88
6Gp4waSUhDM64IADX9+L6pfSVbZknfWSpszKiGBwP37O3munS+y8ZSmxZnEVjPfzEMUHTKLOjwHP
9E64jf5Lx+DfPj7y6ATbvP28++8WL9XVnnS1Wo6rXc4fbKt1vtA7O1lejdV90IMgJ2X4juW1vcrC
Cv/y4/+Divp1teYZEJxN/O3IRfXy66+PoqERMGvMUStqlh0zMP+191pwjdBOR4KL9CvJvuHjkIWX
HP/xpbehdovFR12BvotB7tgywwkKwvTgaWQf/rwm/nZ1fE6QDgEfHtypiL9+/XpBNeamtkmKDSgF
zj2SoweVKQy2btd9Mr6AQVt3z/g9xLGptP3y50//vd6Fq8P/2FNt+z+Y/V8/PtedWgWd8GOBK8t6
tkBXfzC0Fs19oXmrkqrHE7XP5gB3qqafTwgZ07mz44CoAZuuh/936c8XCmPOOOx0IMfen2qzdB1t
jGoe64QBSzANVr1LbTXczXS4oboMt6PVeJc/X4Z/uQnYzbdmKYCzDWD061WoVy+dY+F4xzLTmPqL
eHJ+Dj4q6qUOwpM3mfqfELk9A/uCP1OW2/6lpNg6Cb/WFD6/FTamGwPWwxrw7jGYJahROQGsHlJB
b40ZHzK5Mjd5c1lcu7v2yi7qy5KjzEWAI5ZbaU3KPIrBmXTSFF2zPbxprf7y7m69j9++Fxr6mDPR
dlv8d9U0gyI0D+4I3aPsGEusVTf5e8yejUEvOq2SZDCfEdfChWmSRgW1OOWTRqeBiTS4zIgumCxP
brScY5ri8bEpF04PAv4MUqlV+i95bgjutfJxTU/auNh5GxxQ5m/Xd7uDv6wCMKkieh/A4Uj88N9z
9XpVV06LnOoIq6FIz1u3BBhN0dFykJNkFpI2mRfspdiiMdOYqEClmtDeM19kSLkswzKcGLfoBwc9
ZbVvoVW1YDQXbPv/30fRZXckW55VCz3/+/N/qIKhyjG1Hy2aP0lZLf5lGO2PjJviOzdfqnPUOcs3
v1WnhQyB458//LdNkwKHAo1kF5+uVyC29+S/qh24yDIt8zw84jq1CLjMpsdAxgSiOhwe8GB293/+
vP+UT7/elq2pbbM1+K4Lj+vd40WDQQeORFInw2b81lpEBFWceROr8OxbTFmeOqSeT0gGhkpo6bF9
KOdSXdyKhSi0hvperWGZoOvWN6LeouSWvLMOTUU3pM7W6JMMW1IFFk19teBq/vO3fxf0zJZPBpId
4T51qTN8fsSvl0tiV4C/nNvHhif8XgBTf3Ua6OIqc7K3eubMW6FZqfdpviDhWRi1Oxn893ZGN7ML
RcGQPSiz5i81q7OtFb9eVMGWz18g9xhEedtd/q+72NMyUe0K3ASLQ4U9mn1v2XVYZj/kgQetfPak
rS5mwUa299wpUAcII8HtsIrwOvhQBTb5DARetPP9Xby4WXo0tbWYG9PFKPdEDw31tnUZMf7lev7b
F8d4yUIb0PYIg3dfnCfBhfptYfiO4BvvOvw0zaEcg/ixCYP0czN0EFNS+Oe0D8UYOYfCccyXURPX
t23VAq23NaGizDWuX9KJs/A8pjM6iBmeFjo/Z/Q3+4xl/+2L/756s1u5BNWELC6R+95NaNohRMHj
rEeEHkC9M+EMX/0SWEclsqeG2IJjnUXWF6/X1lPmSv0aqaqAOTU398XAi/2X6/gvX2c7muJyxTkk
uJS/PgCDmDh1UPMfg9AAK00FnnB3zq8q8PVdqgM83FqG10iZ+KqsgUQ9Z63v+JtL6C7Z/8IS/29L
6+9LLxMs3g6cllwh//2OvlQKqQDeQ6yK6lSJlHE7/i/zjOwt3doQ7o3Iyv44DB2EpKAfP8wQkhMg
HNNhHRE3QFFbHxXRBQDGp+ovZfu/rECcgCKGWjFuSxahdyvQRqQLextJHloNVAKK9jWs2jRvHy2w
EKQlilyGH63FGk6+axn7GFmLmL+ggKIAquraUrCNQ+Xc0T+jl5z6QRskEfi8ZW+Vq6yvq0voYtKG
hE0mnZ9KdazWnDIz59Tyt0v9Lzcez+1WTdIcYQF492MAwpcMJiesKE0M+QCuLcfQIDrORWaBAfH1
eofNor6YKXu1uCaPCAOCs8B/f8Jg5v9lfXT/5c6zpANXxWcLHvB9mz3g7kmI0c5Rgqu7FAQT3TcD
dyNxyOmAniycw7BA1W/wQx/SeSGD19b2Y1TPzVF2k41g2nQ10qsw5GSSwdDGAdMTiQ5tYb/mNQZW
BBjWa+jDu9e1LL50LnGcWTF8QwJXfK7qMHj7y7slfltcOcK6/BoHhzOw0e0W/PfiWpSLVfZBfHR5
wR6kU4q7oCdsPG6q8utEOMQuK1EDuXaOFhA63488M9+4ES3xx4t8Huzyb6l0/7IN0ROjYc4Kt3XG
3vcoCjUSPsO8BbAILo0+0C2pshY8Gh/alDs5ywkq/PgpZle6Z11Ykpkibmf1ToAFow8eSE/2dn++
TL+1TehYRxFmV043dMjer0CTFt1sOyFmo8UPPi5kmJK946s7avrpIC1lffA0gKk/f+i/PG+0fHnW
mIsxOaCk+PXeEOk9jTW2Ch6ezDvR+HTPKATCU6FrTNOyrm+QTKhPeV8UN622g59GlF+lT97QLsB2
eyqjob+zqhhOhivID3J1cG+hSNqVq4NaHH+XPql6cg5WYVWXtWnTVzW5xSsbza221j78y1V0/tM0
+O+t3OO2bi8ymo5IcEJ5/4uq3t22RBtXRQceS8xrAHGLscFrEbvLnFhTu8XCMJHIEhZh4G9idOPL
XA8aYfHCkXOHbatbSZISpn1rXJVlidvA3jjgcbTd+8UWpObaeAn7L7NTzYeJccRpZfSt91OBoQCC
RvDql3Ih+diBFx815ZuawR5mo5z2HS61JrE6Z2gPY1xRvReiw42S8pqUu4H6eKR288xjScQY/WcZ
GpJepTd/8ZsIovpa5g5dTVJbrkLrzBwmNTndHlsyaeZBZ62J58xWDHLEx7fTBV5VXVLPNvd4OTfW
qC/SJy4d3q2i6MsfPW7nAinUjH8UNUQ23UxUOenZhfVHHJk7aM0PtMbyQoVQPtHI6X/mrmsI+eLH
JbVZ4BUxHjDRvnMqcI9Kd/dk1RTQaVryfvZqthDsjybeeE7EzTl7wnthESqxWDdgSzp4Il4bAHtx
SYVbLYMnT6V2TNb1qNjs6wXOT4pyrz9rv5sumA+H/igiFAxrmoXewQbq+hBrQEhXRzFjO5RrJYNE
ZhEJ1LKr7fRksKU7J1Hq6pmLx3LYl9uFSkuSo3kbSzCnKgi/13j+0Yf++RX7rQHPA8ly7vpUFaST
ckL59RVruwAwO0v6oXZy51rYZXO0wp73xenyO7HWAGmXuWqPDpv41VOivHB+dP5yXP+t18YHuFuz
bRt8c2z2to3nvxZh2+tXOGoEJC9FO1yqMs2uTeHbhyrK77PRNBeRBS+RJgtiYm2+qeceARipMuSS
IMTNhiWgD5TrH3++OO9PT//7rahxEN8xm7DfnZ7ajtW/WzM0/kttflTl3BKDHfaP05hVn4gpUMc/
f95vtQsrHCc1NlgwlYBLgnfnj7acZBP0U3iI4jm+LUxaXoklqj5H0+Tuc7/j3ci85h5zR3bRK3Fj
OxtDF8csB4FzUDowDqZCrm/B0tfPPhSvF58MB/ISw+DOrkfWCGKPQqiOuP08Wzv2354mMty4U78s
cBSGyIg2URFbBXvmr3cy9ma/RcFFQogzrsFBeWEfXbqqI+8h6ofRw9Yu5TUFJKlPdiXWl47nL9uF
42ojRvcdczdniFNPpYHGljgTh9o91mz1GXydIXkBtuIgG1KiHbTZXzNsMuT7NFAVd6QNNCrJ7XZ4
6xukjqmf1ac0NGQqdVr3DW4eJecnWW/EJOVCBNutJMh/ksFqWPgG3TYnmneoibLWRoWvTTbogyrm
tDpMWJPXSxZVzfAYp+nSQ96K/Ot2vo4T1+4dn4ifTIFvW6f6W9sWeXssKrdcDykniW/oiZrqPOsC
pG5AIlybVMi89S7IndW7FmvqkgIV9cvtWtIaQyTL/aJp139ngaiGV5ow/TfZNwF3coS7fGTrc+pr
g5kXVsnEWI9MGuHfEwIBii+yc0QZxbSarx7BJe7Rm4uiZkkLHHMag23AhNKlyS7CA6e8DxjbeocK
YrneQ1auQKNCAIGMNBNWsJuqPDJnp82r5kpQibfcIeOHL9+YtT0Z26REl7O0L3a7btfafU5VTEG0
aEH0A/AA7x8WoOjR92OUdQOO9ETMjUX6AWcIjEK1ONMX6148MTTWOVWwDPai8EsfvWylH4xVtwDf
/VJj+o9tr0ighLmfo9yKHzUxF+jdHVVC+S3XmED3Rq+vDW4qnKiVXz2ihZx6ivZpukPRP/T7HF8+
yXdBo8/VXPjFjqA+TC8gdYL5oLHfuEf+aRzvfEljeDeCe6pewr7O76nzQ3mdMcGcQqfPmpccm119
WOdKd69uiHrrMQxVM506j43psChpfS8Lzq6XDLV2d1hW7QXEnhNfb2UDcW9x1zSgaWu3h5ltDRUi
6MmjSwaErL8hOWlRZMF7IH49YggRSCgd5/YuD2LTPcJzq5y9yBdszwXdpVs4IKWdhMDxeiCdBQFS
HPSHXd7Dnj21RWGmW0A9Dv+wLMeerl6m0iOitag4qrWtnhu22SkRRL0lfj2VzSPKZuCtRTQSxGrP
5OOATeXRdc0YZneN57mgRdc5f8bykWO7HKN0vnW1WNsXa20Ds6t4N80l7/EG7FxiTqzTjOYZiHM0
hozH5nLz9y5hChl3imp+tWjn6rS65MedsPhMiaGhX/8oAbluuUG29K51OwUMU/j3u3M8VZunILeg
rbl5hyV8i0bwDviRynFvaMiuDzx62AlrZH6wpmXVHzOrW8JjgKn61tF4rs81UVgs6pxaOOSZ+At8
DSLHalyLiczD/pYbCQeOKzZfEI5Db0ujPH7BvuSEjywo0wJ6EdQYmIdtFGOYgr5Wxu3ZvSKtkywb
Q5JRHfbNu9bxSyi7GaXs0fH6FGT1IokeXDLPeBjPdFvtseA6/j73lvilxq7hXJt68V8GnZvvfj+S
K9MpZIREbkZCH11DpNy5RgFPmB3dR73r+rX/7JFQ4+8BEhPpMunWafB84cHGX5RBFBjs2MHV5hbj
eDBYDt9Kg9/AhLZ488q+6bCO+sNGo0AWcAMXmZScsTaRf8iWBjtuOUKv2OOdgygiwrr4lirbDIdV
KP0WMO7tT4g3zEo/j3DfZMosLzpVCq/3wamyAf8ETwxmDg8EAFkx/NAjYhcqxtktc30owhlea1xW
/xROZNWHIYZeidTBX70ne2iHq0EBji7KWx3DtK3XwZ30CompoETF444564TywcLtGKz3w6HzA3ID
dRbqXUYsJS9QAB0uyaYBR4lfRcOT3Y3Dh1WTu7TXRMUUd3FXaCS29AvcD7HQ3k+urt/c1Byw4LxR
JL1ZC2YwonW89dYYrX8I0WvazesUVQcRDoN9ITMVbuGayz54Rg1rpQmaduOe5plX/zRTEU+Hopoz
wL8tBhd46424wOyeLxYZkUQjjp160fQBIHMGQ73czcBnRx5KyMqYoBwz7TJsYiU8ioEiLbKJuN11
C/uMTy8NP9MkwSbRQxoI9u2jWYLkUH5SllYHQXWwwQ5jK4vsxGsiHmCpM+8qQCg1V4vqdO/Hdc+1
b1bytxa0sAaalu2+luiT85fUwpB9GSsT91fcAOuATrYcqNiG8bWNq/aG8XP2tJS8o4clKJzHUtbB
p2kI1XwqbRvO/aL0/BIKEk8x12BxfMBmbSDcriHxN6X2WGIlhD2Q+d0A/6DqQEsnGHUktd/Gg9iv
nY0yo3CG9Ar+vDbs0bn7UY4jCStijXNxw3Ogker61fBspjBd90EYmmiHCq/qWfRnYK7OLFqc7s4w
q+PstPEPWURclwgvL/lDkd1q7CveSt6tdPivgEFtL/PkzzfrNJkxibbVa9evGbvgQEUARHkhfwAn
ZU7zLR7pfS8GSV1Smo48pQKnO/Rq/gjj1uRhXo/7giBFt+lAQxlZvS2tqDAK0/deLn0UVgBx3drU
4LGwhORDRa0TVR7Bkmmwov6wNih1jHF/2EEatO9LxIXweGvhUvxQYt0soeKoNhVYw5O1WrEx93i4
b3Bqr4w+QbHMt20bMZtdK0jTbU7gF5mtNJivaTmzETZMQqgKchpeQq/BM7KjYdoHPliN17qSxr6v
GZvJmzEbg29o1+KWkbc7yJ0k46mgF5H1NULnbvgqBw9DnD8KPo1T/grLvQ7bwzTF/bSP1KqhjqxG
D3sh1grYx9wtz8B11+FQrdb8fZxD+2voVE8Zbwvfq8MMu2d1ocE0iop85VaRa2krWzyly4odYuty
I+ljAuXcWYUN3x3OFpHAjUW/PIwxh/IZsV2fyTqtp+PsKdglObbQpO6mJd2lSxRdhxCb77loKq6N
7dTZB8K52EjoxI1n42mZ3ZEHguTApatV751WxTlxWahaLvRk5otSmTs8rwSTknS/dt6PECyYc6Tm
s+yn1epDted9Jxy+FnJ48oiP3ZKqNE8qJQXVUbNKymGt02JjXa6ZArE7xFf2VW9IkKnWDYJ8x5nO
DSTB6ciqEehDTwgKwakxZtE9KdhDdIY8HSF/H4X31AGG63d8f+s8+KYb9x0LOQ49YzaUSuu1Seq3
CP/DJoU3BBHHYiAYDdZ57KN1+Erj075TgbZQqTO0xEgUkfTxmNWExZ4QtUvGmo6Ay6t9B6uIaHOA
D9Q/8TGH5gO3qsoHGhBaS/9EHlpQHyzGosWFHxikz2os3AsCtHS96wxJsw/A2f0eWZ9j2adycZ2f
NJ2EuZKgblvwV4B1TpVXE1c6zAwoax03bxighvDcgHGqeUdz8bXk1DHutYWGIBnmau3vjUWmCMQS
L+vOAAl7yMudE6qEl11BvMf9WmcjwOwaSoIMZPU1A+r2oYojApvcYAzI4POqzn2MG82azhyNzOCA
zMbPZeFl0WPbNkV/hG/HOoQbXU7nvIOg/clmVJadfdPIh4GUpu6GFZw+DPDr+d5EdVxehfFa1G2M
COESz9gxjyVgXH8XZ+tobguPF/UWML2mFm69vLrkNaiHg8uk4VF2JKvAd+gjuMFzr5hr55E0tzIe
PXnT5QTBIYdG33RSeoRK4WrySzu1sKbmQtTPPPIoWnIksWiuAPtxCMs7Tx0dBWDScTloJpO/BOHB
C1tzC/uRQwR7sOPcZcaeUrovpEQOcuPMEHEH9SeFfEvRWLeXtHE6wiULWuhn2y795050rjpLD8HY
gQNLSkoNLA5iKzo7W/GczWJLz4F9BYAxKM1+qYv1m52TxY7XVmZX9KbxsJ/bgktodWzZph6jAbO7
mEhDFo1lAdtV0QFAHWEP5ZB1PzJvs83OlWUIw8XVD01jrb+J2XAqnU0bIZQaFPBvMmW7H3NP/XZR
+ca98QFYcdDvtmwgQyZae7DIZa5JiYHwt2s8MlePURj6O0932ttPZaqxvTfDOl7LddPF+rXXv25v
g9l3NQaZPXn37Rvzyu7F4YnOE39tiwrm4WwEa3M021AhOIrt7CgvNMhbLPWAmcRwGhSZqIdBogw0
jpP9NGSaljfd2JWacaMQ16EKQYfbXtvmV6uIDTZG3EWEkUQoQAJWLjeB0tSgWBus8TEzwDmPmE8a
gn90mZ/a3LOLG9be4clwlCB9taj9711jHCtL7FXYL/Hk1Tf5kDVn+tzNnvrEUQwghR1+jUES3+cz
lfeurvr5mJGeHL3GA1q/JFpb5hXa5qhwoKOv1c9gXnQDvssB/JZbLX7vMfLW1ykb2+nCRCm9JVW1
D/aF6/QeuTvC1UfH6TjPkjNeRYegGMMJjscaFsc843lI0ghq7EjUBER6p+/jZHb5/4jS5UfXYQQ/
Io1c73tOgujb6NUTaUqYxV/o28nnvlP2PzwVJQGKVEjNDotPu14o5Qd5n7VdA07Hn6rvmjDNs7eE
lYAgYFEfhESaLIkXGj0/pdQWduK6akAkjetR7X2nc9wTlge4TSUFXHgr8ZtFt+Qt8XXUoklRyAEX
xEkfMhPZB64h0ZBYglA/iBrOxZ7toJioPBbHT2bads8emq4ZsyGsZcXrkoI0IlEqrR+pgsrbxous
8VaGEBli6jj3TixjOFI9g2F4tIw7EDg8WVhs3dw1z51N8PBOeJleToqtJfzAlAcudIwaEWNGRjzv
QWRzJx7acvFPczHiarfhA+Zn3pj4s0AHekiRk7MJULSsl9gtgQQq14rJR4LWl32QUEF3G6SwpcSs
w6uEK7cAA1SZt++XLaKR8tpRV0/2eQiPa41ZnhjknaMQZidtYbpA0Lsn716rVQE4z1Em7VUhVnP0
NHHb9iLtr4TbRtZ+pNK5ojyyDTQ/BX+dpkN+u7WlSEQxubMcusitgud4ocMPlMegVmldVn0/bPVw
49uYuU9rKwI4aqK3Dp50zE0KyKU/4Ch1IPA11db1RUUZhHhfJmI8SdclcB25X06mX19GcIQqWs9g
coqlKy/tUsYVPrfYpk0eN0AKVZ6mTz2GtegILt6/9Cbsh6RI0+mLXOkvHDsG/gtWdCCLD1KBsXiN
u9GK70UVAvijVR3Sa0d/zS4Zmc993LBZUWNRNQA9DJNGkorMabOaht3YhmnzGFkUzJe+aFL3Ei4e
5HNrASq66xwtu/O8bkumhX2tofrgvHyJyhEG644UJPuNCJ95OQyGyucwOW27HltgTGan2zL9WhQR
y+Bcc5xi5IDwPrGitACQBhjwzOjZxQq7AlzBvULX7Mbyc2E/cJHDbxJAZ7oP0rRY9liK5+LBmbfI
n3pdnX9qiBqI9+xlJXOpTXMJMRWYy7mocv8Uws8pLitoLM6IeqiuhdeUBJkyN9H7fnXmT7khKmc/
Y/FjG6wylAOx5GHdE9UW7w1YH5mMmPoJUAu9/uMayHzZhox+v5t1x9KgfMKdTiPCWnns0cixNfnz
ONwPI9DbPboaXOmusnKCSiYDHCSSUXcJe07DD01ll2+zKouvYip9UPZdIYnNKIJo2lehHXSXSecu
CXPayE+MpoAhiGDi4+NoeV0JZ2SuwKF7vnLQGRngYWM+NLOC5E+jSl7zuJ2sJB+lwDjYQeffweeU
cgORFXc4ddIbmB9he2vXPef2tJta7+qzb3yG807uB/hb71tMwy871EXatHce8d7I8No8W+BEcMIH
8FKSArLQnZxvYB1661NbxqjSQ3y/7l7TkIfMExb9DQ8mcUKORYT7Z6H7+pOzSAaSDa+oR54HWXv7
dFhGc3Eype5KadXRWw8fA6FHIPtr1ZQtwDgqWdChk6YVGBCxDBALjShwranF+jJrVf2YwiDEGuVF
xU/O9ao5tW25pvf+vDCCbZQR3yZiVKFM+050L2P+szu+mhudgIXxfchlLFMgYr71hALQ6090jnKS
b4jgTNAgGPvOWe1oSbgp1OEitMQThv2QDGqTxT/QwgGzzkxd2OeNsEbeAGlmj7L14XXNNIwrDoZm
pN5dR0La4D3d9PXq0u4KpWQ/W+J0OAL36sCY8IsAlqgNoZd2qMN2TL41MSd5WP9AaLNeooo0Z3qD
yFiqNMKChhEZ1NcKV6nAaP4JiGvpcmqCAvcIONr9XPRzIJMAPWObzKOGczOmNalbaGGdlVrL0voq
be3lSRvon7S6TfgUi5w4Ij8yVv8s2JyCQ488pDn2axjNrJGpqBJ6ErF3tccVmCqlbgS+yopqeSca
A53RVH1mJVbOCWfHvTYXArhjLNhQ4NCXDyvV28xh/UUv9DOu0dDN9bWVnX0H0zJ/MZBIKAOihbgw
oTZEBBl4px6+JEi+PKLCXHwyEW7ddprThOALTpGcauRj1oakYbQaBNmONkZ45wFq6a6MpwPYOsJu
zH0b92F/b4eLT67CuJBrPsNIHb6OVglQeolMf1ISpXjV2taXOiC6DMGlyU5UiM1AR6Rt79CmLvEl
RZZaUDFYi38ESUWmka6guvDqD5O39SzIo6G5t/qnDrl1+AAVChfOsKoF1kE4L8FHepgtCRUCwg9s
hbrrzvziooXPELn6kOKzmq5dZfn4qlNhr9fBdUayJqoyiC/EhBXYmiOiVHdRriPrNtdTTwSyMQYo
FSvaejMBTv0hWn+i0sap2lFJ1KN7shblEjMJZrlyH9pO2hfqSuiMA1jfB0PV5JxN7ZJu3DoxNTiJ
FJH+0mmUM/cE2ZjqOvuq/eSVRfgNNbAr97IZJKEJVee8pqLPnibAw2Zv97bmyNCXxXKDyXMgCTsT
/r7v2dOJGWkRby2d2rJB6mZcbknQUB9XO2BvMpko3ET7KmK6HKz8QpY1r0w8+mafwWZFH8Nm3iTy
KR2opOZACOjJ0cuhpBr+pspafrMJJP6SAgpbzpFlUjQ4QZ1/p8U3XjwzOuERpgEhIiruyCyTcTG+
YBeCP07BR1KD4c7Q8pUuXBemQYAb08zWe6/z+4tbOOHHrrTX72XeD/1FA8MzaD0w2x95n9vglOV0
yBNnGgTpWGVpwhsVb91PGsNG3kEBmxQJQ6mMTs3U2z9osnrpp7ArVPCF2e2S3nJ69IgVLJyRGO0G
mM9ziyaJgL05nKcfgQuvLyFrIyau13gIVwueRPG4dmvd70uR0wenmNPesQjC6k6XE/M/xsPlVxVL
5Eb+Ipukmr3wBLmYECe5il4AUvadExeDj+mclCO+6/e0Evo2xqBQpIuGksrNqe5lGBh1JOU8+jLN
OCsecQqBQbLCqQxvKCXHJGDPOfRwkAgvpM9m/J3o0jQ4+3Kqv7eu9mVieW0zfCcca0TgY8hL2QEX
newtbZRz/ULCD/GUyirjO0nj6iltyqBlRobeYx8zBvkIjyhfbokpG+PzTK2VsEWxIxg6bd63mgf2
jbz1sT3YGO7PcQFe/5qPA+N9kW90uazyRjfBZG9XP2d/Lco9DPq6Pfp+E6w3RR5Lue7pj3spYqXe
nHPFsCwxyN6/c5oulmRxXOsnuzHnqdYaNWAi1Ir2ywa5zu9XTH4FL3HcnvMc9Ptt0wskS3NHw34f
VqWK93VV2y0Um0G/asKdFwJbc/qouYRUd1Cwl+OkyFMXtLGcYVnNgCsQPEaCGB8LXNS0c9LJ4IpF
LU3oYN2JK3F+QGBzSBDWjgW7T3wiHcQJoAK6UxvVZJgUivE3eDDerk+mX8ky8WvCxT4wf1MPqEUG
fyfHfihvxqkVoBrRc+enioyxB2xjQbojJ8619sRT9uOBP9C7AtfwPxFWJiL61tk7l05nfTQdCxcs
mrU0CWt0mnLsclnU6C2DAYfvUz5nkpkzBIZUXKzKgJXGOCqC/ahFdp8PdV8cp0UP5uQxEiHVNXUa
YulgVQa8YNGWvhhkrb6k0wyUs/IWGp06KNG5mDEfkf56SxAk9A6tgjERkvhEMQcekzXo6c1Nzgyf
rPfznJNGX6sn3I5OfQRBNIVfZyfQrx1L3ycCkMb8gIOwcxkYDeJOuj4g4iqa17dFdpFzRQ8sS0YK
kyARthe2dRBtKPUlGltZJwNkHufs50Se0mbgWrVy2F4nmK51Url5a051XUUnLZnM7YFSVfFpQMfM
cUrlW2SpTuc3XYfqn1T7hnkqQ8sQ/lqYng364n7fcMgDEh6FPfA1E3k3oKdWJrEW/bIdAFtDIRcS
YXDibR8BR/otPjs9+cEPTkLdvGGxlc+JozLRFQMWEpJUFczboAUqetJFhhRmdsbiwFQp2tqirvNQ
tTzye9SbLJR5IBEZbAegO/BCAHRb4xC5VsXtcpRVOsndzL/yVNfOVO2BVZXyYlQlb+0QFDAhmHH/
Y4Z8Q1bVRN7vlcqtom2BHf9YshKPRzDYUXGuJ/o3dNYYoyZyNaZ5kKGNTknxO4NTiISVfLWKGSAz
hLy/ZXxIn7BZUvdnkW1Rw7twQzFXvUhzYkkH5AuEA0NNy0em6TtL0L/e99aS2gnoUQGKbYloxMBh
FZypoBYcunHmitezn1713NrZQXeB/SVvpi3CbTHz9Dfp2qabeaeDQByxuT+28BfoEb/qILLS5szm
jPFBpfSUND2VZJj88Wpb+YR/UGXfAd/MTKodcJw0PpzjrIAMU4eJ6xJEYOLN6l7HdQ3Operh7k+D
/NDyzlLAZ9lnx678g6cVZHxSD/WHPwtR3uu22Www2fHFfRdJvB28E3FU9VIFE9MSYL9gdSvXzS8y
DGPGOpO4VLpiiNKEM31Thnd/kZCE7/WYGII3paXvOUyH+ft3n82Qao28UoHU9F39MPpI1NLBc1zw
lrFNrho71ow6nOl3cSIN06RJHwRLcKpDI8QRcwMIh9ytA9CXbWP7KN0jWvucspHIGdirLDsU2fkN
G132pE1tXovQNeu9kxfgKalXTUkR3yJgnh2wL8wzArIP65AW3WFjiPZHORHCuXMZ/jBgYUjjH/p0
rtt7ALzyIxDTzaPdEZI1WxPy8KUbzIccc7YgO2H4LpAz7WnoNh8RwY6P/8PdmezIjWxb9lcKb84L
9g1Qtwak9x59KDpNCCkkmbHvaUb+UI3qK96P1fIsvIdU6ELCndYgBWQqJfdgY3bsnL3XZtDRgzLK
NUhuORNdKIYxgJeNtBSUvTS51NwkP7unRFm7LzJP/XBjkiCjiCu28y+rXu1miSm2jfqVpjPO8At5
LEik1xTfKoKH74W1OObdRIAXk3DkdPODFP287i0X2RUrdNp89jTRV8nQKOMzyhXU5aaQ8Iqh1qqG
Jmtp0NB2itTaVXPXveU+TIs/Ke5/0Q1dbjuhS/YFEHGxNf78vrj0eum+E7cMt2zcscaGcYEd6Whz
+bfOWFobBVDnax8Vb7PfkYidVsGuFus10UWMmyt3vlUZ3/n3L8IvUtzL0+i5zMBxGP1lD//5a0l6
JjatQ71DhNLesJmZz5HMx70LnAUCXjfs4ZEzXySmnASYKXWePV/B1EK0m9i2BO9rq8r5g1zuoxiX
L8WrwTWyA6Q4oEV+/lKj3ZKTjkl/Z5StOPUReEZOCl1+JAF6jRWHzqOH4uZPLoTLm/fTkgaAARMH
6jTcsKRSfZAK+sFI4UQG3m5oaWpn/UDlWbj9DVp65CT4nZmgcXp+NLoyO3Xu/MJfAxwvrNeD8AMT
ap8V3XkFWbRrX1Ar/f5W/atvB96DtRaSGDfswwNkIYYumIJaO1bYW6CDwxBnRdVdt3Y5zX8Qwv/i
sqTac31kbngMeDJQfPx8ByRDZulMgkXbGN2v09C5AvftMmzH2YTMu1CrdVljbzO3Xa7rSwJJWLYB
0+l03f67P3YAtgi7J6pJMwBT8fM3GfOxVa5JgkeaqfGh4OhOuymLoiTsSJD9/Wf9ui2ENkJIEm3s
i/n449JMc3JCXSHXnRO0HMwD5KGEiQLbjhuMVSw8hXydQk78E8XAHz77Fy0mCn0AfH8JI3HuBx9u
76DDlKkTz/yUuResLQOA0J4rspCGctgSCAZL+Pc/rW1/fN7x0tPRtrFc4XowP75m1iSB7LUW3Mgp
L7mDAI5IUJ3NZjs6FTW9k03zkcRDc0b8V3Rwd2ur2dPA4ojPkcg81qFLRVKbU/OXpHv07kyjKIYE
5i9tyoJygKeGSYCzTakVN2lZcuTL3LEfTsjISuNPbpKP15DsNouZBBEKaL55aD7oWcdC8xR1kgM8
UuevnHfWGsIf9mmW//rcCU+9dWGHyrJaWNOqQNYoxiK6GeTNtpSEMHknh2jGoRPm9TQZzmcdiPwP
gVr/6kteCg/8ivyD1vvDA40+vKoYc++npgms3VJm0/JkNkZAzs6oreGE+W0av/z+Xv/yQnNpeERt
ggQh4YS4L37+VORLZu9C/Nm3ZOUc6fy0VGau90CNlm5XBubXDqjSQ78wPIlVfTkwKmLNDgyj/2T3
+8uc/Pd11jcdQFasLxfb6CVy7+fvIgw7a0zGT/vUMpHXNagDzwCT7WsPFGlw1fp2lZ1XznzFDW9E
au1x4OUBOGZkkpsiYIoRR7jiQYpnZjRfIXhliIGGrLfOc0tIXbJAZUZX1w8s40YxeDfMV8p15zvh
0B2VzXIWExBkyoM9tID+MgQcJEgPtI1bbWf9dYXIITgVLuvcKSdhNr3yVhpsm0HR34lXV8FHyOjM
2cwZHCKQOIBeEhgUZ6wrxPfDqwdKZnkTxNXnt01f09DVw7KeW6IK/LPj9q5zY48ImUCLm/6V4FEr
E3eS+PEagLaoOKbZfwrweKcbFVWeukPaJnVC+xJnRI8Rdv+Hx+PjUuCz3ZoXwwaWfkrij6vsApiS
fqM2QSQzw4IxELVZTN8Tm5kwA4hWTof3L+k8M5wxPknHQBBYhiqJ0mwqz6YOFZqfzuznP5QCH3c9
1mHbCcAwXVAQyOc/GMSweZrA18SyX6F9b8ZRtBhTC95WcXGq/mEBYSP9sCQC38CLAmCEow31R/Bh
32tAHVaDP4o9yrWguwjArOY2bbriR+UY7bJ1MEUg5cpRh91PRJk9R1OYhaeJBqG4XWYMKftiEp75
WYQT523tITa6p/8mb6IKWR1hAAJKbYEmyXprjLrUnzqZdeW2o0zW27YdenPrEW9CtLEyKfeHBRbS
ddrQb8fI8tcFb4CA3axmKuZk4urn20ArUiDTQhm24I95hfU8ZUIvh2Fwy/UpsJB/x6pzSSx2AZpY
h6iI6r1rYGnbXMajr5GVht+B4NJFEVYAyE7QlaOwq8fF2MJpqz7blbD2puWn/qm0FlS4mLRSUqQK
fEsY7SGaUPs7wy0S7t5jfE5ttWciBqxykMtEnjunAlLoHGNOnwaG9nufvnuZeEvVvGvHnOsdGqQe
9L5su09Rb2NI6Tpj+tE2VRC3a6TKd3YNOj4VeNrqlTGN3SWjzCwY21meJpRDTv/SFp44Co5P1dGd
vPnBaVqfbS1Nm0swfaq/OaysLPENFnlC3KfpU+jUkToqpofOhin18HrZrKK4Q2EqEy9XhOw1rgwJ
3QxL54dV2gRSNNm4fK9RUT46ZdEH34oiRI5uyM4H0TzBfM9xdoOxj7PByhlC8LBcEVpdFgTwKO3H
QYi3dIvcpuwQYKXTzg2qmvlqr+krMvzhFIP0ZyLrOMxM6GlFRSba4pDKwrfwTIdtlCuOfyXMxd7n
wLompjXVb6GmDxwH1WzTz/Lb9DMb5NpcyjZp5PtGk2dHniGh4kLni/2MeRbHsb2O5JNYfXYMZmMN
t+j6QnzUjOtYz6a8DQ8ltKNq48lw+K7zmbljZQnOkR00ByNGAMfcAeHaqM4dG5CEUw51KzY4/zYH
+hJBfZZTK4gJ8ZbuRI89wJCVBVLHjSOzr2Ne5y1WYwUDzrKyqkqK3mqYXhCwvSas2dwGWXsuUmLi
iuwN40txZ2eI3+nrEJO1MRyVD1uj8pY2cfyhegSCSx/XqnV2DufCxT7Q+d73NSdojYGHSbyGatLl
lghAhrwNy2p4S48cIYxYjTvdBP0XTv9+dOlMLTwB1fDVLVbP3lFGcdYJcJwnretqMqfdqg0YEMsZ
5NFMwrtdV5RPSqa22Oa9k518q7CKbT3OyO2Mqv4U+flyrJERfENT0h39IswYC9sF2Z+tAy/lWDvc
QQAmJZpLfDJhuzE4x65J7jZLGDMpdK4y24vYpecaIfDoDS1KHfyxFN+wFU4zAWfPtGMnApjGVj+Y
VhnAtKxa6wpJp0Fa/Rh09RWNS3iRwRoE6YOyVxmd83kgkwdlCw9p2K/2G0GddNSGDANhTEONy10j
W8RTZglTb3rKWL31C60ZXkGq65l5p8WdUZZyOSya1hZCttweEXnR6cDCg0+BnKp05Gp4a4bQKBKs
QtFFzhOk7nBVt9mitlAvySYg5aq+R7Xfvbo0yYK4WT3vIZu13ydOKJrzenHPxyYlgrMJCrQjcacL
RfABwWynMJzdTY0V4LWiJq2ThYC0dVO3udDHOQ/LV0h8pk7ovriC6KKqrhJsW0C++4hUpsWmJaBa
G7aMVWdvZYHh5RBVXfaGiRELTRoJRe5LubbPIkcXCLQt0Kx8TBNrnoqSZ5u/PnxSGYx4BkJp/kIu
BDY9ZN663K4of3Yr4Zykn1cFKZG0ss2UzKY8W1Fb2vlyP7pVH23T0nfv6lYw4qhd2TwMqe/Zm96s
L/KQFa10cpnljISURlZG/95239uCun07V2vQHi13XF+VLylDSO4hJAqal/9SIshHboJkKd/QwseV
aI9EeMlZMcBvlnYRCYhhe7ektEITS0fe1uA/NEnQBghypel17770qJE0THpng2g+uFeFZvmp5Zh+
ripm9ckEoojlh4jYW+RuHh6TJV+fVsheVazd3n6kbgNS7c/QAI6Qwi569gi/UrJ6fbPRkiki7Svb
sGNtukZNmIQZlGdmTfo510xLWce1lg8EmxTferUSf2Q2nTz4NQROFixjIkxMp5b3YjFXIVm3hxJ0
gr9g4Kv0BdsR07UXq6hx6c/o+Zoto05/Yy6Meoh01u1L30p73vRhjSqdZYppswuTEL7HErnrXVeb
YmdECJeSdTWz7LCMlEoxQm7L3BmtU3E4ZQpg78sZm59ydOjvpDtKn7g/ixRROdjNdxxvA4IYgukt
tK9oIpDblH6IJDHYYmE6LT38BdyVE86w1c70pYfddO8hQ1iTlq/tqMRfNCFss++k7qd2CB2N3nqa
rTttr6H/lPo8egneXzY1UE70tqI5JSfCQ4CxyfNUPNg5Zh4c4LPe91QPAws5Vq1LulPOFRlpfQYt
wWd3JXO/m2hAALTh0k6fnaUw0jIuhDEHu4xVgj+jrAgGnjDKbR9ovKGmts2B3bQjOGImfCI7y8q1
niy1RNWRtj3+L9r143uBTqvGe9Gl5n1oEq0STBE4PMRIkmBk9s46JnP1ZfQyYvlkjZhtZwUSt8cS
AsJC31pcHB5RxfCsFOKhYFV+R/udZ1xEx/X3asDDgXy3znZLpqfnQJrpu2etkT6k3NKtLKr2S8FB
cd11WdV8D0SIyK/nzaySlgAJA8tCU5EugLe4ZnEq6IUplQUmag/2LnwY3rgmM8ZO+OCq0+eAIw/T
YGud1cEg0iJPRg6/nIYBet3YJbieJ3C9KbNbQ3fBbpwa/3Es8opwSDdnHSt9Z+DPE8f2FKyLIiQj
j9aruSngcwIDqo+kR7rEoIFv3fdjLVC1Np5/1aawJBMzxPCwS1cXz6TOQqx+obaRPhv5mIPmbcdl
vcfM1wIdHHqXVMRMu+RFFtXCnN2PckLYASl+073ownjJWtvd57oIep7zgab+agZoO8eQ5yAS7aNV
5bZAjjYNT3O7lCsVo+cmlX3pEEG8l1kilpZxeJWPGt0ZrbOa+J9OdzueFN4g4XDkI8l5ma8Y53Rf
AFzhPLC0OXu3BkNllYTZYt2sCOpYelar1Zu6tjJ5VY/11MfEz6WfPZI8v3csJ148q9xrzvUy23eY
4RjwYH4eC580CKfWm7ztdH4KM1Cfm6Jisb6Ci9G2F8Rp3m7ZDzJ3ayvLTW946dcQ3dyst9HIonVt
MIO/ttql9s5TSzF/7zaCOA5LAvM8hTU3aXM5SiMjkeFcJY6Jsmxn571HeIS5LpuoMF10OHkTvhpC
S5PFCQlEXAOGCQ9SFBIH8JKtBuUGMCASpVH31nHAuCa6kSnniI1lW2uYaFV0623h+boh/Sedwi1V
Nak6FOgp0XaymfD9g36wNrmNumGLXpIoyVmXFIrCxKzySuIl8o9ybjqLbcswnM1gu+M1SGmjOhFv
nn1ZzcmmDTx12Xvqc68T3DXTeNVYyGTPXeWU/i3II3/+MXjpPG8LZPzzsc5X997IM9fbU1ENrPoo
3PQUL2g/qi2lTfRmSbc+aJmZYczf4uJxGoDe3GWDDBlBzHZtbknA4//ODQN3m+vlo7jKXBHlD6Wv
SP/zWb3mowpLIT8FmDEvdsjWEdusyM3qNlvRk1xX0GLLHe4QoV6tWbQcx4cllDUaaNA/QSnTec8Q
rxEPJXhs7AHd7FgTQx9/WHY+gYo5EkNdhoxmpXXJaB0iEi99UlQVQn5D3cFn7WlplXlzL8YBGTtZ
rp1KHMXsiqBS+qUvrnSbe9SPeN1XiTSA8jKrXs1FZNGfYsJ/7SFR6aNjscLAdyIoGj93UGqRecgD
xLRHqtbcAIH43GLgUzEzY3PTZvpPcN5L4+zvHRvIIcwJ4IiEADsgbn3ojEccvku1LNM+X4r5eSBz
IGEnyB+UHKcd04p0SqJavcKZma6pd//kG/9XH08DALgYrSM6lR9+3Cn06TCTzkTkqUK+NDUGiIvB
dfsn5crhObIG8aMcG5RTTTZcGY7x4/ftkY+ff5nY0B9BzM2FwLh+6Z78zb1P+3Tpe8xSe9o1TRjj
4KILQz12RP40bqF4dNs1bOaLGg9NPbVlt/n9F/jYlrh0QZjPUOxYdKUJsvj5C7RUEyaQ9wVcGGpy
JNfiZGSt+RLxo1+F/jS/eezFf+i8/4JOuHwqrSBwYT7jSsr8nz+VkMfBJswJ1LxRPDOxyU6zIkvE
Rquabcwck4PIw/CcW8A1SmTfD6Alqj/0f3659FDwvL/gCSCMScC5/P7fLn0YKszC3Jm9pAxtyBkD
6nY21TSrBABit547yFH1g+zc/lsVCfMWpMo47H5/+f9qHP/9+aeoAmoCuoA5rE+T7MOVgMtSNxZ5
5Id88RaXc9QlmdDsW7V+671OzQ/IVuwg6WmneBeP3PjDphLPdiWwpvF6zAervC5dZRt3RR01ww81
tiUm4MwPxFm4QbEeKAGWOZ6jEQLM3K4lOb9toFm8JXokVxJYXxj9Mm2LDllMYoxWaZ5XHSKo1Z1s
1K51TT895MCsqifsF27zik48tG/CfMJ44cl0Egd6wC3gCx881aEMJuUmBcFZ025qIrfEQo7jMNaG
W5sKw7DXvDB4X6ztNNnVN6yjJPipHvkgEbiW9Yn2u8VxB2pKeS4I+/T+0CX/ZTBJVgsufRpxDmwc
L3A+XHITEe0SFApnGVjnjUYZs0sbcse8zs6ec4Qg5HM3+jQ1VRM3VNe30OTJ0iJOPsmnJUsas20O
v38MrF+eAwZhDOAISSVFhl//gmL+7Wkc17YWBhy6XTSEcJ4UTjPjNNa5ZTyPSwUXIExnnJHoKLtE
ONFab6eAyuimp1/GO1LDCn3WJFT0R2Rti7lHvWN1sTvT9PiGt3p4DrHNi8OS0jDaqtogMZWYB9Se
Wnuv7eSFPrVr0L0YQ1+S3pWjAC4B5XY7UZlrenBtrAXx1NmXnF27RpwBJwPFS5Uu1IZEK9fbMktb
dINTMQdn7BqqPtH98Nx75eS63ZUudNnHcPRFd6TsJHw2In7a3WF0V0Y8Gnl4VcA/dDdMUr0Xu1v7
EqFvp3ua5VNav7VWQDzGMroTJ10AHv2uyWmfxBFWOI7IxP1QZ46jh+bCssf8bqFQDU4cfxh4A55e
8+2i83669e2+poNYd/2Dm7cmGyrynOXoAwLynycLbpYwcgfxFPoM/0lwo57V3DhfBsOb2vOgab9s
CVJzJRJYO5W7emW8gkJ6QJcr7WZddyXysuxGjb3igDys4Sd3dhcvKVqxPgy8WMQgAxHxNzm1gdxV
qUFXLfAqlXGemyI8xDk+BcQMDMOYE0bzjTfnUUN2fU/HHD5kv+UurOkGj+FS7AYvnL60pSC+dgS5
ctKWQBQ7yXzYTZqAyoQqjh9BTtJHwaTgdSIQcIc4SivL2A5g5bPbOQdxc2rMisecgEd/TgLRNuod
3inq/ZgHADYztNXxkmWrkX5fiT66nF+tgcB2xnjlHv1quNy1xWC2cWYEwytHMgphpC8o4YbClvpW
DFHnP1hTU54QM1kox0OfUEqCRqc9oqfG2qVWIeS+NrTlnXEC8kNnQOIykgSr9BWrOwz0qAjdHiQD
NKqqt9LvrhzxQ5WLQjCmoDaehlIHw2kxeqRMhl+r56oYpiCmE2xOf9jFPpZKAA6pe71L+M0lPMX5
oCWAeN6aMlsFdC3geEJH/f3ak/JCObMeax60f3OOe/k86oQL1Iv7YQUfNiyK0WmabT7PqQznEcT4
+4LPRSYoTr5Kr1dff78m/TLE5fNITQsjgiPQLcBg/XmDDIyoLYHE4IYLPIwzQa9vpYh2PT7It7yC
LAPUai7PUzQ3cZQp1yKC19Z7Zu3hm+2LL0Vg1hyQfXej1gDELOzoPEzqVJG4HaGUS6iHmquinesr
iS0av2nmvvz+Z/g4dr/8CPwEth0yerFC80N5xfkslVMBdU9osC+4DaxdgC9q4wcrPVdhA0QzaQNe
TdgS9r//6A/hc8y9CQhBVA9+jY0dFtuHaWzTTOgip9Tf1RmWG+SLBYDcQdU4yFLTm6Kb2p7xEyE3
Ruo6+AKth6Hy9VWPnTdt7BEKeELRCNlp4IyNUc+Z7AOHTLwN4LfWd7/0edb8lcYETk8OMQn+nkju
Qm9CzCyIk71us4Doc5/+059SBX959hkCcG1RjbAEWc7HssWo51TUzdziTl7yjU+/54fI4blaFkZT
lOhG/oc61bmM4/5eKF3SXy4Qe1RoVIzUzD8/jQLWIPgh0e3VYtL1TgVxM4TzQqnDeclG4PZERQe0
I6o9uc2+HecUVs4GB5Azbc0xKxbCDk0MJtA5IuY6fl8910PpjigQMkwDnMfwIQfSwWS0Mqx+NqpJ
Pwm7y8QRKRHN+qyRScmp2CTgzKs4s7r5eCzQcLy3nA636jI9ZvUdnv96kP6tMLLb9nv9OPbfv4/X
X9r/jzLJWDL/O3ln82X88j++19CSlpsv1fd//sfj9J//5z//N3KE//cfj9/++R9MTv8rkMwidiyC
jnvBtlC9M8j9r0Ay7x9UdazKHO39C0fr8jt104/yn//hBv8IWT85Z13qv4vG9L8DyVzvH5xJiFlC
43FJeoIv+L/+509k1+HDv/89Cgz02k/Pa8DI0uFwx7eAmYOR0v/wvDpsV52V2Tb291W+0q4A9cqU
zI8t4CtNbHa4KaJi7ZMZOWQ8MxPGymAEd3RM0qME17FtUWTGriUG+qRj+yhBrbbD1BzJPbVuK91E
58IoBTDler4W4dhgQhry5hrTAXswqoJrYBFbzwvsYysif0VvNMwnna0hvkUxbH1yeOC/zDg3PceY
9ixVxQn40bizMJC+6SC3Nnr2wuHYRM1C2JfjnRk7PnLMwNHHn95TizDSrJHhU66I/nUk02KLRQjK
Ttvel1gJoGMQGRkgzgkTo5JiHyxY68sBnx5lHZEePQkMcS+xK3Y2wfZxlZX6nrrMjQPfxxsMHiMe
3c7dk8LRngDFqH0pameHOWd+VyXBM73jfu/xCm4Zb5oJ5w3ARkWUn3ykuDTiynFLyvh8zUF+pl3f
YXurLSs4qtkOSPamudbGlkMSKjwq+WrWi/HVNlYWsjaCBFKVxBFa2XLSQ3WhhgBgfFt7y/4KJio4
jKMDr73xu+hNYCk+9dnSPg6TIzaLO5eHeSjwVghbHIoaZEbqgMuR03KYm7o+yiZF0F3Xzn7kuH+g
A98+qX5Yk6n3xLVw1uA8SK9jXSuG+dDIYWCSw3jy3ADYTSZQl0dacMaNk5lZhAO12ROekW8WFOxT
nDkVo9LVyHxCeoFFMoQZNpPn/WD99M9zPymGAM16v86ud2/XNrSPtgqPzeRE+7Az+j0d/uGMpfui
Wir8k1/MJR0+nKUBmmBajXX/ZIMH2KSDVRDuhHO7A0iUwJ/LN16YepvOMaxPyGRLe+MCIGemBvXB
Iwev1cF+oeNBi3etb1TV7oexCL4qop9jGyACl64EyKWDl8iuup0afbwRqNyxoHXU80K51/WQeolp
WkjtA6hoQXrJdKq84FiFa3WUVTdiIIZbhGt5T6q0+cwWQBXuYzFUkWUZCbMxuS19rPEjXcetbHL3
tSkneehHsndiGmD1mZh3xnAmY/2k4nDY0LfLrVdZSkIP8nl+R2yBHUU4NjEayqa53mrryJY9drFZ
Z3Ivyj7lF2/ksBVkxCw74HeyAO55tBAp7NiFs50IDC3jhXs545G3IQBr5V/IIvqz3a9mMoxSf61t
6X2CSPe5MMCQlVbp3Fj9fCahqIIsgxrCYSR+G8HG2g4luDDsJfO2aelu1hWXaJx967rrLsPEumoP
PrnMjJL7wdMxLiSJBmIpp+dORZjAUoQ82OQmVBDj+mTPgHrT2b2khVTMXnRzgAZjbWyjNxMm0K9N
OJhb5QbpC6/qdIXHubyvpH4O0gjYuAevwrcvTyOHNedWuzRds7KIF8q8nZEVxV0KfGjjFqTvxCAL
p5uOceO0jZqc0qxGGPPMLFgfnJCIITDewfdOS+u8hBPjAEwqeL7sMUvwVSnJUNEcryrXZCSgEIFd
29N4yd4VaiCElerkRlJ8naWsvDQ2C+yNLriRdFq/grxbrmXbrN86HBqovCt/wTk7yES7SJcxFbKn
42b+bqWlsYn4+/ZGsYynuqzU2S7Gy3ETl2BZPBWG67WbTBFbGnuMtNQJrOYc3WbNwiDT6KbipeNV
v2noQuZJzvT4HpnOdShgNjB+to9sZRIHru5SPEJDwxNK3OMnrA1uezRNUe/JIxha2vB6y35DMFRl
nOxAqI0G58/InuWORIp2xYhll/iijOdyGv3zyoD+Ew7cXRWpkH5yD1ynb2zIuTy6eF3zPcamDUIW
MWxmRjCwDeV0JWbTh1RAd8xuR5dj1/zudCAAowlktoNfF8IEM20NxTaWGNKTMhgi6GAgJUEKr9eZ
n8/bOatgBDNjitz6nSDLt3KojkE0vxKKdoPy9tE3MhBAUuS0emsfYR0l9ZRwlm8PY9F+wR21XGPV
FFd4lvmyjtMfzAzN6uSAvePExay/XVkpaS3cEAnmvBpweLZY26qTDGs7dnTafiqyYPmcdVXIGN7X
KIumMunwoI+ETTVvdtm9RvNyU6joNhxZoPq5/zb2HRB2G94FC+OW1UIBowr0zQoXJxHc1mPpDecx
wPi5uOG9g3hhBxD9a62M9AUaJuywAg4GJf3Ktg3xFtgWs/EwmljMwIDT+GdvNIise6CLIBB6Ey8z
zUV4XwKNjIepuCJJsIQqxgbMXMZQ1cHNIvOxnYPiSwUBMo/LUAQJjBNGoQpA2oAQgNVuKl8WWFSn
HmfzPvQXjFV0cfDNBc3r1Da1S2bihD04aPyjZbfOV2bZEGqJMYe9NjpkQi2D962R2GJBGJv3DK3R
HjDUCW/xGNM98IeTHebLSQUifW5m7eXny8z/Dpfbu6VwxvYpmxiRcPcisJxHDjfBHh5msxPDCEiB
kf8xIstlE46efOuWzEMT1TrGW0HM2bH2Ul1vTYBdAfatDetyyC+et+fBNDHvQRLzsN3dFou5qIRj
TXvPBD34Utvl3Yw7Yt5RVq1WTIpbTVrywGh6DJb6Tq3L9Axo6WVoeKN0OABrQiBAv12LmDZmuWv6
Vmwt8JxP5HU3B9HNHnwbSs8gLlyzQ8ZBERETHlVuAD/5r7C/2Adbpz+nZpde+3bZ3sgeg0gvBn20
hqLbSKNbofGE6IcAMbB7R9p45zuWbmyhamRfmcPgRnQpQaoyNHYReRiMHuiCe729JY4+vVql7+xl
acCCVDYQ3biIKokSIl13RMPtDbirB9iG1yrMrbgAMipOs4s935ilacV0vXzYg24B8UkWcYM3Ot2q
dHI/jyGJTghDDB3TYUSZg/b5W233+hDW0XLTpK3cr8CqTrq3+k/5HE5sIQB44pk0ikRZZndHM7Id
6fX6wFZ42b2DzH1akxmAos9khBYjsCtLJTaHtj12PoEcJzQeAXKycDWpT8tP+e3z2ufdW+9wzrxC
gZh+p7s5WY8yrTVGzDZAtFpiz4RvH3wmaWMtGUNlro15JTOSAcXRHolN+OTS96aX+6MZfedRRWkI
0xW/oWTbr2JvbKsvkcOYY2OWebcvvDG66f+iXDlV+Iz+hrMqv2ucONDvLZAcVCSyeXTdod+jrPd2
3VysDx4+I7yG6GlG9Dr5dJEjLH0eUmuJMYZGWm1cj3CLkRt+6xn+i0studOQUhChBRLeqc6/h6ho
NiGy1CNxANYGXlNxMCfZbrkT8EVQZD3VGobbXH3u6ATFMEmKJDC5N0EGsSaiEqvIQrq0o63qLaiJ
XQiy7Mr11keOvGPcjsb8JR+9m7wY+7sBmdGROuW+dztyR9sbJk3f7YbY0qV+6Mzoe032JcP6d8A/
e6Mxg4NqVvvKo1hSoYLJFtxhKba2erGOeq3gJtUtw7EOWgRjg2MvfPYejd6BhbBIeoSOhTLhTMq9
zeD+q85pb+aFWijRojHPgbj4wwPy5YuqI2tUe8xpsRv3TTB6wb1RZO8BFey9bTjjJ9j+znSRjlyU
UIu4NwSck8AsVULUa7lZtVM9phUyWDQX62bqxvAEA5wz+KrW2wg2hBkDC0ZvD2DUP4eM1VBH9vDe
PZrs98qccENEYNE20u/zBzHxv6RIv3truTZVaxyGKM8OYbtyWpBA2GiBuvJoiNK4C1ZUsiSZjuuN
W87Zd4xgcF0zeDsZOqPLaH2GjpF5d67d92hdYGrVGnQGi7Hj7yeqHJ0R7FMO4DWD0kDUMHWVRJbd
y62DSY5qqZWHQqU01NN8zmKi4vGKsv6w9zrdOR9t5Iah0NfV6CaLyl598kBoLNXaIE+9pIKo/H2f
TsB/pyooOGHBk2wXNtfcDh9grJNNNb3WlaBpHkyPVbYyJZ/W6oDkp9+FF96A8AIYqqM6SRzLewUi
71529lXpdnd+BwqbZlX3YtJifeiKBWWqnZO7tdjy2u9IwULDXidBXlb7Pg/EEUVEukcOuW6B8qa3
sCvsa2lpe9dBlth75UQQZx5093nF473aTMVRhQIzW/T17GX35FlYV+6ojKNidnWdLgxHTPRq+daX
zEV2YzZXD+sI8pBJzUFNpsKZbtig1/G+UnGTkHbl8doxeBpoqGVSZ0+YFnllhYgerEUVLxNiBns7
prNwt0qZw6ceYgbHBxLqL39BFVwJPOxXhJyIexzptU60XyOp6KN1Iy1WBGO1/ERI0AMIEl6F40Y3
luHytIFyna+8OguB2rbGK8FNmImrkruVliZIjmY9gafiwFo6h4KBxV039wHHyFzcrSqNtqxwwMi9
ddzJ3lyTzm+DpKp9/bWfAZfkqOyaCz+6+9a2VfPijR7exlGzDsWCFoPbXDpW4LmcZ41de9/kfvE4
d8v/Ze5MtuRG0uz8KnW0buTBPCzUCzh89pgHBnODE8EgMRpggAEwAE+vz6tSLSZbqlS1NlpmBkkP
dwdgZve/97smeUDPA8PBiGUO1uqmKPF6TQGbn3FYzNNqKADNvXTFlfHf0bmVFtvAXFrW55LvN+/w
JXH+cK/vJY8Nas7vBA6epz6DX84pVYVvggvjrDTzHqxW8ga0p0myb1mew9WDADDOxgcEkWWjGlX8
sAY/fPONpTyScJuf/631BGXI6KqkGKz8encpYH2pc/CwhG3wSb3jUNbnfxuDci0ROryYlr7pYHZR
Ey9ZNN/K0r8tizHd4LfN2C0UDxw7y1trtpb7f12ce25pLBX/NVUOgelbK6mDz/Lh3/ff26vypX79
p65S4X/8KVSoP6TDq2D2p//A8Yt49jB+75fH72qsh/8pWF3/5P/tD/9Q254XiQT3rR2b4fqvZUXb
/CzEBWhq/2flbj8W783733b9e/Ptu/qTgnf9i9/f1fDf/xvH0t8Y6LF8RS7RqsBxSQ7p7//4kfub
T1QNvBDJjIg6VGYPf0h43m/MNRGdOVMG1AuYV8eC4nmLumf/ho8hxN/pXBW3kGTHvyLhIf79ScLD
v8jMgAx3ZPEiWAV+7bfpBsvGTIvpu8vSqTqOxmoP1w0/hWsRTBE3XuweFQ9oEl5YXXT6q9Mzw6OV
omoJB0yQSduZR3QyrEDzNpIJG3emk2V7j5SGu8N9U+3gAw0M/bxVH9rB7tyt6pcwIoDpG39n1vvv
+ULDZDz0eXbXK6MtdhSbIlNkrPbjJrU56seOBQ4sGZfVOLYc7uFyKPE6SVFAlUzl4B1W3NAzlkLR
dty1Y2ru3UUh4fXkTaoNkcwUvB/sh5NWE60efPj9Vy62fNhYZeg/dO3sPECEncRBIDF9kjjuHiuT
RDGDHJbZbMq7N+itAYiXeSqN2wAE0oGcSdfHZd4t34XdmnbShG3wbWzt/A1EWPgIqF4sCfxXdh1u
amFKLlaIP5tWAR/q6miqNi5eoBAnqCE+LTv1xauZ8bB4pSvE6pLUcBlmh9bkPE8NgIJNFlCEBw7K
A0GfignU++DPxYhV2CAShfDrF/emyAAHVlHFIkNsmlqFJZ9mwpDlaHQ35MBw2g49wux+ZDAAcxgu
34nEXfdpm55Jkm5xyo6x9UJYfqCEu4GM09vLVkZreytGDTsCQiTORsd0MNui8KziVMCTQQBbR+YP
g/ANeK6RV901EsrZzrF9QR+WaEBqroCEPnPgAP31BGikR5sCgzcmHiGHHO1+YjpVIvYDf3l1SyP7
Upv6OpQNwRxtbRCxHMmHrspiR0QA5zcS1rbcSLK/N24AUTdrWFHuKuCbFFEVhIpNNM65fKEiR7kM
4BrKpAzhrFAPRz7buPGL6sbKfRyzBUI3qaFajv5jEMhegjf0zSMBncxKGrA8jIFyZESomR12ur6F
CQB1khUWHz0Yd3tDaFO+EVmDjp71UIrsNgfWQLSJ6mNqAfs3rHZIzl0/zHEv/PChzQHgkN9Za/FA
q07Wx2NE0P7oYnj50Q/AFU+1KvP8nUfYEHITpBxgYfGRJxcLpOsEVINij1gTGEINEyCLezXJaiNW
LCmcDOpyjK06H6J4AuE7bDrV1XJTlVlWcv5pC/RgP/9OoSi0WDwsEiQ/E4c2ZrisBd+V0x5mL2se
WEpdDI51J7maSC6BSSMhQ7thSzXUVs5NCEOv1BPUnylyfxhVxmzcYv32k6jE6XXxp7x5DyzVoc25
Tv9UacclAwOXUm5cow5xwo+R292MBB5I+AiZYpfFwSPiiTqOk+6BUMdC+BliLA0ch9loxJ6eBvyj
OUjIB8gP6ZvMs97Y9PUQ3gpTpX3Ck294rnv4mwkRueqZHVGF6G0jvuL6iB7lUNv3JrP0GyCSDqRV
f2wTfp18TEjItl3SCwGEvMsRMrlpO/93npDFl2hQ83vqQYQ+onhktJf4Ebs2Zy56JNMqbe50yAl1
62ubezNrSn2/cM5wYmGNKeLeUlE6ZfZEXDer4UXXnInGHhza9AlsirIJDtnqV0ucLxQQnWq2ulOC
SJhy1U/hgFm8mII/IvL/0hDupvjWt/BWh1/X55+X53+/m75TxtJ//xuTOvW33dh8vg8snr/+nf8P
13Q+0H+2qD9+x8f8t5em+Gx/3gn8/W/9Y0W3fmM/FTLyYglG/ouutr4/FvTwN8x+LKXRFYLg4ybA
5/nHgu6bv4U+CYTQczCcejAB/mNBdyN+xNaQXlHCmNyt/9J6/ueJnOfSaOwS4Q4YIvoY1MxfJnKr
SFs3vCbBduWTuJHx7eZwfjgnP6Lk8Fcdu3QP/XnvwIthbyT2xW/OR8Gb4+c/+blWeHyrhZ9oE8FS
4rb2Wyx8O/w3FGMAOKd/aanq6NxzsqW1hoHIq0UciEZF6R5rMw2uDK0s/JFWrfVjVk2LK9PPjktN
EccsguI5zLSktww2/9O6rvM+aDpJRj70z/5iu2+N7lC5I0lICgEkZU31FqA981D87lslgXBOuf4X
4CBNmoRuY0PpnqnCw19W9RSkFuHk7H1tuE+akGF0h7+rxaCxlle3PTkZsgLOhF80gmUO2qQqwzd7
DI0mYQsz9duxpk58R0oz+i4Re/RhyLyM+loWbGcbLaZFzKAyoTktKrTtTW9hi9g24Juwm3Us5Ecj
cKfwEVyiKuK0sOb5eIWWBKh2SlQnMzBqPr4RM6wW1OQ2PB+iF8pxWUhA8GWHARweLxHN4mvervWd
7vAUxMv1sXNoQrCuKy3MaSJD8uKxkAsub6ZWtJCuGTm1WuAh2mMoT7e0C+XogLiLLmXLhGBjsWms
N3M6+QT3Jnjomwj81uewmkwWEAYXby8nsn73uU6t4biU5qDB+QZ07BTGUj/BevXvbFvOxXZu2urG
xmZ/NVHWsEHsDk527Bdu85VZayHBk0hN5Jyt3U6pxfmw2DogEUd6QZ2GZ1NuPIVL2F1N26YzydRN
PFS5vAtWtxmf13bmsSwiSaVJFIhIHSkDMT9IdC57JG2ibvDRcHw2HNP1uSck+zV3M1Y6Yjx6b2Ls
yA4Om5iXlRBnR2tTOzxMGskTl7RfQKsOeisObKP5pqWnP6fc796wBpnsNOri0HlZcAYoCaRzzKYA
omEEUTDOTR/2cS2N5ypS4jGap25M9ALQ2BF5d3bHrCTeWgf2k6zx+KWdDXtogNN1tc5k1O1ZfXff
t0QG4pRpzIE9Rgg/H/QQStE6pe+eKOZvbWeoEBK/Wq8oBDONmVSLKSnnyO+2TG67HLy4lW7oL22Q
08vq4JeG89pZY+QRMUtJUqUegHJZBv4EJlUwjOt18J7lnk141Erbh6L32D2zpey2Fi63O86e9sJs
yaRAkSw+nszRhEy+bUSts83opOV7aDAy2eeMfna9nvUN1mjnnpxho3c0beHi6a2CgZDilBsTdxlJ
apmZ9I4+nRw3xozovWu4bT/8BZ8cE08ow5ufHuj3/3DT/Oxa4MD1k8cmYDPCU5YCZ0zJJntI7/oE
/emhJaxqMN3BJ+TSEzEwD7R5/oXR9X/7Cui5VyMbaK/o+vOfXkEhjPdjxStwMAClejCz8v/xFX55
8EZy1A48dCsWVxageQgG9V95BdeEBIKvjIJj1quf34O1ZorLBeDUSErXcw9d2f/FK/zdzPS/zE7h
1VVoYnZirMWCiC3/l6Uqw1jYOSWSJNkDd77JR2k+rUqEX4rMNayz2Xco/8GAbcFm70+v1LXZABv7
jeVlXpeEjir9XTeP4gtyqxtsFFGd9a23Jho8Oqb31j71CnO+mAZk18SqK2n/xaX057Mz74Crx6J1
2yNbAcctuK6PP33RXVsRj+4CUnyrdTGHz5DGBvxX2xZv+D+/aK9f6J8+K16JOCuuHk7pJAp++cIN
XKjAvgz25ot8TsllnpGygBOLNfmvvNBVeSBvztzqlxe6HiPoDSQJ7470YxakhnX7WkT67Z+/zH/+
5ABFAFXBEc53/59uQtJGLeoAwxbTr8ksmvQuN+FXDizYA6u/eK3rpfrnzy5wsK6CfMJOyv7rlxu+
oIXIhWzvxMCLSVztILCSPlw3tjrnwe6fv69fQDHXSyLgTSHFWVCmCI1c3/hPl0RFeZxL8suNZ8Fh
wn8FOMAaEREV7sL34Do6O4Xi4hCh+osXjq5K0q/vM7x6/X336sX0fr0atSvRJmGQxp3tjUwXptKH
QR/VwaYNx+yu0dFM88pSB5/YWuoT9Vrro4PvG0/13NEJgUOpPbDQF3dlSxSTdIO88gPaFDOF743G
m9Si3k+eNIl9sySSXBnlC/lprhaPSOpzuhTW13RV0e8QqzENqVB0MrbppSwSWIuI4NgNCa0Wjq8p
ScgkJ7USV+mllOtwbEN2d3Hn6+mjlroBAprZ+sWX4J0JyNNdzDgaOQXTgXokY+s2m6xz1/lERarp
nDOpzY+Bnot72kGxERlO2tH1RtToZMpAuRBho+LRGbPvrA8ZXAOTwyYmn0gy4lwGHAUh5pQnDfnG
Po+htP1TNGfdU7cidhwJq/a7RRrqE5jKcO81eXsUdt4cRIAz2x0EMYS8XHLY0HKy+/00+s6N46Iz
sQZH0tzkQdiacQj0AQUCodAE52jJj/Ia8I3XETBzMiwEQe7k2qlEpnYnbkS/TO9pOLbnLqPCkT4X
E2K3Cu+tni6nFrPghYkOSN6J7RQNEyOYascz2zs7Yl66m6bBHJ9I5QVMRWDS2jSAqna+UQa9u+fM
V5ORbaxUzZRqYE8iDGfn4D0oTAuWhMylfiJcgIFZFSEK2BqdSp53B1g96Y7oofPAxjB6orqmc/ZW
lu5onAs25gh8hxlp8Gr4Vnox+qgbNoLwzEUWVaNPfJn2DrrUnMDrmkifZMCZkTIYO1LH1zxr7pqt
0VW4UhrCZO5lxJTRxpDyAu9COJESwNA3XqW94miLRqAoE8UfLle13+f3bB4C5I2yC3d+6cPm5cza
34zDxDTHMJCQBgogjjbJ2vZxZAgg8avhqDgLPsq76MrtZx7B4kFtpl6e0SZXhxh02fkg+i1RsVep
Oy+MngeadrajDXmbHLEPmV7q5eCplmsZtGQb7rLl2vrEDhFb0UAC/0TGCQ+K100aNkVb2KYNgi5T
5bfJdHw6M+Z0MA6LF9X6Ce2lfFetEbVnnB3BsabGs0rmqK19Bu3AuPwKye4yOA28eNg+MMXBANOE
vg6lHBJ3VFGaTKzqe5czGQDYcqgdOtX7gNFZb/ojTZ9W/wUXde/uCltpmMrOsKO3JnrKXYZNJLQm
qkdNe3i3mXPuXGMkkL3o/n42I5/tsyt/2JZ2D8RHbZRdIzyUfT++h52pt15W0KU1EwWdEsutoz4p
oE5qJkzQsYiUGi80V+EXbbQwAypFxvwTtnP4SN8F025DN+uXq+5UxwGS4jsoRZvWlBSLfaAn76Rs
uUJJ5qm7w/cwvPlOHr7Tn0mTYTCPDknsYbifxpLfg3YJ3Ah9hyzp95bxDiPXIRJDx9F2pMikShrw
UHUi7Tkztj4+Hb3JechNe/qX1cVdly9tI/N3+u6ai0VM91tZ+Gm410JE7ZajcIfTWuSm3s+GjaTZ
U0zxshR9hsCj8BZ6RF6u2pNLv4BZm4LIWhcmlXR09DihGfh7k+CBdzbHZraB3QK72Vp0Yy1J5fXD
evEorbKhxGTLFdA8A1mjXQ+CCDkgimXIVXc3vUUj4CttG4xRk85kcIkGX0g3wZpHX8fII3qXljm8
jmK252d+7yZB4tXvZjlP8uvAaWkzCpdHB8WxIBaGiSjgGVJY4x5yg80Y+mQ57ZvO0ns71Va3D6hc
+GQSSxdbUNr9SXQ98j2687rFlgGKbDKpOsrNgEw+FdjFy5oK76UZZ2+7lI08RcABswRie5Z04bC8
htLxV9o2CxMD1DqPz11Pi9CmKJrmnrBUvh8ZHnzo0YKpM0aQJXZ+tUoHE2weOi+UNBYAfzJ5poOg
DxgsEAE94jShYLVqlzXyMQgvUj9x9ivXUw1vot0FwO/d+2BwlcDJ2+lu5xa0Qz74JglqKpDNE96v
1vodo6TVJGHhde69Zv94oR58euAEtroHq9M2FeMaHkY22dmt5Tb+YyNH292svlzsTQi1Oy3jAqNl
s+2WmZiI3/O93gbuuMD0qJc53DGTsDJ6czpgQoxSJActX0NB6Kfs0CoZZTfU0lB7xTG8Py620T5R
cUqXXqPhzJwzD0JTEpptdF9n2o62s70ISc+NqGnKCiJI69aQjYISiF51Kk4Nhv1QBUh5l6oGqIZ4
tFZnw1txK5boF49TxN1ymCrf9g+sDf3BQ3gRt9BD1b4g4/ZFZDZSbInooAkxTcNh1Zb4gtVgfVt5
AAS7DHjCThl0GyQ8bSdancnBb9xrrj0mHGXtM7Mf74cV5ZIyp3y2Ni4VY4CgCZx12Hcj59Ed1oZP
dtZ7icHsPRuK3qR2Ly2eqD83ORKk+C1LG+TeGGIFXNhV7AOqdQqE5pntSNx7eAC83OMJFqzQFvN1
pfq6XgPn2IMZguQT+XpQsdWmzaNLD5zcUlxqPoncM+AeRnzvMdp6FNx69AQ84tfi2cNQ3n2hd++R
x7RFx7A5jd2hI6dfvlVVFulbYWAJDFTT3XaSXtNLkSkTmainQPHc2pyidqRGEQmGxuG3Xs1+YTFl
tocsUxqbdCnn02RW9aZd2VrN1QAyzJjrmvtuCjWajgIWt22cAiOtVc3uFgNRM3zQdGZthV5NH6FK
mgcXn0F1ESk0h0MROkaVWFRJanaeWYRb3oi6BcnG8hQ2gZRJC66G2nJ1+aoHq2AZ6+mdufWttRTn
fg4x9IW4eChgTemCLlOTfwKckve2UqgEhSob2v1kmXbFs7avyDLDFfKO1NJVzUlVFVClTg/YPUD8
Z48Wyc0pQeGrug3+5T4RRpPtiC+s7KAkA3NG5NOT6XlA2AtgE1lHDTHazLUi4tCZXn5L8We1TzXR
n2zAM5hajAEy7n4Rw7rFoIr16ADzxtnWodevSZv5ZC1J+aofoLYCEgCYZDUgob2qDaNhra1KrO6p
EtMDyntXbdMJR/1h9ILhWhxjfmVOIyseJLQLwIxfGLnI2Y3DAb8E3hdzXnbaBxD3ptFPclAiwlax
ahfrYg+KuZFduNPFXIbWvokgIeL1GKP6o2RxZWNwdaBSdUCpVltp/zxP2r8v01Xcz1RWhe+6mrLs
NTIbSdhhjUqWND/4mmZYV3JHrtu61ZrNhGF+NWY3DCGdRephdmxaeAX4vbMtrBDRgU7ULZAoYWzo
HQrtXZgyfMyXfJ2PREnFuGtbpjYndzXSD2FXbAYFVZhfOUaNK0W+cjGeKKcMAzQnAC8xn/3yPpRp
tXzaDJK6D6tvrWI3BsIYcZ0VvXjyGAsdpqGTLQ7/KGevhYybtCDyQaAVMtraTrswPZ1mrMe2cp5H
ivyu4qS5nGBNpUeK6iHUgEU1wgsrBjVJeZSVceB23Y/GpUQSTEsdz2V1ZH5yHsEVAZdx3C2usVwl
y9obRzwZ1S5oKVoqozK9mwuzfpZqN7CVVyhDjPgmbgBzdgZxt3oDSrVVRcsas4+kl9hZs5TjRkWT
qrbLjq6BVYW3YVc2W04Z3u3IZHTTumL8QftU/cItF+4DOgDOKpL2zgiV8cPKuLM2PJqXozajVJ+I
d3bXtDmVaJQANdk3zM4jHRyrNF5IHjj0brRhatNiZjXEC53e3Flrscx4fEpvepVQWzmFMUMjl3qd
/HgG8z6OWX0C0q+6KLB64ZaZQMMkuGvtfdrP6Xos1nXJjjXl7cXGUsLcC91000bX0F6Ohq9JzPRl
lzWXsIZiEntctG9FHzT1Zqxnqbf0FbbNpRpXfW5z21mOPBbzI4cqnNtkW8xia5V6+cZqUNL7t16b
MSG02Kesu567CkX3qaIvZufXU3AoswFXmymhrgMTy/VjSIAbcQzv/P1S1t1HF0AhcZgw0BJfRTi1
I4g+dlel7YV+Pv1mTsMEUbiZNYUeYFQGHpvZMAeY4fA7XlpU9OA0pLIUz0MTIk/iqhuDbefI6s3h
UFxt2ItMj/NUOw+UVajfQ4U/dZvP9ICAMh3Ok1e777MgVbfJXBoQb1ZcUthHCywJ4AnwcbBMulgN
nNFYzgakYUoDXHO+rehPPCgy6Pp6NsG+SvrEiws59d9kU4x3oIwadUR1rD7czO0GWu+TwWsiuVsX
K61uvC5fv3oW+3PikD0mN6cgjgy6p/xSDlDz6JPORY2rgQ4psCvr1SXB+jNg9SJSyci/T3zSOSwB
iq4vp9TaP5bR1TRGsc4TE/I6WUi47oaIWvmimoYdGfH6UVpztjXNLsBnDsYRZq0Z7qMpz34vUdee
JaAMbq4UJ2xH+ehD29P+1hN8/GhWs7rz0KK29ewrM0Y0SL/avQwQ6KzuHAKAvc3Xlpel0YSCGDfX
05fIl8WPuq01e/I5mveRmy+3VJ1xLofjSpzWYk1MGMQPd0vr2vhXfUu9tK63nHKVF8kKaoPQeeGR
0a0hfG8YyX7zlW3cVGjr1O9mZvPAlrT9Ok4Wwe+CNx8L0Eug9BwarXlMZJIG4cHjpMlQyD4CcfX2
/jSrS1VU9YUrGoJ865Y03ozdA2XJ1rN266e0YZvgoW7EJSEkslpubalkNrv1Bw8a60SnZuRSOZHr
48L+HZ/E2jRfVD9iLuZfc28ruHEyET1OSE6y1KiYQbXV9EseyQvjHW6k0riYe84iKfPmr3ARjENL
k2kbG7Ma841DT20BAZR69G3g5teZOqiWpON58ArxJ9rZnCTffFCS7dFWRodoDkrzVNgyTKI67Rn7
Z371YBTh/NXoM/Hod9T4evCUzjXDmovuKQTBVhBYt23oi8O0ONUjrefB1mSgtGnAhtxRMx8d/CrC
qRlyeI8V5z2R+IOvfx9HjxaUwFb+ocSUh6xjkezd5blZBVtpGtHeYUExYg1Vi5NI16QvIA/D/Uqz
TuL3qcX0D+ua39lEVyAJHDKGBMd+juC6Uac0JI2e1Eks7vyM5bV8yC2LCYv25tTfFoWQfSw8A8A/
OvwTrQf+fsXa02BenAS83WKpDpRgoVi0bkcF5aj8uB0tvSOFyMITLC3cO/73VCUiJwbn9uYSbPQS
lRzT1d+dqWDtHgybKgcEpf7ijtOQhJLxIWCXYu9pnmueRUV3jHzLX1KREK/1UtrVHp8w83vgj9nO
kUuUaD4Iirh9e7o0VkTN7zT03ndIfC1hANn8PnpqM9Ao9UjezJlu5DpSf83m+QUCQvAEkFHg42iD
sfq2hpH8svSGO+2Ajpr1PR8Ht88spyXAPN7KzTDCk6dNTRh31ur7DP2u2iD7gDnEFGW3wXLAkmUu
lwai6XtbgDCNe3TRpHc4WOyKwugpX+lrAocLDiiS7B1Up7xPq12XTyxHQzd9m1KfJJPr37tWmXUb
JTlJxZahp8s4cesEBpi/iXvqXjVe+N2nA/huEbZ2NoOdr29Rk7pvqVr0IyIYZ8mItMg55O6iCDBU
I5SvDmRLko82w7iVgc1Ww6p6SqO1JA5ZBNvIamh7kcylAQXXXARbCkRHPE5BTuWrUVjBxZsYom7C
a1eZ3y9kEiSTeHa/XHkxB7F5ekpXqq9fjQuDvFKA6JXmUbUM+Wmn4aCmLmYti20kjE/aC1OoRZzH
v0MWNKytAVti01g633lpv541zd1MJonn5wfd9Oo9cIW7N4PWTbqxLQB7DhYvrRVdQ7FhTj0ecGnd
zTVfHJgzyDSR0IkpCgp9BLaeW4ytURd3nWubG7NRq0fQXT23cnwPQqKea2gvj+4UFZd1cVeesuBk
+pO3zx8qLj8QKEM9bHqX/fg+6Em7rQUGn5M5iJmnLTDcGzT5he1hy6FptrP8SBTebTg/df4rZ0N9
0mGjtzaZtemQ4cL8BLcYDjFZfZFMkksjtnCYJ5Q3NMmawsxEPoFtNbAP/qhbn++h9zk6bqvByesk
D1v6fXBJrtYN/rgmOvSgJTG/y3kkwmY33U2uQ56+bNnItpbr0rxEJPuspEACv5uvnIy4HwFC7jt3
gMoLH3EKbh2nhuA6DVAC8bRUHaYDT3/YIwRRwC7BeLTzWkWwncvhvRpLHwrSVL0bDu7GJNC2dUrh
iZo7Dg+L3hdddMdt+VDlKAc5/ubYK+gDOkb96NL8pwoKMRv2yRHtVLZzI6sB8meWSiq8cG0Rlpmo
sFWKIXgdifRLz5EHqu0YYg1r+cpefUTYgEkRdGrQygyLqa1zj77g99+ZeP8oqilxNG6cyYZvWeSp
VvFAdN84OOT4b2ABhJ8Imt9bWzykeUVsVc2hfbd4BVSRlVF8vc2IiT454GP2RW8XPwAsL5J9AjWO
hC9wpDVBy8Q5XuCWXJayKj1uhTxb4055DXMKv13eMxkKE8LrOL+6KX4LSpIhMltOQ9PTONaWc7RX
aRKkXg1qM0INQW3r0vUOO8UdIdTW1OiVu9LIl2rbW4L5JKmTKX0meUyvbVBk67RjwJwuMQPBlGRg
hH1fFUBV9lVTOxdqz2wnjkS2RIdcoO/f5hb8MMx03twxUViKbxbi+EQDligoQG86L0ndbAkOzgJ9
fI9PxX/H4gCmQLJzwnuW1eOeUNha0XTThc/SFybob67syxiM/B6BzMzqGOnKwDfmIbJgrMulX94T
rAedhGY/Iv3zkRE/UJ1+F7nS9obG8u59QqZbP8F6tESz2PceIfHaM9hzG4emkrb9QN+pXyVp1VjP
xnW3e8gAgalD1BL4GYam2bqGIe761FdPo1V56OadaX1fC8pm54Ygdhx5NGRt1OzIcWMCzb0A4CNn
7fQ+CjTUVPYmxY07Dem6r2kpeFAZNbsaKwHHKLz7d0NqFvds6/Rt46gp3wTWTPGkMgP+lD+nn80y
wog0So92NWa1mYr7piRlZ7ZCu2fHa67xEZW+EhMzE5E2fXjBNkOlUDigwj+ORG3oeuEifqVMiC1j
tuYGWwMrE6/9uFR0NVI6RDJoMjQXUIZ+Cr8zK1+LHjng6pqDUlvXKa1tgIyzIeXBHNCVQZsT7Neg
nd95MRJdmH66JwPK+0stpMdkjRXruyvK8r4WJb3QPCuG/eTTqkfZ8MA5OMTjem6RC59AdwLErK90
3ksBkgTUHSfXGHQ48YKcwITeU7q5EOAMMrek4U6GU5wNUX2YmwrvC+jv/NiICq9i39AIXcE4+Qox
27tJR4PUajToJ9Mh7tqVNTDr9HskpfEgYEztyuizCCAMe72VMOhEOZjZgJIvbCisYBxjmd+VpaNu
M81liBG1SUvnXOUi/0KsSPZbugE4mpk91zMz5egFVfBuyutnCL2Yrx0/J/sHflbyLbY4SIZ55KAh
y7PIl+GgWp9e1IBw93mhiZi1LHWjbOdGS9ef5ABD7TiWoDQTl6/61h26hp6ScSLEF6XVZMe9vRrZ
2cSk1G4F1VS4l1MEPr7xAv3sCs2h6hRfiqR6D6hgVuYpv2QOuX2mHoRnO3HDg8nM8LG7LrrZEHLl
0WFe9ZuQu/t3Bn1WSTbC7mmfiFZ3W/QE3zjhr/Yz7NnmDrsqO8EK3ZGPitPbbkYbrfYlOErMuF3I
8UzjtixPljUFb/RMUNqlhVruevomrdibHUr9mtw6wcLEny5029lxxTziA2oYWNu+X2v9RUpmFnEX
6bzY95I+RLMvgnY7Gam+moXH6EHqaT3THTpXDw3jOd5ZCI/p3hq88AG03dCc6nJpjUQ0gfGyKmne
mVm2drEpkI08eLjmtoEAy6HOhjIucKbMN0KuwReHiFaWZMbgE4Vsav/CtZTSnlSYu2ihMvM0D5b7
wY6TTwjIn+wPzLpeWiirzHNqZwhiJVSw7m0RhnSGY+i1nzu2YtbGdiyrRVhcR14PXu6GwVEGSNv0
wwUMvsHjmgY345XSgu5QBiypVyjF8sEXZ90UgSqr3yveNjGrwjaeGIrWDFcminMR7gLnSQ8hrl5C
iyqpIEXTRFD2urzOnqbjAEawOqyYf/t9prz1ufSIoSa1nueXYXGoH14y57IgVz8wRS9/h+XaU7zZ
iP4YCOoUD3nf4AKbPXuLdxCNEvoaODB6ysunhvJkGKMSAHmCMBE9CZPtwE09GLp+pIEBM7gISX/F
6RSSWMfCIEE69CpCSGyy2mQ3Evg/DEwv9RHU7MCwRvB83DhRrY4YfFX7IRniLC9AtawccPi1O4B0
jQOvfnGR9L2w1y/TVIoioe6heVF6jtgjqxAVnem6YZBkQzbfrVNk5A9DSvlSXBSV+koeQhylueYH
iOQOsaWyXl8L5bj4HufqKfckupKb6pTeAgcHMiBVm4bCsqOgeYMcI83LoDOruK08Izcfc2ohODVy
bRFmZsk+CrzgxalkysyZNOfTB/Nsj+84OIdbq9KEdB0V+Q+FzXN4o7tB3JOsVk8Ox3439o1JFqd0
8EkaZ9Y8XrRtNzsKTLOvPhshFU9zitZYmoXDAUct7x05LmDlmSqmTUZk4xqBLYb5bKxZMW4sGu5U
0s5jce9ktQPDw0u79gt9U/q2LnyT03hW1V9ggWO0NC01PA+e3z8vPoU58f8g7TyX48aSbf1CBxHw
5i+Acix6SRSlPwg1KcF7j6e/Hzhxb7NQdQuhOT1qdStao8R2uXNnrlxL1QuBZH8IGf1UVgjoWYKM
Rq4CwZU9TrwhnLSM6Q4kEE5vSeglT3y7ILmqKjXqWzy2FXLIWvUo6QQmslpOL0U5Bnc56j6uQsnd
heigu9FJm8ALo1E5ACKPMqS/G3WtpLNKScwKetskMobnCLXkvWCIlfwUZa38rooF2tZBqHTbOAHU
+SMkBiT3OYKLsCk9Gvua83KoNCQrqLkZP6WiNY80smik1SsarC3kC+JdX0Fsy0MwVLayGolPoNu7
nRzqUIik4ah+8+oED9u1OCSjKWHsaHkTU7VMa2lPxwKPLIQFGjhTESXfaBQn/nBlSQBXi8p0PS1K
ftVtVd0BLQwe8wF6VZttldHlT/4vdzMBJCSyTk3RPpdyKT/WYRtuw7Qb7kVLlF+lqpFuddjpNmXB
H1VSvfecLKy1dBOWlBATGY7msc5Hdomagc3vRehFlI4WlhtKP8N3MkXZlshZnGhQKJpjpQT+HZxV
xovYohUwVHJ7X/QI+oY0G44uzKc17xXJJ4FPYQw6ao/C/ztnydt0RW09RlVLpirx+CBfV6BqlMQH
pLWAUBag/N0Ud/K9FQnuRbYmUouaOdiNhyzfHzgKE1aiB+t449OBEKD9gT/eE6SDgA36SDwkvZd+
iaS6/6lkoQ9dgd7XRPW+VSmPAVyP9R4cX3YTNaq+Hyzi3Jm4JGdHi0L6PIJvoJwZldFvUfamH3Kt
URkRqbRVsJDiRspJbMS7gAogc6HS0ACnfQvitrdC5bfCMYQkDZIOV2mgJLIzIU6efd8kywKQRXru
yWESSZF1m8kFEXkJBMqeVkrDguOHivkthd9G2+hda5SbOgoBuXW0PSGUDevMAaZwAQHy1iiELRFF
Aa0KNcJ9hmB48hXS7MHuhLS/lYnrkICN8XLbnCvtCO6vlXb082SPNHBpd8jyIu9kZHAL8bwRPeKW
eeG2HuoZ2QN5TtP/2U2lzEGptLm4RRXB9dPOv2vDGrC0MiLh8aLnhFk0/9cDeveCNhxaeVLJOqNC
94cjXvKIpMHUNXCTNL3XMJsFlHThTe42+ljs8BdQqQxGHN7Arx8/B21GWZ6lOEL9NH2j2g6BVChK
XkT+ENkt6p/+1wIp1Z3ct9G9L9Hc4wDU80GUEKdDP50JPGF51HMuJiasdQSiZ3eYhBIl4iGo3qou
pv1Fz5vupxZpOC2vDNLHOm+sAXX4GCJXEt/5BoUOMXtusfqsQlp9hHrUuOcJoz+0zVA9QatEl62M
Jvxh7NJ6a3kC7xUTeWBnagtrjukTBLzzWjU2gayl+9bEDzumIYrPFM5I/EIZpdOurKFRPXLZdDeN
rrcPPU20rBId0/620uDLQyFLAUtDJ3gsg7xo80clUmVYaYVAOYKty4eDooekuMxKzB+FJosp7nQc
FSr9IW+NsnrwK1XjbPTZLiK+OUpeMP3yqrj/QhcSasztpPW3ldVONYyovgcRikGAtS1oUjTpf026
A5lr+UUn8v4O5HwkQ68plB3UUvrV5h68Bhw7L38cigE9ZS3u0CsaRvWmR9/J+p4MIrq+2jQg086y
KNsKvnEEnBuhKG2jjah6iUn8EHVM0JYwQTLJLWW1Ts3U1LMnqhDB+AUkQVK9EvZUyN6nCFtoVRD/
qUXRFHZIH3XBI095s9u1xDOuUicorYidahl2peZmupnLuPRB6iYtbR0wnGfcQAxyScy5P8aCXu+p
kb8ZUjtQLezzDTMu/gDaV+AFNe4/xGcSj4Cfm7vnETtppCOomSa45RS5DOpDNTVdKKzMDV1zAk1F
DQFATKLvNgpl9ZZugTJyUoBx35TCV+GMFqHcN+Tg3ZT5lD39V0VNAYIOa16LEpkpvngIoAuqh+9w
GyGcjUAaElh4XAsgFpeh/90yK/PdHyc5PmRQH2h3oBOrbEMAP8SOVuTS3WhVhDaS2Y+vTaZG/4RD
pvwqza4WAINl5s8AZFPjKGVB77eq++Z7QPnCwsVTfyGF2hslKnGNiOuCYvlQB1H6EDUjrRASuAwI
B4yxmPZ0T1hPpDCBgci+GX7p0kos7mNP7GkWHGniske1L7qHVA2mm0DqhjeRe/U3uk3B6HRoyAmk
g+V5n0fm8CoXkvplLAUpocoOPcx+Ds8MqoWkluA5BqQAl0gmRbdg0aDI8VJTEt0Q6XPa02PvGA1B
XB3yuoOdrMVRj3bUUUym0UKePbUPXZydNj50LIVa+rEjq8i7bqbJI/dNw2L9orSD+k+QEeA7CuT4
XCZcrc1N6DVQzlA7H56aWEDX+X+Qosposexw4SFqMLTGqd0fs60V1K7JQD/HbWbuJL2NbsfB73/J
UUPDmSKKP66jQ8/hw9BKAky1YIU2wBAvgMp5L3UzK5tiy5BThDJ8/zLP3elw3coFoC21SNGkEAq3
iqouAN1iEXkCii5U4+EMEoXn0ApsK7+nlluo/2lJp8nM/50//ge9+/8H8X/AbC0IMi0w9po2M9Oe
wmzBZxXwLJHRnQJebKL3Nc69p+ujuTBnliGiKGoojAdCzlMTmlIIQxtjQimeCuNrBreDtQK2PkdB
09pNJzf4Mo3+L3mBTI7h2+/IVqsUpXu3FNAlj3ciMFmaLlfgweYZNtgUZ/Z12JYMU0I+7HQwWUmz
OXwkYEkKD9JQ0gahyBMBqrS31LwJ4RS4PnkL8vt5gZgyWYZp0gRFPnepn+Cgc2hFKnC2qk0Xs9OR
PBSlm6zahdZdFN75/qaj3KuvgK/PV2yGPYNhkzUTIqQldl32KWpaYOPsvHuW83bfZc0WXtTrI/uA
i5/CyWeiS1NnuSC1pyZ3OjKooXOAJMTQhds7MEzuOndwBVuwERra5A5Bpms55B2d0u2cZgOVkCs5
TLpNqsQRXMoPG8PV3HalQ+Ac/c1nSaQBQH8burrcroWZtGGl81mS9TC0L425wij/QQRwNm5mVpYh
HpBoeTgdNyycZKlN2nbKzTzuzu1c2ZEdckH2ZP87bvrXHCqkDvgY9z+jBmvp+C48Fa7pFCsnSJpn
++SrZrA9PT2GLirQF8x9lZ/x9lJfJJ6ZSoNtjgeoNiXfpeIZ1Y7+pd5K995eSI+6jTaO8y2wv7yv
Tbp8doIX5udz9wnu34lRl3sR5pEXpsdNfjINJzv8fEDsFxIEx6Sl/OBti/0bUBY7s+nHHO0/vQ03
3sryLwj/OXCcaxwVDSkA2HU8/emX1KTdjQGpe1tFequURKfLv0ea7lQjYkuyCky8QBus+yXXLzX5
FFLShzAyVjTAz9wMzSl08nDHyLopQWZ8+hFSntINYE3kPBXtIQ8KtxWbZwjaa6cXpEe5jFwqUPfX
D+RHS8XpFsCoKdKVKGomB39xIPUEfZU6kKitRJBeld+LniCyVvsneCRukT3ctL1+n1FZpLoFDyHN
X4+DqTi1AttUOe1r378r/OF55atm333+VZB60HgyN7gsfHtVjxQ76f6yveafvFCPIqG7Fqklzex3
pt5C7GfaQtZ+s+TkQYAoL0uVf2RVWul9ubgglkieBxYRRTYXC2LIFHn9Aah1mYLU1WB3tBJ0F2Dt
MaV9TOYO0Njb9ZGfRQHzHvhkcnEk5GoE95FhsmLjayTKoHHsqdG2FeQfwYrLP/N6C2OLtYeYAGB8
j7EOUBVxHvVvg1fo9RGd3SsY4WQZGtoVisxinu5qcLRj1Gaw5CF0t6HWtCuQqih5Qlw3c+5L6P42
aADHf1sw0i9OsA+tRyM0isdjz3wcM/EPeqWk1NL6G/SP+ct1Y2cTZ8LYjGAxLVgG+EBRPh2TrFVd
rUXoW2X5D0U9RvrKYC79+URObH+mDY+w2P6FBbTUhx6DpF3+T0NKY+qNlSGczRdD+Gxi/oRPvleI
hA48CyZEIFU8Re2oNxyjdRuAEtcn63wDWKpIYEv0pKs6IeeppSJV4IPTEAMVQnEn8SDxle6FI78S
1J4fVsxABCTKiqLTGTcP+NOA8saXu2aCC8KQXppom4JHgSiypAOgfTUKzbk+qPNzSrAu0ag2t8XR
IbcYVA87RWOVPilrrNpq2B7QCdvEQ/oUw2PWZdOKvbPlMrAHkYKMn+afS1cUoqOZxvDbQNn1D3y9
98nQPMPlZquZv6ZDzTyduF5uQw4Qg7KYREtfeCBhrgSjdAJpa2088TuhukRn0C4jxXQDKBKvz+NZ
BEJEJCvGHMTD7UAb6OmqidVQtaBd8XetU6tfJO1PT69VJlJhNzZp9wp1+Oa6xbPtOFtUDbaIRcSj
Lf0RXHpp7CO5hXCP6mghVATab2+M/3bTwyTBu4T9jt+bmahOx0Uqd5StTAfIMdwPxQ+t8sh7rcQL
Z3viw4bJWqm8FER14SUoFhcm7fg8fIRbk0SZWt0YkLu2L9cn7ENYaLEjGAhVWMJ15N21xcu0a5TR
RH6at1wtSLf0+zduaZTDIRmU6Iio9R9PgS2v9MnnotSxj0daGisqpBs58oaV3Xl27mAGlXTqEbPX
JVhfuK0e+h1rgJMLqkK1B5wDpsVMVeWrAp36YWpg9fPVNluJ3jlf54eCDsa5lRt0Ovt0MdUlaMhO
KWkJdV336Lp37vGOf9vOP7Zbe3s42Db/uNtut/ybfbB3jX3Y7eznHT/937902k/+sZ/tHf/5wD+f
+X383s383/nJmX84/OXOPzmO7TpPT+6eH8c9ttz5J/52+DH/lvm3zr9w348vTy/H92PhFvzqeOTH
+3H+v/Cdx5XTer7jFFWEbAVVLLq0oGM53dVqS+qYsioIHwiR4upNFicU2G89/ev1LXe+yoqq6Jwd
GoKBLS8btv1RK6eqATWcs+u6oqMXUTumgLuQjyqsP9eNXRoUhxSNMtVQsbsYVKp0fYi8GjS+SfFI
o/iB/mpAxv1tJwv766bOt5GCHIUuiwxMJ4KYx/3pjop9JeomPzPsFPnw3HupS0iAa6pycr3JmjcQ
CNftnfs6yPFYLV3TqVlzcE7tBVKsFEoEAffUqdVR9FK0V6MpvxkEGOCvmzp35DMPH/J0FvGKRgh7
aiqE8VPV6pi2xM6MDxLFBjvsIHYdRh15Aaqf+o1vjN0RGM6LAQpnxd9+TN2pkwLLN4cZOHU0l6zF
tQUZcyYOCdIDmp3bP//zqlYeAE3Z44ZP2XVb+lDd1Pndb+kvUDbeF7radv2xt1v7pXBF+8+76cBB
7I43wsqpmX3S8tMUHtqkPOYzI8+r9GnVJxCakVHDJd0qkLnKsAIoazHWuQmU6swPSghDVs8OzNCN
MYCwFhWrDqkHgbbg8ub6+p7npCCa+GxisZcKyWwNZAXYu6E0c0oLo6uNeXuoANg65QjORZGy91jo
SqfPkgelFUvn+idcOKiz4+G1CjUT7+PFF6SJ56FxyRdIlOTgxpZuc6Qf1Gx8hVBuZc0u2QKxBQ0U
+Vie4ovnBB0ZI2UTnkZJE7iScCNad2lKtFX/L+0sXhKVAHv7IGEHhIHbS3ceCCLYUZ0yWQkWLu0Q
pOg0VCxFrs+l1hSSAbHfSqBeylx6Kgv/LTLW9vkFb0NjM+GORApl3uqn+7wPYjDFCamECuCvXSud
o8kDJNtauXLYpXn2T08UC/PJ0mInIIYcmAF01Har0uEYPk5svOB3I8CbrqWOUJETbn/V4PxhEb++
B6ULLhzTGvcfhQD+ZTFIqODHBggjbkX6GvpoN9yo4r6sH3t5hzoeL4HbvLsRh11BT3D1HFS3AKta
a4s83pT/WvmWyxP+77cspgFxqRDqK6aBbxnznd/c5+JPD04YRbul4VtHF3n4knhHWKIBpGz0eDuO
K6HRhW1FZKjLIHp1NtcyIpA6Xcn1iukoKvjklRZ6ww682vWBXjiM0MByYUICR4pumRhrAeTDPUG9
jF7DP3KubemV+E2T8qaEgPKvTc1UcgpuRubtM/PdffbVpd+XahEruk1B/nsXjk9FrR3B1r55cbHm
tM+XjxcClHMUe7gVEIE6tSX0cgnp67yLFWFXlubMsg6rg/Xjb4eEGR7EaAjjx6SlbujYAcocNcwY
TXcbDLDQq3R/5OOG3MNKNvHSLTy/9ClfAAniyTpvl09XnaVCDF10Ack50gnmU0GF9eDLitB/T5qi
jLZKRL16QyXS/K4qzRABrpi4rRB76UdUCsfwQFO8/oIavWHceVXR/4bpDiF62rzoPTIAQqBsnWo8
dpqJ4i26onXyZ/RoI3V1tIhekMUuH8UqsW7YMgP0ml3ffS2CipbBQdFh9FSLLNnBhj4AAgzC6puh
T/5XxEajHxSOm0OUDe1vz0C1jf4w+Er/eiWIAf4NBBbntZm6vqeR0KT/F5WINJ7lYnOx30/QR2zq
XBy+Xrf3UZg69ZNUuWWJwIw8lUGV7HQ5UJGa4hbBhlkD1daV4qaAvZOUH6wnIJqgiQJX9RWSDYRO
B8cM6E3Ks2NOa75B14skR0/Xv+c8rNcpOEIkYNCoBe3rYsMjTxoloSF4tpSpz6rq06VcwUdQ7yP0
z8xJWol+z30T46bJh6IW7za25Ono/bjQBbkVBUAJoXcb1caffoKU//qYzg4xhaP5oYK8G7yR+nJM
5dBkbQRLM109liu1NxNSbYY5/u3OWVhZuKURiqypi7DSjfQaUY+A57QZqZoZ4ooDPL/fPgqdULwx
KCLJxR7VimRUyhCgaFr+E1qUWsz3MoQOsbyPooMhr0Ql5ztizmqhrM72xN9+BJ2f/AVvTAUMJcy8
gjlBJeg9geWxpba7U4m2FIiery/W+UWiMiMcCEqc5NPMecd8Mifq0INItWWS20ICpt1oSr81Jnh8
shVDZ7vCnEtbvFzJyszFlcVDj9qpl/vAWJFX/hXmIm0xxlZQ8pXzfT57WNHpGiKlhcGPqtan4cQF
rAZDGEDiXEtvTZHtPNgABsGga7HqM1qIzd31+bs0LIWrhJQTby2u49P5m9ps7ASoBR0j/5oV9PqH
BnyXa5N3XpOiRGqoc36HrBa5wcXBTeQBFnJIhJ3ja2ojwjonTd6+OxvnaSWbJJ27CCQgDZXEDt0N
CrZOBxQQbXjgcRCa3VUu6Zvd7rZ2E5vMyvWJ+5iZU098amix83pFhp0xhG+K7oqP2ndF/Tty9I3C
rxQGOf+d8r/j66t7Z23uHrb2YZgHvnt8U+1b1S5dbVNstM2b/Ujfrw1OxP6+23xx9k/v78e19OX5
QTn93MUK0LEZQ8DNvAhGh15Xm4W7TCrg7vHjZ0PrpZUo8nwjz+ZQwSXpQ4FcWdxT4GXhRAIyh2rO
cAOEeCui5GdC0zOgl8OVubLs59uY0g1JAhR3TTIj8sIcZDMZzeVB6NChcFOXIo3HY38sZGGlJHGe
Ezkd1sILJJ5gIF3HsGYWc8V7pfVgE9fc9y2idVSPdC2RbD3Q3Oub7Wx4ADnmWgvYHjAr2jJcnny1
VsyhjB0/R2eLVIsW67apPPy9lQ8BVV7HwGKUefCfnA/K5hZJXmBwfX2rzZwdqAQI4cq5OTufMyxD
pcYm8daCDHThcMq4LEQl65E4atu9RocArnD/1+PQySWwF/DWOi2sp+NoJ79VkopxTF73Quf1Fo35
ezEx/n7Pcb3xroBjECyZshiJCltsKc03d2RCuDxT5Iq3cfJ6fSzzxl14mRMjizCBhu5xTHgUOUPI
nEk+TUo1os899zdPjMT7EwzVl+smL7zFLcBxRFi4UVU6ewF2YdHTODCEPPbDp6CXtyrNzkMlvkmS
/zTEHZ094ncaaigQlG6oxis75Mx1WGxyESZxlXhSPtuGLcQwSTfTdPQiUtlNb7xZmaH9KpVWciSg
AW5SZuO362O+cMA4WIDPYKiliGoutszQ06wZ6XnoVBHkvroGsx9RbLjxew71dVPynDc9WVLGRxiG
NRMRdTAqp9sziEwN+KEUOqO/hfPKJs25yaYXFE33dfzSJgOtS7d0ah+DZJ5qJwWfPuz0NNoWsXgQ
2vvK+20YB61fCa7lC0cTsIwK1SmkenzkYhKmCmGkUtVDZ8rglyCvHBFFWVlNfw6I8fQuHvNQd+gV
oWUtFPS22ee5rD0GiSxsxLBqvX0amn5wU3EzjDaxn+LSXiA/9fQydG7VjQVMLsIgHE3oR1VHimlU
cuDu4R1YpqXy2hohqHswIVG74j/PtzQOdM5iSSJ09POBOp3zCs68eMxieK5pGoPaAo72ST+ImdNN
W0OGL66FP7HaBNmK4Qv7Crsq728001WYUE/tTmWQeQJKoaiURI4Sa25eCxCgSpuVPTX/OYs9Nd8N
pKOJhdHeXewpvR4sLa0QjkPh0PaLgPf3k4VIHtRv8ACQqmrCTendKP6uy1/gABgQboKFs/tVFEd1
Ru1vhvaBRML1z7qwoYjLwaPNh4oS/mLWaYAvtZD2NPqndzRb0iJfO9ctnOewWdjPJuZP+HRntUNJ
irTGRPFG8RcSVChpupvxtf9n+LGWcL3gmDSyx+wfGhMhp1j4YmsqB5SVsYUEvT3SFlY/NLIKMYZb
rxWCL+0b3p8iYiy8OUAXng7LN3Tdh++AK8xHFtWbXD/WDlCmrkzfWVDIH0/MRHqM7cmdfBbOyN0g
iFXkFKTHb0lYTW7Re4UjTp24l0JfX7mZL9qD5Zpbk6LS2eUfV1Mn1TqgfitIbuTmhx/KsJZtRXXl
EXph+sD9gQgAz8NFsoyXkByGiDCsGddY3nNjvcFtuPMF8+v13XdpOHPxmteTzMVhLFYJPzgFhM6R
k0Q/Je2967a68l4EKyHAZSuahG8mjWku0TYhfTxBG8qR44uHZnqf2Hz+8Bh279cHc2nOcFUGiBve
uAQ1p1suShqCW+R1nIhIeieEWgqhpRqGkKpG+UqKRb7grz6wUETrPN3P7sCIcnCOvGXkyEEvvsCK
ZqGQEUTS0zCKtCCNdEDBhS3I4j911hvbjBaYbwlkCbcpXWrGI/RARYrv5qW8A1kj0hKDuM07+jbD
1ynwkzfDqLU9FGA0aY2dafxQEQr89ffzRVZZJFQRJQqyi/Jo2XJP9aIXOq06ul5Aq6aV7y3Pcq+b
ubT6n80sbpBM9mKqeJihmQOqqr3fiI4Wx5CMvPwXhlRKjTqQQJBQC19gqSVssirxfpsaQBSzQVW/
S2ZcPpO0Ud4mdJ7WngIXdhwwGnIp+B9AKMv3BrzZ0mgWYULvZ3wQ6CNT4bLxmnB3fWBnIfScaeP6
wXMzPDze6cZGT8lTmyZIHE+taNiFhYTy4M1owXetkeErysZt2z//jU2AJSD9eY4u7/3Gq7wRBdjE
gZF4E3Zs20MhPVU5j8b0Ed6+69YuXEyoK8xvEQqcc9XmdISUojU46yDMVJCCQY7ikHaGq7d/wgZ4
rdFtr1u7tGxkVojO0XBCjm+xI0vPpC9IoxXPn8ybWQJFMrWNXK+4iAv7nmKNRAaH5DKvq8WYWg0C
EkuAEkPM9d2cRIjSwu4hG4HxdeW2uDB97HfyFNRu8LHLDYLuq4JDGSKH3DqcD2In3OFE/hmyuqGn
XMw2PTWklfzIheH9B2lKKp9M/kfA+iluERBGLkmj0t7Ww/de9k4qCjSgpHuvT1dyFmumFmGLOVEb
KWMSv3H+UkCrQUcjfZyvgbriqS7si5MhLc4ZuhuNpmTYoTnQ9et6YzThvp3+WvqBajfqEmT4yFXw
Plz4KTEUK7Wis5WZM91Wqu49CL6geF7Z5SpnZhFRqxZvBZ3OLRyHsTCjdIjZRe3MdxJ97xES1JQv
f32MZmiNSeKA+ho4jNNDW3hFHOh5GzuQ5XFS0y2C4Qg3/nU+fn754PtIg0B2f9YHISISEAioODoQ
191SUAOLAKlz9g6yByqGcSWgvLAHTk7tvBc/betQhRXB0jm1SmWhMgfFp11o0+hW+lj9vD5/FxYI
U7gHhUExh4v5C7s8xH9gCubXgzkaDxAOrvjVNROL0Yxa0PmFh4mqGKznya8i0oq+/3x9IBfO58lA
FjstGGkdmSysmL1gT/gelQrGsyKsvZUuuDnszFhg0GMU3xfRKoxs4pTRJwjroPplBt10lref5ABK
7vhOEcy1PM6le/eTPWMRII0mTGe+l3MHFrS511WQO3nnG7Yvlz88D1WA0N8Febxybi9anfXmSDzz
sFm+OfvE12o/LBNnypMb6kJF8lumH4mOy1SRnNZcMXfpAUrw8q+9eQ992vFynxmwTGIP7nNnhAhR
gGpTUkXIxb/02kNKnliDWC7aXN805xBeoprPdhfbX5Wg6UIwKKHUNe2gx1LLp1GBo3PXMFqgI3k9
OpDcbdv6gKLCdeMXd9KnMS/Ohe7NuiUptqkqsXPgdxUHAT1HHyki5Ne19O8T0ydjXZwQdYC1Ocjn
scq3vgTFdQ2PLtQS10d18Rx+GtW8sz6tJJojfovoGdw2FvzxWvOzr1taJ/0IjOqarNB5QWxePjKs
dGWSvwCCe2osadDSrlVSuY0GkXjQQrtYGm8Ih8FF4X2N9nlrq9BRwnSkiAcRHsPol6frTue/dvmK
/7mwlQgeQZSAW1EMagwLxyCacHYkHpLHfWUpz9kkiXP1RDsO2lQBzoWpsEVQz4k9mVsE+rVN23qt
Hc26ErUSmiuL/ZFm/HzzfpQGJBUoOC0LzM7ic/JIbhOI8nInG7eD+sB3dVZrl1NH37sttneWxjH+
Y1bwH2uGK61i0eaTc2af98iMxadpz1rYhxsGdEvTzRjemz5842AF/vv1rXY25R9j/H82eHCfLv9o
aB4cP9ioLfVJhsImRbVlEN/gnbuFN3WvhNnPxh9/oE9sy610gF1x5aZe+snlFyyieBJPjY4qCT55
9tCDZ9f1fRE0R70Z3Jm2BZ6OFa9xcWFpRxThlODRTL79dNB0iEGfLak5rZeIue4Era8ooPleTSNZ
3zyjUlA8laKgpVtZK1pEGjT4T24hKYn3RpF3yrZNVBGKYbNv3Ovrsbzo58lQ6FYxZF4AxGKLL9OH
Dt1Ehewh1CY7OGS3BUpf/4UJXmlghkWQYcsKeKen8WiMRjbrTR5KGZb67m+Rpx+jmPuk5uK3hqnT
+RXbsbQgz8icIk33MszHwnBbhTJq1t7KUi5d5WyJlC4IBXLqNLUvLOl5lMSyD0wAgWMn6hExsW60
/MmX/xs7ZEFnYgNS29bCS5qJqcJpZbIuqXiUxDexhK1oEBM70oQVUxePpGrN/T0Kj05x+a6QBaVQ
AyPm2Jv3Xv8N52fDXQsviJPmD0L+TW+PrXaTdt8CfeWpe+kofra8uHi6mfIvqJLcEcc7o7yTsoMs
CY6m3BvBN2naX9+HZ6WQee2o7JEIoSsZSYnFwY/UwE/hDcvx7OqtmsvPY/fV6oqN7+fbImrsRunv
RDG+NQXzppa8H9fNXxor5dK5ig6kmNTs6R4N20ZrESPMHcBDLwTYtpwrsNyakCmLr2zWY+OvvUsv
j5hucJ0mbAgslrtVGEYl8HxGDPnX10EWb4QRyXGpoS6h+7c65CZjbN2IhYK00nsKlPL6kM8gKfOM
kwQiVSjTj03G5HTMihdIRtdwWvL61izspj7AE+uUUA9G/d60Nqa1sxAMU2CqghBzG+drSz7fJssb
jaIeP0BigB5YLHllhV7dijiGPjpIdIM20Bepwp8A36ALsIwhtHs39CsO79JK01yGdCIlDK7zxdmd
EH8qg/mCAS0b3cZNldoEVcWdlVpfpja8NyLvVxdbzUpXwyXXRG1hfhhSEeOaOZ1sSakyKNQaughK
xaZxDIjp+BAOSFxI/koOZx7BYlpJ/dKiTI3cII+pnZryCujRjRwKvk57s+p2R/bNhYvethq4G6FU
XdlGF1ZRZvvOcH+MnrX+tIiet7Bi51BWVV/IztqmnCIiEW8ks9z19WNnQXLQelsf6uvrpi/M6Ynl
xVIKOVzNMDITrXiPPZmXJqts+C+2vMxXLuJLXhhTXF4kX2AwWGZF0L3SJCvFPzSTcqOCCubmvw0E
31Xgf43hbEYpaZubz+SjjxP09jWsp//FYAEviuSMwXYss4GIu5QoGTLYSfjZaLM8oF00zzWEadft
XDgfsogy+lygmhHwi92DYJNXcyYJc8GYVma3wVU7eim9CVkDTQfNmN6wu27yI4d/tmNNLtQZoAmK
cXFvq4VhZCh2504cHrR8H2o3kr+rkr0KAsHcz3SmxndNuIU0So6+CdkI+mKvGQ/tWl/JxbFDwWDO
rDj06C08YqtYQ4AMc+5ENHDFoLe/GhBxVZ4TB0cr0bbXh31x+/5r7azbdRjLEE5eZjqHgUb8zvPR
HQbY79dc3iWHQEsp8zs3HYK2XTiERB77tp1yh+DagW4PNc/2GZTdEdGL58Gqnq6P6+JhwflQe6Ql
BDDJwl4tDmJIZxAK5RaM4FJhI+wTtyKQ+LssdaJi44XPXvYSmqEjhl+vG78QMoN8/9f24iKPu14S
qxQ5QinzAVpFtzPj9HUT8wlY7laepSRhYRsgh7kYXlcXBTA7Ey1cwdyYUeto4kgUGB6um7l0P8uQ
ZslUa8CMWuJiN2qQ4HUqeuNOjbrbLvQDaLTU1H9KYWN3O21IdnDh3iELjnHFd+txpsX2RwJDX/sm
cNkcujwdVzzhhb3E5NJZwE8s7vKoJkWtpqPBYymP61ZHaCX2bsFwIi8AQwqxvVEp8VETvKhYMTyP
djHr5AYJ0UhOQ+y0TNvpIerkOYTQTuVv5Oq+R0tHnnTHqAsnMX+ltdt0awsw75VrJhcLDRjV6rsB
k4Y5uGXxzQKbIg4Q6Qvxo6FUdh40gU1kg3KdLO4Sy3J6T15B852VpInSOEf8AG0BEGyZT4YwGGBs
y2FCTcPugHGiI2OXVPWV5qiiQ+fFXHjqLwuGXNRvd2pbORJtk2H6WJn6PtZgWQZ7EunhEbXfXSAL
iCqv0ohdOnXUy+lq5olHimThwLsanlcUhnFlnUk0d9PGrxH8GIrr1f63SC0Oavgq1fDa6f1XOUXc
MKK5AN2R6yfm0sHkOAIVmyFVEMGc+jkOgBTGE4FPqAiw3avSsK80kGpKXa08jS5b4p0JUIBn+Udo
/yknJxmwA7RzygDyzr0pBfu6SzZ6Yqx4mks3BB0s2lz5tniZLDzAICow/ldpQceMjBPdh/F7mOdb
NV2JLS56bFPjlTkjLYDEL2YuG0MtaqKycPLS8+RNEIrpVhOrhsBN6L51lDG+S60k7REPLm5ro5Zu
Tb2Sjuqs/VZKlr9yg1wYN09dCbCsRcR8FqPzFuuqaKoyJwnH1zAJN5ZQ3TWCeDARBrq+Z84S5fP5
sgD9AmChY4g84+mmyYUCZLPXFnhZuwtvvfy9Ff7IzcZQXzV5V2a7ZM2FniEtlybn4X/aPWHU5p0R
Y3J0JLf6TkLk+R9UUXjb2u0RiIP9eBP8Fh5bqNjSFXdyYWZPRju790+mRwiGqSt3BWiaHzDWJHJi
V+NDrzQr03rhmjixM0dan+x48LVDgI8dQU62Qik4sTU4KGUd2rywFRiPr6/ipcDt8yIuDkqvBLSn
9Mxo0rxO1WBPxZc+fBYFqA9yCEm3163RFMDnL24GchQEGjpcX7jmhb9DexP9XYXQjcya0TppNQzV
ri5rs97gGfQbKCVKZYNoirUd06Z6EYtKfhQ0a1RuGiOFZqkvpAGZXKVCkIX8G3oP0zg+ySOtxo4y
IZjziJMtd0WfqcY+9OLhV4xilO5o0GhvII7H2/umHx/rEl0LV64CtaL5rMsDKgTINCUIV2zC+XTC
qwpZPYq50rvViPVeRqR0RMDIEkIXsevMcOrBM+81oYRTF2aHAjJ4VfxaylLyqompKTqCZE48HmvR
F5GblDw4n/MmOiDwrvAcGtFoloyg4hvM9r4zPEWzE1Hwf0lVWLgk06svSqn0hTu2Zb9Bfl78SY8q
Lk2FqCGHBMpH01gLShQJ+5xeSaj4m8RJ614LdnUqwMaPe5lsVUpUN64ncW+Vci+iuAMztW1R/yTp
Bi0yHlgcO0iKA8iaS59eshzRWWdsDetP7BfSIVWscEfyCRmnxAt02uyl3DWasWPecibZRuYbRdwS
+L8jxo3u/R/SznM3cizZ1k9EgN78JdMo5V2pVPWHqC6V6L3n05+POhfdmUzeJLrPoAeYgdAZ3C52
7IgVaznolSZ/inxo7vQRiSRwwaHb7AIXahIbWSTtM7Hc+pcU1IPpIBJe/m4qKX3JgmyktFYM5gb1
BVRMkEAzn43M8O5LqUd+xBsmsZBOHW9R0S22bRmFB+40rs7OMvdt6sq949MgmtRNeD12XXogfyof
xLo3f6F1CjWJnPpJtkMvGA32slfSa00blOQu1TJzKwttALdi3KQ3Sta6d6KcC+XVkEqGt4G4QbhD
fj4hi57J2btcDm5qu5ZuoYg0jDCEdAAXs6e8D/0bvRwU1SnysRjBXBVFZBttVmnbPvLBQvtddY8o
sfSilj0C3gWCh4mNaqgsPeZam+Zw+UmNdyfUpXLbd3COKLyt/mrRidgDbYA8PmdnJCvX/+ItRq6c
hpvJmytzqFhZ1uyeBFXTUNQdV977xZ3c/YiCeyWy0/BKyT6RnB2UW90cV9zdkmkey6QOJ6QTVeyZ
X81aOLpgf+dABNpt1bb3mvcRyQkNMflextzQtbtM7m6KJIBqNbORAVxxSgsuUMEVQRkALwe1jJkL
TAVxTHxCZKcRJFt29tptgzKKPMGpKbdedoAL3h36M4uGVw1wEsKTp95dEmKtkmqBzGVj6/p9nuhO
UCFm9uoqa2C8pWGRM5vgjCCOcbanpvKhw20WiOK5lUqWtFCzaxRBmxjR8EKDJ0MMmg0yUsjAjY3e
/Vs+AG7qk0Bkdo3FQktLuU4gAsT6ykTDCrZoernAzf9bUrkvSxLAAJGGUR45s3EqPfTe5gAEKmzR
sE00NIXREhf6bhsaydZEx7Pv1+CuC1E70P9/bE7BwtElbXih7rchNuMGqQlAiMa/BRN9jYo+O7p2
aH48IydDdS1Qq6Gi9AMeT01jpHFLpMpWIDcLe4TOrb+tzJ+GAHSbduya1EHKjUtVeAsi6z5IdXoK
4x1qUfvWE/aXT8C0HLMAAOQm9NkcNqic5ssFUVkVIOzBNaYhjoTCXua6hziQ/n24BmUdNL7QtZK9
macdayoQZu7nhGtSTb/EVeirRFSvxlqGaOmVCYSbZxNHjMBt7j0GHdnj3AtArHGI3oseOntbH8ZU
c+o2BgnQ6R5f4YfRJMHcqZP+F0HIT7dt6IWKPQ+OVk8ybvyqRQ/O0/2t6+YeSqGdsJXUuCVXWSEO
tYnqDmWBWDcLWy5bfw3aM/m42aqcbITZgz2rc0kHKwmO0P+ux4+m+yn3h6DajvGjn7zo7Z/Lm2A6
H5fMTVHi0fmBFEUWkepNHR+FvB61uO1YIse3cq0tntKj3T1ztoFGiluZdndpkE7rQrI8qNWubLSl
ZxD7bOLUol0dBzR9xdFY0IxNUc8ocyeHlL/2R9uP0208/vQRHZb8n2hsyBBJqNJK4L50jo7Nztxe
VCHVWIaYBViLXsUrnJD7eK3NamkG6fYBRCtOxF3zJ14dK9XQirxu4e6C7tl/gKDo8fJWWDMxc6VS
VnJXoqPswPnI2XD9J7kO/n3SAUdDixs5VSpYczL9shCNNq5qsgFi/pxWwi/PjXeJm688vpcO0bGZ
2a5ugrjUa2QDHSB5efyQ1QkRxF1ooZeJftD3RF9xpQvBxATyAVVD7YgmptkWSArKLYlGGq8e/E2W
1Q/haGzrXqURx90YyfDvYxc6ffhNWiMmOMLMXDjqBco5vExdylOoTG21Qt/IeUmB2b/LhcPlfbF0
NR1bm+2Lou17IRywVgoPY1fZsvxBU1at7XxK2umaG19aOhj9Ic7kBMMVO/N/ahTIKIyOWNP/oFRj
Gfu++4zDV6tzaSX86KG1vjy8pbUDLAYzBPy0E1nmqddQlZ5CI0KLThD0Wy1zc3uM1d5u6KAZfGNw
Gr3567LFBYdBeo/XGbwQU6Q/W77E7zMrM3KK1sjLSr3+4Hka6kHRGj3T0sh4+KAvDiwVdtqZHXMY
jICzljopHPrjDS08KMdt/ZJnj/QfJvEosz0HwCouqd8xJsg0yndYmuws+DZAN5Ujl7JW4JrPHrM2
lRJUXihkLc6I01oZXrYm54HdB9WfxESKrkFHKza9ldaF+c04tzPb9gry4/RLAyMUZPTaR9kRajQe
x5/Bf+rbB87Jw5RGQXzI7Hb0CtoVUCcG8ykMlq1kiDEnVrZyBS9N29SSCE0fCCnljHtMIesv+l0M
GQ7EAF5+q8XubVObb5f39tKsUV2e6rtQxlCwOz1NRt4KPpQ0QBpDPX3VxSE+lK7X3PochDctib5f
NveVpT6OX6ZVsnhWQdXFs/UM0ei3AX38wRBTyIo2bX2gly9rf5A2cYfrRojtwriLu03l7i7bnXup
L7MKG5E6nQH52XT0jkKNrEvRQvNEAN9CcMtFo+6jahBtMdOqR7O+9uO3vslAUa6y2M3PNMgwXld0
Wsv0xVETmxkGhTbUgdJo5Hos+qrH2rgV/P5dqBRELGkXB+1ofhcgTv1ed/mwqcNBdaooePYU5Wcn
eW+KWUb3AmHxPkJRAvk5muEvT808jOALaQUHDg9JBNHKvEE0FsRKmEj77UJ5rfPvXfp++ffn19H8
96e/H019mlS+mvgSzcHSnneSISP4/BQne83c5N6a6sb5qTkdzLQPjoypYaqiQc1g3Hgjer4dI4Km
Iq16eUhnqZdpTFMOlkY9ShjqnAFJruqWm4KGZ15qtmq8adFPRQEl0FMlu43kb0V3U7U7RKzlaA0r
cVaixTabeAJOTm8mIBOnQ0zJicWFUmu2LP2Qok3scmhaSgefhubA+lRWnaMR2FrdNzeqdq51t0qO
8oVJOD3E0yfAlQTFDAwR8y0j6BlCaC2bGv2uLcKZEWLDRXBdqxDAwmEsPDR+ZLchx1h3ejRn02zX
y9ux2QrjplMfZQof/lVBG8ng2pNiZx3uW2SU+pcOwUNxEoiKnELzd52pOoPrQmZO0o+MYmD3Zmmn
1S+I4TeRcFfnPxP1T1W+WOaDau3DQdx70DfRJRsnL41xnaZryYWzN8v/zv4/Q5/t5iAw3DGNGTri
X8hfx3ZPH5E32L6KtM4GisjNED5r6GJe3nELh+hkxmeLHhLSCXGH2XbYNR0MJMzjC0EZm827pU90
JTw4d5cnC6zMMNmkgCOz8jCXDaldD4MtxtdRj3hm68iSzyv9QzTXiu0LR/d4iHMOmSCvWxS/Ww3p
P2r8+WjLcCcGo7cyNFnmfJxvXnJQBK3KhAI8PT/uMCCE2GBnGHsnRru9dF/S+I8FAKh5MgzBjqzN
GKFF/L0rI0Q2d7LyQe+d3Wm6LSedLcDekCt3Xf8FuBKEfHt5qb+u3EsfODnsIx/mJnBNZxKTr6E6
WpvXVCXtVE0wx5lH+bL5Ew+SXcby1vAex+BnlsPhSRVDTDdpbzlDgHSu9QQdMzzJD2br2aVxL1f6
r8uf+fVGOvvM6RX1/1olZjcbzbTiMFTMozfKG8FwrOhb4B8K2MYg1QrRVVaNZxMeEd+zreI7pCJN
/4GW4spsLe6ao6+YnUe5mKQ/Xb5ChP1XdT8KuO/SZjXNfx4mcSB0idMPTIuK7XywojXmqdRTZyqe
EnnnlwdFjW0/SGxwf431bmQ/RCac9i7++0vrs61o/ehKSJBeL0/7l289m/ajL5kNGFJo4FYVX1K1
IyLQVw2cgmlU3JjyteUS9JYbCU1qQX4Qq2dR3HnjfT98UwV344VXDSwaYTjQRnFdQsJSmdtEq50Q
7eZeraFtf0d5mDpNvr/8zQtB3zR7wMmJZFWQC9ORPNrRiNd2htUNGsyE79RIDOOHoPh2Wan7HvIb
tx3J+G1KqGKltZrw4vZgyXgvkhc+YwtDMVfP2mDU7CbuMrupqwyZ8vZDrSF+uTzI5R3yj6XZunim
66pKiSVynjwMIGr2dzVqtnqzBh9YszS7C+SERXMjLHmKuHG5KseUXnqqt81K0PxFFXe+1/4e0/wa
UNPCNAYftxMU7sYECibzP+PrvAEdGTw1QriV8U2eBD70XhL3snLtBTeqRRjyFlvvSv5mmCP/52c3
3NE7jgrKQ2oBxiu2mfxGqDlYK2mkZZ80tcFStqGo99VqdrTRdCV2obvgg3XBve99CPJL44kkMb1l
vbKLZHXXiyPlUEAOlvUzcn+XpQDBpBvsR6vdIOi74p2Wd/7RB838xuirRQ8PpGan+rjLhtyRROQ9
rdvKlx1LyGlLvKnEx67WbSPYXN6QC1sf1PdEvsx8SLSnnB66RE6ELkhwFGnt03Qp3Lngheo4X0F+
Lw0ROwa8FcTE4hkuQagianYGHhgUQOgIno+GHZiPTTLUED+6lbDj33X3LvoMKMJzpdH9A8NJa8b/
ZcATaxeNhLjpOU2CW8Ayn0KnYkN4fIiNbheM6ZZU4oqZpQB80lL8284sgIgVdwj9BDthWf3qPYWO
H+lNqcno9cBdM+3F9bqDSduIJbZI9vpPeic9AE7daW20kp5dnvyjb1FPFxkQPHrjGovcTMkObd+W
B1G/y9CWs7wHpXNKMbk2KMsmKydt+t2ZZ9AQ75rA02CnyYOc2o3p15eCyW4UXuuS51j1Sn1teWRH
Fmb+VGrVIRBTZjmx7j3je68cquQq6r4r/VOSXUPBpsq3Xba2tvPGAi74k3HNDg0EM0BeTcalGfQb
fXcFdx/TJJM+lsFnXEMFBEHTWrl58aCCH5j6CqY0+2wutZpXqz4wUlXnXLjqVSLUdpZaK4/WacLO
luzIzGxCS7H0Qf1gpvcSJ+/2frR1063SP2cK1YNmJatw1uH4NZNH5mYzSZQtI9DNLRVlj1KyE8I7
mE8D70/sW2QatknKzehk6QfNdTDfr0Qcl6fUmPeUxmESS3WM21Uqf9tZ4kOrZHdtbK6cgjUz0ukp
GOOIHFfMGHPtuaKIoL+P7vNlL7540P6eRuidT01kgeiLTc+qRaNgi13htMKKhbVBzNxZlNUiAl5Y
aHx/r9D71PfeNeCj7eWBTLt4vv2m6geIlUlyRJvtcq9AlodaGXFrqWyDIqQkfycVNex8N4K+Rua2
FCUTA0x0OSRJFFR/T6fNU81cq0JWppCu2+FT8+UrWkmKrHf0EMS69SCOYLZ6YhIjRg1hLxrV3uxf
rOaq0T4s9V5UPjLjQ1BAkz1adbqpsmyjdjeC8QsQqhPVsn15dpbc3ckHT0HfUeSShdB35NNWCiO5
epBDIPVFVv9WLIQZ+EMEw2gSvHlemN74wxg4Qic+mD6YlJXvmFZ7tkz4IOKG6XUMn+BsmQzw7q7q
S5pd93my9U0LyLtSireSi9BRi6amHadd56hW+OLTmu7o3Qjtc6DJXPWwsUnG2gFYyrjAlE75ha4O
Sj5fM3c0MwKLVho1EL8x/mHFoq2l714U20bxTTcPRV85hvEiqGs9sAvb9WQ9ZvNAio33bcZ6+AUp
EFmvRR5bTXuIENNFwa/Nba8O17qWJ594NvlHu3bmor1ENoNawGgyblNSaB1tR2WQbiE5cxrE00Xl
m2msAuknL3VmlVj5K5sn05R5uvXUDDyf3nMyaUK3q+swNnEy0BJuzPvYeEiH8lPVk+dSX6tTLmVR
2Wt/GzZnWSavVeKYWZ4e1a9N90OSPz1L3OTma1Ye6hDC5RF19ZuiobinrVyGC07vZJvPZtqXm4oE
JqZ1JHWS9kcHv3ObrnjWM4QLd+CJlfnM6nrRugNWQq7YNqr2wfCGsgu37UYxf5UmKAfAkDSUZBRm
RWeM/M2YhiTdXug+3kTBLqvfZYtMaWyP4/vKSV9e9omVZpI0seb5tipN8yQfOOlZ860fbmLloMS7
Fu7mfrzyBggEbxLVQQr6stml9Btz8o9Z+XS3RSNkzVbKQ7KzSCZG2wi/MsHta/ivy2pjSqaT0Q0b
IqZKt0tMNchwoEC0B28fC8+JvJENB3HikDRkbd5Ua983LfzZYYA3nVBs6viZZ/Yz1C4KX2BWdLXb
hENgR3VrW82jaxyq6McwrmyRc8WlaYsc2ZttRCHz4iyomI4w6K/I4UhBZ/vSLs8PsXAd5PRBvGja
Hb2Hft+QerwbjMgOvT9hvwmkJz1fK64vn8mj75ltWX3UE6kNp+XR3tNmPJTxuJNweU3wTQZR37wN
qkwy5bUY+KKVEOH/4+r/nvw5qA6BWK2nz06zBSLgXLuN3Xynu3cuha+E51P+Yfkoe61lOeYxPzWa
SRKJUiuaV7i/WRRXpmahxiOV1vGB2oP3nNJfAmrw3tqO94ETHLxXa2/u2m7TbcCY3WeHNamkeYw3
/4DZkYi9QpA9iQ9I0okEIJ9KJ5dP3ddj/3hbz03MgjxDEBOhDynz9jtpp734r76/aTfqNXD/G2Ix
7nDj2vF+wDtgW5s1/rj5Xfq/xgEjEYlN7YuzCU6SHP/nY1wNPxXC2HHS8LKt9JuW25fHuWZpNpOK
J/R+VWCpEa+rpLJ1y1GCp7ZFDOHHf7EEJGRqeIdcf3ZOal/zePL38MVAYWnUiMs7rfkqllctqI3L
puZ31TR9sLHjkRSyqDAlnXpMPTKHQEmm/akhwpx326LxAPW8XbZydvLnZmYRaOALYSaXmBGu3Lvs
F73e/fNEmn3bbbRHs7dhZLhscfrB+Z5El1SEZYRAE53k03FldHzrqgQUQDN+hcpnT9dp4T5U+spV
v7QnJoApbA/g8yncnpppqqbzSp+V8oTbxjuI8n3c3cjZU6P/25TF1wweWZrtPjHRssavpz0h5fux
tG7CGsIoJVXoU82bDSkNO86KvUz7Sl9VH7m2cqUvTigjRG8IkkP69mcjLc1xrK1pQsvOtgR14xXb
2nQ07/Pywi1uyCM7szvLpBSpqCFgCs+8CbUbNdwJa5HweXv+tOmPbMzOF3S4QNeAyjnik/4kHfzW
lp+ADyGCcKW/1MZG+OZ69ugEG2GzVlKafvpsX/5jep71jno9p7eLaexbUtT06vRXCF6TbUeLLdjJ
A4/Dq8sTurhwNMnTuw5lLVK2pwuHopaMQAwTmmQfqjo4uvTpwxtKLf2yncWjAA8vNNDkRDB3aicZ
gkYOaeJ2ovGqDH/lwasAb1n+oEm7y4YWB0RS+Kthg86QmaG48arMC2VOQiwc9PLTtNrfVkzrfbmm
3LpmaXbmytgNBrfEUic/WSZtqt+VynBSL1qLTRZ3xdGQZjeoWMRkwV2JIRXm3YjCnEIioE3Db3Sn
P5dRcxuIudP7r3L+lgb+I5h3UhvjtjN/qPTeDFB2jLBGG0V4UFv/8H+b7inAOHoiNzF4UrXg26Ri
U1nbXL0T/U25liiajvXZuZgwTCZkFRNRx6kVr7A6WWo1YG/9z7j5bFtnpI2suKaq0X1cHtBZIefL
lR7Zmi2rn3APogEUO0hHv8v79MFvd5Vjbrx6Qzi2oacN7pXsrzX40FIkBpoHdDisKxMf7ekQ1SGU
OjOaDkj/kEkPFSibywNb3K5HBmYrFSlCPkQFBgpkuEPldqiRcFF27RqL26KLPrIzixkMOWsTvcGO
FvwMktHWpCcp+uvyWBa9yZGNaaxHu46cC32Fk42BxE8Yvfe550SoiYQNdf+VdPLivBlwiVBuoLNn
Xn/vvLZIjAFbJQyRmALbIEISuGJlcYcfWZldbD7YKbRq8Pw+R1YPtzV8Atm2Eenq2KlrigmLDuXI
2PT3o+kTvbhTpAZjgXjnmluj2pbdzpJeUbyryqsi+HF5tVZmcM78kvIEkLXhKzh4b7J9n+995dUT
N5etLN/bhMUQjFEdAjZ9Oio1H5TRV6Z7O7kxdu27uPVsnm8Z/Z+PqV09anv9pdn8Gmxz5W5b3PH/
GJ6/HdFvi5p04uasBHM/Aowr9PrOrY3D5QEueogjMzMnqAXILSBjzRZpCjsgfSN/v2zg7BH85fqO
LMxcX6EoSaQ2WBjlTxUGm6K86qw3VX2Wi+++zK0iXZvZ2u22eJaPjM4cX++3oq5GGNVybrO0sInG
SUD51MHMjWJ8NAHtA+lzo/MCsX4gy+gIzfdMTF/bPreLELIPtft2eSIWN+zRJ81cpdCIngY5ZuzQ
Lmgb5kue78r4uVzrqltaUJTQSXYDTFEQRTjdsEleJ20G/6dTy5tgoGA7jis7c/FldWTi7OhpgWdm
vkG8fB9te1vxbHcXfBv3zS76oJOLxoXLM7dqcLZJ9cyjcT7FYHjbfKYH97qFS9DuS3v8FG0Z7ofd
ZYNLS3U8wNmWtbxIL9G7Yg7b77246Y0nyXiH/vj/ZmW2R92Q7aAUjGqI//Qm40DKqf9ZW5+XzSw5
ElBKEwsSQoN0op9uCL3LKkQCGExSOAYPDk3djeEanfr0I/NY6sjI3FuZci76sBcQB9CcnXgvlFms
8Mkk/x7eVFmItPMa5fnS3XZscbYnRNmzuljGol7sVM9pZM64bA/pbfcRpcXKDlyZQ2O2IUyraeH/
wpiQvUbNpm+/KT8ur5K0uOfoXACAiFz9GeykrgW1HBraSrSyejX0orrqB3lnFOO7lUmRHXVmt++r
ctgEsJFfm3r83mVF4RTh1gp+g6u+1ZJup/RjvRJDLHlSnYZGtFzgXAd3c7p9LLlRfTEjBWW2ArDN
wPF0F4bAX6Fu18aK216a5mNbs2kuvUwUEmiAnLzoKL3Jzlj+VrsVgM/SRB8bmR07QiLPHKYOkXTw
7c6TNlnc3idCZI+KvLu8qEu+GEwuia4JhHHWkE7YZ/qV13P1SRutj5AD/HXZwOLiHBmYxnocc4XQ
mBkJBjwkGztZcZQmsFHGzNStBIT2srGl0Rh0oZsoSFKEnjcZNqY6iEGvxk7W/8y730W3MltLq3/8
+7PBFH6jGp4L2NMifesp1cY3Xut+Dfq6NGXHVqa/H01ZCtrUTcJpFOGh1fauuFWlFvozXrgvl+dr
cTzalDKYbmOURk4txV2SmWbGTQypnFNUOwUCT9lY8RuLi/KPka/o63g4mtvKlYgRl5qSaewhI1jx
fdO0z127odGyNQn+mpDHnQ4jLUVIZUKuKaW4GitEI+EyeQ7/y1E5sjKvnaICSsVAZhyyt0ukz95d
a0Y8g7lNcSgtbpMeFZSKZ+35TaPhXwYs6FWMIzuQW9Ab6GP3kbgx3UNefueERvWeFn6747zyyry8
H5Yn8u8PmKuKhYIQlnCuTOlU36FY6urfsuq9X6PcW952/5iZOWxPDKQMJT6SJ5QUTe6G+MVaC10W
DxGdnZRa4fsBYna6J9xBqUDFk6BJ5TetfNEC9DYPQGzCtdzl0i1PI/3fhuY+Qc4GL/RJh5FFlLu7
rvs2CFdq/V4mV2p6dXl9zkq5XzvkyNjMNaiZ1ZRQIxH2NTbaoS+WDXo8RPPZfry1v38fHXt7u93q
9pWyVudZPMVHlmcP9S4L03gwsBxOpXEIavNg5Ro/U4CdD252jEPU9Syvx4Ty0CSb6llwhHvBQTrx
ztgWm+KQO1u733ov3Sb9pt56m7X37OJL+mgp59s/NUvdHwX2jPlTevHuszdpkyPC9fJH+Fk9Sk/X
zQY+w7s1hu6VDTSnRM/kHvIUE6tygjxWtC9giGtu0YVTo5+x/nh5By0ZA34AcphyxaQDfHosRs9S
42Zyxn2U7QJZdhpDOzRjeVVJlhMg3lKX+ZqkxtLWMZFHh7AILJo5b/9RajcI3JjQFIVjVxHtHJAy
LJe18OAWB820A/cPsTJgn/tIvjWiTb3KPLxUbz7+gukLj64gwSxbKQD+jIL5vdzDJITIxC6P73zv
rmR/hc8uD97LE72YVJjyZlMBTJ769E9tapZf1wFq0k7ikmZSqTQ/BvmjUN74euW4OjoyWWSX3spV
eAYCnQ4R5PrcHiqYAugkT83GppkmqY5ZCyGRjzwaK0opVndDT3NySKuwcExjjPeFkfeOEYYKDxK5
45FqjiJfVsNN1nTRysle8vdTMRA+WYO6/7wI0oRjFpUyGFi3fK6U7zEcRAGMfZcnfOnuOjYinw5c
Tmn7TVw/cQCmmf61bj4QLiEQcdnK0l4+tjJb1XgYjVYQGQrvDABxkCm5Kz5+bRyzveqKUiKmEha0
6KlLyBpig/43fw2gsHRB0ssKcl+eDuacCygyxazIy5CuGa98Cw3rsZSEe0Xvb0y92VdyvTKsxT0A
HwFeh/j1jOS0IO2aWiM9QLqY0R/xXpifOTCI/7A6/xiZh5o9JUS1s8AqmVXjlCpMhmuh5hl66Ot8
oQYiQwdF0Xf+2My8zvVQ1SYbGYAPtZNP4SG46W/yXXrD4ya4NbYdV8W41e/9a+1weXhnkNUv4wgz
wlDA8YZC7HSPSyRKzKJib2S+01o2F9RtdFd0L9Eh2oR7MAqX7S1ukX/O7TxRp0WKKnl1kJD+8e3M
+90I0JdaH2n+WKxVGxa3xz+m5gk7SR3MLggYWe/FmyAcb4Pep7ujW0EmLB7ffzb9/IaPkiDURpcR
tVqz76X+aeT6uzxpiyOBZRbY7MTw9oVQPLprdMnVWi/BRJX/VgQVFicUPH9ctnHOLTspTJAigJkU
JSN5rg+Z6HEJ1VGROJ0z7qxb1fGuvT/llf/de8r/IvGoPCP1IX9A9TDV7KFRSQ9rvBIL4zz5hCnS
OBpno1ce2ocIIYvV4KqQIYniI12cobFRU0QwtpdHvJRgpZsQMBPPBtgk5vVtkT4zpVUZsQqxZShw
eWm3LuCtxgCgg4J4ZJvNJJjzqJT1LgQ7fNn+Qtx0Yn52u4itHEZ6VLKq6k6gNNWTbIJjtHAU8UFc
44dYih1OrM1umapKsigKsKYozzXphhFaOBhcDP+tUbjYScDRgf4frrYTo7OLRxssVYXQFh6o/CH3
UNJbfV4uPV9OTEx76mjPeIqZJULMuAThydV2dMMqPl3L4p3mvkcTlS2A1A8lEaAehZ36O4x/Tjts
yeqgH2prwU2n/xa9H0PxarZrolLLc65r9KwCfJ9IL0+/TQmipAh6vq3J35Los2p/aeOuy819Ur6q
44bNtzGzfnN5Wy1V3U3OMpWQqbh+ppqlBFoW+yaTPlyLf9QfBZLJV8VGc6JXdOZupEOx7UR7dawL
jp1nPB0HyMcQo855Df1QqFNB5uz2u2Er/3J/QhXx27Lhm/X+pPf6Lnmw2NmH8Gnt+lxwGhhGt5z+
SJL989tTHFS3kPSKSLAHof2mI2xQ7y5P6eLYeNpA40NK05hTBUGuovSKQT96JSt7o/8NM/XgVU6f
7vtwf9nUQqg26Yf8bWp2YgrIZExEdDkx0iYWNmJzZaX7YQ0tu3BnnViZHZq8LybWWayY0b6XHypz
rR1hcVGOhjEN8+hUdqGWyXmAgVB2dO9b0O78NVK7pchlUjejHDLhfrV5x53vl0IZtDFq64G4bQe8
tbRNor8giwykW7omUWJFOMkGDLDiuJfO9Ynl2T0lKHEO1ROW/eKpoSyeAGX5i+QgusBQV5cU6dbS
W4smYbgDPwpqh+TqzJVIVujGSkuhhCxNXL1mKJOipBihbjY0dogEljDwflhxJQurONHq/W10Pk7R
pINpIv1Kx8dMfxSlT73/fXm/L1yCJyZm4ScsVaNS9JjwTEekT8aw9YMHnf1grizaWTMZge6xpXmx
rmprDYUXLCl596o1xXXoTnploV3lAxOpbGrls4zfdemF10Sh3ya9jxAVuBvTFqPQNjX/ELQ6rOzl
xtO/ya6InObvQIavIhTpqUofe9RxQ2GNxGXBIZx89iyxKQatL2kVn92Sz5CzXSe9WeAl0+1/WAeZ
TjF6wEHzznObnuq7OXy7pO31UX0LLCv56bENSyD7is8zRMOz16mOCJgIU/q/f2TR36xzhuGXoI9+
/gjp4iJJay8AsRW/ZOJNGq+M7nwj8/sGlxMmNDQxp78fuaOkRf7SDfn9ikItpNDwfEc7S3y/PIcL
+HzMANwlU0KdDlunZibAh5ZpEbRowTMSGF20E5V97210z7Mr90EbN0UL1cht7RSvmmrXjiPbWr4b
11zj0nB1eNAJO6DFOgNL134uhYPMcIvsTxbpt/Ug7IdGXkNKn1+L6OnwH5indQpj8yxjHadSEdcF
SbjB1l7FfbsR35Jr99a400qnto275CN1kpv42ljxS2fkOjKRBmYlCM8AwlI5Pp3oURQbIRdxwJ2u
j74tAHT8lIAb3kBPP2nqxjVY/npS2A0ypXrK+jjlzZJIpbKRgoBWZlJTD2C3qsDJcqvSNwr6O9uu
KlsQ8nqTpDbqEx5k60Xkv7pGU712Y8baKWJkXsnuavfKtDFOq02MB6w3zZHkM8/6lYomiXU1LKm0
qx65mdxotrEVS44hmKZdyMntUMaE6HHoXhFnrcEZzzrcvqaT9w+ECzR3nLVBSG4Mzrzk8IcH+af7
S7HzW4EcteWoB3eTvbekqK9gSE/t6+RBvUdhZCW+OvdxDP8f+1+X39HxFCSkxMSJ9DGLPz39BiKP
1v2uJSuh1eKpOLIy86QQ6reh1mLFrJ4jtCfKGHGIb5ddwNKRgFAclhzEZxDFmW3MpjLCKlfaqQko
f5Qb7c63lL3uwvGTZLYJf89lc+dxHFhmCL5RdoYC60xTqyoUwZMahkT7k2OVsi37K7X2RQvkm4my
kJ8n/D09aYmbybLsTyGAoe8sFTbYcoXxc3HKjizMQsWhAGGCGjTlg+ypddFAfBHDGyuCgmmN9u08
1mC2LAWqC7JdE3Pl6Vgaty11iOrY5uM97QBiceX627SzNcRaV5Hm03t6fqSPjFmzttiCyKZMp3aw
stgk8l037JNia6Jt6V3pENjAN1I9JAHs71cmIhOXt8UZ5c90oI+Nz7Y6cvYT5y7Gi/vqSext4RuM
Yttu/xHfaZs7tMf8jbH/Ll3Z3iG3JRpaUBSyUwcFrm0CMnflc5YO3vHXyKfzDrsNiK9p3sXitqSi
aV15/ooHWXKgxyZm2Y3ct1xXmrr/mnjT9AcZyCMkhbBiWTvBdKpVAdrFY4FiCBxFdN3SBnA6pD6N
IjUFRQrF3a6qH8XxXQ6vzOphoAWv/mMqh1j9mQvo8KaRk4m/qrXO5yX7OGuCGRDuPAhmx9ItdC9s
FMabWLTOU9pv5RVvuWjBmADAKBvTiTSzII55Hsn6BJFVKltK7hBmXNkWC/k3PBdlLPS66NlU5uex
LASxcCMaZjoNWMBNMjxL1pUQ3Xn1NtM3nhXZRQXQjX9WyodLjuDI8PxsRkbr1W2LYZrVLGEvKX+F
9b00fKvya+nfY/hPBjnvSw0HXFE+DTJHjroafuWjfC34azRRayOaH7EijfVhaubyFcXWx4c4veEl
4up/ifUVQOfNZf+ydKCP52922hpge1UkTmMCe2X8rOrrsPtx2cTSrQAnM9SkigHZ+vxFkOdaWRb1
xM7sqkBWyuBP0KJA2GXjsPV7b9yWerWmArg0iVOajgLrxIk0J3jvBV8JrAmIl0QvdY1suiOI3zLJ
HizkoV4vj29hChGaR7V8ktKGe2l2F6lNK2WCjq3aIvErq/prXkMuFhvBsHLMFlzjJM5BhZGHHYSZ
M0ue6PLwNXFVAcyr0hDce9kjzUz3gpRf58q9Lyo7UyM8vjy+s/UjrU5hziSepA0H9c1TB5kprgyo
POX8gv/Kmh/Fl9pJcEgb75q89+GytbOVm1mb/n4UQBIehXpTYK0tDoL0LSyvtc5/GssOWYAQLr9g
xTmujW42p2kytmFQYi+u+l1iKI+5XtmqGW8hLbvvM7TxLo/vLEA+Hd8cJ2bWcmwYAVJirVST53wt
q8/C+OjXesPOU2ozO/9D2pUtx40ryy9iBAmueOXW3epuSa3demF45b7v/Pqb1JwzotC8RMwcj+1x
hCOcLKBQKABVmcy21hheGBUZcBpK3us4Ar1jlAlHye9PICzsQJs/aBBWBkOaWKSp05Duj9AUMSe8
8KxlglkdGqMkzdZWgkvAL42S2BatPANXnHt1GinqR0B/rMyq51/dhkJJjNAR0xgU57R0h/iCUG1q
1WvAe4FfddAF0rzbLhy0F3SaTQOQKHnBQxIk/DJUW0F1vI0N0+95a351BCHIietw6FTgOuIrnCL0
SRNCdc1qSiCFkp1igTcTOWvomv4XrrmAmj9lYVlUxYVYyIAqdOnRgGpapOImstcOlUo5q+AqZs7e
uYBiYkodCVlGGgyi4tMLLvtQ+97+UIyaY9H6KljgMNEkUvAa3wdFjQZUR57sDDpXBFSIGXyjTJ7Q
i5029xM6snmpAm/WmKgS62AHySsMZSnjcojQ3EyqFjXwud1nKi+kXD8TfYwmlFMkHQ0zGNivE1em
eTFLGdaWGg2/k0KyUDB1Zwz+oUnDNy9LcdtYt38iiFbENDsFhoh6kdqOwCGKp+JXBX2z24404305
MH39HvYdvRP0rOjbj1GHcJBYWYbSmUmgQR3EFTQbGjJF3f+LSIPdF28HM7WswpIXCHmiykNWYabF
vDfRbOMo+WhPRWVjS+Gcc6+v8GHgEoxxq6QTcgOi0DVaUo5yd4TSoBKe+tTO9WeIcib0NcDjwfaY
Xt9IMpjMJKclpAqQZWPJSDdZeJeC3zIpoE/wGCNNbG0lP/viPo6cGuJqzXk09lJ/EzQPeoj86hj6
vIrPtRW8GAKFORQLwigHcoLPqVX/vY/rXxqJd8Xg/dOSjA+rUYmI0m1wKLCXFhJSbTnMARPpKMnQ
sm+477tsj+za1oH7kL8hmLBHfVnz0H2DgY1qs1aONTb/SbiX4hdP/P6/QTFhT6ONoTcSFkYFVuwg
vdRC6YJRSxUyHGw5I7c+QZ9mMT7a1AEIXlEPZCEQWeJg+wKK+RROL8o6yCy2jetGXPkzBsUDNcJa
wKqLa9SyRAFk571jIWecKVrbczX0Gf8XhrGlCpPcK6e6BrPyeaieNKF+q7PbPGlcDVciAQStOfvT
6saxRGRW2yQrmRg1QGwzSLHme/obxsm3Y2HehII1QdWo++eCmggqRNWUD1FhSGp+jeIN8tCmHTCW
ot+cIpRrCXrvJM0tWpAbmcdTO2cpbIhegjFZTJH4ma+GsC8sZGeAoGyQopi6qCwwPHW+ZEod2kpe
cnpBt6vYvrSSmfA4KdbHeGHw7FyLfMPPpgS3xTBY00zqvQ/KA8QA08ZRBOxgheOB/c5Q7mr92/Yi
5OIyC77Q9UDHAwFWIeqC8PIgdhdIzZTELaBwKySpWWigfFJsCZnBNvTqcllYzCyXLO2ECPx9yLDw
KiB2N5M27DreiWZ9aueuBiROuCNlMn+hnyD87Le1RSbRBmMCTk1N+7ZtyHUh8RyXoULzXxAmse9p
1eh0aKCITO+g+NWQV0p3lXBKlVuoCFrlKyW7urk18p8N5QziajBYQDPrRChjRegooOWkgWSgaE6g
TQnQ0gCZW43uC0Hnvaqs5TMaaM6IhFocFMUwwUAtskj0JyAKxdPYnRsKcnDXK3qo2ZQget7z27+v
StLn4f1EZHfXziBJPWZA7PRdQxwtvx/jCY1xuZ0FM4MR+lILvI3xulVW/VOG9hRKN1F4xLbaor0n
ztQBT365cKqHS+ydM/+w7Tmr3vkJwb7d+21W5nMrk1WCSzPQCxsvxpzgzbGCLSNKJa8XktkKFc/5
VZzb/ngMgt/bdqzngAoxQGRFCYFa09foJfpSEgoGUMC9/Q1/3kmVsa/0wom8CTrc8q7XLhnel5D4
8jR7V1fAApoJ3lOVphMKGAAtvRRDYNKkM/uwPbTeN7l/r8tpv23rqv8v8OYBXwTqEmULUd/NA0qn
nTwNO6ivO0UOrSza3fmlthNn7oWEpwvKM5OJ0+nQDbI4wxIqvAjejy4pwTEpj24uv0td6vSk4J0X
V10HD+3IZqBWAB71r5a2UMaizYSRDcnoEjKAc7w4h2APM4zpNpKeQ2ncDz4+Qx/DAnk2immp8CrG
1DRqb5drvJbS1dUyizND3YlCVZyJPApq1ttINSprKoddQtqHIZA5C3I1/f0bQmOpubsCB9IpAITc
gmPyFoeXKN4ZClqxOQnp2pkYyc1/bMHZ4evYCq2qp3TQkWJonhWixK/F6xVaUPZg1nW2HXZ9Gj+h
mN0JXfXg6Z6nsWv2nXYx+tcGDKLbGP9PAPgEYXwl05pJHBvYo6c+bvNks0cRbpzchB4eqzIHzeUE
4gpSzWtl4QIzyx/9BW0RSADuxAYayyiHkEExte/QvVMN5qjt5fK21DkpOG9I579fxACjy2MjEgCa
EVtH4brn7/S644zpKgg6s6F3jV8o0fwKImdJOhjzvGUozhjCYqeMmgPKHmt76lZdfgHDBJaSaKMR
aYDBNbvZFj8q9Fr5OarWItfzBg7YqtsvwJicT6KNnlcjwGbe6jG5LTpoqPnf65z3lMMDmsPpYoY0
X6pwRgJQmN1H/U6CUboB9SnOixtvjpiQpBbYAOIIjgCKdhz30sdAHN20rB+352gdBoXWaJ1FWxhL
blYWeZDWE8KShGbAXh5xj/04gG3nf0NhAkUWF5WPp4/KGhp1L9HgaSzDXZRRzjF5dSdDC/p/jWFC
RRvqid8aFDEW5/4p2CkQelDDfYPjZOnbE+/0yhs7JkAYldcrbQ44NDRC16YgHdiMeaUAPJuYtYrL
moBqkP/Du7Uh2RWhQQR1uPR7mBiT06DOskYHVC87cjK1T9uztrp+IV6lgKR0pg5g7KvKOmk06gFa
PSI7HiSoFDa2DJ1C6d9cZYL94G8oxso6QdNJVgBKktuT7I9WpDwMKZ7fxNb/0VXJQcYDZl94PP2B
1Slc4DIhShHjoYtiAbkPvKMFSxFKr/2h51xkrs7hAoWJTXIMUWh5ts5Q7CZ5KMCOIuEhHdLURUUd
bmnHaoRawDERamq7lkopjEp8p8NFcFfs5Ppd0VrOqubhMCFKSvrOKEWYRcrGHOassQxx+Rw/tnnE
yxjnrOXqIuVvmyDc+jXqZlAW80IDWDR4DvtDAB5KSIwGrTX1npnEjxP9M4hPucLrmLxuR5+PiAtg
Jp0aBC3RphTAYW2gaP1P7VHfNQbRbBDKyljYpcVj140m7Qy7R7JadGDv6EKTQOmNdPrDoJT3Yyry
Xna2XQoP48x4NLqCd3fMcRM9N91RNS5NHkDD4EXT3uOKJ702z+T16M9KVwQvHArbsC5LY1FUCYJQ
BSGKsLC6fDBDuTYz6TBk38cEJcLBv9nPP1pyJJz9kKR8NXCIPULCCsEVB3T0XDl1862Wf5c8luT1
G5YFDhMBhHaMotqDaTq4DbJDGoJI72dS7dPuMko7iRyG4lfVPpfJBW0z9naAXb8iw1lAxMMpLj3Y
mg2lFYKm7+FcVeOo1RFKsSDYhrL2bZHf0MaOIA1YQmgOhCPbwHPkvp7Pv3E/OhsXOUzmT+XYxTB6
koiZoKLfG3gLdvVq5dM0tgNz7IQmSSRAGBmK72FFoe81ZLLohoyHGNyZrja6if+P6+I/luunZcy6
0KHuICYd3EYVdExd+zJVyW578Nb3jE8IJstQtbCtRYjUQ/PsXKUZCqafdGz/2yDrK+4ThNl7wTAM
kXWwMFt44zMV4VDPPAVENmtMmDY8NPHNJOy3IXlOway4pBfTrCWAzDzUMOvJjZdnnAL49R3j0ypm
sWkyZApDA0ltiVLirDpnXr5rtXMINqptW9aBPvMJZo4iLeghS4nwqOjoBE8j3yKZ4XQQPsoN5XUb
azUULyIIs7srRkkabXY5EB8lEBL14pcaL9Ct4bY+2tF4HaKrpi3gmN1dK2opkhrA+envMrxVCqs0
7jKVE5pWnWGBwuztNY00tGwBpYung6q2v6SWcLL1bUPw7Pg1widiRIssBERYVpCURkOWbFbCfVK6
2/Ozul6N+c1HEtHRxGpigYObNFGK7kPoFJ4FRT5rqfiiVfrDNsx6MF/gzPYugip6SOLWkxEX5P4V
T1mS7EShK0tmo/qOWNlCuwcjXgBmUw7u7MtXwXyBy/gfGYW6bqd5E0FJVdWVN94kmzg82h502bMY
UsT0e50FP6GtYxalDpng+qRD35TzHavTufgMxi9l6IPLfTNnJEl7UyjFsUZRVwrxbCLwGLJmi7Ys
ZpwzpWrR4/RVWW36S4XjVBEOdygr7l9B28qJihyzrljx69jLUIiL5Va5fhBawKKjJSqcyLgaROa9
C5xjIMkxmElUlEGL9B5OWo47pf6NSp0CTZKhaKvNcyXWnNW9urss0Ji5oq0eN/qAuRL7d1I9a92R
0JfeC9CzcMwKd2x4kro8QGbG4toTlDyfzYPOk69ZmXCW0HxR5bep7Kga5Bg5++dq/Pq0kC1YVoMA
mmokwKKHfu+Im4Ypap44C49jFFuo7NUo98kGGCUm4oWGPTXrJO/Q3Eo6W0qG27KP7sSm/lnJ/WTp
yvRce9NBMDzcH4Z3YTWzu1VJ5ORQVrWyDvQy/ZiDUZx6AmcwruvGMRLoOYMC9dzHcVWnm3hCI6Z6
iOpLGc/6tb9Dvxeao/JiTyJ0ZZbxTdA1O6WIwaiJSBX1h6GhvEuga+KB+Ssg86CCPB31tR+p+CJA
+kVKhXaek9ECxSzaQC39Df9DoZh+q9Zm43wTfzSW+CCcsl3zDNaY5CKcxt32rK3tBsuPmB1n8RGN
DCaPQsBQlKDCHHrJzRVLk3VOMFxDgdjXf5czJV9RPLQZqkEJ14jE6UbAu1FSKLd+Gf+rN7gFDpPn
6IYYFZGOhYxb3L3s5U6po/dA4V3Cr0cnMBzpELFE9TWzfNFql6OsDebo2nOnTWad2i30wfTRAXuL
qPF64de3UjRtQyEHfKioav86fH6vD16swFOS2Er0EVJtpxRvwJCZGIJzn+0papSFBhRGKmelrIaN
BTDjHX5IhSRHwYY16uVOGPpdL9jb/re6nywQ2Cw7SFWkUhjKwUAKPLmF5tmxvs8VnguubpLgCkS3
DaVQhWbGELRidMh7uEYWPKilE6LgQkRWqjjoj/433r6AYkbNG0gnZtkMVV4UqTe1WgS5c+Ruj9zq
mlqgMCOXQqFYovNdnRCeKAoDQlR7cslrV2M6ipvBYazLKP5nQIIetWJyjemRQKbsh6cRchsiqHzq
O5o4EfQ3S5mz818zOn8EZ3T04IZVV6Gj9NXZi6SL01gHZJOZ8Vl9GO+1p/qW3HuuaM/CZOjx7w7+
HyR12+O5tqg/Oon+wmUzG1LFWSR9nJGmg6E7Kgpno3viH1vJHiPOs9Z1w+xXI9l3hjDT4g6JMPbK
HTV9R/dNH/F/MrX79CaFGBudzFfRTJ5L17fB0aB4lsA5bqyth6W5bEhuGjnUFLjPNLhtdBxH3C0/
GZWtSd+3x3X14XCJxKw8NYXOY+8DiURHhOR2lr0Uj6qKyhJ5X2lumWpWyevnu+ZEY0aYWYSG0fmk
EzDCtZmfIYSeoSsUmteQ4DGD1+bZezg2someFvu75/i8122Z50zMuiFTHIpdhIgNkjzXe9Luo9fa
1p3QwSvczseEXiLbsBWrOqgPpS28N2Ct2NVvBby7sOo90iYKKtHosJe/Va54EY4h75w0288eGmZC
A12jBIIqbKMxur2mOEoj7GHDrRcOoG3gbVtrAWqZZTHzXmUptLdHbB6ZZ6pgVxHSncdtVFi9sFyi
MPNcJWqoTPMWlSKgQ59OT85gmlCCX3KLWopEgJaKU4rPk7jrqauOorPt3Twj5/1tkT8peNVF4SLg
pfzSC2g1RPlgmvEeWVczgKWV7HmoSQXogcCfcP1QGW5dn6b+RRM0K0ze6uhZzPdqeSinh23j1jbn
JSpzLhKKAfXeKYxTSuEmnvRjn/wBFe1rPQq/tpF4w8gE/Qoiy1kG1ndLH+9V6XnsHhvvz/8EwR6B
ojZpM92HMSSeLBIS0L5O7pRk9jYMb6rYY9Bk0EBt+3nQwMqG2wckGq1xqMhdpzq99CuSjrlki1p6
2MbljCCbYvvB0EliAFhffatwhd1JF5W8bmOsR7W/z01sHqoa4CZIC8xS2KOYtAMdVy+8GUZ/rFTy
IzIeayPcbyOuR6lPRGZ1jzSuEsUDYlVC/xUpbgqJEc7Gv4ohzdy0MzPSVfVVVhu11M8RhLTBbU57
XAVRJW9/bluyOnaSQiF5jJo2lR07EdVOEN6YUUrNHgVzhNxTMtoE4vKldufj4vx/w2NGLvWnMQY5
ESJG+VApd17sxuMpMr6l3mUAK8822KrzLYyb/34RBXUxjGJRA9jYTSiMP1RxDRYATvX4ajRagDCh
Nva7Hs/7APH60gHBlSWGFHcNxh2KWjhux5ssJtxqfhaRWAQUOE1livIcp5l+jMOjTI5Cw3kNXx27
z2sA9jFRb+qxSDwkKjoYoMf+RjLssOTxDawnnAsUxh0yBad8lIxCPO8c3FX7aY/39kN6LqBcFZl4
Q8nN0JYPmSWcU1dMzeRsOIQzf9ekO3NKtvgGxkuaVgFJTIwl0P28g/qR/4L6xV9vT0SFol9pd5a6
063JGl8Np7Xkm0m1GlfhfMPHgeUq7Vl8A+NEuAce0trHOLTgq7DT3lIfhmO96/bRj/JncJFB3Ong
4V5ythfIejq6wGU8KsnIqNUlcCGSZQgm7lqOzZ788n61sonXcNElZvkDdR13BQrndSflvT+uLp4F
/uzxixXqKUoc0xD46uOZgqLj1Tv1kYO5F12IsD20R++B3IJmxv+xbTgPl9nYI60uVC3DnIPMPMT9
iHKeBIcr7stB+TiCLKzTY/QjDDKsC6sfkXeEWEQcdeZUcs6m88duOM/H1r+AIWrtyRGdBxGkwEmg
/5ZxhoAshSnKf6ZAxLFGxB01rzx4NRh9Tt3HbeYCVcmmKuhGoLbFL8FT7CQG7UwCgrsnDXekYe1u
z9gVnCSDwQAEMJAtIqDhZNL2ToRkUikYuumLBzUaoah68tWTLL1U3UPOaxe7lheRKLhBcCXzoW19
dRULbhKpmwSE2Tf3h3v4ff/TuX30bZ6g5/XyAwy2d0nDNQaeFFi2d18o5DaYUM3woppn1zXNk7nb
mZaz56wzeuWJAIIoKorucDOIsxUTZ4lHkpz4RWjZZ/vsvp3/+uG6Z/dsAhY/8cP5zy/8YWceTPx0
P3799ZeO6WTm6WTZ+8tl/+eyt4+Xl8vLr5f99jxft3Yi1YE81XyvMyvUsLeYadmoipe3Ifiaa8t1
3dD6+LHnXYddE0PPQKgkl0AAhZZHlkACQjhpnI4YfPto267twmjH5KQ7azMs434ZKsMy9n5cV30N
cJVMU3DllqEVm8fjy9E+v7u715+K+epwpvg6wZ/NWSAxoVTMfMmjAZCO5zOmzXJ4plyFGQBImBoi
Q3oWigmMKWGO+9w6nGYA2347u7/NHdzB2tvbDqBcZR4MDmMImhnyIM6Bc35///H09ISSbvNpMB8m
M8dV1PzfE6Ah3mLtH/8U1uOfx96c//sz4poimP/HuxZbtxyyX0iTUbXKvk1XoBHLglqCp8zL5XB3
wPCalg3b95bFMf/jH/sSzT/M/wSbl/IirvZ6Jg5qOYPZ8H7TfdhhZQLJ3tscqA8iwysoRQY7n46q
MbQ5fYUSh9ofGwqyQBthASvAPczLfg4EMA/22fPP7dn9uCfdwiRfMcF+NLR12QAzNWUTv8Vmgd9f
YG1shdbv3evu/nR/OjmcSbxOseZxXRjLbCBt2ZFAjAGMCJibrvu0+2bd8oLK6npfoihfzdN9iRRV
OJtnn3WTIoLe7+Cpzzw3uX4sZMxhslYtTCpJ/AB6s93DzrzlIcjzgFzNFOjUQEUJUjmVvYqTozwT
4vGvmTrq5lvnto7t7u5/Fs7Pj1Bp7ec1cLPtIOvLfwHLLP8Ygm7pJAF29o/YfGutt5fa6bEdoOzd
rp3OtnWsChM7Jdgk8F+CP74m5mA1zmAlpgY+xwyr0+ZsTB83MVvjweSMRhb0E1H+mtp5G7XPH79h
4cyLZ95RsY3Oi3X+Db/jxwn//1hMWE74Yc/LeHu4tHm9bHwVqwYhlF7Zil++6uPbXPuv3Xv+ivlb
8BM7wvyD9wXy7NLsF8wFp3gU0cG5wZZH5jlNVKUicHmMBzKKjx8IkQ/mK6y/tW7mMGlfXF5Sc5XT
kPnZkaDo1ECuJsvMCpCrOpDRGxpaXTuCcEYbTUJbk8Yqquz9h+1h/miT/GIkA8ZE5QZ0QVFgyNj8
cvNufhZJLShjmL/xp8kc8Ls/Z24O7DVh9u50bz0cHnYHx4H5f/5cfmFYDi7i3PHlctxf7MvLy/Gy
b80/vt2bv3iFo/NOzHysOg8KEgLQ9ipsmYoa92kG7c8Y5XRz4Xc+xnnpTJIMiply8Fp9N+lTeACP
Y8IJsitTokmQJplvk1T0BjNTYnhCOU5KH1sDOmpNVQMVR5tPb+qoRjdxVvFqFVbhQIOAhgRDkZSP
24XFVlm1uV51ODtbnfCuoLBdoA6hninxOoGvH/8IMqu5mhNMoTo6OBi7/D4UUTkFIKlSTUmzWjKg
sSgwJ//kyW4gvPnec525Q/ZKdBBzWCN5TCCtpO22vfD6WMJ8B+uFoJgQWw/foUWeaRDPTairp/dK
byvFuYQIYXbSETjxtJB1UAs8UYFzUTEHX8azvgwEkwPWk1AkI8EHKBKU4HvDN1VRwgM/XnkzMXZA
eOFURHW2zV5x5y+gzI6ApowWLbcAbUBdHhU31YCboMAVur0wfPsXUKC+BKm6KqPlnJlotA2A/IRi
5VAhh9rTriBOUoU2SoU8HpnL/E9dDSVEbyDEi7gJcRr8/cJ5jTjXFb8iWCv0bsKlV/c6NZyLgXUI
MEnjFItmDLbJNBKVLivx6GcFY2mNgz1KfxL/bXvErhOR2SfpJwiT0AVV4E2VNsaWWOsi2OI8sXYE
2W/f0g6P8ZoRKXs/nsTHbEgiNymK/tSgvrFzhlYID3ESqryD0NV+xHwQk+iVAZmKED1DVoDmTNGq
AvRnGrbqHfXu0QtQAnYoqQu5OVvTz6FqVRLvA64Sp48PQCcmaFSRPbFPLaSJlUlP8QEgTbYayUoF
R1YOGqRbcHOrhmYu2KhU1HtrKH8qPE2l63dtBp2ZD2FURnUs4cK5uAua20n3TBL+MEa7719Fw00q
t/7HilQMJDPitI/LDsqysSV770n8MIJ1Tvmz7WarMYB+jimTV+elOEnFDDGF72L10whvUuOum3ad
znuBXl80n0hMCFDSXETHNMZPjsbbvH0XKG5BA9573GogXdjDRHIay3JcdTNKg2apwmqUXW9AqCm1
9MrRKSdsXx1gmQliwnZOs1hV59EbpnsQniv0VtNOkHkBMVfc3PiStT1Z1+1YDB4TsUtBU6NWAF5G
zenN+1Ob8n76kfzwD/khegA5yS5+gkP+4NXDr80dbjMJns1QT3Ul0qzJZVJ5OUWBZHEJ++8+5NSj
f9yMCNsWGOylbktiKe07YJSxZ4pNbJJ230883Yq11GaJwuwOpFGHXiuBkibyE0HnaNvYIl6aTEnm
hKs1T5QJqNahNkggGMYs3r6KlYoGAuJFcUT1dCrdheNbG7Zmqx57b7ftGasTtABjlrGUqBoehAHW
e72j+ZdIGe2q+7ENsjp2CxBmBXuIgMgKAaJj2yPdOdXcRFFM0Tts41xfKcyuIEvIeKExeN0YZjRo
0RprbOF4TDDzn0MHYmw1tVXJqUoCZc3HRBZtKccRIbPayh7lu2D4XrWcz1g19/MrPu45F4lEqQZd
KBT4iiw6pf33Qb2Rk0fvH1dEwlZcyOI8MfNmg4Hja7pCKfZwLc5B7DvdKrFNjVthsA2REznW/APp
tSbqGgSQrig+tKIL6j4F8X/tD2ZHv9VCYqI+e3verq/YYIuBtwQdCjS40mSPKWMvRSKdUSRRiMDB
WiaKKSe5sY9J2UMJxkhQ3JZPSeX4sdGeQXdSOGKEuu/zoOk1WkcMcMn97gXclZpdlPuUWFMUtLbh
J+S3iDbpyARN/kCcXM3EEuzYY144ipE2zanr5EHcJak6IDOplEKxFTnzRXvbwjWXAEUxWkBnlmmo
pX2dLDzrSUIbQnuglIideU4qmYNimO3IqdZbS7VQKI4cB8zSyPSZfaUoJLkUQNOOTjG/dVHj/Ccp
IACzbcwqCDSYKRilUSHLlih4rRIIYGjCoSevwd0YmH4WcGLg6nhRKNxIUFuDJAQTbbUuaMtpgrBM
2JDYHob3SqrQwKeO9lCOnLlZMwdUYWDYB4UN3rGYMfPw7lCOI6JTPKamAW2I5P6fjxfGykBNAlpU
UDrydfLRSaUKSQJj1EbF5nSImp//BkCFPsfMvI3Dy1cA6kcDtLEDaC32+i+aiJZRBTym3+vnDKxR
KuEoNutvgy2CiTd5RdKyiiLIZ4BLSAodCt4GI7XRKC+rL37U2yUaEEDeSoV/4W5L4Hn+FuG0K/wO
qjQQO9LL7HvX6WDl/cc9dYxtzPKU6sRIxQC2+eQbWB1seXBAnuWOKme3XUv7qIKzM+opJRw0mYny
lEA3oimFVocueRB1+zlARBvHgKqL7umABh8lS05izMvC1lYTnUXJREQeEa0sX0cwxfNj43WAHTst
sKRStkGR8iPJ5ZeMV6C37ibYJ+Z+lVnIhVlNIi6LMy2HVlNXyJYGjab8boSecHgg8u+83KvqRSBP
erffXgHzv8qe3Sm2fmxReNnD+f2rhUqYj0gKYKFWBfcEYgvZL1BS1VAdVHikV6s7ogwdVxl6C2DV
Z6DKQCH5OOukCSW97VEfKPXyqfF5JFFrc4aL/r9hmIw9qcGR0miI5CO0Y025H6xUR/EN9e9QocgZ
PR7W7LaLFaagLIIIs2BRl30zkmMWn5Pits3etudo9SCMnQlqIopBIBrKwEBYeKxl7MYWDiO/2zqy
SrFFHS50cDXFTIPqPs4SOy9/gPCek8WshnjohyG841YSujxfDcyVLtChboVtscHxrpaqvedHPKJr
Hghzzo9EPYNnACTsY3QFik96yoNYdXPsVQr5yHKvyDNHsFpOAnaSUWh/l354KPoRUl50b/TvZdW5
2xM2u9jVolqgMQbJEFnH3oio2ELxBoWIrYMrV5DIfzcC4dXr6K2kvm4jrt6nUpBkY5Z00GaIzOIC
RZGQhgIg86C49FNqSUX4rBv5SwbNxt5LbDWT7CYrwG4nv8kUdZGtgpbxwtEhGLj9Letj/fkpzAL0
umhMkhLbDlV7qxSw9G6b0mnVxkkGDtTKQKPxAf1liCazOBrjnnVFpjIFH7LlD1AhqHfQoQ7Uvaan
tm+8C7xOeB4aM61hazTdlGZYhjgva9Nz6b8NPsE7DY5M9EbL9tvjuBJcQEuKUguUkKAPjmXtrItK
nUgPgRVd1Xe492uFX2rzYEylvY2zsreiBh1PowiaKApg6yOVoRKgOg2hk1h9y9Cu2e9V4SZTIKuN
9m6C03PBeRhdG0e0xhMIesOyKzE7I21FOnnY6ZLpfiitIBuOxDm0kdM1Naf2c8UX9dk/wDxnzJwn
TO4lClrli7M+at0axwF5BQQJYvgIuPO9WL/XlJATMFc2OQBCMgnM5qCwYhWTJj9HJ6GAUB31ZNcK
htngSaPHOtueszXfWMCwtfZVTQoVEj+J5eFYFNVncI97BXEHwolka1kJmtJQQgbhaDDxfPz9Yocr
qdo2xSzbBcp9YlEfNa5mk5HyOCbKRRjq8GKEo/wTcleNO2YQ9A2g8xKYSqBlJWdo17ZBPMtSPAdi
Lue6qq+bkRAYJG0MCd8SnQqjNlXIh03enLubsuwKIgIa3lNo+X17rFfddQHLpNFBC/bCLiDI3wfh
UuZYiIH2kgfGTqDTfalHZp/lnCV53XRDcIJbYDJ5teoNnlxnMvSbyO+hcIZuR5SDT086PejKHW2e
29QtoTihRofe4xwh1+LBEpsJqqKQSvrYw95weA/F9564yZSZVXujipZPazPkXbLyBpiJq1PtlWGu
ATBH2X6bvJbTc+rNUrqR1afvUsCJq6sxwdDQloWcCrVCzFbZ9s2U+zncqEGjpVDvG112O7BEdj6o
PjnX1esTiTsFTdENhDp2h4r9weuEELbJWiHibjxEAUg/hk6TKmhbkbyfih8VThz05IaI0qPgSbLd
640GcpeEYhMPeG0sa9ajyAB9unjUxtGaySVpX5SRminwLM9wdLU4KtEuql1DiHdlOu22l851Cz78
eIHG3ujlkew3RYhyYSm7ayWItpbVTK19QfAC/b5i92lkZxU5oz2xkGxi6QctfCqiE4K0kD6Iuhnd
D7ZgSzwR95WUE981v4Pj+gzyE2wokWvo/WgYhQHvonFZ3GFrOGzbvhaiCWo6UOhLoLOlMUuYxh7k
z5s5WsWhHtvgvwrQW6v3B1JNZeiGA20e/zkiim9R1Ai5JFzJMAu3K/FiZmQeEMMqumv9Gvdk4hSf
y04Kbc9vak72tbbX4TSC0hXUSICyjhlEHD5UAZXMOJTXgu21hwkey+Xjnj+ayaVRifMJwkRfZZhq
sQ8A0gmUmkMRWYMvOFCFgUZKb+bdsJtwk5JF9AL1qRCk8b+2B3V111nO4zzPix1QaZuYIJ9HMk/R
m11+79pnDdyQEoolXgdyTgMcJL5tY656JwITPBCLFMIRXyFTUfDjqILrJOD48NL61Hs8ecpV70Tp
Ky5WcS11rVbvSfGEwhooO9YnMTnqw4NAdrS/bBuyGmxw+aWiKECiks4YYuRyVWr5HGz87D6WhZsy
KB9HI3T8tr0N/MrehlsdNx1ZJbg+5LkJ7Ou4iY3fNyDrQbBty/pYazk9aZPxsg2y5vVY1n+DMP5Q
RDiiBx1AVHWwKRg2hCi2S/J9G2Xd7cBEiFoHhFA4wldbEiSzWRRr8HslvVS9BKHU4hD2wV7wCoQU
Zd8W9Nirv3X6r/KsWXENERLOJxvMutZQIky9kOLg0WKVhd8kQTODirhd4FlDm+5S9b3Phx2qtDnb
xdXQfu1fYouTcnQYdMHcZVJWGaQxS0uVX5v4Hz9YMyjMBCZVNtOwAkWMftaSU7d2GfxUY2fEXEYR
xyWvE2gGjZlHVRiqVJ97snBPhPCPq+x7UbfDDvVktR2AIAPy8nrzAiUnZ9uDeIM5Z12LuEXaUhTU
FGY27Q7EAEPyGyTznB3gKnNjjGOSCZD251I6N11RYvbTW58ekEIYYEGudOJOGueNZv7XvmwFX9HY
ZEIdq7Dt5olLDUdonbC1xQwNO9FhIp010uMgcPyR19THVjYVBph7wgqTlxxAbE9ucC9VnJojdRIz
PNduZNay9TC6z8muu4FK9f+R9mW7cSPLtl9EgHOSr8mpSrOsydILIckW53lK8uvPou7Z21VZPJWw
r9DtBtqAgjlFRkbEWosSwe45cWjciLnIGLoMIVjeMGIp672IEFB2+Od3ybr9TufUUNF9aq4C4txZ
HwcJxTcV3T1IFQ3xntiXffMc5x7RBEMRGVqHerAdDSY1VRHCUD37TfxrkS+gwJRP7gA+tfNDWs/v
uSGtB+PAkjlORcwg+uXI1Sc044BjzRtChciq7bWxCLjTkOWFfsyxmTkFwCQ3MwDvQP5doKhn6YII
cvt0/bHAneBZRv+XZWL3LUpK56QBFq1yQqJfjZVE88hwu4mI+uzW9T6dvD82uRNtrURmjQybSdm8
ZCoy50VeNp5s58WOdLUOOF5UqAYFHnl+TQa9gEQY1PLMnEBLu0wk7UMdlu5zYJCaaXWLXckTq9/0
Ps5/QCRJv04S5LsoKnvJrlg6UM7WZus2Q299gQ80fB5mef5AEjcGMRjT3RkxA3TRezA1ZmYU7aKe
hH7RGxownrWdXUMmerwm8xztE9lkz2nfX3d9YkARrdKZ29ha8jlac723MtvYLaTTf8dykzrqlBVg
kpAML9XYg1yTIsga40Fjkr3TK3R9IiN2V9mJJFjQzTOg2Qi5kMpHWoW7eaRSJe2gonc5Ul71hs4Q
gCYa1bMrRgTO/zR8WD3HgSlud5rtZFuSVMAzp+relFIaW7vafpXAcqaQyyyGzJDu5aZz/uhteWhA
71Wonus6upe4HdsMExRAdZyJGYmYtsuREkKDTDVAarQM4ijdzUUH7Sr55bzZrXm1THV9JyjQieUz
mCVqm8Ns5ciBdTjs5H400gwbpANU1b6WQax03tzWzXpojnNlYUwMSWYwl8n3U955nfWU9qFgKrcO
/6ERzouR1rKXaoSRqPpdon6VuWN+36DxPK8u1dAUeOfT3ldMGx6pIIRaG0lOBBmTfJlqZiONaGYx
zcP3yaLgine1EOqmjwPOX9dTG9JO9tzTUPn4hwm1ELLDOqTH+L6IXNIRVVeQxSLqLzylnWR56UXQ
4s35PLDBLVpTGFqbrTJ8WaxC0CCYIvTUpoggXtXhly5SqN3cIkCjrTxoOjCxvBvVsioyJpz0Emrv
cgzV0g9mVIJ4aOsGAub2P0Z4zelsQkVXylY12qp7jkvDL8Hu/y8r88cEl1Iw60UqBwnj6OrEi4Gr
b+beMcdf5638H0Hyf28dfiRzuBCQyeLWgZ6vBHkYttAiHRD+/2zWvoirpXoC9589ig7Z1jKtF/j/
3uF8dq6cY0WFeMDKoLRA8lmiIVxiJmLGE1nhojiJ5OVSZfCKzewZxuCEox+Hv/9lCpFnlNEQ9i3r
fhyORI2tZ+UMI0P6EC2BPD0tRpABOg9FnyLxpe6jXZUMBK5w61QhRfFfq9yNpktq1bUMVsPuPWme
EyV19fFSGvda9pAZIiKZzYk8sMZdajlJ0PGkwZokvSbapw59rkV4c54knL5vzj9D4u6wmVVpFNow
ktb34XCr2jdMruhQXcyx24FZrKycCZxxtYg0desSO7yx18EfhK11bOf50uPGJm0YLAxtC0l8M0zR
TUvmd9IV/xD4o6VKBeIXLhcg3WNzttbbSZLCH47Kcw98lZnC7YIzrcYrZswF18vWNjk0xm0TsDgs
apXBmA3ggnmnWNAHND7QnO4aZB/3gq7IrW2CIAttLQgFgAbmnFY4lDUJFShlamodRKSlKTO8MhNc
Wus385HyoRXuVKdyalRGh0ursm9CdFmaJMjUuzQXmNkKqQ7NcA+0YWLLrK8ildFS7nI013cjCKg1
y68zlQ4ECFF2KysioXPRFHK3JZLXkT0Nq1X11R6+1P5CtR/PeyzR/HEbMCG21qkKTAw9A9mGDVao
2lJfWQmpZuXHeVubw0FKHBRUq7Ij3x1RkrzoR33snAk7QVasi0k3XtvkX1QAQLQBTgFc+Ujdcv6p
7qt0VgaYMfB0A+GqfTfU+pcWVQF4yYPzQ9pwFwpa3dc9Dp+HCtPx+W3TRG9Atg7hCWt3q7a1M403
WiLqm1nXmdvkR1a4g1vOegWVSDQKQ6GkXnraisKyje0NA+iSRp6TqCfNB7M5J3MWwoCRdW4BAZJF
0f1qeFwAT5RD6TPuCtpZoaAtYMMfKdBAsUHgCulCtH4eT54dxqYWtT10IQiiJjmkzNTvSR3TtLzq
r2ojvT+/WBt7/cgef6dEqMSBExtUsqMPPca0q3Z5sV+6TDCu0zYgoEcPB8bFnWVsmnkXw5ACdRl9
b6hObwZZ52X2M5l8tSmhXbRjaWAsA+0HC49AEVf+xlE7/AJeCBYPI2OqVXzBPF/nID1V0Ysu6ozZ
et0eGeE8fLGqri3r+mXS7IUMdJSpTRPWXXU2EhIkBQdqTGNleqjw5KHn1/L/MA7sLPBwqOzJ3JkA
TeOC8viA5nkEjQZ0UiRg0ZKXUn/opIqGZI9mJZqKmnk3DwqIlf9jlduyQKuqk0xGoO0GX4ncUnXw
OPTlJogqWhcgn0sFD9DthfxjkNuzUBArC2nBMNsOgNxbmwFxLXjAbE4luFEBSDbRBnTCkTrrJKyj
esJ2BQHEDbNj5srNHHqoghcusyFFg54lIOFj8GgZ+mLSUa9EqpFb40RjCwjSUccE/pNzpIXZo4V9
WiC4gOdtGKmQZruJq/fzm2bLWx8a4faMlKMzYEE3NhirI4dlP3M1kEPXJs7UBuctnSLW4AIOTXEb
pZehvR7mGI/JPDRGM+DHjJe4fmB9YEPYaaq9PLuO8w9NDhbgvVAt1mgCYLBIj33L5x1+B7d/+gRA
iLzFd0jQUa3RMS0DgwAeddCEC07k5goa39gl9EhAuPnYm2coG4H8XsWINcOZK39WJaeufMG8bo7n
wAoXEsV2Hed6DispgFFK57L5w5IvRvkyboLQuBxJ4YfqVZJdKwRVslcj+wqXj05Eu7x1c4GfYsVp
fY+V261zLctTP0APUUs8As7fqXKGxqB9TKjZIm/Z/4MXUEDrBTom9CGiie54bkFrFeYSgb1lsWs3
7wzUd4j6DkCG6JV8yr6xblw8XjUNZrQTXvI8beKsjjHBBl3cxmOuQVExA91UdpNRFHlo401ecjGk
NP9qd7OfXKUvv2uvuFVvElcJcJm95E58Je9q9/zSb+6vPx/GE5cjl9oMbMKHNdYDujqotuwzTfBm
2XIQoLlAmwjI0/Aa49Z10SY0zZYatC/b50aGj0ghI3phLJ6iijQctmK6Q1OcL0pmW2GLhuH0nSej
bpGporKgyALngkB8lk/ZAgtVMUNBrKGZqJq0eXMcDoLzLiljRaKPMJGkeyjZxbo3Fe+xvEt1b5Au
wu5KEelcb+0C0PWhGI8Q3zopyA+g255TZd0Fui9bXgNOCpGJ7womH27/P+AClC8ISGGOTxtgLng5
pNgFFW0uOr8LbNvtPpPgZXYBSqOFGzohtPNoQSg4zD0RZf2Wizs0z+0MqSqMfF6HmNSQ6oGfRmRM
9ItkEdz7m3YQ61vg2gF8jO++sswJ1K8Jhjmz28R09fTDrG4N9eHvj+36oviPFc5hy6o02cAkwWGn
MjWlnRmB+V0kNHTa4AevpdmQqwU6UT0VmUGf5EDGCnl62ypuJDlooUBlPYfR87BQzaguM/uugH3d
8sEhYYtO2pZ5FUi/tY0RTyiAQ453TD6bUawAVgOxsdsOrcaM3JP4xWCfavkoNTReXHCBWjgU2q0q
avTfOOZr+gjtQ0AsATXJHfOO4P2p2Dq4o2Xpl1U3btQZIunwLRtQqgBZjYq3Lh5sx+MbsrHrZ9tE
7rQea6rMhm+Q7P78Rtm4U9HghVQ9QgdUH3hmQ3lSzKwdYygUxRYayLwF2ryt9TUkXsdamlj+eXMb
u//IHOe6zBjyrMkCc9IEYXLJutYkBskNxPQG25039X01cQ5F1VBTwdUNDBtSH8fTF1v62IY2xJem
iwpCCZMDpUVqxDRzh4sqGFPQEFbeB9iBqfFjdGJKHMhluZ+Fm11pjkwJxBHOf9HWXB98EH+XSnau
T4uOD1oGcMT/nknswmXHkGcco+u6nf/hQYwJ0FUQrqJJEewuxxMwRgaUbkrYUxRw2ElOobsY9Wf3
M97ZGX2dCloRms2CqOmUcW5FGh2Y5XyP2o5IT0LO2nkuPGj3Rmh6DQCuo+Fev0uulp3tj5cgeqO2
Z78hRV/Qd3v/3gFcRTUa+d3HDWTk0VDvhN756T/lf/r+sJUkEU9X7QQxE/WJjFolPix8kvz6KnL7
z6GhlhteRR6Qwqs+BmKQ/T/IpGI+/phVj5chjHJJWTSYjToNxA8AwL6cH9gW9/WRBW6hNXkyxobA
AvscXW0H2aGb6ib92T0lTvhgIAdMowf9Z41wEu0I7kXsZfTr//MTuEUv6syI8qjoQe/XUUjrfihX
uls93RXXn6/1tRFMLyGoAN8l16KGO19agk231a10NAVc9GCrUYTaKqZA2l2z2+LLcqBaYe6s/efP
KoA4S4j+6zf9wXqwA3I/01/nh7/18Dwyv/q9gwIGa9FHpCcYvnF7azlmMH4oLgMRd3T/qTjghfE0
p2VUAFY4Za5YNzQgNyr+g9uI93B2Vid1sWS9M4ReV/uGmiA7jr5u00VhVO6vpegCpUM5dSxIvb0l
scdEhYDNOxj8SCgZAQ0to/nheOBzTWqTTJj3pcfjWutpJusUThmqHoGm7Sv7FmCVaECXUHmzWDe1
6P27daGAfxukJwqATjJ/R0pMXSp9gP3JuLRSN0r3pQ109Ph8foFFZrgzPAHvpHYy1jeEINbSVFfA
6HxKbfxD6UWMYt+w45N7CyBhEwrgoDHgcadxGfeKse4l+zYEV2YchPeWl+/Zo/WoBNpuvES/8nX5
9WD8QtTh4yrxO3cGcWb3IjpV2x7z4FO4YbdpB51MCbObzTi2I97AeJqmfuE0kDtyGFSX6BjI/nJB
9ufne+uNs8Y8K1MxoFdIXhzvKzZDb0TRU0xCPzsLYYGk2k6/At9ZARWIZL5FgvUdOlOe2omwjltx
F1LjYJnF0QKajYvtoPSuNc2MY6VG0AX5PYY/zg9u/XZ+gU2ABkDmBs5qBK/HY5Nnw4b6KGZVjecZ
2Ni6IpHPlChPna6IGu+8tfW3cdZswG9AHI4XB1K+3EwaRI5LIqOmC6oU2kv2Q9NaDmApYBZ8G2tR
Fn4jVXtkjXOEbai0ZpSsvVdl5JT5ddE6YUjcyvyRTR3NumtdE2yVbYtIvBAZkyrL3PjQs6OXWQeH
R5Lc61q8E/WXFHpNQ6E9TMMX1C+gqywqqm0VG2zEEYgtUWxFvxd35aZ6OvZoFoc0E6Dhxo3aAbOl
llRvPRkol9yTltzRJRTN342hom22bzRBfLuxrurhLuJC6TRqurlh2EV53+9LSJ31nebN1uhkCVRY
49fzu2jzTGDLriSt0Mzlq4gdUaJpmKoeV0mC1sTuism54GW8NacquGEAILWQ5UNm/PhcRGk1gyG2
7p2qmmkyVnQJ0XLZWl4WVpdjWV6EE0BrerIjrU6XbnBWINvUag4YIAUwXXXL4aO3FeynuFpOgcHq
WETaOLQ91HMtr2a9o9vhZTHnAQsZ0MGqX5a5T6YHpTKdQtaCfJj34OuhjQVeNCO9MjTLiaVqPwwT
bue3tHzPUKw0htops/x6TqwJopqgOUZf8/mF2vScoKjHuwfwGUQG3HnIdDWWIhlfrjQ/yXSl2FTt
X2srGOI7o6asvDTlngpsrvcA52NAPPbHJnfqzdBoZbmDzajLaIKug1KTnGjyCk3y5eqW2ddKnlN7
QHeiP/xDWvjIOLdt4jxUWTrD+DBJT32XXpjWY6f0XgpxLBY2VJ8/BMPdOnqHw+WPXmkZHevX4dbo
tUSOLy5fMySkTd01I5NOjau1OzmC2AoU4ztwW8tBIsEb/p7mS2L/FnzN6mrOTf7qIA9iT9TF8khm
+BoQVbo2u/ruGDZclXlLmHkkvGvKnwC2Qp78pcl/S9aDwP6qHX9iH8lbYJ0g+Y7s/LF9I1NasHUO
mH/1sUWUq8fPyL6o6h50ai3x7Qy9hqLa/NZTGpxY/7XJPTf0RFFqpo/wvflDPPogkpwB1LEBZmU1
rSKBZ9pwfkfOnrMWz5MmRaAaczRS/Sy7ut7bvdoKXM7Gpjoywp1bPZmkqFrbJpMx2kdRAsKT+9ZM
HFSSfADpBUd2YwJhDWU/MEvBwfGyGSTtScEW3Jp2IntEXRwreVGS5LGvLH9OESAoteCeXr+f2yaH
FnmKc4RtSjoOa8cm+nlrNd+FXeRk+T9k+GEGXUNQQ8PTiL9EJFO3QD+CZl4JTzJaS8ubLAsKmttz
98cEd/xDVasnde09ldNyh8QoOMb8te2gjFwG1XpV+nn+hG3uDGBpoaICOWgcseMDprEEDWRVgyGV
dJQ0vwtv2ySwAPUrRbRmW3cwiBv+2OK2+ljac9tNsEWWSr6b+/raTsz7YbGDGiBeqqnSgwogN+iz
I1wmXT7fhcj3eKAvvABXQHrbW0XxdH74W2/Mo2/iToY91mDqTPBNYZE+a1X3Vsj1TZ5nn+H0XKAA
mIWhO0lhYGQpXXSI3ofRp2pGIp+zERKsbKRo7wcX0UpTdbwMdaShTbxBa12lBFPzDipPO3sBQbDg
ZH6j0PmDcmiHS/sij9GAfRkiiL0L6G/kJbvQHVDMpuBiD96l69ntbhcPNC8P0pXpnZ/rrUN6aHu9
6A/uktEGgQ2pVttqFhigekZFaF9o/zKVh7uMixeqyhhSa+2478qb0TYulA7szuyZDLvzw9lasm+C
PtNGkcDiEV5LV1Yo+cFOEjmWHJAo21eAsAkbSr+9Cr9mh4a4Y6MbI0tW4K0zWp9yPATm3CO7HJKn
KC53Wv5q2tZOgYCsNvdu0b106ng3GPZLjc2qlNlNOkPbyxbRHWz6qZWe8H9Hz52bCr0QTI7xUTIY
BMmVjtCss4KCoFUZoB8mIvvb2juHc8AtqiRJg9SqmOxhRhmhd9noVmhN+pcVxWqikxEQER4aPMms
bFmKzsmmdmJS+2FVUgN9bJkiuI63J++PofXvD05ClZrhOKcdMBPlL91Y7khyP1i+UbrD/KmFk+By
3N6of6xxMVw7xV2Crl0cCE1DEoDKdhdISntjizhF1190ulH/a4i/hasCbEtGgW7kOHntUIDIZbfo
C6c3XprYJVZ2yabg/IptZSkRZagE3Fxg5AeP4fFMZiGaQL9xFEvBdqxhVEFnSJnUNNerm0xjjmTW
vmX8GoYvo/ytAomMxxeVS1C7A3B9/mO29ujht3Cruhhqk5UFru5uSsHrglYMd2q02NWTONudN7W1
pIemuCWtjSoHaz5MZVO0z0cFCvdg8QQ72cJU57wpwah4cPA81ExlQCM4hiJdVw2KJ5oKJjBBqXAz
NjgYEY8Ixq7JKxLCTCjlwZDoL1KF5nlwm0kR1M571ckUNAVOZsAIyttj6pEEJVhwNieTSMtj63TC
r6kKaBxMZJ25O9KSp0FqDGzjLpqcvALNa0+czjaupv4jUdjDVC6iO2srCrMRgQEygKQkqPSOt/GE
gK+NLXhTbdae7HZIaLfS3HV22biNps5uFCnu+XU9xQatPC0HBCC8B0ciRsqLNQqQCl8vA7K8RuGN
Pgd9F3lDe6/Kj5b2BWr783bX2+rISXBmOU+Oh7xmFRrIVIy08iUtsEwmGNnJ+q0WUNZeUxTo9eAr
F22kRFrXzQhhp9LRFE8Zn1Ip0KXdgF7OPBG1CpycRZgDySduWQKSUfA5Hq+dsYSqbsXIFikKEiKT
k/a606VvlZR4fz9zh4a4+Al6pGUEAQ3k/uryYVjKR6386ybjdSxEAdGNuRa1+cxjooe5Zo1gVYr7
nxY8SnNXihLgW6tzaIKLZgy5z5vimwVregLZC0lKCp45Z4icvrlrlPfzc7a5OAcD4ja5ndlyk4RY
nDm7UNrRkUhNJwsFBhHxkcgQt62ZlKrDmGHm0hBCyE9jft12P0gsuMpPnDHWB6014LJG9WbFUx3v
NZYu1mKGeJ1FuVXhvfZa181uisr787O2dUbxGoR3gBck0HY7NhPGsrHoBK7BylL9Ugbmh0a9kj6d
t3Lq8zEaVBmBJ8KfoEjgFkfuU1IOE3gfk0F6GxotgKY4lRLZmQ00YLL4auo+tAlNFHPr20PkRThS
Vh05ORrsBZ+yjoj3ShZKQWsjOLwwL3Gg1eYEaHkByqWl14G3HxnNGDja9YpWM4BpQMtXIAqwa3jm
dHEqtEyf/4KT2Ol7Lv58AHcsTLvJC4K8L3SbMrcc/IxclqMPMQQaFbI3VBU41AQ3+9aWPRwzN/1G
OKVRHYGv326Zn/QfXRJUk+Yu/cf5oZ1ioLmxcWfDwLs/IQrGNhssAa6qpPVEXJO0F1GPRCYSSC7p
P7QlC6ap9FJUmnOtFMzv5nV3OFru6OjZqFrTOsFdEVK0ietoUdGt34vx2Zgfc3zds8HJgAIb/jbW
/x48+PAgC7aS7XOzbGlznIHAHy5VSXcRsaldhVdq+tBbbmp+pKPg8juJJDhz3Fw3FUiFJJB2O1G8
vJRz4426eVEPYBxduTkV++v82m7uIQNJvrX6Bx4qLn0EdcnUtroaHKeD5c6NW9U3ixyks6hVeHNY
wNFr0BDY6AaMk6Ua9AR2muJhPRRjE6Co6VrNtSWiFtw0ZYOWXMO/qPxzzq9ui9hs0wauQFYcOdpp
klug9z18TzQBDf/WVbjSkhsGBDPWmOXYzSazxXoIEyJy6L3ecE3lfsxuZXNyiHLV/XXDOTbGobH1
Yw7enEqS1VFMYKwcuxIdaooMfI3e79VB+2uQI2eKe51k2dLohQJT2nRD5s9cugNbnmCfb208GztB
hdKIDg0tbpWUDvz4SMWCAQ1tVtlQOSAup7UqUfufRnNgST2euBSEgotdwVLU91TSCqqEN+P4ev4c
bbn/w+Fw5yhtRl2uShgx9IQ22o+uSahiBIryWMwN7dhtIyrdb04g+j6RbURtBfHE8bBw2URDOYPB
l8U3euXX8j7JH1UR2Elkhdt1MxTeBoa2dacuIfSkRNLbki8XiaLe5nEocvHrSnCXOLRnUDaHIu0a
t3CuNobWhZJaQN4UCBZapL8mu6Zmk9NB/yK5tNc1QHtLqN9Ew7gPVQUQz1bwDRtHGp8ArAFgT6C2
5I80qyHcUa+fQPQvlXhj69bGfsQbUiafo1BxZ8NVrZTkQHYAfovnI3fQ1I5V3bK+CAoDRF2J5KN6
8aibbAdtwssiMkVqmhtx4TqxkO5E0sWCGtTxnlmUlg2ahtWE0I83mZaHvsrz52BdIn4JIbsDLoK1
ZfhEDL3skPVvNXBmx9JbHd0UaGFJc0Frm8gGtyf1PJFJ0cDGMqGYbL1lRLpC/tQ/P5KNnb8KCP13
JNzaTElmaIDg4RpJK6qB6azZJ9qD0ovgPeftGDJXOViiERSRC0YDKUdaybcQthjSGkxIgmjxGynD
Lw1yAmDcxR9oo+AWXwXSr9FaPKuXFp1ldGhnFKhjIIHdUGFJDL2nKq68YmhsLwRP7j6e2LRnkDa4
iBKt3OnQU0Srl0lW9s04cxermYIljlMf1obf0AaV0WEYN+Wd1dth4WVtCv7MhC0RoQWgzJPX49SR
3QD2ZujJVGhIyfJapYa0sJdwWuTXNOqiKzup5zcW5SS8zwZVe9WHGR1CsQSOWMA8I1S2FPNXmGRI
uuZqobqSNZZBXdclCM1YNKFxm7VDGLRhT8Yru82kxtc60H0EShTFL60xTi9S2yCRWlZV/FrPlpJQ
KQqLEs0r6rgDWXjpT2mb2oL7bsuxQOIGKC68zKHbw913S41rsFDA+BmWvdsbQYvwtdaR8ryqda+w
fpzfvFtH5NDa6mkPgoUoHZI5VWGNNBMdgN+W+hjkYqJcwNbePTTDbakuW7B9ZphRtF9KcZ+FP8bh
sxGSfm887iwTQAfQseL3nXAwtaER21oMys+u+aw1Vy0CTb/N4tTR6kspDSAIYzd3pnl/fg63XhxH
ZtfRH0zi1MdRjvcAmEa1X+No0Kr4kaOFxRxBVjMCIX7bSR60wiWR2ttpUhwALgU03HCfK/UgT9dq
NQta8XRk3geSfOrV2zIyHzI30fg0ZN2FGc2ehQdBlBl7BvXPzLjHVbpfYjCxaCQ4PwkbN9TRp3Bz
0LdWDq5mfIoOMAjVKsOVjBqCZn3kDFW2V6tCcE42AikMHDfUCnkEeSDndkMzLBO9mAokbs2HKq88
y6ozxyjCm0GqvkCPu+vm7qHWrV/nB7qlGHdomKdaMgolmyRlhOR3texDOUewYxUglpT0/lo2RzYh
BMrSy3TpSHWRxVJ4KZM8gTR53cVf4azJktNnpgIYejHeyeqc7tLCUioKJqocvHtD2L/GmcGexwgg
eZrqcXMRT6Nxgba2/E5OcSGXUSV4oGxtYUSlYH+DeKBBAEU63sJptHR9PIIHQJHG0QmhdCdbnQGv
oL/qmp15bZs9IiNzZ+TB0mRAILDh6/y8KqeOD/lwdF+DywLLCTXF408gkUE6Zg+FY85PRi37sVI8
2xOaFdL8we4g9QaFwVwaHaVrqRKzO3S40N5IHnr1QR/S61B5ZKR2JE2oonvqVVa0sIlMM5rTVKik
HH8YCME1vZWbAvh2O0LMjhpFQpZb5JZoWMVevcg0nT/YWPh5Bx0H4+H8xGy4aAhvQF5qFWqBIAY3
LxDuWiQtkQtESsWLpsWB3ZFnUxFVJjZcNHr/16wY0jB4K/D3zpQy02iwredpoSa4iqFQPMRBAS2K
8+PZWOg14wicuY7H8Kq4czyfnTKhW9ua0f8Nshq8vPWfY+W2ilssAIM/6YMfDjSOdxqKfDmkH2Xt
Nk/2cbST0aOJ/3f+a05nd83kI61hoFsUZSAuRpTzdJFwsFZlqALSP7thLp2cOeeNbPgMrBycK8Gt
hJSuucbbBzeElNsIcGN087r+9e3j+vMjoNS5cB5muovpbieIfE8XEz3vAGutnDA413z75hCPRGOQ
t1g5jyi465nxpqrPTCQqvn72caR4bIZz+ggftaarYKZgA530mxmIsPMzd3qtrBbw7jGBzJAta/37
g4kDmhZtBgYsVNrgzfJTubiQ6gryxQvL/XlTW4PRgMBQdDTUy9C/PTZlmkuIrQD/k9lpf9eXCVjj
e7SAn7dy2lkLwdRDb8LNWRpJxmj2LarlkB4fmxGEgNJMNSW+WcKvtkv8WdKhEov3BBPl8LYmE/Ur
XJe4NOHkuRFWFVhBlrKDh8WTORmvVaAUERyF7HLJRAWmrR14YIuvJicT8D5xAlvagp5OBUgqdqkl
l5botbI5phXvjyqgjT5lzjtmsYnctom4A4qqVAHPHMn9Yb7J+7dSRGa9cUli6Q5scaeYjXo3ZAS2
8HhFTP5bVhCT78ywcnTysSDBnYB5ae0efTy/ZzbGiKcYZHtwDFQMkbuAVNtKOqJXJcRcvqJSomqJ
mxkixukFsVPvH2whzYDtgSwifo5PgTS1RZkOdQlCcvTn6YEKnpXacOIOdEd/X1CF2BqEpWAFyBIU
4Y9t1f3cqNHcwFYXmMr1AjbCjil0GQTzt1F/OjbEnblam1szZzA0FGDuvV7qgGm/VMtjSJKSgY7l
JWousvpcVXur8wYRPHo9V5ybRA89annfYB2M+HicpWHnEYLR0gmNCaos6ItLTGda66HkAY3Ajqr9
ykR6nxvn78gmd69p8GZqocMmsMK+nfpKEe6IdmH0ooqaaHCcU6mb3khrBt1ETUupZSL3R2Y6ZJ+K
Ebq9PjqJ7CfW6/lNuhEqHg5O51IhuMtndAlhcCVBzu2i79xFf1s6HY988H60+7+3hrAUEB2EBxCT
55ZvZvIIlVQFD/8q8TToiGftlYRMX9YwH4TNkFQREbBvHfhDi9zigeI0KScil46k1EHH3qUCJNCW
6SdxQSVhdLJpTcULFuQLYKrhoYLgQk1j8BCUTs8qdy4JNUxoDs6Vq0ZQaRU90k/WbsXjATmNIAhB
JoKu48MQTuo0DoMiodzqSEA+xSWNTdVJ5WsrvceL7fzanVzqqzVQK0BgB+HdyfUQJ0BX5SGsSfY7
YHHOpL+dN/B9kR0dbs4CdymEsd43VYp6hBksn8ku3/vL7rcWSBf1c+J8jBRa1VR2Mbl+LIDmn5w8
WIaYr4wfZIvQ/3I8k2PVkaQBbTwtIcOFXO3Y33TVczqnqGiD4aTb1ZMsiF5EJrnFy4sJT1EV2yOa
33JUOeWSgpAKIKZaeR8tw7FDwdk7Cc+5MXKzCyr8fiyRt6WM3Viqr4GCQ0mC80t44io5G9w1FC7R
UpAYNmK45DDywdtJIWjfiNQItvYiHlfI1CDRid3I+RFg4rpYTWCnrR9zrXDaWrAXtyfrjwHObZhZ
Py9FtRpgD8hIKMp9zLzzcyUaw7pBDuLx3pi1NOthwooj3xhCtMqL9pjABK/MWCkpsjrrNHWxSfXo
Wbb/aU9BTQ68L0Dm6lw0EDLVHMFQhDGkHQWpY9v+UM0f5+fpFG6wbioLBUso5AGey8c2kxmbkjli
FOaTGvwc3ew5309ToATZvgy6XbMT2NvcxAf2uEE1pTHIag17o688KD/Hn6rzIwOptKveXU1X6hVx
0bnuCoyuHob3fYeD5Ha03i9ZjAYzzGSUuVFjOG3rLvblODipDjo1chtLLW3Q5AhqUhAtnre+uU+g
1ItmPAN5QJ6CVIkyMyMtRkzC66YAQ8DfvqG/V/DP7+dOUzSOYzoU+P3SDHV0bQQslsrLdS6SSBeN
gztSDYhUjXl1cRU4XAplF8qijoBTBP7xUHhK0VYfpHSKYAJ5DhK5b8n9cjXuPqF+Gn+VoFEx/cKv
nxrBBArNcm+JJLSThU0wa6vO/OO++JKdhBaICC+nVxByFfsn2y0MwRV1inxZB4t/FMhoIMzgXzCD
PEgyakkSXWxwgBmfajAH1nXz1buPIJem822MsxC5IDR5ki9F0JfT5z1nfT0yBw6ysTv0RIQ4EjNI
+GKveu5p3wJB6kmB+hILjsApYuTbmvGd6kEHC99zVBWJUi1rCJBeNV/Ns+ogHX5p7pWA/ah+souW
oo/mMpNBu3D+7G0Oc5UUhN4EfoABPB6mlS5smRiGybKKmgako2mU3rQa+pr3teGm4U0jqn9uDpag
tK+jURGXKP8M7rJwHGoJgy0Kb/BkrxxoE5SXxo+cTlezD36w+2nHgtT7694GzPKhYc63ml3TN6MM
wxmEuGU6K486+hb/h7TvWpIcV5b8IppRi1eqFJWitOgXWld1N6i1APn111m79zQTyU1YnzWbeZmy
yWAAgUAghHulcXz4miNYimG8KfYSdQIZYkT5wxjm+tHv27u2GqsuJTAuTTCCQA7Q72kjE4nh2n3p
q/etbZNDQ1zdNu2XZptvHpSdds87FyvXE2gSUTkGUAUSGSxahUzLUJtqsNNWzYuEWk3ljuqOWq+3
FVwJgCAFl8HcKjEjql1apRLP3IX1BD+nejmKJ2GdoHwdOrelrOwTkhYzVg2ykuhCYRy2GNSG0uXg
uoitF8t4EEMO5e033MzFtYoMpIb3GKY+Ae19NarZS5XWhEUWOnfUNR2ytc6KbW5iN/Aru/Wju8Rr
77IHFVN91AFmzuv9sNFOOl4auZ3dN2f4mrvAU0+naZM7xU4GHtlLylmDq5VmPnFeo4WbC82oFdDQ
GwKe4pQMd4nuKcG/HgeIwB7iwY2BiXli9VJET0CIWQ85iKxiEGw+qv8MfTH/Pmo6OhrzAKzFDsQK
vQiIkaEInVb5I9VPQ7sfMFE0uGHEUeTK9hlBzFoRK8C5IGXoyMVkD8E+Mn6oqSfWnC355oZizeY7
FgKavYF+OcZ/pBPSkkrRQSFXf6W24ZWHxFNOP0oXjRUO2bSHaN8Dmgwg7SftIX3ETKaLCGAjPBce
r2h2dUbQsv6Npgj2HhgxO66lZLmY1fkQOpL8B1gfHSaXbh/ClUW9EMC4sqyNJSDfQ4BmnKfAB8tz
iY5UXt/CvGTMkqLqBtvTUBYAHSpjg0mQSYHWzlKqYxo0di5v275wzBQVFfe2QisnaimKHQyWqFUo
EoUoOt2rxaZr9r3JCcjWtEE2BPgrCmYeUe26PFFpEaqgpAA1nKR+qaVt5ndBA/ZVlFR5Y2tr27+U
NO/ewj3ksj6hvwiSCg312xxVbC6I/NXbAxa2FMFYu5WboliUKtYL48WYSbVlL3BLryGbUbaBEOdM
v25v0PWTjpHImByx0OOUUkisBT96FSxbdSonvyOHCqGW+qWZDq8Z+jpxzYhk7K8VJlwRKkR2+1w4
liiZOr8thzrie5Q52mhLGbi9x81tRVcsEZlq2Du6GtFcwhYP22HoE7XRQidDhi55UXUvrjn9Bt/F
NOZgQQYmjxSYIvAjGFNUBH3qc6qHTu9WJ2Ibtrk3ztkjtSNn8OM/ukvswgEO3CE//VG8wT6h7c02
TwD/G2zyeVvf6xcDmNuWH8NYq1lnjdYWRgjYwRjY2RYmOUe7daeD6oSfrRf4uU0rpwB2sGzrICjg
3PcrruxCPGPJmM8KzDbAWqTKb1MFkpdmV/FjATCo23peV6EZPRkDjpNCrpoJgkZPscEKcqp92Uuf
Cyd7bLfSdtq89I7qp7biqW57sjbWvtuiOMPBQVlVFwDlc+sSInmDySGa5mAVRmmF4KByY8WJEXqa
56nhKLvigVAtnic7Ab+mYEbw0gN1kSJH+tRFjgYMI+E54uJJrDjTCwHzByxcXE2Qz4taCGi/Gjg5
y0530R3xzF34OZ3Es7YhThZ6nrWTdre38brrC9u4VO3q7ESVXPWQ3HgFUF/f1T/dZjo3oOtwtKPw
ozo0Ee51XgTPW1DmkPRyl4eZBKll4jfZfVv+ua3WtVmg9whVFiiHZPZVuBeFg6U0NUHXaSy3Wyto
T6Y6Nbu2QCNtRUNe+9j1WwgFgbkmMCPbzr01jD6gCiuTrkdCJFScwUO3P6bgWnf4OQHLtc282h7B
TvyaPCNlQJxfIqo8HAudffelC8QHYIAC/hszrCoLqQdqVyFB0yDy9hGczezt1DO5H2xukuB65y4F
MZpWapymcgRB2lN6QFcueABQvr6LdpnzJn/JvglUXU4sumKjlzIZn5Zk+aQ1OmSiefVZ3IuO+tFh
PX+b58hBg66dfeYckWvLiUhTRC+khaPHIvj1hgzyo3n2TAOYixp7eQj+k3u0QIqxW7SDHfAadVct
CNckOGwQauCmZM6hOPZ6LEwhJkEPihvvMpArWB5uDlRHbGUT/yHPxrE3nRGk1vSrA0sXx4BWLtG5
Xe/vBzAbG1k65qsNfEBmK76wnTBJcjD/tIf3X4Bf2lOX3NE7TCd46OEu7PwueVbRT+iI+1M7OVVg
oy+D80WrZ3jxQcyu47FFJyuOkFwYPb0pQMTnRwiVyT8z/eHgoh0PtUoTUSy4Jy99b5NOXdB1QeJE
9CyB3Lup/KG87+TGL4eft93SmlkBaRrQ9HiKKlfgL2A1RgemClFm0VkPSS7SmbH2bhqTelv0DYCa
xuFTaUZ6l0T067bs1YML3BWgaQD4GaABl2oOBHzKtYnl1OCbAiP3Gt7U9HzjX/kgvD6Rb8AoC9ov
LyWQuNLTXAcAAbB0PENA7GO0dwAEfmuN0enRuWPkPIq3VaUWfpdRKla6KCxbeIaouo+Bc9jyOpHn
H7jQ6Xto5S/EgnypU1AGoJ9MAbFgmJUBzIPJ9OpooHbYa5wC7HVD0CwKY8RAowcwyVXLaiYNQmQo
AJDIWv0YkV9W2u1lsduIYeLFyR9DiwEgZtmG3O0KsefEAVcLOQtH2Re2iRYa4BZf6okJKEUZKggv
x9iPYu0x6SfOg3F1KRcimIBRjmksFkgrOJ2e+GCE3KJREjMWpXfbzq+zyYwq8yFcxFJKjl1KO8iJ
04MSvgxhCD65h0Z2k2qvo0MtFd8FEIfelnrlrL6FouF47kRAjolJFuaVlVlNAxAgHUGNniHKjzuM
CODxaIYcbhqeKMYkO00Hw7oKUaiWeRSYSfE4gLDAOqM7lvOyujrR31rhZQxcI7Absm/8JKUWIPux
lHAZADprcx9joOBUe6mzT83kPSnWFfsrbf77YuNqkjRqOgMpBdJRx4xdGe+sEOU+HpLqbMtXZ1r5
K4exdTxS0UM/QquRZBsaDnZUArCk2dPwrRd4LYU8pRirx3BTJaczmbbQelFqHRPjsw2Gc8Mz+6ur
hdkqxurlPGoTOQIUXD9GlluRIAGPQfvQGsM7kYdTNw6RQ0BdepfqscrbuVXhf3Ho2MxWjxeTKGUQ
rkWdK5QupV9Cs7OyyC6ap7T8Q2L/9nG7Dglndf9KZPv7Jw0zE0CBAJTRT9XT9whLTE97LL3Rzx+r
0g7hoTfiHS+tdl2EZMTObnRhomQA2phZzmJfCy8NXWGL3PhxeFV/Z5t8iym3sXPqP+gE0DgncdV5
wrXAvcz9jSzUD8AwoiIIINiUj5YE0nfUPIza5azq7DquTsZCCuNaBLmNFGnG+YvrjdacNTI6aP0Y
JhTcMZJKCo+MmwoAavCiVv98W/jqQVnIZqKHPDP6qBQgm7Tq3ZhCiIgpNSHa1JG+vS1q1QEsRDG7
mKW5GJcEonJh2AjZtMHcjF1laCvWU+BKaC+3xfH2bv77wmhoGZRdmkOcZH2U0kMBWF6gRt+WwVu9
+e8LGVoKkEyAwmL16gj+7CFrgRqxN3mN2KuqYIjTEBXw1wAK+lJM0yptaCYiXCcq/YJbl1+hyklg
rd/fCMRVJAsBXMTyGFVtX2amjFBEa98ks9sPQ1m7w/QxCc0RVXqvn8r3XHpO8uLp9hqu3nYLwYyr
jpocvznfdhEATS3k6CY4kjZAlYXYelx6sa5xslerhriQyDjtTDOjUTfn+xVt0TaVDT82P2jQP0jV
zI0jcpZ2tuur4/1XHFsVCHMxDPv5go1bUDJ25Gc/gnj29iLyZLCBUF1jPGUGKVSxawhnA1scRR6u
46q1LxRh/NSYtpraNRDSdaUb9aLmBGjAngwJMUPBu8GvU/Wz0zdh7ZjMhumzUVDVVNIoj1i2Kt4W
0yYq7uPgA5x2KnluFaCEjm+yhunp+zLcNTyQ+/VXwUI4c7CHoS3yaKb+RpUv0e5U+Uj0Ny3eYsQ9
BdB0dZA02+w5t83qfW6h2wUpJRnhEOOxpqo0miKC0BxTYjQEm2McuYMseyVGuJtGt0sDT/9M8G/b
zrqyC7mMsrQJTarPwdIESpMxQteCTuzAHD1avBoY/5DG1zwEyL75qiU8GEqucMa3dah3GhhcREN9
0gPT/1jkJ0P7GuPYjYx9Z2yqwCX1NuBhGK7a8kJnxusIZCJW2EOsIHtNbD5UnW5rQeVLxuvt1V31
3QtBjLMRNXGo2xCCQgCMjXgBmULuqxiTuC2Go8+3e1/cRDE6+GmpzWKoFdjVQN9CZbIFoN5LXefc
lsXbs++/L4QBIwl49xWExfIfqfSo4gRkF2B4pgL01jj4YufTxu5xRjiC17UEBg+q0ejA/e66WAgu
soy0BkHE29aoIfWBk1AC5kRhYyL5q9TFVk5H/Pd6p4qxp2Khhcl4SkH4m1qvo/K7zLjj27NjvXLu
1t8vYnwiAIiEaazBdt+XD6HhDf0Z6A55Fe61sbQN9JA3YEFqPYtwgqk1UjsLNbf/LAUTuDVpqWo5
RsOdqfqoibJpdRkN1vpZH1UwjqJxQACCVPzQZiOK0Kg2xuJOQ4VdEZ+UNNxbWvAMKK3B/Mgb2RE7
GWYS7nsDwNmDHG7aQvrdpLVHCHqkCkm0AUME8mkTUWllPN7e1NXbeKEIExbKupVoowZF0v6+b3ck
/qpAn6GKLqHj7raodQf7d80YB1sHZQ+0Coiq5LtWfmoCisGoB6k9q3hTCAawkZ9vC1w//H8Fzva8
sFdSi6muDrCOUg1sHPptA5gqnfI6uv8fB/KvHNaJ5mAE7/v5XKCJ1vAqdBwVmU1EkKLsksTJus7t
0bcicSF9Zyu7NH+AmIgaRmowGzs3O10qWFpgL5JFBMBldGiCaBOoex0Wj+dLF38myMXQ2OnzA83c
uuttwLTfXt+VBynko08UIOyYlAUc5qV8tGcrDUD4EYBXrW01SMr4iXinRrIbVCYaU0fHKO5r0alT
TFE1j5qguGl4Fsfcv/0h10Z8+R3MdSILbd2FFb4jbKfSR0ZgsGMaiq6a1+egiAGkJxsjR+a1cUGm
ZqBRCMllBA2MBxgmOQEshIJwzDql6pZUz0nB8TLzZ19tL2i/ZnQfbDGbpO+nBlg7I4hHA70EkC/Z
iFrhdSYaT6RQdq3g0IDHk+Pk19Sa671zkyPQHdmamgAQMXFQoRYdT3qNdrjRJ/T37e26Dpdxgyxk
MOeS6hYBT6CKB1XomALMhstLwtOCMcxorNKAzpuDFsAeieXxVKXvt5WYP5LdnKUSjM11yAxYggAR
Rn4WMAKZBp5ODm3zz4nPy7ViAphhBnWbj5lDq6NCfxUgcMweTIWTh1/fEYByfCOmohJ3eZCzUR/I
mGJHOnmwW+InLWfL11frPwLY/vkAAH6jiJ4YpNqf6noGvw+DJ7nn4ZpdXzFYLVS1AMMBlADgEl7q
QYwIhHLzagU9UYAlZapwvFMZaL/0uMvfiCYkvya1bJ+nIA7B7Z4mAecVIa8uJWDiQCqHPmvUhC4/
YYp12Rwn0jq1X5yqTbAjPzRiAwkk23npq+bkjn66m34pT4Y7vJvgOo2d+oBW2NvWed33BO3RdmfO
Tby4H1jQP6VSJlCDRCDMSl0Zlczoh476cbkN7OyAhvPcs54FXj1+XfW/MplozBR6QK1YYTtfR3r/
LP87vvqlTszu1q0QS3GA3w+VQ11udTQPx+7tdVt1HItlm1VchAxZZA0CIKpbRzdPgrYjZmKr/zwW
8701aOEGs+Kc8GEOW29GwISLISOraiCi/MTzkmIGsDE5N9TamZMRqs94MMihsu8EMekorHymJe31
dGNOSf+UBmYIIjSzkz9pEgIp9/bqrd3DSNWCi0+U8K/GrB5e9InS1phJtVJMGXZ/iA5glwJWb/S2
ptK329LWzA29JyJqT2iFvAJjQGmvGpQOPkWlxSbDcC9teFC4qwphXgJlIANWYTJbZUxirGQ6bmBJ
pm6uezPacg0SVeVLbZ9ua3PdiwCzQGfpDPmB6d7r7WpKdJk0Lax7Z23bd/mouLSw6ftwwhRaaMtf
5m7wJ3Spv+RH/Tzej+cPwPtvra1hK+hEKLzb37O2usvPYQ5zBZi4CWVmkKthE2lQIKX1elvCClnw
pcbMeY6KTJGDFiIUXzsFRxAE37eusTVO2b77ENx+Xx51O90Ar3GbHXKv5fXHrx2QpYqMubZyU6GG
A/lqgTdqejCjU1AIboGH1m1N1wSh0xbGimOBuQfGjPJYHcRChaXKBI2o1S4T7cZI7Iw3H7vqvTC3
MbfwII/M4gJRo8pGoFwiixz+MHswXAeY1uKBta2dCRTL/yOEMQwdc75VOwtR4VSi+2l4SvtXvETs
Dkhpt9dtzQaXohgDKQjg6IGujgJQcNCtFPNKGWdnVgOGhTKMCYCyUC+FHhIG9T2LtjQ6I1aUypdG
36rxezFw2gHWIno4ZEC5Y5oenE2MQi1t6iLWLLy2i+dcSWxBVgDk+Cssv1TjR/TPeDzzRbOQxioX
WOmAnBDq8+O2Sj+FkpPJX108UNrDOaI4YrBFi0RJyEB6uHutf2vJQRFPSYl8i/VhqO/x6FTD121z
WDXvRWg1/31xOee9OGbmHFrFvepVSHzDZYLbkvea5ImZT/NCTG1kVjaUEJNqOxV4ZXDXdsN7Z62Z
9vJyZk7RVClEIBmIlfPhrS/3ovVye63WXM7y9xlLmxKpzHoZvy8BxaD/MyiRbY2bPuOVPta8gYzn
P2RhpvCqu2uUJODpibABkbrSENqavO3FnTk0eBBtb6u0ti9LUYw5C2GeqkGFfSkVpDcBk62Eb5UZ
uf9/UhgjEwAtReIWUkxxn0m9A3I5XeAFSuuqAApJn6Gs0Px0aWJTB6aH1ppVkX8FFaCIZKcNY473
XDUBDHn+rxDmhVoTdFaREEIiMNxOSuTqoAtIEskOefBAq5IM0PMC9QsjYSy+i1wi2x1LiDQNFT24
wTmmmMH2el6D6kqVFE86vOvAtjHjdnwXrRYnkyZjBPiHCeleA5MjmvE6D8mrylTblt5gJDN3xkzb
oHTp6w2P/XHtwC5lM9Znjq1SDCAEdOR8cjqtvp8sifMKX/OnCrwpXNzcTMhGm6AhCHPYy9yjQ+By
urx31YbIbtxZaIMrNGPX1kHiymb9lmMOiVMoXbNJvBZhMApiarxNLm0S7b+BMUW4LYwYkQMBk0dp
HjBXwXkgr9nKPBUz8zlLFlimL8V0KfBWceviUgo8GWzEBNCFgDgtrcr/94O8EMSijFZjMYTlHLsr
IgATbQk4xU95BkQXJDkynIjb0tZt869e7IMbKfpiBHQI9IpAiBKJdhqLW5Pikk+Nyo4j4NdgLMag
567kjmqshRVIRIJGdm5mRlLyck2VXJpxpU2kPZCHVa3Hsgx9pasOYSK7qvSrDXiYj2tef/nQYwQa
QKpX23z2+toAwHbA9zpEi/KtXMn3cY/qafXOWd75PmTTbSC/Aa4pytHzC+lSxThF/2EzgGkYHuhd
wElPxtzVqbqP9GCTZgjXuja2ZbDoglwZPSGuWHDbxVf3eB64MWZeIeRVGLcNGCRAEzRIqsRJtw80
9P/rph3Xnd/Jo01TYvfjfYxBCyn8dVv9tbO5FMy4chTjK6R4IJiS3O6ibQ5m55bubgtZO5kGjEjS
kf5FbptZYrEEhreuI2QQjM0UbMQYhGOf2sTbydk22J1EV4GCDwbJjME2/SfdoKqdOEcm5F5PQBA0
AtQiSbe91Oz6pN1G2viklx+gs3YmkoM+XdrLecihmlnV1cLtixZPTNmyCU9BkGUBHbOtMwD2CS2l
cUHsrPZK3h28djKNv3LYvCfNxcZEhw0sJo8flSj2Kqn8MQWi28vELqtfY8Rr11u7RIC0hjEOcD2i
K5fxr+qUgeSQlq0TREoM+Ogp29YF3oExDe4VpTjSoZ/nqAWM4klywVnWNb8wg/Ug+ynODdWMXxhp
1sT1WOBFr33Gw32f/cZAMW18OnDc7dq6mpjSRts4Wlcx7XTpDsAtKJBExtNdN9/KZhfHH030lZQf
nfgVPN4+FivlPXANqsBZBPisglCMUSoe8m6Em8OKIqXc9f6ImtbgS+FZ0nxT8k0ZA/bym8x7mq6m
cJdymYiDJokiiD3YbUTV/0WdB2Hb1L7541F4NWsvarz6leNlVncP3Esw2BkvgE1d61OKaowMBnkz
BRG5dgAwlSL9FOOXkHLsZO34mQtJjD9LtaEwo1kS4jxg29il+HNIHDXgBFQrXUzYuoUcxkwINRRq
znLyFp2y0ra3UzvfKw8tMvIuOPQCR3u+bS0czb6vkEWICqKw/7uGETIiLRjCi7cC8DFWxrPK1c3C
kwtQjRgCBl3L5QmYsdF7taBIXm10R9pKzz5AVIFycZZ+kKfJiTfVfYnHpT193FZw7SpCdvI/cueL
eqFgmwYCyOkHWGXzSfpdT47E8m+L+MbdY6+IpQzmxPUiUBgSATJA6ybb8mu1D1y6M3eNGzwVz9IA
MEAF08yaS36mzh2a5rlzWLzVZc5eGhuCApxIYIPI8n0yiX6ZTeCbe2gn876vePiYV2uKaSxcu+hT
Qj0ZAHfMXvZZXFtmBUqjIL+fgM9cPXQ8TLiVEe35qYnXGVADvsm6LvfNaCuh7EUAVuk/6Bk8K9Wm
94GG0m/JxrAc4H963uDO1ajM5eUI1mWjHIb7dp7UZG9bU6+pFJm4aZNt3Nn0KfctJ8TM6FywdwSn
cq3fk+5MR+LTyW7uuB1Tq+v7Vz57C4txVCoqhfzOCR6MnV4DeMB0EXpsBm83OUPoSs7TbRu+xlqa
93Qhk9nTiAL7LFRngLDCjnd4eO+Nd+QRPhOn+qJQ3g096gVv5ZGHtXTNITiDOGM23FQsFCANFtat
lIuuNEeSgIbxzQgcMdpV/ZaSzTy8Ugj3fZe4eCbkSOsnzea21lfejxHN+PWypRK66SFaNuiOSh6Y
LDzaP4KF/Laca8fOCGIcexvJUpBPEFQelF+1P71ne3WnHGugD3iqDxRKHoX9yqzqxaqyNoQOYkwB
i5Aojo76o9hSNz6PR/LYb4E5d6QORsed/AFQvS8S5lX3JWdlV+zpUj5jT3ksBWKkQ364E87WEwEa
YvUau8nBfB6JN21RT8id6lk+Abzp9mJfn55LyYzHl9J2oK0UJs5kAugueQvz0m950ODzhl24/MsN
ZSPHOoiGuBmg3iSBeKxr7EYuHxuL2kUrvhKpRXQ+2M1gObd1ux5uYeQyjp5Cr5kZHdu66Q9ivAXi
nRP9Hi0bPUTyeXDpXr4DLpqrcOKE1UWdcXEkIDpjzIy54sqhScRJxaIGeDbK8aYuXoN/RrCedQM+
p4V/AJjKul25QnIeJXl4HEvvt4Nm/U4m6dwKY7nFUD3n0l5V6K8w9nz0lpKgSgthofJbE70JY69E
5R0Ccc1KFkKYQ2CESHYCFAehonAIVLfXD7HRe3mm+LW8byRvKr9kXuJv1actZDLmH8aTNUoBZFqR
nLt1Gh+1flSBZFcIXqHIPFZS3joyhpGJQU6NIoZBKg9hcF/1YP/hRN88EYzNh1YcTgaJsFXmJ+BS
wGhgG7wO2fWDpaIPAPQkM+HZ/BGLOBGsyJo6aNBDs44YMJyqY6HaLW5/ZRukOy16NgQkjfDCIH6l
ndGlEuu23HJymtdvt/kILL5i3tzFV1i5Uo7GgK+g9U5UbBkzcnLtGcnPkJ6zTsOYi6uHntXzwq1V
o1nInePLhdywRnhbNpA7xk+y7sjJdiqRgI84XuQ6IwX9IAYNvKDVQUqKWeVm6mItDyBHUAESq0IP
SUe/fgDo8QDTEugPdCpRcoVG2Yc1J5M7mwnrsgHOix4nCwk5QG9d6lgpcaQrYgEzIuNJESqQzPFQ
MOZluhIBrBakik0T8QxzzYOPXBslGeollbkH7KKbAtp1oMoPvTB2hHfHr1rLDA3zf8QhiXGpEcW8
ezHKaNlNAYlg/C6p5BJ0DjePpQmC67x2w8LP8mGHgPH2NbRmLkvBzFLqkdiMMoHgPMa7VNF3JKoB
ygWSN8IlD5r91dWaSojCFST6gB/EmCamxGmXR5BlAs7d7jGnYHaTnWupO+po0ympN//3ulFOiZRu
YXzgH+S9y2d9bn0DEycC87/N0wHfIBhx8AwI4uEu03OgGU1F7+RiKbkDZkQ2hJrjvozk+pzRetMC
+IhTwV6NlfGURZ4M/RlgMWLOjxSmGfJY+BB0ZDlB6/bdNja+hNZPNJ+odqFTF2OLPVAwKc9Dru75
3EMMKCK0FrHzRvJoocysV1iD6IeZbBLllyV4qcYJcNZ8PfhVAXOAQS7wEzDXSSxQRSjKeo4ztH2n
F9uww5DB+Hnbfq9zVfBDcxV47mqYk8eMARtpGUlmjDBK7uFiaWC+5oaQ2Vpbik7QpfJLoCh+3GYB
mNGGT1oW701jPADn13KkTHkJWlXheKdV14gyk4h2tO9WC8bO+1TAxVSD9yFpMi9QgkdUDrftVDlI
LLhJED2oXeZpNPMIrzV4NVZHFRQwqrCrmX7p0o/ISTb0SB9AdHlf63QT1epnignYrH2cpNaVSPjb
RBMm0E97IOX35Ucb4xYaannXaAkCNYCkWZy0zVXCFBuEfTEx1ocWWKA7X37SaDRV1Y5w1hGN90n/
kCnjJtXAvxbQU5H3fpBUHMtbs++lRCZuKnsrHccJEst4qmwF4Vojph+R1gKMhUeJsWblS1mMlUtC
O1F5gKwE0bQ1RLZRvpbD9raRr11GSyFM2FRrQthIFoSM8I9xXNkR2QjWPsBDvvdui1p7DS1FMQZU
pG0XAiUkcRpQ5TVo1sWIdvQjSIgr4503ks4uO45PXheJqiyo5eCNFOaqjYcySnod2olBBUnoSk7k
3WiJdqdbpwDldS07J8LEaW+/HqSa7XKeMJVReZrpTC7tMg06XZBT+Cd1E72pgHrCM/ZQHBXgbt8J
3ugEO+tAXRXAYtmxdCc7eH6vHAAf76Pn4L36pXL2eC2mwbD7TDMvo0eLJcMSslobQwlOGfkiEFGb
p4hwY7ZVYwUk0Vy4kOf5kUuVizybwMfWwCU/qI+SX+yJ11sudWQfkHd+4paD7fDQhtdsd95UICnM
UFts50RRIndQNC0CDN0Yy/ts7AdQl6FBTXOjtByAIdhqj01TGDyW7zVlTcwVzFW2OSnFKFtj6G9o
xR5TUOM5Ufw2DxFz/xeexlRwh6JHVwWqNGO6YkuHPNKGBJPRP4XpRMKXyHrRee3Uq5ooAH4FlrmJ
uJfxoJNBxxTXKQ6IGT11Xf8a1yD6HSbv9tFfDUnm7kDNMmEhV+SOYHQOiEhHBKHWUQs9Pbkbcn+s
N3V3L2peIXkKHkr6QeJhUazqt5DL+OuQYgZxCKfZhyI/m8Q7pXosuOPOa/fQUjvGU8ckmkg2YBVD
Qy2dWjF+z0K3VqTmjlzmhh+VneRWef7j9rKuy0WTOFqr0VvNujdtyCulAdsGpqzBn5CZd72hu+Mk
nAMht3NJ8HX9z22Ja64EHuR/JarMYyJos6hXwNXtKAVxzPhkdTz2t9UQZymCMUm88NRKJxBhmgGw
DXCyvJDck+Gt1B0ALcs5OkJ4oE9r98Q3K+aMuoh2LOawBVqpNVOswUx6oNBrH0NeODQZXAXkSVFN
962aHcThn2dHcU0spLKLCZ4UmoAYGprS81Se4+5eDl9r4b5Rt3XlVDxOqrWzsBTHLKylWF0CHlxw
hsVgRr4LFQAAhv5t+1izyKUM5rwVtC50IkOGmjQYvceABJr8gTlVj+7YetN/k59bimMOHjpnk7ES
Ic4If6YYJ86pV3PnsecfYd51Ogx+Jg5A+ItU3OXVhobgtmoQSDjdmKaRL8k9+QDagv4VgZrQtwop
f6KFmZwM2taTM9ZEOAPnHHi6A1qJD2GVpnetZg6jc3upV7YT1zkmF8FrgJZolgDYzEF13+J9jSwU
BuX3jUEBH8GbPVs7jRjBBd60biB8sL6rYIucT51ONeaAkSgchko7CCZ6oUim3aV0wKOytjZjLw8u
YrgjSkMj4ISK6b9QE/VucE+CgxhtSozHqQ2jKbMUj9nAfDLV+8LcSjw492vqYXQGLmUwJ0Ppyym3
kDMHA2PsJMnkqW1hY1bENYIaFO3CQQbabNjrdiSB5k+xnCQDgXsu2QmaQsccWJaKbLfiD+PfQceY
L2POk2kkVdDMidOaeJbyOnQ4Q3vCq3CteHUYtwkgJcC/I18wm9pik/U+bZBGwKtSrv8k9XNYv9w2
1bXfBxYhJiVR0jeuMBb0Am943cDvT1incQD9hOTdlrBqpwpaLxEpIdC9CsnIVAWtBggJID/dWe2W
Np5ZOKnxoYYiOJw3dEDKhTP3sJYfQL7pr8zZGS6WrQ7RpNxbOS7DJ0uyx41mA2Tgo9hYpwk159fm
YLk8TKW1Qz+3VltgfEVLKYtgk+pK1qrF/FwTDqkOyCti57w65MpliBm+vzLmN/BSLUkE11Q7q1W5
EsakiDtlxyB6EQ07ke2OF4Kunj5UdMAXhCZEkEIw/hXDj4bUUDxPOsC+iy80snsbZRAHvFp+dDDP
Iir4wl3rpxtew9XqairAl0a2bH4hMnF804xE7xS80yJpr4b7kv4wI85bcK2oqysLGYyRFHmidjnB
wwhEa3a0JZ78ERw639qEtv5IXImTIVpXCbzwc97KAGf75eZllRqF4QSVTAm3wteQHceWIwKN6fgR
9kac39PoqsLL4apNp41pPSaRAAROIape0IyofWpi0r+qZlZuuzKQf6RNbu2CKBZORh63+ziTMi9W
NHUbFGIIQI66/VBpIP6s4iLYihKZ/FjQCLIPeqFsip4EPiVytxfBB6Dak5FPH8nYqo5OaArzoKpY
2kJl1m42xt2xjVLYSAM8gajp5GMzGsK5rgLa2iKmljfoMyU/5VhKj3rWlQ9B2dCDGkftfSrUHbJS
YWmhkyGzqA/UReISUf7EXGkHrGi1CWS032K0uuuiCLdCH500o9YaN9KieMLMBrpA7Dw0GtOeirF5
bfVE3WDhhkdcKWQnaZXkWQHeApgjM9VtWNKiRGmqqg+RosxfFsS7HkiErlx1eW6Pahi7uVUMfqVr
tS/mg5VtOlJ1W5QKhp0eZBFxMMGovJB0MveD3lA0KtNcibxATYEOo2aiepBLMdiSwaKxXTZi09gd
FtEfslRxNbAgfVBJz4Rt36WR0xlab/mx3kebbLL096wN0XMgisJzjCsOPZ1mAIDLQfUEKVQ6ULSp
SmpHQAFWXSUlKsjvxER6UyYZT31C9bs066SfXVrLv9UiEu8HI429opYivCnBO5y6Ql6kb1miD5VD
rCL9lQca3ceKkL3GUt/vilyanHoYsyP+9+4YmiYazFNDOQbCKKEAq4Q7k8rxUY60yq2LKfofzq5s
x21ciX6RAK2U9KrVW9vt3pMXoZNMtFP7+vX3KMCd2LRgoudezFOALpMqFotVp84prQptoXezksl5
oKGZWGZXKyVUuI1s8II8DDO/KyN5W8hNe04TpfIwWGwCuaoo0w5SRcN3vY9EcBzXaCoZQhH6A6bg
AaWJtezRgD7zMQuqpLQKc0lzzDF8DkFi/lTQmRROUkbltiuq6luokghNdqkePtU+gbphJk2ztpOj
rP1IIOLnJXNW7oJOVF5oVyrBVh3SeNOl8nyWBsx65emk2UIg6GdNr4JtKzUaWvcqevhu1VWBZBGK
5omtJunU+1nTjOes7Kce8GwQZgyakENuXOg2AXgXJUsfq+IHWGujFwX7EllVVAvPoaQ11KF6D2GH
RB2f5bCVvpslZjDCzBRbKykTium9vvrUMlQeISZOoAkdpVH1XgyZeQ7MEGxhtFQUvxPUfG8MIwAa
XT96WdEML3I1ybUVCnXxe+yH0ZWAeHiRSZxjKtBAU9nK5WIsXYyiR89KGiSHPNbA1xri/foiT7Lg
FUGnRJZYiBmEf4NxeFPqcNgGWV6bFh0I2Q+lHBxDpcUBLkRtxCmCVFiUl/1+GFLx2wSZHEtOK8zq
yJoR5M7UF5i5rVH4siDWM26rIBYQOkidTn5czvVOrYX0cUpmkKCbGPHfVhj09qgGkv9Am6MaVUpt
hKBzkv6CCNDwWmI+YJsbmQlAG5oFJ4oyBoVMeeSUdVF/hkYQHRENwZpa59MPPZcrb1YVAU9IOkaY
jAWfnTWD73cf9zFed+YEiD84+PPnEeHaE5NG7i0YCreFWVYeCM7TB7UskichmKINiRQNxyEtcZBI
1LqhQsd9Ns29V8wk/QbGYsFSp6hzc0hGbgZR70eLhFrv1PWkozkgYSrY0zu0pdVJN069Wg1unFDV
LfpUG3xMlNSmbeSqNlumIjWmNRRx1Tpy1IAataI14CtaiQkCq1cV6nZ63CpQjNRTl0hp9mIkCkqp
tBmFGSFMqyfw4qhzaWO4If0dEYpxw7Go2reqMAN3UuoSs5RBu+mjLPUmNWu+YWyw3WD0SYeGTte6
tV6XjrJsekSF+V2VOvH3oKaGpetpcQZMTD+ErdnsdcOYtxIc8bXLBSDS7qeUK6V+AqSJYmKAfUH4
scmBJjbB1OAmzU23wmRCjbHjyjEoj7V+7cbWAPrGM8sAIyxL7zHICd6WKTJXJdjJwj9V7xsZpwzO
M7Hk5xcZnahNVTKMMNEZzyZ0JbraESdO15FnY/n3CxtFWvcYEEZmahS/q9RNi9NYPv2XL/J3p24S
U3CTlQOWUSJUVNq7UXwPcvBR8cq7a8+Vyy/CfPlYkqOQaLBDu52mvCY9p2zH2yomJRQqXM4BxvPt
Kncr6DQ02ptkvN3fK54NJg9MUlnpsxJraJtd0r3X5nManO+b4GzTnyfZxRc3A4rpnhomZPUjyip4
1dchPUhkMfqF+gYe6GxPYRK7dBJzPAxyaRePrgAWajHgPeKW1wWby14aYT5Gr2SDLrYwQs75J0Sn
jvNGsInTeUNvdXb5KW7u79rqq/HSIPNl0gyQVXlZ1WBLuNse581jvwf06lHxIXwrHniPnLVkHRoV
oO6BQqqKEcXrgykaglyZLeLYlAPvMTwawrnTHkKIKxFOqUZeC5mX7wKmWqGo2VgPKd4FmgUIq1d/
tNvT4IaGTfzkkTi6HUGT9aPdYTzCL39TG1fEqypZGxC3cwsCS82G/a6Xv4VZdhQLU6oYAbjilKc5
Bn/kbEn6N9l8F4EaxNJBFJROntp79z/v2qEARNkE8h3doZvHbA05pEJaEINC41djbmU1T9Bx9Xl+
YYEJ5mFXyqG5wAXNbvpeSr8yIN1MMbCIgo5X/NPMske15c1GrtZXwNKOgjUQEaCGY2JikzRKIyV/
Pq0MWkUL9E90Y3TgaAlP8Y/7e8g1xpzJqtGTbhRgLF0kFeOt1nsdDr+heXEEOov3QP2VVL85Rhfn
ZB3mcoXMuSzqBMX/HEahVKBs6l/5DmVlW/0pOok7+vSVY25Zw605PDY06DOjz8dsqCpWoPbHvJct
n2sIBWXbH6D1f2gtPYfYnfwYeM0WTQjjGJ545LxrDgRc1r+Wmd016zkKoSuHmmLmldvsd3gQf9Zv
ia9zMoJbKhwULy8NMTtKzTQO6giGVCjIPBdvHiiXITAXWuDT+JU/aE/QRLPrI6Y/ybF+NTjRaLVK
gQ6LgYIjZLRQgrkOfA0edbJa4oM+FE/tyXhUoW3pV0izbNMO7eR78Tjt8aiG2Pj7f/m2F5aZOKiZ
UWFGiyu1H4ZmnZAWSz5xFN0qfhoRFMRqK3aaffwj8UEnwBWCW3XkC+tM5Isx5EOROCd29YY55nBz
knQrexuccif4scebQ1m7XpaxdyiHLnobLPtL3ESZTBYkcREc49gaiNeW/tA8BLzW0lpGc2mIiXv9
VE/QMEEbRqhfuvpDCbedyHGZteB9aWL5CRcZTVLBXeMltM76dgTpQigp/yGlQZsd/STMeRo3bAgF
VMNUecEpmsN+mDCk5JoaBx68dglfNDNYgLzU5GCE7dEygMTRYTCyXRunjlTEtpLIzn1HX/v2l6kF
80kqPEMjCjVtexJ9NdqEtWGp5DynfmFyLK1eCcDSYGJVxRPpZjY2yXKN9DlMBefkpEsu7p9+BxYQ
2VV+8YZj1zztwhab2MpSGVQ0ga1ecgz1OKteP/yX3Blq4UDLoLUIfoNrT6tHImdSADBdW0IKobBa
3ijlqhf8NaAxbbOMtgUxoqWl07/SwSPRvgh8whPLXt0pQJghBqVK+I85MLoY0wqUHni76v4QekKV
WgmvO7e2EtCvYB4UKAfzBr1UlLMRhQOgI1EE5lZgichkZYUrJe59Z17DqJBLQ4w3i0JSq3m7GGpa
aGTnZrqjKEi6ets0j3qNqbO67zBcSDBsKEqNQ2bNy0is2J0Kdoz7P2btZKEZt6jLESCy/lytF5Eo
a5W5mGU8EvTUE2UMYkVPobhvMXk3SpwOxbIsNhG5NMVcVrSUKyQLMLUM7cTKeYh4UKZ1CwRgeiQ6
0FVfFnuxGCXLcj1Z2ixt45fFUek5h2nVQ9Cg/v/fZxMaahpSPeLvV/RX0iVOSFHpNHVXiXnKy2sD
c+hTIa0HSgQgFXaiC44IyEYNU0ZPHAzuIBsVPC2EnCXqzSCQA9YanN9h7IZpccBQ0nFC3X5uoCWE
5yRoF1G2FK14MDeddOwCE0Vrzl6sJXeXP5BxYsiQd3O37EUnvBvkMSI7yM1GhV21u6rcKDyA5erW
X+wHEwDQL0CyE6O7lQLvARIRi5QTiBg2IYq790/EWqi5XNjySy6ciJoJ5A4nLCzBxILy2gpHUeRE
gFU/BRGLjnQc7VXWTweBgixBBJ4wkcEyI6HnzgU3re/XXxOMq06kUNHAwH51mP6wo9zujtQLXfCr
O+TUbQWH/o5fumeDkxOsFh3IxdKY+6af9Ugol++ECbb42D7KgoXGi/VLPMiQCpfwEk8532s1gv21
aDIXUEwzswA6E4i/WLSz5qXRPZp9ZM1ByL8+XQZ2KTBMIatCCoqn8bVrzKVJUlFAYT4pGmeQz5D4
QFDjOMeKTDYacTJmzVFKAdacHW4k3RhGuTKDWaV3JmiFRY68VRy6n7zMWeauDQfSsrZVUHsoHOo7
nzvbcDnp48rQ+fWPYI53rJdarYqLPJmfdNC4l36Y+8BpHuJtsTUfDKv6lf5zkK30VDrG0/0DeHs6
rk0zR13CNVynNdav4QIeMXem8LDof7bw+iq6NsGccaWqjd6QsLplqj6z1O/fE498+6ntUKzaNBY5
t4f4e34uXtrj/IMss5i25Aaf99d567jXP4K5rfQ5jLA6/IgaY2bJYyJ6krLJ80MBabH7llZO5bUp
JhqEmUiRIsIUHmjfkDuR0Sp/5K+H/k34bWzUpzZ1dU7zfvUrqpKM3oiGiTAWmp7SkS6s5Zjgl0JL
70y7jH7eX9WfxsjNV7wwwX7FOBbRtoGJInOkE3r6ud86gqWfXhLd+ila0W/y8l5b0HWp3dyvnAHv
8sjqvPgHOXb7hDfpfRtyERkwvwNSaiAiTFW6jg7pkOilUiqZrYJzadih6TUZvwuNx325smyIhS54
IMgA6Pg/E4U09L6nWDThvElceGYX9hvao9hi6VQjoaObkfEQi3l0hEpQV6B9nVfHYYD0Uwwaw12W
y3nhB7UkQPKm6lQXj+rsWQbg7gC9VWiDQkS52hCg/OPvzTA0ATioEyF2SRxPsq2UMVS8TWSwCLUy
2UK2q8IOo5NLnftf9za/wPpwQZoA3hvkZsQ7mNIwqGusUkkxEA0sV2CrTSNsh3YxiGkcV5YH1dem
bvDrHqoh983fZgEwb0AxGg9ocEGxpIy5PgxxWoZAO8tosLZ6Gn4YkwJOmKD+MmOqClNo/oGMCRn4
DexzNMHLTkF8ZmddD/IDicZbUO8ZEGgdv57bmJglxrQrCgJAQrEToUmJcTbIR+d2NJXNvjBIeQbL
KeaYS4X7srjlocGkFNCOmJ2DygIqukx8G+MWaptlhWvKpi/maSF90CSnA67DahIrPbRu4KWH0Dcc
zc1cBKJ36vPyoJXPePUbmMAnpV07hAN+Q58cNO0t0r+lYPX5sqtc2WDO45SKYVcYsDHTU9Cd6shL
4uf7Jm6D6dVW/pkDushJ6xEqY8IME+o8eRIGS6eo4Zy3NRMYWEHfZukZgY/4Onrpg0oxUAgTQoIx
AqI/DjTlrGIFooZ85sIGE7B7tLZpK8BGBSVUN3nMX42DuJVDV9otMDWptGbex+Eti3HCJgbrganB
JPDF4JECMIPTY12p/l4vinGxEAz7hbBYqA/6M8jhFnoc7Ul1iJV7g9Ms+MKTvqM2T5pxBc54bZjx
OyHTY3OMamob5+yxdyQkjN+0vfwY28ZWd8Gr4plv0lv/AJoujq8sS7q+eGEZVG4EbT7cQCw4lGh9
28YVLJMCY/P0BVzfGKzTRlQqgBL7cd/3Vy4CgnsVdZmFigCyYdeOifACWfO6XbC8p6nvLQk4UTG0
R+IYgT8FxBd5ja+1oIEFQjgI3Nxg51auLXYJquplgYo5Reonjrs8+YQ81f1V3SYLsHBhY/HbyxOt
1ALo+WADAzTx7755F0MniXgHbnn7MB9KFzHaBUQ7KBNkFvHaaK0BzP1I7eBV3JXPZHEL2asMzAdO
nP72yme6MsUsKBrkYKwBdLMB2hdIYuXRMwFAB2g1iexrza5mTtdnZQdxtIDBBppFNQDnvd7BDIBC
0vTgtC/LU6UMVqomYBD10Yj5+qcSMawDdm6UOZcJz2tDoUwqnaZ9Doa90ppiyTLn+BjpIOBSqy8/
fXA//zXFFoSDUi3EuYWpiVQWBDlOU1d+u+94K84Nj5D1hV4LlBDsG7ZSc+R0JUwMfejkgfKYKiHg
d5N/38xarIeQggKgJsQOQYnMBN4uNoUhzAB2nAevm5/ibC8kb6G81VTHiBNkcPt5xIDQscweq+zl
vvGVhiBYgRR8K8yroBTI0iSTVtPTKFBz9DyHyYIOyMHYumAJ8BuQeqAvZp4FvGNB79dZr4L/9TIk
rAO8CgJRvOFl9ukjQo6vj1MN4qN5CP06HInYu7/AtY+IKUrMSmAoAAJFTEzUOq0IMOyA7LR804rd
LJ+5qeLKm3FZBeI8ah4ierjM+VLjfiI5ELygCt9jQg0IEg840HP8MJ/B/1wJ3qe8qTb317UC7IBR
5IxAcC3zw2wrdS61otUqLCy3ACfefTQueImBxO6WT5Vbp96RMfWA+uIx2NSTa2xzG6VrzQIZjsf7
MWsX7NWPka8PfjrndYmBldzWOgsIGhB7B3bopFb7mHh4Toof+hNa6XggxfbxF2cjlr/NRO4r2+wd
ZNBYSils9x/p72kH1gO3stTH7ttP49fsjxvIJW6GA9Gt5Kz7kCJCZc25/xP+uOm9n8BE9A6g0bJe
vkXhms/KRw9uL+VB8+F0NjBSD2f5XHLggyvNNwx+4clnLmwigFcyobbDZT+EdZHZUutD3m5ymwfU
vU5N46aPI8fYyhlaXungqwGrA5IYZodB8VfUMyasMT23gTCxNc+bWOZNji97xOyhtjSrlyiI1Jq9
gA2tqOLSkOBCk2R3qauoPIqStc8ESn9FxyWIlAWCBddeGgQ0Anu6ntvNsfGjd3WwgoPcWeLzY/oR
uWGyQUGCJy2zdjSujDKZvCxEOTVyGB3sxg83kgUAfb1pvpXv+gNGZ08aEGBe9JDvJUQ/TqaxUpsE
ZRJiO8oCKgEFNeMlujmPZZAbOWgNAG1+SLbGDmwz4w9MDNrjmb7FjraNv6Xv8XPit5zrcyXrIJD5
wwARMRCq2GpzDui9EgURckMK5MExrh508/cgc+LgittAFRRdaEReFHnYrpyRxrRNwXwNydo3Sf0g
X8fp4j2J6CqjOIdxPHbSlDYd2o8qBTAOfcYBogj0pHSc/Gz5Cozr432gwPOhbbFICVz7pZwFKhn6
5bEn+VL+Mhh+ob+rZCtqT4GWWQIGWjgBazXbxYUFUi0ZKhAsHVGc9xNEVSeMcrSgJg0t4dPsHWph
Wpf7Alo7dTpuxX9tMQdAmNNEjmrYQp8jP+YPxq/IW8Ccsief7MiKHsQfIu+lueIVVzaZlEoqMPsw
SLBZuNGL6Be4IiMHM2UIy9GxtXZgKOXs6EqMvLLIvG0FUVqIWGdqQ6Jz/im+paHdWtN2Av+z6QbP
kp3tuq3u3Le6LINxnCujjOMMjVyoxbQs03yehT2IDgZiK21u0YnL9roE+Tu22MJKkfcaaUfYwjOs
cUUsbIHiPdN94jzq5+Y55KxtdUN1osBzEEDAA319KAy1p4hqIoJlh+EFXDeJ+lKNvO92Y0WDti4q
LQZG5kC1weKZRcxVznikZNCuSS1pckoJHIUxJ8PnGWF8oyolE9IYMKKBJaGFxJ1C/YYXqG5cHisB
4YWGkUlFXeqk1/slYugCktMp9kmGsyugEyu/+rr7YwE2oDgqS4i41xbarizjHlIqkIg1HYq5C/NJ
ykxb/HHfqVd2CxkAaMQ00FTfAliCoi7xjgRJdQP24KwawSL2Hn75WQBFQBAZIl/HV8cDhFmL0BSR
VmPyyqaRcla63tGo5MshJw6tLeXSypK6XpQupmwIuiRYrCjploiiL8XdSdF5s+KrZhTsF3oqKsrw
TBjoRxTlyTxmdp9ph3ZUHnQdg0t593U3Bqk37nTwhwOVy76HQWIikxqMQnZTK8DE2nqlWELKOfbL
WbgKM/gwUK7FLairioQb93rL5KKiqOgT0IdrmjeYsVvME3BMxGmy5GkUQGcd8SrfN9cvY5K5LBKj
rMAToWd4fKp2Ibpx+RmCoi/F1LOaeWrtazEnL7uJ26gao4GBNBQj+JjvXz7ohV/oc0FKrV0UQaCl
M6R4mgylq6WlT2bjqQ9yTo50yze52EPGi8IWgaIMmyRFgdIFXT5k9hBUfpe5JSAopl8kdqG/pumb
JJ2j6MMMOZ3xtVWCThMiHWiiAHzPnDFkVUOc1yi2KvUOepTQEAAcZd+MplX0HDDFTa6JBQK0hzQN
+GYJj6LrDZVpms1VAVNIgre5gmnuLO1QOfndme35fnhaMyUvw+OGhFsDl9O1KZVitlLr4S0AP0Je
UwJBmhFN7aFsKgGS1tN/iFSgOjTR3APka2l9XdsbZKORAhkHopaJiwlzy9DRjuQVYta+lYyRHgxC
LwKL7BPPNNMJ3oMeYiGlupNikHCROTvHUgZySlp4E6Uf9/dx3SL42AC6xe3OJtaVXvdZXRkLdkP7
J5tGX1Yraw5ryLQbqdeQL0vswkXA0fuvveX+vDhzzdi0hR7BXpnHv0XoATR03I0BoplQnQkI3e8v
byUmX5ljjviEd2aVpdhQA1DPUngBp65XxO5/MILXjwkej+WJxTzMoQRmGsWyhhEcehXkRnptGf/k
LGXV4y+sMDsX5l2dJguWZ4xkT6yDj66FRvz8E+PPHCTE2qah2YqgiPsFbG6Mr2N+OEnmZEIk7p8y
cLCHgmBFvOC7csOgOg2cBf6Hjjl79auJOtUBuADtBJSzkfguYngFXVYaNOcq/sx1TrxYNQcgvqGI
mJcTFWZN0xhBQqlcbs253OnpIYOOwFC55J9yCLe98nzfI1ayQGikQtnDRGKzME5ce3ktDp3Y9Mg4
UtP8KWSGq9CYUw1acwekZwpaPkjTdLZmi0MEVb8GsRZlnK3YUacbpu/oaVigb+bck2v+gPxJR2tp
afmzDS1Q++ANpwO2kugboPetTNw0MldRb23PLq0wlwdR45yaFRbUZmr+S5g1sgtGpX4s5H56lYRZ
36C7UvpArWQozuvNPinRK7donZgn2Rz6Z5K78tBvv/4lscULwlpdOByZANJlIEDKIhUFPhOCWnH5
OFav9y2sfkhIgIM3dnljsRyUcqhRc6oXC3GVxrtezKXEHxWpikA9oAWfbdTzKqVrJlF4w2CKgTIf
XOjaPYNWUYJGQxCOs/xjEN/nVDmDywLVlT737q/utkKKgH/5WZmDZ8aTFkQEziNUYIIffNK5ZIZ8
IEheEqeoFFuN/IZ3j66ddqCacFWD6lmV/2RiF7eMJIS1PmtANpV1uwVt+XaOu0OQgZIKoSyou12q
1s79hfJMMnvaF2QKaAiTdY2ReJVYo/GzDZwsDMAK4NP4P8QzvC81sA7jkYm2yvUn7KepV0MB8ayl
sd/p4gdotHdFiZ6sLj+0U+wIue7eX+Ga16hLEQ4UC2ClYoNaVM2jlphIuaAza6kQSZpyulcL9Fkg
Hnbf1GqqjPO2xE8YxH/Xy5P1JNWKDh4aoHWjpANkZmE39JL056hbgnKsgmdd9qAHe9/waqiDx8Bn
VKCNWKhaBLjsnILKBRVo3ZJo/li3qReAa/++mbWsC9X1/5v5A6a/8M8Gej1yt/inCPaysH0T0LSo
Ci+aZqtPONF77bNBZRbfa+HU19hnaagJUiIv5BxIUXqrCYxfZjXottCOGLgzU//+ylbP+2VsYa6+
0OwNALbwtcAfBYbIp8LQCystBtBPh548Z9/GWfuo8xMosDk34tq3AwICHQkkzijIMT6jVz0NwgQ+
k1ZaapWa+tts8x06yzyq67WbaqEMRhoLlJjEUuqD4oMW8wjuRuAavxWVGVnKpHPi5upXw4QLHlGL
msuNAGo35gOgR6hZ6JM1QBatSBJc9bKVE877cPWL4a2PGSWEEWgELPt64YxGIUzzMAPOR9rWkHat
qYTZA5LNcrRUdTCJH/UJaJzIIKdHtdWiJzmSu73R1RGnTnO7ZjznEFnwS1BCMdiURlMGDbTUOVA6
hukOxJqgawGiYovSp/tOenv8YMhA90kFYl3XWENKP2idYqLSHzQHipklcMVldIOnKhBlnJN+65TX
ppY1X2wuiDNLBbStGGadaqvBUGOBNIqXQvCMMHdsr2kNCLNgJA/csPlhCr2VapxEaM0GsEyIiqiX
QMOIOV2x0dfiGAIuk5a1Q7J+k+uZB36qzf1Ps2JmoXrBmwBVBMxEMffaJCFdKCXUm2mjfwJ74usB
4kdYhpyoyLHDkmcqAsphA6RwbJKDnLMUvEaAPpsmccLhqhmITSyXCa5NVrZRMNHhaSqy6BcHvS0a
hQHt8oJCGSf4+jGGIgwSVdTtUOkBrPva08IK0+t5ZlI7JqWVG66h22nyYBSxY9TfCSSiDVB0ctXC
btOepd2HlxyKuBj9YCeDCKackyCGVSPLXsq6fpNL3NIiMCoiBYm8AIqS0HTv+8hKnJAWylMTq8TM
GesjvRImWTfHhR3ootcr0FoY/Bm5FmRbvfuWFm+7LoPCEf9aYr0kiIuwGUdYao1XzTBxhbpCoLnz
+F2TkZpAfJpzh630qWUs6d8xKJZ2PBiCNo2gzGxn2/mg7BUHhFhHzCK48bb5Kf6ULf0wbTTMBTzN
nFf/za2Gmt2lZfnafwKT4EEsY8YristNkcQHomZfPdyMCSaGNIo8jUmAySeTdH6hDKAKo9BLzzj+
cRPeGTPLSi9ibtWntSoF2MNpFEBGizEDQEFSR+2f8XbkpP03B5yxtfz7ha2pFOWpJ9g1uQWCtnjN
CYZVDM6+rTRvr78Nc4tAKk9tRBC02embeVDPo2N6AfQPh2/tPvCyXf80WTx3uHF9ZmFMOAlEKdbN
Bt8KgAwRgjh18zANDxWAkjVx0KUxla+etT8GIYMBQDcq5GwkkToSj1rWgWLgYziCTPiQPs47xY7f
7x/p9WFm3ByAjWOgAP2L6y9WJlO6SJIDhRUf4hw1hlMGuSdZeifDpgOvqmqpEmY4QgsZyleTgWWJ
i94GGjcQt1cZ03REE75MYDpqdrSLbBG0jFHicxa46v4XVhhn6RM91aLFSuOCFPlZs2Yv3pXvtHRD
Ytf7aVs9J68CnlRPPIKN1cNwYZnxmV6lwDMsY6Km4Se6X+eNJbf/JUxd2FgupIsDV9F41mYNNpC1
Ae+Mac2Oc6RXA+GFBSYFCQc0WAUBFvAZrUAo7J4HgVoZ51scQQcqB1VCdEAZR8gDU55pO4L61h78
+ClzNA9384a8QdXZtPsH8hF7EaZQDa85vKLHv7E5PrL4wNXF9scT//4AxkdGLTZAR48fMDoPgWP+
jPf19p/0gPmoI7qJDsr+u8K9b3M1oFysmXGOAm1zUuSQ7aBG8pJgaNnKgew9zFFBUFGYUDTJpifw
in5CPmR73/SaOuHVfjNOo8jx2JIKtslD1EP90DFPmJ/04zN91x70yBZ8FbBvN/Z40JDVaIOJA5RF
UY4iN6/vKh2axFi+dKyF59xQIM75MjQVOCbLQ9/oNh3Fcz3+mNs3iM65qsArq659aAjuyCjBoaaB
wvf1cRmEfJBrCSvPEylNPFGfxI3aC9ovMyshJmsU0uv9vV6LAfArdMiQjiKYM649xoOEiiUWjGex
lJbgZz3N4cQJpGsh7tII476wPcalCiOR8jPWQbS6yZATdfVL073dX87q/l0sh/HacaymsO9AfVFC
HbwbQMEKdmMZ5K0KD6jH2zjGR5EOkQwEqeCCMD/DEAK/zzqvgndbVsOxB5B+ESn78/plQpsK5tNG
WI59pTvzQXWJkx+Ef7Td8NLtI//+zq2ddxSY8WJEKWaB7l97HqYQqyYeIMFCg0899lIdJNQlaIlF
azA/FcGrwh/3Da5v4L8GWdEQI+sgPdbAoFwoLhnBz05aLwcT8n0z60f678JYAA4ACbI0VYudXd3b
L03iyL9qw+5Bwh62lpQ4tXff4roP/l2YfL2TZaFJtUwXH0w9Ql1VdWj2rKj/4dq7+F4sG6JG5SLv
KlhR6o8c/FslBxywdq1e/v3l3y8ubj0GNibMRbCpjHbShtaQ8NKrVY9b0jrM1kCNnWX2QZUqw+gB
Gq+N/ly3k52Mb7WogsMY9MvbeAK/4ZfruMt5AiIbiouAVgCQc72mEL1s0JXCoikdYjzwaeLRcLCG
TgLGguMFq/t3YYvxAtnIBE2rsX8RpLEFcHIqb/fdbGWA4no1zF1BjYmq9QgLFbSSkl1ZPxfhU63a
FGgV8FKD9iPZSaE3gElbguIQ5SUlywrYpASycLiuMOtr3GTmwZATqcMctS1E0oCBLB2NPzUWwHNd
J0bhFG2AsVhlrJ4yneQniKOnhY3RjOhBgvxwbYEimnfyVkOKvjT1DRH4bTZP02WM4jaBgl/UPyey
2wyojrr3d51nYjn8F8dCyc2pijMVqWCiH9OOWgFNjrTmDeGvno2LlTD3GC6X3ohnmGn6rN1r+lAg
tZV2yRgD06UlO8wsRpaahHu1KngjravpFziw/91G5mob6lKaUENK7afMtLST7AbfGqulG3GvnHOn
duUnBM8N7wW7miRcWGUuoKHtYq0vlyUrhSXKXp0+F5FfRDZEQe9/w9Wj+dcS285JkqY3whqWIlSr
wUJitTLn8HO8hA00ulLoel3AQobRCLn0ZMgbqDmn+MRbBhNhzFEqQdaPz9RLb7oBG8/3t2n1gwDi
i+RQRnhmU0OaJHTUKvDvxeDTEjU7H50kexCCR2gF3be0Mswn/0ErA/SGowsOnOtTlWZSkimLvGVp
TFag7Pv+dxagh3IUarRMC3dQNnr+bQoeSu0RZVGO9bWFApu7CI2gkkfY1IeqaYTyJIjDhrPpqX7x
NG+K1FK3rXuYHAx/ldahtjGhK3Daput2wemJYT6w0YrLv1/EkoAINBEC8E7jKvysI6jcjd+h4XEa
tRclbTiBay2ioHkGZCFQBCpov66NFQXqG8aipyKroj3O+zz5MSqGpRV2RPd96jTtP/e3ddWgimE7
EWrW+NuMQaFEilKiPAru22I/Nd8aA2XQ8RgZgz0H4cucT04IIdP7Rpc/yt5JSBoM4AwxfIX6+vUq
ddRrdCpB0DJVobqTbuV+P/W8xGXVCEC9QP2hfo8W5rUR0xg7sMCh1larjdcE87aKRL8JiXt/Lavp
P0hfTSwHNCzAaV7bqdHBI6m+PAbj7GGqT/MEpq26OaLK7kI9yYuq6FHVpacpaWwz+7xvfS26LLNr
eAMTzPOybUZizpRU5vL2GKkljIe++HXfwOouGkuFAed9maO9Xl0K5OJCT4TCXjD7C0l9KYheCI7t
+2aWC/nGIy7MMBe2qGQGdFORJck61HJl6D7lXpc8q/9BJJ6gR/nvcpjDLBXS0HeQ27ED5LAxCLNT
sLBLkFPmkZOvnqsLQ8ztHBsB6coZ+1bIIkSqP1Wo5WTPrXrqdIcW8aYxOK2q1Q8FeCFB8ACehO3f
lENninWF8Bimu2n+EMlGqjmt5DUTy1QBhJ4WdV/2vhSUBJVqATVQE21zfXQpGGRaHmJ9zaMvjTCX
DEnnRI0ojOTEeBRJdzZ5jWqeBSYwKArNiylH9Km0hUfipGWcT7H6mMWotLZo6UqIPUx8S8UpDoca
p7Ix3sUCqqX7SX4WutckOkvUjh6EB1TBZ94beu0MXVhlX2oRcu0MNA+4INMZ8oVvba1bpeFQwb9/
VhfXZc/qpR0m4IUAYo5UhB0JPVg/lqdzP77Xs/lI5p85SJQsPf1x3+Kq4/3dT431CZoqRVrgMIEE
yiYgLlK6p5THuMfbPsYtcrmRwzrAsnrTn9PImolV6ZYScV7sPDOLd16kE4XeDMqow0yJF2cGpq2c
/GiHTSlyevG3CBQ8oy8/ExO51UnKdHmAIQ01/XD6nAN8sIegfKrHzgrT0sbQDTI5Hkpw5XSh3YTx
FnSDTNRHmW00kzBp5OU6zHpx11L92Hcv971h7XgtHS0TqFkAeSBZfb2FgVYMI2TOYEKvjtVSFihn
K45ADZAo0HusUA7b6Qp1Bu1jDD/QO+ckwiufECg69MhB/gixbBa+SvpOymMZl4iIsc+h8BMIkojf
tS+P1qm47C7MLD/jwlPQ4QjVVIeZtoXWVjueWrX63VLRub+dK8f5ygyzm203V328qDpnTfKgdglm
BP9H2nX2SG4r218kQBIVvyp0mJxndr4IM7seKgdKosKvf0d7cb3dbL0mZq9h2IDX6FKRxWKxwjle
dj/a7jWrIg+0K5KrfuVmxOgb/AAQJYCyLO5eqilqk7a46lOreTF0TLH2X3FEt8rwCJMCddOnmwzf
d1lHMoXbWDGUwWw6fXFZAZsfWXbveQCx89JOgm684qmAf4O3EZqONcRMwmLWLStosggapmrbO/GG
z8VFM1PJm0QmRtCHjIzagwoxY7dtrLu03eSxxMiXLxW8/DJXtYwqoNUXEdOx9XVRU5cZOMp8PqAZ
NQldhqyVxxEydbLi6qo2YGs1MSWO0yw2FqMtCkdqETXGQ9BbOzL2fi7Ll6wLQT/J0pqNCTVhZ9qC
gI3OdJB1QrtVrj9PBCRjsrGwtbO0DOsDpgovDrRbHS8apaOu0B79OUaqbaMYlY3UyILGmAKXu+jB
H5E4TSrJTq1phoYagPlh9dBzuPz5gZ9IBwsP45oCY7NzVN9lRRPYLh82CZklgc2a4zuUJHikecYo
ppVBvdg1ABpgXAFxck/LOMBNsz/vldaU0pf5QUyyEEyWCErxXIlyN0MSuB6tcFDTLUutcGKu5DZe
s3IdDaEo4mHiGswox2vXAJI0rxKkgNwMCFzAjcIqOpcAVJnSzXmF1tbuUJJw78dKMYNrHgqVymYe
wQNqf3I3/P6QDIz7UIywbpqiqxTqQow539oDJiGrb89K/xbxG/kCbcEnVDJ5kdsoiSKjVZRfE8jq
3Ve7D4dvt0YKUgQXl2QaaTDcCejq+q7q91McjuP2/Jas4AwhQYppX8cA0To2X1iseuRFpqYmNAH3
Vv6rvkoeposnxc8vx525YZfJ3r5APfdW98ob0A1c3i/cwDL6ljVLP/wI4VAlReH2w/IR3XQzmi9K
n/iqDGdOJkNwfmwcGG5cyHCMjUHfBm0E2Jd3fjXXfB8K8ugfRAu3Afyy46M05no2gloAich0/qyL
+IqT4jIj6SbHWL0JtDlHi2UINGuxxMJssmTn0GgtRmImWJSGjkKvBOM8mnqT4tpoCkBiMOpbddjr
KIhJwpc1j3EoUtguXus5rVV4jKawb9AR5+tD8ZPXWli4zobbstZdmYbCzhkMVAaRhVWdqhodk8b4
EdVKu895+1Zx9Yfq0ipEq+hNAQIByYaula7Qg4oBMBWVIw3/Ot7RlMdpU09YXbSQbUiS7DVL9zVe
htzudrhskI1MAzChP3BONgB8Dx36oSr0Lo8ll8Gp78RclYmOfczPI7IS84VDDuLVZESSOe9dcILu
k/o9dd4s2XjAugX/sSbB5SggABzzGvrOtjZu1Rr5QtNReVDYysdYRT/USruOTVlF5VQ5OCHQAC2t
a8tInPicngt9qpXlChou8VojY+bNic+ir/PHcy1PCTkYDgUcD9jWxT454DlXI9Di4Ox061rNLH/K
rQCzt9tGSS+L7EfnFHsTLLsmnXbU7H+eF796bJb8IRLXC+iQcNFanHMGNCK8maqfXVbgpCQbnXJE
Eh9grpJY7uqSHggT7lpiqknUtjZyYXr0UFsv2Zzt3ZZuTOVvHjP4uX/VEpwegL261GJQa4pBF646
l3ZpIxy3d/1Y3aadGrC485xZSh4j03D584OYr8QnOc4AuXFa7/Sc+SnQ6UzwxnI3vx4nIG5m2h0F
sKieqruo7x6L2rq1k6HzlC7fNpjK0DDh/xdb/MddiD2g4IrO2dAvxwcFgzzeuDSwjCBC9W76PC9p
9aAeSBK0H2zmVhrGynxjfDeIV+S7HMUvNIlEC7kbl5ju6uV5IE1wwdWkAtFt0SshhqdObxHS0xqV
2axMiuB84iEzMXm4WJIJxpbQMJmHIFiyRau3yYEqy58fmA3pzD7GMAi2qO/eiNtdxb0V8OgFRGSh
YSVhEn+UYLM5v1sSzUSsjK5RrAj0ZkvOXQ+MWPedNtnWSie5mJdDLT5YgcyKVxDm3l1bbPK387Y2
3QwPPGoDXSW1diBB3/6NJn9E6MfLByaeZKQK/ErL6UVqx+jmj1+ieZaIWT3cB5oIvrIiXeV0EzQx
JrpnbX2t8QetdNDjY0nsYa2ki25ZA8MtoAY7RVYy3K5VSOwi+KS9N47ebD7kmDAhL7bxNs6bPro1
MQ1ugJu2D1sZxZ5UurCeMcLy1mBQVEcirTLurfgidvyhvtRZmPefFr6EgerI5zpaBIfw/GauOpED
1YVVbu2h6dmSEKgShtelP1tbmvQBLZ5L1zNk8MFr6dijlRbuJErjepkkgseeb0wOmJrUM/l2ThjC
tweiPOR6MKaS3oNVQ1p6oZcDARCl5WQeHHfgWgyqW0FmHcX7knHPQsG6dJRtDxXPr+bq/Q6wVgDw
YHgaQ77HovhkFlOkIzVgxhwtiVqo9MY2x0NmNt4QW347INSB5LIYLEZSVQAxHkubKmqYioGpPzxF
Wo9l+a+ucbmvU0B1z7r5fF631YQzwk9QfoE8VVfFXBitXKdVTYhD46OxbbP6qmubKjA7Ou55Olnb
3iI/gYXeYj4dXBtkBAZfHc2PBaCQJL7hdJ0RCmOYE0P4BLVm0ZkOFSM9OgoxS+0MoT7me8vNgrg1
vJz8oKMh8amnrvtYmnBAZ67zNGWQ1s1a0Oh6mNt3zfjtZOYiBIwAaAlYssKClepxNlLbTYDBUgw/
F6S3O8fmz1XaVZJkz4o2MBZU6gEUtfBfCFZjGko8IgzOfVd5b13q9eAzkXF6nt6wZGmjwJA75gWR
3F727+DIaf045Jg1wzG3PvNoP+cAq9szG7zC2WVVvY4v501zTSX0/WB6FBkXZByFC13tVKThKFBl
silUnJ3pPM7f75ICoswfEWIfVq0PAKOoIYI11zn90Vih8n3uE91GVGLAdeCIIQ18vGh60ZERATuG
eHP3wugb32js61yaoVjxwahdL0u19A8Bk1tYrS6lHPBsHGWA5MEpP2p+X43BMHEfnZdxGbbAsUDJ
7/wOnfrgBXkceD/LWArAoATrVhw9TqoIMlMggbePicO8ytpXQ/Q/ylm+48DwbL1PqVqiKDbZftc/
TuXGnm+Z8fq/aSOYd50OphU70MYEKXfsgCFTezRU9LY8nZezYtdYNfhcTB2oLqBjj7Vpkrjq1G7R
Jn8c+H2p3jbG9ryI5VOP48VlY/6IEC7k2Kxn111EjPYntfcaC2iFhqSvWVbHOw1McT5VHSg/FgBv
cFiOdenazlSmZXhjrO8pcx9Up5dUnVYlgGALk/eAy0Z26lgC0dI4SiKU1HoGOqhXg3w7joAGqC0A
NAFJChRPjn+/j+upHX+Xz+znlmwIYD6z6LYE/+L5LVk7K4dyhDeQPpZodx2QvLaKgOa5R+1nmqOc
a0j0WVsvFI9RvkXm10SVWtCnw2uktpBbZkA5qv7JB11yb/7OHAvGhSZp3DQaoAnxYBDs11LsWh05
XnP1FWai9u862M+CJoze2+0UFp7qvVzrF2Rjhpg4nb3XAtMO/IIGyBV4yIagT/sDoAPoFJm2sjfM
ClMNEhbYRAMj5kuFRXBIDPOR5VTiOdabtdeOT2ofeTFo4DHG4rHq2nW/DCu970i/ydJ7lbc7VE+f
ep0EqsZ8i1ZwX43s8btyFpHbA1wprhrAoorHnfV51GIgHk9EK7+M5v6SJdqWNOZmwrGcZllrxJo4
IMzjVFrLvSPGxVWVZ9lgw84YgMt+THaUOV4xg8AKHHJ5m3vppBmDn/aNuSuVAlOrhsEBGjjawwVt
KA/dfs4dD8zAv0EHHLQNqylvnyPkhu/Mihsypp0Vb4grGEgAaNNEel0sK04VmTuiDICWmneT8aqm
V0zWFLUqAu7DUgFZiIZJ4YjHXNfYbOOW5yMwgPZTdoV4+vzpXrt+MSj1R4ZwvCdTa2jbQobL3uZ3
A7uLbl3zHz157/l9Tpln9oVE5rpaBK53QdkgorE3ddcDRRqYcSbbU/qVmKFBPs6rdfqOhNEC2vy/
IoSLNwJUSYFNBwheFA7KLvtqzSAtb2Y31Nu/CGAPRQmb5E4UqGk9RLkOnKO2G5J3VPnOq7NyNo7U
ETYp66eh1VTIaJLJS8CKab9MTuG52iWReckVd38kSri2NLthkVZD1FD91JSLvP2qQQZDt99WCKE+
8CZQ6EPTovi8iGYeocIL3zKhdOFFmRoo83jhJNXVqHS/yqSXmNyamUMg/L5uLNCVJ49TO7ZH6ixZ
DYUBZrdVgwGw+kCCCOx5CljjItNfgLwcjIVGJnNty9UlXjyAHQUNBIwdYadwtWEYvlX6Ge/wkbsB
G9SdorobW8VMDzCHlZ48z8mA9zkGe/QnXtNvz5ETQCgDhRdfgB5bsR5XIoaYMYeN8JB+DrHj6a0s
Y7ViM3j2/m4JAHggfNXx1Z1zOjaER6hkRqER7xvtcizDXgbgurqHh2KEhy+gNBRVYVhG9aXWQ/pM
PtUfU4DCiUE9GUnSio86UkmIFcYy1jqTQha39wwo8Elz6zrh+UOwkmpb0gW4WQGXvcC/LR9x8Dxo
2ZzMrEWTSGmOmwxTnR6lrubbnTZtOzfLvNIEA0ReZRRpqG68QcM5ignaYF60RX/Pu3mSfdGyhIKl
4vYFJgWyfICmElvX53QA42eP22BqshClIQ9VNy/q+aXdWH6ks53t1jcAJdsCvOg6tul93Ej6mVdc
HWr+KFcDtBH/FK9VkkQDyG3SBX74Cz0NwPe5iVTlrncHdE2MgWQH1k4mjiRgRZFu1XFEjneA8BYN
dku+sdYiAgjz9sqNiB3GTdX84ImVbvDiue3obN+AE+c6dRQ7SOdMckB/77Ow6iZsQIdbgn9Ct/jx
V0SmE488ipFsqa2hA0BxQVSfWoXxpLipHnRZz6iHgYIyvkQ3OQ5ZkmZomNJKbd7bdsqeRpL1s9cp
tvHhcEqCTCEgZQKhWHahNlMZh9mMX/LazmqfKjfRgjqqYwZEYnC10tkqnnWrwy3cVdqT2hnKV1O2
zdZNFf3FjKJml3dTAQo8Y76KE6NAN0QUxR4tnPyup2yUtUyfHj0AsYNhCiuBlBBYyo5XQ01slU9a
gqOnz4GCN/k4vkezbKBVJmV5jhycvcgtC7POISUhl3H62A9osJwkt86pX4QmuHYwoeQgQynCC9es
qKLZhYwG0G4zQC6QgkRnbIxyy3k7Pj00x4LE+MAtu0izIWjUMduo/KTNtUvCmXkN35yXtFz/x6Zq
WBrSdATMN8gJiY8CJepzd7bhslAOM8tbngSd/cirGxyVrArsQpKGXInjTPA/AC52eauD5u94l7IR
FRKdl0C11gEqodt3pfmzQ1tJpjGvd8hmlI3WrFTk4XlgfcsrZOkWFSSm3DKG3kZauZ9C17knNCj7
19J+ivlH794nKJbhvmmp5JF9ao2QCksB8DBQ3pFuO9YTsIeTaeeoqgxxtxu1CBFKdmsxQ7Kc69o5
roteIDSkYW7vWE6KrmU2LDn6KgItY/HZTmgmvpxdj45oQwp1+4IDyqbWvm01UM8FEwCe32jlEOdg
HKOzI6tAktfqnuf+cawvaHrVKV6mPKtsp8mSOyu1AUxdAnoIBBWANEYP4bGafdXXBQYHkJDvngse
jMRXsyBKQnCu2Okb0EgppFo3Tr09fzpWchhHcoVzCN6hUhkc6Om03Taxx90wySbolk8/PoBQDUkl
LCZ6Rk4qqqwbOj0vsYNAq6rbfTPspgYcZpZfgeH1vDZrRnkoSoi3soqi0R/vct+hHZ4A1s4BOZRa
5BLjkGkk+HuaAmKCxRATAYWoHu/G7M0tAHk3/QJHukSlNX+C9mkUNlw4FHCUHhvGUmlvywFEGCPG
Yt0HN3U917xn0WMPqlpLVmTX1+xh4VAA7RUqEJboTLRG4Q0DyChYX7y5Az1p/agDEjoNQQHQRi8A
j1KM655+TJVfODuCZ2oN+tIaXRNbh1+qxi+mNF5RP+bzrrSCpCwezu/w2tIffp9gr1bTgsKdIvBI
MCCvenzaMPuetJ9dIglxfpdxRLOFOwU2EdJ7cHGC4yEMrBKxiZVguKEA5JxP6Ejzmph5XXbfWFMQ
a8TLujLMK3j2/L0ml1Xk581Pk1xk40vpjJ41+qp1P1LJ3bkahR9+mmDmvV4TtFhhEZriclILLH6I
XDpLA+I+pcUG4N0821UKAK6LoPyLQg4gNSAeLeKWftIs2TTIEiN1n/tzrPqooHqR4Q+yJqDTS5sc
CVnilINYJ2trtwSGBG4X7UfXeWa3tYsNiZ8Gc1dEt7qsG3P5uZO9PtBpsboDcU0zmTSZIM4yU9+x
PIPcjAAmcGXPzjXrRQISZHwAArXRXXUsp58UwOtV8LYkA+JoumfzQ4xni6F95DLwwxW/gevy9+gU
GvpRoTgWBeyTFGQ9EJWkjxaSYoXNPFrdUs3LiI/h+/PHcmW/jqQJ+zWkOs2VpSaapXvQzABGKMYo
leFZAEU23gmASYAqc17kiq8/EinsWQqsmdLkEKkzEqpdHwzVtSozjJUNOxIiuJt5SNMIoPG4u4bC
a/ILxMFYVs9hAW8kkY6+umM4T8j4ozaCVovjHSvK1MiNaVnD/DEZ90Ny05UEgAiBSUPwoiep4cf8
V1v+SqyraN7ZhAUDsOyJunF6H221Hd2wKA+0PsQwuT/mvRfzDSKKDPw08e3gfv8SRBn8z+cKSwP/
2Jd6gt9n6A900Smtsa3dfA6KE9q/zm/1CvIqMsoHsoQUH3MwljwvUUrUfFZm0CqvCepHbudl8V6d
QpZsanLlaqFe3XUgbgIFX6M/uOZbXsTbWnYFrbnfg6/RVaGhuVXzaFBVfI2LZUZ7Fb02uW9moDri
e6ukXjS89WzcmuZdWQTD+Bcl2sP+A7FYryAn0I5LaBo1d6P7BLRCoGpdjLHkAlw9XwdtDoKWyhwp
bptATNm+JWwIaL0rGxnl0JrfOMzeCH6jRqM08FmQvSHOnk//WPxJJyg9XwCArHI2ibqVGNJK9gQz
n3gMoj4IZhuxoMbdOR4HDdQMPUv8PgYb9LNdhXl0MRqzN7qvYFDRO4Q4El/1e0+ECwajQaCEQcJE
X6YMjs+2XShg1KkstP547Uv/UYTkkwTxrwpdal6yB4Qr/RV71Wt37VzK8PhW9hGiMUsDZA6gnojt
KhnrmshG68hS9XGcoOi2fAzPL+vKLmLcTrPBpgOmSGC6HGtXF3Y9NgkA8a0mARzzxlK3oKBD2cwz
kwC+KJW14Kzc14cCf+ddD+5rSy+ZVi+sTsQAo3dao9V9P/dXKZHkwdfW7kAxscLLVUBUGIWL94RC
fcdGMmn0WtkZkAkRojm77s2yhOf2Y4xIupFP3NeBSUbuVu4xgIqgLWppWYElCHdLZilzQTLYH+qZ
V23V+6RJL7sB3IHLVLeU12LlKjsSJ9wNwAUjVFFhc7n+K2sSD6h8Xq6EjXMBCgjprLhMmmB+zOzR
eFRCmm4FLP3AwIlnsN2YBaZ+n/Vf52195ZpeWBeRMUb710JlISylbeZu03U08y9RlN/yTf5UbacL
tm9BIO/6ynPiG7f0CiObN8o7mnTCepteBXA4oIT9PgHs8acIywxqVqvsbQUoGm2Dx8ZFZ3APTHTn
FT49axCCYjoSgiisA53m+HCbc4FK0Ah9dZS0jT5oFJAU2w+2sj8v59SJQA5B7yeKXihTi+FPOtNK
rRPI0bSvzA6RxpqbV71MPQ48PXvwY1NywZHlYB075WOJwvLhXZ1qUQSJ5PYdvMdvbfiY7sHYEz79
dL35LXn4WbRh4rc+sAnrzjOC5Kr28ovqkW7mkIRI7W1lBZbTc3r8SYIp5+pQaVOxLHYUsnLH3Yu2
++GaQdkF51d7pTR1KAlcG8fbih6dGiQmkDSDVwhJ3igCwm4X0WuNpOkmcQsTkROrfhmxRR9izYnB
DuVmT5KvWDWufzf9hGlOnTQ6DEALBPU7w6shjH037D5z1bsD0bDXBAmOzaWyk0H/ri6zsZDuAAfX
PEUzZC4jhYrsM2j6Wkwq5Pq9Y/8YzaBhkhtk1aoPJC0LcHBTFWaqsnLJc2dDHbhoVGgsT0WHfGXs
4uGVG/dGJ6nury7pgUTBPzlGBMwOAonE3lZDOOs2yhG3Uf0XlShY0J+qh9guZoxxOU5LPUK1wWvh
m1rrcQ7sUNVj/VdkPKjJ0+jeYJzmvM2s792fYotguBFVU2qVi34aIOqAP6ncWW5YuqE6SF5kpxfz
kYJiEVyjDCAxFSQpRmjm18N8p01v55VZP4Z/FlGke9MUpbb7OMYsyIIiVIUFktnd3IZulKCx/5mn
njLtuQzVZUUzC3SaSOAjwYX8lmAjaUwod7IEsX16ZWt3uflWfD/iQPbwQITgXEHsZqXDhBxVVt51
+h3jz03lz9Ot3kvc+ErK8liS4DPHBp1IKBHiIfqWfRg+A22Fx1+oP2zoFbnxmsE3vPjjAjHPbXtB
Uu/rS33PJfmP3/23wl2CZCkKgLgn0VgvFsYnQKstSHEIsDSP9J6xdS7Ujyb3spdqm1+WALa8GL/G
dqNLXhYrp+FIruBfmh5JSptDrhPd5epj2viO4xtw6Om0+76pHokSjAa9a45dW1hnJ//qlDfrn3jw
qxoI+P211rxo6TWNeol2K77sSKRgRLliGECkh3ZIJw3a26xumXtVymo9y6+c2zvBgPiUtfPkQDFX
+zXxD6IEkfvQxA95sot0iU9Z1QjQjEsP3pJDFUoHaj+08TAg02ggUcBRlUtan+ZXpJfs1uoJP5Bj
HN872cB1knWQQ+db3Qyi+onLYpXlJ8Rlg8HDgyBpiZYEwR7KzokrPUK7faSjm1P9IrJM87oAAC8C
VxINUOKzkjjIDtgzxv6pBtDwTH+czUryLloVgU7IpTKFxi6xySqLNdCaoVsTXupXVT9YGF87f2rW
9ntptfyvgCUGPbj/407Tx7ks0DlY3KsopuvZrZ0/xLJwbm27D8UIZsXShuOmgh5xu5/LF7vx0khi
UWue5lCEYFExbWk8ZtDEqV6U5IdbhY6CBNyUebkMpHV1VywT8RkB1MMJ8bWTGYPWqqivmcmV0dV+
WzSSbZFJEJTJEKxU1VJV7nAlIA9Um5IobHVDDlRY/vxg31lXI4fnog1AiZ8T44lMAFYfJDuyKgPT
TsvUJZJ+YmmQRnPZZCNK8NV4qyiBU12R4uu8+a6ErwsU0L8iFvM+UCNntM2MGiLq6aZzvN4NQEHO
6+tG2fV1E5S2bABwzRcDYxzj/SCrxxCCsG7obgD5J0HWMZ42jdUGeoUn1xQo1hX8c4OO9vP6rRr1
gThBv850YyBgQZzDrgZtl9gvNgkmtqtlHZXre/VHL8FZDtwBPNoMQf34bqXbBi23hsTkVnVBEWuZ
nVwqxcI15jRugUEYJORJ/TTUz0m8Nyha8R7TVBJxSQSJzGtNP/RF0cDxq9OOF0+IWvPa5+jLsiQD
FquL9kcjW0g9UBBRdRoa3nwrflXyysPgdOjKkEJXPfTCngiMKEzWiBanots+Be4LTJx4Bsb5mBOo
PUbZJRHiqsc5ECNYmtalqRZTiNHVe0V5a5TgvCWvvSQWQAxs8cJGgcD++KhWqZWW0dIo0MxF2Cjx
pZNmAUn0nRYPl+pwM5Ylekn0svFKt5V0e6+URJAlMNGjDih5FMvFvv+0JIntdDNc0Y12WWyR8g1U
xUPhdktGLwrRSTZKRP4eGBTDj0ORiyc5cE3wFD0AACFS35b75OGp3NPW015dvwnqL2QPtvGNdq+9
E18JmOIpv84v95rVgFgRDPKY08Tfwmp34AYAQyUO2+jcVlnumeluUNDztT8vZu0EoA9jiR+QmXVE
CNi442RuHZyAStvq0T98up1sWf55pcUKm/dHiIj4CmKbHihEENLXPlpoAt25juwfhr11TV9DPbd8
SN1tK6NTXDsQh1LFwz0RFG0XqW15mXSVV39/yBBqgUEWewQoRfTPHBsI0/lczzUORDcqVu8bdtpu
CabLGzDsZBbAmnvVLSSncO2+JOicBGIpmtQxXH0scySzhhIJZEYdCNc8TFen4HWulQaMdp2zNQdd
D+q2Tq6VLkJubyq+TWpqHCltCNkRFJDbzFmUbqqPwt43zo++35y3yXVP82dhxbxIM3CgOs6QoVn7
uNW8gZloPrnLu7sZKeI2CiolVPXwvNS1S2ch9lkw1vB4Evsq81xxSJ9DqIFQKidhg0MXubmn5C96
KQmsVg/3UiFEhh9ZfnU5lQeuRS1Iz123R8mMJcGcliFVusaLwfRcgyJFEoKsHvEDYcLFMFdlHo0N
xlfU+m4ygm54zhzJjq2unQt8A8xUAF1eBL5SaGznZT5gw5oSqD2KZzsfeFijBw8TmLEpUWj1DPyR
5gom2FhNhx4YKDQlxmPs/JjZG3Xn+6JUL9XSQayAKQFD1mR4apQO5iSXmWzEP2iMFz1losaYWKlq
BmCMfMTEUYeMwaRcOUnyTxYDUd+OkX9V1TLEdDMNGntgX+cN9GQf8QH4AfDIoQEc05qC0VTTqNd5
hw/QGmRB8T8DUW0aPiOl5eF5SScx8m9JaNCDV0OwJ/boLRBcaWc0zHeN6LXMOffdJq3DjgD2Fuzq
BgDcPWbak8S3nViRIFa4cFMgx0VEg9gGiOAGDxM7MHAI4zLyqKxp++RyEGQJvrtkDMQ3ChYzaW3w
f2NDa8kZX9+ufxfxBI+AAf8uhRw/cW4soGsNwyXLPs9v1IkfOdZCLL07uGDmqMOK0fIrQRCSxOCK
V+lt13BJ7H9y5hZJS1ESkBFILokTU5WO5rXegDYZCBzsfgS2HqZJ3ZeZTH6bZHcFq72pbSTZE5lU
wXWpVhKbkdHCItKLIVeD2roChYw3aWhWLYCMvIm74ruuTFB0MdJD1xwPtgrUQuYbHDdppXmJ1j9m
ZROopoJeKdmY8+oOHqyrYPNJzzh4ICAuNyePRHuL3zft5BPZ3OyqHDziF8KyJWkuqAWY51Kbph4d
vW51GUe2b/IiVOAprVKWXFk9xgeiBJVAguxyk3fwUy3oPj+scZdkIyDQSp9ZMmimdVkArQAsLrpt
RKSMXneGuihxAEzSO95UfdhxftHoehwAAmfHDCm30El/z2IeC0rGfwQS4e4xbaUvuQq/AQagvVob
FyBBv2ypui/7ty5ubpHK9AD5dtUUKo5Jvj9/3ld9yoLj59gOkFtEx9yMeRXlDXYxV+ogbYgXzZ+R
GUn88KqtHEgRNrAq9KrvUkhR4yRQer5X43TTZ5WXS9Ojq7cq6HaBz2sjsjmBHXHaemC0gCylC3We
B5kOtPM80GlQA8bbwZQfxatZRke7uo6midAL0xDYTsH7673VFPkwwK9M0Wa00COFonRgKZ0kGb/q
v/7IER8+U4xZrULhDP2wLmLK97YMh7L3OBiSQRhosp+Yw/ubu/tApPDqGR00rSoEInNsmBsHuK95
4bfNe6qVnmpJHPRiCkdv5OU4HEjTj73l7NQgRnSwkMbg6dEjVR4s9zpGVIaQVoaGIVtM4ekzWKVl
lCpkWbwJZyUAdEw3Ixh5KbnfjFqQSZN3MolLEHFwF2S1sqCMQ6IGmO3O5EHq0nAAxBTFyQZW4HOe
jLfgz/l1/pSvxiYHi7pY74FYzDAm3KkgdhnXQR9mEBuyEPq04XXZOISShg5MK4zOCIupl+BasJMJ
0YlyFfMX1rx17SVaYjR9lyIPVu4KYzPPeAGl944ae8CfGs1Lu9+T2mc08c8rvHocDz5GWGeWFC2f
cijMrYcCQ2ZIjgJwRyJkdVUPhAirmhOAVw8NNM6yC8LGsJlkNZJVvwkCywVZDu8gMV1uY6vyjs/w
ZVhCDZ3URuSppeegI+Mv1utA0PIhBwaSGSSqU0wIobmz8yqe+pS8aJbEd51uiqHir6WZz1lwgQRH
wnJNz4HPD0cCjBGFJ9uqNzYVZrHP63K6LcdiBA+i2AklGcHeO7rOAfqnRuGUdLJhhdOtOZYimLsC
3tGOd1DGmfWgSF9YnnhN9DmY7+e1WZcDDC3wuCFKEAd1nbE209xC7GN01lZzjB1z7dojQ7cdLF0G
VHLqnqAU5t6WcVBklkUsQ93J5hpAcWAThBnE0yPBaIkdxGguNtMQbw+cWonhrW7WgURhs4qYWBnN
Vdxn1nxjt5hUcun9+RVcNbsFHPU/iDeuYNvcHkGwNkEpheSfZTkYr5lhR9soc789egGiRBxV5FgB
goFxWiEkzmvga2iTAUzirLrQ4x3vyI3R6l7zAyhI55U6JUFdZGH8Eujv4Dw76ZHu20rPnMJC2Dj5
2ttGfRw9/b7y60tAW2doQxveqN9/arK58d8pyOP7+ViusGEanmbOZJnMt70n5yK/mu/acL7lm3vN
z/Hfeq/c9vjPNmbpvSczHH3+2m6V0AnMkIXdLn3RfLSTBa5fXVVBFw6v5Nf5ldGXLzj3hcLJxDAl
6zFthi+8jbfxU/0KqAHfCdwQX3BZhwOwpuYLIHQ8lN5FvCUeNyUO6DSEOV6ixeYPnOmsNm3fj/gA
DPwx9qpZT0hJG8XdRHBTSIx7Jdw9FiZcQomq00qZIUzHHI1xTUxk/hJPBSI/20T1I0Mlo5a4pNMn
0rFI4UBNA0/LJIHpLVB4pAfwqI1eh8rj0c6W3YBra4mihYppMJxfVKeP15KqTsQrxcaRqrxRIRh4
iLyJN/5MedCzSxklxWlhAcfqUJ5g3mViG6DohLwye+6ALareFPU7Xn++W10rE9oSl8ml1g3O2+ya
30UuEDQseDlgcFZwHGM9KnGWo4CH6C9K90riejkNtdj1MoCcq8+ODEZ2zSdichtd4Zjtx1zC8kEH
JuomILafGgjsss3A3u3qZYwk5/C0wIalPJAhpqsaU6/1jim4uRh7nMs56PsPniXvRoGK5aTdabVx
WZt5oDoDqJwo4DNewa4iOYunU+rCVwgGlOZJjM+ApsNQ+7X52UTlfTFWGw30Xon+Mg8UT5krRUm2
jPdAOsslRb+1w3K4CoJBZZVmFm6JVbBAetPUmPswXmftykzv7FFS5F6zokNRguOrSl43dgtVVWQ7
WY3hSTsg/S/SYrrFz9qdzf/G+RxKFDxdZZLUbmdIzKantNmOhU+rwgMEYNDx59amIeZtmfr9TOux
YQkubwQVsTEvUkf7uTIAWS2LuWQLKTg4p9DMtq0hoC1nYLCAI1sZUBMrEzC7VCEh0UuplN5cmg/n
3cCasztcTsENKG1U15iLhRsg3DPHRyPrPLuz/Tr+J0Wb//ezMss6IkeyTG6iTCXYy9yhGJ0D7Mmn
xdfQcSRjUGcPCu35vFbrvuaPGMFI9Cbimr2cgG5Od1E7XRudgWKbbBh1LVA+1EawCjPpqNoSiFHb
hxJAM7NNNmXt28DDP6/P/+NS/igkmAdpoimlCiSxuMbQaheayas1B7q9JeCONjfLE97ErHmADkRP
IntxV2Jws7Dsobz+G8REcGfO+H+kXdmO27oS/CIBWinplZJle8YzmX17EZJJImqhdmr7+lsa3Hti
04KFnIsAQZ7SJtVsNrurqxqtmMyo8frM6n/x1By2s3DsPi9tR0A7OOwelNJsXqfOrPyuFsWVaZX9
pk64Elz+KYuBTdPR5AeiHv2r2ZmPrhAjIyK2a9Z4vDN9ljyV0F7FK8E0N3a80ir46gWcrfrIlnRd
hYPVxWmDVdu18ON+gk0Ym5LnCmoutfvOjdHHMq9bK91WOnm3S0ZVULB3Q39Qu9+KwwO4/z5TP12N
AYXvAuOhbJM4fKhqDJU1hZe5aziItf2RTpfCyhSaDPjNivpryPd9HZTKdYEirrr2FlizJB0w1zWN
hHFYctzIK+xNXj4V6ltUsU0B2erLX30xNB59CemURShgmaLEV8+zoK0h7etB48/LSUm5FXuKeNXi
l8sWFzNcEOv942jScUP2otgTwXGz7G1i7RWxUU1wxYIqDSPt4t4dUV9aw8AuJy9HRqVQ7FZhLFob
e2qU95h2oKp1nTWv2aRtGi0K8rqlYi4Z3o8Ord2rdFw5XOfg/DltmSd90ByG/JM8fVsB9WE3LZDW
lnbAhef1BAh9tpuSWxzzsv5wgBzqhgdt8Ej/1LtXRH21V4lc9GXP+vMrpK0301GUvY5fYX/7Rt6h
rbOt/WQP3QGVml6L7I32vrovvM+SMvob7UI1SH0lyDauP71fdoPFu/FoQ6QPolVTVyPiNB6QMSnV
+w8UMWJq5KMv1GpvmY0/iFWgw+Jb8vgzSEEuA1Ug4CKwCgpLmgeM0V8f7m1Mw58Mz0hoc2ADWkoo
uAQgsrRXdn9P1CY5ghT6Yp2nRcbwC9KaQhcQ3FV+UQ4r18r5XOGpFRkAUaAAnmQWrKjbhm/ETt/G
lOx/1D7/YVHj5+hFm/I1VKjjx/v8qtu0FHyl78bDp+bFQbEH6Ymf+uuHcMX/5HqUaFrD6eafFQ0a
qPXqklhBCAQ8SFzq4VnpHO0BUMG892xQel01IobOHsguxC9TS0wTVN2j+wNizcl112jujdpyp6VR
7prj/TSE7XvRpdUBaM0QAGHbah5ALSCCkSXQe9H71PULsLBt2nhQBG3L0gU7BavCaANOvgrcWla7
43YHCh27QlW2UrT7QRXkEdWHGMVa2zZ3ISudV9704VVaR2NEwX0vfBwpVLyNfroFFDnbJsoApFre
FABAKlDtA0XFgUNHy0dxGQzQvG6fs2Lsr0LiMjDPVcWMIXLymwzIu28FVPK+uyi33nAxlRg8BDYd
MMais0kQWmZ+ZQD/Hlihrfo5KOHpECtgvikb4z0G3+FdAdfmvjtEJfrQU+5PLWdPCtjZKHTnnLs2
60bogJu1aCiZJm3Xlo4F5oZ2JJ8qNvCaVVEOJkVbqBhdckvVoJXLhh1IwcO9pWR2jzBdtVfCdesX
Z+rGJ8txqjtnGNi3Ro3SK3DyaPsKxCKbrO/U33GlQ5egqNX3rtXdfZcz/I+hU/OgHO1qxCiW1u5r
NKOuotRU79WwBwsjulPOc6d27Q2rRlL6VaXmP8PJVoKQERHOmkjGTnN4Ce7xKKvNKwGOa0J11rp5
gFKWKWgdhhZHsykVA0U7SB+pk+jawzg00b0Z6uBwLMosvG1cot/hoQ6eAFI5/MOuo7ChRRJBTrmx
awW82JXt7lQzN+/UMG2vGDeUGxfQutYrVSfZ1CQcf5OGmF4BhFa7vRwgv8rn50nSP8HalV6a5oRK
YarisOg38QNywY/Ev0uvQv8T+q5b/Vuxj/3X/trejwGjylpd8BzbKkUQKd3hrCncbo6UzvaHQFFt
xx7Bnjnd51R/nzbOJrkH54p9sL+Ft4CDMromwrmYmLiYWSGYiQGgULI/ZjjWZpRi9W1h0nasbog5
OZtQ9N954nymtTjYOT6aVYz7yxu/WDNC2QbDH7PuOxB/p5lwXBk2LwfeeJnWBKHRQFjJcb+nrDKD
2uhwMxAFSaeCsqyagVlA0VBIKop8pdAw38Vnn//oV0h3td3WhaOi7+WhJ3UbKsPWVPYT31ZJ719e
72JQPjIk3cQdOB0VNNcaT1QC5V6RdrRMwoOlKu8idiggrCu302IGCOZ+AMVNsKCcESoqWepag5k0
XttfG7hxRsev7UcNsbmN8LTxu+EmsTd/v0ooh85y1kgD8UQ+/ahmO+oiG2FTrX/kNu5565XUFnXE
q7WGpFleHypxGMIEtbMjP8SBdVTbpsaOEvUJHJHGcI3ZXdw6vgOwmm0GMabKNW1lgbNXyv5i4fEG
wChoDi25WdG5cVR2bd4gGOXgn0+uWRtvSjzPL+/johlAUjHg8SXUI53LSIy86kIk0sW0q1OXEuVG
b39ftjE/cM6WcmRDegDh7QvaHB02IrusAq1uu32VRuHKhi0dMDAM/rOSeaVHD95wHA1RabDS9dBm
Syvag8Gu130wV688spYdAmTFwOVABuaMCS0meZkoCkxZfb2ZeqTZuEOcavKqpthbVUvAmcEpw9yH
WRprx23pi2EyAkoIEBfGbI60TryOI8gktI3nAggBlbYYpDgYvl6poizF65mP+X9LlMLVpLmpqHo8
JFMFA3Ojb4zpGzDUz4mSfWghDnkGnsp2rUO3vLMmuOwAJ5t7Z1I6baV4LUCBrvHKegcy6lTbdm5g
6t6ke2QaaKVRm/OV+LW0oQBfuGCsmKcWvl5ZR45jgkMP8i5Yqms8WPAXPlJirFxCizYAWAPZP6DE
aLKfOifItSa3KLGujETXlb7Vu3JXlr8un7PFm846siIdtKR16qztYSXGHKI2gv+pSB+qcPjWmI6n
hXXn8br2za73AbB/cut8bWRo6e45/gGSb4Ylhk4KjiyjTcc3MqD8NsWfilHuVAEAMUYyLi948cgf
rVdyUotrHSYHsN6cbdvuJR5e2/ilWxt8XoDOoHAJ2UsMEIIlHXyzpx8v5IxrhUDuMon056Q6PyGM
vLHslBpNdOjMT/Cb0hhS6VQY8ZWpc+rwNKZ51fTge2QJ+Fx/lo52E8cQXWjX8oqlh/fRj3MkfGKO
2ZA4CrHl/USr+HpytqLwXKvxEjXx6zVZ4WU/BvkRVEUwnC9Po+iQ5QyjeStyZ6RlrmEQqtibeb4C
RVmMPqDs+Z8ZyZEHE/z+jgkzSffalt/ElPijGTiZA7VxyKeiatxsLrvS2sIkzx1bLaxYB4sqn7zW
iTLqAHRctMPanPCaIclnI0ZKU2vmHbSfU+t2iHqkZ2sTiIv7B3DlDOcH9lce3ISoSBlrDZLNELCX
Jn3tk9toTPwm/A4RMVxQtMFT7PIGLp5FELU54FoyUG+WErKsFIJgbB+xxwqcytn2zdZ0b0axRq2w
uH9Aw0IWAZBcXFCnhzFF4jcVKexYQE1P5p6h5ieUdHN5NYuB7MiK9JW4M+vbT9jAyioPOaSBgqhV
3u3Wmaiui/siSsiKxXNRe7zQju91yeQAsYueFB1eaMpnC+ECcMOheeaEladoaDcZFDk1pFrUZKOz
j6gaqFXYK+DOpW94/BOkp8NgsCxLGH6CXXFfZVaQmg+jOdzV4v7y9p6HVPDEgB0B2pqzeqkm42S1
QaCFYmHUMh7cHeaVoOxg+1H8Yoz6TlHIVVM+1RG77ljjYyQFfBCm642NSRMkw639bCZsZwrTM7XP
yz/MOAunXz8MLAGgCpiru5J71VHSFXauzpwESgMsNMogzCpUHR2IOHnRQ3V6d9zM3ceG6HeJOaZ+
LdoeZ1hvIfDcTiGtppS95nWp3uWhnoS+2rdWhsZaKsCa2g/tVT4YA1SFR2L4ts7KnyLpot7XFT78
zMDY+ouFYB9tzGEcaB8T/Yfd1dY+78f0eowcMXhhBJJf4dbaU9mq6XvYVPE+QqcnqHDz8oOSC/cm
VbtipX29tDOQO7BAt45alCPvTCRUE7z4IPyzR3TjFTLpG1K5+7Ks671hFNwfHQfgj8LsVrxyDvYn
zwfooLnQgp7FUPBR5BtucBiO4hRxry2fwhwzL8ZacWL+qJcsSLGrh1DxmOCWB5cWyDO1AxFXYbjy
aDiLKPMq0MXSCR7ggFdKjsVHmzhuD63NVjuogy+6984OjHQ/9i+XXfjrQ5ytBui2WbpGNXR5ZkCg
6R+NIdgfhTd8tn7pc2oHeA9R/RGcll55P3jNCifZefD6Wt0fm7PzHOXQTg60JYnA1zkE5u/0ugeg
bNoWh+y22rdfpfe1T3Z2w0kGpZwss9qa2B0MqtvogT/Hh3Q/bEpPfbi8mQtO/4UU/O9eyiAZq4wZ
6WuY6QI7EFCPCSwsp3v//6xI/pfkDPxq1bx7n5Mf3YcH0N8o/tobZGXLvpopx98o0sM262ElOYTb
wmOvjY+Ru8Beyd3O33Cnn0YmJBKa2UbJADvmvRZ0u/YaSuJ0fMu2/cotsnhs/zj6F43X0YLAQ8fB
HABDRN1NoR/V+1B/vvxlzp9UswQUHsGQ351FWS3Jz0TRdmo7xZDIzd5L5Qqx1y+6zUgeQjtw3G2q
/7bVoLBXqjJnF/GXVRDWI16gviAP31lMhMTIMu6Fs3g45EzjcFfhEijWzu3sWVKswPJAYAzqGLwi
5KxNy0TWoIWFeREiNoVRoZ7/iuZ0XwzUDrWNA0UmiinYbdND+HRam2ZcClXADjqzHDUIziCncxo2
SjNMXLMAeXIivH5TBvkOjDMJULLhLtKpu7VK4FW1x+j18ldd2N4Ts/qp2SxpNZMB24aBtaupA/D4
51jcZOFapeYr0kq7CwSfDTzIvDjI2pzaASd711bMBA1YV+eqxxjrbpAe9L9joTToRAjQN5G0HH44
uSlu86EHYYjapeUmHdLmqreH+gFDPaD0akG2+1zHZnpXZYr4UbrKtHK7n3fUZ+Y+/FIXQh3IQ2Vx
ipiXAD+i4+Xp9+LFpeCT1ilD93i6KoKio+pTs7v8ERau9ROD0kewilmwj8Cg29yDO5jaaxn10lc+
XpFUc2nNqHUUJGseuL4g7FGgqRLGqpeYKy+fhTA0Y7zJzISMf8g1K6XqKhFryE8cUm2ESG9z0PWJ
rl5pICzsF0BFSJk15A8oRUjJec7RA+7TnnvC6f1YQeI5/IsUZRYGniXIzbn2d+quPYO4bIfhvBmz
XoP6Pt90QgeurqO1tgb8XPg4FvC0ZJYlgBKTzHbSqWaZdSFiNwMwOf+oh29tsUnSNa9eyrqOzcyb
enRFdH1fDcmIXGjcuo941ENI98G+zr6Fd6AV/w3CPBRq9ACUmH61ElrPsQm4BoEGxE5CcRIIEenw
myDLC9MUK9QerUfzytwom+SHef/DusUwf+ele4iUi93IqRfvwVC/S7b9GvJowWVOfoJ0xFLLjXVn
nDc5fyfOTbImjrR0O54YkI5YosZo/7swYH0aMW1DGtNuZjXWqco24gdZAZotPRtP7Emfk8UZ6xIG
D2V7cVOgzO6Hh2mLHvF0lVPtXtmOr4Im3ovx1K6kaIsZ7vHnlA6HomRGZupYav0GON8+dvzu1aQQ
JtFmR/LahzT4+wB5stj5CB35Lhu7qcviOa5gAl9VNhEGqv86BJ9YkEIKKoSk5fOacj3FIHqyK9Y4
EZaP+Z9DIL0LqpJl1TRiDVUeBS5mCZvhlbS0XasKLdrBUA9GbtA5AOfW6V5ZnVayjsMO1+4na6CR
8x3DPW7CVnZsIdYDBPHHjuSAxE2bERhFAKmVu7G7afpXRax52kJOdmJD8rQUZbRm6GBjih6SMKUt
3+R2QqN+1043en0f53vV/T7+i+vyxKzkbgRk7UrszMHC9ATqx6JSvbJAQze47HRrWyg7HSvG1hVY
Xug8WuW3Ohqokfr/nw3J7cZiCrnewkYdPUzOrug9YTJ62cZyRHB1lMFVPN3BaXjqc8LRY2DPsWEV
cJ3C8l2Qu460zoCjUJ9HUDXFmDp8bEJoO2sF9LyelLXMY/GpBSVDjAJiHhCtJcnti6bCIG0BtxdV
YNj3HQ9ywB+Hygu5C7KOHsTgh2yNvn8pa4eC86wdh5MwPx9OF95ajNRjjMSq9gc/3Jc/Jg5sDcXA
O42+WV55oz4MCl0rMC9lqCdmpY+aKEaCXYDcA9naeFcOQURpfT144q16rK7XnrFLEeV4kdLDzwZs
e6y1WeSE70rzBtMGTuPXf028M7+V/2wlkbo3tcsdELrCilW/5aVvTjdOV1J0B5ohCPnbZY9dTEmO
rUkpiaZUw1TpsNbQaDv4mAH0km828JJ6QvkW7x/9DTQMPnt4NK4wBpygTeiBL/zyr1i8xI9/hZSV
FAOmV0MG95kgkkDTm2nXeOzR3fzS98Dn0HpbVlRcXw8rcXUp7uC0aiZx1FkMQvLaqdRSIHCQCma1
X9eYZLU9W3lYWdt84KQXH77nHyOSj4IqwEnrEWtrg863duIWNcXv/ND7Ie22/U6sZXiLGdixQclN
RQ06BoAnZ85CLQvC7fAU3RdvwwQmNarStSLm4h6Cvgx0JCjegzHg9OSDVMZ0qznfi3Mkz4cWFIVr
z5xlE/9Ue+VmK1gQkj4eENJMnoAgDXJYEW3WBqkXEuOTsofkgl2aqooTo+xRQH4nd261tex/IXqg
ZIjcH3/jFSu/pjO7a9reQQGnQRBOld/D8KAw8GT8/T13YkZaR8uMNq5dmDGiA9RkO7azwpXrenGr
jlYiXTGTrjhVlHIOcOvk941Ky+jp8qFZ+OIni5h/wVGeq9RQRTDmvULfhRbub9aB5XNtKHbp9gC0
Ay90vNFBiPR1qR1ZAedlqoCYlXtJBORKjFoAy2hu0Dy/RWkG9qDVAZWEsngexHOo0strnI+hFBdO
rM/+cmQdWuRdoqhwON4l28a1H9Wuup6JNyODbOom85OBwxGb7WWzc0y7ZFaKeXGWRHh9Y9GT8dCE
h8y6GbR3o/4wpr/Oi1E4sDEcByYMwPHkhjNA1KBWVu0EyBOQhwA6dMuJgvFctlIYPd9HKBm7oCMG
SwWKBmd5fiuqNh9J6vG8gXTQTTk89oAe98ZehQoZ9HP6lebTuXNi3ne2Bf1tnAKZ6HAoOcnK0k49
MKEr2nPKHpTmry+mExMyuN8SJHfDAiZKS2xr880QxG/WqPYWstXZCnB24MI2zvncQs1t8URyoM6j
Uf7bKT3+26XldWPQtqb2h3JDHlO/2F32v/PgcWpUcvsRUiR9P8BoZfcbwLr8fi2SL+Q0MDEje1Fn
cSB/IF1JFTCmLK5CmNjkT9DO8niQgL7XPWT7htDCy3cG2Ou3pXcPNA7ktdyDtb+8yPNYf/oLpCDM
TYXkaoxfYANpq+wtfdMZGEftXv7ajI2BcBQYHTQREcpOQwiOF+9cEWOB4tlyr40hsNUnscbOsqAr
6MxwTPQ6dBWw2q/s7ShSqY3ugiqLIyOl/CF9AfQg2iSah7IOja/ibehnQBt6yU23iQL+iKmPy6v8
isOnIevU/hwBjuxX2aQ3LnofnriaAs3PAvNdux2hcpI9Ozc/7e33nysGz1O2E4Nyi0+oUw0EOgyG
HxaYZzGK/dJdQ6Z6Y92IIdB+J7RfW+N5WEbDY2aVA6vvXPuU7tREHZXaGuAxta88JnfVbfeY2D45
YEyvo9PW/dC81K+g22etNjQXnBUP1pn+2YKiE8Aep9trKSPR0jCCF2VhRqcqfMhUcdtPSrPX1FBZ
Of9LCz22Jp3/1LaSSTGU1MvjCjSi5fchz5706B2kPLtxDWa8EKoh7eBA7B4NM0wZyLualCyswMgE
LojIG9TvwygoKR8vu8tCRHPmI4hRN6IDli3t36ANbWHPRL4DQTGKojlo3yMFdFa8csnMzIgDfDFa
C2fUr1bs8MRWejyxUeiPkbCsShwu7RYUPFE4mHUeUKM+dYTYjRWupwC6TDk0EewXFzJRzPIv79ai
ESB9cHHCFvjwT42YdhaXvYNGm+Lcd02QCd8yVkwsZARf8kgQQiULDdqRuRz0uGBxtsMgnd5Y3dMk
3pdo02oBYMZoLqzhhbUvtK4Uo3DjoEtCEIqxNGlZbFK4yyJIcRil00xUNcPR46Ea3g2GDT+3GSpp
2MzS9GynE77bsx7QZQfYFZS+oGaPnVcaMOgpqPjHU9Pv+14xX3jY4DUSq4AGJ6WRTn5nIKFSOWnZ
VvQZxMk6JFeHpu7FAe3G+rbSxkhcl3Zs3hFM4O6taZwCjH+xa6Jz9UMfC+d6iJ1mL3AQY+hIceRm
5mRqlUfQmahpFbnkN1eLIZhMZ/wRK6N1XzQhf2QKQINl6ohr002HwIKN+9KJyHWZ5zPV5uB2V2ZG
yFtXsWqrpyPT6CB64MS1SMlvi9jp/EnNmsgbwS/xfRZEgFBVpBV7QeBvtO5tftdjTHe6tnW1D+9c
RTW+JYPrdJhUm2WYh5wVe9ti40spahbYcQchhUJrdR9NMLJlsTFhzNOBWhS4+cakp5POlG+Znqtv
aTWF90XbxMCN2Va1552S+HY5QgK1MzFQgXI0y6/zEiRQ+IxGtDHcdPylVzow+1Of8qdY6CXKZ9Bb
CvKmiX83bZXpAVhuchSBbFukKLdF4k03e8wogumG0Y45yQ+ouxmbOhImtPjyzDiYrEFVvSWYy7x8
quYigux+MA4SWRuYZEyUnZ6qGLkqUzBp6OnAqpoYadWVdjsl6jaGsk3Y8V+JslZnWJBEQ9kbWQGG
DkDEDULZU5sdryoWtYh7yiMKVPnhrfDsifIb8+kpuu2uY488WrfppvLFHf/BNg7SMJBqreFal8Ki
5UCKYqbfB8uC9CusMLLNnOOwG2lAwBMqhtX8Y+GChDrNHxPSlWX04VA4LUy4YWAJqt+M3g/UkW2q
37m5b9xX+/hQU3e/hjRaW5oUj8s8s4t2FtuIDIB/spH2+UqeumZBqk21oybM8StS4nw18e2g31/2
y4U3NriGMa0EjkyId7kyWKbF+6PI2xG5Y6ErH3Zn2+85i1BErJwcXR8XZP4BD90IUYiTbqItC2Pd
b1Od/6wjI4H/glu3jPuuWrkklpZ+fJ1KqUEWhUMfmbhOe/E8o2kJW2nOL3nNsYH5BxxlrU7dpoUO
tl4ICukvqQ5OfBcI5bG8yvV/YQlKCf9cqdJrw+U5IkoCGGYzfKQW8RNRAuYPwkZjjQB/7fKWNk0t
QH7fK7i8m3Gn1VcNntq6d9ljFvJDDBGANhF/oxAu98jjbtQ7RDNko2kecKsI+JY8MqjNmOGajMWa
KWnfhkLl6aig9h2W8a6P9nkGRoDWb9Ubxv4+6z1ZlbRxg2ZHXRqiUVEMod+SGLMLUE16MVXIWylk
ZQuXLoMZDY+iCxiqNRlIUUVFJxoXWwj+rLiBrDBmWc0d1GipNez7ZM0plhz92Jzk6I2WmmOuwNzI
0e3v/FH9HXa0y14uO8ZCkwACFgCwor+Ewosla2J3rlWzvoTkg9iIjb1zH3+hh/yJK6dGrwnEElt1
11+7u/Ktd/01bOmS4yPJR9lWB6vnGaCHCFBVZBZsM8jRAdvtACeiTX9NSQ1i9iMr8rtzzCOw3Y+4
URMGylh2R8wHsiassvS1jm1IiSqf6qlKR6zEKi2y7Y20RoNQu5nAkIm2cpg8Xv5qa+akMxaPZpU1
GcwZxmdmf+bIkMtwoCx5vWxnqUhwsnfSCUsq7mjKl5zKd/cJHICETgcUzXB5HuwNGloddW6dIP6x
YnbuxsmJF+QQAAPBHwv05adRvkYIqUOhAQ2MG5RbGLN6EPqjNqKMG/usCNpxHdmwdL5ngKQ1Vwp0
3ZWW6jIwaESFiT0tQJdVTiC0EOJRgAV/o9W3HZrMiruCmloKlWDWJ1ii6oKVVVomMuHesHsduV5v
io1i3GEsM6ROnKv70qneiIN568s7u2hxxvajlT4zLEqLJKI1myrFVVOMmQ08gBZPu7SPtQ89DTGc
X5lVmG35IPgKVeZCXoD5EwOjbKjsQtVJKjbhE+cp6dETzJm1L8SNHVbbyytbiCUu5pQQTKAyiI65
tDIFgGvHFMAPq2nKN9akMp/UDRTMYvvXZUtnewgaaiBoUf+wCRSNbCkyF90war0rcjARt1Qfdpr4
WZv3VvxJrM1lS2fHfLaESquF9y8msOSvJRJQL2kF+CKgc4sxwxaacDuCilm4cgmcub5kR1pR0rgC
FVGsyLCzAM+uT6dUvV5LgjRz3yETcgUKrxXXXzM5f86jPM7Oe1SsJpjEIwPEIz5jD80YeV3hpdYn
6/5+gHXeSeAEIewFGnH5pI1R42S6DSIOENbRrLstMUTaxfdW+teJ1ryVFjxjLvWg5SNdBFOITEvl
MNRkrxa/UbIA820eJM4rUPFd9o7FLTwyJV0CeTm49mDAFLSS1FSnOhebLLuKdOxhegBBzWVzZ0dY
Wpl0wIzYYKpbz1uoVkHKwuuoX1NFPU9GJBuSI/LY5bEp5t0bP3LyMA+GsgEDoldtclVPQdp7JKRZ
uUM/XLFGj8TPvftA2js0qoCef7q84AV+w9NvKflooouiUE38Gsxzg2PXhMw7KpJ0ln4uybUb1lRX
g6q5hiSDWJNfOccbzFuBmqSD2VyMRRDJkRQC5ganGXOgt/T3FGmEXvW3ChjYHC3djm4B2k2gguqP
3MXkaRny3cri5///5Aqe7YOcHvVdEHIgaJ8eULwWxj5WptwTkIoz0GfBcA5ITp5Vgg4FN3YKcF4d
D7+bpH4z1ZXocN5Eg3WIeqLygqsKHAXS6guouJHMweq7/rXPiR/q4IByuGdF1UsIikIb9H7lkMI1
hk1kpW99n29C0h5qXqxpLC4F4eOfIh0zK7QMcFtiI3K08SK2Ud1fBrtRq+jf7PixIWnHW4ereJLD
UGWX0Bh5MZytrpa0KZ4IapsKnrodWL3KOwOSVysf+yzf+tru+eqEsrl6pgfuqm3aVS62e66JGOXG
Ij8N9Z5rm2SwNmnyjY23fE0VcHlf/9icw9vRDTCZOFmigs0qLqZqo8ejkfkk4f0WEgLDe+eW/cPl
ZS5d3Fjof1dJZFAN9CNEZiKJ9MZBeEVY4ea2b/L4EbzEINFcbQTPjiGfIAxpz+VLA1mPLIWTQR27
EJCt8yzmUDZ5qnpvmRkt7SeH/Eh6D3RmNDbfivCb+GsVxK/v+Y9peeq3GRQLlF4w3VZD0OsBF8Ln
Bmrg6VqMXPQcwAQgEoWTetbdsOtBmWodlnjxwsKgHj09ukGlGbI/V8C12ZM3rTGmLIZGNKD+sSl5
jg31lFwrYJOkgEDYQaaanhIenCRQrGtSbadwQxQwBX2/7D7nVbd5V4/sSkkspGMUkWmwixERsK3u
6/bWIgiEoGM6cAHkeOuHWYDnCYY5QrI2A7B4XvDGRI/KQFNTbihqTTKmLjdz+E39DBKM+7jvwYL4
kilrd898r5057pGl+Zccncx26DJ16GEJklh+ycDf28Ugbc3/RXY7p+w6wAR4FpwB0LRuUGJdw4IU
lNjtJIH0YoSYk5vmR6qJlZGGpe1DjcMggGYAXyK34Zyq5pqiKrmn6Lk3gPLGbZnHleo+NMVKprS0
f8emJP800IWJDLRnUNbgtZ8arUUzJyHQ2LNWHj3n73O45LEpySVtK2ddx2GqyK8b/UN370h5K6oD
Kz/R1zKmD1V70cKd3r2CoEYbANRf+QVLMfXoB8jFlXwAHAnTX0gTip+cX6nOQTMhlqLf8Xitmz9v
m+yWx6aknKCroFfoRlHhNZP9O2UvaY7hftL5JZowTsmCzlyTEFyy+OfCsFxpd9kUl7ybLwzL/Jko
12lJlbCgDMxk6k2SrR3wJbf5Yw3x9PTYhVo1JnqJ+9/Oi6u4aHZlEyLh/HU5ii1ZgaIyThyGUS3g
Tk6tgC9YSZsOpP8st/ZuI57BYuyDmWxz2czicTsyI2VNhsOyWDNhBlnkNZgIgwkm4sHa1Vxfgaot
fCWM32OqEuBFQjCWIq0ozv7rgrbbN5ssNF2/VzlYySP7LmkV1bfqgVEAReuVfGLhRQQ2PsdC+RL2
iTtv9VGczEtBGOesQBcmVh4MwW2Pow+9csJmJ5Pc3jJRJAJ6xUb5RNbCniojLLiBhzGvXojw1fgw
TlBq/nDckWJymWprwODzFiQ4J1DnBsTfAocCKmKn66qKTiF1pRbQV4XCEoboMtFRMdneKFCK662d
q0+bWAevrKXsDQGqMCgcWG28BbE9GID72zgHDpv0m4nYTyqEPh0n22ZuGiRu6pe566X62hzKgg+A
ngqsiPObCS4gPRynFPWETNEKT7GRJme0cjYk3FTiPTIqr18TDDgfB5lhKYC2oheAwjWYc093qHZQ
UNBnczbHXM2PHvPcaEcR696edlq/6cVWWRPTWQi0SFxt0OChuYdShvQ6sArHMbPJBEM7milxhCaf
vSmi29o5VGbs//XhhQO4uCYhvz6jb06XNw59Vg0lloeuvF+GyFcTmiU/eXt/2c7CV5vF+NB1wNg2
Zp7nNR8dILvLlTjtsKah3Vo6anVsH/VPOog0zXZnI9L/f+bmn3NkrtDqSbXnLRyi58JlVHNvk+4b
C59zqFrwf/OowuowlD63NgzIiJ2a42UVD41KCg+kM9lMj97SJNX8Rn8BO2hj7afipgjp5SUuhF2Q
DADpBh4FPN9lHFCkC2tgWV94Xe23Bsqt2a98fOqhK3bZzoI3ntiRwnvE3Z5UGoKS5ew6sK4TakEc
TZu8DPzCl00tpd3zPQVCuFn5DZ23030co6GuzRi2bO1uMO+UwdNRjtBjT0Crw3IDWwMTeFADuJUY
W6f7tWJ+4YUD54RpgvkvFw2CU/OcQDmDj8OXk7bqZ1qBOzfQu13peirokiexzYaVc7F0sRyblByV
teGQNwRfkUC+eJrcRxAor9xdix/waFVSBGPEGHurgwmlYofKqgMlqoKujm+sNHvt2LiC7l56sx3v
ooy91knWlE6LXbSr/mfNvtmZCnLt6BsqilelIR6VyAlclH1b860B99fKN5zdUb5DjzZU5k93C7cd
SxerZc0+rTZVAsan8kERP8PoxWGHonzUnE1tPJXmyqtj2Xn/7LNMRh0rup6PDizXVeIrNfpnLTtY
JPlWk+L5P6R9124cO7DtFzXQiR1eO0zSKFuSrZeGJXt3zpH99WfRuMee4fAOYZ+nvQEDqiG7WCxW
rVqrb4oNnZ+okWwV6Hjl2TOF3CS0eiXLZxnQteVzd0duWLSeG2x+3v4ookfwjQaD65fZPQTEimlf
rXitv/WyGSZhLGJdZYQigKj4xIXSWF0qE1YTLaiGZ7t/iOZNJiMNFt0hYGD6XysmlzXnWTTWCoEV
YiJDGpGrbMDQrpN3naHfvlzfSUEuhrIR+HsZiQvGL7hTk9q0AhcgQpHrvChVvrWaV+oqzx20SJXa
OmYE6GmSSAgOJEb5Yg4YbDQFskSI6TUocV5IdJOh5JAQVJ8hLwh9gkriLyygcu6CEVc0QnUH5V8I
b5xHPAxZubHeIf/DjHcz6J7e7Smwd9e3UuAdZ0bYkT25jElpldFgwMi6PAyo4xSu32KWt5DlTbLF
cL6fKo5W2w2z43wAs4rOAjqsvWQxgmiK9BOTK6hiYECZd/WqxSRijlYdlAB9s3h169BZQ0oylGtl
H0e4byeZLrceV8cARK3CVBPdr9PPdn6242cySN5UIp8DkQ4+PsATDMF+/nWcPqn1yEGqVJcgt833
rvaS1F+hWOCR4XMF+hIx4+/9Aak7tP9wxQNyyB0t2lpFnM2wCMStpwyRr5jxUQPblF78NbQG2fuJ
Kb5mgZ5DTtqcmVJmHwxAO0V/A0eit9bOw/VFCdRJmSk8ocBn66InyCUPPajAmiUmtU+HrvhRRXH9
AWFv5eus981zb+sRCWldxDczSYpjsa720aJ6OWw1zU32+WjXtecsqTk8AF2tjWG6Ju0UqEY5STIO
QRRFI1vXoC4JOkiQ3px/74YsSz9Su0ZOVeAps7H6BwIyogIzoUYN0vfu2/WNER0YoB4ABdCRpaJh
f24vtsZmanrYS4bWy6El535bkEBa6oOTJpJwJlwb2r5o2qMSf9HcUMyuHg22trXttLdFT2io281t
FzeYs1ybu7yo0x0WL4E8iJ7RkCZDCw8dPNZ85k5qUhhtiqJmg5FzK3p1KpU+2bGpPa/pomu+MRXD
t9ky8p1uluS/lozud3dJprCfQCzoLej5gO+3J1/xYIlBlA3NlicnyyHspdTmPAdWOyVJ2E1W/kYS
ZQlKy+iDTOm0/+LVQL1D02JNmooLcmGbyVaDl0NzXNSPzj9b1IDlZM4Bfm7qb7p5q7tFQKzHRn/U
9SVIlkNvhmhJXncVwec7s8kC4slFYdprN5lO3/hKgaZnsQYl/c7qqqQovAHwXaizyJI2E3+SuwDP
THKndqFzvNgmM9mFKli5zG25blkPVrN3jQaSuGbvxreoMw3tpmoeG/f1X5YMMjNInSNm8GkGLltw
NhUjWBbV26YO+uHJAaW3sYboRVdwhuvWRDkqlvvbHJ9g5BgZaiINXzVTgWnUd7V7R6f9CD5cTKeN
mJeNrNcGzH9o8lg/ls6U2Rd71R/73GVTg324dGIsN173We6b6VsD4XXVp+lLYuwW8rWJM4lNQVZw
tmQu/swp8lWd7bCuPybTT3W9M8f/rm+r4Ao9M8Ed/2aainVRsatJAj5a4DNUbUPQXnXLXbkGHfuy
4XWLgqDKxFcQVcGQBjo8bh+VWXPn1Vgbf3UPkAZRJ8dzu4802trSbyYyhTqDBjQsqFbRgzg/lG5X
YhQnBhJ2Ud7rKiCQDHByMNmV3gIFgevLEmQ8mPwBEBt5lQZxYG5Z5gA2HRD1QJupRBezOiI3DbMM
ZPC763ZEVT1MleAtgdiGtIcf/NQm1YqmQmt8cyTAL1e2ORaeWZhJMPfQhfJor+oJlJfV6mgpzjBD
7h7jQkEbL6UEey5yT0j4oK6MshFwZlwAmuIkciqawXdaDPnE4HfFAH3k2JKdFXxFqGpoFua8Waz5
FRhOQitEUZ1BW/MGjVSvAKOyqj+jcermH4aMQVR0GECQYTD9apToef6cqcKUkQnqQ4h3eFH12tDM
U/sDiPVKCPSUdbLHxSf5mswt+CDOEklk5ExKgJ+Ud5Sua1qtxvWr/qfmW6S0ngaNbszoT9ACy91v
df0aG6+ZjFL/kowSUxknhm3uRbo0Y64OBgybyuS3I8gOlCBzH0j0XYdOeDtv0ujgtluy7lLX782H
zv6axt/W+q6XMvmILrLTn8IdnWWg5TRa+ClMpZXAeWcNQKIyIOp3CBb7RrfTy2O8BhX1YgXYZT+q
ln+ItHgpQ/ADpWT0SLifYBuREZtGiz/tuGFG7pMEfCm1JJ0UHV08V3BkDLxbMa3FxSPdHvQysmBl
Qjdi3hT696jcOsyRu01GD102+ZYt0+W7OKVEBSYT72Pwi4Lohm8PkrQZHVcB+VUOcbolKkB1AdW5
ymhkSlOXy4MloJIBA8UoM/6X/ZKTg5oRLSmcFjEJhYmD4aBTnsdtGPXJezTNP1ZXf4XGmq/X1YNm
ynQULo4uFoidhRg7mueAHHMfsBjqKAZROqudtWxvTfsumzHx+ZbaTtgrX23ZoMVFvGcGwVKLuV60
uy66riPCLln6vPY1i3o0eVx0Gqig9ZERT10klmd2LvqtXd2oTWRhYZlmBPnyZrqrH2W+Qr6W7puj
yCCoF2eR9YuAfNYQb7Eug9tHe03mJEalyG+tG52isRbLZgcv/VFjvg/SINAX2KDWP/eSpS1qOwHJ
hd/gYvGoOmdhPoCfDHgyGXZDtBi8FQGmsNEovORNBo2MAkAtsBtx4xHyQO3N9fD96xF+Fr6xXawD
BddzWF+Xc/mxA467i4DMWkhfAeBIbuySDBuFAo2mKvdlb5JDpM9HTVEOjtPtFb1+adv1ttHjGGA5
dTP1yUNl5OYWEyaHWh92kWLqXqwaMhl2jSWLFz8VlR8QEOGQYk/O933uJgw65glqvIq1abRyp4JO
iVpq0EwudBcAq88iX10+45UEmRYzkmLJRS748mDbAeMIbjr0ZXiwaN9EKEtCXcmvtUM82V7cPYG9
cXv9k4iNYNgevRD0ovlwB66KtmxojECAIBT16tbC4Kkpg64ZF68BNPIhksaSOoQclE/Od7MvzDXT
XRxLjENvlLsPPG2/o5QbOH7be1v62b09Tb5zX90c8/vOK16flS/JoXm3AypZryDqsl+CKiUyMKAi
ecTVmLUVlCSx4HrJQ0Bfbdqtnj0sOxQSwGwGCdOoe9KazvFILwv5ws02GRUOmH7w1ObcH9WM1kgJ
bJsZKCiXwUc/9qZIVgmHvOAcY4l/zLBYfHKxkKpD02uEmbTGqGph3Q1JKrmbBfcHIPfAR8A/MVjD
l8CctlnzUsH3tLonM7qbqq+QlRiWJ6f/apq7MZJUyy87TfCfU3ss7J8saaCDE9E0Y+WeoO7ucoAs
QSKhodRzMJV3FzQ8MxRzZW8H0UaC4wHgPA1OC+D/udV8aty26Qp0BnaYEXce1bD29W9AflmBGZT7
aZt//vj743hqkVsnxvLrsolxTTalek+N+oA6432qfP17K3gaIG9TcfAv1IYgPMJoh0tW2aZhN9B9
2/WBVqUSPxTFUDgIY5QFPA/vZs7fB3fOF2ep8dXuk+OymfYQxPO19/pofuKpICvwCCL2mTXO7dHi
iQDrgrVhMwTKztqmW+2mu1nvAM9dPFmeKPINoCkcoJQgIwgumnPfmDMnaR2txSHDAJvR/8xlBi5h
gAz8dGKBK2fYNhit1BIWUKMq9sNX6PgBjupBkVsL8uN0WP3voBKUiQiKYhSTacNzDgKhIEw6X5ee
aaszWT1ilPpFIwdDD+dC5hfMi7m7FUk9ED0qiAhYFnxuIyKdHnXLDCjKPrt3br9YP/S9e7ceVJBo
+YBRBKBV8RUZAEa4MoQshF/UbxG6OKvg2agjA/puFgqNFbq2YI/zpDnOZXcAn42J9P6vGeY4J6EK
k6l20jWsnXgPLPgUICOsfeeLPnr51r6tj92rtWtv3P0qCR26KCafGuZOG2mUuWpKrE/fvi8wvN5X
xxlRa2M8117+szm2kCQA8GvY6feZ174pB/Dt+8V3GlCP7KWFF9nP4Y6jBVBirFr4OUMfkp39DGnR
G8BlQ/2ZVT83S+gG5q49pvf5m5/LcDpC4xB+BVIfXoanzvlHiC2ndvMaHpZaNyOGH8ERqM2PeRJU
0c8ONZ5aAoUQeLSNeQDgWFB0AbcNt/fFBDSLy2roBjQSbEht6/PjUD+kDmoTWeq1iuRCFPgyxv51
yA0A+QysIlv/iZMpdCJtp7LmfzWBCcL5RHUJgUKXwXMFUQ65J7K2X88CFF7O7VSG1kRJikYrxDGV
wzrrAzgYiUw64VcnigsImJSF+iyItfCS4uc8s8SOrRL8qL714rzbxyGwPajvPbipt7ECcBQH60HX
POXW2cSySSBRmD2zzZ3XNutoi5EVHBu//6987Y7Fg3FTtp4DJ3VRdvWN1mte1LfrV7BoY09XzDmM
k7dwmAJW+/JmmV5rWX1VcAAYWydwfgh24KLjPpw+2uDrTfD30e1oVJBj5l7mfNH6Y5KHerylveSx
cjnchRzp1CB3W2GYFBSJDTN4Y22Ho3a0b9YbN1R+9gHF2Ian3sgkUIRLxEVloKYALiqTu0WKOSLz
oMI37Xo5jO6yjcA0YLn/GfYH3pmgDbe3oDKWFHGF3w1FLxSm0Cq7wK3NU9XOOZ6lSOEZmnG+K+W8
5KLDjWWhDg+mQjbadH7ozNFIagi8AGNYxh6orYp0n6q3kAtWRkwtvujUc9YHHQ/C9HsxbickV7LM
V7TK01/AfcycLNPSVmim69GqHAx71O/NlnxePwKXMVOHehECNDrFEMYzuINXKiAkWno05Mb8GVgb
KzsMy81g3ivqwTR/XrfFfOE8wJzb4o5bPmdKXbL4TMfvtrmtIi9bjlp662bBdUOyb8clGZ2Ra/AO
fLssV0MF/+2nYW+nsvuNXZ7n62H8VagZQsUdcnh8dYK6KoX2I4vLeEUODfSJlzzQ0vu2lvHVixZ0
YunXe/rkpiHdmqZMwdcvjHWHBhGK7Fm4ztbT9X0TLcjFIdYx5Y/xe34ytci1NhtpBJ/vynvbjT8W
wBZVlF4Ai5XcnaIMzQG8G2hoNIagBsRdnoBClYURw5aeNTfjGD+sFKT4oEZB+WKT58NONR40G92T
Fipay52uPVtWd4x74rXGR5fnkqWLHrenv4ff4qGNMBgy4vesJHqrJy00O+1AmuqQ5clDXzphodHA
RrkCXWW0qqq/PodsnhGYd4BwWNuPi6PzpNN8HgBpqHooV2n7RWOCYgWwuKWCR/236x9a4E8ObnqU
gaBc6oIP5Dy4rVbc0RIM0n6F9uJAtrT4vk6SIC2zwYUvEtXgOIiSxu/SylujbUXjAHM43vWVCFz2
bCXcUY/bZlG1Hisx0YgavinpXVIESRb+36xwUTJpXNB7jFiLRQETOBbGHvVH3fly3Yp4x/BGR++X
oB/BHQlHWzMbbogRZQ0dNTAgYf6cupvrRsQb9tsID0lIwHEIulj26ZXbyrwv7V1G/WWUoNwurxW4
MwrY0J91DdChcA7WVnaULTY2TOkNZKzDvjHa4wjBLPAs6SDAiLb6LOs6iLaPdQAArkSlGL3mc6cu
MjuHGAUYZhwn83PqHtWy2rqD9nJ9A9m35qI+2pDo1yDkwxA/FNXmbabRBg0x5H23dLW3dfRx3cLl
PcnKXMioXFRtGDnn+UKSuR/1zsC7wnbSEnzTIFfKkxlkOX31PtNsRFyMS0n8u/xg53czc5uTG6Zb
k3I0a9zNQxyUzl0WvbiRP2dPdXVcdMk7TVD+1aGB+4udGTTNxGQ/5sSYq0Zmmbf4Uknq7OvkDdgy
PyvBOmEngV4hHC2falw8R65MbOByZyFUArtQ7VMZrJSLFivSncE1kR8PaTC530wjjMbDbL6Pqv+3
nxCGUGZHxc1GWOdvtzTSjLGvkaE249fF+hZ1+3h87fTDWkmO86U3nhnir62+Bi9qMSMz0LqvNsC+
y7K9vpLLBB8jeCDJYQU2hptgp+7kW/XmtNbDYCGXWm7W4cGqtkry1sW7dr5p9Ju4lxQQRV/o1Bzn
h3VcZWOHxjrGXahPod1Iu22UvisLmEkKyd0htOXiGjRcaPgBlX2+tGllU3qugytffR2cbGeS9bE2
ulDpRq8xFknGcxmedLTpgbgyQO6M/7Jfc7KRRBmyuGb34TxDzdjezM5L1ITXP9ZlcGc20KoHARWQ
ATwZVJ1NDuYRADsZ65+EPrXZMaFBJgu0Ip9j/ExsavIX6uR8JZrWlpVhMyvaoxVBNE+GaREGI1wd
eNn9in/cVo1q21RNC5AOAFBW86JHn7F5b2T7kuZeLqu1irwAZ/S3MS4YobabjCNInn1nBT98vif2
I4Foq63ue9n7XOQCNupFmKRE4gvEzvnGQU5lrkiCjWshFlp0W0ixeSSRpURCK2B2Br0zMkncVedW
kq4m6NIWje8qj9QFta77pNgyNRCRpyFR+W2E2zWnnRVEWhhZcTjrfZ9+rtpB1WQ8hsKPg5Y+smLU
cgFzOl9L1QDKnKcw4+TkplQVZYeqAmQz4uXdHq1bPY5KyRESWgTID7z2AC4YfC82IZjeViPcTVH5
gyUSve23yl6Zm2Cot39/WlHY+3+mAD85XxyYnIc+q4EhaukOPMvt3HguQfIqMSP0hxMzXJizItKO
4wwzURFa07cxeWrS1+srEW4a+iTA/qORoP2qip/ENogUml1aAIQG0OeUbQZyUN3IqzPwSD1etyRc
DIKP6qpsltpk/35iKTGjZjZKLGbuwZxBDT8ryq+LSSX3t9C9T8ywfz8xU5QzJnOZmXwsUTz2lzSk
muUNtaQLIwqljOvuf5fDNvbETmrZILPJYacjCQa+nddqjf/l85+Y4E4qiscx1HxhYoqfSHqfuvfr
IknoxJ//zyq4uNab7tgS5sjgVt0k8c2Yb1vIXyUmhHGlhQPmruf5NzLVP+vhHzDQipr71oSxsUpy
j8xgbnJWTIW/W6MTDHYZTqsZtNaY+Vk97fLV/b/tJ581YGg1mkBZ+yu8jvqXydxGvaziL/Fyop+7
BdCMae40sFF0bmAn9+rgerYMHS7xcX6KorXqWVN1GNHiwB3CydkQ/WDLSldC37BRIAOhA0ZgeNCJ
odIk0RZYmZtP6Ei2NJyKxyKKfTuX5XOCLgJc48QW5+qJBtk1e4ItKMltxkN6V99hFHSz7EC6a3og
Ncsfxp395R8iEiZ8wH2o44Lir6jEtCH2YjcIr+oXow2L8qcti+Dsd1+4/IkJFkVOokQWF4PhRFiX
VWHa5WPRvueuPznPzgzsuynxb0EljO3inwVxITZKhkIrWiyogTIwhBW/VTeQV7pVtmngbo0f13dP
7B5/jHGB1p4wezKbeE13iuEZ6YhZl8VH/j2Tj5q8Xrf162l+bR/ZjznZx3xYetInMKbSXRmqfvpq
+nFo302HbodJvBcFkjlTOByUrbHtntKgkaVmsg/JOWgfx5Pa1tjapCM7gAqm5Y3QeasZ3/TmdtL/
4cVx+iG5sAz4X97FJqzplflR2BQDrbq5gSTo/vq+yjzmF/DsZF9tI24AKMS+DnHYRV9IFdhAIq3Z
bhmD2trVKe7QZBeptuQBxxZw5XvywM9VWxLSMGxy1EHxyM327vKFRMzm6Clu5mto17SdJAORfEOD
i811tPZJnMPoCAR0qT827eyX7lbvv81l7ZXz5/XNFV4Ff04jDwVR17zNVRZeKjBUUhs6DkPzVCi2
ZFWyreRCDOQ3yDqVMKPWnyTzm+FggzCZurtk9qnr9bL3g2xZXJCJiwajdQbsRfTWHu7q+ovePl/f
OfaTr3kHF1qmtmha6HXjiTI/L/TDkDIvXOIpzwLlBSrYiWIrm2DAWYbXlSpPGrTEGi15jIHooha5
Sav7poiDrLRkJ05mmgsknaO3apbCtGXWr0Y5HjOMuto2PRRmeuhc1V+bClozVkgWVXI/iP0fWT5Y
riAf9CsYnBz2KhrL0RhwGWXg5yvUTzVLtkkJoTNMFJdddrvWlqQmJPQVJBBgasajGeIc52HbWHNz
KTJ24ggk+No5rDTTmyHXfN1fhFfRiRnuYJuj07kZxZ4O6bQpHcfv5vR+grpHafxMXJmupaABBu85
6bxyq7Lw8kvNEhXX6F1JvPS9fLT27W23i8HAsscNdACVhvYt28s69sLvd2KXW6bVDcakJrCrDYxB
P/fdcTvUGJtbPb1+A0PQv+zqnwYz94I3QUYNQic0mKP6VQGe13nrawzubDCJe92QKJ1lFXmTvQ6Y
gvG5lxCrJ+MK8JWfpup+UdwbHP7HrLNuMc0rcxVRtDy1xR0/TakqsGTiDCx6vk3iYK4fx3WHqk7o
Kl6MqcSldyTLE3nnqUn2k06OnVnGTVukWF5f/Fc6N8r43zJAyzMCFaJMj0zkIexxzQYdiY4O4bmp
bpyGBROcCJz5xo68JH3XnWNE642uB04sE1gTdwNOzHEOWda20Yw9zLXIiGxzXySgKXAeHaCMVvfo
1GFT/hwtK/gHdzmxyvtlUgx2w2bJFiCalu1U43UAwIql767bEQWv083kLlajtrN8QB3Lr+f3XPXV
5CGnkjxPdNGx+rzugIZdh8jV+fdCk2iMrRbxsXbqu6mJnpAvSC4cmQnuLq1qpXHqoUN60ERHdHbC
tpc9FIUbZaIxA1pf6OjwhTcUldoU8sFA75Hc05Jvvbp4mYyzRHhwfxu5mExCIQxicguCn03p+zp8
SUEGkaLgu3z0kLFMtUcn/2t2d/SbIO8HHW3Gwwa2wfOvUwFS4UQ9vk5O3zv3wZSNIgrj3snf5z7N
olZ0UliCmFrWznHT+yQHYiCulTCi/1L7AKcEiMOB+ICmIxeErGRKIWmBtaDzW3ixrZReOg6HNpH1
z8TO8NsQzz002kuhg0qE+RueFM2bCx7bTBbFxTv3xwgX50D2MdopXrpA4EPstvCcjNGwpzKWIQGw
Eh4Akkm4AYA1F5Lz6HjrzgQ4sk8fSeJFj8HyWR9A/Bdtyn31Fm+XQ7WlQb4HAf9BhgAWxvIT21xw
rZR+oA4bEqVsmiYuEj8poRxOlhSz7IvX5MVuxmvpeswT3FWgUYFWM2Gs6+hDnLt8UZEMigY2ENdF
CIElc3oE9rCrA0VG5yB6eTJOSmyvhQmtC8hvTqvKKi0XSEAyhiYtt0qxbiJwqxTduhvMnwAF3BEU
0DLKOKRkKAfROgGXAtYY3FWYPOSPw6rO1ZwBM2SOmEY2IN0YanPuemNeD5BZ1KtATVrZ2K8gFGMg
DdMBQCBgGvFXEewkEdCrsaKRhuZYEWGI3l0/ZgrGxesfUAAkBXc0mCvQpkRvFEnx+RecVtJb5YhO
lUXNh3ICLAvWhhuQslcHhUKVVlmUB9Sl7BsN+Yevr9n3TC8A4LKm3EtjsPdl8d8XmfGTgK03IbcG
qCn3kxqm/rEYWPdEPkn7nMd5kDcxdp2CRcP1r2+AIP6cGeOC6og2sNpYMLbEC6BLTBJDtzriKQn9
uG5JcCPBEjqpeNlgn/mzUrUoVrg98rqOTpBoT5D+F2mqBBpV9i1NyaYrXM3rl/4nOP6+XLctWiUm
TA3MjwFxhMN6/pUrcCFAehw5EI7IvorHY1ShADfK5nNlZrgYZGkVXWsbSwRat9NLiN7H4D2SfDFB
MD/bR3ZsTo7FUNGxXgZ0CpXV8jELbOtBMxih+ddUIISdjD/fi3NDmqFQ2TdodcW0v7ORNbbV1mg6
yAOX/iwTnxc5BzS6MKcLUSmgVjhjyQAFgGLBosa+B+OBoaceYNHLKyQqCSq/1Y+0yOm27qbsRe3G
UvLuFm0p0IwOeDswVA25MG5LlzytxkUBHHRtOi9bu+GBDH0bpAQStOu6yIjkReEUI88EM2ou+Cx4
Xol1iKbYzLHatsTMzvjq9ocx2mnxbTpInEX05sAE6m9TPJPEWpcmSU3EN3MhkaeRyad18pUMFhiU
o7d87PaAvX7SRt9TVfZQvaSxgAudHjvuelxzd40hB4Jjd1/eFffDxvXS8KHaLIO3xh4wr/lD/zHd
dq1HZOqzgnTgzDR3SqrJaq2UNc8IfdB0X58eh/5Jz48lCuJaeD26yGxx7lNMrbYuPWzFy3ysRsvr
MihGT304ZclDNrnbRp8k31Vk8vSz8gGtJyiwo7YINFn2MGm1FxPtXqk7PwdzdbPatjcR5eH6MkWn
BCcEo/Sg9ANLAGfTyVqnmRncApxHo6VCL+NFS/OAxpKLQri2EztcFEUXv58yA3acaA5uq6CuMO/e
Pij5xpEJyAhN4VYAChwUchiCOD/4tjLmo0EQsOsGeoRpuY1tr4XQaKftiHnjyEYRheZYXow9RGTl
wXIRaUryq0U4qnG6a1dLA3cu0F60rOmdW7paUKTRbVNAavz6p2MeyFWIwQKE0RwLIQcNPBaQTu4M
o8UEZEqRHDflPUKgpxU7VaaeJ1zciQ327yc2srwyInWGjSWzP4Ypv4lS8Cs70TMS6D2GFD1DsYPr
yxKZtF1GcYR2JMHo9LnJqZxbZ2Vo5Vn7oii+G3+z130/fynRLpQWi0RX1KkxLqLUox4lNkrR6Odm
fjL9MLMM+PXEU43v0E/xovkmJX+NLIdGIKoEjGlSxbfj3LNJ0knNmElFWzeLNhzWId2Ms7W5vo2C
yWnY0dlgn4qNdPi684qBtL5lSaA+j55lPMcpmq6bhGIcItDjT7S4UJlSnICUslk80aY6+HYAjuI4
EH42N1MzDJ00OOsquqGKk4Zl+qLar6N1iO2nyoA6R/bl+mJFUQz8lIyIGwn2haQSmArirFewp1qi
P48guxghS5VgyLCrZNrvwsv3xBaP4HDAxWhWOfbVzH8k0AApI6hZAKD30sVpmFb1Xh+W1lMb995R
49fr6xTlGGA7YxBJDSKdfLceTbSpH1Vc/G4BrovoCayvHsBynqvEftVI0D0yY9zZWFdMaWYajE3G
pxtv9aEIiuytbcMF44zX18X+FB/KTtfFXbbd2oPUhWEyJ+1VL76Dw+gf/j7a9EwuE1TxPHQxVofY
aVz8/d4tn7Vk+tBLJfgXEy5gRGC11sxfZZSTSNmoneHWaNr5cx4UVgUHSCTpgYD6Bifa/G2C56et
GrVUixzJu31fp35zXPZQ/Htov5ob69nyvjf/aWEU1mEfOltl9oz99QWKrhsGKUZdHWRCyD/P4/Ia
DdOcoRbs2+rgkwqsd25QyaYGRcH/1AiXJnRTYTjQkkSJzn1p7X1ZBPrqYCjZ8Mvlvvy8viKh152s
iLtpIA5OW1LBmL4onoYanSlLIoV7ZoMTB0LaGIjghzrQaEltvUN1k8bA34HuJ/Xj4kXLeol/i+2A
cAFBAXSI/Lcp5x6HlaHkHCeZtypeOGGOwYtA03pZdUz4hVwUVRBokTTyzxxFzfKiJwh/rtqFg3XI
0oAMP0mTe2r1xYie/v4TMbovjDsA8HHBLeSuSWJUNly+oW8DipyKrAgm2rk/BjAGee7VtF2dsnBg
wJq/21hEax8S2ZUhs8GdnARd7r7KYINaGzd7NMgdEu3r+yS6AE+XwZ2bRh1VdKFgYp6OSeab/b4Z
A1NGZy5bCHdgSIXH9mjASmf0m7LNNxTIvnLowuuLEV08Jy9M/uVuK7o7QLgT57LdDJBIdF9ygItz
67Ny/7tuSbigPyUkm23rSdDO3JEitYalJgInShuByHZb9JKET1iOPF0Pl6i3GI6kzYxtm9L1kTiK
N7e4tqF+YJn5y6QNQeIO+HAUvV+wAq1QL6nqdFMU2V3XLrIfI9tcLqMv1KKvTPZ8Hw/KvftMH6dA
83JotNieu1X30Y4GVZi9OG+OxEWFidPpNrC08WSzqUl6nWbY7MVxX2fM6KZrvSlaFLvq5LCYJuSg
ki34IYKk/AcI4lnhgDvlCd64o8nAonF6uywfLQgT5xAEbBQUJ9rzdZ/6/6zTQd1Lx4sQQet8nV07
1LRleEdMcEX7ghrlBjXDr3YZ77N2QbJWQC4rJ9lz7boHtaXN5voPEERoPJ7wesIdreJhytmfnCgx
auCs/BgM7eXwOdcOvMsn89acDpksuImWC3MmFMEISvroZZwvt2jnzLUylA+cRLkzNeTFUB1Ih9Qf
FEz+gYaSJlZI1d5TabG7vlLB8T0zzR3fwuyGviuw0lK7zZqwaF+rSGJCcFxgAuhYg1WYMZR0vrrK
aqJ0YQCQrH3MoLZrhpm7iaabwZA0CIRrgaQWZmtQrYTK5rkhKLlrJLWxjZO10+khqV8zmUqJcC0n
JriEvlCsOI9SmKjSMBtvW1CCKku4Ljt3kuSKbOO5fB6DfX8Ww+3a2s3ukjf4MEO+KdMDbd6XGKMV
H9c/P3PkCysYsWKj4BbR+Jd0USpTr+crLr3C0ybP9avvRjgeIbIqC13s+uQtAaCgEqYVAI4B7kjl
aE4XdcJ8+5Ye4id6l4JwUNnH+xLWRgkgQnRfgPHst7ULQGrtNmqiqOiRHZNtdmyOySa9dY7qJt6u
W7LttrKBekEijLYAWp0qo6q8AC/YedUlq43luZAmmdB/HGbJMRJ59x8LF8iFXE/dRRthQVUepuXo
9PtSKr4n/Ei/V3Eh4+woqz1HE2zQxzWgdwX4QH50Id1Eb8m7svmH954O3jsQKCH4Mcah8/MKtj99
WllrOi7VBSBJt/CRhsuUFUQH6cQKX+m3m9FQmxkPiNH8OkDISL+psrdh3V4/SKIb49QKl6CaUTkq
SYq1ZK5XVGClX24KiCZnb65xV62P142JXIGxdKDSjblcwp8lZwRNBqiLgCKnnY6am9V7UNtIQhsD
rd7fmwLtPbi+IVcDJjwu4DWGtmqGgzBU5zu0d2n2PsqQx6IP5LhsagzT9AYGbs/doFnmyeyrCfiV
5EdnBE61SXvMGMvIWkRQAdAF/bbDO0KM+WF9ZsIEKQ21TRz2mYeiGsjDwyJUjo0M9iP6SKfmOI9o
8rQkHcgrfbUHFL4B6SqDiQf/8HlO1sQO9ElC6A7upKcdu4/m53beFf1TFu//bya4WxUC0rGTAuXs
awQLqDdUTzCnL3EzUfhEqgfoFxwauGJus5QRD3tkfazdPgf9OtxQVQZdEp1QNNlRvoLqh4tIfb5V
xEmmUgeTOIj/DTxWFr+m9VZH5Tar3Ucz+XCMUrJzomQBlNFs7glsFAbfXR/w0JtjVlJol8obptbT
lSdSxB6hipcSCeGGzBjnCa0BaFuhsRdfFdZgFKSQjFmzDdXCUUYgzXaKv8pP18V5BIMCOjmbkJ2W
OxV0271ee1EWlmXQRwMmWx4UPDn/wQlPtpILQ92cT3Qa8P4D7vaQV+7XAdwbhpnIcC8iJ4GPoAnF
5FmBYTp3kmnFUzxWcFkswEbr+Wtrv7qAmtt7Ld1FieQhKd7H38b4YmQ9lLS2dRhr4mQ3FxVm9ced
O0T71ITonb3+1K1l9BxFlU0XCiPun1XyDCaJms1WxiZYauJ4Y/uyxLq3prfQ0JJ8Nk2ynzrnlWOE
oDuxJc568z3RzM5Te4K7hB7tZglL1QggjHO/ON+gDxLUUP5Tm23W695gzfd68yVeTLRUU08dp38J
nIx9H6zCqMNdgDINpTAaG2dzseJd3yMvSIf/2vV/SPuuJbl1JMovYgQtSLyCZLmu9l4vDLUM6L3/
+j3s3b2qQjMKIU3MzJMmOivBRGYizTm1JC1YvZXoMzgWJpZgToJf0xoM2hsKIjVRn5rgsTVu63w7
/+TT6z/cDx0pr7bA+gPK4NxuB1r1SjXDfyYgMJxQ/qA2Ntdlo0qr2pwkA4KUKm2ysDIhRSXJPX6L
m6TxQwDMsywtDq0myz3WI/aJPMF65mKe4coQ3VDE0Vmt/pzDb8WYuWpnbtD1vJ616SlQn21QuZK0
krxYVi/JiXDByyWj0oOjDXFPV9Mrx3rM1OAxCeeNjZP9+49HwSz8CSikAh3k/OPxLOkCo4Ckojpm
tl9Xx9D2L4tYLTGgtQdLXCCnAWh8LiMq0fawRxXRz/nRTU88tNmINa/QvOlgMGPM9PjRAd7mZbFr
Yf1U6mJQJ+kJHrgTtUNIxRhB0aouwXbEZQkrXwkKoUSE8XAVXfYlCzuRUGF8AR8JF8wc9efEwOMr
MvhHN1oYVwKx12VhK/aPgUsTvDe4aQsu87mwYSIzaRvYv6L9BA6CR6Zkr+ST51gNM+Ifl4Wt5I9n
wgTjt0eu6eEAYVl66MYaQYgNg6Q/uXp6JwoJNp6W82xoPUozM4a8Zv1ZTx+SZmCh8vOyLiuR7kwX
IXwPjaI2Jf7rRvr4DKiAjd1i3ohWXu3Q66kznvmQ+0Q63y07QsE4yKzTflg2rBQ0eQkGSrICcO77
y7qt2PiZbsLNcpyOa2UN3ThgUDKQMA2tbC5OpodwjToMbI0phx7xaFxhNwfbRRSKpBI/tBKszzRZ
/v3kLoU5RT6y7EYA04y0R6fdjLW+3CdmtZlbSGxi/dyAVvvJqwYK8HNpbaZlFm3g3AFX6xnNVRXJ
ak6fvXwhUYVC/4kQX3xpqTT5qECEtTF2WGP1TXdk+ZXyfKPeDu/8iLnlJ8zfXJfbwE9qlnxkvxPZ
j1gLYmc/QnAaVlM7ywoIKkMh6wZGteNoucCcskG9AkSCTnPRmiUyseuu6o/qgvcIaa+0WgGpaWWx
xrjPsvdyPPbhyPgocSKSD2kLTsQYo6SplrIrISUbpq2jyJ7u6+7jjzLLLzgxzEIBpENDFwl4aTgD
G7k/xNsswXhfCdqX7SBjSpGdnuA4IrQxxzmDQBBdYKt1nu+iIXG7yBuMb5e9x/rV/qOa4D2GnGZ1
pkISSF+mDlU9jeWarBq6six8ZoKC/6hAdtp2ERIMdcJ0tEei1zr/1mKHtle/5bE36ayXocbJjELw
JVjTxAaDCb0M7aULvklLlbJzE7yHVvXgNRrx91saflemYQesx9e2tDaXP89a3nR6dI7Q9mpJGfbz
YtwlN7GUuAFKXMOBwgsw7/Aa9OC5frBkkH5r1eszoYLLiGoyZh2BI4ahO/vIV0um7fKraA//Yepu
das8wYfkrXdZ2dVsAFDlQM8HlS9S3/NrZifIfAIdYp2Be1Gm7g0UKmzlh42locuSVq3jP0lfatm1
FqlZ10HSVGPjsi5Y2fzLvTqRIBxhYdtdpy6xrAbmut3/sPiGy9DcVuPliQzRxzpVE9cGbMNK3wl9
nPkNRhPGFLj5BibIJUe26pIWwiIQH+OJJ/YIwVNvV1h9xx3W7w0N3RrHG5tjF92Wyvbyx1m9WieS
BJek0rjrEnPxFs2DaoHQ0KelzCOtG8AfbQSPZHA9KuYB2gwKEqbeV4zWz3VfK1tWaW5RDyzDspqB
ccuXJHsvenfoJDdb9gsEBwUAV+TWLbRsip/E+IG9l8unuBqzTk5RuExzSucgGxcN8xc+PFANhH53
QYeL62UN2ONK2UqDxECo4KmsOQ/MPIRCHECWtuoGsztw4CaGbi9rRclECZeLDLU+d9piiygcKcv3
eoumtz45WLK2mkyScMUM7NENdrNIGhQMSl9FSuhqDSPjj1E2XLHq/QD3j3lpIAijAHju/ap5AgT4
JzO086q0oLMjH61118jGwVdv14kY8XbpUdrwpVIz29+xtdYPRxJI6oqrpn0iQrhcrdNrnb28HAfn
MWx/T+b+smnLVBCujhVXBMDt8Ht6DgKphHtqtzWC3/+bEOH+TGblDP1yTnpPQPyZAZRja/C3/0mI
GN2zuo5b1AnwLkUcinV/VixmRzIMS8l5iWWDujdis1nKWJr9HJrfIr5NZQB8n4XUL0+dP9/cES4K
eAqqNFk0sTVGdwCYtW6/6XfgdbrTbiovfgWYqZe2zPSa4zNvWV6x6kqRuNTVy3ryG4SHQOVgAtlZ
cj6Ab7hW/xL1lVsXxyQ6atg0vvzlVt3riazlDpw8CZRIDxO7gixefg/AYjpX6YsaG143qH5LqVdV
2cYi2ftlqdJjFpxEGBS5hvCItHOjHTUsGrN5A26u35kbDx7Zz9viGFzVfv6ibu75R3N4uSx/NeM4
0VpwHm2rkXRe3sx8+GaWzwrIIPqabFJNQ4OJOCxPkkhy0MufvGRYgjMpwj4YnCXJaUsQKIWMBj6w
CRn4ly+rJrskglOxSV5r46KaPu0dEFMOr1JKF5kIwaW09WyCNB53ZKQbe3zI0w/pasMnyMyF4xKj
8AQgwILOUCM+Nm6x1R4ihjG5OySh9ezxa2uba275qm+Ch/iVvKps2Ok3nUu9Z2ObeZmsCiDRWGw/
VLmjTB3//HhPaXdHmwczkgSbdRHYGFnanHg7CPbRpsZQqcuNmOaOhfEuCZ6x4XvZNtYdyx8Zgm10
RA9GzYGMKJ2eo6xl0WhukjFgZVm856ZsLmX1lmEgBXCOgPlHferct1Q1mPEyA0mHjTUmoGQy2m36
OvKq8hDGe1XWw1+vEKHxbS4U0JSIa0YZyZtszCZUeh+aF0xow0SiIxb7LJbdmTeNrCm3eqNPxAmh
og6wfzrZUC9S383p4FT7sHAzZ3/5m63BW4FH7I9WQjQAHkbuDAW0UnbO/eSr19HBKLz0tfxWM20f
b+NDcme5gX9Z7Ko5nkgV4oKVpJgyySG1NY6YZ1TH11CRaLa4iS9XHFuDGhoAAI8XX2JDneok42hq
pFhPVnda4jfACNZHr+Fb0x7ZnLz+g04nAgWvX3e6khgKdEqdST8SpMRu0FkYxlEnGVjX6vGdiBJu
8+yUSTzOmAfsaHI/56EbcfsqHf9+rxyTtX9OULjPOq5uwztIIenWMcC/cJepN5ZsEWYNDfZMjOjv
CRhoRroMN87cw8Z6qtaMhDdV6Y/FC6ghnegKa3VRcNU3D1MM2KEN/ae3tL3sYAKTbMHGPnclgwlg
7IEsDTB0pozxaE3fiMw7rtrjiQzhNA2MKpgWehDLez00vCz7sNvv7exrwc/K9CsZJMGq+zgRJ5xq
o/BWrQOoZJpv1vRD058IvZIW3lbfMGAEBPqYiZabiBrsTKlV5Mu3a6bR7auPMJDY4KqlnwgQTm0w
QzMqbQio222SHQDxJyU1XIsjKA8B83gJXejMn398oA8oocPhaI2pyB/KsD1QC/M4cxdbhxZrdDdc
BWmRbjbZ7rLDWPtEmEZ1MCMIbA+wvZ8L1sd8tGg+wmGQB9u+xxTiqF8lsgrK2gka4AYxAMeCeV5x
VgYslEpZhcZyvXQvAOYet2bQwxvby8qsWALmHLGcjUYOyl5ie6EBM4ASOVbqqth+B3xaoDLgev4D
McyZFCFu9LSyx45ACpBe7soS2OVVugH9zmODVg1Br+ayUitnh3kQA3BQC2ob6CDOvxAQllPTGe3U
tbvQL+rmh9GOLlFUSWtmVYyBQruxoLt8YWGywTwAzBwndfu4fMt7rM1o9R2V4lutfSIwP2KpEcYG
mxPszY5IZpmhkrqBk1u+UyXxg0rCtznhsR8Z3TELypskJq8Fhn1ZP5PrgGcGU9u5YmNQ0X3SWDKc
t8WxCkF6We418Jtsi2B3+PyAM6vUorkKM2zehmwAxUYy31itqyWHjD5d/pYrtw1IaBhAWJASVZBe
nIvKsYgeNkmcudiQwRJFxwM3yBGjtSkJEKkbpZX1w9bOG9O4/5cWA1RxggvWgkypDa3J3K4fe6bG
pNm2ZdFI1inWYEqIhUVpXD0gCeDDniumzk1QFxNav2W41dVDX/shvc4VN6u2PPVQcNjW6oGUNWvM
H4Hjh+Z7WO+D7i6SYQWvAaid/RLhiJOYRzweu8xNXprlIVV/VF4FUthf3TZBBXIfHq270Hf8bkdu
ZOCKa5akY3xrmeEEUZ6Iz9T3etX0iyUtk/0DLWaWt0RjNt6rLrhPQ7Yc/2WLWhW5YDkC9Qc39/PB
cFLcCEebV7mWZe44bmh3AFM3/vdtsnS3lK11rTW4yCdu5P+TJbwGzIj0MTEhawIkfxbu8j5mTeSq
8007e4ZxPwHhqFb8ywrqa3fmVKrg/0jA46IZUyAmZcmCvTfa8bWuFc23IHCma6eNjFstINavYBid
csPbrslZStRgz1Wtvx+mNEdTVtfApa2M6p5qfd27Td1g+qI0Oi13U4VqP8KGE3+IOEJUiw2rkaW6
Ue6CJOLPYW5OqVcpLfZCgt6SNJ/WtIPFLAjJtoX9MeEBaVWYqrEcmKsSL2PTO1BtR/yFzhIxi9WL
Pg7c08CRs4AUAXym8/tJh7SaNGCrg0pd29ajtnGa0J8CQ/KxVk0ExFXYhMMI4/IgPpfDLdI3Q42Y
OEwATfCzIbR+K33dJWwK9DjY0KgLfCBctg8pXKDt9jn2WBhPslDWofwc5xJVNlRETcxTA/hDHBqZ
p7i3jA7UIsYG4NPBXvOAvcdG/4fmcQz1d/fcNw72xJSU6Q6LD/EeHOt+tgOm2n68mvx827HOf9SP
1WPu/sNeN3bH//tx4riJoRWDoiy8J7MFsnHjsaN7/MjQ3A72dd5L5r3XPv6pMMHGBg6HpSwnAQAR
XWeDUqu/NOC+PHRKlL5fvq5f4g1GopGEwweCsgqLYoKhaSAsiDJewABU49WemvsGmcvfi9AtDWOQ
KmCHUAg5tzF1HLqRJhPyrrIjLoB5WlfhsuXrtcb62RcSnF2ZzTbJli9E7uvQ16503/F6zHUwrDVs
8pvAV73fl/WSfSbB0U2RkhRVshgsf2jNfaltg0RydGugFmdaCXHatApSNgNk2I9vkT/vey/5hrWg
26Pm3s27u4BlITOP0cbw+eaydtIDFVyDNdO6qXSI7n7bT/Nbf/sBzPItUL4Pd9l2dJPyH/JmBKqF
shaAeLYYGfXSwHp0h2CcWr/H/E7vrqSkzqtfDNUJFcvHwDUSMaE6WsTRUCOZVa1pmwwqw7QE2rWy
8eI1cCEgF1EKTJVlO9YRLENPu0TvPi0jKtg0mR88/5F16VFv4KKm9Get2a5mxq6VJbsZvKk8ie4k
X28R8cWbniTJwtdLUrXVamMxTjDT+WBPfVWpMmwsil3nKo2VbWCZj2rtpExVo6vRipR3O04fMq0j
PuApFYkhr4VN4HviSBDVCF5Ggg9w8iExlkQ6Nn61mj9g8LCad0Q2SSETIziBoIurQSshJilugtgr
g+suxheQgVStf2Awg2MQiSCNE8NzN6RJ1FRJ5vLEjjc9yHRiGh/jaXqi3WuYp9d12rmVGr12RNnk
6by39DfJB16pQBDj5Ccs/36SSGpaHPLMxE+wuRc+OSWLQ5b+nvzKv9UV9jp4/FGbWLOn+35gsSRC
rWWxC2noAiJnO1jtOxfe8ybrTQuZZWuCSO8FxsbGYltHPzPZGPOqmieSBAdo6OCCK5cctm4tjyZv
YdixZFRZiOJX1A37MhgkXY8vERGw+HjygQ4VzG1YWBN0U/jU18aSv6IyMrIsGSev7sx/aN+gtAJf
h3l9IMN+uRBTZLaqmuME0cJNnkf0BtTZk9jIynAgmELVZUXfAdqBuAmDrRHbrBRkdyoHfulhnF46
Z1PPRwfw6yDw02zPlkHSrK0FnclcruiJXfIoAEUlhUwdjLVF4mlwNeX33rgxgk2lezO5DSt3gidS
3irdTYG+Vqhem+1JsaeFrBazGj8BxbPg7+IdD4z2819D82ap3i75bXHFKbPMX8F4D+onJWCD/kgC
gHL6GohI61sruUIPIwCgSnXoOr8c3tPIL2JJVF1zUCaWQQgFvSH9gr1MxwJ1lBTPB0v9NTdvJbEB
3u0AWkm6dbkqCbu95oLRTb7g/9o04GFNIKnxU6/YmVukDxugLR57jITurM3bwLSNfRsxeqOwZtsB
VoUV7nvoA0zKddh4pfnJPr9xwH/Bdu3bhCSjf5m3AbsvveA69F8u2+paaLZgqSY10ZX7kiR2SdOM
ljkgfcObD5YzR3eODAZoXQYwzjQD72K8eM6NoYmcosMed+bmk7WzreraLrSdojUS57hStCfwIUth
BTVUOJNzMUOSFjylqK0MTU4jNg+aetsDS/xQq1XmGXWr3ved3h2yqVWJO2Vh/nr5LNdfdbYNHUHF
DSMTgj8CrVKjTIZH6g4ENB0bP0biWfUGe/45MySpxtqpgjAYhEFAMwZHhRBztbjt7CDp8TQaNtT4
lmdMVWTbOWtR4FSGcKQJpqircF6uDfdmmyX6Tk8BQ15sgI9DZFsfa5MgaE380UiIOWgc52HMoVFU
44UJcRUDuOz7W7HNGAdsQrG1QRybuqgoH2f3YP2cdjLatbUgZAO2FFCQgFhClfPchjoAz6NGiJ9Q
z7gMnR6zuIslZrL64U5kLB7k1FNnyoggDhmBg+VIUJ5re70JP+yskRW9vkhyFlgQGKSKrg/unXCg
oaqYpI/63J0Dextp3NXtzEuaeXPZ7r+Iwa0DQgwMHkN+Bv5zrhCIq6OZdLh4SrXn/bsabDOZW10z
xFMRQtZVlcaEIjlEVHh4KcFxJn6E4Y9exf6OAxoE/x80OinTCh7LqBKjcepFXK+7Zkavw9Hyp2h+
uCxmVasTMcIV7iqMH7cVrheg/sHgZNc1y5VX0jxRZV9K9xWXvyY+TU5rz8Jl1nmkz+YAaag0tOnb
zG0WZs/IncPytXX8olCZ80ut9uB3YJf1XAxAlHx6qwQDQc/YVniOIJM+NcUNaW/H+VqNb6PHy2LW
jvNUjGAkmTNUWImDgkHyyBuTpYXbmB74rWdzi6xZotRauAH4gbHg/FgAdxWusdmPuc57rM7Wbxka
3yHT3+ND8DBx9g8DGAAHVVH81JFXAL/2/H7VVktAHwpJqnXlxNtUvyf/gPR/KuIzsp34JH0y6mqo
li80vM7DT73xtNrNZKvbq971jyJfSg2RnhjdAEVatXD1rmFAOrtsAmuuCHswwL8hC3nJF8KypERv
wdKQahhHCxARGVZzZN3TtQ//2TxVUYxGzVS4R3SEo20wr4I+OhoI2xkQChleR3rJ2Vhu2zzx4kHi
j1Yzi1OZgicneaIRFI3hYjlod/Njy2vAX1yp2WaY3IbfgPoBA/6Xz3Ll1i7xAzvAhgredrHkrrQ8
rrHAiBcFVsT6Bc83+xVPGMapPwwZoNlnR09wERCGNz1CiAVAM8HGwbnAu6gO0DNxTbd/HEyWZWzC
IsNLdNXujU12mN38gaYMUHXVHd3TbZcz6hEW+2bjyt7Za0W4059DhMl/UgRAn1Kge350tsTNn7if
XAc7plyHV8YhelQfLp+1VKAQcfgAyPQihv4RYdhPYo7H79udDVHjS+Cm+3L7UyJxMdMLJ070c68y
D1lg9AkkDpgDZwpL3PEQb+5mVPtzkD0nkpu59iQ8O1Lh2oTdMGAbHvIAen80jnPvUpawguW3pqt+
L244eyW1d4NPjEX6Bu5UkqVIj1i4Q3lYF6QpPn9Ac93oG9gY2fzgh1e0NQIbvXMGCh7JVs6KXQOd
DbUqIPFTuCTxSWDxtMvtHrggnYXpQCByEKdnU+L3Ntm01k8HyO6D9VaiZER5iPfoBgV7ltDfRjxf
Z6hids3OHI/UfmzVPXEeeJf7Sp16NpBOZbtXX+/78lOpg1qwjeRX9J1qRKdyzvBT08aPhgcte0f5
olfxSh9/Xba95aTPTA/EPATsbciwVSA0ikWYhoJPpglJ6nZFgbfEbLYsSedS4jS/xIJFCrWW5hEi
5xf/BYyvkuQRJjUA7TUfmqJ5HqkOVvucPP+9OrZOdNDsGRimEcvOvdEGoB9B01AN+fcMFd1Z5+5l
EV9SG+iyICijcY2BHU0cCc5bxUhR90NrqnyfjMd2BhUW2gKcszx6scg/nByK/iiXYJFct0UwNCMv
p2S2anSOovrF0vjRCesXymVQ7kuGdG4GeKcvrVaMVEGUiCiYNKMyJ3bWumO6iRUvD+6Sxhuo5ArK
pAie1bFGMxzTvEXNeGdNv1t6F+cep7MkWsrECO7UKe180rS0dcHA0u7VJvqh9Hn1Ckz+XxoGZiRf
SCZNcKZZ2joUvrtFqvubTD6NnkhzSGW9qK/3FB8I+RpSAIyq4FF8HiIsu3FoOMWtm/IQtE8l4Z45
RTJrW9XlRMry7ye5ZzRSrNilSQsQOcfLOmerL/QFytKl2fztLVr0QYpBYNqgghDeIUWaRcDmgCSU
JlFmdpXODbLvLUyD3gJqUBLxvt7Zc2nCc2Q2uxCA5bCIsW6vjKBvWFU2ESt7rd1gTGViZAAOU0ap
rGqzfqB/1BRyKWya2gblULOeHstMA50kZfmMd4Mh8UpfMmHwaWA8i+LpD95KYOadfznT7rs2j3C1
cidgpLXxhozYpCt+gniGWScvc6g7GDKA3bWDxeTEQlv36RUF468ikydaDeNvR1DZAB3tkWt7nn2E
5QQ+JFui5Nfc+1PLP+KEvAG8YHqv9hAH2B0/sW5srOgV6i4w7qzhOYo2Weci5/97Sz1VUbh5fYnu
RZpCJm8/+XvzGpkvENq5r9r3juxd9nVd4lNFDPZhslYj8MjnH3IcgWbrWCBYpNGzpaJ3uW2UfZJz
FhtHTUfUwUCI49kIN5fV/DqFJggW7/5QBUQpIbgP8qNaf4ud70X5XCmNC9JJzMPhfhjKfmoB6kHK
LUWCWFjdts+MbRNiiQRbJEEZe2pubAjmQi7/uEVpMTxhvPy/QxGsu60anhsKrBvAwUwPHnLyFo8S
GV9yrkV/TVsGxSyUHMU+SV3XJKgnyAA4Z80miu2pJhx61pO086cuv8HzU9ba+9oqEoQKjqnP7Fkd
ObalJ7t4jsdha4edV+YDiyLwUWNutEfbLa7eS3SoY+u3kczXpvacqlgXtnsvtybPNOZjHeTbywe+
boYnpyE4LpXwbkTC2boGwJka5VXvdn2/TacfIJZj+eDz8trODn23vyx39UNj5hOsXJiBQtvq3Ppz
4J+HMfbkAdqV7yy73ekOAOzyUqbel7bg57lj/AHeHTRLluC3sMOWof2JS93Xkxv0KYaaer9FTdsC
YYFm6k9mWHi9ndxPcyiRvRbJF2i+/y9a8GHmgGl6uviwjvSHqKr2hiULBuun+EeE4EPyQU+6MsHH
o+0IlCMTLgRkTqb2Ty7jRBXBZQwkV/V4gioVSiBeskMP7Xe0wwjtsd7lu9xx7/RHh9GB4Xmxmx7+
xVT+KCmYSpm3fEgxiuxGCZaTaOynpPGHKZPkrKuB9URH4YbaQdPZzRJYnWhvzRuneKAIPckRWO+1
uuuS+/9NK/HetdTAVDKONNW8Zrgm5EjGn5dFSAxQLKjEcTDQckmPleJpNG6lSeTq38dzEr1MDGfA
l57fYaMxkawCatRN89u2fqzo7vLvX805TEydoPwKaDwx1SFZX9hpAx/RqslxSAgztPjRKp+IWe5q
kl71Y/NxWeJiSl/Cz4lEwQaqjKgV1SGRTGjSu5NyVyk7q/gZtBJjW724J4KErz9QlSdYKgTMrHPb
AUrU7LAMKpsTXNUG730AEqPR/GVyJxlmJTaNCg5oQHjL0nEP4oWCheqbOlVuO6uS77WWA2MAbBl7
QvMLqPXn9mB2RRAUWb0otWvMVwe0JnTTyhgFVq0CAJBIfcECpIkwkwqqSdwhODpOUq9uMfCTVojd
javxHepNTCk2/2AUfwSKu9BhW2BsdIDAqtg6+k0NsqPil+o8aUQSE1e/14kg4dXMFafiY7VoBjQZ
0noTsNySD11z6SyZ+/nkkBANHXVfTB+gS4n6iWB/mT1xPoUtUr6chS7WHw7EHTdkYtEuYj1L9tb1
sLmJD+93gUfd7u2xueq89MraVpuc4chd1N8lV+JrKxqh+uQ3mUL9t1SHujZIA0re2zfF5wdj114V
9+krgO2u5pv4NdrP/n2iMuuuuuLgJUVyLskMv5Yrl5+wrNmAJBHceiKPRFKXgOigXeNOqAsejO3o
hR4Ih3q39bF6c2cwfRtKJii+1mgFmfr5rZnSANgHDmR+8NkFqt6rejfdqW+V9w4+HG9ywTjvhQfz
Cqe+syQW93W7WRAupEcDNWJK8x4KH5a5mcIPJjfZKu6wGe6sLZ6xx/QGaGGyc17M64v5nZyzkBpx
PG+DMoFY9Am9yrcY0LAT0HY0P47Vk3nrMMUj17anevq2kjipz3WfS7IFL9VO1aBOBs4buxmbmb3Y
t+Pm44GwbkM87aDeqbfUNbamN7Hk9bHbIEOXAeWuPgZOzUxIp/q8rQcS4CcA/FuDibX+w8zGjeJ+
Xr18k72VW/tg+NIV/dVztwHnhBYqlrzEbBgzEFPDe5y7zYCXh3EpzFuw/s3YAOxrAyLBq3jCaFRc
udkmQItLkkau5QvGiXTxqzcp1hMdSA90k5m9r9PpHySYADww0DoD9ba45FQqaQRzHrEjncYupo3d
WNrRWDtCE0NVGPAAPc8XxG0tT4c4UiGiwf6/V+3gpNsPWM7Vj/ylZL/4nj9NLNx3bvriyA5wLcCe
yhbsxmw0Y9YCyKZJD+wUl+deiNIBKB4vR7zVEgHm8DQEcSCafqEgIn1dJxVIr12jY/MPypqF4vs7
R7/Kuk+ZVbtgkHWLdxRIBjZtpV5pLTs6FS8YCkjRooyMyxlPzPoxviXXMfBNAReDLUHmuMl3Aw+N
7PanROu1t6KNPVxQ3xiYmhf3Q+K2j4NqMHC82oudMif5Rexjnzwl+ktseWFy6E3JQa/GvFORQsJp
R8YQYh+4ceuIJff9Dgt5t0BjvCr3yW6wGAGX842VIAABEBpdydjHdnf4jN7NZdVXjNrC2xjrMajR
4r0qZB5B3WThWKGpPpLnonBpdluaW9QUwcMGYP1bR5aZrnxgVLaXfXIMfYEXTZCn65OTE62qXUwJ
9tuRYsDNDOIeDyGwzVxWbcXpgIBtWR9Hoc2yxEGpNCqj3lQBrY6m+8Ypp+9Az5FkU6vanIgQPmIe
9Ui1AZALSLeKtcXstcNtP20v67Fy98EpsrTUFrJobHCepwmk6mIjKiFkNlAK5YnfQR1wagXvl+Ws
lV4XNh7sSOHNoKH0dC6Ia5nRKF1bg3X7MCI9BN5vbwIYjXEFkC57J70uw8fLMte+kQPAeNPAJAIG
EgTduBGXcdJ3tds42SYPyn1q1xIzWKtzQa0/MvRztWYrJHmaQEZSYsoGYJBG7RZ5yVpjU7fePDE+
e2G7Cblk/XjNOBbueRg5Zlfol5BE8zKiDmZFjOkmCH5F42PR/b58fKumAdx9ULTgUmE46lw1dSym
fOr7GthWTxXFyqIBrNMYEfblspx1Vf7IEdxymEdoh7aQA76JxLgxuxtNhv74ddsE38jBbCMqwNjo
AWf4uS6KHaVjoC7WlxX3cxwsi67FSz0bHcbITb6b+DxjX7vMj4UW7mtqvFOs0Xr5zLOHy9p+EvoJ
iSJ+CoANdLRZEOmFY9VMMN5ryVi7fTrylDXUbl6GIuR3djqWPyYzH3XApZV2xsBJl3h9kzs3YRJi
7a9TksqFQ8t3+OPFNgdlASZokJccR6cZbFZTwgsWAY+ZU2wHRko5bqOirY5lyNtni6ikZulQYmlL
5VZ0l4+m9ZM7CX1tJx19znGyXyKK5R8P4B/dfRQkGgy4ZqM+ggqh1ePboltKVkE5OUyv+mgDppLi
9xAqeDQ5jq76HHP0d1pe4eVcaZ1+0LvOkSGufY6YC+dHsR9sYh8DXHJg3zr/lIPSzpNTT7WbEwVI
4c84Yh+0F5uZzrvG0ZgxATMnjj649Vut2keAArFQj18RMLzMwkQKpk7z+luic2Y2A5aPNXTT+r9F
lgDX+NJO01EeXjbIBHNLMUCiVha+sd5GVwOmU4piPIz262VTWgmvZ1KWC3zabZ2dvLNUSKFNOdwA
sqUOWehg3pWpJJr3at4kDwmYoriNSRkQid1dFr96b0GnAugMDM99yeawiFBw1cG9xWDIMdUw/6zk
x4DzfwiD+NRYFFuo1bFOdK6lNfKMlPFcu2Fn35Zq72HNOsQaihSnYyVPo9jHQt1CxSgDnunnguZK
G3o7W/wdnYhPuxTdqYkASgFDP481R9I480J39VQbGHGa3Ne7nD9dPtMVn7uwyS0RBTELlDXnv6Hq
pxg8X4ufQr7Ud79r4AuYlj/K8ENlcoSwVRd5VhoYUnY1Pd1QUh1VK3iJU+cwgBHbvazTSv0JyiDm
O6DeWfLvc53CYCzTeDHTukC50HiMwYINjtN+ALPStLksa02vU1mCXmYQ4i06QZZCD7TeWmF7rfJj
astQzlbloL+EhB7lQgwlnesU9/DwM5hVwMqnA79NR+psKY32m5IOizfEyp8v67WSyoCUDc1F+FE4
ahFkIB+TaMYeHa56hj00Y3jIBlmhbOU6n4lYVD7xJn1rVnSi8KtDVWDHVNtQbfLavvkH14hleaw9
ImvBOqtwcjxytGJarrNZf9RZ7o7BY6z8unxa2nJVv8SIEyGCGWQ8tBrMt9ZuZX/2XdSEjclbru41
7dlIt5YzYnbDHdqbjm4xoH9Z+kolGQeJN48K5CId22PnBzkD6ifHDBxSatIw29yBtBNY0zcJiqGh
1/QyUra1KKAhr8Z03DIRI8LdZD1wOqZ6Mfly2AexudXG8RtmKq4K3h9NMwdYibm3jOHlspZrFrlg
NGEFE1N/cJfnWpYBVxLSQMt4BL6OXtxg0/bvPf+yaPafCCExTPs4M8hiKpYa3fdq9hCHy4CrbMdz
zfDxtQA4huKVaYnsiqhdJeAwyOELa+qBVWujl/OeZpN3+cDsNbvACwjZwMKeh1Xu8xOrbFRkdbOo
3S7UqoKlFB+M1QDJ8dQsqa1NH1pk4/TV+Agwz/6mTNPES/UqwP9JwY9kkRq1E7PVsNFZPLbV/+Hs
Snojx5nlLxKghRKlq5ZabJft8u6+CG27R/tCbZT061+oH/B1FU2U0H2YyxgzWaSSyWRmZAR1u7Gp
fNVslMlr4hSEkZBtOygogAb5rNfbhfagdkNVHW/Cgc5XBKDk13HWU0yOOyF77UKnCOxYA2UoxhKS
G94289EhvH5qU2e+GoB184eunm0XdROKUdS5w39q1HUKOkDLKEw3QnHj04Bq4xBUelXtlFJz/GiM
w3ub6wx3pU75Jidj6Zk1GbYGGx1oaWEeBy2V+B7Uz8lG1VgImahwn1WKvqeKCZr72diUNZ02M68d
wNSc6c7R1RmDHwq5MRleW26c91URGGWmHo3RKsHQORJjN83t/DI1lla4nKb1vTGjP+7mY9yFLoTh
88A24+FpzEdt27Mie1eiRPOmPrGAOVJCAJ8uf3HZmxd4KiQVCHQYVRUfoLoDhZ2c4mGoUkJvkpDV
tz1vuj1EoMkLoG1h6jZlP/q1Mtq3oHBNS3dMp2HlGMnuKjAsog6D1AJEVUIwBIFgqpYKfkWXqm41
DR7hj4YdTO1KPii750/tCP6NDTSmsUD1xW4iiO1uKicDDZHP+OMw2Ctbu7YmITRADzcfugz5i1ok
bg/yohhY5yJg7Ur3SGoHknDQ3bXwEBRjeR85naG3WJPRxX5V+o15qIntUm132VVk0fTUU4RvlKOn
VnMT3wj5182Y0Yes7LeXTcjuiWWeBhUlcGSDXuo8/HA841qCCiwQfpo39yB9qzDmEoNASsmrjwpj
PGFq72trrX0rcwvwkaBSBtfD7OLy95O8wnG4MhjLFpbajZ54lRK5OsqNab5Da+4f3OLUllAyK/p0
LOiAbazBfu5C8rXYKJb61OWseQBU3fiXk3WSrQseHxVsanOK4pnphB8WXr9uBOhX2+S2yyv6cPn7
yV3xz9NAcPkJbCkMRFNLagtJychtrCyo9acwXtvE7x8MA88L7gIt3KWfI+QvTQLhT2j2Fp6WoyzO
nwyAVyLzQSEGioQrPKPfFwWEB9akoyiICrnoHElYDM6UEyRINqgE/lM0v5jv+/Hlb7cOPCPaQoEB
rlmCQYJzF5xMDgqMylxIHMZjanxAMO5Ql7bPrDXouCTzXMSbFlaKpab67RHJSGQVJYUpMP/4Y381
GKg07RxcjeRaM71xDixQJqT8PaXXuHf/fp0oCuLtaIL/CxfO+TqdHv3nekBSreJGjOmW2ntM2KMQ
tKbZ8D1c4SECNAYQ/4TgbAsuYhtJXjsTDIHW3JvS/naMyPHyWuQmkCuBVBBPcpEDVK/UJiZmWXps
ivbIZNCpGOrPyzZk3rfomYCGDpXpb6DnKO4Tm4TQNp/NDxukFvS9YdDs4CtmvieY6vJJVHgePB28
d+efJerTjAPvit0i1xVzDgWhPrRvVz7+mhUh9oGViBtaAitAG2znpLlJTfJVlMXKLS/dM0zVY99A
WwOGpvPFdImZOtUAM5H1lpQfYx66rPVXxXQlhXVs2v/sYCDn3E5tdZWZctjJy9ZX2HYefxjV1Ryj
mmdlruncVpiwZl7+9zigc7uCa+vMQTYbLnZJF0CszysHB5eVHQwjusvGA1Ip76+90FERAC2MBC8i
xcKpLccw6cYuQ47sEC8aUcEF+ig0XsJx5ekt+XRnhoQbxII8kGZMMNQaefGIJqG+B5NgdT019Y+M
xmuDyN/fOyqaE9Csd1BRwxiosK5egXKvZiBItHX2ojIUE6K+d6FE5yIfPRggFgiJ/g97iccw2B4A
QrK/cUtmVFPsJO1LwI4tjw9AX8e+U05uyP66/4J5WhR4f/O/4uYSFpcMvGE2RegAU8+VXZSxa2lg
BDLwTPp77zglfhAMOZNaDzzDiiawWCT60+AcjTxImjXMr+zmOmOYEC7JMYwBwCtgKJxLP8tmz+Cb
lgbW5NXWlYYCSh17TPFb6Er283VirDinJHw5OnT98Okw5WeKZYzSqRZeUBBcOFAa0pQs0CcSaHq1
kkVJkptTM6KmUUh6LVdymIliYLHCH9xgj0St/E7XdlW95iVSa8sNudCcguNLCJbJyEaF2zMWhe+l
1tW1Sj6S5Fc0tH6M0czLniK5MVEgRx0e5FGYu/79gU8SbU1pVXDxYmlGUt4rhXFD2c/LFqTf6MSC
EECYOjVR4cACTQevBGxi1roHkuWby2akCzFNDBQaDjyCCLvWJeVUDCpH4LCjo0rHRyNZedbJnR3D
TqC4x/CoI9b6qwT/uqhMOPsYPoQLa3H1RMEwQGrXfixR2h+OlBzoLxXvyrLotpcXKAvE6EKiALrk
HiiNn99tJWlZaE5T6aX2XWrhZcQ/kz4I1XklGsoisAE+oWWZto4xhXM7jVlwTU9A+Jsa9AD1Cn+s
LDecAIlz8u2AXllSrN0xEugf8FGYjkZfCAIxqDmc28xnXpZ8KTtiUvSVROPeSor+B82N67ozD2Xf
Wt5M4ieroQ8JH7lrZrG2bwhXr8KC7U3SGJu6Y2AJ0ozny7u+WD4vCqNLhfCyDEaB0EmsvzW1qfFk
Qius4egSth6qsxHb1MWvECMpk/PUxyt+LPvMy3MbSBw8CfAVzrcC8+JmYjVR6YFdxA37D0pR1pox
b7DymaULO7EjZH42o7FiVwrIUobnbrwfyr1qjmh27mrnoNWbmv/D3QfQA6pJy+lB5fl8XQmcVwl5
jNTcTlFMApMFoGJto60sSxZtTs0s23sSz0jXpa1mY/ss557Tyu2gU2I7T5edQnZEUDHAZ1r8FXiK
cyN20hZA5ialp423YXwoGuLadAdMT1cG8fQvG3diTPhQsdpUbZGniDpEdRm71pNtm9cr2/admB7c
DEBb4Vm2sDgRsZ4N7jSw5xiIbYy1rhkbLrdAj4DKj8vHdK9X4cbkBIB2VEjMNPM0EKua5SGD7NcA
FZ2BcZeZ/5lsTdpR5qVIJzGCDvwPJnYFr0GYD3ka40FXdtQHIT9O+H9Z3W4r7bmcMUtyqAv/8reV
ORDKngR0Umg14dyff9uaKh34G3N8W1akO6bmBPiSeDxURm79iynsO7J3R0V7S4h6BH4Ulg4WVzXz
wZlAjTiqTxblj5dXJEGSY7AQViAsArLx77MxoAcrAGjHi7U0tzSLn4cuObTDryn8Mjjf23GH1niv
euABfNSSMTD1pvYVXXUHs18b35IlN6dHR1hz1kYt1BtwdCbQ4lFMzkJmL65uuuRZH/4lkv45OCKG
fwC4jucRTEXae23vxuzY6E+s3l/eXWm8PrEiXMuWw7OxNWHFsfdO/TrVd9AEGfjK5S87B8uUyYKF
U0FbKnglidDXSgq8wiIj8p3+l4qiKKzRFjrPSrJBD9izp7VEVHYUHJQfHECfUAYTj0KSVnrRUEQe
ZPGBA3xOihq9TY+XN/D3zIp4xZ6aWTK7k5DdaSztFQdmFHQrn/vMHAC0apMuDQaTTo8EQnXhBhPo
pekC/tAXfq05w0/EKg5UhxZBU84ecsVDSqBVD7audC9jryUL1yhgUhAkAOxnM8UgInWain4U0+w8
DFaT16gEaPZjGqbOcbQwGz8UYfvO8H8B6R/wc285s8dtFwPfuIkUMnRgeILEtht3IJk6NhyVLh+H
th29NGWV7emGmm14PBplwIHeaTe0zS2Xz7Phtw2t7+uQzQUA/DmQyn3dUY+OZr1hIJkrog4qkC2p
Sgx5x33tgPiIs1un6bTZtayx/FJ6mrxNagainoSC39iFdDpeVSMBi07Zsqj3SFrr1lU2UMPXaaQ+
cjaM6aEnk3WvxYUzBtBl5uiwjHp+l+lJ74P3O7LcmEAvjOQgBoUSpRq+xLUz0kNcgCgQeDKD3qEn
3OzjqKGbMR2QHUykTtUtKZ3O8pwppc88ZRA/7fsh32pNV20KYtflJnW6FhRfCeHXIC0ef4ZqnPYe
H5U6iE29zlciqewQnrqQcE00M5+bIcXxKEBV1Ya3ffhAUfSxs6fLvippzqEfBnJxZ5GIAMOYYKhN
VRJrS4FxGu/KahfTIFU3E3u2oUZZp9ch3RvK7rJN6Sk8MSlkNCOGFGipoCLSgKO91hkgsHF9jOr5
/bId6R6C6QM8c6DIwJk/P4ZOy+ahzGEHDeIdh8RCxdLn1LAe6p6vfC75Nv6x9fvvJ0d+nEqeaEsp
eLZ2mv2hTseOJN5k/yR1MM9Bmx3TZk1KQvLIWMB1YP4A1QwyCVuI1CAzjRqwh6NI5xwidl/xQzN+
RvHPCcgVczPhwCZPOOcu1AcxdulWup9kb13+cXmbv0fy81+hn28z1KLssIvxK4YMEwThYzNlfqmO
XrhMd73GiZestSO/OxAsLpjz5YWP8ruw7tKE/mASd6WXYbS/ZsqGJPaeh2tmJMVX2EGmBqorC5RL
ImtQyAerzucKNyG3HokzHJMhbnZd7FxZRlK5hZ5xLzbwyOuSZp9UjAU2MHUrrvU9v9BA+4eRIsAo
oeEikljNQKbWyVKJTdr2gFw23oaF3fvdpHSuM0+oxpqx/vdRYVm5hc3VkDnjB5x/01ADbbmWwWjB
AIb9lcWTazT4ksq7UvwcpltITE7zWt9G+llPjJJzo2oR5lFD4EijOe9SzXrr4n5TYe7+sr9KzioW
t7QgQGkMPTKx6qFCOCSsSIt6AKjZiuK2cZ4KZBsFJjEAxwqK9lCEa/zh32PRYnNB1mBLcfcKLlsA
ruH0DVy2LX41bealkBUIMQ62hvmS7uGJHeEwhuDemdCLRWxtr6r8oysCja+kN8tnOM9uzpci+EaT
Oj34KLGUrjnOauWO05qAx9pmCY5g6y014xKLyECwjptinyX2kebXNrQw3MvOIA1eJ/u17OdJ3C5q
O0WLBYsp7TuFfimt5c7j3sDTJdRuuBa6baevmJStDidqIewHkBFcVOcmHYP1I7dRYdY74sfF3ZTc
lkCRG2ty7zJXOLEjKg3xuDUmNYadWCuvLa0MOox0z3nkX97BNTOiZ4/5QHoVZnrIfTuQCImLxq+L
VaG5xXNFt0MkomCgB8kU0ofzbeOM1wlw1qVXJxxDQBEPyUbv+mQCprEzigOEUlAzs5lyC4TYEBgg
oflh82K41lvQObu8AdHn368cvIIYkjcQl3EXnf+ienBqJ1HByRtZmEBoirz1IsbDoK+1X39v6XTt
y96ceCk1GoJnAtZuh8NjFWpfLSU+rVae1bKzcGpFONha2c71FOJLUv7qdLWrVRCvY0egHWJ1Rur5
hrb9P6zLRsEJlZAleRIsRnWS1bGOEneS2OEmZap5VYHCE73N3Fz5WLKotczfYRwfFymS3fMt7Nq8
A2wdpvreANNPdZ+Ulnd5NdKLBd0wPKWQTmPaXlhOHGYpeB/Q52Bj70bLUNJOV3fdsDG6QHPudSt2
u/6vwTeYyNUMUJWj3IUUULCpKI461SOK25gQACALdCHztC8ICayyW/la34uEMIUyPSB0aOMD7n2+
hTRzWDMneomOYuHOij8PkatZ741+KPlV2Txf3k1ZmDy1JlQJacG7uShgLUbZ2C63htqhrtK6VbKy
g5KpqGWoGf+A8hooXnGURpmbvC2XdU2m6ttmtzGcwk9A5ty1ipdSzefTK3T0vImNhzCnmzCdVjxH
tlb8AJSRwYi5eM/5zhYFMGgjRB6gA9duwuKzt2O/AHG56iQr31B2xhfuUAxeOcuIhXluSQHqzXIU
0Hs7qTGAqWTmjRtyjWJYpiWgKrOm9s5MIg5aG7Qn8RxEjvgPPwHTdMiE0J1efPf8J4BZ3y7BKbpA
Wu4Gm28WHubu3rRvjHTPx8SltFk5+zLHRfsHMvMYX1+6MucWbSsatTZPKm+0f84astj7AmTqrRa7
dPSj9u8nPRBFVbxLFp9C+074mjqraihyYHxA7212zSZiX0FGAwC1kaRJYKAKsu06u13F2S43oHhD
YhgXchPAn0KqRrghzWTAQjOK6msZuobBIZDwyBx3LH+Y012SYer4zrK2M+s2l0/qsn3f7aKaZkHs
HsRvwvZqNu1JBBYrr1N+KkS/LlEdKaO1XqUsgCNhR40CAHUDE1DnH9EClbZugkDYo3rsNtO2qu7H
9GgVqKltY2untje6vpkT4nHkUtp7oa7kOZJ3GF4LKN3jvsfU3W9c+8kdjPuDqIMBSfMkHo/t/Fkl
b9087KbMdMH0u2JMEhCALTLQLl8OGBUHoDBNHjVpD7n2fEZBNKQK8ZHBvVUOfVMApf778IOeDx4n
OrJSSDwJW6smFG+lCsQUo1282nU37PTEhpDvXGNqPpya/V/7Czr0GEFF9R4hT7yK42hIbOZgiFNN
AarvWVYGoaYDWtGRtaMo2UfsIjiuUGbGfLDIj5oAxOSg38Q8zai3cVMG5TDsx4TuIBa7gtyQ+Ccu
YGsZZqXoaounoOecDm0LU3ba7Qo6bmParniF5KChawS2LhzxhdVSOOBhrKjMMgD3SqGe4KIM+YWW
JwqfM/11+QvJMhkoeAI+BMgSsJFiCGOontd1wyGfjKSTqP31kGOoewj3tUq3GCC+zXQGNEy90UL7
67Lt7zeUvjBCY14AQ9dLy+r8nDPHwBRyBV16tTduFSDOtOrdGR+o/qKDbhBtnQ9MEKw9z2WlHpR5
UFDCiwz+IpZBtaHq05jOzNPDKejCOai6fK8Vw8ZizYFb8X4ZJS4Uwy8Kc1tOcbryaSXRZfGcZUQf
SQDC2/mqm77sDGaozKu5BQ1iDCEDeDTcRiMkSEmqQAqJ9lpweadl7nRi0xSwhXiv4SQMGvNioMN6
+kMForDMkW1dNiM7g0vABtbeMQ1wcJ8vDUj0XKGhzpDkO1uVj58Masfm3OxAVbByE0k/46Jggvfh
MgYmYkyTxsnJbBrMq7julaWDMX3iRyUYZBIwK6qxa/fML4aXLFK9YYi2l1e6al5Yqj0WRhQxmG/7
kQZI60KXJGB7qgm7iRPMJ+EGuRsjZXJZGn1QM70J7eZj5Ucsn024jgGoMYA8AaIHQ5JClEjyZqYO
N5kH7al7C+hRvH0hER6yn9qkX6Whse1BvNjHTuQiZv24bF32sW1AHTHZiMk/jIycf+wSI+l241AM
6BPrwNvxoY7mByUC49bsvF82JXPfE1NiyX2C3F0GNnyY6ureB0tDcZcOVuxZDQlXTieRbSnaJGA4
wb4C0n6+Kn3qbCOCcLiHtnRgsPqdE/Pz8mp+41vFz+YguaGYmVyQf8JnKzozmadMr5e2KyO+yq7n
6avPdnluuGX7FnfWtRU9T/U+HB+Z9pU6NZTDDkq9KeYdLbdk8sw5qKMtWnB8Tcjs+1cFKBd1F0wt
gz4CL4fz9bejGZFqSKBTznwdLbwe47eT/pk6D5c3QWoH/XzgxJeCgFglHZ3BGIA9r70KeGoTRbgU
qo65cUVW3+pSS1gSgv5vkODiXCfZXIxBsJADvg/ofglIzQMlb1N4NxY/Ly/ou+MseDOMwQKEi5nl
31LlJ2acRYnQDrNFWz63gBtFjzEMV8WdZYvBSYBKnwaosS5Seba9YrZN3AG1Uo/5tQNs9qFqdMvX
efwSTXxNlvD7wcMNDYkDJAioYX6b+tbAIDLOmOLzGhoiaeu3JvTcrYquRFPZ3oHBCOko5m+Qcouf
qO6MDKh30CbRXRF+6fnb5W/z/VWIZfwG75soK34jLwZsBLwGxQCuRdM3MCAKeR6wKYCzx03JnvS/
LluTr2YZFfh/a8vfTzxB08LEyDNYS7gZzJjGt3LqXzaxnMLzCHKaOSFHPDdh5DazzI7XHld2bb+J
ze0E+rKx2CZWgrIXeuzlysNB4gkL0gfXDHRuUfkS4oINlmlnGMEdVoObyZk3yqz62Wq/RmIF2rbA
a4A2AfSn4qx8OPJqgkwMphzMwreqEfAIxYvm1NOn9HVKraehesHMr5+FR8xyfQIqfj1moIExfKbn
K8mMpFiEFZ/8GP18k1seY0J2ycEd56igs1t3QRQlfobbyO3s17KvroeMBc6sBDk/jOO0ElEkm4EH
ITCzuIfQ2RafwSChIXFajSARjOwnvNsggdiD9C9r87Vk6ntKqhMDiG3IH6KaiZTifKVVrSWJQlDG
rCa0sgdgnNx6Vu8ZjT5Nq7/LWEZX3vgSwja8C1FIR4Ef8q2YiTs3qTlNaXMK3o/yRv+BkrOfBJ/v
qd+5SZB58aYJdLcM+t0z8LLucW3EQEIciQog6mIYBYZqJ/zt3DqxFSA5+EKUBbnrxo1uy/sZZn0z
iA6DZ7wYALNs49viaZe5yuby2ZX5FYphDnwc8Rt1amG3UT8ZFaPCEKV+qG8M176y95n3Wr1V+2yz
Jr8nN2agq4zzgCeeOGszGmFPkg77rDyCEHbneMV29AowwKJ2tFuVHluOhBCXUNr/Y00IfXFOo9ly
sDQWWFfRleLGd7mfJK51906uy7WXlOTtioNxYk5wIgpcl6YNWNx0RCNqcJk7uhQCU9vUXdPelgDo
z20tN/NJVLe0FEe1X4hqrvrgY7zOtv0be7NcFQ4y3q2lYb/5TS7tpOChGukxNrIsrXuDmMJPeo3J
nivgE4hbu9Fjt22ej2t8KBIG3fMlCm+akhg21yrYtI/FDswdIMydvPjGcTdG4TKwq5LNuIXas7op
ty8rh2IpPH1bL1kwGJiwM76xa3CQQ7RTA9vap/OV/dyEB90DNGuD6sB8Ve1XP6ck5GE+8Y89wVPN
pFezevmc5IAn9x2HMG+KvWZetJ0xr33HffRXDra3phMhubnP7Aou2/HJKRQGu71Xb+zU/Xgwt6q6
7q7y9YGCBAMXGDYWI1yu6XUMqCEi3JW+7X8VBwP8uIoLORSvCYafyf5nfNVfQ69t5Tsu+/b9O/6x
K/iQUxpGStJF0vEt+4kqA+YAbsB7E2jeGAAi+HzsVxITqUFQswOaDy6Ybz0GswOYUl8chyvzjUXV
665kweVFGdKwdmJDcJZhRq26THBdLAKPzk0b3Gn7ybt7eAv9cIO+gktv9f0hef5ludM792M32mzj
68Qnt87T8xrp8+Ih33YYLBs2xixQNBMLdjwxEzvVdZyU6qmeHvJyO62dDskrA2U/ZHsQ1gDXjfgI
nE07Y2FmNhgJHX0okS4yOiQ8RGsoZwmsDbeSjql7yICjCChWUpUq1aqsJCCSjMGcnexmV38nrnlE
+7TChIUPmi6X+hiQX5N1l14dSDHx0gVPIviHhXMYE9azdlIbsLUP9q6+h0amF1h3yjZRV+576Wae
WFr+fnJxJCDs0IoRllgwEA9qu27prJwBqQlM26GmCKE961ufrc8HSHvge7HhOUaTLTR2LNnba5mL
1AwFkw8GQZFMiLlEU6JgPUzwvEi5scoHne1mAB/L3eXTJr2GUFHCaQYjzMIffL5hmV2QNqSYEus+
R5+DYjvb0gAa6nv7Js7dOeiuYveWu9UuPNC9vkIjLztdeHcAY6miOgMF2XPjzhTXI6PwSGr395Nl
7/rO2SR8TZ9Jvsg/dkT9wGLWCoCDYGe60gt/MLxadxVP2yJGPvCtE8ymGysBVhkAC5wCrhzo/pCu
RGsJtSTO30IQ8bt9CQGh89X2ZRJrWQXHsQ7tTyh04tF1kwS2P33STbOLfxqza/xoguhJ3eVe/Zls
nOFfXBcvDrA3OCbQWcIvyCJS6PGEX1DMaAkfaQjFBjOw9bWLSeq7J3aEED4VzJ6qGHbCwtjE6PjD
w577FLPZ1bTSHpJd8ehr/G9JQmhJMtNI7R6mJqU5WMD/c9Pxq6VJrA0vjfWZNxhR01YeVNL89NSq
cGqUrjTmoYHVeaj8BhOP+q9JcxnDe7ECKdu+igO0FbpO92x9r//9KK4OdW+g3DD5jvtCrEQ3yPnL
tAzhSDSFAGIHIPuKr0o+IFgrQKUOVkAUv8QpkgLtJ7yblIVVJ3YnYPfoe5o/rnKjyfYRlShw0i8X
wzJRdn4kah1zmFqftF6Ru9qmviN7jI8d1K8uGILaiw+641+Od7Kr6Myi8OWoPvUOUClgaQ9yH15y
z++d1u2xh7vGWNlFSbZ0Zkt4VgyLzlW12EoYdGupx1HXu7wcSQA9syAkgPrQzl0RwULt7M02d5XW
L7u1LVueyEIOdGZEiNJFPVp948Stp26tY+z3QeorecD9x2lLvy6vR/55ljl9SJosfiFEqLloc4wx
ptDF+cRXUVwMwuAiGt1max3W5hhkz3VkdQAqwxRQSmJzckwsVkcm4IX61rlTg/k63Dhe3bjpTwz2
bJFEXF6c1B1OzAmux4za4GZRQudhwKQPZty1NUy7rNRytiLB47KQlLOhQ/CZMp8fyRbSh+mmoa62
tX1oe3aBcVyeJLVb3ST/mU+X1ycZH0SX9WSBgjeOEQflUQnrvQeakSC7/Rg2qge2Pl99rL5Asfvr
skHJs+vMnuCYytirUB7ChnLnPskD0L7rhptmoVuuEUnJLAFdDngF5ukt1NDO45Qxjoj2agXFmeK6
6dDIRgn0q0r8bk3eXiJiAajciSUhIuqKzmZFhyXrkCouv7K2ZnB3f6fWbr0b3Wibu1e6q/Yu4LBr
DWVJm/XctuCgc9NQvXNguzpiuAXKNuFdth2C/3rqrgnaLK4gxpTTZQqOyrJIz3lcYzDgR3kT33U7
5aAc25Xkdu2rCf7Y9QVkqSusx8Ethqn8ApyOzG87n89rmGVZcofvRtEYJstzUUTEdLQDFULGlgXN
m9brItSqiJsF477Zvceb6s056E/xw3SdokiQfWRrUEdZDevsBwiLxaBQ2zgcP8AGpWfUvLHq1lLc
qfqECmdZoFH2Scjn3N6iiWuYoJHTX3p75TbS5V/1zyYIBxLq6f3ogCYEdZ50Px2trXZtb8dra69+
FfvBBfRpM7hjEG60q8ZNNnQLZOZ2vHPcF7pfE4uWRduTDyLqCLKi6dVpwm+ZnQ5Ka0dSreFbpe61
8GyAWA5MPZbgw1mTsDlRm9YbUJZACrMt3P42Rg4TxaiKkl3i97v5Xl0Vg5LeW9aJYeFTlwpk39sR
hmcog+5VvHVVb8ZxZUuMT2p3TRNUlg2e2hM+q6JWZYbpTni1prscnYsmdHUNBFlOcDmgL/+jb1Hh
z8LE0Qpbmdo+s/HN1MmjmteG1yS5WnrV6FObZGPEn5ftSW+sk5WJ4ABAvdJ0qLCyH9FVy9xfuEFw
amcPSa+vQmXKXosTayvUzy+SqlK0IbKwwj7dlbXfEPR9NoXpaYpbF//RNXOy/PB0fUI6ZZsqRvm6
xVN6t1P9sfmIuvuVPfyOi8GtcfLRhLvRhAQPBpdgI71Rvf5X+JRfKz9S17o1/qEtemZJuBvbDuKd
GAKHH0JXY3wptNt8WPFAWZHszIZwB+YW6aL/37FNvI89/ar0iy0gPR08Itu3G9Bc7PRX8nB5E39X
c757/qIrDACPZopQUZNB1t6iWJrzaF3Ra+PVQfW4de8H1GKIq25q7xWR08tR2lV3qq+9/0O5Cev+
8wOEr8hZmiVlgq+oaVDfuOmjIIaSYLqyvdKgjBagCmp2A5VAYXfbrqLKjFqgN4IsGE8XF3rhl3dS
+qT8rdGE1QAHL6rFxc6Yq72NhVhb9MW89CuOIUeV3Ct+HuRbvl+b05JnTSBGX7ZvMSjsXJ/aaRg7
MGgiwXAn7r6+6277OO2q3Rp3qtxNTmyJJwA8BGoD4SuvCtQwsII+yFzVG12y79Cxdy0X8iP34f1n
/RAFHZpX2Q2IwdbyRMlHBOWTvczAAdkMuPF5DMuyJsyZDjFWC81rF21XfzAhe3b5O0pSiQUMju0E
VmXRxTs3QmgGOnCHoEXEGl+xtk32BkjujAmZur+LS/+yNdmSAI5CQx4SPkun+Nway4k1NzGAaFau
zo9Wx54nfNKVaqfMUxY9E2PRgCUUpM/nVjimuWc8aHB/Rn44+nlb+GBWaNUXvcP4eGCPN2V9nJ3/
Lq9t8QkhtJxaFS/VYs4Gve0NNBqrrzo3X/VGD6Av8vbXVgCV+rODQk7Sd0NZVTkAijyBxCDRrzrQ
AqWZtbtsRuIWoLsDeAkwnAVDLWwhS0MtLTEt7jWoZG7YQAePYZDbLcvqjjWO/RASxp6SnJkrhiUX
N4BzSPKA2vjNrnL+7bohDntbKSDJoe4jO+id+wbpbXpg2Y+287LseHmdktzyzJwQKEmE5VMCcw3E
YnpIeoMPIwXLddb6Gtz0sjGJ94NsywLuDJ4JxJEQVcAsXfcg3kM1k+2HIoMO5Rq8Z/m5og+eWhCW
Q/PcrGPQRXhNrblamXlt+kCKQ9WOKwdZtm+nhoSDHHOEaLAYoDSqHlteuWUEngh2rVWF20Gv7/K+
ra1K8PnawuxrBb4kr58VdlfE2Rj0CouO9ewc1bLTV9YmO8joL6PCAqLp5QY9d8Gp6EkNsmlIeznH
stg3yddqg0C2fagsIwQSRF2gbs9NDCwbi0mHJkaLQU7T5f2Ogw18ehzKlYRHlmctrZD/WRL2Dnyg
GsZ7YGnahtviv3nTXX/MaMrQwHwgj9F9vSUgId9e/mCy6HFqVNjBUA8x35XBqJ3uCoQn9Z4OPun9
KX6I13QRZIfqjy0UGM+30u6HtIwr2OrGx4Rf2Wt9ctmDH3F9yTgAgsXYqIhsKukMpTfE9fkOpEJq
UBz4FrOqnYnXEi5+6H64jo8HDFtpfsjc8NSufr6wKYpHFIRhN4kajE+8pmHuq8o/GfnfVSk+zHiV
O3XBcVXiubnNaiTheXVl2MrKkZI5BHSzF3g4wOEYzDlfS7ioSEcEa6Hqf1W+48XDDEmsoXFnNMTV
j8veJ/X5U2tCFNRjonVZAmsY6rB+2OmY7S1nJhqQsuHsYcLaCEZ4532nRaZnlm11Q8du2mNWqA1U
qAR74ARo93FaWD5vOjsAv9TX5Z8o65QCLI9JPEx6qCa62+cbklQG2FEtyDTNmR4M3WuPx3cf634K
SS3OPiGE6bKhB88XRr/U4dAZIErhDBWv/n227/O42SsauULX6M5UQ7921kZOpXt4+gMF74MkDUVL
DD/QOoyb9J5vo12OFxrpvHBHHot9eRXjYG8x0XR5Z2TH+dSukI/ymEIrJ0VPoMpeO3Io/qEgerbx
i/0T4EJFUpIRgnCh41QZwAx2g0/jqzS9DwfXKVa6prIzfLoawe/LelBSHbNCmBX+MTVL3fzFdF4u
75jsdjy1IXi71dszZzV2TMk3afZkoH6T+fr0cNmKrGOEYQPMXWO8zMGQh/BhopoXY/FbD0t/4RH1
GrZvNJAyoaJobq32igBOwNaKHrK1nRoVvlYLshEbHLsIT8Nznj2ZOV7LB2vtVSIN8Qjti3YmJH4w
tXfuFARYlmSaNaRNPg7e7N+124QG+FpBfQgDGzU/7pKHtbalzDnAWUaXQXI8hcSLJaH9UOg2nIPX
WZCALNduh5e5tFbEOWSx99SMcJLt4v9I+44lyXUkyC+iGUhQXilTl5YXWnV1F6i1/vp19trOy0Ry
k/Zm6liHDAYQCARCuOs+iUvYR9B4Uw6EvMrspskqtdEkYFST1+hUli3lTC/OUoRKrXvy1yDHxhpi
DLFhUAyPiUNKI7vPiWYlNLjLk9w0ym4l8lhbU85gpMCnjBKsqU8ewvYjbr1qDZdmKXY7X0/OWARJ
yycSw1jCIXnsdMkEXbVXa9VzFXQOOolWtm8pdwq41X/MhDvfaBBodB/EnBZ9suVd4mrv1LD9p9qd
rHGL+qJbj/btsz4vEv+KAMzIPLAAbLarUWAUxhQAoUKimgh/xqj/lSXyioilfUKb/Dzhh2c6WmQu
TxyYR+RmZtOw5PS+j0+J9kzImsda2qhzGVzoSxFk110GGZpkDXvM+z4KVuioW5CQTA/tttulbuIN
H+Jvf2XLFpUDqg5gRhQ0W/HKdXoCPt4U8YcyAQ6ji0Mzrwsz9f2VRId0LQitsIA4g5wZhYafNxgV
rRnVAWAX2pPq5Y74Ldz5ONEWOwXAwu5t0Uajuke2emuCw1p+RxvwTv8m38Gr7oYrO7ow/DB/zAxT
DoCVeXbzckubUGPqFOQN2hcUN8drY5taKijrXfGEgdLIZI5s1wf6ByxtiZl5kae+rLm65fX45xNm
wz673DHVNVahAqKjNtoZkiOhu27taXN9I0FLDBJiFg5EYgAduBQB4A2xJPmsZfG7rX4MuQNV85Pa
/dw+gte2eymGs90Y9faAlBCTGGbd/SLghMyPuTSYI2Bkbov62zV9edxnWXjhIFmmo7Q6r+rZqsVT
PEyBD1lsiLyk/T3J6r6RvpCft9QeMEpqb6G5PQcM459GDW1t7I6GUttThS7zSAfv2P3A/gtcz8uP
4ryeXOO4dKRsLLxdnDauHQCjG+N2DG2qvk/lRicn2j7fXonZPK4WAgzX6JydGab440QqY8zBE9dY
qU4e4lR9SiJtZbGvL2OodSaCU4sGsTCMZdVYUkadKrJ60SOxLRRsOwq7IFuD2Fw8EGfiOGutWwNA
tjXE0ZCYPab3wFdhTnK5otWitZ6J4ay1VwtxaH0snBqLG1a7eYTSCZ2H9zDAsr29SYsqAQkDXgYs
O1ecD6zvgqgrYBgiColKqZog+MGw+m0hCzEMEKII+BZQKJLQMcctnJpVSTOk0KgSfwJ0ESFTh8A6
9AGJDPZjEKmrpiRtbgtdMj/QZOEIAg8LTGrcm1CbBrXUFWxWkWLgtqKnpK9WbqYl73UuQro86kIJ
oJQyhFpCGFkC5piAT4jUOC1ebquyZBDncri7ICxjrGoBOZkWI6y9w8N6Qst9kDvNGk/vmijO55dS
Lsa1DFGxlNmBbhaVhFZuq2oOSfh9WytpbYdm2zzzlFUWq2NKGizfph1NICvqR9CAOoYl3WFm00rt
xAQSvzN5O/0ueHyJrBdmK/btj1jyIOdLy3kQtFv0LWlmy2wzJwW09ZS7PfoRFHEvMFsQft8Wt3Tc
zsVxBwGg1eGY6xCHIadnQZqQ0sM0ZVkgX3Fb0KJpzu0d6ErEIeBRdURkN6jQto0ll+5ED4V81NnX
tGYti6t3JoXzVIYRJikGThsrTL1e7zaCoJihvx/q1Cn0e9a6t5VaaDObkeb+0YrLhGZlWYAwGFrl
o6n/aMxM36kNtts3BdwoHVDDLeEVLRAb6VS6DebD2NPtD1jcPgrUQFQRgWHCX2kdVYQhGKGvEHVm
zACBK4MxZSWJuHgszoRwJslGNRD+LqqPVj0ivYXt2gWz0IqDdZwxg5B9wEuZb5SeYqCCDD7WMRPu
yvw+Yx8V87ThO5R/V92dGu3U4sgELybP/8X6ncmdVT878T7QIuJgPvE1aEvEGrQMGiKi9PG2lNkK
+MDjXDvOrwhVl3aTDylldpLzP/J4kJBYQ2GPFZmJ0WgnV/81zsnlenJbNoAky0B2CnZR74zoI+yO
rP5Q1u7qhTM9d/zO2JiYxQAOwuXqdcgCTI0EKYU/IxFSN0GpKNbvOjFciQoWUjgQcSaK2ygWJ1Kv
ZXgKDWiofBJBarUJj5MnHOV7UKakWwB+7I0PcaUpZ8GdoAqGRCgSYiiy/G2SODOPohZayvqosZri
qPuDqVY2OHlNWcyRUHfa/F8zzygX4jglG9onWg+QTszVHFLhUYw2orBiigutzZcyOFsc1KLXSwIZ
lfLY15ZQAW/o2CZ2B4x9P3TE7qeR3UrfE/2h6vZKdl+HdzWzWzi2YGV1l56U0FfH0sqYWdCuyGZq
oghTH0Nfm53oXYudzb9k6zE8dIdmEzy2biqY/iY+ZCfV3AUvdWTdPpgLwcXFB3DHJPMFVPJjfMDg
u/7gFoEdGB+dcSoCbUXSqq7cRVuBRCIJFYgCn0gZbQho2U35d+D+iQ/fkRu95aIdbtl9b2aH1gyf
C+9rretlTVnubtT1fNBKAzsPRo9etmUghlWpE7JPGr3+b8vK3YqJlo9NpkJXoP50/r5MdmPyWI9P
frh2ccwngvOs5xvId6eCQIzKUQVJlXSo5M8mXgmoF3pNMDQoo5kMaA/6jDNx6eJquZB8WU6amX9C
8e8w4zIkbkndKduPgw3lKAtAlbYKB7zgeTBUjkMBmF5MCfOPhQCsPUUyoBwDanO7gn8bBuARelFj
mFLvJDqwh2KLGeomLfasOwrBvkTyQNmr9NQr72r/gC40UxoZ/JQX+3aUd85Umz3Zx5Pb57Y24eVD
zVHeRrq/bwH1HuqD09WK1YA5tR5eQXmBuasvqfWSVLW0dDSLGBSkd1pD3CGwDDyYGDiL1zzggo2C
XBV9KcDtkQEzxd0oSMigtXNSEAfAA6JDNjeOcWwZxCmVyr5tpEsrfC6Kc7Z5L4N1SppFhYdQtQGz
SpE5DAVbZ7ZarHj2RWEAW0V9BX+YGrw0Izb1YDmnEJaAp3ZIJ5cIqtmI70J/yNtTVKxhni7czLOg
/8jjHFtbj4AeEyEvFl4Jhlio9Mxq1Z1a579YxDM5nFcTgTVT1Oqsl+KbaZ26uvSdKx6dAq8Ar7U+
rXXALCwkKNQ1QJ2CYMu4glkVpED3gcHaWmLlEFZsw+lzbI5CVt6FovPvR8qRhAAw75zoRa6cv/5B
EQ5YOGa0lqT41li8jCgvB6rbZyvWMe8+58Uu5HCmWIgUwMpAULQy426Ij4n4HHYrLnnBUV6I4AyQ
TtQIUWxrrcaXwZzUW6q8EqItKgGEUSQY4a7QBXBp4tJEVZYFWCw5aN+abLK7InjMopWYYVGPMymz
fZxFZJ2oC2pIIAXYeiZF52ueb26b9JoenMePhMCQ0HnUWmX6pygdkBTYItKk/5MQfpJaVnLKcEDQ
AaDEaDXZ9roMz7tSnV5ZKx6zR0/R1yfn0IS0yl3QSTbm9+zbeiwllzFi+J9d/4tCcbYfVRWXDWiC
wS+fTcdQPShjbPU5MOtGahdhdkgbFAOCHo9xAhw7zSkBBT8Eoh10man0xPP7pyZeqxPMW3R1ns4+
irtFMrQMNYaA1U3bFz1/KscTY/ukBjPWEVxDXbvSZLjgbC/WYN6HszWIfNJlkTTbZNh7XWiYQviW
SJ4fr0zKrO0nd4bbztDrwpjPcBzdt1W5T7Pn29u5JoG7NvKSGfpAIKGX3/3Mkxpxxe6XEq8Xa8V5
CTVMJgzBYK0ShTzrURSZaG8AyrIx3g+d4Bix7g7gLmrqR4OtkamsCuecR8AmjAz0Pg4EeU79ygxw
yNu7dLqv1d0QGUBj2WfCGp/KojEi64WrHzWHq6pDXQHfXRaCzkrhsfzMCeUIrT4gowN05Jf6SJo/
t/dwyRopRcEHeWb0P8ncCuuDXBeDAXmt0f2kVf48IBfWiplN6OqCSgsH7VwWt6B9A8yDMg4xgntA
E3bF0C9XfGlH/+lFeqy+85U81ELTEiaZz1TjXLPuy0kkZhDXfZNT+Ko9xafxDyDki702WtSxle2r
8rA6mDB3GPLe5Ewqj0NcaFLCAM8P9pin3Ol/0DqvHOUtUD0CMNDZ/9PmKVyNQBeLnGQDZKHQaWeA
PAdbRxw96mughUuX3LlO88aeuaxAiTAoE0FOSo2tmsj7oA+tflxLEK2J4RxxKwYVTZtZjAIGq34X
Ibu2lrVfmFS5sAp+cGTUR21sZyECgO90r3qPnrODaGf7/F1+ilRzlZBjPkG3DILzw0CzIV08b1Kd
vbIvzVQ/G+COCU7odRbaRoU/xV56RvOj8ZCsRHFr68n5Z/jNpAorSKb0u9dfJVqbJXm5bYKLV/q5
bXAOpBtjUSCzbahHinbAT9Fs9uFOyey2h0r5+7Qb7mNbKUzJ09ee2ysOReEcCm5tNRhKyEZdHB1T
4p2MQrypYtCeOR8EbQXaSoy00H6jAlVdUmYI3L/gVJcnwR/T0CgaEbO2RYi3/V2a7OLIScDqmdZ2
GD2N5THzN23rlaMtlKco9laWez7Sl9Y0fwCauNHDjcI031cxDRMzEpDNg5yqMuMOXZiFYo3ExN4C
IyvCAHCgOpPvpIWzIvkvJ8Qt0XM4cOYFcp3pIRoGAM+p7tHy11QpEIQ2cb8N46Ng3KX5oSrfc+pV
2quhmJ0UmkLuUPJHFL9UvFEUk4Dj15hxWxhxQCIU9ke99DdTF1ta8YwsiSS8p3llG+BJqwF12FSf
Q0CsprljgDWWiw0FV0bGth1oZSqkL+pDPcUo1HzqgCcVGtkaRleUNhFgTNOtUu5yIXPKfpsJnh9t
1WwyGzR46p46elX3FIP9ht4pLDNZxOw0+83CPUsB44ioIkVf3HSfRHeZZKuSi4bDAjAA2V2UbqPR
JQ3i1ew1Rfe3v4m0jW685sUDbZARyPbJ+JCMpibGtl5ttPJJb9w0pmbRHRR1F7EHNT8IALDS3gwU
/KdDXO1BXI1hmq2WP6axl9Vffv+MuklmPGndJldNbfRiepfh/BAQFKnhdy2jde+un9xOk5wQkOzp
O6k/ci20UBIxERTF6jHQLRkM3NGTkH/RsbbB0m0iYGlUhuUCwFsp72rBNsJvKVcsmX2Q8ZRGd0IB
YF0UUqQOffq6C/MDsd+LXwKv2J2anwZMDcaB+HdIY3X1ix7/6qveDMpDBwKDJtsDsDszBivuXCY7
Nam3QlseGjZ6inSX0N4kue6BdgvdQm4aOqmxVndaqK4B6wxdm5heA0kq8Lsu7TNVmF8pQTs341ji
VttWbgPYlNBMDiA/Iia5p0ftpXJgYU+YzhvXYtXryA25f6BjAxoILdxo+LoUXyZK3lYSxEeHxJas
3oqt7K4C7qH59qQemJ3tvlE4equdtdGAhfnES8ncwVTzUdUqXGp/24N8R9qV5vTGSjNF6Go9ao52
LJz6MG6CrWYXduQJg0lsZq/dBLO35fzDxQJw6x90dQ4iO3yGNEORQLRvqx6ccQ8chpfMxA1na4fY
fDd+3/ZM1yHspfrcNdcVsT4SDfWygYGB8LOQnLoozJau6Td//y39uJuOxGlfagrqV6mZnmSL7gM3
hp6l3XmN4+/rTWutpZQWClmXunE3XBoAWb7Rsabpa2kG28wtZQA6IP9ofzXHU+IpVr8SNq9pyUXN
Ca0AUz6bsWbsqOL5w2mVMnnpFj2zFIwWXh6VAPDSalxBRqSyX0TZTCTbFlFt1v0XKk62kQxfTS+Z
ADWPTXBKWKMI2oewe4jjtRfmX6S9//+momh3+SmGkUiFMZfkEQw+GIFJ3Wwb2fHJt3/F3mBPj7jV
TJRZzNrVzc7q3cbq7Z0SmU//0ojB7CODXkv9i/Wr8k3nvRCMCZF8hFGgQ5cwbFjCudbacbV1/2p/
IegvojAa9+HC+dyykUxJoYLHA4k3wPGpGQjqHSq5t7W53mFOCncmpY5OyVBDShWaOgZ7EJ+ZeeRl
G/8p31IrG8wcxas1eN813bgTmmEqQWNl1FtC/tBEz4Xi9qJ1W7P5Jy7shVOMO5DIWAo1aaGYEBGy
TeIyfZMEqkbOkI/5UWuj5Edoo2Elj3nl4v5Kxago0CKBh8o/9OIIbTLdlPQoB3oEYHcEUxfVXqLv
t5W7fjJzcriH3iRL4MVAj7dlIK6zxcFVPbaTPgTDYgf9KXss9sox3ipWvdYJef0smyUDgQm9ljMX
Nk9KwrTJ6I0QFNTJFqduqxHzDZMJDvXqbeQgSlvD1F0VyG1ky8o2rFoIVI/NIURm2DMs5UH77AEA
Hez002o64ioxwGnIOVZBAau6FkBgqQC5Jrc6oLmYFSI1FzzKa2gB14X7S2l/k1tnwXqbJXk3Ekgb
bPFO97rvPDFrIGxa8/ts8tS7GoFRYDVfsKZxs3ZvLR5EvAVARIHGScKX6kcxzzNpSns0VqGltdv0
cxZLUddCrsVjAdphEYNz4Avhiwhqo2uFgWVFsNX+tB6xVEc4lLvil3+vOSAvm07pPXObfsUHLNsO
YDtQuphDPf7SwIxVy8D7CKlAzJMf0Fjv+nbyS3rGPKFV3rW/Vo7lfOyunM6ZPO5YKoKUNEGQAyhW
QidL05joP7VCr7aJ3QMwB6+/lZW97j+YzedMIhfMaq2fqKkADfVPBn4n5KndzBU64NqBfQqEAncj
wJaEbQSYpR9QWHwWO+GwBrU/h61XWmNMFHiYBlaa7wGskqLWczo7o+Qgiz/6GonJspJnAjgXgM6y
PmUNfHkzqOjyzs1SjqyI6I9Zi/bUtjDQ74JSfpWY0SgjBR2Y/oAidx9sWBGBhE8xJdUHU0h51xf9
NtapKfbVk650SPUJoHK+bQXXYf68J2efyzmQLgZkNZHm203dqp/912Tmqhs8FZvHAjia+nfqTr0d
7ehusETVHqzRfvrXHTCXn2BwgRsV5KFKFKwYoGxL8im0D3oIiqc3EK2taLu4+TPO4JzlwGOOu8qj
TinDqIb/mlDryqbiNAzEu72gy7cdxo5EHRwZM0TIZew3ZBqep7NHBk6TAqC6U3tylT0FnMxHY7Jn
ZQcOAvRIutVKdLTots7kcu+1yK9iGjaQa4TSVi6mA6rUFstHJ1iD2lpexX80nP302S3QRaMyNQyS
dOMtDF/lNQLe+YTwRxRdLmh5QfMAglYuetbqImA9aMItgSlejaSHfw92wz7zxCw5pWvtHkvanEvj
3GCqFlNQJ5A2Gm8tc/NmredpTQBnEKoWKoM4C1D1J1n8DerQ2xa3FDz+RS/H6weNOhp3gkVppFTt
qt7qtF+1YueNV4cuplkMtnZDLWoy46T/X0k6d1DzAdi/WgxJISUduPMCZJzj6Jiy38yPXSZRNJcm
jZ11xlsfZoAryppX0mGaQdHzk5/UKxZ/3bELxwEEFzDSzFyfaOu+NMSRySXtMnxP/AMoEsNu0FQE
9uvDCU1KSIg0ZOUVu3TEgAiJeULQ0KCDhnMfckhlPSjr3mI+gCa0Q0FTTNc4eW3f3tGF9DfM/2w6
cv6QsxOWTyKJDQHztMSrH3Wrd7q9COhF5Cs3/gFVNVzRZA8M98fbcq8CrPkcUGDxQEcMT/DF+p75
XdpTIDWEpf4W+ulGzNWjHqyNF1xHOpwc7siJSq6XVQI5QRq+1OVL2KIANCZ2LaGENr4Nk4B0YfuE
l57D+tosmtDSx+TltrLzsbjwMtxHcMYja6kY9mSeoBzR9ukHaFuvnSiRD4LKdoBcdxQ0KOYQf1vs
2hrPZ+xsa7tYUgaYLeB/KmoCBs8sRNBgqtvbUtaU41w0DZE06wxIqRJLhxrDCwXlMwWB31cS731w
f92Wd3UyuMXkDJbkalwG2ixPdgJk6AK0Eb2RNYCARSmKjHYoCoBxJDUu1y5LAgLWcCACZfRABk9h
dt8eqfh+W5eF9BiOwZkYbovGCcOZ6SxGPk7vWmvSX0C4E07hrnlTt81D8agyU/yzhl+y0OYJsWDz
mJln5po5511CptUgK8MahvlrJaOxcVf9aKqtSXcdgOgTe+i+xrVGo6u7Y963M5lcsMqammpjAZl4
lcfRz6C0Zj++GdGpCdZmQK9udYgCOQVGH1HmAnkxp14eNBpwR3HoFf1YZcc2OFbyXVO80ukBBLS3
t3DJUM5lcWq1kjCNbQ5ZchKYKF0Vvi3nhSn0K8dsTaf5GJ4d5lCUw1wNZkfWYoBi0M0y/x2iuIPe
H1PFBQjgDOd/0oxvBJh61pYVm1exuMvZH617CafINNZ6qpbsYmYGAv0nlRQgA1wqVmUJ6QUNpAjK
PFyXnNR+N+Ee95u9VHi3NVpyiOeiuL0a5GTIwdkFhxhhAPmLaFuF/fnfRHDblOUgFwb+ElAwxMGS
gB9ZfJeAV7otZNHm/lkyHpvPqOU49cXZ5sJWdiKSVRjmwQMgBP/CnWj4a0w8i7aHYAxwb5haADzV
5RapTaGDwHSGNxik1ymKmDWpg131454kGeqY9A2p2pUIcFHHme0csA1/QT8vZRpyILKqB1vFXFGN
54sEL9nATuSn/2ItAZOiUgCLowed043lYoUoTKssI+uRDrWiMbcMgVnFuGJ88w/xQQC8OWaHZNBB
X7EZgZ8mqusJi1h2X3UBXlhq0twb0KBX2TRzxGFF3nxubsmbF/jMYaRFxnppgDxp2oCoiUo2az40
8ZgVK8NXC3VLuNsZChAAc+AX4UHMKyns4dmxhP3ROPWZJb7FmwLzStUueQEcs2AyTHr4jv/HaDfx
rzUI2sXL7Fw8d6ppHdTEmMV3bn5qE5B5m9kvoAl7oV1vgvxf2yUiclHEsDYIhDVM8Vwuq5QKYtLg
ZW/lImBSnL45+pM9Stt/a5WQQkUkBWeARU3n3qWpHCvSOIFjArMzg3IA1XQ12MIa1tJ1RgbRjQxY
XcBbEFVCh/mlMmMvTkPaoSNiBA9kiMKrYNZAX6cnaWe4AKPPvZoCRjhC6W6nbUGWVlugTFur/15b
Kr4C0JwGwUME/Jf8kspGlIotfjup7GCyBWQyCjfI74tqxVKv/f+lIO5I9DoLQCoFdQf6zUC0B6ys
+tftjVsAMbmUMSt7duzUjuiNEEMZ8tAcgAy71V3qdVjW0Go2rcu8wCocNEoAZlewI0fZEk935OPa
+2ohskQjgoT8LpnhBAFQePkd8jj5PRn02mKv1bfqiMBMuUMxBO1ampNtojflKO7WWJUWXluXQrmj
GCrGEEqz0OZ7xJSbhmRvdQiBM1y7wmd1Gje3F3tpP8915MxX1GMSCB3EReOhFn/UuUiwEt6trSMf
BbWFJJX1BBmvxVY/amb6IJgimiIOb8YufGqO4vHhf1KKT0kNRhs30ixQGreRsqXEE9Yiu+ur6GKb
FOnSNsY013w/gQjtib4hfLTRpvi83mwmXVWM4F7O9ocfbxowLhu147w/2wqAKwc0Solu4srPOAtO
vh1dkAfrDjqYwE/ih+4aC+MCscSlfO51xVTmy/Vsjj1mZYKDfGrc6AMzgLtmPzx2mxnqWsNZJNtw
e/oZ7qU7yZ6c8JcPQ10r162uBefk0OcaUb/Bt7DX1gHR5yFy0SCduYYTH6Jf9XvxKnjR6Sk49lbk
rb29FrI8lyvBeT5DGRUlnndi3KmO7+mJaexHR9yI5p8DcB++4w/hQd8YK4dnXt/LEGT25zN4EkAh
JYCcXNpZIZTA9xHR/6CFxEsakOCwfAU0askFnIvgPA6jERmmESJ6odsUBduEOC1luzaytHRF4XIC
RhLIKGeeqUtNNJo0Td4gGs175SsOUuRTUm04gq3usUdbuJsp0spFsnRGNRkFyBk0HbOBnG+TR18H
dOT83gMLTcJOk6F6XecE0zYIKFoLzXQNPPo64sZu/SORH9LxS4WMbTe/jvJXlpcOGlM/u8w/TGoX
rARR865cGQa63Iy5zwzZd84wpFaPQ39+UKATbR+z5lFNASsmlOrz0PuPLensXB1fbvvVxTOAXMt/
hHKmUpOyrFKCOBEE2Pdd0dtqqn/r0WQZ2ueoaRbwJNAqiaORjwL6HOuTZhCPaC8k8W0AY+0yRXOL
mD3e/qwFywKYBdDOwPKICjD//M0VVulTBC42Q3gAbkGEGpxW2Coe9PpasWMhUsbIE+DMkPIRgVPH
9+hUOWKwHH1KVhCh1Xb6NgrBFjtwRIWjG+Jhr9FcNEk/Ii00PWbKGo3D4lk92wDOpEtw2vl+ig0Q
m8n12+o09IWVB+XKRi8aFzRBpZHi8cg/R2Q9bFt9gEtIh0+1kU0ZY8EkArT3/TRsak0w//UGAlR9
fqcCHg+Pci5Ub0g1kUiHVkn60dDM1cXyIZ1+so7uC2XtSlvU7UwYd3OXhso0jLkBEBIQL3oWb+J6
SwxLDfZ1sxX1YMWBL+7YmTjO7VUM+HNVhaWcfB+AW70TYbBhCNdgm9e04u7pVlCJ0PlwBwPmvQX6
FYS2QL7E6K3T99oaBNCimzvTadb5LEDvBqMyQgBcWjlqvghX7bL5zYZsm6AB/7ZlrEniLt1ayKqQ
zC9+NfvJY4C8S0A/ec5W2YGWd2mm4sX8rgFwiUuNJOAya5FoILNAZROot6dmwLROHW9uq7N4m8NX
/z8x3C6VOG2Ai8EdWDQxsQGOI27GnlHntpRlW/hHCrc9WSiTWm+hjFofdKK5VHvv+m3ReKpglfrH
bWHLO4T2G7T5qAhWubOrDNlk+ALsu9EFS2jxHlRrk5aaGWRrpMWLemEGXZ8xsudH/eUmleogUl/F
6klhZFbqIy3ftAFMlfljnImWuDZxu3CtEKSlAWM146+pfC85iGaBXh7A1WeVYsbVqQKOC7r8x+69
klemWJYWETTMFG1EuMYAPHypWSYjxI8y5CpyJiqbrmKIo6Uo9LJCuU9Y1Dzf3rMlM5yB1zUFODwE
1OeX4mbCEDltWG3RKnJSiZ1GNri3RSDxhx/hAhQRPAZAakFOQlV4MOMo19MRSCmgxUNyC92yUfCh
sTF2xKYnk5lIcfwMNJXeIZTlWyGk6XeT66rVUT9/6go9ePYbBBFsBFJcnAmNq0ehgkSOLhx6WnWn
thF7ULYrOZapoHH5Pehp/R4nA7WUWizeMRugB8D+KQTLB47JLwJgr8e61LVTlRi+lZZpsAEj2PAn
bNWUngZfDrZMm+O0ZCLqDzB2USimSSBti2kARTWbku1EAi21GyNWwI8WB9FBKVBPMAGDrRATXeHS
aI8DGvGByi9nvRmruQGCU1WSC9OfUjlwIrGgaCMmWo1nRB8AloOonYOXZPfTgcCvNgMtCtBNE7UG
tfx+yrajSId9JArpoU7S/lmPp+K1FsoXidJ7iOo2Q55pIE0j04RpGc3IwTEvgdO38iXqhl2ffLZa
o1uTWCSPLeqjAGM0RNCZS2hQygZUjEFOE1aFI6txjxnClKierCTUUSMSbcUkk5xERI5OpYO2gyUJ
TtZVGOuounKndJ2+HQ1J6lBzGAKn6YS2+Y79VmQ7GS3GoFZLC31XASI0d0q50uiuDwYJfUNYcnQ9
TsBObDNSgoK4igsTiPbFk1yFEYLXGLeXH6ivaVEBVU8wDHfofPADlJoKajggH3wOY4RaX5tg7sGW
DTaAPivyIxfgKFEBMLqOPbVT3ehPSTK0gJRRMukNWFDpppCHQrTUKY3RFyyOv4nGwLNRiUXhpELc
vYwG9swWM1/NvamUIVPCQMmbLMSlvpNZaTwj8k43Y9PWEvArSp8eJzQWGSbAMEGjnoltcxikQst2
wEuWZXvE/52sJOCDzQ0gl5s0a8bOzDNDm8w2LJDhoX3euW2Wya9hymLfqpMs2wkpIZvCj6vNUIqK
pVcTJqLQDifj2RRLGkDAmP+sdFS0u4E0x5Y2gwukfGlXB1m58YXGOAAbKpQgm8WRrZGGbZqkjx4r
3Z+2oMNFyXIagICR+03oyRgpMys0wY8mU5Se2UWidduuigXM3oeDaAOKT/yhYccwltWFCC86CZNG
Khv8AxWE5Iloef/HmNrQGY0pfhj7vNkAHkf8EwhD0ZtDpE/7OIt8O2UKfShrEcDLKfLgJoXOrlJ2
MVjJBFZ9shQNUaaWFuxDiiLUsoqw0Pt7P8vSHdivBNS3SJM8yH1tPDVSye5Tmo0f/ViPmktianhT
L/nZZtKE+gCiEw0XoBIyJwVkwENXgKDM7nUhEQ8NSYpHBXTie0lQo59cQfBk9pOBMqAs172jswwQ
imqsd4Ab6LMEY3Vls1MnbbSVNI2cGA3M48q9fd2MhiYO/OEBaSDhSAgXhfSGlip6DRrfEefCFqbc
GobUGjXDBqS0g1vvRSn/yAloAwJ4z9aMd79GlttZflTI8Ou2A79u1+E+hotVakKKGiBquJMS4E51
z2mW2pH2OQwUiGbsJy+/S6YcAh/hGLpRQ6DhrHzAfAvxF8j5anBhTCIKiZ4NcwK/j3ZR1tptmdmY
SwEDlWwKvriRAfSqJoGdopyrU+Ptv5I/ZyvQka5ThbuUBaGMwLqBC0ytfsWBbAd14NKs/myTt5wM
vVl1AC9Vc2YnRWAaxbBySS/EBGhJnAv+yvwu4lP6oDGjA2i9IL4pASTV/sJR2XXZLkPFekXThSTj
haj5U87i+VxoJ61pQW4nFKUdGg6JSgf5TbMi1ti9qqE3BLt2Ddx2IZoT0dOJ16VEVUyxcssbk0T2
Uc5DeIV7UJn6V8ATbKaJ6KaRaSADjx+F8eu2ogsRHdgqlL/Ds3jZXkNkCcKUtBAZ1phdB+gxkwJL
ELZ+YjWRd1vWQowlosEMuVtgU2qAILhc0y4LarnA4KUV0G+MxJlaY98WsGQf5wLm9T3bNLhBqcx1
CGibMgTArZyest5/TyIwHKtZUq6Im08bfxoxlQFKDOQ9ULPjtguMDbjCAV9vZd1T1b8G0RtTV0CN
FpfsHxE8NFswCmMh9BAx0OH/MPdly3Hj2La/UlHv8CFIcDrR1Q9M5qzULHl4YUiWzJkACYDTH53v
OD92F12udorOq7zVETeiK+rFkcoEAWwCe1prhU4vQ3mOq/3MJOaObxWNrHNMjKCbZ3C9avfh36hR
W+j6tpGOms4u+j2FdrQtFqQSBmDU4FunCQQ8NO76Go2XlH6qTHHRJupmhC6mqLtzHQ2n3idIlaDe
CeI5k3mzDcqtYgC7pglRZEmDqHw2SrBg70gyLmVx359rrjx5PeCeAuP9lHhz5q8vKfuBmApFOudL
FSozKK6aj/QSXtSWv9TQbP27zZy4jQDp9dExC6o3vFFvrb3StZbWdDXm9L7my2J8Ju6+P3cSnnqn
AIwD27aP8wEx/9tRdIKAz7BgH1l1JYE5BIFnbcGF+PsNeBbkw36OM3t3beGrLs0NzAayoQZ3N3Is
QOs2LIrKOFOwPfVSORPFvA0UBZJ5M7PoSdPZWQKzgLtxUXjjxZCfO8lPvVXOxL8O1dDvAeXbVRta
g8FVgCkQDT7j1qncsO7BjF6ZKL2/f+h9jxrnx9AEWkTsylwGWujZWL5ZExvAceiw9p8Q+Djlcq+g
N8sW416s0oVzF62Adn5A/R0S7EGzq/5+tYQeP8BsPTuQFxSFOz0AiPPTfldVr/l45qw9lWc/GsSc
g2OhJm9BjwyDkA3c/np5KJfqWS6idbFytvxrdC+vu4/Nl3PQjlPFZ4xr4/hCvI46/sz+bZfppiKo
cckm+DJu3DJIvyR0EW/vaiMwN1CoPNt6Mv3krxv6c8jZhlrxCD7XCFM1Fu0WWgE6dK5bFfjQWyaf
nQ27zXbmJbk2NucquCe9bQddN8jtAVvkzwtSpi2GxFIReDzW/YX5gBRSBm2UaIO+grUZoGEjvWvW
3f7xfQs++T4ejTp9fnQ/DLTQoFQl2FpwooDTNTLPcH5NBvjrgv6c1sxtHr0WsXGMAZqLKgnaffat
ekxXUGqlL+/P5OQVcLyAM7exqhyZpwwLWIKG5FJ9qi7SJUFj5cpe+8DN5B/fH+/kMXO0cjPjjJM4
bdWA4WI06wHzELC6C4ru/v1RfoUt46Y5ntXMIBEfC5e2GEaF5SUISxb18hMYnIxtdGesnuQmPTOt
ExxjbwecnSjMATFQ62JA6ysaesvDaCzMLtCf5H08hta56Z3y9ZFgRFwBykUHHVJv7Q88gjRza5gH
OvjVJ7kGsvfVPXhX9s4+Zx+nblOoO2I1JwcfQczboWQma38Eum6BzNqtddeG6HRUF9knb5vcMrbU
e2+lnrK1f+aOOPliH487s8u0cqw8RkkUwMx8mTxWYdoHSCr0t+jPthfmJfuSkcBYJ4dz2POTtgOx
SOBckH8DP8/MRJ00rROeO/AvM6PeyCpHstpWA3iAkoxsgd7E9McahSBh2SXOVY9ld2NtyAfeuTSM
StpvuDVWB9EIgy/fN2x24lw4fraZXavRayqAuHAuVC20DvstJ93q/SFOmjKSvYD8IrKbOhrf7jhY
wlOr81z4NSNDDtC6o/Xnzkw2edkuRIXuAhBkCuOmtZMz2YrTk/vXwHNQIszdk+mAhY8yugLEelXR
Yn1mcifN+efk/FnWPHGQ+RsKTK7biQv6IpF+wTVpPHhJEL9ekMP4VHwDDPdccfTUeX60pv6UZz+6
MNTIEyocW4LYzXhUwtzEkVyPLnrgXAj15nW88GrnWgr2+f35njpuj8edHRQgAUHnj4ElLcl1XTzX
ZOeeE4U5uaKg0oI7B/il9YtTXw+950ZYUchtu8hf2lcO+smNT+9P5KRtHI0yM3ydEpbzYdq39MUT
W32uJf6k14SinoHgZKL+nbvYIN3rjDSG12RdYRKLug7cS+O6Dp2v9crf6k1/rjJ1ckYIMeHXI3+C
pXtrEqNTwQ3nuDFa8xF80Llx5j0+ufXgLwe4zISU3Lwa2gBL4PYmJqQbjuZj8GzVN+1oBO/vy+lR
XNfwfMR0SKW9nUXXJTgJO8xikLe8W9bDdZOfiRpPDoEmDcQlE358bmAx9VSrOlx29fA9Fr+EkGyQ
dfLh/ZmctOOjYWYW5o0lfne6wetsa7Mcwn4b5jwa5ZnQ49wwswXzCwOp+ek+HQaQuF/k7laTMD8X
BEwPO/cfp8aWH2vGZrBRMHBUYxFjFNNdjNmF0Xwp3NCnW7C9A/X//sKdvjARNtKJLAsUgtMGHh1u
pLBb1tUJFAaePL2s22W/86rAWhe7NPSWLbheW+hMLKwzZ9vpV/Zo3Gmpj8alVZNRp5nG3XVr94rc
Ip47cPDkHtQS2h2f9eb9iZ7cOgCp8B+axQFeeDseM7TTWzIF2xG9SEdoTGf5NmteciLOVJJPOuXu
z5Hm22ejvPOnWgfQmVqsPGdvi490+JhU27wCawzfquymBFtAfK7T5bTfdTT07FiyGtq54MWBAsFX
iFP7H5M7else8jioNj30ehc5WSQHY89Dwz1jRydt9mjk2R3ZojYRqwqiDnmC9sLbUl1Y+rHXYLS7
6OtzaKtT/czAbUMM1UBrIXoAZkZrZInsmhrzlG4oD8YuQpFsNy6Ha3ctNig5Hixoe16Zt++b0MnW
M9dHfnTiAELSfGZDFq/q3B5hsypsP+LsD6K7ePs5Ofib8frMUCfX8+dQcyPKOs+PoxEzFJ/00lnX
l/Zz/soPw1XfBMOKrezrfGV8iT8nwdl8wORW/HL8HA09N6Khs7ieZtmG0O0JynWxdy+rzeeHaMH3
Zw3ntM0eDTezHDAqKQhJTYu68gO6uW4X6aEN3IV1C7mKhXtRHMrnc43MUxTw3hTnnpWBW70CwnIi
72/IPjeumw40XOgHWr6/j5Mh/joQMpkAojooYM0MFfFxVmYRtjH1AddmNOj85zbZvj/ISWdkSpf+
GGR2lOZOo7SfQSSGQNCB9reoUr4/wKnlmrp+qIkeHEDnZhaRi7YsvRgv94hqjRognhIXB96Dj0rI
deU2Z6oQp47q4+FmFhErC1A9geF0FgUFi1e6ORCxKs/Bo08m+Y4HmpmB2fRZnJpYuH5lbTMwz2zs
oA/7fQdKqD2a6+wvek824J27OUcldnboaU+Prj+wfRfIqGNotra/okeAQ+I8X/pLdtWIhX/DIIMc
b8dltKzORTPnNnNmkobXKEuXWF3feyqTHWSehwLNDxudrd63mlO2f7y6M7P0dWd3SmEgG+2JYCfl
ydqEWsv7g5y8CsAdM7GroL/jVxS4LLWnJh+2rpYx4WiE2cfFx4ZtiyjQ2d5IbgkLegG2govMvM8h
mJWcSfedWtDjJ5iO8qOtNKIucbspi6nKq2K4QwdBgF4WFF0DP0vPTPfUmqKfB2/6VPjx5hlTF/SX
o9fDNUyHK5O81OXKOlc2PTfEzDJJI1uTTEMMnN5UGRJgTrRS0Kk9s3HToTE/Go+nMrPDvK1KoSuM
o/y1XzxpsmzMZcy/WfYBHchhMixKKKucI385ca/CTCzTAJ0RXIg5MGnsuwJ+N0alTR1Q+txqGZQl
1OHu+ggt4+fEJk8cZW+Gmx1lLU8L0N8j/LHi5rquqpCpbNUCLIvg7syCnrgF3gw1O8xGRIte50yR
VlsuG5XvIB60fH/Pzs1mZhpNS1xrUBiiLa9G+nGgd954V/0bISMm4jgWNOaAaJ6DRuqO+Q6fHIK+
u0MTjp1uq3NSS6fSZMdjzGEilKioUgL38uAVIZDSoR+XAbClnxVEtc24Xqp0DMe039TpcPP+Ip6K
uN6MPbtNB9PsfbvD2Ab7lIlll+8KseHp41gvZfIQ2xtlgcF824mQGTfWObq+E6fVm9FnFplDtojV
PVa3jMFhbbw0oFvNkziIuAEG7faMxZwbbW6UfpEU+RR1af+aWq+szRZe1QZGuUdH55l1nZ58dqAg
5wnXDXqkoGafA7WsTJitF2Fm9gB3uSYXBkq7nYqv6yxBmTf6zCs0nCp6i2rXlcdAiZp/ev8RpiPr
vSeY3QS89IhPc8w269GZ5HkdRYNbQxcurc9xAp1c2KPJzkIRMC6V2qgwWZ3a+4TEK8HsneVDUNYs
QBP08u9MDM0nuGEtQINn22jEY1JUFBOz6y0DMyhH0+L6/SFOT+jnELOzBVoddUR6DEHRF9q7kK4b
kW+9yNt1lj++P9TpNxCaV39NZ9rHoxubmglIBSicr2GHwll0oCt58F5QibmuisDesU1xc+5WPaFT
jUtn6sUGHRgIZOZcUT7tc9qmGFPd62UWQi5ngzZYEgegjN+4oFgtw35ZrkSQ7JxLfHAB291b1+c5
SSfL+NVIfz7I7ACoc5hlV+BB7Kti8ZjvwfgCtUBThd4FQFSLYfOUh6IOyH31YG2TM679yev3aBXm
hoSO37SxsctDsQEPmWHtVbRgoNAHq61zTmjylG/4Zs1nNsX7Jvc7Pq35SoQgOFh/kv2i3WShf0tv
1TKZeP3Pka6eNi7I0wML56P7fl6kwOrWnWlAfbJ3nEACbsSdqR96BH1leyhsGdhA5ZkQAXDSeFFQ
M+BmHmr7K5B1Z+LCk6/U0ZPMdjpJaC+h64AzAhiy7sD8CtxWQEo3YZeszrxSJ63qaKzZxqaeyAUd
MGu2qy4OqMq019m12jj3CKTyAHL2YHDULyS8gSz0mYP/3DRnu2yYna+cBEMTF10LDnAoKg+bRgdZ
+5p0LDgz0xPlWzCE/9zf2eEhMqg02gLDDeRjn9iBrreNC3UGcFyxe9+5Bq1GkNZn5njS8/Isj0Ja
AeWGOeiRjKajeYNBI50HA9L1niNuwC5BIdv2/vymx//leDgaaXqSo7PRtmtwTk3iqTEKTykoLFpU
at0zx8DpQcC0AnpbD8iU2e2VelLltlGCxV3BFfbEKpPeKjF+8AL+19f+v+NXfv3nY8t//gP//soF
5JXiRM3++c8r8Vr9dl08fX2V/5i++K8/fPu1f65f+eVT+esfvfkOfvzH4GD2f3rzj2WlUjXc6Ndm
uH2VulDffx+POf3l/+uHv71+/5X7Qbz+8ftXris1/Vqc8ur3Hx9tX/74Henroz2dfv/Hh9ME/vh9
rdOn6umXL7w+SfXH78R2Pkz1KlCmTeGjDWzy7791r98/cugHnFoAJVFwWAFJNnWYVrxRyR+/ex+w
VZMGKuDjE5XjVGGTXE8f0Q/4gglXBKU3NBGhzvv7X1N/s0M/d+y3SpfXPK2U/ON3tEu+MUA0txpg
MHJB0Ak4FpDc8xZhwCIgS1ABBZT0bQk6KN9yQc2dcyYWTe9EPsRnsvFLO1L2MAoADILKQ5y9sEcU
MYKuV+1dl/Z9HQw0t77IxEuvDbOJILqUVOR+yEfrpRsFECYyrna1EYnbDvguCDqSvkOnKKn7vSVo
ZQSx1ca3PEJbxYJUQFRorewLyiIos/p9Yz/2edqgjWCswEvkFaKzFy4bWBEUaD3FA4+xcdfF4PQJ
zCiLP4GuXl2mSZpaoewiqiBgE2NGbpTLTxSVqy5klVXWS7M33KeG6fimFlHbQu7Oyl9jmYxJ0PDY
GjHDvIED0U2iVY2UT42R9AXokcsYtKGO9NiaVJW7r80IdH+lSdQEJSkdFTQMgy2pyT0aOh2NPysZ
60Or4mKSd/BRL2jjcrhJINbG1k7SyV1peESHZdmSq2ZMWbGSrsriwIRMPfxMV9MR4ia+3YaVVQCL
gn0pbWC1DBTIY8cVl12csBFwlt79TG0VxQvmxgBrRzL3ky3pKrsMtNtmNta+q+IAzUUpSO3rRiZr
5dv+RjhuDu6Qzr7LeRvdkozFet1JS3sBzl96S8okLsLa9dwDw/OB3VC5tl7Eljs+xE3kssAxEm9r
OGVEArTceFmQkGgYAgLVBXBMd0pUQVES/9lpegvlfIjiPtPe7lVg5VS0G9Mo7TtbpQNiBVK0910O
UA6OeTmsBHjloqBPMm9hanuXVvm47LoUosxc++IAXlDbDgvVwY574oI3m1ikDKLBnTitayolVruI
cgDVfZIFY2GyGh3wjQNG77a1gCgfiHGVaTa8WJLz13Z0jG89H40rpxnGeh1VJkocygAB6UJ0RVIv
87zw+8BkRGHL6iF9TpwO1LyNOQ7A+nmy/dL2kfjiIu0dA91iQ5mmGti4KRwHYI7R7tD11JN0aciq
IYvOyzwVmGODFscOJZjA6cDlwiFMsKIsV2wJGJ+zs5UqICczREBSjaAlYkuA+oCNcUwumueBRMVl
NPqFXo6JK7cajI1YyLYo2XIA2sJeu2ZbjIHhaHMMTWnvaWaV0TIWQtwzo7Q8yDwnKgky06kroKDa
CmiIGBmwNW+y9qbxhzLbuuBK+N5ub9GFR0bvWVSAg4FXM4Vr5bfA1132xNTQZ8/G7orSmqvAiHXx
Ak4P2ewb300uhFNYfcCMid2aOmJIl8oaDbYQI/YiGFouvhlllbwitoo+pZKPT4Rj6xcALjmfq0Ib
2Dt04H4uEiIIZM+yloRgIDBwc2Z2ifbR0U+BIoqS/t4zWztbdLnZXkJrN0kD6FvqL3afWU9dzgYS
JlmSqaDsqvyqGkfy5Gr0ioY9WrJfXBkTsBGh7eA+HUtXbS0cf8kykaq+q+qS3sDGLInVF1AjGxWH
Jloks7YGGaxPBHr6nfTRi4y0QqYShhtA395Ect1NyhgJaFPovWLCpzttiK6/bFmKMEx1LsjFox7i
LDuAKbEcrG7qYlHaNEkWII4sygUpxsa553WC5EKgRI0iQsiyDIdcmem8D/OUdPvOMHh+aQuZQhQA
ZGdp2KrcHQ5Zl8Tsipax8UwyUJAHUZFE3rooRsdcjKlBs9B2VN9f1SBFzja1JYz8gtsNr8LBAThX
F2RQN3yUxrhgskqjMBqQJr5llCTmrkkGbuxInfbRrtGlDab4MXWoNoGnqgenB86tSkngNzSVSzlo
48EdOzjIwzgQsqiY2xmLBKs+BiAsqfSl6cVD8+jaQMC95kXeA3bEHK9bOdhXgTYgz4NSWKwFTomh
YB+9pPSuJWxRBuhXA4Cq7E36HNucPJd474EnjLBXAYjIOygWe6W677A2IwgC68oHY5lETw5hKXgK
5ZAklzakJHYSGIpPaVZCEtUZ/QzgR7RerCOvBetpNnikXnQdF19jFY9fbZk3V7zOsy+i7t19kjj0
Y4QX+isVXTLC+/J7CzjuwUVIkI/ui9t1+sGyY26AVKCFf2ZVkc4C3UZJFggwRDRhIyNPBmbOvI8W
aAj43kGzCnLfIxhgl7Vq5BK6OSOSaTWOHN2N4HkBkhOnjW8yawyzYeR00fogvMF96WQXqZvqO9Op
2LDppLAfeddBYSUDZvTBFAVsr83RCxHIOmZtYHUdOmpTBdnsVV425Rhyw8MC1s0Y1zuaxiDqdcYo
T1YUynclElu9C32IqNaPhtMzCyECYxFo5jXw68XoAbGuOyt7SN1OehPMD51DyvINhesiw6iZH+UX
o19iPjiPoWtho1kahJXc/GLqSXyQ40CZwLd50a6y0re/OLFdfnNjHxVpXjiiWRFtZZ8B9+6BrsrQ
XSoiw3lWnlD30Nw1cYOyvigBxpY+bvFeya8uJ/62Vb588dIhv/ZrzXFgsNaswsaWfrkUiV3cQCs+
4/0at61fGXuk0qNHVMvqASImqgZNGiC733JeDt9aI/a/USYMnE4lu0yBqeeg3WnklV0RoHEjCObI
skfvsFcDyWdRxe9Tadd5MA5ooQw0o+Y2TamAxh5pLXtRQQvqolBWnAYNSMvV0jUqU4d0LNQmilxL
L+loltYi8QaCbtPEMl6cDvRGYS8SxjeD7UbgisziYmv0rZ8HVmaa956l2X3Fs9hfmUPGoVNiQKIZ
6REBnwvY1Xslo8pBFXVigXZFRfjC6krjk1E57ScfvOnWMnYa0O9U0rLSAPig8ZKC6USHUmu5TZ3U
Y0EqiuxSs7hoLwEg7WhoZ2X8gBvFQCuIn9NH161NqPv0Mlol0pFF0BNDAUGceGa8tFw9QB2xrwpA
sKvGeUCVwkAfIDynT42bFH1oWUl+P2aGuM6cDsF9axBDBj0gnBc41JMnBQKel1Ln8Qu82eG50BmH
amI+4hRS09ZZ6WjiKV1s9QLvvNsEAEVLvOZOpK5TN0oeZF9MIgUa7lgAukoD6m4EONQu01EeQhLP
+TzobNxXcWrXK9vqfH8nXEWB9e4iRbcyjQQaULKYPtZly69jf+DlhouifwFXZAK0Pe6OPY10l4QN
q2i7aGIN3HQS1e5W6aw1A0UzuuvGMStCS2bObqzickQS0rJAD5hINwb9icxxaZotuEF1LMDTZbU4
G0cT7sGI8nK8ikUP9caY9/QTfAQkaTWHkxh6tS8/JsohEGmNdJsHIm5yF5zfftkDpZySbONHMs0W
hEWmG1bN6N9CwXwANtZzu3uW1clHbvlCLEhZQSka4jfJx4oM3avnZgWk/3K4TkFFbe2DHYqk+5yV
yY2uAeYP4q5z70uRUWT/iyi+TMEXk4AiDzJM4FTte4h0FT2+7YnEvxxdmlrLDK9ZZWnyyapQFtlk
xBrpgusOyPEO5N5AvA/2Nq8d9pC1mcAB2wz4AW5LaDdaJp6hqyIfeZKBxmbQWZ2VL3ydQBPxe+z3
Iwx9E2H9K7Sdx8CH9GvDJf+m3o2Ar9pXNAo0r78dnoT8DSXflyeFyHP+nf/AgBiUMe8FxIv05enl
9bcX/tsjZvT1qeLHwfH3L/8ZHFPzA7ruQCTqG2A4Aan4v2Lj6ROQMCH0te2p+Qc5qB+RMaMfJmZK
dFC6yOwickY8+yMy/v6RATYRxwRFOULrvxUZf2/5+ZmZQbnSBgp6Ipie4KzofJplZpQgZtz1Fnpy
DASD+iZlN5F6iiI0u0LLuNoMxtrt7wwHt9bmalWKWz+9Mq14GSVmaENHHFwQKyt2AuLXUIO7r+pH
Szzaw0PSPRjjZVJfA8YKXUofpfqsXzsRamNgEPsKvo64v3CjW5ve/X3TvOcl/p/b2Js8zf/Vev8T
LXGisf6vv/Ifv6RmDrxSr9Vr3Ly1wOlLf1qgaXwA8AtUg6CqQJIF/PV/ZWeo9wGlFwcla/Q3T8LH
RyZofZh0c3xwxaM04yOndmyCk/gX8ikTCsSEK/h3kjP4+zfJGdgg6M09lNYA4gZ/INArb7ODBCJY
trbAMF1YrZEGkjcG0sstUKhwkKesS69E/4UhVWYudTuYGYR928IJcGuC/gLZ7gzk8kMvl20pJlqO
2HMupFRyXGbpoNJwBIT2npkjJCZLp3Ffcsvr/IUsS6hP2abqQpTvyzKszaJeMMWaVxds3v2aEd9F
f5CyQ3SzQ3IM8hQILOu4a69YBT6SoB+iEmogNBseit5GkJHWI/pD6npM1p5m3oq3o4Rn1wnroSxJ
i+A41b29AKkLvPShb74MyKQdmBUDa8ClKx8sUKSniDg4omU3YhGFNjInGQjUxiIAf3apATm2BUoq
MTE2GSKzG24x9urUBScLyhq+YzWZbrOEp2U4eqn3WYHypgp8CyyNQZS5oNCrOqDKIdpmiwscWvnO
M4TQl8WgTG/t1jzZQCgUt6M/Ag6yYYMZ3xejFe9SQ8OrkIBJQtU5t8rL3JkovBIs92dSKPujlJYJ
iLAe+N4de5COCA0XFa0YmaiXwudL2pliQDf1INCCaJQOx9qY7TW87doOOKvbh5o44B5L4gEXcGxH
iBVxOyM9pF0PkxBsyL/l2mYH5FPyq7hl1rNdaUuv0Upmq8BDmsQJuS795jDEJd2ZaWtm2F5NN35J
ixDKTf0NZy2akivwO2/NnOJGbrvEAckzMl/XFWButa99in1O8gsPcdLHmgr/0TGVYS91ZFg7V2uH
BUXqE8ylUGQIStu/dXNSPMLAUfnSrRP1Sw+8M8WSRJWPQCOyBZRxmrxpLvO+aq5H1Yxg8UfbDbSa
eatDBuPztsQV9LE0Cwrzt2m8LLoONZ3YrmsoJUYyFiAEiJ8MB/FTSGRHHxgcm6cUouJjKHvVZaui
jnsO9XCmnMVgxy7ahhCnI0cFGvDPhjEWSMso3R/inIDaI66sZgxynqtbAKuiQ5cBbL6IfYZwvkKc
2SE9kxbbsnIKKGK4meMjdzgicCGezq8lGB0QnyL7JEHfIjhbeMjJZIEyG4bO4JiTBrkxiRFsgqMk
KHE3XnpwbLIlrZm6YlnLyVIgRdoAWWykr4k5Jhx0TKI9+ETGOyCT6cY1SVYEDlcgKuE5cpI7ziyx
ldwt4Y6WNKvgTMUWyNWNKe03auswgOAZfE6WeYP+fYMFHXS5dDCkrLTBoySNmzI1Jl1ai/QXJWTo
YMQV+GQWSEKi3KKQBWkCnKLtjzaJ/x9uk3it7lTz+qrgN80vsv/AKwqYw3evqP/9nz79+uZ++v6N
H+UDz/mAWwAnP2gOLJNBa+CvCwoECt4HEFNMzHCoVaJP9OcNZZkfAAcEDRkg6h7eXAOP8Ff5gH2w
J6TedHmBrgONbX/nhpoVD8BzBtifg9vTgWAdynSzWmBjtTStqqQ+JEBRAATPzYFe5azOza8EhFxO
UBDLZXuF0hRZRUWTjY9Hi/XD2z6uX8x6xAEHwrwt3M5gVQGgAoIMb2/ItEuLJFeQmueyrs3QbBvH
v2OxRfV2sP1E7PoB1ZfrqGl6iax01jtsV5Q48stFTJt47AJHlhESaWeeayrA/vQe8VzAEpnwHWx3
4nD45bkgM2ODrw28S2anChl6fCo/N6k3oQKyHMWDJEMW71L2FpPIrfR+EnpWicx3Abqp7LoGpQbU
illC3B0K2JqeKXDOavXwUSbQO3BoKDs5CDad2c6BPIOZwGSKC8TqIwS7uGENqMQQ75r0Rim+9bkY
1R41HVuuWrNJQWnF3Mp7HvJEN2Hs282tn5teu49NVY4rwFr89LqrUFK4PrOSb30gNI2gxAWCDwv6
F/DEgQF7u8OUD5QR5PH2SJgX/bZFI1m0rUHs0Adx3cPxSZyyeuU80ZDKbvIhzLpa2pua9So9g66a
hjraVJTK0GCLEpqHjCNETb7X0o6KtUiPR33h0G5vRi4k0WtayuLQdSNovcZcZ+Jz6tQqic/s1VSd
nY0KRiY4f+CsRmjznSX8eNSRQ7E6G9SeGxTVHz02tY/aU450RKlGu74f7WZSgKqQQV5zEzxqqJVn
Xnv7/kZMFvH2MbAPUwETjI0TD8X0mEePAbK6IklqUe7Nhueg3NG41pC/Q3UqOSdD8rZejS23fJtN
HfY4XCb5z5lxlhWrWll19d7oM5PsoKLn6C0rsx5OpuApv3h/Zjgo38wMmq/TO+BNTJRot58DTusI
urYxM/tdnpFBh+LPJaSJY+1LV5LyoalKNm4HxW22+ZtDMwS+nolgFwgX+KPTShwtKnGAGfYHWe8c
QhEFek7ZhWYuTOeKpyPWlWRD1CzrWJPmjFXN1xikUA4qzxNLOF5/IA1mIxtDLBurEjsZ1xSYf1Xi
Tf/zOEIpC5b0/kQp8DqzZcYdhkK4j0+gzmP8QhQkU9FHnIh2LTkZOLrH5fANhZ+h3Vjwq+wl3mte
LTKkfxeNj8AlK1q2Lws3speRqIcra3I+2pz520EAy+/WDI5Tyr191ID2rzMh3NtA1DYQjWp3BSut
j6A+7ja1QZzbznfSRd9UdGmhMNzbUXLXRm4n4K36Ue2TFUoWac52Bhl7RV7bAixssqn1Nx8E7s9C
y3YVQ8Rlm1ijfQlzeC61IGsUCCDm0AtvIWyoIfomONqQ5kZHulmb3r7JqVp7o+/dE9B4XqUcHUFl
zKf+eA7yvkSUF03PQUBGDNSbQYeaY1GQjMSl+mA5tLkFvyHaT1pQN3Jto5On4vG6isqHDt16Ny2a
6pbOCKWjluoIJVzpgOuSJ09Cq2+uQgUz6FheL3yUGoKoI2OIsnS+9v2eQY27af01lsEKqoSJSyTI
WUBJBtp4ISg6YkEG0tmGeIygFrw0nT5H+UpUzVOTa3MdIakM9vqI38e19JBljNBoDTjLs9eZA6g5
62ZYDjweDsyGK4wg+8b2lA6Uo+iNVyX5bcsN8H9mdr/wMtuvdlB99IJ8sLvqxgIrUuDiSVDSiQcQ
BtkVqsqB9jzrix3RmIOT268vTD7Yu14oaE8nkVrbg+OvtSPusrKydjxx+iUOJ3CQ8RoiDgn+rNIo
2y0d4ltkb8ZyvMiyUt9HXp58ztoKbO04HrKrXA3OHfUi64rESftYMtTcedL6UAfIyR7JRYJCDcp7
EGNltAnq0qPrtq6TJepyCuQ7ucGcEKSS2de8t/cmlYV0ECMbceavXNDr2eVdHRMY12XPIGa349GA
RjSUD3tH0qDIBjCNVnG/b8HUBApjAh6HpCmzTUKIjgOVumrDjebRjI3ixRpsuhWe7NaZhfJB4iDP
XrskDQSCHcPN0wUKpYf/Q915LFeObOv5iXACJuGm2N7RNsmqmiBYhkDCJHwCiTfSc+jF9O3uG7o6
0kBxQyNNuiO6mkVyA0is9dsJkiPjovrqDfqZjT/mCmmxhvvKlUST+m25LyY0Y647gD/PZr2JtKm3
vAI06gU3rZPWz1/D3sHP4cOZhM3voGtI9m6zk9Oa+tUhLRTxB+kAUTHuw96bE+Ms9ndH0sDuw0yM
EHRXk002TM70mDZ6PrjNuuzANSgqyha9k2TjEp6aGu46Ab2n7xL+WRfrAxKD+EAycHt067Z5UuTL
vcI41Q+yk9mTTDNzLTKvo/d8wTvUBtaER1H73mad+wlyiWpWsqddrbOdH9ag1KGpWo0pJV/+eK10
fSDkMk6ks1Q3Jx+L8hLlc1V9y0uiN79LbeqUvySa/SoxMVG1tzZuVfHbIXXhq+PKUW3GoviijPKD
7ay6cXyI4M+DjzjsZfret7zOyRRaZSHPOrDd8itqtJ42lmuG4JXmNBThUYUqNi9gGZ60iLLl4CLY
srdeNjjV/p/BTFkB5fZJgLtbnJZc8FMNpvB2y2yXtiRZZxZ0kA66p43A0hP66yJnqoOMWap9XDRu
fpqHKo3QOdT8Ddqz8j6xjCxvNKaJcKOXdoqumbJXsRkWJcuzT0f0nVQrl6a/Lk4l9EPISUyKSddE
FWOz03OuvE95CQdYQxDYibKneN14VZ0NO8E5GmwaQlIFmcGVX966uOnWJ2F3vGFdQu/SP6vh+bjV
bSk+3Z7B8dyaYX1TMbdYhm24ZzwO4PeGfdjJ1P9GLCyfDe3odPsOoCrnFdmDl21JyEY3gjLI00NT
Az2t1ZruIdZC/VLXhMGep5wS5adRLVHwVx1ETbXDrzzH04a7U8NmzlGLxCVuU5eGRN706g+G8PwO
exEec3EH2ecE5us2K4iGiOQc7AltHOx8FyoZ9/1e4m68BeNMALEaOu8FIojrfe1sFB8BdD0YRX1z
qqEqs4s/1V4cbrp50ZxdnPI2cgFvtrm4k+rUns7pWB2k3eiBZ19HHqhdZBfLVndl2QbJmq8D1KRT
2uHvuC5AIiBFDexpspAVZO3CYtAh1aNdtW9knoXFVmhRTgecH3NETn4eNVe/cko6ZBfI2fd4ieb+
T61mLosFVKGHLWNewdty5h9AfXzzqMMoRH/Z1VWqnH6MsMKSw6+xq+j+ekob8UfU9thSTrem/uht
C7ai7Ivpo2+fV2bT9cQhKYaXLOXA3CjF2H5s8jaTb+3oDsGDHszKJ5U7nZd+V71RHFnpVMv0pQMz
RSo1AOOJENrGHwUaIpN3xZdkbLkHw1ZKd9amTgVSk20zGJeh1KhlKv6yujj/CLPC2VmSYLsqijt9
WIayO2V9hYEMSZF4GD1/+eGrIX1zjIa/U3lAbobTbqPKCd4Zyz+6IZMnfj21n1Eo3AHDOUgaemoD
kc7VvptsgzCtbsaneFo+O42EpkKDgEagiG7WWKfQyYb7zG2HU7Ck1qvdpOqwgnElzUJZC/KJhm+5
2M8t58o2HuLwEVbSoykdzM6ZKDjOuw6PZIi2M0njkNyAVTf70vLjs3GtCQQxWyn/QDVCuPVSbleN
YOLFj5BrodFBfWGxii5bYriqcx5FFUyh3zW30EeMdopXYZ/cVadHWZfO0XM0sd31nO5lPr87ppZh
EsQZXSMKxbhdC/+il96cReF3F7ee54RrUl00+c4bf+SzztsmiBJFkvtPN2urg1cQAk0o9Ur9zaRO
I8Q3+hFnSSKvMSeo1WGnhuKPWOv+hYBd0sKdcNo2K4ILZ2nyl6bgrxucLHzzQSsRKYmovfa2UrCe
YHePgFQxUwIyCl54cIJxP8Kk+iTzv61z21PdNKIeSpAW4XHzQqlt7Fqz83UP8b8WRnjvbsoynFSq
qTYD/UM2jE+BfFoOo0ap1fcdHfWp/15SZe7vQ6xL0XfRx1nxoGeD+jji8GXr9IeCEXDI863yI+Um
rbpzmsadeongrB67pKim9lXysj5n+GB/EgOfXkpvdk/uUjUalUamD3hxHbK1fdccyzFDoNQ3hKOj
re6nMy7B+aMZ++Zp9KEW78hl9DJ2jcM7H+3eX6pGo7A1mXY/pOtFyCyK5Zz3Q/MyyhRzwX2x3wro
gJPdLUANfT/I3VrqpdxI6Yu9HbRtsDMad+VmEmX6e5xM/O471G1TFduOdjJZhq8D4IlV0lsL1FUX
QVhDrY/A4UuUJR08BdbrUUxEOcOF76d+ys4kX8dEQCE3S3Rh4pxCg15OGzG109VIVG86kuWrg6wx
TVBgrB/enTlTNgqCfYjz2XugIA9y37Friuqrvilufsljf0YANLyNLPzPHOgAzI5dFY/9klbHccLR
hcKsMvth1rPcZUXnFfDKutoIgwhuH9cGtNcLsuFYxPk88/kaRIPxUvoW0sGiurgms3ZOvi6ftQ7D
3dJL5xUHY7zR3qo2eQm5PvSLf+jTrNkPaS0xvFafTlOKI7+grzcNK9YHHy1+JLO2wxbM2CEsn16m
veXm5pDlg7qgYnIOXjBl245cXTidvsr1Q8x8+NRJe34LkMsojuN0flsIUz9HRVdey6msb62qb1Zn
xl9zB0QdgJM/EnOP2HUx/lE0aVAj4Qn7g5HZmfy8AoypFO4mLov+SgENt9jg3r0D9kjsYlD3j36D
BC5iUVk2lbWuv3hY3Xpre4H6XknTfvqk/B/EFP12FQMmv84EX2CtnpgYV6ia92RcHIVkHat7pFFb
JEJ/0IEGcPQ8F72SzqEYqvVgtNOzX6nh5pJGsIO4+TmN5Rztl8gvt5avndeALXiLET4/spO3O2X8
P/5i5VtnqC9ZOGX7bk7jZzt17b9GdoCzzRS7cft4fhhnrHZr1LgoodZxJ3URfkMGMDxYhebUscb8
0IiSzHXRhoQv6fZQi8HfOUDf2yoaOwQP3ZX8JpfpZ+g23YIWc2xcvrQMqnMzpzwjnXK+i7mw8YFl
9qlSwt6MskI9FQ2ocgKPaUy3sbdHGMPPwg+0j2Sdble7/NV7RFkVlRXvtLZqBp3RHFWQVujrJtZR
qyS8PUZVdFgcb/5lZvHWir48lwO9737RwPjE6wsKyvCLHYvmCPbIh4LNY9iZwJRqR9z7/JIKBuRt
NEztozvYKrwZSJ4lgdKOLnkNoyCTsI/QR1n+6HuJRavAk1S+9ZfPehUdIp3K4liosNBJG43pD2Yf
ZxuNMan5JqhfbM92v5m+Gw6NbBE7k1bAUuY45Xu0VN529GnlLFXqv9ilP4ONxdUJEdf3adbov/OF
OapL9ZMiFPhs1jjjzA6dSxoYDBfMCa+pHelN0dT3IDuHkQ5Xw0cX9NFm8CrrURbuezE67jHIDSCg
XeXBVsXVbbI5w7Dbo8bOBT+Ebutfd6N4kpHJ/9GgEixh1UJaLRTntRmZgjYqoOGhIkHyYelDc+XZ
rhJPi5gUlTw4F2l5144VzyVrCMLizn1WAsEvmb2EXCk32Gd2xlDGfZIDQHTlqW6WYmfcSr4Wcasf
BON/e9S2cTd2FNY/oCDbb23XdQ/UrHsbp627YyU76xPglEN8rdSeOzosjxEV4Xsg69Wgr06dr34W
xEGEYbVrhYD9AsfaDXEvg8S5S7Q4csKBLY+TcSca4u5GspjvKn4EPn355JZV/4IDuCSbG6FPbhlb
JcoqbzFdQydb0ZLRtvq3FGVPDEk3UAWBtNNL2rBsf6xhIWBYJQuq4r3N/bdM3Y5p+NPnr62xxksn
KWznyUE5fU7v71q7c4cLjG10W7QrHsD6vOcBvlEl6Gjdo87TS60yJNjNWoWUlqFaozHB8Q4j0tVl
5zMAvuZFpB4nz5GfcTXyAMrV/sJeVDLZp6yr89JmW4C69FXYo/3QBNp10Sx3zlUJd9z3stX2xnFU
cEYBGO6GNZ4PmbBO2m6dJKssG1nUgCJ+GJ1VJKzo458JrPy+TSKwx096qBrU9Ksogh9DabufK1jM
kIQT5xjzPh9YNIT7npF1xwfwpxLxRwtziPFVxC9idVooXeTX8ODV0Zk7XFJdORzmri9OmYAyz7Jl
MUk/OOZqVcTFMUf7/oftduPzokMNJIJgu2rCCyut/2b1ZvkMhkHtQYDRcy+Qk2xRYfu9zmbzFHXG
14ll1T7c9LCu/ha4EVpvLKsf9JLMw3djeMqZjmK9d1TJL6b6RvyKa+pgeFmSAcOFvQ7aKrZeg1on
8WcjXichkZkRKtVcKyucOTHdCWmZF2XzFmq2lBcgozS7pkGUbocS5OinPWcoFz0OO9oL8sD/cH3e
YFXp9XPusLzEloqTwgnG7jpxY0/jxxI4eu6CRCK59Mh1H4kwa2sk2HJA4cBouMw34+TOB3K4OLFb
8YEktr7ZfVn/ASth5IDx1+KpHJ1uadKtGzVl024Cj5/trP/eYXp04sGDKjt2yVyPlUDuPIyI7Ncl
5tUQMiZh4JD8qdu2rbrh2SStYDUp/8UMeaos5kYMLzxhVAFqumYaG1naFGJaV52mKiKLR3GD8FbB
rZ17O/gxKc8tb+s8GzqsgyoKt9RZjuqgKlSdaD27iK8yXQWImMuujK9xxwV/Ma63wEwpuy64Jvxg
7AiyxUN+QCTA+szBnS6/rDwuaaBIU79L33rSN7097Xj8sNGcRfUfGQ/j+hKuFH4IzpSIFbNEZd8f
1qnu80u0ZmtxycSqwyfPgpHe1F4uAfQb4+b8SzidYYWyMwSCSDJpP8xOkZFTcbz3Tj5UvscPshZ+
Kn+sDWUkrF4ryyNqzYF46sYdwug8Fpa7oIYaWPzLEAfSpWtx5HK2otmvCapG1A/Q3mUu62+cevXT
vFqtvW9CMYCClMzSp26qTH2JrAzo247nUBwnTpp7QUOaLR9+VqhIbBytBrp2Wta/Q+SMLsnYMe+d
b1m52M7JSBx+G1ihEaWB8E19toEXkBSQ9lHeZrU0xZdFGRBLEDaJ8YQRqXP262QH6ALAmEfztTo0
0TQJ9Y9R8BX6HmLZzTIN3E+Ok98pswaJ4d6z0Arv01gH+sW3K5e9dAxWmL2ASEl5rXK7Ky614/G9
Vcho+43DuHCfmIWKngmZ9j+3qRxKQr3A75Kaba1nh/f6ZSczVmOenBZCJr3PMnZgdkRxYTOI596f
0sSLreALVaWjMczEHpeu0hG9lUmI/J6bxTfCD5LRdxqGpzpM2UbalPiFPGXE/Gtw0gx4eDERvbYr
vSPukIdi36cFh5TTj6v3PGVr0+y7tHXVnjHZFDtEQAo/VBas6qkoCn7PfECAkCerW+TqXMnM+Yag
ZjSIYrLZz5njYMloZwujI6/AOb6ujLrWjhIJT9zUOtBMwYt/dZ9zMVg4sWUPQZrWAcugieJ9WU71
uO/sld8asCO+OP20RImo9B05KzMuJo4AR+1o0FqXvfQCxMqbulDpdh4cItLmrmW24uBburPSgq8S
oQ4jZj44t/MwR2t0pnFE5ScmHq0p9P2bFRV/X9beW3rn1a2muCbsIwy6U9r7eFBMaen1ag1VgJGt
bke9N1Mdubt41bN6mIduqLYI660LN5cVP0y9QMHBd+xfROGU7Wc8OJa1NWFQHgCyi/bMqumaC8TY
FO6LPgrUsXKn2n7JSfNUqFhmfyU8Ay3HQ7fSwASsgPXttggVb/0BSfp+ZdhnhlVI3a4sRh32H7tc
7hJ2i8PQH10JuCvi/kPHSHbxmZKyugemGVHoLmsz/BJFKaqtg1njJ54l/ZThCgqPxnX64TeNvaJk
KG243FPW12broa37CKua561pkZnd3DVrf2MaWD/BiErviN+hMftgiaNm68om9baGgyHd3Z8wjuiI
pf5YqfutMRaV+fnPwzn2DvdoZPdxd7RHcl9LXFXDvB6VdiqzzQMXYLCesKCcXRxw875iUAz2Yw+S
CCnU0uBVFkNxoetMYUPyvJF0GztbaDE2bp89enbadJfCUpWdMIpOI1hq3hBpyozhRNpBBLaCPwZN
KHcFN264DylAw+eG3OyiTdxlp9B22q9wsOf8y2t8ZwV5dtOg4IMTIDud5Xp0h6Wqrr+JfuKZl7Ty
9ruyr0uA06ypoOY2q8cv9+TiTxr2bSiq8uASHX2Y3d7NtkOlxwizQlZ21cEnJMWc2dihhxOk/qr4
KsB2yjOvgaC8+ToqGkqabG7TPfQvyLrlt4Hat0Vs3jujzNU1JaQ4RETP+UmoK6fXUqK+2hT9TJxu
GYdBffaR0nf7UUgk3NiKGjd9l2Hud4fYooPurrVm0uacrtP5sRJgYo8Ut+cNNXUxd4Q7jtI7LJWG
z8r9BRfAphpKi9+hpWYMa4hsquo8ENkRbmc7Ko6rG1Nv52AkL06sG/GbEI3IE57g1mwzyl54Xoum
p+xoHbqftpas3eMgHX/vAIl967vobuIsi8rFh3Z/R/xDlS51XhW7RhbOqy8xwtz4kPwGZZtJgSwg
U8d3UvDH4OGfExMHQum86d5uiv3i2BgiDZsFvk9LeDo/WMPEhYuJfxZHkQvnfgITA3J012UtTi6X
8tTqXBQbQx/Z8Dvo3ZSsQt54nD4Iw4KDYQ57K0Ufia1N3eH31gltvdMmWtW0CZt2dgkLX6aASZmL
bDOzZV1hHVU4cls4JmUmtpypaZ9mAX0B8jku1sFWcokfLZDPNJFNNkU/CFnyq5tYyuAXMENHs701
0sWGa4kxg4nI1y8Zk+/6lLra03+FuCl5fJdGn0RhBfpaqcxeX3ov4g8DpEUTMAh3kjylVp+LX4UK
jO3spc1L8uKtq+n+8D6pSl4otqxlhX2kWq2HAflAe5iLiiY3Xwx3QNiaXOHHW1bodJk3uc664Fda
9xmtZiLLm2vU+3WT348pZ6W/NSKIaNssrpXiz8JpM80X1TUGfxdutNmAznu13gWaN/2Pvtb+vE2R
AfJQQQ7EUAQyRoeSOMDmzMO4RJR+HfpKt88sE0Ye4GP96BpW0yyoN3Prux+nLr5jVHAKbtGJGDww
7AWW46jqLqLdpSowCbPpjd45gzQFbO8LaI//mJF8e/KYukwWiOMgKW0k28e2w5GnuK7Xh8wu9W9H
Gk4AK3Bya0QFaDCF9khrBVjArKtbVljt8hq1rcy2MkPAeVSR4qLZRew3J6CLtj1aFkVxmwph5/S6
2sw0R6qk7PGoKX17h2gajvNsm3ZD2JUqrqn2tWnIE9BmQbpjZX/CEO7zk53VUt8yPH8/Q8stul+2
cbDysEnlAUkOhNKSDJDAWea0v4yUZP6M9TDn3+Z46dJP36TcGynwZvwFwbJ0NALmqT71ppBbOoBK
utvmHCri4qnSK2/4opxol+pgsF8NeFaLwZsP9kgmrDVeVQ2C8pCixWj3ONnc8sOH5+egx9jlNwle
R+xAe4/uawF9yND1G+9moKOkSe+Vmcp0UIpVMbBRDQ4GWwKJn7wOyRP85Brrg+FHnmWCmbtYn9sU
WvrSyDEYftZq6g3CqmyWaHZgoaZL37ptc+zR2FEt2JVyva796LoPLUi5Sqyw0liYm5n1DDOj1Yzm
W+NXnQQdUf58q7tRiRdN1ak40qrI2dyxoZe3Ip6D9ax1pdADtfaIFnRjlWaQJwqtm/ipwC8dPkTr
mLpQLUwsAaBI69yf+tGzzIWdYZp2tgMm8hH6Fh1lwMD1NOyqorGphJtmvwcrrLI67bbTCPTSg5w2
QVbtajQVVvvoWXp04pvV0MtUJLJi0MUZzLeV/7cMi/9NBXhf331ywEOKxuhFQtHy71ISn5m6D3S/
HHRTB97rKAzOIlWItvwksQPSLnZg3J/Wiiv0La5iXj9/i0v+S+rR/xdnw7/5H/4/SqYgPOJ/UeH8
H/aH1//+3+BN/y2a4u+v+A/vg/cvhJsu8lCMapgZ/lNairCUzBMWCps/C/zI/U/3TfAvzgREo+gH
AQLZev+nsFS4/3LRZoiYcAqSJOC4/yvCUuKw/11vhuoVHbFHXAnL2D96oX+/qySVdXGYsYUEuM/P
Mi+tna4a/2yFWfNJ6fz04fYztHwR4II2yw8vRuifu2P/GFEZf0UZKn6mBAFRLiujU5Wb/APN5br3
p1Vcx6LAr5ojLP3mFM1waKtU5Rc/jNVTDCR9nZtBfgHb2s9WJX04stF68CknfUFb3j04RUHZrZyn
J9sR422BHHkfaPPcqDkvdrM/+Vt3Yb8pR8itPnatt2LsxBYGJTuNUGrtfcMZEgSN3XPEfvYq+nY9
eFZZ/GzCaErCXM4nD46BJP16fJ7NvF6WMaANeMzd65o7664Z1nrvByjxm2G+gbI8Za6zy5bwpWJ8
3qyuA4qKpf9eLQYQtEx8DF76GUd44O3G2S0pqyO8FeGyrfs7nQEd5kzuZDVtqEI993XYHfxy3BcY
TRMvyM+uVz0G2dtsmhcLePeYZ/78NIFv7et4zkBm8PR9qF6bq1JRxk8/jX8iBFYHIhnrIx5Vj+yH
1k1sM5ufTpHbr2Kqu5NlxF/NqubvVCJ595A860BYBolJ3kPB6HBYnV49p3Xj3tYmat9mZZtdGEzB
Ed8uuIsc6qQPSIdIXLuaz3k3B5uxHKb3kbcNBys+0R1AY/yI1+/X1NU7XvT4cfGPJVWKNsWK4ISY
ttJfU868V3feiASpJfWkyqxDiy9y27bi0bdSAdsxPvEm/WZpa07yztvMBv2IvYgTYdzbRXRbVt3p
oZuWd0DhGBuLvcnK6WfoyRcfz/luKcsb8G57jrD6EgqwUq8pCsLd/PUyajAoi3JGhPhV2//M7xhC
NmXlTtX6TbsRgg0CRPKrxeBKFEVHcSCsaI+YQgXNNiyjU9SF0/sUomFx8mi+pBGfTpLN8K5B3QHT
1t4esqPeZkW/LSREQffb7SJCQWIGKO9ekBJ255QuyU02eMMONM069MEM7L/y8eZpem6mnGFIlzdo
lgl3cFRsiUA5RIUH0JRZ+Nzxz+ybDsMoO1UYoUxzpicojEQE2SGIFMIpMsCkbazEN8COBaik01s7
W+h9la+JN7qJowBkp64hDNKV3dnV8Z++d07WEjExF2iS/WJJFs8A447hcsvRrux6mDh9D/nSMzua
O0GBM0ptQc70DswYYbN0zrrq8rvFeO/3tBViJ/ZOYGvew9C0D4OOxPOCqoSgle7XYPVvoZ6bRyfy
n5WLwqYa27+VeD6fuVh3YWh9LjR2XodAFi893BNZAJ69DUWzccWC1LAKsGGFgYk2tmh61FKi/1xH
EVz6nMyY0hDsrX3gYnJaHseR36ilLtytavugK2d+nwJP7Kemm14nl4BWQMNNkVtb1apzOMCAKu+r
qOWpF7m8UUos3ku1uiTPPI5DzKJn7n3xkcBfPs+/lGGfzjrbe/eXmmGhj+Ql7qy9J8FnRmF9i6EZ
96qn1c3uaSFfKZvCqXpQpj6GhHvd1esyvEop23dhAPxYy35VefHsKyhKOYgkj8XN8pwTnrL3JnQR
PGUF9+TYvqa5/K1M+BlOZETqqn0IZU6HXVVVSd2kx7yS4BItu142Bf3Jqkr93ll1faOe1kryEEe7
u3bhHtl1+cvTcX+VWY2ucanWr75oynsUDolvVZBdShkOh6kEWEto8jXIKYt00yIdP48tOqqhWJak
IB2TfuiWAdBV66E3ERDAXPj7JY85DeM0h4TLw0NtmBHLNQt2xKL8XGeEptWcuptWqAUWAWmnAYAH
17HyFxOG7g/ZIHXchvnoPOg7jzqkku7s8jl1wSN2VRXLPYDrrQJeTeMI5YJygvx3YJXB0dFx8S3z
pXlgkO//xGXt/1m4bGfq8J4dXWAdiublp19Y0adpyy7p6WLnF1nDbZW52ww4IuJVtNPI0U49ko/X
OpS/xxGeWTSdt7VGR70346pf0DVX74Op18QN1lPeM+ZnmauerQbB6cYUsTskxRp8Q6yqE0XywYi3
0ITqLa1Fs52L1fI2HAMPDMm/5tymGFuOIGJMyFs7r7KcZ7tzP9tcDu1mstzhXUZ5QBeCk+Y2OEzm
7UGA4URc1XUvaoV52wxzZUWHwVjiFFmL9d3TrboyfpTRtmxVSCyNFfmJVO30PbQs94jxTj2NSDtO
cVw2qEAbazuwwpKSJGuXHo1M91evAHTcOGnvvrWM6E9auhwDMBL652RHqKBShdjFKbv2HUuL/5dw
mrHdlG0OuTlUKoiPY5Nan90kpxdYpf7V8iL14rb58MooEiXuTDRCFZBkPNRZmrCjI+1AOUffub88
Bn643nQ3TOe8rNqDn67lWyOc9wYRW8Irr7nE7eKd5dovn3wepLqs6Cn/IA8gEN3k01fG/2S2lRy8
t9AsOEWKzOWEpImcoIXeeyrVoUGev1kGpV8IQyIbyO83pGjIbZbGrwWU7VDYD11PhFMJdu81qDnu
Brgprt4CU6VfskfCZjzrOAzmUPm/2XPYvcPDKDThMetP290jji637FyiSMo4NY+yatJrVE7Qg8V8
Qhv6GWlrqZOagwIxh9X+vI+LoOEEz6L/Q+yyrCisopzO+nRqPjudAnUiBL3fvje/mw5xyDM6S95f
8agP1pr5b8KZ5i1jhHdDWSaegS6zvYJTwBq17kjtGp411NFbz+NUc/gv3WuBQWkXFSJ+yjM1fLLh
+IRK85pJK7fbTWuJQpxS9VPuk8JBFse6z0ZCQkaWsz9BOPyk3Wp9q7pp5sOp+0NrT+I3OQL5jtlr
4A0KvTn1DGlD51zQRlSvflmGe5l2BLMswWGGxTiEufMzLOx3fKTTth989dDEvThmRcep3qTL9yqV
R9t0B5fn0rfUNYuaAwYSTkmiDoDMhf0uucY9AVFuRlBvpf4gkmFKWeeeP26zg53K2UM+VGS/u6H8
DK2of3RrZ1e0i3/1vFK9+FC1iRBuTuyv7X7veq0vytLNW4ZS4HGexuEYVHcQOVgcEqwWccCfWfxC
tZXu9OCOcPSe9zZnFelqnuqiL6+uCPZw/S44uC3jbEPtty9qNHpVUgb60WRnu5yoYq8P/kzoiysC
QhkDIFNwqacM4O68Nm5/XIaRfmuMqo9w+hNirLVud/CI1tbJ0ml3d7adlCufp9WEH75H3MO8dtg8
/AY6QZIn9YbqbWg2TT1MduLnhoS3IpeeBc9d8Nhl/Dd3axU/ZlMeobN2oZO+4l6WERRDki0BT8W4
docJQ0yREIKdnvAVOF+lGOBw6/wSSm8895n0LlVLbE7XS2QxualPfd9OJ0g+9wMkqEaUv1YSAUVD
cAzIYmkndTdESbRKuZvCvoI4EzExY5WfXrNpKEkZI/kjpsQ+dc64PkdEsavw0gTioeQpFRbDGQKj
Ifn7PpegXD/6ReL69MdDJlXzDeOY4P4wcq633PjZ1rZHiQZYOehHrNwhw0tBpPOgkXFW9sJm88i9
XY/pdN658xzXSRfG1l9xb5kVA22Y4ZQ2KiKwwPeOwITklVXD0iaiXaePuSf0q4voXN8IQs/8hKCg
/0HdmS1Lamxb9ocKGbgDDq8RAdHvvst8wXaTou97/qa+pX6sBkrVPUqZHV079VT1JEtl7h0N4L58
rTnH1J+KMBW46tp4QMaRZNLYZaMe8MXpzosBeQRlXFljz5DqabZDfbU0h+kDeK18rzmB8sNiIf1m
NhlHzbYmufK52A4V2gewXzWhPIyNnrIRohEDsfyW9T/0k5BCru0a3UM2F98G4KQAKVjNu0hocG60
JC1/F1q7vKelhSg+tEcfF8UT6t8mJPADzu1SUGiYHdWcSJDxiKCWN1p0sJbZvgClCuHNNfkNvfnm
lBRV9iQ4BrAwcahjAzGZh/IGwBSa3/l2+iOgLXsXYatHzkWCYFUp6xK0/bdKAt5CMKStJBF62RbZ
Ksc+D1jyCt0ubuc+Focp6sHbVSHN6yahVKErcwKKrU41A8J9puX6zmlK7TxqTrjV6Bn5fevo54Cd
z0OvLo9FEtWHxDI1L0pqJtGV6vO3dq6sY1I5y6536IsvtjHvKpXPqBIWNlS94dCyb8fUeLXHYUl3
HFgf9Nr9yLl/N2JGw4p0cdN1kMi0DryYjRiVw1fNsQiVIEsPPZzbyAnBCpWjtrFTTTsP9q5qHwFM
PYyNeXLaBMeObdxxYPjeu19yCo8iafdDP7pHesLUuMgSka89lJz4NgOa6JMbSbWZkCYduT/SbdeN
3Rtv9FswFNY26cpXbYxdAv6S7t1OzR9jEiErjRmVZMjNMRm6jrxO9YSNM6hQbiimL9ACN5pe2UgJ
BQcGd7BQQOevdDLVZTL7F7fVGAf1Vbhx8+DaZKrfcrzPbhppIqIOM+ewIFsMdpyLratOIxS5UwC6
xpqeu7lkKumgrC51jZt4UgHVIUIVpK0bjaq3XRJ5MXvU2oWBig8QuGxSf1oK67FZcs3XgnLZ14b1
DZyX88ZCmB7IwP5u2oUMtxihHD50bGgvyMQXrxKltefSl7tA4F7sgvRpHDghsrTFlBdux1mBA/1G
UCGByYTdvTGWYEw3llBkl6BYTbxaH9Q2RF28M5hG7fnB2lvc6REU3+fshN2OFjQjliLpd8lQBXdI
Djjv1OpFxoXLjNsKkqNJm/EjGZgTWTTLM8ay0pPV5IegCjaDmLQbpQb3QbjoPLdN4FxrDkZO313j
NM9uLbo2Z1Qcto/M3/ZtyIWW1TjAk2rEmJLTkWznK1jGbONaFJh1d+PW7mfSgzxkUjVs8qz14Aee
ZYyZN7Vrdzc79XNvaY+NVjbY0K2aLaj91nU4uzhUcr9aXI7aRapQM33H9hkiPk7YkMbwJiCw/jRY
83KLv+M7Oudhq+SgDt3AAZTDi77tc9gYdXwjtCY8IjnZqIrfIZx4b1Ghb4y5qbY0V4SXhPkekt2u
suitC91wKEB49aE13uMOCz0Sr+8ooh2vGONtsshmVw19sHXpK3lcPUlFDGDAAfLmOQ52nTJb7o2+
eKyN+lhXLEnM6V04XRaLsGlUPraMC/vtJtCCx1R8aGIc9qZuzX6LCvVjCukS0eY6ZYP6rtrhDLTJ
qw0j248Nm3GZGo/sFe1tj+L4lKuSNgWK5JC5xzkIxHJUQXEQNohQywz8oenIynC9GXtdPrrzoU8H
kB0jGCvDYMEJi+IY0e/DI2gNexS21n1jo2/PgmD23ZFxnZ20r6Nr9bdtCskVYPOba7KqABjbp0G/
bJM0uJIMKxi3QEuYFwhMMm+fxzzxZZNcyrz5qugve3ppcVLlc9HAj5cTZoo3SXLdfd6qpy5ArWVl
zOlYYbo9KvDhJqNfsF0s7dCbdXvkiN6kWL7mXWA2sL7N0PYRj8OfTLrZ63Nxj2BOsZZqxgfHtw/C
VbE9jbk4VhkcRwEIMF2jakNaMPAUBy9PK56nMCKOb9BJ1K2ZL0STi0CU7RmgqH40sORhENNjlPDh
bYq0TLohgI4mp/kXM9JJyMy9AoQNQAIlz1Mgb/Q21A9OgxwhrWnxuEPDkd6eofwPefQZ6ylD6ybp
rPcQMS3xbsVjJab3TiK+B8tC7nSR8x2FS4owCAAMDM9j3HTNsbaJKqtgXNGh0B6EXTOwgtQZ2Ga6
LWV4CDM6enoq4t1Kx0JPVh/sspxhiWDVYuO5NXPnyjSPd4SYvTPqLZy281gUr31jJAfN1mPftpoY
ZWzObdOjMw27G8be4F24T4qDnLjLozxw93Pn3FN46J7duzNLf7/NDQXOo3ZXNz7LSMkBs+cB3VAC
/o7N1vnhzNGnjEsbf+cMgCV0GiTvq0FCd+bbupaH2uHhpJ6K93VfgO10uwdrwDuxMGhGqNU95B3a
tzh7k4y2jgvzN3gWDuAm46Jr1b1d2PtGIpRxmDKZcbDH3v4NBxO6s4EDxpIDK1xoWIDViZs9tty3
zhLhd9cdyERbgq0U2YVJ76diU2SsxPcGSdd4M3K++KENt3YGAtQYhnv0n2fRtb6JFpNxFnzcbpL0
DOJtBTh4F6qieDLTPNpjADy3Yeuwccyjv8zyvU7tUx50FyP4rgbuKzmhK8xL7F3rHWgONCs7ZIVN
RY1uWUWHl8hWu8aR6XmJbGSDXC40QUBII0qnPN8H3bJ4karYatMESs1SeAJbh50/xbZ7NFJ4MmXG
uY/MHMA5UzdzphfuLJ/tSP6OD9y4RHjvITlb0tciu7n0faldnPa7Xg9vmtmR4pLIndXUX6ouBr9q
uww0nVZ5YknyXTRWbrQxx+KDfRYoq5VuRymbQ1pM36YF2E7UTTAW6x8NgQSGPd3QhN6oNPvs2+kN
diOaJXwnGzuPoL01YXKNYWhejFpYT0vI4q6ZIJRT81Xrk/eSsfbBHa59vvSHugo/YTGST1jr02Wc
22nXJ/jg6H9TtoAGVcPFiPXz2LOZTO2MkGeV+zGVynP7GvWz50bpwrdXRWisxOILy9a/xcwanElA
uqmC9iDnHD3wD7RnLfd/Pd1B2vBGo9nj8JuxxenfhlLsYvbGJc2KXQ5VerYK36kyCsiuSO7sBXVQ
j2p7Y3eMtMssem0RhR9DzQZ7t1wUq/mTrq1KTallX1Ev7B3eVv2kRMNIMzZwWWlYTiO9yWjha8WJ
cjS4jDxZsVY8qiS46TR73A+ijq8ZIOht1U7PY0CFbkXnKAxZ+3vkR86kNRtGBm/CzA/9krQeFoDo
vAorrnz98FB76xD0Jm+0jIqnxp1YqSq7f4PEZ6EmFfPkUVbZG53J/Bb0c7KbscY+YlGMdqMjTqGx
HFOexD0lyacN8TjABac3TDD74asIyhvT4KbkePTlMocRJXzPLNPPGlbnzA35xpbEywWqUxceaIYf
GmjgztSj5WQvlrMN4kz6i9L3/RQY5wjThFcaiERnCqVN7YwDdyCwHliJEAoXfbmGTJAPU9BWPsep
jEK7au/FQFh5zMSgRlNW0L21ccC4jvmjXR2vdFeMafqUOH98VZnTt5SHnQNIgrD/cSZAyI65CUkY
yUDFp0cjgWfMjmuFHGDVN4L1NmxHvurt/hSO0XwFMxz61WB4GLtXT+9Wn+mo0BbHFsn5Lu/veiX9
2U0eG+iSuCbC/HsLyyIJNHpf40PfWTWux5FduWmfC6omFMgubp56wM+r1AkfGBpmp6HdH6vPKUNt
ZFNKzHqr7eFyW+fGZqeiCdaczZkYt7GfoQjRQKgVD4Jbmwjos1iy68Ul/Eq12Do7YwHFqLGK0UI3
K+Z+0w8KtCztv+o6LU1DqiO6ObkgEy4HunObIGyvNEh/L/GNb7WgZuE1qPy8pTXa224A74oWVNvM
Jtuk5MR1mB3SCSjWnhAqoB3T0MZrGg6SDWNxMjgNZ9xN0bgGapTuta2HHlt44vJcF1bEypoE2bY2
EvWsJvbpsXfdbUk5dRyAM+XbpbZRbueqL66BUbIwsQeFnl53zh4PmO4hzya0XjOYzNN7/9D0uqS6
c1ptq6Ptw4IK9BMWtP5ulv1Fy8mudIr46LYyQuLc4VQB7bsfprr3B5NQZDG5wYpxDr3ZGB7xDgY/
uLjI5guHTD7lDCFQ2ER/1bJW/4qobSrkvFn0A6pzzGmSjhjjfyiefJFQhU39EmVKf2/ixd7bRTe+
lWqaXlJ6z9uslKXfpRXOPpvmPgpqa025kd+EaRpXWkLWPmkoNHsWwtvAjZ9zNAeXKXWL+6gV9seg
g4CHaOZOO8vVqh1KpuilS0or3aTJsNxAuk6RNnepT7xJjV3Fiq/z2JOTitLiNGp54NOdaqlqsw5G
aSCuxdQ0qLaK97Bu7syY+UGk00sCcqsdozZRN9wQvW+4zBO4YHqJH9Kqzn2cW9+w9ecoP61wfJmI
2Dz1OPDpMwXm7QwxjfB3d9RPbrmYZwvB0OOUUI/YmTFRdxTdzFYrwlsFQeeclaG97zIHyys+l9fR
nJovlHYQoQOn9HFGzR467cUfFswNhuzZFkcACZDRHszUKY8Cs+ZbIaz5Qsp2iXhkCb4a7MEJPaAi
NDB+dI3JXZ0XX6OikW3GSu6qpX3uNENnudHC5auPsSNrsRHsaZXKM0jiBEXcu5q6gJOR3R2wL/T3
bQhJH5gNM7kizvZTmiRbG2vHGcfSxBZGcZESYcDDAxMI3N20bQfqImo8MgdwwA/jQReGeTZC/E/z
ZBVUCCr7rPgCoMUyeqXF0E1bNeCOHWlfPjSc8L3/gZHLanKsXkReD2qTD25xDpbWoq+5AN8NQ2eX
wUBgiTGbn0Sf/0itscaEPP47itcvcoz/n3CUKCnAjwPG+fdIyjNg2OEX3Nd//dCfsgzjt1WSIV2H
0BsFQRJdxM/AEGCVyAkE/xsCj4Ey4l/AL1P+tool5E9UpY2741+6DOM3x1K2RNYpMHQbpvEf6TIM
9Ss4RqHLcE1Lt4gmszj0EQzxqy4jS4IkX4gM4RRcNw8WFoWT1rfhEWsLw5ClTXdltovgbWzCudQZ
y7bZi7KqL8SS34dZnkTfvSdIfT30+PQ9IB5yZhskCzKoQQpDSSXLwYb1e9jB6X4P42n0QaavPveZ
eoWaUKvH2zDpFh9e+suohl1or4amNr/XDBkfVhQ2km+xnde+mx4at6Kf7nJ9xp83rA1uzbg6MGMe
m/FEPMeJZSQ8NVr0TB7aD1gTpHGh7bgpBABhjW1yF/QtJmiDJXEVUW3sKPgw3PHAgntT0IGfVPqG
KOZkDnmIsYKhW5f3R8xdzKPd9BIITgHASR5Iycz3BS7gnYLLcBiX7AZtq0BkmZ2VQgw5x2dl6uYV
N+59jyykWAKHzgI0yNldJfhpcguhKPM4UgUeCOK7nAiCk+lMTCnmAzEI1t40ZLF3k9xzsBupUhn0
TFpMfCGNK2G/dK2+WfBLN7JlZK0qcDsT6kkpHzEk3dSgMVyzfCDiwUNhd4hrirulORLwsi0qeXT0
8DLo0nPi/jJWVMA1w7ScFSpPOBMm1VOWUmAWtXp22xyodiBfUOuXW0ODbyBsY8+Q5VlMwkdNqB26
RRTX2TQzL6HZCQ2R2hB4yDRSvjcs6WrZV3OnMBJG4hjVlbNL2uVYRMEjQrtNkVvLxiRfZguOcgeH
vN9YZuNB/vZUroh/6DOas+kRcMqBieOhtuxrnDl+nCZkKNflDtcAs4G0PWNDOY9VgBgkwaWsNRCy
uRpvBgz2bVpgtIFPum1Y87G2/IgdDIVmhYZ9SPsNA1b0E7HaB0n/OZgwUlzS3w3YHAQDqm2Vp3tc
cPw7OjO66OhOLNEhqYll1OX8nunzd7Qze1pcGI364kK/+0Vr07vc7m9rw96lLZJL4kICRPnAMT1D
dAxvu85rE2MfVwnmIEZAO5gpH3WW7yfcvb5dCGoWo2BMP+IpTPryNCr9QAbOA2a8oy7tiyynI7Nn
urKzoSF7pa1YmZKgVM16CQp1AwsTDUFvPxhOwQcZy4sW12RWNPUhnWS1DfTCm5c03MaimDlGuLu8
4/iLoBZ3YvhYFSnmutIjqOR1pNnDV9F9EOyJFyn6NIX2MkOAOMkQ0vtgfmJqfG/aDo4cp2sd8ibj
5yexbmG9HT9aTXCclHGR7MSSxkc61wfxx043r3KbeJ/Yxm1TVHuVTvcI1bGizu6lzKZnEBH3YU3U
XSkfaxHeV+yY8PNBeDYbsW6lrl08iUQamyA1fCeb97a+JFszc18lGvYeAZLZBu+4vkK0+vV9Q2u2
CrprhyB3SYA4odCl1NIPBo4RxuWckqryS3XZMcEenYWciNrycTS0UxswLOrWbb5p+sF3ChaJdZJq
rTVANjYFxyYT7nMzkK6iyCScXqQenvGU79o85wtuuKdEIZ74Q7pNe+XNUOrHRXzjFg22WSpucmXm
ENJhxRosOLWmndBw+wFdi9s6MYqj3Vi+XfZPNRUKHa/bweBAiL10n5Y0ejq9y3eBoVv70ZUhJ+Ho
GQ/xzo7jLda015hDviPK6wBzdOcM8SE/j+Dv7Re3eI6c59whW2KmCK2MiBJ6lPdD3LH4LwNiJzq6
k3hJm2bfuXgEnfmznJttZzL2cufa9FH1J4eWus0zmK90IbqgKb6Bd0JOpIlEXsb2WdrqmsO4LRmy
YMSryd2gVgOU92yp4k5ZPGwcXHlKGNFjuMTYJ1p5tPr+W6ysBzMD/iRQoEn7Tpj9a79WgYHkUBeE
jbvJGbE4BDVEs0zWAJqvtpTVXmJ82cgyue+n4Xu+1pJj667Xz3lugFS5mPx4JQ55tpW/j4wjN3iK
7sta93N8bIxNWXLVPLyOPX9qzZBTVFHGnGncj9EC5NOjABh1zFP1H4708dVey9lhil5as/iwQ/vi
FvXnbAocONkby/mxCbCZDy7ZQiTSJUb/ojf9QfQtkQR9c1RlwdNMMYgMSfhZxfGMvYM2kU0/Fnxe
yRlzOtl1/KHZiNTtaMBSpkYEQ911Fs5nNtCKGUbkXW4jXwo7V/hsss4Lkup2AuHjzPRtDZItRsNB
OiDynlXe6JmFxKGXKBwEZR1+h0b05oAYWcx835QcSdnc0Ji46hPm8RkD9m0sdSi7hVZx/mXwCEGS
zT8sXgsjqX07jO9iOb/kOgA2IyJOaOyO5mw8dLMNrMJWB9gn96NKryZKvDyr38uFTXVhaOXQDIag
jagLQUHXTmc0M3iIUnUoR4OR4XpAgbF56JTtRT2M5ZXwskmk+FLY8LiceOzD5gJh55DCRtoOgUPD
pOofQMSRNwKfjcedJWO2aa73eGZD47ELknLbaWvvvQItAPE9q5h1zwF8EWr4vGuZaYjSx09zD/l0
2oytU/tmmd4ZjnnKK+c+LlPyDJcexDzAObzGHN7iMfxoJyfbDK52i+HqsxUORh/iDsleSK5UNCmL
DZw2aOYcawg36hY0kPU4e2UEaaSKy4e4yt8MWZOL62aHYSiAXrtp5YGk9hxjoMtF2dX1F5Flz1nZ
/g4T7VAudbaJUJVhYPe0xjkPTrQc8e7wbI363jSHAcIDcQ296I1rXH2zOWT2S0RwRr2b0+HYWfpN
SrR4BIxj53YLIRvGwvLQ+mM++9l6UqVne8TUCOkrXb7HNixRg8gbvCgOOBr9FojR3qUrWwZcJ9tI
+NUlsrgx4ZKk760wo7Ocp3OUsEcId3iQzCw3XZLvQaYI7vuW27mQFxSh5tbUKrlx1xM0dtphX/xx
qs6tdzS12a6Lx2tWLLo32HTLUtnucyQGW3OgIV0vybPl5EfsCZ/MkwxIhPEVcDT+7Xzs4AvGB1sW
o290EfYaK33SYv0iGJztWch6/A4mg6GJg35Y0rilOYd+lO6n35gMqJyMA3RnmZc6B1c+t6waiXGa
hwZGXRC+jmv3AG+N3DPWFNCnECzkSIZ9AmhYF8O1sxLRljdNyecGhlCUN4US70bFBIwWfOW3c3fD
OnfG43NhJZ9ZEuOrcop3xVmOvqCJdG5tacSAorQu2fU6+iWt6zQ/T3EFpMmEmqhF5ztL08NT9NyJ
+cHu42/jMl9FHsOOT95Vj1ukUSg16REMnoiYZlldi7fPjRFr12sYVoAcAuoENOtQ/ahkb3usi0we
0vl2ZMelQ7KObJgdBvqa2XqLYw4YeS3vu2ntthX6zdis2kTZnZ2pUx6dysd8nBgLdedc4MUp0ccE
vfyqlGmc1TQ+LpXz3JqO12jO7+Niult77QJllY+Wy4f/hSIUpxFdB8mjpSmPxrq5kU6JirdISakt
UbG1esmiM4/f5g6WEPl9CBvHy9zoGD8CVvyuGnaxPa8KkuBhnGGY1z0NU7dJ3tOpvxhGy6h/bVMt
YryxFW+iReexlURM+XlYHFKdWUxa9/fcfShRA/EFvOc5CIpjgkUoyaVXDZJIV1pgMGgDmg31UwHa
3EtneW7F/KYppg8appZNM81PIoDMlsgnZDe3Tro8tEV/5h7Ouazjk+GIP5o1Hy1t8U5nIBpq00km
GYlA49mM5BHTktgMHWHdmrK8OaGgord1N2Qorphf/aAVe80LiuGlypjiJO5taHU5Xc6BqVCZbsXa
6pvpYgO/t3ZaZnU4rYODpbl3onKPxB3+DlcZ8piSXsaukmhGsQlaFPx1Pr6mTpjsca9877XUsxr3
qJmFc9GdLt/nXdqf0si+YRadeXx7G9YiP0yTKzD8A2UXA+lo7YCx6ujoM1ZX2sF01ODbmr62/13G
qXpkraqvceuWcX+Y+45qnGX1hPdP97oArbhk8LYw58d4jJyTeX4du+8DVFuvzToKXLfdKWWdqh4m
ENY9zY8Z4VKmoC214mzYkJkIw6ZjpiX11HdM9Hf6OL+1WYXiRLfuIpMe6dwmmNcFp9C0fZVdjmSR
ULi6OMeBI72glMqr7PRdVjyNJtr/rRpDf2rckZ9qKAMHawOktfFx6VVIAWji1k12NwDN2gIjhuw+
1vF9EyUfhGwvZ5NoxNySRCHVLImT1PZmGTZ75Mk0I22OoyrUb2SU30WR9Q5DStKgTpgTEKNZN6Wv
0f8u11ccrXul6k26OHBKWuqtjl+CcqDRag+P3hvZKTEHv7DaMJxBhQXDk+p5/m4DLcvz+JnH9RPW
7m2EvGGD1EZQlTdfbkXDT1uiR7v4nGX2assm9xuZ+ya1NSdYZF/zlI5eB0wTy/difI/I20VDWEWe
bYiZGxEF6kyr8yJc492IKmo4g5/KY1un7xI9dqQiskYjJF8yZ2enmb6zZ40DBABPgpS2uRnvKvtC
attbEjFVplbIEPaRUYSWtXhakLNyDKEH3yiUQGpjiHCL9OnLKb2FZKIA6QAcrcDs7mDJsDZXdLRD
8xAN6YMtb90igRZE/2YjCHjL5/ZYVfMJEe7J1kkeQMmKcpAhcxvZZ1dHvm+I5q0II7omwmJR7GlK
2hp2sG4x7zv9bRrr4Cgq0y845C65PNoFWiLTqV+nAW9DUC8vNYOXRKKoYPUOxvmmbGXjB0qiDoRs
6aq9W+THqRzvizRgZtHFN1j5z3GrX3VLXjtKsMgunhFOEcZkPSKpfTFG44DJryO0rWUeZCLwmp9o
IyDwd9s7xeCJyoTUrlKMmZeJb0HZGZu+XaBs5v1bktzkbf3c5Ja+g22VIjKYv5rFPCFbNH2TCiwY
12M81MK06lFNWJGxDRaiB60K5FSDdkKXxQlJNHKz1sUBwXO8kaipOzFutOBTilcII96w1PfAOaM9
qZ5v59x2r2WVX4eBZvGUcbgegtsIUMfRcoJTwes0+Sy3uGV+tKq+VDo4Mx2BGq573kF9QVG1NRWj
CDt+W3KEv3dW9W7Cs5u6tNgpbfC7ippEx7TRt8wjaOke8+6mbXq1gYL7gNuZMV1MUIo1RY8zZIOz
juQSDNKc+jXgufUEfjMr86lMnWcJv3GT8w82c9MYByzhlJReJssvaxHhRhXLDTIFHDz9uO+b6qDb
+FAReRnBcLCb9gnPdeMX87uVWO+qVuqYTr8ngNETOgl5od+COlhurEUR86V9GbyjV5O5rq47b0W9
lIe+S7/KgE/hDPNwAxcGMgYDImFHI+55y9kAehRetoYeVW5g+CrFMTJHdOuQPhPAaW7Hstf2Bn0+
OYFcRhhKFEkRi9+baFzjyCh0IPAEe4FA8zpYjnayWpWc7U7iOsINuxmhve7MQFu2bW/9X2Qc/duO
8S995X/sQP8/mCMh/7GtvCWC+ut//c+/Bm2tP/BnioQlfrOx0umOQci0Y8s1NOvPEOq1H/x/srUc
+Zth6oQdkW1Eo1j/tYtMDhcNZosrzF9Y/0kT+W/RWibQFSx9jq6DElOYcsXfDKPMdFHUsdM9Kuni
Jv9gwQFDvYP5PtQdDQWEDTwIgNdSbZOVPQXuXRJGbt3tkEBXLYBg3QISRZzKkCTtlrzIdjSPJgkw
DILRVcrkPetSLHz7JR5BGdy6AyNYcZB6ZbjtcWxiK8mvMgxSh/0FF3Um7m1BJtAjnmiTl7FSba6W
x6DoQRuQkCIa4yYZ0R+C6baUwZ/CISKRevvn22pnbDeJTznfSNqOmuY2zSNdaCFSmqSYmYBqALmk
dGgKtzXXQshAWqi8ZHEW1lYERXoTXP8yWLj7ieb/azaGzZX8C9cerjzNXmUYNOoZjhtI4X/t1Odz
E1fopMJXww6LEQDj0sIg9vB3OmR8p0Udhhic+zGoP2i6LXDB40hkxeSDcurjlyG2RwpiumwOX0mX
GxAtsBqLoADezsVJ5uNA3jX9tAYqOm1Kp+sdt9mm8LP5su08bbkCpi1q5H5ooEZah2GoSqRUWUgW
FJ0DWMu8r1Bn0qDDPh9F5O5bRCWo9d0aqvBwyklRTkvPwbau7smgDB2assxU1RcpBKjDYTKs765g
YMsvZDSs89JTFA451lCbCSBUUisPO3GgsRoovBypaqns6qDTiZRA598rRGoaBh4f8qbFNhIWVVJ9
NYxh8AUs3VhOCh1XH3CErcl95ffXdawNwwXWHbkMR1hMRIdfcPIlvFoNI5GPXVeGzlto6nrC0phN
VEIcjjhw8U/ivo/52FGCvP7jn6/5Onz5V0jDesmVYQu8u0x6LFOqv13yJu0sO0vG5gUF4hSqo0Tg
t4wn6n8Ou7s6Ku0u8gTqsXk8ljBUuMk1wItdcjDAuNjpfxNv8KsznLdjqVXBLyT8CYzE7t/eTmxF
nUAxEjy3OkyaZjsh2J+gRtgjpE0qX6Tq8Z6QqbyK7jWRVTSSJvwbYbz956/F+DXiYX0jrH420znT
lnw76wL415yFhXZQ0lct4gDoYFZ+MzSsNcm+IcPUNu/pFMSBjT5yZX/TYU+XGs+eVg8Gt1Y8O+Y4
+8HSr/8ZxtklrhP8v9UZt9CC8NHc5nBPnI8SA0iYXoGQwT9wYOna9//8KX6NH+FD4KGBD8LjrLMW
w1379UNYBqrKzqrm50nUCXWRPSySr9Hsx9Kd95GEPQ04ToOIRbn5zy9NBMff7yxc3Q6BpNxahoDY
9bc1m5GL2UeEnT3bTCfm4KlHvaLgxbR2zTUMZLa+OHTd9RnA8ZgnIA+1dnBr+E5WW8ibCmgKT0QU
h+uTSq0WYTvtW7xM3BchQPJuB05Pcc4s0WoiWwCIvS4n4xCV/E67qWcl4FMwIUS9MSyD+y1AQzFV
D1VB70XtzajJCvSL6JpM15fsADxkbZUEdk3LEq8AD27bkqR3mifGUsB6ZdWz7tCA6XlHeeusT6UW
x+uahMCaLJcdpiZ4SdsGRi4Qwlhhw+UgCfKZTyKFmvk75+dvGWqcNsNJ75KYzzWRjc1bmqoIxPjJ
KYpw/XhTsX7mBEpJ/TERWMSLmyUa5egTGRMCjXMrp2CsNiVt2/qDRZRBlV+0Cys1KQttJKodxiZU
yEYV6xEbYAMCnMZjZzhU5sc5pNmp7pMKzUW8LyoVDsF9lfaFrb2XPxdIlGA1F2+qu2yqvg1GRyqa
J+eC7/tVT50uMcBqCPJdDkkgyrUNv6I91gV2GTr+6Vhl67t2TCwf3GtJOGiP5tCtq1r+830Ssjdq
j0UF0wsct6XCNbh9Fk1u+DPekdbYxD1qSRzWOmNV3WM7l/WHnaBWozv681eFBBrO9i200/VuIsCg
nB7yXMfWAs69HcI9B3CSf54wyK4XN0armGSv3TA6KHpTNRpJQAMBmyFvuCP4rj8LfW5ZY4pAhHyl
//xs/DHx/mXRVbbJs8cWxFbLw/G3RyOyA71dFgfvK8TEJeVAs7iYaf5c87Qaqxha2CFduGnGIjH4
T1nUkJe8P/8JabukV6H+zjvtnpSadbOWuKe4ih1Ir/GRFqGet7s+axj/7N1IrN9L1ZBBuSfwPmyx
24FYtMzHxMD2HmLxd9uqtB7RoTEyfCBGpw0fxonEDftSqwWYD8lzoqpVfwanuW6gP1l9pU47Vu1/
/sGQ+np/Y0Je73aDYeFaBTnJumZb5rBioqw4p9d4wi6EK/2uMpCTgkMtWsQm0eufu50xiZmfJ1s6
IYW31lx9REFdzQXXg+2RsopuYhwG3TY0k/9N2Zk0x2003fq/3PVFBIYqDIu7aTabIilKomhRfr1B
SA4b8zzj139PNqDvms0I8vVKlkx2Y6jKyjx58pzIZBI5he3oMUTlt92fpjYmNq4FHZcz1rHWoTYA
m/qmc+90pph4vC4Ka2Uut9BW6binDD9lHreuDcTo3o2CL4OgbyJv4ngm8Q9GGpH44k3X0ISJSTp7
8lD3g9xQhONCFmiXLE6bafZzashETJFSxc9B3qQHH60DSwNdOxNReaVHlKh/ebr5qHFwqCHiYdow
Q14lemtS2wwQJ+03cOOJm0cdXv4Abg67gI7lqOuvBF+/Il73ZjdPf6LC4tXLzWz7U2z8uZgUt8VD
YM2Dw7zfVIEfYTyeo09M26SU8XTGSVPlPRiIOatb2Lgk1++Ya10c0egpazcwPYxVMfd1zctdNOvJ
GGq7sZ8YusAk5SoZYSIxx56R25JblyHjFc4tHMl+qhndNm1l//b2Rr7IVrgC9rHlaha2KZv5Mkmg
HNdMH05PUVVmnv4+mfMM89AI8PlCPMpzMpw74UH3vGt6OPJ2Pa+gKfGONdPr6whsDafY9RVSU6+e
RIbvROE2Tf20xUa6iRKQ2fkc+6c+NGdey5TTA2FDsOtJR/q4kLz37cdxkW5QLJoOAsXK1VwNSksX
iz2lR91Czu94IZ3BjAYshsCAZjFXQ2n7f7v0XrrsPlUzk4XvlC6vngBfTKYD2YWlwFO4yBvXpWqx
3lzrp9hIXKo/goVHkEImzuCPPfg4ouVU3aLxMC7PYWgxHPLOEyB1vtjwYlqv2VXQnsDgyKpfplxT
7lddVgT1E/ZyM+GPgRPZWXHKhJ//AVok4fzGz6qWf9yTGLr05TR+jKswnUzGNTTl6AkRSgnZmWGS
Gyb4tzc/417LgaBqfb6n7YMdEsmYCjVf8DRFvoR2iH+A+2L082+JYVRD+rkPsRpiINzL3MC+ReRB
Ze69XY6SaExIajU/teFL4oCgNT6jcKhUlLRfo8CXVVzTN06XOyqkfKRbaIQknSfUWNAGOGD4IKlP
H7SMAYH1TBP/uId/SIJ287NrV0lyumBq0u7jqGdHRiksUw4Ny04Q0z8EBFEdnOyxW6tvJcxgzhiR
9OCM305ADIxg9dQH3WQ9/w/FfLRm6ItqSq17HFQpE0+mxdyT9d3QOs8+QRLvrfkhzLXNcdSnEfd4
0k5PTfOxrYuVrme/hCHzKaEfhui/ofhRj3Qz/HJmGN7PAVYRz05do/4mzB9O2jWRl32insy4hFXr
mEuotpxlAq/WmN6uvYdhBAE/4f+tdi9wwlQpOa/qcQWep45bFReW+0gnLrcudg98mJ6XmB+BZSFJ
kcHu4if3X7DY1iyUkjOXYpKcTR5w6DAEnNyQ/SfkiEVskVKNvRIgwUxHNSNS17qSASLTLd/a1nPA
H/a2orrSlUSrn92c8zSvOeEhM2tcmSNUUc6lqDUbDP9eqTm2MatZE54VwjNFCXWdXnKh0Fz7ffbs
bInuGfBIekYk89QLEbYeKvIRk0bHmp06jBenv5vQO2fviNbzjIy0qkBqfea7TJg15dhTTBlY56LH
6iSp3+GGfN4aK6AM8alnyrzumS2Li9E3PhZrhII5DIFuYXTxmGBaGP9dUA/YI3MoUBq7R5XTSkaO
KAgkb0tLjKuiD4Vf0rfu6ZonxI5n2prr2NwZsPhSTLRKMyXJhtzimFBgkGhY79GBzJL6UxEuc7A8
sWNW+t1QgVUYxDdm7ia8qcJWDf5YRkgpW9xa235Cy6/nedLpKHBeTEen4j5J0xymMZbEAbuFvtBK
obBXN/v7ZnZQ0qNyS6eU9uRT9lPZGAyJ3OgfGDySLYV+O3C/ip6oytsmHkY4Rto6uCzVmryxJlVi
nbKdHyAGyDA73NH8qPEd4vRSLrM000EZGZ2gQ+UxJfLz7Wt4dXj4nhwbAZmJSExdWmU2iVelY2uM
j6Y95PNjbFZIlS5ozq/PRulQ65zKADWW9wCH8739IxcHonGF6KrJ0wL+276okaH6g1cFPd55CUor
0Y1V4KKTAnnY9WxcwwOf4u7BauIuEHn4uPGqa/Yi3nP3QSbzUt+C2MCx5MMEF8iprosm93yZxpxI
XD90eDjyruMV/d6ENvUa9nArrLwZv0aMiQBaNqkZp/ib1Vg2WKeI4auB8odSDwJgQuiqnWPu0BY1
36lB1EtWrvgIgKCAD8AaBhpQlweV5TbThNbD8DVAWcVqf6SzasnzkBkbeN/IpYnHLb1pGhg32B/Y
gl0icG+1x4T95v/Wz8KHpEeipVK1zI4XVVNz8QMVPtT4SOFy1PQ4xXiDgA7p9sHKiNO0vesHa1bT
dWC0AKyMi5vsr3svsNwiuY57XAmzWzeE8JWeihF5Un3fl4acRhaaZ4n6C9s62vX31ppwJVFdz3F7
7BIgFjxZaoQd8mvTQODAP1gTpxCyPrGN6yKsl9Bk8v5xrvETrT9Q4aPIc/I4fS370HTBYNEu15w3
Q1biC7bIW657BFnk3hH7xQOgBc14Tw7xMpGlAERtWpHBmL5Nd/sieUk7ZEjDZQgeHZWMY/07FT3k
RAbnI/aa5CxE7zgdNU9jRiyKq/l3Ww8kFOY4UBe0bzD2y0S6aoi1S1b4jwDM+fpME1z2Oh1XjyVg
xznC/Vck8MSEf/296EBaQeCdGeKXYJ+uJzeZ0Lh4NJXB9zJYJTjuZFcSHzdnUS9nrPpdbOoCmvIh
w4vkIHccSJPjMm/P44SRk2ldH0eLpc899ujEJld7ukqAiu3qrio8D0k++udzrb80OTUbpLIUpY+O
ElelXntbxcjILrAHyYN+B2Lwp2l4J7W3JGH8Z3yybcsEzDapNZDfI0y/TCiD2SyGRDnx4xz6A1Ui
BpSyEFTrdv4f5ACMuB6RtQ7bb+nYgdlcldEyp39S/w3kunspEtZTsNZXcdLnacnwVA0h/tjWnjzo
t9/pBZ7s2zZ1kDYdnq7v2iC5Ly+3a3B/m6Faf9ELvlH2lZvEsopmhREjeljngyOZMBY7anuwiwXp
iUT0eDObAbX4nYu5PFO4GDxkmTmQVW16l+C2pAl9Bdb+WMJJYi+Zg5LkyqG/yHd1TPHOjx3z9+vz
2w9BlDAvXpryFNUQfA+21quynzHIaG1bRaTxGqO/ReVQ4NeyRGUWHkyvBT6ksT4gUEvuGVfZ455z
IaQnBwberCHpwOQvklhjqLVy2TsiV9SNC13Tt2YBQu0RkaTkkxXFa78evbmoSBxUNWU6+fvtm9Kv
ViJqzhyUvFu4QAIcvHy1gVriVY/p+LgjskFdBe7ngTEjP75OGPqD6DwCZq4lehhuk0UfktLuUMpy
zVxacVE3NdxN38IGMQ4jdUtesY6Bq76uNeQpA8VJRukgo/cdpevBof1v0w938eQyDl4R62y49ZDE
y5wb1TNY0X8bHctkFGBLFuxJC0ibqFg6By2gzvkPiuHuPzFuDBps0kNYaIZobjLBf8NwqdJw3jCM
HRFdy2LbD+4G/PiMp7VCS6f/ub8OLIcFkVqRZhcMDh6dQ/mCDBikaAR0rbw9ISYjrwOEDRUmXCvO
WHI+xxyBx4EmUYVhJMLNy/KRxr1cH1bDepluqPN8BuwOdearkmnewqwZkoScTjbMDJaVxO3h7ff4
6rShHevQ7XHJt+zXa9PVcbQqL+sfx9KRHbpWIK8/c9wd2KdAwfIMPSsP+1sUqkUG699+vWwKRGG1
lMrU6i9XEblWkgLz1487lImwnsn5gpa2y/dDJQDqRhvP4SryKOWlv/P99qv710R9F1U1Wl+B9Wpv
xj1SDdbajF9QDZKqiiFqeBk30B+HFIfPKcTk5cjlrNRmDZADL9BeFWvk2kAvmaJir81Q2BDccCAg
849hbQiMX249gT2dXypkWJ7CTremd+jLaBzwk9Pnb91XVqFy6XG00dAX+sPCGD/jjIHZD6l77HGu
gA1OjUrUSA55UsaF8U6EfBWoXLBAxzlPZikqgIs9jepkZnc0b7/sIYpyRPHK92a1Q7na/MSngxjm
okLDakHusJwfp6J9twC4TEhxF/dZD7SMPNtX9mXHLURxRUdLPv/GZKYRISc1F3zHlA05oTrwWY9v
L0RLTs5/nqzKkwxADNzpkgVAeC9X4mRoF0PFIfotVmHiYK5l0p1DXnQBvSJlrOJg/DGdVfT7rg8b
mtDEunxG5gKMAhuRmobNe5vzFdOBph2PQPJBegOvj6xuxkOmqooYh6BIIsniZA7HfUYPjfR3S9Am
mkTzY20MPBOs2SRBWs/nDMeawt8hXiY5ecEoeIwMvVNdI6Iub28LlEXkFOuzl3aMrt2sHu/iK954
tJ+vOrx4abduCWhD7swu7NyFbHTvayVOJ8vcLQqWRM7YIQzDuEM+Hrkkl0bdofbM0PuIp05v4kRm
eEjBdbjWsrUb9MGoX0vmdqnixqk54xzoA7D7LVVYXJ4/GFJszht49/brvswF2PQ0lWnIW2QEzOBK
DfznDyZ4ou7//R/r/w49Cg4BfYKnvbIsYCSPWN5C/TpRmi5petA12/u9hMiSLfT/l5lm9tLjnSos
3vh+fOwvlpmBVFg7F3hAYJlb+wpH+LLHmQ830TCYjl2oB8/H3FW1jEtzxMQoSjIdvNBPOIjSQ2tj
3SjwX28CY2Sfa2Z5pvrL2w/HvrxIdCt9ZlHR5w74z1f4KbNviGhCJr7Zo/KCRxAtx733xHgCB7fp
z3VunMCw6thLsQDyPf9p7kcssG4YoEo75P+KdkB5qUpQY2AOPmaBHwpGyh2azlunrokL0XJVyMvL
WItu8xm8sg0xW70uwIY4X7dmks4XPurt23yZwWhpuSlaeyaRhoPvVT5oIyGHxlw1f1kMM5iZOEZy
oMmfaVQV2Y+3vwrs++V7Z//atud6DjHNtgSbf7ng1Lzio0F68yWuKigthwwU2kE+Vtd1Wx51rMa5
+lDYvWCHmTbZy1FUW6m+YkXIHyiMV/wgs/JyMDtmOxtPG/gzWs4iP3dupmp8MviLtkw4ROw45bp/
uPaAMNRVSsSn8gYallp+6EWv9l5RGKTOXT85s2kfhzGQjyJNQRXp4NOqMJ6sjiYZpPoUwY3nyUIM
bL7GWr1O+6vCAGbEQ2S7UCMe5Ma82ZZfDiPTyz+hAxGCMhcTjkfoC68r/bhDRj05m4d5drqA79ya
sCVNpjY86TZCi+sbjhnyIJiNx4v0O6M3uAdc2VbPrCHexgyRLXdF2rkMqeERpFVz784dDeTHCOiZ
GyhV03QKOk8W88wY6RC6SBxQvJbMwUN/nj8gViNJxUgt5RYf9NzVCpJijRRVdKVII/Pk2tHzyFXH
6P8N2ceIjisvbBWg1bzFt5yZ/i9oYyRWeqpGlYe4EFFCAG/H+QRA+xjSmXb/CHOmM9V14pSaXloG
ZEV6sL+DbM1AGeElq6YMmZo9cwUCExFi2vbZ1MX1dcPICRrTg9n7MFwDbDUgoDlMe8HYQHNMrg85
kBJOlBXkUxFSXPTyyo1ZbhkIdUqbQ2cCODtHCLUGb55jV5K6SiPNty8hg6yVx22XVjAY4oKlluKI
HG3Wxtd1pRCaOioLAZjqQzfkTmF8yMIl4h/3ZtLcmpYZ3iUmJdD8AVIF3bVjNBheFz2YI67fKFqF
Efg7wtXJOKDgYDbzHP8Wh3bRtc+2m2m+vQYy52nU3qCn5ZaOLisThe1G1jt6rvL/RmcJcPRI6t76
+Cs0jS3p68Pcp5D7DcaRo+vIVuhqf04RXuQamfpD2uadtJEXfrmfPY4PdrWjLPIGWiUv9zPfDmUI
3+UvI1mZahkPsR0DFcgC73RsjctqJo13kJlrUmT6hLGxUzv8jcS1xIOlC3DjyhbyiY0IfeM9Y5cD
6PT7FLJ08DFxXINDYUevYZDQr2/MBTkw5oogBKIq6JhGiRY9Ot75cDvXncnTHWkOSq8JAy8O550k
ByEXBHXWISlBwuHI2btutD7NR/Bz8dj5LmIWIZ6pOFarFj/IQ03XPLqJJlxlUXLjiKIMpYZz6Ff4
4ZLza4UxCrSOx6b0GPYuf5Oifx/2uN2AsYK7o8Acemjnx1Pd3+eW5RRMTm6/iNlpY6DD07NiUYNu
Ro9BEiTjFX9oR/UIzDOhN5Xf95Q6cuoRQZXZ0QWzj5XBqodts6XbsZ0JeLC1i3Z2ju2LY9mVXtuw
/bzWGYy2AyJeNSyWMg2amKt0tlYIEwAobty3EokRo3YXSeT3fL5bo9BI+iujwLqMglwFTHV+djmR
W1ZnHYw9jZw9l9+ZIym6K2vzJVWrthh8XjrpZNnNIt06Ck6nRdMNsxqTGWQaC/z6ToAJt0KiKWeH
l7h3+XYakl2TupKDmfRRkDSKQxh8h95s3PQ/nQU6jEBXp9e8ui0zzlqP4bhzcyFgyS0Maa8G5Ia7
t0+2l/UTeB1cBtvne6A2eJbtSKL1j0SqlSw9iwLcivJK2swbpmMyZjoDIKqVZbxjll5svg9WvqxY
+Hp0K2yWq0e7QpOUXGzDEWmUqkDB4JNdKkEVhkYJwLQXLoTzZH6MksLkMjCgl01VFp40eP4boOcy
bwJIhN5sQQBQDpCIc5lVAot7GShtymtTw1Kge8MiZaAxIRqYhqhFOoi4jnXFuOs146lUNHGCppfI
BgxCEt5XK+240Eu/gJXR8jvE/B7bNQgz6ROm5x5w5J27q4PBsvwxVH5UjF+zrJQjbW/DJhzAboF7
hYUKwjvFEmD0ZfgDKiUoIloF08F8lcaquHcpfvrocxkxVIiDwkzTmPk4Z2HZX3fAgbwF2s1y0qw5
3cVPewgPqrguGHPFUReRZBstS41XpjkMw0dkjIzyhCJgyu+yXWbozc4YI8set/H63MHTofahIwL0
POSJMFKnpZVvkL7y/Ig1kZTgblDIvwUqFNzaClN53TWAPYOduEOiT3jNmJY8KX9o5UPcoQYlOmRd
bAE22BhrPBeqyPgoNNyFHlHivkQhkgI8QSaAbiq8TjhzDrUKwk6CHhqTCRILjHWmJYJ0cI2pSYj/
THiEgXEoAapw0kPXkE6FbxgtBzhe8mfy4xw5y3DVRXOYDIcM+a08Pg02M0KMs+hOjo4J+5n10aFN
nz3VE7Tp260Om4tMSB2JUJdkacPiQgG4jYqquN5J61kP+RB9/gHrGZIuXkN9vxWONYKm3L6eDSHI
+EXrJtXdOHHeVcd2LCjsKyPz4wmPbAaj1uE+WgupLjsEoHl6boY25IMyawRGsGQwyR2hMpzh6L1Z
gKJYRkjoLOQMvNvUZRAWrslsm6Qm3tyU8ZEeUh58QEXcCpa71GrP2O92wSjY+VxW36J3Cv4Pi5bv
NJmDkwdndxhRHYoyz1tqyLhaQnWl4wzbgEOVoj40fNb47EXIYE0mFn8nG0tvujdTpqT5lHhzxHUt
28ND7x25+scsQS8eixDYqYlxspN8kVZX5S3g5j3RjB2YooAaREwOTXXUIldcuQgcwVknsUMCe+AL
WJQzjxThPeqfG058YbVu1dNYs5fN6ioxcRtsn1uX0s0mlJ+Jzb4zlk12vyCsyoVZeNPwdfvDhLKk
VkavB6te+xMh3SfAt6shKeD+67Y5dC2Kj/xPlCILWvHV59BrIX0EmEPz9h3Prbmu2S+kk9zP0uSB
GOl69dclKWbXPW4ogleGwg7ikGSJ7X9Barbjd8Gb5K332JPMECHP5K69k5lZqE+jZGHjRzYztGjV
dXzCRM83n2rQ7IwcWtutDES4tnBbKqNqSudeR1YZM/W5jWbsm9FMSg9BKURVLNTE8DSU/RJtL2x2
lSyyDQpiHDBIsw8tGrU0DtAKOK+1YVzVLR6zXeHf25w+Y7Qcqyw6ZyN7lpCPk7TwNsvjMacurU90
WhLUHLsYkccnOogWOmENLZ4F0cAaIgtC9dsd66mty/4wD5jpodRflRKSQGMylGQrdxjKn/k5jExs
S+IBZ389z19IxDxvgASZRkjyoBRP1jKj/B8x44HIdRFnd7VtKESOcwYQxuATCsNSQvSjlveV+m4D
O2PaEFpjaYRYF2jWIriYzygFJLOJ1/SMJaiVufHV3iwdR1O6Pjuv0F4x8aa7RX9JwhcBhT5vGaDZ
juwFjV3e8c5Oz9pBYo+RMWQD25575CL2p7f2RsctR3VjIm9fd/4XODqakdEJQ1D0Q1IlrZXpnGcW
Ic0JgFJvGiwSTK9sbBN5xRz2L8xtinxU7Iw2KTM0Lmw/rZ88XE74hYw8A2HBbBgib7j71ToCnue6
Q9+QHYkccC0beusONmEsgckpc2s5JYU7Bz/wosdBW9lZgPtK7y6NOGF0ncdTteZ4dNHQ2bfZZEyh
4WATMrUreC9O8m1i5V9qfgxM6GBte3n0ExeOI5oLsoId2m3aQ9jIlxuEWG1Ch25tSjfzFynXQ1WS
+R00h+OWf63HIJGln5qcRCcvAW+KggPpX4xCvB7ga/vZLC2KbGkKQkHE3RJCNmitTcagzu5d8vCm
/BLiEMxtNKi3cEUzBTP/b0/H966p4eIdWVxVo53mPiJKnt/fxuTvvKH9eortTLPPnfo5NFTtfN3f
F+iP4G7WkCrqYmAAQwJ2DCVABmpSBhl6VBlEMu9hpxHmkdNImNy4hWMdywKdypY092sVNI3B6GoD
rfmvaDLJecJEusfx6JAjzmfsOG4jYZJMGwzYUQmzpgnP54dM6OdvKKlX4/QR6YO1TT/UM3UuEgye
Cxp7pTHCnqYbNy5k09U4trAaIpnF+pmDB+BGHKyVH8IiPm+T/QZ7n4Yvq8ZEFwcSLlP1/NEBiTU/
9xBDB4kN4AQ4xPCx23HJ7Ld8M2QyxdPfI3YxTC63vJFVsq1rguKU7CLcTUwuf0RqmORhVGXKIYjT
oWw7a+t25rkj31PPpRTtw3ZAtmUlbwEa3Dld3agjSRtKQzBaYyEM74hBg3A0v6eRGqM8Y8pe/la5
JA5s87SQ0x+ZfzkG9l5+tkXA9Qzet2dAd9noBasazqvOwzqmPTRoOa7+yUY4mOCgh0mYq3s2n9oM
6MJqnRXgs73Rgop5lm9Jm162aJ7HNce+5+YjO7VQWn7bhV6zPicIqIb6tiNqmjM2zFkIo2m/730R
7Q9j39laVUI56bYetT97yIn9Akz2IBx4bEOULUjEsFJGKdUvSGOYNI+QDrGhGN7aY87zO01b8lcO
mhHhh0UDWlfY49UYEX1E0zBjspZyPZz+oh1CsDyiU96T09od09J/KHHm+rTjN7jSODidZYxNhd6h
7JG9Mw747wj8oTk8QKJ8MGgJukPu82vhIK/Gjuh6/NFJfxXd4KLV/DH63sSXsKpbwApVhWUfPKD4
mQp+VTqYshxbncsfgUqgNx64pHD+4YzQm/8Q0jE35vizbNRW+1wirWIut3cGCuwjRKq8sQ9uamf1
t3xIBKdzWl9wum6dZeVusBEJRMdfdqAo2mDAuq3l4B+SRCC5XoUC379dRF5WE3AaaMPR8KFoopo7
Vxv/KCLjvG3Lsq+cT1PCMVOh4OvNKXKgGY/mJ/NJsnI6e1rRREFuMnXS+23dvX0Vr2pJKDeBkATA
v3gr7kUv0jNjw8VWxX7wnYLlsm+dLGY1UHacuQrpPEoGUm4bFikRYSnEW2b09sW8bFBQ2EKYoO9j
uqbFpNar/lcKabXpdDg+4IYtlGHkuWXtbPXAOiGRxVYsJ5nUefuLX70LpBldi/4EvSfURs4NjH+8
C7v3mWML1PCAa6wcuF4LnJbd7+30QWFF/m3PBcZkCGL1V7Tl7W9fxuX9C8+F6I4ygAs6/4o5MkwW
uujFlD8worShlrHLawDCTjgdKfuZPMA96FzLv/3N1su5V9rgQq6B/09bnK6Ad9miacYkgvgbGh/j
opMSEmth6h58opq67bFOJAT/hBAqLap5qz8Hv5F4DBQhUV2FXhT+ZtVpCun97Wu7XKJMZ/AsNEBF
YNHAuoQ73G6FkuGF5se9wtYbA7MfAvL1bYlOeO7Mj3tnrnBdOUT0fwO9XLayeE4B8qJMjFg0zuFN
XkI/roxtKhvdK3TURUhxeybwMkfz6xL1jRqOg9UjPJxn6GhgnolmivWjGRiPiK6ChmkZYOgI/9b0
A+Z+MV5cbz+ti7FNDSblsKEZeHShldEjuLhCMzQpUxr8WqfC99f4u6NbXB5uaaAr48knnhPQPKa+
i99tnhCYzIxODUlOH82TEXyaPVVM0zUC2iOmPPuw0YSJLNsCXqfv/0Gu5nS3K2+LRILZrtDoT2/f
w+V2RJlEYaGL0S7bQb0ifBE1RyYTAu/h1/Tfttlqg0wAhAW9tPXZTzS5LtO4TJtba6F51G9fhH5J
keNB2jQuTd8jHMGwe0WR42QbBZFeHtK2yjlqMKir/PYhGDEoeY7m2RATXWNhXvFx3doY+xR34kKS
x/KLjrL61Ht6qbObem3M6m/EEKPsR2zgVJI6B7ezRqg7/kDGydD3YgjDoop8yOwTMiogZMCzdKMU
FEBWzZ6MNgXoGgOIpifs+h3xraJ5lAGBEpy6+Qmvho7sL/7PjraxJCo+ckCxjv1t+KOeMo7qimHt
Y+M3djzR1mfyfGVN+z5J1R7w3HMXMmKEK4mvmGBEcxHFKHrpOH3T9pAZVAwoZMbOHBujjriDeBiK
m8xBnZaM1O9kN+Z2HGOx4GlSs/qIkkrXYyGGxtik8NtZYvP57bdnvVpDzEQRN0z41JBsKKVeYrTo
Bcdqotv5sCPd9Xb7ZDLUd3fAhGboM/A65QGdSEzEeCZ645zvkGKzzd5m6SCwmblmMqKwql6oqFt/
dr/tgtZa9c1ER9ucjk3ju+F7jdTLvgsyEtCFiICMWkE6uyRAOszWA2Kb7Udqm1qjsobBilOemHgi
2d+HTfedupaGNKqZWaW62sJ2jOg8C+vt5/uSqgLqDGvIZfbLZZLMAwC+yBvGBS6ZR6vto7cafQtJ
o8MaODoaMxBIjCreGTd5+yslcP2DRcBXQgzWDt1kT2a6rYvARs8E+cRUFx/3huKezDVbqobYQELe
2LiQzu13oN9LvJ8QoEVd2tKw/5xXqVo2NkKimeqPuMJ7BJqCOsz949f3516HTqYXdNJ5C62RSfIP
b9/5q++Hnu87+gyyK+XoizsvcxS4Ft+K7/f5iYmAIOXVi9GuwtKQUG4bm/Hh9xhjry6A1wz5jPER
xr1MwvPLzeSCJLroHnR3sBrP0UOd66398IuMXkAWjoiiYcy1TTrv+9sP4PLV+xapmTAXCMrB6wMh
Q0+TedVouU8JLqL0huvXKe7ckHqfi26N7uTaTBS/s8jty6yITJA4GsAKIzNkzV3cd6ad0VmLqr1n
/ChuBgzy6mp5RpE5XW/3ZnqJoobzvbda6Wqzb6TyYXZBGjJJiFYuUGiTDtQwnQdpcr1ingb059Qi
ZE8g2bv19DfO6HJUFqwhprVQk74ZHY4WPH2UTIXRVRVGxNuP9TKzgqrMwobwCw+S7P+ydRPqsJ4r
20rv+2DEvJITy04y7ME45jKsQMts1OmvATG9gJj/HJi0GxHr1D7k0nde8mVIwZKUvF/5clW0ti5L
kSnHB9Hpl/TeO1OrkghiIPifZHYbIvT2zb/+OiIXjRymJSEok9K9XNNpojU9zFXfoV3igZmktgB/
Kh9JYHvVvN+2069SMw5dihuCGPoeJoI+F1/ZdeHcBOSIdzsZOz2zmuaoqNfnoZuk7SLD9mN+Hy89
43ZXbel2qv5kDz2CgicmqUMT/xHEokHVduBqn7rSERMElNlBC7Y2Y5+6Pu8sryrEnwx5Cca/vuh1
6PPw4PKpkrst8DIYnwsX6WbUUyc1B6e8rN3cLaRPEoeQoJjUgtYBQHSejcg3up0eRulseEkhjfQ+
jlp+3N/YayjrSjcqhb0JSleFODA8JlsOV2ZNRVtrLGTWqxhtMjnPQvQcobyNrYwGWbKaV3nY0O3B
y4tm9S0GqJJrjqUhU3yrV8qFMmUkCFXLAB1fshcFVVRqEKqxHuSWREri1xxVl2LNAxK4gSqhXmXD
VaG/kpy0YS4o0lZR5FIC/lyiwu1OfmuoqD9MrdEu7k1XMB0V3KbNylT6Vqeb5jRx3ylw+eqcdMQc
/pftYe3Fyh6O020QecdQdty4mp1yfd57yEBcUt3Z5/J/gwnBWQQyPPOBzVKbS3oTMkK4IMp3pi/u
laBvB/IwvWaUeea9LVapSYRAkjPe+E/O455Sq1Il6hGx92lk3gSwS5HVgGjVf5Nd+ohlrsiE/OgV
FtbP9PjzpD9EPG6GvIqYuwQmS87LtbRsHqAx2KJwAD+gLU812ypw7zAgmoL7ZPC64bcUIQnmBYGa
9Roct7SE0aySJMZEDL+gNQYxD+vMtEXb/lPeKFX8gPiEphtKq8ilXI9mLWBphE4ve2VBSjZmJNIy
IgYbIMmOB6wGwLgwhcoYjzrwT4BZWHgh0N1GpbTYSiAFdNbgk8z693UDuHPX6J3PUeYyPHzc8di9
gW9vPdQdkcTNybZ/FrnCgB65OXpqn1qzmbL4qlmHbP02tRgzPDuNYU1/YdIOgwKpojXWzzOfsz7T
Zh2GPwEzLPVMf3QcPqOhU9T2yTBqY3n21Dob/WdG/ESURq9KOogZc/WoFPMxFoKh3dYS3MFiJAiE
C8t417nx4CNOyyMEumSxUiu7FpVbnVYA+x4tKFxAt74w0ZBYcLMWgduOj56f9QZtiA1sJfIK1tJu
UWBP4IIF08Lvha+s9HFb1oOLj/xzdt64owncGh3X0bcx9Rp7U5bh1rfGgDZcP9SGbYwZytBnZs9W
qmdMjrIwN35tatupRm1bnFbWY92EGrgYVS+BsvfpOjfNpqi9NptCD6B5eYxcpZPClvzkZU40QfTa
ubXlHHPY7ne6LTF/cRnJM3Pamsxvzs6KQMwGrG1bPfMD3/g+6nZ0riGBSZ2yt4EczOIk/J1HMPsz
p9g8D2Xuj2kXFmhRtWXTZhxVfPcGoIP6gUvsGG7um0TinUasYHID6KJ5E5nP6CRqhzbKLo0QRU3/
VBe2F19Xjh4L0NwN796aFa4/CyI+4H/BCwStkSe0zsy80KjmySC0vjVUVtusQJ7VNsBWNIPwlQKw
bH5eaILNz10NqJ9o8mFdA8+JAL+cl6kH6krjPRYh7GNjxTp+0BgMrojSbIEyKUOfIFrMlWYzZrBb
s/SqxLYwUYfAUBAWmm2zTdvnnYHv1lkW/xtCYrzdQ5iKBvyBuWrLZBVsHKbt1fxa2+eoh6S85JQe
cwo8si1SMjTD5Vl+K3QkDlk5BdI+lvbH1snd+8sbW0KVrRwa0SxNwnHASZnDbYOO9rarc66f9vCw
gYwDTmk8YEUmxHt1N5ZAC6OFdVk2XZjn0VVdJ7zTABcvfG5p6LdMf5dGK/NJFv1YnvcWxBmYVmTp
yCFI+YWst6yvX3OwPQJPp/9dbOdhLHwfOvb9WGby885W9O8dmnLLKKPcZG3tL8g0ZwEM7DWP1+Rr
ioEGtJH9mFNeT04z+aucaztuklX9uauysYWW1ZGlMaqIXsCDQ5pB3yLbdIz6La7UVg6T7zRIM9K4
hpOIrRMN717aXuTp9HZ+r8NBGEhQp5kzw+vh/DdroyXN27dvuRvUEikcdlpShnoE6wj7WxmgDYeS
GMl8sHBLvG1SioqzsB5Sw1/Mj9iQEeyyuq/9P1om3eLvEX1GMfB2KuOvPHX9fRw7z0c51ff+VA0T
iwNxh7QnFZFOiuYDnfx0EPmA0R5ZsfsoXECzxmAkj6FIgLowCsoMB0cXDmB1pbZxgk6hEwZQU09y
noAZq9y/YiwqjMqjCwA4dNeDiXBwcN1vQwTbsg02sYI9E9iPe1SViAC3SWMPMAERk1vL4CpqKkbQ
6Z4VjrGe8raS98sb4sL3gLwnjvtCB68TzD5bhA+zt+rKloP7ca8Qc10s0kbcGCqBgfIBo3E1M2k2
pIZzjoszqCRVO92HcSlhnuCwIiGT+U9ZMTRP2Hcaay8SLYT+JM46aT+wYGBJxPNTTyuyr46oK0v1
0270DgR6JUhhftbz0GrsIeLjTkOADyRZpdo/kfyQT+REF2y0iHuh++00oboZqTr8jdBhchRwVR3t
Sr5mO4/QiYazY8AJhla2RacteWq39BCigESLvQkYbS1X9J3YfVsTcF+ea3LmODaT6DBsCekG8nRb
ZgvvGK+FqzG2ChuCFeQUniRBHszoNi24L3rwuLfTXNtW8xBBC4WGsO25VAjODcK3owO3s+2gEXm3
fl82VXJKTPxmfxbby65cuOZYySGdgNxBDN3s0XFN6b06YxR1WNtEGH9XzIeIKgBKjcIMogSQ3vNG
7sD7WkB6vXUnQWiKHE4Zz9RGiUSRTV/t7dgFo8YRGlXILF58NXRKOj774FG60ZEs0gveP/L2uqm+
mFPiWBCQEloJkJ8yGLU0+c7Ret9j0ObXdjj6frLm7u0OVhjR1GfWVYR6RYy7QzqewWZOSeyw+pFg
NF0tJj09GrYbv83JNetVvge1iIO3RDmm9PtF79lrNhuyFi2OZFbO/pD3cVBOaGaTr4R5FM+fuo1N
wnBw2fvXFCFzVR8ZvYi69D9v15OXGAUKiZ4IOABZM+uiLkG6VbtzlURlflfkNeRsiNhbPr9K63DZ
Oln7yM+/+mKmtijhgWeAzBm1eaW3k2dO3/jVGt+ledzgEEGl4EHyr5FpQa6iMZi8uS45Kgjzb38x
Ok8vITn6lpbL5LxlIpzJOONlyW7CLOB5jPap1/Fq+BzXUYlef4h/W4O+Wo+kQYMEUvI/lJ3XctxY
mq1fpaPu0QNvTkz1RSYyk0w6UYZVpRsEKbHgseHd45xXmRebb+eG+kisidKZiYnqkEsiAWz3/2t9
i/0mwZ/BHMUHYLuJeCDQStpJXYtdHmcWrzW0F2PgRYaYdCmAb7y2TQNMTQ0F4K700B4noQ77Vuv3
SbKK9q5FFbro+9JLEhuKda9Lr0E1FQNwaioKDqeJaegT2HnslslJ3uqkqDekBNUe6xGDIeG1LYTp
Qc5LLxuwRhR11ZCJVgWEFJ9qWC8d6RRZ59R3JAlaOTDsgHn0GfIlKuDD4pSW95SvkYPJ1rO1ocuJ
tlgRJN4QOshe7rQOMA7uEYMsJZtmhAJ1QaB6npL4XSxBFd0Z8qSH7M8JtKkN0QfUwXK/tJ1v1dih
U3lSdTR/jVHxjZA4l2u9w/s2h9YUpSQCbOu703X+rP22LHBtxB64OchQQjAKoX20J10nn55TRrsU
xxwwi+mdUt8pmF8mokRXjNZrvxTxIR27jm7RRa1bqgp4hLvG+wIHJslOMdvehkJRXmHOC9umn7Aw
rYoQuXU/JiSWxL+Y2oKQNhznzmtismYWTo97RiOis+sSns7QfkS2sGLH0ZsAmMUjp5EsbcD4CE/v
4NAOdf48JPOkv7DjMv3roSa2I97nc1QM9CMQD9Pp2LCSaqOe+snAA2mJUV/y29GvJddH6eM31ua2
/mg8UpYmdVYYV3I0i12f13IHN2I+IY2v1iZnKHcmu4rxq5rq4qyiP5N47oS03QVQrrfhZIkRvlrm
a9nTT4YYGIgfxxh1RwqPTCdgqG3a1G8bGVj2KnrXtXM9CkKTSPqtg1hkHw1UXQAbcdVFVx5MaEjt
cJ+rImhruB1m5F1NBYzOcDbmlBpMj7sxrOH23E5TX1MPGoz4Y1GQxYFouIynO9Mru46odtslPBQA
JoOZOTrOz2jtqB0Roxn0nR4OLX+WnEoz18RDRvBmd9bIgVtOA1L8NExEOj5HXb6QUu+kE84r02jf
g0FIxaGpe73Yt6vvLEiTXXO6dpGQFUdhRUEdNlHs9fu0n9HDhUafz8ZNEFSkBHmLN4KcxymyG0qA
62Sok2JXJT5p2IkjgnPs4OKAI115t0ADCEmEdk/wXc1M8KGoBuNuaO1xwg1hmZ8NN0jPxeyQM0Rl
Irtvy2AI2z41nuZyJnWtb5/JvG2eNMPM7wtbm8l86m2EBzu6OxGh05WVQMy8pURC7zKcHXslcT4j
laHTb/F9aF9JP7dOgPfKcEGLfUBWSRq60/lXfFfjoGsJc5DgzP3RBaqy6xAdQJAK1tt+jex4FxTe
8kkv7PVIJ9kW+9Eouocxbep3kVW3dzFej2O+9M773tesUxTo4iCyWiL2OLDe0OOtToROLKFBvVCi
Zbw7aNvxVQ1p86NeO84fJFcln6Kubx8Xuqm3MVys66JridlDBGWHIhUGa/S0Htw5s/EPrNlM/l0/
3AhcBQ/C7IzDOrXZIc9sE57WWIPC94zla+1P+YdmsKd3pa33Z+hZyf3k6aQ1a23WEB3Trje4eIIP
4KCKsxFHzjsfcaa9y8CM7hCr+jc62rtPhTO0nwJ4aydUHtqes3l05bQD+ZKsYCWpiPjvKNT59pU9
utWHuidXZS8lwEdrGbXn2EzFbSBqTtkcVD4gDDVR+bbWafKEeWdasRZO67i+5m0kXmI3hc1DrGIo
xrylEBIZLwZorytPLPmVlTrLw2pq/Z0bd/XJSMbxOpkyrDPRuiBnTX3illphvwOh688HALwVP8WI
DhrnpZu6tpdd5vutR05eHv2J0PEpIE6OYHd/PCGTCnY5oAeMRQ7zYZrrH20m4IM25/6DE3velbWS
wre3Or4ApUjno88GEuv8hLczFL6onocyI1EEZ7S45dVkaxrUE+PErDAUQcvCq5obtzGAmec5tTWU
vS2OI7bY1w7TySNRS9gWYcg/WfQXiPkes+ekytNiP5kV4l1nqjidR8RskcIzIlIcSdlBmlK9MKES
9GbyP9mOhSennoENbLeYWvP7onnD0cEneZ0P9cCckaz5I+y8/nFisaF72lWnAbQ7qfBW9cFF62WS
iSKMPN9r6ZhwKqNmO49HQm66Pwyvr+4Tzh4HbUKMEBIloqe7mHLQAc/h05QBqpsH8Vuymv01qPUv
Y2c9udSagVLnMoTdywmDNpsjm+1auzZ6gvluqQ+VpA5GhUXS9VTfs6NIgiPttGikd2uyJCcaNQXs
UjXTa0W1eEeDhBhpTZv3U+AQEWDX2h9a3JscQdrUrnZcVfHVXSvnKks0+0asS/MZq5R2ztlGM7js
+S62rek8pF1Gh574uxCyRfPHxNpxYyyO+wl+WvNYRo1uh1WS90d3mdwn0+jKNowirT17veOBkUd6
8qolZbLgLqp7SBsm8PxD4nTEbc3WANQm6uqwzon42wUeTlf/d7Qc/t7s2gVqHXf4PIylGeqCkLhk
dbv3ArrYYTCzJD1yctbfx1SfCWb0y4gvJJhL0BK+x46vPRrAyV6FtTD9BKl1izA8S3fceP08kQFw
8K2h/IglkMrOvPrPkSXiTzkt6G4npKRgx12oPxhB5hyz2QAXnkZtcYqFn3623aG78rQlebE7ZCV2
1HsQUSZOJESmFyQ+VRFDE5vnEfJcc07NtAqBbFF5sfMozNI6/erXRHxhovYfW6o3RCLY8VVBPDSH
yK5H12/GN+U61jfkad5z4V+yzi2/NKtBiGQMvk7kFnN3Y/UH1IEp/4q+0Dm3++Aez4R9WFKnPVoN
IVE7Z0prEsw059auZ3fn1fpn2Dr2zZzP+M4Kqz9NgSEVt4zdMG3r4vfVNhOg1I7o0Er0wVVtj+1H
FwYRJLU8T++1WDP3LMLifdXOZJUE2nqtM5udpmWJrmx+dhZ6o629T/yRlCFBra04zhnJY6c89pPs
VYl7qUxJQeOa+pAiSAGSzJB0bWTxRzlW6pWNGkl5oK/ZRZpBnGIX2Y4oiiyhTtobdmRTUnWT1JO8
34S0ORMKZwhVavP7PKFYhS0IcuehB0tXBPu5iKc1ffIwa7KPzQgn4K84imnF5koehFQPaYUXM1Q7
vR7wbew4uNITmtM+bn6LnKCcyd69NJyCtUJOwLYfU8x1UDmV/WWr91Euh1G570pwq8Svj+N6hxoi
bq/aiJI6dKqYkOQdo86t7rOSbPiBTEWnzw4DARaJDM61WqLrKw7RWlQt/qsOCzQ6w1I3SjwUOVs8
DfD+dGxo+VaPNrFC2e+9E4u+Bl/SifQ9lMnIMCgG5oWpE0Vszo57wnIfN+lugHUKhXeC7L4celR1
PsibJicJMAWLmByjKWPh2gHfoAwxdjNdnq2rRvogDqHBYKcTqipFcCGhNetaLwEqi7TsXyHh5qQa
9eihna/fIHRm7ed3Ez3N+LzoLkPM90R9ivKIxi61nnx1n9mQeelhyCayaNBS5NW7DRdfrrRjydus
Y/pRqjJPqmDjcwZJuI1eMhrdn8hKpLRDXyZ5XJidUh7/kX3jd71XW+NU12TpZitpIyqm67DDJNN0
jxtCbjOUBITzui7JxSx+7T17KSq00+alUMV6azDXMtuvvtYt8QnCV83PVM0sbQUheK1qUrLwDr/q
Up/f9Kmo06RmkvdcSnogx0lnmyqDJ+r3thbA5vsQkylh2Yk+ySak8nCqc8SmxlY+u1H5UJq0kmUd
TkGyXKpPiOVBBSkJ/ta3UFeTWz7PtlJi2a1itXUTRkN2a/CrRVUhJx9/Nq4Tb3RG7Zr+kpVCv/G4
NeLE6XtpzYdoFK34sw9cr81uOBfjhNmNdB31+rzGZEOMRKex+COiB5DOIFdhChUM8Q5FWKLsGr6g
FYvLSrdluTzyUD1QKI0MDU51a46oAEBx5zjSTptoXTS+NIM1BBQN11vbTdWIXN3npm8Opt4sE9rA
scnpoCfkGoTjK2TxWNAmi/zK8Xh7XFnSuqg1Zfc78a85rMPA3AmiLLDCr9MKeOVkiHZYIMCr6l5j
m/OM0IAkKRMs3qViOSqj4WiaKwpcTeSUDHeVxZ4Iu5DS32+FS+LfZO2/ErXse3zTjarH9K0USIOU
ol0ZiZU2yJgE8oFGbFgK5zbLbVJev1W6vIsyenPycbKQpSp3Tow5O5UTdk/2PlHeknWWpoGsCtom
dhNcQRXtJ3qrHRFxL1jb5OtIhjJl+UURDIeVIj0ps9ggCCBk2DX2J1CAkhvZo9nQCQrNODlgdnFm
8rC3jtLW+9w8R24zjpxRZjtI9HpXwFWbn2a4YN3L5iITQYphcevmd5iJU65i6pqlA7Jx6YEH6RIs
IeTHZf6cMS3oH3XQsjWzc5Bk5RFn2zh+5tSWPlcSfzvRow2M/L2eFAMs3NlqqQ13bZPZT8kaZ8Vt
6kIdJ7wzq9xHNZf0Lt1kmjiXWm4fl7h3NQfPWrKjZ/jv6q0adFtra7M0j8qVU46pvKNm0TNRbD7L
zeI5XpTJJDTxSlb1IHvEoAOw1NCgL12gPEon2jJqnc+TNxvBF5GwlX7JnV4e9Fsll9oG7cVmrKpA
XaRLJQGOX9l86Gs8su/LRUTlc22CKBt2yCLnRd8tNqTfdK/mow1FpHQdsHXl5eCfHdfTUvqoMCKv
smvOgxeuUx1MCA3ULWqJ0S1lgdhfIt4Fjo/z76obZ3Qi5k7ZClq+XjCRqmatVuwccQ8TVzXbcrUn
QVCu8xYFFX5zinTZqVAaGjVHb8s8wbHgkwJCMl87B61AicsUZP3jZp3EmCC1Far1YC6eJN0XkFnN
OYwRwzof1VQGMVcae7YOrOp1dqqAooNHpKU9Ka04wb7yLw6X8npEmgxKIuX1pe4lL9GYFzlS6xG6
3PCwAV/aEus5maVKU0jhR1qW1GtC2UwuP6Kp5ZdXjFxQ/HL52XwCojJnQQF+NMuZKA41Ebu0qBnt
OBSl+AqNt/SYpyP4hyQMUKHyuNT70qtWT5ZOsmFukQq1PrnjAmT9el5osUADzVGdluznRZ65ZKOq
TkszZwj8r0e3kDMBpUG551Fdu6UOpCO/ogEtmp1RiJSZftOqKw7jN87qEsle4oiJj4VsUs199dw2
nMD2sJWvSEBh53ObNpbTjTtFcnlOlYrfIx5TikouXS/M2wMzXgXkT4OTjp8uYPN7cZa3Fy+5vebj
0F4RjNhZwwFQiSiKM+VPv2lPRkcMEz3QwJ1niJVuyct/gt6V65jm0JciIM/LRJqeRtCiSKIHuuAg
bMgKLjARXm19mE01btmt7CGgY5VvKw5hK6n3RUUY9JeuMMRgfrBaWyZPOvq4eEQHG4tEgOmgIbkz
qm8rxkD6D77pttjAy45twfbx0b0sOVrRyYVWmcZjDqDSkXXRxW6WKrbE8lOhEcobiDdb7gDqSwcm
QvrGvdIVLVMtXnRmXNyblrTz0bxS0L5RrBXhrxrcAFFfoSEAJncWkH25tPUiw7J7fZVWy5JmZxGO
GkfKkFY34UD3hDVwNA1jK5m9PNyA/RsVIfCxzZufMvg6RYDU8zKSt9dYDegqGXsruotTbSZUuoF3
LJrPnYF+5yBIKRmXkJatzbfYdjqWev5pqXlW/0IUx+X1ukikYqKXebXzAHlLeXC9LuVe6XYrZ93N
Qrn5kBVdIlVdd5AcUgS03cC8zWQn0ZkKKUoRQytHaBYlspmTzp5cZuv2QgHtIHFxC1stA88CibLL
0KTB3eF1SS6Q3cEOJtyeW2t+631u0hSabbLJa6om82Y+34BvGonzDOWtS7ppQWqU3jxmy9Y5ujzm
OZgk616w6SO1rcpQsuNJZAnm38WiXEE85VkxUKKfgeXLrYEexTSZekR63KLKBQJEskbP7gha24zT
UduvOUIiKs4o4Uryjy7b6E3OhseMmJvrUbNSrwu/Ee1IaeK5GCr3qGHTwoUpW4NaEccAs49zoyGT
5wo2z6bTEdrJpo2QGnpf2WLnZvuc587F7qy2thRhWh6gUgGKdul4ybZ3pq1N2fxFQCIRK33UgnU/
+UFEj+GUYgm6eFMrtmPsyuSwUcIlv9DlINvuK+hvOVJoaMthOEe9HL36xHTi7IIOioAezm09leVe
rW2U0mV/f6EYOR08S18rgVTOyuCibu/MdvKAQn85gHRQIK+3aT9VOMxNskHggfT5bcekBYxvZ4QV
3kb6H+pEGotOaqIIZ5bGTbXIb2OaoDL13TkTZ8dGAfcWwyMXhTUuAjpxVKbkbcLWlN2VLy/ty1us
Vaka35tCxFMtdX+x5Ky79fXshbyZFtcenygXYYmOxOInl5xtykb9Iuf2QYcbhmxQeVKLDKqCEyqu
JE10uz4h9LEm47q+7L43RZpWW0T63BAQzMx3GKBk8WXUjVavXIAqjnukfstUUhSFnDCV3ffb01Rq
vbjt5MPX7Zl60w7RMVuotcO4jvt3kEgXghdZqheqeIPm7pY1QC2402GHkZ0e09mijE/JSQd0paSb
6jlYvS8futLTtH4saThK0RurLfe2kAecnfhRgXKAb7+ifCAf0aYLQrApF2ijcxKfLADfjh2c9WpQ
NB1Ol+z4DRGuVANwROTrWilPbqIkpy00dXZQaAU1ft435Za65L6eKQFsIj8lXUvgcvCINn2Rko2A
35evuloHXFXQoEZ5CZtaVymS6axG3nudNGbc6vJmSpGEMqeiXZNTbYC0nvsdm0KexLZ0tdHwZB0F
xpS09q8tnm7wqpQ3QAiPwywfxsIUzYcJKth8ygYj36zs26F3dejQcxHKMD0os+9AAgafKY9r8lou
e5httzgGEwKxUEJ9EWP10RR3yDyUsJfzF1oKkk7k5N9fdmyqaBNbPhXMvUN10CNqlOWGZ8NhVNqf
N3d1qfHaYuq+cDmn2ZTqEbXZ3ZZuQiPZZdrKb9MkBBuxDVNiRvTL7O4bqhq8MO6lNKK0bxvDQe2i
uositVQ7/diupfwuUzNFng1jTW2U7U2knQ2VLwVsjfPPpsbY1gVabZdqmXrXt3unJdYs57ZLuWUb
cWqvOSND4HtsbvFNgYDKQMol1fYpglLESM8bjvweE5l8vKrcpaf1pUymMARbDoBe52PFBi/vtLUD
OJoM+T2kDH2d9o0+Bwa7HnmcEVkrRVJqq01PQUo9NqeStfr1IqlAOgQU5KZyNQWOJLexBpJquTKp
+pxjZXJPnEcGr7nSxbGQL5LrHBMW9LTZ/DdTPVpEOb+ro4CvZvntVqPdl8t5QhWLp+65FwG5N0eJ
Od/5lBPJOHZVtKJhspd3wo3RsanwNlniNgERdSD3Jar+pQ5A2oxw4I7wFcOhRjxYk/C3RaTsTOl+
/WaK/z5sAaHUZdApIRzaFnmLOivHMFfR30MqWR3AiEvb8DdvqBKvcBaTe/1NyiKduPyVb9oSpYFj
mHJKVK/DVsIkZ3CBYkNMAJ7D8qKz2koudZz1nkk0wawfE1eT6+GmGVMvsoJJkzDWc/Pgv8hnotxb
7BMdZNqW1nUb46XF5dvdlUzfAt/DWC4PRQPZ3d8pleTatlKwuVlMttVRBZVsAQkbMyptOKYYB7Rz
azuejbpkr3LEYdWORLVosZQabvOeNwmpa9tAOY1CPnzTUl72aDH+OEb5Vk8RHOrktrId5VDdjkqW
O8ltg1AJJdtktdF0Nn19pXZuwvElkCgBlMqGytR7ab8nMMryOxZSPE31CcmCvCI4T1LSbjh+0s+A
HKKcGtN2tV2Q4v992CSadJblF4rdZdbbE2x/31hCanSSq10YnsW4VEpSVx7+uX2K70MeFG8dtTEe
tQUpjm/FIJaZG0rQrcoCm0JQDSIvo/TPobSx5Taj1V3JF8HXLT/VKyvaO+EmrW0apjIW6u5i7Ni8
UtRLV76us7byVdg2JqMiVaxqJ4Xw81K8wmQmP1P3B/5Bp7Y1m+RfI9LSoyPWZzCL98qKEK2Af8yr
yek9to7bWXLTMav9gXE54g8DErb4kDSG3ecfmO7kxhzmsrzhvm7LR2osNEYohpJu6UeoPDxcjds8
nhQYQviLPXYxqhLKLr95cW1bbqLrnHg0sUNiJSf3Tfq8DQovBiP2ElDTZfRtIttIIeo6JUdsq2Tx
GJm51VEv3woQCuKzaZqDuYuHQ+n3+MzoO122olvJeVN6SzMljzBRuz5fgTMmVTyslNBvc61PKOZt
fS+mqlvGJy2hyMuJ0q8MYz6vBrEuhE24ZTGsdzVS89m5x6IE+UrWSteoLpLXGdxLsBD4XpnZ+z5H
XeOeEtMdHR9bjREP+qn3QCrvHKrIw7DP3H5pXmOzFuMc4ppb83uO2kYRujXZt8NvHeA/2w9NTBYg
TJ11tbxDHVEcOq2jV7uhrEYZd10GVehmbBBFJaeg4CT+bknGwbqulkoUTxWv0Z+ORlv3qXCHYDzC
d13pa2bl4lKORzp1FlMz/K7XTSvucWJF5SkauT5UVBYqYsG4AzjkHDDe2ydqfsnwbm55t46lGS36
qRb6tN6YQCnCXGQmKm5heuwLYqZf5CZ2IJZdjyt3CPVpRv9ldcl0bp3RFVRqON8Zt9UKxQFTUZ25
R9gaAfARc53EjZ8Wq94e7S7oe5olPsFc6dEuJo10t1Row53m5XOx7NGDoiLfpbQAZ23nVNGUW7Bs
9Mry6NZqIMr2w9pOC1InP+tG0rIQltnzXqQk/WS7lCx1NMMJ84Mb6gwDCwO0rTu3EdJWU+y0JB+9
4AyoJu3dnTUa+ryGIz2r6aEQbtk+C6dC1RKMiTPd4FwcxBF4rFkRkVboVykIBGjCOCweauLM6uuG
iqd9FxSd0G4cAYbvi8+kXH+pddfNqIFqeIo/lyt6p/yQDPNoj7sOaXNNZRh3+otbTPScAJD/hvWB
9tXO2Yg/F0Utr4iUcTss3ElPrdFd0900eJb47Kxsr6StaqbatoXmqMKhZ8SxdosyxnTfIZLhzuxa
O1iERT5FTi8K1D9NqHQpHfsqloTNZVfiYMRtr6ZlDREL8+omON42ymqLr5TvKXaB8TefSjuHA7VF
ErG0oZ0UyNFU0UqKy64UvDNQg/xOSVjVh2Sqf8nsJ3Xz6lMMY/X4TmQq0dXZehlZaU0+I4xxEC2h
EsZuC44qeaoWaQR45jI3g/fhZfVQb+v7QVDKRnMOboOgGHNdnU/R2LS6/zDba6X5h7w3aF6kqSeP
SKuB0u+1IyVKIF29bET/fWaTm6PZaJjdOvT+4mNf+1H1kva5G32diC7HlKePevnYF70NB+DS3lTf
dtnqTpffUorudJlSKsxOofcmzaCuePJYyZaDoLo4+FDmtHi2QlCosj6RKy5LetmVxHxJEw0Hoclp
desMWe2flrlHmhnpJlFwD40xxAXeUrrRpOEMDseJjtxcY+rYUuD4fHCtKlp/H9h4mEg7EFKOe9xI
1AsOVp/jRng2CzMztJPoihQ41Xuv4+O95gqpjxGMN0k7MP1p+PeWRAQAmNM0Jk1x39QjROS51J36
MLRN2+wQTZka9ilyMu/rOWgQPy1TnLEFcPz8CHenPTr9lBSnoF+QJ+FB9wLE0on5Ide1Rr/vcPWE
o9PMtIyK4o8cw+QTwOj8Spj+8IXFp69Db9WXQxQ4EX6RJeGHFl7S31BEhHjfjvX0OqbU4K4414n3
CVXM+zIbrbOfjeNhmAIGYk992f5aE6tbhR2Jie0pGYv5S2sjKdv5qzml+6kb6pcmrmGCLGiAQpzE
3ocWg+wNGEb7FuiCVe3WKUuWo+mUzb3rzNkLEuXmgdmt4ClndgK/rbQ+JXWrXXkR8zwuxWW8Mgtj
wv/LIVv/DGKfWa2oRf8be/n43PHwi3YXicHywhit57VJ9fsrav/5DAsyQfXRBngkaEFw8/K6M19o
QeTOnckxrwI4PWXGPqGh3ezaNqVCbrije4o9dnq7lLaWe+04a5pjrPDjDDGY2b2sVYkCKTZdC1gT
/Tt0FAXQiMXE/GNmenNHdALd4sorzDzMOCDRt2vEtVemVpgZ1nSbRbHxu68L7zOkm/RLmuTDGeWj
9TDNBm9Z4EbHoDZ19EuFfTanLvf3PXX7eWfqUXsGjSD+YG1jZRgxyvyhGXZ1TGLGHUe9TwNq798j
zkPEJE/Zu0oPymNv9sHJcfT5aEF6/2yWZvIUpY67d4I8PU7aGr1PMrQ73mQWdGIHc96D4GjuK9ti
Sk21ZAxR2JXNySq99OssNOND53fJfMhHvf2C9nX2QpSNFADtRBvrXZ3HzCwREL190+K9I3sJCm2h
5fW9389td9AHsyzDMagshKZ6Op6wJk/PWcBZLCSkQd+bdjQiDJntmwwu7J3DGn+zxgO6wWRxPhhV
UxyHLCLRHDr8NbStGE1kP03RNdrNIT4wL4kP/rDEt7AmO/9Qs4N7nOJ0+mrWfczpbfTpyFtZ3bUh
X8T6YMk4znf6TCwRnejM1/c1QNY7fixGyThaj83Yl18KDcLtx8wfiaLmXxx92R/4M2XNfK40vYqu
dG10h0/BgpjJufOn2cPFxvF7DdyPjs8TmnNy7UfCMU5AuxH0En5AAxVjjTYk5kC9RkSGdVgXSsF4
+/pyfsCDk/d35oRt4Rp5Tm1cU0fLjZdlgX2f7f1g8p2nGG1/Nuw8g9HG3GJSMu7DmVzn8kHXzRJC
D4pRMPFlmC+aG6wWtjMi9LKHFAg9SqKeEw37wTOwFtb3ol2msKyiwbub9UynEy10Xb+dlpjWbjXi
nTyZS7q+E+AuvJ2eO927NAvwVYPON5OgRaCIJG2X6TTYrxYsXIL8AnpFIVknPSaNIW70a16DwnqX
DYWz/jTO8EedMKAdyBAW5QUPkQpZzG+IHIAvFsNByXVlXWxy2wGxZ4Xbcir/48v8f+JX8U4xN7p/
/Se//iJq6kJx0r/55b8+ipL//0/5b/79d378F/+6S7+0okOZ8Ld/6/Qq7p/L1+7tX/rhk/np29WF
z/3zD784VDLY/nF4bZf3r5D4+8tV8D3k3/z//cN/vF4+5eNSv/76yxeymHv5aXEqql+2P7r++usv
AYSg//j+47c/k9f/6y+nVrxWxX/93+prCt9FfeC3f/X63PW//qIZxj95F2yTPF/qmbolORoIBuUf
eeY/KYADBcCn7EksA1aLSrR98usvvvVPjuUoMoDro83kBPbLPzqBZ+HXX5zgnwDkiHMJXJt8Fc/5
5dvl/fAU/99T/Uc1lO9EWvUkvrylQRge3jldfg6hGKbx1swhOJvg8cgmxIRDMxBS4c9ypPZDSo/K
7GILGdNSsg+Hvd9NfnQ90Z9tntjqlfX9d3duu7TvL+VN5B8kOIKJiMjiMnTQSxx6foQzeI6TIY32
jLvGjF0zO0ABTOAF9emkfepLjkJgfUQXpyHOOUpnpxg+bPZbigjwo8yfIue2L3O2dD7W+BOZt5b/
2GlVuv4EDPOXW8bYBYIDkwS2t4Pv58fLHGfdi2bHKu40Uy/inUySmO9m5vfpN2ETGRqWRhpnp6k1
43YHeFNmdOLkFj8hZ/xPl8Go58mRfcANe3O3rKURy+wXxV1JlaF6aa1xTI6mVWb5jl6p8I70nGe3
DdsqroObTB+L/hwDRPZffvLY3oKKQLO4+KAcKMe2w7W8uR9R1mecX6fgXILCSoyzK/q8J8NnKAP9
pibl0PzYp5j4dkxWYKs5ZuT1dWa6Ec2kSl9u//eXQ0YKoTeS5UWB8g1vYw4IGpsyyztLY3X1OLAU
LTsxoqBFOjDjFbCPiA/yeMa87FGsJ5wAFiL4W0w5+aPoMmv5CcnnLZaKHit2LYOJGoiczZiWjqrv
SIMcAoiGhc92pMhntbupE5AFg47OsGNYsYuJxrdPA/HKL/5UEOC9Un7Yu6Tzydhpkfmnouk1WGQd
n4EtGvzGDhEGKkPM2GgfSJ89DoMZRD8hxbzlA3LdMjPIIdHPQFn2F6eXiTc5GzW3ONqTSxQGpa6p
TD8poaJDo917389It7/2Vlzlz+1ELPW7yoJY+weqsp6YFSytHKF+8oDf8Hm4KpMoK8NzOK9bWFPf
vG/owmrNIjD32OlCYPiau2Loo51mNn76YBJD456HodO0Ya8tRFU/FWL1xvfrNADcP3iloNt7nG1y
nz/8/YVdzH7fsaq4EgNLnAPik6fNXlgOlO8ec4XZefRsPTpA928htFqRDVH21orHfEI0hdrP5pwC
jhqrEQ2S/LnSzYlaicKOkOLLb2V6Lfhvruf3/LvZuapp//W3NZoU+4zsSKqt6U1m85UddJn+1XX9
hh/VdL7Emf/9F3oDgJLfxwLPScEBaroL5u/H70PvL2UF0AOacHw8mWGDLm60Hm32AZtjm1IQjdip
7wcP2fjN3/9s+dnf3UvUK5gaLYxPVkCWJYvTjz+7sJZ0mkn9uB7crhCgzWO0Lqesjx1U4F2ceTUM
BCUbDQanzP50etiv+U/eNZPF/sfLoNJKXiMcQBIoqEa8mWR7LNmtqRvrdbQEOI0/ey099/bW0TtY
qRR8tBQvjKlTk0rp5mSriPaJHdSJvVsQefBW5gONwj9ptzr6vlqwuS37SdOEMPejhklnOZgzmO+b
uCfZ+TmZZ79DkO4YuKXG3mvyZ7TbshISBCgfn6PR5r/9UMe9H/79/X6TCij3kGwRbYt+JIcj8y87
Sc3JIFylU3TcfJwekgsq9ZTBc66y7IxKK/Zr3Iy8sB5Gbc63Q9PD4znaaRtUGkfPtucL//1lvXkN
IHChnNJNuFAe2wL2UT++BhzE02UQ5ngs+6zPjxocgvqsGWuMvDmJ3XuQEhaTIfVN/9T4QxX/bDV5
A4ziAohpxiBpwkolrP4t8g6LCCYi9mxHQ2uM/g68QWHuymVxvtrmpBd3iZV1/bs2pUCyo07ZPyVx
XuuErhSZc92XxjDdxl2Z1ieAl8WShQVlxT/WrpjXn0zWcg35bsBY5LiSyGKz0YRVx5CR24XvJh/P
p9RIeG4PsF5z/aPR5XhVSIPouruq7IsPlVeP89XfP52/vDQ+FC3TN5iGMRu6f2HU9YU1S+nAcBzE
qvv3o76mGFuyXHMe7KSb1iM3QMQfRn+wmyuvRQl+17SO3e1QEDM5/uRleRM/zAbEZQtCPA9hh65D
yeXNOgt5bconq+iOsPWDB5+cYeMwEORWXq8lDpQTnYrx0a3ppl2VtEL2LsG7j2WGNX+f+N76x1Tm
kfsa0P26MzsyUA62WxjYWUnetXdEOlkz3jwP75YVp732v9vPyYs3TB0OWgD91AXP9uMDNJbGngLR
tUcsrP74mE9z5kVEgM0WcKC5N5/WxV3nh7HGZ/LnNLaip5niO68/eaRyRP34HmFpJ+mGcwfLrHPB
mX33Htm9TaGNcX5MaR2e59wyHoeJYKQ9qXsUtcnAw+92KDCH17cAorL4hjUpbkN83vN8Khstsv8E
YtEBGP3Jlb0ditwgeuDwIE3dsZmu3swFEtWcmYFbHxPTGYcz5dTJ28cFoL0QPUVdhprTLxZ7paQa
aH4n+GB7Byr6scjswvuIszKa431J3exDATHKeZjpAecPvNll95OsqMu1vLmLTFgwazmieWBR3lzr
gNV68Xp/ONadV37qvYHiyFK0ON0To6vzc2kYAwkPcDaH3RpNzt5yFyO+MuuhMX7zFgtFWYmJg5wO
uLxHqA3J0ZuMYT7EkVHubbY1FaVnAoWJIli953xx0/k8l/X4Hv9lExya1B/ogNB/OaccDDF1juhL
srsA5XPX7to5bj54FjXqnVvb/ASvEvwrI7PW/icc079sIoi2dRyP/+M/DMo3m4iYPX9bS1vEbKxL
+qjj6srw6LeN887i4TVw3pz0Vuq8Pv39+/I//mCa+C4oKF8Ckn8cT70v/pu9M9uNG9n/+6ucF+Cg
uJO3JLtbu21Zlm3dENJY5r6zuD1abvNi+ZTU58Ru+29lEARIgGAuZjRSN8liLb/luyTVNJkYJ+IW
NEe+PXQH23eSdC+qupMXqMvD2ioHfRzf/fnKJ5mZWsmeS+AAncImHnTURP5hCbl4OsawFeS+wjh8
+Qhl0/3sL331vKG04X+F25wYuAO1hR5VHMUblIy+LN5YLr95fMIVqj4OlmGC4sPPN9GYZWJpcPn3
ZSa6Yd/JRScgtvWcCpWtJzNAcAeuj1kkyRsn0e+uTARsq5NIMPYnMZPeIdvgee2IR5YuHaqJcRV/
H1jTYTbMWA8Howe+fdeiCPbWefRLauCoogimPWhiUKczTw4AMDiyXlafxj8MfhElzrComoHuX/Sw
zg6+0HI92lDGb/YJXPryQEbl1CGHZTxcUvljcP48FX43FsAjfYoZFgzb07cAx6+FrD8P7ANNbV+h
PdY+l17lX3UGlLXnqV+ci81bUvnG2z+NmzxV1fEFUYtqF7IF/fz2t7YWLTYKw96mk+pF61J7d31r
DHcQTsghi7lrYeUDd9ngzTpavvvzY5+WclgCSj+VuIAFQDr0i37Bpme9sbWoXa1jSas3qbtpNxVu
5kZWvhWhLgqBLl9utEANO8/W3jUL2vtgZbb5wmQfejeNQBqDuOj6AWjCMDn7P9/ir29GDQ8CfmiP
evzrZF+SvSfBZ6XcYZatS1QUjrd+2RZdO/cx6Rq+QGM0M1Rtpv6NV/O7saG8RbXWZX+g6neyMq0q
daW/bv2+NefuTkKOWiOI9WYcOsjXlFFt1cvnwh/NAeJk6VxK36mvHD0xPojK2WQSrDpKbFc2VKhH
Q06x98bh9ZuozlchHXdGvEtN5+TwwtRmA6oVd/sRANDfk5nmPbKh6I/uVgRsnRAR9vxrxou/NVc9
Py/hCEwhBn5b98ZQ/bqRYlgNpkV3qJqyhZ/ciDEiNdC2Vb9PfCfVmMsVXDMELwztvKadnEXrTKMH
SkE+zO1FYsTpDu/fxLz981TR1VHx82lOREkRhDxUzZbTbcVv89XufOo30mm2KuoKaW67fCpj6J5+
NXmRi8fTU9PNlRtoGGt/BRVIvWYty/oalvCWH5jz9ae5Ajbw1panxuDk3rBlFTALSdBdMqWfV3ra
VBKVxK3bE4045o5uT3mliRWGpRDJJaEFbbIxrz9pjbe2ka2NvREkuV1DvZur5z7r1uyNPQ/Ky8/3
hFAxqsnMHZ0hY/MTJzM8NvrFZGDyw9rCjfHfLcWwkTb6s6agITnxYqOFi+bP0/KAuonlTufwtjYk
AtYtr9853eyMX+eX/BdKJ/lzipYHuaUuUwXAl1nZLF6oiSUR+Zmgy7XIg7CF1Nozo2Ae3i/10uTf
TbfVyrsE4KH9Ne/YW+KAKqnzEaq4k3vcgOhWL9Qrwsr4I2Rx7G/CV9CUuXKFBpgyaiDAsLbcj/1d
lTc9WiZOMfK1YWH1OXpEmesrBNxcNaJr9zBJu9I/IGpR8PF17QsSdd69ujTMu4yfvLqLB4BCrq/q
QDoxItJxmY/YymOOsAu5NqqpKr9fciuh8GHi1Q1IK8m1ljoPFfzaWW5RRnDmBTCNmNYHWQ3r+Flv
sIGqLyyHRJkJOdX8vFuge8RIhkwalM8wQZwYl01mpWWFM5xSHqPCn04FyqlWDDjBFzEjF8kJ2Z0y
bAtncG56xIHV/yNU1e0zr6r8YTuHKb+5yR7i9LaU7zQYTbP5QfMx2xWHIyuzdSwobV2gWXZrq/eT
EaVezqiD1v17oU9EAjfHu806JpK+37bFpZ6QL9K208AhhwArsEkHGla8kja6IdYWumYHORbTFNbi
vtF5ZKZRCY6Ihib1Ejvzp0GD5mgQZu8TgPuJvIBcZDLxkLj0GfrFxK/S3x2tC8GybpLspR954ilF
k++e9GegOFc4bf7dT15dNY9lu2ZWIlTFUKGGGcV1p2pvx5+adZsYIBcIDXUTx+j85t5IjNK+9Qbg
OveoSfbjDf3u5LtDa2D4hFrB3D5mE83KK9rHlcRzqO9kLFDhhOsq8WnzU96lLDR10SVFi9HE8a52
H63O7pBnwGOax1q6Vb2tXhYUYfWyFvYnx6CItG+zdZojCbhO3gMQybnl8vXOU4ta1KOL+dKK6m9e
sH1+aA1M1/zDqAl9iINcbnQJI31xPVbF2AhVYrXGhCQ48Lykc258HxUc89yYkbHSiCgShMMuhFX7
Y3ltNH5sBrTd+wEYUVWWzeU6gm/MAvzc5uE9EuMIueyyTIyegKQ/bcsVoPIR4CFVDMgAsJhsbTok
PeKfDS+OwhUWUzXJ9928Ipt3r/c6rsjZ2LADBQOQm2UJXGNrzIetQZJvDHPWEgf4gpJpsYV5O82V
vCDw4xn3bpdBfYoEkeR0K0pgfhTa7U6hpdHnY6whzDAPDGGpP7M6Jg9Zp2U3evve07ONKQj/3+F/
6hae8OYuc8D8aDel6yMSsAHeY5Sy2nGtM+APAE2wwCgU1BItwBeI67TUDOeg+UX+/XWVmeOkPgT7
SpXbjM3Pp+yjooNoPnK+tdLDwvKN+7TTbGWtsMWol55Zca+2tQbl3+95j2HUF12L++7M3yxreoCo
ZqN5kCLZ5p/lGFrGtzXcSMofr8qcZYsw+7PADMZmHiWJWheL3bJ3JhRFwZBkxehMRthWkypUz4mH
bqWEwGV+AGzZZ/etIUVx0DsKYB6CalRLVlirzZp/ZAec/FsofBu/QbV3o02OHpnRXMUd8VwXHt/T
hngBG+GRxIEMBLX61wcGKuIiaWNn+uxfw4Du6P+VViv/dpE/kJ/7IslcYPPmTGMQXFC9iMDrmnar
d/rcynZnIf6gfUOpoNOudXy3inpP29DrPwBZLPMzB0hvKlB+kQ1oIrlpl8UokymNvDI3qzOUF1v/
pqeERC8LrD8yEn2paTPQwzaLk3sr6RV+HNIuRafjkjBjSFr/rs8yfrWhgVMxkuUTtpiACIMt7fum
iIy1V+toHiWiQh04fn6Im0TVrzGCVEelN4FlvhxxTyweTQSfmIZLLTv7PCkGe532KMRU/u3YWRBi
AsrIC++UiqOq0YIMUcyFyh4buwxjNCkqycayjQ5lMbdrrkw5ZdkVE7buzvsFYbVA10uyUBCbjedd
wED0WNAg3ej6ouuADhWO2sNocMyZnEWaFtW+NaCCejzY6AvYy3RIW3NIBkouvZ6+Lztw80/bNqjz
+tjmsHS0M+qL41lelLniLtcQ+dXiWlcFD2ftq2r38fjN00YFCsdDwohtPCfCXrdUp+O1Z4JpqDqv
0Gno+Jg7OmoTryQt9hgrX12dxTnqDayoeh7U+QnxOON1lWOcq6GyXLX0j6deYxpZLEP6u3Fm/Lvv
4Gg48DSR6yy9r8E5ng03FIz6tgT2a8G7rOeXb0YbiGH3gevxlYm9KjHE2vM0xjIvBUHMWM3oEuOX
V/Kewt7JWbIAONMhuV1FvJX9p1yLO80JZ1E03T7VmwK1pd4aZlZlB/yP3dZ6bSnRH194YHSc/Roa
P2vQMy/ymJ+by3EEy6jvFzinfACdfRUPiNGmgB+KeFAxxdHps3ArNW+IaxR/KsO4WVt2k1G8tCVe
rwDVt7bgdawkUGJXZaU6QO2kKgqBC9HSJkS5QHx5L1Vng1z/BD1Ra8v7vpdqs/LRKBT5Q2pA7i6C
bnOBnQBAxKqgwXDB3tYZWqKsDK9nb5xGNc3NRleOwgPK7cyLxsQcQ785KmkK6Nc8Bc2wkoHEJNix
UFjDrUN/b3SojeWPW92Zvf4OQ4CCoUCXzkaeBHQh0gMjgLxREPuBddOnl5GqU1ddPy3RG3rINGfo
yvtjWKBnRTY+tbgxy0+rZposRoRNRlV0KwmvIXKMahvGNyFTN91aKiY0FUJiDJ3Ugjh2k+Upx34m
G/Qrz0ZUyXkdx9gjM/qGvweNrx4SMSoi4o9z3znTbe91uCZeTD6oJFDOpfrCuMd2s7m0pWxYRKAJ
tIXQCvblYDh01NkwGgvlMcMEJo9cpKhVIyYDtsWtHb/CrQh2cVNuQVRlN7Y5KH7Mmg4VS0Tr0oav
0ZvMcr2oMfOun66b1/lcI3uj5jOwQnUuvQJC4KY53JZZmcQBaJe8XA40BF9ZkMZR+rURNc6/9wPw
SyMiwke7Wc0Q9Zh52Y/DFs25LIxLpLWHDL8TgRhatdNMzU0wz0Ih996dtL7+4qfQeJ9dn+uFKIUK
azwAjW3rL2h1AI8j8yuAKkJaqPp2OtMXwFeRXZWwZlk4RJ5RTtm6+JynoutRzKiyDYxL2r0wWrMB
/Yv3EKK29XNXNyYwTon9eo8WVl9gLBNNHW/GvAZLSdoRFL7dgI1EMVKb5I4J7aXlpyVZAdN+qra+
6pwQHiCA5Mgt4sX1gw7drWXXLRTMEfEBMLJ24HaZUO/5Xps0LB1LA2DRCKUbzkRqbDG4zHEoXP1q
nDwk/m49QDmi3Pu4u9njOwvapCcP7QRyjs0uS+wPqGJ69XhW+IO6vkiUZPyu0xr1k1XqrXUWY9NV
abvKMGT1rh2mTHhnSzd6w3bhuetYm/QW4VOi8DdAHYrDDjWSTt/T54hXzsg6b/KzBVQc95Z2NV3W
LPAXxFH7oDLTWkOLdQF3jN4E01vteHnDAR6/Rs3HLbvNDPRGImIbrWQnPjr1TXjJISLl5Wv+OAyt
jY55FQ+4Ye9G0qHqI8yFVqDeXpQJfDgbhuJnXD2RNgbqXrrOGCCgqFfr9QhE3wlsDQ1xJRXY2q0I
PRRPRu+zt+nMGwfdscGgSahnIGFtqcJV7H1U2ma+HnK5kq4pQyNfVx7BfP2TWiQWjg5DhddVidpn
qZIyEpCBLeM1N7X7Wn2XNQg6uH1ts3rzGsOB5X0cowWAW3bsc6QzUQgmt5f0JPfzl3Oh5DOXMDbV
WW+uIBpMoNEq0zVQ32Q0EcmcZBb5aHo2y54iVpxnN8ftgoZyzYkgUaFioyDwi3vApw0dmbS/GmDO
jdkteWI86YFToMgCE1DH+hyPWHdSW/s6aCrGzKF0cgAD9WWlsl+57OzpbBvx+BCjy1GOEZzGl5g0
rtSwHHu/UIVIs8zEUxseJE6XMwN3IJ7Qb6VSpDbqVjW+80pr62lfSCvvizPHadPVO/igypRqoqi7
D+ZodgbvWjJs7BrMGlvEhcG5ipM4XbfjMY6E8cIeiWLey7i8pjEQ5xK9Ax7uDHXUD96UhlS7R3Y2
8KfMsnBL/Y1PmQ0grjPjdVvOiFtJkF4DZzypQVv0mqnABTUiHexn1euWh66ZTzxzPFyPrOTC07Qy
C3BIBAwB+/LFQqZ9jXyyMVZ7nok5FKNseInaVMfXcD2JK5UONlSeVUKxYmdA79FUpQZ9WdRJ58lM
ckB4g64CLYEDXd/sykzz00vowfFqPKyav8zbwWaAlzlihnj+R2F1Y5NENT5WyTMSimP8EW52V5xt
WarFWzjl2oRurM/8qSx4iZ21hohytXp/Rtuv8J4pE4i7rom75SGdTYWDShNe48FCd6c9N6YkXu/b
uKjmcHM2czsk7Whud4RWW6cdhsa3l+xipWjWZVFfNFtxv3TwPL4aOIjWOzT20UigUIbKwRAkuhwQ
qEWnSja3WdVtDnSc0sy8M2p4Gppp/rauxW5sFusRJb3FONfqscuf8tHQqYxCkjnA0fK7+gIpoMk5
38ZJmz5WdBfidxOidqzLoUaFyD8o6n/yPUbXMvEjnMvrIrJovzvkLGXRKoQuOxZiy1ULbSjimLTi
7FqlZvFB6MtY18BbGDmCRxwzB5wCM6HjlZx2w/Z0zLiOUTZhgIp6XosEr/mKZmL3zTYnU7LKxG8J
4F049RrsgEYCoAvTtnaZlPB8VKKe8LxN9Dr/IReqb8MvWa2qZd1ACkE7RQ31kAG+LB5fU+4i3lSo
eYxzj0vCtScVVnc4gjBrNXPsxFfKBtATpjWDs71a6r3vN9Nr5xUOjMSCJgA2PU9s2gbSQ5jgjNMx
HFGhdZbjNtlEQ7H1+dVIiSxHAhZ55RYPe9FUF+60oS8YrcmitoyjTJdGgsDlfatdWPxFU8UqmYkF
qWTbFTqyckLqSA/R1uQNN4q9ELNmigxJ4u/sSyVbF2p3ur8ruiVb0IVvlrm8Y0mh6xIAdezFHAw2
Xe/z2MLy+YYX2M43SdF4G7K+wtwE5ROn28QO9OUyPJu+L4dnYgmZP6Ve1+X3ALcF03Do1zF/GnOI
nwDyXXAKOGK6Tm9J+GNC5VMwcRSGY4Oxtj6gbKHKX4uiwT7ntMMzDJkGvEFI1lehXhdqbGr/btpJ
6Mzyl+KRS1+yQcKyBuGYBwVqyQxH3S2CjbQnYiA26jKbH1Ax7p0bJF3USbDoRs2rOu5hrDiP8kQ6
TCYRTgbPCLmYwo79PNDtXiur9/iudLww5/UcksKsuJ3yNZzvhamyjXh1lQYZKtvEorZmsCiiliVh
bdG/D2lVdGLYm0LNgUK3KYM4syGd/rDaAhgWRVOvNa5wIFCTL8PSlDivkkTUcWAMpipodE47DFyM
LkXThYtrTjKP4LzETMzlCISiCFz61DzwoHeiBmKd7weG9IvWj9bXGkAlaiomCDSRRGvdwvqJax33
6NDXYQOde+M0ic9bm+HRBWisdW7crDUYNnjzyXyXWLqc7o5nqqjbl+LpDNATMhD8mvUJqWWIUDsT
YIoatGSVjPUMpJHHJuRWwxSni8bOrAlWeYNA8Tq0IUegOjV73VhHTk3TohgcuppRMRgi6/VhDAYI
irLeLb4ZawMfkGjCXB5hWjSWVKRBAaJgc+iPtTzqsEQO4+iqZX9MFpMpHkgpKukgSBOQVnqLHWXd
BHOIBbo668HtzMkjTEYmlO2kH2yYYwENfSpiZ5nRKp8MfTQdewwojXqJERRTrv5Vew33RDGvg2vP
HEorXl1PM5pHSDRHBfhVpmQxs8ZUP8CJxR7pOkM5vRq7cH2tqGUQJM0rxr1pb8qRet8z1MdEEHvp
y3ZjpcY85SGGmkhAfH5pwPx/7sEb3AOFHPivuQe3z+1//29PZfb347+ihvfDf9Q/kRDUx48kBMf7
i14sxzGRDKBmMFs/khCEAORoAz1CNY4/+A8JQff/8k1h0fcCCGTSE+RXRxKC7v5lQVkAHedh0Qk2
T/8nLATDPWkZAfck7PB9IJa6wh85qrP/A2aCfZToG3eGHaRWz73MZS/WfTM6C9rDlIrujMLN5x0a
DHNy2GJgyfvBZeMKJDn75aAL9LVMwtrmAoOTlT/0xXSQHOlNmMk0eyTtS0z8FxrzW4uHIuQgS25V
gGC3/FTnjkPxaI5zPTDGRMtRmMNV9txaIPRgf917n7Jah/IjIPasIfpb40p1F8EbRCY5K8PaXTXy
Q7bW4rouqwFtnGlW/GbpxghE5hZqpkODiWzI3mfeFMZo3+tOPrahLr0qC/Rq0VI08lHu3MWkT88g
Wt2gBUW83PXY4VVnUPJN2j2WY003XVrJBF3soe1CgkTxhKxm/C2vkWYkzhsNK5qMefw44KDiXNeg
jXwsnht5PfuTLy/ycTPWYG0HD6nLfqnQeqw3w90DpoKWXKm9JCQ0Mfr9iBFMdQNdZpwjEuUEHAtl
FMRES3nQXYq7gVnLnlL+lqDPP275o75QYw1IzaCH9zSxh52jauZgm2IEj2eRwf9ullGmD+lYi3da
7CBfmW1eM4SV5VXTzbyiJX8Ysrn/PFQ2GrmBX4/6tNMyr/PPOhKeO8NfCiucMr+6MrOUFgAyftV1
7E7icXaJVFyEsJ+KOgFjGGN1KRBGlfMS6Elu6cEq1/xdafnjfdv5EA3NFqc2VBQBfirTS/Npc0no
gwHbtU8Uj2cCJKgeItCdXmZ7pB3Qyc+1TUPdijNwYqc32m2fmJ3tfsip/aPsPm2Tfdi0pjMvLCtN
UX0rUBkPG8el/NvZ+nCr5SVmJcj5xtctZ6hBBNW7z17ZbuUN9BjjdpzgWFzl1mQ4Z6004VVuFnJ8
IQi7ooq8CsHlfYkBRnXZgHuazwlp+y6cjNWYI+iNA/Et4KIkLMdkzbBi6qC86VPnW3tKQKkWycoG
bdSi0RdT+vGsa8upEECDyb/x3jTPNg8L2hYVyIgV79oUivDtoANaCAaaN3/r1YxWswPI1AoSkabT
FaCm7mtuoHIQQWUHEI4mVYuCsGpChVoxbefSolSFuPcs3Kh3INdHo14jXy+XuvMjjGebj/G8QVPs
asqcYPTotARrCRHgq7S12NvpzprXgb0U2udx6FOIijiN3PfZNM9RVrn2vTfP4rNPkycOmsKoXd44
THaWFmB1ZMzdgAyn+9uHIol3QS4gWtd5tnasgenJxfP2vbYssGDRRlLcUrpk3/sKscFwLQw0zxNq
FR/nsXoGqdXLw+Js6xLClEUqf/K9/KBnuhWxifZVWGI0UWBhmgx/j5Pw6CWVm3fVJj5Kzk3esWzc
NFvukP+xb7B2JQNfa7/TI7ymqz18ehMB5GR1ux3QoeS8wqYBeZ9xNFpIn4usInSktC6Cu96SatrI
7e01jDPaEJtSrCQ0q0dj17fKHma1pPwOfbx0r3sx6W2ouVhgMI18Z4LbmNExg2gym5cGCltRVwnx
N1oP8hHPHGfbofEHQMezSkth2TepH5bMzT9ZeV4P6PDZ+kebSdjeICmV1TuR2PKzIFEk2xsh9yNT
jygLKiym3UbZxNQNZgtTU74Qa64g4xXQukmS5CmJU+ta4IuIypg0MEfop8KvwmRxBJFdozXJ3sI9
qtl70izyww8H5vtXmMSPlLNfTx1Q/bgAg5ODaaCodD+dOig7ItQH4XxHYqXvYiP2A72vtjdgLKeA
Gg43PLIAQdqKpgktSd3GD4eb0aP8Niz9TITIjCA466nyi5HFIOWWY/YKgxnCW/yAt6h9iem1JyMa
7O0bkCf1ND9ARbgN4EaEf0AzOOu9U+BRilzZ3Dlmt3OaSr/wZD59tdt8+ESHxPr7zwN7gtzhUh7s
HMfES1NBAe0TBEhdxz4Gplm7Kxvkz8MJ/sOwK/SZtwxF39OvenozfpRWINQDKfgnHPImOxrW/6PA
8X+Nkfpueu5H2T//6/qxHf7FofftcYQJ+v8AQZVG8w/vRhFgf2KofnwE36u9z557Ho7Hyzr5jCXQ
j2TVl284Boq285fATUxB9xDrBVjEmz2yVfkVwHSmDeIeNjSR/4SJlvuXasC70Eh9LK59G/zUMUy0
nL/gablA8ZkPisVq/KMw8YXF8MMUBpSmJpPDRQQaK7+YaeOwZbLdTOkhZas5c+fsM9fcd0N15WZj
R+t5E0G+rcmu1McUjXbkeZbLDYvAvTflh7TkN2Cz0zNUntNg1M0H3B0cJmC3s1h0gZFVl1a1XdBJ
24tGfJRN+TD35XertcLVdi+lo12Q7dMaAHGLvmn+DezQOaIR9/ibQSGMl3FnyIa2BeVQnchL/Uee
2EWElFMbWkvyVMFUxftsm0JW6RJMpvu06cNzVfjaDj8HGgYofewKkZQR4fwHHvjGtOqHTBhnjV2I
KI/jBPHlbAhSE9l9ZHPQ0N2aCKmW7Xpbt+2MUhdFecQPfUBYoZ/l3z0a/JAFerI9u/tSttWD31S7
Wo8vRsmOPefxxTq5ez3l8tVYPAnOlQP482Q36TUxqbqtbMCYA9T2oZzqFhuV5JOvvVta8z1Kp8WO
dsXDvDo3KKpCfhmzb/RtyMi5kw2AHtqsPtpso7iv0ql9b3Wxx0lF2r3MFFMNV0bYMn0DnZ+HTfHU
V0lFs8gi+mrljdXon6tBo6kyP0zOej8MvLmswN5srdKnecOO0svbEMxZC8I+a0NcMW6GrdrlaT/u
qrp8r/nb521mnAyEeOjU4wcu5Qc5tu8LkNFhjgQvOhSbHyIvYB6MTeGM2KAWOV7Q5F7ZM/eYUXyB
GBE2pcSnZnKgNmYSHh6e5Yv11RVT4M4acQM+DoHZZE/xsKyXnla2u0Qa2s5HtvUiRf0DXRcjCXBA
+uAQeObOJMNM1yjiD0t5ntFfvLXQ0NiriDQkV1suUFS5piNEA3rorahInWW3brROaySQaMhPAOYI
rIoamXHNl+POFnK4o3y/UGwyoZKNfR6ymNFDEyky1FZ8kfcCxM1iHRayKA5i86CVkxk41XizuuMI
voSpifoSPZeNye7YaC1wNs4mcXzun4NgjCy9ftgA1ES0PPbwaC50q7gt8/69K3j7aTe+r2jZJshW
dsXDD3vXbw5strYfjzB4Jr4jhOJe27Qw7Bdvwh9OUqcWjZVINzkQL8NDa+zDmjtnQMtMJlT5FvlL
nVI/7TbqamCZgbJyVZy8fj63J6nryB7FycH1YNs4iX/oXXnQmvoL7PQtLm44zyjiTKhSFcOXPz/p
L+Tbl0dlU3VsknOD5/354nWlm01jG8kBVPuTiQtv5GhrSFjFBoct4uuLqHByi8srr66utM19I144
hUirO9CFYEtnp4WZdHKIK5w9PVs9ORTTdG0Z1VWSOucdCe9qlbsmLt4YbvcUZsv1KClwXsCDgux/
GibVphh68GEJFmcEnWMPK2u974t3Y8uS7yH90/H271CQ8xGxme9zy7ke2yejA/piYw44Lhg4oXY4
1pe2Zd2TjkWVvMR79N5rvL00cPdqu5vK7w7bN1p6WGbR43LXdqdv7Ee1ND/gCYOj4eyet032mM/D
OYqJl3GX7tiNdsJLn51uodcgy4elRF0Jad4rWPjIxgIrQGdlxJBCh9VDPztN58fO9O8qAIBBIcz+
0ug3nM1m65vb9V9yWhOBxRF2aKX+IbXIVvHwyw5lAuIDIOE9XOa7xDPui9W7Szdxv4JYC7LeuzFs
bw0bL72o0WRpWu2sdYT9CuD9PxA1/e8Igqjb+Y+KyP8dWh9qxv3X9bbgucy2558CJ/7+GDd51MNQ
toL3AGeZGpoKj45xk+f/ZRi26/hq34JI/D8DJ93jQ2AqfLil9ktU9Z/ASbf/As6NKJUNlRw3SO+f
xE1c4cd9DJtWvgAlBIN4nIage8p1MLJEd5ikgDvTcy/1oqzuL5Ju+2f7xetl8Ib1bY9sB/L4zzvW
unU+kn7rcJCahvmk2JcU3c1v5gIezCreIIifkj1fr2ZDT+BSSljh5GoFj6RDsxoOXu/eJGishFk3
f8k0bHBJo8lArXa3cMLTptGjHmUCpAwe9Lj6WLvZdbul50t/a6EMugdg/SR8/w5J0vsf5sdvTqtT
4YfXe/QsNnAiVxNHz59HRJ/N2FgA5bCjqeKCDs+vNdk4kPOIwBF9TPXurtONM5Btt0ho0mTXONbA
ar+ny3AljOWcfgGOpHapUCuNDLSleuOlnaoWvNwjc+xFT4Hw3lanwA9HqoK1bsijDge40MQ0HdZc
st8j2Z8HBLcXwMi+WMsYeC1WrhhDXiephR1i5x4WUJJ9Km1knuRXgD4Pc11/3JL6rGlAx7kiNnZ/
Hs7TpFJNYyrEzGBWGgfjSY1YU4I5pctoJoZVHdpqHUAQx5gzwIkpGt89sxydOmyPdeE2i+jPF1ev
6odY4HWYHEE6QVZEEq9u7odhEtJrnSJuh0PJPl07MetI+/rnS5wuU5sYQ8CYskmcKRlYJ5eAVZhZ
ik9+qIR3KdfhLLPB1jbOG+fsL+WIl+vASDMh+SLa4p3MSmcENkO9eDj0fv+c1F57PUCC2kEZrAFP
ueWh8PIEKcgSx+IsAbeX928wahznZDTVLWA9Itj+IBnxz8+jaVcIxpWF1h8KQE1XRUZtv4e9iv7J
uu5H0DmEnuO8fsbpD98rLda/4lJoYQkovSthF20aIpGSPU8tbf2d76IbjRPzcr6tznxGc7Rq946t
DQ9LH1/HnX/Tdm51bQOWOOjFdL7lGzay1INp39GcnVr9AFHxHXwweUBGT0Rz4r6bigbPvS3+1DSj
HsBzvoJPZp5xG9Br+mm3QnLfx/qS3OH1YYWLl6fgSSXaSXHzjn6pu7OyXABfyvNw7l16BSK9mgut
3CEocD4CHqT7LoCwuEkIwkz7DLS42As/qXeJtTzhMoO0kAMDDQvmnTOdmcZs7Mxp9K9sP31jYZlq
5fw4udXrgHXuw6FQUi+nMw8OkVdO1dBDnoZDhTVkAWICO0a2hluXXaues1vstGn0Lt6CFWObyoNL
nfA87UzxLBFhlNKc36GsS5GTmR1aW+UehgpRWBxktHCdkuthsoOkB4sQ8Mja56Xnl22f0A/v9OQB
h2WaKrk84xCxMUfpICYK7/s/X2BU4SjGodLC2zoJaNdELDbaCz0byKB9KiHxXyfbcIdR3POfL6QO
1F/Gk6PbFIZqoJkne+qsw21FzAtRalEWZ3W3IUbjETOulBrYtUqkmXbTUH7NmQfBny/9u00E4SOL
AhyyLSzvn1eWMAG8t2Pb00Zpimd0Ya5JGvWv8VZnb1zpJD2gDkNAI/B08thXQQidXCneBhtLy7g9
YIbz3pYU8trS+pgQZgAhfJ/F7bc/P9lvBtUxKD5BrKdfSYPk5yfTtSmu5wKlbzFm1m5A4Ym+c4C0
4xjFrX5tFXo4ltUbD/mb4eSiKIC49CXV2/z5ohp6UOVCQ+pQ4VoU+U5+Zc3gTjFzq9+40u+2ZYeO
qtoW0fVjlfx8KZr5GOTAdz0YbvucrIDsXFBfSCqHE/jgyJ6X81mO3zsxIFNYFX//eXR/+6DwG4mk
XBqwp1PW6bzJ7X3mDQo3kAfsa6SF90O3vPGUv5k01L8tJS7hw2k91VPxUbka47juD82Gqoux1fdZ
jwznigcvWht3rV774Z8f7JSNqOapQ1bJmU0qDW7rdN7ATtkW9PMPKIPanx2kY4x2OE8zn913LW/X
Ff1yBKXac2dOjJ1n9PlXb2h38+g0e9uZt3PsMJ23tO7U4jjZIZQsBJmCbWD/fjqvHLiKXp2kvOxY
7NGHAC7srY+t/zdw2jJwtwXxESHfY8tBfQ607htR329fA3xQRc4mu6cs+1M0g9VkbvczqbA9I2Hu
zwcwnlcGvqmrkTzllEmjP78ENXdPH9eEoErEwZ70ixjD6mgJJ5DdHcrNvzC65jNp+Rvv+XePBHyA
w4tUi+LQSfQEpVOW8TZ3kMZSa2+NUx1ijLTuZ339kkCFldobF/wlA1ET64cruicbYIIi1NLXK1ds
2niXxxri38Bx0ROdHge7NRacLGsQlY0Hg2IezmxCOekUX6G43JROe4Yz8nKI3eER2eXrRCG5etdc
/gd757EkN5p253vRHh3wZiEtYBJpKsuziuQGwaKB9x53o2vRjekBR/13VVaqMrp7pQhNzMyiO8gv
4T7zvuc8Z5sY8c+P7/65b1ulB6WvMgsOgScb5xl4k1gMfe2nQkJQ73QclfoabOjdvxvm5KVK+z7S
9X6ofYwUooscFzrLlLqBOEYXZpEz20dgR39dkPL29S2zxooXtPF+vCzfcRB7+SDcZL3+1OXTpad8
7kv9vc5RkrIsjKhvx4KnIkdqBjwkUQDkFupViiHfblLpujW1I6EtO4H0eDFWS9/QwvuPb+m574ZG
uk49DKYF/z0ZfIrjUax4xXKS55DOm8NLm0/VhVrjpVHWf//qbFMCGZIjdmb+bA4OtQLcVZdqqWcW
bxP2Kc1AJn4ObyfvxmQF2J5rpfJB0x/JRPmCieBeapNbIwoexDoHhUigzIXX5OySaoKDYp6jNQUG
5e2FEf2Du7cyiESG7OCjpwm9Zb5HybjsJoPJL4gTR9RbaZuQqbQLJPXx48d3WsT9vfawnnPdoPTY
eJ6cc5JpDiZ5giadV9LXss6eiRkIsZCPiGzyT1OdflGr+FcHYh2Yo5TbeZm7H/8E68zHz1nZUonN
5GdAjXx7D8qY1yvFYeCXWhP4hE39jBfpfigmw25wTdgD3jtkwdldPTbKPoeV43eD7EWYgbyJc6pL
MSW9a+cgwudZ7MNWp0vTDiSSWybGJ31y6ylNdxkCc3I80EuWy7WlDeEGlfYD6oX2AG3mCQoQvhoy
SqbJSv2uQy1aS0nqG4imHUkZRJcAlV1WF2DoY/rGvAyBUwgtphCemC4sM+VviSYSVjIaEintH4Ug
kwiGt16qt0hodtgFo32EbMcFQwTnfMyPoE+7K1WEaCsvsdd34eM0wLZH+7KfmukqNGPFT6O6Buhl
Jk5OmAoaZ5psKrUF1S6Wli5SnG3Abj7o8SxvZiHUd8Gi3ESTgu0Y5q4XpWPxRVos2RbL4EDCIwKm
Rcjt1jSvBhyYm1mk2a9XPWJZSUJ80nbSPm1MYS1U/MpRK8UtrMdi3sUogwhjsKAClI12WJsPO2Jg
//7KDyRNMhEiSCIL8sm3HiQFvCtxrvxuLJCajEtoEzEBlym+Da3knj914SM8sy6bHLjoJbDZWM8K
b98/4DSAp6K68jGtzNCxzdDpI9EDaL83lwGUfldcuMR3JS0WZiSOsrKisekU/a4+vJrPVARCc9rq
JZtM7Gdk+6Qeha/koSwMsv+K+Ftf8y91hCZeZWl3eZ7/rMruip9WHEO5Uu2girKdZCWyq8XTfENL
oXhRBVnZ9JLe2omZoYr++DM9N1PQc2eaYJaS+FRPJsjZzNPZssLKb6v8yjSqfT+R2bLk0Y2pkG3f
mJBOg2RJXKuWfw2C+aA24yVq0JmpArkGOwToVcxY79hvY60YXW+UrDa5o2U01MdOc6KFHKqPr3Z9
yU62g+gI1vnQ4pIpGb99JxS8uBgaJ9LO0/yrTnI0B44LO+x1an83xKpTgG0t6Yhu3g5BtQLlfzOQ
azPKT+3YtE5UFLBgoy11mZgAhuhOD5U7o9XaCxd3bqkDOsaeQdPQUbxbdEgSxRorlj7unv1K6Muq
4BFHInk9xa22ZisWyXD8+IauH9G7q9V4idfjBDWj9SN89canZmMuYidxtSnJYuRNPtRa7hkxsAM1
GC8Mdu7W0kigHrx2O95VN/oZ++4EycrPNP1WwMfpqH3upIp+qAwAsarxoNT6A57LC83fczeW7sVK
cwMVTr3q7UVqo45PVZUqf8DZJrVeJWOCJVK5d6ta8rR5FSik6fPHd/b3ifTk1lKk1FAymTIlMnH9
aF7f2gFLncbC5g+Lle5ARV/B7rOYx7UXJZ1CgIhrwtKUvwCB2FJecos0PRCmNRCgunBbDKv2KKrm
m3CcFydsFM3EdqJonlAy3TfJd1WtqAUKrUdUZesQjKUBJGseULK+WGn3xagWBa+z9ElJe83GRHO9
GCkWLLS/6OOib5Ui58Q7oDrWUpOYE3OwezUlINFKI69p1xAvoyHGCYGJO8T1w8e3R16/o3e3h1Ia
h0goZyR3vL09WqbqFfK+0p/anM2UIZALsh7Aqla0m6XU9urcG5sqEPfzujuIBLn+CqxhgxtkeRAj
1UUP3HpGme+0pUw8YqVVbkatOkmsftHNJHeTMLY2xDtdqpSdWZgA+yI7B5iK4Ek9ebCghCFMNBWr
hA4XEor0YqOFltyxncIrs+Kp9rVpXvh2zhwaYWpTc2c91HXa+ydnsVUeSitYK/1mVLtNP00GIVZr
ghrrMiWQStzEC1m6oCuCTZXFkgP0lakkKUTc9MonzdReprF7gvuFPkZc7hI4O/upzmpPLC3hwkp6
ZlVaNwkK+RI0VwA9nXxyYB/C2ujVwhet1ZucPBIU1NnQUzAs43ta/zE/E1u8lFUDjZg6347yKF3a
w757xyR8PnQwuWm0qk5n1CnBtxiYY+GTiHXIZvFaFCMgPADQI/KAZ+tqjNnCEm5yYSZ/f36ArA/G
UaXIiUqUd+Xk5SayFGRLXPpZX8XkfVt+FS2pPXcmrq+XJogeeEvtSeuPSAk+/rDercUnQ58cXeo2
lqJczFgiu3mLoXw3l/QPquHCE74wzGlJ3BzkLIIzzUdgDZgX4DR1rS+Xl+pN7xb89WqgExNnwSME
5/z2RoaQ63oFoIg/EqS1C3QibjJJvQQsP/+8IFGsLXMUrvK6TL6aq+XF7CHvEWbHkWQjd+pDpKvX
ehy9DJZ124fISGhqHQii2sq96X38wM4PvgonAdax71RO5pMqGzoOAyGDV8J+lZP0QfJjBiqD3eJb
3dW7ECCEYzaPsJd2F8Z+18BZ7++rsU8unEDzOIpIFPJDZCGalXmNvnZqOfTNulsMw2OtJp8nU3ic
2urKkrQLH8q7qXQdXiVLBNwn/3d6ug8LY1oAABT+YL5Es4y3LDyM9Q1m7S2A7QuDrdfyZsU5Geyk
JrIQ6cwB2ij8fM3TNWUbGZ2LcZ2qdfYvhzp5bQOoBzDNzMJvic+Cl+eEzH7ScC9TlP/4CZ6/KI3Y
APb+oEJPZhpF7atal/hAeiypXqXr4NXJleYou8zXsq4N/+TKaDVTWDJlizyZt19KTkcSrSBXNltN
T/BaupqWsmoTNDkhMJOSXXhDz17fq/Hkt+MZYzr0cs5DAwBza0jjsW3qXY09QpS77T+4lcwz6NPY
Eb/royQz1WHgQhAOUQrblaleW23pNFmOkzW91Ex/tyddX8bfEj2kKHhRT55bK8hI3a31umZEXLqO
fRo/b291Xlsvu4ScvVRQPn18ge9XZTr3K1j4dwud/PCTL0BtREHsgvXh9bFTzrLgtkH00tXYTMNq
J6j5VR3VuFZW2kZnPGRDc+FwdWbVePMDTr6LHj30KBJ549cxsptM36p0KDJzvP/4Qs+sGrwynOAo
WdM8OBUgZrW+wLXm5raSFO3Zm9d2mPaXXk0EV+9nFIqEKNRXwCcZHiezZwt0lmBs9rC6LHwFShcg
w811PFq6k7WF145idDdXE/xTZf4+VwnNW0p+bioTcoen+wFHzi8strUdmzL5bmbS7Lqe+lpWV+QW
yvrGWBqy39tDXSrHZJLvkByXdhLr046A2mEzxpqAfrAe7R76FKAbC4KhXH2iPtVezSW6U0is0yZs
CvUQYNtdJS89EgjyXwqnD3jPaZYTRlaB8fDbITd/lYMYbhvC3K/KId4OhXA79Ep+SBnJhYiHLHwU
91KvmO4yKFBC024zrDQc8i+9cbDS7YDf2S8Mrp7UzR9Vl6rXdaB+DqlvuRM93xqWj23k3eCbqvBJ
SbLsiof0lSjc6aHjdOyUVrjYslIt2ykks2SZAwOcTFnYspbVu3EQelcQsGcSb3/ol2lbVllmWzmy
SgOI5l2UqKbfF0Zwo6q5BPtCQkdJcqqjapyadKlzSROG5BSIX6q2fxxJf8ePKN8YgbRLpYpIQn2W
tU3TVjp6A9n4AjQeXJ4mt1e5ocAuCoX5iD9wdKN0Ce6iQMMTFSfNnma56UDQEvZRI+JtXouHI3Hu
P0m5r/e6PFfXYsPWc+Uhzn3YeFbSabjJ5eTKJFnREXN1h99H88CWibuRRAoE3vR+8mzcxSpmxkKR
HpQ5/BbkgNCT8SGWlHEfS0YOor0pnc5MvxdqVl0PS/PCMXvhsi1XoX6OrWvpfEXJEm8Uy+2ItsBT
EYSxBkLdW4U+W0KIUmIZpe1QmY6Fw4OIg1nxoPFoLm1jZQvt+obKO88OV2LkkwFp2Etfap/nCnws
CMCkPyDOmRrbVALA+d1SOESjj17eRHsiX9pPEiIXVOc1bBEjl30pD3USN9Vyr/btBNqEUBMnqRsv
CcvPpdlm2COTFGn9ON5h4A84HSr9TmgxP+qz+DySmg64N0xvm6BSBNAwiWG31kT2rRpc6aaguoGq
jl+1okn8ghtPniIqAGUzFPjDtsMkCUddrdOG8nGjFTgwZpgnBF8YcN4Bg7V3fdHLPnaLNUxUTx1A
SoQ4CDVmwqWqDjmtih0gWU9rWyi9Zanzx8snQ+y2+BzLbxrE312QaPeco9MnepuibA8oIHf1oHff
IqXCZ0A2RmAXczv+1DB8qnamjkO9t+Qa8LYwC4mTJv1jPEtbg4IFmUiR0wWTVwmjk5NXusmiTt9P
svbFiCbpUIsSursqM7CeGssNosDGGUNh00Pqsxel54Rct33jSj0nNqTCQeYUizX4mQT1CXPqOF7J
YfitE0fdCzrW11zREsWVm3BBR428zA/NGXkhx55rIwf0WSmAQ21gJW3oKPkiQ5/AS022YrM4ldwi
UQrDWvYFox8Tp2omQ/SMpKxuBKEYjkZuDftW4pvZSAkEhFwX2od4FqSdmpX4o8dcjb9PZXBjRGbr
wPbTvXJQY2cQA/FOIEkeCGLJTDaDQyCIedwNY3sNbmF0grr4oRGspjlVFIcefl3MqUKsUZMMskDf
Sa0Wtkjjm/FaK7T7dM1K6DhBW1RhDmkaAUCsAtWthckRU/Um7ZNbpIp3o6QSEV49V03yo5krwYZ2
eNCy7NoMRdCt414FQmIbsY7jwohIlG6kZwGMIQxDJBi9mVBJzrL9jMzGX1rCq/XsjrhZKjE4xj1i
bTOX88dn9AitC6m326Si9GxorBj1Sr6bQ+UWghUUObwF/hR1t9TsfuQm78XUkkQ5jOFOitTRYcl5
IlImwC1n/GKg3smQsnX1cAiq+FPRq+6oPA/dghKz6Z9bPX+ORM7kWIc4JIvV/Wh1D9ChjkJeEATb
lVdmbHijoCJ6qu+HTn1RDfRAo746H2ea0vE25M5Is3UndAGf2JPVN60tkGSPl2xjmv2x0MO9YRbE
3lsjxEhqUe5cU0jVm+gqKDQnwB2bDNxA64kMYKJ/rU9FEW+ode9KNfoVJKQ35e0xzKJDpPUeILOf
YlZ8QhEPdUoa90sqr8VSdvE6orFEeTAk4cDq70gcSudY8ymeE4n1BU9/xmcePQ/VmgdoYCsek9oZ
0+JWVpatpTMXTGFW3AsSX3q65E/KMNsj8ClJK2/oFTv60GmrgeZ7NAQDs2t4rUq5q8bSF+LT71TI
zTvmGbs3za98U1/TYXYMAzzRJBUvFgW/MMoPYtOYfmjd64GO/3Yyv+Vleuxy/diAI3OSgddxJNd3
JtO2CzRpq/APJiUob5Mwytxa1aDEYfpMtcGL2ZBAoOoSV531zlHNxVfr9j4tpp8j3Pt9Te8eJxLg
A33yI32I289zNA3xnZarRVPeQQyYIg+NpL4JyTjdU8H89fE27NzJdhW2g8whS4CN38lhIZgCoxdm
KmUJecfAetADovMzv8jjzSyLN6hxn0J13PZmfOlMfeZgSc+dcq+oIZWha/X22FAXxObxGpV+2zaY
6cxt1sEaFh7KbLy2Av1WqYRdINJRhf3Mo/wJ4m0/N8ZdJxmHpf1Gho/bXVIEvN/8otLVed0oCq3H
i5Mt/6iWQhiafeGHGPsB5dhLXjgCatCP7/r7TSnoYppmFlo+UhVPlVIpCEKLuOeCFx8CZCzbAlyq
abkfwBaJYGrL+lJB9P2FiahnVBETDg0TWglvb7YqRjXaYKono6bvTNKZ2WwfgR27H1/YmaPg2hfH
w0MHUlFOK6CkL4srVbL0h7bfg1nw80hADdmAJ7iYCLXWJ09qBYxFdVckTk7SjZMqmlrqYwJFF2lG
XrIBCDb6/E0unlaAqwO5iKaQorozpWU8yRdO2Otf/cHQp/JIAKewdzvuJlFAhzCmf2Bl69Jf7Uaw
grgmW/qgxn5Qzb9/1H59zaffDHBQocnHqPSVwHqUGjJAimrT18W1PHUXoiLOvTGUEEy+UI5PiPLf
vjHToqVTVVB2EgqOmkRFcUTBndRfCNQ5MwtomiTJeP6g0NCMeTsMMSWSvtDe9/uxt3XrWc5GWk7K
FnSXlwrG39bHw9dY4xSYcX7HPZx84KLeG3KVdXwHc7vXxWEPCULYNmb6sjQVJURurx3Myqewjva6
cUkHeuaekjFB59rEU82vOKmUpFGWDmVe8viWnI5AN6dgq3FwNj2MiY+/xPdTjIj3aK3XgTKn73zy
dUCBgQLR1CX59ot2qLScwLYcrgkainibaoi4lnaZPHPp9AttozMn+1cjYzJ8+0QroWBuMLhIozV3
a/cwMFX/44s7M82sNSAeI1GcaI9OnmK46HW2xHx/2twdCn1rYqTmOKHpyoWBzrydq++duh2KVpUM
47fXkutWEwUjc4yZNp/l+r6Z0x8Qs7y6DQ9Gq1/4us+9HrhSqaLjEqEnebIiLoI5NSm7a5+WmdMA
9W5KAj2mS3fvzANaz4dQMQx1de+ffHJNnC2QbfnkkCR8bVZpoqbeffyAzg5BS4BiPe4sKlpv79uE
bV2E8ErnMJ6Pep7X0JfMx383xvqSvGoIhPJEKqvFBJXkmkPb0e7SS02HMw8EgAgTIEknKJt/N0hf
DYHqZawoZxR+Z4k4TeMfA9TdSJz/werM37/6ATmoohk+uV3DBPlH1BmnMJanIU9eBgW3Oapx7+Nb
dv56/hrn5JYZajjUWkVtD6mOYC/p4I6m+VhT0f94nPOP/69x1s/q1X0TxllBg8f1YPG7Ew3iQ6At
X1iDz45BLuZvPxVhSyf3rJ/1RreCdX0yAq8P5G0NdvkfXAa6JosCosFkc1KLrcyZ+K6SyyARErpW
cTUM6vbjIc7MZJQaEXVgI9S4lpPJUhws1IkW5d5yAUUR9MeVfFDDvFisS+38szfMoD/HthY0zmmf
TmqCTOfxF/60Ym5XAkCC9/vvXw7qGMJ9efhEFq2/4dWDl6wyBYusFz46pGtybYFgmsNGrWNHTMwL
hepz17Nu/rDUGdg4jJPFVB+7TLNKkbE68W5p70OwFB9fzbnPRcUeskaOo259t82TmlInZ5GHM+dX
66lyNcbnRnxB+3JuGCQoFvoXcnDf5yEjIDFD+LK+YoDyILGCOGRHhwDy8dXIZ3atLJcGu3O6J2Q/
n3yVC7VwMyCgAHiedVPOVBMJlZeg0VW1a1TaRkhQoFmG2zXaDpoUDQfZH9svqQ5HTZeggxZO+p0s
JfYQi63WRF7Ilp+WFQTDZl+M6kNRLp5gpNtG6W1JuR407cICeWY5fnMFJ+t+G7UoASyl8LNOobr8
0qmyn4jlUVYbT5Ub/+MbdnY0DSmbuLIp6AS9fZlDqwfQV/Eyx03sissNbE7wmaBcy1+xdalJeO4l
YKfxX4OdTM35hH3PjBlMhInLemBHvQFv7/mfXBJ5vuvGEBXlyQ6jiNKuNSdu4EQKNR+MM4mRH6J7
r9jb68aF+fP8Nf012skXOgzUnCtiHnwwzxtDmX1NeIrkC9vN84Og4wAvweq5EpNeTznBYBAPUSFj
MYXZE4o70QI93NQXLuXcPM2O/b9GWd+VVxNbNoAPNnSZtlwCQdo6LL+JFJMnqf/yck5e8QpxNJw6
BhqUEiDg90z+otXyhang7JuNUglaKCdo9ptvr4a1zhxyMhfYB7S+MP5S9NovBcOl3OUItXXh0HX2
3v012qmXBu1C3Lcjo0Fu9Cbo3bCX7dkkJKH/2+JTJJnWupoiE6GvePoy6LVYKaI+8zKIpLCX4yY3
jQv37uz79mqIkzeh7UNTHISJN8GQXarKZtm7kfKP3jcMu2w+WdzQ+L99QvRz4oDuRsE59ahFIs4N
UlVFTsWXTJBnHw4LnMnSA9vh9JgfqrNBmBWraEfLbTJ0b5bIBJNBmOQXVtP3I1Fbkzj9rro8+V0J
qpArS0xitjorWkhR6l3b0iGp+5uEg/fH09z7lY6hsIshFVd+O3Xf3r1BriKpx/LmB4KxMev5CfmD
H0nRtZBGfq5c0a4tku7CoO9fDAalxgZOCKEuWpm3g6akE+g5XHE6F4snEgtcZtd5O154/d5/uowC
0ZBzIvtGDiVvR7HISVwIfOHFSBYPSwkNwByk2HM8yFQV9AvP7Ow1cWymIooj+J1yvcZUpoU131Mn
pC68MD8T6BeOk/fx8zozjEQljw92TbYls/XtRdGFzNIomXM2WqD0S+GKK7frvrgwEa1/zduyHfV2
emeqhm0IFdn6M15N4uKCwjdOzdwPWxFQuVmJ3aOZ6Mkllfi5y8FPZlgGYnsdtf3bccJiID3dgmOR
l+oDEYkucMRbzC1/ewO8yusVvBCc49GnnMwR0pJmSmYoOQrStHFMDY1kLGgX1qMz75sGHZr/AZZU
2Qi9vRYyXEgX75bcl63Z04h4y0XrijQKT4bBQpzty8dvwqXhTq6Jo/UY0LfN/XqcN7QkbqBd2msX
wFrDKMr2yz8YDuII/B6K1YhE3l5dEZWiPOgDw1WgnkzLJ8nTjwrFzmITFld74eM9My8heWEG1HFG
cN4/eTFIr47GRsxzfwRQPUnhN8JdISBDM9Su43ne9rOxFcJLG/8zE++bUeW3F9nrVbqQjpH7qBEI
2FpQuYGaA+1PMOt/PuS/hZf6N+Co19yo/+H/LK+/5T/b/wdAnWt59f9Ol/L7b93P/Fv27TVgav0j
fwKmzD9YfSn4GSgt1wIgE9f/AUxZ8gqYYvO0rph8huu/Ksi4i/77fwPTTnGePtJaPaeYvX6afxLc
lT+wYlOxgDdD8RcU999CTP0+Sr+aOLHysLclp4ffRhWMCvbbNygd8xTBRZHSvZxir6ik2i61LnXR
K92KMbEFnaRhh0jCX2YiFY+i0QirRfCO5uI2SebGlSPywuEqhLDY5HkXaGm4A/s+GrbZGl7AqjwC
NSTQJESICWXkRV5gkcxqBRp5Hr+WCelchGmT26H19LtVTD4Qjx0+6rvUHD4XeQ5ALhi/SdWIqCEd
yB2ZzMGr5zly5LH+pZGRwUqpAwZVdGfBZOjDlwEXRWsPbgJc6Laf8XSbbWn3Efsuu1W6gC8li6pt
wZ5v043iYyiBkVdiQ3GzyDSfQWOLnZuFagHdraFfrhhS+n3u8CXOhGNu+Nf6UR6m+a5KCMK0FXgT
2yBWWtdMc5UswICIdhyR10YlXU/cy6M5tsVGjav9UBuxr5g43EiAcnRS3NCFjVV7AJkdG3YBMMqH
Eap9rYNecRt4w8dEaq6rRPokBqhMCPHTYXcI4S/MBg1KScu6Llf5To8YKHRxv30x06x1JRgYdpqn
sNrVQtiOaV0RjTGiBYuPatssGzVXtU+k3n5C3kqJbRTDYxH1+a4tTPlb2RRwhOq5U9140qKv2Yjo
q5AWGXNZOrR7bcq+IFaZf2hG3V7FaqbvEJTMn8taaF/ksv4mLnOh2inalc42lFoT8ZeQNMN01U/c
TWtckJmMhpNMTbwbNcG6oc+m2LVW1nsSbgXQlkX9SHxl7FR6K9ixBT6jkrPPixrkOzOVencg2flg
tqP+IyQWnvg3Pf0Rg3xPbBQXvXwX6YUiHDuCt7ptN8kdtrh0yq+CsRMSj6zidL+QaKs5wxQMjTM1
mFI5xpNYN4V1sSVbB8VJYGZpwuQtF/cRaP7EphsH8nokeLPUjO5qCTXlCrHSPTBI5EjD2mUvjAEP
TYTZoDGf9TG7tiDGkkY4O3mVPcsdATqEpD21gdW6SjM/YJtRH1jw04NRRkVlS3Wai26Pd7d3xMiY
5+cKBWT9eRCy8qjVirntGqiFWtG3z5MwxpsYVPp3IuSSysUutDzobRrsSX0M3TDU52cxGNvNNObd
Q4Jr8yrPteCRRCDLTwQDKngzaSacQ5JT+oSKnsGZ9D4tm+xmauP8M1nxykvWl+KVIS4JmbnA+Msb
eR4F3odciTcEngjPZa5Ptz3BqfDf5Rp1GnsL8AF6LiT+QPzQttLau6aZfonBIDrzSLyA0VmGrZt9
5i6SJIGsUvp9vIL9oyi/yYLgcypOrjAY4lYYb+oSgOmkqemO0nBMPTj/SajWhE5OKTb1IG7yBME6
2NjeVQqBzB5Fshy1UKdHKZuJD02cFjeVV+Thpk+gtgVxeC0n7Y9AVLqfXdTQaY0tCUC9qqYAIQ6q
FEXCJ8yoZhRfNaGQZe11paaxNnvhSLD47LVsRTE46VogU5Vox6p/4lB+WAJd+a7gZ/vRUZP9rJWF
fhu0kbqva3BUTQd3V9CcnvArNELwXgVzybZ1rebbamlwwq2enrsk1r53HeGFyWTpjoxus4gGy8tU
abGDMBqe2ihQrgvhHv7brDsBUT0uBrvx2NdTSQRNklxZZhp9SawuuIHJNByDOA+PfV/gN5LxAm0i
UObXed92AOsFZYOz/moaSZcNjIPZN6U9TcWLPCs7TD2RPbQFsvaqd2QSnnZB0Dyg1JHc1hLvtGVC
2lQY7lh1tOYJYwYIPk0bIa3TfVl/qafIiYlrtkM6swegG+ZtkwV4uqNquLGSnNAa0PlPuQHZn2jI
orXR7kMkkpI1F4pq5UZMpdQuxckgM8Iw2OhIZRl7qDDdpVm+Z7S3pqrVU1tUxmFXEZLlFnGk/BoM
nHqgJWyhH+a7dc5kI6YfoQQPuP2kA8+LMqMuljsSWgivq2sgenQEHvW03iAkk27MTCi2pBNPP2TC
DDdj2+q3VjhL+6mLH1oVU7TRzOUjKRmZQ1hF51SYc11ULCMOxybcwrYIPd5f4kJiuqZ20YkPWSOU
90M7EX011Z9FwcwOJKYZnhGGP5inNlNNcC5aQgUJKYwzo7dyMMFRvTx0kvWETtXYFEW0YXdAusSQ
PYdkqtqlqoWuQseZit/c3NI8432cps7J5MVumuBKw+v4lX0+VDIUMLYSZOJGX0Yfe2OxJnv4AZla
XpRb4w2MOTIA0k9qNoR+TdoAmK962hCaYm5a1spHows/BWrd8JiJpCpT42EYl8/LMKYPQ5vUyD7H
4Qq1Zr5VhzZyyqmPNj3aT5c9CGYvFbUiklCkz+V1OPXXLdH2SCNl82AlFe5MbNs7KhTzIaKosQW4
1TiByjom4iPDyTETBWwZiReTkNFy4nT4iSLVa+HOFHsAkt1cgDsObkh4uE4Nth9l3xJmqFLYM40B
mqtOzEU+MTE1CzNVlwaPPVE1Sa9+XjB9kokq1PV9NPUt/Dq9lbVE3StDpA7woSMNyqw8S1XkRUYg
Gk9CFqYEt+HFcgnfNbtvLQmnN7NV3hSSvJHZYqRZ8cTUrdmqLsdON3SSN8UCzIgmSjD4ytuuGNRn
qZM1ivHRdrKso2zUd2SwApoY5qNSqhxdwogVUD/SftlAM3ALFI2JSBFZiHfoNhobVEQB+pqY7BFB
efzMsvptGEIUrgR+WFaq2zOvhTmNTjPXDXstCkFiB2w7qJgZowNa410RxR6Z6wShNN/7KoyOIeEP
D8IY3bIVvY+Ru28iQ9K3QlqKrtymMP0UVjtydpBE2rzzzFxmkH6vy0h6QHa+MbJ1nxYlwNnHQPuk
jVXkalAq3ZBQvYdRzrmXo/VTs/ri2Escb4dJ/T7hvN2Uk9HcCU0/sIgEXYWWNrmiqy5iyOrVYZQj
4jXnOPH6jI23V/Uo3zq7LKN4OTZNKPduZ05leq22cAaOad/muI0VbUqMnWB1ZMNEcTALO3WOkuGZ
oMPY+j7PLYGd/ykZ/f/j0oXwK3hrH52Xrom7av7X/wz7Nwem33/ozxOTzAFHoZRDnfc3epfD1J9I
XuMPjGrYudc6nEn1j2PRnycm7Q/IgPDlkD/Q1zNXydifJybxDwO/FKqcf3Ri4jz06ryEsUVfFUaI
Khmfc9NJjdjIoM2pWd1ummKp7bbWtAcDgf9GCYqLZO33Q6H6xChMJ3yt5p+UFEpdqbQktprNip6s
8w7TcOozMT6qTXDoDGH76kHc/ucaXqeqvKvPrLdckoGm45eH+HF6EqxEc8Zo0mz0XnlUSe9ROFkR
up2AT5qz45IQYPTxiO+KaeuIwJVX0Bv6iNOz59CQDDn3jAjNllj3tvamofaCrLgkKHiPFmEkmbot
YHSWebiHb0+5WlU2SWHOzaYOg3a77s8Q8HacSocqnPelFKUHzWi7R21OKpbYAXjc+MDf9HVQq8/5
rPtFyXJAXIC1EKvT3IhqUHm6HOwKtjz3Wp/XF2QW78W7q1xEJMtjfce4Q7zPrwuaiUzBPbPCbJMI
3ZHw3qs5b28N8ojoUpM/EYmDO0CzsHOyHrxlbMf/lHuowoQ/yzNvw2/G0ZsXff0B2HH52NY20qk5
dAo5K5eZiYxNarCCFEyqh5JFa2NNnRsbQmGj0NlZkuCYMNoAh16hfN1PofZNFMdDGU4EJYrLd0SA
l6Ar66Wf/DKD4FXExfAkVrHd21sTE8wcacCiN4Gcoklny10i71a0FvtWIToEHVI+V6qG8CJZQ6hO
C1G5/fjNJT/l5EcwESm/Y02A8QLlPdUPJQvEgzi24k0+9uEvIZm1r8ThapFjsZndCTKhdXbULOlt
EWf5FyFoHonKIr1TKMLCLghd9IYKtPwim9o9f6zai9oibuAPqBvFGB77oOcgSkyuY/KFuFZVPpZL
uZu1MP08BRt5UMxHFfug4IX6qLJ4IwAcKeEnhuwRzQ2KCazA0l9xFGeVDNRBfNGrzhjuQyWTXswi
S66LALKVLRFT/IVU0+655T/PQhmIL/NSjhUbhGYx3EIxFs4Dcz3dJkWcy9QbgnnTVonlD32Tcx7S
27XYIILvz/P/zd6Z7UiKRGn6iWixL9JoLnDHt4jw2JfMGxS5AcZmgAEGb9PPMi82n+doWpWRpUz1
faukkkqlcHazc/7zL805mIm1jEkfmzCscsYctcKYdhuCMMr3AZUCyQCYJrEMlU7Sab3uG1Utu5JE
1D0j+Va/gtZYYr+k5uKfPH8iHdgV5ZGkV4fUa0b2Z5QYbTIRzvq95mBPDuI1n6zMsLom1ALX7dJU
P8hbEF1cWmF6rgbVvi7Z0F+jyjEJVcaXzYtJded7Lsh9u7gEtNW10wfqB2GYy8E32ui1idKLYxXB
um9N4Kdn1DrzjRXgqzNZlX2sVFHi+C3daUuILBiCKkOM83qmE6c8V4zyJrddDk2VUgoOxTQZsUf2
qt5UOC+Ycefj3ZhTn437YQ5d7CszOW0gbPjX0TogXROVPXyRZELfZqMnlyMZxJIU0yzgYQKrmW7S
k2a2bjCExO+Te3nBFFxTqFPdmf2RSbPkIr2wpESjN+mWY9d7VnmUbCfblOx6b0PFFOxyj9SzqZP0
XFDx6/DWLoolOxBKZ6bbySlpaJFSrRuwFauPXUc9u5knzG3qDPrddjvqO0tIdFNlTw5HMq1qyW7W
gTTGrSkEHgtlKe7T0iVTZ1xq4ylrQ13SUyi9bbrGcpKxnIzii7eGpN1pv/KhsqK3ahE0B969NrAv
O4bZOJ/boah+9MHifg9VOmecrQVlJQ2Kw2qWzU3nhQo77EtA7zRJTGXCOzLa9Ib492foOTdkpwbf
1qh5lARtPQdNXV4ZVTQeCgdSd2r2strUYe/eplLXcVNdTI3XjqZvcmDsj6l/v0RTfrQgVyZeGWVb
QgKdwypNvUErIq7ywJ7ianS9fehMPSbVI6IuW9BUrVH7PHRZ+46D16uhs2xjO0t1qCTU4Bpx5ZY6
9wtmy9nOJj95W/lLulmtNoyHXhn30DhIUxThLGOdE11jEUHTTvqEt1RwNbuddTDyfNxWRd8fReu7
YFIw5VrHOiN2cBLDHm8Xa7y27Fae6ijaMVDUR2LLrGTN1XpYrfARUg+lODHA+HVTfDeVcWu2DoEy
VpYnGtcz3GuD+qha/Max1G12DkAm/KJofLN9HH2azr6zZ/FDMNs8kuGMI2BqeE8GocpHsUbFlRbl
ly5b5xuin9cfWljFc826+dYHdX5EmlhvJ9Xco6/xgQVrVvK6J0jOujQ1A/dkKwkMPTm18BmLjvgj
Z5PBh+vyieGNuYJDL73cSgacxXauq1cspJ2dnxW3ts7ldpAtecWen4dFbJY1VZut2m0vrYe5wKad
WKE5eqLncrfN3JyakvipmHy7ireq7s+06/lDiT9O4Baf3NJ2KY3a5sr3yqCB9bZ6r2Rkl+cUL6Wr
wq+nhBFld5pyNW7bAnsfY26Do7PM13LO9K5pq+Lc1MX9XFhaxP5KBZlIt+/5osnEnqpl/JEbIR53
qhj2pj1jOCS0fB17ZKSxna1i70ur2vZZdazVnG08VGa7TA7fhCsJP7L77tbCGafZuq1p7GnFxh8K
tDeKq0iAia1LXx2CmbIiloCum9Z90U2ekZCi12tX+9F9U0fLyfJVh7DJFadABM5LzmKxx6ICLSG5
mdeWwvkm6JqvJaOw29li4kpuADnCw/oQIbA5hAb94Nj6NH6OXp3NGrnFdddQqWSB436uEeq9VY5q
TlWjoy9+r/TnqgpX3OAJ92LI2TrXSjXIPvKCfSWU1UJkgOPddS1VoRCFeoLetu4IkZ+BaCq16QJH
JBPwGgbs2XIk/9DbFLYJ185O2+mQQcndKT20iSVWJ06d/FOfZ/gHDuMK4NAvw5ktmd6ziFqsmPru
2iS9MQkLG5GcJlW6y/N1XxQ1dllO92Vq1tPUru+lDFCjpaJCXKkA3cL0y8DylIR18xANzro3K+fO
Ge1Nlef9e43YbY8e09xAmhqO+Kcn1lT0d2vu38p8fmwGbV910v6aOWG/nWxGh3lzEf+mJfpxy9oM
KFI33SQDHNCqclMb3ZelmvvbPtURSiowVBSdLihwYS3pvinHOfEL9u3Kn5sNt/NzveT5HZA8U0Kp
jO92IB4yVIFZtAJchXmVSIu9DSer4rvfSeuo+iLfFVEe3Y99pQFmQo2YccQ7MmuV68SwQfvYlCxU
OEmNO7Gg8CA88Avo7/ie2/lQkbw26PNKUPguR7oMNGH37hvVhn9e+bpyok/5ZA56FNVzYagO8D2c
niTJ37jmDc7TVIVjtwlRt6fKHyWOjW6/rVo/uu0zBp0jJ/2Ii9j0OeqNAsilL3HcBhssrlDCWtfz
kkef1nL1SRNN3cqMlWGbL3wJxZE5Q9/HwHvd99ILeYWi3FNv62Ll95Yx630h0yyA+YjcKZZjaeFo
6bhpsykmB8G/tSoVbhcddtQShUNNV0izkDAuw8BCRhoxsMeXg7wlufT2rZd77Z2B6y0IYN23L5dU
NnMrPW13hxUvhi4mJKh4aguxkg41zKJlzOGLF6ducKbIw374MYyjlrhr6daLnTIkUqj3BvlUdSu1
Xt5XOJQ249ZbK1YhaVjXtdO556JbW/dUOlmQntpaEL/h1713Q1iF+OZXYZUlGCE7x8FXzjUq8fAg
M1c9REsNP7Fgf34VrAGbwVXNox7bxKldfSWJPOpj31QNS5aZflpKBAx1nc5XjL/mwywzeVMwMvoC
HEaFGXtDE31e5Bz+qOpO73nL1/s5yNJDg7rc2kqcZfe2hn8K3NZaO3SdpK32ZUVmLSqDApy8WrMk
XMrlTtiZPz0UUbjk27Ewa7ZAn8CBQDn8LLnSGz0GkWQeUOMVS5UjN6PNItMqQU4F1g54XslGv1lz
Hd2Y3ejl0TZVynTiXpBmSShfk9fPFSbLXwNaq+/ASssjoRNDtFWV7JHVXfINPJ2VElG2aX4pQFgF
sw6zfeyypsrvpv6yGLTRuHgb1g124aWNeJbp0j50FS/Enswp46w6DUbZ1boCn5ubxLby4c3I7eht
4LfzxDL9euurarq36BFORZurh6ZYjX21VOo6mLvhdQh7iqVgWDtwUXPSL3JZ8BvouxFdrJGtiK87
mJLt0XXwIaXuXJ11U6d68l+qwqMQw8fsBpmkibGCEn4SRgOEYR6t2BEwYqXnqc2XlLxbr5ffWeF7
hV2/Y9Xh3pHMqp/MocqrF+UZ4rhMxDrSEEZGFeOQpl5KUWd3xO4xsw18XT50ds/U1l2YwOFSOW1q
s4Vd1/WwbbNp2q5CpWWsCzvfT7bBHthLpndOFXlXWUMeIbO0qXtcLajKQmESDdumCH7YUTkfymU8
dOZCF6LN4VljVIUoXKyviuyRgz1X9bjxK7Xu7bDJt1MWtfjED2kitbYPubH2McVDflP2y8SewCQq
a/pul7bpSjJb0H2z0xrAMZ2wFkVGbT6tBCnf/+wh/wch/BtCGP0RIbx7b97r//Of/+RTMH/+L0JF
QGopnXeI1gEQAGYEqNj/hwed/wCqABa4cK3hif6DUBH9h08SM8DgRfMT2jAv/wse5PeIToCi7zo+
410fhtr//l+/wCSknP3y3/8E0ewLKPdPcAKnuwsowb/QFbEGceb/xG0aL4gYDmk36VSe74husR7t
YJkPK8K2rR1q+0z+ozpOtBLOJm3s6CG6oPueWYlrxzDLrT0OuCgqc4JoSEOhsPIj2UErYxux8O39
nN/JsDZC3a6b459hjZ/qug9nH1rYQaLvgpDC+f969lZlQH5LIyepCAq/q/O0uIqYQWGyTCj5VjXe
p1bgELkswqA7Lpv8tAhgUEeis2IQhd5fhHmzm8xiR+iUm2gXl4pO1eVpaCTOh/74ecjbB7KOuze6
WHblgi0irQJzawlHzFtbC1wI9KL3nZNPV3lkLtuUHXdbR8gWFKyusznVBWFVxoDA0mC6M4b2jrmn
uOrrWv8FEwVQ/vA0IdKj2jNdwtxQ1X24Hx6MrnasgCrCvtZPlSwGdONjl12lEXGBS+GUb5252joe
CST/87Owfn+TfDhARNIBWMLPMS/n9g9KI11ojV59sJJx5l+riKJnhbxv24aF3kmJz0tABkcwXuCW
aXox6LVPjKe+/vk0PqLC8IMC+EYQlMjxQsj7ATltc6Y5iNhUQi9sxcaFJmDO1Q8jCF/IllyP3Ie/
+b9/hIU5ZIiiHfAfNfsF5Pv1wieZp6PqApWEs8n42w/f6q5/IHvxbwf6/elyILBn9B+ehRTrA8ba
SJZ3b/VV4pKdUcUrVqb7FPbTjqbW3TKHIv6pD23EVML77+K7l4sEuuQbu8SU/mY3nPJkMynJfi1T
JMu17GQS+k25DYcsSCqzf5JNinEARJ7BWl8unUb85wf7bxd/udEOYxQY2x/v8oAnegnvRSWtl76Z
afuuO/9NOFTKHcPsWVng4H/jHH9k6XLRSKFYs4kwwQr44ytd4HNjNmOhEjkP3rEosgFT/VA+//nK
fn9/qLJZzC2wU6yTPop7Ru0OA6FhfRKURb5dIrdhwVJD3JR42Pz5UL/B9EweAbZcdhYsH9DefWCZ
Bv4MsYoxBo/RvRq74LmzvO8GzdumME0Zr6JPqFLAE2jcbTW8/uXwv3+dkGQvJmhsb+yF3oc1YnBX
5mUOh1eO/a0v22tT95+xQfrsZOOB1ESyRrMUsgG5hXnwaBrR51nAXPBWG1qY9vZdFhWbMSwLDI8/
/fnc/uUp/HJqHz4uMFCMWjJOLfDIjmmiu8hVX3g0hz8f5l+WSW4B0x3GfyxPrJe/rha+UcN8sles
q1z9GGCDGrbOS3Xp8MJxhN0idrmZQ7+DCEgVjqeMZo7/53P4/bXmFFigMTqhLEEa/espFNSmoh01
L0HYtUkA2gkfxun+cqW/TRyYeeD5yCiGKR1s+g97kdkKvBDNiaOI4DlbgidVqZeG3bbXQ/LnC/q3
14oPiBkgyyMWwh8WfeFWmPZ5Y584q+wPaxa8FS10JHvM3f3kKe/imLf85Sb+2+WRfMbiAHIEs/XD
c4x6GPFaDKj95PiUwVuI/bxHBojXRu58+/P1/dtnazuBH1gB8SKo/z98tp3hrzbAYZ9UC+kNwCka
I2KU+dkCbpRLMe+lKiYIg+Fbi62VCTbzl6f5r+/tT40rml3ULM6H72OcU8PEXrbH89W9idjir4pu
EjuoqVu9jN8XHguW5aLYauSj1K2wMHrjL/f8X08CmxXWf4jybEIfHjRQdtvZedMnnm7fMH15WCz7
BpnQk7TkC6XdHXvXCinzh4vI29Ht+1+ew2V9+rXeRHlA0xhcpsA4RX54Dujh6zEbsOObhon5xmRc
RyUW/GUq8kR5zW5AVjaVRbnzu8iINXw2HBcdj+Qv8tmVAlVsFmtTuqhr084oDyhkTbQEzd9iRH9/
OWGYwNShIuEkCYX59Qs3wybIVyb0bFzuc4EB40lE4T5gYB6vE5Zwf74tvy+dbCWMfek7CS39zb57
mG1/VKKyksgbpm9lWTx6TgunzfhbeftT4vHr/ecj52DEoyKztz46LwtBnocuXfPCwToSfP+2OqW7
WZrhTuMZiU8jxJ6sx/e9qxtmu3ZE3o85HyTBPyN4etwEDpOOnHjtpgw+K4KODmp2s1g2Newmj2IC
IuV9P13Uz0ihY0iy/VaqhdnS6G4CU3/NQGn+fPc+Pit4X1hgcC2X5CCfBMBfn9U8Nrkv4cwlIw0U
PN86vNcZ0FkIcxhVX/O3dfnj6v//joelFJ0njeTHaJa8VmIyZb8mPdX5VStM737IUn/756v6uCRf
joLJ6cVOnbeQmvXXq6owOqvBvdYEYhlwr8y/rLr4rFx5PdRmEkHv+8sBP36aHBBbVdgHFDWoWj4S
XbSc85CR4ZLYWZC9ya4kXGjs3u3e+mpVgL/1VBSxaN3mL8f9jXhwOTA1MSkjHB8brQ9X6olQCRWG
OiFWCHNUdiG7dZ5SRRhrOQ/OyWbAJzzxHK4/cj98bMzi1g/xIaQCWtv6zbZsEU9R3v5lrfz4UXJa
NAqsUSiFsXP4GGOMwEENDd9CEnUwH1OduUdwYixZcS09/vlZ/5Z9yLFIdPnZAOHe73z0PygXY1SV
UWjWQHIP+7XJNpkDxzeA0ZnRJSQrytKtv1rv3pzuoK8NGzo/Y+O27o7XA1B+Lr78+Zz+5XXAxg+a
DtsFddbPzOx/dKNj5+Ycq9SJADLegfdCl+zIW8Tp+p2R5psY4SpkRZXv/nzc37ZqKEIm3r78wxJ8
aRp+ffHBbFjPNUnDy1D+YECM5TUWpmW9jXRTJHYo1uu5Gdsrv4IKPiGXC+Ku7tS3P5/GTwuNf66U
l9NA4kp8nYddxG+PZKyAL7PRmBK3mp1vnkw/lVNxO5v2SBag+l7Oo/80Udswmrai7KEXcjlU1bqt
7Si/N8L+CKwdXo/kEx90HxAoBecXIoiBhKFzdb9zjbW9D4w+v4UW4h1Ld7WOUbPOSYvf4iev7rxD
66zmZyVXe5+6bbRHzAIlsm+6HTHJw2bQZoysoN5WWAmf2xmXZ8ZuG3thEsEUyD7Co/jSGAH5q0Bh
70x29QORzZwktpSoRtpdY9sv3ezoh6VamzhE53Gw/cE7d60noEpU7W2Nz8Q+h+GSQLVgxD9B5t5m
86xvqpKZA4pCUBEf2cOVnq3yuQxa4e0Z4DrrXz7G39d4NkZoSZBwWKJIefj1pQD6hpJckec8w6r4
FpJ//GxbaXOoV/PF66O/iVj/5SXkwVOt0WKBMP62JhlLtwhvjOYka5wnL3OfeYZf2kB+HoeyjIvL
MHYdDowik2wxvv751fupXf311eNisblGBoGNCIv/rxdbF2sT5n41JZLZyctoSdw2i8DbQjRKvyIO
Jm660p1BIImhH/w5nV8rwxFPedUHV1nQ+j8mMfEiCm1cqRqOcmxUiC02OIgxR0svq1mJZ/0DYLq9
YSAFUzngh0xvMPfSaS1mu2Ox//M1/b6auHy4l2CeCyCAZvLXS6q8BQP7GRKU22fNJpB9cUc2ZEgC
t+bd8XNy2nGYSJQdVH9z/qEQuLwdH24ooAe7F2dA4MPH5TW3UpVB71FJmsNp2pUCQgNeNPXRbkMI
AFL68lNboP6Ip0wHR4YSXh2jZalvU1yWv+mwKF4zbGLpJYvi2AyevltTLwVBKkf3ihHv8hb6DNds
Of2oRm2dBT66V3ZpYVg7W3ROHdarLiS+MDqosdbTziiW9k533qfGss5mUFkH227dKxm2sEnm+nmN
6nenaTK+O9UenWGwX+FPBJ+ZMcmNbNvqptEEqVfQZpDa2N2dquxgQ8USPUyLK8+zaw8h7rxjXSey
dh240FV/yENhP7UXQ7ftZDjJyn57QIUnP+XKtPYi9ZtNxVwNh26JcXTBNvOW1+38DG4TJSWEiD5h
vIVAqxOZ2GDYY5DM5pjciJpR53UxVMPthcNTxUzi2yucgplxBsO0vhvlaLxTZ1tPw+x4757umPUa
RB+1zECRBAhlyU+aae127WZ9jxVztcPaej2aimFvlYbLvTWl7WaSuGsagx2AkwtGirkdBIyfRziH
hjMRyx6H3uolslGtsx26pjvjqKzw9+2adJMvQt940mi32DBk3Q6zgqrYpIZh+/DPFPeCkdFTjQxF
xHNmyk9ILuRu6Oq2iC3HiM5WYcmbYdQpoYBF8zl0uvwKM2msD1oGyFGG0j2coJFNfqBE0reQoVC5
NPUnahksc0FOoaPDezhUjJeSBqITVvXo3xbS5w920ZXfzGwa7xjv+ZuljHDlseb8XNVanBbXLvaB
KLBcblaxCbHe3Qxmzau2QIfICdbOUxMqhtGSKaWmyG9jZwiNE6pH77tWeAhSSJgZsks6XmasCphr
j7wpdDc+RJI9nt+dc1x6mmJCnCZmFbDt8eiVMKoEY+mwO5jM/RJR5sYmExOKYz91jmHdFXs3LMYz
9L3ilIsM79cebohp2HnPBD1CUpLN1XJagyW7D3yKltWT0XXpMJxbRfFIuqR1jZMZvgSyN196BF5w
a6SXoP5Id0NvWnViFs1IEmTZbbvGjxg6RtNO92HwuRh9purIvjqi7Mt8o8ulfi2Ih2J7bZYblF2w
QmwD8ZVZR/ZpRpGwKdYgsZZw3K7aN/jIrOIB5YQ8uW0QvSwTuqs+9fRDb1BfxGsbdjc9SWq7doL6
MS0Bd0RZZ9VkHVxO271J/SXR3TCf2tIKziQuYcSThdbWjxQm/0U9qpjwqtCHTOcZJ7XMRPr6on/k
M/k0Br2z9eG8kMIrpr3q7eAYqTI6mWFhHFZPFdsVcexTUSpCPrM0etOW0A86t9evsuJhTtkc7iSL
5kMJvnwzmlJtm6oMz0td+TdBkE43/bgGX2x2ga9RY/Do0lq8Sa+0IZbzTOeh9JNKD+45LTRcLFq1
9sqSUa4PgSrL7VD3tH5LMakblD5MqwpscJ8YlFM0NCHu61CKN0QxdFchxOpbA9u+CKrg3Vjb+qHV
TnGVatHuJoD9nR2kuPrYoZFUMzI3DeX/qqMbPsG4ep99HY2xSoWxMQ3lHCrfu/frgc1I9lFiF764
K2hR75qsTIcYrNGcCAs1cEtvV+dmVoFAj2y1FIuixEos9q2yqGNvdG78wpuI/Kjm58boEsiN62Mx
C+scCN5fDtGDm07kEIjSRH7b946z+bkLwkpi3DWR4EVDUlzM9VP22k9VwN82Qyg/2WMvrgYn97/N
uoF1083tlRPIYl9DMkvqprYIPuhLDA9mbsRba7qco6Wn5uy146FXKabRFeSgPMxupyjsd430upML
nHguyiq8NwQsj2YZu4cxDNfPaz8Ur/7iLvdNlD82c2t899fAZe2BOAGGZp2dxaw3lSBRWyzreBeg
Q7SORmaNy40kNAFJ34DoWTdCBrdSiN46rFMTPgCmyNNalzauuyF/zJwueJ6CCXm4NqMZgd2YTfrQ
IES6LypXRzuknOOWOzx7tIhWY21BaYXewlI04rkjU28/+hlkU3L3mAYy3sXhu5vWI/F4RNfIprmX
Jf51m5B8z00v+udKm/Mm73v/tkVJ/V1Yhn6tcpLwkLxO826ydPqKKyiGXbnR5mjzpvZNgI4HuIQb
fpvkeGDthqgvoR/nKkIsYX4jLyFIxkntVInHmQNjrIRA6t2gVxSvkdlU+yINhB9XiOQ37DLzHeD4
9JnQvvK9NGsoOlJnu7pxYMxGerYVjE17QK7aGysW5FPTbd1ShRJ38LU+eNnKemNWxzlyqnvmo+2P
tXHKDQzBBiFoNM7PvnaWO2lMoCIZVNXG9dqaFAjpnKxcdLusbcaryWcmU8o99Po5IeLCfZ8jW2G/
5ujnNI3kuiNKIT+nret8N83iiwym4DZTXv/NkBV14ogU71nPrClMZwkQkJamqillGDyvq830sPXM
s5QQrCMx2gCPCsWsaRPmIEu0iUJUn8bVjDbT1KOvbwbs0DMUgm32aJbTFf3OsHG0YW0iTFPRyd+T
eNTE0YTPlKH5WKfMdI6gjqGT+CkNzt5Cen3tSIRqhqebh8Ws7L1pzWqbM4H8rAUixReYLZ+Wws3N
HZs0tgJjfyku3IkHNLR8nXkenRZtnzLq8EONES4tBz3PHlrLXTUbDdQVjwCMOLc7djlncFiCXadn
aw8a5gjck1DfzXOay/hnFRSNGfSTXHrHdhrKFTpK3R0sXZxCzvGGcmW4YyGt4kAFL7V3qWP6KrrC
uxJDbzHdz1ZW7Ni6xRVeKlfmWGdb5Xfhk6Ca9mpz2AcjJbVRTRCc8uoAG7tmASX1gTYPu3o7eG3S
OplzZlOjEVhsyPaPlHfq4HnNGkuz9pJQBkltjP5O5nUB1bBBPNzOb74YjUMFqSrWs+SAXpm/cIfK
L3WXN3HZmMGuDIPs3EUd1XUYHfGtxxa4todbhefMcbyARn2X61cCkIrTUGWsQH26vJgmYt024FPB
0TiZK9htFtklSNI1ND7dwgDVYXnEJXxPWuu0cYYZC6v2UEi9bN1MPPExV5syW8+Yz5FoYsoyGRbn
TvmzyZdvufdhammwRI3+Vi9kn6kib27LWS539iqHetfj2HxeLFZQj4HhPSQtghsQ95zXRdyyt+Eh
wJ2hgoU8t697ytHZj4akCHwyGFno7j09Mkutau+aONfuYXay6Dq06q/phLi0qgCwtv7oh9f68j9M
IhKzjWsWyCFactRzw3Uv/NMwGXTZH+iBIBdNnT7ls/bAw7Lxmd+5mvi6TgjU1QW1t9R7Vr8vQYFk
WZXztuWtPY3lQkXmkMHduZVLnZyKa3vEI2seJM8wS7ukSOuz9hrrbLi8m4Iaw8Cj4pAOqd7lQ9TE
6Mtd/nz+6uAim+DFsJxRf6/w/az5aM6l82wg5Liummx5mHACODqqNO8yRBf7yTZpctqxNPytZc66
3jIw1Syf1nIdrDbWOL27PPtot2MRtYL4JB9aR1e7wyaY7BZ6Wdt4N07WlE4Mgd6t4tbgrV9p3CBb
Bd0VM5Kij9FjOqSSFy4fz7haYtlYjVnuonzKk8yB17aZUdNtheGs333hy3mL+TIihxUnfur0Tvl3
8PwdXp2wbz8LpKOPk1HKI+xn3e6ydA6xtXCd6X6Q9LkbYa7zuUMFAFHN1rsO0wEcRBCMRJu2X+un
sRLGdeW46B/G1acAaC0DzAgME37NdiQqJE4R+cHzdfUDQhbvXU81Cp7Oc3cgWQ4P3cTWpDADWG0h
zhywUhZZ7WdM1q6BooxTtjpiZ5WNeCBEC1Z+Z0WfcrJQXtF843bhz8W+vez5Vt5QvlQFN3WFaOzH
KmhD6L1Ugi67IHk6Mrs1/UZRYq/FYWjtBiTXk4mujA7bkGjTTF6ETtnUqJG9EMOG8JLC4j8sal2S
eunkjtCpMN0MSJmTuXCCw5RnKvGXSn5deL22ZhZ4uzTEK82jamS2rxY0Gx0S2DuvJoqFHkFe/yTT
KBdZAMEbEOKstDXfyXn2t34fWqdUKMlkDEMLCc6NP4NCDL42kigsmEpdFWyH2aOoc8hDNQVWLWaZ
9bvK5uG0s3/qouV8yZp5WaXxLWhE9jLNTvFlUqa5W0l3/DoaNfQOs2yhWKvmYa7G7DR45GYuxsTa
DqN/m0uk35472yQgNZH1GLkZGSNy9fDVuJzS4IO8TNV1qHpLxp6Dn/0YTemmN6buegoxO3Wo6ZSS
xqGTZZc0djCeTNDrvfai9GStTrXPDIWdV5Oa2yyUfKw9Eyc7a+Yrorp0rGVP/2IM0EfxSMXKbO3h
iQC6HjwVIbSmYiALqmkhK8dll6kne1nxpPGRv81xWeddUs7VvgcSuYlMENre8aDaz2q/Oj3lbeaM
3EUE38dZj4i0HXJs28KZXl27nI9SGhhFpkPF+9v0XgLC1lwZdcR+19vbKX9aPTc/oblozVjnFIxp
FTK+keynuPT2VHeNQyMgnrK5SI+pZWbbBkgCBGJ5zIbCPy1T1m+LEH+DC4Y8HlPHmnaNUyNSITCI
OByWpKhqa/wZzFVuuGn4fxM5vomo3RMh5hJVUxikpPDIkT1KDFZw3ZfqPOITGrPtbKbImb5mTOpR
taWfIhtu+FL5gFEQ9u6yC70aZMSNW7/yN1OaXkcBhDNfDfNuTUWUOEZ7XPHxjw3XeMMbAeJy/r2x
amSj7qWJm0k/UmL1E736A5Fb6MZ6JfGoJ6ZoTrv1aWr4YycX60ZpyzxmVpEI4oBiepXNMGGX3c5Z
BwxC2LMJ7pDIPDB2rbnuwPczZo6XHQFZ3Z6I0vk6FCB+ttuSnxOmYluly9PSO83WDBCWmoYf3JDo
5W28Ql47TVkkZcGr4OUW+oDFZHRS6BtMCjNWwOohRTkWewWhAVoq6l29x5bimYfwrjLxwo16Wbzy
MLv9ftH+1YzU9KZjR3aTqc9w9y2QCKUw5pyIEmVdIrKmAxjGxLvpOzLHhpNlUwStK4RcVso5JsSG
sLbCqZa7cO31vVt0kMslWXMProemrcuETaySQL4X+d7GtJrXlRllG7slhodDBngSkVWRLK7KyDdJ
xz0mJe5XvifkGZdln3Q2G4kM8SexBCwijYREOoJy4O1hhVL9X/bOZMlxY0vTr3Kt9kjDPCyqzYoE
CTLmyIyctIFFDsI8wzG9Uz9Fv1h/CGWqgiAvWXF713a1kEwKRTrgcD9+/Jx/MDEkVjpckBTtyZ5U
fd1nWXlnAOpbgfL6DMMwci1nTMB7KdM1oFyoCXzNXQSofx05Gjczp2vIhBA8S5WA+3ykOX+ozfQx
hXaG75HFc2gxhZYx/kFxIllXTvRRHSQBGDPs1lba/sDhdUu0Y8npXK4pb6oPhtqpmyh25NvQ0u1H
zRb2XRQqhauUIt6BjcvuAvyxALbboJRTP1zlvcD6zk6jT/44FhzfiXHXhq16m5ZBeidXCAu3VbCV
e+2LHSjoXuTkDtABjVtzqDM2V2/uTAQmvljKMOwU0aw7GuV3HakB6L52+Ob0Uvm+iAe6BiZXF39S
pitq3PQPTI1qmTFYJXykqtlBTs3upCrGaSpMnW9WgQkgwMrCkVdMANW0FEBBvQ6qXOKkCGUz+thS
5DEp4wBU/25MFgdUqpglXuRCQ9xZ1kmIgyBwS1mEzxY1keuKPfFo8Q2ug77Kr3NZG23Xnqzmp2OO
IcOFMW2JsW13eTwG95YFo8ngTP6BKpH0oay15E+/zMabIQ3Kr02mJe9B30Mfs2QqWhZmSe7YG4qH
AI2g4d+o7izDs0H7gsVTBAY6SZXNVlTrL4HajE9KHtXe4CTdx2bSC4iCopXXrYjCne+T+ASxHN9Y
EKU2tOrL67yI/XTDfWdYkfqY19AGA+7nrb6GkonEiBYWk6sy9G2bDxEdtFrs42pIqTsi6zU1ur0d
azMGFti1dwhqaKugG8MH4UvZh6zu6l0dGWQ1dhLQLq2gKtAT4H40vI+UHLJu5SgU2hOlNp6DKaJQ
AaLS2XTZwGcSpAzxtdoSXlTbSr85NefUZPVlvBoMw3mqTKialZaV6ynN9E/5qAWfJVIbqxidjZ1U
BcZ2qia5dlUVKJoMHBPZJDnrEq/6T1GDQHNrDcEHYvx7KnprGYt5XMAQNw4/JFQfSdSMbWVW3oAs
C4Bjex9EHGC2Xa8sBW1aRWGZCCf9o80oPjRoc9CEkP7UElBlclhS4c40THGEvqGsvQtpNqzhCOau
ZAcUfW32XJW0nyK72rN1xfdaUKyp075xi9Ccxa2K92UxW5768NOqEBcohOPKlTUaxk2tSAihWU6x
mQZsutMuafchVWzX4JD9Kfsc0a2RqVt9Moyf44Dek4EBritI9EwkW9Zx73TX6MyUNzMAdE+9XlpL
gWq4NZzfZqV32LWHSPSv8TUbrlAo0wqmjkofJdjmg4AWv6J81d2WAYECOqzylAjhbGShoZ/SGXlI
lhtwMWrs1Cc7Q68I0KrJYhrsx4qy1s3LhXsM8/5jEObKjaYFnYuWTbuS8QTf2XGK51XX29dRY15h
ppqiMaNuR2jEwaoC2+6phSo+KLqSeZ0+dluK1amEPFwRe1qXOju9FwNiTm35Na4L6zlHR+9LrbTN
J+pq6CHhrR7EbqyGxXXWDShd0SW4zuly7eE0K3cjGc9NNZklmkYJHo1j8DDaeYx61hh+Ot/rORJf
mHERM0ceMX+EO8AZHTZ7eppRSSir1UbRY30tNdXMLsVnLqEmnZb3ua+UHwye6iM9l58cTyQtaiZb
QPW01Hg253S6D2zTsyqu+qmcflRgSV01xRSskihH9ZdbzYVnPtGBN4jzAEk0k4YvDe/DZ9apMPm9
loDeLGL94xgNzjocNLQM9RI3Sh2gVjNHHFUUP0KNjYSjsHmNU55+W9qoWE0qoE+So/oCMuC4b2ZY
ILEV9Eq5DirKou+pyTlUWitAxYuSdwPShH7Uo88FEx5uqLu6n/irCjvDS4CkucV42DEzALjAkZi7
kIghLDAZljGxotuo2kyFkl45Bbamozl0seuH1lMZa8/A0z+O4InXdh13XBFI1A0aBqu2svOHdCpT
UIvGM6WH5JZGpH3XR3qxt6pRcyeJbhsOlgXwWXluUtUKzYRBmck+4Z814NsVFW2LTA0JMe4z6ne/
ru5Q0M5WSqls8rB3vGwCtmfQnoc+n2ffpRHWgJViTQgfLOFcmAqu3ab5RDkm3Mvd1H2tE2Vyaz8T
nhQ3mgueKCWbyb7aUA9QBYkV8/vE3oHGTwFcn4Lx5/lNcYS8w8D7xXnGAduAavYSueuMBYjRHrho
KRmj29ejh9aac0clPvFgOVINqkwrfBK2FBFuEDZUTBltK6NPLrTS9eWnBVihIvQByIcWDvLwhyu9
4ydlJORi046a+Wj6gU2vQusfXt7332Snp7H8+Z//8b0QeVuP738GUZEfUJdeLQv3uX3+x8+8jdpx
Fr/9z//4r1p8AzH513/a/0D39W+ak+m8g5Xwgr+FjaOw7/6mOVnyO/SHkDjSEe+GRDD/6LcKkvrO
JGThP4h5ChJKMznqtwqS+k5XABGAXXFm7D140wWt6SzNaY5/rwMC+CfAzjYSKCDPcZ6Z0VKv4ECS
HbejJSXog/RK9mhQhzLJA4JdjxdOuM/gWcK3iyjG2FJwpYyVmDwDH/l1KU3JU9SU3ZUc0UkKanlD
aQyuKIJ4yj3sv1K4CpTtq7pAVNtEz+S92tv5h85u7GKrmoi6vH1h3kbf0Zcu/myXcsTQvr4X0HSj
IGz/1333s25F/fMft89l84+tyH88k0Tny9+Zt8Tfv8Sc/toi88c/+JfNy0J4FD/nZdOItP39Oeb/
83/6w19r58IiJJr/cwXj/8rb//O/0eP6x89/rJ7rb+LHwYrkV3/pcpnKO7CA86eeMSgGuPC/VyQ/
QqgKIIUGiBcezaxc/3tFWu9mcp09ExR0cy71//eKNN8hM6WpDk1BA1w7/u2/p+Dhr6V2dkXOkJHX
K9I2Z0ogf2OVwwxcEu+ESqm5jOuRTDGzPkSDaOiu2mOxtopJ/qaVjiooRCT+tpcVcZtPdjau2n6E
xZ10obVXB6eialz7+zGa9M+2rTXOmnZIm68idIy+4euZev4kiRxVmPyS4dELkezg6QHVgSub4aMG
M/JyXLzeT/KE4E1h4GsujPGZBqH6ITGNkXKOA40/dJz6k9JxzypQz0xWY6a6JmXzUe4BOwLJxbyc
cmG0kggJBddaDCFWQqI2HIQU9Uim7izFHh9Eq/VftFoZjVU1abjLD9G0RW132phWWotVTLXny0Rx
SL7Hi5eWj4xo1qMZx5gFqzlNIiQkIm7s+hCtcDisaGjL3SWAzhJoCamTHEOGhsh86EAtD0OLIkjN
U7MYXF0xfC4yobUSgywBtIQN9mql/1pEr9maS1DtPBT0GAvEGy1J2SFcvo5iUZHpCuTEwTWtES5A
XspXDZb0a7IrDO0b3/ICkT/+O+AcnXp803MRJxBReiiZrvAbvwON+g7/Bi632Cwg2feii/6L4Wtq
74C/GRBUTVxNZE0hPP0ONAitOwDJXryOoWPNfIrfR5/9TuFPI2tRiTdzfHpLoDnK3DBwJKBBCAU/
BiJ7uVWnrKMLbQa6W0Chdw0ZLBg93g1Gy98Lp/1mR/ajqPCND9WkvGo6gfS5ToHl1YydWLlHiESy
gzkB0M2ZPwGbboGgQ6CV4x/tKFdosnwt7O7KzhHcj+OnQWquo1iiBkgrZVXkxQ2ymv0FAN8LPfAg
YDG+xSzPuEQLsvVilxIJSqUBFYzsFCmqSw0KnISeVPdlZoRo9cpTm600CScLbgqWXFJdriRjhbpV
v+3THHXfDLHBVUCTvaRyEoeuWYkUkXBavGlalsVfsPI3JaD/v5/zMyj7n2+7+XR//lE0Bwknv/Fr
2xnOO10l6s7kCThf9ry3fm07fgRByFYdTcEsBCdx4ujvbae9I9+cXQQgB8MhmS/3v7ed9g7yLn1l
9rJm2JB83rLtXgT1Xi84HopTHcgm8RpSx+yx8DpW57HT4DOkS+vYUG7owQStG9MF2kyJ4YsNFz2M
4iRflSb6kdEUrRuu5NI61I26xZxera/Cdmz+NCaU4dFnSfufnYTf3VQXOqhKdJtAZWhK/0PxbWNV
I8HysTDy+LY20+mX8+y/l+Krm8z8+c4txfA5ez5YifMv/FqJljrnjNSLuMcoEA7m2PJb4kF+x+pk
kWpoeEIVnJPQXytRtd6hV8DNhyrF/Dvzj36tRFV+xx/DGYDdI0BqtA3eshKXF+aZBgA1hswVJ/R5
4R8uRKPuwTIoRunR4C7WhtYjBFWb5fbVhJwI8MvU5K9RkKogoTbYV/PPXyWEgSGErg1aiV29v+5a
3yGkoouWSHqPS+GYI8aghxfSoZNvRudZnqUwAEgvzpSpCKdp1M3Sy3S12Ix1U68luWz+isT/XCKD
D3GQqc+vRr9MhuVC54hW++GrCRSkGgrBpVcoWYWWXpTrpiuHyOgXsgM6JqCNWa70NgpuEL2RRtpk
UnoF/BlsRa1Uxr6Sq2HG8WTfIkSkcaTIC6F9iJEyEp5aIta2CsdGuqH2KqkPAk6Girw/mhXXOrfa
WwEf876kdbhrmla64JI6R8nFy6kwZCyH4iFJCleSw5fri8mhTIyqZDNJ+oOkqlCO9TykLG+H6keB
GOZq7EuEgVrH38a13O10vYy3o5Jzs5Aqq78w20eJAm5pFBCIl9hcYt1qzV/j1UIyHYQebQtTETyo
zStdUYev0QDuYpKL8RNyXCnqVFpC97ubzSnpE0vyoF9QOzheWJwoCpwuag/mDPg/fAYD3diuy63c
s/y0/xyZTXbbWdElBvHRuoIyRmFEkfkHt8GjmkQk53LQB+DEAOau7b5Ir2STZicAjPrCrB7tzlmB
BmYcwYaB9Fmf5vWk6karKo1M7VnHpeQadZbhMwx8BdZMkX+Uh0H6oQR1F791fzKqpaPqS97JJVxb
7M8RTvnIugm8YAasgz4bUiBGTbY7H3qO5pGLF2VejemcE4GlZXWggnVSWqXyIvQjrhAATDapze5p
08p+6xu9DIVTOSIAZAraIsr5pZPoQ9NXntQ2MFbQUGgkq74//z7z6nqdOczlAL4Td0o4JwZ/O/xY
ca5C2YrLEoCnk66Q60t2ajt09whN1repMKy3hm44LQQBhrKVuQq3CAERhxdN0QHfTbt/ULXoZtLj
xp25YxlGw+Aey9X5FzzaXgwIMVnng80XnDk9e70afaLglIPxpBNiBsiKxj6yvfQN/5VRYIlDz8eb
bklYt7B3yUwAzZ6CahEdDtFsFCQm/pVReB+u5JQ2DXVxJbeilhlN9dLr68rfjHH/bVCsS2ZtR3c4
lgSZAqo60Bm5fSxbUj4GQRWrknfREUfrFVQSVYT9sO1RPmW0iG+AdSS7Sp3wmEpFBMgM7k0Bav1C
HDn15XCGJq1moUDumn/+Kjir2Akaqs+XA2ZWrpvU0bb4YPkXFuR8mV7uAFhrLA1FhtKLcP3hMDBJ
TLtReF20nbhttWAz4rDbqFn/Ycy6p7AqgaZr2kqDex9E1d4vlT8GwDpwvxFmLxRY9w6QrrevJ4tA
xvxTS5bnfO31u+tIWftQ0ktv1MTTnLlv9Wq8lEadmmCkwgnSrFqOwjk2vJpgzaDzLdcMAqQi9yRp
xrPruJCcf5VT80vV0+Y2TqOTO8/hKE1jJwWAgdLz61zeiaSMnkDLVFdDY8UXgvP8Ry2C2XyQy2iY
cVN7uaW9fqGRj4Hutii9rmilFVDgbGPLRu6WIMfXYkhmoelq3NTyWF54yeNNgwSCQvyk9EFug1TH
4Vv6ZuCjNFuUngng/mssDBRzwdx4pWhKGseRcS2svvgJNNC4xVYuvUp1zV+bvhFdWDnzRzuYA7ob
Gq7wxAekd8grDh9Eoj1StKgrempQ/SnLuHmVY5du/NbXVgkU2wub9Oiwn68M3HF5feISrbLD4Rrf
DpoMuVAv1jOU8GHcBqAuWL53sd+iRJgVEFkyOoUfz6+qo7XLuBTHObYw76XWtRi3Ncy+jnuBHyy3
pVvTYtfiCGBcOB31OaIuZpPrBfxG7jOI4x0R25HgsgbUub1USO3HyrZH6ryp2Pl1Jl2PMP/WNjSl
fZiFIV6xVnpnNeD5s4xkwBTZ9JWJG/e6nRnlOjV6E5p6Hw/wYAvnyRL6l0xPx8dE4hjk7tJ5ptrw
kZKqgnEA7n8AxHalAd9Z5fIgXEkyxKNm6d0GCCk2XmknX+cINV6j0d26gNqijdZq4Rp90chDGq/e
JiCdvSwdkrsym0x3nIhrb/4M6GNQHOb2yF/L5FVymrRXwdR5Ifr+LrX03q3i7uv5QY5UD2TulFyH
SLfQDVS4IR0usl6VpBQ91dyr/fQ7vk73gwn9MooiCt9oBbtJlz+EmoTcwbShO22set/0QtwLVS3J
wfGA4h3qGgyhcym7OIo485NxbaZFg5gW17bDJxN+1MF6w/wYWpzYT0pdIz+hOStVjRXU8AN2gEoU
QKDCvrDxjsLqYuTFnBiVE9sCxTAvw9MI3KjRo+EF5S6LUKQ9P/8n9hot1dnowsAKGTj64UsG3aT2
soA0b2OHt8nNKqT/Hhqrf2EUZ1YRIDckKV1MZaKVGoy2eUc3QvE0JDRcbfI/vX0QABEaqkIvSe8i
bMiSUUUycBqvVuzKnWCY4JzVKxe+zalVQV2Ccjy1di4Li29janUA3Dfm25BcgDDXky+h3xvuCBfk
FkCwedUHbQcxVkJ+7e0vSNF57o6zL+n5HX4r9IAigXp4hpuvHn1C2xm8Wd0bu/OjnDhk5k45Fe5Z
GhR9pMNRJpR7YSRGuCNnlXmNGmMPYFlgBxCAeq8DPXw+P96JCeWDUXxhQGOuHhyOp2JnWKlmnHlS
10ieoQm81zqEyuMCb0uMTYSrdgiMZ/lYX5jP+f6zOAB00m1CDwID3MMWIzuoQXc9fFZvwrrDNTDO
Wk9iql3gT/EHk4+6Cay8dgGKV6uiLJU3WncT+Q6GX2w9wSIqJdGkHj6YuLMV8PIGsx4uZC8nPudc
3ga3wFejf70YJQHpWvqNwSiObuwGMs9dTKEJfSJVbCEMtBcCyvGkEiwJKGB2yZdwoT78nJM0kFUX
YeoV/MzN4+ILXVnjq40p+doRQEiTItTvJSCTGNJ19v6ti4k6PXsTKAjBBuHSw9GhO8ldYcqlF1fJ
PTHacXVhSfeVgMSQIs60ZpHJdzBtLkSFoz72LIJH2WvOXDjJ0PU6HFjRqj6IAr9AfCRqm9skq2Hp
A6GzpOsBCZWf+NEgoW3XUtU84g3Y3HINMJo13G4QSFkwOJ+HdLLXwhoIGyao2691o3SWS41Leu5j
2LYrZRyHGmsEuzZWsmipglrT2L6XE8lCikAIri1q4IO4HvoOFUsUYppPudGKPajV4g8RWJDmS7vE
fzjoG/uee46rIghnf9UC2w5hzPfhHzjJ1z/Pf5J5Fx3uMsSbSJwpFnHZAzF+ODPQ/obY7+LSsxxJ
/tpwYoPRrouv50c5zlWRvtS4TGkkcrMW8eEoeTdpqNmhKCpR4PCD4UbpHRuF6/wJ9ytE6hvbuRA9
jguMNNHnKwnjYdtGvDwcspKjJrTRP/CQTRIwqHv/asR+wWV/BFeOiv2en6B0PmQlQhB1rcb3jYXy
x1vfe34Ijm+SlPmOsljwGQYPidr4YGWdOTtP4aBeiWqy98oQTOMqswLlGhPJ6cf5YU+9PAcgC31G
i5I6LMoVpumHAeSbzGsjC6usspDhMtgSUk117A5928IiiO0/UK9qwGxjAR1X8eSdf4jjUKOiSuXI
tLc5ielyHH4ARwrrTA4nTo5cwxZAszCGjNp2g1p8jNVsiOoEtfz4GqugHq+gxLow/ulJePUAixVQ
NGQylQ+fUCAR+Fi1U/w4QCbZRF0vubFhlNdoTVhb8CgpJIdiNnNWzQvL8Hh7HU7CYnv57SijJ6DB
aYzEM6Jy9ntDn5oLZ/SpQWj603Onusc/F0G9bShvd6o8rzItfGg6HX07NdMuZB6nR6Gx/vJFWViH
3zMMkl6U4Hmoluuy2yqZ+gAr176wY46LQsiJQjejoUoBRj8KFVrnNLVuV6RRcVauMr0PPwzN2Lp0
EXDNNiJsCsTQPcDBNm7zHCmrETbsT1tPUYoZsA9GniDZBSM8W3jv8ZuTgsOHW8yBMMG5O0rD57QL
RPxxZHqUIGi453eOwUwexmRGecEx0FOeVXwXMx32WiUUpiDXy/SjplX5zVTB14r18MIt+zj9YCSo
iiBaaH4RoQ9H8ss6QBsozbxxihRA0jmMWssJN2VU/9Fa+aU7wKXhFmFJUjnVOFwYTk79NeKRM5Uz
8PdAW+K9g8TNhYk8OR4dnhnkN0Nt5iX9qszWtLCCIhgVnozm78cMxrQnNaHphpXVUpUu/Ddnc0wn
SHjSVo4ReiKH4/V+ZtrByHjgwCH79mhmJ+gcrR27GT3V77u3j6cBZmAwsqpZtvtwvDxv5LAfaS3h
dzGtTVOEG9sonqFkNdfWlBXb8+vypcq9WJhcR4Feow8OQhxo5MF8SkGhJn4hJR5nXTdrkfzZlvY6
gHxXBPm9JEdg1MEFKlFyE0vVFSRAF+8st1aSrVQENwW9PjcR8TYyczxzyq2WojFe+26YyuGFTz+f
LstHBf4DJkoB/Elv6vBRO2wN866kg6ij4r+yKT9o2j2d+hLnwtZxsxpmzvnZmff+0Ygm5y3CYTN4
b3HeIZynIOphJp4m172nWdJcoYqStdzEt6gjmleBNcmUTsxLssjzKj4aGAU4yisyALTlFa0LignB
viHxxh5PRqnE77rBoOXCSfbCLVkMA7KLTGreTPgwLHIZyYLgXvhh4rUJ6gkpDa2tlYdIabWOtevr
KbqCqzY940GouY4iZJiVg7M30jrBB62Dt5hCET4/5ScCJRAzgtcLWpf70+FHRkoFkYopTrxZMGSv
5bhRIJeguFpqX2pynhyKSAL+w9Roay2GqtLOprjL2yetHnm5HHPxDVoc6BLn8/mXOvE5iVe0U0le
59LPYh1laiXrwMpj7ip+BpqvqtGGseMLUzc/7+JrglqiA8GlHtbOslrRyKM+ZiWsLWhYiWd3ivMB
zQyI3L6P+WUFefv8W52YP0fnoJmh2CwgeRGq6Kt33Ae12HMCtJRogAz42dfjlS3yX5i6f4rkODkU
b0bfA7oBvcfDVSGkIsO7p429MOsmThnEH6dRU/emiPUL5+fLCltMo2NqCLwj+IiVy9HHapRCiM6J
KMIr/ZMD22ntIKbpGSWGizXWfrtarmXEv8YQsWgkteEV5Zjvxf21Zof+Yxjp+makIvZDswID787B
AJkPJS8fYOpCP06wIqB/oOGhem0msNDH3O/uE3TCcTSE/tWAfX4rLAJIHZD6+cpMt/3I/1jIZlI1
eCR6A80O1+xKrNoNkVwIl8cBWqOmpACMp1MCqHqxzJXMxzuzQ4eqqKZuWxglPp2GLWZf1cIzTQmC
KoW27VtXIb1GTuf5rWiMLUWYtTFsQXGHkUe1JdlGgGlh0oHXsazuwno/cfvg1kMa91d/314m5YMU
I/Bvwc0TdSF5vbD1raK16pUoKg1dHRUmVVG190ZPB6FHPmltBvUl0eLjUEJ/BkAYTRiNs20JPem4
2oFezSKvBnK0NYq03RiDUVz4kkesRLY0IggUd4ko8CiXoF8hkEjEpiX0EKlSSAGgpG/qGKtWafIH
mrU+ShIgRG4g3uf70K+D+9HJ/wj80riZ8G9ZoRRcX2vjVHnnv/Yx6okH4zNTejBexOwX+aZC7wV6
GTZeopb8PeJZw7oagmaH+Zi6GvN8uMvVrt1kcYc+rTpZeKeiyD3V0bTxGxBS5x/nOC7xNIA+ODyJ
7dxtDuOSYQ69XhUmvpWNaXyFni9v0QBR3XCAo39+qONcZCa2ArygcDsXvOZHeZX4GkhymFprJJ7M
8qZi2qCKIuhcjQjrr8xc11ZtgGgSBZBLpbZT6567CwqmiFZRaJMXc64K1HdGrUo8NXakDb5meIoy
L9Rdun7XTuWNPkq3yJJmq7EcVc8OtfrD+Zc/Mc/caWyZEqdBaF7WVK1eIK8B250sHCKjRo8OraQR
ZVl0kN3zQ50IYioHDdBEUP6UzxZHjRbFoTm+nGqq2lxJCH9fgcOHS23baEsZXQX7Gv+G84Oe2NXo
n8OKpP8rk20u1pFlYrocJxylIxR7tGSU2qVJeTHfOzWN1txepk5MKXwp7a7lcGSnSo89Dr67aYjt
+zGzZZyV7GBdKkmLwn7Z9piBopanyVK0NxvEkgQeuDiQBhWNT1u6oXWAUKNSfjo/BSefDYAbdSVa
f0S2w/UdakFq4g8be1M63iW2Xt3ENgoFgDX1C7L9pyabs2JuQYMOla355692ko73bmmmGez2yoyn
lZlhF2DpogkvBIfjfAwUHR2W2fppBrkudizJmITsYE4qpmEd4esoROlR8zNW5Xvi1iWXpVPrdu70
QbjCGYaG0uFbIeEphwZYIlwqZX87NTo5c1RhSKRn1Ta0sEtGRUy/sG5PfbQXAwRwAzCLlxekOHWc
qh8cUs68iBATMYOt6ZDdap12qW/60pc+zMsoO3L0knNyNCGRffiCshMpYS/7LBBJ+RCiHRHV7R0J
6I1vqBuIdbvYqPaIZG+xmkB10XovVxUA5ubOjho3D6i69/Wd7g8frbLbnV+7p04lxNEobnH0OGBf
F0HDQrtxJNmLvZTS5zqJdPQhh1JB2iLqXTNLjG0f1+XdZKjFnlcMNsKfOs9CaQ84TXCphnDiXsdU
cY0C7USyTCPgcKqqhpwoqdlLcTeWmwhizfWQ1c+pKJOHoOnf9zFKV6DBaQwAW10nZjtcQfPBhadq
G9QzaYydn6B5wKNvZ8A4nPvRQJYXmxuvwkFWewIPCqAwCDPJWUGBq5AUxssbZQ+6x6Fjfi7UsNuN
E8bS54c/teMdGhUYGrHrObAP56OD1B/KHZ/H6Usu80qFfzlArgu5ycmXnAlKIKCxjFS1w1H8Iif7
lUZGoW0CH8SuPsn2qLhUo41VyrZfo3Iqr+Jez+4adDQvzPHLWxxNMtdMOqvoX5DtH44/4IgqOUXH
LTNFU1sPH0WHTF5l7lHIR1DN3lQIjxh8YFM491pOBHKq+J6a4FPdI/yp+NtStty2UVawqnd44Vyp
dnrV6sl1AyZFz+PvbVLeWEF3A3AR59fkUS77P42xvMlVGl1qtDGM4CkohodRDu4ULAHAyKxBzTjI
ZsYeIjp4dKsPw5B8zqri+5y1Wlihcjm+ArK75Sp3q9nsj7HdJ5LvISMIdzS87vP5hmTvEzTokPDe
xWa3LiP/egicK1w0kOAVW1R/95mkPJRmtpfH4LuU9Ndhr28kEd6ryagicVMQBPGSaSGtmsWXVtJ2
nW14Ps6WvoJ1pN1XqORVH84vvJPx0WLBz+VDKEqLdW9pIqj6no2I8xGibtogb7M2jHgMx3k6P9TJ
NT57wwA1hQW13GK4ik/CSebzU1JsrBNGxG5Eegnkf3oUnXEoMZBJLFLBKnFiUGgyOi6BU131rKSV
KanFv3BCz5arGAbRAwAKd7iS0RhLVQzFY08XiGcEvhy7EkbG+/MzduLjsBHROMO7h5zypcP8Kg8o
ByNJc5q4HjgpHaQRknJ2kvvbpLzUkT2RCTASHXpaOrgSLvF1RlfrYYw3sTea9nSD5KS+RoTQ3mtF
gnJOUhYX7gonvhL5HZIJ3Ii5GGuLzCOj1NcKDE69lCr8tehFfDea/iVs8+lRiJNUq+fO7CLeUUQQ
mUwW6WWizlYooJooI3Lmnv9KJ0fBFhXa/5z4L9eCRZbap/Pc5eZYXZuR07nc97ILVZ+Ta2Fm+5E6
UXJdyt1wYk+qForYE7ESbPU2QyklyGfTmTLYnH+hl2LVIk4Dc5tlWZg2kH7LecOztpcwmPXwsg/g
FFXIAK9tK2r6HZqS4T0qlcW0iVQrqVHMCltjPVEk7q9qPbPjVR3607UlyToKeoNW4Nomq8nnGg3i
p2Ryfhj+NG2koTU+DZGJpF2C00u9ykcnvVVGAA6rqrQ6/UoYpYq5nlm1HwK5F3idKX3Xe8NoxuT6
ljKiUsvN7rsFGnWbRA7UMznQnfyKHV8pj75aO+gCdln3xayjWKzTOkNhsjI6TBzwj6r6da50Jvoy
4IsR2inUrzL3dpTACz1DtAMq/0yX/w4gxRhWWkZHIbeK7L6uxq2aw//EZEYgZVZg4PTQ28AxAB6q
6R9li0whzzcOOzOYeNTWQWlh3diZ+SUtZfl9a+INvLJxUviMcUzzDaWQNl+HIsQpkTM7+cKW2fOb
ORINqaFvIFYbYuWURtyuHbUzv2pJrM2eOq0BCqpPEoRRzT5cVYmVDKvRMovHGvTnTmRKGbvNJJQb
5kxMV3UZBx+rBP0xJBOqhwxLwY0Y0fVBFEK9rXpFbGVjzHZOZEUy9kXqgAF9qVDNtMxq+ox0vU1z
wZfCS+5aJ+4Fc/MK4z+a9pR0FrmPVCt+VcgG4sUGpeHSsX8KlHJXqCc9yHUprorG1i8kQqe2LIm3
RegB4Uib7jB813jcc6+kpm61meQOjTRtQnQpL9Q0TwVVdhHyNBT9OJAWQU4ELfNJ99jrueuRy6hG
502lMWxVxR9vp16ptuc37qkYQQnVAekEyc1YdlZluZf7xuC1tJZqGExytN0KCjJ9Zn88P9Kpb8Z9
EdL77IwGFvxwAvMumyhWDZGH+0C7lQLNfo+rBOX1bOyRUlblb9hT+Rfi0qn5hAwDrIYaMOnr/FCv
jsNUqDiIINfv5T2a56zPbq9lQ+EhDPmd/pp8YZGcmE2KxAaYFs4oUMiLbLX2haXkZsMtHK3xtZMY
hVuW0Y8J+tGFFzt1O2Momjwvki2w6A7fzFanukkKLvymXWdPPk6cnmzXilsBpVlHemWtFGAAG61B
G6D3A/O6VstmE0wkn0EnX2KjnPi4B08zT8yrebazuMJOiV7GMPTrrihaxNv1zO0CbESqRMr2DibR
Fw7Rk5Otgd2Zm7wkbosx25Y4adXsf+SBnI1uhKUrytHYThZuNefX7ollNBtlodwGBYhGrXr4eoT9
wOZ0I+WdknQHDF3eBnE8u1TgsCk31OjPj3eCLPLizPX3gIvjtLdjMagAhD1rAqcXxAPQo0CnSlij
Sm3kTbemxyntizjPt2rZa+s2tRyEq4cLSde8KRfH+mxmT+LF4U69Z7Fpe8RxTIyXWFtsaBe/65Ki
dP4HWqDyJsZIbtM2euXJdSLt1FJc2k5H2odU7HUq9QaVV4oQsDgO5x3YE/4aFl49kFMTmk7FpnDs
NZ7RN60pfk6WudHHaGsm9Se/j/fgUW5I4NYsByxgcEBSii+W6u9TM7u35G49pOJJFc54YdOfOBlQ
HQLcAD4W5OaShdlBjQqquUPUmw12g3GOu5Mo+gur/cQoSKYwD5Q4nZkaeTgVCZB3OZcCeiSj3a+E
UPF5tRPlwrucWHgzz5jwbM9MY/bV4TByisp7GXFtriUg1H3lZBszaROs4QZ/Tz/YunGkGGHdPPXR
0Q7R8zdr2cua6M/zO+B4x82NSi59FrGRzshic/e+aEbLryj6hWpxkxhNsaskTfW4EhbPVaVZu/+3
8ebneRXAZKEipgbGY2uNMVL6MUiuYUqCTRWOBmWAurrAdH8hjh/uLJ2+A2bUswIMpY1FSFEdFg0N
FX0LKyp8X2ohauy+nECC9u0WQ4AJoK24Q+qtfAKngeJuiaj7U+Q3WrvSCl9o20pBDh4ngbHGT6DI
tes2bOzRncBUNm4ZmL29CTsMA9bT2FjZutHw01gh4aW890u2yyptogFrkLSI1Ru7HquKAqvAVCcU
tdy4DXKwz8IxihZ/oBcxK7DIP5w86Z8hOGdfIqtoSXjBUxSrWo/rzm2nZtrXoa7iBdZMlNxzubfT
NUZn6f/l7Dya5ETWNfyHDhF4swWKrnZqdcuONoSOZoRLvOfX3wfFXagobnE1G8UspMnKJM1nXmO6
iiQtwTwJ+Q3dIhlhLlF3NqI7YZafQ6Os8T1iqZ6GpBO9H2FLTpYiGYurCN2ofOyMUBsx6qgUmDBo
FZS1fDIzHw9L8TplVo/K45x8yQw8AU5yGE7CszCI/jqHg/6K4VyNRncxTeKRltnqtlv6ozW0SiCQ
ZMsRbFww+FKQFH7m16dPQ5M3upfNRRZ6WS9rR2jbHewgIeuKOTUpadqct8vNpkoiBZdnOSgYqPeZ
1msSwuyNk7r4rKWePqOmlZXzjP+IHrpKm1kuv6vi0CfJi13jdJQ40qozhoIQog9HaLRfBe7N1gRs
QV/MWkVjqL5c/rx0avBYqG0naK0Wt71I9kA3ojZbGAgPW4pHHPwGv1GnYTZKoPEy16jwSkOEeZnf
zBnEctg+VlbxgZ15+uNjCqmZbhLyGmu6uYl6rAppqJC3KLC6+GlcNGRuG0l+LZJS/6JIHN/bw109
f8SqFLnQlkPlk+LQ5vmLujqN43rBcAInA7ztZNtb4nR4tnUKgVOK6n8T4puSKX9N1dIdBB1XMdU6
OFOkz0Lf+go1t0y51g9xm9zB6Y/dXIvem2PxWckwjq766qehD+9vz3Z3QNq+hMqIhNGRvfzuibTY
9VhhRjcOVXgnsqL7YM5QV5yZOqteG2hZ290fF1wA9dMc5JVnkYnQN/cgLmJLEQ/MUu5NIphRYNuB
v8bBWl49J+soxDC8Jej/wsC/nJqTTfAGIqZWR0p1HxkyZVtJxKe4nfsTxrxHsrDrUl0coXU8ClUU
remcKFvSazGpFl6BuOuMhoUDLKxfiko29nbF7NL4tbxBrYy1bXHUtbkKEzYDb66WGicKnCVIeFL8
rt18iYYgHNoj5O/OcvIyE3aD3Qf8tcXYTabeDmoyA1jAZusOUVIr6BYczkycUJ8z45D5dx2WQFYm
ElwrzisuYQsDk6JIUtOwju/CSlXPZi+0tyqatIcqYqe2doLdzdyLO5TFw0cF11Y/TLQYW55U+nj7
jOysr0H7k7gXxgZ97U0YVk1pLcVFFBMQzz8KQ4veJQaGGLcHuTKWl5nu76NsDgWiRUYj2TCGQ1wu
XdgwqadK7T9UaWDn8Hy49GHunXoK0oiGBCU+fy7n1LPoaLpOmHp4zDQnemm6P2YyTnsrhWqOT3NC
xyHhRZ9k+XVs0/ddTtMEwKOb1FbjAn94pKhintquaw/C170dA/Rg7SWC9OAMXh7Auq+G0FKz+A5h
Md0dSWFOmSl/ApY2+MhYHpHyrtPjdQVRpoe1RnlD2fbDJyuX0qWzort4qP+2EqH66axr7zMo534e
Gm+GNmcnMGPxExdwR+UoFAFKe9LjgALvweWzc6+u4msAoOX1Gt96cBea3ZUw/aM7p8JdVNLGCJWg
dvFCdaT8IUw9sMVyVCDYuYHWDgCaAyt4DXbN5YKTMUa50rFRk7Z7LbAl+ehEff5BASPwUYn12it6
isOuqKzwaPfuzJehKblwTukQbbVkKf4sypwkyL1b5WOkLLGbYSsBikfQx7YoIXZZAjl9+jpZ+J/k
4auwrHvNrH9Qz/i7RrU0G+uB2vvw04wz2rmCcE8avtP1OEcoKvpt0z9DoUgRfKq/W0bZnvq86E4R
bqi3z+HOYTdJ6HiZmMra/7xcw74vEZF1WMOpwLDQsTorwIzCOKj57Y5C8rgqQoPM3JbpKXImCeyC
CJn+evDZ0Sr8wtk+OIC7HwXMGy0hCBQci81csgwrxhH1I8Awi4ccAbZQmVDuEffDqW5ZMwkqaAdb
YXdq8DZWlQnwL9vOWoZKtTNYWnTX6s6PulOUkxEl+UFMeF0lIJDmlCMDT1F47RVeTq1sQj21gRyg
9JBWL3ptKm6rLDJu43EfFJEmfKop2Qn4n/RJqurOqxshn8BuJh8Ap43eOEw6FW/deBmWbnVzzxRi
2MZaMKMuhDtlPX9K2C0F/2J7gWZAsIAq9pUmY5omSdhJMp8Eb3TXVJE4wnvj578ZBDFAAvL15t08
JVVWho1dM4hstt2dlmKIaDZFdXDF7X1oomQYF5RsKMVtRtGwtx3pafGhFwQqitlqvH6NCm7P5Tpx
4kuvUJlV7AfK5DZCzfvM0UOr4yaN5PRzPS76vZDpLuH/hgQPNRoffBjUiRFU81JNr+i4WCAEgFJm
IOHP44Q9W5k1oFmKoj6oIOzFKBTtZUZZuTX0Vy+3oRrRqI9gnwe8Jf130GQY3UD88uR8qR/wg09J
pHlbIBnoiLoKqIZ4UqZp1R6t0jrQJvikfwAJcLUMQZNvE8cvS4nDc9ZJwZyXzgtWb091JNnnRc71
wEi1/KWoxtW9JfxJUyr/GeoRAcAyTK+VUSqvtz/ZzsZAzo/Ino7JKjhpXi5K5LRjg/a8FFRirn0E
thQ3DqHW/OkoaxuVaBsI1Sr6uHns2lKBYbGg/GQKdXKxlGzuY4ybDzb59RXKKKzneoNynrbMQl2e
zaxQljAA8Kf6TTXP5wRlPk9Vk+msgi/x5EKdDgalxHf1ORmW1gVvKn0F9Gwul7BNZq0xpi4MRI+Y
VKI8VRga/aAXZMsnHInGuwpcsuNWTtloXp+34s0ILTz1mtyYFHeUFx7hypLfANrNr+DEJB5h+cVM
HedDNOjZt6kElXxyANnSBVrU/GMca+qPWjMxc6usfja9ZUjkb71Q8smvdXuWqCJ1uX4/NRPKzA4N
W9w/wkztfaEt6UdU5EUIqzFxZjfJ4zByLQ3MoN8qqTP5iVFGoR8OBjZLtqQ2KdgXET0Pc5c8NXkf
/jWNEmrGk1N9T6J+Fm6WQmR0VbCyr0Nf6djXTPnPolOL/6ZVhPvREsnGSFvSGNjOTkJeICX/zfTO
eZcgcGT6bSEzVEiZe2KXmxMRmDVWQFZMCO/LkMU/UrvmBJRZm3yXRkfBKF6akKVWy/6zucww3yF/
fFbKpVrcBmfB7C6N1QJ70K4HIQSu9cekK/2LmRQOwEvDbM4z+OrXXKHPC+pIlZ6URk/CkwZ45xz3
Gj1qVZLFt1iyxy9FpbevQlcWXCXl9tWme4SlUv6U9TlmmI3dywWAoYqCSzGGqzOs8cjtYn0U1EZf
6zQN8bGEnuw3hTM/lrS9nTMmwQmy/MihSX5jt5X838rKMG3XRydJPHIio0FOMyNVQK9Nat1cCp0x
gOcdfVOKZaj9XlH6d+kQZ/NdY1SS7v1HdCniOrUKjiSxYrjYle68SplZ4HZWGJ8EKiW5i/pm+H6q
ne4tAn+FgbidgZ5WcsmmQISp5SdbmNIrthb559unfz3dl/cdNSrI47TDEIe5og9EjWNNYZaGQdQi
DRrGCDT0paLeWa356c9HArmzMlDRwCCzvzyKRBa12kQ51XHERh6rNv7Z9Vn9Tnba5CD03JsTADFV
NgjiQadvY5o0iuJhihmJ1CCoo7x5XKrQ8Npe+np7TtdIeOC1KJOheMPdSXd2M1RmV7YtsUGDKmqR
adIwgZUsOv3cDdqZh2T2Y72l0w/A2I+jAZ5klh9drb/ms/mG/Ah+gEwMTKtnc8mNlQaUbgydII/M
JRCTid38hNtuqRef1Ll/hCiNmWloj54Rtth12RQ3eqd8bKTun8j5lkrjY9eFfyW2+WjGmvmzr7BT
aVOtOnjld74LhSS4hWSyMlfyZrGm2lp0GUO8oJNW0+zY/lu0eX+CH/2/1ir/Jz1s57XRoWgC04IZ
QuttkzHbUQhwSxNhgN1u6Q+5QbuvtyyfQraMEoTQJlcHCfLn+47mz6pWteppgVe73OFRmOAO1q+l
aSuSvw6dMruRmo5n/q75L5YSlhP1Iw4uks+bw2Qpne7EBUM5+Ju5fYK3HoChGj3JbjmY1e4eJypl
f9twbCCfXk7LMbJ+RMvDCYZmBCZThrl1cnAQP7WL6pwEMIv7kcf3JBnK4Nd2VdzXRBIHT/m6dts9
joQOOR7atyqls8sfYUZJNFOpcIIlVQTWwyoN8niyg2ShYY0mbvOxnshOhFEcfdXdkWmrIPfEhcLe
vRzZkPM4lQRlc3yfh1OBL6irx7X9IA1Iq+JkGH2ay7Q5qZmhHnzk6/gPIB3u83AOqSkr2/jPjpBT
aSI4uD0od1weKoX+hnOkNrV3KhWCbz6uxW7aooTHmjZNUkxOgEdn4repGX6H7fUEus46aIjvzocs
BMQMRZUrgWqdIKjGGs0J9MSs39E1LNm5yRHYaP0eVzsF7L3BI6NQalx/xW/dSAPEhEPAwSgFUk5D
o7WBpkziWcai57mg8urefgPWW2s7nrrqloPMoTZ3xULHIX4CZeQEUhHXL86M6E1UddWpLDGW1ZcB
l+ROw5Ci1eKXohmP+vx7Vx23KXkCe0U1tiiDxFhELOcMH2rWeG/Fk/NeTS0sIVVkWeh3QQaTk+nL
7TnvnYnfBt1KTI2VEoJ0Y9CWruSP1gzTR83KkwAeXv46O3oDp7nRfckyP94eeHe2VELBZUINIiu/
/LidOS0NuCQ+Lv0zREOa0rc1Ic5yVzd4JsXlByS4ftwec6eiTAlGBaq79pLIJDY3QI9XboiUEydE
ib+XgvyF9Dz+e9Dx9ew1DDIRSlkadyh0NbDSqHho0Ox1I6nNg7AzuKNn3KsRR5ppnlhfDKmp37dG
Z75TFwQKcrZIAFnXPNe6A/6H/nBA+169FxTXgGWirYocXME/XV1Mizx6uz273e2LnDh6t+xeoM+X
K6qnUxmXIytqFFKGyTZ4q8e+dQjkcUr4kQh0VDMlih9lK9JcxQmbI7mVnfuH6i6Pi07BlTLU5maP
m8Ui2+J56cqme5blRDwnk90/N5aee4tWlM+yMeT4q2Ov3CJdj1trPb6XyOP8Qslk38wscZ/3k30e
kRZzZ0y+TwIbJ5rQteENeC563WKPj6q0yO6I5FaIeOcZlS10JJfcfE7wcj6hbyF/MuxhctuqtXwH
kb+THLW4yqugUSZ+i2cuWBAjMYhqmqLRWsbAig73qddoougofNFA1eOuvrPzpXjWUf3/qihRdn/7
a+1coSgfIvcL7IHC1zaIlntRS3LDnjK61SDWxs1XTmLt4ErbOd6r1DsdKhSv6Wdu9kScG0mo2jUB
pSFZpyifEDutlNSPmpZS0ZwJX827PCh5TILb89uLZVfcCrqf3N4kJpvbu0yUYRwMXlswufk9Xtv1
8AhRXe0925zkEBXOav4mjFS5ryIOhBpn6LIJzIFhgk0zbuy9/hcOzf2HrsIFAUt5SX6ycfvFS01r
WySYEyW5j7E5/mNG08qyWJlM3EurRd3mZsrmzJaEtK5ZoWhnKRKdZ6n4mzdxXfq4jfc+zuTIzZFQ
BJLTH4EI906RBqKX926t8m2xqBFYj2luSoK0HIjtrIa621WtOBtKeHAF721BAFuUiriAAPNqlxdG
0toWMnhMVEmGKEhsNPQiOZIPtuA1ZY31JHhfAyAD6PCvJtVvz/iU5EneLg0RXjOOSaC0Cc7Q4G0R
4JsI1YSXDOnwoW2a6LV1jOVhDEUizokkEtofYDvJgcq5wwZ2cpIPtzfpL+Tr5slfC2Zgq6goUVha
X6nfflvpWFIaWsIJxs70a8n5NqUgDeU+PxWRca7K7HEoxTsnpEYS6W/5KP83G5bnas4foqbComs8
jVXiGTLmkhTGq07zMms6S0p5UpEylhxo9REbptcGHw5P46pIyxys785DStFvhQ2gSEk9bpNAJMLs
MygOdkCCBNK1B5+SV73utbrxpDhd51srMPRg3datsV03GvvgFciVV+/Oy3UTs5z1y2LiaW717ccw
SY0XB9hEQdF7yphu3TluCTLkvxDX1a8grsfGbXvnu9RQknLrIZlfZsjmP0KwjY2vT9NzSnU+d2Mj
Sf9SJQWByxml1C8iM7rYbUo0VL05DNWvWZgqR2zenYeTFaR1gqoiUKdtXjD1aNjHxWwHnfNdiHx5
RPo2vy8qEGX2gFJzI2NMGtdNhpc8zIfbS7nTo121mQzgOiBqIRRvXk0RKqFVwScJUvrBrpXWj0rY
4ijcfJQjm9a3UgRSLz4UjvIWm9JPHaqMmrRHUry7u8iidUR+9Ov5vvygCnLIUQYYLVgi5x2myWv9
fuG9LJLo5IR151rhP7cnvnf7gLYnHVqjQOBMlyOOvUDribw4qJQRDaLctrwy5gq6Pcov5Mx2p3LD
4cEAvRgm8/aEJzJKLj3PWxfN3yDt2kGRNxBTAIj7apYnbpXRDK9oqNxPWdGcQRz3nqPExic7nCCv
JpZ+ZypRfbcsa+M2KcYzrez4aUax8RExQi0QFeXbyYzFO1Td/7xhuYqqr5igFWSCt9DlKrU4bBZt
pdlBPajZIy0+NZDVsXXjSG3unCWVniNJmg6ulN1PQ4wM4xmGGQiXy0Gphy8osyx2QGUmpYJZm4At
a+MgQtg7dhQqYUvRriTLUy9HMZemarRwtAOhYMsLa8mkLDo6Qb2U6SfDSNonLNicx7wY7A+NqMXB
8HvVEIogq8AMygQrefhy/LAZakdIjJ/NKVIrhGPEkllyX4KM8Lowdj5YIhmJAsbFla2M6rnZqwc/
YnelV9gXSD5exy20TqoSoFcD1Q871hV3Di393CG54d8+BLdHceTNUTPAK05Uzu1A0pr2qW8LFAMc
qfs3cwEvpwAwgyeAQ+bFW0rVZqbA0rJVlR6rgV6x/MhGxOVfzAUsC3pHhLRA2S5HEUam5Xo/sDeT
OOJCNj8UqCEeXMp7WxMQHnxBeE6rBvrlIKqNUXercBtOcaG+CHtJ3i0OgZg02+lZExaaIVOL8ENd
qicHtNnBHPfyVHpd/AL8meCWbln+oaVlpY7aMkcjttCZSpsFnnfWY25Q2/a3znTSr7qWTaWLqZK8
uIlsSBnt3KjWH8g4M8fFuqeKcNkpwp/9QM3NdaRysH2ARha9jsJAeVSZmUdUlwpqe40D09dMcQT1
stqqXhZ84iJP6/nTlbJ67aRYTv7G9Rm9aY5ov93+qHtpCrE2fWNiMJD9mzcQVEZcDbUghimhhwNx
N4geeBWgaI7nlJz61Gm94U2yNX+4PfLeu7eShOkocgfBsLj80pmq1iYNdV6hJYrfN9hB+LWZfVWa
5oPd22+xhffo7RFN/o/bB+n3ETcbWBc2ABeZdwgtZZ82yg9hqcsZ5pe3jIt0cCb3gm+8N8CArb6b
pGKbnVw3fdJnPa+sGLFlzptyqt0KXe9T3aJVERN5PC0t6rPFLH2Ozc55GFGn9CfNzrze7v8GXf/H
BoGQy3nWV3YfSAnwxJcr3jiS3Us0QYII1bdzUejDw/8j69j5rhejbOa9DHETRevFOiNKcIeauB6g
CmjSVWzb91k0Jy+S/C/yKTTYbBBMFLVIu7XLmbF3R8lZr1mtXEYSgWX2zLW4cXv/XAt4sYDo6Kwa
N79wPpsNZOJLqJRAFSkuqcOr0Tsx8Upe+1OsxKc2UuzPTdrNwdyGjd/qs/ZQaoX+nf7j8IIZtniI
M0nylh7Yxe0ftnNpkgisqFCyZ5mi4uX0UYvVu6FEoSZezMblkmxXz0kypV42vDzLaZ7h5RsMhvbF
lpvh0+3Rr0VkHCSd1jVBIgFGvrxZlpxEZKGZEQakjEPjOWk0PsehMVReAn8DiT78Df3MbqM3pV61
U1ZSf+wmkmQ9Ll1t4PQIZti1CxIUX6JrfMKMScRBWiZiPQucLjezhX7ws3duPsi05MYrKRRg5Ob+
sSbVkNJxrTg56vg8933+UEt1/9kRMfIiA3opFoWvQG5D84B7sxMU0I6gVwxVHcjItreayQqFsx5R
BGpH/d9KOvVeOiz2Aft+Z5RfEEhOOj5dwFMuN4WTinQwF9sKlBmvVtexK611Db3KD27V6/MO3RSg
5crT45bblpNlYTVa2Q5WELaO8GUpi9/itEk9Q5+su4m0x82dMHu7ved2Bl2bLaCLgMKsoJjLybEd
qypTsC7RQ7Wt3cV25velo3wJTbV5Kqul+NFY05Hf/M6VTtkQTuRasEBXbNvmwdMoof4UWwHi2dED
Bdf2bTaoLdiRoqGtSr20VqrwXeOAOZkm03mHfEgVlCZNzName61b1Z8nDJTJOPrUMleo6xYTFPd2
GNmtZgbCCcVZy+r+Dofb+nR7ua9fTkaB54oeH7guaHaXy10JPU7wLjMDHO/EuSGe8FES8VHUm0hS
yiMR2aPhNlu31Zy2Y1eZASwg02vlqjk5Awhe2epDX02GP4/SOf4ke3TUVjfsX9/9t1pUIqRGWqTZ
DCatau6mjh6sqKTxILa8vnAYZQ3QuaMxe9x2mZrW1LB0aM3ADNXM18J2eh20SAOCJzEelshPFogD
b0mmI3Lhul6XgQ+FRrDYvPoUhWl4X34+EVVOLubKxLo9k7xZtMjh6aK+TzJrOGpFXA/F9IBzsKAQ
h7aVzUogj0MAaQRJOar3MPLCe3nK6vTg0tmZ0SoAhE0G3Xtiuk0oQ80gjyBdGYGIpegxS1L1PAAj
CsraKg9u652hYNXSqFmRjLCwNo+r3seITRQxvO5EKpHOW2oP5xHHr8rlqBS0O9QqbLd6lQHP2nyn
uI2TthkdPSiMpAykEQncaFTHOwUe4cFm3LlA8QQzZVwvVkDAFo5NI63p4kXXA1yw4dlmIeKPcWS8
k5ck+6I0inxHyW45+Go7nQmWkVOgw6iGBLWlzMsKSRPu1Bo6tiTB9Yi03VTZfigs/WEQWYMO5qC/
jZH6I3W05EOmASPECyYJpsVx7uLMUB4WtER8U+hdENmZCKq2kd0OMaMnKxw/3771dtboV5GMeBn3
OITOLo8NGUlIErjQa8h1m8uOuyHwdJBo5yYP4/PtwXbuPPJO2s+szYqTXvfGb3cQPTrHRv5JD3BF
1x4JPYw7aZYGdA4xQJmlfPxj1D9hFvAesl2kOUFYXo43imrkCIPIDRdgm40Cyzm38+RgVjs7+heP
CEPnVZZie3isdEjrSiSMYs76m+mI+RSJpUPun+v89gKuP3hzyZHIQlCneQQEfAtTxZFcFFpqURWc
G+UldNoIUYLkKNTeAfsjnsUtjgg3zWxa2pfrVufWZCDZqgaYFUsPkmOHb20WVXSl0DHJ3ESXypNd
V9M97mPTP3nZzEEx6dN9gz7ECy0a49ExaYcaSV0uiO4IgT6FkuG9ksRub8VL6wGKNN8bIp6DP10g
msOUM9eaL4fP2lxknVaXnVnZapAZFNlFFf6w7Sb6N4OsUi6IgWprRHi5PEq95D0iymogJVgf5H3Z
fjOjuvh4eyrXhwWbZNI8tKUoEtF3vxxFz6MsRYyA0jIKey59mNhbuo40ARgFKtHJkfPfTopzOaB6
OaA0QvJOJ9NC7ELqHmbRlNQu4/yfscySh/gphuun9INHemYh9dKTiSVTHCALNf6V43QFG9xy3tq2
rE9WQo2THLK4aysE9m6vy/Vx42fSVlvLxzRUtg0/LVlqQHuWFcxJVnt1TyBYjXLvggXQDj70Dt2A
sdAOoIjLfcVTcrkk+BY5YLiw304ipBChnjW+UpaKJ9XpFIRFRaUc+e57uSpbH6Wm2R8yXfLMoi4O
7pjrg88PwdxgreSS0G2pfbpDhgbjwwpwJBvOY4i2vDY7R8WjnaI1w8AkoB0AYeYKoxQVi2hD2td0
HSLo/pCVzlEY925t12RXRoX6y4xko8CF7LECDY1CpKIcfN+9qa6ummu/ERzdFpdVpjFpDz3/II4s
Hc/VuPQ0udf/+CYl0F9BxsAXSC22LUa5spVyNWQKkm60/HAe53NaWMXp9l5dQ7TL+5pRIPEiIbQK
fmz3j9w3EywadaW0WYAAbWU6K4v1zxhbJN2qAuNpzPIHlRjgIPTZOySrzPla4l21e9Yf9ttLi6Rs
F4paZxGXynrsWiM8taHAKlwpjobau6e4nQi9gZgiTrKpS+GpoEnVzPca+6nwh5SOlqIkKa7KHY+6
of95IvMrRaNFBIJ2JeBcTk1B6bqVptEKTHUu79U+Ea4YYvsgdNidFff7eurXC3gzq0GZV+D+RGWh
sGyPrklFGp4U5yQfP2lTLd7f3ii/KGJXO2VtxFGqIXzcHvCEul8MPpCTB6jpVBb15IVOr4JBnsNA
jbToftEGWkhUIgCvJtODijckpI9KnPMJPV4Cxc5X5E6/l1MN1Yh8EH4nJX/DRFSf6eQpQH6N8qx0
SvXQZcNfi4Be4ShgE4Yw71+KwtJOkB4iFy2QyFeQYvc7BRxKlIYFSP8lvrs94b31pYpGcLZSfeRt
X1qre62aFyoqUiPUQIgsDCg7MB6cANqPmnKEKV0/2HaBudZWb036AEj9X26bjAagHMa2GcxdWaCz
3zuexTr6MZ4aXhRpldtCjzmjuWueR+KvAOYJxgBjE78k+mif637QXCla5sBYMNQRvT56swyTZGhz
xUVLf3juMf15ingf6ZvY7YMT2tPZNofR75cV7DlG8721OI0HBEwuXQc14XPVhPgj4+yhtajWmqXt
MoptlhO2W6lxp85a+lhOaAv8p1KaLkqaxgqyHAJlJS3tg0h59xaajF9uf5y9a+v3tdps/kqpY/YY
DaLWUWu36XLts9EZyksdpppXa6p5h7yc4TmAprzbI+9c/uC5EJJzSHkpIqzb5rd7a4pKR2+thGt5
MOqnfkJbXRFte749ys7tCDqOJx090/WO3IRWoGSnzITdHAyiw/ZRGNU50cqnyZjag2vkOr3Cjuu3
kTa7Ls81pM5FxDUSRYanqcWIJQYgbWkBcmRJWOY2stT8m0WEO0EMvAapW2cTCT5HV7cpr45RTHeF
U0n0DNIjPPPeIlKNpz22NoCMbaEwruOo0isKhVnTo1AjSwV6aaP60EnGEWZudyhuixVAA5Z3a3Qc
S00SGYqwCDaz2q8d9QNs3/TclqAUbu+MnfYHKc9vQ60b9LcNWOaiB7NrmoFkGtazY8VV0IZl9qTD
wQomJ6y+SaX4mdpT55pDHT8kNrFeXzSWWwu5eewL84cA8H8QE/0fP4v+BzpxO9SdbiicpMtzzoVW
yPKdpWCa6c92qaqnpJRN14b7hSxFMs4vVb7ojRsadftoj3rV+jUOGGdzLoGeoXNUf806eToqnu6k
jFTf1yYn8GC8pLaiQQhc8fEHPpEem0hPxEFVTo+LY31TnOUllkBVyQoJjA7zLU7fa/10HtT4eVwR
z32WvJ8r6d5Uis+l0XmzJr9rLckbFwRob3/e6+uFaI/CHQ/PagfzqzP+29dtaT92amksAYL64T0q
b70nowN4sImu37Z1FDL01WeYJHFtZf02ih3KRo8Y2RIYbVyTDYjnMAvfKUNrepYM1fNP58RrRMka
EBK8lqsKTtWHiQFRSQ16VasDyIQCEmsrfbo9yq+we/N+rukHDHciIioPm0lRJLKWVlAetyUpBBnQ
j/OjY0TDqUs6lL/wowpyta3OEc4nbrWU4xl7u9onLhanedLGk4RlwCnL5/QsCaG/c/p0eTJHE+w7
z+spNRfly3+gYyig4A3s2itMr+XCGk/gWnQXxtQRsnEHGseWpdq/ukOs1MZNIDkv9RxZmW4Gq8be
j7lqSxd9ncFPZR1t93DqPEkb1DtJzZf3sVMAunQSih95bpxp7B/y7q/3Jj+HItXKbIfptfXhwH93
mtPUMYN4xba0TY6KkRrpd0ao524qFgR/bSnx8lWfUBbmP81QDBDPReYS2Q/u2Mh90EBjPdhe63e9
+u4UU4CSk3fyYF5uZkcC1SMIFoI2Dp8IiYoPZhbVH7oBMeNKlv8xE6s651B+A21BofL2rttbE7I0
2nvodMHU2TzU6jhkqZmGZkCqOPtKMi2YFSVH/tDX5xW+GtKj1IuIRlFlvJxir4RjS/GbRluJO68R
9uNTMYtPOjyNU9o5f45kYjhc4sBjWuRnW4jCStXok8Yygz4OrVM4aYlfqyhp3166nUYew+BZoVOL
JvPcin7lbawp0kiDqciy3kVGSXiU3L8sau34M//9bZyR3Gga40GLSnSn7WdbMvy4nz7f/iHXq4vF
PDKTSCHBUEPY9XJ1G7VVzEiMajDN4i+SVdUzJAjQkSNsIGlFd7Bfr2MFhoMztpqgmhQANyWb2hhw
RjYLNdAXSepdCki9O4g8flTNUv/jRtDlWNvtyZuK6mNGITCUpyfTHP62VOQ0/8X6YTiEWjWnD/O2
y/UTZZgZjQkyc57hqNq9I5+0uSpPVtORk1rzUWVkbwENyNfrIgLc19eQ9rfXC0veeQUMK8FkVZ1b
olf3QhhZnFpDmU63p7Y3FAU8mQIJNW26D5dDFXKOogTaXsATCvnUJ0DI5M7Ges0Ks4Oh9nahuU6L
SwSq5Lb9ia4vBHJcIUg1df1FK6vqAZnf6hQBA3wMq6I+2Ibrrr68NnmLKYrAUFnJmVuMH9f1nMVJ
ydQWmZLgSFnvlGD9SsbX5adQrnNfgpXoT8I5OgHXlyZDq/QIYOISf2x9KAGcJ2obCSXA6L65K3Ew
cQsMbg4WdH8UzjMyR6jvbcs+SyfNtWInCm6+iu51PRUmtA+O/M32dgg9UFJBZIcgt212SNU3FfKl
fLbVFQCW17xg3VlhIqPXzcGE9nYIoBxeXhInECubw4yUtgKzrFYCOW2Fm0aT6Tdxr/oRmb/bQSI+
SA134g/gwQq2ash4GUhOrXP/7aCtKL1llJC5FkqXvJdsBIN0OTLcDE+GU84Gil0NPXHfdEL1LNfy
cq+rde01hdV64VgVBzv2ev78HHIfZGRWUbdt6yRsSVNpassBlSTzNJd2D4ovw9QN2ugJutX3Pz37
l8NtnoVCLpWBKwjfw9aGAiXXSTDyXgawjD/eHul6pxLvc/BXxRjisu2F1qKkkOcFI616H3dOHY4n
oRT1gfXM9U6llcjLQ72VDBJm2uXXtNsCid3SWRCba4t7QvIoKIB/3lN6O2ox/0LIX14uINGQH0I/
FlgQLajLsZyiziOyTTno+zbUvFGewm9LoRqaX48o/7iD1IaZP4pwISrDVf0xBWhaBVFTxv0Df2WM
TmWrxtKdFGbVgDCh1LzOk639NeipVntLaS1+jGffuzoe+wIDlQUscGd2DSq1RWK3b6rU/zDSofqE
V1iquGHVL1/SJWxGt2t6KJHxIKl0KNJRiJfYHskDciWtFfR/JZYla4C+Tlb5SRajAt9NG/VvRttz
B09rv8X/089vks8DRaFusDLXN1cIrk70TM1BDqY27+6aKZHJUeP4r9uj7Mhmceeu9Uw6FhRFtuoH
McEpVDQ05MNJou+bjPG7olgaBPRQRUifjGqWUngOhZH6WJnVUEztoXvvpL1GzTXU5qdEMsbHrA+7
l27JQpiB4KyOEtP1DrvcOOwbSl5rYwW7py34YoH0JJpK6agoT2jL/w9757EcOZKt6Vcpqz36Qguz
271ACFAkM8mUlbmBsVLAobV8+vmcXT2XgYghhjXb2XU2i3S4Pn7OL+xK7Kh/uGgOj+4y7afSVBbf
UnRXDeohw64zDD0gvW1mWyN5kNHs9h640FtSIuGj1TZxLs2xuuy6skMjv3K8jhgh6WoDbEPcHqzW
QSbUqKv4kULx4AVRbNGAQER28VsD50goWS7EzBLsVeHzmCk0HwhCVe/MtgyvjI4sIMxnXX8LzWd5
Ezut8141JxzI1Lor2n3o4Bjmo1Ymih1qk/1B0xEr2Wmh5U1+UqoD7K5Bb9/MSZXtEviqMIXztHhs
rQJz11ZVtK8xAcpdXOK4cjXnM9kbFOb1g4v2ewlkBKT6LkzQI/Zb0ZjTPnOtfnhjeHnLi8sQ6KUI
ypFkgknLv7ygzgMIkDgEYKAWQDSZa2jjqKaxPhXpfDQmu7iVnNa9MYr8bdMpAFpyT0AGb4t3djpt
Cc+en5e0DD6DDCIPhzOmBW6plIE9SvONpQ5XOrDUveEWw8ZavNAKr0YDdxVuPgfVitMzjCDTVMaE
JEnXJyNSsgvWB+ZkvxogimmF3PuSfUngtzqVNat2EObrlmNUdvGtDUZsF9u5+zf68ryVVeiQ1lDF
jaZZIBfV/T6v5/LoGfC5Xl4R5zcMfQH0QazAgKEgcTpio5uOCspXjFha1H7ZxIZvpsWyizjhNh6P
T5aDq4MCIB1YQc5Mg3fb6tFRZ40x1LMOrsPsSS6IKc++NLyqmptM0RdOBCWr37STGhW3StrAmhbG
iM9MpM6l4ieG4tqHbjG7x6oSwxvPNUUYmOFcf/LIe4tdUylw3ypIgWh51Z7ie83SY9pXFvrbLoQz
ux9qLdnKIl/YUaw2mUmQxgvg3U7HL00xiJrJjh5nN3Vv5rGLKOO0klir6sWucFvloOQzGXkhnFff
QRJVR8NgrAhi1kSsrBgTHHESpi4y1X2WQI8nhaz+nVYkYlCC3VyeiqcdjMD1OvHszkceQuRZrXzc
K0a49bw4jxMlMYD32n+QKaetNGqTQ2I0oQDMhvi8WEMXgFPMghIBoF3uITz38rK/wLEkw0ehRmYx
wAuuA9NxsbOmpxZ7zEE+32adPpQ7LV6+REaI8Dab258qomFv1qzPsKW8e1zkq8ABK+kb7lC8b4ql
vVbLaMAKDO8GZVCRf4tLME2jXl+ZTU0EXiU/zE4Vn6APFRtH0Pl4ydOH05QMCLCFdSXZbiunV2tz
OjamNh7HpkjfiDm2P4TWpGPs29sbgfUF0IqsbME5RJgS5QdzdU4Q3Awhyi4Tmk8eCO4kjm5i0YY3
k65+sicjOSJSAoEEzcMr3hz5TivN/i6ujE8vz9ul76BgI4NuWaknq3m6UOo5TGx16kYAq0X1B7Ct
DHIQ1b/7soqaX4pCUgaQwJgXB6Me54dCcxoHPzjnsTDHfEuq4vzw5G0ntd4IAyUXchUyT1lssTSe
1LypKRqN07+xEJrb53Omv/o2AC5ESoNbWyLKrdWd4yQC06iMpoZhjL4Ns9LvW+A7G++NS8NL9pp8
ELGB5JavhhcfLM8e7Gw8kuD+iKhOuMsGqrXzgmDMlL1ZOutmckZzp+jDtdUlf5Ju2ALCXXjC8lTk
UcWzitgaUPTpFOuz5QzZLFjWKRpKFisJj0U9epeZRu2T2yspAnjGcSr6fNeNc3sTJng5lHHU7fJ4
MDdOCrmwTy8tvoaMFdUdqi88q0+/Jq1IfQyKNRzz2DbeV2217Me+jDbYhBdWEhrvqKnJmifZ+tU1
otUu9IiWVpRarxHij9oP3WL3ia8qRrvRo7Oqi6QsymSblCTl6brO5YwjlHDi6Ro6W17jNerl8Zes
MuZfth4LIuaoWUrfRkK5J2StetTy8Z/R87w3D3CfE95ydZmaAPeiJff7yBg/N8WgKTe4CSYNSglZ
QQQLk+WhdNXyvYPCz49sKLF3KjDETQaVJYPzl731WFpfxbJb5OA4nmS5A3Du6UypVaGY6IZhYgPY
7MCr0/06Ic38vS8MbPg64T5koZV9c5U0ujbL0bkzK6XykXGmeBQjc12ZQ3Pb5I4++0mqenRKc66A
34KQFnDKXz7I1stKfixpUDI0wI0kYOD0Y5uqUuxw6uvjaBbOTiyLQ9QyLhvR3fqaoBXWEiImJK2R
j1oX7UOnkQIBSX0ENAZLtOeNk4mq9MN4/lYAJHm5T2dgT9kc+V2IZWDwJQrutFMEY24nJKoJ+eLv
VmR3x6UmNNE0pboxmim7cherBVNZGw/mJMwrVcXU1MsT5aq16j+TZuQ21aP24JXwPNopd27zSb32
emXeOucuDL9OVVlietHxpv5/+qUZADsxEI0eS2GLt85cx2+MTHgPemc315pSUhzqjLDBiKIp30PH
nN8nTimT/jMQlcRMKn23tKXxsHjmlir6pU/jACZfxuuCNMzqwClm7NCtKq+PEy7tsPgMcUzLaMvW
4cJmIfyhFXgF5JfWCQynVnGECSt8qOcme4s6e3uHzdSw6+PCuqvCwr5DhjY9CHR1N96gZ3hQVglO
ArgogTcHDL5mXoW5jvgeVifHzMo/53bp+ZGhosPSpGr/YcIh7G3Ywn812/BrldqIM6fTuDH/6+MW
HUly9qpLIh1KERmW0+nHw9nSR8cYjsOCC3nc2O1N3ZC6QkljS138YlOyUCUViyTw+rQpJFCVuHOR
WVtS92ebzsb1XMZf7Lza4kGcjavslM1jgMcVLwKkYU9bQiq8zCsnH451iA+pKnDlcdLU+GDPTXSo
U5RaJlTz9uGYNR9TtVgOpvFqLgHfwKNYRmYeobyxvlrsiNHWBq8/Li6gCyPOOy6LbuvwvDCm8unt
mmRfVXySV2OaWIsHbzLsYboWKTjKNtzxQupvcx7/+5fPtEtNwcnC6Rk4EviO1aCKFjSeU9o90JOM
k8yMspuynOubadzSwlvvSDl0QELZFyTLMUNYrcnFMqZRRNTbhaMWu0ihzNK7VnrV4JrtG4vRvse8
tzsCEtoyyTzzDZNNoydFppmrgrLZqpP4tRnNWDX9MYrnHs8wQ/OtqodT70WNr4mlIFErivpDK+Tj
W10Cuwd41mtNdTsLr7oKdR63bDfraBh5ir2huXyswyLZePRcmgtpwC6BNhJqI3/+vLZBCSMU4EmP
6ggiwUahPmiiajiAFbY2pn19CIOYkBhrYgmOCMr4q1cvofzc4y1fH72uUnezSUDUj+HWhfmk/PE8
uKQZi7wYeVMJd4OXe9ojEp7gI6JSZtGnVBzKxqu+hQDLF3jbiXZDfb0udmlqedHXYtYbzSeXncRo
ahpjiAyubexFnc45KnlGelAzoQfjGGmdb9U9TJJqgMLu52U2QFQjxz4BD8V1xVdyp1Dg3rbxl84K
eRUlCP3flwmJZtLrnQXWKmnidpfZhfuDv6H+tMy++1SZRhTtk6EdCsqqcOB8VhMHTauon3ur6wgr
EksANjUnJTnoeWPlRy+0EO9wC61/sAYNa11dnQbNV7S4vK2VpTm2RW7tambhTd63GAZSK4iSXQyt
rvJztsO7zhww9Xh5U6/DIoYdwVR590tm5/nx7yXmaCZWdczKYdqrRloFo+fjw1RpsbPRljyLVlNM
+EX6nsc6QCp7NcVohMxAs/PqCMS12eeeHu6R8U2B1lCirhwl3KP5uXW7P+l/nbYKRc3Ge1VmiIj7
VkFEX0HxBNod08NWAR4am1m6z+1GGo8Pi/fOqjOvpyg4JmB9Q36MwmGjfrccgZf0MsNLie05/IYI
zzIeZjue39Z9WlqBWXatOJo6CrdhE9ophalsqQ4Tmvnzte018fsZou7gKwIW9yGuu1D3C7wdDqEn
0EozeJ9POyUxJnyEePzpe8q0cOydvItgRRMx9kdnjOIUoQhNRX2e9Z/6mINNy2F0Y2O+btJp/q6a
+UBtyS6vTWlrOatYYdGM2X9U2NQ4yS+DV3IvWLBMXl45T/XTk4H1CMzYJQjwccUSQZ7u2KLu1Fyp
2pR8B9OZKAl107zvl/t4qdIcUkmZ+rraGAV7KBXdVddVRkfGrFO+LRmyVNfqMpQ/jX6JwbeRKvX7
PEenaRaJ4/hhPfTve6DD71RtqA9eu7TdwdRCWwtQvGKc8sFIR9jc0r5hLOYyv3+5e2dvb44hFou0
gjEAADIBp90Toje6tG/iY4cfNuSkweyXvWko9X04e4qDV2TsVbtUEdwTGay5Zj9MlZftqgny2KF0
TY1MdVj+O2T8rxNJ9fZf/82/v5fVDPBWdKt//usu/t6Ubfmr+2/5a//7Pzv9pX+9G342Xd/8/O3u
sWp/O/bFj8cuLov175z8CVr660v2j93jyT8OBUDD+aH/2czvf/Im7Z6ai36W8r/8v/3hbz+f/srH
ufr5z9+/lz1CTPy1iM/6/a8fXf/45++ygvxfz//8Xz97+5jza9eZeGx/2z3O+ePZb/18bLt//q44
3j949CJcSVhNHp+n/e+/jT+ffuRq/6DeQ+qdA4EZ5jz6/bcCQVvxz981fovMLnEj5wR3kLyiIMr+
9SPojiwFuLW8qvFo+P0/33f/7y3x7zliOP7692+kXO7xqOnaf/5+lnWQEBmQU8hsya/gRXq6tIpp
GIuiEqipxGkXJLwB3um58KcFlo/WTtGxM7T4KyIyP9xRj+4ddcLFYmn3aq1hZ5IOIedD6SG2PJd+
1MyJ4Vexqx+kO/19aw7TThuS694evmaY8X6n1KRd2xMox2fDfqkb62rnE9KH+hJJW8Qkz+zZBCLi
cWNQJl8MFmmUfnKqufL1ekQF355E/3ae50DUc6fvdFEROSXVZOzKqByuqOzF70qdPHKmTfabWpmM
G1UlbVW5xQSOOhv6D42bVu+npfqiZlviEE/0s5OzC86WBCywDgxZq1jlHHQ3jesI6OqxReNeHDSz
+Yi2zPS1NGskZzy46zt7qsrHcjaL91U9fsIHU70rIkxF4rzIjZ1pFMn9oObV56RestnXWy8Esm73
qh95+fhTII59XYjuKxg24zpXxfAI0FMnAJjz4qFz+3KnqDMlVlSxrhte+Y7vCSI6v+xA/5pZUR1n
EX9R7SyM9qBpQi6S2RJIg8XkGp8m8v+fKc/OFLnP/89nyq7/kyrAvw8neQLJ//o/Z4n5D+lYLuMj
qCygzZ6dJeY/QGbp1LxcxGtAGhFa/HWW6MY/yDWRUyA9z/9Pdv75WUIUDU6CJ6FUXTFec5Ssg3Pi
f6jLKBAB4aIZa3UHl3XXpThdDkGLbfaxMbRoHwt92XgCrF8bshXpvSYFY9H2WsOEK6V0qtHOhkCp
oE9NpDwhOopkHyvGljbtVlOM9vOHDQDtkUJzPgR80XerQ/QpdENzh2yOupH4kHHf8yOATqH6I3Wb
qCGQfVm15LpjZma63gdlqcDIQ03iTT6MLR6PnaiCwfMqLOHVlkqz1n4dvcbYqCNdmDqSr4iII8Er
FYhWUweSIpQClj0vSN0muY11thMa5eunjgNaoj9JhrCGV9FvW4lWC6Wij1Ypyu2S1PFNlOsKpLPX
EyUYUHK4rEMKJtKj43TqtDF3kXbHS7edBpcoTYKvhbdVaLowbJTdWIyof3jWGZGzMPoqcp2wC3Q1
9CiEdM4HEjBbYL1LrUhpd5a9ZCutffB6Z4zjrDK7oHI783YupxA7hXaL2rvOc7AEmRdo55wP4OfW
lm+Yz7uS0tUFkV4017Vmdn5FNvIaxI9zg02os0PNwdvjgrylUXmpfy5Odpj/PIUhq6eYmii8M4qu
C/qe8BVGW3UYeeYcnh2iFyKE881MyYoMBalFPpaq0emKcBYVpbtcr4Ii1Mod4oXYiE2xvUPhoXll
QoSXHUctCmLMGTt6rUUTwl9Q22qqglrLnZtF753rvLSbt7VjFdev75VDQo/7wISgt0YOdcUgzCWP
KYGTwcLAvsl3Jc7OR2XRX23eSq+eN7UKFI0aR88uz2iqa42r0kyt2ynKtzp0vhhOW1mdRMOg9BUe
cGWQs8FJjJgagK0ovfobwybRNfRJwkRXJ1GcJ3NeRxF9WaL5yhL6iKqpFUMHyuP9y01d7ND/NLU+
iYZQdCFmxWUQzo57DVmfNF2s/3y5kUuLG8nT//RnfSnaPbg7+FRlUCUAnoCFOohVKBq16KHzX25K
TvPpVSV561I2ggcpT5pVtIpUVjiHqlsGSWs1QdTBkIpVjB9iN//OaZhtzNTF4cPLXj5PEMNY62+J
SFkSaAJlkDmxclQk+C9VnPTVkyQr+FR5CaAQ/lvL79WD4hQwLouA3MDnfhrSQ+WZ4/HlkTubJFKj
BG+kL8liUrqRT5hnedKyS3T8adUs6FxMLm0I5D8MzEGgvzW4s73c1tmwPbX1VHGVKiJrxD63VVgS
KWZBNdjTYxgRsvMIicuNZs5S1NzmyCBBepCOIOcEkpJ6di6KLgtUNxVvFduLoVO1eBmkeC4uTdG/
02wx3eHRXb+RPk/vUvIlX/q+WJKdprglyFCx3Dm9Igg4puSWG6D9UMB52QDgn61a+Z0MuuRJIHy2
ZhWHSEdYcRdnQR/13remC623ml3WgRKZzl5FWHKjmnZh/MlIAR2QegcSaX861yaifkUbOVmga8rn
WUWAOCM99NpVC08CohCyZ5Cu0IlZRY3pAgw9VessSMOsOTp5PRxQKe03hu6c7ivpGMDP0VCRlK01
Tz9DvkFVeiUN8EoUj1UmjHlvK0ZBCtF0SZe1STXsKjiJu2LJpz8MQ3hBjSjYR05y3Rd6W31wtUh/
M8618yY3GAi/VoYxJW3WLgeyEuVxrEqtRAl7qB5euw/AqwDekKAKaZgt9+SzPadDIkFG06T4keEA
nvegVBqktzd29lnshG6WLA2DogVyxMvstBUl8tTeJRMbkB4Pv84VChzlOEfHebDj22ZomjfhOP90
0JL48HL3zpHosmWsb9jpFBlB2J62bFSUDFy7SwJHiGRCpDMxPljLbD2WVTPHu7F3HKwnbGN6mBM1
Lfd1Ndfof6PwtbypXDSP/LBrvW8pxf9vkbDnaZdayDlv+WKcbz/eFsR3oOXJ054pNQNP1MaJ/HEA
vs+ArJB8s0SBr3WXz7t5MbbSwZfmgwKOKqWFeG2sUXGZzEg16pIEQOyNHRrliPLLp8fO7uIwsNPK
/NanqR1Us118enlGzjc+CBdPhmLE6sCSVhUqgQHv3Io+CabQLg+d6OwdhpRp8HIrZwlhFbcUQH/w
BMHaSdHf03lHKtIe4yZLgjppmsLPVCRZ7SGf0OSazBuHVNjNPGvi00IeZ1fiOHM91kNo7oeim64R
g/Jee03L75FvOkueFVS6T78nRjtSKys7DtpcTVn8iI02cb+1jC4MLvgVtI3JVXBdr+FYzTJPS49a
SdALZToAk6oOWgIa6+XB3WplNYVaHM4UamhlnJ38kHKf+3qRbuqpn4cDTwAjciXUeDnAV0dTSHrP
7WdTBPOQv3ML1fgg4qjBokhQBfIR6+/bXVXPJgx7xY4/ZqVKDbjUS3F0wVpex8juFfxPT/+hs6l+
VZMTb7nIXhoJOAnklThAQYSsTpeujBUN21QRJCgAXOWLu9ybmZEcXh7vSwNho0UqpSLlk33VSlov
WpRg0BHEaT7eWF6NTYHXiwOR+7AxtXJbnASvLFNKbxowBRKtrKTTZSrGrIXj0ImA7MqvKXHetbGJ
VVjnfKqq8Ji4+p8vd+0cuEl2gJQKQubk6iEcyhF+dv8IVxuWZipEoHR1GuQ4wEV+HEbdvuYJ/07T
ljFQGru7nRJUghYrKgA0GOKeqbS+vPwp56MsCbGUHyBigCdw5RH97EvQw1QRkYsFEWG2fLSpY++F
VDYx4EhsHAbnp/1pU6vDqVyMTiQDTemE1UfcHtIrC8G8YIq96I3dI4X0cte22pPXwfOume2g1iHt
kcROj3ZZGT/iNJ12FGPQWQLnd3y5PRm8na4iZlXGdrZLwQT00Gl7CbFO56mlCAwRald1qpqZHztU
z3BlHLQ7hTrybnQQXA/Dzv2aJaH26+UPuLSsGGIw/tw1SJGurUuEkSp1q7GOo1qvHxqQr58dql27
PgyN25FZPtROngXZbKY3XlSHh94VXupXw2vTDxzHUEYQf37KT60pu2IqHS/KGhFMo0Yej22364e+
8SMbVM7Lfb60fsl/AQ+TiVISbqeDHk5Do0VlJAJUDNLdgiCkn86zu8v0akvt6NJ6glcB1QzPZmpi
q1OiKxP0JTMnCmpViBtDTOMB1ER4SOZY8WeRJRvr6fyYJeUqq4BU+yS1aNVeOjSKV8dGFKSLKG+L
ZtB+qU6xxU04P/tohZiBLLNO19YY8npKqq7FGi1Qy3D4UsHtkSBh7ag7g9hNvMv2uE9tpXwvdo0V
SnBgAZpcA88ico2EmkUUUJWuPixlPz4IzRg3DoAL4RBSSRBGAO5KkZen/fLsBFAUd5oyJYmCJTPz
h3RJ5++RZrY3lCPDt/pYOzfYp4qDWegV+bGk2A2FM92D6899pywW/+Wlei7Hwa4AWwJwXKahycyd
rlVRLxwgSc5QG175LiWC+1yIReEGbWvsJFLjveoWVuNbs1H/LBPNOKj5bF7hSJfcVXoUXRtFKrbu
vktTYQMC5oaF8Ee+9fSjclUblVipowC0ifETjO+wy+0B6PFG5+VjZ306ciSh6EkwSHJg1c48GnNr
dyIKetbDn6Ve4QfeAEnz8sW6rXrQIbPXiGsvgoNV5VX1sEzztBUpnqEuJdCZx76UeEFzgnzLaW9Z
C14fOgpqaHOy/FGMjbkDldjvO5G1CMl2LilgL913cJrf4sxW+HnslX+8PBQXRpyUwxP0nXw6LIXT
bxgcjizAJMoxx/TrAfa/dXC9tNlY/PKvrMabAp4EXnJ0SN+/01bkthN2MSq4o3aflW5q72KRH4va
mji/vI0H56XG2F6AZnmBuFBfThszoA4t6dApxylJAfzx2DsQT1jIOxfuLaf+li/GpSGUkDBkAk34
NcbqqgVWBwk36+mc4cHw0NJxp8ROuiGJf7EVKqdw+SV/dG033BdIIdh9oxydvszQt0qIBcNpK11z
4QAG283zFwgY+2OtVkORQyxNTStDYyX30ezmQInk3sdUGNnNerwFaRNvdE3O/np1PG90tQ8ixMN7
OObKMYGjeddVY3dbd7MXDG1p/umAV7xqXXcIwircErm6MKjSbp1IGwYWLPlVCiwtFPI5caQcvUiY
gTpw6i9DtQQv77ELYQGLUfJXUdRiu8ufPzv5Y4lEt1DePWq5ne2mZol2VunpPqbBW0CNCx3iHiOD
C6sTbYH1a2gIGy0bReMdId25n9yxXm4bJFc3QqonDOBqxggrIROQbONpuC7p6F2pNgsyXEe7gSAD
mk7kBy1MEHaJJ/W7oY3FcUnU+IeduNmym6C6fYfUp+EcrqaBY6fDHkvV6L7tDSXyUSAGngqeUdm1
w1LdicJy93gDjRvqSE9+5+uvtnkoomr79JJbxTAqj5rQCWNMqNOsemtmYxsGi2Y0buy7OWC6q0Tp
BSpnjjq/j7PFHHxPFfH3VCnT93pqhfdidvTY7zCLxPGJKa98G4muYjePUR/dv3rRyNBZZqNI91PL
OF00der1tqL1uBgOhXbwKi9G/FXJDk4DAvT/qal12VEdQU82nbRlbOPpHddEe63r03hXT0u4MQcX
tsLzXq2LGPMwhqFTYjUo8Kb6iPKGeuVQO3lTi378O73ifoWuAV4Bid3TAezLNEo8qsPHXm2afm9U
ieh3Kd5/70M3tw8vD+GFfSeFLJgpjmepiHnaGJa11oCPNeL4VrfsFOEuB29EVOLvtALVHgATMgJr
Fe2M5uekYU2Que99r2gVvxLFlsbRpbiEzvxPM6ull7rWok5ZjbPbUNefcbqk7B0q5hutUn8lXaQ9
GqHVkxOIrZ3a4yfo2zao1r/RVWJAWOPyXF7HJaOTaaGpYq+pNLniq4hp+IiiW7u/0Qpy2iD1EZfH
m/V02pbFS7U4rVj5Gq6a/Eswqnm0Ef1cXBzEBtJ5+0nF4rQVd07wkskL/B5V75eY6ggRb+zhX+7K
xZ3FQ1tWQHiorSk8PUkc3pss97juzbdCKNlnxJysoK3CrZTbVlOr+7pssFcAb431adrlt8jZe0Fn
jssumap8//pegVOQl+cT137VlG4P4t+utYMaIYjSJe3NNBfx3hs7529sYaoTxAEgI3imrQokLUU3
cpts4RKuFBFc2RyIOvSNLXwhwEI9ADNXyFbUq9bskLBoUcsYEqZpHKybeo7jmwy02hV0fcOPdbe5
HQpRfXl5FC82SukTWBPUJyC7pwtwQK2gGFKcNJJhrA6yAobLtTnell23vCNt3FFqMOKNo/5CGA5n
AVc4thWCc+uYv2o8Z3BnVn2VpPbbfByNo+4q1cHKeufOEcaWw/GFXSYtrwnlyO5LCPqqk6m1VGrH
XkY1rdj3cVfurXLccry5MJTkwbE/BD0IuGAt1Y3HmDqrA63AMRgOY6S6+4I3xV6roNs0aVd/qr1+
64K+lDugXkPmGQVNydNbrc0Edl4zMNJHAoYkpzSptw96FBfl0e4L92ufcUaalVHcRy2OY1UsK2oj
AhC3RRrp10Dut6gpF44AwGQQIUFlEjuvD05pgDFjfICkdxnGiBb0zU5Vw/qIWO/fmVdEEkGTg/qD
+Lm6Wk1Amk2K08OxAgP9MKDl7JvR4G6EtJdWj4UMKkGtZPisyRm2Uo5qS1Ia9gJrtFeTfB/37avd
YOkB1wwAVBSvgFCu5jHqlzYJE1qpwM0fE6d/XJDNDV7e7Ze6Aj3f5ElDVZ+K1+lGSPGxqrIcaHzc
JgvanOiaNthevP7q5D4DOAYSRb6h5UZ59qhxvUWPswzbC8Nr8B/VsQoYXdFvTMuldQYaBR6d9IGh
bn3aCoqxWWOLFuX/dnavRiXSbkJF5A9wc5v9y8N2qSnegICDZPWOLX7a1IJmDJpB6Mc3TmHv7ciO
DwqvkGMhVHNjhi41BWdCmgMC+GAhnDaVCm1wlgkVfhAL1X7Juvyq0px8D3NzM5iTN+Tq0UMZiWiO
qic8wXWiWNMSOBvAPI5aY13HqQLHqFQOJKn/cJQOu+vI+VR46I7XhcqZ0erfxq7+8/Ujy1MGaVvw
DbLifNrdcIzDNKUWyOnVF9jQuWT1UrM4NLU3bkyiDE3Pekt0TOpCUpmfyG3PVqU1uV2aq7hKtpWu
3Ealpe+rSBe7MtS0OyvWITKPRX2A3zI8uHW7JUByaetxv+JCwPNbamOd9jTyuhSaGqLkGd65voPv
wW7grNyIIc5LK1JThLNXXqsmfPNVgF7iuzzHQ40pAPYUsLnisPChIDk/FCRkbq1Fw48DhZdDUybl
p340h2Nc9O29mSz6671QgayQCpARtHTcliPybMCXWtMnJN/sY+eq+a1px9kN2oZfXl5AZ9Q5UBno
ByE3hlUo6YZ1YXCsJqTPwbUfTbvs58NS91oNDTIHfqkO/XSEJTr/CI2UaKpGRG8im4De4ewtleM7
hsgaSKyxNu27scynYOhUbwgGqy1+oeWR4iQ1OdyqTVgNt2qf1TAsoTEOH6YGhSKnpWx3GLSxxPzJ
0oYCf3o13Tjm5GH5fNnCrKEkIK94SfQECnQ6itHsjZVbD0OAOlx51/Ja2BWFG5us1kW9qgbCCjXR
lZ8vD+v6GHpqlSQRDtvgXSjVnbZaWVGa6xpkCLup20OSZjBnukH1i6ZtDy83Jf/UqoOcQlJ/SNov
c2mcNgXjIrRc7jqwIDkWP6Yu7pfFdHao8yj3opJiqMiFPXaLm27QFtZDS1aUmMkhBOW45VaUP3+2
QD2hCEsvlgF8gDn/Ii/7Y1HxDcubqL5KbTe6mpZ2eny5t+uBfWqTzLOke9LwWodDOHPR6APTaWaN
vl+iCTEeUbo74HXzxjW8jrLJwKFOKdn3aGOg8rQ6Ciw3USKjsOsg5BpFuVdaopUq+x/Eo6/Yhbcx
nOsDVrZHKp+lKtW4SeifDqeOMmU+DH0dTIXRIuasL9dDlNST38fpdNDEmPiU0O3riXv7lhI7xnAv
j+36iH36AJIsqMdSIySZdPoBNR7bbmhndTB3rQPNlwvOz9UpjzcO2fN1w+1BYQLWr4TNrVXx3R4R
Hk7eKvDcOCp2VaEP3yd7kJSDsoivXa039jk40uDl7p0vHZol7y7ZUFzba5YN1tq8HinJBOmQfcO2
Kdk1Vf0RouMWR+nCOJIugnBFikwKwq0m0qjcUam1uQwgV1rXeW2X/hwp89Wru2MBiJbGIzzJoACc
ztYSjapdDU0ZoKcyfhmNULkm9i72aqGkW2+S8x5BK0OilP5AowDdtmpLSzEBn5MiEAouLqbTaj5g
yGz/co/ONxyYPemUQHRNhn1dtFPLWY1JIuRBHfXwzrUOXWHbCEZTi3atEm7Jrl7qFC8fMn68+4jl
V8t9SpoqLXjpBUo5eDtAQ9ExSzdd1i90ioerVEwz2Fmc0mdDlyy5sMqgt1MEZhZjl6TmVdvliT+i
17YxhBf6xCRDNMacVkbAq/AX3jRSEpZeBs2kLg9GV87H0VNfC6uVDyxDol2JBFkQa7NdM0R5Tau1
MsAM13wzwpv9bJTqlq7++X6lFTICUjmd4ERd3dzZXCCC1JlQDRY1PMKAIk2PkHgw5camMgOT8PwO
lR2iyAgAjZcQWgRyWJ/dZIlq1WmqqGUwoLfiq+D/qNP3W7pflyaH1Q2ARQfIYq9DEYVEtpVNGTSN
cdR2erV0EA6UrcLbpQWHgwtgW8JkD5DSaV+8CQJvUXlFMKa1+4eYW+3Qz559SL0h3TVOHW4EWJd6
9cRL49YgP7/Goma9lqe1vhRBj//Z0XUUscux8Xr13YTHJdkDYlXpOvsUxj6boamv8KMZsyIowRYd
ijYDt2+XzkYrF5YcBSEIE2AHuIy91ZIzEOVvNPzhAjEOaFybRX5YGDYAp92rBbdYczwcpd4W6Eey
Casztcq6OFcSbgkytJ3vJi4gZeMLtdo/G5H9yrPhVvTFh3L2bqu42SgLX5gzeXWA2KVxScg8XSNj
E2YjyYUy8Ppo3iXaUIE4Lba6eGk0yYTBRuZxjHzS6oDVORbb0CxppWwBBHccsPgtPMRus3XsnYdO
JP9xeOK99GSysGoJE3tbgQxRBsDQxTGse8t3W6MPwqxN3hpLpO9K8B1XwD6j93VmbpkMXhpOavpU
OyBpQtGWP3+2OKH0OlXdx2XglN68axTdOlIMfa0ar1wwJNCkQi41qjM4LoFGrloDLCXRWe19siiA
vGNs1njJpEbuF6k6bGyH80BNulGj24inEMf8OqOeanmhIPpZBFk717e8D3n9RaV512jopPsoYeo+
AIN6y7rtrEome4r+NTE3y4bH02p5WlPUFkooOMIm3OLDPlY+RYjp3riNbn5HuT72+14Y911cNDc6
keLnHpTPq4NUEjpPcBCCReqP8ph9NqexmY9ar3p5oHWecpNMSXZnquS8W6uDP5rowx2IgNdiDOg4
GD15OyDWxvG9OhMgvHfNiFpc0IAcu8JWxsM5Muo2IscLy9UixpfkJLj63EerrnFau1au54GKLdrD
IiqkcMgsHF6O5tbvUtkXJhFxGSnpDDDgtBVM5Iq+yMY8CP8XZ+exJCfStu0TeonAmy2UaadWt6SR
RtoQspBA4skEjv6/UPyLqeqKruhvMbNQhJSVSZrH3KYbEdhYW/s9fFXky4Yx3+H5puOiy4246aZs
9/rIF+6dTTRtg1475MXnWNFRTnbh9J08yhaVXJNEKS4dhNpX27wmWfgC6/d3liROnH74JgRDp7Pk
TwEP6VYeDd//abX1g2eM70YR7Yqqf7JHdeNrGRFRhLfd0u1KJLg6J7vp2+bL63O+8E0pSxMzU4ik
IHhe/rbrLqtHHq3jNPXcgAiDxGNZrld2zoWVhQNMtr9lUsCfz+7Z0kNFGn3Z6mhov7/BJGK4qbX6
YiCmfuUbXohiWFCyjg3nTBH8bF3HpTLqsgbEPNeWiIdgCnegWOJFoA1ev7klzlfciHRsVgIM4piz
IN1JZ2sa2wB9y75FtL2r+6+u0usVY+IL1+mWREFc4dHd3BBO94oMMi0cqyyPXlTO3/LZHvb4Ivdx
MxfRXdUp665QmXWNC/rCUHSbHDNDzww9BALDs5ssX6OizuFtHIGkNhqTkrI6Shg7N0HlI/lTZHqf
ysV+Xi1poQq70nLGqfmgB5derRdWSdauDl55XXAlCnnRe+OX8ZrR890y763Vcbogi4H0L0jX8tg4
jYoLIw3iMq9xCnCjh9AtHtNUiINtZu+DXD4UtX6UXWjHhTf/evPhAfNBnZAAk8D5HHNV9LWL+wj8
NMMfrbtpiDoU7yd15UK8cES3PNOntcce4Dk9nS2lxnnyaqM4up0eQET7/V06ej9fn8qFEwqhcfvU
m04iaLXTQYa6Clt38YtjCtpuN+f5mkQDHKkpmq6MdOGE0tJhI9Ol5PCcg66dGfjtWizF0Z/XMskE
V9wQZHw9gv/1y5qV1/LBF7V5tgt0KSxdN+suWGov5qZLRBNhvYUrQveeM6PjJDNDfMTfwTu20Vzt
jFn0u6EKo3helvy+X5oiWX0hr+zcS58S1ZyNT+xtPa2zk7wFS7OVyuJomarfr400EgNw5RuFJLb5
bkr2oF9pvIPVOf2WYZBnVd6YBczbJjtMEivFCETNDiEo88rV9HJCfwu4VA42N27O5OlQ5pK7Okil
PMLBMm7ddP4xaNe8vbI3t/TpNM1mlACWPQ8zze3zCdVd6kRTnctjW6PwkeilFd2zSyy37OGZpUNS
azSn9mU+h1msVTt0MU+q/X5D1IORTfX6g/JvpZIB5LhNTYiG2C535/7ZHMph5vJo2h9eE2S/SvS0
YeEaMh3vV3+Yll1EuOonErj9L7RaxSct+xnRX7nslWn378tC95i+W86A5U7V1/Kog2XN4Echkn5j
cAN+NsdBN8fBW3r0snycNVPL+dY5AE5QJHDkvvU787tAyPe3sbjmsgtGjcZY2Efmj7wzFms/VlN6
4xre2u3ttpFrrMoA9KaN1mjs4istrlw4F+Jo1pvUi6tgg+KeF1oXsyuK0XZgiBft+kX1kf+1Kzwc
vC1cwFqZW+8s6YYHIIr2XVBjO2SF5VsbskSy/AbqhkD3qK2c5xCkoJWNeDZPjr9mh9lWm4cHeuOj
G1xLVy5t4m1j0dBiQHwKTjfxpDGUGyJUD+wOIbVmwRiNROPtyV5EoZ6+OeIGkMDOrVei1vHqLuqr
Y16mzo0ntXqsoNZdOfuX5kI8Ca12U2SiSX86FzcrWdJVQ+Jqm0+YW2XHNJXGlY7Dy8cC4Zj/DHK2
YLm9iLxcGKQUBW3OIiyPrfDzhN75NZLTxaFIJDeNYFL088evztapCXpVHVVmDhDE8E5NAazG07yM
V2b18mFiVqB1/tZ0aVKcXZsraJ0FsTo+EI6Sd0M72vBpG2kmFRaTeVzV8zXSy8vAjhF50ynobCnV
efhYpL2I+oIRvW5w3gVU/RNv0cGux7U92cRZDqpw3l6rYlDqrxvvCbjLeVhXlgW1zCivjr4S+k41
jqAfK1oe4eVaw+bCZoRgwoYnn9uMhs/KYuGs1VrXUXlchNTvKmn738suMN5ehaULvTXBNvMrSGNn
j1AwSPCBvcMwnq0f7aEZvo51Jq+8Qhc+FieKKILcAurkORxpkJL4HyrJsWiqLMnbzrpFUNGaE2jV
1juthL9TfRBegexdHBX/8g0mArD/PPaHFTn5S7eUxwx22qFz8V60xrl49NPSPDSZW3z218g7vv7g
XvpuzJEG0OYXD8Xw9BJBitjeClPlcWwtdSOiMY27QLxVoIwb3qINRdEUWAiP+tktwlK61tCM5VGv
XfYwt2kl48ZTzZUbcTu2Z8HDyTDbZP9TkFnG3HdnxPeO3hgWtz5xbhDPo/yJrkx5wILQP1YFFubJ
IvPwzhnTa2bJF74gGv60gQHmkf+eY78GHMXSvEuL41q746NC5CuZ3QwjS4VzrBrc/taQMvv8+he8
kCLRRaR2SkUINTEC+tNZi2GRRdt1aFl4SnR7HproUbR9cMjTwfmjw7D/qXozuCesUkgcF/NNbhj2
0Yfl+M6UZXplR124xmkCAo7BK5Do9Bz5L7k77dloiyPUdp3Auaz29WKZuy538ivn9MLmRZNwUzZh
8wLRPbsNZJgudjWTlBFVjHGBpPq+LqZrMdKlCQVbfcolIN0AhKfr6wqzN1OYl8e0zGF0r2t7qM0i
xHZDv1UUiHNCa4mTsukBb/WT06GCxkytzmOovIu+ZX5Y35kiv0b4urRLAUZAKOYNBKt1dhinOYf0
EtrF0QlTAWy8m/dtvWQPbr4YSZ75/i2Qz2uZ2aVPtdkjERQxL5pBpzMrUtlM2HoXiAukOrZCW3+Y
VdP98/pZuPCu0w7kkf1bJI3Oky6kzVLXliScgSf0+xJDpKe6SNE3mWqMtcfU8a7cOJemhbM8EhjE
e9Qxz3ZgsXTtqLKewonVhEfPcIeDsZjXlAkvRelkkoibsXSgcc+rD5VhSuWWqjhGldJ3Zq7nWy0t
rG/aqXzKMijbBDLVLYhy8X0YVu+Q5XL9/2LeJ1re/xWCvnAOWFo01lDIogxyLrQ2FJjyhmvGPROu
7ufIwM+gMxGu6FN1jU5xYVk5bB4NGya9WRie7pZJT3oO5SKOdWPW3yPhsjuHqN69vlsujUI0RvPM
gfOOe9fpKIWtwXAvJWIxhvWtkwAzHcxk3n4dgtbZhJvZ+8jUbT/iP28SlWXqHHUujnOZGQllPZXU
lr/E0kZe/vX5XPpAoMFBom8o/Bd8GrnqGqOAID9aufG1y+Z0J7T9ZOCgmfwfBmLbM8Rmt/Gioh05
rVoChGmawM+SZhnMPcYAeWylb+aFcCNC3flbeqMf/kKPBS8wG2EFGw0ct6P+h5/0wTWycP/6hC4E
DohPUW7Fv24TYt+uzP9+pN5T0gbyd6QPiGwE7IlUHAJMjIY933Te68UPliQFALPGuoLkQTJueFc4
RC8uL3IfKh9bZ2fjxJ7nphuEdMwGzhcims17oYohUYB3YyLFYIdneXqlUv9i+2/jAbbfSqsbB+vs
SsaduUfyqi6OKggw/DD1FIfumF3Z/xdGoR/AUOCctirz2f53fVR1SbjF0Yr0z86Y1M60+jR+/fv9
ZfidRH6EqdT8yAuoM4I+2jpN//mA5txTQhadOBrUElp6AAOYEAO5uyofnA+hiMpHX+Mka7u9cQwK
axKx7G35LrCRGcwGXOGTyFK4Hw3ZEFcdqq+9o+f9DJgQtyvD2PUi95K8m1YjCZxueTIw7fz8+iRe
HN9tDviM0KIhX6MvdToHibJkb4+slIvJwrDruhoR/Cb0KxHPBLS710ezXzTfsIonZGLTk09t8drp
cK5wyyIzNMosto3GQ7Z0xT5MKZHemdRO0rsh2EC3VT9DLUjn7le/Ltlj1OgG5ZrN1zdMrfAO0nb9
K/cd49gs9izjIfOad6IO1GNeutl+mlLxrll1AKp1qmOFeGBSO6t7O45FeKyV2d9I7Tq3XWp8B1V9
jU//cu8xRaQdoFNCveKWP52isMzaAhmBmFNTeY9LORRx6bbiyjn6yzo63XworRF3bH4LrOd5ucfH
+caqiik/praI4mm1D2Zrf8i7EeB79HmY7Hs3SJ9Q4qtiV7oHsuLbyMVHOa37JK+Xp7lWn1JFZ0Ob
2ox73R+6anLiBbmexpmvlD5erslWkdq4KQSYAA/PTgrs78hwaTYe3FotKq4bV2ITOk3Glf318jZj
nC0BAEACu/M8ZMlKJDMQMAjx6V2djxhM1j8ayv6SXn0lP6xUca8MeGliG62D5iZoMP47/djlEMz9
xNNwSCNl3EYFeZcz59VbAz5wcxvaYePWbd3jsy3lRQJWIs0OKA69vsVdSew2pb3/y1zAihCgb9WA
c0647zTj2krmUoxL/i4zOx23shRX0qeXFw5BFnjiLW0k4j4nJuah3ahSwwwZu7bb+V0eq7D5XQNQ
uTKdC3thi+YA6CFyRrnyLOMYnWxs8iH0D3WWLfe6q0jBnYDcQ3n6n27xr537y+Px1mz4QxDgZy+b
cL1RdkRZBwm755ueENrEt2+JR4Q397qxvCs394WttxHxAKTybsNBPztTa1mPFrpe/iG0R/s+zb1i
T81oPrx+Y1/8XIRC4EQhryEdfrrBIe9HyJdts3JAD+VgUm4GZ5nRCPKvEeovLSBvERfnhnQDrnQ6
lLOESA86KxQXqr9369o579VMv2N98PqivbINX67eJh+IDBCddS7Rc3GrUXhN46TCOfT24sd53/Oh
tOFcCfFert7WhqOlSjGUx+7vc/ifCKHBe3BmGPsQdtGP1S+tBI/x6NBDOblSx7s0HwAQLtExSSEo
+dPFG/HR5UbAxq2PjAqgvDftZFalb76ImA/gV3rSfCaet9NRFiczdZY5Nm3ooohFOVn/GIM1fXrr
ngMGRHsG1BrFUHigp6NESFDmTaqxpFuQP0SLRhyK1jM/DraXXhnqwrLxdm4kW/AHuN+e7bnVRQy5
CWebuLu7HZTr3U8yuCYEeHEQPg4gf1yN6GuczmfuUhOJYgbxq3qh2h+Ed0Ib17pML0tyW9TBjib0
2GAV51XVWlVovEpp4aZZ95/6fKwQWsG4NX/Gh0sVT1aqhyEuzRY35iCtWzNu4VZnt806rAhNrch+
7lffw+Pu9c/5cvpEQX/hgQA6N/7B6fTNTI5awK04uJlf/q4AXdL/N7srneKXtwdlc5NK9kZ/pe1/
FllGcpFD5dUmi0x/LQwXZOaz6kHlXZt4suqvnOyLw0HnpDONthWwwLNJFVhEg1sxDxyY9bZuXfsg
fLSZMrW5VOH6duUefrGIGweHAGBrvW9iI9tN85+bRKXC7d3a9Q6u8nE4wm9tb664Jb/+qV7MilGA
ifIqk5rBNjy7RTDrRIBuwplzWMQvV41B0g+Li3zA+NMwPHkl97w0J4oUpAK+s5Vdzg7f3Ipi6HrT
O8ytWyWo0Lf7LHKqKzf9pTmBOyPoBDpNgWL7Ff9ZuQ6momgN1z1EuZ8d54gugKtWfTu0AbBRN78m
w/lCfP4v8RaPVM7iX1GJs50oJto2E3qph6JL6SS2qxpT/EOGqsfd1gUO4Lptm1OattF3H9bK9uKu
z/RnzDi8Yof0XNMmjrLtKQlzPVr7qrEMh4eja0ZsRUdA2ZVul2tNru3qPsknaB2QuIBlpxpMc/5s
Q08FkVRhde6hz6r5Sw3oYr/Uhr9zWqhs6CaFDzOwgSsp9Ms76++oqAxTAdnIpGcPyjSHqxlk5CfZ
mlePzaKi+wixj/uwCnFA67CPiEu/0Tsva42aNfDDA4XA5tFtivSHcvzp5vUDcGFLUtgAjwZxehNz
PjtmGToPWMFD1I/q3H1cUBGKzWoZ3vqMMmsEQxE5oa662aScbknKZSP2MiPqGKO7PLi69aliBfbb
jxcQC94Da1PifmGh1zu2QPyjdA8LJhyJp1DAnlx22OsrdmnfoKIASJHUHnLU2YrZtVkGjg6dA8YO
TZrIsJp3VgRRKu6xkr4hJXJvqei9ufW7lb4hmNG52OwIzwnmcxksVuUQvxk0EmPACBB2x6i/soQX
Jhfa9LC54bkNuXhPP5Su3cnsJtM+uJuyd2Qxzh6xNQtbbN7zWHAp4ivoj59fX9Ptmj07i6gfsENA
JRFRnwv/+Uvlore5EDBYcxZPy1x9KvQc7K12CSlppRPeman5nIbLn9cH3j7Wy4G3Zgnsj02V83S+
nRWgW87dQ1Q8DftRyemxRJv+dpl868pJ+1ugOB8LbYAtg+HOQb3idKyyn0Q7TYt1qIUJz7rP2ypB
gW1g1nNrlLuUktvPHOPdHYjtcE+Tetr7RVC4Cf7K4x5Juf6OJyNIipGiz1C41n3vdP1dleV4vwQj
cr8GXbNoasR9xymJ88WWONZb7XClMn3h0qDxCkqXi4MO/jntLEKhy+T7WIfI6/0bYy6LJKVxcuWg
XRwFGRGbETYyydl6DdI1qaKM1sHw+/f9kAZPY1pYV3be9o+cfRSeyO36ZwTegrMAoBkoaM7mZB2E
sXLrCvUjaqWN5Ji6XQZy9de328UpERMGdAWpBpyDw2vh5FM6tNZhxAglNkcnuC1XDKpeH+WvTdz5
pCix8yJzF1LPP5tUjTdQX82teTBrr/YSGNL9V4zFKAtSDQl/GKXMPze5XYhkdtByo5446+FQKQqV
cVZMJtTI0Br+dM6ctnGP7OdvJxjW7zrtVRnP+GS6eygRvUiM3vWqpAdnLY6I+fF4VTjitghuR/53
T7ZRtHOdBV0z/gf5tnEsvLZbJ8X/VxRu/U3qNPwV0dn7bZEDf1JuqP+ZRwO/ZW9x3K9YN5RzDMvb
++JmAxQCaDCjFZuw9kC32iEQtsrNzDmRSN1+CEtlhgmWJrRH4Hc2Hyuhy69Z381Z4rjSVokym7VP
rDac6400U40xP3zx9v8LmyDIw6HGfTWtCj/2M0DCsdmE9Y8rn+bFdgNLygVL0YnHFnb16R0QhVW7
An4yD6Rmwd6eqzbGrLjFIGq+puL0khFBJkmtFNT+pjaM/cbpWKY39eWwdushJxnqEvK+9Za0vebt
lVL0t3NfKAO1wLyYdtWU+Z8xH2l/2I2W95Oo0ylZKk2V1C3r5uebV2ETeaIBg9QRG/Vsf85z1xYN
1CXwmp2dRJAidzQQrdhuu2sF+JcXPG/1ZgSy2X1vt/zpInD3ZVHv5euhTy29Ry3XPRhmqMEMqmsL
/vLtZKgtgecl2wDJZ2HwZI7GGDbegvRmSt5pdWn7bK0ufryumxlPqvSw4ckWBx2r15fz5a1CZcKk
b01DklrcOZ7BG70qT915OSw6Wu/KJv0Tedq8Ehmwa17uXR6tLWbdqBkAKE6Xsl1xbp6taDikjS6j
my4aF2MvXWst9066zN9crwM/bDaZ08T+GPmflQgLk3XQPujbbkjTXd7MlbVTnizsGOFbw43F6HQi
tixt5fs5aj17z+M/u/vcm7tPc7Q2eaJTMRdglNFluME6kJpVJ6O5O2TVAB/dQ4d4X1fp4tysOm/L
ZB4ot8Zc+Cii4BlQZIlIKXw9tlJihLKsVVAk0rOzf7tFhUbShioPd1Hdhg/A0DL3xs860KRB30Rx
W2r7kzlNXRYrLQ2ikLTI1F75vSz3aSbFsw+KWNJxycIx+SvsvksnM9sm3Wv8wUkjtj6nlVY7x1p8
jJBTW/4rljH9CFa/elZh5v/q0sn4CCoNQ/fOaK2PQWdZXyZnCo147sNqws6pIcfuhsbzAQbb+p1b
WTaIYW+O3tdT36RxVAaFlyxLE8yHAQ9mxIwDY20eJEpB9FXXBjKLEsaU0XULSci6NozEI/mXxKhZ
WeMTtesBzseam/90KqxEUraOKpG9WKWMV+HJNBYOUhvHzm9zCYvLTosd/UDrg6t74ex1ZQ/tjcz7
6bPj5c53mqEjAh0b6lv0vnr0DSOv4jDj1PyTina4F/lqr/vOjXS+EcMa5zg2bV0noVn6uyKcZRi7
Xub+ifrU9xDA8RawZW6eObiELdZ7pbli41Jo8zNeLG5/IAbJoj1bpX+uGkM1aOpb2CdZqz1SF/Hz
aIyDpTBuho4OZIyoo5Fyy6/L13IoOxYtNDin+WQsuGm1A/mYilrOsBC0k6LUmX6Gqef+MCZ/RBxD
BuJu5W//UFm38GX6kKBNr+XwQIVkdQ7toJxPSkXVRAxm5iOnPtNR4tuz7WO0NeV/aqdxH2xPiyd6
hyg5GFUonirC0Q9h1lXEhVFQq93YhVTtzcJqf/arxsdoCirN1IwBD3kuO420+OSouyYvvR8lsACa
WxT/mJmMVnefFdnyp+1L76OtlR8grW5bdKFGf9E7HRDpJ5imUnXEAifnkmrCab0BZzPIJB0z80n5
Bjx1n5Y9b4fO8K+H0n4rw3AG+VKI9o/deOk31H66r3UIwzAeyIqeBwreTmJHpJIA+q3+3eC/D1T2
0Ik2/aTbzvhDwjSUSaemoU4QXg1+a4gDX4tisq1jH1XucrCVI+V95bssthZF/xN2kldjVJeH+cGe
8lLEfaiKxxqEbZEE7hJ+b7tO/RZUWJ5ZnBS6AHtoTky0T383UT4FCSRzo4417pnf0Z6fPi2LNttj
g2AyfxpEatw50nKaZELJOY3Xtiw+UT4UVWLS37LiGmL9jyGi1rHHctv2dtOSskHKykv/5a8JcF2T
9uMy00WeCK8L9gD/fEJyzwg+jMaCapxXlGHsWMP4VDktAl04awbsyiHfxNtFxCcY6iBvYwc46n2k
7bS7TZEjVwdOVPTez9wQl7B5oTfuWk2fxYNv01QUiN8FMaUx/YlQaO1jvqAuiJ8s5z5s/OWDIwsz
0YUDMVebi3vXrZHFnrXyUN8Ntm5htpICjQnCqpmMmaDGLC7wh3vD88Vz6o9zvSvrysNQRZnuxzRP
5bOfd4PPJ2wsvLz80brxKPo/NZEP8yegUUJ4hXRNtx9cvAaMaKwBwE3iYUUE9VPn2tZ68IPW6+5q
7OY6kDoGvJBec5UmQpX5w2bfwt5wtT8fGk6bOqzz2NRHNRVtTTGrDuubsu0VsBEhwXzOzfBvRRV/
SHK6iscwzVwu3LZGz10O2nsIpx5KdmV31qMJyslPtCymd1Y3oOklMT48YmXJLVrjqCfu8ETORoxG
cm0dPV9xZ3YwRT71ZVH9zG1DZ0dPhHN2GFVRi2OFeBV5EHGtcxSejohR25yrqchE+40BZsqWOeEJ
9NPI+ogDRklHujeIBHoisRrkqrGUCXrs9pdV4hd67CcVmDcYvNp57PEVSz6MgGMzR3L2YmdKwyaG
2zj+K0NhIlVQmJBj6sBd/8WiGpezVY72c2iX1a0z0fCPhe6aOXYcGPj7IsjEcJNyGZs7O5sCA0W1
JviYoQDuxxFv1rueQxfcBUFrmGiEu1UV20Vd/a7E1CPUhUrQVzre/X2DfmsK1srqKWO2AXH4srbL
UxqthsIOppbc4X3qzXFQFFCnC8Otu2RAk/q2mlMvbsgGjlMXmMmajQ/QjoYnxdfnLSKWK2Ibw6/h
4LWtYglQfMD3K9s8KmkKT0+umLMiBu2VfR08Q06J1ysA8LSkijtz8tpfDSU2Ejhv8oq4cE0ibOJg
o91VRU0UnC5LZ8VZ6zdityyB8TBJ5D0pqnj5V8cd/Xfr0mlx5KJ05l1r2LxnuVUYcRAVmCRO0u24
L7tifvKmYvgqm7RqEqcJxMJd6pWQpbTVprsVnEYZN1p7aseBqaJ9JtX4faX9cERSegnvdC7Km67n
6dgVAUHq99Ir/XUvSp1Zt3lt5N8CU7ntrtXKmhIaU+Km8YtpP86iOQyihXvlOmVnJfXSygfWsiAP
E83QJGI1sjax0ap7XCvopj/cZabAOpWj/6ntPed3HvkwXP2h0ua+GkM04WsmO8WFxXMdm2HP9TA2
/vC+7Pvu99jx0B0REwSx5QzpQnLHtTv8zvQU8iqZ1GXr1Fy+WM4sf6vVsokOun5xP5XK0D/H/lde
HaxCrr8wYg6/ztVaE9G1VH/ndASdYQMjCGNDBX6347t5tD8xhnzupnD8OU6V+tKgaV3FHZzdz2IO
1C/yE8K71rdaHS/2QHjnohJYfdzCk+d8Woz8qKocCcgI9ysVg+iHj9F746QTRDDmPFnnFY6NGQn1
qe/t4EsbeuO/ZSiG6RGKf/0T5m/pJ+FgBX0sU6N/DOZB/PHG2v7Xdty2TzI3Tf9wsfE0D7ZL2QUX
VZnF/Dv1h8mtrX9KUwYfVbeYAGGkgSI7nf+q282CEGzHaayiW6Iof96XjTXf+ivbCRTttntKaAKo
jeQwRsNsDJ5xzyqreM7bHPYkIlnPZlM52U4bY/21TUvvdwkfjyC6UNE/hmfnDix+T/4e0sh4X/dL
/a7Q1rwXyiqXfW31cjMvENN3KZvu59KNULJkmrbrJw0jjS0h5vxjoyOC9iArrQDDQoiCsUoRFGQO
5QIhuG7Kf1iwUt0plFE+540hKggNjdE+rl1vGTtlUqDcBdz3bUzdigepKIUXHFvLom6JrkLm7aps
tAWJyiCL96b2l+afQXBpJEPvuOuunE2gjtwE4zNC4n2b1FGwjLFkqz7WfW8+Q0n3cZYwNdcbkVe9
xC2VUBlbOR6pcTgV0RKXEcJ/MU04L7uxI2zdsHubexHT0G2nfTmG2WcMY6NfDT0mUHPBnK/xCPbt
Y9n5uOCMvml8kziQrETSVf5B27yisRBUoubeTdfYzkHJxHOTNU1spHxOjmOd1XfeaM05PhHKeZQI
5NrHwZ/En3msJzJru0x3UTHLAIrXvOUehWONCS4R7ZT0aGoadxr/KYEoQ5h/KoJKudx/izF/xsF3
UTdRuI7LXpIFYodo+h0NaTxGeWYi2/CoYPpTe/DTVdQ3HXj+B7sfx2VXOgXl4rWKykMq7GZASM7x
/mwuy4Siug6922Zq5l8ALYP2TrpO1seDEaSUZuxMJiU0g38dp+EklWPAQ9L00zy8t/HslTdZP1VR
0mtPlDtrXufPtTNO31MgiFlSTiofEluP7XcRiT5LQCgGP+tixfZ0quvVj8OK75cIbKy92DXG/sto
0hwDKiXD71UzIbcHl5R6k5Re9oDsemfszdG3ir0ztDnGbrzMTjwDC892lV+Y2c5YM8XyrGLT58vK
VR6VLWEs2IEqBL4kSHkc/aBCjkL7E1XXrGgc/YhuRK2f1BD4/xgB0jGJpUdubdMUwY0anWmIzTSk
aoV2LIJ18EMW8KLUwRIvU5150w2VY3+tMAuZHo1haMMEmaL6Xb5kXXMblUv+KIkT/Hgqa7eOyUPH
r8jujE+9hQV5PK+NVySRQTCacLKhq62ePaVJTZrRELDQSI7DbimI2ouq/IjiUuXEk6ojTDGHadCx
j9ByTQ8iGvRx5HOHRxHhdJGEWa7ye7t2ouWeyAgnhaC1wtuqa03QaDWaqklVBP3HyiqnP3XJjbjT
5dJ90HSInuVUEvMXGenhfZEOFXcHrAIsutpmzB+M1ujnOFz6VuEPKUtUscXMiZtz3fQx6jvud6jg
Q74rfa99mmc8Rm4MwoBjWdJB3DfKTL8tJSu96wntyiQcO/O5nTqCRkebTbFXkzL6bWmC6Zn6cxPt
xnIahzhco86Ji9ph4UbHzlriSbOZiGFmNhI1HtrggN88674UXDx3uerHhggka78EhjmK2xLiztfQ
RGVgt65Zv+5kVGPIXekFnUMiqPE4TlQ/EQ5OMdccl2D+LdEquBuUR/KqVjyzYrhhiO+YbSdTrqtQ
qhhqe/ZugLP5FOat/2wbIVe21WXS3C9hl9qx8omeKaMWZUChROQRY01lm0R5GFERWLX5M1Q98mp2
O4+/uoK+0w0MsfTQzGuU7vx6qH9Og9Obu/85uWpa7MP0odwS4qa0CR47Yza95H+tT8reSRrxlOcD
QvZRO5+ClspT5iGqlqAki70WcgpRHlOEzly+m1N95DdH1/QrXxbdEOwEE4r0P6pakGBOK0U+ftIq
tCsKUhlNXG4O3gK/CQdAYt41bauXxS96i3CNKe1BUXrR9JtAmmiraJeDaBRv8+RG73OdV7/eWmKj
3kUrPQRdTTH1vC9mCbU0zlLPh16579DT9IkvBirGb67kBQGAOvSOfVj5lEhPF65YJkO1lqkPJpxS
EMBQn2pzuSa1/7LngWExxopw6OiXcoROR+EVGfIMMXgcoabinSxy+dTLqLqzUs85dE3oXBFpuND0
3hD/AGI3AQVE1s4qo6vonNXzMn3QLk5/HjeT7BXvtTN/NhBAicO6c5MOIefYW0lHZPFc+OQF/Vtd
ED3IQ87G33O27hUQv9OJ96MiRsnsEQGiQt/oFt+mGqWDN39ERkExB6wyM7bOxRVKG2JN5ujxAFET
XnUfDAQ8OMi8viNfnDEUM2lagcU3NxTDOXiVSl8lmkyhNZ5q9a6osJGhvuwdSRCq5PWhXhwxNBlB
lNIb+iubcj7UOI9ttqpKHroxGJI+r8XTMAt95YhtRf/TphWMGsBSKOFRY0Yk4fTj8ONdOfBd+DgV
fR1F8OoXP+dUUUE0vsI4A999DVT+YhHR9jLDjS33/9g7k924sTRt30oi91RzHoCuWnCI0CyFJdmy
NoQkS+ThPE+305fw7/5t3Vg/lO1KKZRll4FedAMJVFZaKUcwgjznO9/wDrCGaAnv7besx++xkw0e
VZGknpInkm+Bh/PQ6f9lah5cA9YFyRVbgBRtbw+oS2ssodHNGx23GldQfG0XJLp/sirePaqXq0D1
gKDBQHvfoylL8mLs9ZoZRCUtARXB4i5K+cu6XutV+Gc1Vyf27uOYotwaLaUrZkYpk+ka9OU2osPj
cWmlb9rP//GGD9f+/T/5+bGs5gZ33m7vx7+fiUcc98rn7j/Xl/3zr7190d8vhqem65un387uq/a3
TV98ue9EWey/5s1bcKVvn8S/7+7f/BDg09vNu/6pmT88wQrqXi4XPZXr3/x3f/nb08u7XM/V099+
f4T/2K3vFvGxfv/2q6Mvf/t9Vbf8j9dv/+135/c5L9s298X9l/v9Fzzdt93ffpdM5QBaHVZvTPhA
3gGf+P238en7r6hBCBCrUD/jxhUwXZRU6n/7XVEPYL/rsKCQ9ALMt0bCtuxffqUcMNfHz2hVv6a2
Zgz0/aNdft2uXx8Pd+Lbzz9iMxL0Qftw0qzxH5ziugFfYdFmNOGLyqoTX0ukxGv12gwkZWgPjamz
/Fd35U8u9Y5qs16LjwuS9oXaI+9dS2FIokzoTPq14UhnGVmkG4a66TvtfKemazWSZnGwwlLxsqsu
M7IffG1oaNjzNKzThsTD22Y79guZM+n6OkRuSWGkfjvm5SYfysTHn8Wh7UA7qbDT1kXfHWnkjFaE
GVc5XftyOSuyTtv9+Kvth0a+GZuZoxrQ2GoTsgefsnDfcdKQyy+Skm06pCg8ZWrLQDWa2tWA+rlZ
75ju0ufG5sdX3o8nX6/Mqb0uMUbI6+9fPT8UpQAZwV5DjqyIAvh7pM6y/jOj5xeph9exn8uAA0ea
EKVk/rQPw6HnoIjecYQ/GsnQ+I0hV0Hax70vOwDzIJFpja8mdpihDh2Fj+BAos8zSjr1mMyWp6SS
ecW869iaU3XLnI+ejJGV2nM82mLHELErXIU5Ve+LoYxoR/Z9cjLZSnKXNJPlA3elcGEYpp1oDIaO
+tGYPr3cxr+i2OsoxuH5gyjWE8Oyvnp6E8d4yR9xDFcahtcAEeUXKuPbOLZyTMgKWB7Mj/6IY+YB
q4VTlSwIXBUYgT/imHEAf8Na4dEc8RCxfimOrYnAmwW6yh2vPE6U1ji89xE1ZkXiMmtD70+58ils
1MUtkcH2x4lhKkOBn5ziL2+3fznAGxgoIeTxnhAA8JmeW6p2fkMAo/ds2F1AWBjvImyojpexharE
cB0TECOy4i/4hVTFYdVoypGcLp3smoqQY1dYvfq5UTMadEUofUAIgA5eosz6Ti16VfMLzchSL+Er
b4HbNFs6EvImC2sboF/NhHOmn5VlqnodA+WpvAnpZeEMwHGnXD6a52VqPdMIu96fDYtxvDnHEaj6
mYkSXoDpboxjm56xMyQ/CYcvImj7twfTS/CkMLd4KJx5r6OSFCITWTDZ9RkX1ndFk1c35sjxGJgS
2CW15sxxzWmwkPsvpDv+pEcbVc/obktF5zC1S2KG7UvCLbAmuXCt1KQB4rRldJNUOS0cTFZaD5Io
JJmlWBTXpIJm1JYMPXN0BuaBUprKl3YYkmTTE3rp2yUz3ZXEqN2uMA8nuQMWYGENeyILBuPjrEmn
JejCzWItvJM1qhkzslyJdloUp7fMWNwlRALjJ2fiOxNbEvY1VYOPg4ethhTh2zu1YGBbAUZsmdUv
tjsMmeIadJZzPJEw/kPGPalO0UqStgrDy05Brnnpo6CLEWlShaKeFMo0XXWjbGzpUYGCaIFQyKn8
EQhZtM3bKQteBYU/OcTfSQvygYEWot6McBS+5fteH1lkjVWqZp1fFCFtvMUOD4fJuRVNyDBJR64M
exq6uJMc+4VYOrhniPVkaTP8pGZ9d/Ctn4PMiamhtZZye0usy4xFpEbU+UvXaYEhhRpjyvZnOcu7
yvjl665yl8BCyeH26ZRJUtd2liadj4oGA3QclH0bVAUFo956badNhw6FfLAyF1zks8Nj2LUqzsoI
AihZWP7s7r8Pc6tsFkhIREoxFpAJp683FjCPwlJL+CpM4etTtcyqI9A86ujFxji6YTzmOxljVDUo
chq7ibocz1jPn/RpU1xYarfVBnspNgnvHrvjUIRnY9/UP+P9rGv27e4Hdw19Gz4WQEpy27cfcuro
bjeh3PrLaKp+5oizRSmOO3OUj3v7ols69ett+ev0fnV6g8p/tVPXGudNEXJ4Lzrx+uh++fvfzm5L
OaDSRAdmVbEnV/znyW3pB/Q4LI0zjAklBzGJ67cKRJUP6KRBRFQBrrEL1pX/vQKxDyAYWyxpRDAR
/gZh/wsVyJobv14tq0iUTkqh2EyM+Bef7vWSXuxGkzDtAyM2DKxhUaIOL9D0OypnoYdupDolQnGD
9AQopbswpyb6GWFgvcL7T6CTgrBN6ertrVc1qdOSQa8VRAzPNk2taZ4e43fNNOhXaRarEuoaO9da
i/u312MwMLUPcwZqQc6wzZerxfDjIvuZX+37O8o9RYyeuh90Nloab+9obGdyqfa6HkhDKl80mMW0
NO9KJB0SmRHaRs2z7hBdBencRGf3E+gMVWxeLb4/OSb2Q8CKdFzLV+CjCDPSMH37EQBHMfBOVGDI
q6tXZbbmWTaHjk/5l28nE6yQJofS4Y8v+lVA7e2TBGfJQQrvHbo9H2Hvsmoe1pncGIFcVEnklrGI
5SNJz0DPLLFaOYEzKU101DUKTsGxUxeWG8oGKoBOlZYXUSfpN9UijzN6o5lxWlQmcwF5MOv7VHQO
2LwyigTqK452UisLw8oqQaOOQ7CAMeVoy5S6Ig4XE6BfQRnDJ1W6bWPH+rVsr55vwphUy22sROhf
kriVas+GRDRuQL6GN7EmklseVvLByjT9wU7rdNjMnAbdYZ4o0NHM2jE/RLMj7hZrMsxdx9Ajv9GZ
AGquY6BbcWj3kvk5MuZQP9cyQFU3qT5nW5hJy4A7XaqonmIyjwbXng+fMKcTRaBMulOdI0agXkWm
VbTejEbBzWIuvbJFnYHK1RxxP2asqIN+KNSwv2euqTwy45HxFclH7aQcxDQBfAK14EEABOJSy4NS
AYIarDMga+0cYAgBHspKQMG6fdIZZLl2llVezqLQNkUiVaVfValU+6v0c+6rXadWVHxjHfvADqOj
olnsmno/10BOWUa+EbbFKaz38zK6Wdgb53YspusI3IIDehpPbRckg31qjQCpPZxK7Mc8mwwQn7bR
5GvqpPvArJKtLNJQcWdzmSfPZKPQSsiqJ4nG7tWSAsB3hykBGahCY32uUWCKgQpOk6Ajng6XRTM8
lImYazdLSr0H82aQYev2VD+GXZh7C1Tkw0YaBysIqUZ2WWfFp05rOrdNNMRPADNBFmqSvGIf7UUD
IjXU26rNuq2lS/ZJns7WcJJIjv65rqTsUq21snIFmIZj5n0Yu1uTpp5Nk2ODh1sUZzfA9218UALM
weDpMEFNS5H72Ny0QdjNNbiqQtYXb7D18XxS4r729BzZeN8peyFcQ5Xij1U6xLsqSzMpEHrl9Ifo
DZvCy9osCrBemZKP+cBNK9wIGzvzGGwQLY4KGmFxPOlJuJyi2I5vbaXmzgdhOXXvxQwhE69s02Xb
Tg0sY3W2jdrvw4L+ztJLy+K3cWmWh/qYRQ/6MJuQb5wsWcG4lW163dDpbu2UyWNllSjUaN0ioyFs
DExg1dyUtIuEZn7ozbgodEFK3+Uc6kI3eQLNjQ9zP5ef7W5RH1FfEEx0ayncIXZtX8RpYgG1N6ro
pu4t1jhYjPbJglNw6UAAkj3wy8luFkoXBUkoZ3Q4RJ60G9uQjI86WmR3jToVz07RAZBx6my4a8mG
HxT4DjXBRQGUaCBFhRGGjh3oIRWqEV4MWTPLgGoY7XnwDPveS7JyUlxieYY3nzyNkduUKftEsRLn
0mSy2fnqUFDU5nhLekrRg5qNcqMEjSEK9VzuEi11TZvawE/7uePPNV1fP1bJ7FxGFAo8YLmsdF8d
6Th6g3CWz7VkSshcZF1xb0QlZAs17spkU+Q97WJHk6AblgNNNDYrTiK+sLUYJ4q+mRXKrdaR3EZa
suhCq1BD87Q0H2zftCscLPpBQzhWGmXgZBDJMnro1dRkbsfeAYOm1DFIMAUmo9vLQiW4DPZ0P/WN
xDy0tCo5kCf0nr3O0qSFylSPoqBOGm30MYiT42M9JOf3KsCS6zjcLu7tSM8vF1YvyEvoq5qrNeVy
Yc5SoXgQNsNHOC/JyiAd+s9ZJMnXQAWzkB0BYdudDAspnEZWgWO2CXYNPn3LxvbUAlkOH0fh1PHH
tjCu0cLurMOi1JLGL0x7KI/HvmNlTmlj3vR0CRK3kgsbWK7Zpj+jpe2n/GipUuqsTQZTp1e8r6Ng
l0QgwLtGINW9scvaXckY8DhZsuqDbnGvfnyG/tnVVioHVTsJGVnh2xN0KcGim21iBAKU9iWomsUf
R8neDFqmn8VJ9/Tjy71wLl6f2C/0ccTa4E1CzEB6++31mqZYGkKIHgxL1O9iWxSxGxu9BTS4cZbe
NYATNN4YJ8kYJGgKFjcA56TQ7wYWftA5wDv8WjerGSx2q5/JfdECX4y0CILzUMzjmeYAk/DRWmln
T58j0T0VnHw/s/17IfO//R4yfJl1nMgQCRenvcIM3hpm79TsQdZjEO3preUoD3o8tBxES+qYJ+RK
k3pUJzl10aTIbQMic0UF1UTr/mtX4a966HU9tKpa/ut25vF9fi8e799UROsrvldE5gGsSJUWBuLg
31qW36Yyln2wTmngfuFFiEnbq5pIsZnKwNin9rZoftDe+qMmsg5e5snsG6RCaOg4v1ITQdJk3b9e
T/TzITtSZVFirRX/3npSOzAZTqUkm0WRUfxDSEXc48VL8jYSJcg8y6Ja+xGO8qFU5BTgXlvUg48p
2jC7mQx20IOdiap+nrcVeBhJ0bFHBYLD+CO2TpmpajnwmhU/N2lwY3ozkw4tkSFPNvbDjB23s4Ru
CJVZ9WYIO5+qDsuKAJu24ziM8w9zlmiVx7wZDUczsjP4Pzj26bQXdVLVDBg8hwoSylGwWJAYXBEZ
2scchf+1q6lrp1molrd1RiuSaavJB1S18MLOygL0U4rqCQYjvZNsa6NVLttRzp3DWMunj6YtgeeF
LLLUcETkPvfyetQBUbekSqDU7PMSdOjkD6oyPUWKM5Ev1fl0oyTIBE1KmuWevCjpET/S6yPQK5+w
31AfwF2jZcCITtz3qtmMbq2mEdo4kaGKoOvVKQmUpZc/gv/QP6WtyMUhdBLnwRJ1faKPo2EFCH1J
lYfrfa2DfkqyxO8XW7pWDNhDHuJY6S1FuD4eFdBjyNf6mIfTanZyW1kth928gtBdAFOtCvY/DGfX
6hgMe1DNpTvwkYPihgKKy4ZJvx00WmPdl5JqI5Miie4WHF38uA7TbLc0q/BCRd5JuOgCN5qPrU13
B1xa0+BUqvDeK/p7yylE/ORWgprntZzCgy+UNCFZKztjYgwjibtGl6rUlXKj1SFMONrTUPeT8JAg
mUrISk2yaVtD3A5qqGWBGUmqJ+ngxt0pVEfkKWE2gaGXnDH0hjBerZb6Qd+ZLTBkfNni8VifdexI
uAAE25+cYu8q+he9GQAD7FTGpPv8xaRsgYcCNNwwYC8CwUMkuUUQpeOo/sml3hfbaGqAUmC+wCFG
K/LtAZb1IosacrUNdIlLyVoSP7NGjCOMRgpgjqznkhhOK/54qSTy+LUL+lekfx3pVyfYfx3pz+4b
7Ov2Y/36mu+TK/mAdsA6tKLrgjS/Qc7zxwSevhiJh8XUCJWNFc/1fQKvH6xteayJZfRB6bX+Eer1
AzJPfkU3bRUB5lj5hfbXi7XI60i/Cq2CdFoVe+jQoc+5t4DaHkxlGRd0gmqAzWjthYcJSLbeNRnh
XOdDrMMUSa3NNGqLH0f9+MlcWv0pN+PwvpKsQyzFMYtTq8RBR2ZSa5D+0rbAOA1G6yRd6R1KKQtN
i2uRoKVvjUm27dWRXkxaFXd138rXJWpIT21l7KLIqk131uTBR42xPkkGNb5ocyM8BrYZe2bZWJqr
zq1+bq+sRiuHOQTE11a+mHlv3LI/mst50EjymT1dRZXaAo7vcgMLRKF1V4lUqEzEqux5rrCOcutZ
6QxXFLr8UaG4/bIkUInckU26ayYAWZFWdRBcJl2n0gMlC1vAAJ+WdYNRbrShBS9bKnMQatFya5oh
hH1OkLOS9sNdmNeW6zQjlBysH6xNP1sRoHOAdUelk6pfsnKItnXqbMCTXlbhqNwA46y+aIwsPmoS
ZeYKRJcPLRWvz2mpKIKyCnQmuXh95NhJJkM6WvRjuKmQAeepH90Y1tvjq4X8J1001tibJIBGP1kI
qxY91NU+eP39q+E+sF9Fp5FU+IbZOj4gfflIniXbf7nKXzHkTQzhiPhBDCmLrn1qmvvuTcK4qnV+
DyLqAVC+FZODtQEen2s8+B5E1ANVo5n7MiXCkH4VKvoeRMwDxASY01DDAV5bxSu+99DNA6bVZHb8
R2AViqz+ShB5p/BEFotoILhUDdyoau+bAA722FJekPj0ptbeJNDVPsfptO31TAZ9ro/K8SiN2m51
WH+CCGBeoqYxHReAfo5pmfWfzShVQWWn/YmKYMPRLNTsg6nQhHH/Wmv7aDGERH+01i5BeJW/fRCP
5eu19vKi72vNOFAB/VLws67WJv6rA8s64DGvevCcWN9QGN/XGsUJkvhIP4M1Ncj0Xi0264DjBbYM
iqycZoThX1lsa9n0JizRGdApmlZhGWC0VCh7YUkMEcp+bQ7b3pQC9DJGX2+hXEPkQKQZfw1Kcvwq
j2fVurLlHuZXWgSVlsSAFRYZ7WFTUGrQnYo7m5l3ItmnZhY/zFBXjuO4JiEt6hOlR1lESINzEYEf
Oa6zuQte3fY/ia77MwrGkxg/EGGZxuiKtt9YGStdEaEicuTMQozK5r7181BcGlToHprZkJMSZfy6
/t+AJX8EtyMjJV9gfosbHlCZfckcyMYwwxgOBGElp77mZM9YkN85cv6r0rn7F9qbhPTOtAjgWFFA
OXbXJDCF7Ny5/vEN3F8H6zX4NrRt1tVF9Hm7Drpeo1vTUeLBOLHdZmxHH5pQ9ZPH9FLqvk6QuAzV
Bf64jHZoYL+I6bw6BQHuoQpT5YiP273jR1l2UubOp1AYeHI3t0PT3zQ4t1spQkTJouxye7r88fdc
M7B3HwC8Jdk9zAKE1d9+T7McFKdKoAY6aXmaQW88Y4Rdu+mAcgEjy58RJt71kl6+MHGcwwFct7qP
goczpqF/uapx9PXslbV4iPEjRQTIXtwwsy4KB5hFY+g7KK7PTKeufvx1UfV6/4UdFNiZIGro4Ky9
jDd5h1ZMkr7Qaw2EUx1T15xn0qIGupk8R3217OAN7eDBFtt8qDTGWdkDKh7P+P+dVmqXuHFetX46
owFeyku8gb6tX/a6fV4LmEtWfmpL5vmSpM8yaWQhbDhBMxOseZQgr/Vw5pSUfDOHvXGZKkrlMpr+
MmSS8BqZ/2NetFu0VHOLRVwZSn2XhuZ1a+u7sjF2tsyVdQuQkDYyLzOSB4vi2q2XBnwNV2NKULjr
x7AdE2u1wroe0dx1q0nZ6X30ENLcc51e/mzPieMO66+MVDWu5HDqAlNFriSL7ebQbCfVixMulbUF
Yy6YxD6dyWWnN6XtY6/UutWQn4pE3SUtBfrLN1MT/Wwe6vlEr9eYJyQ8eqQRkXmrTs9E2t4i4sO3
gpYJQHXJvXEabV9CEypwDPO81kamSYb5WbLa4lNHTe1D33e8EsU5CmjIp0Y6aHyj1tmq4FDdos4f
zMw6Jzc/N5KuPExbkK9Z2jub2bCvzbXlQgxfzuxKHzwrjpEk1SKB8hmqFpw854pRrJm+Q3ovoUq5
WNquSvOHdNY+qkJVfcdqb8M8zoKcaSUyHMV8sz7X0CpO6ZXbbjZl8UXvhAEsNsXrK7sFFJPL/lDp
UqDHjebq7UJqvd7kl9s46fTiExt9obiL5hsLTV+kargJMwSzTaEUznaOZcezhXWOl5uzNZp53qKa
baMFJh70AqEJLe2qjYyWuBshzxC0ErJCY6sth2Vp7MrMNE5Km6VAAmScjNyGGADxpkErJUgWZz4L
IzBMtaSlvkFPyGPgwliz4Iir6+zZHqtbNbaOXj47KKhiKxfWUZEvgwcN7H4c1GczlK4R96w2MdQ8
FB/4kkMdP5tztGzQnVBxWJgRGVGs4akXQ8c4ba4P0yHb5SaYB7uc1EBofO6UWcnGCdtbWH+ybyRm
SnPGmdwMtRpfgcnmOrGINlpSzFuKFlZN0d0uBgtAMsSzFOkFNgTNbTdZaTDZ0PZGiVkrxVqBqN3E
8eqICii0snMUdAvEwCeTkppXh8XpumlkGuegrPlL9P805C6NHZIeNKyp7NwBcx9Xj0PeugfzNOfp
szGwybIlf0BJ5jwelTM1HC9q2bnOwfG6DOTSs1pjwaOS42xFqLZuP+q7JRwcr24nG2lc87woUH8q
MmEBz3POlVnbIfPVuqoZPWgON2YuFa4RNreGWp7SmLqVJO7UbIlPdM+AIY88MIWZCMImsXSdYJp6
Flvx7Oop5k7GsG5Ra3kcsA3zJtu+lpcFPb9cuibVn9BNsK+1CH5Dmz0UEVsWgbjrNlakYA2+XWel
ft02t0mu7hpRsWnhbSLpwMKXQ1RBMPKAjyBBwVZHA/44MiaaTshYrGY6rkQ3HU85ZrTrqBJdBLlj
tKfH51Bxl9BDNi1BYoRHY7R8SBmbmjOZ+T7+KjZbtMoejI7xq5FDOXcFvqBSzUi1Gcr8MV/io1S3
hedU7Pg2aW4bK0aCtL9t8uYWhu5q84CtomU2BGWLdWLHfO7Sjp8zgerYyz6VKus6z+Rly6RPMNvu
4QuXTXmI6hK7As67D+FN9exBup7mlMUlOcdOmlUbG8ugDyiTZh8HK4TkKIfJvM2c8EmmMeqrkyYF
ks6rQlndZWmuuRyZ4T2TJRoAa9oXOmtorCflVLPgqEPEN5St1o44vhrWeKF0PEtGQtOlrREEGc2m
AbgL7WgtiN2xYWmHddfOLg9FOowEMg1ZI93PUxRfanauIqpfloe9SsBPjfLWpMnAtqGEO9XR99tg
za5+UBYRrgt6bk4GaybSaqmEGXwsyVAiY4NXKr10mOt8ZDSB5m0E0y9o5oFIn2u7JqaXsUz94HUp
Fjl0Z5P2U5PF8UUqFVlgNMY9FLfU15W89UentX3o//ItzQzjBDG5CpUKufqsSPa0tYtwPpMysAlo
CcUPbSSlH4Qs3Ss1NFwPfR2eXyIjE4wUgBSoo6IGw1jrX4BMoLilaIOXRmyWIaNDgbdAFkwIL/ig
SuyNVQ/yLS2fh2nieF6DE2K+07HGgQ2Okbnl0Ny+HIvkrbt5bEAOMgr1Wnk9F9OwOYHNDiXdNs7R
wRdeYbENKgKGRhfaV3OjOdGVTvLadrxgIC/uyoII/hIjUmGey21VXElF8hBlVUilyUi8W8FGhPj1
TMmusQxm7m5aSCYQj6eFaQOQhee+Ui8rrT9rSutRj7PPhZWepChHAHMgS2gnJEvKIqd5M8gqqhps
OJUQt+kFPZ5SzqA8ocniMpieT6ZaTk/nyaJQCe3GL2WGEWy6IzUdrpJ2yDdqJvd+NxnTJUZYDILH
lsIYiWSPjPLWLtavSVOei7Ifs7Re7nrhwCeKHwSyiG7aiOeVfOcp9bpp1wTjJV1AzOF2NtMHfIUr
zqwWiCpz45/0nvdpJ+TFL71JBo9UhfC99vK0nFKvmJY4yPApDkxLuh65EkEzeR5Fo3qLwF0CfJ/4
yXXNtcJ7kxGb6PrrUJZWU1zKwL0EkeFO26PtBhnPGi5iYfldFx9r+rALU7SOKgW0dISIqis3mU8+
cmZ20kfFqm8TzLKstGBooXOeL7pGyoY2qdzUMNjrTdIsVxFjCTeicPPitj0KO/kRbL0EMV/6RGvl
yqgasFd2takng6ZkdKO0/ZdEzQ6VyAJ6w7IesvC5apLOi3NxjFYcaVo2TOeG1KXH+cxeLkICNwO+
o3HN3UfmNu665owE1FRB1Em0VTYvI0K2XXox26DA3AYGvQeFgawRPKsnxnbxRnvO3bxKJ281vQ56
Sf2JR827AvUFFE7PmhrbQKmetsLr9l9ZWQDnhC35pkoSAr+TJE0xjxYrek4qoicH6/OPU/8Xi469
B4spDq4ANCBYUvtwdLXXiq4OM8kv1jvFw9Hx6CG11WIHRdt2+dzbFkNsTpU807dDaJ+v6aS6ENBz
mAdeh6MRmm6cuWvOJI+kQOtTbkgGZi19wEgq9XNiCApRNJkGv0Xj4KhUs+e6am61ikynX6hrEm2H
sbkDhRsavhAVWRDHvhqLLBg62BE6qeOabkoLmUNOEt7K7E7U09IAnNLsxqADyNooWl5yuqGpHG9R
7Wu7ZYtInE9p2kiHysjTBt9xXi38TQqp2ylR2uvSUVGkaceVcRBxJi8hx/jXk5GaKxo5GMZZloJp
imF+O20DPGysCKwIPiEJwangOLO0JnYgoPnSvTmmoKCVnSbqWzSEuoDkOTyOsOK4e3l8v9TJvS5z
/rdPqnxDy/z36Jrbp3LlN7b7b7V+mn9SPP938DMpSF6t83fY6Kt//Ff5G8dA2/3j/w3rn59+O38a
ntq3/Tfe4nv/DfLlil9n9kMhuNqpve71Yv2orEqlq6UD6q1/9HqtA4Af8KKBWdNOkm3aCN+bvYAD
4ErYCNYoa+dM/iVwgPquH8HV0W5YVWqZtwOceRsXkkrMABoj2UexPTkzSz39oBWaPLOzIvUyQZEI
09kyPjZKoUSBZpQDyN82RNAYy7ICBIHUTeQSo/JY9rHYyMzFPwogq6W7qqOeqzjiscTVpSa8Gbl0
glLxnR0N0wMCzSbESgxmPdjNzRNOCt+gK/+yQfaOcIGmAuPnVXlfhzKr7rsxOSYEwGKcFj9C3e4e
gR7leVJM6TSBegZOV4JD4zqFciTho3Pl0NRSVuStuF3q4UhHNL37etb90p66qJ6Kq655euqgLu/v
h9fb4f8wxxmhpR/toaMsvv/t8Om++cLuWX9ofzt79MvifhXq+EqiXpnSL+/ydRtZ2gEONsw+IPgx
JkXX7/susthfNigZ2aZp6KA5QV7zrYmNBtYBowwN/N231jev+raLJEM7WJ2RIAtiZLFO+H9t8Pom
h1kvrQP/WTnynK4gdtZd9rqtqEdjOKDGciQZPb6PeWIGZhl+rjn5fKcHltwb881Y9jevbtufdJ1f
uuN/HLFcl0EQ3WboijrkQQbSb68LdMWuSidMjoe0bS4ruXUQ/RrD8hOqBPl9VsQSiB5U/Smruu6o
QzZ48JgioTM4mGkQF+VQBnqlnCS9aUQeMHgFrdYiUzYNsP9bTJ+i2IdyVj1pfa8jK4dbxtlMv+E5
hoBzPS9x/Swl/VbPqF28UMFiJ0Fj6MwE//gIU++m0RXUrjDfoae7CFW6BUyJ9CmKRgUAWzczNSaz
A8JRK14GZTQ3lkL5gs5/8vVO/c/tvP+NJ5HCWv7Xc8ar+wLezuk//v+jeANNYw/8cfoAV7BWcgga
ESsvZu3Ofp80Kgcys0I4uABCaVWsa+v79Ec/oFULhlJe3QYBBXFmfT992IhsFzYjEEVMobnWL+AV
3lNf2c0EdlQLOOwAyO1lpc1sdGGF6JQvZm1jzolwghaj843MieOQlT8im1pfQRroTjMF7THgBG22
TefyhAF2gVKloSP61FnzrlhqGwG1XF/ukXuLT7txLE4XU06AhZd1jTBYGPcX6tScarmjX6aS6twX
oRCX0QywWxJC8SIQ9/VZO8e5W9s0StwWGfsFoZBZ3uRA4YqgM+rhI/5TdKzlnjZFFuaHU/dNcOOX
1uq/l1b931XBUFZQ6w/Wdt+IgoTxzXGwvuRbVkX0Xkc4FFbM217C9z/XtQGhDG4lUx4sOVnbq/3M
t3VtHgCvAgPJgIl5BHNN0rTv6xr+OFQfZ4XowDJE5ORXlrW1Zk1/xGUwOPCPIbHDl8JNjqHHWo29
Og8iVW3MBBwv0sJCoamsLla3wR8e6YEsM9E1tjFbuTDxpi89cPLjp5za+8SIEGh22zRJwkM9UaKP
MbD02G1FWyy037KUtuSk5Js8hy7u4ahZF0FidPjHDXFuuPGYSZuiqRXh5caI3oG01BBfMqvXtrbV
CjCNVg6aPxzxuprhw97rUw9G0nBmorC2WHGPJiVtEh9RZewjtDktOS6SMEYmW/TVhTPbcunNVVTq
QVJOzbZAjqtxS4HDsgs/tKv9zoReB1cltyww8w3Uo2GYOn8sl1jZ9KaZwjFtrV5yB3nOaq9DHDDd
MR2CY4NW5JwHtt1mjquViYMYnmYuCKuCMX0cbTv+yJBjXDZy06FQqcSTs9Mx5H7W+z66CY2xvWm0
FfLp2JH2qYHZ8AEFbtgQddfnQa8hr+chAT/EgZSGxUVS2M2MqNuAlKTdMXzw1EmE9lEVWdN94yQJ
WqS6eSdEwQE2JPFkepJjInaJlYHo/cpRhxK5xUXzlFlqzpxlVDnQo/DDqE7WpzLqs5Q+W5pd500e
50yMRH9dyG3Y+Box8byOo0aCfWLDds7kATaPWjeUiEO+rSpZEYdFbkabCJV5eBMQ8I6bIRM5XI9C
wp4nBTwZIEVs1mc6R+viCa1RKT+dCPjqpGvNFY4eNbrPwNbvw8RW21M16bC7irKIN4xGR38GBD9g
0zUVtkabmRCNYDCqeDSnpXr2aYRX8CqWRp8Y8kTFTlPC8nDgYcKZATJQugldQ8VtCmtV9dMq8SRH
pbjNkgi37XkW9BcQTZc6sFZx52ARgJsvA8eiNN22HVDuXzRdqrGfKswQ7SyDznXYKH3oF60MvWvp
FuO/2TuT5baxf7+/SpbJAl2Yh+UlAJGiKGu0bGuDktttzPOMt0k2eZD7Yvkcuf1vCralmKlUpXLv
wtVuyQTAgzP8hu9gXURN2dvIOypJ9FRQP4334Cemr7mtT9I5cDXkKxM4yPkNJcFKOhvMzLmZ66ab
NiDtFK/XpebjlOEUuIfzJifnZtAEd93QlwGtvUme1Pe2Hhr1Z8ImM7mY1WW4Q2l2sD9gRYcisBWb
gnptSNWEeq8U3PV5GgJvliAbbWQ9Q3IgzsAd30rmklsJuVBh1y4eM8u4izAdeDdQVh5pAChhR4sq
w0a+UNDmPozqOF4qUKl6b5TlKKUd21HYVXsktn2HEmB3HchSZXpYJBAaJXI7SIurm5MFQLqMdGSi
2yQpzroaic1tMWO+vR9CQyt3slSaHfXvQqeEoRhh6A5pOBzaMgNPHMD6QIA7KpMEtaiqQoASCG3L
A5ryjVJG9V3iyGnk16ludISyU3tvUj+mjZJ3zpdiJEvyEieVnrKxSK/gNSXdpsx5Fwxmoj3pVjI8
jlUUUfufQsQ21QGE7BRE0321oN3tIg+YJ5Q0rUXaVCF+JF6EWDF/V+vqE3oWS+2qdmt+CsqJLmRt
GPNTpmbBR/Dc4V+1opdfM/gN1JKpduiuClEDmfquRFwLTWCNWq4DJc7Iqqa5sLUg/UKzumD0koUW
gJr0PTPJzGmA6rGCoixSD6aLkIz92SgyTXG10LJnt2izLDkPba2/gSIJzcxBKVl2NSOuAT/FgI03
ZdeoNpZ3VXVfTUsWYIuhXaTdqCzeMFjpAhcIwu62XeJM94E0AGaZIwuD6gWPAL9G4/wdFaiq+Yw6
KcnxHEZwW53QRh8+ArCZY5SQWvsx7WERR1E5SD6bG2VCWluUw5rmcdRG/q2tNzWmvzKWMqjUj5ep
aeY6uXkIOL03wnpT2EEUuuhlVo+p3Q6PfVlMqIUsDQJIWT3Hn2ma9bS7EoN+YDlmUU2HLx+wbS9U
DcP3pJ7rrY13bAqLLKk/qG1Z/oW+5fKlmCX5SsMzlz0naczZmzNVZ+ZPrZTgxYBFJbqlcQs9a7Ym
0fqoQoL9uFW+GiMa326fj4bhBbyum86ZjccYRw8focU9TQcEOeoUN3v8J+ezcZ7MYdPiqn0P5xFu
bd+a+p3KBYedTJm923SIgn6Oe1ONXOSXnc8xIrTFJtAjFanVeFnmjQRmDg1xE3lnTOxr+1wdAkVH
2cNMH4bOMnr6D+jEexXH+CVt6DDzxibv71QJxZlNkOghCY4W5B/NgO933sJW3qXK3EVbKRpiw22l
sQg3HbqzBq2dIbqX5kH+gJ8CqyMvCAMQ6TYj+0YHHUp/fa5uwyKXDT8wlEjfhINpcMaVeCm7iwMN
YPMcN/1nMHlUKID//loweU8s+eXpy18UG+7Lz0/hS6yc+Oz3Wp38h06NDmVRkRlRECON/ydbIjKk
LUK5QFgECxe079kSomwUmRA+o5IH7FpwfL5HlegeYHRHbi6MCg0VoOdvhJXc4jiopD9jUc8SF6Ka
KFykXwaVAM/DqQ7RVI3Gsd8OA32gcSK4Ohqbn9QUbFLC49tgjUpeLzRkINKJJHCdk42xIplTCuct
SIL7WINc4mftYDQbe2yiT2mkS2IhSbXpyXMyKf4ykA5tlG6armajiOczpA/p15iVPLS+KSiAZ3Pc
J9FGM7vYbSNZnQ6VpvdXORiWzKfeP33WUaMHVkpnfxtOefcAKB2gNa1x2fCGWp3ZaDKl/bTQsrlG
bz4ML1pzCVieaBndYFgAhKrP+qZzSWdnBMEUKYfTKlMXPw+Qve/PE5qX1wnZI/2XoZreDTbbu89W
40hoCBA0uHWgF4e8gMKD7HDRQ1NfgggGq87Xc2XMlr6O1liHrgogg7ZsFD/EeLIl0LnN/qEG6jq6
SDnFDcyhYj70OA9puMo1+rmapEin0BtaNvirDAsoR6MeNzks33QjfB0Mt0yjYQJ3U86CVNsjIwxY
+566ySJ5JfjMdxFeEICPRgM+tS6NKe49WXCmFQVuRcGkB7ardxmQrriGQOvqUqq+Q7BB/ZxykqVu
bk72l9enyWoyip4dpxjdHcoDqgyy9OVkxGmoU61ZxLBL6+zaCRcGB7+7s9fvoqwTqefbAD+lZUXR
jwzt5W3mIrA7p28559piPE9j67YdFNUrO73ljMfrMMaE9kJJSnZx+tCHKUD9+/VnELW741xOPAKS
QAY1dw0pDFFdeZHLJRVyBHkluZYRtZfZ1Gi7uI1VelFR5fcxqjSv30+M3Pp+bDLclaXIprK6X6dr
U6pjoOpWOVwmfTE6L+vw0CkKS9m+fqs1+la8RVqv3Oe5gErG+vK71VUUxK2dwHfvilja1mrcfuT4
QnB/jiQiT8TEjQXoWMIZZRrtdQmP4a+xzOP0TIO0d4COGtnuRB3xqh547m0AP8yhdTrEbjd2FNDh
U9QxxhbOYrszEln+BCn4AjJHehMh9Y/sa9l888r+rSPvP0KVnXd29Lp/6FR9K6w/ILf/V9H+F7rK
3b//D0FtetmqEtf4fvzpfyAdKip+7PuW8iy99/34g8AEE8Cml6sY2HYJ6b3vx5/9h4UwLLJZAHhh
P4kqzffjD/YrtRgOVPpbUJJo/f/G8bdah1T5aeeQcyOXTe2H7tfLuToT+VZTazpeq2MToaPGR7Bu
Esdt++x3nWLFvWiUoyQIUZLDe7XtyC0eCkObQA0vjB6cVZj4Jggb34nah6N38pPj9lmk92i5P38t
9DZFkVZHUclcHbfovThOEPO1MLRzkfC/GOyHIp9GD+m+9CxvUIaZhuHcTAOJyk31kYiaLrJ8DWqv
fMy1r0N4Cx+XhE4CEQnTE9cW6icaBaJB13I/ekvgSHz19fMSJAmtB9qZP0gIoOFAcWlUHK+f6Wwv
bU1yNCIlYo2LQGsEsyfZ5DOvj5IuRuHFXaEvMMOEWLpFnfiZ4nxUUMuo9Gb9nDtelXBc2nV5E9bD
10x1shtUnC7HIBLk1bG8jGKwc5Om+PpsOpcD5WFUSgDSVYkXx/ZNBJUU2znN1Vps48L6shoeJikd
z2JFmUH5Yj83LyRsRo7oBKiBx9kwQepU5d3YmDfT0E5+pwO9mwEiuz2VPORocEM1UKgLctBA+AHN
btOgwZeHld+WVfahFYfkNMSH14fkJ81NWKZ4XzNFBdlwLR8PHS0c47RzvMjuJ6+xckNU7L4gARWT
+uuW17fhx7xDQkdpg4McOPsMueBNVYXmG8fID+ajtsmjsE44H3kkQoLV0ixTSwe/7aDgGkPnHall
zNUk8HToWOB4g6d7Jjt+rHppROqltF3nzjpSDEb9YcRg8Q33yh92ipeP81ydPZosjo7PVTpgJeEI
0nGo1aE3aCArtP6hGZe3SLurSIidAtllyFKId8qUm9dhOQ5V5P+DY3s1YJeNM3aDj+PU8MYK+AlM
Ch08GHzo+As2/1rwONerOcOZwPGkDK1EiqqPGjA814r7y1wiow+TxZsncugq0tBCVoz9bKFkQcxp
4Rjd4iYCH9tqt+aU31aasPzIhh0xxRf8QoD7OZd9pgSXyyiHrqT1Z0GhDj6+41tJl0yMDVtp4wzg
9uLBrSPnfWMoV0Sk+gWAptpbgNZs6jACFRnTbURTBRWkvAN669lo/Z7jj5FjjVU2Xi5Z28KOcl+f
2ganweBJkpMvaTF+CnGPONjgEiUnXNBFlIniHbaUNH4/xMI2wKTcaJZgpbhP5KcFKHBnKN5URVyl
P8+vE/AVFEkF4RKG++VcjqasHs00w7cjwwsFJacyCZGPKYxy1xnSPU4r5YUiRybtqginsNCDGDR5
mWGLlmr2LXv/JYJBxHqrbQ9VbotQkAiYwvDqzLOcCm2YILA9C+WvDYhWE0efEizcn5THK+CF4NU7
2X19Z/npTW0Eaam4iCxwdVN5GRGARakJvezroescxF4H6pdNfbnEjbWxofYz2z69ftOfbmcmahcs
IEjUYNRejnsx0sEc8EPxWqOnyMIOjlJ3ukU8bUMJzHGltn+0SiqHQ2k9znIaX+SDsQOEFb3x9Z9F
AteDTimTSAj6JSzN1W4WdMZSVn0IPagZdXfOcRMMZNDqEQJg1DChNyyOZrl1ODX7oEkmSuad7auW
9K4iKtnbJgFzX24mILG71wfpmZ60fjTmpZBLJDVATPHlIKXoA6AiwV7j5J80q86usvndnNI8H80z
2mQKi0f4XOraObqDiwkSGPMZdgsj7v0kJ5NIQ84oBVsg1Bzo3FTOpzbXDBS5ohys4m2sNtgqtomz
RUibq6mm7FqF6Wo2xfshuazt0fahT32a4tnDaxnl3fTJlAdnI83MDmDB6ZjsoJQESJGFhYs7fbLp
JNpQoxk9kU7Km2iZz9pSWQ5WeFVbBYDHHG0H3BsvJLmmHp4jHZ8x0CHND4/E3PJAqqNVVWd0XfU3
NBR/dlLQ7aMQbIH1AVf1cjzp91ZFH1i2NybO4Gm9RBMY8eUufg8vpfm2hf9WXvL/e19XFQKRv+7r
vsxJ/uv7u3/7b8ct3udP/5ONIPmKD4+sk1g8A3T+VYwzkBOlewvghk2RugCv7Z9sBLwcsAYaVgIW
JCSFv2cjFixpwD6UzkTAZBBp/0Y28sOpL3YqygEUX9glKSG/nDnEuOoYImEIj284U+N5O9vBG0e+
mHwvFvvqFqtCAJul4kDhCbwpwoaoQvKxApg9OHdHb+D62wWPaaQ/rIHn21C5lBkT9AFW231HnSjs
ZDnwgmw8K/X8UJYYyRnOA7vY+eu3eqakrr8SlVIETiix6uCvXo6aY6CNKi9z4NEWvoiUDg6VaA/I
Xh3Avyroa2nDRTmHWz1K93E+v+tmfTeH2k6MrjPOWxnx/9ef6YfTjq8P8FEWiEo2IEd7+UhKoitZ
uUzouAGWqrRsF42hD1njIhQvtrHfh9n0rUDxv3+qr2652sV1NZyRHoV3l8vhB3optxV10anA+7tP
YE+FG2Ny3sgWfjZdj7+lmGtHIXFnQ7xqar5lhbpSgvodTcQ3DqefcWspgFMnQHmX1vx6IiXWPJTI
jfNyg/J6kYvHwtZ3EveiMH5Jb+pyMPuLtqMv05XXsq6/df8fckSGFesTChQy5xLWOy+/Y6MbvQoW
GxO14bHSm6uly725zXZp4RzsIN4j2Lan13U7Otmuzu33Udu9cZyoYrKs5zfdUqC+VEqEEszLR3CC
GfDBkMOozMMzc0k+qU1+qCAT4FrwHiKIV8bhRu5HXwu1va7AXrPxxrQhufcKvC/YWCEtU6qZ50yF
Q+b0FylsrkFOd0M1Yg9ZXr8++cV6+/F5eWciwGRZrtZ+3VSFiR04r2w2L7uWk1eC5a1STB2dOxwO
LyiPXAJb+Pz6bX+2s5HEaCaxikbNQ1R9j2ZjTgd4CsaC2ViMnzHzvK7KwW/M6Pb12zyHQ+uvZ8vI
6iDBBt92LeGrhbYSNB1lnBRdmrS6LnRM3HL4FVVX4rqG8uGARXYYnsmpdBBbDNo5Pnj7A2TVw1hk
N1WxbJfF2Ejx4k1WeGOmo58jM9NJSONrcEblGcZVApOuzHZOVV/Ru/fQf/VG5p48aXtZGXDvvMdF
/I2cG5WQn7w7EhQKa0KIAf3fl4O4RLadSp3leIXi3EdWfq1OwwXtoUuzDbwsMD1aSSlACPy04+58
MiualOkTRQEffOo+0fSNVMafpgnNWz1AArVzx+mqFh17SXereTjTA8OF0IYaJnqJVoNzMN7cGeXv
aDR3y5Lczg3zssEmMZWgzPduq8xbZBt2E6njhL5Q2IbbAmASbCVfjKQMJSpQ2VlbFkQ7frba0Z9q
Y9cwoiE/j5zxnVHXV0H+WFsTPY/2HP/Uw6xKZ/0U3c4jbFFyQg+7DJBKAw4+YX5wrMEPWoOucfIJ
ngdi9TiM5uU1q/zQz6FrwdUOcSrvzOxTPXcXuWV/GTXprG2nbR0jrxwl+2VS9xBWNwHysdTKd8Xc
nxly8wRKfB8nxfUQh7krRc0VRbFLO5y3gxltjTG/KEEjWmFwh1nlk1QRc1fN9E4dWba6/ZAr8S28
r6u4zgyvWtL7Ya5KEDPZdeLoO/RIfSmM/D7srmxbOu/T+IsN14nDaFuGsZ9VAzJw6oc44Y2a9kMi
zgVDp6Xu+J3lmj0lv62hXaaNTbco8MVGUppfI8ZW7LtirKu5okXk6/UjlVW4LwU/0owvU6hjAh3k
NLimnWVWtzg2H5og8/LFugNidZHF0llTSAdxrZL6ari0V04a7a0o8NsuO+DDus9HYbdpzFtE7O7x
+fKHMNoLpxLBkc2l5X2gGZcmMJJJWs61eLjswh5NN3iDzrQtMKzFJ3VXS86N2HWkWN6GinZpZ9EW
li4yrcYOz++N3mPGW1Co0yqncKl4fZ5xvEzsQfzZIHfNsdnS28ucO8Mw37c4Pk0dfqUDgnybUckP
SS1vq97Y4GGGTHp73iJbLAc6dqjRXurGsyJN9iCf/RFtZA2wm9LOXhV059mAh+eIlnDHwMLuisP+
NqDXZ9fNFZAhv9RnT5szL6xzrxj5TMgktMYOLznlz7bI6ejLyM+rzXnf6nvxqqOM/wcpkdrSgzR0
56M++lAyd3KIV30dbtsSK89wOhsiywbIwjwe+vNuDG8JjvfpvHhIKD7PAYCpexqgX2ewKbUKJz5a
PEsN78wo8vWM04WD1VTvbaWH0Z/sDajQIcPaiFcj8qgm/tTCUtNzOpDME1DrO0MJ3ufq9MYO9bNN
3gEjTBsLhRmQ8av9qQGUY3eq42l2c2UhCxkWiAgZ6hvHvioOi/UmTzoMw4MI1gZ5+fI+SaBnVY2K
EbzY9GvEKm7MEGZdeZ0Zs9cq+j6e811fgOedS+A3UnGdFuFHcabKRvAhQq4QPmZ+i+rxB2wWD2i4
u8k0e68fRT+WSAlOoASDw0aME3evVZiJiGNU5IFN+U7BArlS5GwzO8ufo6HvElXbT/xXcpQ93ODP
C0Lc8IS3VlJQvSzfqlf+WGkRj+JYopPDqYGq/ssBU41szLSMjsM8RrdxZ9/rxfK5T+dtR5XOtMh/
te6iGOun2Orc2mKzQGbh9eH46dw4eoTVaExDLuUtdWQPmN07qwY+GpVYjLTW/ev3+dnkgFqlQ8yA
h8gcWU3CIatjSe000V3JPlWyfgmxFW62sesW53mNFEPgW9ZMsRzEmRZ9nJsr3ZHONHYhJ2jOJXk4
axznUDbxPu9ZtlH/RrH6Z2Ez5zfdFPoaDn9ZjYUZzk2G/jwNlRIBy3nwI8yKW0nykxSnuWw4E5IA
vYTne0gRCoPszetj9JP8jzInfmycHjTyn+XAjoIxKbG0qJ5kx8uVx6mNfDtQ/4yJg7LirfTvJ6kW
fUBkYAwF9xB7XVoFUYrmelY7uLud573mm4nqJdQZK3XeapXOjvyNw/jLREt9dhBabQ6Cr0Dnkrwf
uZ/V4GYm2n9dzC2RJvFTDo7eoH3UhGci0G0UNdpYNWxufimyTqGJ0EN3gc+W7sSMQAbe1WtK6dro
z/qAAZG6M+ZsZ5rZAS+ifbs0520XfqT0BRde3vb54Nfj4Cdm7k18Jp8G3yIKasLw0jbzQx5LD5TP
7iZQlkndXilzAijZOcQph19k7LtmcFG3xfgn3rc54iZNcpMnQEgpddZmQt2zeIR//iBn9aHhocXn
uwlrByriXaXtOk4beHcb6nX+qHPGTdFHEY313A+a9YVRR36VdedDEV5OSeIqfXelz4E/EAXOSBAq
iDfYpNlilSCZy3nYXMnsmE6m70SwBPDI7dPwIzhjipxCqSLZY2n1dbDTnUaurPfTbe0s171AGqbJ
cGZWhIhxe64QB4tIy+Kw7YaB0y3bBZHkR7J0a6fh1lDCLacdOq7Tn7raXSzh9E7s33Oj7wP1Ma6D
26XKfCLei9ZJOaPRIRahSDDYBy0Jz7Pp0oyKR6UPtwHKPnUZPMgtIbhpHyhDuPNgIJjC75bObStm
gRPfhESfNVGvVcJG7pzDbOGs2ET7EYMPMYZDV1/JeXjr0ANQVGcrPhcvBIacqGAPdwgiX0oOf0bp
bqzjrxPjVyb9RW7fN8NMpme4utOfdTIUbw58NaUZE6Q3aZl5kBZuF8vxm474KQNvKM9bEcjoifNg
65RDzUC7bKUJQLj1PiAfCZzuyirmd0M8XOgpB37CO2WuhXjKyml+MExI6fnVYiW3SUPQ3T6CInPr
Mb8WNSNwoFvVGLdKpe3HfDivZgj2nEKdjgZonN4sc+yG5XhRkJyWRnpTkLAmDioYUsOw8eEI67P9
UkV3ohYi5og5oWDBNjWMbE/MQXHEorJ0PlvoI7TLVpdz5uvoO3p3brK7dgHz09Y3arNsm8hwxbtp
pB4TDiC4kXRnlQyQRNoZZztjSndKQyQ33rOk37++2f14+An8gGhUokRFt+6H3qAiJz3fnd5gKN2J
fEDV+4uFqFJMgyLRd3Ea3lnWso31edsGhIGa80Za+sOGyyNQtEStHpNPYaP08vwt5VpuZG2i04Gk
2lB08Lx1gGzZboai8PrXJdNdR0eiGGNaGiwZIA1sgy9vhtSRVBRoyXu6kewllIno5XXNJm6jW0te
PG0hjMdT4gZJVh+c3TaplYc6mh7rOrqt5hrhWE3dB5V0GKLxjERmI03jZ1OPXRswtauXpJzsDaDa
IyR9iNQlQa9N4/2wZP2ms0WYIwaXJI2e0raPjR3Q2fOJNrGtjtvR7F1R7FowQkDbftqaFWpBI1ZN
OCLugqC/QKZlX1raJYJWe0OjfmTFt+Qfty1LJ2/Gd47JjJpH8MIg7fF1Ifif9UuYGIUXg95DSnBx
+yj8AE8g2pjm8q5QZrS7RAaasUdpKmSBqWAXXPKD3piXYxd9LLT4RkrL667Ji409BX5jkFRU7JfY
RbPHMlfpicxqcNsowZ2MXksxSj778PO372Yy6kK6kzhs8RSJbns1BE8lZztd7z5LTfQXoGaUkGxt
ZxbVtW325wPLV6IUAdj+Nk1SGkhDcFeahqtovIGwlg4QDz50GhkhmWMxFBWCNYPPTgAhIt8iNbIP
cBrpDJI6g+MqIllTC3LgcjgDJzG5bRje1p0MUehMSznrOvsAAe4u5Z6UzG6UoDuTl+xQy9oeieNL
m3w6kxxfrIsW8R2t0BE8hxXCXJhJ9jWTJUqe0RvDWVdF+woj77QJb8U2i0rae2VE9qiDN9PQZNIr
yXu+uJPs6BCl2NfGroVYt1Fnu07lUFyEDhq/6EG5wby7UytDHMEIkWnOF8uEYNfbxrkS0YPuolrb
gUWwN0ic0az5Cs6y2rQVL1cP0ISUUtTJpneaPXtGBzZbLp7S1L6Lmx4XI4EVSXdWVx5E4p2wKS8k
UpXcfY6azAabLTWbVFrmPa32G5SaHlD8vm1V+7Zmc/adPmfDsvPrsA3eixQ7SjDUnFBFkZr+TGFH
Uyd65/BqqyD0zYyTsjTcfhx9uyK3LiUfc+RzmTwZXbhHE6qjiLczxYkRZ24XNL6Ci1LR9pT8wcEj
RNcSndTL9C61EB4uLYuWfQ3xBJn3T04xIIaHNU5Pi+RCnPRNEb4RO/9k50BYk5iZXivR07pW31He
yudWtjzbGYmOGEwOXlMsQXCyKdWJ17eqH28nNCyJ+ZHHxupzjSGRYxMRe/S6wDf0FyI+icia7QL+
EjO9msY3bveTgwBZBpBp0AEF5PsZb3EU9s6g3YCbjZZXsulnJNhNjF50usiIynQuAvaP8hzdjXZ6
iKMcxGfvTs7f3qb/FzqC/ydKHOJx/l8T2RCB+K/bhG7fPP37/3x6CdQXH/neG7T/EBrWdN2APQmc
Pinsd6Si8wfMS34sTry/4Yjfe4PqH+B4mcriNKQeZHLwfu8N4oNOzwLGM8qcVEic3+sNiqziOOsA
xUcHEh1mMBRAbNc6/jOOT8gFggxWVFX6gppE9C5tIKZcDFUjI+aiml6JQdpZVemmWyzyp8VWkwvA
ZRYgpaUOlk1o1t5slwqgqXbQbmIQ+e6iVJhJ6LgIRa5etc1dqAzNGe7BDsJjSWntlMih3YFbEahA
fLXOF5Jbwy/tkhgrj/0hgQ1+2UXxRYrkGeTAePlk6zXauYYztpYvtwSWdsT+WiqAyQC0s9uMQ4+n
YEKSGhFFkzhNXdC/oU20Doh4WSIiYzCEcSNj9jJGwYIdS6yuUD2pz/Z0BEcXUNiDHFfYbg1j9Z82
B3/9IBttMbd/vb7unj4/vei7i3/+fW1pf6igA2nMADb7G+r7fW3xK4H+pUn8bH1w3HenuW5A4QfB
Cjr4G0Dz+9riVwrQNQHqAbv5m4LRz/D347Vlm4BfWFpA1iml4WT1crLgYWxaS2Cr3tJB3ZhTa6fV
hbOx+/GruixILd3T6WgBs4x/tqFyjtc8ro1LhRxXbnvl0hyyYlAvAZtSAtD0S6P79DySv7Wn/4dA
nwvr19emWIEyud+jk/Tf6z5ebeV89Pt0Q6MFFRN0n9maiTaERMQ/002GgISAJQidZ0D6PzAPC/Mk
Q5zfz1MLMfJ/tnKkk5iKMscCk5Us77dA5z/TRxJIEsrKCDgxucVWfxQmULCZ06RQFK+qA8udLVQ2
p6dwCrtd4SDX2BrgiikPNfEHQEsiajbvVEOYv4HGTuhekYTrHxFPTM6CxUK6MMy3TdZeK6O86fpS
8myrvMP0Rt5qyXiDYZrbJcns/ueUbObbH3Y9Q9CHXpmSQq5r84Riflbmf/XHG+DzJ/+ZkXQrhMgJ
xXGEToSi0PcZqSKnAlAMt6/nuSqWwPfgAjF9sDOQHL7xI8Te+M8G+DwPhZwKIkEEJ78DPPqxqS1C
HjBPdO0h7wCLfzkj26aPLakfVW+WI90bkrnbTJ0U87f37IRbOVS3dWf9hW7DvRnn2Yb6p+Q3yM5Z
fee4nRrfBwe7sZ0zfXZQ81Qtr3C0c0Ei3yR999DJVQiVtrx0SPYtCUVCvOgKdxiC3ksWALmNIg1b
a7IgGCdT4894MF3IS7qHoPDl9+ft/++AOU5ZHBTemrXffImiF7vo35/8Pms1xE3Qg7JQOyO8JZj6
Z9YidSVA+RD16JE9z79/zVrEUkCrCIoqYN9vvJ7vs5ZfyWzKCKY8R9i/5cv9E0ytIcRVEKzTWAKK
0LM73ka7sowSrIQ18J0hDEx40tgM1w9GvNHL6qFDpHYTlMV9j8siFI9Qd9MsztyKlJuMOvnQxf2I
/kH0VlvuJ+UxSnFwC4EZAneGwPvyucaMzkeB2rVXpfiFd+1Q7IxGvoBR9BlsqOQj8fMIEU7ZRNly
XUE+TQur3+hZ+TAv8nxu0f7PDNwEKvu9ojTyZgSmQ1nvEgx7BsIVax+Im8aG2ON6WVCdsEYLOd90
qCGJaMmZFyLr4jr2An8GfWUXNdqtihCxaWMahBLo7MM8uKC6kXm/v7T+I0Qpotv26xPh3wQ3DsOv
F8Gw+MjfiwqZIZhOmHqgj0heSATwr0WFIh0iQsK5i9MAn0aRgv59FEiq8gdxh04IQgIqslA+9veq
kgywqyIMxnqL6pUMiPN3DgPC9KNEkxuxoERCuzoD9BoJkzJAMT/M+g8UdT8H/cPRQFx/C6iPUaG/
uPK6DJMZaIoDu8h8Vs0miVFWBl9y2qUZleM9IF7mTq8nLfVnx7qWNek6w1zsxGuL6tJRmFb1mGsF
KULyMsZml6WhTm4wZ+a3VfPLfuKvBmW1S+DlYLUZ7hK+MiBNRk8k/hsb/ttXJmo4fu4ykcEa2Ki+
LHik7ZcC+egsnd+C+P7qucXPj0ZFDZplLKwyg5HTWG6sQxEy8Zw87XWuImMLTZMRSZqURlRq7kLE
6kY5tf3TLs7qOn7yxW5jvbbkzNfaehOEywGa6+60S68SSKOYJruTu8zH98Fpn7L4xJWzWpO8tqoi
1UE1OGzVd61R9H9qSSxP34L5350pwhjseEQCe7BslKcyH97ledfM96lhnXjp1cK06hHKU4bOfAKT
8IIepnIZ2NIboOdfzME1DMjoLL1H5w+1SfXPmtDSDN8CMPzqyutViUvfZCHXjS1IgdqEnaG8QLx7
0iwR7m3Hwx0Pbdrq0Aj9GFRnoA7hzqgm+eyki+urqWJaap1EMZ7TbS8gjb3+RQuGEx98teYh0ZZV
q9Arx9Ik+3Np8vC8TVTn/KQnN1aLXs/0dEICmBjm41K5qASddtnVcg+gcsxYHmT+iMg/4WGdIHyg
nLaXrCtGhQZ10CqYgTCKQGIgsZcP06lPvnqVQ6p0VR03aIlbIaYiaMi5o93Xpw33ugeDFGuwhPQg
fNvJ2KzQBIfi0pw26GvPsiXPlzFsl8zHsDinP4y5y2whE3vSKxVai8cLyFT7Pl9Krl4lh7a/L6s3
isa/WPX6atWjhVski4RuTKwOl3mAq2BTVG/g+H917dWiN7UFV6AFMr0Ngw7fzvwpKg3tDVDSry6+
Wpi1aQM5HrUEcJCZPjam3D4Lvhcn7imrlbnkclzH2GoBho7PlrGEN6NIb2E6f/Xsq/WZlXOvhDID
o2ZZ6QVGAarHBIV82lRZnciJolP9T2BNoPAAfnV01eHLSVd+hocdBUBFtyQSPlsxLVjZQ07lMVJA
U5127dWpqQSGVS9ajZk3QgmbuGl3GJJV3mkXX62ebrC6uWl48BRQFAzNZJMl6c1p116toAHnnlw1
ePCEyyKR977N8+vTLr1aQMUEENguuHSDKO95p1l7uZms02b4c2Hs6GWm2RzpTcvF8SgDCu81+olP
vVo6U6u3Tc6Z48/Z6CLG18CZpxp22pCslk6L5ussmxHTpIZXgfqV7iNR9f60i69WThZIVZH2Oeok
SaZn20BBTe+TVaLHcVr0ti42WgCzYJhniR+BnLOlD1GjnfY219JDMzXMCbP3xC+led+FlbLJ2+X+
pGFRV0uzMqKkHyy8bJJ8/CxJ/SEwqvq0zWqtSIXnT49ZhwbhQZvM20Se3utGqP4WXe9fef1zN+Jo
igdFHcea08d+qESXhdSR98hje9rJKSrUxyeyo3aSrMc5CNDxryY8t4vTEipVHBpHD91qUVYPIdcN
RtmVHcmb+vS06bfuvhRdRkqpAF4dCx/jKbR9Twx+nmV5jh5aDXUFxzwII3JsTx5Cap9IaKPT1vya
mhVUKY/dgaiLO9xqbanFYipvTgtSniHvR09eSNSpkHblNcafHCTIokg+LWQTQobHL1KSgbiFmh4x
+yY8WCsw6aaklKfN7bWumZzIRjXaXD0IqwML6EbFvuu0AV9j2LtmDKVeYlFO4ROHMsVkEM8nXnt1
XGZ2rIx9LmZKppY+BNeHNnTs09bOc9386GWOQ5yrKvwc34IDlxhbtTwxDxQa/scvE6IN8T28Q9ZN
59KAHTe9iT3WSRvsmrOASpjeRTg4+rldy8j84OEUOtJ44jxcHZm0TaVkltTIV2eck+UxhLc2xcP2
tGdfnZnGMPTDZHN1KFrvsnT8q15QuDnt2qtsMEFfelAjtsJGAu2MSIGfLm1w2qBj/PPijeqhPWIB
akZIkakJwjpyhzdBHZ22PEXN+ni+qE3Y40nIo9soRS/VtVl9PGlM1lpqTW4vXRhakf+/uDuzHUl1
rk1fERIzRmr1ARFBZORYWXPVCaoRYwPGeMLcU19F31i/Ud1bfyV777/0cdjSd7L1ZTlJ8Li81vMk
HejAzJX22TpCdra+GZ0Qd06MU5SrNH7FJU0D3du+bfIWuISE+NFxiZaZZKhDuOmRXbLvjWyG5uyb
0skSLQ+BAFYm+boYRLD2tb3Zy6JU2PfBdV3jbo6OFEBWEKCH/5tC9Z/GILdoWJTZJb0QqBEScIKD
vGeP4F7tnMPDzbikqs8HGqBAReh78DQGu2/bE27GZBELo+1qUIAg/P3U9w/rn1JXr9/rv1KS/tqt
ocro5ZAJZ7IupNR44r6K2krtWuCRh/qy2TF1RlGFCgjsTC45IBlJQ497egdSHF42XUoN+BYQVqdk
zVHC+5D47g/lbP/2LjbjsPdJ6JYUy42kjL1G6fY7CH74rrmJbDE9yzC3SILGJxR9+mYmD8jF2TV9
4NLu5QuBK6HQc4qFLPVvW3Ma6a5OR/5GFemhHpiv9chgLnzz0QrZaLJv64oylpfPrMu81SDyY7Mz
NebccC+vuIZ21wRyTZ96sQ7gep6rcLl2ahHMpzW+wiHARdrX/zZjMRmKxAs5ovF2nL4UZIruabYG
at+zb1WifZnPlpVo3siVVJYuZ2QWJPue/ZoW9PsCOQGSA+4k9q8Zn+WHtREmr5PCZMu+EUQ2YxNk
XQ72y4S9Q8+eebRAbeFvdr32bfaFsAUFzhTjZxiiG9r78dANIPbta3xzrBQyt8XsroNzOBepf/LL
/8vY/Q+XG7BGX75xz2BdQAIUZquRgOIC1QXKptiu+AP5hUH/befNB85UnmCW9TqefF20q4cJg5ll
b2fcDNM5HDxOafgFc5Cud7yHWlbG6et9L30zSs20guHoQsxb0dusUFW07LvrRrH6y5dumj52kLli
801Bmk8adYBKLtzXV7ZovUIK4FkXNN47cUO7hzXodu3qkW/38rF7Euur7QP7HqJe9SSIamQLFfuW
zW0VeeHXCPJvU5xsqe29CcPxXuK+57TrWxabpTNHwh0f9JrXkHO3x9mm48U7me1sfTM8OYwzWIp0
Xrd2Gs7lrFeIkIEw2ffsmyFaFJNeIt1hJmycPSRF6080Z8vOZ99sZjnURt6Vc17zUpmbuV2jesEx
f9+EvoU1hQ18IfMo85oYKFnKDOie3jO989k3I3TMms43TZvXlNuwyq7euoBGf+ru177xD1vPbQLQ
iIVuzAKW1wMT7BtwSusrppK1guqO1dHU5bt2/H+ryso5XfSE5O26aOboDqt3CDd92+wbV/lm0ApP
48V5gb+izMdnmcrkAvIq3zfZXNMsf1+wQ+wZ5bJOea3NYp6zQC43UIktr3b1/G3mYIc9X5GlY147
Q/IDignJxwEqsp3vfTNq52GlCzd9Xo8+ZjcBp8krK7V+3vfs21E7DKWONXqP4PEVkM2HBxdnwb6N
TL4ZtcEYJDIENRR90xBRTblcH0Kwc3c+/GZdhUMtDaARxbCNI1HLgETHgbT7ktT+VhZYRB511B06
jZP0WQbAT02WuH0nuy33rE8QOWQtvirv4JNPVLbcNGG+c8OxzRDKwmgoxxbzWZYu8m0mxvgnFV2x
bzRlm7Ha2baTC8DWKAAzgDmHhbgx2PXt6zPbLKEyVEkhrrPlQLyuFwdN3JyvfwKVX/v1P8yWW7bw
AC76QF2T1a0x9LwQeLksfPS7wpUg+b+cZ1Lk67E5xQqrGY9rlOvpk0qHnR0y24zVziEgb2iAZ8/k
ctQhqGMmz/YlrQFI8PLZcy6lYsWAPpPZ+AbbMQK3vef79thXNuzvM/CyylwRE2IwoX72iUJHB4l9
9Cdk97991c0KC+o6QTKSy+vZja9lkKW3ZkzzfUemqybj90c3nI9TjDLEOtTiO1dTeUk0E/sa36b1
tANAZ+FKstr0GaSMCTdnGsCqtGt23+b1JEZ2K8+XvPZjSD/LtE/OrJi6XVdyyH1++WJ4yuakH5K8
jjQJzkOTFreBT4BD3Pfwm80wjNXlxFKFpUkaf2hI4qu+WIZ9QzXdDNUm14Doj2VWxwxSv2H0+YGs
rNm3GYZS/EWfsc00sSTGUE2honvTINH0GE2kHHa+ms1YJYVJF5ugS8642r5jY7ccQgCG9u2G/0YF
60toVTlGk+zivAoH3tUBoX+CtF5f8D/MwFvQKGFxJ4YszmtDoQVclFR3PFvshQtJjvt6zmbELqhx
XpsJUxnwAv4jCGvzczmUcAb+983/y1+wTSXq0hT6d4O/YC7F+Ahc4nhAEAudXxZgEf33v+NfZrRf
uuzfYhJ0ygk6TZ7VybTkl5IG7Ucs4+7bvtY3I3e03Rjhf1mdE9PdTFFXnJWOdoaWk83Ahf8Ufneb
ZvW6EnZe5nSoSwu3675n3wzcuMWDY9nLatJ2BQ6BTXFGXkC/L768zSzqM25wwETXgdsuP6Uq7k5I
5o73jawt+i8D40oCtZTVPqfuNKLE6ZBwWe5sPX456aCQkeZQjeZ1oNrhRnRQZ8KSt+7bbG9dEPRa
x1J0fQEJMOZKZBSSG1Rl77sIA3/h5bNHunFdy7DrC/UwfV8mBZZJO/q3u/rMNsNIZ7yx8PFktU7i
+BQHrgRptiv27Vi3OUY2lJj4IEGsmbYggQKjN/+AGTvelwGIWs+X72YpcvjuPdpX3oMPRdaiODc2
DXbONdtUowVqnBEUm6xGOob+QCCovl97Yf+ww7k+5T/M99tcI2S62i6/9koF3lB76HEDdyhLUT4N
SZdAYA3ejcFVZbtvEGxTkCxuKFDIyos6wXXwL0HYo3AR23fU32Yh4dC2krFBgK7tpaxiltJDBPzR
aV833QzgfHH5Ek7YJHskJLzDqj4D8rimb/a1vtkkZ+gwHq4dfIjQ2TvcKup6nfW+9ECgIV52Utwe
zXxpM8hwkCETHcZZKHnAHJQ0++7RtilJES7d+xZTTy2HeH1vSJP+nEuyM4azTUniY+KsBWSmdnZZ
3tgxjZ5S1fZ/GAP/sppvk5KGWMS8CAhefRzpVyBpR4di6MW+FfGXauG3vQJsBgENRlXUpXaiuTQk
Em80OuqfUK3/9vSbFTdAddcUxkNZZ7MpqwYFcHXgsd/Z1S232UlMpoakkyiB4WbJ49AP4X2pePFx
X+vJy26Z8oyMlKLEnSgU1AWmKN+18+T2xeZ+kaV+e/MqRElkZJKyLlLJrjDFoWqnxe6bbH7hYn9r
fWzEakiQl+BFoAYYDLnhG20T8WPfm9kMWI+6gNKaGO89D/x7JITpoWJI3ny9q/ltihJUY7zsCl/W
ENBKfczWPueHsin9vgDaNkkpC0dUSBPR1B5XMmACwjUahnOybybeZioBL+h0PI5N3WcR4PBXQ4fI
2J8Ey/8yoMLNBhk80FKAFVWCwKeDygxhcDPp/k9wyX9rfTNcOwV0JqqVm2s4ur8DxTAB1Z7ofcN1
i6wcepSVtVBr1HTC3hgEreRRjybdmXMQbsZrR5tyINQ2tRRheIIFmn0ZxkF/3dcpNwvsnCjfmngM
6s4hnTC3LK4zi/vHfa1vFthiKQUc8SqoaTlE7/IEeNfJUfV9X+ub8bpOHNAyDQxjM/jlZOCzODsd
RLs+KwANL+fJYQxmpkqIpFt4sYEx9PxVkfDk255nR+HHy9b9IvhyvWSrQRuPH2gUyLc4oveHfa1v
9sdrSAedGx/UFoDLj0Av8tsGRNNdgSJQYF4+e1qwKeZmaupxXePaTeyxawZx3vfom7HaDC6SSrim
LrJgAsN5acA+Bb5/X+vXGeK3BaSxoIoG3EInYLPphJx/dnZX2du+1jdDFagi02ZrFtR67Nv1IsHe
f5M0+bRvDi62yU3toHFT2sLPERU8QcKHc1N0iE0X7hpQ0DG8fDsMds1Ipnj+IdT5ESHk5kOSdt3O
AbUZrjwD+FpRTDXGz/KOes8ukDr86VD1z3M8lorNs9s2LjzJMAt7019iFA+/57kb/nQivPbtv5/Z
cIx/2fw04aTmhQtqQk3WHhqzhGdUuZmaS8oBKQWycN03eLe5Tkhhg+kzXYLaq8JVok1iFBgJtbP1
zeDtRB72XbtiSk6uCp60TSsQuftd2z9AKF++pg65VGUwtFB2uMyltxBR5e8EAiNzvWuEbbOeaCm8
XkgozxpOqDpLMnfDJrVzdtimPekgTsVQCHUWvIV1yls+Vqvo1p/7Hn6z1qYmo12EAvRzUS7zUdMM
ImTK2b6p7aoa/31qY9QHeRcPwTk12F1S0bszVDH7Krv+Ru1saBk0QZI158wDr4tzfpD/SIG83BUw
Kra5TyGKDqjiur3hcRCOUF/hWjznMzTmu179NgPKKilEA7XBTTGlYWVja+71xNt9vXKbArUCx9oB
IjXfKAMBNjRyLWxmOR32lS8DkPPy03IzJgM3RN44ns2HieCrjuCV7Os4V27b7x1HwogSNrzNbia4
gs7IH5ieeaLdrvAxoGwvWxfcOPTLJbjp5PTBu2z80RdOfdr3WTcL7kwsc0M3TBebpP3nDPzL75Me
/5S8mf+6t/uHWX+bBcVNGHsY36YLuPBJe5chWtRE50InSTZCvUVhHkGBj2LAUBFRpA/gZAXkDI2J
b364q7QdF3QjmztahdCdG5hcgjXQD0FagFN+CLhPirrIA8q+SpiShqqIw8UnEJ0MeXxLheHTAOZt
UwJO3tmEfw2WZEJd2JrmLvpUXP/Jgg1kJ9fXkA7M/S1wt93wUFDYcW6zlkztJzMaECirSahlfhNK
afrpwL3WKavwRzTt1yB2Eby3PIwF+w5dgwZmcSnN0sKtQJ20VQpcLzqd8HPzJKKULfeDXtZ8htHM
En2M0oE3rycLkMSDwL3tGhwZckbZ60IaHtnKLW24FFCe+2x+388zdEuoORinS0kALq9abQcrjjbs
+wF/PzWrvKxzWqJoIAyo/BhPfTI+XmG/sju4Oc31vShtLAfoNhZCvkP9HclHWLxl+HHQvY3Do42G
DqcvAZRNMR/GmLZQ6CSwPHrA5NGmlEclSRp9XfsQktvKEcm66QBWXxMOFXKW40JUZYyt4ozQTmOn
U9u4RjwyP+rseW4zhRZIFgRxVvXAcGb+1CJ5IHtiCsqsxzJeLXx3OJtM+IOaVPhaqwjnzpWQrn8G
9nICnxALPFxmNPOZelAm6WVfdeBjWdjSslj3B10WeQv48LK20w0FhC74NCTaq7HqkFVYAGq8DOMi
EANZsiucjUxOGdjuWDKDEGwGnyR3HhZzhNVCSAXWqlnGImNnUKV6EGDlqoIMlyEjafIOJP0ynb5Y
KLTdO9PFhL6TTSbtDDIAeDcd4HLxAqBBADEjveRGZPnnTsU9+6nDIlhZjUTyNYaKMQ/wzw45jBjL
DVvwV0VnPzSqDyoGgkEUVtFY4PeexhJpchgTThjyM1QtTVjVMdmgNlESMwYfg1UbyPZmuibrN7BM
ffA9DQuwllFFoeWBsqkcTsnk5DLejZ5fB1ghgb8/oZ5clMuRjsKWy13aiSSaaxaCkz+egpLqJDxk
JoEICzDnbnA/YsQbzGsytL5TRy10kx+4aT/lyyyKE1OayAo+CnTzWRad/hYpvKPvkqkYwsB1HCJ/
O4bjUNyjiF3Fr4nEfWdU4dzYPw85XGQu4uErqDb69LtwFlB+IL7Wb/Gq2DFJfQHsT9Sub1MeufZ7
CxJ0em6LkhZAXCcLlc3D0gvN753mPoVcZkmbEn4ZQ9Gp+EO60hJaOxBnFtAAHS9n+kFhdkjFCd7t
oqPHuMmduO3Bp7byiFTIlslj2vvcfcgD8Kx/LMFsp3e5KoMCImqKIHJYmSTV6zONGizHxx4rQzTC
OF1wBga/RMqXhLwN14xTbXGPP8c3RWhBuDqj1BFmxWoAdUj+RHHYBM9DC2qKnpBCDngKgU/Fk9hW
hWFMfupGjeyFesFmri+hPbQcdgwFaGxbVmuQyhCvHXbr8GOGqbR8Pcejyz8lPtCQRZR2mFM8m7Mu
/dnrORHPHVVEflzEADZ3lS7pZB6bkMXLF9da1gPV5sOpO/dNZmcQqOQEUhREo8B+R7Vr8wJpAtzP
CY/vuY1CG8H5OMrEHmfSJMgj6ONARR8X43x4KlKepz8NbFNBf1GiLUVfFxyB/hpUZjU/SsvMKCre
LXaFDAeIujcUZIbwKz6rgYiDLCTrBognQ1dCBKTjAtlWAjkp+DfwfbuvLBEzJAgFW8JorqAJX2Jz
5nKCJxzUnylvn3KaBPIYQ8QeXsIu1VgvitwS6LGka7573lv6zIvemSfRyCw+49206bce6pwIFYYk
I+07LPSGwTUBkGJrK6qG0V2ITFe5IJ+duLCFH5DhDvygUzvG7lCY3rTv0jIS+iacY+U+qt6lY3CQ
WUdh/ez1IrU7TG4J7bORmGceFKP9FZ4TdtEhwnaSH9t+LclQKSGi54Km2lRj77uYVVcxfP8haEy+
imfs7Vnvj3NW5my688W0FicXqWm5w01fkIVVHMPVdEa6dpT6qkFsDHKKIRR++Jr1S9oBJ1lSh+Ak
lXM6scpQUHs46AwtfWKFmTFlN82SfgF8rB+H42qZjlyF2pt5gqkE+rflgyJFqZ4GzpkYzzRklJPz
CJo8CU9RGwXdXSxgffVPjlgej4dS+bhdH5J1xbeqZKT7GQkE2odNeBRxMEBEMeb4uONBTtfDdaXX
JJieJ00Uhh0qM30sT6tDkG+s9Jy1I3nqpWs/NYHIsCVYZh0vPyL87WtTAd7P7PfUuRJJaYuKRthU
AhhaYP0gLjm0Qdg4WYEl6Mjr0ERIXW1L1cFAn/UeR/qfXbNaL+sJN0flO8yAYdxVNu3gdAvj3Jj8
POeT5awaRxr7r16u03zXQM4U3jJZrO7t2K/KPqShFzo8aMm7LMHeYsUkwKsJ43Gl7xan0EEOsdJF
NB+SLNGdOPglHpb3mNVZ8NkUHkrGisUw3Z5bVib0Byv7cX47E5MI2K1FQkl0kH0uy/sslAQqHWME
twriiUl0N35cOhjZShuNkwWpH7PTaxcUFlNymsp0fJXkUOdcmnLR+fMaclhFwCzpspUdYq3bUR1m
vBMoTaI2QZYHtqTgp3LaCpQVwVyc9G/KUWAph+6JZvoznD62/TFBpagmpAMPzvjK4jYeohE+gRRT
Ba5nyYfIllfPj5wFDjBVQ8waiGqh4DxFJ7WOE8d489gQwp3Vp57dZbmd89e4nE3KN90K3YvGl4gj
iSBsLrsR4S+So718bfl0S6CbZe/71WTjtyLu4ISr0jFZIln1JXix37qsxTJQxV3edx9a3zYzLI8k
wN6nWqaskZdBQSMAnmyCrPL3CuK/kFedDWmAF5hrja7V+K6AaqzDPjY+dMB2MsyDNgsi1HWAAWOw
g5pxLK5ATZ6aC6VG4Q1yv0T32HNA6Jr0mBvraY2uqK9xBSLuoxcJ5/UiYzfzKlVD0nwa1lKoZzxK
hkmugT1B3blQqPgVFNgkqEpk5kVVMYxGHIKS66g/MLD3mteiSZf5Ei19H9driu+DDbcV5Ttd0GVG
yaNq/ScwxGduKk+DZNBVREORPgQrxsRz6BmSz6oJ9jUuqq7Ns77DFNtrGMKkFy2DFXexI4RGoUu7
lJ+SUrXFD8VBMJuqCSRg/PzAcMF6kw1YpT7A0l4UtwuDCu1jG2E++bYKvLBnPuvMPlExJPZxQWIL
vUUqVIFyOxyfHbnVo5r1z2iCe+IE20aRmcqaiIqbxibMfOQTsBtvEiQl0tfWBYkRlUChsn/PO8Xl
De5jqYsqEuaFeD+HuDP9vg4kGqNTMtsld1WMS0L3lpcyxobetm7KLl4y1xU3Q8t6FJ52NDBDFTWT
yX5EhrMM6ys0we8dJhG8H0TkugzvYAkafAWMZynvlnXo1y8hkveePY5a2X1hgqtEVpvw1SIMik6S
bu7Kd13XMTsccEKas4eAl5x/ikGXYk8cQYi4nhnG4ZdWSYzJA8+aMkNVVlQmqKGM0h+2EUH57EEI
WHB4cpBD3YwhQD0XXEIT/Vb0saZfPaRr+PMx1XP/VEBAPWC09V6PD23gmanilrrxY7JgG1lN8CCE
Fza1E1SAIdw5Z2s6zt9m2UThn7Xcx8NNP6VCYhZQyXuDbKzpyTTW8rNiOggkNLkjCd7SSbbxD95r
Z85Y+WDQGpFAF1VYFgv0yojF6hhqy0IYB01Tvh+nsU8xZ5NsOkadIdO7ZUwRj8RbXjEI1FpoFBUY
eC3tc6CcRujZ8GZkJ5vJgB8tsbp4HbQKzuXZtmlxw+Dm7FGKsJQ9JE0rX1s4ujH7vF2g3ssOYpyN
wGrTNqpacwaLYRg6mr8Ga2+w/NCMRa9hCoqISV8jDJepmi2WYyZ0EJiwOl2LDBJgNRAYTiZlW3VE
iTLsuwA10PEem8/C3hakjfLToAxc4CzBCL0d1jFvTlm6Mhx2iy6SUA3y8AojNaLjd92Qgh1d4Uty
fQm9NuQY47zbP1okX6mLoSvuWHMKEH1bGTxhflOMbZc/LhkqEe+HEFcixywP2ISHRflXUcFVvoZ3
zZxz8a3NB6I+miKS0VPUYxeNAxxKlPKndlJ8Ps0Kmsj73MX5dEkbqTHnR8aGly6do+UeFaQgUFQ5
02n5mQtIVGrSrXZ8yzGKgXVgayTPc4JDzVNuVTpha0VYQS0iRnE5PPR8jNdHm+NFj/3BBEsIWWfm
IXyE7S9vOiiXm8AXJaibcR4k+24Vik1gLxtkFMDD1EJTLlH/g6sWiSwY3Bt/3hdE2cTl4UnGuLIz
hScylHe4Xg8fOQRi+y6LtszkeNCmwD5pvWSCqsqpSL71ZGqedz37tkiqyNZZjolwF5l30W1Me/bh
umP+w7P/ysj6h/jPtkqqddHcet/xSy96OrFTmq9gKkbp3Fwy5CKhdA3AxRb69DhAt/cD8hhDMLV/
dCXHWYuJNnvs0JE0AqbYeq0L1ETl7KsgnX2ChYig/PCYmoHgB9SUts05lqKcKsanuKj6HjmusGgW
o7ptbRdRdGuFO7Fw9f2fSK7XCOI//YGbyCKSpb1u2eIuZYHjQ23nUi83qoncTxHqiB85ICp/ugv+
lxuarYt6kTwJrPLqYsG9C277TpRBdky6KBTHUqwIw1RZs6bZEdGEgJgDTUvEz5AiFwUwK16R8hVW
DKdOUaaDuV76Rs035QAXzn1um4AfphEVc+aUah6UBgGBuR/VYxf3OTZkWk+GaNCSlZqgKV8LZx6B
CKA4PChK5O01vwzGkaLhOFWfOhYYnp36RbDiGM/Uw7fnMO/EZ563kIHbdo7c20Eo3G1UfW4HulRN
3wDIhdMszu/+LJMsQiBGrq2isKp7KY6xA3XoNLTBouxtSpbSPg4kb8ED4065sTv+GhL/kWvn/3dB
xDUx898J9pXo//f/st2X32Um13/xF8AeMhyE56B+gJkEculrZvNfLpPyyrbPC1xg5WkK7zOuav4C
2OP/ylG/WAILlWZX/wNa/AtgH8OBAqhLDtHJX6KJ//k/XpTyq81//46Zj5NfKcT/NS6hH8+iLIT0
Ly8h+ckQDcC4/e2+GlCjOXbwM5ysmZf21OCIDCssi2djH7Bmxu5t8Ot4hvM+1puQihyuPkRp/dcM
QPmvbTs1xWcdaQaNbxkE+pDkuQcvM0/bxBwmv3KYbkUwvtaipF2NfR5HtYpmKPi9KkcXWonVj9GT
hK2+PKzL5NYqm5NM3ofYXpPpMCQFxbkwmrIHx5wcsZWdM5GcLM/WJT2sWkoFqbH0/H2P+lt+SaWY
hzqdC/fTDZP+zNo5LmqCG/Oq80V+AleIHRHGflzAM3g7m2HEiEIwrmPiKQAR+sQH4/Cj3XscWMU3
MI6yo7KzOKK8+it4dcndismlDdvmQAsUF1ON8+w6cllNHfDJ17jBGeDTuzAi0x3nmToULdd1lONU
4215l6msf0r42OZHWiSHIkmflV+7I58neey8g5UWCbuPK4f/LURS0VEU9BlZC3lF2PyYmYVeNPXz
G2On/ERsSy44WscHiO11nWT6B4KGqHyRxRNOIfNF2uAWVwc/o8A/JxlfD5log3peune9seaMk+da
F56J56iPv5aMpYcZwcRj2kzy3TSAtM/jYTxhc/0VGtvPCAgnsLaG4pyH67ckp8FTmJjpFCO4WqXz
uhxh+WZVLDr7hpfmo8cgeA31bI5QV2BwVdE27zgq3D4Dv13eoNBzOgUKcj2Nnfchagds6ggmzuVt
Fy00/O5Wyd/HkOmxSrrC5G/k2PkLiAhNcqus1cn3xvakQIcUQXBQyZC5+JF1SVrWU5dpfcYlYng/
xWtKTmXfSnpLDSneBIseIxyHfWB7hvsFCcbcMbER8eaB6JTmrwqvSwLcHAIgGYGjtNXe37eFUWX8
CmbMwLWIYOkwgid8zqbxiG2ulWeZDYArpO1qXrch7jPuiECMDavNHL3BWSn+UqwFOYArudwYRuVz
RNISNC4sMh10awdQJFac/GFrPuSdzj+i2yaHNTCkEkmeIQQfDvqGAn/yMDds+olYua7GdhQIiEN1
cevG1j8a7GaVOomp6QP1XnUNyh0KxpsDx4Hi0Laue4yW5FVbiOQo82Q4oIzMdlU55LAZ8YahFxPs
du3dgPmC3MZR7yeEMBCXXW8UgmUHJFQEdy7qwxuwlxZoX6HZTYPAn0oaTxXtGqnuFc40uKqccCY7
qnFpZhwzUab5tUTE+abP7GQOjjZaV2nbNjemCdrKS/WOziL7HDhAuchgKUqXXeBqbyb6KhW5PxcB
QgVlEJU1JIVhDXWirgDemQ6kIXkVD2lfoeAWYHREwBo9ykvkrm4YJteKU9RllCNk2x0kSrfX+tCU
I3ycMPKkuri7m5tpvEzIUkVdFA6fJJwdal3S+aMYfHAntIM6R2jyQFbHvrQoh6n4gm7f+hUvI0FM
Oc2uP7LSsYI/uT8T7shZqYi2FZ+L7o7MlpxDMZMzQaz3gs17eGAmgzCvm8p7jrjloxjh5xElC2+A
CWV3jrrgjqRJ+q7LgJrDFYaqlALp3K/sougi34QYJ9WvX8m1l28gkidVWP56qvJ9O2PGgj6y7PIj
Pgd+b6fnj7++oFBTeCOWNTmS+NpCkANIusxQ7wz0CxcIPy4uDW5nQd2lpePylni8Esy9zZNGehCC
rao/0HnqLqPVulZpjr9POlcjzlKeM8PXqpjK5IJT+4DLOR8/ycJCwwtV8KEDHPaA6qpPpPHsy6/f
L8qcfnBF3p+5wk+Esi0ff71D0YrlbbgM+kLmlC4PbZ/RDyGG3vdWZeRhTGjyfWE6fFZ9wb6ooh+P
al7ZF26S+SPySNevy2CH41Ag/bAi1mPqQyb+Jx4FywX3SeXbAmUSb+Z1DN53E0WgC8mzFYtAVJP9
SO5dhOTZISbuZ+ewS+YI2t6V0VoeonksJ/IhyTJca1ymBoF0fn3HeRxfN5ait7dg006MIgwRRq2o
EHSLKYJzk9G3aRipuZqKjF8CHIHeqi5LbpfCg5Xk8qdGhG8Q9Hzt8/FmGZP1KIg7Ubjj415doD6q
Y+NvTJJ8nQi0oiFMTUfSqvE2LHC7Ryfy5BKJjk6iV6RdP9iuFNdaJ9yt5oicrUOkzrgcxoHAGnQm
xIXrboaNvGwVr5E7Aq21IAlCqQgnkaBrT21XhhVSQ9M7lSBnJaSj+T/snUly3Eqa569SVnukYXSH
L2oDIEYyOIuiuIFRoh7meXAAN6pz9MX6F9nV1k9K65b1vjaZi5f5GIFwuH/+H0MxZ04oagmIlnjJ
sRcs8UGLygrXYfyQnWWHy9TPFEivr8RRZzz/5qWw4/epj3945O5FFu3cVq+7O84SRUPzWh8pXKt2
+aRZ3ZKtmEpStZs3H5JzLMSXpfGWyE634W1NoXvkLI2bPpuNw9Ag26u5dh/EkJ4gcFc2btf/azGH
/bbKowk7XJEqzZGVbXSWU2gOtESvvBPNWtA6tVrFvV0Y8tJ6Sxr5ekxCGs79m7WszbAoRhKbhALr
Sb/ENRSvoeM10N1w5tb/tRu3QwttGYhyFofRJ/6js4ofmZut0CVXUquxe/hLkigNdzAjNVAy0WcW
1y5rPW6T0e0mT1Y7Uy1whUKFhqv9feI2J3edqZfLRXmblOC/ARqzCB+iv6vLlG3Qk8Z5NrcF3nDC
wWnkB0wmYjdZ7QlOl726SUMiZuqPfIVbGpzReaQpxjkkeo5DoFr1UEFxPlmDwAknSzOq/dJ/bnpp
H3B/OceiiqF9jTJboqQasmgwLUk2i3RrUuct9RgnDs1bdCpGmdI2kSGwBSy+NLvbhqq8V6VV7dmr
0fBYK9AoHFf/tV9d0SEDy6aTn0kVMZD6eZA0HCNitcezVPEniPl6F4PpXLjhlmFTuFbkt231mJld
E25dl5wsDuldXGH/5MgTYxS7k3OgTZf16tLyG5t1t+/NvH+p2oIccW00TTQRgPFeq9o4kBbWR4vX
D+FGrcNpnitBdySl7NnSGWBKfnHy6sG6cUQuj5r96nOZGuhFmRv35IjPLNOkuLVUv+3ZFy16490V
/HzRS9hinIbrcdlkMO05K+wZpAvHobS3IB/bNUoyQ4Ofi1TdZptMIoraJ2bFpr00WdNHeVEAwkFA
BfVi9s+1zgr0AkyMwsem1RZyfZ9tYwzy0s6SMOll8kSfnI6kN287aD0oDq/xCGqe8kPXpaUIUpRx
u2mF48Pd5wUmk3oUb3p9QBygHtt4uI7QC06EwrjTyGF/8C8uHpSmmmfs2P9nc9y+zMt6ELE7BoL0
0BMcEv3oqxuJYl1/JnYlPv1WmgdDSKinpIiywnGPWQ5U6MWxPizE/XMgQo2gFotH5mPOJD+P/1IV
hciilDLgTH4bCz1crD5rHt2iVqGum1c6PShyT83lXPdF+qIYGSNpe9lJQFmFzsgAOq6T2OUr/yJf
1n9xoj9tdg8vwlEWUK17N6vpKTbdNNA2UdMcyzYZRj2nCYXN1SNccQazs7CrdYv8iv36JWe0P6O9
+JRq+mGWgtnLM5yoLloXgtriMEvsTYxsl3W/n+38u9C5iqYk/5Dlxum3VU1gTd19zzsWFL7rBqs3
cdK2GNYYNYYw8YUdiMIsua6b2w4g9lLVtX17ldQc6gXMdDHL9NV0XQvOS5X+TeKwHzdk3zEq26G6
yjGmtNH7pWYf7bnbBYlRt3tYtg8fxvXIwFV/YPZjU1TleW2J1DbSRh1jN2sfkWfocLLK7gZNYM3P
ZFP5UKr5PJnLBiGzPq+1L45uR6Zw5kg7mAddRnHp3tWe+PDL4Uteu/belMUG5T55oVUIYz90sUgC
syx46bf2yZDMlOTBXH/Un07myyDrxPRAnOuyG4vuJ/gSg27XVwRcQ4ANzlw/26mcHmeDRtsrv2Sf
N8NuQ6/zcxbbFL9CpxstBSmY4zXTUrC2KHiKrHcPSqIbgt//gaemCAsx1aFLxHow9HZ8mjnqjqVj
vBSNc3IMEJjY1eZxdDJxPxcdEilrIxOqSs6UiSdR2VxrjN1UBRgOxb41ejssp2E7aB5jwLHt1Dsu
6ckp8VyWMxN4NGab+RRDln/VFGgEc7w8rvX0YW1t+aXWfeCObvs0GE7+kri2fZjd3vnGvWrYoy/9
7GimPAM2sRfK7h5G5H4zm7tK1gftM2nVCTnAcCL1qRDVerIa8itZuN+LJbs1ea5fYzpzgfE6fkfo
ZfrR1LkACAz6eLDC0UvWyCtp9Jntsjh4o22bgYKOuNXuWD9p1x+J7sm7cI3RMxR2Ye5ntY3Hotzi
nVsn6maOE8Yz413W6XSRaiakvTLmn3Hu968AalXkVxkdpob2MD03VJYWbfzqAFbelWTmHzbhxRdt
GRxhsW9GCKlKcDhmnpiHKciUftDSqSNC/7z7rEmLNhQk24aoNjSd0ISH15bjXTzHrsK0msa7nM05
hHajEG+tOiC3lSLflvJISB7TCYnz+KxdtUX5ks6PCxm8xMxwD2VYEcHqjtBUczd9d1N3YXyz16i0
BHmDqkrrcDHG7+kMhUyJZ4bHGkGDyLzpFtLuQ0OYffM2De0E+XbOvM5l/eMkBPp4W3WZhF2+FAF8
sfm1NmR/0NQUv5SDNB+TeXRvc9UCLizaYDBXW4jAO7nJ6uJxJvQaYZpw9rVdfvWzVBx9t/Uiwo4k
bt1uPunZHwI/7TTbhsi6vcCm8MC3y3Z4F+7c7RogOTnae95y91sv3C1YSAubgql11UNd19suU/bw
vYH1DOvc56FXVlwEnskkMk01RAoMdkADUXkE6zRvapFfk0a5QzFtqEfXKefnwbcT7ux5bkdt46xP
aZNYO+7CxbGpPRQkST7dckUdd41M5GlOrSGael28NKpqnpx65Rhw2WcvHbTSsUJIc+M0XnE3Uab2
uS4F+3jVoe8pyuS58hwzKPH57pbGNd5GSKBjoyYnKK/1QpVRdN/Mzm3P2WSkbZAU+bK3OjaXkczb
V5jnR7jYi8vlP0nN9xIO6IsPnBUWtiz3rWZ2rVXcHbbF+5J1pbcr0D28dXbZ3RZJ6weOpbOvXSvL
2ylnCLCs7aO3UeXlZbweUHRsty6qUhM9wE2i0+021rYGo5+Wo1MsI9PEJIPU55UjXmo4urWV7DzD
rYI2Tn40izPs4jz+PneoSsq+uvRcv4ZtaO57udSPUqzirxhBPhxUgmaYie/R6OPsILNpywKkBe17
XXvlLY8uiyQqm4NcbRWZZjo8Sobxh4nL1hFXHhJRQIcQzU9pBV43icgQvCzXZ4SuQykbxjXeaskL
oazITIUXbWlHQsdKxPYTpqnlSEaFxOFkjaHyKn1QtTRC1XfGm2pjNzS9LY2aLq6eoQyXMElpEuD5
d+eWcWgPvcCsnNt65N7j2SxCZ4GDLTryjqvVng+NkxMNO8bdXZFP8d2iiiFkoEW8AoP53qx8KPjB
fADn6MTRbrvqaWOsJhXYMr6IketJ2i9jNOE0P9RXlMBMJnNv5Jy2a2GeVGeORz5XelILYBJYQ3lx
57I/JO6Y/VVuWflRo53bQxmWR9lUw2HuqvXb0LL5mInq6a+rkTEJu3PQom7+h+81xS5v6+m4eaN/
FEPd7Fdgm7fSnNZdjgI0DbJptD7VZNavo98OSEqzST2ROmPed1tu/qjVCIs5+304UsT3cwJOonN2
TaIm95dgWvN6ryYQGjtmUap0aV+BoOLvU503d3E+jmE9ygZOEUViQh76jwxlgJO4xZ0mDuw4jQOD
jaeW5n1dFvfJXqgZcJd8+eYj4WQLcf3vc0ZYTWuY87Hg4K5CAv/E00B24fM8xGzCTdfCO1wv2vVq
nJvF2pCupggyWw6hJuXWHCRVbToUBVv+pSj87AbFZvbdKXTZX4+dREBdVvnD2G8yKlEZtIEYMuJ/
h17eOQIBx43eVNYeUuEMaDvEzrDHInJbOThIKDIOndyab9A5d9CpvsVdLenUfb3k8gm0rbhYqOg/
ShtNHUqkKgt6vfXhnPrz14pSrIieUfWjB3N7cRMR3ygxGeRIGvbeVok+Nxm628mpIfJJePo5tQ3S
ODN7GLpkfrAruZybuAI/g6mlvqdjbyy2i7JUcpjBG29zWcSPBj8bQ+mqHuylsgA4hR/iAGovbWzG
Z/bW6i4tLGdXed1yz+sxBnJNxk/FINQ2yXfHVt+RlT27gKu3Rl1/Ha34OXM25qHZnCPktUskWSZ+
an9W1TSFtqPexZTvyhI9Te9UyQ3gYvkyWq7NFGRHZiG/CN1moe8DGpprsres0Qm0azqRxduwc1Y7
8hhkqTBOkzAtbTuge28Pj7geEN2yxbeaAXNtz3OTjM+UJbBshuIyp4nNdldu+zmvqWKybPvcOfYc
leP6mtTTW9MppLHetBvqed9wG0XpYc4XywJBjOPqyAu+BZllxJd2HO2IJpD6Rpq1PC5WiVTZ1oxr
OFmjBAVqaOdjfhJCjMd1GdbD2hPjYari3PTxeOGalCec7e73WeZ5hAV74V2zH52m08cONZk7O1lo
Z05yaPvN/UmKa/8sisHYbQXKbE0OFJNCmYcO4qWjTilUMciHQzns2TvuVmTryqm46FqBvaLq1kHn
ISH18/xtIo8xQj5oPuToNC5ZZ1xVjdvk7jhS1L2QQLwqm1+qrLQia5AxzKGuAuIhkZR5TrnvRJw+
ziPogamlESHovWwJE/1QAt9OE90/ahDNpQZL2hPdzD3K4ZLdNzx73/TCXljGmZgOvhnL4WWp1ydV
Mypnc+EGzJ1MfR30/PVmZat03nWeSbmst5zjyV6iQdbtnc6bE2L7r+2QXObW+GxnWGAjs9EErTK7
M5MBwRIazGvNWZiYsTyiCReRmfhMf57/3RdDz22lfgPi6cKZDnMuUX56WpFJhG18ndsre98s4L/b
VO0MUqIf59ZhAWh0UTUS6IHrREhRYBeWxmwEhXIaP1i0f5/ycoeu3Wa7OS+qk4+yeRwHMhqaN9Sv
XrASdtOsnR8WbvZ1yLNmx/UhDgT00B796LD3CtHBbmwUymX9xc2bl8XLOd96MNnaEbe1KvrA6WEM
yCDQu86Ry26rlox21XYvShd0L22HoImRUtp94bxIY/g2KWA62wGcTwy5cGKiBcFXEuarr3FQ+cON
6+svw6oywK3G3Fet+Zb7TsLWUsxHMamXRjBydaOzXOwULRUxfv1BOa1zbr3pSYoWdmQp5zv8mokD
CgDJrpol23v1uscI8D6n6tmLgUQQUR/Y6aeoGO2Yvbf1T9NSmC+Mj/khUz+IrXPA72oAaFO9MEd+
TbLlnotGg6K7SZ+zqf5c4XPuCkua+4kg0ItrWJ8yRn6j2sjMtsAigOSguq0+aoLjzo6/HDgxS/Y0
loS0Mn1Yr9cAFJP70m0/57E6pY39Je5iN2oK82lDHH7Okyq/7StutsrKI1vVHwILedBX3HusbIba
Qs14KogQD9aY48Oo/fp2y/Mzt6TkrKXZHmzD+lFa7UtSZB9zhrgiaQ3rWFA0daxUCZPEwHqTjIl3
cBjVEMAXfcq9Wh8H/Bm7VWzqfnXsT6eay2fMJcupMbo19NK2fXR8bCWEUDRRQnpjyOW9f0xIVjzU
9fQNq1CV3epER1n6wpauT2Wl28App/Vg4yzEZdAk7+3SWtHU1Cxxc8hD5q7TqPOcb2MQcePNB6eu
TqXevlWTdTsk035zliXolulcFgijJxZg5sWotsv829q4jzzv0+K4Ow/Ph8O6C5y1M3egroehyJ6X
IY6WHOqvm+r4IUv5H81TddN3wxoZQ/sE0/bkLP1+stNT6/kRtUWoR7t4Z1GmGmyot2/ceIzqKX2Y
lPVqJLzq7XIqCgSeWzd9FuVSRLFhfR8q8+TxNswsjYOe8ktr+ifD9p8t4ZTh7FbnZUjOHjXh0nWC
TRX2w5I3VgC/NtGoo/1ImOa5bOjUUmUnXtO+fiOkgfG3br91i/HgFWnoWsOz26VrOGzWScNEptwW
d/C87Zu55XdpvARGNUYcUdFStl/MFP8QU+y+Fs6dY7XoL5BinyYVr3dJ3BybkVpX2hjdXVZVMcws
XJdtZJFOlu8bFRJno/eL82xgYBjH+I1AdifwDCYoUU4RZhIdtFMy7Mp1+Valpt4tW3yxubZ4M3EH
fRezN/AelUrC4JKRlEAg7P1OnhM/VTfdYGXc8JxafgUQ83DL5llQx6O+96V5Q9EBADBXzV0lxmwP
1NC+Ib0ZHxbp5mcjz7KLMqjqLSeZg6aKPigdcQBnyU7pYJBZapf4EiAW21fSTPR3t2Ngp6e0jFjk
dfmRCY/bOnM1SjNoAwwKO3Po293CKEeE1KcQsxtWWZJCyJC1sqgNub0Y4HQrc4DPA3pKZ1fuHH4Z
IVWOMcbh9GY0cWMrkkO/8yaQ5AQ0I5vlc4aM/jhjVyCFbfrhFgXIAyQVmEUwTdmJXzBkGmwA1ac6
6nTTs2l43tnW1ZNViRlKA9fvtL66cX3uZDEGk2k+iGkrdrZsy7CKu9cynR70bH+BCi2ojYb/N4Sb
R52V9Kd669cIt+CPPuksLuYmMvxcNC9TM0sUyvnTuImTHytnP3VOHCJPXoPJ3R7tdmt3VT83SBqx
RZZrCR9vfSMUekAg0+ahBzg/uGbx6PGLSlmIAKEpg2siDyvEaOAD0DqpGsKqjIto8eM7fAtPsga0
GCT+hTEdA06f45yWJHAn8b6ZvPfBt96neSnDHk5xN7fZ1ZczvibN9EOZY9TFCipFeLvZTTLWsfOA
P6PdNyXFs2Vp/hCkEB8NgWHBlfBzskglo4NNNO7WRVNZ3vTjHCWTFqdG5t+MBjKiKG1GxfGuN7Rz
cNPO2m9D9+THFldu72kUsr9PFrlEfbyI275xpygegbfnilOZ7dM5+7UMpU6aCA46PY9z5u7RIzZ4
yRjboc8B02MuoVI0Vdgn/qul8uEOZbl3ScfsZsAXsUNIeUSPfJ+7LENkz3dFzAWjz4sdYqUdzCV6
/8LpQYBgcAs7v9emzIJmMO0gl1Rf6Cwr9hOE/S51GRQKqsB469bsVPqA1qawZWRwLUDsNN969M3M
2yx2ONAe0TuBM0rzlcwiZHFJ6/IfTXrKZvvDWYAxmuqC9r7arXZdXszELRlAVRlaLhcVuTrcbipD
1qC4XOywc+kc3NN5nZ12KauHJmkt5+dmt3EXxR3sPbp48thOTjPJ4mbBjrii7h5K5wIni+3A8uai
Pw00HVi3XdunRgtU0cFE9Ylh5HtvUBoDduf2H3mbluD047B9TYHqlscBKKkNMsBIfeAfau8ycv9s
dnih1vSB8z3u73ujWf/aisXvd1DtLXh9RbfUsao8jEBZXJNFECxQJU1YJV1jRrnXG9Yt6g8GQrHK
9FvX6oSUGM+V7ZMNKcY0zbovstvFy5rpae5jxeCa0IQeTWiU6nOdpGraK+huwHtPTSJsnW42D7j5
e7jmYmsK4yYBe13v9BLz5eK4AdLyHHcYo9zPuS1gnJqtbAn6kS6it7rTm3lWtO/gvcsX1xp3zD3C
v88QT7COdUXvG4rhNcIKlM2BVfnqATWFf+dK6/vSeQ9+j1bcnWcRlqLODmMx6CffwVfa5W2HhjCO
0cxlU/Je5bp9MAoDj0hP6bAd2iZnaWjWln9C6PG0zdJ7qZLiLenlXuQpALgVh3Y1zfukcB58XdEA
T1IVChzymNbefYQ4b86J4bd+yG44ba8uUmv/r7nv7evfn8WNqocvukVrrrt0byTxj9SdrENVygNx
1Id2Zgbuy9vVy6wozq0RcX+TQYWkGyRMBuoo7T3kBRavmX9Y5/RCWBXhNX2nkP3IcXntNvzS/dLc
xKPN5Y2x90ZXax1UarFvKi9NI3l9SLVXO0Df/aE3nOY0INo+aKf9Xhv+XYqimDtSd9YtMx63I8zu
FRYsXkuaooyEfVTYbR+aKW+Ixk3zJR7wfRqLLS6la7oR6OWKlCGPT8bcu1/XZcIDprev7Vh8Ngwd
0bj0h3zY4qNs6YxPRkW1zeahkG3Vp736+WlqprsG08ShmfVLumTLzQzy9dh1Ph32WuKczMz3eqzT
MEsHThnHAI/utxYdOBe0OkjnvKGoiAut2ra9u8CTL+lAhUa67Gq0a1yqOoiIbj1D2jlHqTgE1Wq3
O9fS66FMSsGUIDE05tyUSa96RIUtAuFVSShsRe2bFSe4U6W64OR9cmu/fZEKk2g+beIRTZ866i6R
EeRK9yPWZRHoTCU71VE7lDiDdRxmNF5UTXGXyGFq0x7fkcO3xyPmkDKFdPjE2w7u6vs3GWKazw7i
AHB/o1RH6+3et1czrAvMCrFn2IGOi2+F4P45ZBxtjZ0/F/m8hBWmvh007PO2VNVFFTG0ruqYBuU0
qsir8uW1cZ2KYQaN1BnCm+zmrOXZB8Ci+IHIMtk+kIfZ30tVes3jqLgc2qD61r4ucUk8+GuTD/vR
TM2zl1ft921W4IHBzBe9dUuK5EOjdL8WmZXBMDbtF5Rt3g2ixwnHLgTntPXn7bplBeMQ4xv12xo6
rL4tkQuGnQnm0qp2iPR1uLEGYzsyc+SvaJBJclxSfbaHeDmzgTFY+3FZhH3LOtjVca/TsJ8spq6h
1q15tmxK0ANnnBb/k0sfPqt58tTOX+L6tldF1LidPi9J4z4ZnhjO/lTZ0ZIa4kFVy7qHk8jvxjWt
n9K2/kHjon3hJa7DoiqNR+rmH20asU49fUHP0CLYDsqfXp/7ESlNyH9xMTSb6z62E2r/KLNiI9pE
ksdogNJtvEFm+0473xeYxylas203daZxymOuyHaWPS0FRJ67gk1xDh/9zjF+1h0ag0bJcFibQ27X
Tbh0mz6xQ+w9Dx2Rz0uyq6jinFjkhRtZXmxxMovikkjzeVZweyb2Z5ivNrBdfdO6o32yHWMIY1PZ
4Zzp/eYXPHuth+xBmu7MOF/DR46pxJNUJZGHQOCL3Y7yLhGVpMUIa0PY5L0ZSvp8TlZarMGQ2v2X
LS9eHR8nop66Ty5A4xMSPFQOjX5O2XZpfsQK/1NI9wWAKNtP8C0w9U9JZaZh3CvJ/K1fGEFzfJTs
E9j29Z54p68bCdHAs6U+x4PJT2ONcOJa4I1Tge61iRRnXdSY3yae5+Fe1/KLgzv2Umqv3CNkyA4L
UuocHdCqqm13hfL52+Bbfr6Bg0+i2VXoa8dbmXa1u7ct4/tk+mIHTuSfbDx+d/60urx1rLDYQqei
cQiG6LnMYMg9cXRQB+hAjCtVn1th3W3N+F54nb6QO1AcynxYd9hW3RvIyOEOX5B79fR81qzHqMUN
dNP1yFaDqk5+ijRDKdTt9LjsQfRJduBNU90zlm3kbJAWx6qbb6UhI0vN6bFyEHQ442YxjGP5aBwz
Y6nbA/OPQpohKN6AaBhQ/kC9n9VkHScoOXsdywgXTYgJ2ecbWM8qGe9k1d5WNrpXnGnzvq0SBLZY
qPA3u3LaJZtqb/O8N5Dv5GngoVSKaOWBTcWaQMJI3ARd5sfHAa/rcQJ44/si/MrU+lpZYxOWMgXO
5ykVQ5Yg683JN1jyJ2MwXg1M5fBbuA2UR8bWqNeNo957aPAN3ZQ1QdgrjDnBXsONUeh6jxj0CFWH
t95iJG8agEoHayXiB/8bgf05CIrxw7HW562dbIzDCW1TOHG0zo29MXsYnNeN66HnY/cCfD7pTf60
8OH4oSXmkUbOjMVlbdup5mFdKJSquYH8tyI+yZr67/p2H6X6/10R/9CUWf0//nPIPv5t33/UP34O
v4jjr//n/xLHW477D9fn7uohYvSk6eA6+i9xvOW5/5Aw6uxT5lX/7iGA/9/ieHnVv7uuoj2Tzc6y
HBJZ4N3H9D/+3bDlP5SJGslXpnL4b1pSfhPD/z/F8b+mJ3s+VK8HFWYhxjQdx/yXBOt8oVsr1+uF
lUM4YlsMN0BA070/Y6Quej1fpmXUO9B3n+Ha2SjAaOqdbRZlxEbSUSjdQpuXpBYgQ4GpEi4wx1ZW
504QPwCXO73Ah5BmUm+v/TJ9gYv70KRavMTF5B5Mr+NVNxiN/vZ78PjXpKn/rvm3rm6r/6P452sJ
6XloGnxUaI7j/J7+xUCjmlbWy6VsN//Uqdl8b2cEMv1mHP75QU10IsmQIbsV2Xpuu2b5w0dw+NV/
/Qh8Ale6nsLo7nEu/JaqIzKhcoeOgMuWzvs3v1vrh7oDZzrOhcFc18PuEpWSRugmkjcrztM2nP14
/GpuVvMI8t20AYpgF0k0d5Aj8RAgjBIZ0BvJIfkPX8rqPneK6ay5vltYqr0c7E3biGEQzwpvcG/7
nrymoGwUo9s45csQcLnDeGWXV+PoSJ44V9M/Ba3/M1f3l0d/9VQj6FdEdLIifo+/6zvAEcQvy6Xy
lPNUJiPaZGkpoLXGHbq/rCyl/GEuS81gbiNdWnTsnhfPuk/tTgWW3mhvQACRf5Nm7vypqty6PvVf
Px3vE68j+S+Oowje+NUKkhcZNnlt2Zfcc9QH9A4mMDkUJHJ1q/sNxo8cmqJ3knt6MpdzOatrYoRN
JLoY2oUR0fdLTgtdxP9fUW8sWDKdXJwpjulK5QrvN/vgkA0K7HfQF1D997FQisWwFH9Yk+6/vBbs
J8ALfH8Tsb3/e1vOHHtJT0sZZVm1uYR9rwEoXYN310uf6ekZz7jlt59WahuE5ZkCZWmJRwyDSfVC
rDS3CNGMIBhiQHeCkyyeI88FpI0rxzhwlM8vo1N33A6UzO8EzEbEUTbuZFr7j5Vl9DWQgmJIb6iS
XdKV4w7g0X12F796l1X/niH0S3YpzaF4zIY0QsfTR7rMPJghUB4b5kfzh7kmfrLwish0bToy/rB1
/Gqsu/4SbBtsvcL2MDWR2fPrCuk3Da2ULuYF5/j4hi/I9QPi2jyYYGJ/QqPJhn0s5r075K0IJbqI
Z5F2VYGqFrlQhI0HQi4vP//wsa4L89eFqzzJ6hAYo6Swfy8yGIYBtVmr1gtxDUNoxJt9KVZBTZbt
TKdKm1toGFqfNi6hr9vWdND4njyuaNbe/vBJ/vUVQlztCVt4UmFt+T3pzNrcJCf/07wYS9NFI7R+
gjcE302QD8BxaqC5J0+anDtnY67vti96G3CMB1gsHlrTQvAuIQz4Y58oJ+Yvj8i+ImeetCSXVhen
1/WD/83mNTq4tMsxnh9lUX+0No/J99ICSQcyx2Kx/2Bn/X2d8NeUtK2riU1Yknfq179mLN7Su1og
zV+c7hvMV0obHQ6DPzzt319ZG7gP2QomKMorrpvEb3+GfKxi6hLrcTWB/GdioMjeqdKbLTb9aJ2R
kpiV895iuQwGpbL3vNL1H0JkretX+fva4zNchxHbta4JXCSW/voZNsWBPNTT+jgtajnIATkmTPyw
Q/hL6q686lDlxR9EfpQxRLyn5vgi/eKu4t8LC3klHUyHeoYYZeD/mkZ/cfv9ctL/fszapi9d8nYk
zZEIfH6PFN3ywZtsTKOPqsYqKkaEi06VDUG6QkdveWcifOgadLaj95QNfRUm1oQ4qsRIMufrn5K3
1b88KT4N68FnbFMogH5bFG5CuU5lOuWjVVnlwUtM5vtlQOMd3Y2JK549EsvAE2PzTz/R79vDPx/D
3/7w9d3429p37Xoi1cYsHxddQb79T87Oq7dtJVzXv4gAOey36pJlU3bitBsilb13/vrz0OcAx6K8
RayNFWAlcJAhh1O+8pa8kreABinjJWlBW7MbVkGKqNZg0pBrwCivAzXdWaHtLa3Xm00oVIt1ampT
kCqMG35ypGh92kv+s0nFeOUSFW/ySVvHRZbmOQ3TqV1J7ziV3HRNozLT6+8VeVJfGvVrh7LDBeSN
+mhgN7rrqNlt/ut24vEgqmLwrhlcgHPteyA4au1iJPSseo2/6V2zfO7U8aD3hvcAkptDnh7TE6gI
+8Gg8LJTvNxbeIZpt1ztJh4BETIVYixRPJH39aeygpRsPuuCZ1lzn4pBl180RHG3smq6R9ySlFXW
uP4Tzbn8cv/lP/o0Bg1+/iUYuyQd1wPT+9cR0HAZuEDCQm1YHuh4BGsoPj6wgUVXijfXkps3xQuL
+x42r6VOyce7RQk2Jam1MgyfkX6hjuWGk8IA4A6vSIxjUBe0G4Axb5MmBs5igDIsRyvYd3JKuU0q
pBNYrx9FGDY7pI5TWpkd2GfFKzZymGmbLneHH5WfGBu9r78YJbA3z1C9BQ+6D+eMcNFSiUbZ0tPx
8+4Vpp79WAZN8CxoDm6lCL5SEIffQgg+VPM1bSH6mKdjYlobhmVyj0HCkudSCRZq5o2EOsJz4Zuf
3SpqAchY/k4e/V9ZaCPaCEbo/qK4PdwFW1UGZkyiZJva3P8ExOVI5cEOnumv9Oh6iW9yWbnHjvZR
0dDHGwOz3pVR9gJ/z9azp6ALUI+sm30phLEVq0pi5u8/0+2ka7y6Qp4rDH5nTz9/N+mpZ7a+lHGG
KFVvrbXM/CJE+zzWvrIZ3WxJZ/zNx+R6mWqypRDLmIR7KMzN9sXY5sgXDnXwnEqjTquzCzV1Leke
ePKyH8s/gF0vpmXt8K4kxoknBgYaQPRd5cof920gyfVK6AeQz/qr5erxT6YbBsf9OXl7itlTKiCN
WYMGfHr7bbO9mxQC76QIujF8FoTbTguK8bVuO//o23GDkm2ujnRZUdhQV9gzEFr3QMAm1HKRbBT6
Bp86vW2eFDuOf1seCAzKRCDaospotI2gW/6ILGdx9gwo1Cl6nN/uP/2bt9/s6SHFW3xM6hqmMVU7
3n9S03IzYv3Ue45T4JZuYRXbWACZTm1aWUGjqBtCebFOEM4EPRrt4fSqDwPGVN8MV7EPQ4dBFfJl
h7Lo0cSBWbyRlRqapdxTwINjI6yIGrvUFbTUYZJWCmwPzlO7d92NVgIuyFpdW5P6/vXSTjrp5Ytl
pNEnVwcwpGlRvyli6VMPIOkJXEoPo7DPaYskALJSA9hQbVN3jsN6bzVkIAtzw6vPp8Y2qVFQhaG6
r88jvCGSPbMfpcuQewgwJVW+SfVxSS/+7Vq5GYblrQPDl4mQZ5kvBEgFbbbEe67MYgBkmZtHCvLx
JuIu2tCB8FZ5VOArKynjp5Ba0boqAkA+OT0tNx0fhbBQwbRjsFWonAozeW0i29xwz34Gt//d7RJ/
O3pQ/aoCyWxRu3sXGRZam3ySokyKhUt0mpTZ23BsTbnyhABFBuR6PVnAk3GCUqSLWkXAIEsRX+zR
D3/f/zQ3dSSOMBNUkNAtHVCgPD8cXSmnyiQbySUI2FhuaxLUQg7f+mqKj1PthOiU7Do3zeGKyI96
qScL98+bhdP1i/IEvKBhELDQr5oiznfbXq4tQUtQTy5Fa34GYmzqTxIMTfMXHmGA8cxtRe9eGbd2
N+zKoT+rhb3v+uYx9/95AihfaC9UKt7e+eaJLKo7lkYkpc9dZsYihswOZ/kyerV6UF2qTwoSlDtY
GpOCapogCRDI4PaKhEOnSvdpbYzQwRAolq162Kp91MI0HxFKrir3NCQSeAUPxG2ueDjLe9F/s+vU
rbePSLxjCVWRqXHO8kLT7DRYq1pyaYWqbwdkYtZICy1dIzdJEkuFUi51L4axlLlbH31AuR7wUrqA
Eaz2CHbjSaeoFeBtxA3uL8vb+9FgD09JJzxLfjtbEzB5DITd7PAyBrS4aIkYoJsQfoaJGa6RTF76
4h+82v8fzyRauF6DwAHCsjWC6BLG1jGwWs4AtX6oIvvga7BlVP+RpvIpVvO1lBj0sA5FC8UL2SGr
LU5ev7v/9jc5lqCQPt0ilNMtKmWzkAz/jrqcdLovObCcVa5TVdJCf99lNJWEEREjBmgUEebr61Dq
3e390T9Y/vQROaZJ+qnWkQ1fT4ZeosFGbzy8BJo27sEjlZ8QJjIfTbU7+VIoBytJqI+dJjVipSmN
TYete8IHxzunyDmOKylIh9MQlcrBk+kBpq7oD1I+eI80AYMzwPnP9x/4Nt0wZaITSgi2plJynX28
LDdcVaWIdqlGRG75ggn89lDfYGQtr704HXeVKTmZha7y/YE/ODwpXajTf5isaPRCrmcKsYKO9eH6
Fwp4ww7dQ4Q6Nfi2rfiD+vEISYC+mVrCbQvtAO3MWE8WHuF24fIE00pRptBOzKMOlAaFQeHBv9hV
9ZLmpbgAY8hXHeSxhVm+KSwLViVlJ7YjhSf6D7M9OdAfLIAjMFSfHTDD7qgVR+pjI2XVg5lUT3lq
G09+22xyaQKCuhsP+uqagv1TM2Tmwnt/8M0V2SJ6Jqgg9xKzLSI60xgbdQgu6mhPQiFR9WQZkf4s
rPEbfVwUDdLkk5zE4X8Sv5tOWoIYSh9ToKdzYc2iPENVisIUVXjB1EWHMq3qa5Df9ub+wro9/via
U3mBqpiuGm8ZzbsrMas0jOvgu1zCEn9nSBQdiOgo346G9qlShgXLhQ/WECc7Ktsy9U4KTNPP342m
FUYE9TULL1Jhf0ZhN9oNI/VLCgnd8f573SZ/pMkWakcWmhk6gdr1SAhjdn0VxeGl7ZQ/GZLUW8UV
5RfPin+j0Cn/0WkzLZxmH70cgyrMpjX1q2ZhFJrZiaC3HFyQn5XOsJe+QAyWDoi9/b3/bh98Myrq
NDQV6uoG++P63QBPAIribnbw/qZDH9fGAT+Lv43o0KeWkZ27P9wH2dJUnGZtEKIwo3MrFCWPXWpN
QnGQqzEfdYGAveUHI/INFQUPPdhAvW4RGjLHM10y61TQK/qGsMymDArzWPquOOBRgE6oigzB76au
+32T9/9Uv49ewiKfQGZRsGA5+MH356iaFhkhhM1XuZ4j4Rf4CCDc7JSlqW3yFrVYKdPOtUmwmZYS
QHJkf/83E4XyBk1qypWUT2cfZnDR86qbQjh6lO4hzJzq6nPU/FMl8ZeA6gDYEsVld6UlyVpubcQZ
PER/s5Pm7itwppHevmJWgXsnKEHg1oewaxbOlNtZ4TChIoKGG9tQWLNZSZC4V0Ouz4vI5EsD9bDq
ZPWpENZZk8vkpUsLfyG8mu6l6wB3ylPZDlNyQU11dpTneQWpp3C9C4W0cAVG3YKnpjT7+0v0rdR4
Z5h52SEl4u8wvPIuRrETZb2JkDNodRskt6V8M+Lx22jVe4QOEcXtf5ns4oVjdPEBZjOrD4GnImvu
XVgdO+DWxkoPEMMhKdw1udi1dvQoxfa3xD0hf7BN7LFZWHy3hwJhCavdmgoiBjWY6wXfuUUExy3j
9CnUDrAyYw3NPwV9GCA+X+9P91uxcTbd9JNNhUoePZubBlpcqzAVhOxdVJjAGDIMJ2jIiHKliWjX
Qs126ImX/8hcvIepGP1dkQvrodZQKdIqjuJIAYxGmGOf8XqU/6F3YsRo70sG0vtW8TevEAMC+VBA
IgSMBl/O20swK82VpvXJA64ZPuQU5KEQxzTDbeAJY5308fAIt9LeCX2InoQV5zsXwZZfqlTgXZIP
7jfwYu7Z4iMtHDUffXt2FGIcNPKERnX2eupdtWjsKA+CS4O248lIxr94sSAfIaSd2ormpJtYL3Rj
QGXL9LItjWPlNVfzw/2Pchun0M0krSbFtqfW3exurWWNgm+p+BedZbjuwuifPRbBvoVhfybLgQRX
N39g1cv//vO4BBBgbwC6qiSG05nz7k4XkyFMChH74uVg3kMC/WdMVLwXdxAXmSDu2CdGdQCxvGTl
/kG1lTYe5UbyNkIKeqjXI2dS0yDyk3O2CFp3QGb/1W4SbhJVYClUeEHA3di5JzuXvsh9jZy3GMRe
4TBywhohKH2iHeO+5YSW+Xx/Tj6IYKkrcr5SCtU0PBBmQWMgpeVUI7Kd0BY/c2oh6/yroA3/zaBS
TwM1+mRgo9IYZJtosJ7gDKDtrhSPQwQ/+v6zfHACTxUXSp2CdrwxbzhmZeWVIFltB4mc/ieythGo
wDFaWAW3wQ99Q64Wgh9q38q8FwTKi6Lv6FpOkjVOG/v9uQpt9C2wFAgWXuiDS0y3aVGCLQSBQRf1
+rOLdESSRUA3Tyi3bSO7DXde4aWrwjTaTaFm7TrOhbIw6Ae1IzY4s6e+Rcror1yPmhZIzZShbzty
EgEn0kpNX1eZAatOC75j1mKuktbw95ACOX7DFK2cbnSf1dHyDzYSOdGqLk17XdW5dFJks1lDFZD/
TZ6Q97/2R4cREDlqM+xEhRLl7DAaO6loRzmxHK8zkkMmCtTtkQBc16VovnKA/EQpJT/3uIGceCoL
lxW5RFrQ/73wHNM411eErYD5pxlC7EgrYLqv3h0LdoT6Yl24+aXBauIr/gbxkQQyJBQru81Abxem
3ZAdhOG+StqAvjtx/KYdkMbCPmST5MNW9KF+7lDSx58kDnZ9DkEoHVCTnGSo/+vtSfWBaBHNdAgh
lj4v6Co6VfOMw+Qiw8hcy31J5b8OXyER2OseOYKF1XSzhBlOJb0FIT5lDPNcOiJVwMBL9UihoVR2
wZjsehSHNlaZxujQp9WGSzf+T06GJJTToMZ0TnNpa+Y8QgClS9oNCfnSUYlZU5uOYd4kw8I1NFMm
fxtm2pVToQAZUVOdfXjyViOToSA5URXuKZNQ1gadi+Rt0xxxG0eAUN0kHlzSv3H7kElH2MpO276K
LKPPkj9IEE+9VfG7h1ecFTCj8lc8plZa0PJ/beFhbwB2zAl7mqiXw8sACzRPE1M8iIskk5yaxsHW
TNoXcyzD/ZQHfQavFh1iFGQ2Q2m/mEgPnXCWmgIVl96VjJgQpX7ZPAS2ZRwXds8HC4S7jTiO1MVE
dHn2XGTkEUqYg3dp6KbvPPRdDh5J0hGVTjSVoQRoOd1gUgbvyZLDcG8jkLjROr/Z1+CVAFZbFvRb
RA9f6yH469GNRGpKH/f3H3P6lFd7XON+48ifAIpTwWa6et7tcc3Ly1qByPWCFovYJekvr36u1DFd
xUGXLEXY07F+NRg5FYEGG5Tml0aBaDZYNEZEi+RxuWQZDmxFxwx6dBjClrDRy82Tb1TiYYp3NZxP
HgxfkdGFlX+pDQpf6LcHu/svf5sW6yQPU5+Jiwho6hwCYI2NTQgicM3SKnvfo/3lb0j6KFKCHXpp
xi54LFv7uyVQiOosmHmIpwhpo+sq37DoE+R/4SnjT1d9tkAE/c4LiWqw7NYlkhwNhimDbf0DHQzf
6/6T33w2HpwSIj0YikzKTZqqRfk4KrKrXUYED8Y+wEdPwLFKLK4LGkD/fTAgktSyCEKmAa8/G3As
CBulrl2wrxrOho7rlJvSbawNtk5l+2JhvJtwh5ej+KLpOuAhjbVyPR6GNjRvu4aXSyHh5sKON2Yr
L51yH47CKjRAnsg2+LjrUZD5zAsLGa2LsKx+3eYFABxbXbK2fatSXa95IKaKwTUq61OJbnYMgEsO
Y5xwzEuiiPYsS3XziuMRgqdVp0NtTJEGVBMyjNBEH6yqom5dg23En0wCGYPCZ6PYqBYb7cShQHVv
9Af3Hxoe5jdrqNxPXVNCpPdSGZHCKWBFXYnyDVmcjFZIi2UMLOzMe0IGKHoFWA3GJ+irqkSGXSoO
g4fZiw66FdDcgBfWiqgkOYYl/HZP4s9rIJP5TwRHDjmKpdnadktRrkdPoMdVGK0ircMWejINEoTf
ArCOEerkJu4F9TaPemXnajEg8xy1ikl3JHY3EtfWkj3uzU7gphKcYBNIlRtxHhuTtYx+k9vyRcMp
ZVsBuF3VeaXxVHEE9A1cyv3NoN5ERQDYBYB6QiOCZWt+B9eJHrV13I+O0sony/yutOqPurHOgY9C
KWgMLzwV1o/MH14m8qACoBrzuYPaw2+21xRMt+gQHATCBZL5t2r+xRqWx+xhT9AXRqKniHc1XeUA
slksnqEjrSLYq3jRoI8H9lh6Rda4XtOOeUaaZpcp6VaOpU3dLfip3yQD01vS/7PAhFM4nBMhIAgb
ndzlo4NhNZm+KKtz7xXxn2BsP9+f0A9HgpPwfxsjtHav9yGcZb9Fb3h0WsjiX2lyP7Cy0+NYo0p6
f6TbbJOXoqBMkgvLAyrE7CADEQgVFBkUB3Vh0I/a7yqOny0DIGDWVoegReheG+p/Qenu8dFGBi++
dFzKkd9tcosCvlwsLKZbrM30RFyKxJFiCrimisC76zcSAtUc2R8dvzIRUWuEdswEMrpmrbneCrhc
vi1FjxVmrFhnvLDo1RinKoEeALcODWGFagkuU9aTqeZikyHQtdBwvzklLeoRJjBXmaro1Pe/fsBM
JvkzM1NxpNHGlsgqiACj6rLwYW4KH4xCXDt9Gfok2kQZej8NbWfXsB2E7ETkfTtFdB36G/BWjx2x
6Kr2Xet7k9kXNbPFATe6fu2OCNd0MEEQbvQhsdV5YyJm5f5BZJ49GAQ+nxLG3qpFlG9hGb0hUK6O
dKJNvhWXL+c58fYsjIlCLVc0XM8c0+AWbO0Q5T5MIneJMoqCzKOKT7YuDY+BF1erHCHoPRm8f+nT
0v+CknJ5iW1N3idqif6SDJZO6VM88MrSRkenhMfr55V9HJUmWbc02FfZ5KHXNjAF0UlDiKnNNMpm
MrIUDc7ye1sdd3aaVL8jUaGDBRTEPRaYMG9SSIyIIMYQ6pUO3g06UDvKCOLIOkdivA5RRh4we6X5
+DcZgsn/Uq0/4UZh7aTAf7YGxWYh4tj5o+tl26nzLNvR0O+3bqs/cWufKzW0942UdAu7Qnyw6GB/
6DSzp+STCO16OeRRiZWgWveOkQmuN1uvvWevhontuSMIezTbkA/7UqF89kT33XQCTRsegA8Gl3Is
LEfNyTqbxAz2hY/aL5IQ2UPd+HAnKq9/ysGXPAxuZP7VlETdUPCXUYrLKxQxtHZhYd/eFTQSCP75
BfKHcsf1i7RGj+yk73cIBHfK1u9IRFi+7R6SqPyX1fW7QOcmWdVDW++ivlSWkArTvpmtVA1QvoJ8
MDEpOfz1+ElBj6OSk9YRYWh+UaQK3LPZW6e+IyIlABn26DAUr43uVT8mbRqv6ctNpbj47DZWsLm/
y99a67OngQEF5MrkwAN4OzvsBg9huQbusQNdLjzKCHyxXEfdPBv98DJajdzydDWuKGGrUmoPq58J
hPbfShMPLzQcqs9qC5M/ITh8hLFsPxcg2R8mmZ4nqUoSx9fsaAcVK0HbRU429KYxkR5D1DF6j9TG
RjcagK1PVz3RSv0ogtr4AQDc/5TmOfT9+y97E5ZMaE1Q6ETn1NJuWr8ZBhGqAbXYQdwIyQPs3B0w
N+EeBLCyLouuXKgM3KbB9tRjpgwJYhbczcSRfH+EdmDrc0Xg8wpNvdqZeTr+IIHwHgNo+E4TlQiG
lEqzY/W3e60fi3UZa+0fnGyzn6Dwyi0nKiIauLMuTMTNXqaAQAOcvjQ4oNtMZUAeEpFNapd5QZOz
jTLjmIvOWxhluoaulhZdkynZpldMmoL43PXbq0oaYjuLPJgt6scWh9wvtehOkAaVX/e/68cDkSlq
JCjwUWc7Kkx8HS9kw3aStkkfDROZehNb631eiXAhNb/NTnkpwHxTt/2tSD5N7bvgwICOhb11bDlS
OyR/0jRUn8lB5e9GmVSOHY7+Ga/jb5hGF5u+yKYAMbE/eTLqD/aYVD9Qv0SQzM+Nw5AMOHSWUvjN
yKT20JGEt4iRjZDzJd3+e3+Gbu7yNyYurW1hs/Ata/bUyGRaYYYOkyPjW7nqZaVCSV6dTGO7tjtH
1mA/SmjgveLz4y/czDclF4aeINsThQkWrz1bBW2G1hM6ZraDUW64lbsXszdRorZcqmQGQnKDu1R9
+uhlURihpkHd1eBtrz9RqXsBdrSS5bA7I4yfJWPT5qn3xGdFOAUanH+26C0hpu/3SxWm29SS16WG
DlUZlI3MU1wP3peh7UdZZTl1MCif5LTsVqrf1JuxtLLHCBPYXVC59m6wUP9DAska0QdXsnWqVt7k
f0DY4KFA0OklrbpikH9AHoImExgj6rqIPJJGFj5TN0I9bKJaPqONX6700G83Ssyt5buDVG6wM0Zn
AMbkoUZl4o2R4G1ZBBj1+EO8g5Y/OFI9SQcrcrWuQqluV1lepts2kTTsAVA5XIGSDA6lHAQnf0Q5
beL1x5rlHt20yI+h19aPIQooa4RAEaijwBFM8ijD2mhk9fP9xavcflDI5xNSiKx/cmqbVQXC0leC
uIlUJ5NUHemXFtJgkVSPQTKaSMzViM7XTO0DMf1rgeryOqyNYJPrIG+IFT8FCPdsfQUrXn9swAng
4VU9mmjxb2VFLIEVbs8inhWMAthHCmvYvl9/f6VF+LYKYrpfcaX8dFHSVkfI094YvNyfldvLjCYE
4pEIZdCRYNFdD9SPQQ7up1YdZbwQrAJS7UzzUIv882AoCyHT7X3BABNwlDsTsNr8gDWzPvPVWFcd
0HLtk1LV+hq9Q2nzn9+Iy5mPRCkdCM4c6GP0QqOLIKlOMQjiL6QRt1j//vK1Nl+ZLsiD+8N98FJg
2Wntc5SDwLHF9QQWStIUqL1rzih19DnNxqWl5nbNwne6hRhSpOW9bBogXE6amMWbQ1Z2jUF+4GD9
8UNvfAD06NqgQyvX4Uo2cuxEUQUe+7jchlWiPeNR9On+m77FGdc3MT29CSZCBA+uSZ4tyrivxw6t
VtWpxwjP6yTuDmMaWJdad5+BUwzfYeRxJehlFn9RcgMhZqr2aLpI2yYc1MdS+F8DfegeYTA0D8XQ
9Tuplq29iq7NDkny6uIpmbfyR609ujE2LG1b4d2jrWqvhBBdYSNhtclDGEHNiQFsZ1sTHM2qhCq8
Kb3AP4Wpki3FXtNBO3tnFTsdAjCq22hRTBv13UWNlWdR2najOUHSGKvRNPtzjFgWtIlYOJ5pFV9L
yb5QkeLEo1MArEEx2+/3J/4m1SAagL9HqEUSDTl1Nu+671GUTlTVsSAnHZFobKhLJ9pDlqBOlKT1
z1qv0x1oZccoBnV/f/APTiJVF1PfjTwe4MrsgMgUEQadmatO7Otn0SJxucpS5bHB0/Y/o5E4iHTW
Fxgt+l+AOa/nWjGDYZDCzHKybgh+eXb6o2h9eWEVf7SR+IzEkVywFCbMWQlaMnJZQlyNXHLAxEhg
hAnCkduPjujUQqpChHvaDC0yxPP1xP1bRPB27s/pBzcRRSH4FKomCDX1WaQZhZJqNWpiO6iZnYU2
PGGAkTwbVK3XGL8mZ3uy+EvydiGG+uCogsQw1XuIpyclluv5Hesq0Kg22k6WRMout/F/QKR3KV7/
cBRdAWlJvmKDEb4eJUHD1i/xNnckiKcX/EPOqtLHz/dn8IOcCHoY+3viwU/9ktkU6o1nV02P/mAe
qxe6hMiLQ+A5qegFn/FHK17UTBseNbP9Enq9jFJoou/Qw6sQQU67Y2R69anR64UL7najCkqqMIHR
nNBNcw7XLRQEAiGJWE6rDT/wLq4fwgL6oGtnbbgO5Tpaq0YHOzzkCDpJrmYt3EW364rb1WZ4FfY8
8z9b2qUle0qkkFWgHjycEJ7ONlVdBAgvPRfVpkSufkPRcgnaNH3Q6yMSjgCB1dRvQY1gfjPFfiBb
Q6GYjjlm3+KoBW6GcETWhS+0bn/i4dwuHElvxdzZiAq5MI1XG2ozq+x6iUVtpHhViek6sVmD1rwe
7HMbew3gm+WjYng70yqVBw298Q1chQSpd13ZdOAY1jTum6VKzAfvDz2FPIFzC8rZPCuSpbwjQeV4
bvJU38ohl9TKCsLkR0RnBZnVIXfq1FL+yLYnIV/QrHHR3dh9D9QIArn6RZPRskEePNkWmuxfclWl
lKRyr6/u75nbjSkgq/N8BCocfHOCbxgkpVwIYkpFC4yLYaePcYPC9P1BbhEutiCQ5ACfLi3wz7Nv
A+i4CRW6ZY6XJSM2hj5+1mGAUFoy1A9+lKQbvR6HbdrIYmerzacK/S8qqa79b+FBPvgsXJcycDt6
R4SDs4zRlYaGMFZSnA5fwKMXjtkx13QSIEpIYbuypVz74fpDuzHSBvm3yhwugVqgU+1V3yvE5x7t
HMUYcj6Ue+m6FckRi7QEebalrPr21CC0kOGYUSGnJjqP9Q0avpUUKoYzCmn861UIFWWtskldLMdU
8+D34WusVOOPDI2phSXxVjy53kmMTf2QPtvUcJ4ja6QGOdfO7g3HtsMVNZFzXag5Av9IV0mncfxd
Jn+Ktv+NwckKgNoxNZqTRUFilY7EedBZbOvYh4/I4a5a6yE0EBWYrOn19q9k68f7H/Q2EGHtIrYA
hBaxK+om15ve9xFI9zxfe/It7V/aBvlTEmOCZ2MVuDDSbU40ZQ8w4KdwB97lLA6RvbCSkrxTn3Jl
0HYFQsq7LjazbQXgYjsl7gvhwG3zirGQkAJ7Q5Rpwxy4fjVdrmmI1LH6VHaIdVhyou0xbITTG8TG
b5Ha+skoMD3ppnhfx7Rlpbv+lpKI9jnGs/mHZ4XmrmwLpAVDYylouFH3otYDUZxaBAtkggzNImCJ
0z0b1NpwPPcJUECOUHQ2+AjkfpPwT0FAFYVo4wEPAzyN8BFC+AZF2l+1Pj4bXvVQSQfDQlvosyR9
wgStx8zvqRSPgfWMit9K+Mg7BuqmtOmNI7fUg8Ltq0Od7VsJnen7C+iDyI83IYo2sbsjZHjrTbyL
5Unux9TgFwU2H6l7RBOlscRQMWzyZ4zNsH1Fq+NbYyjVGgWofF/l0gLD5vZMIpNAj4qGwVuuOFtZ
qG3hYxMawjG6QDnnKJUmqr1tOu1RaQvQfkH3ev+d33KD+QZnVQF8pt+CvsAsJPCU2ij93iMb1pOT
ppfblkaFr2ebCF/pqHmxQPvj+7bq5ACT1XTd+EAjjeyYFNkXTzbWxfjSY9su6yffPWeauwql3Bkm
9z9/bdUCS741XPK1ktYv95/8g4uEuYI3xTEC14oE+3pTIDSLW12kCoe0un/ykyx68do+dMwcAx/u
Mi54s8WaS5PkfVVp+tYNBM4rI0D0+0+ifXBAU+BhG7BByX3nV1ovgtRq/URDt20Ed6A9hJa0zhNx
iYJua0cvSvicNOHGkvxDMdRHNhFIgWEr6cWWmtHF9nfCly5t/gWjeZCTevkllPaljjac9RvVUh39
uvyiRtlnwyuww8HJwxRfgvRoyBJ/xXPMsMKy/QkfXtx2aax42BvXdfTbFfq+EOMznPpPcYqjgF7T
Bxkl80va2I+TcgCpyxKHfxJynIV7Knnwm6YLFRbIxtffxcimZBVFbAe/kAdN4tgfcXSJvko9fpSE
PoF5GcLPFPwqmo2pjFmv0ypnv/83ql97VVl7rUM1DY/TXT65KcOkzlL52FjqD7TwjBUy/c/oOThj
uqvr1wxZIVk/3P+gHyQPiEvAjCDF5GhTzdnSQjcG9bayGR3Nxw3OlwSSB2SLlyR3k10wingfVhm6
sJkb7mXs2wCjRyjkwqdGVlyX4wccnJqj77XWElnhNkYDwEAkyUmLcJ3xJmv37ojqENsfchDBTl8H
p7Cqg1VgYMqo4Om7GlVTorib1D8IRIcdQVz7u05HbGcwJ1vZdvYZ96v+W1tWC4fIRwcnTV+4taAY
aFy8bZD3T9ULVwtjKG3EQsqp0sR3wlv/GNKlf24TP9gbRilt1VKAUaPSfDJ9dUnO8Pb2p/SBdODE
RGZqjNnt30o2jrgq+A5PjQ4KMgFgBGBsPYy+vxRo3PKepzILRT1yGgtywJwxorvI9rW1OziVNbQn
1LbOo1bEJx3a2qOHgeem6KDJlKnsf/cA02ImESYs2NYfH7iFccALY27FXA2aR7sVyk9b8swDCtUG
Pk2j+agGrrxwr9y21SklsKTBLnHMC0Tzrjdlo0QBCtN27zRycoJW0TtBTeMbxXBBPTDQVzEnNObG
pvZcyYP/IGMm/oBTbX+q28g7IUQYrPCEGp6qMukdJQmtp0430c8y6zOWvZO5tbL3vAr9AuSEL00t
/fIMhFkWjtqPIi8NOCJyYgR5AEauXyNpRg0QW6M+hWWyQSTB3QDjcdpRbdY2DhH3j4HbvUbURZ5M
HwvIkzkPbIDuWb5eFOpTLzWYfUmquSmq8u/9QW7XLawf2sWcKWQ9XGjXbxSFQ5gDRY0dzFtSp7Cq
lyGw9ccxyv9z7j8NRIuUuhb62fKsTgfz3W01UcWOiYnwwS7aP7gBn8IuwFVBic4psf+qjPAPvf9+
txENfVmagZBXgMqy+q7fr83cyA7lJHMC0/a+qKP+XQz+Zy2PALPYVnOIsIre3R/y9rtNQ8IDUGHN
kA/MLiAXVraZjHXmSJ5lnJH9EedaXwJHffRepI3TnE58UVNcv5fcqW2CygexDtCPbVgPFjXXLNya
RjJ5dWAUL8VttLCNbwMNgyorCjnQ1UgG54BH00o9NxjN3EkHvdtzBUsvVa41T+jW/7RL7Ux7XKEG
rQ7nzKXEsbAfbrkBUA/eDz893rtjPsAZHW34KndGGcOq5NmNHyVQWbhnbFU8zCgqfnaT9qABd8+a
X5nVTo5ih65MPxVhTaPstSB2j+r9WJxbU1pRVv9h5eXFRpN63Sgvvr0k1/jRSiDfQs2Npj0Equnn
7x7YltM0t4agoGCMVHPtIh9v2dn/kwH/H4UXP1oKdFzIf7gCOVxnOwtrVgItX86RwYm8Yxz4TE6U
fhmsJMVstSkv5qgtxQEfjIl0EexxjnOLl5t9ClEMRoXDQeJM7X3sUjDyq150KdkEKmalBQZaiCg3
7S/EJZ7C/FNiWy9Zi7urbE32TRdN9fd4Vi8ABm9PZ3AJE9qIpQmQb17Z7cdsaPJISZ0w677WhplR
EZGN46glqGoUmKvc3+e3pC6wvxanM+EQPRgOtuvPm4uyCHjnxolbLf0axbG3Kwtr/BIMAsiVCOCm
x1rYPUUVBuG1Zr+kbOjXNCiIhkx0BksXjNnKNjz1JanT4Bjm5vgzsXX/88KD3obEE4Ceg5f4CPEk
Y3ZYZAH+LV2ZoyVO8HKoTOGe6041qrVmRN+wPLhgbrErM0p8WOQY6StmMMVkA6Au3AG3H4jElpuT
iBZMGrXI6wkLLcXr4gr0olwiTqpKHQL/WIvss1ynW6hkS0ptt/VmxiPomMDS9KjnjSkQh0WYQcly
gtaL0PMq8q1eW+FjUmq72uqVc9ahK9AEfbhZmPEpnrlOa8Gg0BAFgzd1ULTZnhTmqEpWazZOFMj6
NkgrDNkHXcJ5AoZHUnfSs+/1UIZyXHcrKL3fA34KRiLQnRH/s02X2EtyObdbdirgAIQCFMUieMub
3h1GuGT1ckLTxklqYRyIZN2Trhfphi5d9h2wrb1t4/77/Xm4PQAZE0zMVHjWkcya3b714HVFFvQt
hXBSUkuJzPWooHl2f5TbGAak0htJBLlT+o/Tz9+92f/h7DyW48bStH0rHbVHD7yJmO4FkEhDl6RI
SZQ2CEqi4L3H1c8DVv9/MJGMxGgWVR1qlniAg2M+85qoxGC4wg/riFhGDX4Qs2VTKsSHKbDClX7r
Ry8084dg5wIQ4BufDlU0STmaplcch5C4wQPTQk2omlbu2beWxOnymam/wCs4XJm3pYIVfFDSmUz0
7qKaLrQ+JtmBAOomSzXdkeuwdItc+1GMKgZH6Mi9Wg2UdsUgw06qGOYGXQRXSNLa0bXpZSAy2vYy
7r5Q6BW0BBLkoAsd5zKhU3/+6ZdgXZGWQBgG+0nN8HR6Kr0xRgAU3l0XtNRpYnh7WJXWu76ifHt5
qA+SPoKQOaAU+fYc+YtPUaeo+QKHKY9QPV4asrxPYdV5bh/7/jYNTcvGRBM2lSjQvDenWYuxqVcW
3jzE+8+kSHMfDcMGtBMoKixftxlao8o0LPKodwrb3gx9F6sS80tnJuG+x+V532l1fewC5QZ/EX9N
fOzsAlJQcppPGPSN2VvqEoUVjqERFmZv3LVIPl/3plwewtLfDt4s9SZivxixqwNFncjN429hq8/W
WtD/GvKNT4XQyU6c4Cc2BvIzpkb9Pg+l1r38mZanDmKmoOFou83VDC7leUO925uW78MZGdXwHnen
X0Hfa9RczOoganF+VCoAs0qI1fPlMc/6b/OgFFKJUQk4+Z/FoD7e0zmc8ug+VVT/sfct+EUannS4
Y+CdNMC9Rk412OMm1ThDLWAdBfUfW7Op0OxAK9YSguW19/Y48gyVm6MTsq3TOWiBEgDJM8P7XrB+
RHLznCraLjHZkVmZdytrcn63kzU5v/u7wRZbkJw5pFxvhPdqG5rXXtx4IAXQyr08xeevBHFxbuUS
3BKUn92sEpaA49CF93JjpU9m4pGD8JWdahj0vURGubLbl0c8ZQ4J4CJhDDsNZZ7FES9Tz8GHkLfq
fe3HpKnxQYubwglGYe2a/HCkuX9DisrNtTzhc1Ugf2uH8B6XDlPD5Hmkbzt0ymSTPEbO5Wk8O+jf
3ouoF1TvfKWIi/fqY5icHPGwB6QGC8Roi5cw3asQCcEeG0hn8tpPRQzqiHL4bPfnav64F9MJZ6X4
dpxG+BUUxRMSGAIbG1mVra/4N6jJXIV+vBL0L6Op+Vlnwrk6A/K4zxfPioye4UW6Fd4HxShDAMnM
T1MjZ27RoUORi2G/wf0NS+9iWMs7P/omNLo0pBzJZukDnm6gLDarKusZOUw11ZbaSLkOE8+zfVHN
VnKI8+0zH1hIwHKqI7BvzOfZu/NKwHlTq0JkuILQSJ0eawRHsPp+5bt/OMqs5c8yI0pctjW9IMYf
vvOj+wJeI82CmDAMJuH28ur6aJNyNZCesbQQMJl//u5ddEQOoSj24T3um3eJ73XHiprsVSn0w12I
jtrh/zLczNNF6QIHlcWFDHAHd5GCPQrNAyFS/TchZulagvlDTuTBvTzY+b3Cd6I+Tp8MxwEisdN3
Q25VLqJB5JgbOs0eouC1FEukutqo3yWpeR/J9c/LI54vQgWpBSbyrcIM6vV0xG6Si6BVe9rgqg6u
OMEfG+nP1u6Usl85Xc8qHQRoEsQdih0csDPM+nSsuNMgVGWyBmRD2eJXuB2ogm4Gs4aO3DdXQt8I
GzMwf2j5o+zL+yHEQfM+Hz4H6X1dATlUryQwzHJAOTSZtiEem05lZJ+lmRcu9c3WTBSUpPKVxz5r
ifHY1PeoVc4yfQB85mX/bsH1RagPFunlMcaRxo5Spd+gU07sGmBsGJda8TVCMdDWm0a/k8Suu+ok
VF4iw2pWVv4H34okB1ouqYdGKLD4VlrVVHoUI87dhI10Pbfm94MQwmkFvL3y0vM7nd63xuwgAEyB
w4k0ZFHtQ8ZfK61UGI5Z4KPYhGrgdhCr7OvlxXe+lU9HWbwQfsGFjlnySBnTBJuuyBg4mNIuVmhq
eX6xuzzaW8dw+VKz3xnUdAOxhLfY+92HlDBg1c2qHo9+Jm2F2nsqTNlz4hpSYYAnwFXZfxMi/wYv
+iy61/urqPwURl/G6Kh5N/Lw0zePWnQvx9jHjk5bYqqn3wOTOybFSx3/qKurtP/lN74ziQjwbGX5
lzn9mFqk7PEYwGDTxFjR+9YjLz5aV5aJnkuD+PdzU9z7w01o/egtBZOCCsb1PhIix5IeFe1BmJ5E
0SWzFfqHxkIvLNpp5W+rO/TSF2TzO8qRmG/YRvBbsJxcS/Ec2euzztCPzP/aCzGuuD/pp8cBFJb6
xQhfs+x3CkPe9FTCjKuxxg/0a2Hh4QgCSt5kSAkL4LcNPHUpXlye/7PchmAZ1NisYkxdnvLBYv8j
hhAOAbkU6MGWFmVrSV+Q4dd+NtbgX5dy4CMPn0oH6BLqTQ6sz0Z311gzdHkLkxergLRiRgsSuaPw
Pe+yd6sgjQcTMpfXH5uqwHxAvIqK/ag1L1hIUCgKkleagNheJ9pPyYwcUXqJRip9md0CxCnxrFOu
unC6Sepnc/g1Sa+WtE9M+BzCXau+CCAr8qm4jfProdlGufFVzeUHLX0xBrrHKGM4lO1WToXzAAaI
MLkpzQ6u3DOqryYGgdHriXKUQ/jXSvAkUDl1Qkg6WxVj42s0+20FE9qVYc/aucpbmw486OzCBshh
EZJLZYbEmTaMx1blI0VGXe6GCfHLRPOanRqByEN7uJOeQ8XbNWmWPMatot2GeVLcY6Kp3jZt6zk6
0Ng/vrApy+DLh94omOYzYGQex1qQRL54rBGkzRGv3qpdZjrUzOxyBqJdXtTnByUmL5wllP0Ua0aA
nq4m0Ux9cQxzRkPydjsWbQYBdlgDQ5w1R5lsbmmO/llCE8HjxdYxoOfKUiFDa0+Fg8eJ3ByAMttJ
8ogxPWuwC2ilaXgPCb4T+aAzJ+kH5r4/9bxQ7KyqH9Ea3VVx4nQDnHtlMqqVyOX8KJ+Zddzq1C1I
nJbZYBjx4wZn82NR4DOvUCh80iwhdDy8jB5psSi/L8/7+V3IL2TqkTIFiQys+3TeEd4odUrj4lEW
YGY3VlDjCZsPrqKvxc4f7C9Y+lxUGo3Emd5yOtKUqlMg+MAWDOTONn4IrBHab2t7wXTjBzuKat7P
Xms/X36/8yoIX5yYAxQRYGsAYPOEvzumlDQHWxQk07GHHf4lBaR4TesLg+NIGo8ZBe1jgDs8pjfk
+Kog/MwbAe2qcCycRvGBUpDn7ToYqQcdBjwux1WHXVQff7/8mOcBq8l9yklALWTG9S/ihBB3j2is
dbQ7FC+H2FVLD1lZ63eFOoX4ymuRq3TtWvfzg29PEQQEMrhrspklUiBDyq3ycKE9GmTM0yCZVLvx
gwAK0K2ssjOMIPsOpjkISKg3pE9LIcdRGIFp4fx9VOVI30idqN8n1fQ5KeIJxKXVqK9jjUaXVSQP
dABsHV/Kb4WlDTsVXcVv1RA/KX5XbbtGUf44QoOXopPL8XhUK5YUMjlJq6AeiupIa8NHG0kT7GIo
0pXj7aNlOHf63u6W+TsvlmFSFgBntLI6hvUEqigJxmsTAT9bgjp42yiCuo2G0hXlJsRMutc3odEj
BZ5VR7QiFBdQVrbNW/EbtLPJSWYHljEehrWHPD+EZwUs2gBwLNihSyy40chIc2tVcQyggX1Wtb64
m8zoOR1C61mrgvg20o0XyUqbT4LRqXe1EbYAPOvuAXHqr1FY0aMoxWTtajgTvFRm5TxKCjQx+UCU
C0+3sNm0QMP1Nj827XOIDtmV7FXVlZpo/XOWgeTJfAtupjdqNxMeQfcNpjCumBbBcyv2V3265jz5
0SyxXODmge+DU7Z4nLbB/Kat6agmflA8hXUebLssntzLJ8JHo5C7UveBigF3WD596RYMd1MCsz8a
ZhrctFOI6q8+rlluzMvuNIgDGTZzs2jUzjIvi3MnSUA5iGVeQsQnH4JMWbqlqU0bXQgA2Q/RHzZI
5i/JWNSiCRwVgKynL9VrZjENhZwfcRdrrsVWJADsjZU+4vmxxjlDk5e4ZbZiWW41uRF9Mm+9QKTD
9yGW1w/5ICU/LRQYL3+ijxYmZae5hcV+mWXPTl9HlqbASASrPnKRIeLRSt5eNqKdHtXjLkcT4ldR
yfuwacbv3TCGDjDX1mllJUYpWnmKjGxNn+wML8v8zmcsJGHmGR7DIrwpGjAYEQauxzro962q2WZU
INOFqa8HmTmNRSdPe+UxYMdsckt0xaa3NpPYtl/xXZyZn6qV06zPe9sK0K2xUN+94e+adpw2nRv1
COJyN2rddzONWhtpyfGpayzxUOc4FYpJU012oITA55JU+XF5sufw4GSl0s0hPJnh3PRM+binc120
w4Ta5ygexRr4ihpMIVKAuXXVSuiEpKkZHjrQmE+5VISHUBSmlZrc+bfmXEQujUa5OhPflkU5Mwkq
a4oS6ZgMafzkmda+iKZh7yXKFqQlaPeu9nbIfX3Piih2tLzTNwZ2DvKEXd449dlKE/BskfM4M2OJ
NjtWBGcuNr6kNzSXUulI8z65SmQ/uBmh/72UqbeWb56dRPNQ9Bsh3bG+kL85nXmvDZpRs3KJ6kI+
3QuaUTuDTI/88vc9Cw8ZxcSllZoMTAmYJKejQC1IAuTtxeNMDnYSuUn3Si716I2Nw5GtVT2Wmta5
JYLrK9feGUeAK4+iLhksdTVoAsvSNWDxsjOtpj5inYytXBrXzwIuIZsh7eXrspHGvRFoXzMRIGKU
+2Ansfo7jm1gPo4GlrI0kzusQ3zvMUFsfF90+OrmVfkdzPo9WbpoS7HVXI3WkB6FoOYepyzzW01m
vgkCifK+QDZrqwy4svaFsC1ASGySTBO+0TaRtyOWrStL+SzW5HWpwkJW5R+aJYtAPMlDq8Ndms5j
WSGLSv1qY0z4fUajhFGAYrXoWhnxWtFoPtpP9y+jzi0aoIS4Ap25aRqTGaedWh9R+duB6jDqLxoV
QKHogEi7LbF1qcaOnO/S6gldHLvvrxrIGEL27Edgw9MHv6438zFbqCq1zgevRzBCLmb9s70Q4WVl
vRS9vI2baJPkd00g4ICwRb45aOl+SOm+8BSsLBHaCRvHVGPXl5n+AN3DWzjnfqw5QpNvgq7fRka0
hYm3N5LehYe7QQ0vBZ4QVEh+ZsF+UDO3jpLNHCgmiCIm/DUPo9ph36g+gE/gKuCLTVfRqm1mYjzN
//q9iN2yuVWTcOMJB9Dbu8SQnNj/IfI0g7prZXlXe+MupUaCgFTVBREXI9T4y3vsPP2lwEF/zCCv
nOvGy5Z0ptcivapKPHrtZBfC1NkxJoNot1k3gjL6x5HZ2g2gmTaynlRwX+oJAcq4vBp147eglPkh
0TJj49GicDCG9l0BxsGmrkzllvRtTVT4TPMCNDmyX5S6WDMc/UujDSs2PUlIZEpMWpPvsyIsb1Bp
lSga9sK1OvnSXSAmoR0A6ZZ6U3XFqvHcOlGkazymvwFxOGYGLfJZTKZ0pjjqt55iZfdKOq3dvOdn
JBgDWvyUeek60Ic8Pb30SW2UegQrVVAt2Izp4G9H2SgfLn+/j0aZSQs0awg8aV2fjmIVotZBDGyh
+plYieUI4eoiCm2XR/ngqiOaAbGGNNJcElsGhVWbBZ6o1O09NkjGFZ2wbzJeCHaVyq+DCJ9PUVN8
H7sddTknrmoEbIxosuzUj8Nr5lfarDzPPHmnRwdwMNrkJGmgdJFuOH3tPK20yhfi4r6yMsVR8rg/
mhmq3Vnoa9uwDF7wKO7cHoCfk+WEXhjYG04YN4+Xn+N89mcYB/OByDX08+W0aKE/RPi+ZPeTZbxY
aoSjmi/mK9fg2SAqUHjcL5Bxosd81iTJrNrH7CMSjhOimzfwEan+1UO+chqfBVPzKMgasvghKJEA
nM5oFLJMFWkUjoKaT26TdIXb6nm3twpwEKYZRNs27PWDMJrGDnygsBKhv2khnHxRPMsAhs7y5JRn
qHuejq/IU6ZEWq/daX2IGDv2rLY04FZT5oG/IcVTYWhRJ7StkAq+OaKeFqa/RqtT7DBO7pUaqbJa
jkcHQZyvUdcBJPKFDnvFypDvBysy9iZt5+u47np7xPDdvbwQzi5Qsj84XQh74Tkz6wCfPn0+pGnT
NFp8jNNS2lB9yuBTRRSM+mZXSeFBD1txbU+eXZ8IznBXz1qyfDK+3OmYlTpUTCMtnhQXJafBzuS+
j5AOMYZc/WmESngYcmrT0jRpt/hh4HPp6cWhnkJzNyLv6FyegbPok9okm2DWLEVtjNrO6dNYaOx7
RTgVcC1M3Fa0UPlaIij8WxgFdWX3n28IGmcyNro06sBKLnddMGiqFwvAFUohi7eUHYArIaO4MspZ
9MmsgdKFhTJ/Vdoqpy/Uwm8YqV1ER89os20U4IMaI1+2Rebc/1Kmffg1zr1gW9H2Whn5vC2KIBjG
obhuwXOcs8jToeOh99RWb4pj2zfaZgjE9hYHhgj/wWibq0O89eF12lUS5AcDj4MOsUYnytTux+VP
en4kzOJGXLgAaCjCL9FintGr9Grq9Khp4ESQFGl2jWY4UjT2D0U0jsig0+DJ1R6JZa+WV2bhfEuR
VCGRD3jyTeRjEZP2Mi4Rk9inR6g1gZ1BmNqprdZt2IGfoi423UyK1jzVzmtygB84f0yRrIYay7Ii
jRzqhMiXKd9xcakuAWrhEukV6aaJVf+bL4jpPhAnCP45kqc2ZZ/AzocWOXZfj2+zIpadvJkKmo+K
+F0rWjZ9XMTKtZKI1p/ut5lZjSQG7GoarsDKT9dINGWdWQyDeKcK8me65B0VJxXtHq9buX7OvgP4
DJIg4C2UaeF0z7vxXbVcSMFLFDkDTcLRSNNvBraTWY70RFXFX7zUW+slz7/v5CKYx6PzMBeg3mqP
p+NNlZpVtPrFO6injR0YQ+jofpKsvNXZcTWPgmQ0uQ7lZ6qvp6NkceIhFteLd4KQooONN9xB5sS2
KbNPKxWu8+CJsVSoLG9cNg6SxdFYDKGUplMt3gW6/KjMwFrMXWJHBRH1qrZDt+tq8dYr5MdQr20Z
nH1px5Vv7fyUbmk2mL8ub+s3lerlDKvgHAgpaC4QOp6+u9KaVThYpXhn+sW4yfTAc5ECia6kXGnt
RPSsXSQG8X7yxOh3oeOMacNJDr5b8qSg3N6klouhVr2rfKOxsR7Pth6tip1uJuUepclfg54Ee+CT
wk6MtVcvjotNWckjx5SgXGt9nN6FUx68lLo3Pldot++TXNau21DVj2XWSA7nOfaralfecJFZT1LW
rrrrzGf36QzQxAScQ7wBgw3/+NMZMIw8ilq5gF0otfpG76GO9530EEeyY+W9BiuZ/7vuK3T7FNN3
ykooVwKG8145ZQW8moi6QAbN5dbTR/B0I5L9DC6InAlXiibctIpfu2VlDNcpWn1XdZC89FMXXWci
GoIYTBbwDiIFr404DW+ShAlV/Ena4Uzb/dabRN14dYVBcwL9Pir8fUWQs4u4st2S6MftpUG8qc20
uCpDpXFEAel9ZxphVE6jot9mXqjaZp4KN5IilfgtZpz1BppNYXZ/efV9cMQiDEKdfNbzQbR9eZ6U
g1BEbRnDsBkVYauiRO/pSo3QRiiVHJdh096kglVtqnjaJ/302JTJJlGwvhW7WjukET1YgsDGe6T/
aW0oahxbs1dWTtfzQ4+HhANCWkWMwUVw+nVMHxxVZdYCWHG1vKrHAMnEBOZSZIJRCatosOtOEVdu
vPOTj0otTSdKXhYX31J5L8KKqJj5GMfS96dHNMOqWzGI1lp889o+Wfsz+UgBkznrgSCAtrhX0W8u
eQkEFETWvzyqvZsPfew2fVQCKF31IDg//Sgq0DwijKK+D6Rhfut394epc9JqySgdo7hA37uodWoi
7VA/570quKVX4UyghHdjLcmHSAk0J87RjZeFod7IUTI8AntbC+3Ovu78SIh5EVtwsNFQOX2krEYD
xBhR0kF+7pl/UidJi/RnmgNT8VUx/Dx6a0LsZ9/2bUgQ7Yj3kOe86ee+mwUMogd9zD3pOIaa7zTI
nm6iIe//tASMChI9y1nklSYRRfHTFxNFZKtjGqJHtZL8rTkl5nOLdPs+FXLl8fI+PgsOicwYhk4U
EwhTbLFDoqKPkB1GRk+s4vYujK9bq8II0LKExEFcSBEdWuyujNr7FSThlcHPETKYfL2JR1INot2y
xERMMX5mod6kxx75ux3Si94+1oyKgoQkQdzE3kp0+1J8Es2gcLs6kXApyDs3pShuF73mOb6vjytH
+nnYPj8UsGPmZaYULjnrZtwJXOxBegwVtT5Q1BY3eZ5bu9ivNDumaXToRPlToA1OLEaoNoXx3pOT
tbLqORaMx6A6MsvbkEaQSJwuAgVIJQY/fXLMSul2FEP/Fq1NxSXKBsgklfkmgdOxsVox3gwZ5t5J
nK0EV+f7i6iC1IHkgWrCmU1GOvkxV0sHR7xVH1VV8A9NhGqWEBTNBi0vN1HKtS39wVuD0wIgDUdH
xCRHnQO+dxssQa6zqdM8OY5FViHDWljfq0DAja6JKV32pgi8g8pBRMWMRVqXbj1YFAkub4rzXX76
EIu4IqVGFFdVmxyFOBS2pS5EbpJH/uc/HgVyPz0eGrSQ8JfwsLSxJCFOo+Ao9wEYO1ESNn0Gieny
KG9s1NOLgjIMLUNo24gAUnM9ndFwFNWyGbPg6Fv9hsvcTuMviRJu4CptB+3Zku8j7apRvqh95hiR
agOita2k3YwCVsPtneGN6DGH+BSKdhO+yFN8p2RXmvra+iqG8Y9y8NkbcJWIgV62vWPWQE3KZE9k
vjWz/jNEqBvT774U1fccjzS3Kn6gdvzn3wsCIHcgIAIugiUrGdJP67eh7B/xVLk2U0HGK6JejXjO
ipWAFExAhEgJziSBZbyNxuxAhFIGxxjh+n2hjYbjwdDbj1a+DQTDd7HoqJzejCzHAEu3zxJZsgE4
1Ctf9IPVObO+wDeDnSWZW9wONaIeVou+yLHvIoXmBmaD4lwhvbxuzjc/3DLWzXwCIFe7PAWL1ur8
0Mj8YzZVT704WY9lbTRPAgcVLiihQYrDAv70x4MSTgMHIa4HvLUM6IMaEFVgIi00iXVymDCKuAZY
jv+KN2yTWOg2RKJrTqfnL0pKzESSqmKnDbn9dH/U6hDQFW4yVFXAB2p6pH0RzanZmNkgbVhG/nVY
psnu8ou+2XCc7kpGBZwE0AQ8DioVp6NaKX20cqyyY2Mdp9xzpAB/Qy1BcSy1cxgGU79t4WhnTwMY
XLF/SgSyOdX1+kPh7QtqVXp817QHhFtsw3zowu9qaTn6OO7jcS8puNNA/4KbleZbpQ/sSHmU0lsl
uDMsysC+Vj/ok7QdRTDrdYLGY22HXKtWmG69Jt3VSGV2UrNpkMs06vglBfjsjgmYWbMCsBg0uAX1
Vb+/PCVzpvR+RihJUKHDbdaYkTcAJE9nxJjY22If9p8yLod9KeKLVmIGuRdyUaE3h4ZCY3SGm7bq
2hH5FrWdDI3WLUIrBO2znwOlhNOhTSsNJi6l5BNCmbLdIED72CbafSU3/gH/FlpoPnPtmannKhHb
W297dR81IMlTfUQuq0tlXHn18Ar9H9XhEBq3JUemgXnr45RiuzV4Xy5P1lm/D2kJMn9zlh1kFZ1Z
PQ6DHwdqpQsPpN57RFSKq9wQwmMRJLUrFFq1F9p6k2hisRF6AphxEE3XUwXpPjJDaz80OBy3lNT1
UcZuvJOUx9Hsqk2T+/F9KkfyynI/C/RmxA6EfMxJOEFpfiw2WS5YZWt0lfLgST6JgqzWW4gE+TMI
8++C16JChoiBI8pefutPpmaXutU6cdi1G7M24i2WSp2De3j0h1cwsD06e3MaOzM4qBSffvg4n4Tc
ygf5wcv9wI10od60fuCtVI6WB/bbKFBksDeDg0+X9nSUoUiCrJ9mK40xLLbY77HtyrI5XF4Sbyos
71cxAD+AV0C7QfgR0i/vhS6VEqlJBO0hkqxyq1fq6BQovcKHFl9QBrjqYyV2YzN50meNjrFu3ayL
CnccEP21zKZy83SI91ZmSVeIrXytcPGx2+AxCMIAqWTzc6SJw6ZTsvyKOrvO6UAGhLJK6ci+FLiZ
apQ3lpdq+yAoMkeahHhLcVZzVDE1UO5sUH3Dp9rJSlV9MmM9cdTYKNGPM5OVm+tsOzMRzAIdBQ5X
4tC3xfguhgyLfrIabAIfiHVcbYveuzM63SF0KfNfD05+G2yg+B2L781r+OitXGHzkll8hRldD3Bn
LkeSJZ5+bISWGzmoGvkBwOceFqdaGRtd3UmkC5e/9xlZ7O01QV0gSAURHaT36UhYL5opu19+KG7M
nb6L74ZtcZC2MK1t35VscZs6yq740rnGg7YzrsRNtvM3gS1sLz/H8v5cPoZ8+hiD3rZhJ5byAyrB
toYUXKJ9V4pdJevAN1fW+HInESuDa5ljLyITpEQWr6wqczUlQG1tkDLt1jD9L3VmWSvZ98eDgJ2m
rMfFvNS9JaAqKy9JAU+HuCnmYRS6GMiFK68yX/An6wRdEiAQ9Ppn6Tqun9Np0/oAKdepyI566+Pe
DNcaOejcn5n53gaxjO+0BtL7EsycI8TT2uI5f8cZS/h3NYey9pKxR3F4hIfK6KUY67Anx3zOsNaM
KxejAPaaUQb4787tdUp4yuk7pgmVnxThiSMV3LS1J2DH+4SE+uHyClyCI/8ehxo4GiDUwtjzp+Og
MeKxG9T0OIjRcAiyoadTmzt5Hhtc51KDuWhTVE7ladXGjNF0BQw/PdWa6O2kDk+6Ju1ym5WQu5JS
dddjMAb2FEP9LqtW3/nFcGiDfdyFP3q8/pxGqq7NIn6EFh7tcrn4OepevNJHXwRDf78RfSF6WDMC
eimfMMIa95pMSY+l5T+MKuXeiu+kQQS1UfEJbdVHo7KQRPPPNvPbuCodIk5wIiras6czOQKENNAw
pyBTS9rnJE3Cq6IlpWvU1LeT0vhaF2t20B8sEhApIJQpqPG6S8RCrHKR9GWYHBtDDfbeOJlOokCN
elsj/3WillX/+7/588+8GGneBs3ij/8+Fq/ZY1O9vja3L8V/z3/1//+n/z79I3/zP79589K8nPzB
zeCOjg/tazV+eq0xFXob03/N5//yf/vDf7y+/ZansXj9118/8zZr5t+G3lj2139+dPj1r79mUb7/
ev/r//Ozu5eUv+aW7cuvvFr+hdeXuvnXX4Kh/RNUHp38GVpDcjMXR/vXtx9Z8j8RhScOAXnD+fP2
oyyvmuBff0n/pJ+CxDTqqSgQkpj89Y86b+efCNo/WRZIP5CfzcSxv/7fc93/faj9PddMw3/+/I+s
Te/zMGtqfutidaMmQBAEKH2us1FyXMIyhSFvg1ieBHfCYaU1oIA09CHT35mm7pPBOuTZrk1esuxL
YtyYRudKACqbIT+UQrsbSnkXIB4pDuPKiby4uWdJbUInzkSAGCQgS/GdJB88s7QEGi8iysLdEGdO
XzeWWwdK64a6tXY6vhUM3l0BdCWQVwf1Nc+EzqdY3GbepEbdHJy64YQ6FjEvsN+7Rp90z+6CGFqa
r6joQPeZADBXFxHOtf04Ex5xoZzEjeTVHWZnOOTetdMYVqC0PFGzxVarI2STa+FBKoPmaxkPXuVm
MS0Pe6Yn0eQfVPm5GKY5E0Qb9GsQNdp3RB4GH0eIcSw2nWn20WNWW5NEqVWbKsCxYelt5zfRQeG1
tQQqh0x9p/dildgFWArzChFUvmYSZbg6a5PcfPJqkFZOPsJELwap03bhZPo7QR/BeCRCm6jbRA7a
bQA/EB2JQtEBCSVZvwtLrYTa32bRV1/DXsaW1UDSUS/NoslOur79Vqo69iBRjYZN4XGP0caXk3oT
FAbc9jBWq9TONNBCtm55CG0hRlPSgpbSScQ+Os/gOwYwUhyVw+an6ZUDQBevLq2r2C+0AlkGInlS
5jqPN5nfI7eKK0rh6vLI9KpKVHA5CAnmd51ppI3rIxLu2VkgaIHTCgL1CVx3tM8tUcToDLmpI69c
ZqrTJ73U7H2xiO4kQe7WsM6LeGJeTKiJQPnisqUZuiRgCG0Ugl9H/1UNlfqgi4l1pyelWMCplVTB
8ZKhODRCRHkhSeiZ0objmPv7kD05Y99v7LN9zemN4BqVWzY1DNNF7FvLUFsSkPZuXhm4SCRhUyfO
1JlydDUZVAQBpvapZnswLAd7QNJrrTS27FIhykTJegZ8QF7mEHvzr3sX+k81/nDtFNM1CHvlqY3L
+j4K6n4ztml10+KfeLASn063FFporITmDZoYkMM9qERTAkIt6Jo1UPbifkNUHZIPBEXqdaAHsJg9
vVINOhvUYCNpE0gIV1pq1R6pRlR/lsn+PQpCQ8hOAuskHj0dBVE5/FbbkBq5MmTXY5glbuJNivvu
hvno5J6/4Lsji2FmZBwfebZTBba2iOhKzGI81KdpzuSxeW91pvapreD4SSCk28lU76zReuZoRpFD
9WunwXBx5ZRerLGzJ1i8qCnl4hQNNAP6QfptqFmxyesG3/gQdwq9NBwMe0c7KsdsRQVnsb/Oxl3E
mN4Y5WoY4izQBW1/NRW6gPqB+r0MSlwXm6IstiAsx19jhju0k4r5eH956he309v4M6IJlAPyX2z0
0w8sZAJwADTl8UVE6stTU89BYrpFdAXvZ4Pm/4/L4y3bYG8DznSYmSDOklp2BsNcSD1Yg+JGtqrY
RZPY2ECNkz8HqO05sjFgzZ3E6GyjJ3Y3kd6+jnpqPGqJP/yhQcz8JFROUMui0EVIs6R95SKH80ii
v/Ei5EXYY/IntRzjlSxikcf+PQrvO0sVU8RecmZ7EwH5vMDgJFLF6KmxxumQxYPxpAUgoMecFQ6+
KPFWXHrOTwfaa/CX0SaYK1HWvOzeHVitYI0YkLOctaLhng3a2J26sFupFcyL83TbUtlkhpCmlPj3
UpYyz31t5HOKG9Wog+2QDmhvdpyIqRQl3y6vm/N1igq6hTkHFxFliSWqczIDYixS3s0E5eI2s/r8
izBkLQA6QXXzwo9WsvWPXg29DMhL8w2IptLpBArDoGVg6OjRhnm5A0WfEFX20aYdIFdefjVp8W4c
yxx68qy49xZYL+U5AkOvClD5utuUdTe5voTvjK0VWv5DGT3kTnJdjjFUN8uu29BX7/eyWOeQBvyy
GG9SoxAbt/HLATGzxmvduGhE9XYIDVS1/F7gTr78uIuZmUva9DSAngL3kxFvJgM4WVp+oxpVHsku
mlnDRmlGzDXAL2xFJVsjFixLbn+PBTcTL0Iiev51OpYEg6/N4lEGbN6K3/tpiApsYbT6c4XlQ+XU
Y2bKpNRBouzCYVAoc/gmYkVG1I//Q9x5bMdtrHn8VeYFcA9y2MwCQAdGSRRFUdrgyAoIhVjIePr5
QddzpQbb7KPZjBeybNksVKFQ9YV/CFDcVFeDHiGm0MZQ+UuRcbnsTRG5XVDAYnpsW1Qxffieuhku
jhWVfqTNuXb1x+tF2AR+HboYIgbq5oQV2GJpVpkaO2023FsdsNL1ossZUwX8SF4fanPWrMvFaUZs
vwIyaTptij9lk7RC2lzPZpdoh0Uzl3fWErUElplsdxoKoI9I2PYXTrgtOP/nsPSb1osbPDSB2Olb
qnpXZSsWxq4o0/Yha5qohOYhlb2GJDFsAbmqZNAlma46MWlY3xQADYIsSqigCFph9hHEC/0/I1rs
69TGuupA8S89WLKgyzG0Xlpea6OeWzdTnDvlAf2GBv+RDl1MgBOZe0kva3N4/pwPour0hTg/ofhv
dnjpdiPYT7IUTAy6Ow8lNVDzSxK+/rLWE+S3w/Pfo8D+Wd2WSZu3okhRXYxFjbTZLu/K/NYeevtb
ZWc2mp+dm1wbUdHshTUut2UPzLHnYrpwRZwZ3/vZ6QUhRbd3a/VZcOmioGBxesLZldK4qXXzOnGa
+8ZOv9MO6/3SdZ5Mo/76+rxfnnbkpsC2AZfRaUJL4XS3NCUwmHKEwkf/b9iJRbZXap2PgY2j065T
HOeP15n2H21PagyAeTGNOB2vwO8XJ7pKh3HXy1uvMvL3ZpGUV4I0uvDNNDEQldOVg+mBWnbAmV7y
+dyGPLxpUv+f6nxr4e1FzztKUzOF28WMkzF6D+3BlcE8zsgc1l6HHmSFhypVCFsbETEStoH4UZX2
nm8bA+LZqW39oV7g+kBkDyvAF2QpKmuby00mROGKNMwdf2oFblP+QFniYr9kfZG/NvgK4WSAFfHE
3+EmbQm6jqV0bQnBeaeKDDa5HtvW17pNtAmqCTS7PfYXENNKDfGsHAlZPG8FqIHDqJbJD5vu1ifA
ZRWFSYjcta8U0P2QhXTamwTvw3ZP267UKeFUGjIsyZJ/bIVYimMs3CyF6SZgBaSOplxqS2xajj9n
hUrA2img+Izs02Y7eXFU1WVq6shbF/s21glkM3tERbKwvy7TMqn+ouXKZ+yJAZwpQ9MfuiqbPF9b
0mnXLrUemGlpvTNdRXx4/cM6vZh5MnB2UM3phvJwq+f06Ub3FF72LOgLuU7ahEPnGpOvU8J558aa
9fSHY+EjouIOhdgzRbcX9sx9PwLbwAYkdLiZQ+nGRdjT4Ahwqb8kMvJiWmuygCYySTgqZvzQzbQS
s0OZtAcR2VnGLewXZ0flBlEdJ3cuJEObPJ8lXMeigglbErwbknWnY+VG7K78DTdUS5RMeCoOpH4I
+kJzvnoGBS8XbJpfDUu/V3tPv06QBfS9RiDQAqx634j4kjXCy9kTvnOpc7OuWdMWHaRD2je01mH2
ijnvW61bm9gw7Vw5/5nn0Dr506E2p4JjSlUvc4ZKk0ruZqoagdMiFS66JQ5e3z6ngcrPodZjQQMh
ytVD4+10nXU3Q5C+d+1wKdXh7aDK+anCyOVhmWZQJ22shSIvjQsX3stPF9A2dp06O1fFaWJ748m5
nBNvyBwi59F5D8pS8b3JzK68pdWPcR65Qe1UrW8kmCnYaQvX2zGrt4mdym+DJnULixdreFjyRr9Q
BDjzkklrEIJfy8Qg3zdnCmSdTJSic8LRnbx93XRLOMl+3Eusk3avr/y5oUhEqRCjQQK6bXP7jlUM
I6uwnbBAw+sIqcC+g0sn7rGfyz+8PtRpGPXzJVP1X+v96z1D8ej0JS9a3VR82QzV2k5g5ZzIajxf
Oh5OCzd/j0LxaA14kWPYjmIryA+ZRuSEyeTk2V7PNOuT0cblzVRk1uIPutej61IuN+4QtRe28eZm
//fg+GaxmCBqUcTZTLEFyWqiPuGEi23011TS+30sGvONDfEpzIsElg7uRU+UNfJ94TRgz3SZfomd
sbmkeXQazf39JHQpVxIWhY1t70PFSgdUBlT7VMz5HbaA4mtrN9N9gcrr0SjVee/QU/zgjGr/WLd9
eQGLcuaDxiGFb4oz/+eVf/quRbqoGY1egMOWAkVFUY2nyeyjfdZ3j0T+/d4SffL8+v46O+WV1g4H
A47M9ia2S3tW3KlwQpAmSyA8tB0qkt+rOnGVv7he55vF1IqnsZ2nQ1bY0+Prw5/7kigdIQBGurVu
v9Mp9+hsZd7UIG7gwolJXKN/i9BLdNfpev/t9aE2CvR/v93fxtoczWpdjdLNFyccLPhofdxZ11XW
GodY6Zub2U4QnxCOQTV+Gd5ZzohzaTyJT6VR2Xe9mC/Rmc/PfP22V2wsfYHTmc/mDCx2ZK+pM1rF
XcM5ioLSD4KhS7LMl0baHoxKXJZCYaQy9+YAwyMTXmeq0a5Rm/DCGq8/6yRcBY5Otec/s9rEGbmq
RUOOL3KIm8X4ZrGLeDfNhf4mMdEAsZts58rKC2hWR3nQIll0J8dxn+NIe+FBzs55zRioTVLX36rn
9KsqMNeBExoD4iWLFS2BPnbGftLSS2Je54YC28XhDM2PSuhmWyVRO2t5y/FlJGiK5LKz9nozGeih
ZPrx9eU9zfr+vYPZL/TjEQMBfLAZystrV7GhpINFp71oJnb52VNlf4NabbFfUqe7gHQwz7xN7h4O
ROgOIP43OyeeexKEvuJtNpqDdRSyKRU2ZhcugHNHEGAsDgFqdyhwbkZxCrPQG41RlkVrr5txUe6N
hFqdokrDlyW4NK9LjbvCNMp7Yxxb//VFPXfq/j78ZstORus4clgPfYu6fd4mLnBmuzgko6UGgng5
oFCUHV4f9OzKroRvqgbUXLcFbWtAwwKm+/omTaRzzDK/moleLoxydmtaq+qEQeBPxff0jFFSOFem
w9RwrnEPgKatgwq1Dw1468Iinj1c+aYoEFAtp7i5GUpI4hNBnhMKD2H5QGmog9hYuB9z0WNLjt7E
pA/VfjGPnejr58bCVotmujrvauq5F3bU2e8EkMw6aWa9/fprcH2dbFndDHvDnTrK5s7ENPmuzYwm
hPDfX/0f3uZv420yHjWZS0C/jCcSNBGbDvaFzngX1vjcnqE0COAIUzlYYeuf/9aOwEYPipnK2drm
SvGgySwGP5yo/4e5/D7Kuqd+G6Urx0JDY4Jv3l6SQx9Xzh5cUbp7fcXOffME6qioUT0jDd7MpZ2o
XpYK33yaN/J6duJU8UWTjZ+GmfaZXxlpQ/WOnNl3ZKNph1wfLrngnPk4aLbgJrHCqTi6N6FH7mW4
XxalG05j3N/0Sb+gAYrCUkkX/en12Z45YlajDMpn4Pno1m3ueluFgTkpFUPBR/405HLC/McK2raq
P0uusH1eRer+9THP7BbGRHdKRSGJ5HB9pt/eYzvNipLPjBmnzRImWaZdI8twqXl1dhQYN4BqCZdf
3EjOYC/LLHM37NuyDF29+mE0xiUK0dnlAzLAXz8ppZuzJW+NfrY13lRqFE7EveCKHeRA59Pi9Pob
6svi3Zhpxp9/bpQv1rYuRzQ8m80CEokbdoL2dthQm7ij3mreiORiJ3e9XTYBE3YgCHNSmwGGvmXV
tPqS9oWicXSMkziI3pEfO3zMoIcXy22tdN1jthjLoSlVGSjqqB9Erc9XLZxGy1ea5lJJ6uxSr3Lo
q13Ryjw93TWDlqsVUtikm0npzf6YlhMkFb055PXccXQX491sGgB8Xt+sZ44DVuHXsOsq/bZZQbE7
CkGTE1r4Ze/0eoi+L0rt7ETnNWERN9nsO4b0/NG15qCb3PTC+GdqVvCmKQ/BGqZBypd6+gBpO8Ud
OoRuKMtJPHHB9UWgSaszQOi3zhd3sMZvC0rRCLJ0qvZY6SVy+TltVARKlqLa1YsVq5S4HLoxry/N
hk3yM+jDKEalLKlqhEjby6yzu8SY0IoMiV8BjvRoj0HvypV7smX3Ps0V7XnqTdzHuzzI9GjZNRay
foBj58dlNM3vrYw+OU4eBUqWmldgVrO9mrrZm9ROR1Tc3Gi4UCI6dybQovtJyPtJgT9dy9nCJLmA
WBmCdjEQFnGSKzWK7At3/LmdugrK0/NFQh3z29NRGvTD6XjiYSJzBKrqdFQmHDyjca8Z8XTwylmP
g7hSFuvCuC+vjVVHdy0QU7YldtvcXCVSr5ijkEW4Wh0HPx0jpZPke9Sf4vD1V7/eQKdnA0MhXoFU
CyQY6penUxxRK+g9AG+hOgI3b0ccu/1sHKYJuJJrFDthqNlt36lO8dkRaN1e2Hk/3Se34wMmYrcz
UXAm61f721c51v2MxCuG2qKHZQzlpxHfhdITQ4E2NO+zXPdiH9Ut+9bKymnZ2d34HvkeWqWt0dYA
octksXee2hduaMolG31dKRx0HWxAwlgjd1l8UJvB/JIiTzwE0xJF3Z4bUr935xjisO6kctzFjiof
CM1xiqEw+aWNB2RmtSWvqn1RttL0q6LB6QX6c3UhSHm5kRHspBgEcIvtSqH6dP4eXWYduz7OZisd
d23lZA8I2vx53ZJRVlwG3wqX1jYOqXsLso4nqL3Jnq5OuXh7axm+C72YLmAkzu0nZBI53yBosIE3
+8kFZui1PSOBWa2vnMzQP6j9YuyNWlLkU6a++YHhxG5ULONST+DsUuK+jSwb8hREJKdLqaPtVBQW
VWOSOvw5x6lGiMVr0oOhzs5zNMZIk9p17cculNwh5SqU9KpvONRWoiSgMUVE73ABHN+9/omdyVvW
9JYsYUVu8ZtNFNi1aOGV+UABam4tg7ZTq7+3gYM+0gcy7yerjguwEQhZz7GhDL7sXMCTi8tHGEyT
EjdBYffzH9cBeSYoKKTCFFO0LaYqjewEKvXsQOR3q/s8gy/a98PyTTOrKpyaZcn9pkB6+PWlOHew
2YBTaWrSACPwOX1FUk/4CJEaCBGYHoNYR3SIPOqbNmnuhSN0g9XhSoMoBMeFrUBQDCp0c3bLSGs9
j0pn2MAwu3bBK/u1McUPHDf9beqmWe8ryah/zpEb2PeZ1R+q0kWft2iyB30p6q9uYybf6klX39rK
hDlf3prphcP3RUiyPiMbAzgU34q2rc9FcYyWAgC6sLHy6W1vSeVrJKMIsyR76bBvTBP1UNvJ9KPn
0Z5nfWkPr7+PF5/M5gE2oZgcSzexzFIJ+z4Hbp54H7CIuFSFfHEkrIOQgBFYo2YNXuP0pWedY2Ud
90yYucotrbxrkRtlMCnGrbSGm860HqxWXogP1rd7cq2sY4KCJeeirsTvTsccG7NObCXFLc0myvTH
uIg59mxJNtsc0jJWnl9fyI1uxd/bDaH9Vf4eA9ytzKCFIb3qKE4UOioOuHEfW2HWelOOE7spf0xD
0fxVVp4FuK8Y/LkBR2gXl5L3F1/XOmkChhWvoaM8tHmbE/ssia1KCVNQsn7CgUcHVLXu+7qv378+
37Mb57ehNsE0Pc4YwAwbpywn8zpzkocF+unx9UHOvUTU41YFuZ8Av80gs2MOU6xkSqjrOeJm5VJj
q+E2rnqIilb9OIF0//H6iC8CPrJZVgmVgRUuCZ3hdNsg9j+Dwmo8qklRe6O5+XzntE7+Lp/iNPWX
Psv35WIVF46BS6NujioRdfGQz9ILBw8pCQuA0Q8d7ah903pD6NhWfavMbXThunz5BrldAAWuBCHM
N7bowEYsiz0lehSaWercmGpp32panF+9vqAvv31GAZtCiINrI+OcLujI8eIu+hCFuYdbmZcM4O4T
k45tOi42TPu5iA+FmOfRrzK8k18f/GXGhaQw0l9A76mdIyezPt1vwaVQCBnzyorC2dOz+3ZNs4Kh
7JpH22hv9abQghL7lqu5TZz3TiO8L6Ro6t6ml389u61xZTZuvnv9mc4tCKEeJCvYACtY8vSR6tRK
ZSmheGbSc0H6oZs34XL+FGEEGwWmXll3TWkj/1zqyyVZG4AR/PTtsQhLBGUPFyjrC0joqBWobLtD
jDl0595AbHS1IJ6qpd9lTq2qZP9EP5VTW2+yWJtan+x0giqSjjkS6Y1uo8brKlCShNXY1qHs69SA
KKPmH7ntk480YN9W6HD3fk3zx9wlbYJiUiKMsgy8qGpoK1fKnO6itDKfk773ksNkVA7AjKqVUF0j
w/RLRRvfmdaAW4AhRepnOBmhBED5osKfT8lF2LTugET2JMBL9zgqF34N6171CzkY32BbTD9K0Pe3
3iJabyccmX2cEDeUPn4yHnX2aTHfG/VcPUkgMMynnpsnSzgoNw7OVPpNDgHebwyLX8tooZk1l06e
ByWA969LN+kJZi0d0jjwgOwUogtCrtcOQpcdkhtyTgKtGuuJYnjaHb0ib6wA9dGCHBgBxvhWsfQZ
GLsqm7+QRo/j0G4W9QqoSv9xAiSd7boak43Qrt0qeaeMehsUbibcR2HMUmCRMDayDKglucMQWK5y
VJsYsQpMCaW2hPVSSEf/oNErIjFymB9aty5wAUywrKKOPmAPTIsjddXqUUtiqJiH3ulyRFGbUWI+
bCRNAieqGHOEIRFpDtTIWUmndq8hrYlLhkE1SHW+dFMiPsuB5leQqV6TB0ZuTsiQRC6q/mMvxs4v
rIm8f9FS0Qaak07fB2RQ39U0pL8no0BvUrVXj8VcieM2dFe51qcWn7hxb5dNJI6tbTaDvyxqV/vT
RGMorLHzQj6xdwnbmrkd3mttSSlHyylmhXVrkbXqooHtmxuyW3YOHLXlmtjZ7ehEmDlqYe6s66GX
GLGyS2MNNFC3TMqPGWVgf7IGjfKKGcu3VFokRVPhIIkyEjoo+yyPOra6Mdj32OcsJsrUKt69SWVh
JlbTw6lyG1ZunSjzN9oBThbOhhM/NAZnD2aJkfN2AM7Y+l01lQ0ZgAHuSrEK8TyXMeHBIPX8DeGl
+66bm/o9oIS68pemqil36qX2dq4bTBIwRpHjuivH4baJqtbej46i8fMBEwx+q1at8HlzdrLDWUtF
1L1qPlDpGcadpVPRCZbYllepVNXBz6zKlCHx0fQXDefhi+G1/KBVnbYNlEIsBlS8YXlvRbH6nsan
/tmiLoiCDM5qsz/3i3ws89aadhAABhNUcGTbod6nKrJP9YzlF+WS9HtnRPN1NlDq9ts8Td5Gpj51
1wb6qddCqXGpb7n1Xb+ykkmGaqIgPUxgltEmjwGBN3QJ41sXZZ4HRSrO52UQ1lsL9SH0SLMEAmMe
CSssIlcXfkKWcmcqGLb4eek4X8feiw323zioV4pi68iPe1pWhC4a425Q0M9EZdpIzMrvVaNF5ao0
zO9NJ5b87aAYcRrESaaMR1udNRcRVXJ339GnKr1KpCg/NXpdftKi2HhqlWSOfbWRg/Cd1vI+u1k8
Vv6sRzWlizrOp6AoMKZDM0uUXUClMeaO6yxiMmkkhzEzxkd7EvqxtRIFGqcH27xernuRp39NM2Ay
vEXy7Dmx1HT2k1pIDmDLkn8VsPYfY6DyWtC5dveM4oetIdPqoEbFwdCjlNaL5IMa2/YHpJdFuzdd
nO7CeUyL6RNVMwMNj8m0xG5OE/3dlEbDdOCjiHjq1FD7r6lscj0oZhDVfpGlrXOTxkiBXUUmKir7
XFKZ8rV2otnttVFX+focOUpQKwCUdnOci3QPQarKA7Wb1Gt0QtTctymfK9Sdhfq5NsXSH2ezKjR/
yJUOGTKNLMfP7EFF8rw15zyc+rrSfDvVYVGUqiVsNPY65/MwtfGTacUAv5Y2iaKgHnooZijboNoi
MjtXr6oEXnxQI0hgHUXhjAc3szM3gA4i+qOW28aTrgw9Zj6VLYur1hl6tJWAO3k+wKGIX8c4dva9
GhXpjW5PygF9XPWHLldCoTmpor/NrWKUq/dSj4RKa47RB9EpLcYTOn2QQ5cv3cB+iW3+FI5p5tcD
jbswd8X43KMBX/qzlQov0Iym1bC9gB73wYAEW3zr8LAYw9qdMD8q7La+0XpvPMR2an9QG295NolA
jR0nKCrp+IWmH22ETddSHdSIe9FBXdoJsyyzvyKFW8fXdOjUIBI8GqNqn1OrNTT8asSCrlfgOIny
ZVBar6AOQ2kizEUmp3DRk/QzeL/pfimyUTywtUeMU+JaO2ZaqnyVptn3V0YfVV9UeiX4hFjtUvqd
HcWcHV7nLbjPo5tU+VWpdEg1Ot5o7kcAPtYOECZoArgGndhZsz1/TItOe1KMKKqDOBWcEwpxyBe0
ieJbMxVS90tRcLWrZmc+xnakPDdoY5OyG8j/hQqqrUPQUSXtgkyK5KNRoloQVKItPxTAiPSwqQbt
h9IM3ffRWOZP8KVHPrzGzG6cSDqEDOXsDL63mA5fl6LWN4ukkrwvo2qOcXBJ8yvLau3Zn8rSfEsh
Jf+sO4l+L61Sn8J5rqrugyGz9K4rF0OGXrU09y3/VeTTnK1t3P4S8VdioK8cpFlZWME8D4RztpsN
33UNY8YwViP7NqvV+nNfyV7xJyQHu90wdxCQ3WqybjoMI7qrNF2a7mDWQnEDDXNAcCY9eOXAHJBJ
4/kXPGgg3pjvTFQv3kelO8uDU6dufT8s5uiG9kgZlDCu9xy6CuxrHwpI1XCTAmv3yYLKJJyhjOEz
qwzzF9GVZU1oUyhtgM6zeqc4FZBop4IzDtU8rwZcYqfrSJdjMBrFd2NI0PWuGxOvHSPJRLjQtrFG
G3ZzyhbitqGGNBySrhI3uVs37l71xuxTxffYBUOv4JpTyrrH+LAzlWe31fgIrS5pv8h5nqxgIIO3
drZSu9dlZVSdLxUVdqUGfO4LgtoH1cg7OOw8r18UGO1klVTbv4rJidVdivpIGphodtG3mLyVkUqC
YAVF06Kf0S3Ocm1kY6WG2aKMN1Lpk3uwY6UIVXQoHvJU+JQZlypAfYtZFyIjPDYbnatk1OscRuBQ
cX1X0VJ1YGCVcYbWXJfNzqji6cbNXLRFMgXgwM4ZYw3jJYuINcSkytk1RdV0gZ2kzTezmPofrtoQ
EZWxXdx5UG0sP5YDMPx8zmwVWpSrFAFpkzQCqS8yIiCCgO1HEYU6X2ssLLWgaoo6IPLlOPNo3sNv
t6yy3SHxgtsASZZ+qWr9sy1wmkhAhKEBw69rEXGLTkV3yJL5nCghnJQEihB5TO1HsqpvZqpIfmTP
xjU2eRmdEkO8cZ1ufGstLsZbeRqhj14pOMQ6y9HrY+ehWDyLwnQa3ZRysHxrGIxDhfDGIctMPRhx
5yKI6AGvL6PrZ6JdUD5pPryelp2p38AvhdQMvwaBISqHp3lZswzLGHVqFK64/YNm9+aVqS1aUNem
dYcYWRbkWpTdE2AnZjBB3bpvezu5gIV6WcCBPE9CT362Lu62UOxM3igHpL9DU8+7YFSz/oGzhnC8
nJs/T8xPhtrkoYrSNU2VUeloSyU5JkJr3ytxrlHeKLCwmiFKLHXzaBIef3x9pc/UHSD4wKWyVktc
WFunC20Xphzpe3vkFVLf5UI0OwWpjQtp9tmVBM5Mhg1OEIGs01EWtUToDKm+EIZY8bFANq31XRhs
B6puF1k65wcjnQamjQPytk3ocaObMqV+Y6IFHcqKJimR54M3kze9vngv83c2CMWM/x1ps3j4JSWg
z3lrNMSmY+LgKOzO0wL40AG5G9coGyUieXx90JdlOIpiK3oADikf+9av1OrHKMGP3gtnyH/hrDsi
TDFBqG813MIuTHDddptzhUuHZitlexsS8WaCsoyrrnUKL4wa3fw+eq01hobVme+rqVPDfEjLx6Q0
8me9RzN/qiz96fW5ntmdlE6R5TKpV9MQ3eyb0Y4Iu3XqxoY+Ok9NDq3RMdLh3zSCvyWD3v57Qhv1
oc0//vdd+lVWbfWjO1UeOlUw+u83w3fZ9fL7f6FY1P4XV/m3Lx0qQdv/Zx3562+yR38/yf+neNHa
yf1n8aKrPPnSMqn1jX1pf9cwWv+/vzWMLOdfXDL0y3BYAMiFSs5/NIxs7V/sxbWbSS2N/vyKaPhb
w0ixNKSKVlm81VSIw3ztOf9HxUj/FxoZqBwDOYWjZkJS+hMho9NPQwHPTl7MEJvCoiTMBdcl8qOY
rDdTsjR+3WHvQHEP+G8njc9qK5QPjpFPzynOMUGVouda1BpChNE0B4CmvAP8pXQ3qJH2JORwESR9
+iH9erLNB5QoGf4Krokbh5EUN7o51zCxJDc0nMs7vRRRoEraEA0db18b5vx9ZywfBiXR9jrcYNoV
kTUE+AXFISo2+j7SYagZVasdnMqddjmF3off3vvfn8LvmjGbm/fXk25Kw2rF/dl5Qhz7iO6fIXvp
5wr23BQEk69qbiY3tjlVu2FJEI6xIppvsO6rCw3Jfxx9PdN/Kw0bbht5Azk9JTTd2ttOPYYKpnM7
t7H0QCZ4lAKcy4NkHDGi1Mbhxm6i9EKP8rQW/Gvm6yH029hVaaQLGFesWQB6YKVgD+k79NzaK8Vq
USAePfUB26/Z8zvHuYSCOr2rfo1pnI45eJWqK5qeHWvRF/ux6OFoYrV3Byjw24UX+k/T2oRQLqJM
BbrF4jhocXJD+JDsuNirxwIQ0DFbIgRWTTGgxjSrgVMX5bFYhm7vxsu9yMeffJTQM8vpzhPtX2Vj
m/sqxVVZU7Towkv/iUn+dcv8WoRNgwywYlW29pgddZFNQdmm2c52q3afE6ocDYKG6xFNk+vY84rA
oUP+CE42Q+ah8XZYtMd8vHHrA0V0DhiRJ9fqqOn3NQnZjYHAw5Xarpq1jdP6BRWc+9dX9Z/e2+ZC
Ktox7XLXKrHxmQpk7y1i6CkbDmXtXGjpbYTi/3dV7BcSJImIc5NU6AhZI4dYbjR+UlJctvJ6uqFx
CTlVptWBekEFDXCWV71simvkZvF3nXrtHTZE8y6RifWmEk1BV30QH7syNo9xnfRHJ5tJ9UDiBtEC
AsMAubWbpgpaaKKRyrW9thP5HDRUCHdFFOn7oVvKG3L95mqqpyysLaYsqVHemLHZ+K2oajR6kbpD
quNOj3t3P8bS+COe36+l2Jzr2WwtGQB0FJWReA+qOoWCaKN/ptazs3/9hf7DyYNc/emXiDUQgQ+i
u8fcydo92GQVUd2kCLqyvwcJ8nGM5CdkIcpwNJzGdwtjvvCiN3iUX7PbnLg1QstwR83qKFK7n3y8
nUw7GAmEnlSy9O/F4Dolta0ccV/XmYUZ9FiMH1oPzRK4rJOlHhfENKsLId8/Ps7mCKb5VFdLZa32
r4VxOy5iyGnxpMVxni2HGpJ5XbpxDtTQQAKur8adogkBeaKZjoNZXBIZ2lAEf63K5jQeSqxYClWr
jrRS0mOpI4snIPQEMo4+NMZohGlZNLtZ7RRa6o27W2jcHVx36S/cBudjCfCpp/uB0NtUhkzJj+44
4MqnKsCpq7zBMMrNQTujM/H6xjt/koBAPR0nQuC7W1DiOA7ZhMb7bNtc9kBfVa15fH2EdQe/PF4R
IzsdQeZ47kFuFEfR9VkY0XoOM4GeYmNp/RUNEWBWtL8+vj4YcJ5/GG57NE5ZX5LYlUeoDPM3ECjI
2tCAma+p2yjeniZF2fqitXPH72We3+Sx6mZh10cTDUrTI8N2O3vaCbuWGKK24g55AFYHTyo7yAdX
3E25tIWPT6L6lTZKtDqwaz3tCiP7JJDP/pSoQwyIuaNnD2JWYiRN8uXDRQCFOHZO2fjYbnjiYEep
81Z1e5kFlRehqIIuAG4a86Tftf0w3xtRrve7hRTrKp9bl/gj1ZRllxeR4/pksvQTbUK0g01PWAOg
DoERtaAGZUh4N29iywW8hsp/dpN6fa5RnShKC29ZXfk4m1L88KggTbvOc6ridm6m+JNFXHGT9tnk
3g+Y+u4sezKNILOK2AMjJXXP77MxswMPkRF7h5p3vDemKu4OelLZjxDoq5SZVcsPJcqUr2OWejs9
UnDrRnXNeNe4y6pN6ynmrcxs73Fu4RDsNDNKawadS9Ax6OWbfl718tnyohFyd8L0fBQYF4lPoyGt
2xkmu6F0/Eu9So69kV/nKqKLfrma8FFybpwh0PQ++5KpxvRopAWWre1QXzUldSMr1mnQdthVORAQ
jdql1VAnsw93YkyP7dyS35WomqE5miJLuYhSe7Zp4Rr+WAtXBKNmizc2CFzlmnJc+72yrfwHSFnv
RjZOjY4xHawdQQJywa410DZLZYdZQdlFA4jTvhDAuif3sXAX3rImxvyhLMqyQClKdysaG4X9rCxp
JXzZmmJt63kUz5xBK55HjNoif15SU9tR9KUWm+ixUhw9PCqes9kejoYr5AeUMLMvmrDtrwWtrxae
aTUjQNKp9leI74uyhwg3dTCT9Cl+Z6dG2QRarVQJVDOXgFMXevUAVrJ4ivWqjFE+1IV6FE3f1IGh
deo+wksIGPfQ6lcYtCr9Ph3lsiugX9GcoBl221qzZ/iAFaHQpXUKvsN2gfL6U6L278yuJGYoe5W+
s5uCdezxtozDtNNN1DXmMg/H2rLDwkvo8kjPu7Fk1YeZsUQ7TYvoHrvYP4VuRvbkR3G2fPJmq2kC
1ESw49WjqXvf1Gh++ZY5K+DM+5pSmWsmB3Ma+waJEa97F2vs66CPXDZ73sU/rKSsO9+0RorKNH+t
naxEbKFYsjRHxdOKPTL2dfZm7DT7fZdM/bNUlbrbKXbFPmTrxOH/sHceS3IzV7d9lRsaXyjgzUAT
oHx7w2aTk4xmk4RNuIR/+ruK0i/xq2B1xa/xnTYNGkAizTl7r+1MFqu1S3zrg4KIX4RKusG3im+t
Cb2CnAfR1+VPzVLuO3E3hGck8+D8aODypZHR9HSMh6YfPmWaMukD0Br51g1kQEeOssofVWxnn9JK
FegR9NnqMetR5Q2pbM1G2Bh9+dbgqbvtScD8PE99vzGhXD67bVqrUNGN3Hd+Jeq1cDRhRII+ha/8
dUwKHX1vAE0/p9ipkbj6Togepz7ExTw9d4aM23DKZPPmMZzopEpkCTuzktkmHxOLtL7Kt74Mqp+A
+8fVYZR6sm8QOdB5zIym3vloa46ggGzadXbhmZHojeVbHrR1t5tVNi9rM860a6EW/JRMCvJRNMXE
rNnVXygsz/Kg10K/SXtr2Td90sGVAuvwYivi4sI+mP1rA6Rst87bhiamRt+tj0V6azR8vrzIZuc0
4+SGowODJwpy+itG4S1EtKcFEwW8nt0w250M2ykIfjiVnoq1LEb9XcaIfkIOlE6+L4Op/9awZS03
fs3kGdY0kmTk2lpxQ65PRxnebSmG5l1NTHrpJVtRH0UFo1bbX/Sgk29DMTLbFsq0ZBjIJq1DN88Z
z2oYhGAOZ86M0iZo6YwniXMNx4Lv8OMl8MyKfipvakard/q6ZQPVzWrjlFa8L6i8h9ViidXHlzhu
gv6wpJ8GKE69VJJ+RbVzczpLYzdbu5jI4N3H//tJO+Hfe69TeVi6mFWweGa5m4j8osyd61s7qO2w
d+KZfIhKPRVOMW4Wk34952Iq7wJMcN+ydwmqNNnkBuIu3+mNMLMrpEasghub2KCXevCMrWZ2ko6D
SneZQ8o9r5BVdsyXQ2P76lZvM/vSVva4w/nTYzrZyk44JkTaLcUu68fsWl8cFRKcmq4yk0DfdJmN
tYqr49cWqH3DPmlbQB2+NurBvLC5+3PZB7fhX7deXgKCLfebdOfMmX6HJVXcTGOdvWqNtoTzKNUK
8U9MKExJmugSzxcOM+aZLd8pD3b25oJ2v03SRZY13xE14ExPEVsZiTfWZKFKl4ZO3IsmHMja/tQ5
tnrr2E9TMOvnQd+6xCqj9AkUxGVvmeQa7FyaRrpNxwtF0dC8cDQlAYkopQF7ryriZ62QMSfPpKiC
NeY594vWTcNVMdKk5BRpCSYQu7yE3Dn3XE82zaVdZxWTKx2SfjLZ9STHSkZddOt+GhWQ6kY4HKRM
yKwh0L7ye6Ky6pJF59znfbKdXlpI1a61xESyuPKLG0/zGrox2jLiuv9Xcul/f3+nasQW+GRLrGPG
zs08BuvJrSwNNrJa+n2yZu/C53HmRk7dJ7G3pLgY6nyXDpZ9HatpWLXy2OCCondhKjx3iju1opbl
4moFsbk7y1mIeRnp0hWpRWEWcivwK5afaHKy+b4sg5axVwX70V8yrOqm+PHxZHaiOv3Pwzw5Xns4
KQMCrwu+sq4ipmuet+RmJvc09tOHJiYFu6fi+KkklZizt+XcZI10HpYmb6IZ4fGuJnRk+/Hvcuaz
PNUxE4aRMjC7fKexbQ79Qs8jqTsIkIpKiwxZZWsvmP/V1ThL/z73ek/mHso1HgiDuNr1vgUd0I39
iGa9traASj5+fD/nLnFyRu5m0A1Tax2rYJm5aaDgs9nJBwytCD8/vsSZlc4/+dJroi+GnCosZa/J
DK1UVWDuOuNCh/fMId8/+ZZ9MSaL9Nxy1zROG8FdfK5aGVypAt3ACOXqwmdwZro6dSGUw+iTFmqU
O3w2y1rv9PG2iLUbRK4LacwO1R56kpHbO2xxBmFeeHQn8uJ/j/xTE18JUNhIVFntQAw3L7mfckOE
ZnIy0Qp7eU1pqSehoWcxh94xTrE4FaJCWJejtoxEo+XXXdEqFBQizX+WflW9VDYHYUx8Q0vuXTXk
DRu644Fam5mLl7JgxrecptrOwDnva7LtXwmYFzmxdKW+N02K6StBnIgAVcp2kwRzxdnM05qAEwQa
mQcjr+s4pBcNemPq1PCQij5/KWdJW8Qum2q58ELOVftObfl9iT9RNkziFCOszZy7+UORexrlcWqj
ueGSjuxbyV6z6599jzDTnbLy6eMR/ctV9YddySkAhFKIP89Np23TNCkPqtaQ9Fb+8mWGS3VTM0zW
jlUHC4GuTsu+1ownikHgCkKL1JBvCPjaJuwoD8Ura0yD23IWwlq1ztzvSGyRG42Cy86SqVFHSFLq
b7nuy1cwnfWWUNqkizRT0lBqOAy2q9Sep5giRT3fNZ0bdP/dPHeKdgq6kW4W6rWdqPjvC+Rtm1p1
y7WF1B8kfJ69NkkRX/iG/9zfwMX21z0W1E+rroj73RFd8sOyuocjS4bTYXZLEq+xVf5YfLVj5Owf
v75zS9op41B3M5jzPi2qsk+uDb/vH/RK6lzQF2gMSZLrVRJsiiB/E4unvQYOdMOezdD9x9c/M+e6
x5//1qXKSSuo4TjnO5sgkEgvXLky+iXdm4QCXWjInLvEycrR0nLxp6FMdrTiyFdMTR3kcFpdca1l
9fFdnFkJ3ZOVY/HREda9Fu86S+JwGxtU9I2TX9etUe+nBklhQzzG+8cXO3c/J2sIUWSwAwI/3nE0
V5E/6u6elO8gGifdW398iTMLySnIKPEwQS+cMHeSet69sdRa6JcWanYkzFvRoUb++Dq/0PB/mjxO
qqtB1ziT1jJxGcItr7J6tiLlVmJlVLa9KTVLu+l9lR+U3t8ZzKv3nivl2jOq+qUvTeOtGmXBJt34
UXKCC8sK+4bf6c/xmJW7IXQ1QRJY0qgwifPPS5q6m6Ur4mMNgtAdDZv93Mf5Rmu7bVJJCn61dNYD
yi3KSkN+h2LxPWNyo4CAzSLDfLcbKmTfupc0YV+xv5zI734oeb1rkZM6DGc8v8p7BYlcmcAsXfHV
69Jm43HEvzDQzn2uznFN/u176Yq6QslgcsgiHCxMkMRlIUJuN3LJilnhK/G3SWvqu1YbxWZoCu1L
rJo+smShXzhOnxnrzkn3qhoQNy2WEe+U9GIEq0v5tJj4M8xeN9BSYi0IsasMPz4eIebxE/rDCHFO
5kOvgRXUEem4Awqs33gu3nhLlMuuVm27H3HKbDtXmRzKlUnuwCDDFBNDJE1sAyJ1MTtN1acg0YJI
ybxFTNzqG3uc7LWS9vLVpdVybBFmK8cszBVVDhkO6G4vfEbnHtXJXj0Y8BJ5aR/vvGlSa8ss9ZCJ
aEb57HxGsZ8+LAX1o48f1NmRcZwufhsZ8xE0IOsm3pmSUodtzWqrF938zRvm4Sol7eEwuDm45CJJ
nsZcVtGSZGrVpOmluz2zt3VO5tksD9JU0zvutoP8SFaUFskUlsiF+ztOCX8aCCdzbKPaYACpEO9i
A/LXYhrprlrGdo3zCV34NHlXtTaZa1Mu2b51GvwDoAounGCPz/BP1z6ZcnVozTio2SXqToGkoZ9K
osizFOaZ2V64vzNT7il2jJpeZi8zKklvns1XS5jTja7Eu/LBwUaUpi6V834Zov90LydTrj+TNwIi
j6hBD/FHE0zzgzUu8mpsu25lVsLc+sBZN2OB5YsMnPShNHvcTG7KjtqtM7pEtE5CNWnzeog96zA7
ZrlSnnsps+TMsz6NWbfi2Opmn+W6aMvsQZhU243FLOhIOcbLx2Pp3CVOprB09qseX0e663CgbX8x
nRPsznd2b1/CyR3/qz885dN4T4WXEcdlyiVUpg7eaKDD0fJgYzoyQGmfmmRTGP2allx9YS09d1Mn
k40miUarfeJgeX0IvyczPzBkVWS7tbywkzqJ1vv3Eew0AtOa8BDbRUAB0NOSZyrccjsErXlftG0d
zbFmrWY8EU9ct9nTZE925oRu24n9ZdN6Zb+abANnhjfZ0YJrfWWTbBJRo+lWbTtdOp2e+ZDsk2mo
DxrUuKmWcjrF2hGMTh7NmTdvKpcmmofTYfvxIDp3nZP5SLiNZnox83drzA7NdAlgtgqMTUK1Mkok
FqOPr3PuvZ7MPQFomKpunJTieL/si2HKQk0E2rodC3lh7jkzc5+icyuarR0y9Go3DKNYL11g33RN
Oa//uxs4mXAwCE5EDgblrsVnFMJScNbCZIXwZ7r2/9UlThMM8qbqLDxB5S4rY1p2OEBvQf3dYdq+
lB9/5i2cIsrjAOR8OxfcRBL4d3WOWyOo2uV+GOSlt3BmQJ2qkrWEVBrCNgktaET3IoRer2siyPau
ruoQKeilKO8zu5JTKAu/ejv1uZXt0Fk+YQK7jTPlhgYUz9VQC0yz9iVMyrmHdvz5b1sSKNjjMs4c
IwhQAyRZkp6WeY1BkSYJLgzdc/qMU4pVF5tl59dDtssydHyws8RBn1KNCMaS8IhRdVFz7IiZVG/W
aW7g7gEffWglFhng9hf35ede3sls4CcOZYGSY3RSNfUUjkSdY0p2DOOrwGZbY2DM2v1gCoxx0JHe
pKqMr06v6gqDkm29d7M2HoLcgYWbc+ZAGldwjCCpgfrUx5/ISYD7v+fuUxRDpaUOx3s0u1bfhDle
tafZ7pFGkNVktnm7xnBtR0gPEfW6lR8pa8ZB2On9Joj7MbQLxyGy05vhtPEaR0CvNNO95nMfG/62
c3CsD1JMa7SXC6bZMV5ncYb9NU+u2lFdN4NUYaXwz/YknOk0Y6+HOXY/u4k/bGVs5Zs+bq94g812
6DQ8Dmls3k66WhntpTnizIp81Gv/PhgLLM5mTRDzDnmFuc+MiXNKkKG71VsOi4v5U1uOYagtDouP
n/iZC/460fw2+jORuQoHRbDFpqVCONXv9liou6CkeEiKqk0th9+B2KdL0eJnPrfTaAxMzFOZHC9o
Olr9kCMr+sm07u69In3/+JbOFRpPObyjDlUD21ew9QY2gSXWhlUlk3zjpob61rke5exuKFa1VO0u
RbywgkU4fbtw8TPLlHmykOhoTlyNTet2MMbn2DH0aB4StJv5aEVmrA8rc3DSNW7/NDQtrdiDJNCv
xmb0cd3n5cqCNrvJ9eHt41/nzOv9RTv87fVOi1nLehjdrT5Wgjibwd20S6luA/IyAMwToCP0lACA
0nAvXPHMHHMaf0YvssvJfkMXqGX5i4ksdmXJKT6kmWvuKf9eoqydGUenKCXYEgT54EzZYokp10lh
Fje60Q+r2kzzh48fHjGEf94gn3pgUDEnuT8l2W5cAh0zQF/5V2lDpCUO+xyz0aT38dbxCzeIatzG
N0ZaDT09Q1oLa8tJ0xWlFdRwGLM4gqXsQrECTzW7zZFI+7Al7JFcNVZpvoXN0EKAwD7IvBPhPxu/
ygJ8QjhUmth2ua/2ZsqZOZS0f74ngwCCkLCjvXcabbijmG49FZYBOQsayfekKRODiMqhIHdUpe7N
iAImDYNO9UkEh07cyUBzqtWgBeMjPAR3WMW1W/UbLX5HoFFWmN6FeVt2GNJR9+S0P+GAHYCo1Nkq
WLoGZyvYx5U36wz0FOXCtAZwESfh7HvFrl8mBAmapy3FCudX7q2FIsYl9AFV/nApcq4mgpYgn02W
+tIOevrmdz4iY61pg6PXz8H/DnVQvPFCp5dKl4+dm4wHZ0baoYzgro4HjOcLyMnQbhPs58NMCHI0
ke5zXWGS1KEVJPYQCmz59Zr7S7/3RWFciywWTgTHU/Qr9Hntxm2q5M30WoWkQmTIWB2sssnaKm3j
1eka81CAvVwnia+arS5LynhgG/GR5uPYGpFfi2ZnadxOOkJtj3y2dck9KWQWMB3RZ7hUrXL6Uel1
NzyiKm4eMy8bUOn4Ae5o9HXBeyNUYUWLExSkIdtWteI7FP2RxCJxD1txO952gVZ8L0EGvhYzFZpQ
cyFyQFKxsxdSozCEjhisP49p4njRRBaLIHx29D91VTdl0bDE9besn5nCl7zAwtvG87A3pszqQx0h
T4QcqjE3qAN7hvRiQoSYEQAVIQNyfJ0No+LDNQb/U22K9KeG6jLdlkrKfOVJJXZTV2YgQtoSRZA9
owAL7dEimrv2HQHrIO56CP35DN7Bakvkk33aZBtO6w42vVLa0zYfCSqwrMEy10TG2nbkJF56MxJ9
aFDFGPWHMU4WjzDJzg9TM0g+xRYMlRvfKLEO6fWkW/thWXQjzOEtlOtKBghHG6WV39LOdol26rvg
6+gFG+HTcovqqZzvfYK98zAvAm874Jq0MN3bY8QyeHRqEy1wPQLfzTdUfJsv85DGb0pf0o02FNmx
wptkkekqPTgMdPKrqCH8aV2PzHqHMTXgPVtUAR96D7TQjqMPTXefFa9Y9y1YiJCdjf0tIHHlkyaU
nOB26t4hMw3ohjkLLjE+cHhIfnH6V9E3wxVqB1zOpt86WUQjO3iKU6UBG6iRYqCqCdrskS5MtS0z
zXkfXPLKGQuaDHshF+rgeZN+6kvhfa96J2dDmxF2Gk2BUse8vrLCQdDQpNx0Qb3E7GhEfROPU5pv
WJbUQ+wQwBL51ASdaMkDgiZbv+1xb2MDisMqWRxkXP2YP2vNhA6Vyqb8hF0AtuCUJ/43sGtUYXLo
NQs2nqM0UDm2c7f4R4NLlQ9uscq8TmzR6bbJWguEs2waCu23hZwwy0/MIGmYB4vBVFMPGs4rcuGR
DRSztp4trTZWhYWjZl0tPh5vXdTP2MmwQgy6d51bI6GZSSC778NADgr0HW/ZzGmg02E2Rvqvtg2n
ZsFa7IdmxmgIuoEektWNN4OtwB3z//mROYl41wqVmYe+X2p7za2jWK6TtvgeBMPYr+Ro9ODapfMF
16vO1JV3M0+oGQZ/b9lIM0MJjycOGb7D1bQQ9BmiC3TudOLQ4jBou3EvoThAIghS54GvvkG9nARN
BjAl6Gcyn/wxqhaYRtuYDtc3xxlufNm8kBKftity0IOrydTiH5J/z0hARxgC7k7vbOlZ7yKJNQAn
WV0Tpuuazj7GeuJtrIR5ak0cHeIPkCLeQz0pSCWVfuwITIVnh27DZhPQSj+Qqwyl4k0o8kyB0Gbs
WWZpGE1I5VJ/FTPM0F0nxV2TWt6dtAbjOa0QOsAISaoQQIzLUMyKAIkShVGB7LO0rwsa/Qz0ehT3
E+Hwdmh3tfHFq4K+WjsKlSMyzuZOCbMjD3b+hFb6qNgKsvJZyxctQ9KdqO/F5FZzRBSyBXWlz+XX
gixzQgkJEjII6bTbA9V3CbeWIbua60obwyn1dfB5Xd4/IoYdHxOCcL4SLKXmrd9Zmrl2c6ftyEpJ
yWHNBrJbQpZ0nc54Feu7kkcQDkFRfpvSdnheqlLe1iAXbFSq8VKHZTk26WrShDZELgNnB4dohh+U
V2Mc6d6UgCZI+9Ta1pg13xO+3S9sDFoTwAn5sCh8lUDsPMTtcuwS55CtAhF0aL08sbf7kkI4YpL+
GkmNE6IhtbZ0lrQQrex1OrQ10BzHVI//NxgYGOwa/O1QZvIzUkF+NZg69eePN0Tn9lzHPd9vu8ml
ENB3as/fQqGn+hK4d8U0oyAmA/XCSfncFY4//+0KKpOGpdE82rq+9qnLLOs+Kwzybp35UvDCuf3p
cav32xUaWRb0zGwaAGljrkdfyatqqowNrtBqa/T+JaD4mQLGL2nUb9cRRFWqOgGcE+fJK4fYPTQ3
pNwy+d6k1bzP3c674NT6Va79Qxn3V9Xht0u5bdHqeB6SnehxbDZVEd97QTvc0Wlyw6VT7s5ye8S/
Kitv8KBZUdXGBMUmCVHIfCAvQRH8hOXDvJx2+fUgJuMlk6OFx8caVya7v7UfIw6xIdaB8+zkGsm5
uzaL1L23gOJtUmKBQ5e6NILA0tuPWtZG3WzLtUYXctMYRNNBSS7uYihoW8ur8xsBhTFS/TxeD1o9
rRNPl3tJhHo0FikzR2kv63LMQG7jBFh5PUoUdttQMBY1Xxho5zpRv37+20Nr4iJDoVho28Yt1d5g
LV1DMUlAx/VqZQtiYiDIYLTNc+2g0k5/TAyDRcdPLvn8zwz107TuPje0YBIMRAc/QlQVsEIca+42
7Hkvdfx/Har/MDJOIcM9XtfESpZ81wKlXHF/86aOqTVDG4jh66IErrJlxGbaLOuqFPEXMPYtjBhI
cKa5zIfCZB8n/DbeLmOHKVEF4kYQpLXhbII9MQ7uK7soHvKuem+dIN18PM2c6/78ktj+9m6SSsRl
X9D6WMQCIBuBYCQhMG3+6UheOu++tdz3yW+s62K2nV2Q0qUwUx2wDUvhvWUAbkKMyygUdvBkJ44T
miowLnCjz8wg5sks6MdwExeYijvh195D4IIsAlyeRmawYPVqPXv38WM4M4P8Uor/9hTyWJcErJve
Ngnme5IKqm0OTzwEmiJCXuJ2ifFPfHypc7d0MilKfwBsWJliq7fTcD2jQIvYGo4b09ex4GErufDo
TmIt/13f+1Wy+f2ezLgxWyHFdhhVYEE8W4o7OuMWYCYMWlvPcBtz5XcgUhEwK/U2mINECOb2Wx8W
HyeDOTfIk3ec2yCjJ3Ph9s8c8/UTvYKVxAro0pjs2qIxtmVKYQp5uLn69XD/P+ri//wou7Sb99//
8TdcXr+NuCN0419/ePsmf/zjb/dv7Vvcv6W/Uy5+/ZP/wVzYf4eMG9BBgKdIGvARZc6mvfvH36DE
/N2lF+66AbGcOLOPc9z/YC6M4O/mMdYYOMa//vA/mAvT+7uruxYkYwgZpAqg6vlfYC7+Olm7NjR9
Em0BcNgGWEYiVP66e5jzyjdHNyYQJy6eSmx3BF5Li+JPfCkC/M9XIjlANyzKoae9WXvIXUMjVA9u
6zzf1r3u3OMLJvl8olrx2zu4/+c68Dt34k+XOjL5TZcn6KBA/etNAYDpO7PjphAp3SeYRCLNcB6b
VlzYoPx1dvnnw7MshD+QiFyPZ/jX6wQ49lWVBxmp5qYikHDKqM6aiXFFRxhvRIb+6eMb++vM+a8L
koEA9ZwQP+dUbT9QUkhhOtPNLdviLqj8r5g52xvIj/aG7DAtdBJ1MV/V/+Uw+c9qy2V9sGO8MwhI
JAqQHfDX+4TI3WiBspI1fnLvXgMt8qOsZ0FnB8GARTnpaZjq8XY+7qysTtW7FLz2YcKocyu83lk5
LZYzp87l58AgNTyjDHQYoC3dL6BqI1tiCk3mvt0HOPN2Rux6TxlVECLZJ/BgSpE9s0iWRE4uTNz1
UPgHd6ryLwVt/TXQrqAAzVBWKmpJHl3pA/NxOBeT8SqAUFCzyr0vsFhI5MN1aodqVNodfFP/XejC
/mrz6iDqLhhRZJujNO36br72hOzevKr4nuQDSfCWdzsoDxOuGUDJo9CFSMPqMp6H53EQc5jcOfde
+W2L1RsYJZ6yVPts2Il/63jNuDYkNAzX7Zv0WNSbXkrPUdt0btO7fPQB24Ib3tvUCneOLt/0qjF3
ohmPlmdimF90tzLeWrZXT3UHAh4wAx7sUM7zu05RAiXe6BebxRn7rWbjigwLCVxTQwiehEGKoy0q
gIXeOZnedByFp4KOQaBHAqPtdQLRMWPfqucrMMztK/XV/NGwia/wktrY+3PmrExtcaFFl+Y3yGh0
+FK9JL4AYuVqEal2TSSZD15Fd8J29Pv3mDzYUCTCeNas+riRqISTRnMns2u3olE3yELsW46ua3NB
fCzaQB0SOlF3WdHG913RiL3h4WUHf2uBj5G6xvlXFgXordnZ5Mh1XPZvk4hSIt0ONT7Lp1k6jQsk
sByNUCXSO3SZk3yJycUwwsUXSK6GwkV3lRNFtejWARRW+WbGqqXq02Xm+4Dzuw9zqfrdKJByhAnK
vrAwW39npGmWhZz153VPy21lS+AWepXewU5d2FIs/fcjuOYgp4D2nu6O9IwtqzUeO71rf/S6rq4y
Ebs0k3m4i2Nbm1QtkJh1XJhDWDYjGmMzo3JUdM1r4w7x3h0yi8rgkKz7QEsIBSW4AzYWlthBpsvK
mocRx7DhvHTjUN1TkaCcG5d5JKpafPa7JYsAweBBtqV+4GyWvzg0cPywaYqvBPUCKIQAzrHD/9EZ
ZbnpytR7NSrXgNjWzc9pIOPHcnDca3ewg09C5uYYxq6/VRQFDgHgihtK8P4ELMXQP1lLciR51+LW
IBUVD94CpjIRjr6iSCC+p2mc3E1OmUXL7OVXAaEsD0Bw1KuPFbTDSVw3xRqWaKnetYRIh7U5BzLb
deWsVxsCSmGCeexKOyIVkqPbpM2V1Wyp+TQN9lR3kg+DbmbJqukhV38vg2IsNtZwRMCWS+OXW+Hg
VQitwKqqmwRR1y63VJB9ynPLMsJ4LvTvagh6bzNDhp3XcWroRC/6eIdvWFJ43gtQRz8Sc2d/XRrN
7QjfWzxvg+a471aayO2RgMoaIgymmHsdqJCX6YZD0qAd0+7G6TiuQIxr2a7Egy/fKGb1z+lQ2fnK
Ya/trR3btG9gTSgJDtKW4yFxRlEdiE0bPpcSl9zWcK3pTQ6kO4XsHR0scKaa3nsi0xfKJcp6GXsR
eIfcS7qfslbzkzHLxHrOCB1wolK6GoAzaS7JvtW03F5JTwJ9STJs4JAQreKR/owfainwcIS0W512
HYdeW4uE6q4dxPeU6+BQtorki75rEbYOIo7awKtBsI6H2OcoTFcggmAoXqwhheUus+ynncxLNNQJ
vKkmALPEcJr4i7XvhTai0m3sWIe29AUw40C/0nqX+YLnsdcG7QdeTiDYtlbfd3VqIEzvKRRDgttR
8KKSOA9POcOr6vQI8CZ8J663Naaj/zMJnlWv7nCP7kQp/Zpr+foGIOi2jt0D2d/g0su+hPtuG3eg
s1764zMioZIVCDBUewXG8spNtL2svatiKl7GsXl1KhKGJjG/O43xZg1NmHX21miHa8OtP/l6Mnxi
Hdo2s7vTXeIV3JbuLPW2PiQjVIbCHOMwjvt9VVbbhQZESNrhSw5IG8QnfPiaCNMiba+rPL9hldx2
QfsTgcK2suw7265XsqifqqZ4KK2ghP1pb0fX2qZe0n/tmRtCSXIw2lsazVTuw7xU9u1Qip+JPT7D
LLjzDAZJUAJmBz3jme26SoLPLWwJcP0zMGuAsZtYqQe/ZhwNy87TG1SqzVbMDcrHLHmfdHqAJMHF
wQ/o32jpnWCVLMULuoouLEiyoOWQdWGOXx7vCEb48tpxpi+p6+0sG76rmiKirym1G+sCiKvddW/t
wG+8GNdJPt/hzzm0iTrafgz2m/XC32g2isAuL/PuOjXCVNDd27gyWfet/sYB+fZke+2aaI9tM0zP
IOVzCK5tddP4YidbyTgy5Q7D8GauIRh4xfwF13xNJ6Q4jGO3tlOfPhCEbyZLDfgotYTVSH1/28No
X8WTBjSlHN3IGKkYVD7ef88BLBG0UeUXGmli5pacA3Dpc3uvJVnz2fDBjteW3d71QECswUZVKEg9
uC6WPgnNxi42yB0PNn3SVdYk4Orz4jl12BrqeXnjtlq8zYtyczRe6It/5ajkrajy76WlN4/Qrtez
B9jCNs1D5sZ8Ucgk0IM+BdK/mpvYusuIwMCIgECeC3DzWbn2xIyc2tI3iIHbjTb5n2cx/7BhbkeN
4/ZRXx1bmkkPNV6NCEs7w3swvay+TXXgtwWqgVDX29u6BsEzBRqulK4O9kHlvCot45Gp+SrwMrE5
ArmbRerbuO66x6ElZL6qGjB4mtgFizm+mdqU3DTe4h2oid2LtNzNuugjG8ztTa45+8bXqh05IfsW
yyjdU+2rxVq/o1Q0hNI3bobFfSgneGMtzqUwsDOwLLpPI7q+pa6kXhFcWNHYEl3RK3M7ixEMh8oB
wKSvVHHVpp2oUdJ55O/Qg5786UEN6UtljI/St6+CUdGtMKuEwQ0xfDTNW8PTbuirgaIghY59QfI0
zfqtYQ17S9YPgTUf+lRdD8A/wF+4OHWDpBy3sP1vOPEva1+nZN/EYO3aXTWNd1VD/NXcm9e2Mz3X
s/EzT8cd9K3HJhEv5JU/Wo51G+fttVck93nQD5uBoA5jXo6tXvrl6Ty9u3oKjlpD3OPvg67dqTHb
Lo19rfG5IuhDW6nymyqJSfjKs43vp7eAsb9Zk4QjndL+ymgxYskLDc3/atjNYzwbMiIx5i7Li7Xn
WxszN+5aVeTU8/H/JIt27erlc7fo3+ja6iGxZqtEm9LV0VnKkB2Tg7LoyLTceOwHOZAbMgPdAkt4
QjQEYRpuy7q0XNM/u14yvnXMAsyFlZaFaepYj17TQXiYjNC3e4MwUK2LptaHS1PjE+/q3guD2vyk
KWNf0gVc6+3ihVIf5j2scTPSWvO77vMS82PnX7OnyMi197qwdeio/4+9M+txHLmy8B8yDS5BBvlK
iVKmltz3FyKzKov7FsH9188njwforvG44fdBA37oNoolKRhx495zvjN4BwzqBIWk+rlsxGOdDgay
05G2H9mHkGbcIIWTrrJ7V10GeDae9ISO4KZomFYN/vhjTJp4U4/tefAm40AcZIQw6bJUgjdd1h+z
qrdS5+vjOjNjg6RDB5fsqw2OtG7XTihQUeC8uv248EdO70yVzlXJeSM9Gr4WEzUsc2DhxYr3tJ91
/tMe5RcxnPtFG8dFNZ8Xvnc0o2Rgm4rIOi/CMin7XUsqdth51rrLUy/ZKZ8ZXJeMj6oBH4jG4ZrP
z0fx6ps8a7/LWR+hU6MK8y7z5M6BWwkMEZ0MirAZAt/ZzAMZupU2wt4u9TEeNSy+fjauQRTpPIyt
piaIoaj3zerlJoD5NqdmTToi3BmxO83yXa1DCxV7TBEiDRdYUFvTOu+6fU+3viYvIsfSr835BZvF
fNAJk1zoW8UT8JAbDTqETrqqHlfiXYDtGKDQ0tg+VXRcuWf13vBiwnsnFIb6mCjI6atWtp9s7Cq1
ospp/EeMZFQACXe+y7vIqkuIBaDH0nxbwDpPBik8L2PiBr8kCoV9PzkYjryKkdQCrXPjw9gNIv/i
eiOXKX1IgXB9FmY5XynhnGFrpLuJeOAbusHZdz6sst8SouF9GF5gbAZxsdlalNXw6eOCFLcuuCZl
DU8xWQLLdTZYZMnls808iYGCDhOrsk9pPOcHrJYAy6eu29awJO5i3xt33uTON6po+seeGMFbB8vs
WRXBO4iPekODXnzHJdAcDDU91xsv8TZJwRptgr45KXbBvQC9jtmt8B7VUueRCTLkpq+NImzsciaM
WnXb1iBuMDbd8bbOhPeyjHrFnJNCiIyXVp89sGRHjYpsCHOomfdtkFTbAlHqhhgCXie4Nq/ZktpH
onuse5oD6CLIWSnOqGeyJwI9KH9jE/7+pnDjYseKlT+EZRC4wgH6OrMKf0k5qGjMJ/uLHIzyZCLY
3NCUb49ppTIwSRj3hxAJAamfXTKRm+by7h8QpCR71F3yqhNxf3bjnujazPweiGHZJcBZmGik/lM+
z85tF1jd47TaxnbRE+VZZV2n7hpDevN/jsqKI4aQ8qDXgB96hrKfmm2zHN1kHR6UW126GjKfuz1j
8a7egiK2skMmEoO8CFLzqJoQ2pus2+VkVjY86l81g1C/iXyX5XBHcsCyDGdTdJk1bTtvLXKkJD2A
1T5cACc5UbeQwLApp9iDgFHKkhH/bFhnreCe3nmFb732olpE6CJiEeEomuShEsuJkR6bK4kH12aa
jEhZgUrte7vzX+vFdbhsZQmBPhMGOuk1kcffnkI0dYg5UPbOssru1Pp2GnmZf0nhGc2oWbohQtq1
RBaws/0AvmNHWvx0NQ6A8oGkR8pZwBWkzpaYo3pXVLWkBZMLkGZOv6VP6J8cS/ihGOK7bqJaspBe
ILEN5n3Dwb9u0AJfuGX8XEU7krRQzodC+O2eK//jMs7QsJLJv44X9Ohj30V5PyXnXM/vwl+/vQyF
/WLgJxyd3ohghjmHtI335L4++AWXHII/DgmOcATgyXiak6Xflqvl7uYZucUICukApVed296f9kO5
lsd0ESUiPYTPxuI4b3HAgIX3eZ+QSLcVZlbvSPcZIszhC6Mi8RTbFMGLq3dDlgfcKOykR18TpBtU
Hd6xt2t/47rGeFaVbHcxquPrvnGhMJEsy1lJ4NDNUEXe5FtQgsnpk2hu4MWtX+CBWHlEjJD35Hi7
xUIfSZYMAdFV6t27QhyxXXuRjziXvw+MWALN4OEXeRc2AYGdrW9eQxSTJ15lQkOVRE1XWHzxRSpu
VdveEPcdXKee2e8SMQeHLpiIY6OJlb/qpgJ8pomnuYaS99USLrT1SmI6PN8aI+0XzX5eOhEJncDO
Mp0K4Zf+zJa13iGqYIaX+cYujRMScgD833bN8JAnibeVKnkZTaQEcpmKSHXLx9x3ZHCaIxgmxHNX
vO/yKpm9JbK7gNN6NHdNRRtirC3nbanqbhdfplkzfQLUY84Nrc7lBju33nKrrLZcMYajy4R048Ba
piRy3WVn20T1UnFsKouFmZhFTOgHcQ+SgJsjF7VP0y5+Kfysqc/WjLeqvMnnxT9nQXyLOYfrhLLH
dycw8utgSS/5DqPzC1U6/JoLhusZ2ttA7yy5b3szO/kGYDUSk4LdaDKI9oVrvltszNdtYaotFDR5
ZovPNy6IlSuuMWXEQUCGCXJBYCuZHS1KumBj3YvbyJrfVtqrkfb85UQfvLrN52nhopPXX0ZMLJug
NZ+HEGBzAH51EbW+FV/HfPhItwQjd3YvJpho/MuhSquDbYIsNRUz3KB183KzKKPbJJVhPvvdwGFp
OB4ZGfXwWGPmPXIXb6NGoRongmkCutt153yqg2sMLRY6tzWnsUnqDZejPGgRu1V+fEPihIUepXtZ
hmK9XuLC2YyOZHU6ClGWbVf4rctPG30ZqWgG6w0VzyqcGytpzVsQDSb7UkBVJrs6n8PEYQ6+LZZA
vtjgMImItZP9HCjj4AQewiW4PzQhmueipc2+4kOOm1Ru4rwRFIuGsZkImdous+OHlru+sRzyK63W
i4ApRzOZYwAK7ZESlMgpqpuRlSIolLX1UZGkceX0Fk1nx+gASzV33jxiTfYrfzcU9Otz8tA2gd96
d/h2qxuhnBv0JyVBRIhByU3C52002XNfWs8WxDtanykX+cal/ls6N4xrxS7BkvAVyR3OWGyc3nvp
gMWFAIYoYdYdYE6EVPV1MNSRmNt3mftXeezcOYv/gT/ii1LKpcQF/Itour9NxfxTtKvY5UJXUSwk
1w6tv9JkYnYPihhEGpe8zuyvLTW5d7xz6rw2RX9SHPFXVW7pbYtm5irtkjnyWkT+SSYN8w4wYHEg
KursZsur0y2fRt4N3Nim5bFeTf0gJhocXZ9A5ypVhRyit29bEunRpCLDDJGG4UfIpuNgD9OuJkPv
NdbL/ApmgnuU4xtn3H3nocxEKNuZ6BYfOh6su0dv9F+Ikz420Pd3JUrLsnA54VTiQW/r3mtv6bZ2
PO3bkbA9DJIUDVsauqdFCv+jWzhHi9Tccp+6GuXwOKks6md/S5rZg9eWLRF0cufmtEIyszlDZbSp
fVGdE0uLwjDL7ieltzTAt1Abt43LWsyhD091di1n90ZmwVugzGM+uZtW2Eyg80PSiSt/rZ5mYfq7
MquISByuhob9MsjutTE8jWn7rOphoxr/ip7qLgVtNdAOCarxkOhsW6ZEuMXWd8+AQAMoWjx9VxMk
/0FGyVahmSktDltAk1u7M6ImUUSDL+trLqurlSAlN3VBlC5RS6FelgZcSt7eOjg60tpV8Qh3cfQR
c84bVgbaT2cXuNVLC1QhzdQ7uBnkZlyNL1ebNTkg4N1UbgtMDQO2sfTvY4VgvsCBhD+/VTZZh6Yd
HJbAe45b5MIBsR1iYBWtWzQUME1IrMtBrUg6/57N+SYlQMaZeX31s3La7mauAn012c2WU+Mw2VP7
NjnOoQI6ko7TtUg51bN4vk4SZ5s2uJEEVEmau6e+qfdcTFmrsXOq0Q3SMNjMKdFE/E2LpHlvc7Ul
BGrD+bGt6vaOaeibNNgG/YRDm8z4yq0fak0DKTDBL+FzDDFr7WRjMRWw+DGGTS690yz1PvXGDT2P
O8dpEcfm6aZMmRv1/s4IivrEV3kO3Pip7xVVxg9nsk86y3boRu/EJI4dQWtbXeonLy7vFj+luzzz
h9B95rIT2CMWmuSUwBoAOFo9Ij89lwvdL050p7e3a1ddgAUmgrrJuU9SbLVr8IEYGl0eLgUOD/qj
xtVs55HjrDaiuPlUKH3Wfst+4Z+NoT1CRd6WpPJ5RnNdx1z7B96xYGbwF7YTZH1O+fu2TE7OmH9M
erhbkjpjhNAf7HzdpMQSPdBYXygDym0TD33kud4ZHg3Ka+PSwAQEUzfjfO8UNm1tl7DBtc/vOPDv
S68/K0rK1SxoINi01vj0xYi21w36I7L3B5CIQ6jkeGxLjRqaRiwQxn0GuqQV1nGuhnqjJ7g8tJ3u
cCOeBESEjZdMD6O7PKYlicq5DTgWJ0Lt6CkaHFWSacRuGhtoAFMskrs+M6+yFA056esH7raRl4sP
x4+h5xbDeyOGFyXYOo0SkVFBop2wCT5PSvXTnAZOl+HXnM7XxNJciybYznX2PqbynonRMwHlpAAu
w0fpjMe18INrZhFPgl2rZTbIjBM9YPq1jMshHdFb597dEuRXiR+zXTLssbIg3ao42ElLPUwuTQV7
CuCBZvOxE9a1W1T7OHCf/dW4lTZ1cmOsSagT8Thktd7EKDNFUp6nsfrOwSXNnb1vZ+M28NLPQI/G
hr4LsXxc/C5XuYaPPhnNLXeTrWMWR7dMj3EwPxRe9zCYDPNSVx/qVt9w/n00GSxFkuGfyySd95Xd
Uz9JkKFMBTfVWt9KVZwUGtN9bKyvTLDDqZqPqHNv8Qas3Cti84R3IXu0Eu7hBiThm3VlKjf5TUKl
MdrD45pVT0U+zZsUwG9UmEayIPVUXLtEbF3LAOGXZRbLCYDXGJbBetMqUB6+5r3g/Siv9dLJfTIL
H2200171nbSel8tcEFQ5HXrL7xcgOD3E5Fl0EC5qGj6+gm44Uc6+GaBzVhZdsB4z07HOtuv2m6LX
ZbdroH1GllKXEsj3dgySGSJ35QVaXaaPFYCxr8Kx87ty6ej6FMHSgS2Kze2QZfbDuGTunSNTNNVL
FiTwrgrzexwDOjEoHQc2ojjLN0kMh6gz068ynWN1FWekm6A5S4Z3Qi6JOhZTM90BhSWuZw78gcMK
Ii+w0uwLLykY1apW9x3Tw6umsOWjkwXrq2e4eFshtN8YQWdhVSm5MQdZsm71KEzo++TH0zp03mMj
NT8mOslXzVQGc+giX8XyYcabnDFcSfYpyO9K9tUultn00PHLRAvlTRS3mqLK5gyrdZJ9Bp1EC6nX
ASFST5Zl0zrU41ACvbyfj+4wOzvGCTaFXRw8YHwAuWpq7o0lxQXxaobt7Cy6JGzs43QWo41/YXE9
fqPanl7KOp4xNI7yMLqT/5nCstm5Nl3QpBhE6Ps4miZRzs/m0Ofh5CTfCVagbbMsGUCqiQPACsz2
Stv1cPAvhsUp0z/zNP2QvdvfZnQPImsquqehEuYQikaPYFeL5npZh+JRuTRW2ymjKUNfdUukkbWR
jVtvCkYpZkXnJ2ajZChJA9WV61fNbBDXURBM17Ohy32re/Yfc5U76XftsWtUzQvE1tYl5lY01k1D
z30303Z7CMy1OGakxyJMuGc05Dyk1UodDAFURyaqnu3s13U0Um2/znrGQo66P7J1X+OudDn/3YQo
zilbxqinhbq1HVpNI8nSd10W++e4kcYNPLTGC+U4N23oAljhBB3LW3uZGJnVIjkKNU+cHVN8OU1Q
XIQYGYabTDsOxBUrP8akVMKVkh+dsrsd/R+9SwqvJJR7DTaGdEkMNBsO9gF+4Y05yiZjBWiGTQW8
qQMWi+AxIM2LENqh0T9Xi2zjTTKoatfJabj1W7PiuuZhFxpWe9iPU7BS9FO+ccWXYr8KrXrKgpxh
uiK7nneN9sk5VrM4aPS3B1G0JRL3bgVr6xGDOu4q4i+uoAOPxC4meUztbyvxZLWJ3W6BNK8bJoZ0
APpkDW6rasAY0i7GQsXYLzdzgeNnsRJiU7VVXRVjlpI7MmHN6nv3nDGo4880vJs21nLrArDjO10q
AIp5Y4d/W2sUO+1g0UoI7AWnhp+Ydsx+HXOVaMrYegsAWqZvhHdhe4HYDfZHehe7zt/6lBDjjlFk
lIwIrBhvYCBmNtZ35o3XSd3v/1YQMUimBY2KNifvKEwznrVZWOPzBvpS+pLEcLx3/9AK/b8670/q
PBRS/3cS1d23Gv6szOP//k9lnuf/3XMtoF3EyAv3v5Ok/qnM862/O5D5goAcO5sj5CJU/R9lnvl3
NHmSWKpASoKm0JbxH/8ngcry/+6Q6WCjzbMuij7cqf+BNO/P4k2PIakpmbdbPkovDDQe+sA/CvtT
YpqNROVJ1JlkL7eNu+5JZv0r4MufjbT/fAriQyb+vkAN8ZuGTTH9ajrgmDQs2gcj9/dtkH2mszzD
sg62WTHeGU7z6w+/wr/Q5/0mY/vHJ5Mu/xAE7Unrd6V47bd1zewX1HeM28LEZPKQ+EN8InP2cx5H
5zzXtv0XuvjfNIH/eKaPtMPzHXTt1u+wiqkvkoXTwqAlnr1aQdofSp2sYeA65X+/eP8nK/VffaN0
8jxTkNjLIrqoBv8gCbYaN5OJ39OOnvX00tS4dJzELG8m2PGMS2LryjGnfkcbrLz+99/r//qMPM8W
DK9sz6Hs+4fr9w9PRq7tuIWwO/rt/siURPTWY9W4F0VOTBLxX3yj/2t98u64aDktFJYOU5ffPqer
O2arloAFxaB802aaDdziAv/vP9O/fApPkojZkD2av2k5+wuGusw9FQ3lHJ+JtUq3Rmq30X/2FGI5
beLeeNNcW3CT/u0pTt06WmSxikr0R3fBaBs72yKS4N8/5fff5/IUn3fN9wRVKTPUP6+M1kqFrstE
R0N/yWKvrOmxIWT90HZWvP/3j/r9a+NRksdYwnRpmSHd/POjCoIVXQOITbRwtyeXC18Z1fNfUZ//
xVN8Rqc2P7Dru4H72wdSy1wOPkkFOEZpdBjUdBBv179KtfmXTwlMFNRUCBYZkn/+LIj3KZbbTpNo
7XvYt1HIVQMTmP/sG2NjYK9nCwzY2CkyfxO5LiQmdZXK56jruOflcTtbQBeNTvzF9nB5Lf4gpiWG
FvE2sYc2Z4vwmf/++dPwI6gRXJIZSVPjQDFnfWUbZvGeCJ9utk/S992//2C/OYI8fn1WAd0yTibW
XPA7/jitGsiKEBajDIJ5WHbgIwbLAB9hm/lBeO1nIsBjrRQy0cJNkmRBKKBEG/8VSd7Cbfzbh5cu
p+nldDRdQRX8O5RcC7mOcqzGaEpsgQ9ag8UJjXGVNNbh6LWI41oLH4VA6GnvpkIF1culZvfvmS4n
C9f8KfleTNyuB2bOsz538zStb67NXod1h9nsAfpfStfKqRTb+zBNMtswfVQPJNHCjrNJfEi48ohV
XZX51N5pQlzGXT216mQ2F17K7KQz8dt2Wzw5vF/VVerhw99nmL9R7y6Zn25potk986vBk1uzTVMu
CDDtARRM0/JTxypfI9zHq3hLrE5jVU89QueJYBQFnQIDEY0uCJIecncil5772rihTzdR3y/tutxY
Be1c42g7Re+fpFgKOFcEtZyarFkN7tO13220azbP2GVBkWambqOgduMhytGGH3Ni3PJtkRTF05RJ
dJlTnCynuHfM9mftV5XEtX15Zb0ikyQf0z42N+tgEZVHW0EzPC77yg772cNC6kyDfNVSoUaz7V75
pKbMJmMYK6UVD+/fvSsE3JqNVIY4Ck46P3S4iOVbE4jFrjF0mmzqxLHTbRV0MKKczHaHUKMDdCED
2OvMjWiWD2Yla6bp8+VPMYvZV5HB5wYNo+ixmCJj3jPqWP/I+25aN1mVDknkmnPykVo6eEBP6nwY
KYFJlzynEa+1KEoG2mIyJ+jQttUSWG5NSIDadnrXSTv/WkXNyQwU523ohPrMTBP6aZVNdE7jBmfy
Rsez9yZgAqHBjgMwgK3Q8nRJtClCegvGLYG67Y8CUVZ6lRMiuu56D1AVsXKe7CIbPPYh4dLDlVZ6
LMa4YVkj/0r1zlmajP6gjZDbSKR5ozpPvegaS9jeGT3SD+hatyYzpBjiSpt6kE9tuAxboNqxG7bz
mBXbsU+rvVHk8qNPsvbNqBbvdXLauazu/NHL/eY+MIlmOQ+B1QxD1JPCsc8Y6FubLLWDB34yW9Ai
n4wsKiiLppColOAF0lk7RcTDX7gBMD7zo28gatkr6TEQLFSBaiDr/Q7MduF21jYeNDPRKXHlrShi
2iClEpkBN2Gx11OSJjkyLgUgP34v/FXdJgkZPvw2ifdztcv2qe1nFOp67Wcz9INpvtxpu/HDmAbX
iOoWZdqClw9JipL0O2k11I/pRDcnTOO4vW0amwSptreYQtoooJGhWun4JIecRoTy8+CpSKfSvZ6d
obhJVSWIb6qE0+3KEjvy2SFV6N1Yxy4OrX62zCNia/AShvJsJ4qNnvCCYSVpdpvWqXu2q8r6llm7
+ttByPgwebZdXiK0lmXnWqpnQBUwTGYuqzydnLvcsgzikdZhDa3YktjOGj9GJG8TfOHVNVl4fWrQ
6jBRRR1lwX7FMBbxWQQytUZgaNBPQflEMvhmqI3+1yRmHxE9mwwqDzLtRrTCCGXHkdHrwSasikU5
ER+B8EMlP6EUdxA6LWWKs9u26VfDUbYAWUepEi7u7H4PYqxeHMXYd68GW7wvRCx9oKzNXlard97L
daZBFyctvoYlqTxgP2kyP+J7ZwTUMb9DrngRqmIPoLYwswZShbskhhsuUor3cnKWrwkk4QNqmzyn
Yxn3XdhMsxwRVKzYATo9liJy8Oc9mU6QATkxuPQDIgDLEPINmz+wsXddNCQVL0/JWzGhmHUBC3qZ
9n5xQSsR7yoGdlexgO8RVm4iu2s0qc7VWErKnLFKu9cSy0aKipMG52ZpRfNNti909qL0LbTEgfXu
rnJ9u7g+gk1OhdGGhWEjhxuSbGLsIRbeRukUIr0GdSb2rGUpNmPQzZ+rOWkLXwXdHLoIw6iPg2Mu
DwCp/V9B3YFWwKfg4LyALmeQiVa2Xy57wE8IQgasAGF493bXuwkJjYVzUSEylQ5HzqDIdmzNfKMZ
07vAssEWxDPelIvvPg/CaXTSr6HXBloiP2OwHgOwIDsxD8DzNMRbP8as+QQpqG2M+0yVCQg7pxmq
Y2sJUtRo1SEzdi6gsSUthzKKU9X9stLMGbc4yBtkozJDODPjJL8zpe/eOy6+nrI2qx8EsbR3uaH8
gvkefOZwXZT6BE6jILYMufE0zevyBhegh/0GP3QNK7t1fiacQct1aS64RvIYdBMtmwonxyJa0gqQ
ujK3sWgF6kORrEKFsk/zuxEYEXKJnABSE5g+sUvIr7qd49v9dFHstQ8NhEskEGbqQk+r5/JX0CG2
D0vdiHqT+sZy0oMzyp3Npe/e7kdihm2m3SlKRW9xrzyRtq9+hv4gnJUFuKQz+uyFBFmbWbBsGHKl
i7P8ooPluNuhHhp1EjVCjyvDK4MkbFcX97GnzAuclUzj7giJ1Xzwy5RXe1GePFioicl9S5f61uqL
HsoRDW5kpAMCsqovHe/clY68KN/NPCalwBqPFaLunt8lje9njrievXYwz0pKS4RdEetn9pzCCTnY
g5scVpSJbHP0vjvTnvYlyNFv8mRAYJRLmS97xIzD44gORgJVgrd6pis/M4TASBGEyKSMDyWq9W0w
JXIszPz6IXYyZOfdXLjRyhT9g92ipKs6ck7VngWboWKn+1i8xby0jUUPxiXuxatnN/aP1SSsfmBw
WG/awrZfSKxjjLKqzLhFaoUQTmZOigy507eUAeaXYNbUhRV/NpNjm+XAFFCYX5YW1h3U7+6b2k4w
Qk7cHrBMV9YAYExNImyrIeb5frxuOwIvq7BDcnBv9bHxZFQWuq+AAeRpUHItNwMOm6+18qduO9gT
Lxna1eI67npyImfZU/gVvkDm09PipCYmxbLGWwKI0Y6LBy6Y+M+8vBWPDJY8gizitVmjSZkF5ZNn
LAhwHQZI27bF0BQGjt1NoTcF+bVWKfSeTNPfCP0ZiRNhw75/V0p2uA1VltdGqwiKp5wmMLY1vFZf
lW1d5Naxxqs4datxkZ0w3krVtNIwz/MMEauz1OYWToZ+7rvKPyvBCGPfGV1cRqLSpHwOa2wD26pQ
WV8Z1A1ZxE9F7IZgZOxt40LbDmeoUaYUsm09R2IMaP/2qY8ZISl0Vm3dBlVkhP9jAIAxeAhB3Bp1
MSgZJYh0mg0fuW6q55cE4kFvo6qMO5SQhV1UY9gEmEhD9DHuew8L/rYHykow3JRTiOHs4wXg2ze+
TLNFJ2TMU/VMHzm4L3sL1M7cYQLamp493skqQbDn0nYaEQsVzU4tA8GRKs7KfFenc9rsUBBCona6
ojW4cTLYBvs4MvoXwHfBP1jqR8fQkj3D7ir0uS505xA5EsNVQ8HKDv02qH52chwuLhUhfjZMWrxN
1zEoDRsEe5zF3oStz5PG2KB9QCW9E72DSG5ZNQm5TkLLdld0nXygnhtw0nV19jxyO+iixtcOg0aQ
jEhu54VhFgGUP5Qe1clwTfwGGFwYcbpek35701zfjo3Sb6aj5me+teqbeWpnM11myBQKLHhfq07V
AyJ1YkvjNKUOzso6+GBqYTehXhQxVfXiBDfcfqD1IIKlGT9lOdgmf5kl5gUxA5uJnZ7BYW7q+nkc
l+rJlPTdGJt38iWGmPdzxjfhodNOwAePPptw4fRueZ0gS2PbJMamDjP2prM9KGx+Ii3kIwHgKYF6
Rody2zWyEqVWFtcflhITdjUMFS1af9fzQ22VwVdpok3dBOVFmNPkw/zM+2UW1Dn1/CslxdPdF8Gq
Pz2nnEiL5/bGFkticLbrOiLXHCUv3o5iXvAuMP37bIfJH1F45cM7Ti/1Jsl6L8J1tZefyWwSGUnE
tXWurQJ7kWMvT27eTiI0XRQwx743chnVY+L/9Auirh2xrprTyB4+Bnch7c+Ok/hEYix0j8V1nkTQ
Trcp1k2EvzLv7lJmJf3GQWJFXc099AowY/WLycJMVuioYRK6qplfU8Jg8fHVK4IFoGkow9pROz8G
VgK3kQwMQSjJE/jMksK4NZpy/IlKEBNHP9QUtGOFlWyrE8Isqz5jdl9Panpa6kE+jfnlzaxyI/3l
c119nK2hTA96SQDhTckkuLoAQcU40DcVkimLeWNYG0t9nwuzipH9E6YCJG2aQDJN6AbrLq6/Cn9B
Yep7HmLJ3G0QLhbmopbQwjgyYi2K62WTGrL+4RbYUOGFKZ+KyetNhodDQh3i4pD8jGWDWZLpR/Dm
EJuqOTih6kRobCWDmsIW/IhZi9hkkhQReZatR8+vR3hpcez/mErGS2FXWor7ulWaB7dF4LbF0dK8
kROYLuRU+AK/B7YUG45KgFRGjVhwwKNDbQtb37ee27X07vMmX0o+h1bFtlGO8d7KSX8H6NcpBpti
uOVEAfLCRl3dpp1a3lcdVM8SbXsV2tWc/YpVp9oIfnL/w+n75HsY54K04Xqt+62fGBl4LSIMfi18
pSjtRw/+Zht7HJnKFo+TxbVmo+rmEgngEIPuy2X8kF6Qvg6muKSAqoQuu66JSN2Yfu/Z7DqMlnfe
oCWG2DxwTn0t6Fp4lNtM4JduRbwB7mQ69K3VzmjYE8nxkLnUCAHxcZhz+0a0EWi1ZiHyGA8gAbzI
rXh3B6m2tq5nuVWLHh/pc+aXVBSD43mamVttna7Ffj/G2uVFZjHguPFxVu0keXyY1cB6aiI1KrPc
YLeSPTcMX35Lbjj3pszmb8Noc71BnTJlRPRYq2bNJ6hdbJRfazhmpARtutETCCXVmkPlNeWnyHXn
hMIbLLQrtp97W5PCH2UOM/AyapwUg+zADYa/luzLauvkXbK0pyzQztmr2vhZ5PFUO0+91cWe/SwT
JrbbaQBGiR1hmH104WvvZuqeHgRiZkhbCLHgBw2vslvNa3KcMd8Zpuq+wA/MFiIeUyenEXAqh0NV
di7eYvQKJiporEkptgLkPD6tTYIqxHwQOW7tyPN6ow/rJAXBW8k5/+Hh4y05gJF4brI1r4OQYCb+
Nxjhw2LEns2zgQT7xTC7C4ymXZoXE+7KY67Jbt305DoTRT/H2Su0Oei7IDmRiuZq/mUHhv2zz2sO
OnspuQMJf9ZIfzRXfaJI8rK40CexmpQWGsKNjaov2FReMd31TnrXG5ag5q5SherBIfI6wTyY7vFY
ibd5MFwYCbMknQWLT1VvEo4bLIxqSeEyLPiS6NgMZX2dyNLr3qx88M1TsNbwXhs06+yAmukVPjWL
Xyq0VYkD6HK+ruwd/8XeeS1HjiTb9oswBiAgXwGkYFJr8QKjhNYaX38X2DP3kMk6TKt5PtZj1dVT
IhCBQAh332trqhxRc9aYA0tLimOY4E7oW/FJFuc+Cd7ZouLhqEdEiUYIm2vIvFYXLvW9jT6kKvqE
gFL7lF3PLbCca7l4htZuKAe7voGl1xVnMel7y9MRaxLVpAilaXf+bOndTR0O44IQEzjgenNCBBDL
6lbrUJRhYn5cjghmAQ5kfR15MqRI2CvpzKR0ILIYYMvQ7pbSXd0i8b4UbZkPT1ZjGOlZUA5t768H
1RfmRgtR0XsTJoPyrjTJ51bOmAPEk/gC4NvUizBqji4pKbDkjYKNir3uTKFwsWwnYHuS1/rhyAaJ
O5hcZfiFzn2NZMewfSxuqJqmJtAx+tYmsqFiJU0NRtlNJlIYXSau8Dp2tR2gfMLkkcGSQxBqa0vD
vpILtBgXjU8i1eHaTk25YKtJ03fUgM1pnwdNDjmxG5DlhGqszZupKzgtjpTcYiQ4CIKReqSZ3Ljp
QE6EJqqiCcFtX3A1uGUNjM3AlWZtapEjJF3YQwUtWUAVxjvRszec7iOTYOdEdRU5iCJ7z4B2sooQ
O8v1Y2q37fRYVqsYhSzGqeSL4oYxeI3MBh1oLvdQJ5nQ0VidjFZQDTc6xbZGRwiNuP9Fl2uySaBM
TXWUMAqQAIoEqMrosIfDsyy6ZrNqkjvoLgZeD6Exh9gd6FV8C/Ue3pAvKqs6Tmpdj65GqsMZCWMU
NjdyEHrHI2WYKNrSrgMRi8ad2L8HxbJQJ4eVvTCER7EVVCmnqhBObqkBkMRRQmpFdfXMztSHzK/9
K1I8BfjPsRF2GqF2ruNkPJqUZlTmVUt1RGBtEAq1Uk85GMatxIoTgYCSGDK3JKrHhdy0Mt6Wg8EK
64xlmdYng1kLduJeojA2Qaseds28MsyMLPQ/Kar/qxr4UjWgauRk/veqgdu620f6fP6J/yB9xL9k
0l2mYVrUuVMsSV7+34UDuvUvzRZkESma5Y/INpms/xQOCCoHLMICNoArqvn1hX/zn7oBof2LP0NS
6D9/qfE3dQN7WUaKGWyN1ItuKHhSyeq+cR5s2V7TBqL3c5bLj026SFrmoLrhuIbm4svI/CGTv5fr
/qctBZIvPeYMY++l5iZZjkRUJWJl5mZDltmILnrVtNZEzbpNR9biOokL6orrcD7A+NlLCv7TMm0q
ZFQpI9hnolujoLRWjcQqCRDdFXq2CBfEgUb+OJSC/lmgb8iq76W4M61rRVLQSKRb14DjwQf0p8kh
mt1+gu6fvnxpZi9Zq/SwNSm7EAQY+uisy8EyDFUt3ZSalLB3+U23KUYyIsRyKHLS0+Qe3+nLcOyC
A0CjPTtJ499PomlAOzWNzPFezcnAGSK0Bt7n4Mqu8Bq3OJXcaMOesFH4kZDdsOYC4CBoczkMX1KN
7mYvXLN3CO6PDjlY/PEdA6j6z9Msv/6lnoG1NzI0rH9X/RAUSAD0E2kcDxl7779j7lnIaU3d5gXD
6dp3F9a0aRj8LhcrQy31NQHg9IxaBgokxVj8XS0DMAZqT0h+ko6lokFW9kZXE01APS4rPoF/haAe
G0vYtodAW2JBlH1NMS/tmCZVDMxZCjT4LL+Pm9xhqkCFGztLTR7JofA/nLdq0U0Nt/fQzzda34Xh
poyE9iIoW54d1fBFSTaJXD/xXa4lPTAmmTCGPgxccjhU+zit+qCML5O+qgIq+Sk/OddTKQncSJSo
W8nVYc3NlVjRKW1Tzea4TiOUztSnp+Rkcnjsl52IwW6QIZKRX8VEZV1TSlXrNJsYmaM4KXU3ASZ6
Zi012rZ+EqsoMojOycRt8LgzudwGowIdxuw1D9zQdGsOLZAJUgGa5Y2a1KbbaPlxUyZRY2/Deizj
ayzgStIFQwX9yaoq6sCpLrfv/KrzfQA23GAhZSg6Kt5J7wE9SJEUv2bc3bltDqXyOGdEGPn2iFms
AK7jZiJlHBAtxTIKDxrB6NVB3sSbVtMiYtqZFTTrGZy06spZjeGEZBacRuOQysGSKOVajI2F2jX0
BfFyPNGJWkXt0ZilWbcNZkk6JWzLYQxlsPWmFWOpnAMD7irXboNWxcvOB/oUpkqEnLOTpdOItHe1
AfyKaGQwUuvNlmOkUhvTHq3jAFdd27PNqfHXkrAoO0jGNn0WVAp1q5qj2bTOoxEqSILMYOaKU+Ur
RKe5tCDglAu1VkkIGMZkXVQggy/QU5uXJEKMF51vpHDTtE2v7D7kcDKENmSLKBFlBDXHmHtPSFPz
EY6cbjwOXFwm6jFDr1pq4XCT6JARUMgOM5mu0LS40CpVrTh9qaav7J9Engalrx4jLW8zt+GaBfBD
snIqiGXtVUKTeEbVguQ7fLCkWcMyhD1WmkFAbq0N0kfNzlNlOQrD0adspPxIyM+eohf0XwPCyBdU
686UvkdjULuq2fXnw1Tm91CBWGCDMgjOIyEIHJpkdC4bCH6zI/KmL2EKSP31iHz1bWjKqEQZN4yE
4iqp1pZbTng/V6Mfe5lMZYNjRQNhYE2p0zN4NsSZx8pqT0hMRGBx4LNfqp1ISe6IaTgTgRhJ6/RR
d12r4MM8LhbNrQVD9ohobE1oIjUJsQ6yrLMvyBI52inTEleKevlyCrMOjnJcl4CxAjxliYZJUPsT
Jvq5KtV4x1SEoLeylCL30OA2k4VPFPFGcqGXjws743aKDPeJlA3ASKaZdT5UMJcZzHZo3c5M5SfD
xgwcRHpklk6BtdCV7fd8lz6ZtQ8kzcZzO09UsNh1ES/wCCU+z/1yumVKgVELQiX1KCkZRr6yuASl
w0J5FgcKwxQjG7hqWEMUtCe8BkrtJz7qGbnqqa9nGmdiQ7QPU29l6HunVvciZsxVlkOYgy9TZ+85
EHCMZWKRMG/JZnYMjlyyb+WVamy1Ks6OdYWSD5eQf6pj8svHjdC8rBLK4nORwdgwkRNO9dBkLgI3
tJARLLLQU+Yp6VyVkOSTGLBfY5bq/QWO2NoIOteq3mVZAh5GfRysqUlSxhNu4ql+EiVV2zhpSIH3
2ozMOVk3VWBrqwGorLyqDF/XHEBbRHGlkg/hsoxLeNxRV0xEFLOy8vEEbHRr5zdlXTuzXtW4Pyy1
Fxttrur5RAHCf0e9dae6M6bb12FDLAonAyGHrh/1AlaUIvR0FRZxPZ+WQdxfzJTNqY4yKalw1Lw5
B5oRlytdacwRrQOq8UWSpqO3gNQfb2XcpQcXPc4othrMMF6Y3OIlFxha2bgzax+zGaXHdU8sCGZA
JCHVyOVcNjYGahuWwdqQpKXGbew3qh2QiCKI7g8uCbkocyj/CdvVaHUJ2D1Sd7PTmCU+FyTPsOts
O0xe1si+zWGVRHJXIeCwhhst0U2SV2E6XBl1GSF78XVVHFNNEA7omim3ZCMIU2uba4hWPTGP+sWo
DpjkleYo9FUoJ1SPz3kEhkEpePh1pheqdKx0ql4TUy1ArcGBl05jpS5vOWAG2soK+/5MVmTJWOH0
mVor6iCphikoH5YpFlwq3pJFCuQSF4alb8iQ6U90qJokZAM9RfokhyJdlUWstjcG2YrBY+MU9/pY
jeYWZeVoX0mGz4BJOW7a61CFWOsiMfQHh+9LL1y+HFIVVBn5/RFCFSGtIKoI2dE7siaOYrfxKcsq
2WGrLo0jbVKLrVwG87Vilpid2L2vXwOIIZ1W+2rOoXGqak/vStugxgeQMH+FmtbxiWX1w0fZJCao
vSwmfp+xn3O5xlyn3ZgRxQK7lLJZjYr+bBG20jcuqbmp3lPbn55PiWo8tC1YyBMplJqClQxPAzLR
mjipRAM2SYvMNlnXgNOePu8g/3dl/XZl5Qz3v19Z797z97l7T7E0+h90rarxZ/5zabX/ZckGpYDW
UpSnmkuZ978vrab4l9BMTVCq/E8VJ7/070urov+LKwB/DzdK5jVwi/9/Z5WB11JfSh28TOkn9UKq
+Td31qWk/suRVdcNneu0oVIcq8umwq1678iap11GfNT37s6pHHDeniLnInLOA+csdM4u3je3u4+H
t931l0H6w+1V+16O+LPVpVD9ywVjZt3TM9wXvafKubssnBvKvZwH/uPl/QSZx/Lf75vV4/3z2fHd
2cnz7cf17fHb5eAceo4Dnd+7/8EVGaU5ofNFcafIL3V4wO/J/l5z+rOfexcClXy9qi/9LJyHu8vM
KZynu4e745d39DfOA/97ypzZuXk5vzo6f7o5CpyjK+fi6Orq6OTs6urEPVudbK6ONldXu+Vnq91u
dfx0fXbi7q537uP1mXt9fXx+6e4+jq/Pdpfe8fHHgefXl4vR/9TM/nj+/cJpy0DFJHU8/+nT6cPl
bnv6dP50/PCw2dwcnz4Ezurk6mS12Z2srq7Or87X58sj7i6vL4+vV2e7A3e4z8vTb8+yV79LFWZS
NsgGGcuXZdowli8vN+8XgXNDHIJhvHq/iRhLNLj8tFh+3LzfvDO8N+Mym+/5nfelc/EYOh/Pj2cf
b4/Pl6Gze75kdj1efDC7Lq8/7j7eOIfyz93lxx2lEs7D5cnJ4/Pb8cd16Fy+HRhf8V2Q8XN89y+m
SUugC/yk561Pve2pt/x77Tiro/V64zqus3L5D2frbb3fP8BP+7/fBlN8/wDLAIQ/+nCKLz+n4eXb
x/HLeUZ/X67eA+fqjLHKnZPH3d3zxfPZgTe5fFW/tb0XXWgHDenhRKclY1sZ95H8FCQXJG0WFJlT
yHe/d/XTmW6/OWKGhqkLTRHWvhOknshdyhHC9+ayOo2Gk64RW8pTnF77qMxsNYjkaR6fI0mQnb7S
+ntNwxVd20nz85TcDugnu5tARGe/P9Uf191/wpHE0WTZ3pvNeGjllAOEy2y+ecGpwrmKnJeXi+eT
i+fHi7O3a9m5ezv0OX+qKX4MxWcM9J9G96bbTNUZACwabWRS3vq9SalCgl58uraorqpbH6uKY6U9
ENz6scUQFeFyaCsoutjS9mvPJ0ldApLV7BUV6QhTiairs7IhIFfez6+/j+t+WybFcdrCBGePVDWS
ad/ndd0PbV20kJFx++pPm2ESz702qFd1HGUHyvv/2JShaOzPsroEmL83RXQykm0EP15atfO1Pgdt
7E6EQMjfzNnt791aHvvri1u6pRNSJsZNyJUg1ve2zIJaOI2SNA/0mH5uN7q/wu03PTAp/9SKwXdi
aKbgYCHvLQp9Db2RaKmJfrObNz7FOJvcnG3v9778mIVLZwyLow+RegQJYq8zpR5BBp9UkwT5aKxD
Ytz3w5wGJKF0anyjrFa55/pt7FWJBQYbMcNrnKMcdX5/jj/21ibEiXgLTp2x11uzC9EFFEALwPoa
hJN61Rmoinb/shWLmKOK3JFstkGkfu+k0+ghVuB+RwqrqaMNBdmUHQxluPnbVjRNttE3EZNET7gf
4AxIQA+hYZI2r2SZiGBOTC20gwNv7seMJzatIIhexDOLVmfvuGQ00M50MmkexG97F1aK7RKn57JO
YuzAy1GXpejbjN9ra+/rsrESyojzjR6iCqzMkqvMMqlfbrdd5x/FZrNKpey+sEhP96YbzOWWebaS
KmOtjN1Wga4GBW2lj/OzMDSPUDQcon500CnejvHfLgTLowoZZwBO01Bw9x5VVnyB0IVHFXlcrFtL
PAgrJB0dg678+9eMpZwmiyXJxe3h+zLAZTxLRSFGKssyBM+6JlPeJswDU3b/0GrSHyYrFwL6Qmpp
+XC+HM4LH57bWBFoiazeBPsRDet06NUzg6pUyn2AJv3eqx/vmkQSdxyZXBZ3EF3V9r7EqJVQoCn1
5Ckn9YV+3t3lp/WD/aZBWHPae4yS76aL+Sx8nj+iC3vnr2rvkM/5Z9bq63Tbf4S9Pg9jlSJx4hGK
O3EtX6GsOCs+jE2wE5cDSp4LC8TYrXwRAxo4arbinAK1A4vv/qjvP8HeqtiHAjwkqDkvqGLHarFe
D7S1qg+7AvLi7wO+dOZrZ2FWC4EhiI0Mm5PHvuJOivVSbpt28JSeAj8Fkcg1gXT54UArf2gGKTUf
qWCmstLvjWlQCl8pzXnytDA7gusweFOvPFgIXAgbL3obiqwSYIO3VGdsRnIEnX1rZpCAS1+lnG12
TNjMdvUwD+tOjxwlPE7rYZtpjZdJpyqBSkUGI0Dxnoif7RB6CJ7Mw6OiPI4U6/jlkTJNm1l+U3mB
snRvitTBK21lwk9JoreiLQmspmsdKNOBtesP/SYFbCA0IEdKBH1vmSxijbIWn+5mxWy/jEmgPRVZ
ujowuj/fIWcqTRBoM1UTp5DvH2msGFitgKTwtCmT133dX0K4HHf/TSPs1/iYGEu04XsjcARrakSa
wQOOR+FqQhogpY77v+gK47Vo+5kt/OR7K4Y96L6pxgNw20acIKicyFR11oFVZv+qxaS3FAIcyCdU
IVSxfH9fVjUgxYYSVv3gjUmymI+mQDbIip2OmElsiiASbjKN6unvA7i8hb0vzVKI5TN+Mt+AufdR
+0FWpODkB69vrGJnItyochU48JxK4BWbClWbgkGGl/qd8vezkKY5dVMYwZn4c9H90l9dZFKeJTmj
qgsA3bXke5S2qNvfO/iHuY64H72zTCeXi8zeqOJsJ8+11GNjEpjrWE+7ncKue8jla39xXF6etoTD
0HEDnN8vd5BS5KpFkw0e6lRBjoN8ZYVr80U/TNYu8SeyWMmYrRt8hfktQlk1Q9E82mO61Xrs0kk1
m06cZjflYK5I2538Pgifx6v912wYBudzTuh4n+7NrUDtoKCwW3oKmWZgQ22dv+ijUp7XEQUSlFD7
VwZ21duZ+ykXayVoLpsRVhtlZynKF2lW89ffH2mZWHtPZKvowpH6Uhlj7FMXQHMZsCy7zoMYA5xw
EhSmwVhap91w6PP9U1MYpHO7Jr9OiHNvkQgVe1hANp3XUQoI6bkoRoqeMVSlktNv+gOLxXKY+t4x
1iFTsRSb+cC5fW+x0EsrQFPVd14fWcAnffQQbTThb2OQv4IOG53MQt6Go3pFWmM8cDL60VVFlq3F
/sngX8tn9X2248VRW9iAVJ5NljpwTS1dcuBmn6obnJtr5UBff8z6pVRBBrAL7USh0b0NVMbQSKTk
07wprs5TqX0oBWk835yeyBnLB9aLH0uVwkKlq9RO8SO+ZHtnS4kyVKDwZkIltNmu5Anibt7N3ZHR
Nv1VA9Kd7WxIN1ifW+vf5+qPlfmz5eX8w/Au0vzvo5pKdtfXjZ14xkSGU5XKk7orAxcB2hN2Ltu8
yIMD7/HHqkWLHNhNRbVZIZHpf28xEs1IXN1gWawQYZdYfsNfK1Lv937tvT5jua8vZVJ8ggBrtP1K
qYxEEeWnM0krJdbFSWZFaXNlZBQ+Lm7puGkU4ZiUB3acvSlKo+ZyGVmYMizIBJa+dy3XywCkUo3Z
aVk2rxHQ4Q15PpLr2FKJ5987uDeMS1s6tXWEI9jZNPbv7231XEJ8kZCFbNtIufTj0r+J5qz8u5f1
2Qr2Zui6ILuACtk76fgziecSWxJP4Ci2mZUwfq6FCP923JgPsCc4XVC6w5q592lT9hoYxcy4UVEM
ojYTTX4P7rdM111dNQfO+vvXDYIelBxiIagwy2S6tDcBJ7hdadVTJQ0oQFhHZqkRCUGwD8jQqvVU
u5SB4lG4kVfTbJyXQ50/zqUl9U6ld1O8wskY7qUagW19yuq0foEIn8fvVi7Vp/i/5sMqBHePP7kW
qfjPjmDvm+N+Vhs8OOPEvvzLaUBnLHJHvCMyScr+IacCv0jdE50Rc2zjP4vilJyuf+Ck8eNrgqzD
VsZ3KSO9xGHw+2QzJrvqJ6lOPdumtsDJtHbEw4ALjOVStis9Kew++t+df3lNCq7u9uKdKGzWjL1J
0UoWakc9zzxCctVqiFG6woMrDkxwRfDoX/a0z2YMha4Bg+J2/xnB/nJUS6Ac+r2NA0A1wuqGZx2c
DVaMPUhfzTtlsMrrKkVGF4RRsG66MUSK2YyOgqXHxqyaYIsCV7n/23e6nJU59GvASJaF5PtoZ1ar
RVkMEtymzH8bQcxYo0EWB3r+YwFhfAnfcXYUy6aqLgPzpeOIDqIsq2glrvXoGkfk8GKIwUX/fV9Y
PpZghkbN4ZKd/dqK1MAUR3SfgmdWYVd2UreBn53/F3OFE4EK6oWvgNPq91aSsNCltLRTTtk9rjDj
oHrUrUz/TV/oCYEmGqKW8XsrMx6QFafIlG9aST8KgFYrTELC5EAze1vy54zEXlPjzRD/4Xr5vRn2
zQaHOJpB2C1dop6HoxvNVG+0YbshLpccmRF4zd/f04+ti9nAtkW4gOMdXdsbwTlqg4IK/dRDaNx5
SjLKWy0BQk55VXbze1M/Jx4LCGdIzjtLFep+iCuh/EJX7TH0iKZyMVJyTLTiOU1K7/d2fnaJuWDw
SXO41iBP7e1d+DZpFKQRiM0BQD6UA5eAymmaSDVWtt6q4v335n6+NpXwPagCQTASKvzeCKLhMxq2
a5or4IDWrBII/ocJsmSJ/9omwTVgK/NqN3/b7PIda8qSC1nIfcvS/eUzjjFBoeQwhVQtY624MpRG
qjZ6tYBzuxqihsKaFXtBltUHIq97lwGm6TJlmI3w84g0faavvzQMQqCHYhJKrJSDfxwWZnaUmAFu
TeM0gfZBqi2liXRGSRZkHHwqD/T755ZEhEdekFWESGQ28+/9pqqjHiGF+65JnWzvYNsdZmuQJTHW
iZkgIFyqVq8cmFI/py6NwnIy2Jm4CX9anX/pM3y5ItNQS7n4LEorBDhUU8bxeKCVnxOXVhhfVQHv
rDKlvnfNjiFDEKkDkVD383BSRznxOeg3UuHhqmId8rr90RynLhVcDzmMZV0z95a1oBs1vQPZ7CJj
ljddFt+lQta2sDqiAyvbj+FjnmAYbBKQJKGmyHvvTGq6rq5D33LlNgzXFuJlvJeS4cDw/fgQl1bI
cjExObqyuX0fviAoKtAqgEj6ocqvVMBPTxWHiUcFbPGCHUHZTWmPcfP7d/hjFGmVHe7zasoXsT+K
ZCRtan5Vy038Md/llCQ7Ta8klwNk5vXvTS0d+HZkYfD40Jl/3Nqo31+G+cssNCL+r5n6RDdUzRqb
AXXsL40ulaLJiRMhB6fcaGHRtnEbYC0keixK//bAzqVjiQYRWOZvMtW9KZM2Wk2uCh6NGNhqpVLk
+NXBGr4rKkv724vO0hawZGIc/KPuF0lN0LizwsJLLIy7ctclUnGqatGh++IfXp/J9wwvTuEgwcb0
fUxBaOWZRBwRSpqcVCtJk+xsFRDVlSkqDcxDAcKfzS1fOEVfKvsSmZe9A/UIJ2AO2B2BWBv9MRwe
6Oj5qJybmZatfp8tf2xqCdaQ/Sd8Z+6tJkGCEj/F0NXNsIydvF6vYB9VEv4IVadKB44RP79w+vWl
sb2pqUQlUKx20hBO98O6VPPBwTYmO7D2/6lLBN45r5CY57Nbfv3LB8AiPKmT2msuTh2IB+O2Nq8C
qqOhJlh6+1+MHxpV1eTAws3+s8zsS2NzBAJK7Ri/EBbZWmtTGSWLJp2olPsf6NePPe2TLEryAvAZ
kaf9kP/sTzhaxTSlmF1zGc7CQjGcyLgwphNe0Hl24DP+w9siWgFjEoAq5ur7jMnO7msRFY2G51EL
ZSGTg61tZoX3+wT8YyuorFiwiN39CNA2il0WA8W4boSN+3kep+pR1sXx316El7Ej2k8qnpg41/vv
c2IMW7WwzZRpbmLomTSQ85Vhng5Mhj+8IU3gFY/Cm6wo54DvrfBXzw3IP9yo2sB84w2Wq87ACSCp
GvKlVJj3BwbvD1OdPB6aRuIvXD30vQbRo9QSyQTqMySkKC4MMlOjVKKS3xeiRHdgg/65dSoahRIy
emKs1ohgfe9eBEdMB1koXMDjNlz0EFx93g/2aTCUuMkY9nk/yMGBgAzX+qUX33Y0C3Ir0i3qbjlI
2vtRyLaPZ3VOFoJLUbU3peJXw7YVUXtCOY/AMqbUkTvmaiM9irxIT2Us4oj0T6UFuW+OzXVi53gg
mUUbXQUxlDOn0VAl4O2ogU+vdWtwOxFk1wlMQQHhqKBovjVqIMgcUdvSRUgVXsOCKnTU221xbJVI
RtwAHDpCRMPQCeBJo3qrVnrzmCFlw/EiAILkdm2hrgNz9qmkaTXtVeMPnyalBjIvEeaCHQVwhxg7
KEFxJZ3Z9hiLFdMNrhTKUR0uFRaFHhQ7GZriuy3ZeIBmwm83SeXHJzgWBcQPhW8Hbtjo8TmlLAut
oBrSbS0NSbBqK9l4KTSCWU7XESp22iYpThBPVGiDokrC5rs2VUQMcRw8Vr5cIkkKGvrUyLE4ngx5
wiPY7ywiYZBSEQxMcXGfhBheM0Z+d8NlN3nsgHqmYKvIZzkBhohXXVHGE7ZWbPcOh7wIDqnVoBRS
jWJaK/PYvAWKVMSI6JrkxrZSMR3lYPjua2nOL6lownA7Qzhx04sC7kOTttFxV4ITcePehItaobDa
psGMAygQywyHER8KmwNDSboAlR2DF+UE57ZhYXVoSoDqu2asj8jTLExpEalJw+ncGFm1MfGrhIiU
imF2hjFAVAoqYNjiBg000Ao1MawCI4weJ8UIHzHKwtyvbkZVP5ISi++4o9rivaH264RzPoM2Nbgu
y3o11rg/zsEJtmJtthKxaT3HME5UIGWBmbnAGTXhpk2EbKjV0vbFLAeAAlmUaPfADqDHTY1+imuP
8VSRRzePi74MB6frzeoiUbtBdTIbCIqDHLG5CnwcGV1V86sFiDCV42o2TCwCEPHMWC5OfWat+qYU
R3o0h9AVuB2QuQethLNdQmOuSCxx1KAseUnUMb2wh75468LUvkdUG4/uTID3OCjr7EkpteaevJ10
G1WK9hrkCw0K/pcVg2QZwBKaZg9GJNI4iBlRr00rwGegxGTRidHNwx78lT1jJN3oQrmx2qnX0UvZ
7QUWxKXpcsDDmwSjj4brcGikx4IJ9BGi1/S9MZAa2THwgedtJSK47lnhb/rJnh6wM++AcTUddplI
XQagGpoFXiw0K3WlTrGerbkZB/G6IBcL9q8PMUoj1Dysp1lqNrY6SUutaWLmnFQ7IEmDps13WdpX
xwE35WgliVJ7m8weH1ZTGc1ka9h9hSfkCGmh5uymcV/wJ7BfQY1kJbTnbicTKrsnUjbr67wX0mmF
0vNJwvCtPaJSIj+W4f2AIkK8dRlZVqqtG78NjpK5ggpJ4nEBiiG4S9YStUT90aByoljPzZyeNmav
v6eGNV4ZVT4bUND6GtExQ4CCNWtr2cO7N72RKiu8k1C7n6tDg3A1gOkRULSStYbbppH1NCtjdZbF
fI/OhLWfvSJDWujrDObfrhfjaLplI032KhIqC5UwP63kDR/JFQTGPPYUAiUUO3IOYez0Xn8BZTHU
UFfm8Y5NyDA3XTNh/TUqoKzWiqTqSGlhCOXr0UriC5wkLBk0ja7fdArWq14pphDCcFt3Z82cwR3s
oUUkbqmageYmsCFxX+KjV9wB1ihiv6xSZM+qWuzpcQF9i1pAKRibh+1j1zTNxSzK4LLA5O9JJcjw
gWNvxaoBk5voopKlHhMnAfCSQmdyI83P36OogtNaF3Manlcy1bDkm6bpOs4yqk/aMg5ecU/JPjBV
tiZv5FDeb5VpkfWO0E7od9vfqW0H21ZHdunEzRjfaFVjPHOAr6K16LLhjFoD5cMfs/wcLCWuVdY0
Fc9DxUftdEkjXmzsZsZtx40a3OaQpE+Yzg8ypTT24glESMGLRFVkuzaKulfha3ECblEaX6iMGuW1
zXif6hj++Qxdxqw1qKZeGxmFASt/hJzrKIEEk8yS7CHZqFnUX4axL12SlZWeJ3kezpb79tNQYHzs
tPCZ7nJUhR2J1KgjkwEvROD8NRL7DfWRLAhqO3KNKVabO5Fn3SuHqfZmGDsm28KuupbhVL+GoWBH
AERd84GmSvUcGP3E0hj77CQ6HsBszTlWJ9idhbnbyx1cVe7H/h04IjuXj1GksQ9v2jbJLoXc+hns
nUYAFxzTMnaT2E4uaq1p33qR+0fj2DavAM98EIc5L475xuRFuIu+jI3NeMGfF8Zy3SiQ+noRP5ap
UdZrwU6Uu2YArEwaa+PJTrFwxg6mRFgoOq2E4SWk/klJImxWRkk2VnxXEBapd0hPEhPbTyc0B6TP
UzHUjA5ILYs7R5LcJogBSyiBEpxCn2JbEIoVKx+iSby5cEkyB6TEPKmDJ28SApnGtZnHhUixg+pV
6VCPynyGpANFcT0bAUxICzFm78yJQqt21KvhWjNKpHus7/qdb836tDWQXV7DTbdxtpLCAgof9Xwz
pfxQ7Bwf5LUAEdj0T0ie6UVthUWxqabMbBCmjXbBoqtZ903jW0yDILRrYGXQdR2NGll8aKM+w5+L
8whC1srubsdkNt8a8sK1JwX4FDAsjT26djxYr+mQq/cVar5jrZ/iJ6Ju9bmEtcTrOBTlqxQqKIyJ
ucASpOLdVzbs+/FplUt+56L6TCQH2lJ45msRRyBV7RCM+pjX2Gs1MjDgnmGi3yRkaGWvr6USPh32
R1DWtEJ66dpUfQGBXHRek9Rxw8CPFotOqt3LVBXj29Om/rQxEsiyro6XDQWUaTIiDvY5V1qYe/DJ
09uhb6NX1U40E1u5KpHWSV8UxaPN/SvyJPaXwsMAWb+GVhzYiFGDkD+EEBavy4ix37Tg9N4HS8Z4
OJ4taV5LXZY9cOxE0cQFIZ03TQsmkhIj0nYnpl9E/nbsZ4PPrlrWw67oQrzPBdQlZrNVv8a9Lndr
coxwBdmWUOOGWTwhpYkyKd71RJc1D09KG0G9wTJqEpgAc7IjSNrQ6TSW4+MOoyt4Xqj+Y4wvInz0
AIWDs5NW2tDm5sNYZcGNmYz14BIarpMA09naCI7I30jznSXVlXHekk+cj8q8mtOdmadUnSZRx+nC
jWDsp8cS5HPEmF3RhhsMlqfkMhQhFpAxPoteIGRJ3gEkDtSdnulJ+6aFHDJ7B+Uu2IOMqGCKkDPr
JjcHfzttBowUqDckAWj7Kwl2VuCFfdlH2CShUnkM5rn0xy1JpApOsSb8yd5R7JM1J7UCpdxlOdG6
65TzTXc89ngfQ65in5SdiNKeesXfLeL1VASDfYszLqVtg95b9hZPEqFdCY48vjuQf4yvizKos1tr
UJMJprYpJ8G92VkwukEDW/JDnIN0kPlOcPpk89S5MvA7deuo0Sr8Q3PAtTJXAuqTnKTMQHQL9lHF
NVSgS5jEZRm+qWwG/4+981pupLm29KsoztXMBRQolJ+YMxFTWQaW3vYNgk1T3hsU6unnS7aO1D/0
n8bIS6FuBMkmYcpk5s5t1l5L92OT7TKABPSQ3ik1A7ftJwSR12bcNkOQlB26bMc6Nod7BUL86Qq+
LUOpViHUfcD/DmDyY1SACzMa3q39HhbhJK4OhV+rsxzZ+gME2w/moo2zy1qS+HtIFvf65BqVvp+v
CYalsG+PWueXrqL+neMTEbagFgbjSyQgs24eygMUZ17YAz64s0J11gukzdRZEDXGEdKFAZYwKL/C
YYY1CMvyqe0VltagR0rqq/upwdMzdBmQQRrKbajGkAMzfPGqqnpY2Rzb3NcQUOFdtBfVvBgwrjR4
IGM3INs8bbo9OYQPe24fMw8mM3XxAnV4Y+1KI++Gm8rKdDXomhgRxTFs6+GBXgpTbv+HPDs+HpVu
gFLfNPt9c4nqH+UIOI6Tkr7sLGoI+ey47N7mqZXiqnWU+slI6BH6ZuAEBfxV2aoc4mFaLZKZvmDP
Utr86Eazusj8OILVe2u3UYxM5SExhytlPpaN0xla/2wOtDJcqg1FAUdtmnn/RiOHXniWPgyPY7LA
RFvmQatdzWogLgyzyb6hAKYUnooseClpl7XIgyHvUAR9HSmo+2qdSURha3oz96exGWGaQ2TRiryk
2dcVLh3S5eYHgmnK/mJsURbwh+Ok3kOjFh9EgVd/9HukwVFVX+Sm6naoDsw2JNxpsZjnKjrF9kxD
Fratk2Fx1zGIhQ9PQQ6//T4pICW2M81YmkiXq7RQd51ZBlM9ltn1sYVrFj71tst3aYJ2xw6ZRNBD
R3SoEXWbHabqljoFErf9DFmejT5USXd/0MoiMZC0JX6DHwDKi8AGpBavwj6VrAPqQZ353aGpPvb6
2D4p5jQhHzBrenMFcXWYOxDOoX48hIfwxrajFh1mBJwbUc/VQwbbR52WIq6kjmJPzntNuVmFGDbv
CaPIpM2UK8ggjzB7LkZi1goKbExOgTa92xt4R/yFS1xlXSlpAI8hmnyRnRg4GfoigdukHI/D1/GY
FvYV7BHt/ms8KUW0TogsrQ38I1YKfSFJDfSk58diG6ntQr8YOPHpYqYtDoddDqsB0aedNYgh49PC
7aBFYESX1Xxk/reHSjPg5tBNxE0haFNNfLspzB+QHp1VX6akHt/j8aAjBlzsOc6NNe+wXHlMVtyD
AXq+Nq1mwnDhA1nH+x6dNng6w7mahsu4s2FYNuZZ/qBAoWJ6Yz/fX2lVQawe98Xe66uEvg1uWPIR
sqRsDyJRS/UjaCbgJY8g+HW5dGuTzROr2yAbTPieqba23o8J7ffpqPdbQ2+gEugQRii8Wof1wgGG
svjoDgqwLhIM7AxtWtWvOgS0BGKtOV4lJkg6Vk+GDkNppIg8pC16qT6fB8puMQv1J0Lccgqmfszu
kciJJi+H4yIXcNm0sPvonbY9JmGpeuVQLtqglf1OUPYgghHAPZPBijyZi8hrhtT8mJokQOqxrAIo
nodt2UvdwMqO+i/szfnBmZQDVHRHMikzZ0yTdGMWMTSJfWynBy9eVLWn1MP8q9rGxWJZJnKdN/Na
kl0nph37VF+PbkzL1h0jQhYBt2F/0yHsDiu7flg0IqmPw6txUIy30QyLDM7ccbqpuvxIjm2u1Duz
QQhR2NNCf+yapNcJlwH/1WOuTKJDQOEFChekSup4GK2AmLKoLprZvIIZJZ6Pc6jvs/j4Zpot6FpJ
SYxC+8zQ0xd9yvXtwt4jH2KPqAh6+jwZbsmQ1IqnQfdwm1nqpLn5YopHcVCq/gH+FIgyigNQYvcA
gO65QactFMZBaxbiGKdt7ShqNf+oxwKS21GhZiGOh3k3LZOZQtp11iTVOwOXQVlxnJWDoNUs/IIQ
/YzEgNYckBawteRJiaHJF6idsnmGdlV8KRGkUf1qmB1hWDeG2fOhmGD7hQ0oVZRlp/cLVHrUEC8k
IUjsRQufI7Q546Bwi8dWI4NdlNVXU03KHBndfeTZ/Zi/t4u4JYYt+ycYvnpTwBGChPRRneGYR4QM
9/TxHVLHgr1Jc1vUJaGOGI34bh43+8jpOg2S0sVx+IgKEjyoKSDEGdhJqL01qtSYzpg7l+p+BMFo
4BmTvbQ6OJlJRvabo6YrbzM96UeYus3+TjkALBvTo4p/UZPuW2b93J6E3ueVgqrPIUJXGb6vt6JL
zZJgtYmfio4cktTCAEk8S+ZTgRevHUu0Ue3heW+lCgp20HbmoIVAOVsDPRzZwtxMaqNWMKuHqL3C
FEnuDMPSEQDndvk8LpQGmgqUhimexFlIfKZ2cJWmeW5MbnOYYWyVEa8WRe7QWmBnDzrJzOZ4aAQN
ULEBzetx/zbClmJAoKvZOVY9mREK6ZZ6hTOEN5tZe2hwcQ5bqL1HjqyVeZiL2GLfBhQHhSeYRSVM
VymEfZaDTFBieJD4xB8zqF10oVuJ/jSmyPy4+7xHrERLYe50+1IhQVzXQxNdDMM+RuEVk3bYxVYG
nVAHpzcyCU21wO9Kq2qLrwilbgTfqiJgAZ8eNRXpNt88Nv0gYoweQWbX15C70EImNZFH8z3s9wek
w7Gpi6WtU0vdaE1Da1sclu0LROiwSJuDpP3qtA5WwaJTW5hQKK4daIdBCkJEZFrIyOhadlvNs2N+
MZtFVuotIjv+wmTMjsJiy1Vcg6AogPM76VdDDamuZ5HoLzAc+BDgU5Vw4ZpllYcBEivV5EEVvW/8
HrE2wp25WaCN1I1V6yRqjXIKafUBU1TYpCz6sSkjPFhkW+0mX8ydOoTJ3qHVPRsh8lS0wpvBjNS5
pt2hslOi89EsZ/tCs1cQrCCSEqN06+URiSrXtsLw5gDp/a2d56hQ93Xl8vFgGlFrbWkTtRvYprRe
Py7c+aDkjVct7OHoLlCOgMqn1oa9a6WTMfcG/Rh/5EONnss4Tmq0ymjnCw2XaGUYb2FHaXspDiTT
Rq1qXuwtIhgB5HH+DkVuRpyPu7ippGpYoE5oYiGYgefodupiuOl6U71neaAt3VAlRki8VGDXmmX9
BW2t5DFmeTpQ4JrNvRJO9NCFe4zlQ9brPkHGYcFcsObPe7qjYs+G/pfmTRXIFaRrUBsHsTLy7jEp
TGoiU0ImXClNOLyaKEbh0Mr2pHbJlsxumySPQzb3cv6q7GNJcUtmJlpNhy4bg5jqh+UshqK6HAuy
ADuKvvOeiKE/QnewGOxNgrr2tMkPOOSC4HdeLKtOz0NxLEpsVWi11j0UwzO2P/yp2J1AI3bhDYWN
KL9qiDYuYjjhIteE9W6nwx7+WiEmheRXV0uVkHq606lSoQwGWZJCbi3OIGsaFDBloyZb7fUIoqme
xua0b4ol4g16zIbGTSandGwvx76fkOtGY0smLqJ008ATBV2zZeD26qO5xnJOT7VO55wzhRWt0vh4
hyEgpTpbdqPkIC9HuyFxNYMb7Bv27ycTznesNhJq+N8T4dy+5OXLb/5vjpTP60vx8j0djnzj79hw
AHv+FqwnLPtzGGckfejv2XBoPoCnlbKbJiFsJqCu37PhUNFB/BWElQ1cAbFA0Ma/p8MhXvstVUIJ
dwMvo0mw7p9Ch3NSW4W8kbMD9atLYAQwOlmc/K7Q3nSAjDV9MG8XE2zIIWUZakjHzkuR4lntCRhX
392kq2/lxd8UfX5VApBq//M/VIl8+K7qCC0F+HYam+i4MGQnwgkyAjkDu86ncrgz7aO6pwhG+txp
FBi3J0oOrnXQYLVik/XnJJCXpa2FQUtrRuEqzPd1sh8QMOljnRZpNt+VGqvH96Lqn6E2Dw+OCWLv
ptGO2Rdys2kQ7hU0DwgcZ54K5/rqmAzJC5ptIYkD1FLdyGAT0TWtWKMP4yv7B5l/MEluTQuvIm/z
/ONrPykrf146ZWVdI4Sk1fiTnPW7e60s9vmeukF3l9LSwNaMWF1/VJ+mRtHPFLBPSsqS+0OisajM
60DM6CH45aja3TxrVJje7woz7i5wOZSVSYzr7s3OJPUYVuWmhxjtDERKzvOTsZUVbJBJwIZoyDBP
cMdqFJUj0in5XVOrCmnF3nSzjoynRjHC0fUFKglw+wuji7aFOb6i1zPe/fgWn3ZWf165AUhS9oHB
hWefQIrm0IE3Gipqd+zSi4uwhoJgtDrbQRviojS55FAlvKjQjvCj+XQ9R1dlZR+YiPOUAkYKSNbr
0tkhMLImfU41sg1HFBJWCVDHtWE/k1de+G10mLZQ1/+JcGAwY6BrgDjOVbAOAPBPYAfh1KtqRmvB
bTJH7SgU5WyN/t2ZqXG64OVBUNPlADoH+6MFP5DBmUktkFsDZT8jfu/yKsAKBGPy8DkUf4stonov
brvm/b3bvVT/Wx7gtayOTRxG3f/55a/tt9/D99J96V5+8YuHZ94dr/v35nhDhTjjrd90lOUr/3+f
/J31vztW7//5H69wjHTy08K4LL6375Kc7L/fGFZZ9NL+RpSvZfub/7F5f8/Qofifp2//tj3Yxm/Z
FFRg+ggbE09bjPg3rjSesaBU1yFMosfQkGQ6/0Xvzd5gkZu2bZgPYS3QeM9/sXsri98ukO+mKRH6
DYns+JOY0gy5XP9gqjHUJr0DILmBc4MhYj/6pRWZNCQfRrahwBioqYCYI7XRbKzFZZ6vusY1cjcv
btkncBVJns2XY7c01A18rLD1qbDOrim2oMoBreshohVBDNNyDtOjAU7b13rPgPNQE23l1u3tkAQk
PGf7ZZN6hSn0epvTNK/AamP4ZrJuipV62O6N1SHyqGbomWuAyh831bSKS38/LGPwHag7tLtoYz60
d/nb+KJ/jC9FMNMujvl1nDwftVW+P9OlK9ncf3iHTgzewipDglZtEQBMbr8c383H8kv9ZWEI/XH+
TnxgflUq1/xafim/9O9EDVI86Cuwieg2F+He74/vx9gtF45FVABOpFweqCeg8IH62lQHybRrVXGU
2fQVXW1KuNT752z2cUwVJ6fXCV6Pw/GMefgkh/rBoJ/2wZhZ1arUtOjvNJ+q5trKlnNICWb31eJK
M5yL6WN2bT312/wOzZZn1ZuBsXnuEFocRIHGeU2mE/klp7o57B3yCgRsDTKEvPG7JXX1K26EtOM/
Os0TW/kPOs1zE8Q62Y7+BSbIOatgnThw/35W4VeMAg3odE3jvoNsPnWpcyWrc5pe1SAuassZMgWw
rArdOKnv9NhZfxI48tNI/+JoJ0b6LzzaSR/nt8PpsrVMx8sC8Xli8RptKkOoo7WgF0ZAbc8DTe3C
Qi1sAbhFwJLMA10jN/RDN3TPeS9A3f944dOg9fsTOIX85xn5wH0eQU8cHDwIjjOH1KSGvlNGJs7R
n46i28L5Dp53uLNexrd97UgQIUkah+8oKUFDka6rW1umaeBRChrqR1/jNcqteIEKf73P38PrThG5
IcJSpPezC0qM3Sa+nx8c/sf39H1YZvPf/QJFLTGDCtNwQpGOYohjeinZROL6FuVup9sL4y7cdh90
/c3uofy9QcEKJSx1HV6Fz9ML0k+9JooLKDNuwOaAttiirLNtHoxMVJmzNRH4eVIe2rchSC+Pj4dN
6OY3NRA7J75Ja7ADMOQ6d4BJoHGs4dkQACpBrh0if3pOVkrkQi4ef0Q8+1G9Fq/VK/RSBxA/IZVC
x7h4m1+obLuDd1Q4YaFW98gLJ6HI0qCciUaH697p6dH8stjEbotcREFF3ulvu2BfubCLRxtY+zPx
Y/N+fphP7PvPYf5XHOZz1uSUSeOvbU1+GSb/zpjJhn4YLlDkOGXIqYdRsSJALEG1AFay0K6OYw0B
l9lOS7tRkfFUKbz9eGafO+RJZP7XOOSJ6MvvLtOQ7c30MFnWaW9WSuBd22qhBZTbxIjUyt3j5EUX
4hyQ/eyBTjaHP/tAi1/bYg3Z2CClYyTR0C8jk3hRRuCfay0Y9vQFqhbqygXQb0C7yXIRj6PfAoJY
mnZrCJBswIQm8HqNkepO0xwtqOhntQuQMV8dqQesI3qQBN1NyE9MERg/xEhFc1FXiDAYFiY52acF
wrZ340LLEIWF8PLHcwIC6z9yZtlJ/3A5J3t40aYGpc9EC9AmzAXAZHhcJqImtBQaTkFkA72dbha7
bGagsmfO/AkFh7G+YuPYD0BkHHPcFS8ZiE0XOY9zm+6vLtPvz+9kXMM8m9tJzvmhdlmtZuDzVyTl
oZxPbptL68lYWsvFU0VsgJbD12E3Bs0uPkOpem7I9dMuiX/tIT9tMfl7D7mccSfh1fcz8rTPuIwQ
9EKdRgvql5pqCTDKl7Z3ol1xZqM/N7X0k2jibzG1zl2r9ktj8mdf6ycV7+lNNRWI52n/kv9OrFaL
YkQyHVIteHqai0sY5zvn+fkeSvMfm5PPwfnRcU7MCXgPY6DEznJdhzfdKhK1M1/vg3DZrb5Wq2al
4bYbAgd5BULcCWaBKvYOqrzOYVtdFM7Ly9r1ZjCbG/xRwTOtnEfNMaDHvgDL79hnnfqTpO23Der7
G3NqX5rRimtYBINyctIb7N8emOG17UdXSuSloi7FfNVMoohFcV2t60sojGgaNYHf3purH9+8c+fy
meP+Lkkf/g3P5dyEOS0Y/LkT5lf37e/uv6xEfV8EAnVAKjJnwgx+xya4br+s2GTKQLOdKvPGw7lF
Lz/vBxNUOVn0h6Ru5/OG8e7c8TUfXfsyu6tjoYMfitwodtnvKhU/zEmWUAfa6h3l4GEStQsuQZbU
zzbjnzuhExPwD18xZ0dMlpq+m6V/6Yh9zoAfjZh0yL47XmvQtprSTRUUuSiDOWGx2C81zVU+VAEX
Sw4e/i+eJSfm8m8+S87ehBO7+te4Cb+WQKRWShc0OX/ySae0hqAilAn9Ly1w3S/oP1T+Idh9yZ3O
ffIT13kPPad1W9e6fBbXrac6y9vbC1VYztFdbo7iCR2F+8RZ/thEUsj7tfX7h5PSTnyxrIeOqZw4
qXlgOpT3SAQZ17qDptCdEfRHZwBQzm/tutxIucbuydg1/vy6/OheeWUlZssjS7/zVedh5r/VS/VZ
d3thL/cC/SWn9qz7PcHJ9d67fsgESErvuCZfslzNxExYrrEikSbGJW0FAcBjwZfXOQECDok/biL/
fRKDN4nWrbz3ZqMBhbq7IjU18/Cd38vd3tWuOud9JoJVGpgeMH7XcIT3DKiIj0+F9Wa57xm7nSca
Zw0cyo++slV/pQ7tx3yq4ShBLF6v9J2Tb68s1/R0b2WzQ9HixXkYbuZ4rQ/CegUSjz9Dxs3vNtqW
+23xGHNIw9VvzAuZLlOC+eox+ejWvf8I4mXN9bym4tVwt88H9/HCch5Jb4nHq5tcBBqHK5xydXCh
0nCCR57atjTToJFiObxcXdPDMIm5X64KZ31xe436Ct2Qvu4Y3qb15OMJsJazeRsvUwdkk2jc1uvc
TS/eHhaY/tzp2dwT8QYu1Ml5V+MWW/py/KdN7+yylc6sY4NwD+Jpt0lWjVt7ZIcuo+2m2MoPq9zG
j1aH9fAEEhbZ8NI5iOM62SarvuG/VH6cfg1K0h+vFqQPk+1xrV7Kw8ozhN2Fr4fUoZuGw79dPOvB
/tJyXpYfvfPwML+OXaDTc8ept5lTc48rr3XnT95zuuo8UHFeuXpuXQCU7rRGU37HbZ6J0VmFTgBP
srMsxJJ+zzOBmyr3hT8yi98thJMsVdVPkaHI1ak78LNzpVzAzl+VAYJCu9Gd/GJ78NwrMwDCtH5u
V56y5hT9o+8J94zXd85SaCeb+N/FUpy7PycbfdOhXz02n/dHTqr9zrw8eLuZ0zq1+KK4k2s7uVi/
HLfCUwPWQOHM/fBqu16jqPOXGq2TPf6n0fpptP49jdaJ7/i3XJTn7MOJW/m3tJ8Lian4I2NOWQtk
HT0mgIdO/M2Z1u2nqMRYyc2sceeB3B9bb/AHv/d6b/InfuYPoz/61J6EfO64pm/dpdOC/8uKlHzu
KCa/fClWiq/4gNrchVBc3V94YJy91Iu9xJ15w9K8GZbDEgI5F4fGpSXBRct2qV9T8Vn0wmz84qF3
R2E42971Bk9fD95L6NquhV42MN0gWR282e2RXRQObv/AX9FRdKnTELPjMWR4NVjTC4QHnPsXVbxU
/F2G+DgNwTuI1quS3fEmDa5uNLfDMRqcm1JsF72Tbu2L+lUNJrFlp0US62r7+GyQFIicZYb7gAoZ
nZmfuzbb9NvmAdyvQz7DdPAAj0J3rnvnTd6PD3lCtx9s3zx/4HnpVLy9vVENXYvES/3Qz4Ic51Vz
6JvyK0/elsht72v36Bt+7laBdAosAYgs+PFmwHieGesTVz62xqgIgVUHFaPXc/d65MV7Ho2rspXL
kdwMrqxwymHU1kDGVsXKCqoV+iye6kNH5C1IolR44bGnLzM/9CI/4beC/HruRW7KgKuu6QMM//xb
HUT+jGRG4sdeKzKe59U+LVTetMyDlGfHZboj5q1sd36Z08Pr0YWGC5r69RZShoY+D0e7VILGO/jt
avKOLp7+3ls4Cx/dFxHiTVf4YFwMD4Wzir09l2HwdfTw3lwTj7v2epFvak+9NALFn5MIylaDX7l7
wTtJHDdMsNRH00UslpUQBXgaL1o69d18NV2o1+W2Xi22XSAiD8pFQQLYmTgdZV0sY8fBPffqoPBz
zz+suovuYu7TILnmk3bXbu9YIlrnvAuqF6awdD07dy4yHEkcQxE/DPyeeaU78okD1eTOoSueedx5
sHP7G/JOOKCLoPQsz+DL5IJw2uXiITGwNLf2NvaXthgc4+542fsOnW4rETlJcE576LypOElY/TQV
/7KmQplLU3Dq43+3LZwGu/tem6WxhakY/BZD0XpGMGDwR39/Pf5uY9izlhbYCPmM/kSTCfZBcefe
kRW4D+YC3hZRuImfBzPxOhCwMmm9FQIc9PISDvQufXZuzHw2WYSZyIK1W+y63WFlPKHQ62jOnjzs
tD5eAjtwWRWhV/gq3jPxBav3KCj+85Ha5dy5WDxFN53I1vaqC7qAxeerAeirFR23K4r6wvpcOVi7
czCUT2roH92nk1ioQRiuiA6o0NP19Lmie0EkvzsIuT0iIP86+YOLRg3bqP6UrSaskoaFVF1pJ+UD
eRvHEH2QuTl3D/oEL3PbIPEj7lvI/0MsZejtXdqQ+Rl6JWJFsZf5bVAHyldpe1Msa4F9TdwyiG7l
+3LQKfK18XXM5gukzq13vA/bq3yVn6AsE7/m/ZHL2Hi5QKKRGz5s8kC+6tsr6ajiFSWPyJffwzWt
yWtlWQf85IixV4s2yDnvmHHJ/FpkfE85s9TLvcrnnLjGgl0AanXOQFr9vRtxHXnA1y4P5PXIzEW4
TtxpCX0ER5I/OU+upORV8sifX5dyn5Dvw9heDMsckyvNrokDgdCHiMVVusrxGbZwcOE/ZI59ra/b
VXaT3GhP5Qrzzd7aXbR3yhphGN8KSNh8Ojkjkb10ZnQeitsHBaMA/Z5I2eXgfCK3ZAnDy4Ly00aX
bncxeVh3IXeXBeMFKTfzcWQM5qySvVcJeoPE3N07yY0uFAoKqRt5s6vYT/3Iizw3QYs0cmbujO1d
bl01G0Lj773jMgtCtrSjf3Rznut8MgnfHCzWly+36iiQeQqL+YWWnVfcoKMltpZffeg4FnsR7SCo
dWEuv6K2uw7d2xLUT5CR5SkC6yYJYpdtfs++thc4JbQoC6/hzqGmJijJ2GSBSjHbmYEu7ADxq227
NYPbXc1WCXmHszuwhyLX5DYidZ8UX+eiW25Q61VMe7m+9l4M+InefBEChNosN/bq4DzIK7S4MZwy
p+8u+yX1XLbcngXC2bqN17slqa3KM68hlefYtuew9Q2OY5I1mMT9cs8+j1+2JBW+alfqut0qweJJ
ezVeW/f4GjIzWzfdWtthuSKuLgVa5w7wJ4H7lTsbUjnubvKf/MGb7RhaPM8wAKV2NVuPQeaJjwL7
8PGRies3yuni9v7iJXHu7w/OG17fngET/TK5Ny7cjfT2FKk/K1MsrXMnjwLLM5q0C2HjHpqke6Sv
92AvG5c0iCunGXTyS/sqZIQt7lSNP31kaskh1V2Llzc++abgsCw3JQMjbaG8W2ifsb3njGbsUhfC
69kCvCK9d/DVdbRcM5LSHS+5/QchJxPVcqbQXiQCZ5npcGS+5hhYiAAcYQblygwUbpy6Np5mpIaK
gMsSFwtXF0duzFZES5neczw78FQvvwwvP0ovxYnYM/cLHuDauARpqFX+ajOEpmt4ER8zO5Oy0D/h
Lz8yqScpHY2u+Wqg05Y1ID3T2oPG4tOYfvNQ5aKggvIZn4xPMvaQC7q8YPPxw+XC0326S+90X3Eh
t9zSACn6i3Bj8nu3mnsqnapLTci1a4iddFP1beV/VZz+HivmFpefnipWTdoxPFa/8NN1H9TYO7zX
a3reA5qZ3X7XBoqDteN1WMJA2UBbsJSWOcECIyqPxQaD5qXkNlOJEuRBmGFXQrscrxe3i9t42z8r
F/ou3YYrevgfy4CeZt5lezJFSmb1yiY2kLZQ2mHF4dyklWVnSIOUdWtgC7999ozfwq3mNERMGj4s
02YZ+haLTI6STDDiW28UbxTRw8HnVaRz6UsVh6tBGKtxg2UOstvQk+fYLUnYuiTuOg8PtrgP3Qwf
m7z04+GxCXoXSRzeOWeZW3zq3ksCC/OSsIiPbNoTs+mlEQK3umF6Mk6MYBS0X+mN5G+La+I41r8M
gZJAWZENZRaSLpXeLT8HX440qn+4Gz2uRofvK50NcuqfDnsNkKchGUt0ykTEZwjiyyM5zhmfWAQZ
68bCPPLwYJLDNsm0KraLmxExqxXy4z1u9RwLaweI1GE5L8BC+uZWJmnNTzNGAxbJVBpLnZLvhBu+
9MTRPGJXkYnWzoMXj1jBJuZQHbmE5XK1Mdg2YWrIHcm455lQr/JHzNwK7gTCGcaKmZBj2mTAS+AJ
YlQWMDo+X4Y7/WruCCw4y8n83Io+78xyxkeaz4fNbBWxmD8ffrYeAvr3V8XFHLBk8TCs9R3DJZPu
TvQChz9Xub81KA4wlS7oil3x9TkVLeCq3zbU0akeU05BBhH6BbxsfMnNNb3fr2Y3bMyb/H5Yjhu5
McsJJz9hRmiy/3QqcEr8wo2XMhiE8EV8JfJuVy3tD7HDPsRDjkaC0V7424Vveq9yIsc4BYeARnbO
BeZCsvq0pl5WwTL2CyGy955EtcXo9hRCasbPdmOmchdEEEQ54o15zA2Sd1u7iQI5q2WEXD/Ku82u
SLDDXL+T29DsTr5W/tUS7VL+X18lweJG7pwyGowCwiiiQV4tmHZnHMKzMfYfiVz+jLF/xti/7xNV
zmTjTtVFTMPspgySFhxmGEowyC1O3os0k4vdOVAm/bZngjz5/Hf17Z/By8/g5Wfw8jN4+Rm8jP+L
5turb0HK933+MgP6o9DlpLKjzHJIcKX5BmpATnoVmPjEZ5oAzx3jpGDzZx3jfBB2Uir4GYT9DMJ+
BmH4XT+DsH98EHbWiz4pVP1FXvQnvccPbP5pi8Z8Xqe5PVIpOQjts+5RrWThvNiqlzJ9JZFj1B8d
khVUd5EWooZYEZua5I0nV/MW1DF0ck0TeRiZ3/6WNQKnZ7mv7zIvm4r30nbmb4/TmvQ2/ZKeHhxI
GyCNLEZAj6UbAn+TCRmZ8/iWZ93I+Pgc7uvslZ7UOv51r/Rs+eu0E+TftPz1Tfr3jya/oSK0gMIi
9Con8LJDMyygyuvk5CdbR75O5tweHt4ejuIrSdUS8MMDf6hcsukbYIIHvqsytS7zfeShVpP79WZy
Lmte2gqS6ncz5xIowbq4LC7bwLrqHhdX6oW6G6+1u8qrSGjXIEdMylUtqSXn6urqFaY/54qsZuZc
kYqa1tN6vgKTup6C2tVJ9fd+SXYUpiNRrqAiJbEuISGwi5MOc3g3TOjr58wxrz8+biPnljIA5zpz
32L3+oMagMo1pJTqc3AeDxK2OfM3DxsS39ve2Yu3t0SA/aCWT/b/oXEfKG2QF9TlBQPhBBXSy5/y
GXn11w/ci897xCd3Pt94hQQVXL/9GOzx61n070bmJLbP4tSGfbjXwCrLx4aSj/hy8JCBcZ5Mx7+j
EedxcELnZnTuPnvZA8DLjrd1wL9sQdDc0yPjwffpxpQ8ZNluoLjiFxSvEg/NCXktCTnXhzegNsfP
u/YB9iXxPs5KoUqz8qM5duJUj+pxpo8L6gHGl+pp/w7MOjiszdv4xbieXy+ux6vWMwsUFNwFEEtD
zG3kIsQMcZKddUtzoLaAMkR204xfy1eDIh8icmKWCKhdw1TQOLi4NrwB7s7nH4/ACefXt/4eAFW/
XxsnjjpSCjA47lkbxwslpk77LkuguXhVqBm58Knu4lDcIyTpZ97MTW/T22gHIyCVu5iKkMxpS3zw
j8/ps8HuR/fyxK3vmlBT00rWVqhQaYJKFKUQ1e+2FjguWc8DEOO0y0+sieho41e8EiSQ8njw12CX
6JiiskkVsP0syqjM+YRTBRNDjehACTPbUTPCayoC/ZkW1TPIY7iAzsyFk509KaK5Gc84f1ktsDhf
WaSlbrCTkJ8jJVtZHZD1oQLgEqI7NxK+NFCJ2z9Q+wGP1l1KNFp7n/FTlrdlkXlP+VmW0yWcSZa/
JchezvdY5FTfg6byQs1Vr8O7xt7UmltDW0vi+bhMgF+3VDBbN96OZOlejMvJW0rIjyUqtnsKv4yi
ReG0pe43+J/lNJLQ8oyz1fgJS7LdFPyadinxCoOnrue4CAWF4o8qOGze3vbex8f99j0Pbq6K1CkK
h/WHjYpdvkWswdsP221BqMnsuMx5y31ffj+Q+aZuTaGgX8rfZRVI5sopL5Jcbz7ryZRs/8LptThp
kei1It4fVaY8PNqfGAT6dZfy9h7u1WXtyOpZ7MDvjynB8K7XWIzbShydStzPnfvcvb+/Ld3c/7xC
bOL121tB7520kT9eB7/uIf5hbX42aH6X+ZyPBQS9PSda32SXmoHXBdIsGIJSosCChkGatovHMwe1
z8zezy687476c7f8e+2WZ+fDCWT/rzIfzhnjxYnz9I9bLefM7ieI+LuJ+9Ps/nOZ3RMP6Z9sVz/n
KH0SRXw3u/4ejpLkE/yR07k4cZT+WZzOc27/4sRB+ud1+81fHQET7V0YxXT86BPrqJd1COkIrp51
/WUAuXNZjsvVZXHb7pQlIG/3HSSFlznv6S7EkwN74Pb3wOhFvMa9WOZrsD0OYB/Cu9dR6EELlgzO
qsDwp11JJiZxAOoNu/QTV4HWJc5TdG/jecepiK6roCyc5LqpnWs0FLY0a55xZc9e3kl89i92ecav
lpatOdTDc4NW3lMKQCuHebiTDtYcAaa7HoiM9mi6T9I1l1jY0cUZF80d4QcBSLpMN8YnVrQW/f9j
78t2G0eybX+lcd9ZIIPBCPLhPpwgRU2WPMiWhxfCzrQ5zzO//i46u5Ey5RZRuHXQ3TgHaaAq07Zi
2rGnWHuv3YgDDeyxTKRB9xpR9aLmAFoBtzcWD1jBNUBWdrwzEPKPkKMaL+Qj4BJQHlPFmbpmt3RR
QZAqomVLTQGn3eKyIze7uIm38B+1OPVb5PfJyU3uXQ9GqgTEhOjXwZHs2N4ekdc4PiGORkmFjCzI
cnlDkXFpzM/s5M3y5jZDuYxiIh6ZCSdGs3UWrJ7MZHJFwPZTskjDTK7t9eZw+Qxnlzmxmf+Ny9TG
Hb20zkmiQAM7LasLpGryxYglDfcDkjS2D+31NiZf3tZ7Il6fr5agmIJ2W++RskF3Gnzn+g1gR/xY
aiKHNqYV+sWLuizX1I5vyBVbsa2+ig9uJdLV5d0bZ3RpxhPrODgGT/UOM0ZvW3uLhN7lj6ffBkon
Jz+xYlWY0pRwaI/CQDMoEfZmeHwbi8mUK2rK+G8CBKa2GhGaIxI9spSVrWxH2PgYwXu2Z92V4Bz7
KFCVj4xFe6WaoKtB9kI1o7thAcoRYJmbduHcXZ74zL4Y0/i3Y7LkDdiX+PYZpWO3cwH291bj98YY
kxR8loN8XM0xwLZCFfEAVCi6ZZlgXzWRQpXE/SgZA2LvN+RV7bVYopINPAlCs99AkyLe8fV+g143
D4V4zuDTFgKzREHbmCH0EIVvCnEHW4gCpwPyeB+ykAHL+5g5XXXchQvSM+1WLoFvNJA9LAJapcfk
nwzxlCMBPGaLX3bjvzRWPsJZYeCrxdXzeHjSshDW5cOau3fTpvz//vfOGDXJiaf8Z+/dnPhOFG79
l4vvROn+Z4rvRF3/d4nvjHU0Jjr4T1nHOQX8mck6EbR/GwX8bcM8XcdDFAf3OTo/TjRwEkpKqYFE
bPnmoTypXKZo3INk4yN0nXmAi/IAfWehlmJ8pJqpXFDk0e87V2y/B59o52ioSCqpHeprYzPfg94a
RSAcBR+7z85e16BwXyUA249wfgPFVB2aTQHnedBQCPW2LQ5uIXQQAgYw5ABeo6Zr1PDoqaGuGst5
BiTd3u9lrINYHwFW0Sz1rYzn30DEqMpJLdU8yPjfft0tx1KjAAl735ZXIE4XLqpI8EgzJlqDBVmF
iH9iO1jEgFjjm6j+IHCgQa1kEet19KNzfOOyskXfzZnNmZR1gGsUXSgdnIzFUUndo5hm1PjbFKan
h1s5/lWG6t+9yJ/VNGNtDaqN8S9cPP3jFWuswgaLL57MRxuRirE24MXAb4IpFHv9qxJnrEccP+0l
F/jerz/ezfgz6B+MoPAeJWAA8Y8w/wyPGXgyXBA8DupjtaHZobxrfGVHy63x74D7oyIJZeEcFQPN
Z4FFi99C7VQijOUv9L6yUWCgOvSjubxl/8Q+/RanUdxOLmHsKnGdhhAnGVFSLt5csc7Nu3sXrh5c
w1Iklj3+wygj8SJZv7w89tajaqJzXQan5/X1JzrYwIYH4uftx8aH1GemB2GIrbmznRX8iV36nyT4
37aNOtVIE6OaF07SZDFO8dOdHzMV45/x0Eb3LbDv1/eoIUItEQrIP51+H+d7//aWwzG7/Tge0Xrg
/R3EeACCwJddjx4e6mmvNh8fH6glPKzMDwnPsePhbsAxj/tsHlCi56NEJ0MdXrJEgdv4XhtsDt6i
FzM6b3Z1E4v+n7W6eaU1sfX/q7RmldbELfmXKa1ZT2ESY/6lnsK3jrahyAoIbRRwgk02yXEYCBo7
2EJYqRLX3UUID2uVQiVsXpkti2gzo6O/bTmrnww5Wa5PpIoFBEN6XPnZyTq6UugFCFiqN+qh/LRR
mmUMolYrBD+nnQzokUoVtBqloTBk+tS2aLSfx0lpggz2Jm7IW+blZgOavqXGw1IYbSPPzfhbh+H3
jOnElYuDMNScEooTnUga1OECkuOZ2VoV/Q75wQqFvasMbUAeXkdQwmYPRtU5xNtnlv/MoTuZwsSh
iwtOe0YxBQTWo4q+cxdjodzYzi4SY1uYsW7QBU7oFt7V4SMCFuKyD0BGr+jSDCZeU9zVZejlmMFu
jI5/3u7GhojXNnr6VWNXm4dNIG5nhpzb96nb8dfv+2cn80urnvgTZVZXrSRh1Yqdw5MDLiw3kftC
qiMHrCBfDrgvY2MEdPJpRGvtUcc3uoaxuE2AJvAtACT6FY5k9H41pP2R5QBI6eN4eae+13Un4jEx
7Z3eSBJJMM0jrPXb6GHCK4PbiZTG6NI+WcvGRD+iTNyMTRZ/UDQWGts2LvfFGIeMhd2r1f3oCYxT
b8d8jIlC9OPx4/Bxeaazgjye+akr+ZcL8uyRTizpv+hI59TkSHp2ulH/ejU5d1snej12Q7UNM8hg
LHY3V6vLcjPz4VNs85/78E+iiQu3/BMfcSKUoJ/XZKeFScJtKXGBFbQpQWMSM9wFj5W4GqvgfTPa
p4BU1Wg5hv4aaPeViT2aM4yIp5/ji8Pz4vKK5+70FPn7r7vTyowTMW0i/1c4ETPW6HPzTk7sL7BG
s0Iy0bHx4DOeFaOQyCZaibkA8sJbggUozbH17WgTJPHSWYj5lxpAdD0SIKHt7IFFXALLeEBtvjnj
mczOaapN/x3mNNGvf+Vl+lNkmP9Vl1XxGvmvyd9EXby/1n9LP/52qF4rv6z8H+VXpstP9srfNJjL
93T/Gr+f/dAXssx/D3bMkV5mnh0zDU8pMcff+Qdjssb/UIkCphqmaxpYXPGtX5yYEghs/gBnqQ5u
NQ5eSvBi/mbF1MGkKQOVrxqUECaDVPk3LSZR/jDQ1FE2KCWgxQWt5Z9hTB7NyG9dDaJmGfNQwJis
ygZe89XJNQQRuVazwlHvSonAFw7dwqReypeVJhy8ucscxIdtJ5RhOJxs1M2vIU5LKkdXbzIwB78u
B/mZCnZPBRtzapBj+N9a6Rb0DpQ2qZVyD0lRPnjry6OMn/JlFMVACQOajYN3mqrAbH8dRUuaoI7r
Sr4dJHUn8fwdHMrAqUrdJmx/ujRINlyRZ0zNV+M6cl9/HXPi5KZlVGRdIMu3peeI2HPRoqeM0ZVE
dm/0rJgZ7Kux+DUYBTeqDJpiqspsso2pFIND2sBgXtLKloHCAJDIhT2YqMVwiOXWsy9vqDKGRpMd
1YiiKxpRwcSsTytDmrpUC6fi5LZwwzvi0PKqcPJ1EoZrV2rvwVYtrX0Cs05XTr3XqsETMxMYJXIy
Aa5pigLiXw66cH2ipFMVZLtGlZJbDKVe1ZTsfSPNlrnU8lWb1kiSshJtdpqUWMxLqkNoN6SGs54l
waPvJ2tpXZVNtbs8q7MzR1dFqmFXdFknoDGfxLQuiKqULPL5zUBrlACUfS+AcULvqIwPK73L52Rs
AmzFuWNATdc5AeGXTrTpuRcNK5meD+wm0QzX7HX/UCjSVomz3M6CHs2jKjLcR0nXCS+XTK1FB5q2
Rdv4rM/WJNHQEDZOD27N+YwNPdMnmBfq8FQDpcdg7J2yc8mkC9vYGPhNKgMOH2lr9KF9iYM6X4Dl
V1l6TL6qiyFY9ZFSzOQsv90TgzKZMRVaUZ+2aCkil5d1g7G5W17FPPgw+kZ9UNzOxmy7R27U116F
HlmDVtAFVam7NpAdSbmKdvxN318ZnUNm4vzv5MLgeLAC8TA3wIX9Vf9IBPrVzQmOKSvCG1kHpWzl
1u+hRJ+TUiczUjjd/JGMR9fVUdcRedz+r6O1vuPQFlrwTjfqVyMn6yKT7EbK77uOvHhD9dD5aEua
DM6MEppQu2BlMG+qAjM2UnCDe26ihVrfy1ARMyh31Dj4PBWh7lo0VoW7cdEDCzg7NH6rK6GhA55D
ReD7ljpXlvNpME71wuccCIW1VWBWIXpfFw/uYpUOLVHuGlRq7DiYPNQ3Suya7bXChCx8cGZ3/opJ
YB8zs9T01s4gAvpn1dN0GhP1FBV+H7kSpuF+MGoXP5R6BdbKojElvmGJ6dQiQEvFV1ZYXNnQubzS
JHj4+0mc7MJEBKrUjR25x/AteqAoK5esGt8afBDKXbfSyn2gyieL8fAQodfTUxLdlCg8eb+sDD9Z
hS4dxUQc6iBOdEpl5a5mMdivnxuCojm9EE33I5FvMwhIYSA07OmM8vlEFJ8NrCqjAVYJo3xiehsZ
NOy9H5E7iu7UnknlkXiudk3WLZvhznHRRVFdwTSIsN0FZSeK9mVI9wnd9K3dRvcc1GAUr7Lqwaut
ONv4YNkOTZftCFld3qJPv+psprgvKiw3zBidiokm1UUaqspdWNgdHiIbcc06S+9MMGejPoujcTD6
GIM+/NCUZv6j+SjXWoK2kx38ssjOkmVe73NFEEMkqNmzZFs7lqlVe2bNBVVMo16RYUa0JzmUX7JF
FRlKBt6iDpb3rzcs83QnltSG3IUoCgtX/WtBrtxGSMkzR3fT2PRdwVc+xeQXebBASd7g3g7tQ4dW
2InV7bwZbfeZKJ7u4el8JqfdKamXpFKN+aBzeGz2rsn3erNzUXTt24wvwF8bhLvSXaul5XV2nD8E
6krpUaRaX7svMRRRdBvLW01eyb6QUKwtP/qtKNIFyTccXCoFRVnYMvOXDM1On0L9NnJWrBDyHQiC
LovDeCEurWSiuwy5qmqpws76w0tlrAxuR8hH6691f1TVm8tjnXlwBoWCZDCTiC8URuhk26jkaYaR
UOXOqEB0o9oxerM6K2NnvHCwkV0ebJJ2gcxMBpusrEUHeu5xyHmN93UVX6IqFj5DYpQveLrRYmEk
m9Bb0nDbNOAsNiX4T91w5+PtAowqwXVT71GsKGdo5Z6jXV4qtFv5agjB4yVKFBt/8iQrB/8AUq0c
GeUnagMgHLJd4PkgbZGE2t6X6mpodl6wCKgV91eqa+GX/R8stTzpjiSby0s+c0N+LdnQZLiBCPmm
Nh/eJpVo0it3/dIA9iE3YzSt/KE+tcwsie34S0AYG2753lUemkU+c0s/c3dfZGnccRhh/Ad2GQ7y
11sqtRE1ggw7brjLAF090VVwsEYNrCWo+uXKog/2ibZMW6CtO23lRWb3kzLR6laliCTdtbntOXbr
B4IEx7GkNhIOXmLi26SxKO5adDWURz0V9EBWwNSr4aJ4z9EEMn4y0jtXMpXU9vDApN8PylbO0GdD
T61klk5rGoZ8bjI8KkTABED0T1TKScaqzEqDDy42OUIfysEMgR55laE9jwyZpMyslV3u2qTbJMgt
7utGVEyoQIGUdsAsuVxWc3b/k6n7fNt/T2hieJ2qUeKy65Q7vTd95K7IMaBXLboEX6MmuYl2eXXd
+NcN29TBVmGbZLBqSZCDVggPGF8mwkBQ6E/XKh0rSRC6WB0OJRHute6ZXmrWb+WR/8is/s671V6Z
I/gB0uUMa5sB8RKJVBfFnW47T4wI9aiEwmWCfsC06Jpoj/EePoBxbdwEwJXGdtuYRDJV/Baxso30
8/INmLwJ/P3So1AaERqnDHmKryJIZCYrstQqd9LBuNZ+BD/BBKu9xWRb0bWs2Eyya6jrq2KjvReD
cAORX2Pt8SscceMJOKn0VVKseF/dqYvsGN/na+2j2EPk5FgkT7VuVjA6P/y75MrZJoOQbtHUeJ3O
RRNT1/1TwgxZIfBrdarLo7N9ImGER2nVGVgENrdAF23AjAsR7yX0QC2WmSaUcIVj4+8VOL4SRBXo
Z3l5Gz9reqYiNQZ5FBkMxNxTcvi2NKSYeR65834mAI89eOgIuwxry0A/klYgKxO1dmTYUJpaYMpP
ROjb8j65w4HW6zizEioiishmVz20ntABWZOWl2c44ZD7ddAaQ/oGzj+BRzAReiPmRcZ07BEI0YBV
iUR3D/uv3S4C3yxvKtTd/H8OOFFuRRTXEhslKykQSgj2noAlQhY92sv2YthRtBWFVzfH6zq7zoks
JGHi6PEoC87D8KMiot3X7/q9chu8Nq/GMZrxn8/COKjuk11lk2SCxOK/j+YeHbSlAAPeK/mpeSNp
pD/7FD432OQp3B0q5pUaQrcebGvdWq1Nt79OU6DQeoDv0iePx4AMRAL+VAo8k2xTycx024cFdu5r
vkrJjTGsMmcva67QiiNNdhTi1iDy0q6d/JB2c/0tv3VgTvdnol68QJJq1YeqzdHc17P6hyRdpWgv
7AsVj8Q/tEAkwZzgjX7K2V38Lels4vsmbRUx18OYDs5BEX2/kAw7KQ/wMSVnoT5I3EruAldg6dqN
k81dtO/MHfIqMlHGvK88Lf+T3Dah9RCTO+dDfnX7jfNsKIvkLdsqVEjVtR/P+NbnEf0og78H/MT6
n2o/t0lKI83JHTMWRLc68HAbdtzfJ1i7Bt5uXHcfjAxky+FnhTKzSTqz5aPuONvxkxlMBLMpjJKq
HEtu7gswBdaWBz41X/Th/WWdcuZ7j+4DVJnM9TGjOX0L9dyi7XrHkQ9th5ixEFG96XO7iUEi7BHh
G8+XhzvPU0zGm64rrBNe+Bgv7BeRvqrjRdUsI9AEMXMAgUxsVbFF8tuIWyGC54fmtgRD4sIPZ054
btmTS9TqVHPaBtPQlY2OZtfocV9uFPfZT8xY//NaZrLoyfXRgnTQHQ+jSbrQ0aoH7WpKG7SasiZc
sDrQRcOu452Op2B94XZr+TmJhOrumIrXCCt0BL5cNPj2LSk1C2bmClKaSOObGbEvH89nkvCL2E1m
Sr+afS10Gj1LMdMIjcgr082uPDTob5YBMoV7r1y76TZzlz1IMgahFssEF6JriND6Hznd0ww+tuMj
Ao4tNUMyodi1YM3K9yGqXtBLXSJmB1Kg6ArFRCJ2l7XsmRoMFzM7KTJZju7n6PAvrVIFJNEIVHN+
iJufl1eojHt9tkKmqFRFshrPPpPUgyZ5Qe0TrLBJrl8yA+3N0M2DrQu0KFef1XBtILQfbqLOrJg5
M/RouS4NPfUXdN+QPRlDe3TBjWXQYhPMGiVPAPXjKqBmdK6y6txYjOd5stqJx5Akfvv384yuUnkt
m12zaQxbZj+5hwu3U40FL2fUNTtT1xiUgBadqUTXZNQsfBUiT5J9Jge9ckAWrsrXVF7mvfBUJGds
zRMGcA+R6I8SNKdhEX8ThDb3lgoyca1NUIJZwWquYzTXR3v6zArQmkkyHb4ggUVbod21z8ZORgN4
+kN66Z9dyKKLj64sLxKIj9EXqbkrVJuCqyc2jZ3uC6QZSwUO6+io+mj1pF8ZWS0q+qjny8rd6IXZ
xgggZq7Sp02cnjZRGd73iEo4HjS/7kJkBDVxK0k++IPAeAVe9q+aDxQEDzZ3rg1U/CUWpADU7d5b
jad/38L1KR67DZjiDKHfS3dhKiIdG7CDg0e9hayv1NKu9ZX/7N6Huxj3UnTawtfBsb30+m1d2p0u
WCZc0BN0D4a0qOlHLW0i2VRTs63tIRC+LsgSqaIBm/noMaTj3x00E0KMhqxwMOPCnzlXn3Lwewcm
SrYySqOsA8h7SW6rDGHE0pdWbP2ax6hKkNaXb9eE8g8mbDLaRMl6kt5LCcN+I8myLn5wHLWO7vw5
/McU1R+ZqYOh5j0C4ywA5cmSwGneIMZEXPWjeAlCAUPjvIVzGaBvrjzy0WNtI54/gIr9KgSyxmU/
HALlUIAVqRSNayIuubzwc2dlXLgmM46Px0DTjEuSh5ESF51y4IDagcwGtSGpqH5Gby4RgWNWoNFF
3XgmEnflPl4eewLk/Pumn4w9sRdqpxoejTG2Xwp65I/yu56NIqg9No8tSniCsdCdIxx/RranVEz3
0Rkpo0PstSvkmR7C3xn1042YZNtcQ05bv2uVQxWbAzhzbmPNlNHKykWb+cvrPg+JJns+sSKJMfRS
XAzKoeyTlR4imYfbaMng4lKuOKy6hMDFluRdX8+oldmRJ0YkjHtPRsERJCq3kODKUTkBkkCQiyBC
IYKCjUcXGliIZqPA8SjP9NnJUU9MSRwGVO01DMxe6mPxDBljr4MugkRIR+ndk80cVM6dgGcys9ff
WezTYx3VzIkzrpVxoPMQe62pdyr4bxrLzZfyHg6ket2/0ve6W2YqTnqYEacJvPQfwj0+t8tcw6Pu
RIMbEa/UppUVvIeYAXjQVFPq7cJZakZl9S9Mb0Tt3RfpU8IHQYMfvnvoH4ZsU6jPuaKIWLlpQ7zA
4C0WT4EOGi4Sk5FeqH5hqqTEC8vi8kZ9L/6/pzvRNZ6TKU2FkQ8OkgDUzGBnyrWjHPH8WOdzad5v
bfyY3FJlQCGQh/x6KFUkjYQOmXJIqkXO0JQi60wFzQxHqMGVl0nC8e3M28ymPj+ZW8/E8GTgiTTk
UqpntZZilXDbwajeCDwb5aEVkYWONolU1I0VN9bwiIeQkNgVaFlrwP8tgPwN1JCrixp8dPXCA49b
uO67LcFjeLWkga2yK8ZvG3pw0dawWTftRqt3Q7d0yhmF/a1Z/L2CaQWAnviKVMY5xIqaFTLTBeQD
2dA+eK661eDB3wmty5JxnpIc1RUDZgSVGZzQKUAjUgaathU8Mo+v1UETRXBVKjXij8Si0ZrUVgnC
IPBByWZBV30Z2x1iQEU1Gdo4FnaUHLV4F0U7JN0IGqL6192w04nZSJZKRJGt83bHETXx9LGQn32w
SDWLIXqK6LpI1kRfRaj/DIerLAbTe5QvkgD5coKcinLnOVd+eZhZ7Nk9wAOACigKQ3ocDXb4RDf3
vuZ7rIMjYGS7FK4d1cF0VCHNrC/jY2GseXUbZNe4rXG8deM1D+whwrPsrVaKjAknNJPMbH3LeK8M
NFtQ+oUXWyGxavhqcMLgPOwlaVEg0Z4gbttWyyxCZWnUL7rCLvm6fSKoX4XpxYZU6O+S3F5e3ucr
7pcLMFnexABI2tBXTYnlUVRx1ogQzRK9El51UwJRZIN2lqixRaVscYssMifY+IXLt1RDQsqm4OTT
RIa1UVMHNSBZoITXaD8CEOCRRY1tUpcpMwPFLKVlli2x9jhGr0OaHApZ0Mhsy1XFhaGbsmdp+5ib
SmBiawrd0lwzHmwWvsb1oiI7pNhL36qJhRfbIhY1ylty4XcixPa9dLnIXhC+FsSOskEwx6S6XWiP
mXF1ea/OXaNxrxg1qCzryBtNYc+F4itA2rhwjeiiJ7bshWKobhI3ExUgQShUomZZ37j5Zhh9727D
qplk5ngYZ4d1MoGJU4pGwm3Fcvh/erDS84es2nNmcrJtnZkrfh7XTpY69cQyTQUmCs627CwqhJZ9
/6SwW8LXeSbqdGM4q7DYct9KU6uca5yinKm0yeATz0uO1bxzRpnM0dOkN1lkGRCGbiNLyza5Kpu1
5tlat3CcjV8slWDvFktWmAb628IszqXOzgEYk9lMFMBQ0ERxAk85xMm24isdrxP1gh7Sn8Dt5YAP
lHM+2ZmHMhlwciWB6KHFQLB8AByT/mferGPdFUx9lOO7pLfy8raOn7DrcF2crlxfFvLzwAegGyID
2GRwBsTsGfCrJFGXDDQ8xFoGwuRMTwStYn9RGcOzw1M0U4kGiuCyfnFzw9uGY/hVamprlRzRUKJp
2rIvnH1bxIlJ+/5DJyl4NBXpvajYC3y+fqnG/Q/PtZuh5TtYrPuhLIoZZ+vMu8QiVITLiq5rKtOn
3VPGp3qu+kp4KJIRVMHybtHBbC0v79V5PgThuMKQOQV+A89zn98/8SUr3qlS4HLvkOvsuUvjAdSJ
FQC+aYUnptBRFoAqXxnQaoCn4eW0xqO62syt9Vwtfc4C8FG0cjCYrE8SJF2hp67r9N6BdXjKDEvX
0nMWmEldsjUtrFQHbMqgartAhB6nK0m6KgNy4LnyULf+MCO94204UVG6DEgL0/EqaQA1ZMhTTy7v
urzyHMc9dBjEyv3o4HUlF3LlfrRFIc04P2RyV8bhNGogJYUXPQ1g0YnjGOqJJg9GirU36hUjPjjZ
1coz84o8OJErooz6q4qoxSJL4tc8RCSlyqm0LeXhKW1gxbOGS4KyLF+4UfwDD6BuXWurvFERbXZU
NX0oFkVrw7XHtGjG651igMbJj68QOmQHbq88re3p+5QDkqMZd6TD08eQI31YKAm1DSdcO1W00ySu
rBO3q0QuxSBldWPJdgu8IWV5mAvO0mOf5qHwZbImmQ7GVn3LvF6yAo5m3lqNRs+aOne+k5JgOELy
J8yKANciI9WvTTzmtndqh3BXPnRM2XuxLNqcBlar++V2CJx7yQ+lWxIPLl7dO76KvCxZJCWRl4He
7rUgq7Zdh2Qh4KVXvR/361pVzMzRdj5w3aKXZe/GwTrNuh7gBTCt2Xty3e59SQ7MNA4G8/INnmo7
rIYBgGUwYIoZ4/iaBB6sDgxfk8tDExigcfSw+65UovlAl/CFVvgAYgVPnCm1jebqnum4ANLwOAQK
LoXPViR1t5GkFtkovCwnYensAx8pOHdgNnonm2lR5bcV4SmcoB6NRJoMVBRS4VikQ3R9eSnTtxBA
pQEWNWSG+2fwEc38dSly2xmNEWfGXZAV6Vby2wcCVzNmfK9BkMyUZaBq9euVNiBXqnZau489AFpU
RQ83kRIu6lYKNmoUCASqqQW4U2ARFeb+c5p/qtxl5/8o0jL9qC4Wtlxn78mhKt7fq91rNv3Jf8Pq
Fg7d88+rW2w/8E/rWsaf/kddC9f/wPVHQcuIs/1V0QKcxB8MwEtodQ5Ujj4mbhKIi/d//4+kkD8o
UwwdfihwyTJw+18KWuCiwggAMTVGZlCYn/VCv6m5UAr0459RdZ2lh+Dmos4DBm6ETRAUtXyVqVyP
/EqD5B97Ne83KEoonxqPSm9JWWjXnpoM1yGLe8tBvLaXIPHrsPM6s81JdNNXLV4zT7bs5pcZOa1z
OTO4mI9GGFNkgD0ZilAm1xXG1nPlVuJHSgJ1XVHQd5dRkG7pwA3RGDrYvKU0QWqa6IvIj1xAETNi
OlUYz2Ripw4GJjKWCnAcDl59+KdNPrH8zkBUJzFq5egkRbTwXA/02v1Qri6v9wyDC7gKFqwqALfi
/YNO31P7iElORRrnKMGamVRT0Qg/ltGNx+NAOTmVvuxYtYViGExSDu17lxWgoXA0vmZBGABPVkR2
rOT1sotd4KCSwV3rreOsksYgy6r0I8uJm27LIqmzwyyntiJ75UNcZXEikCgzFjQpYBpV4s64TlPF
y8eVjYUvYzEXoWeuk9ZXJG7whHyUkmSb1RLyAMU+VfyrPEGMx5OVQvFU22tWlqLtg+ebag/IXI2X
8i5feS48cNmxoZ8ESfgmjlM7CPiqS5tDpSEmlZylRBA5SDOZ2vNjH2eNRrs60xhwu5McHoH+V9uq
0o8eYflK0kND9Fk+9+T17SiAAFFgJFCcIk/in7hzUqb7iX7stVozeQD0cV/ybsZTO8NWfmKh4OnD
TUaqHyViXy+3q+apRyLiPTZR79/WCkAZ4HHoAB0N3ai8LUqay7aqB/6xL7IaJoG0xc7T5YKbLKRJ
vqgK0oI+PcrdWmQDi9NFbPRDMDPPb3aDUCA1DKpRwvUpgieMiqgEdsE5BlkmLQwJiG7Sl9qMavnu
qkEOKTZcpnAspje6zQrZ9SrJOaIoRFk1qZ9tcyJneFfTKphvDW5KGZSLIMjK5ZB0utlXOTkYeZg8
a8TvLQmeqNkWnm/3afLT90pj1SKQugkqFgrmNZXZ10zFY2EJxN7QDFaQMcXu6zix0hBFdXE/dBsS
kPTPZi3GY6aIg4gCFN7ocX495iT2CQHcBeQeTtRuih4rYUX/BgsULnWWJGadRo1dd4ATB3lY7BKe
5iJNI3onBQBX1jJwqJofzuny0XScBApcB1AEtVYEj7rwgOFVfp2W1rnIpAWV++gS6m47X4FTKMnq
VnfydNsXeGOEWit2ZVzW1mWtOglRfo0MwDZSl0jpodLv68iVOtTM9wL3Mdbjq0Qx2IFLwXuROKhm
C1g542KOJmm6TkSgeDYngB1ivK+jaS0qE4Dz9x6NKESSIuUAq7YqWGLSuLSyPEMS1M/VGcMxzaBg
cxH7chWQ0dF3+CzOPjFPbgpnw0gN/eigYnXv+Rk3E5UmJqFJ+oTyUL7oafKo1sOw1Jq2mbmx45Im
S0YpIUXRCKJsA1by65IDZQhR15xBf7mNZqosevHkNDGjPpx7zTlLRY8LRaUWaJt1Yih06r/n1FC0
SPONo9QUNTiY8pIt3URp35q89la52l7xVucrpc3fdLyy3Tq1shqKTrMMl380cgyiLJWlN6pPXurO
GVZSTp/hV3F7kEgtehI2wAMnkh3R8COkhr9XKcrOlCTUzIBpxEp9p9hqtfo4yL28yIygQqoMjwBK
LfGtX6b+oteLbDsoyKORgS0or2/yyCjWaSyh1iT149c+1QyzkrVqnRata3dlBk77IijxADKowJj3
8oyq+0Yi+Vh0QlU4kQR406/HU3KtU5us40eULho2aZBEj2MH3Fd5DGIwBmxwE8dzQMNvJBKwMH0M
H5FdQmHn10EDzZUzNWMGajBSdtU1TLUUnkirGLp0nfa9ZroDkO8jkA5Ix7aeuRDfiKQOVQMXCpER
MhOTW1hpMih3ohBy4qmyqGNS3WSqe6vEaTrjGZ7lC/H5OhkdhBESBEMyKr6Tu1f4YcCM3jOOzB+S
G72Wa0v1VdkqWYnei/+PvTNJchzZsuxWUmqOL+gVmJIAab15S3r4BOIRHo6+bxTAjmodtbE6sPhS
aQQtDek5rt9FiMQXV0Lb9+67977IkodUNHIvncnYpwPkULuT0wa0cB0o8yMMw3QIlaH9iTW0MOat
lIpVKqeszE2v6UT5kFdafUybfNwFwmju9DkzHvQpnm4AGNxDH5XRTavW0QYS98Zly6LDvOYB14S2
RuLidDBHq6zEaWy17GgSmu7cpCyfksn61M2q5r9/t7+xt+F4YxZGZEmJdY2FodY1h6IwnFMTQ/mv
0MMfEqdUHxRjso9ZMulP0rV/vj/mVYDCZ5lkYTxm0CaQLl8uuMxkM5uadE6tGtn+FBc/mjF1Nh6t
K0SehB6dGI+IxZouNgOXo3SC5D7tZHwuFXDZcq4Hv0uN6VZK2/4UiKa90Qx3vAvzmvesaeNjpOnK
XRW73VOOGbY/AFNsbfV12ZbfhBaXF3IRr/PWrMLhTC0K3FxbQou+KBCpTcNDMsjZ09Igu+msST1G
hjH5QVzHQIGOvGulJo8AhNPGsr+x33VL4xFYTCCI3dYhc1lqWR6WZXwWxcJizqLuBiH78EzaGnwX
lj748SiKYwmYeGNFeXpXDDCP6yLqju9vhuuwBuQZSTnwGL+FJP1ymbAYUfUxqOOzpSR16U1dqn2p
tZBUuM2iERNyAr6OIlYYnTunL42NaONK5+BgArHQmgn44DaTO16Ob460BBncYTgHaT3vy0o3fFnC
WHJM6npEp/JGKsFwBpil4J3OaB8Dt4a3WjjnJDDHh34c2u+W7VbPqamHn/tJpSTeZc1dO/MWQmTO
P8St03qFHSm73g7EbpjG5qbOdIRDuaUdExeDgCJVXS/JmsEbtdTeeL+urxSIAtwoxOoU4sCZLz9R
K7NoKjU1P9dlMHpVk+lHJ9Ftr6zd4diO+rgxp9fnm8SaQBXzC0ESvkb5rSab2wpq9tnKhxjMb26P
hhKZGy/UdTqGvAdIweV8L5mlWB0mu86KbHaN8jzZk7MLa+tOz13kEeU8+kYyGV49jz0V40J5zi0Z
Huu4/SljXf0rSbP41uny7FA4bXzSLSPY+G3LDXYZ0JGhI4PjEif7uYqyyjxTulwv0rMeh4ZXhGXq
lU1pfFQrNG2/e36osRInEycwGqK7y8VtjL4a9VIvzvNUFB9kU1Z/9lNSQ76r5DFqnfijpnf9IcYW
YeuGvb7NYKwDTMBcR1KF8cLl0BK+QzvrbXbGTUn/HFpcEIZAcKt29kR/TFn+mQSwGIgcy58dzlKe
cBRsXVrYOe/PwfUGX5I1VIewLAz8RpYN+SqCqKUV0VvEKs6KpqR7bQjynY3AUhRutWvVaouLdY3F
cAFaNlDfwi2E9LfKEC09z5JCz4tzbMzjubPmBFml2t13Ros1oCOGj7UmOeh5Q1sJPQFbGfN6pya1
/iDGjPYWAa4AbkR2XES5chdXI5FNIo2dlcXhI7WvnjqKbR2t3Jm8BE39zp368d6wq+ZjVeOk8f70
XccA3OJMHcbmCxC+zuTDMlMD9IPRuR1l9qVNBIIqM3S8oW7c46C3jTdbibMVcS2TdHlGQA0s7DKY
R/53TYrJS8eJoyBLzjyW6Ycg08RdGQzUPazvjv1noxaNnyvJdJ/M+fCUFGJL4XZ9SyEdAyR0eAC5
918ypVebpu10VbpJnp15HzvPnKoW/Uw1bMzt9U3AKHDZ2JyUgnhrLrfmlKtitmuRnk21hagSjcN9
mlTiqJv2lhvPm0MRuaruQnimUHY5VBPZYpR9lp2zssx3rQhqz0iMr4mFeur9DfNGbGWTm5umpXH/
LkT+y6HcGB2cNaX5WYahOGhgAwelr9sbIQ25c1LFPvZt/00RaLWmbuo+9OlITbuXkd/YZuy7hSs3
Uujr1bTheXMLwDoiuFoLj+N0VBozyflFQeseczC8/ewqW4n69UlBsi5gNtnIDXlUV1MstECbKk3m
Z2Qa8cMgBhs52lgc2jLKb1yztzz8ReXG7Xa1rg62JgKCNdi5CcC5GhSXTSObI2c6K8L4u7ea6DC0
qY7BQNt92ljXqzPJUPgjEjRTY6Xmv0rFVDV0OjUt53OfZ7E/2u7gg6YCf4d1cRfOobZTZih9kTH2
D0VPzbKXZn77/o+4Wkk8ZLjJOZQ2SMXVb9CXuNQJTP0sBZqDQgzQlopkSw1ytZILIWn5ToyGaTP+
0qvi1ekHBqoLVTGq86A38a3SataDOk7SgwkxH8LECW66uko2zs3lO0WESaGJeVVhPoAfq+vpTTVT
Nr3jtl9Dy37Q+uRjKxcVSqSd4iL/9f406pfz+M9gGKzhBi1YUH735RmdzKnLtSrsv+ZYDtGJvLMq
iB1NekQxIPZd6U7HzOlsCMvcD26jmc9h3hZ+KhTrlkdmuJ9tmBFqEti7vuimvRYN7THNuwaJFgLM
pp+GT5rI3D25U3J0isk51lZr7eu2HTfeipXZBt/iYEbHUqkgIpDJ1k11Yo6cMgdzf5oqJb/LlRTP
RvbIY5DVOe0tYt13JzhvhlLnfhmCksB1aTGfoSRiWpk4dUKPfdU0K79wkgGmKm9omhfpSRVZcexr
2TyxpZ27bLQcv2tl+lkhgPWdGpHnbCK9TmgQfU8N49eYuOOxLgLjrCcCcYMK89iBhA/TfqQduFaI
9M7EdureCal3z5Gl+XGmVjA6Jc2TNXDF95f5apWZGWgsy9ZaouC12j3rpDbVjuhPsk1oz2F3xq6S
DPX+KKtYe1kAojw2Lfm0SiHnSpEZRLnbmYF6mgZH5/sn3MXGwvT6oRy+zVNKH/c5tg51o1g3Qexk
pEBTTNiTxTud/OOhzZv80PQ2zG1DVBu/7noOTGBi4gg2Lt5Ti83h6/DPCZRmym3Jj3PpZ21qdGqn
4OVuHN51r5GXOVj8EmHq8OxRZ7ocpkiiVot7Sz05MkROxx0GGb5vkFOZ2TOlar5VCyLHN4yu2jMv
9XdVR3E4KxNiPkvFhx23w31QORq+IVb6RJlBbszEJWi4LBPw2QIxWJjBaQTDlz/RjOJBjR1FO6WJ
ZXlkZtBSY4kuQbMGCC4FfbNrKzr2SvjTaTkm7++Sy4fqn9EJpiiMUfheak+Xo1dBGSmlHeqnzBmT
u17Aw4lDMMoc96+Nxbi6ScGriFnxkQEbpS/PCjUIumpuqqwwTiQT+cHstcAjjC32RqWHjzlh+cbE
rgr7L99GCk0Qh52aC4CzGtCg6jvy0htA9IH5x5Sbxq3aGNWzu9BwLFAEL5lw5qGwb9wqymzu9SYP
DnOfph/StBk3QoK3Ph9MAR4N3hCCh/JypiM1VWImxzjFspo8AHBrN5IA7Yy0M72iF8XGeG+sLDse
+FtQUyRZWE7gq9dSL+gGnNbCOHHBB/fEheyhctSeTKHmWzO9nNb/zAv+memlBKe+6BqAni/HsoLe
yYeePdy3pXieAYa9QSofbRna/mxKAcGpUs+qSMTByDLtpnYbfU+WOgHUNF90SIVe8icNC0tn8BVL
yxHjaVsP0pu/kTOmafA+DWgnl7/RzvKomgNTO8lBNz+ZRjE+yrbM/Knqw4NDrfeQJ6XwymFOPrx/
xpaZvpod+HsCKYFFHWe1EgoZU2gWrsZdp+sHmery0Dhz81sx2MsaAGBAXIPMxF+cZT+8Wm9LwGed
Y8U8OV2k7RIHALWNsk1dxPW3sH0XsgZ1ZAxbVmdKjFHiRmGGeRhYpW+WxZfGHLZw4De2rkm87oDD
gH6Bgl1+iqY0pebIyTppdmTfhqoS3ph9WdzbCW5wv702mLVAsrE1Liaxbi48pVCCjJmhuiIKIFBS
qiyMvN948d/Ye2C2iwmqplGsXFcqSL0iu29G8xQT6BznUIhjXibWRznJ9H4qqxGlMZVqo3HVraP5
cq+sdp9tm5gewZ0jjl3nfUlpd8kA4/+k9aOLGiNQpsBP8i78kWXs+l3Eo4JMS6uS+zgekq9Npzif
QK7qOzuPnb8IievHKrPds4bzQbGfBy34oRSt8jE0rOq5qzKnxdFNHDpTpaae1CIO9kWWzH8iu0vQ
mFlq+mPupkLzbciQzl5PbXABqrXVgzvr4cGoh4RHQGopTbgqp/mB9TAQpBJbzn0xOJaPaxW6VMci
HZ36oIq8bq7GZuc2nfVXEAfiT7ceaGDSzgZOQKHVTcZDFMX0BiuAMr3M6qvS10Rr1/dNBoS+j51G
/WEag/ipmF1l+eM8yps4yZVun2plnXlhlLafJ7OLPxtmX5nU8MrgQ2C0j1GZltm+M6ZCvW06U/y1
uM0iDqla6RMwyviYzCGQcaK1aYULQZncu1Yq3V3gxnix2IXWPaR1gHCiBixv9qNaiD8mybbEMVt3
DhE6J8g/k0GsHGRDO/ttNuJFV5dG9lQTiR0XA3QBO96cO5ohW825Sx0wqJoKeHSQteQ5tcag+DHn
sIM6ymPhbSF15i8wJuPnMHaAXYR1XL5tYT/VlPBiBCV90ez7XGK8UrpJshCCSxQo1hyp8Y2u9sHn
gelHfZQWwykcFPuX2+M5EBtJ+bykKAjLedFvh7BofhrBwuM38qpMsSgYdHXX2kH/Vc+SsfDIS7qv
VT3L9NhpXf/NGR3rJtFHS8NmsRE/0yibH4yxxf22qkRHbFYmA43ZuiIlbI+nCAdDmDhIv6w621cm
ZlbmMFeUo7FP+9Dk3VFMo6nfTAnJ9s7sAyOH4dxM34Za0cVepSfRXRYa5YhPjQWHXU/CcdhlelD/
obMfyZG1DlfpXLPqvVCahnZqMGF+yXIET9Owiex2qjobZwdvVnxd5tlFFhabD12oqrThmxKReqY9
Os96VwV7VRPRNy3PjW5HMwH7EHZF0u+Br1vrtpzn8tf7N9lldvxy//PSQwWgeqYuhYPLS1OZB2UA
xoRGx9vydSwn6G1uPSrBbmTzIyMKQr8vzPjw/rBvhNgQpA2wfCpkS61s9SJkoq3GKLCCE75O1mMd
B/XZLRREeoPV/KobK4AF0id+SCHPq2Rfe0NmBjdhrpsfHSsuMItB6j/V5H4cSecuLY1442Vczwy1
RG5xQeXStHl917lG3wS6URZpd0qtIX5KwzbznSERe3Nu0XKli7Fho28Bzm8NavEgAx+AI4LuXS4H
Zu2QsPp8INoVyT7RBT0NQ332VZqvuQcxFD/fX4d1eLl8JKggNcplEaw11Wio9H4alXo4BXN9bBwy
+zHBtaAvteYGKtDGg6Zfok4QyZdIg6eM+h+wJ8Di5efVZmFPxmANJzkP8mDac+dlsFmfozIebhJe
hn2LCtk33LjBnyYJbiJyPAzRDH2fVEntdZSu9yLKXJ8fjsCRUuNegfzuR3HSPrqBmLy5n6aN1/CN
RYG0sEQvL0W1NW3BzNrWjaxYnlJ9srHsMZ0PWqRrHPZCu9HrPvAjaWxx+95YGWOJZEBdKSPDgb6c
KpAXmXV1IU9u3dQ3k6MoNwMMvx2sU+kl3ZBvBP5vjLdwCB0eH9gvQl1FT0Oada0RteMpDO1PcaLX
1EBDa59W7l1oTs3GaMuvfx1esBHwcXMAoJYsnhRv9XUYtksQqvHUNgoa4ShCNuA2WxnGG9/E9wAm
Eb0D/q0FwIMBLTsd6/FUdLXcD9aU33XS/sRz0N2Tom8d3jeHE6wVhpwatLbV7iZcU0UY6+NpTpoc
nyOcnixI0LeTUv0EeCo3TtMbcwhIBp+GKA3gb81eLMdBymAuphMmS9EBinJ5KEWoff3tG4LXQbiL
7Ye2FNAvVwqjDycocms6qZ31w8r6D64+/B1O499iHAr//bFe6k+rbQG11+A6oqpM84lVNhJGjhgr
OCOnXEy9p6cJXdqEMvtD0prHSVTRjSTi2inOEN8OQ4xfaGGMnoiKcN9msbGvVCvyCmKE93/XOrMA
cEMHQ4IKPM9efbnWXiVJbpwpDU6r/UkJh+FQOYnh4Tfj3KglT/77Q13BD8tYWIssVEwUOHDpL+eb
kpwVx4HTn3pC8B1UbeVLHQXJg6zsyjfaEqqCMcIAdbE4UV1tuhvNtjoGc5XddkTix//Jz+FeAKmn
DEQN9PLnZJgfq6UZDeABSn076zy9EDQWgYw57qYZ7KkdSgPqPUw9PRhxvu3n2uu1or2J+0JuUKau
oO6X2bEsXLe5oQgeVrNTDWUeik4BHoZffa8OKCyskVDWhYbg2Truo2aUF0d1ypxdlcfD0xgH7rF2
MM8IJonqHuGomLv86FLB3TtKqj+3c+b4VmUpT31bZHdzpqPFR5q2h/g3YnWNlLnLSrlBEFp+6OVO
N5aLHUjBxUgCscTlvPZuPgwKJNCTns3ot0rXeEpNUqwo6tSdE7nBPqOEcG8m5un9FV1Zgi9vsAHB
l7lDVgcR5wUAfrWZ1cFoeKHL4cTVgfe3Ms1fIKUSHo8CSx/EXl7boGKXVj0dW/osHKfc/SNOAv1j
P1fVubQS4SuEhHszVGPclCxl56aa5TeSUrdjKApaBJeda5mt1zeRebDrIUBjhQfz7EblVyfrHTw7
DOpadtzstKjp7zUYhztDRLNf2abcd82UfVB0vT3WtLjYiOuur00TQpZOQZ/6l2GsySRp1EGXlfF0
spwJRwKjlCSesbWxvtdXxtI2B4B0ESoQY60oK1NTqjKP7fkUWmW/V5pB7CAfFbd1J5WNK+OND0Jw
DyOCMt4Swi9B1+sFteEXWJ2qnnp4nLgUD5gkOPmW7v2tD8KpUV/I2lzP1vL4vRolpChLJp5qJwgv
GN+getrNlfvBybXef3+HXj+j8KNh3wqbhaKCtjrjqSEa6h816Pug3aipVu9tLf9YTdYdxhtbXv7X
55DStgYhDBomAN/V1Q6yqzVBa5xSOxU7JZzUPT2DmkdVA98LukS9mUq1PGfqvIWxvPGZ0PHgUEOP
pLC+ntBZaXpy+Mg4uTIUX9rQ/KFFqvpTiV2sd4WQGzf5G+tHUALRmEorwP1LJ+ZX69eahdNV4WSc
1FzVPDoYiGPsYBGuK3b/9f0FZEdc3W4mYRcaO5NdAUq2WkLNHsNmSgJxipzwvq2rwvHjpgsfuhKw
Cj2IKb6MSdemezNVnM9lB2vEk9qQOvtZ2sWdqwdwysuJILTvTIJeciDLAB9wsFhzx7KIyOvV5A/g
2vBrIxBo3LSm1mieYZK/7hO3wpa4zzHFqhtnwIOiGHHFC+MSb/TYLmTimwphBY8oqvud0/TmnZCp
+AT9kbdLr9xdS6Xx1HUxNMUpLEF7CVWhpCs3VSvKTyLIux5xQmQhVamHT5XMcPMIJRO/08GlWs+e
I/2bXWrGeCvGSfsWmfUnaY1ps7P0LskgDCnZH4mZJv3RQWrQ7UKe0gy3ygkOfRXz28KxVW4XGTnO
3VkXe7T4IR3u1e6jlUDFB3OZBv3G5An70hOo/6QcrXyQYz5jjSWq4Os0pa5L/q4OaL4hbN2pdUk4
FUUDHpzQ+wUuug2c/AZyv7uPwLQ0npysM3d16eI7PcZWD5SSArnuU1uOH6daBZiz5rhaMJwwve+z
xck9LdM/tH5S/uR2AIBDBlZxn2b2jZbO3Pt6Zct2Z5VpNO5cPcm/ww8Ci1lwT2tfTrPyRwEF9EtT
m1iV2XasF7uMlxNGUDO3X4FvJcx3qFOfVXUM7zslzI7NFHafW9WZv2tCkc2xjQqtYpLMBtDNlLN9
dKB6JthqTt3o2y2yzK/FHNfBsyVdGnUA30RPSjLYWzZ8b9wlaGfgU1Cn5ZVd1zM0sOcKBc18KuJ2
3wm7uqFflXPoIkM5TJyzHYUrrGLUZONoXz8AFuj9wqpFxURT6FXeUcdWmY2R4p6wGGhuJjW1iRE3
tRHX99UidwV4XSqiUNtWZ7oy50AZyk45EZ51dzgPtEddlgr+NkvDBMvcioSvLyzGI/5F5rkkcOvW
JbIMIhE7g3KqHHjLQYmpzdAaTy0iw8PWfXV1XTEU5S4ET+7yFCyf/upu1ALEoWMjlFPciug+crXZ
10A0PVV0lHZqQ/HCxA0/JV3cPXdmV/wKqzD3XEsaXmJXypYs7ZJtuURoy8+hXQt0Oeqr68oPlb6e
MEFXTs1sT14X1fGHtgmmOzQBYlcbQX3g6Ee72QytuwaDhr3D7t53c7yFCby1sSB+8gqTZVK3WQUx
WqGkcaiH4ZluyqnXmzNAJR4HG1jAGwvNG0zSAwMIJcRaBgZK3cRSdPZJjyL0PUYW+e2k60e7wqbr
/ZV+44MwMqAHIu4nMAHXKXNg2ZNSBr17SrLevNXDIvUqmrdtfNBK5/KygPYCo9gw5qhuLtr11/sJ
C/fUGVIUPaZObz61xwBizPP2wBU8+bpL4cIuIt2fQ6nt2nK2MISYlI3y4Yr3//IjFsYIdSqiXepi
q8wtqZs0NcImOgfRAJe/FUXwQJaD2UIem2UIeWF5JnV67VAV6auvM0JaPPWE4nzVXQWJyPtTv1xC
lwnPInRBdoJAnw6Q67AbWw41DKISUaPAwmePviqsD/pcWUt7lCCmBUPWd+pdW4du+NtDU6TjLXeA
Esl81tL4UHfGseDePNEss6ddVZXsoaq7+zbN/0hb4++xNBX//a9dUJHLr8VowF3sASAQ8xSs0rtE
6VV7XtTp9TgZf2dQgRdlQ1ufIjNTYDAE+KhQQqDB4N62Yj3dlwUssd9ODJAvw12E+QqBEcLk5Ta0
y96N405HHqxib212SUsnMNQH73/qG6DN5TArhGi2IZ4kOcPUbkWlin67O8HVcS9qXfsglDx7Tken
+Zpn8GB1nGU8HHLELkvj6KlqbIR//VQ/T3XibKRgK+7qcgK4SXkaKTrrvFfrRejbQJv7WMU1U7fL
A/+37NHEEgcaXlQ9ZPbs+imSJC+O82ZfhH0GoDuP3xW9HtEiJ4mnhTLcSD7fmixg7+Weg+WJIdFq
YzS1G8zhMC4SF0MeUyQpfrDEuUo24YU0DZRcCroFdo78Gwax+1yZ0vaIE7nzR0x3TKfNdp3ryN++
GMnfXqpAvLkul9flVimDULepMFEGGgy5Ay7NvQop3sapeMH3V8eCzHEJVkgMIJmsHpQoR904xhU6
AiVPvij1rPzSY72a/LjWMhWOPIZQEaVkL+yNucBUt+iPhprQq6mKjMTd6WbrfnAp935UYIsIr61i
OqQko4oJVzCKDbTprZ+L0QATg74FtNpa3eNaFAi7SJ3kbEyp8zTPlOeUKQ2fuN1xUpghyBhCaT/R
gDW+syYChmga8jtTxYc3tc32UNZqdVRtNMxW3yTYYsY0DRwhKmwc9Ld2FZgzrh9U07BjXFtgTwKo
K9JH51RNWBArWU4PqEyvMYpvlT/DMRh+RmNj/lGGWYdFd0fsbrW0IQCWahavDMS6VgmOA170e1T1
5Qxy4UKkomwF3CWuRFdz0itmMrqnLkVKaRWy8EJToVtS6UYbe3gl1vhnLIK4F6QW2891IBErRh25
/RycKtXJb1MdP+LKbOUeHYXt1z1mxUlJv4UmmuZjG1r5sc+C8BnegESxbDtHQ+CiOmpYcakDKsG2
iKK7HDTiU91jJ5sRwXwdaqfDllaqMCJU/uTQSXxX9DR7DPPs9P7Feh2sUCozHNhdEN2pzq7u1WqI
ShX7lPScQp64kSJy7rSy/PH+IMsWvjyRC9GLWFPAO4dautriphlooyLV9ByNNPmLwtzywD17r9Gc
aSvMvn4UIf9QFmEbcAlAwr28ZPQkLiYlDNJzpUX2ru5V3VOSonlo8rLzVc7GjUJM9VBWTeMpxqje
iWAcgBR7mklyffnhnNvPSC0138nt1hNhEvqt4eITTHnsc6jOmxr6JfBfzQ54P/Q02qzhGbA2NQG6
zcKqmJMzYaMN4TmIs285Pm76zpWDTBe6Sf0Mt6I6Wz1P8U510+x2aNoRgow59Yh7zOpQjWX0IIMp
+GJJEdA6yEryT9wjIwioNaenIQrcjzKv0kdl5B7azROghV/oVfQJXYWKdD+t8aXSeyN4SNygzul9
1uF5E7Zt/AN8M48gX8Zskw7QXWOObc/N43Ev+CPunLTIO9LtIf/cmE6d7TTcaZu93Y30BnBbHd0U
h1dTYDwM3XOhZf0fah3SZCrO8OTauKfemk5CMO5/SKNLIH65AVrctjKexeRsFVpEt9y88SpQqT9l
WkY+Y/8uC38hz0GKxw0K5GWhlV+OpyxubJqpJAh/bNszagxZHZyR9qbZuL4+jeNGIv5G4E9JcykA
oqzgBlqz18tREXOlJR3OHa0OcDM57jnqxfRlkENU+4KC/yOCfoS/eZYpUH7UGO+eociCLfu/lVPo
chm6gNuYmlDWp8Lgrg42fyLu2bUynAFWmtvCVM0vpSPdQyWrOxvx0B3xh/UB2YC6K53wrzqCu03b
jOqg9k1zO2tW6KsTR80dNUnMXLZHYFF6G8r5O1nPViOgq2sIgiPPA2wEcjPNWjcLcSCWj1nS4YGQ
Ez3S3KtM553M/x0R/3+Ltf+1yPn/a4s1v+1+/Czb/zj8/fPv5uXvfv74jxevueL//G9uidf2a8uf
9I/9mmYb/wI2RJJBSLhQ7lm1f3uwGeJfvE2LZwuVFA4XyeW/Pdg09V9LzkuNCVibv1kKnG3ZL/Zs
Gv8E71Gs+ODuv1BcfseBbZVQ8gcQp7JtYemgDrZfooFXoM3CI8vdqkgf1Tbea07nh6myG1Tww1zf
he6XV/P14Z87/7W/2uox/mc0PJAWdzleBHW52l6NNseTpkzJkD6WynDT9AYmWxuwz9UIFHA0zqot
kGeSKa8uq3Goayh1ufloBKq+j3JJV5U422pUczVrvL0UOhZGM/cibhCX35E7QhksJ+seKyuj2Wlv
mX7d5P1R9lXk1zPgrVNr5lYgvcT1r95RcCmwFgYEOFxqnmtaUxcXcVUih3psiZUetKD4VYkp81J8
eLAulxPhBm3S0fYm3jRXsE1oAjzui8He7BC1fN/VL2H7GWBrlMrc1SzTWFwq1H6bx66InUM508U1
MBrtm5KK8CaQXei7mW4ezNgIPGSFVO1yeuZIZyi9Wh2023FMU3/KjPReWIvCPyYuoYVdhVXI8K0s
TJojlxIPgLp3jloOc2wX2+Zwb1Nk+hTQEimiQF12RBKO/aBiZvbx/W26vvb/mWkiukVty8FY8/ky
JyHEQof/SCjcHAxLnkuoTTtOMEhm2IWHBDerj32Jjj4PRPSE8BiK4wA4HsC/8jT8unyhT1/g5pff
QOWnDwHeGh7+uZQR8IW9ff/3riICfi45C3kn236xJFlbpubFhOsDN8wjDhb2UQo6F408bODX0sVk
lCLj++NdHzIEeSSeXE081JRmL7e/laEbmlMzflTjeD8X8Q6HF+/9IVZuoyRfi+jv1RirI2Z0tpww
CY8fW59+qMPOOuAu6oW+smdf7LS94ev0JC09zHY2vu56NhcbGaiDlE/4zzq+qlTFDsfZih/j7iDm
6CEuqPI40/1kbvG3XmoZl+eIoajtcZ0TXJFzXk6k3kVpk056/Ngd7GP8KfniPhcP9h37XfuWPOQ7
9Vg8jM/6URyqAyrIv91H9+NT9VTe6s80qjH7vfVLDrvgOd6Y/eX8vve7Vuc7hWIY1ygaHg15P2Hd
WhW2rzQdnUznQxKLXQSXnEZP7y/51a7CGgBZGlbX3CvYeK8q8Oas1HrQx+MjhL1fZjodLQRSv7u2
L2OQg0Bn48wYyxX76gHS+rZSCyMbH3G532n00rJowT6YH8b07/c/Zg0cA4QuX/OfI/GAvx4pSSIY
1w0jGbvZo3f2TeL9Ze2bffu8lQ9cLRYjEaKiM+QlR8m+AsNCNPOZHTBSQvXICCRcdNSn049hPse0
tsiWtjtiAxW8egBexkTZtMCiKOhXcbGZzUYwINh4dDMAJgjHCLl8ET067uc2o99fvfGsb423DhyU
znAHjfGw/qZ1bfk4zMUh1H7ZXXAb0jhDTzcGfGszEpiZJCCEW/zlcvlUfRBjbZfjoyaj8Vay2nuR
OfPGdrxaOpdCLVtxoToCtbirizTMyj6TVls/iaGmqIzagPZoLpIQ9PE4heOqU0a3GOZsZJBXs/ky
LJHfC31YXSvkZ4SA5pjU9ZPixh9VJT10Afe4aP1aL79jI7gLaZv7/nl440vh/WKZtRR0oOStjkMt
FA1vLr60RowCfnRL8e7QWvjgqc0+0POPvVXcte7t+6NeXeXkwbBtEH/BBASBXN2vedy4HZS/6Sk2
Aw+Ftx80R0G/kKQq/np/pDUVn/O3KHzwVNB4ZPn3aimdMmvMyJiNR/NReTbv5FN6B9ahfwl4rKK9
dkRK7Zti19PdztpYznU0+s/Qy6Ca6aK5XOb+1aU2lsaku61l0P7H3vNsehYg70T61+YmzAT1fzLc
guXgkkw9aB2GuoOMjTFUjMfQUfeJ/IDn0DGT0z3Vp1SvyZL+X4b138gYXr7t1WCrFbRj7Pbi6mWw
e0f5rgWffvfPX9R0y7845PB5Vsumi6ozYhUf31oGvd+Xs42/Iirk90dZJeZsDurhBOz8F5frK+Xe
wqqJ9bwMnwospA5F3X4vszS7SabYOLw/0vreYiRGIQAneeReEatHtIQLkM/RHD+hNoofI/hK3hAZ
W5De+lxx68MsNnAO0ReNxQvk/2rHhdq0MBan4jlSDGzvIsf4Mg+V9mcc0cO+VrPv73/U+r5iuMWG
E8s9djcmWctHvxrObIYkmjG1fAYCh8cSPcvc2IGreFOrf5aVRhOtjeP8xgeSpr4sF3k5EdrliFUd
zXVSD+2zYWR0J9TkrRXOKg1QxX09iI09eLU7+DziTOq5/5e0L1uSG0ey/ZW2eWcb98Vs7pgNydgy
UsHcldILLSWluIEEQYLr39xvuT92D1LVrQhETHDUbbWZqkrpxOaAux8/xwDxEzJsp8ZaSqHBEDdt
xOGOTWOY/NwE57Rn7a9P49newGUDMJcFWCD+xNV9aicuakA0jbaNOkL3WbcvVW/z71mQThPI6PIC
yjptxByA0NTIrYoF53NhrkS3A7axjgQXZut0DDXtHb1PeBs5eLwp6o3e7pRsiSBBrnmKBMuxFZm+
odTaOfYKWDGf68hR/flzQQOl9b37DGxoPnmHIBJdKjSfuXHJqPQ2BdPVRJHDbyPgedF/p2irGLUw
YN2W7osLxwlnF+RKQKDib/Kt2HoKa12x3ygEa+2R3pmxMkDGLfUHkEgpXGP+0P+4vjPk+1/MKAph
Htw1Xh36R+3t6AiniUZANDQ3kTsFOrRFDka+bcG9kUCUMGgXZScvmQNIAvQbwKcAviE9N+w5BnDP
shosoLWt75LZ99bGft4Xn5LNvCl2xo13M39VfgwAuL/Tz9fHeumcHRuXnIfZlGi+6GFcRbOnQe9A
xxpet3BpBYGQAxRDkBJ7Z/mnmA59X8IC7pMwtcBCAxJWI7EyeI75EE/VV1plC074wqGwhItCwwDI
ZZD+kvYnEnqu3hvKEI2aFpK5vwPsCrp8bahBl6zXB6QOzXVTfB3VYmVTzx8GC50lu+sjPz//FvLx
yMqA7Ai8UnJDFzpI+gmK7HOkaVXgQOmEjzvLW9isl4aKGwfNg4CNgery7LXauGOGqZ8iTfeh2uhp
gWn4+nf3dTwMPvvWvzTP1VKt4fzKwciObEq7ptUK0OQMCUaGPpwGjAglGmgrJD6su+tTKHLHJ9E9
Us1oQUF6BS9VbB65gsjmDBnNWpujEo4GElzML91Q/+F87aGvVYbtrfE8L1GgnZ+JU5tiXY/OfwwK
lKRQpxmiHsBNj59rvkQA/RHnHict5GFJ15uhoXpPAE2JDKSKjD37NPrKqg8QL+6VnRJmu9HPNtPg
Z9TPds2m/JluvCe3WjiaSwOVrsC2rRMECeMceWl2o49bAFgXQtOPB/bZQEWKREDS0BchHcRZd4oO
ndpzNN2o6Azf0Jf0R9/sUgoQtj9syKP7eNBWyr36Pe585V65zw/NS/HEQm8Fwch9t/CsOEt1fEw8
WlGBBQSo9Yz7ekYW1mFWqUbFC7IOSM3VK0HZ82govvNlKaS7eDYhuPZPa9IyFzW4tUGjAms/+x+W
sbPYxmsBAPTNBHeYDwDGtKXZOl4IRGRKJ7wJsIOP7EoLa6Su2RkD7JY/swdrna7NsNjZd84+fcxu
0/3MfPXzuHBUz/28sOmhiwNPX3SWS68d4MvTKVFgU/1pOrdFvy13xHjEZW0sGJJBOh+jA1ocqE7s
KtHFcXo+O2ZR3Fr2FI2vfJ29OU/zd29PH4rEz/bq89SEaHIAK5oNXPzrEnf6pSMj2rhQskEaBPSv
p7YtJfa8bIqnaNZtf1QCfV56NZ4l9MXiHZuQFs8xSe0AtDZF6o0VgjR4Pf2sb6tbfdPeVLt8Z26K
LTNXxqHKdxkEKBcerUsDlB7405CWetmkc0Rmovj1qKxZR5YY+i4aAYOueBwj6yGLIrgETKUVNAoi
xcRxgJZzyxbeNZfuXsE4/Q8L0jCUElQONYHfaZuXOSv2ZHK2rFS316+nC/cgMkVg48HrBllGmfM7
yzowlgg33nkHb1p3w+emWqE14boVseCSDxUQZlyDCIeAWJf2++yynOZTPB+SxDxMybrLn8HVfT/N
t55irq7bOn+MitcSsFuoFYKBSo673DmftNyrrIOee2DbTZ9Hb6dmey+OUaCE+DWvwrlfSjlc8JNA
CQHBIFiVDZSypNViU8GbnHUdyEu0bT3PuwmqE7Gr/OyU3eTwVcntFamqdd9863U3BIsNIp0lAtDz
xUQJDeBd6EAAj3rWJmmnBmCGhToe0Iw77fXJWSP3z4KMtU+tqyyVLc5fNkKVAIUUoU0gymHSzViD
PEYZRj2JYoSi/sjNFQULCyfVziXxJkW+aopz0MylOzd56JsOghpLMOmzQ4KKDpCZADziOkQDshR5
xH2OcmhieoeMuTiDZo3KicWStVkk2UJB+KIp4GRc4OMB15OpmoyKjUOGx/ohtmZrRQi4MdU2hsY9
bYs/3cKItD/aPCEHh7BRrjGQkatZl6hTNMxQJUclaEzfs/EZPMe3atlDVTJK+UKJ4ezUCJMizhco
IFTIJJdtMkNvACSYopaBb8eqtqOnhZlp3CGDEkw6303tvJmHJfEecSxOHIPI+otuRpHZQru+tH6Q
ZXLI6A1N1OtMDyal7/ceiefVmKa6n+fqAeQZ2q63J7q+7iUubF5YRtoBTQZCikoGR6DiBSAkYS0s
FxuaOVsLSmWKhrA8sdJvKOysklxd9+AYtfRNH7uabwPofP0jLowec4rrw8O+AdWD5BZJ24xT6rAm
KmZFBT1PaRYr0no1AJ1e+wNSl9Ck5LV212vNUlZCUivFHoackOh/BZEu+IgRZUrPgD5Vu4J0TdRY
Spb6nq2QDXUKL7IcWn3SgB7dO146Q7tpKoMaUGB/4DO6FT0NSQvHgyzglAJiCADx3ED6BCoEJsQn
QU+b0TwJZrTo7YrGHn2nLtnm+rSd3b3i04WLA8O5LtLip58O/og5bUjcRNngdSsgrrJwVGxv4UTI
wLiPGULiDmEvigywIs2Qyep5rDxkiPLcwzOJa/XKtrrXosi1fe9CBN6c5/ukIk0w5Ia7yt2G/WGN
VqwRmIYBpAWWCf+QnmpzVoHZNFbbyO7rbjc3pFqPg0sWpvP86CMhKg4BmstFolIepwfIggvSr6ht
bXOFHsXybYgrL7CnaXgsSNGBvabLtm5PhgNlJnm4vpqXDgHOIUCPcDuiKHC6mo05MN4BGxsNuWlu
7IqhQY32xqZGMU6rh3xt90CSKqYyBdcNix8s+R64c9FnAtNYbWkbuUoMNqdisA8FRwWn8wy20duh
C2Ls+0DJVWPbFN73P7SJ7glwnwCdigvTxvk7HWyJqpaWOomBU/dNUT5lQxygPTLUyMuQ/BkzN064
ZEsa3zhUpdLVsR550L0tXHPvze2eOktF/rNp/DAjKo0gSgJzubRJ6Zy4Wgd1kci0fPs9QbZx8rVP
3efrE3d2+0pWpF0Crm/O1Ryvpp6NW0qdIOtv0mReCK7P9iKsePCIwIeAOAUp1NPlQWxUxOoMgo2h
WdvzdjJuxgYnf6XRO76kQ3L2WEPSEih5hJxo+TFx+53aUvhEVOKMGNErWh8ssgKNkbG7PmtnR1vY
AFs5CrJAMAISeWpDAyNfyzFxUWp6kx+3xXMBlWwXmJLZbINYoyCtm/Rd1SThdcPn1+upZRleguRQ
p80eUxEfoROmo9kW76RAmb83ZfZAVQecD22o28qKA5vbqSE6URZoucX8nRxv8QUASQPxI+ha5RcN
bne3SMZaizyHrB0lWaXe5wlt9F15zxNj4SY/f/8La8JLC3oUtOVKq9ngcQpNGaZFZNTCwbE3dU5W
baqHA89fzPE1JvprSh8ttIYPSuHPHSiWKFl41FzaUnjAgVIDZSftQ0n4OO1XlRotcrB8RRCFDtv2
q1FmvtP+UNsl+o5L+wo4Dbyg4LDQrik92+bCc/OmabTIeMwhNtl8Zdme/iDxAzMjQHyu76VLowJU
VkM8g1sYpcnTTZyp2tQWhWZE4Mh8cGZ1D/rGT7wpX5vCWTgvF7wMKN5+m5JWccyzMfNG3UCtRn8A
fci64yMUzpeIsC9tTRG0AKSMlwzm8HRErAR7A2QV4ZlBpxCgT/s17kFcwM3uxSiGLYPU3MIcnqdk
EJviladi+kTTuByfQgG4AxEK45EKZtJXMmnc7xsIBBp6OgVJWTY7uMN3ohbOyilMuhoq6M2n/S1I
hqgfq7iq4qwMZ5qxTxP0Hj7VRfsdFKPZJrPa/vP1BT9P/oFeDeAOFZfKByxRWnEQiepazAnHLQnZ
ddOtvjCP1yvKoT+ZoOs9MPEU3fdo+fVTlasr4tT9amJzB74a8Gx0oLbzyw6kW5R4+vr6x52vnWAC
xDUBoiq8Gmyp5N/gehjqkuC11LtoyOD5bQ7CoLC3xnll2AoET/N6IRz8AMCeujJk04TSIYCagLTL
nQZeqkMpTuBd0ZHjfE3cLv0xFJw8TgO40n1k4oevY2l4NJjnsvxCu8ywfZ4rBdLCqN88jszNDq5i
Vq1PgSZt/AnkXM8FyZWvNVO1EmGPA1ywMnnZVyPT5tofsEk8P4l1/T5PuQpoZKrPN0POrXuz1pU2
aCAp7IIcg6Q5GL2K+MkFKwp+8KjP4GW1rfZQKTXSmZqWFV+QPZ9yv3AV56uZ68N9oU0FCKrqbvg2
tTYqu32Zl08q0trA6xK7fwF4pPw2DF3T+xUrk2gcUM5YOBGyV0FJFoAKXMBCkhv9AtLrSK2TFsgR
m0Vw3WEyriYdbE4pD6Bod33DyD5FNiQd9kFRh9ZgMNS5KijY0BxGIi8eF4YjPvd4i8hWpCNTIc9D
+wpWLBUYWrBb0JYu3OnyjCFBgNwd7ji0KIFkVE4VgrZF45WW9xEp80OSggY383KQE0P9pCyQXbs+
bfKAUGoF0hGnDNoEoHGT+QjyChC2mvR9lKXI7Exq3QatC7z/dStnFxnSq0iwIL5CJyHoW6Rp6217
7DUlA0gj7VdNO6R+z50HzgbQEhr+1M8oR7pVABKpP9wViLNgGCT4YGsVDbBSIOAO9sgpKxFcmrZP
m8p3WOb37sLw5L33YQVgAKQ3MJ24Pk8vGsRzALEZFZIcSh/qXeRqmU+B4Lk+iedLhbEcWZF2eJ7F
6M+zKcLUnIBqz4s/o/awJKEk9wujPAwrIkSEJYRQcg65s+ZBTd0ccSKPQ5I7EaOzz/k76rhBMddQ
FzG3tTfAd80pbqzJN4xxxH8ZtrWydBTOtw3ePqgeo/yG70K56HRep5JAYMCM07tRIUHl2eDyrcO5
AERK50FsmWvG79GnuHAkzq4eNL9AMBck2UDqg9FRP7VqQtRjQukou4MEueWts/HGAueSuSs//+l6
4mpD6kGgwkWCV1pPs2xaTa+U7I5oXFmrkIL3S0tfSv2d5VcQYSH8EYpVyOEKgOPpcBKbOBlB02GE
ftjRNwtdA8pnmNa9aEodwCKMe8tEeqd9aydELBmtl4B18sbFF3wUPvDiU5EBk6VeqyFjUDrVeNQD
eg1mp3IAA3dJFx6VS1YkHwPRP+Cbqcqj0UPndgmAv4OOnIW9ccmIZQq6T1Al4kEu7Y1xQHPmiBxu
ZCQ2rs1CrepnBTrV6+tbQ74DxIzhsgQJIWiF0bQvmXHw6HEpeItxCJ1qjSb1BvopShOijz9bs5ax
BQd2Niw8sUCThicPKDFEVed0jxi1mVuVobEosXu45p/Mer4+ILGXpXsTBoBWxkYQhDPSScbb3KZq
j45o4iS+l+EdgxJR+vLvGZF2+thU2AGgWo8yNOvn7PMwPzJniVDh8lT9Hom0NNAwb0BuiReARr+C
283P5sm/PgzZ6+GNcTJX0p1VstQGAbrBIhC6jruy9U0c1BxVaj/mqz+UnUciRrImxnuEYYEYrEsA
smJRaTwJxQQ67JHAWDg2skuVjUiuTquhcJCL5a+/YzzzjpngkEeEvmBmaW0kFyAkYzhakkAZ038z
ADjMlkKEpW0sxnk0WUaG/lWI+7EIqpW+Ut451pPm/ry+/Es2pLOI5u8yywlsJBPwwO6bUb5Y3ULG
e8mG2IJH48ioPTtzjy2Wl2g10wDNgmDkYjl6YTlkwOkwt3lbexhJ72ZorE99Zi7Rxp85ytPdK8P3
SItB1ExnkaPlW+YMaEuIBh1syPW366tycQfj9hRCr+gPlaGeKgdVltXg2CO0WLmo1VjDV2cyVo73
EP8hQeyvI3lkSzotbob2y4qKUKbxgs651fpnu0zD6wO6uAWOjEhnpVHUjAy68GNgwSTGVnWVQPtX
wj/0BvyeNunA8KHwmvbDip4GNSixW0X3YTroqj/f0gBQoryBRCSK5YY0HlvRG69VVDh/uw5MKEAg
XvYhyXR91i74ZiSTgCZCQCu4gqV7jHVtHtdNyyLDQ8UYwTWopCFu5w8GqqqBuxRuXlgkmMOLHJg4
JCXOSnBg9EM9fsD2Zl/AV+UXRgGVlvX1MZ0lVT+C2iMr8n4bLUKQDGIRhBNF5HKo74r7fPJVCCf3
Pvs+f0rv9aXA8+LQwBokXlKoaMjdyAXPdEVPO6yXR8I4Ht7trg9NUi2kpy+aOco/SNe14yJDjkoE
Hh752wisF1EORffj+gRecEInOQ7pwtZNreCWAht5TCCafN9ozy0H/3VJFl4Gl1fqaDTScYKy9NDz
Fu5uALGBjnKeP7vjp2bQXylJQoO6qOJ1GxSkHyyozxAvv+kdY9PrycJFuzRi6Y5yaIG06iA8VM6h
HaqHBkf3uqpv3EWd7bOA9GN3Ho1Zuqs0t6AaWlRY1KagBgyr2OdP7YOzLZ5jEhhliDoYLQO6jv+Q
4lK44eNllbWpC00hBfiX4SFzEnIS+/10f33jnMdmkgn5xdpBpgR5CxaB7MB77WZf+1Ywv+DoOQu9
ZF1aCxtoYd1knfhE0+jkAQoRGaMVFtMnPSsAL63WXPmXPNfvVZOhl5lVwHtmsJTpbGVmN6zo11rx
cn3+Fg63Jx4gR8+YsuySpv1YIYhaWt0eIiU7dUlt5cLNf7INJO8YK61uUgNrpJbDRusbf7aTld4N
vlIcGi3ZXB/SxQvmaN7ECh4NSaubTLHEvPUgNx+LGBjgTT3T0DOfoV8FHYUYsKGlmGZpW0hupZ//
YRQ4driVKB2e3fHz3C40W8hl318HCjUzwT0k6rGnY4NAblV1HM9zXtF1Yak+UtG+DZCz40Ebl9ND
N3++PpuXLULyD3E0/pL3O0WdjpVkxv1Ze2Gc57d1NQVVBZ5Jy30ACXbA+BLY6Aw4/muUv21KtwFP
Mm+wU8TSlakEg/EK9uDQNXrQl2drSkG8oO80D3IdN8ZiE+vZOqLbE8hEkOWi8oTUknTZpdSxSasr
1oHXXwwCTSR05YK+LwS2fvWHEytZkgbpeblrDmViHxr1LmbqzmgxwByhKs+eOfQ2UF5YX7coE8fD
F58OTjrsxmQPthbDpLkJ9Zv2RZ8D1MxGsKi0PoAkvrNNVmWAisyLdTPZDy7ahvZZuFTPOKvwfXwG
ADxooYF0EPjDTjcxU6qZ9DM+I3tp34afTdjs2ofmMbl3HuoVeet23SO9g3GU0MLF8vfFBT4yLt0X
0zjMsa3DuP1pQMoc/CGab+QB9Er6fRuWd+OGPNPKH9+X6EPOd7WYfYG9FUKgOhBMp8MujNJwIXVl
H8Ym7HvfS8OJh42yyvgq5r4V6p/shS125ncli9K9r5IJsoUUFtnk3evVkzZDjD7pwyZ+mSG8cn13
nd0kp8bkcqPqVSlLW7Gf0QUGpkvXYeHoqQvOfcmKtHxEmau4KTAk2kJeHmycKN1R7fv1oZz5PGko
khMYgEw2Slts0LTc6GAR7ipvazTjCnKGoc0aH2p+Cxi+i9sSiHNsDJC+oHZ6ujlcNjeoi8XWgbix
X5IxsIpQITfpUpPX5fn7bUdyARkhej/PrnXIErQ9GYda3ehsIWBYGov4hqMLeKBk1lrqwYfSJ1J2
IWhcfRcNVpW14NDOH7YfC/V7NOJLjizNsWrQFvWyA6Qf1HvvO3+sVD+71XfkW/d9gMSk75Z+t/Sq
XZpD6a6H0sSoNqiDH6p2lTaDDykGCH08X9+DS0Ykb2EwLclBKG4dTMVbuVm2zsv3NtdX1638D07p
9wxKLkJRAcOBIIh1aKtVb0ZKHXhv7g9EPvZnRQ27bG3XCyf4+u7QVcn70xYIboQC1oHRjeHtCdRZ
0HAAQsLrI1syIzmKearNlCRYJCupAzBVAgX8Wo2h7i1x8J49N0/24FmtS0UbVm5MWCjwX2aJD38k
GsM34CxRlSClwb83LMlPcFVRaeFi9rj5PbbNm5p9Q/QfDI0RXjd0HigDxeTivQfeWvQNnXVml2bl
VG07WocR/Xt5H5QPIzjK/OyH14e2/0g2S510wvWcFDiEQdG/j34QFLrldi9zAoy8QW344BmQhAFN
MM7u9TFdOFOwIOqEuIFBuShtdg9YcShowYKashgZO9KuJwpSPqewlq7eBVPyG0cp7d5M0WR0KO08
qNgq15vAyH7+W+ORcQ4uBHsyBgzLQdWpX0AP127roHSWdvjSWKTrUM+BazJ6jMVxhsBE4UHN3mi/
1CBzecMB6IKSrmg0lNNZtjeXoEZXrYP2WB4Etz+YIhDNm6EF/eXab5gPrV9Q5fwrc/jbquRn6Typ
FGzI1oEKaNITt17tJRq+S+9u7LvfNqR9JxqgZgdKFAcg1W4tqCCvqkfnkIbNI1m7YRv2P/M3a2ME
5Vr/pnLf+0K/0e2/NUwZ5WrGgFdobLIOk9YhPvVChKaEPl83cvkE/3Ocsiwb1VhcVDHGOSgvUwqF
8S9/9vMtHF0XMSggz4LgX6bThshFzLOEdXdtPpMQzYLvyqgu9Rme9ZsI5yBwh+CCAwzxDIriAjCo
kVbr7wqlUsfQHWPlq+s2/Wsxzd0XU69YDkXprvmckxLp0C41MwQOcdmHRZeML9mgAVo+EX34qtm1
NQaAYCTEr9HN+tmoM0gnjUhWT34Jgq3KL5WWK+i2Z3zhDSu//cUogPTVHRwnAD9kMg+vM2qeQHHq
LoUG4lNfsd7PG1Yik+mkQQVpcEHjuXCW5Hfzh00Qh+C+EMo68tVukK6kzDP4HXx5/64N+RAAAZv5
1QDSSQvqTV8KtX8eDWt3fV9cGKugohYKC5C6ATHn6TMw9zSOar863IEQ6H5Is2qdljnAzR1qCqAw
Szd66bz/uUnMLHYh2BkR0UnPi4kAUznM1nAXu2AdTeP+XcGhgsLTEzfmT3FH+j+8+DG3Yin/aVBy
wrkFIl5mOMMd6ifpaiDKk1fag69PaMdq2/gPwxFYw6DAcSrUklQQHp3OqObWdp6o43DnxakeFFOT
P9jx8EKJE/9om36Jt0R+rAlz4DgCQhv2gKKQnDAuGN0mSTXcWQ6YgYyp42ECIrigpEUcKpS5C2/Q
s2cv2ugApQNSFag2lIdkuFliWW2dKq5xR5yfmZE8WODwLGpzW6h4u8V6OFruXh/KTzmrb00oCl3f
PGfnBCg6FL7AIgKMCrifxYV7FLZ4jWspOTrt7owp/zqabbKb1IQHQ8VfvNqAWGidOn5eL7EwnbU6
YNQndsUyHNkdYnsg02hg1Ln2eZzMdWoZ+0HR0ZNa+zPlfgs4btPGu3zQAIMdDTTjVAs+Qr4joAAG
2gfgWCCfBA5VGSfTEFdVstmx76xCdUNqWJU/tNNSaeyiFWwapCxNPF8/ZuJopBpWtxFtanfQA2Kb
qjQgP1Ogh+P6Op6R+wliXVT90A0K3m0LapqnE+q41Ohop2T34widR7103TyIh1iNoIRXUZ+Vlf1W
5S2aG0hGodFHCIfgX+1U9VMClsx7CEWOm3ziu6SlxXpOVHYz50r+6yr4I172qH6vHnnz/s4/vdX/
KX7rdwqq5yxJ+X+d/rL99evknYZv/O3kF6sKGmzTfffeTA/vLRQI/+s/8YP++j//t//xb+8fP+Vp
qt//z398p13FxU+DPGR1wpOOM/FPPkDxIX/9tsNbid/29N40b+3f/rtrefOWtX97/9t/V/z//d+G
Z9/xr9fNW/X9HWA7+Qf+Il53nL/j6JuCJwU8/ujng+/+RbxueH8HHRUg/Y7gdwYtFbbVX8Triqb9
XTACoMcNjwPwh4tE+F/M64rp/d1DYg+cx1AuBv73H9Ny9yu8wYz+mqa/fn3MhC5dZWitRasFfpJw
TS66UKXoOM8mZPHnJAUbZNo+Qa21iNBBYL/1qhmviSFqJ7xQF/bxR4PoUeiFp5+g6wbnvACugshB
cgzK2IIn1vSg6ghxEtYdNOuWON8a73bOH4T76xuARB8Yz1clbUD/TkItf2LVo5kVYT986azBp466
K5tvjc4Ai1R8cJLo8Q5dY7sy7Xd2d1+1/bqP82AwkyDLb3XviWnuqmoh85EDz1bMK7Mdg6mrNn2q
+bWKkKne6BDP5M4SvbLMIX02XOnYGg2D3giU4gLn0f2UHeBwfcgnh8qaBk0E5Ms9ecHDDnUcf4ml
RvL8Z5ali24Y0T4dj7Ac213nG+MQxc1rouUrVmU/u9Hame1CjCj7qDOTUvBBLRvqeAZM1rt2tWar
NcrNPrjq1tYm3tKd7Zfrx6Oz+L/Zw6e7SQYtIaQebHCwQWxql61IBCXY9bDQ/nh2TIQJ8PmDEUQF
g4vcE691/axxXcFb2vk+uxnane8SxqD0/VLmC0GHHL39msAjW9JuIVbjsB5eOQBNZ+XXP9wNe262
455uhtfqkLwnN+gohTT6vrpPNwn3Dajv+sPn63Mqv1jEVyAeQfgD0jq0lMvRsUladLbnBNQRygpU
WS6EbfwZHNXTqrahLORnmo++kOtGpWfZmU1pt5ZaY6tcL2DTKFZ91m0qPrcgdRdggWJeXzd2YaMK
LRk0m6H4Bti4Ib2KwPuhQLdX0LdRxQwSnYz3iefG62JK7bCihrHtppavq7kuP5le3YZ4XLlvE2u6
bcsMtq/LtovApKBHSuYW7xNEwv5s18E9ojCIdyf2nlB++fArx68KS9Hg/zLFN600Cxr0/YdgKIJO
GcQrAjcGb0mcNEvBjfSUAfEByOaQDzMccHg7oC85fWOg68kjmo7G2y61WjCyJc1aU91se332hRc4
ugFA9oYxgWwN1IjiZnSlG4BMQ59DsXra2i6I3QOd2h33c7uynhpVraORTs6+KbVJ9cGV4GQBsPZL
lLtyAgiodjQqINEIAh40NiJ8Px2pVnu9ASocbau7tbuyNOKh32Sot2aWodBtlhSanvXX1G4qEMV4
zT5Ps3pdZNoUeAqPb/rOLhaYVCQ3IzBwwPuLfAO6iRBbSnM/U49XSZvUa27YM/SoZraHJDXbmY37
bmTOsOXo81i4jOVXujCKexgtXWgqAgmnLKJBDZpzpUphdBrLx7rs1HXWecWzo+fFNjWMBnA5iKyF
ZgKCNXA6T4ao5LTNBKXavjYBRi2qhXmQUTb4JrA1A2hmQmMMnTiyyGevqykd2MzWKbgDg6ycin3s
oOORFU28VmP3RzGQG49mFABIaC5xjy1qb4gA92iHguUMbgGcNpB9BdrNljnPrDlm0PZj49rGFkkD
c6g07ArSq9RPHZo+VDY69tYuJECnjejafI3Thr2BEY7aa6+CcLWfjiz+dv3YyA2g+Cp0n2CTmOhC
wR+2dDmYydAqPdP7tZIZw7iekcV8yEGnu62stnxwLJ4xXzXBgQwazmn8zsvMckPiGJPmz1AIv3NB
5wjso+4odOWweX6G5EmyyH8kOXJxTUIDAPEQAkA0D8jZP9QbuTM4lb2FD4hvR4KWZG0AMmYE/iBQ
+klbF4bW+q4DvSor15Qdmwa6al3uBdmkd4EZm+Dt5dYdTlyxGRPeLZQMzza9+EIwiADWgkc0wBfG
6dkvJgPiNSD82VZoHCW+WdnaSmPtHGhNrfuDNg43VIsNMPg1PZa3KVc52BygrA5eI2TTlnq4xME+
3mzic0SJAK4XLAuI8E4/p0aJikO8y96CcRmIWyMtV0VcDzhbmrtwyV4wJbKMcO5CJRAqXaemVA4l
+JInztabk3e1mXk4GI2zKiH5uGBJdrDYBiDyA301qGJUQXwv3ecaul5GZhXxFvmc7+ihzTe81NJQ
N6oCinSV+QT+H/bWGcAT2bxowgKt84EF7ViRxksDZ2D0/vr5+ehaOZ1ogNiQsUPsDEaVM3nqwYAT
c1Ir3sac5z9GYpj3Xmft1IQoQQ7wwgZOnu5JCnnLSmn0Zw2dxP6Qzxz8MmjzrmOl27fgO0p9p4dK
VTPw6qaY23LDaZ4/MFzHKw3grN31zz5fM3w1+DcQ7CFuQgP46ZoRXF+u3mbxtuud+TbLPABGOqZu
Cbr5wuum5IefWDSw0YH9CR1o0POQAcxWkXhQdbW8La3N7slt8iRfp4B7bYuSaRbYYHjy1XLL9j2N
DWOt51qxpZB5qtZNlVtucP1r5Mfwx9eI1CA8Mag64PdOR47aN/59r8db3jXskQ5xcW+OVntfp6NR
hCQ2097PLCTwAm71yo8KRyvza7M2VzMSP+2azzl/pujVd3f9oLRsk7N0rIPUIF6x7nlv3HZ9k7+V
Vm7RrVNakHgtGw0hYFPn85/eamJqPZwEDQ1iCO3lsJenyIonBQYT89RZl93kiOwN3+Yd61ZWCRKj
snbyVevM9oo3KDkkutNtrs/oha2EgBtVSbAaIdcq1zTsNndmF9rAW290+jXUe+dN3BN7X+qFsbB4
4nhLZw2vO3SmwrUh+yh38uZqb7tgq1e2KcrvYWf0aYhUQ7vKp9ENR1NNUUMEkRenKP9fH6T0uhS7
RpDfiQQKeuNQ3j3dNcSFClkOnc1tNUFFE80LbxR0rYHBZnh50M+HSlmpq5LxOoI+KV3wexemWLze
wEeAVlQ0GEt7NmtqUoBsMdnVNLFu425S7yrsPZAJeEvnQ34wioEemxKfchQhjDwtVZC5JDscWXfL
1NTadapNUGY2KJgX4i4EFUWx4CIujg+VAVdDdRzUzdLbvTR6XB9dAULDBNKmvFU+Ozj6B9UBhcv1
dbw4PFALo5gJhQ+EoafDgwqyzl2qYXiISkLLBIey6mRf0AgV3xhlbD5a6ryAeD0fHFwfml5RIwWH
mmFLN7GZI2WdYEp3BQHE1QEpxLpVu2Q9qKW3EAOdnw9hCmcQFEfYrzLZiWIMzWBw7JM2h/qhr9rA
AdbZTEB7bxnVym1APVG6M6ISJV0Y5fnEoqKJqjfyjkgvwvbpxI4zyT2482QHOuFqp7gZ2iz0fjw0
jng5ZnUMbuy5XHp0iWN36hBwIMCvK571OJ9nycbcJZo2ucmOpvWI7LSuNxzP0nkqfTYP5c4pEyQ2
3Dpp+p2rx9oNmTyFIfdXJV/omC5lAGTZM7gJJF2FPjqwxvATchkILnqswNjjbZlr03Aw23KbNnh+
2ilrAxMeJGirBkBJolg7r82nmyJFbGYnSreJHZX5fU/i+7Io1ICnGt0OddvdMDRqv5ZO3qzaSoVm
3GjY+wzMJ3fEdLsdyk3FjlTTGBJEXTs+JeWdNsbGJz4Z5EYFxwg0WXt2M04uCTKXL9H4nK873CGI
kERIBdkKS3JNg5nRZtZVbzt2gAPoh7nRfUAQKnbI+iWppQu2xGMFj1rEAajQSo+WMadOUzZVsssy
KHKxznt1tETdazXKiF5NntqZLJFWnMWNIt6AVLgQB0DRBxft6b7OiM7nhHvJLsnjH7VmJFubow4i
HFU0/3/uziy5bmRp0lvpDaAM8/CKM3PWIUVSeoGJkgqZmOdpXb2D3lh/oP77Xx6QzWN1+6m7zKpM
JpWYADIzMtLDw11t633rBB7m316Md7DhXAX5GJzJ1d7ffXgEIj8Xtbm2uEx60QGKmklH7jV2884H
ZfuhtGW4tsdJ39h9fM6t4328wiKEj4sgAbIZiAKdvjHM+MwowhAl2WxsL1DsKLFf0rsruLj/UAmV
7TJXC2YNLXJnLH0Wp+rYjC0S0hlOYK59EeZB5UdO6qxNs052NV+T/D0I7m21t9eliTzh52fBB4np
DEsRttBp4s625DPPPGelmxTJsZq7q2yU7qEMDfRcPKNasd6nfT2mykvdJViK58F0m+XKk7Q7xztz
vr9f2DMFD5lCKqkG4Oj8528OXTeJrHQQnjxkegUiUA5rLVWmb1ioGdeVMNRuFY3dmTHnjXkaOucx
sYHEzAJ3huWxFFRRX08AYQfbSOQm0HA9JGXtz6zd94sJThziTfjA2QiXLHv+W89tlQxNpEOfqSj5
ojwLDXkyfDGpzRls832KxlAsWoShHTqCl0kS0pq92TtJdEjyurvoAushUe34Mg8Cda9xjVqZHR7W
UaEiApOZ45mm0PebdB7dnG2wSCsop55OYaHlbRy4RXTI6gF9waDMt2VglT4eZoepc+oz9IZXSb3l
9JGNgooQfsEcF3HJbJq+HYc8OiCeKda97QywX8dwMwYi3EeZq9zgOFlfqGEVbTmt4tkCWexF09DM
2WLC0aht4EetlC9qW41+E+fOfmysYE1KG2yC3ooutQmd2baIWv7nKNwpAZ20waS4qwD89YfVNV8M
u26+ntmUc33w3YsRZ6lTzsDUskwQxpqo26yODpQ9I7917XTj6uUIQyULd5FTXcLRVy/6oWkhNvGH
gxzVM0nihx93tkklJGA6i2jK6WQitd1qLkJEhyHQys0Aur0u9MFw/bzWHmFeRbcKTDSMDYfc3FuO
0lzpmeU+a1o37tTOFXs9L7+1fTohS2hLv7btfmVD2di7iuFdKWZYrB3y6wts7pHaKC0KkIpiZiQq
/Q+Dn5s6Rrar7emch/RHcQbrTnJ8og3p9mKRlmkhIyGGCNtHM9oid5xtpnIUGyUJjbVeBzQG0Bz1
4/MZ/SgE0ItEVPOQn6badfoxTS3CUhps5FDareWr+ZAD8/bG2qusf8gtns8T0Hf4Ph4oL2SjxT1C
hnWrRYjDH3QF42YZqOEl2t7JVkeeaBeTiJ+5FX4QQ1EnZ/Nx6OJNMFujv43bXl6Z1FlYq1qt2WvD
rKQvrPIct+h9Vs9bYblKvKbWT4Q5HUWZsPJTwik6BL3d7YFExKqRdb+qE+7bjZp5N4re59jH1cGZ
/PrD9wO/d1gyeLAuxfCaMOqKSHejQ6257bWmKfljn3vV3ecL5IPQSdDkmCABmGPZIq0bw1YAbiiE
MoTQN3moBtfj2Cl7xVHiL3ZQn3NI+Hg8aALcVuY7/eK0pRM8rfqW79nJaGO5db7VbRxJKYyZvtuc
K0F+NHskGRQ8Samofi0CdYyOb+g5jObUWnop+jZeN1Y27Yd4Ql1+xK93eA6VMN/8Bx+VKhi7HD6G
utTcw8PcroLMig6i0MUuipwSV9kE1cZgVK4dqVpf/oPx4KXPw2kgUouth7Ox6aWdiA9WgUWOjhPr
VYDyh48qLpTNvD8n0PXBaf9qBWlTQmdXLI8JI0tyFyfn+ADOSYul1kb7oSZtbPCiPSgqspreqOVg
rJ7Y96oiziQbHwQ18nEkDWclI4C3xaxGQWZz/NrxoeDd/KC1hpshqr4Prd3sP/+wH4/E0jEdAC/q
WKe7X1C59uJSJAeti4INjaXVvpLUyh0njc9s9w8uO4QrAHZy8dmzZnk+jFE3aDW48wGpT/ESG1N5
GMfS2ZZTVB6k3RaHcMjc6z6fghXJUP1sdfXZG9cczhYJwOxdAlV0RmjN14d8kwwXyDhngTZGdJ9Y
wUq1a85UQwk2RupN4MadhgZpqu1Z++EqyuhPCW0D+XInKPZeqnS7zz8/ZLh3zzPLMAKRc9EFnFoC
xqZi0OxRTspeRqWm+Y0j8r/TxtRuHQS+px20ptHcN0Vs/kpQyi93thn0V0PZW9/qBoaciavCvZ0N
1XUzVCPd/e2gP0WK011YfWc8jmYfq/5YNMkdMg6036ixGIWPFSSIRfyta7IjoEZ72xZT624pcKa/
A6Stho1eDNa3ITRqlzASrbk4ontTTEe91ZKbrEnqTUBScUxNs7hTDBFFkJhTvNXpuR4TVHhITNdl
YGPCIMNei31jypp1Z2dQm0wRugPKTEYNBk95NkHOOql3bYTMDgdcnEKtjGqXQa0m+Zkbk/uYppIT
Nx3QGXWLMbl21UQ8mcpko/iSCorOdm/Qtd46lOZFm6f6OsxK+0qttOJ6KJF2XRvRkD7rNdGwqsLB
3lFs5NnGIWxjfzRFvdHcwPtRjnn9mE6K5aw1K+0sGn8b5b7hsYVfx2GqrSeZat9SNQvv2yGXrq80
duz4pdrIe8XKC2VHsQ2NlqkNcz/RIuuqd4vfvYweQ0dxrM2QZNpz2UjEBPSRmusNAHv/UqpusonV
wDZ8wGGY2WHkGPv5ezu36SDr0e9F2F664DrZKm3JwVZyMPGdNio5PrlxF784Qu+ajc1J883MnT5c
Y1MzfoP4bTsXFLzNZN120rkpJvoOrFgG3qFSHO2gVJWBETmqVjdTk9ee76WIzdNLIqtgl1m5+1Pm
6cD0JTkEH8Vug2tvsKt71PaprVTQHrTNoAST68s2czjqFDx71or0pvvUlJRM2yB3403cON20SkSX
fU2NYqCxzfKavSny/EgzqX2YhAXCFNnqNa0HxRGPUkDuoC0pODhd130pMmxlV1WNt6ifTK32oAZE
k32VtNEVRtjqnc2km34cDLQM2IoSDz693KrYFVIN961dGuMqSMfWXWu1fZ2P9vATB0j8UBrTCTo/
xLigXOe6mqQs4FT9JaYAWj6uEFBw9TYsnvW+6F7COsZeoFCdMvLrSqUB3pL5b48mgnvDmtofkyq1
gcU8GGuzGQueJOyj26gJR2tVj5b1YjV9pa6CoVRpuYPP07MMBdS/waru2zKmpdsNyEFXWWvZP+pa
oAE1EoJ+4A6L3Dnavt6zHjvRTgI+Gr7hyiJdhXL+OUmUtKsJcpB5UPtce7EAS+Nd0A/uHcWlUPez
ODejVcyVZu01wnyUMI8vsnKkBSGRWhuslDDraHTXzey714Ot+qgDWi347hjKjaEnxoXg+Mip8JaI
hlVlbFgbk1P52RlTAcPfK9hJpqREtWpVUeEMlbXjuEmEbA2/H+lo92VkJ3cpIqZ3GIuMmW8MTrgm
DFQ/83pInxQjQgEz9/QIkWI4nX4WdPXB6wfjcYqz7lcPBAyPS4ZduEKMOEBGNtaQ/ZoCRYFQJpL2
W9UjyUQfmVF/DyMjq3y9x7Fqq3lq8LOP2uaxHxMbI1XAUNMPjQTJIZ5bpGsB2RQnUGmO5cFDceax
zkR6k/Qlki9uiVC1H6aNdYzUyeDSXXjzPTerhjth9sWDrIueCW1Zuiiop/pvUU3WLzXg8uNPRTje
VQhLK/AIIhyr6A6wWOqykHcE8BBNA8uYOtbaGP7ogdumFUuvow7SNfFVhy3wSxdk4sUZtV731Q6O
iR9UKj2GRjx5x7GmdWRd5xSQLrkdGQ9J66BXMPYhCHlv16q2YecNONSObbyiWJ98SVV6aawiumwm
+aROltluixgWDxeaFglSTFcLdV0ofblOYZ326wCWW+8n3VBUa9ZCLu4KYarbVCudbJ/rUxde1Ipw
nDUVK+VLOxl2tJHRVB1r2Yqj53beS8/HfAjT+iq1vCeujlG0tlsOmxW9IC5U2Ky9QlpjGjcRC/hb
0XaF9IlZ3rOahMrE3VYf6XXIUuyE3LjV5aaNpXyIEBX8hhK6eOTHVw4MKI95muIxuJjCzkNnVGGz
0Cbp5n/nZqC3PiKo6dcUPuTXtsYwiJdKBtvXxkEp1p6iZCG+q+QivqitEQ3pybCO7tjmu2Qo9Kuk
jE3W9qBYqY/GiEIHf+9VoV9aQcBiEnEiWRPNLKRMcaRvRBxvxiorkC5wyK+mtO4cfyhFg6w5pCUa
Er0+FDwermZNnWvfui6sd5iHYGlma0WqrfJQ6S9ZzAbFe6NwunXW9gXOw3kzOHRn5s1N03oQhMfM
zr+lJQ5IBQki7WuosGJPKgCc6buO0d/rixASqF522rMiLPfaLSbvv5R0/79m0Wuz9vD/mUZ/KSv5
8qORb3nyr3/lD1GeTlj1L43r6yw8DS3+DVOeG/tf3NxhSQOegRXM+Od/MeXNv+DB8zdnCW5wYc0l
uf8XUR4SPRf9+bcxkqKcg4r1ghv/GVf+FUv/d67LEDZXiFkm5rWCz8lxmtxbMqb+EDbdHWmgvglz
1IbjbvzVJbL/VZZ4LmAjYK1zG1GAWDXrdaThVtm38EJ1zO/OXBkXfYPz06DIg3gMHYO0FfDL06fR
BpmkIpjiuz4pJr9SjAtNTZPHwcIgjM1X7VMty2ip19Jt4U3NphAaHeOat0fT4rsR9eiu1G66LlO3
fhiMpNp1lVkeyPxUct9guMo673mQSNi+mfK7P5/rbceBdgpr/XluLtczKQDYEPfr0+ceoqBpnU6J
7lAupxam7rKsoRNAq9U1pm/xl7zqwoM7uc1Fo3feXeZq4TbQ42TXF1Z/2dZh9bNNu/qxSIIba7hI
Ne3350/4Wng9nWfkCCGl0qwxk7GWAD/As2kOMU+Yaol6NNOi+1sGmbkSlW1tKIxYl3hB0cGklgC1
ba2sy8mJt7YmfEquyVrUqA2aqdl/ycK8vnGyKd/FnuTYVnp8y9QUsyrZJfvcDdXbsmnDK29QR4pD
M71y8IJzl9/TKxGnFGUh2ENApNRPOA7my/mbK5pswWFjpcBMzbD71O/UyjD9sUWM23XTYB1KMfQr
S0zHGpsf3CMa9aUkD7+VtVY02AmNHB9NmOycpIjWIQ2kN1YT42sY5G21KqdC+ZlGihusUttjuSfK
Thms7G7CG+t3NtakH4Jc9qGw7o3O87kRuFdlKZvdNJmE0rKpNJTBJyNeYeqZXw6jQWXVLYzkCa0p
l+ivdJi0T/rTFA3mA8eMna1yg342n6ar7HtApWet6c1v5qvU/KThVk6PrOvdwHHSM7IzWTybzdBv
grAL2guys+rMejnF3QCcYRJSxCfLYftTjVuEBTW2yjqsZX4/adAsM1KtbeMW5jn20GIa3w2zgBZM
g4zJzbHKIdEodko0iV0yVR43qTwMfNjj14UmoGbh0UU+mD5mgZo9eEb7kI7K8+c75JV/+2aHOMAO
QLczgQ6Guvre8cDpB0Qo7OI4pVBqWsMebug3d9a2m7tXkBZRdXK8atcP5GlW12t/j16uXHH3Si7j
CuvGDMrHhVl62DuRifkZRe+1xA0Uzccmww2pNH4NtMHtdLPfp2HPXqns+lJLY21vmw1sfcPNLT+r
pn1Cf9KTULvhOhzG4rZyuS06Isr3VlGrd17Sa0f+hcJcRuUj6ZZ7BvBZlCWZfWoOlGQgUUCbAxZd
QGnDaBvQuYbgWBi6DxPuOuI71FGCmgBs1t6+sItuFTbRVvb5fQmv/vOpWGjSzOMzD6iPg7/MnY5L
t6xCl43dmLF5DCazvLACxeHr9hd2gjh9GYwJeFog76WSdZte2i5y8oPpW/BO1vw+Dn1anFzF8dif
KXm92xTzYwER43hMKZES3yLoNJYOsXMwjrk2PtmNrt1YUpiHz19+PipOluE8CF3nczuBDmWco/9t
ZBsF7hqSvPLIrc3Y2XrvD3ZeHdqqObP5TkHo+SNbeH/SLkJhf6Y9LQbSMVirTeihxylKw5WS56L2
S3Sh1jVcjsc014czp+T8A0/fjEBNdwKvBwEdGt3pm1Wi7NpEM5pjaNYbtcMPu9ZWTWr/6miBq2Ci
UilOz4z5wVIGRaTwQ6oETwcA83RQiq0xAHxXHAeP285U3YsRGnbV7tKhfnHAUSbP2bTYEKqR+FvX
0zPg3ft3RgEPMBFGGQngO1tJaadmzQVwOPaKCNd4toxfYmAQIIumv60b/YVH0i+g0XT7z5fRcg+h
1k/1Eiq4BlmZxWotIriZtTXXbaO6heU/3aiFXKWKll/0jm5FPmXC1E9qOW2KIM+3U5wGT2Bu3dYa
43Jftm77g+Mov4uCUj/zRRbSdQgqwB+Bnc5aILEF1FyUNuNOsrPJiG/tZhq/tG5nXaRlr6/StA7u
p7727QGV0yaIjW1SeJdOPdBrN/S/wLC4STmZ3LckLVuBpCDxyOnXqco6QsOF46EozhGqFog0jwup
nEyUp6XFHRbOYpsoOo3eCpatUC86WOyZr3TtlWZde8a41lGQDBt92yuKHyTTmSlcrB24L55JkxpI
NDk6vKY56XyT4wRhlkWQscfbMWsoC432XqeA4yc9MqlFolnbHFR87yHy8vnSWUSg13Fp2qHW5wBp
sFVPx9USCm6mwFLd6KVc13Ve4wGLGD8CGc3286EWeTO2rvgQw6aiaQpwm8VwOhTcG61xpB3fYY+o
3Di9cpVNCs15UG9XedD6YjSHb58PuWw34Yrh4QI108s5XmaBktMxU65ccgyq6YhF8eQbae6Ck9QT
xlhGpe2dZEo3wEfpwShbByNk+2egAlXlTqZdqFOl+UOvdMj8Ru5OUdHI9z9/vNf4/u8oOdMpPDJ0
NL00CrtzJeT08axBRBnn13hEyedrrtHUG7aVpF9j9OB1I6Wph6P0VQC0Zzqd+6sglPWNbFtaDZBS
v3Tokt9MgxmtZY8/tmuPycqmeFr5IqvFN7Or48Ns2+VGEqa2tIubVI+m6yo2S78ZzOfWneZOlna4
QEwzOheN54dfvhwsI3hdCEaw0BZBSdYOIE7YTUfASHvlGbK9NEC0NsU04OdWClPZJqlWX0TuS4tu
tQmncuV5mDiyiL7qY1Ab2LpP7c/Pv/npRuOTz/dfGmBZhrrBslhsNPgOXdwGo3aMmtj4ZblttofW
7qxwbMo2QirDN5fS7FYL1HOZzrvvwchwdUizkKqg/2mxFlVnMHMry7WjDPCtBAEMV8PoaWdO+tMN
Pb8f6iMuOgs0v5LKL98vaEK710q3OhLiul1lWE+YtzhrWueVM6v3dD//GWn+mMi/zgTnpYoMFd+Z
QpBXRwsO8LOVa/QAZN6lrlFW6gfwQ+G159QwFifdPChtRjMtk5SR3H3Z8+iWxdBxGrRHiAn51laE
fmeX2N/pudLcRwSfjcDc+LHF8myj1l2zcgWmUdhlpRAmhnBPMSuC5+fU5yLNfAk9We2vDzbvYci4
+PkttvLUD5lRF0F7hFJPAiJ17TvgeXsZBMZ0yMciuAxivFs406hXq0V2wdESAR0gu50BVghuYdvE
tMKdNUX6RVI3L3no/jYzJV412XhO2vZVT235uDO7A0chhN1YkaeRR89o41KMojpWem9tp7IfUj+3
1XDnlN3WrQoovFOb7kynMrew6oZj17kxqLo+ie82SjArfmZ90LRJXGEwHd5wy2perLJJd9bc4ZuG
Rf5bz2R6ARcaWZQylJdeAUjQmQ36OIXlXQndzTZmK4ubKle/q3FcPhIYIEUgLeHcGPgP0uHVVzei
D7xj1xTuVkR0U7eaVaPiZ5Zg9Jm9km0qziTli6TldY0RHjiv5tjMElts1HBQjDR2RHl01OjBG3P6
XcbSvOhzt9oredHcholQ9l3f3ln5ND0FOCp+C0b0rmiz2xJ40VK36QvRLVpMRy8eb0bFFBdZY3lH
txj+Ib9k3hGcIlDgucBDn10SnqI2S9tJKMUxGc1m741JQcFDx1VnSKx1M1nT5vMA+n7bMx71OD4Q
2T3NMacrJ2oSC3JZQFVO19VnmkN8CKzxqpIeUMzY2AfPgpT9+ZjvgxpXMWI1JQvoQYjdnY6ZOi6A
TRWWx3ygDlTpUl+LxhxXbOlzbLzTm9Lr5MNPRceRDmYWwTt0T+k6G4Wh8uimbo7WRhTe5JTbVlLE
2UXSBueaUd6Ph0mggR2iBp5ISWJxSjqpLQR5SH5E61h56AuoK2EgRn9UcT7VlKg4wxx9d/7NFENK
mbjC09XL7fb0U9a4RleykyAffWXvJ9pFcY0W3daWte0XNmLvUYFRWqV27ZlUc9muwOEH0oCGNXTV
+da7PJqQ/LGLyOZVpaf034ZSDi+FVkyPTWbd6KVl7IBuVRrUVf1GKaWFXnthHRIUYzeFprS+kun5
2qU49BzrCEsMdm34ptIPmHvtbH7sehi+KxoHT+DW1T4zDWVVmsjOoS0WPrUoyCUZGhvsZ7k1yiaj
uNmN/T7pm/Yyn/Krf7hi53edLXnnbAPj6EV8LaoAz7mOZRSKhEbhMpDblBBKkpuM+8+HerchF0Mt
Unj6s7Ip0AgAbqEOKyWpnymPo6DUe0+NKJ/1sdHOpHav4MfJ6cFNCc4MgCw3B4dNc7qIzE6LcpsW
jyNLVb0YMBBtV0ni5c92Xs46ctJYGY7IaC/V78pq6taEiPyG1nKxqqpU4NTtchYq7qQeaD/fKGmR
7BSlqbZeNMlt0Rv2Ma8l5FtjyPzRoo9oUprf89ViY3cK3uZDNRU5ElxTdFm607oc3PyiSbNzL7q4
EPJis3MoJ8CsLKB/AGMo40zWb+OjMtEpRjS8ojo4rjpIBtssVYa1N5j3ojMaCuF4n/jm8Pj55L4L
D/MDmFSIeAxOo1clojf3wqTvwOfjKj7CqhAg0Ypt/k57s9+SsDdfxz49Z1+6AFH+vLKLrRFFGYpF
XIdP51bNKAJB202OhiztC7cLtga3XWumK2a9Vu1DJTdvsg5j+cJEJECW5uRbYjgHjb3P9HhzfGmp
pCEVxb18EagwonKAS8LkWEWj3LWeJ3ax6eQRnIhg8tv6N8YUUJ/Dwd3ACwjWEkC1LjqmKYitL11Q
uT9EdG463h1EIMbE6rlgBcoC+fD047S1nsHTsLKjhi7BE81ZyXrqbbmxYkX78vnML+pjrxMBIs/l
cO5AconWp2PRkw6exZ3hWNR67OeuQCp5pNLih1YdGptOpuFFa5jZVkPHYl3mir6Fqdxe0OMClUMr
opUFmww0IYvinaZR0Ye1Ayuq1kHiaM89OHPCt2pjmOJB4OXizKH97r5DlREi4Xxe2zQiLvtdTE0J
0JQGczRdXIOyIZNbsE73TCxaNunPW/SVXDsrAhCSlk15RAPL1fsuP3ZK+Ft2zr6X7lM+M3wsaUH2
sZTGz4UMvhj0FvlK0Go7KJbj1xigZ5WotMB8Pm8fbSC0+jDsghQOXXQJfUJ+wq3Ry/KjknHtTunD
3MSjHl3Iwn7ADHO6zsZbbOqUS/QrHvS0b/fducvIDHS+ic8AOSxTGzhnPmhnZ8/TpRMqKDcrTd5/
0cAONm0ztWszVv9OLbqzU6eudiGc2q2Rde0mBc5K0+4Mer64DfEA8GMMVKvA9SngzcJwb+EsIwpj
KnpqdSyazl4VU59s8jp6zCL1R1gXygpNTnMd2SXwrKGdk/5cLLw/g8/sf6TZZh/3Rf6uJo0V2XZR
H8NB/tKV0bwCEE8fPp9m6903nnPf+RvzkvA0l2x826q6qejt9gi86u4Msw+3E5Vpn+lA821EkpdM
ys4vNT3Mt42EE2XKvt8oQgQPdjHFxzh3px92lMc3mRsNO0OLg+fRK8JvYa3KHY6wYquLod1m6Htu
3aaxtqLVp61Ma1hpgDb7pudCkmbhLV5mYKdtV18Owol3jiaeOztJdxCqvI06iurGjseae2avbMZo
9C6nacivxVAmvhM60UM3YImt1nqyFTqcv6DsTF+I/HtZbvPxshtlvescs7wKt59/Q32RurBvYfpD
UmeqQEY4bU6XSdppcW0MxnQsPfnTGN1+pXuKepGknrSw2Jr0+V6PpGYk9X4XhGPxPRT1t7gFM66S
WL4Uedpcd0VVfHFFA11ZiHqrFCL3u8i1L4sMgp+V5v2tJUZv5XVWBnE1wLKxzUf92ugQLq3xu99P
5XTOTvfdGkRuDSwXMIAWSko7i1KEkSpO2rtCPXJ3QCc0GpQvkEaDu3/+ASmzIO6DmiL46lJ3xZZq
7w1BpR3bZFjng9yEo7OBeEoLcLV1teZeuPYe+9CdJOzFfeZ3WXanpbssfAzr2yxDadMYr91e81sv
24TNPqmah1j2vtvL1ei0PpvNL4z+0eLEPxMoP5h9kFm84A0czNlGSzXQHlYa+j+Ne2ydHFO1PMYU
1M1J7U19gCBlNJJZHuuQCkZuQVKmVOhXYZRfm2VtQu8C3elG2lOKqJ9WZddfTML9CdGr2Fmt5V2U
lLS/dCpFBldRk1/YQootpxC8Q+jOayu0KHXqer/PIy85c3a/1tNOAjA1D2ofiOEAsOgA+qcLW4vM
PhFCU45DbIzbAG4W5eHwLpm64W6auuK6UoT3WNs42hh96/i9g9R4X0KKzaG2hdLEc1lVx5K+cj00
fEJKRAVpsNeQQpP154tokdOwCenf56CeKzWAh69wyJsU06EXD9Zgqx9ztP4Bm3O4wMUkV7GiK2eu
Kh8OBWbI7Q+lZPbG6WcJoTgnITyPo55GAfevMtl5ECI2Mcvr+PlbLfPHP6/Fe8Fu4593nQyD1Wj9
1BTGEfJFu4/NUFunI2Y+wlAvuf/6osrlIUEpYTdq3mPjjfoeWigOVjKc1rrG7lCj/J9l86/PRLem
CzILT4y4cPr+Zu5RwJsq4yhF/ze5dJHpu84OviRG75yZ1cXF4c9QHMJMKMAQZa3ToeDdw/eDh3Ac
tPSr4qlQ8TNpr21FxXAjD7tzzRxzNnq64olAtPrBJXCo7yzr5aGZs+KnzDuipJ6/2ApOZxo6FOtM
ml2CrUysPQ/IdtVrKbL9FLjKL9fq3MmH+j7FyCdF8EhpKDWhcz0pqhMcJimLgwYASuktj8YzO/T9
yQP2QWWJSvFcqF7in303pGCKU3Q/GQI5lUnvfxp4Ru/hCRkU3PT2UGXynMvuMjVkUjjlYIyBuZLV
Uys+nZSu6CZP69Lyvm51+xDllJ+QPC629H2Pt1UDEyRrB+MHYblYx7S+3U5wqTcm7Lc/0/WPyJnX
8meV1/nfzame8SvB8N9ix/+vCSHT1vcmULxTQr7Jux//Y/Uj+f3rf/3PTP44YXLOf/MPk1Nz9L/m
iizMM5tLBUpD/5I8Zn3/xWUGCiXSvwD9sxjyf0seu38BUHGcgcbOFMsZGv0Xk1PX/3LIMrkNzfbR
5ly4+AdMzmUcNUFBuYTCnQSgRJhszj7ehOzcdfAqCIvgmBYv1DNs9UmcA7CWG+R1CN6TJwZ3oH33
dAilapNRmNCCDKkiLfzceJKF+EMLHxqywzdTcPcnSpxQKvloJ8FjHgyCwCzqRA0clt/pYAH+hbOK
oXLs6bxejTcebdDlzqXtDCaDuc92+jkbk49eT5976mbBuvkEPB1RjRqtMHNTObZ/59/zr4A4APbn
BlnG4Pm1Ztkf+rnUGSlbDAKpvneNzIJaFbl+54R+GlYr04pQLpdnPuEH7wODiNoSbdZgRUvqS4BM
T0ipLjjSobtSzK9F8mwXhU+RxreldmawZXLLe5F0Qhag7Ifwj7pAJhz6fIqcriWyy25jV7dGda61
ernA/7BsSZ+5vvKfJSmtb2KRDWIM74tAvXL1GzW01krbbz5fd8szaznKIhybpe52YziF90G3CRTf
Np6CW3vbUT93zlkYLD/ZPBSiQaiCsnNnNO90vWl12AauF4p7IKpqFcfb0tLj1eev8/pV3p7Br4PM
HO9Zk9xSbf10kKE3jAz0XtxXEGjWI/LgBap2h+ElP+gvgj6GfCUGX3/qaTOgBcTbfj7+crm/Dg8y
TD+ngTGfs4hKemHAhNZzcd8lX0ezvBd9vofU8LMvizMTt8RlqQHPda9/D7UIGHhdR47Wl+Le63zq
u86RBpTbcqtfDdfpGfrxhzP3ZqjFzM39OU4qGUqzu0MlJriQ58pby83L20C6RseZAhAkoFfe/ptw
rtqt1npJxduQnLmjdQnVcBO56arRNNgJ58LS+801z8/MhiEAQkVY3Lrr2jIK8InwfhD6JvYIrs2a
rqHPF8NHg7BvqRPOtDSqyadrsRUT/DwMCO5zEf+t6PvJir6Cf5xZ8u8nBxgJCVSXDzeT8RejRG5G
jULo4p7GhejB1AT9nk6g/EMok+XGMKhtkRFQFnx3GKrDWBmFa4l7lwvzOAFbaU7+z6hYaA7MgyAq
QWpBx4e9FDatvSSi9hgSVftq0yY3IpF3nYh2n8/LB18MPUGwAhhu6HIsPYfScrIny+rlvZastC7W
VpWpjGdm5VUI8jQQQal+M8hiWhqkPwYPCOF+fX37YOx10/eeulvaIFfh/uV4N63GtbrO18WFeVkN
fn6vX47+l//gPcm0yLNt6A2vqfibPYXqdi6EUst7A7mDWXDmJsyaM2How2/5ZoxFvBV1QtFbLZkx
M9m7I36n/Zlr1bkRFrc4wDqlEU0h7/sGi1hhtesGFeT1f/KpuLhR16dG6ywiXF8jKuCmrbzP4mof
0UDJDe3/boTFQdugpZYOY8cIBLiaooPIznyoRc/L6+6Z5bX++yWWOYnTelEvB3lfbfUdote7aS39
h3TlruXvoOCEkF/vfjq7fn1Dbf2lV/3g6K7O9Th8OF2o3gNwzMzu/83eefQ4jq1n+L94T4M5bBmk
Cl2hS1KnDdGROR7mX++Hde2LFlUuYbz2YoAJmD7iiV94wxadZMTj0LXykhz6rL+Nlgy2yTVxzitD
bPUKooRGT5zMycF5su1kL0rpyiu+BSWu99AK3EI8msbySk07v7n1Bg3XcNQ4vD9gie+Lm3on9tVD
9mA8hkcr+Pn17sbyWUfzJX/IdupNtWv3cTC7v/4Pe+avn7HZlTiSiSjJlORgmwfwzYSxxpV9v+2w
XXzpZlsi5riMZWYlB9jg+/Bu/i2yoDER7najwPJMd/bLIA/qfd77q/UcgkxP0e6aAN6bC4pBPUW4
18ht851Ll0rJNBrJITKb/dg3xXdJbcLf70/m+odcXMhIMCOzAUDtQlWig9RMHG/Co6geQ+y7c+l+
7jWvmq7pz7z5NX8NtNk8Sik5YzUwpQhaeZpdI9JwbYg3Nyg8SqSd+QuE4+ZSnOIyXxDjTQ8PP4q7
fKfcK58xZx5urKDxFw9bSL/0cs8O+vvIz70et5qP4018J9/f/B/eGAJ6un3U3/k1m4/ty4SYYCnS
gw5NTkuLx0m5Jqzzijc6XzkaePjYUZrVwDFvKSJm1SdLamXiAB/f+i0WaTgo6dS1LgYfqDIZ8A2+
Do2x/KmnMf8yL0b3XWRafqr1IX0wtUl9SaIsuWu1OYK7N0uA2qt0CH/aU9NwOy6rTkKRds1DH6by
nylS5p+DWciJa9Z5/DDKaPAS8Sga8kE29wJl00ECl66KlcumVhjj5FL5EeML+UE1Q/7ZQHDP8UQx
VUD589rOUMMA2Q20V4DNcRKlfAzbCWUFyN76y9IU8YMtJBN9/8metGDqjKxy7by1Ope2Lnz7BIhi
Qv8ypl3l9JMBX0APgXCD3qu+zLY8VfwttT5kK/AVce1J2H/ePz0XdTuDI0O1Dg4aNQOdOuf5lThb
ZtKEw+gce+FEjt/RtRMPwgkhFoq8H479nM2Jj1RcnSL1Qe7q9Y2w9T0Yq6z3wjnsP73/iy4yBrom
FKdAxXGgaXFuLo2i1OsySdLhgD/B41y/VLrxx8lXXZBHXqcrkOKLM41M8gqiX1sERAdbOimF2Cwe
p0hmMNm1lM6VrjIQ10jpbJfDAeEcsdPJFXSE1c4nWK51NSoqPTnaucaOmbu8/mrao/YLfdNOeLZe
yi9A9qXBNSaQ+6hWGtZdm8bpnyLJoufeaQjy1C6jm0/BOG9PfTSI9FUV5VPYheS+smpXv0JbLZ6l
aar/dL0p/1LF0n+bC3Wk5xkOGixRY8JUq+jtugnkpS9rmH1G9mI2DjJ5SqUpsyuUKbqPDLX4aGfO
dLJjW0PpP22SEhQMOlEBwoVq6baodD9ELco4LiD3zNhPiHPEgC/yRL5SjdnQugl9uAvpKrBJgeys
NcbzybOkBsxpMyRHCTGcBxnqpisrUFuxUa0woB7z7ptpCenODiuUfsMIulkZ/UTkZAxix6yuJBiv
PcfztSS7wB6HVMkASnnxc+rK6Zumyo6ZnNW7plAifwpD+0YC0hhUnRLdo6gJ8RjO76Gta8vtZ606
afJKf530XgSisYfH1ginO9TYZG+pculAXzwGiJyVFAZH6xCG+U4a5+pBQ8dhJ0+NsstnY77jjqx8
gdzaw5Bbjh+POlIaaacF7x+/i+Y/1Q1MZwg3aeRQyN+qf44dSpdOp8hHx8rXa6nSuz+DjTi+W1eK
ep/gyPQV2vVyqymthNlb3ukfR9wr0aiRu/IpIv0+lvbcfu/NZX5GziT+xEunHMVca4U7RwqqJHM1
1s9dUfBOzwQp2uCh/qUckWhpPkLlJ7K0ij57MFE1StylQXjU6x0w40CXpi9xK1rLpSCT/B4qVJ89
04572YulpsmfJDMbGi+RpQksusBGA2KY81lCzeYZNUxUAeR0UDt3KKzsizokzU8UMcLRVepa/gRO
Uz6MUto9qFnf6+5gOpIf5pmF8vX7k3xZ5FlRxtwF0EK57dje5/saUFeOzHbqHDP6pDvMOETQ9DL9
GalxpIe+tfQnIiXpvgAY/gCOoHJrUTif3/8VF5cf+DPIEYg3UHHCcWATIy6ZDqhfH7Kj6FMHpEAB
qLq0rOf3R7noVhqrx4j6ivailHGRg8mRkkhGUpTHMKwVt0F0AUE7afAxVbnJ+GivcALal+Y+hC/L
s91NT2MRYuyEFygykKPxLDh3u/d/1RvfDoJoVWOEVrjm8+cLUHVRbBTaWB7L0bZ3bVcZwQJh+so6
X8ZzdE2QueD2orTCU7OpFhSZUGIUTqoj/tDiPjbl8NGWIvPGXpP2es4OXdUUH5TI0lcfX15YvIOC
IjIKr0fmIMA8Y3IbBMW8CcVfFzvR4kaRJc1figxUNfz9HnbDjWmGxk2Pjs/NIA31fWfgf2enmfAW
WhMBkUbiiRDf0/encN2jZ5fh+m280sorHOqizxjZkdFYoqmOYxNFvjBRDxS6TIE5M+IrF+8Wc8XB
wxeHQr+lriZ/9uYZAOSlD3qzVEebbuq9E6ZmYNWy48J0p6idl2DRhjw7OgomkTVep7fvf+nFZlmH
B7AJpxTmBE2V881imoALZ7OrjwSmkjeZU/goI/Z0BVetXkQKDEN7Y41GIJfRnTsfpkbBS6C31Bzr
pY89ZHXwS8mWbgmyxlyNq5Nup5P4vURFaPKqKw+tlireoOjSjZrn8x2uJYVbTxni/N2kIg+U4Ggs
AQzPlmZyMZmlOJ6jL+fZcqTuprq8xoxeL4zNjgDusvKD0YpEwmFzoWDaVwIMHJqjM/XYNRktMqCy
E3mGMA5dveJcEPh9f2ku+hwk82Tz/xrWRuzhfM5iLYx5q5fmmEkGYJJECW/sbtECbKKYIwn8CZEs
6W6WK1e2/1sfa8GjJxKQV5bRZrU61RnUqFnao5Nh22WHnR26YlnyQEcJyUdkpj9UtnrNPuWNrcjc
UvSj+cbXbh8OuS10aMJae0xF1XnzlISePsfGlXvr8miTTpN+giEA7wCM4HxWFdSxgJekyjGaELCy
pvhHh0OO12MU5r+/fpezCKOPNQRJxPm6cD3oIzHUZmxomCBztBwHZU7e92U/S8gxoO6h+oakRVc2
zRZYy1exRSkE0f0GpAXI8fz71MjuZXOspGOaTFWg4yEhBrQYnVD4ZjfedY59r8T9cXWw7UIbGbTB
eOlCvXbD7JpK5+WCkl2vMkiv+xgF1vOf0mpCT9DokI5xR2NLSa0/U9L/t2DV/2olvO7F84O5gmXZ
M8jnAlnetq9yTS5EF6fRqbUaJzDVqncrFW85rbKLADXUaP/+ql7G7cQ3r5AAohsYsluQrD3Dm5CN
zjqKxPwGYnkfhW3mpnr8cQoPxpghMVmCue/ByGQKSpjqDpLclQN6+dGrt/NqLA6UgOOyzvxfZXLK
UqSZmmkdNRiBXqnOy91MeEJXoJr3OGDIV16JN1NpsMlrlgcIQt0q9xYlzxevpX2MExlpyHhR1a8l
WIpnoS7p4La0dF70eXF6FM0mY/EktRrjXZjk+q+Od/8fl1PBcsAQB83/L6jUZpMXTT4NllE7RwTS
HVeOJGmVTfzz/kq/6i+cby2AwqtGAyh41eBtPp/luZXbPAn14pSE9UCWPhTsKzvtbup2URbPyIfu
Fpyuou87vddH+JLWnLkwkit6qcgkum1hDz/kGiClB1t/inxbH53cqxOVXhfp6pOcV8aODDn7shSW
VblGX1PjjhUjktzIDO1nErLyMy7v8KXojbSOP6qT8Gdjyp5TEpEneOKt7Hf53JP0Sslwq/YpIiF5
FkqfSJvV0ksT4XxNoBRgf6JYNSpGhlkXvoRP1YuOK8upchYEGVunlCVXIKDPLwvrPvIB0hliJ9JE
m90au5qnGTGbyeMMSqYX19VLLjfyr/en/I19ZqHPxWZCOAoI5pZ9EGuDKYamq0+RY/S7xkFi01k0
KXdXarGnox3pGWGOZ1qa3hkDBNsorbNTE3bX2nqXdxe6OqCC1j4lKgQryOjvE1Y1dWFBc0tPspVH
97MZ1S4ojvbaZbL+MedbbJXvAc5CTLFSMzcvrWyg7dhmYXoaQXTfNIls30cWEjqWgg0QzlPZTWgn
Ikh6KX5R+tFy2WjCf3/SLy8TBHwAO0NYohLhbDnQVZib+lKZyUl2WueBZvZ0GqdWfkTE86jNU3sN
QfzGeNTMIaMCtia42YacNYjWrFqm5AS6UPIRXRluFnV9iQx52hlRfK0bdwmw4B1eKUkEunSDSY3O
15K0Huv3hLXE0rm7mcUqbir0KADebuK11DSUSkcOn1OZ8BOdfFeFtuZL4aC6OtJX3mQl5QEzCXEb
Y3njpyQNV/pgl6He+gu5x8mkyNu2U1LqqJZRDUtPtsISGMhreTPDI5M0IRudLZM3DX1zKpOrZfk3
9jldVnCNa7IMcm67ARuML6H3pCfKVIigE2TuqCZea/i/8WhCq1z5aWQAxF3b7pQZy5M+2CZgAovS
lSl3yo4u6bwzKMruI5iHu3qwNDfLzPbDbPTZnYF4sl/GsuaPIDeu7Ph1wTenjrow4A3K/2BurM3F
3ihT00qQ+E9J4TxN2fwHAbGjGUZfQyt9FNXw4/0DdhlyEgciCw7fhJL2RfPephBiJVWVncbFqO9N
KTJeIFF+oWypXPmwy2QS+COp66piSVa+VSbpotBAo0ctT8bifMsiuXt2cLt5TEdY160ixgBz2fG2
6BQAvXZiBv/4O8kYqAVAucTmzdzsJbtHbDij03myFku+K1rKfrVsNgEGl9ewh9qrpP35GsISWm3i
VyfdVSHr/FCbNfDixQnbU80RrW/kIUEgykYQGNC9KIJal7Laq0pt/LYYiPvtQ4kypNv0afW9rPK0
v7fCHLLNiAMZBqu4rWdQFSrjoNhN9Dwr0hIFpraoO82sIL2qydgeRxxDgkHuYy3AiCV/hMehoyzd
mvJ3ZRj1PymGkzeDUrf6nYlfxfcpC7vaTYBFmxT9qIYhkdaXIWeZiMCPWjv56lT93O9R1dFPI1nx
D1vtdZohfaI/T/2s/ygjJBy9mQMaFKaGT22XW+MHrS6dcQ005pcQrtHsDqT4L06ZohxMmtG7Dhrz
JxEBHy85jkhDgmO7Q74CUh0CEugxNLox9K5m1J3pDWNuHURlNA8WDIxVsEHgODP1KgZxqHQUkouI
en4z1yyDu7YVqFxRwbu1+l69i6huHqtGCv+QAK+E+6mXLZfgYviyKD09p8XI8qCvenkBP2dNhZeU
Ff9GBjIzosK9QgtklBDkfabU6C9HVRf3noz/LUqX3RwTYFajtXckmk2sAi0BrF/n5amNMulrY3dy
55W6Aus9thrNcWk0zbY/VqlKd8XQGsOn34YyKRGjLvuUoLLALMP682KEphrMAwmmN7Fu5rPUVPRI
agG5xC0duUc620FR2RdabIZ+Fps5ouBDW37mpu4qv4fsYrn2oEhdUFGLst1ubOZ7/IecHwlF3B/h
oBdYlESxzB/UVmZgoM3duDKGP0icl2qY+L1uJLeJ00vATNFZP/FGqAhl5jZ0WccatEeH4LJ0rbwi
N2VjlF9RTceSp6JCLU+TCLgCDKQ6pOQIQL3zIiOZfHVBjsSbkGgFgT9Oj6/usk+myFrNhQKgl1Bu
raz1lqJNXhxaegdVjtPOL80luoMKUDwAdZq/p5RQTU9dpsK+SY1+kV0hWVrqRj022kIpi9+2UYSp
O1FTP7ZO6LCMdhR/7Dh4X3G5shCAtptnqZvz332f5x9a3UyACcM4uJ/kRnV8yRTRj6YT0WdalpLp
23UpPy+AmitXiOSkjzr817ypcr/VgPJ55F3FJ6tCnKUx53iPpkzcu7oKbZbahJwUXiPq+VM1k80z
Rdliem2so6scqaV5Nzvom6MLNbWfU1GjSJGp8rdGtA6cvyVpX5q2tYTbCoJ0dwkH4wEBz7bzUnuJ
d7VuSmWQdnrQzl12mlV9eKyVZJTQNojwck2UBRMqA2gZI5hj8q2UbPMpWsroB9yNnrMvYZ92B/Nt
XWjnaSht80tIN7wl5JGwZbCkZfpGF5WcHXsH7FDMSEv9Ns9Nh1KWUjV+KGWD6UYI9f9qbKe7H6ZU
vbHFyDTMTexluBr445DIH7JRNn/FrQ0dK6567bOsLeMTy8HOiyi6YV0g4cbhVlGlfYLWOwrfkSv8
YZPc7I/LRJh/zMZFwTeoc5Zfk5IpTz3isr8iFSVNNzfr+uBEuYVyv1h+WMak02VDJAuxmyHfz5EV
BZGulZRom3r5MximKwrpcUidW0cuZug8ofhl0qvw9QJatAoa4HOkZ2bjsbHVytXg6j9IEZkN+PGw
uSsyvZNJ7xB4djtbmSt3imDte6o9y3/UoQmfidbGQxRK8yeUzOc7pyRad6UxNAknqc9RRoqb+Xdq
O3Deo6bHynUyuPVrpBMlz0KJlyUL8wTl76ppZJf4JY18fWHvccclauRyT6YfSztLPshjWik+a1di
k2B3+udWMcL5SvnmMhCE80So4FB2e2UknL9qXdpJSpPNzSk0BSo8wlC9yrYR93VooKe55Pj9OMw3
fWRci8q3Oh8UjlaKPDk7XUkTg4pNxtNOppZFc96fMpLr1At5dm9ivYwCtNqN0Zcryy4ozXZ55k7z
zJNWj+k8eqju1F5eCvEkQjl7UPVURcURj4Q7ObOW77x14na2BC5U6BBEuktttUWLvTC6J4dr2vKZ
kB5YwdgmpzxCNMlTVeJPoVho31P0zuN9jIebxP4WeeapE1VkpAeV6GOP2Og1EvIlII1ZpzxNRgSg
lwR0kyvoepaqTq+0J1WtYd2ns/lx7PTvBW6Pj4bTyEHVVqWnNWWyT7Wx89uimLyxsPKAeIRzYFod
KIJO+6CPA89njhJqLfCChEegPsKCGfY1wPk9KlJqMOqLfdtNUf1C3Sa606kvX4kHLyPPtVYDCJal
ReFyq8Gc8sohVma0p2FhNrO5Qhs2RvWjL0zjSknqMpH4e6iLINdRK0TKJas9zX0cBVoyGr6zLNdM
MN/4INjHMCZU6n20E9Zf8Vfha5L1eMYksjyFUv19HJz+KbLtxtMkyfjzfjD7xvdwIGAx0ONb/S83
G6EGFt9HiVmd2lWnf6K86xoYsOz/8ShEsGtCRDC7Kjqffw8WvXZjDlF9iieeuC5HMyUzlX9KY4Cb
acJshdi/shg54eejzLIU0qEemk8ZL4VX9Xri1R2gi/e/ZSvbSL+XHJIpo2BGR4m+wfkwS9UZ3ayG
w6fK/eY3rnAXt/Isr3b/xEHpXQVQbPfCdrjN3KEVkISTyXCyZ7jYrfjCSwIp4C5nrDS4k91k9/4X
rgnM3znHOiIFfYASaOBzT296BwQCYGn0aPxk1s5TpxGZa3X6I8/635KorpRct/tvO9YmvwmhNwtV
l4ZPQ/FBN34m6fH9b3lFP733MZv2kqqMVBEnpu/ecRvXcTu/Dwb/9ofuQfx0Fe8l9vZcbb66i93M
l90rBI1tSYDsbfUfX+WWmE/0QDa7BSoIlgWqNp2yppQV/FKqmTLfjJeaV2equFOyGkhZXaadHGQV
2miAyWYLsftJzvWAnMF4ymWxlFeS2C0J/PV3cb8QC9OoRF51k8XKLYR/qWrmU1gk05de6XrchEhl
LSlebvtGD72y0sIXq0IuCbYVdtqVGroI1I+owNbmrnfa9qlpho+jIvIP3dx2/tzIkY+mbvby/hpu
9sjrT8W3b+0wKauq02YKF/JLojpzOjmLJfn93IAomUgt3x9ls+s5ygqFSS7DVzlg1EnOj7XQB00q
ht5Ctyi2PyaFJCMFKHovo+x2E5rjf0vj/T/L9T+UtTv1vxuVfPpe9t+7/pzdyv/xP+xWGQ4rmSSS
wxwawFr/Zrea5n+iWIOe51rQovHHCv2b3ar9J7URgCCwbFZ219qu+je7lT9wVacCDUW3dW3U/RN2
61aA0UaXfxXFW9GNKAXAZjzfJ+moWlld2O1hMCbzsx1Sc2owWdxLM8yEzqYUEidIcQmRqbdJ26f3
LTKa3ymMqN5EeSyQJNFgL20tT5Hu1L4WacsTIYC1B5OJYG66dD/+mt3nf911fxNYNxv79QeDeKA7
SydPM7dEz4iskc49IF2gnoufT8sSDBW2SRVyKjsFKUv//fFehQL+vnLXGQIwZEBGolZygedOhYF2
L5fWYUgc+ZPeOE9msczuVEhj0E/25yzXEUQrczQ0rQT0OggYt4SIT/Jp2W4tDQ9ZFwkvzcfQMy2n
/zCMkQjaLm+omNgCScfU2umzbu1T3XButVi9plq3zU/oybCTgNSita2Drlrf5L/iL0o6JrdwgWir
QT7tFP3ozmmUoBMs8mCmjiSnrbiVRH94f+ouGkMM/Bry0WQEfEHB+nxgaUqHYimn7gBcBbEsSU32
alQn90Xf9XdOp7eIcUj9LZ4U4009S5KPQZTwbbu95in61i9hfJpDAGZov25D0FxRtTrMm/5glIa4
SfNK+4Ba7fAhIey/mQ1dPFP4UHadkNtby0gBtogMo4yKstaVOXljMegZrMKQFPFWg4DzOamBUSly
WS8HAvuehkE+e87Yj6eGHbS35nw6tpPAQGuSYb7xNj1ymrKgSAhlQ5Ln2x4b6o9jNuaf6eKrD7no
h0+2lOfwdh3tSqB70YRBdJTriV3DUwIkfruAWmEpeQ7U92A3Y/KATmv9M65xNTDKRDzEGlow2tSa
e0SeywMKTO2dOZRssXkplZ1cZdNOq8xlx39O9iXg2icp4R16f0K3ASU/ke7XqwAM1E6EMc7nU+qj
Ro8ooh70RGj7tJ4xflN55VMnu8YdfWs6oJlzhCzuStCSm4NEmTZ26Imoh6HRHUy9i6RcXMhvYOa7
Ik9ULwVydByQn5VdJZLlF3Lwydol/ZzmgVO3LbxgJVEF7H7MQndW1BjmPY6NyudBw8bk/YnZthWA
BfMLoboi+o+C5BbyIIzWWLpY0Q55sST7dgjxWNWHei93c4OET6reN/ky31LfKn0KN1fhSBcbncIE
CdJrs9CAIb2J9Hs9r/sc69uDpgzG13wGpXZHM17gfFLq8gFw9Ky5opyyDLASTiNuk5MT+xbecqhQ
ycL4VgCzL/2uVpxbJayN3J2kKTxpem79dOQYQa1JGPeAnSzhIbo14IRo2hMS7Mix/ExaU4eOgt9p
FIgCj2uG16BXOGMqblva9DUEhwbexLhkCmoB0zAufofo1+KJqiwKTw0n/Tg4jVG7EcDCDn2kPvtF
vdn5ZamRCF1UR6PMs+1MHC3YaAtgIWX5jW8S4NhoNNXGr/UZX0mgS5m8B0q80K2s63zYOV2NumY3
FvU+GlCO8mzkzeDRqCsWbsnBFAfKsFYa56bFwmPuFbS2oqVN72nySfS0w1bL3QIAT/aQopgL/NzC
TNhPwgTIbCnqY2q2KOg7fZT5utJq9O1aVQ33Aw7qk99kSyrd1saIW7zctdWuUYv4qRal3XmjOhqy
V4oxvxaQXkCM2dN05bn0UORZL5XNxReVuhjTtLcOZjE5Aa0a2cVPNdkNUq1/q0D5P8st37xUhnFA
zif+NcW5fuWyuAgeUAshgQFohegmNwdx1d8voYIZSxFXnXWQiibbqwsy+CUVcneIyuqmsNTxSvBw
cTkxHkEf+u+OY5ItbS4nq06XuVNj+yBJCfq3cZ75RhVZO0qb16hab3waMsNg45CIR25n60vCHZtK
xrg4h7aKQaPHRrRDKJM4RajRrlBpkL9/vbzxaTxjBI7ERYSNW21q0Jt9FE62c8gWWhdLo5sc2ux3
KefqP180ol24Z0wllO0tLavRAeuEhRweRsrqt6iwRX5US+HNQIPcH9twupbkbvEd7FQqAmuKS8BH
e3+ToRV1JluoSkoHPVerm0y0qwJontFl5JSW6B/vEmzp3GYql6DJG/3GydL6ys7ZZtr2+iOgtfKw
rSQd+t7nWzV0lEG0lWQcZtDq2DpLoD5vs6aRWx98kx36xlToXGWhTmcQMLUzeh2bEF230tJOS2eg
u2Xhe3eNyXkZSgGkQ3hnxSxiPY0QyvkP07QCdfomdA5G0pseHnS3deiUt0pjKgcNiud9hdux62jh
4MuSRe+1msfHwYzNKxvwMjAnnlsJ52x7kiGQCuc/hNuvMfGBzo55V0g/Q2zVcEZw9Kcm1rpfPZMx
+8rcwQFq0nz6rlZcc57cJ4iTIaMqKV8cPI0/xV3eualmRJ9SNEvhK1v42j1kkGFOmsoHoqFlWci7
yjJVPnkumOY617XIS8B1X7NcuDzD7HF0cqCAYRIDG+L8i/q27iaS9PAgxRiPomipuf1i0rqLy34H
GevaGX5rPOaNfQ7OGwvDTTzTa7kpF4sZHhy1vcmrVdmXcgc+2whk2f2VHf3Geq3ALG5D9g3WHNuC
JrUrocZI+h5KW88PFZqDT2oYASwPzRrf5Tm6jRshgdBWWz9uu9HXJvICrVd/Cm7mh6gDf4fDzLDP
VSO/cVITx78YE1avCJHpRe5b2LcWWN0gr5sF9FfSfAEkcw0g/Nacsd3Y9zr6SYSc52tUEDrIvZRE
hHlR6SZm+G1Il19iUH/QrA7+6R3LjGkgvADhUAh4hVP8lbhho6w2I06LBw08jVcW2rd4rKHAGdrX
9wd641AzEmU9tgKlenoo51819qIrZsOJjlXcdN/wYl++awaikW6lT6PkzY2RSl6ZhiIh0R6GxY2w
N/+GWR5WPwXt9PoKD/KNaIEfRJCwBgokkfrmcOtlpyRFXUbH3GytG0uqxucOxq03tkDu5FR0QdfI
+Qf663VgO6H9RFpSX+nrrdHAWebP3K8gZUJ+Yheytc2kxGlqC7Qlj3RPx9saEEdgJPM/JaXzthlo
t5BUUCECaLQ59KVohZk1E3CArIv9mADMT2j+Xjl9b2xbXI9WAiuZHJemdv4tRVtZ9AYpSHdiaUCd
igMAG6qgzeAr/fz7/e30ylY6nzlyT55Qql6r+KKxzuxfGxdXZFXC2SQ98mL7ZSSX0Ydx6nHjBE7Q
Kvs27oxHPR9oJIY5lk8fQSbjcd/Wyvw8NmMrB4vTzadcrZ3nwZaqH2pZ67dm6DVWs9cKE7uiXAU5
64Hobm/e/+3r+d38dOBuHPDXDhIg9fOfbiqD5NBLT49Cxi/JpAMHqeiEzeu9bOQ/Eass3PcHvAyk
6IrR5Vt9IoCUbp8xI42zJRZaehxt7MObScLCNkdKug4H58omeGsoao4ofcExWNP682/LSyMqtF7J
8L6YHTeeMJFFZt5wZwUnk3/+Vasy9irKZgLF3lyTrZqahiF4nIl/U39pqmhv4ix7G6vKcGUCX9V6
tkvGGFQEFe5jbdvCmmJwt5reVcdMb/qPttmqX6LFtn5grqx87ZVZ+6UNvfSQlnGleAZ+M1A2JcAC
RYbmBfDtRDoNFdOepS2tirGNqp9ZtuiZF0kpjWI0OlqVQr3REAcuY/chrDEm9dmS2hKMIhHPZWZU
OudITwF051371ZRq80fbhiYAdG0aSm9oO5A6KcYkqSvJyvgkdY11m8ZzkX+IzGH6IIuIHv0SmSOZ
3dyamo9TiRbBKItHr1gWFf8dZ1Lne5neqeXxeNofAZgD0BrUsOx2bSqni6ubdfNVKnSYvmoYx9/k
etIAlqdVmweNpVaDiz4McqhjpPFsNf0ulaiYukPlmMKV+jqPvGKeq8dWqgXkD7DrhPbRgB5xYWZS
4yepIz5oTSct8Man6REL+FMnhWEa5NY83+ddLX97fx+9eiBsFpc2LYxI6rDEDVudF1XL9SZT2vpY
REWMNz17dcS0dkgnUCGGFfqKvKRIzMy2CaVhsrMfodnOGBfmbfuxGtqRG0NrrM8LMTvdsrKTd+CW
09gdwknc0rjSbss5qj/l0WB4Mu38x6yNK0i8vdY9DrBD89WMYviYmKnzU8DNFx5C8iNYO93KfjeG
nCTIZ+eq7Y1xp0yBNXbpl2TqpGtp0CsJaDMTpJPMBS1nSpgX7kOQkTpwOu1Rz1Tnp1F2PMMtVNkC
0ea6HvgVGOcg0QYXfbW0qeW9KY1d5+LfrTqerhTVrsA/qfNyp4DXj5hD+FOyaAj5Vduo2Eto8tdu
ypEsAZFZPvBJuNHqNTG8i1UILkvI+FPD7vJIwQ2mMMrHjgVw0X42zSt91MtLGGIQ+c8qCYpE1za5
rPsqtcLeqY/ypEo7xSnDu1gZfnbYaAWxPVv3Vgb94f2ddnk5UhpHQR9xTEqdNETOL0fER9rOGUR1
VKha+w22Mju10K1Absf58P5Q6z17vpJkdWsVEUYMbcAtfbQdkJyolLQ5Rgr8LVMRfeBM03LlCl5D
pItR1nKlsk4i45x/EAVkozPipjlOCHr4Qraf4l5qgigEKBR380vZkGQYQzYF73/dG6krfSmN/BlJ
Ierc2/t4VvQ6gRkjjoKw47tsLfKDVcnxw2whEVAtkvJcZ10emFx+fmZm9iO1Uuc3RijWTdIW4ZUH
/c2fw5HBGWHtpV286N3QET3mZncEljft9aQ4qjjjuKHRjz/mOmaPy/b80a6Uctcalraflnn4WISZ
fKfWSXklsH1j6SFfI6mDxMzKQt9Ee2YKG1OfZAFJGaoABq2xL5d4nb+/BG/cFSt0BCdYNjLqy9tc
q4lsiCfJMB5RLlEesIacf6LLRtDs5HoXrI5CqNpIEdIblS7uCn7rHKCMEydeI/c9tFw55yEy5Qzc
lC31rX0Lp7or3DhMlp99LkTvGyb0JM+Mmtj0l1nFEEGW5sK3/4u9M8mOm0ny/F1q3ciHeVj0BoiB
o0hKJCXGBo/U4BgdcMzAceoqfbH+gVn5UgyqGE+1rmV+KckDDoO5udl/AMNqbsxkqPOzpmyc73Ha
GZHZaWUQLXOTnaISHo/+gfogfQHpSMdiEgy9e1TZ9oY/2CKdp3tQhfHeHFpOTawO1LlKFswgArnH
LbC94o08LHLIHkpp1vsK3kmYMBXblSKbaVmo6mKK5bDDrdm4GEVcbUBlTicuFH+QHiCAkDagXQYV
zjymAAaz4aYQj6d7oXvzY6GmIQK8VxRhulqXNG2moTqvny0ZoDmDWMELadLOW7+uLpQnghszCbon
kL2n/GKPc9+6h+u3wScLogkD0bepoh76pHVcOd8rmYiwVulw2Zurlng/J7uPQ/NPSxGPsA2A46x+
pW+XEhqOU0iXzvd9qiDH646KRisu972VNCcS4PEpsj4Vcw9E4vjiVgHnt0vpHRAqBwj//XoyRoOX
tPfzGPuRyNRwLYvcv8apU52osY8vWuuicOGQB2DkAc3haFEjUH3qegOLKrsAxzxZYWNP2nYQ9KN0
lZxqMb9LbyxI1GMLSlJZuW/m26dEqa/o2r7T78s2mHcWxckUOSJNruqhsTdmHqu9vg4TlsmhHzIY
D0NT9Q9onwTXoxTNiRD/w56vRJJVk3vd9mNmb18HGt+Wrd/TrsyjIcXOsqLnEI5jaexUY05bZxrn
E3v+pxywSoiDYgNLAdt1zbq/3Tf9BsN1s/aXezzttcslcGSY26nCpkN0+xZ+zxZBo+q+bmSx05dc
v8d10NnQS6ov+7G71hh3XDqNrd/1tdada3q9XFHpVxvlan9NZaeQIOpXcSdcCGmHvf2p6M8wWvaq
5b5J0vIxq3pzra6CXTO09YlPbQ213wsAIoMqg9rZIjRoJx9FRmVMJGC7MO5tr1/OmVLM58WM0oJT
QCsQ86Bzx6im7RTn3Yn67fiUo1BnxIJABpJEjP6OHxIoiU7vOVju3WHWL7rGnG+RWHn+OJO8fzyY
vuQtnxqHgdJrC+m3lz4jbMYVt9DvZZ2Xm4H/+VXqdhkGdpXvrLaeLhpVDp9K0Q0nKhxrfUlvdxbe
JXf1tVqEtH+s8jDjNgjQDGGherHnTedr9ucS2C74fcw9EOKz07zZLMuiP8tWUDl3VT+Nmw4ZBSTK
9NLbMsPU9aj2B+gvy5TUD2abOGcTo/8mqrBqwZglCz5ZXgVReJHz8msy4fNENRQ0RBrT/gtiAU+O
sxS3fgNyYUcYCPjKUNp+2YtTXQZgSZaLLvXEtIvbPD30QkvPmxRsQ2QzYnzsZozkoDnV000ReNAE
LCAr6kQZ8tosebNPqxE4fCrEzPBx4+ryNtj9YlgncW7+kLW6uoRAo/ebzKmmK29OC4EkFrp2NxpT
ixKWlV3elR62VTiUl6hjWOjt9NG0lJjN2QqYchh3msSHxlbPWtln69AWBg8KF6kWTlLKTSaHKcCA
bCyrS63rgE3Mk8jgEZVq+LwgYiF2gdk58Epi0YUGbmVpRL+nPWOSggyWLVX29HGIvtfbgVltIO7A
qU/77Z0WeaWVYzVanXrwrCS5rOuyPzOcrEqjTLhSkIGqKg3LpFefuNZkZwIBsRG+m1vNka00TYUV
oH+cHOfEykNrKYYzAd9jWwwqSEJUBgxnA4wcWyGFQmnoBXlVb3xtTF5s5lLd1m/ybDcs9E6iWHrN
TT4a9BhLd7G7naEb9onL+rvPgk8RrPJqxsPBx/f/9nUzv6iHXPjVwzCoZofyGXmGN5dc4Dpg74mS
als6fnumi8TuQjSD1Im8866PTW5F/xrOJp2U1eTg6PS1EYNtez8dHgInH8/yqlTbyuvyMyhnzmYR
Tn+ujTkSq77JYVxYVTRWbnaXeOW8//jNv5f0QIHlnwMqIBgr/OrtXgz6lCIJVk0PmJN2T54x+iDm
usTJYdT5WRGJ2mF+NJm1+W3RFy5GwsvFjcTJZkBfrejuSmvwIj2fi3++pP9Fav4Hc8nfXtJ7P5Ln
vunf4DTXP/9fOE3QmMw/QDihp4Ab8eoiNf5su//7H3Rb/sF/Bb7GMJjzZA2pf+E09X8wk+GaxVwV
NKIPyJy3/C+gJv8n7Jy1i2wzH3deP/6/8CF5va7/nkv5l9YfQecA6IJLjfU2oCAJFAk83fiW05C6
LkHBo21fgIjMZ7VvnlEAaSGCnqt4qID7+LPR1L2mY1fZeYjrdvhCttrkPRp+FCfpdJ5WfR4x1MSV
cviOKc/L69b+b5QRZVxZ/ns88KvrzeFn8f/+U/44Mr1Z/+I/w03D7OYfnIeU7evhsBI9/h1vzj98
XiEiUky2mUMQif+KNzMATAwpiDsvtjlkOP7Wv8LNMf8BqpB6a22EM8BmjvQX0XZ0q1hVHrg3UVLz
b72iSo6izaQ7OA/A+J8Kb/IReBDz15FCE2g/lpKa25nf3LbDBNgtiuE6jlPvM5CK5HnsHM4hJ8j7
p9828fafcf477Jen/q3iWn8P9QNqCxST6F6Ann8b/emSxMyPU/vJKAf/ckxTdYFrXRFNuXkK4bA+
2r8/NJaCoe6tRcvqgM56R6cYHYOZEm3KDnW898vzBTFq33W4CyM5QbWMAUuRntKu++OaQOVwLCEo
wFu+fTz86meJJm92aGHgVHtgYFG2FZtTguNH5+N/Pdtv6xzdvh1vGMZezNmh200buRMXYqvOn/VQ
25waAB2BJd8vdXQnU6DhC4tx6cEL0agJXUhFcahv0ui72pyNoRXCrj5xDzyaBKFewKOxh4DqzZWd
csx6KGhuxE2WmS898xAw19I3z0XW2PXGZSTp7j29qcXGKwdnGxu1VkcgSCqxGeD4BZEpqE0ipK/E
EtVWBb+xYe4YR4PTuAn1KVfmKGj13IqEOZYmdfUIhjtLMIjCLDrPbyxPxtyzx8p/8bsRdAB3kMkJ
rdko5WZJBeVcUzvuU1wO2MFDK5SMY4J6CSe4S/s2XQYr6vmAVFjEZr6AwW97c1tMnvG9rtoCVKTV
dj/aKnUxd2A61GwnP4tzdKtiJq2TXsUoohXzFLbkl/tpdo0aPUY54+q0pLmPkrRb1qGFAHqwT2Nr
CaKyZpaFd2pPc05wIATQ3oH6b4xOZu2lpYya8UFpZFdt0DUi6jQbm8+h1NUUwZSuHcZCKbDGpcXj
c8yCFRAxZVTfSxmbbQSwqSk2ou/KzzMwq78bnL++7DVDrlQ8UqJ+jF4JkgDr0rJZXhJj6faNIbm0
97N2opA7Tjy0jiix6VTRSQK5ctyvmi3Kx1qP9Zfaq8toSJDrTvFxjIJGtSeuS+++zte1yHH+WjNw
rzxKuqWXZE3aFsaLPpIDWawGsjoMhgTD1OoFkyhXlV/SKUnv3S6IfxY1k8mwR6v30HuxYW//Lueu
XTPgDz5pEAAx1Ie3SaltGkFKnnl0KdwdGhTjLja6+qyZveWEls7b/MeHSlKnK8i0GCDX2sZ6u1Ti
x5kwe1k+kR2LXZ62WtRnfh7NcyoimwFj5LkTJEF471dQlsuHv3nSdfl1YWo/m0MZ0MlRyqcv3beG
UVpPKFPJEIM0uuMTjs0O0qEnmjJHrZF1KeSMKSLAacIpOW4d+CM2qhm15pNKe+t2ZM688wd1imZA
IfDbGfb6QLRx2VEGTFxDjuEzmJabs9fV7lOlErS5Pbe5NhHnjuIlnS8D5B6+fryBx51trntcd2iI
vCI+0Aw9uu6gVIGd7aLaw7x2JoRWyzJi3u98QbGiWFXc6zM5ifsYJdBbZt3TTmss1JypfNy7xe3c
0IlH9W2yO/1EZL39ftkJVBwRruLHgVhcm2FvI8uYRTPUMm8PTu+SZA2iqAdSdb7U/feP9+Ddm2Ul
LgGrDSgitKD43q7UlNnsVPWkDt3YlJFXmTnaJVZ8IkkwzT9+t3whr56m1Ho0mY89pbraL0pceq3n
Ic3yl9LABH2vOQgzh2nXDPKKRg6olVhzez+U8KHzLUo00oyEn9ZBKJfEUvvSVQVza8Mrm90weiBs
6DaAg/YxB91WDuZO573ZLVQJWSxfJvSD8s1Y0zfHwAA8BR3E2UXdQTbi2sYD6nxsbcokYXA27alY
sx8LHbI+ymyh0nPpoZa3T2bHmFFv6bpDnGaWOPMdzuAtLWRtChdrnB5h6GRqnwaJN4Zuo8WfMBaK
832mktzfLbZXBPfl4NnXJrowYOlzgSjGIt0xQ9zA0sZ6ayMC8ANlLFlTuJXecC6toerCuZq6G+Rl
6jxqm9Gp96M+O/ouQBUl2Kxo8cfJrv0HtLv5w1lvFlWUl8zMIoExAzBj3uLaLDCmM8cTaRbNfhzY
11Xc0m1KhXAxDqtMb7numX1lZ5YEpX2b1IvIzwqj1F0UFZ3hho9+KKLYNYr8TNlNcgF3HDY3HJos
2UNdKR2yTQsOxzeSQo+sWm/izaTXo7OvoRsEYYBsP6/MLKRxG8h01boBhtvsvbam469ZE0SCBWEO
IBy8lxlOxzjSYvN88atdDZ/pDunUN7Yymm2QwBYipboGBYzOFHIV4tdH9HDNDvtkJ0etXIzk2jy2
xePiCv9znpclDBJp+gLIDFonzDbc4B7w9/hYVvpcRDSYnDukdJqSAWNQFmE1OujvdLFnfx0WtIo2
VhtkmzlbmL7qRZ+pjQfxFeOQplc7Sw1NcWfUsELAWMdee14kQTZsFq+QeGRb0Nb2mVsmj70K1Ndm
WcT3fA6EdaGsTF2OzLjjbV60lb8d+lH7MUzTqhxl0W/f6mkVPCyNmfyaSnwMtrFCNCMKptYinF89
zJfMSh7rLrGN0AHX7qH8ZOa3mmd3yC4gw7brywTNIEZW7l5Y7fLo2l1XhdCMK44nY0IQu9bNdNd3
FgK4cPkQuKwS1213+dBOw3nBT70b49a8mBgK08f1Kky/NaTH6qidRwbiEvLDFmmnOGpdqCsQpxaV
3RcJjYADRauf/sipMf1PoC+SG9FL7cFpW4PqQJ/z8UqaZpZd6dh+dJepM8JA9Fs4R6GcA/1SaI1E
nHAyp3xXBt44bJcurjNYHtl4L9xCz7ZBN9nX5aj7D0jOBk81uCcMLQ03/1Y1YIPD3AISGppLrH1W
mV9RJnZ6cZPOhtGiIiP9uwxi+k880IJfVtYZX1tUhqbQcRphnjfawl9wptpd+5s0MTY5GtCfl7wA
1o6wvH1n8E+WtL3ltO3pmI2RVSg0gPjxk9oythRVGIx2feOIpr22JyFzNlD11OFFoX4gMzQ628x3
CtodfTCHVju48FLB7FhNH6M3FZceGOHGvGPKnT4Oquzv58WqYBx5YvistX52SLrR4VGSAIV3xO7w
VeRlATcufMQsfT12N46TG6Ceem+4BpEIeVzTRg2HuiFnq3os25tQDHb7fRgRLAwDf9DdUM8d76XO
YfGFcNM1FPzbhWHvHLftL88bxo3q8jmG9agV14yaui8psuKYrBfzeBsbDIpA9hToCOLZLW+TPkFt
J8883oQsjPbOquYEMLCVp1PIXqKiJrVB/Jgd8F4kROkFUYK1rMJFUeiKOC6sW+WQ1zYj1tTfhI7B
eYixBmTfMndptee6XUQFohbzJ6hpBq1qnB/jEJAvmt2ArM0zZ6TCvgrKqeUyYBrZuEEeLBgvSFmm
tYF4UDVb0DXFFMUqq+vtUEy9E8qpcr+6E2iUkMm6dqMot9JtaZV9HWl5sSCelMriKc9N+4F5D76P
rdYU+HYWxrxssPsInjpUadtt0GKTG7VZgLBrN7o9UxLhBypivrqQGrE1uVHLKpXStpMYmfNCGwlT
JXAGmQqZDJsBM4VpI4wYM/i0bFt0upbaY3CC4QCKTFOiI50A+vMis+ZabsfazB6gypbVFi1d7Udh
VNRQrTaWHfiwEt2vRYw9cVThErCxzc5o2D83Be9XuX0bJUtQVqFeytKJBrfvrW1aFzpKcJ16mqQG
i9h35vJ87OdmhsPRNOauSLzaP7eqciBpwjfswGkZBLWk2dKFAPsSZzcxea03sfDp6U19E2RhprkB
7OJhdj8joSe+lxLQIUrjSXdpZnX6Webgi1efcrTa0ri5on1UO9Hc92u1i6gYVlsUoVNoN60aMKXL
W4SetCy+6wenvbHygimFhbrPL9pCi47pbewdzBz9jC2UsuV5gOO27MZynqAYi+HBn4YaIL/WzP2m
NpW48VLb/SEpI9rQAj3mb5jMGXd50rrf2yVefpWWmHe+FpMDC1cpVCM63y03Jph/NLCQErrXy1EY
e8ieXG+dNhjwthvnut2aZgM2WyhtRo908A9zlXHrtfV8vC9SpFm3PAXTD7II/YAmLpZbe6zt7wLJ
xzhUCHrJcC7G9iXr5/amkxUyrhpkn2SLtVb8MqlpZsucSemR7clhI+WsOpwgGvFD84ruR1fyZ0Pa
Evkv7grzpSgye9tVd5K5ZBFVKvblDia887UdtYbzdfEyZ9+Z3lREy6AhNQ0Ux7t2wCckWwcpNpTy
yExXve/XADIXpnbkCOwOQyt33JdKVrOBjlXvwUpyYwV33G6JDRRGDznQxYeR2Ve+Kb25/dwiLKMA
OepVt+HETA5IrOVPmWpdIjJ3y2eKpex7CQabxMV4Ei2Wrs9unVlgIasQPs13FTrFJts/BF+NDFlK
q5ymZMupmNlIBlrTeZm04xVs28fAUdVNJUX6CIvQsMOx6pZmx/TSW5CDsuyDKmQ+REpUQbKT+th/
nqXvJZuJqjNmjqeNkj/nkwkE30kSGsY0IaOmmq6LrCxLr83eCUrmqsZYbtWUK0FSI02lRoqmFRhO
dB0HlAgu7FaZ87ZcxERPa6qzbkvUTt1ZounmWTlnfUQkxteQanDl5dPovphKUkY6k0MWTO0xFHEi
w4Uh3WGohp5D2igne1OXw4QZVuFOX22+0zyyTFrxfJtkYDObsysIWDpUuM7wN8IFcBnBV0074Nxi
1jfu1Al1kTWi2MUQVACndkUZ32DpVT7XeuWiNjgNls/0uPDNUF9itiAZYzUhUyMFHZ5yNKdKQuhM
Zb+PDasctmbvZRYVg1aT/Yc++JpIVd1CK+uuQTVDF2Gk2WKXk2uDeRCiBeWZtq57JW3cKXpkoFH6
nsxxvAfLXJuRVlXYfRh+g2WNTX0R0uvJzta8UlAS1+Blna4a5T4GmnSfDWrtXeWQR/e9qUgf+ri4
bVTUjTMyXjDGZQcYzHuR81zcdr0FGTXjaD/XUn8gk4CNunMX/J8u9GbwH+LY6cT5rMq23vSLTO1L
c4UEzVtRZ3WcbWqvV+0dbtt5G4ratsVO00As7/OyIk8ZYx1/T3M4OREtEOsGqcYctTm0Ktozs/Pa
m6LJze7cNkmbkHF1mlRSocUZGfZsLttZaxJoF4s7ydDs5vaWJuCg7zx00S6bdja+lVUZfNdr0kFk
iEovt/Bp8ybsdWqQSCATtkRjUcKx9WyJ/mWb5sM1Zi4cC7BlkPQz3SW9UYGXh1q8yHE3MWamUm+a
et64TO/b0Ckr7abr9GXaKWBTOieJP/zwsxGOs4EavlwFNrX+DK+RMURcDXNkCT4b/R/6uTKsZ1se
jAbt0ljo9bnDHc7dqUFln33RLyiILSnpsuP+cqug7iCEN8xWGnnB7P0MXl0ECimzr9z84hvKmBz+
vlk3Z3YmGTP1DfJvBRmLPCws/SWoxIyqaJN/VnxqgHm4CEPZ8t3PBIX/4ube1ZKumMbP9kSUhZnv
+g/cYpE5iMdmGC85jPtnU5p9EToAcG78BuGJ0I0TLd0UdVE9mqS0+Hru4jxNIxsHPIQPkhFHF1Pv
xKNojbS5GuoyRa9sWB9scos2uSjRNb3x48SrLmfHGdDKwrLtSaOxieEYN2SdbXCSC4GAZb0hAVU/
+qYk+WNygt+YNowpskUMPAY6mCKIwyZxhq8JHaMXM5sAlXjcYcEh9L1zkabJ/JVAwO0mt1LL3g9m
hW+PQZ9ukyQrYyBBbZpUlrfxXRlgSAMqv443qBp7l5jaIXYYd015t6Q6NDhMxA+6PaK/GruFBoJF
8h12Im8euZwnj1pVy4Oj7B4f1WJ8HOLOakKUFrSrusjr6nbw+wG8N2DMRtHHNvsby3CXe3sYSsCt
HlIfFAXO0zB7gAaDOHEbXn83peFqkd6+iKmV3+fYC+ILQESxfqlrJqjODpgVKPsgy7/xI5qvpTa4
X7Kpnj47YiYRebhaXeWWhgeh9OYACdbEZTzixXN1V2IPxVspE7/ZmPhlueeJlyb7shL48bgdYvs+
kIgJmM4yf4cr+oLhfCcgAlnZZU9Xn9pA+sumz8gmofRTLjNzZ7V2OLeL89DUPX3rtBLBrjOg6SJg
6iUBoBrTk5s6KWvitJr1JZT5KLjjJ1b7raUZxjxlFJV97ab4H+2RtEi6K9sXXr3Ns5we4zgF09fM
s3oNKI5fSlRga6/YtPPSlpeJ6dbuFj0ox9v6fTN89iagDiGCfGN7PjCoN7+KBRZKaDWpQDrUH6W7
NXI5/ErlYNm7TK9kuks0L3XRtmyXDOSP7Y7nTowwlR3TxsaMQa8ebJ+Z261g084cIevmPFg/L6zl
/eBlXJreQyxi7A0cSRp5Qa+pN850WeFewck75LtEubKHQD/FNZWSX3sRl2YOP8vMRmdXmZmT7ozF
nroLMVlLth0VJvaUNJMuL1DRCPLDoknVRFlpzw5Sr6JB6dZXE/66pVEqQEVxnH+hASHtx3R2mD+w
Id5yxnvxxl2hrW88xh+I8y0zk9uus7B8mvALNKJJL4f7GjDVN+5HUxPiolk8JvTrKPJ01Cl3cc0V
J8gofKKhpBe7ycH5XReTbsf8m60q914yIUoQiJnxTEHVt1YWVfUlT7rs60BYZVHvehmDJoS/+BTq
tGrPkO/inh03I4WVoXpbIViczg8SSRXMmmjL3GWMaGWoa7X6ahR2L6K4ICguQbWv90srL51Ls4hr
lCpy6XzzQW+P0Tg41X1ZzLqzZXICce3/MN0wHcA91hNNxupnHaTIoqV6av34yxajh/kp0LoVi7A2
zNe272+Qt2WZ1NwtM94QhTtuAfP526owTizyrnf8uggdccRfEC94Rbb8tkheuDRo6F0/TchKbAbf
is8qB+9w+EPUq312ii9whONbUQ00mtggerVolh33qhHq7zoMzOOnJWgRH6Q+53KX6tcwC+UOQf3H
xE/nnTYt2YlW6vsHNfEIYbhBNcteHsu5NGNnp26Xy0PgdXIPtbi51KgxoqZcoNfnfXf3l2+Psw4p
CFgtDCihdx/NUxxlGH1BL/YQjMmyn3J4XHreqr+a2qwN799XwcLrbYx4lTPOwrLoaZRadWlWnHdu
0jWYmWj1CaWEP3S8bSKEckQH5Abq+e1S2tBRdHtCHlC3DihSC3UzO7K//3jb/tDBx9YN4UZ8US1G
cUd9dfo/XTwthTzoSNXAQIB7Z6O63tOGjT5e6U/P8/tKR5/XNGE+GuhSHjRfdOcWTbuNFdS/Pl7k
XdSt6A5AQ0y7wBOBFH+7aWrUfR1mhjwUo8h3TeXjUSlM9TSr1vo0+ot2/vF6f9g+DzMc4g5cHH3S
9aF/+5yLDi/J0S67Q1YEJi2J8sdSaGWUMBk+8T0dgUb+OWuhQAVmujJbCIu3S01cJLxRtO2h0IZ4
W/aVeUbHV95QAhtnmoLNj+RQct0ijP0IPQ/0SDfW14vRmj+dQYgT0XnsjsqXAKMB+unqJwxe5hgN
MNX20vtyHg8oImNMF3sDpXSQZO6+4MhC1Zii3NzGpoJ3pOiNb9y2rQM4kb64HYfK/ubGnULL2UbX
EyOhYIKmxUU0ppMezOfShMsT5a40sHMrenFWK6u81jwpfhRWqd34zlgvmwWf2gecoCs/DBoaeNGM
FfPdQFK60fIYQ6KPX/a7XLo+8soNZOZFdL1a+v32suug64N49Bix1HB5XHpZUU+lsesytWwSLLS/
WWrqnhmsLLuPV3737aynBoYk69uHa3acC+Iyr1jD9Z/SMjWuqmwyvrJUfmKVPwQzUzYIBKuS8Crq
+jbCvEqBBE+M/mBx3T1Qc6nrwTXKna2cUw47f1gKQW8whUjOWKt20dFSloHQyRJ3hwJjTki71G7A
k79mqpEnHurdQA90wRqiBsR8VnzHvtEcAUNcLoex8baL5vpbqrFpmxvjTzdLM0xJT/m9vns2eAHI
uFoc8sDI3nGm0h4V68q3uoPouMo4hfGFWk9H4ippv3wcFn9aiU/QXx8OFMUrYue3gBx8U5OFEsPB
72lzxGk+7rDIMCLfhLr78VLv0w9PtRZHHsURA99jTyRvpoMV135/sONkgWENVtJonSmCJ7BE1TIk
21rBJgX8/DRx2fqmFX1/pqWJs9HTyX088Wss4uPfMDKSIb8G+W44KTCdAnDgb+NnLspa19J6OGRc
d8IBuPDZNASof5nMM7g3+5/jbI7x92rcz95Q61sun85jU5Y6XYBgn5mt/vTxT/rTu1hxMnjMrTWP
fnQSaF470ru2hkPf6+kVav76NukddUGb9VSAHXuHrk+PVzanAOqn614cjd2lW4/DaPbTQfPcWYSM
m7EuoesCjH1pvfkG2CzXAL83p0cfnbIitAon2DdOxVgaPZ/xE6rk0xK25kx72xsKEFi618pfdvLa
VuNme0GHiStXw0a9uFzdH41R0x6LLNHvP962d5ltfRTXQ5hHR1gYkMPbF2lOSOcVqTUdxkVKhNwG
zC38WJ44rY6FuF93jHejA2fi8vcuCxTMC425lPNBGkmz1ZTnflrqBVdvqy4/J7D2IlV2XpiUyvjk
ZWlziwktOzZP3RblG7HzurK/BORmn3ETmc4+3oM1WI+C2YG4SI1sMlxAPO3tHhhmk3fpks2HyXD6
EEhFuU2UeFIx31gyjNWJY+xPWw5nwvTZCSgkr/TW37JGQIN9HW7PB7roTOHiKdvWYjrFj/rDQwGP
oe3CiQlZ4DjvNlYX66lZLwfN1ddGYAoxYE6tsNIX7dpsjf/BU62sR+gRJF5YoEcZwew1YA9BNR9G
V9cucFtkgoyt2vbjV/WHvQPDDidp5XyhEWy+fVVlLVB7Fs2Mis/CyykG7aWsqlNqBMfCwYSrCxQd
rCooAdbyj2s9xxx9FWTGIc685qJXkFoh+sQ0Gm2GGyW9pH3X9OWqC8YsvLXjQ0UvL0S7pbhKHano
wVCXzLRwri0fvU7NT0EHBcZlnzOEk2MmT4Tw+32hCEbkhsIIYUwQg2/3xS2dWsaaYRzqXKS7WpVY
BvV2cuIzfp9jWYXNsVdZHzjeRwVKo/lW7+KFfMhkEO+zQS83cxOrTdCN1okHeh++gOZITfZ6zPBJ
rj/lt48k060uwDLJOfgOfWfI9SYc18a9Dmw1XTAltjYfB9a7MoWYZSnd5YMhFRxr6M440AKy0YMD
z23scdWGIIzMi4sP5aIMWsXpvEdwrv728bLHTBo2E1l3bhM0PDhMkIV6+5yIfdFgbTrtAEjIPCMr
dNqnWqHneVkR3Z80KEfX1ZzXSL8Ak22ZqSbOt9gsVRYtrhYcWpsZbYQrCV3Bj3/a+5Baf9naPnCA
l4HMf/vLktENKtzj4kMHjOILn3byUHppfmKVP+w7agpcsV0oTRw/Rx90DEUo1rpMO+QjlDb0FdXG
FYZiVJU06lPqpuke43hxIgX/YVVCizfJ8Q1M8Rj3aigrxvqKoQI3GO1c4F78M8dm5SkrumRv9NLZ
5kGRn2APvw9pQJHoBencXeBxrfyc30O6ndUSQBstnxuK3/Mgm8AyFw1947ZK9pk+949//QKDlZsF
vwewPy/y7XrK1HRkcCb5TIxRInKuXacAzU7khPdhgrgeuFaCBBIgfMC3qzAEU2bTufWz6yw/YGa2
G70tTx1mx4mH+73LJZePk7bdyjB+uwizFLMG3eM817F3TWJyL71kscLEqZz9322aZcBY4f5AUU+R
jUba25Wkxd2upk59LjtfXSIAYkeTEPHNx6scywWisfcafVz0SHP0zY7Sm2doQKV6YmFJxxKc4BiY
iLCZQ5ZeKU9zrrB3za7pmAdDOBZYemxqH0AHzkSD04QafWmQ+J25Q4rawgyvMKQFCCQJ9lNgZPVe
pnrbhekIdH6jVcZwFyx+8NjomkGhWTaFyXUdme4TH9VxfL8+E3HN14KL6nuA95BXPddntm40trDO
qy3sQHXRLfYNE/NTijbHcXe02rFUPkDBIJYBq/WdUWysDgpk5cX5iWd6F3jre1qPIWoOeJ/H+hvU
Gp2BTk75rLJci4rCguIcQP8sxuHnxyHxfiUqzxUfvnKc6BYfJcKk7cWyYJ32LAre3ai5XOhqruUL
ZIPNXy9lwyS1cFmlBON1vY3xUipwmsWUPkt9Mi+LCmfwRUEdJru7J9L7u2srhSAcBpgrnOSkvuP0
MGbcugdp588SoRoYIna3qcD0A3lFTmvj2NCbqWZqPbRnGf8cLDltrMYar5I5QdArY8ZxorB4Hzdv
f9DRw2sCQcLW0/Nn8CYMqYxSOxMFUp0nHvxPy0CnhFzJwB/XlvUE+q1+aQy/HJrayp/TRuibJij1
W98aq5eP3+RaHfx+c2F3XYR0yb1r8cDd92iVKgU6NXboEA06whiF3l/RFZkugcQHX7vS4o6J7s12
metl28dJdqLn//6LpzymCUCi1BF8OL5jeDbIUeBq1TMTIe+qMitU31Yfrz7NKkbzCdXTx8/7h139
/+ydSXLkynZt56I+nqFwVI3fARBBBskgmXUmO7BIMhN1XTkwI41DE9NC3qcvEqQxLH/7qyPTe7rX
CYTDi3P2XvvFgJvTUqjHDWI0pzr12VBcWBH8s8EZxzNT5NWhjNdKTRXDIc/EemZtXqtpSbTeYVWf
4qyOv1cw4FBrNSQqztqwq8mTP8SaoM3MHB0uIov0cYCAbuUhcFj8hTWfiprp7t5/9jdeto0hiFju
P+7ILfAihdwekYDangRS5Jtcsc2vzhryZNAkOw59dC4+7Y3xICpQjFTXkynUk5dzK8sHOwEb3J3Q
5i13Et36fdPY0oucUj3WAqrH+8+39QCzJ2JNFvRA2BVphdubAY26qWwDceQptFvN3KdFYepe0kF1
8vrRiR8BtDlf3UVVnvoMtlCCiPgy7jpCT4lXLG5byUwNGvbMg8nxGOSbNblq0ODTUr2hysyCf1lu
79u6JFpbSMf+bfXIFM7sGG9MUdwiFAT5+nFZbtsEggDNXOu77uTmg4Yuw+muKy0Mz7ys16NwN0X6
pXNSoZFpbso2QzLR4oiX/mQWndyBv1AviYv8y5Q2fhFGAYYNQtmgQLRFuSX5ZPUChdnJWrrc15ws
C1DeGn/7UeMQ1nG+OvSfBDr9ze8OgRzHq5Etp4Kr3l5NlnCHjDM58/m8WioNvmT2OxbM9Za3epKf
L8irv6BVIZicaN8o3S6OBc4KI0+1HbyM9pgaUj0gHJvyHep1smVtNz9zUn71QfEXoEvEHbWej5jg
L/8CcnW45xjqeOpjRVzP4zQjyh2R/hQSmcGqt37/g3p5yWHPpT9kwEfTuRwzJbczUSuHoSPJdMG1
VH9DeljVnjUsktBO07gEr5Lu4mSNaXl/1D9kmv/dk/4ZljWDMiyOwtfVNAQa/VCb2vLQz0b1sbCr
Hh7PNKIVzQi51PzFtpMr244ISxFGPKoHCxM2J7iU/NkzX8nLM9WfP8WEHYU5e6VsAox7+cb1BLlT
KaiB9YtToCAuF19LKITV0h3+yon1ZyielWs8blaVhsZmqB75aF62Fn4GfB0XFf4L9ClxeIno8dzF
fLNQ/hmL2wGzmdskGOktgNgIlSInJll9cOsksn1zmbP7Kg3Rd3IsH5PdpEft55HwjDrgrOeaiF/H
yPDnLG9uiN8NRQC+a7hE04aLwohq1YAoUzZ3pemGyr0bZcBczUT5rGi0or2S2fXZEU335f2J8vKD
/OcpWFdw4RtUDV8hH+bEaqEmq0xPGJEw9Z1euxNa1/sNDK2Pi5zUG5wczc/CKMfjnNrlmTvYG5Nj
FSys9VFWH/ptLydHMndKTp768jBqVhd0CqKrhMMSfgRSQ95/1DeHYnPTKFzys23P9qMs+x4mrvog
Etzag6MArApzFFAdfoX3h3L4qzdfH5vo2hxea9nWFqRh5PpslKSEPBSIHYME7c+vLsx0H0JmCzeM
okbfKO5VTML2X5U3/vk9VyKdS/mRBVbfLLBVndpjhc3hQeZN+5iyc+z4/xZrFTQ+LHmXnuvIv/VW
qWoY67WCAver1kVVxmYOcPNBxfUXYJxxrsifdoLY1NozX/fLpXt9ttW2y6bugGqg7bOdK6NG6nLS
GA+iYEn1wa+le8Ntmu+YzjHzJHEZf3v/d9zYpf8ZEnIGhRVO+LzXzZA4H/twTBb1wUnb0d6Pjqib
HQ6g+OPkdtNDKWu0viTfZx9GYdQ3rLnljW1Gqd/wbzyzk7yeVGQoAG+AuMaBmA/25aeCwnDkvLfW
fXELJtQi4E4lgERzXyeHGmtgmn9OWoncsKz1x/dfxMuTzp/3sJbL2DtXSsYrGc6iVHCje8N4IOxo
vMqXMA9UF5Xs+6O8nksCFD/9GKYS7IYtUhT4xhJjuHMfdKVxfFW6OikN4ykiXv3MVHo9Ek5d5iyr
N8d5uogv36Uuu6lnrUtPdHm1QEtFsTdbZQBslfTn7jGv3x1HXpUYRoQiYvV6vhwrpivfDG6fnerI
LX9kkpYaAkJ9F0UIYNsxqo4aTqwdxlLxVZkswbLfA9MqSqSOmC18e0AOmyjNuZPQG+9AoBMi+AAX
9xqa9PLvWpSmhrtq56fJSdPA7ZLBr+YuutATuqLv/7BvvQI6COQzkxgF4Wj975/fw5tSxiZkeFh1
srhQl7LaVbHQDu+P8vqoBYwTUhIcJGqGeKRfjtKHHXADsqlOgPqMm5YaD31ddcIlYibI4aX9A5lD
H7w/6BuPhicbCTD7pwBJsn61zx6t7vVc4kWpOTdD2+2FKA9zmf79GYoiJzTXVZfCcrRd+uxYVaSc
04Y7QB6S1Q1aUlUUfV9mYXrmgPyn0fpy84JSRe4S7XsOyax9L5/IQsg1tMtAxVq1I6w/bm89OpES
XxthJu+Y6Q3Ndsskbj3VTAAKOSKcxAOZbVv+5MTWJddgK8N+kCsAQabRoN1eL7ggOf3iGSntXPMm
Y+k+6zJus72aWtqVmahAwYGJEymk4agglUbazEoKwervEtm/40mZm18kJYfaa1h78C6t9yGvtw2M
Bchhv8P0G34UtcnfiBxi8FswXJ8Rfo5Pw0DkPP6mtKwDV6ftcECyqPxc1KIWXlHXYq+q8BZ9ygkj
zlmHDMK2UnnMBA1Q4aF8nhaPvBj9urNxUdM1CNMne2yIvVJKQ95PU0ntrArbSgZOp2EUJK9+Ab2W
tqZyTcxIpPpFlakx9hUVclaKw1bx9azXHyNqcx/7KJa/KxPDL72XEMu3tPPmZC4Olvq2V52fpQHB
10eCXR2t0pGaV/RZQU3c7tMyGPMUH2a5GAVGM7mYlq8j2McJhiqk3xXOSvjAhuZ8HYF1nqtibkqL
iJbYFTnArZkunDr4pl7OljpDOltGffnkwDEdot/w3/f4RBfnc1mBMCmpdZeHKv2ZJR81/C3vf3wb
JsTr0Te3Oa2sYVnZQ/k0md5xxtf6WH0Sx/679cEM/Vrzk+GitoP+4v1ht4fm7TNvvvnScOpIKIya
G/RAFvMR/9yVorQeSZUekm1rFv7QjWeWt+3+vx11/auerTSZhbo+7CeeFReIbfN+vyK8zXntPT7S
UJxZs7enrZfDvRL5YsJU1SzkIS2pB3le+LP6G5Y/hq149/7rfOMqxcJpsznS7KcuvL0E5FIfWVrK
9kTwUUUqFWqd68yYfyUE7tzX7mrXThR5mWgDeh6dAKcmFPXnVpjDHo5KHDRan+3nwawOgjPEYeli
Z9eV1K0itZdXFBGwnda5foApIc4cJN5Y/mlJqKQFgggHuLuZgDF+SqmTOHMqp7bmUt8iZ7cq7cwb
emOrpgyEkJzwPQQyWx4H2NTJmmWXn5oBAy8Jk24wLyOeh2g2/x+G4hRm2H/SMJBevJxlkTAmnPcG
pwLCwy8LK7ICLe/dAxSr+czX+8Z+Df5thXkiYlj30JdDhQZGyNHMi5MS67h2aY9xAona8npUlib2
2j50P/a1nD++P93eepl/buxoraiqbXdsCCAgreywPA0moSskQBMxPYWGvyROfOZAu/2GUJLT+V2T
fsBGs6dunlAzytSVllueKoM4TXvBNBbHcXY5iQEc7tSm+/cf7Y2yj6UCFyLyYe3nv6LhKuShTiLP
10gEgZ2ooaOSpWTHdvpI4VW1w29KTh5Ey8HyioCFZCdQMpxZOLarI1drMFbIZ1dUPmBm/eXPagyz
DKmF8rOm+LF6uqJHw+zD20LRkjug1eG+4E/0MLBku2Y25JkD2atZRemHN8AVH8Ihgob153+2TAo7
jSCjFBrdGK37ziT+pQlRQS1P00ONJPDSnbrqzO/8+pE5L8GDo2XNHY2K8Msxy6V0U85S+inqFjj6
WKYbr1bJniD0s7vP8glGQDcUR7tpu52zdOc0y69WIZ6Z8ycvntFXhd/L8ScrjzFKGPpJhG0fzKaQ
N+linrvJ/MELPT8Zck9CakpjlMmMU2L75Uw0WjgJFOaJan6neVFJsi+ezc69ruooH1YiiJIHApnl
d9Fh3QN9EgGIUSnxVH5cZf1trDjWj94lB8ivSIjRgsKYKx2f1GgSrTNN6kd4Ks71UBnDcSzDcNdj
oCEOJ8dYW9FxXz1S4W97zqrHsCT0o7a6Ig00Zpvhd82cxgEIIu0Ss3ltkfY7YvSJjHH5oeiTHuOa
D3G0S1IbHg1IPEiuc31pfAug3BcnbLF/hKSYXkI/cw7aPHbqhWaNQHpKDnWRpwK/H0nGrTTTMzF2
NWjO8NPvehGbN0YSjZOH0ra+q6pCF15bluqtMpj89TKVxlVkiuJRZomAYsfE9Ysyxr+7gA/uPSxE
40OHs+4CnRJIyFAWynxuaXh1fNBxQLHMrnBXttptUKyMME43UorT0obhDKppLOAEV8LiMK9ZB06z
CGC1qUruoXm74wFDLAbaRuGi4PdtXCQBYPfkg6Eo9tdap47vTdIWH2cyQG413slwVeaucubDQqXO
1H0x5wTOHIrHJrmsKv26zQYLDEGbshpDr4FbHCPzkI4/2jJrXc8GcgyQmxIb3t4V2qAbjUtQcaip
n+MlrU4ilbnj0ZStwsCyo1BckB7V3fRR1/8kk0r55A6K2V7JUod+oRkDMWWJ28rrXpH94peVmtgX
4zCCZ8lDJ33E524t3tDAIPPK1S859pP+08oxCnstGJHQW0JbhnuZTxkiqmnE0Q6rB6RfpZfY3FwQ
S+YeZHua+Fre1Y/wipQ2yCoCva1plPMFMnqh7SaXUC/fVmoTALkaZu4nSG/lTNnQAeIWEif6CT6d
NP2knao7ru3RMcVIMHhaVy0/3FDO17qTFKEf1110HLIeBos7K1DJ1DZbPthE/ylBlNXK5TBZwPnB
y6THSB1kGMTEGlTQH0CmBFo2uN+tatA+JX2XZ7ukn52feVQtxwKrpb4HBKZ05HpNKBhaod5Js59/
UOMGnDCqJiseedn2L5ENWPpYgMMPZVY4I/rBKnOv+7yKHqoOBJWXEohNap8bck/L4gl0i9GmniX6
9qNZFbXrq4TUovnMB/Mxm5Ym5OVXZr3DNquAXyJ95jMJuZV6LHrIEEHq6jK9qF1iI4OpKSstIP5v
Ur7OCtL0IFa1qAnSppfzMW+IQ/RJchhPsq7q+Ragt5J+wHYdpg9WHZoKCsRmmPACa4nSfTTUMHeg
NaRRlV4OyyhH+OjlbOXHKVZR1qDuVaxLG6mB4ldtVH1JsTN2Xk2mlQjSKFM7lBdUtjyyvIYLRB9Q
RLhThhCWZqv+ZVt9/42Ybv4RzYznCcmR3n0ODQhPFmlwxn4Jw+6mUJRYxXmc6ivZO26uKAhomddF
Qwgqcx45YRSN7qa3M+HipKvUnTZdVH1GEIo9pMPlZHQ1GdxZW4+7UHHiNa9WmbPrwlHzX5SqrJtZ
pCTIxaFugu6ZNOtIJbZ9FEYnGp+mknUNOC7FPylDrneyhqQC7gh4GAqnRIIsUgt4z/PgyItVOcx/
gigo3hGdZCwHOr+lejWIdFZ2lPr0G7uTsQgKpYEALAY0xAd4T83HSI5KeYAoXWc35Pq6yV07GTYO
EopiB23oqis8uWUD415Z8sc4Du1bJ3QImKsN0suxUBlR62l1YR95TmPZK3PJehWOVnMLdVX5PfQ1
un5ijw0YVLIIIUrkaXicBICVK1lpUXSJFN291GLOSD6TPu98tTcqPciMadD3cpLENonayhO/08Ku
2GvVCO+BTjb8hLRyCptsoHgwLpE2AlkL1QhL8TLxDeES6YBJVPzhXuXI+tGGTYG+Vad7vNf5ob+7
mKUJbI/yEaCdnkQfR7UvGq+hyP4DaUJo7jRFZvMui8Pw0INNsT1gOfnjqDVYPPQ4XtSAfD+WrSnT
y53u8ncEtRsl12bC3wfHTcsSL7ab+NHoEtO4WGsQDar/2voQZZDariCsVtc0pCAitE6Go23NfjbZ
LZUZcKxY7HWh1PMvdkjdxuuAcH1e2GZ/N0PW9h71gggBP7QfFzLbnDyEnQO7DW+0W+PiX2Ry4Qxa
9E0uLdIUfXQ6i/Wp13TfCHNqSMQbiuOgQkD12nZJRNBQ7qpX5FlsUtQh92hvDTN91B6QLnGWXcbt
IYQvFlHs0JfPiMRcnAxh03+dRVX/drrSeGAth8ZVGZH4lqVz87Nueo5nlpKkvFnDjquLua3tEz/u
Uvt1b0s2vSrOPit1ohUB54uBKC2o/08iz2wtiHlITvG9pu2MpAWnK5JY1p4ZJ8Q7UmzKR4+tRUuC
cpwo02sAJHwilyp11wOvnD17cHPYugUqhWCZHOOiiriT+U2rhl/0yupK+m9K+gVfu/lltvqmos7V
JfquB8b0g8pt5AS6dLO7SRa8CNNttJvWUPobmHT6p7QsrZMdQnL3QKcMNw5pSJGvVUryk4VDFH7n
QlHwDGITWOLCRdySIQHbIZxnMFacJCnQ9U4NrBGdvEsVDF4SxbGwsi+tmdZWIEI1Zc8z1FiBE2b1
jjcNidhnec0tvaxYZL25LtQfIsndr8gKihifYDOYHMBS+7InOZ7dodb033HaWbnfqlnyWBFoWEBQ
SPNr0efLAAGqUmG6yGrSA9Bc8kfbjfHEObpq0n1Vzhms1gyyFuiOAWpZmSXGB452oNJq0j6+L0qS
D1cZigqYGlUT6d7curnw6kUZ6x0rDdUijjh8WF25wFpTjXh4aEqleGwSZYkugZ6pF+mcAKvEhj9f
GWORWB4kRWzIepH3X00R9Q81XJZ7d9Li5nIQg4jYfmz9syid+iPyuvq+JFAyA0VQcyLMuXbvy1Cv
VA9gQXZnOcqj1Rh9SSerYEWdpDIQA54nI792Kh1tJzVXgSVWaa480M0gYakE2HzNyUSlBJuMyRMg
wgK2GKX36CIc9DKF2FgL4wurt0jhki06jA1aUVw+e6O8t+l7GGAU5kVcdHNG02zKh4nlwkqMXyWJ
efpdHhnhMenVieaSkOD/OmyJX1jV2WVklwpwiX2mfZydwk3QwKbmFyofqn2dOE6ZXWgQWXKPzmjo
fCpZaicf6Mo0/5g49w+eIWd7uBg6KEh7GgLdQM+OvjJxeIItf5rhh0xAOfsLDhx8TRWslvnKTRc1
fBBUMZdDFmt19bNULdiC6tIsw35wIuvUOko6e5Zc4o+GaHS4TFNHfvfADfAb3Xug1RKXhHJlgar9
GhNGQ8WWWFlPjefRCoQjqwc30XLgbYDYph3oDh0XVuXwT8RchHx6jmnxQWpzPN3mYVubv/n9BvVH
FqKEAx6aqOpVwzIT7Xq31fObmEUD8HevGx+Lpp2KS8VMi/bKyGUc7SeSCa2vNezfGwD41udEE4Ox
R0Ci/QZ1MbeBRZxQFvRMxS4oJjxq+24whiyQeSVqGpFDs+ByNIZrhG6uvkt7jhojq/IDiJl6CFQq
UkmAC7SvMExUgqKaqzQ/Rm3RJYpZdZRHXcsX+34WBDNeVIveysBOnCnyHT5gNaDjKVMWLp1sHKPP
pl9DOtuKj/6weii0UKkPc9FyiGgt5L8e/UIDm4soikejt2b2irnJsr2Y8yy6gTWSEIpLRTzQQm5y
cA/gTO3tkdq8Hw4V3jMK4uo9Yu+Jk7pjd1/HPp6aA9cYIEU8cfFU16p9W8+jouwVoAOz17W9Pflj
qSW6b7IQ3ZtmzfoNoG+0d13UW4Y3Z233i5uy+hkmUX9iiVaqfaViynHFVETo0yz9kGmKmP2RAKFv
SqgsHa+cy8S+TQb1JuWyyooxx6RkO2Nrdx7/xu6DVNOGO0fRKPUFCJ/21mobVe6lxo0tMAp97jyi
rtTwus60+qZA4wN/YYryHnIBAdQ7Lc2LY17g4vDUxtJ/yrhh9x5t0Et+ODbaLuoUnBAVmPe9iBZV
eP0wJuUPTmDpzpFd5WNFBFxdm5iA4ECBM/PdqGFP0+eZPTdtl8jvRtSfXqxnXRA1RdWitnGNxh/h
xXGtsLIoI8i+WBKgk9TuLzBJTu2F2unqhZ1DMbqpKxadLGk19SZbNP2+cIfG9EUbEQM7rF1ybjuq
YgU5wbAP0lTld1WbsxJarUQDXrWd2wZVp9jksNETCH1ztFUbWtYy3AwW/4dXJXQl+ajE9Jh1uvjt
Oov7cTYnLT3kigX2TyEWndtcEX5Xm2G5K1JFJN7Uq+ZpBLcpoNgqTrVnuZWIetNC62+JUjXbW72W
y6MZNlV71c4TvPhwXCnfoIC5j7Ph/J6M1hp34+zWqt8XK6tQd2bxKS9lSoYe03TaTd08g8s358Xy
dCjH7o0DO2wJxqGZpmAiZO42H3BYA16e2Pg0JGzST0oCly4tu4y/KxzYf9phtPQ+AFMVCgLILr56
Q6HRnOpF/Avub2F87iUtKLxq3XREeT2Pl6FLZ+yCUqj83UCx42BaSvPnGqxbBxXocjOorcgFpb/S
w1IvRy79OQfvFvtVTYOTVYucDN4tN04eNmlPVZo5MdcVPSlpYWXyyYViD5ksJQhiNyiDuOPCaM9c
kKlNsO8I+zMUBQc/jK5HwJOojvY+zWvARhVeHWDASpjewjq1lQOM7QKeJNhN7arVihnCrjFScDeU
ePiSTCuNUliFjZU9zIq9kaJbWPt6dOrwkOLdi8yk9U0BCuhS0cbS2OkT7X7c7wU4SliByX1Xt+s7
aE3tq5QJ/Tc2xOEk42m+RYMw3SVpMYcHAQy74cBVK7ewXCIirYxq/IF7jODiWMrqSLpRAVgOTT/i
JmkYj2OcdOGVuyyod2e7sy6bwm5+LSHU2J2O9VfxhkXEReAS8fUZqGR7HRsUprzKgn/m5WQ+fwJF
POCq7vuZUqbiqt1lbqadeQfGxIZiOlUFd3E0KZejLjn4oggQ15gXIbyGBnENftHO8CnFoKbHedHE
Sba2PXp6prF1gtyKha/H3CI9W5rd5A3W2P9YlgqWRWXbBVfJOHGuJTiU8Fo3BHWPgROV6snY6j6v
cSNfFij/N65RT/Guq4imCMzUtu/CWFi3aVIvT0Wn9MLn39X8jvPMepoajs2ey/t6ANLYQfZNbP2E
FTnTGTKWqRdWufGdMl70KRshWnE7T/TRGzn4d0D13Pq+gZmLI5C814wLL3kSLD1g4Xe9KiSxkXxO
AmIzbE0KGkPIOlKzIXMe6MobC1k8gEZiJboLw2r7761Mk9/v18Vf1b5eNClpUW/qo8owhfo4lk9S
Ge8o/9LLMnzLGTmQQnrq97r7+f0BtwXZbfNsUwOvS3DkHek1T3VGD5x+XZncvz/CtouxHWFTcjbL
OlKAcJZP1ES81b+mPE7yzBivam/ra0ONg1QW4QrqwM1rS2qTBo1WPpWH7kIE9oVy+LuEjX83cJ8N
sXlRcunM3pF6+YSOfNcWT7F2TqC28RG8HmLzprAQatB9eAruLKyQpe6RV/+1CdrdcuV+iO4XP754
/7fZtgP+/DbPHmqdHc9aECZu2Q7yfPkUOwNp0BfNQL3oQlTlRR5dlso3XFtnei5vzrdnI26aHno7
d62dMaKFjSgkGK8716zbtrK2z7T+98+eibofazlVpydVUfdCEQcLNnEYXmXdGf3Jqx7WdqRNxTfE
9ZvYw1w+4aY4oAj1Z7tlN8qDoT2CkfZVrdun5a9WO4cx2mS8/numoNCCbLMqiM3NfKfIutQ08son
+xNCjqvia3JVkTXgZRfiE5fpLEiPINk/zTezdy426c0p82zozXdAQX22Et0pn0b3NMgvnN2jqQ0c
40mNbpU8vhDGw/tz9M3149mAm68CYXNpzK1dPhV8cW7/FVO/rwK9fn+Ut3/MZ8NsPoWFRpxdANVi
CdH2H+/vgUEHII3ODPPm9H82ymb649GIjYEyx1Nhk2vAaSRJzrRP3txBno2wmf76LBQk9LyuGpJr
v+NSr618Cl+SpnXOX/XmsvtsrM0HoIiMWCWNsSrHt/fmg/0AyLc488q0V6OQ6Ewjj3muuYSLWZtf
plmqSOiL1J50S073iL7Ap45WhKE9XYI5XrW1TR8daSQZxCyVuc+ZKvuZwqsPBinQrKddIb3CtUTQ
Vsrok2IrUIbWzpk/dOPS5at0gU2Z4k/wOivjmlb3fOUx9KFeGXbhTxSjdKy5FsjMtwm3ismZtZMk
6BvD+V2s1z2vHlKQF3gQSO8Yjc7+oEnXAK1qLuW1O4fLzwxnAD3xyZh6D0VNX1/RobcJDXFcSp6D
QjZ5sbaPvVFfHLy/BqzaUMfmdua7WD+vF22tdWtdVQErzGq1aLx8KLuhE1ms27eTXsIYNyvPOnU/
oi/uB4p6h7i6JSPl3E746hd/cQp6BSsr0qJPNINTUOGkHDEflvBu5sXV9EijczlpZ5VZm/UFHTqw
pAL5UHFKbpOr7INzsO7R7tnciG8IPotgOf8qzuwdby5qz8RomzkdamNn0t7nnDd/Wtxvde0DVHv/
l3tzoX42xGY2zlWXFvQA2WlR1nmK9kFhHir9fdaOPwRV3nI4ufHjnzH/f9Llf5D99ez1v8pTvT/V
w0n5k3d5AXj8v/7zRbbq+s/+O1vVdP8lqHZpMEpQdQL0+b9Zl0L9FxKc1XxEIDgVVn7P/8m6VEnB
NAlO5X90/imQgnyFXTX08f/5Dygt/1q75MAMV5iLCp7tb8Iu14n3v5+7YyNHRmyEZp9/IbvRFuMB
jBgBL0S+mw73EvBlo1d+l5rQL5+9nft//oXPIyxfTs4/wxAVjsRaW2MlzW2PvwiXSqGz7NwofZ1/
MVRWctH21S1uy/JbhJPoG5Rv/QB3Tv3WEB7zV2K4dXgOTS6mE9gQOhyRzTcPMb3tzNKMjqVKXJ6W
OUVQyOnj+8/4+lW6FrQztKYYQgBZre/g2UE0Vm2ax1oUH+GDhT4dKQIxKI/574/yciX551HsNeF5
zXrmf69/xbNRCM6IQndO4qNKr89TqAwScbXQCXIKNXh/qLceCDWWukrgbDh9G/FONjRMa9jqRyD/
w6NL2XkPHgK92N8Pg0Wc7R41BYv/5sfpQTPO0P3joxyLfoexQCXSJevPCDY2jpk/L25FcwIZhMWH
/GuzPiZjV1HRUeMjrJr62BEyRNdNzfdVqP+aOgnYrIM+aAyDs59wbgejXCoufpb793MRp9eK9AHX
t4rhXv6AI0F8oYIc/Rh3gNxipzAB/9v5mVP0uk2//K6Z5WgYMVpyRHG21n8qaZxGDD0+Npn6NMFm
8Vyr/mASpgThXlp/P1PgCzBPWKrQYW1ZMpQdtTZxrfiY0Gy6GMjq9DAeN2fOJm9MfbwGKhYypj5f
8ubNYfodudu16dFYZAjLJG8Cjiq/JpU2+V9OSQGwAP8ksqQ1A3LrjCmyVstp5RTHHh8D+i8mD2XQ
TjuzYrz6kQQTgUs39jSTr2ybfBv2TgEIuWbFWFAxWVGRPVkRsaPk6zgfuNeec/+9+qAZz0EOvBJS
mXvb8WbN6Ka2i5MjUYhZEKdEvimGU+z+9uWhBcaBCoANGiUenpcTvKFx1zh0c49SN7UD8WIjheDM
ODPK6+95JYYw39AYsUma1mZ1qlYdYGuHBVI7UXqtFCpV7EY+JWXl7uM+0u9QIn8wnKb7XY9tdUed
rUTjUJ3Tr71+qSb6RltfPXDr6rVZvhIznysNh99RxGIGKqk8hUpyTjv6xiCsw9x9uf5j6NnawvJO
r4Ym4QNzUbrswrJF9GZbzd9+xhz3n4+yeRQSRcIuN+b42OsZAVq6AOcwAbZ/f368+ozZUtaPi3MH
nBlEoS/nhzvj51a1qjgWii5IjJlAHcbKsKPc55ypE749FE4LhIursnD9759tlmrlTE5lq8VxLjTr
k4GfPPT0Zuq/Zqve/8w+ti4/L5ZcwS7GCoh9f725bvW9S9uRD2HX1RGE0r1EMndopNDJu5h9TR39
vIHB5pTTORzJ66nBsCbvEVsUq8g2fRRStxz7iI6Co0Vot4sk9OigZ3/9ozEKbGfgIiyITPeXb9KJ
y7RG81Ed6e06tT/qxItcNyiGqIL1fRId3p8jb7xLcJF8wjgU0S5vLYDE+ywdt/r6iONKc0gtJDKB
dLGBvoazOLeRvThPszJYR1nDIDnzQ75eljmMcOZWDex63IU3syYimK8ypN0cqx6ReEAgpB152PfT
H3GcGw9EVELUfv95X01UTj4Cfynb2gpPdDavV89IBGqiojtGtFY8yJ9Uf90U0UWomWeM7a/mC0Nx
ANEE29rK09g8HTDn1Lbqqj+auqr/FlOi3dZqh+rsr5+I8w1L1pousIL5X04YNBO0kMp8PC6DNl4D
3C32xdBFhwhczvf3h3r1e3Hy4HbCkY5vfE0XeDlU5WatQNQ0HFsHZULOj3Q1ka7lL47SXwqtd86c
4N74sSAecvviwKpBv1nf8LNVJcJUacZuNxwVnQcCm94H5ZqNQUaMffn+o736DtZHw5ZqczgwWTc3
QzH1Wqlmw3DkNKSdiMFBJReNxY0kdeS2XFqy6SqXyEebxuXx/aEh+fAcLxa0dXCwZnx/+rqPb2aK
WSsih+6k3zUjIt0P0paK2HXOZDofMAwj/1hvp2jkm0Vbbsg+1cVV0WKuQzqLN6rYp01djD7xKd20
I+lOtXraprlT4TkMqYfdoh7hJGqISVUOwApaIzDbNEacb0ToPMxhDL8qVqlwPp4NkV9mBLbrAeLe
qrsoNOw4XtjUTUfRL9FkINQJDazrVqn50KZLMft1WCzf8lJPsnvstdzG9KTurOuSaCqKhJEkQuiT
lgx0rlW0mOYesO+Qnoiwmvq9MeoCgCw3cvcuS83ut9m12riGlCnxDUD7Whz00iUlY8ijuglIgi1I
KGwIFL006N9TkBdD9z0qFtsOULA60Y3jQHjFK2oUaIg7Iy68OKfRd4O8p75RVZl/7Xu7NXYpVwMi
zmczOWikoxknaSBtuyWWsE7uYuRH8y4pF+eh4zz/TSFUL79Y3KyP9501VdHFkk3h8C3Pmky5Qd6f
2gfpYHoBtjdDZv2QTprZoPMFEHG3EDA17cmPtk90awlvi4vSyQ5ViZAtCOXgLJeNXdPEIy65onKd
jngdRmL3+sMo0qTwynZKnX2oK/KTMq4Si1pt0u8t4tiYuDab5MgOJarjG4NB1g2ylORUxyoltkY1
y9jvuUIfFOKe8El0HSLkGtlh6hVZ2P0MJ9362E+SGxnf7/jfnJ3XkttIloafCBHwZi9py4JVJbXc
DaJbBt4jkQCefj+oJ3ZFkEFEzdzMxKhbyUykOeY38ZPameUseWd6P4EButPWBcoYb+OOK/oYRMGY
7yZbqcxnpegteUgnB+zbxms5mPuICNE55QAdUA9B+Nz5B2UIUGhK6ogwASho1e6+ciYQtaXilf+A
NUBWmy4/1nCAF8TBbLGreE2bGBtZ4Kiq/m0gD4p+Tvh/6ndKbLnlMQtUXDqBXlfoVId2JA4TvrzW
wbGSTL0PdEoGh9YCt7x1vRSjzw1ZUjoR9ICKekAoqrXv0w5LOwO9RleY4FhB8e8KSsgAn1Ja3Lt2
kvW4bVO85x7tzMF5qsdIQnwbR61uD56URnyIU2yY9vBiK/nQgq5q281oWEPxiCMD9o61Ys1AjR6g
22PTFln6bGG9qv3AnhfjaIxkk6h6FvCZAee1bg9ulfK2ft8hmRQfrSSolL/tPqf+W6F/1O9KXS2z
Y9/GHniMMLNfKd9EQDsAEWvqzH2gT2Z7EWxkJ6vK5jiJoKvu45R/eTMmbpztp6bDd6jqAKo/eAQD
9s6GU4gLG89UsJcYzb3YYSHxlZJUlU5t03Qpcl+V7n7BADfN+w31nqb4NGm9HfyYtK4Iv+C1rUso
rxmq2btCVfNI3FdTauO7pbiD0f5dZbXVvaWc9vFJqXhWjqmTU3DoKqPrgk0SYSLV7KZIlj/6Ma07
XLoi1BKLgzPEolHZixJH3A10BTX3UVE1pmMbGVb2eW4ApFsLyc6obzd142LB9jjgtXzMRtbrvrHz
kRubIpssP1T4IipYfeGj/CLzxJvu8IIys1fTbixvq9SxpjxwtJAisrOwj+8awDnW1m4iF7vJMZDF
d6yXp+FlbApnJt03gLYxtI4L+RNL1bL/lcaj3r95aRl2fpKYE5kykYxxrBqwPD9zXc1HHFYra5o+
jsUUAExRkT/sH2r02ZvvWTmozYta5kW8U9kEyb6Fw+c95KMwOFi6muEebEBEyeRkjEctEXmOaa6m
w48irLMOQCXD8lcOBF9o24jrOXFBfxPJiq0pB+MpCB3zu0afxPs74FyHe7sFVLW3CxgJmxIrTYnA
fRp3xl0CGXTcpUCZQFtXkaVn2wFDE2BQ7mB/6TNAFE9ceE6wcaMkSneKHqZ+2Q5esyeQdMEHtL33
KY9ylzsaTbwfnocQCT7OyjQ8enkLoGrA/BQozSBda0/okJt3kdZ76qazJogeXoS08abT1QjmQaGa
v4oOJ56NzK1a2wgjLbO9zJL4G68ADnWeZyG1VikieogAoIIorg2aQfqId/0BBTH1ZQAY420hzZjM
VJSK+RElpeh7nct0otfJRfRUa17BzQkALd25shOq31kFVHu3iIt2x7qU6m50B7PaOm1Y/ehkGwDD
ycVUbeDeUsMaFGA1L8WQT80djMZYK7aDUqfdIUAIdjw2weRFT83s+htugPAYEPM6cEr7qHRye5fr
cxfbHcjOtmpjGLQPervBv6CrAcFv8mzw4A0liQYeS2B3DPImt6zXGogM9qRIJL9VHmEZlzk4p1OE
O9iAqpTVmm+icMPmpamzhCMWIyyxSww5xhtugrb0PXgSHPAGFOzOtGq7hlstteAoMQ3XH5wm6pXX
HKxStslrtfrGQ2Ij805NFPSEbL1NEg7YK2eEbt/ooqv5Q53BoAU4hjX3DxGp9RN4oB5DxxjX5unI
/WIl206kaT/bzMai2wZTYBXHodY7e1v2EdystCdq2fZ9qeob7my4Z1zm2FoDEgqiOwUBnugASkUC
PMSsAV2Btu5s9ZEylhw3nkIZ49A4bvJr7PUkvucfjz+EZtt9aptqaAArDfPzE6GPk25dODm44g0l
zPY0ttg1ltnkylth1LW3d/Dlsz7UYdDDHms1Okrb1oZL9TgUWfXDmmOTe7BEToEwapRQFBnCysLU
mWMqj3WpGeOzpg5heaimgjsroNIqjnreJxyLIgHkTiMuzXeNhNZz73VK9Cl28sbcGGXpfIDUGLu4
Pdd1CUsi8H7EsYYLZNvoko/XBZSFm2oK/6ZFXBd3I2FgcciSmQFhhF3SvD+7INCnVDqLcBroZp2H
4EZhVGDjuWukm7JTYuVLnczOEcEYHm6HwVeDfZQaZ2MhtN+tRVUfG6GwNzpHPHtVDt7QwCOhxRQH
8yNtrZJ0dShS7JmaTMV2CQZDd3LoR+DozxMOTER/qvpFDdTpIW7Nwr89q4U6BkvHwtH0oR3jYppE
Nni+gK1u9zIEK4ehe43vO2Fa4k+KnT5AYwmf4dzpxd0wwzc3KRBJ2Alhrv+EJVycavTJXxsiqDVb
hSuJqUsKh6QkCjkUKBc/qVJxmqaWgZqbBBs8BdJ8MPs4WKksXBsF3jviG7Q0UFxffM8pnpRu6hhl
6jOM7GsxHFIqifvb63slJaU1Q5+LDh21hKWYO5ybToy6JZ91SbUkpopxVJsE+LiW1V9E2ybvTkkJ
00GPIqxIQ5CS8vnnlKMXgZ1UJzi8lr5N+FC8C0q9BSZd7d47NTaNSSEIWXdk1ZaKP2PrFOWUmepz
ojZknjjJ6xr0NlpSO6WWTrDNkgEw1O1BL/PgWUaYWhACQIAS9MXeCJ08qHUt9J5NMXgjtFKrjY+o
EqKSNxluUO3bviv6lwyPnfI5m8W1Vn7AOURhPi8U6nFo5OXg4UCL9nyBRaSrtSZi5RnbYvdBOpV2
GnOFRLTVEDBIWhLkXdIGsbky7uV2JQGnC4GSHQU+Z6kKighCQHWlnG27HXcPvRiuZsmzc3t5L0dB
l2BuSmmzdxQglPPZqXowDnbpBs9Bipn9aEJJd+YI4/YoF/cbOiFwMil0zS4htrlAsWU9BRLV651n
UWboiNG62hLq1KjEZPrK+buY0GKoRUlIbbMe7ProPDtSaM+1WrgnykRruJXLUSBpsR1o8NOToi5/
vmxuWOW1WUjvuUoUeJWIG8F/8bqVG+ty2Sj4U4lkC9LB1pcF3h5ymKllTehX0My2IyR+ckGzVvA+
x4Tm0+1vdGVK+CNQF6RLBMBguc+d3tHRzvZmbF+oNqeCrj3GfsI2V57Vi3Hm2hI3FgKbqI6y+c6X
bpp0iLKtxgNOQH2oTUP7VhjRtPLMXZ7a81EW28Cu4zoU+BY+G5D+hFkMIOlj7w5z0OBjkmSSVyaR
K13KizFpSP25gvOf/1EdnOwp9yIlj/wOBummL5S91v5UnFJgEW1NB5QZ1lSfrm0QWlBU5rHeAWQy
r/UfI6YDRPo5gfChjGQC+S6ZPyBZoMd30hr/A/n5PvxP+LN8uURyXHw4ypG0/Tm/VHax8Jx/zB+D
jbpMlDRUIz/OHcy4EDhyiPKHNafQK6sIYGa+JRDhmYVjzodpoyF2tbiP/AKZeD8pq5LkUStOmGLg
rolZ/YghuVzTmr6ykjNMh+ALqC3hwWJUCn1pU44i8p0iKO4bq4j3SQxnoC7R0Lp90C4ihHkdMY8i
ROCjXaj00sHQtKqbIsj9LSQgRU2fR7SK4w0GvIir6WW8AkG79uEIe/CVRm+Dd3QR+DghTg9WqUf+
kBvOl9C1tK+pZ5b729O6Ogptc9R+gFVqS9kpFcfsaoC27MPqq1v4hZUdnLxxUqP3XiCs31yDhwMw
u3At5Td62+xhTnWxX1tGfa/jaro3xqRZOczXNgQPI/5GZBr4vy0WreraSAFZF/sAiMI7D0wIbM6k
eHYyhARvr9y1DTF7THF9EGrQCDrf8RnEMPI0GfuW2rx1mUceWKQIKJjiK732L7cHuzov9h1Yz9+y
OYuXKykjp3GtMfaLNjNPaijr71M7NECU9bVuybUdQdzGfY/KC+Hw/FP+uDCKrMhKo8tILzQjpIrS
9EH7SfGcqP94e05XByJ9ogXLtUG/5HygzIzjwoDL6QdB0VF+xH3xkwFPvNu/f5wZuMFjTELoXpgK
k/abhZIkPsqJ4rMz2gOmJVOVvdO0jWsIzBrxGMeI/wIPeD6fqYaSPQk2BPICYhdGGgJrjht9eO9s
aHXPErDo2MxfaTFK20Uj5ZI69d1mGJ6yulefcjvNVtBXl/uN8BQ0EvpMuB9gZHM+F9o3qtdQPPHb
MEu+TnFfHyxRAkbKIMeuHKS1seZc4o8Nl7iZC6l7Sv0+1qdX4IgImrcqlvEQf1euh8sth449hWeQ
HyoIg9+8jT+GEvQrghAWoN/lRvApUwINU+vYeW9yByB+rgqQFvMgXiQ/uV0ZZhPnid+ncevsNVt6
4q0BCNVvvXRyjZV48+qk+FSgQi2gDMuoVg200LGEwZ0nJQVq6tdopYk10ej55jxrLmLVPtsRco5m
sNBveaU/lk6f8wtLcC0EqLNQmwR1UBM9W/1do7rlk3Bl8oSio+Ij0TO0MJlzN1h5gq9sFGSdwEMh
G00c6i02itUmdWmOdeI7LU0/KohTEG9FmZSftRB1vt3tgzb/bRcTxiJqzrJ4TtRFLGqGJrxHpUl8
WPXtgaIcRRUbtrpppsmDnYjuMSxa/a7xqDDdHvnKB3XhV5JC8h7P/zk/EMgxxF6WR4mfjFm2Q5Ij
3gupjyu79NooEB2AQQF/sS8gG5Y70A6pu8SPgct9ttUErir/Z7xmznf5TqJjR51jXkaS8uXGCai8
B9bAOiqGnD7YnVl9SNDQ2toBMWJFB8t7/32CcB5BL51wMKrm4obMnVFOIf4bftWC1RxdpT9kLSL5
HfXJlct4/hLLPQJqjpySdA/jvEW4URRw2RIziP00bMWBMxECO3yuel39hEBJv0umfq3AcO0Q/P5g
vAHo1y+fZ0k/MYtRm/GtXjMPOXHvg6MMCiIqTrtyW147AVRPZpU+bl0sR873YRN3JGMD9xhi19kH
O0I4vO6U/EF2hbrrNSuxNk1QeQ9t6vT720fg6ixnVhFTpTq/lI4eaOyZ2Fck/qDZ7TfD6xLA5i0m
Y7RHg26tGnd1i+IUCjuI+4Ub7nyiUZTXo8sYvisQ1Asqo9pFE9JrRa8Vj3hamF9vz+7qtvljvMW2
yXEkTFXaMH4uEfhNnOxnKJR0kw9J8kDrPX/S0ixfSa2vrSjuQgDP0O2b7XbP52gUWSQ9WNU+0oXj
Y5BErtz0kSi+BhEklZW7c8HWI6DjkfhztMXWoQtCfz7RE19r2srcDbhzboAvBC+JSIZjkRQRqAj6
kmPnCrQYHaP4DONgLbJYMHb/8zMgS/w2vEKgf5EfenirezJ2eImlpDxWoBr2o04Rd5/Vvmkg9mWI
60FhA3ugCV/K18bSgxcRV+FdXhnJ/dBgthzZhVWtXPHXdgA2XKBDiUJ0cyl27bqttINERV1NE9E+
LRPZHgotpV9J3VSkR1k4//DYVys55dVNgLQnOCjSCDRlzzcBpdAgEAIoj7BafyoL49OUBOq+zmxl
5e649rqQKRNlzchsQHnnI9Wu0gRux91hDDMHLiiSnT326uH2Qbp2Q5GKAzz5HZosYbZdiYpnK8bE
LynU+yrCBR8QMG2fdMRZ3ian85CaN7s7DfnaFVTe1ZXEjYhv55Kge4uVNJtUrdpCS/zUS62910I6
D/XeeJidd1b2yvxXLR8ZCtjoMkFaxJJgsZQ8YCImDE/9aWh+5h5btWvr6WdbG/pXKhXjMYrc8Wvp
lvlPUBvtCqzs6hkyCH9gHYEBtvR5K/8R+GVqWPMnQeo35ARHRUHU/wFVTKx19KFqPqRV3H12cqxb
NrXUfgy59XUsevNQucL4gEcp+JXIktPX9394CAyWZ+v0hTCeOf9R6Tg2dDIJkdTSoNTTaNp0CCoM
1HQ59hQWsuIbTe72TUE+Y2VBru05WCCYsav4jqGkdD60NNLeK1Xab04ZSGcbJegEb5BIAXLV5Kos
dgoQ6mGjqalT7pDo8cTK0ZoHuNgPHh5rBmQw0MuLracYQUQy0Ca+PqXaqQYc9hfUlORZG5Rw16qR
dfSi3ngfbf/fqxT4N7QHCh7zmT6ftldjoKBaVeJnWHCFG6s0keMEWqKceup690ahrTHZrx0xk8oX
uRRhP3Zc5yOGYzSkACwSvzFwitjKXJTeLhtQAto4cYbIx+0tdW1ZTVyW4KpQmSXyOB+unwI1dzOP
JytqXMaR9T9tGoI89KI4OqDX4/2KyLQ+3R71WugB2H3WtqKKaeuLFwqihUAyjYdAoNvabaYwQ/NF
BwJ0nLl14mAIrf3r9pDX1pXMFBEskiKEvRbrOnRJOSaQB30xGMXJicJh3FVN2Eegl8309b8YDKMR
oL40sEnbzlc1Dt2pG4uO5N5qsk+WoBt5KIc4+weVCSSPbw922SUn7GAwLC5tSHu4PJ2PNnhFW3su
q9mW5DFKksotWmbhHoDQtLU1BGUzU3uNVbyXnUSP0L53KFaHrVNuFDxE/ouLm44JLwS4T4oNix01
dx0w3cxToEAi/RrkXeenZUQXjXjH9Y10qE8YigT2BkW66slyKVmu/IJL0s28INxVgIF5qbjDzxcE
t46mttC68Ju0Nbee1qrD09RbI8q18XRCe1iJtwDnXjqtM5+U2NGQstNm8UCJitvtj3Pt3gSRQdWa
lIyO4nwS/nhH+jCJatRUUz8xI/dAH6Kcafdh/SgqdzwIEXnfzSHPnquytNf2xfzdl1fmTCg1aGTi
grmMA9tGjGGGFrFf5HTDN9xa5pcOAbwvSmclzdYeWySDehG5m0lWHTLNRT0gU1pDwl2JWK7dMmRT
VDEgD7BRF3sikXmWppNIfU2MAJTjhmr4FmVyEFHTSH3y0KVh8EtRMnVaif2ujQwNGYtRns3LMmjH
vAqF+8xHP05zNmFVqNFeIOD0hgyZiksC+MmtQHt5rbd77b6BjDo3aGaThKVnkzl45WhKhZfDKrMn
bajl1lSL+q3XY2cl77g2R+h/bLHZt+DCjQtZbVQyUQ30Yccah2BAEpOiln0PzkB5bPPoU1L06sq6
Xp/e/4+5CM9aywXYXBWpr1IZe5Rj+Aa0rXjEbzi/v32Crr0VVC3psDl0HOBtnp+gEpByrQJ+84Oy
xrlX6uk4HWt8QZFk1nET3kihNCvRztUxZ3NKCjgASJYXSOAZMFrGKvVlATpsY3YThhOccMg2qeHt
y95Ze/av3RMElHNw5bJjljValHhFnRp66g+xpe4DnJXirV4E9Z2up/ajdGKE3VpeyZ3iNWutgqv7
h4iKssocbRvzn/9xR0UIDIa9zv5RwuahVAPfTgZAZLZ4VeKg3Y35Wp3jaqKM1MD/jbi4oAsPEyt3
SFK/0GEAmIReu7aqgz0AlubBaTtUUp3ia45G71Hv+ukYo1G7ciVdS9WQqaRhAZQLyPYilqZmq7Vg
hVNfzwvrGHtqtXHtoF8pN179rLiVE+b8S748X9oMU8epxl3RjwonPVjU9rFgsN1dqPTRUw9E5tB3
4yyEMcIeuH1urp7QP4ZefFUb8Syk+jSaGfSylI2HycVftRsD/VWdmQZxe7SryzkT1udDQ7tz8UXD
uO0bs80yf1SQ8d/gZ05kVdUSj+vbA12bFrht4GoePVVMg85XFFlW+gHxnJi5lVZuEtsaugPhbU5B
oVFh9fwXwxGNz/wwm+L04vap9ArN79Blp9p0HDZxkdWfgfG3vxQ7ENl/sSfJ7eZG2typMRZhYzYk
kVJMCledyKpdC+NoO5VDtLInr66gy+3Grqd9suRXw21qy9CLM7+jp4F/MVLw+tEoou6DbB23Xfle
165SQkFI1GAmccNbBKdKS0/PE03mY0qSfuhMXA4aHGq/oOhhutuWEsJalWkxIm8cLWMXSxfaNjOO
a7FDatupVNT0TT+ZQIRbqJm/aJGYniPZah+g1Mi721tk/ip/hFnzeCQWRJlwT3nnl+WlDiBSPE22
5Qtbae50JUjte6u0sICyRiPFTjQGTC9rh2qT2emgkVGyq9eI5ovz9++PmJGc9G5olC5zAIx5gxzN
YMvHWEBuaD5nDxMWXu979edRyNowxIZIAhV0SQDN22pye5cXQkZa+SBHJ90h4W3v0LVdw/4udum/
Q1k8hzNWCDWUxcGzqwLBdc0NfMvrzPHQgfjKtyF0gGlrCpLilXN+uX4zcoINajvsU2w2z68Vx6id
HIay4w8eeT76Btg/xXF1vL1VLrcmLzxef1RRSAku6oOV7oViREzBx7W6Pjluo393RqO5rySAUC8v
1G+3x7tcREgsFDxR6WYh+XDns8p6xZg64Xp+NLpptQnaBgljb8hebd6elYN+eQygmVIyI+sDagjo
6nysRrcyqDdt4Bcxpg2bTkGLW6maaq+2pgWFB6aWvU8QgEHHWYnQrU8cc1pZ3yvz1Wkizu3gmTxs
L16hpLJc8MxsmpLC912pCbGL89Ld9wgirqT4v1sH58ceLAKQG54icFjkrufztY3MokQq01MTaHW3
iaCxVceED2+cUihCzd6OWwPLlMSkcdxkWdwd1KZpzGPVj6Ny51VRZu5sK2zbnSJnzk5iRMn4V5ep
RXNQklgiAlB0dvrYTEbT79zYs341bY3UWUkTDIOTKcv7fmPXFZW4KPUM8akZQdgdgLhkzS4RmcDL
KkvwaWpHTpO5SfEwyktA8kXwMTXNQN6paelinsGFomwkPafjCHEu2Lawh4xjanbDScs7W74Gno1Z
RiI8Uz5pUqmbZ3xgmmbXelUVb4YiNo37QrfKBOaP2eWbMcjM/DPcwHE6NGYTDNsxmYb8o3Ca0Dw2
IX4e+0Tv2mlHdx3CipvZw9+2Vxbo0hsciH2cI0i3qxJXkXs3DwcsEtzJqF8RvO5h6zW2pdxRWgnQ
zdM0GR5YV9XcT6k1WK+iiGWNC8w4Su+AcUXbfI4gwbmIPreyN1C2q+vOPDWKrEFbqlr/V9LDyf42
6ELkLwp+FDF5YpgGH4caUAvc4GCIggfXiAvxEgy6Or55RtmOzxYXVHg/yUabTRPINI+K0yOq1KHh
br/2+eSWK0/N5S31HzQqjUl835egnt6JSSFKozpFVMb3LcifTaWH7f72rXE5ChbZlJJIRcCSW0uJ
iNxqcxyjMnmCKSReq9zs90mkr3nyzs/w4vyAzPfozMGMoQm9uOADw2xRpZ8veDvTd+A5yo+NSgli
XwgFcIHZFp61c8qk//Le2YH6Y+1oKrA3jGVtTrOnuAHtkZyUOpFwEUdpbiK3tovd7XEu73qayOSs
1OlxdiXHOL8f6jI1VcGrdZJpxyHrSz37leHY+4ndL6Jdk2m4MN0ecv4rz5eUIZkR06PsQMB1PqQR
6eCtayM9KelU6qA36iDbFxU2kU+Tmk3uu3cjUlXExWySWa1nqd4Ul44Oa7zEmpAa3j7rR+0QzD4X
tyd1uY6wlAnAaVPr/I+lH2IxyHCKBxH4qWF2x8qsorcS+6g7xFnCPaQYR6wMeLn9GZAPBpqC8iUx
//kq6mZiYlEwBrjtqfrRS2jiAYl5J26O+IatAWkCIsyMFFlCy/ORpoltx8nJk6Z5MqbIxrMsXFNm
uLJ4tEx4/Smzz+5n+vlcYFS1oEHz9KQFwvgm63r6FBm0po3KzQ+KWhUrhZP50TvfgdTXgWSxL0jP
qJycj1cM2jSkWY+Ln8ysR23Ipn4X0BT6jDdr9MBM1Wcuhf5nO2jDSr57bWhqy/NeARIGXOp86DQL
c4iKZn0qNLXt76oio6rgth12Tv1oODgUJWXQPUhtmLzjJOx2pTd6uW3ISRH4ABaD7bd3gYwN9Qne
mC1Ppl6MDxT8UGUHoH53+zRcG4UKP2dBnwdZplPYAYyjbWXDKZ3iaFvnSvxzqCrMsG4Pc3mTAOnk
KiFk5AhQsz1fzEJXStwF+uGEI/xjFCjONu0QIeic0l4JG39zNc63zMzmARdC6gJJZantiENVbTRG
Mp4A3k7IIAxh9FbbIyRXJ5t0/Ll1ObkvePE16p74w6pfhtTu8EAvE0X+HeIgIHY1avsh1g5CcfdW
4MgnS4aKhWMDHfF337GQyihhIzw7ixsuC/qKk4UaUc94IgAaj+g7qHeD1okT5ivTu18QYMLEl5wl
drW6TNRDQ+3F1CjjiYi2bzZt0th3RST7H6Xom4+KLZv28O7PzvHTSO/gkvKGLLIgHOobmVrJdOpT
0T/oLf52I4CXnTs5a57MVzYynsxzpK7jtAtv7HyHBU2qhCY27Cd1VLW7LpyibZhma4JQl0EGAQZX
LOV/G1zcEpDhxKoxKeGQn0Tdizs9MatP0sJJS6nrFNluTA4zId6JMeRqp4DD3Kgbm+iJLl/+uSwe
Dl7HoNVg7au4yLe6SX/l9rf6HSAtDg43jg7/yeIevwhkwqYXiYJZ2SmuKCd42YSAQwOBXqpG+mKi
xf5NRIOVbzx6HMegkQ+DaspvZhJmD8gmtI+9VTb7sJS1b5v5O9Gc7NaZBTmDwsFaOpATzj8v9aVR
x61KO/V5QZEA0xV0Gxx9pTdwsYkot0B2BNSDKiwiiIvnTcOSp5EhtDmc/tQNcoHa3g1Hd+XIL8SY
6ZqgeTVHqbBS6OXyTc8nk5DzlqneCT+bdeY3nkng+jPpatE+hZNVq8+FIKW9C2U3DrO0tlsdMwUF
sIc6LEIdp6Yk6faQZ6ZhM9iyp3wyjfka9/PiyuZHWr8tzhH548JYHChbG0A5obTi64pew603kn0/
Cx8pevpODvTv9ZhrMlSXqVbCmFish5xIwFQpfNChDZak2EcZuAauXH+XH3c+sowwD0I8Nv/5H22J
rI0qqCZ17w8o22xrT4+OujWsCblfjsKNB1iO2BI5cS6z81FUM221Bon0mVeuPZS4ue5Ugb/m7cN6
EYeZ8ygQ2akTAtFdtmLrPMZCzW4YhRwHUR3rH2FMd/ipzea74Rpq/XIrUMQysB6ZazHUOxbHwpIJ
yWdmaD4iGtDmjTRPjxbKbUjVZMbn2zO7OpYJ6tgAnENvd3E2yqDF0S3tNF8pZoOQBvudUuHdQGd1
raV67VORSs2EE2q7FHfPPxWgwUxoU6/5sgtt1ArDYBdP9Zr/+sWTwacCpOCAdpqLnUudtgm78U6f
WDyAdeVOimKkPiOUD52BskRjlNVBs+N6pSZ/dWpUbtHNhPV9kQwPthu1lA41fxrH9oBwRHMfpWKt
RHd1FEIKbe6bENwt9oUm8G6OSlPzI8POt6It6kdDhGvdveujoLQLgJoE2150MWzMgRFbszTAPZ21
DRIEBRSlfSezjjuIzwS2hlsI5T7oOuebIbXwfvNGl33XYFqBJS6G5UjlrMTBVzcDUEedNiEZ9RJ1
lo9pYfckGz5QmmmLbffJVmffMOMjZM/ZYv19eOX/zOr/xluW8SM1sQAJ8IWSqvtWhPR7hRdWO6sQ
a6CBi3LtvH6AvxFkIDG8wCe0blMKc1Q035AgknvdvYvD4s6JvHpj1NNf+Ft8w2rqlaZXt7Km124M
VhPjBsoHDkn2+Zdrs8bqkpj9YTpWcNRFP+I67xV3GSnje+NZJjlD+GcWK7TjZY0p7dgW08QmieBX
b2ELuQgRGlQjJbo5t+/Ba7ueCxesD88IEcniHlQpOLd5nehgmz2gmd7sl5lh6Xl7lKtrR2Y9A+fI
5pfQ33gwhTU2te43AUILYBF+Bskgdm6YxivzWaLK2IqIxFLYhuCBXAdNi/PPZAulrWaPSb/AxGOL
KVlzh7KPvs1KpzhKenqwnKPhWfRaf6iwiDpQ76zusMqVlEEdfaWwcLm8hGHEkTMBcI4H5oX5IxjI
cduxzMmc/MHCpq6Yiacl+kArk742igdubAYJ2sTw83Xwxyj0fpqw8gLdL1jWXdj136yhHlY25eUg
XIvsR5RwaSCADjofJOtRSewHAyM+pVIOWtgDBnM7c2WnXEQcoI6glwKzp3dNK3mxYAG2vlrkRY4f
15iSu9Yz1BUPd+KxRElmbbNcTGkWG/EMiCSEG5y4xZXvDZGW9Elr+ch2mzuZm/T+cyPZ3d7810bR
iQM5yXR3+EbnCxeMosdtprd8q0Ee0tZ772CmyLb9F6NQtEVfBKMJe0k1dd2mqxAopJNqABMMBsWA
5hcGH949CkCf348kBDEaZudzqRB1NydUsPwQif8dbDht33cYh94e5eK6oCU3y7JQYURd/yKEHkav
azHCdn0ta7sPdUbXKDbS7rstcIh+/1AQbZBD4fPQO1gEZ26MNXnDD/Fz0RcbbHH7IwLFwTb2kua9
XWhmNWtJAwMnJiL7PV87yqZZXuU5nUYljTD3TMVmVG1Q4Dn2rbdndWXLgfogiKYYbLHtFkPFZdmh
n0NTM1RBvYsAKRDN7cb3vvrzhBw6LYwESHGpKdVE1PtiI2ZCnvk1hhtzbwjvB45Ow3urhxSDwQhC
oeaRot+9mE7R6aMRh3l4MhQNKfNK/16W6fvM9LimCSh4/3g+QHyifrAYRNRhTN1Co+YsizfQpNFf
ipM2b+/8MBwQ6lPoQ0NExJ97MQidHRH36VScepUmTtPqys7RFbm9Pcq/ShBnRRaSGnoOpKGUJqmI
LW42tSAs1G3h+rJBrnKHpGf4UoM7HLaCth+SGIVeOicWpM520ZjK8FM8loP76oD51R9Cmibycxar
abEfixp/Y5tIGKktYJyY7qZ98FmTssJs1UDsa1NqSm9t9KS3jfvZo7gB24iiMtpDdjtAgDEirzgC
ZMeaOPfGMduUrhoqOx1ZrQGpN4L7Q9BlrY19aiLNfYn5inHIPdnVB0DQMj+GoF2HB9G7dn30cCU4
xCpOaeOGTtGgv415OckvOKPSK7brwX0IMVOt72pkFKN7iUTnr4zr5CexuKEdJpQywyeviMz4oHpp
L7rNYKK+t5MV0Jy3YSAFeQ1SM4qOo4QP99gr8dg86dK1pqNHgRnYP8rbCBq2gfdt1oQMoaT1qFnS
PxiLTVwWOezLyo5RrDZ1JChbryieiEqG5lCbyfSGkq3zNdVkhvlXnWEsN0yK+c01qYPsXbRC9Q82
gsndXQzBQd+6GkL+WLBje+6hcVPZ+t4GjFH9aHORvgJ60bRnpyGKPBSdBfUBjeioOyUamqkPY1NJ
eRzaDOvEFD/u+i4g0e23Qawq/Sva5P1XhYI1sB+edStDiVMJzJ9UUkN1a09DNv4CeOegeKaOcbct
hrzCvctOAudtIlr0DnVvVv22yPupP+IXaiV3ne3AWNjk5SiVZ153EezNxgxfSpYo/sdzZJDuETYT
0aF2U+NLZBWmsQWMnFV7T6a584qgZaY8FH0QvcEK9rJtZWOYvC88ta53vZNIlY0hen0nhwgxa8Qt
hfmIwGSqPeQyGGNy3tFLXroyTMc7sylSJEWiSgFR0Dq1u83xGBi34BaS6Be6lp2Lj3aTfw/Ctniz
Q1BkG4uwsd1WoUzeEMYe1I/ZJIznEQlpmCzsNM17SCf419uxsJQSJeqonO67Ts27nd1S63m1JjNL
dl1kKvFJMzMlOSakyeERwIsd7SeldPX9GHUCgMn8GT7XldbqB2odurVVk0RWh6FMKvUI3EX8L2dn
tuO20W3hJyLAebglKXW37aY8xHby3xBx4nCeZz79+aoDHJiUIEJBLpwgSLaqWLVrD2uvpXpKZsWN
S+/emRHrHtG7j5N8/Z+gVYUPy6q5TzBjh3ruJ3Gx/m9Uwqn3O+AdQnKthejS1hoFDWlG/IwTJKCy
+VNRmkL2Yq1VM6AmjvoREuTE/KjIVVdlbibp3e8Z91bxTCOL1HM65kp/rjpd/uu+k7p65BkWFvOt
vLlg3uhObJ9DZZKnKZeq9hJRwjr3Tp08G4mkfmuhBT9I3a6eQzExD0YZEBNhMvnjzlRfGDEK6u3F
qHvzOR6nAllDRTuIWq5CV2FF9LhgAsDt7jtp0KLAiSoP7aUhD3rH6Gbr6SpZzsj+xX3y9/3tu14T
oCVqmOwc8TgR33ZNjeTAiT2lw8WpYEINW7Ny5UhuTvetXNeQRXUHIDOz1tQrqF5szbTGCI03n+qy
SEU5uQqaWIvb1JGCDKzgI3YzmElQnIbwufhbcRa1YHpFCoERZVPVfYAFu5rPedMjq5hZuQFPVwof
3qNlKGAfdKV1ojgQqJRDtz9yYLiPRszYXzJntA2/mCb5vTE784NTZ4QIyEnSH+ANt6hZ75NltdPm
pTZTjelKdK/rLIadcBzn9CsdHP00g4M6R+ZQRgcHS6Ss28ecTiM8GkKKhPhxT26RQ3gZQuJtBY01
hi+W9SNVpuaJSajwT15ooBJxD11zi4zlo/cGZCYklKAKLMaR+Jvtvkay1kZrbZpBWSvzk55phZ/a
+pf7R+x6dcTDlATekiMharE10mor/HFqbgVQTUpnU9K19yldUN+obf2cZ+r7PNEiyOYn7eGokkic
pBzwN/EMEebWsDbAzSprvRNMUAq7EVi3950sVQdR/5VXYO7YJMckzySjZeBta4Xsr2kmU3KCdgjT
T7DTp2dFr6XvfQwACuqy9ev97bx2q1xYyug8JwI5sVduUmouWRw60wXvCw9k0qZ+SvzoxjDPH5zL
G6ZI8OguEf3jh/Zt1yhi3+JZHi6FsYyCQyn7Ci+q9r6upOHght80RYUZ1CIdQ8aAtrsoxc3iTLE+
XNokmi2P60ZJx4iigQBLbhvzfH8T93PUvBTU0WnOMfelkHzo4vf8UlFZ6ryX1cWaLkxYFQXyVmgo
eejkGDLoiMpYvW7gP3spjdZSUbob5earrTO4ALoRDVTfLpQkemYsjI4JUgnJUS1GeN2NRxDTHzad
M1rsusDcb3+ePUl9by72eLEkJfG0KSXYo432IVEdWk5G0wUjo7ePegOOL7B7GUw8LUX631ujaC3r
1kLj9YKbGmLXgFfzo9AOOtj7608t3jVOFGkYQJN9Rg5hVitnxTpf1IGWsKdJ1Xqxpc5JfERv9KOh
yxvWkLsjt4SsmFdkXy5cimRVqJ2tlzmcl+cECYKzFCbJh1qNf9w/U9ffjL0DRosYKBNEiE5st8+p
kDwslnC+8HJLn5awQ7+Bmrnql4WtFWe9ThCgyLOpjQ+ywRuGabZTReYZF6O9Oy+OvhKQE5CqF8oP
tU9JXXJjRZr8QXaqi9I0+fMkguD7q71ye5DEiaCLYrl4Q6yd27PWtk+qMVouJeoMn5Nxjd4jNuM8
91UyfuiKLJMOTueND0lxkqxWzNjohAPb7VWQhCGdKjHI5r9GVlo+Q7qQfg3DPnm6v7br0Itngzol
H5JaPwQtW1NmGSraahXLpZPt+L2aZqhLFIl58Dzd2kHeJXhHhGjVVamt0rVIIaVZLnoYL98gC+/8
SDHyJ3lIQ3+AkPoACHZjAw0VjTOuLS1RqhTbVfWr2SlxWsoXJXdMJC/qQQj9IfjdztLBm3hjAzEF
WR3PIVGUJf79L941HPuxSrpGvmjRFJ6axtafde1Q9uuGFQGop59HzxBfuVuQVuR5XA6JcjGmXn/J
JqitKYA8qM7JS8H/GvEoHl3SGfqG27VMZdfRnm6VC6wO/SnL+9ld4ej27x+5N37FrcfHDNVduD1w
/DQPd2asJJJsK5QvqAMtmg/tEeC5impFB9h4ln9Isw2kvQeU/Glp48Y5A/3vIrgu7FpynpdWVjNP
DZ3522LNywrzBvQ6p1K2BsODN22yL61ayrknm0Cm32Vh2/5lhYnZv6uaZLS/UjCrZa9WEjqVmhHH
6XlBLOLBGbm3rQRPR7ApCtjUY7dr7Nuyz8eyUS56kVgBuU0PQX6dCFSiony/v6E3bpdw+1xh8kJK
YbvDMbcFTiSVlUteydboKgagWbdXau0jheK2O7V5qpoPH3veRBrLlJAEreG+S2r3phrPczlB/Jyp
T6qdgGNa9e7gqIhfvj0pVLPhEGYbGeRgYG67i5mqjGXWm+vFMavxR25045mDq30uV4pBy9ya3/W+
bF+URdYPoKzXHoT8CCApiTYUa/iRreUh1IAMxZzRIlTqD3CuKt+GDMDutFD5u//5xFHYL1Kg70l9
CUToeW1N8eD0aM1gCmmM6VXjqLxL1MF6uW/l+uUkIhC4SQJOkss9b5DVL+E6zLV2oVra+qUxGedi
Lm20V9voS5aY+d9Ob4Tn+0avlwZNDhQQYFhhKGWUYbu01IR3vypV7UIXxvHQhUm+2U5sPBxQCyQU
XwkJMtroe+7dpU71pQpL/ZLLdvJhHnWuuj2Zr2ZjHWF/r48FZRdApzhJgmr+frugYrYcxO5W/eLI
8Y92hcJdHurlPMXdUT/vhpcU5H6IlvAXQJt97BibVGX1RjMuoNczqIZA+pXpKUuhen1R9BLqtESf
aqaPJDVR3pnxunZ+YzbVRXYauz2pyVwv35Nkdhx3GXXR4Zp1OX2OrDH52CxZtPhLKzV/W3jj5JMF
TiR6VnNZKxBWkpOYESXk4HxlKBLHBbPShIw/5d1yFOqIDdsefi44c3iU9TkDFJu2GzqsWhkivapd
2i75p+obzbN0VLhCBoDUpPtzGeOXJWuflkj68fDRFKB8UllCEgEI2xo24YFGXGpRL5pTmR9WXZL+
zI1WObgAex4U3gExCsojwKA9dvblujEZ9Xa1W+PCSJTtUTQ3ghzlFj9K+/6TYnXdRY71/GmB5Nab
l6n+aIRT4ldmLx14meuTS/QKMgJXDcAJt71dL0ncAN9mY1+szEKRKpckr52bipL3mp0e3Vox+Scu
Iw+gYP3bmurNKipCemkXXbLRmCvLgVYC/YT7Vm4sCEgxOSMFLEuAQrdWFkRfa8nODUIiCseFkURP
I/LYvhNzdu6bun6GUC9BTYRGAK7zqh8tMTLkDHVnXKBhkvwlGvqvppKNXgQ19uAqdsxE4KwsqT9r
ef0o6gJ88RuHNO6GHH7fykMFrE5kFdsp5KwIYWk5yY6aPH46AHQYIPoow4I83yXh1pg7zdSNxiVZ
6+Ep6ozyQ0widlbH6igX2D1EgqER7KDgZEeEBh6znamwVEqyxzUPDEuy4H8q6qfR6ZFNyxFe9Kp4
0T82Ybc83/+Eu9Pyr1VSHVw25b+rmJOnLbe1EiIefdWYzqaKlp8N3sPMJR9XP903tr/1/1oTau3E
YzR79d3ZhM0jNFsVZsA2L1ElHc3uXaLn+UuzlMuTGbXquVfD4kOKSFbtGq3c+LQqrN9pbpUHb6Pw
n7/4139/icDCA/CHAmNfsjO7UMph18iDdNTn+mVoQ8TPwkKuVcTqV+03wqfuf/dXf+sDM78gsiGB
stmjoIl8oZxYJ/h+6Dn+YEQMRdY2kU+FPGoX+qThGXlH4tT7VnehxttCRbwNcA/0EE2YrTugpetU
wyzzgct1kfw2tnqmbifVPvJu+3ramyUqR7hQ2tLMFuxqEAhiWVJVtkUwt4uenZSWuVPPVKv869pX
UKkhWJk+p2PjpaORnqCUKfy4iRBrlib7Ncy75tksZ+nj/eXf+s6CUdkQlVkxDbhd/to6YQO7WhFw
zZVT34xJ7kpKRWl9suUXgPX1H/cN3iKQceA6YoaTwgG3WXyQXxJfle4cEGc4LGDHYeC27B1vrdXl
hXMxvUczVPYyyMEHBF4R8KMWXf4mS1l5sOxbZw04N1V36r60d3ZPDdzDEN07XGsoN9ffkmb905by
5VnSR+tLbSTmmeN2JN8uTtL+SoHdEKUg1kLetV04w3W6xARLHtiFtnweItlc39dQu7aeA9+c32r5
9wwc7IJc0RAtLgGYtn67v/m3vjYQEmb1eJWYy9z50HpCNtWYudW8Oq3p1lOp02SAOuyn1ZZj/95Z
B6N6rPT2duzBcgJRs2hwEK1tl922WmxmupkHnZSPX9V0lV4KOdVfrWWsfUbmpeeYEaPz/YXe+r5A
wMHQQ64niptbo/MMf0fbR0Vg8RKdkCeWnmjgo3mXy82zos79H1Mm9QeHat8ofFuqaONQcqGOig/b
WpXyPsx7ySgCLU2q72SnCdqW1vStXavpSdaixrOT5YTK6OpKOlEyY/O1B91v/aKsfXwC16s/VTXS
1Pc346bnodhE8kb5k6LC7hOE0HHgs9GSLW3UTkepd3wEJqbEs6l7eBJgmNdQm0x3TJbI19UOgmw6
nMB0QGo2CymEHKcH7+qtk0hVihiMIpjo6G23akmXelLjpgigILcml+RLMdmdQUhsJ3LLKwOSRDnY
iFs3UFDSCqY1/twDz5W+ikMGV9DUXWrlbADGfXGQU3hBs6k5zwZ88o4tmd5YzKEAFkzL0QG5dSyh
lhBZO+EEhbntqvNkissSRnLGtkDQMKEAh7M7ahqKpwB0AdcssfHK4fKasB7caAKoYSIt7uJUWq+V
suZd2rXLPwxawn83t3b1d9hH1Lxkdcr/vn9oxFndeituHdUTmj8CobB/jeMybvU0ROyEAZuJvg9z
Il+1vNWPuASuAyyRX2hiBh04O3diuyVZOhuqIniXe5gdPiz8o8EjWA/VOyWnDPXz4VUxFIvSmTh2
GNsdu2YdHJRVTWRpch3YYRNXzfqkR0kzPRxWsG8w7UMWI4LHPae/VpeFXiYwptsZAnRaWBU+Qp9H
s767BAOHw2tCO4UTTaeOCaXt5kmq1rFaqOcgR68SpEHs2vaRGEgGFyqX+FshlUUOKAchA7cRUK8/
72/n9YXCPh04TjP3hpLX1j4QEAPZkCQLUOGwPjqILK+nUh3l6Pdaamt4KsEP/dVJVsLT0vddd5qk
ajmanru+VOJJFd0BKhqUWMSP/CWgaGLACok0ZYGVLPkpZ8J4cjvUPzJujLKghtHYXJYmV/+4v/hr
F8aDBjE9W49pju/WrhUlUUWoAuUXIKPQs0DRRqe5s4vlySgw78dgw45k7W4tFsfBgSJXJkHYveAl
GVatznzxVs/Xv6GKXD2IS8YnPdeaD5C2Jb83zugcfOYbKwVTTfOeegsVrH2rVZIisx4GCDFNfXLg
ABWzQ4wVlIuDRrGToNpMBc27v7s3/IKIR4kUaT5Tyt0drTTO4yJbod+D/iJr/KEYrew5b7RGc+1C
Gn67b+3WCnWqSG8sp2Iid/stG5jiqtAuSC7NSfPRqqcSvtqz9BUWgimAibU/KmDdWB+VHZE6UxAX
wh9bixUQdpN5hTxQ1F42X9ZebqZTzwhd/U0xuvbh5xY4r0B4g1CGinNfxV31lOETVSsDLV8rX0bv
MxiLFiVtaA6fdBhsvz68n2CRZPIJOEbE+Md2dctsZ6Vt52UQpmb+vPaa5haOuvwszQ68a98uqDnf
t3jjYsCpIBizINgB1rF3hTlzDMk6lAGFHxDF9RxeYDICqmAu+bMxDs57J2dI7OCU3nglqSThgKlI
4I33AyHUKmLQ4WsZ4IDUrxLa3j+aJl5e7q/tphUYaRSB0KaOJP79Lx5OgXlpSNEYDaq5qk6x1o0e
7EpHYeKNOyB6TmA2qPaD+tidSIaFacU3cwVtP/nwWU/QonCnxEjV86rasXru1OVRihj2jOEGYE/M
1ZKY0DDfLk2LozYZgAcHoAONz1a86l+gICt/rnFofMmrwTT8R/eSYioZHxUxMdG7r9+m5RKFVCAq
KP9M6TTU+nCmF3vU3b3eS6wQQDGYDKMAycB2WWWk62ls2lgpLETU1Xxy4e8KfRitoBFdVe38H1Yl
KP6RBxABx+7bpUto9RAH1oEpTdpr3CPgq1XLwTNwfcX4/+vi9SGvgtpv5yR7SYKBuc2aYMrL9F0Z
rvkpjMaRd7ZQkWLqkvn3kOq/cnCzrz2lMOtglAK0mO3a7iUcSMDYNacOrFkaL0aUKu+gTZ9Tl25V
dlTuvr5qNhIU4lQy0gG1yc5YMpDDqVHcBK05/jXUxUAL4XHNZdglOHnipjkMDO9PR6OkyuKMUxuk
Q1NqoLeM5velo/J3un8qxI/dxvCEJsCjCNAYibryGwu9rSinoBWoKsKIY21F76jh/qPmdRnMUn1E
HHFtDg9MmwDiMQFb2juQpdKhjcvWKYir6I+5sS1PkrtPpjHaXp8vR3KW17Hvm79/i8GoC1+xMPVN
KUflNAdKJZlomYRy7YVy2kOutpbOh3IswFDXUVM0p6l0piOK9uvLgLNEbhpMtRg5349K2yWjxWXW
LNzwQnZLu/3eK+u3KBsdwGe0t2u5OT/4NXnUGGUQGgiCemWvfDoYGlJ8jSO9xq3V+e2sn+jgeXVc
2rxvq/JoxPBmDcwrGQxYX23nwSBiQki7VqTXJFdlsD1pzyxL0q/PPPgmfJT4hwOLV/ecZhcB31si
CNxwX4mFKEyu8oaMkxbqavpzJTFoEoWq9Xcrw4ZycDeuLjrWeLdF0sTiiKW3XgWCbg2GfaGsyFyl
q8+D9EkfliMxmltrErAb6Ia4EECztlbmqY0ge7CSYJrXyc/sRQEXaUvvpLycHg0SRK8QFAf3HdAm
xKtbU3lspCUznGnQVHP9DsB8flqU6WiYVyRTG5eCFZBRIp97a6GJBf8SiuDtwxFOIziBKa/8xgQa
IDYtSSkm9kUUlj+mMsmgyeikSIneD1o4Vy4TZKoTHqz21sYSx9K8ZvvoTu42Fn63MMpm9NYoOYbV
aVCbCjLOWDfG19Qxh/9wWJDuIZ7Fj1JW3K3aocM1WMZINl8iwgVwrEr8vir7/iA4ubUqXgTuN2k1
YKrdN5zapVjARSC2kFvp6kIDbv+d2OrqKWEi6f/JGJRHFOBI7fbkx2EfwsihYwyBoJGqgZNGJ3Sv
289rUTDudt95XV83nIgDto4QD/6K/TCeI8PkFMMSFYxLrZ8SzV79Aja3R7tWb3vH082EsXgTdhHK
lEROb04S/NhFAxtCaIDAdAUE8i9ElpOLahbpwTm8sS5FPHcC1e5AQbOLFxhm7VbqY0VAt0JoRE5W
KZ37oqqag6919biyNBiOIXUjaACAIH7IrxcvLcPYaKldtnk/Nq5cMxTnKqNZLb411knkNmAIj4Yf
rh45jHLH+F4kqixzd8vMlSw1aYooiCpdCpjVks+SIWlA0triea27P+AZ0w6izBsLpdcE5ghA3Y02
WUqLJE1QhQr0dE5OfVvrf1Q0mT/zcqS+FAL6PDia15eOE0nAR0+EpgjPz3Zna7ty5nmiQZHN1D58
p7K6vyQ5Wn6Dv81Znu7fg+vV0QuhAwMpFTEtOePWWFPJemyiqRIUsyRVnqq2cu1P9SI1rt1bceom
BlQUB1nq9WeESQAaFPIDhpjgYdgaTR09N82izwNnNUJm9+YmdvNF7z8zsq+5fTpDFDKCEn0MgkBs
C5k74yXkdyJC2tM6VgwqZ8VI28GZVvSKnBTpntlqzw/vKGgZNHIIAena2buSrlnqk7RadDDBp/xk
zjb5Jwc58s2GBBGhIlroX+7b2x0XesSkdEDG3mDkNFV2x2VFKaeT1Gp+xaeGniL6d3aq2X7cWw/z
GQB3oFJN+wpJJFiNds+B3NWNXNvm8loy6fKlTWBwZPw/OYi7di5MLIjcANgNcRWlr/1n6tc0zkro
z15lvaNewvtzSnUtPzj4uvC9v0QOwoy40FSJxQCFYu/eUPBJc1vFxvIqtB4zT1PSRmWotY0LN2m4
K74zdhYcbI21/BP1al25kNSZHyKSQy2Ysin8Q4kq63Ml98186spCUyFEyMMMfFmXs/1ZKUtuhFrI
6HYFUkkvk2wWyzsd4H//2o3cEK+aiiY/033WpyfG6av4LOdhYV4kAF2m76xy/RLpMXIUTTiR+rmL
bkXRh9S0uvg1q+2uPDk1rHVeJLcyO6WTvD3LSDIsL6XTFF+zLAYiBaeWdjTrsvMab3sHVpyonwoX
V2rnh1dVqZM4t+XXZii7lzCvnZNS5Ol5ddLm1BaN+igOHtJK4Dy4VA4ejmrnMJSCEVipmJRXbWp0
T9Fq4ySEb1xgd+nRubg+FqDoCHd4tWkS70MeOhOjCcRUeZWzvneHCNTD2kVHr6fYoN3hg2GPCRcx
SADF7G4DdSuG0Kedtdee4nHsJe0cnierU06Rkkmeugz/9KliVudlRF71vr+4cb3YSBFgQZgkaAi3
zleTphEKuXx+bYyy8EupjD6JUb8DL7hz8ZwQyppQ7FC4E6Mme+wcF0E2oV9VXh19+s1MbMhYbdlt
yvhnVOYlrO5Hmc31shgwYbqFnEOw1OyZxqVymMy2lJRXwLr1c5eWXxfw8QerumlEPJa8XqoI67Z7
51Td0KdmwyxLj7zbECnxGX9xRNZ67dGpjQMTh/mCJwtmsq2VPq/hi6F3DolAGVbnsV47w0V4i/q4
1heHSrM3PhVFNLQOmGhFtGm/KGDbTbiEo/46x47yxzCv5QsD6sk7EAvRa9Np+nnOlvTgLb6xRujp
MAviEZDVnoBHMpRu6cNWfyUpluAnacOv65Qg/pnDeP9YFM5ZhHmD2wYdLU1W6De2+2lMi8LIpa2/
pjQyvFUyMh/qb5RH41b2Q5pyBzfs2jtiTzTgmMmzqIvsvFVWmFMUUpB5TcNs8ufQKDwLtgjmrMbB
rfto/nT/Rl9/QBER02wUeQYlmV0Ml1QJorIwIr8SC1tQSSxa3b9Yki0mCpzOat53aDgi5JYX2dH8
4bUfgzCWcVOQS0yzUZjZbm3PyJI+rYrxyqBcBcORHP5gegqwFDipp7mNls86SrferIxHpH03NlmM
PjLsSgUAsPwuzErpaEPPuliv9FMn5B3C/mRRdnZRIrLdkpmihz8qVRM8NeMUeDQ8zHalQE2bGpFk
ql1WVEIsAg/mG2+2luTZ6DbjMv5z/6te+xrsMQhNIgw3AanA1uDirACqk156Zfd1t+/L0pvt5qj9
sId4cjkwI6YAWBh9D2P3HEDprmdWZkpIUBhBqWer3431n5Mh/2P0zHjbSf8liW0mmuTlMinGs53O
80HCI87n9jHkJzDjyCUVLOH7SAxNMQCfRDbBoJvIGZhzaE5fsoo7FrmlY0NeUsOTXjwNThaHPwdF
CTXXkmG88u/v+PU9AgRJI4aci7SWUvV2x1ddbeIsyaLAaUKGDaByVejTd/WfZo04c52iaqvHc3NU
ZLlePom6SL6oVJIUqTt3MaKiQ6O0SILKXMxnhOO65aTXRS27XayaizeOsvmnpi6G4dar1n+FNEb/
eX/l12eNVgaFVcbyMMUs93bl0JLIVjIBT4vRp3ntMiU9GWUzHZzo6ytLLUmU/plo5MDtMVbpbIVZ
Dl4Ysi0olqd0ekfvyHadEXaZzjiqFdxYEy6RSirxACwZ+wuLs+qbNOqLAD6a8o9MK/WT7aRHil1v
2cj28LIo8JMKA9Iq7frdoYm7KdJXOO6DJLVXU3Ubdi9z25bC6NMwKMnPqtTl1XfKqS5jV6rnYnoX
NYs9+XY5xIFZy6PlmYVeaV/gK3T+juiSKC7Ej2XvpZ3cVP6iOJH2gsex0oPhsFtbRLWZ15e2gWgd
bD97kcLSUQ5OEaTKYHo0/yXPgqXn4HpfP/UAnDQYZSAoBG98Vaycm2hYnLAMLEnVPWmxTX8Kc5PR
Rf0o6rxaEEU90FvAeAk5Se128dkQroh9WWEV9IqTeNMYS55djfHBzOCVn8AKd4UzJeZleVi321aF
6VAq+VRzYYvk3LQaoUS7mJIbhmE6uYDhx/PAXOHzg5eUURT6qcRLjImxzN0LpGnIow1g7oLe7CE7
kAYUmXVlPv0HK0RKwCVwgdBZbxeXF3OSLVFNUzVURq/v+oi0s354ToO1CC9LJ5D3FFLQrZXRDI2k
gZE76KdQe14XM33NCW18Kj9HTcer40dUgk8j1mSADx2i3bbNKzJeo7PWwTp15lMHYYI/RiaStlL8
8AOCKVg3GM+geicQcNtVUYnJtCROm2BQZvU73yab3LFTq1PaLHPiNhPcW+W4qo/Gt8IsE5eos7wh
CXcrlPu0VOO6bYJU1RBb7Rfo2qdw/SPM4uLsFLn0oJIlk5cYBLRAKE2udVU8T/pGVCLKJpDtvH62
QWk/xVnWn4bMerDt92aKzRTYTzrGVA23WzobyqAzyY2pRKmf5TSHQiDRh1NGbeh9mpvZp0ePv0J7
mi8lpiIZqdu5c92qU0cKtSYAnmyeqsIoz4UiPQgy/XdVVAi5AkD+KaFsV2U0g57ko9ME1mLKUBbD
3JRP5no21OVI2+HaJbIgypC0yeDtZEpwawryRHOC6akJoNGGm0itpo8dWmoHPv7aJW6t7D4TLa8o
lIq6DRgTMbzEtPrZ01K1jV1iuuhvyZj+Gswx/fofPhb0ncJX8cn2iV1jlYaC6HcbrJEdvZtmvfY0
cywOIv8bO8hxB8RCHsl4nrzziIbeh0zOmW0w9LnDVU4bP4yTxb+/lhtuipCER4uMhjdlnxCHBcCA
FoLGoAvTzNOZjg3sBkYrSxm0j//BFLgcQLIQJcAUtD0SABcjBtfWJohGJ/qSt6v8sijx+2hJxoMn
6+aiqCkAhxXY230pN6FsZ5S91QT2IkMt3THRCJ+F7S0J/YX7i7r1lchC8bugZQR8e7sowpheG4u0
RbU0kryiVsuzGmmf/4MRKpGimkD3dR/BFrI5mF1ctoEiMvu+WCe3X5Sjy3QVJ3MQaHNxXemtUYTc
+fN21OAKHEYOHDf1palN+IOWuoVUomxeoqI8osu49ZWYC0VAjygWEZRdCmglVLWcYWFVSTinxIHL
IJ1LKekvA8Iuw8GZuPWhQA6CRnPA11Ow234oDRli9GXXFmlwrX5KIrl0W2M8Gju/vab/t7LHhoUO
o2ltqrVBlyStT5m/9Jp0iJjLjH4+fiboIIh5WvrkYAC262EGsV8pTLZBKyXjSzqtuhd1c3j6D1aE
Jplox6OLtjsTkYqG7Yxge1APTeq3yvKXAqPDgQ+69WlIARlEA7ZKRVBs6i893aRtJimasi6AW0v3
o6mfnuLFeDxIJ3jm5ePjgBC8wv4aTmg7g111AYAJ+3+KNhrOiz7nrfr0H7aMAVgx48Zbvk9qpT6C
cSMs4N3K2nV1nWyWTUh2S9TU/oMhYLVvM2U0Q3bb1jtGz0BXwrahqOaTGljukNDSfNgKQA5GFRlU
lCnV7s5ZPhgzQ/hGF+R6qp3Culu8zgKK8R+s4EHxAqJ4uYct5yPYaKM1u2DNR8VL00TytXp43MMR
jAhyHoENusaVRGNq1qtqMDVQVeVHNUnkv5iE0z5Fa5+9wPqV/nl/VSKe2iTplJVYjyD7YqiWzG17
sO1yrKzZBoy9Iug9PFdx30hfpnhByjuclqp5LWH6Nc+JNdlIE+h9Hz0colM5pBIM2QYpCNDp7Q+Y
CrZ81sc6yNqOEm0cRcrPOkdQw2M6TPrdNNThyANevyJkPVi0+YMzsw8odCeV5WLRuWZEMINXlpJe
nMExrE+agRqri+JmcVQOvrZJyih0m6mfUXPZOxB5YFA0BSYXRGhSxr4j5435HTWxMfoq6a2k/Vln
aXRQxBC3a/tttzbFb/rFaUXdNM7UfPugh0/gQ0ZxzDfjov99yYhB7x+ja/8o3AmuXujAyYC1t6Zs
e+10CRLZgIktyZ9bUNR5E9UHD+StTeSowm0hFJfYza2VBG7aUe6aIUDy/VuhdwPkVemHYVVfhrQ6
Cm5v7R5jj8RmCuPH5MhbY1WlrBkl3SHQ2qR7F9nrD5DNQowwPOK/v7IkvBcnmhkE2lo8MVtLkkbl
r+7nPrCrWvLT3CoZSNI6N1mX9tHvhN/iRQYtrRPOXM1eFEtTJaYUjUFYdpGbpcg6pigxHFi5sSCi
QADgwKwEenrnkOE5H5VELcegg49EdSPohOcsLEo/M/Lo0ZCdFQnQCgmpkOLYj+/pfW00k62OgJBM
lBB6qBAbD3p1pfYataTWdf+gX/nLN0Q96DiyEeE/dqeCuMlou0KfAtWeeAYGoIalt5iz2T6XK/0s
v1y6pvRo1Y3fkD/UhoNA5HprCUSpiOO8ADWTiW/PCvSE/xJEBiZi56eRUovXITv7NK3GEd/CVeZK
hZiDyaAed5u+6y6wAty0xs1UaKB8i8VTiLPITuz0bEuNHqh5a/3ItTB5tPtJwwzfzJtEaQr5gd1d
sCOklfuitYLBZjbiiQ5QZDwpXJrYl0Zp6U/3P+eV3wLPgLIBJV6SPZke6HY752kYs6ivbIabR9nr
Y8V0ZfXQO15/NEGORROeGTnu3j5tkbTB6B0tXZGKY7Tcb22o2zyr7+wSsbisOcLbi+u18fsqabIg
lgY3LZqt4uf84vdrJbWUPlu0QA1V3Y8rIE/Qr7ZnhP1kdGkaFT7YhH4yRWBYJ9Wjt+Dq3KADBY2N
yJuEl9nrRZoxGI5isNZA6vU2OttTi4lO6/r8PW2u1nDjohhSf41LKT3f/5xXtxPTgEbAplB7Jo3S
tivXlXiK5bBSAiYZ6ho2eC1Wzk4do5LHTR1nn2fXsD0jRjP5VEud3h24h6utZyKLx0JAIIimKCJs
f0DTSjNjc7JxWVAjpD4MPdpnJym67zGn3s80rfg7b9Ph9xCS6ciNItM5qlJfnTV+gRjCBMonKDv2
U1N6oscjtEnGpWb2/MssxeMr9bTou1kYR2TR1x1SMX9GQQakAsn4FR6tanXcUaiaF4K20XoO11Gy
3Kwxnc5VrDS1vMqJp29Vl7QFvI1zPj7JTpc0r2argCpu0CIrDzKbW/tPk5IpXxoRuJD9AcgWiypv
a170qFugmM8LZDqW3+quOemVabhdqPzonOisVPnDzRw2A0wjIZfCsUeUdvvpV2BtEyyD5sV0FNsb
Ezl0ZSlqn5K2Hw5Weesbv0GY8cx4yj3CuIOzBX7u2LqM5ay6YI0AxvUm71AW6p/v36hrhTKWRXDC
gQJJCdHx7kT3E3P3TTRZnKd+lPxhHaefad5QiSukYv00gVZZXGsd8ssyZcksmDLC7NxX/fC5Swtz
ftIyNT4iCb5y2yhH0vGhS8Lrz9skXNAvHm4so75rqti+THKrB9VYjK8zQmq/3V/7DSugKATwB9Ih
UZDZWjGTqEY+eXAu1jTMyC2VXfW/0TAX976ZG1+T28MQBgkQycG+12hWsTWsUmFDplZkrqkuy+fJ
UKazQsv5YEVXAbSomgE/oz8herN7Umwr1VdrGGX7ktv9+HU04vD9qIzIfVi57Mp6OHy7v7QbO0iw
AmyA6iOgH30XQpRS1aigOu2LaYU5AJ88+67a/dHQ+60NfNOxEKVUCt67mGwYOy1y7My5ZEU5nEJ7
GDylsgqaLvIRhPnWgvhQhAoQKokAZXskDCOyIqvJnUs3N4s/9XXtUdVYD+73LSsCUUOkwK6R72yt
xG07zwPExxejB9/WU0DxUxiOnx/+OFD9AxkV8pBQlex85azEJaIdWfQRQjjjqaymwZW18EjX+cZa
iCA5BZw3UbvdrcWkZ5QoNmF/PWm5NyRW9pLhIY9gsFcvP/f0rZEjkPOiWbDdMjudFKv4P/a+Yzl2
JFvyV8pqj3rQ4tnrXgRUSqag5gZGXpIAAiIioIGvHwe7+vXNzGvMubMes7aqYlNEIhDiHD9+3NE2
udcLu528EYfWdK9kdQlJ6GaQbNCFwW/3ED1wxRW1Ksc+5CdgapoPtl4fUKlWhyMao2DWA92zKneh
S4kOa0z+KFFi4Jh7TmVm5ESgT9HxQOl18N9ZW0qLPAKnamtD1wMGQLJVwlIgNYzivrLlaN/gbEnR
VGk2MnSyeqRazOjG/I2hK6vaMqsaAfzHcX6chtQAH1TqGk4JLBgisGvFpNVrXkXwkNJiKdVJhp4t
h2SqQX/0GXrIjik1GraoVKYavo7otV8PyFssIisQSX/uKzmdkJcoo7mW9FSxdqmTM7GExFATeXLb
I3so1dGBa8VUTxCymgDEEAkwdFZ5cddI+pvSgG/58ZsLD6ERisDQEgJUgNTtLI3vtAompJAm3alq
0QRNDZ/hItauhaEXCw9KVmCvg8OBo/UyU+sQaNgZH+1dizDDM7UiRlkChITvn+XiRJ1HgeIGErI5
DDoP+GpJUlR4jts7m7V0b4L4Soou1te5Ngx+1Of10/fjXT4V1jYEuizkvJjE88vC0YXD8F1lR9uU
BUJF8QPyP8ZvPxXIpbj0QZyce6bOBVMMuCLL49iruyq2Ko9ZlAewfJfWBh+kpaGKa1Xfy1lE+dUA
cxjNE2A/nCMgBZWl1qxqbQcmr75HJ4WTkARmqA9xpEkxkVu0Bn8/j/Oxc5IjAfoD2gi8akaNEd6c
nhdj7TQ8Q8/JTq+KwvIMi4sPvR8THpolDvlQGNJgBKDvDOYVwPMLODobGh0igJFhHDp3aJ7dIX1V
zd0NjrMr6qEdb/jg5D8yq8yeIECWxYGVqe0LiKuwysizIR6AFTp17bVO1H7wpqilpZODhEw0M5eg
DoaKCNzsNFgd3UPGoFZDKLJWk5emulW6vRga/qxZRQxIoqWj4fKsalOfQU658trUYM2tE5nmZ6R2
1qPoWg2aMSOwLiLTznztanijBN9P/NdtfPb4UG+ZCX26Db3T85qaAqWfFq2x+m6YCk7EpMQ76vSG
TujoGG9aNz6UdueNYGj8qFhXP+uVya/dFucvf1bIRuQ496SCEaWf3XxVogmwcJizk2iWhn1TKRVa
+9U4c8cmy66gsBc3k414C8LYM9EAmnrnOkBRrzVlXdXOzolhsNcjNSM6jV/ModBJKYmwLNVDbOOq
+X6eLw4KG5xF6BeCGwIFQfPiGSurkI0spfs+Ze0T1JxygoqV+vD9KBeh1zwK2tSg3zfXks5FGAwB
QcwuK+m+7qQstApF3kD7NQug7nwtv7o4I0AkxkCQNwcuNRfJTncsHBbrImknaA7nDhhD5vA8ZLHl
RpLtN22XXDkfLh8MyNCs64wbRAXAeDZanJQDizmP91XfcRfiuTBZybl2oxTtb7edQEsNxAZow+Oh
ZtmOswcbBiAh4Cnt6cDgbyCqIujy/pqm5eV6wFMAKAM4gfIissbTUSToVDO1FLijqih3EXckS0Zj
50rk+otpmzMmXB4gvUOp/Qz5FYnFrKxPMkxbpsUeZw5/sacJTee0LhPZ+371XRzi6NTHHYgnslAH
gpj/6TMZUdqbRY97VzbiCbItHM5bQvpR8W4t0Y6FcCC8hq394gFxR4G1OVOS576C0yFbnBXmlDXZ
Hg6vfBkZDdqWx0bKsbuaqHv+/vl+8c4cPNt8EWNQtJOdDpZYQ6zLMS/2EqvjrYMC5B3VC+b//igo
Pqi4f9HlcjGLwEgSqZGsYj8pExziCknyJaazK+/qV88yO48Am8S2QiPZ2bNADKbkZVbs1daOAlgz
m68xhBBefvdZZtlM0DPnYjOY22ejSA7PYmpEmDGuw0aTqw6JO3Gt2enySMcoEDuERBf4O6jSnj7L
ZMmTyuqy3LNcm8IChua+M2ZTUI9ds9QldSACNeJ1IwrzmgPU5ZLXZkoyDiRkJLOX8enQUa9wyuWk
2DPF6vqjWhUmvYEttDrsK6SS5d2o8vbN5JFBf7uY/8W6gSSTAcMMIFxnq7Hmea3Qvmb7PDF722Uc
HckWGil/f4uB6Q+gHEHLzL0/F9TPU0gkTXbM9lE3lShxoEnIKBoeOrlpkd9eLmjzw/2FmwvY/HkU
qNGCWYlo2L7kUxsAHTH3jDbsSsR3iZPCgQxiFFiXyHgQ8Zytl7SmWitJOdt3NOsX0NjNgsSSohC5
WOqrPTe9ooAlI4SwbHcAudjv7F6/KXHmhd8/7+UdihottjrIqbN4//nqGYHBA6e02J6DThn2ojRJ
AaFTX5OqyFMyWEh8P97lpp81U/AKZ+EwAMRnq7WIdWPgFeV7UXXMg+/eoQS/6f/hoZDTzpUc9Blf
WJCUaq7ndtHyPcygY3fSHOqWTpS4mRpxv5jkevH9Q/1iC6LBBkS3uQ1RBph7ugWRU0zVWFl8j52i
ubidND+FsUvg5PD3sycgC7BojF+/H/QXM4nwYIY8Z5tsgHing+LYjkZeGmI/RKrjRqqRG66K0NK+
8sZ+sUKAbAHBhv7ArDR+9nAKmgEHY5TFnjWl/JmaJTsWmVk+1Gji8FWe/rYrI0zSIemAqxSNLzKi
5NPnstWqN7Te5ns4tWqruWwa5P1ge+ATXglVL0oDGAnHCuBInF4IWM/SrqoSsDyM8WRAYTS/jnPR
uUhDYMwt1MxBi3peyPfm2KDdo0uaJVYte/r+Hf5i4QBMniU6oFqm43o6fdYa0jfdNNF6jyOOaT6O
a+iIaQo0SVYOU7hYmkCqjiVExq4peyuXYQs6c9FihLtjjgDPq+QJ1IagvNoa+1yAK2XhfjJ4WRHw
BHi8mrRKpEuHwxNsk6CIXX1ya5isUO4LWt+W1gTHdZIxczI/FbNmYo0ufMhtNIMq6tnOWi6X30/U
+SJEjR1LAe8ILR3mnDudTlTbw3UXOln5vrPK2uumbBVL0R4SaY+wTfldnGgeDOrJAHHmNA36IqeD
qQprFWui5T5htYKuvhwKO4P8u9kLRpk1SzAMTl2kSmePVOdcbYqyqfboUDFdw5CcEEvt3nA4c8EH
bK5cOeeLfR4OrVdIsJFYoEY3z/BPBRKuw7TQtsd6n3LJChsdV0zudIoPM/HO7e0hD+uxt/2qMmNX
HUVy5RQ5P60w/Kx/NjeFIvkFin06fNcJBYqwvNknXRQBboXXbxXJXfD9MrkcBfsY6wOhnokc7byT
3qwlDj/euN2jxc3eCvikF4uhEP21APmrLPIzZAEVLdzdM69pLqma52GCWedS6bRtvwduA6akqtHB
DmuoUKwsWA6XQW5P9Fk3JKEckkptu8njjWlUOUxxGhVyMXJbC0ALam+5OY/TO9Sl5SmEpTsdXLvr
hQH/JhmaRADGKSVtZtpTGEPu4i2z5OIuhcSFRIoqoeimtWPnaYQdBRyuZeleM2uT/mZMhIediRc4
KyBtNUO0p+9Oy+ByP4hy2DNHelE7PQkTRs0rO/xcgB91OyjO4BQEZQdDYZufjSJi1S5SPgIy7RTF
rwYDyuoCfm+jN0nQ6HOh9AO4Shoap/LhohuX+1zD7g+pEdt1gF5mahJRAeUjg53UkodCk9b/ZmY0
82uwkrFtUdgFiHKW7HFh90DjJr7vHBuxdqFYN1LRonD/tY7/68fw3/EHQxIAn9my/uf/4OsfDLIj
aZw0Z1/+c5sCzarZZ/M/86/974+d/tI/d/yjvG2qj49m+8rPf/LkF/H3/x7fe21eT77wS6j/jYf2
oxqPHzVkMr8GwSedf/L/9pt/fHz9lbuRf/zjzx+sxdGFvxanrPzz728t3//xJ/DNn7b0/Pf//ubN
a4Hf27/mr+3Fz3+81g1+VdP/AssW1ZwveAmBz59/9B//+o7yF5D9r0QS3gCgQf35R8mqJvnHn/Zf
OMoR2YI7jWQF0N6ff9Ssnb+j/gWsFsjH7CSCwA0/8Oe/H/vkBf3nhf1Rtsii0rKp8XexOv9zICCt
RAMmkCgE4DOKfIFXd6qIIBxmjRtwOxoPfJuaJLqNAoqSwiWAwyKGa2hVTuG19tP8/P1Bfh54XnGn
AxsYeqZTI2S6pArKPB6dTOmrjZ1MGelMasJyWC0XyiBdYyWenq7zM2IoxD8oNMAB5oK93+VQR277
stqwyMndrOnMYDDM9MoDnYkNfQ0DbiXEmcDawTF7rpicxnXcgpXTbmxTqolc2QmouEZ+j/6vbtWk
ch8YWa6okBcbAPSpVGRkMPUkBz3Y6V/TIVH8Xq9N05tUUYXSpEaw6lEYRInUyVJ3HFJG1iw2lL5z
J0Nbnt5Ccb8Zx3ulG+vHrBP9e5cm0rMlQejamIRjkHSg3U1XSQxw0pCMR1qo6r3e9uK5iRVrHSfD
m1FT+QDGfO+p3dCC6BPJoiSRVgwvzqRIvwfmfk3SHDQgMEdejI6us8hRVepCVXq52WS91QZOD4+C
qB2uMV7nM/dscaHgiw2CPoqZJTCviJ+CBpPKYM30dr0xpuShE57W3oAAyEPNjK45Yn7RRi7GmgnD
X8px2JGnY9VtjHonj+pNNKJReJRdNS48EWkBha10+yOmAVcNdCbUqFik7mhUQds1CFpkiK+hX6oC
jPSayXSZCvYRS7qf9DaAmJ1WD6RXb4zager96CaQiDeKBxu8zFYUBApGbq9tlGrfpSu5cXl9hA4t
SeQXPX2k3apmbl660hS7iSX7cab64HtCM6wNpI4SOoVKwrH6HutoR9l4QGMnWoI2FC0UAz2M5kfU
PIwTXffpEYdSkCurCC13XLkprNHtzUCzIdvY9fjPV5iT7WyuLsr2WME86ftD4gshuZhcpPkzaIg0
/5y5CXIfaP21Um9YkiohvgxMu5QDmpUfacZG8ISUdKMmNA8KJ2YhiD3JnZJlNym0cAMjSiSvgP3K
mlWQ0CwimShN+4QqaNDpH7isKzcHUuIVXVkdaC2n+4jCHAf0xvUgpbnfJJrmKvUAz5peec+50Swz
KHKuHdZZW1OvxVz1ULwK9te3WmbyZTakPd4SfNPUkidXAo2vXOFiLmY56llGY27dOF1ocNOUOW3N
ZmPUtubBJjgNcBaNq4lPhquXWvfp9AOObyvvCO0K7SmuS3VZaoMMVxcHFjORKUgKHWjPAOfKlRAi
wmUH2sGlQVs3wkGzGKIafxkKer6uo3D+/cs8q5f9a++D0Ij+DGjLzczt0weQ2sSYBeuaTTH2uksb
eBPVsWOGDR91v7b7MsztMVsjqB8IV9pHi6rXpBB/ceuAHoJjGtx00OrO++vhPdXJmZq1G8kGDypy
JLqWsskIbSO6Jibzy6FwrUIBTEX8eX4dlHoiRD217cYRsBYa9FHxCzWTnxOUeK7N7K/GgswYkjKo
u8wWk6czKyuNXRtwfdzkXG5uCsj9ekAEtUPfNf0ak6GRLJls1+qrbJMoMveFWtWBAWOUBVBDcDxb
ZgZqQ2sofRbqlbLhV450unChJohbEXoG+CcC0dNPF1sMbfloe93EVaT6NTBXYphyAj5LzW0X4vGt
Z8W27aK78ykSqeZpPY0WRtn3QalMZmjm/bQA6ohOjKmT0esyqu73S/MyCgK095UuINkE/eEsc4Yv
VgK2msY3bGgAE5UVHA+yIV+ZU1WG1phkS1pP5kZBAfTKyPObOZkboCfokAN3CSEDJJvPsmkRy0pr
waBpDa9m27fGjHsxygq/lQlh5wFoA4caQRC4S4hR5iT7p/uQdw7vxED1dSFXQyAXMNyjs2js97N4
cesCEEC/H7JlRHY4rs9wKTOGu1w+dtO6GJVQ41W1aCcZQIRiwTMSHs5fo/3/XAO5Bt7Pf/07qL/I
NZZ58lr/sX2t6uQ1z0+TDvzi30mHpfwFE2uQp5Hlz+pPWFh/Jx2m/BfUpsAxmxvGsO7xmv5OOhT9
L0gjgcGJ0xmgC1Ck/8069L/m3BFgsYN+JVRdkcT8+wP+Hez/Kw/8ddZxulKwweCirKCmCtwZYwFg
OV2PPYQki15Oi2M1yJWrCIVMsn3b9aZGIL5khz9Nz9+j/5xqnO7uf42GOvvswAFBbbRknI5m0rgf
cokXR3RBZ0FxgCnWrtcoYVqzZRBvJcD8rwmc/mJMnPtoGMYUI7857/4oaJSobTFkx260dkPq4G5t
hpDXqS+jTzFM1WydOr8pSjdP61ftHakk8OeLae3MzmmZkudHdTKmRdfYy2ZwHhvJXuepqfjfzyou
lpOzC/OqosqKooAGPAFVp3OmIqL80qa5bB5B7+wC2/C01LOzd3kgygDHEfqegqdelk9tfKtQ0Lxu
7GanlQsD0kmRK8ee2riT8upMhEZem7zb8bvN7gfxmAAH65ZN96npS5v6beM1SZDTO73emck6hzW1
4aedayUwAQnt+nmCfk0ZI56tXPWurZZ14ukbemCJP2rvI7vTu9ukRMfKbrKeoaw48dC2w8g4arD0
VQ+yfrQNSmoFctaqClrLoZGlMEu81lqk4aAupBgdO+AXakc7WmqhtdJQnYeCLLN2zsP0aiZeYTQu
bov0WX/M3lTuZtJ+Mn7kUrFNTe7CK0+wfQ/Xdb34sOXn0b417FeBquYIrcCSH1TxBha6VzOIoKkf
XfQCB2CIopG4DWpt2bGSUBzYmniKpkNUejUkZHswOdsOTwxgaXyyaE4U7VFK19WwMs0J9yQnjrKW
+QqmwfW+TF01gvm6y2LYLzkB1kLMvSpb63CH6Z9bCSJDYSx5MKsE1erKMvnVKsG9NjcFfjEMz25/
6HNVcYH489inhXBNEx6nej1G3ghVaiyESA/sOtU2ZS/AP5DEHWv07spnuDhusBnmYjpou+BpXcCr
o9WADDWa+rGxX5uxSdymryGsxHuHABZRr0RjvxoNfAoca+ivxybUTo8bQ1KbloEocsxb5z5KeEIs
swW7uqOboUquKctdHDRgjlgAjmcGh4YD9exwi3qrk1ptyO8GRL0EeKenN9a9xaNl0xdr00nvx6q8
hqx+cZ3/E7bMERKARJQZZlMGtLjN4NjPAcUYxaU8awreVaPx3FiLpOjse6dBhpXamfAVhEukSkyI
JqNMDB4v1jJP7tKiO5h9aZO6tbVl0WTMRw0HRQp6/H7RfZV/Tz4fwDP0bapYcSDrA/M5/XypaqAD
QY2d25JvrTbE27Y0t4Fpieo5yOlSosuLMVsowbCUe59HHipJCfeljwyL0AFNk3Qgt902Cyq5NCi2
1VpZiaWxsoB1kxZMVeE6W7PFM7r4waoi+D2l90RHFNdkBACMtDIDmVBAwTKR3qVNvWILgxPzpn6L
b5OVuq5e8lUcJGHkC18Fe1kiqkUU6kVH4/n72fg6iC9nA1xaBGag+59fgDFHIW8UmXNr3/ejq/1A
4kVVwrAFKqB9bvRprdl93hB1n68xEUNBIhlu54FwSMtI9QA1BUm44pZv+zX9YG94DosTAAnff86v
ltPvPucZOFTFcg9gI3Fu6ZJv9JGAm5Esq4Ct2UJalDhGPxXM7RP8+YLo0D0pu3IzrlrfgijbTaaG
qJRH22TpLFCAUI/aUpvbPIOULZzWZ7knCS9PPJ54U7ahumsP903iwQqpF2RoiFG7uME6m2RAYIi1
sNbRst8rh+E4SqSxCAfoIrwBmFriiTbMofM+7fRhPRlBHW0dth+hvMSem+ZYCleriP6U30SEBfqC
h/TAt2ynZi67rbY0vBZ3fwXW5/MGiBhtTUA452a509WeofGiiJLOvk0f5JWyU5bTjm7qG4jgE2Mh
PeoPNSkOrcBqJVlG4oEYDZlqt3MC6OLSxu1fisEHXmQztx6WVb+vqhA6gaXiVrWL38ursEVykgbI
lBPhl9yzezdtvZEicXYjTloor+i+krj1hq4hvVu+4N6xbF9KVoJj0wX5i7iVVu3SfqQv5qOy7W6K
QNrj4tEEoQcUjwqb9Dg8bluZGPqt0y0Tw8N+EGyh6Z7EAomiMRhy7fDa9OWGFAm5plb8pZJ1OYuI
WtBZBHGh84boER4uaoGY5zbaRtv0oV1py+Q+crmXb0TiyoMPjTXG4NLtokHNKUixNZdtkK/LdRoK
zzmw5eCrgR5A7EZ9BHCeb9ni+w2CchLe5M+fEdgFkjmki6CeOSr8lU/fNNfZIKZIjIfcDtMiZMqK
OgQNsSb2Y5yrOP/XGY9I7fhFvIzjFU+XuXUwuwMtl7KzQldFzZ91595uVnBGteKtMbqy5o3RAkYJ
4ge3g7gjoA01n+MuiTypItqhbEglE1Uh+nsmiPOKBphP1fRbdh+PT3a1gzwhvg94MR8JTdyxd+3W
Nyy3h0yiAn9YL1VvYQBZC2/sV4zeoJRQ5V6UhnkSpPGisUrENomLjlfiaLucrTr5Hvxbd6Q3U7bl
IkzofMgi+kupReB72Oip21qOp5b3pnbjOB42ZgdKuR2IJgTcSY92Tdo31MA18zZr1zATZNmhk0Jz
fBsRK5olOknAQzdLIizNz1rEIYZDch2PiA+jM9AJANn01I0KIuGMhNwZlmiZZCCTQ+LZjonhmVAd
6BOFVNamGGAiuO/aLbSvgs5+SK07tRxIQTFb/W+GMmg/MoFgYauDYosU6myrR4Vam9OUyMdSbyrS
D3QZmaMG8wC1didhXbk5zkOZf/UfQ2oL2SAu/fPgQi6obrI0q46AZ97rCqGblmWUyMJCVwO/ChSd
giHQIgITae4/Uef0cKYjnq5u1EjMGqyT+JaahSCtIsD+L8sfKCTMcf4qobrsptay7DptEwvhgc3h
6VNcLRxurSqmRVcm+7y2OxOHkEshUUVohcL5OYEPfpd6Ch8w+ajY0WPVJ0aAwBEIKywitBZE2TgK
Gw2XqlQcYEp1kwrrYJisQDYiH6xRv+ZncR7r4eMgrIFsE6Iu8MQumsJVe4gLWZ2OUdWH+tS6id43
xBQimEs13gS3RzKTva7cy6fo4vxaUGVEn87cDg76/TkVdUi1xkJTkHxsU177clbLbqfEtTtwrLzv
T7jLJ5wL9rOnAGqf0DQ8W95SnOtJzIr22Ai437LIbwZUJFHFSZBZvmgaNb1MueZvjFD5/FhFWwHk
IbDIMauAQ88W3lCpXKs4V49ZtmK2C8emRH93chgOw5k0d3W6aJ0bK34ti45onYMCCg4F+QbmGIaT
Ec6eDXGnN8eIP5TyfhjW5XA78oexfhMNVslwm+SbvnlLzbXebBAtZ+U6mxb2uCjFdpwW4EQoOgo0
CZI4aKXohfuERp6m6Fy6tMQig1+7XiPDs3cTGATToqJk4Acrxa7fl+3WMBeF/CwLHOAwTBLTQh+3
mfTJkHNAf8mt1ZREUmDh6tWfzPjYOkeLPQgLmdDCwgexd1IcqNqPnD0Yo8+Gmzr2emhUl25nHXJ5
6RjrCu2G5adjUcQDG9PZ2RYeuvCkPJTTjnT5Cif/JPmO9GjTe3W6UZMjMmzL9CI8U4pZlFaq/gFt
D6N7VdhNqR1ScZcjvTWbFVXCpOdeNy4p5go+GTJE8KRNitoYL8DrsSNPM7YjC9ofCYPUb/mqKJhT
4wW+c64TE26GueImNWE1KJlIdhbV3Jm45CD56Uvkz6Z117V3CX40zUy30m4hqjXYD60TKJqvagtg
FGmExHk+q2vua6h6GVc4TBe39uzThWK3/YW9Yj+dnmsiLfvYMtDRnqRxjoTdRC2N2w0pmcbJaEiV
C+HTa4zgi2gabA9Yc4AkgIMUkO95rABn8LnZW9aOk/ledqDdQDd28mUBwXe2zsRnLd2AHKajvNXG
B61ZxdoqKkMl2urioSkCHCj18CzZQW5ti2ELF7AUit6ZcbCRChiHUXmBfJCuEw48AUFjtepzFBpJ
Za5GNNHoFBUIzOy4EnC3cLxupVqbkhTaPaK6aQ8ulekcnK715YTMpc046LRARSun5Nb2aupKwuVV
Ka+GGmYigW74Te6z98gMZcydvHIOXba9mTRS9buEPrHRIEZeEZFCJaHdTPqBWzABrB4sbRV3blrt
ci2wBhjUX5GJhoDAxdEBBvssqj4XlYD4neUsdi3AZCg19ZhqK9R3ES10m3xp7CM/d/vPriNsO3Wk
eoIksYIq2wipDPSHmaSLDvK0GpggKF1q7mBtebLJ9bf5i5imJC0eUJIqOg9OKhP3VFi2Dq6DiP12
vGHTilrbpNzuGLC2zJXbElGzvtRxN2vjx9A1fqY9QX+PWAz/QlVjWSg8QEuck7846SucPhxgPmDf
snBMbxNQt4eF9Mb3Sr21JA8uinHnleZDNN53LXyfY0HU8TXWDxrvkCht9SmUzB28XDXEAbJSuEWP
A6HajeOrjXoXk5EwHaUUXdjtpvOYcKPmKEvA7JgrtavShoL64MUGAb2sMsMEPt3xXW0wP2rfFFRQ
qZQRo7qTnXGeshH5YJstZFwD1VZFck2Rw6cEdD+RDcS0vPFB2bTqVmih2hNTvtHTY/Xae7Gy79HG
PLXElra5qZNY7IwI5uC9l3ahUb1rONuSrdoOi7SBo0ZvbMpqXxsPShwtshjpON+Jxn81ssQ12jc2
GJu2SZeJhj84CMKHN1RSC+tDNhMi0P9XTwnEOMKyqskkAqv5gbZHq4hwrgeaxeZUKKrCcVJ9s8KZ
mY1E0u8KvorG5ZB5vAWu17b7WBvhHv7G83dDu1NJ1XnSEBoZKt+ImRd0hI4w7gKE+QGzyT1eZli+
PKhvEg+g+VZEgSx79Cjdt7KnvIN5YCN5EQHYZA5znQzctG2WhLgPukNzM0xIgQMIYYCX6tI8TJYj
DSIrZHJKWOGLbDXmHr9vsjVg1QBtQZM/gKLGiRYvZQ89ZGHvGrFbYtfX27T1EyswF45X+zgfkucs
JuwlXjsBu8lepT2UEguFdMfBh0fWAjSTetcCSzWXFnCXY/ICu41BIvJC3KYUn27UcZe56ZKv6aNO
5MgdD5Xu6Y/lFY2ms9LkHNpYX7VJbe5lQAZ9hhMxxPJF5pTqkcI8xu9SGDIMYFMjQUwItLFTr1Ug
ByyXKjYocK04b+HV56xzE8BOKsybRFfua8na1HJ25c64iIWBH4Lg/MXyBnfpXP0GReMihQ7dcKRJ
3rqxoTIvK7s0/M14Cyxu0E7Bw4HpA+Qgzm4mrUkjYdNRPlK45xButA9yIu91uUOSP7028rTvqXPl
zIQL7fmZCawSoCXYWBgeZ+f8/Z/KkeAHSSqlo3IsQCydXNnyCnkBICqdcBIEovSAfw8aukgWpXpD
pTDBOp0ecpyxQOH50v5QUu8Nxw9vZsiihRqTcowpcweQn4Rwh+4mNXBmrMfkozX3U/+hFE9WvZbz
t67do3GQ0Yey+5zsAIXxjrrggVgTERJBpSGjXmu4iDkVoPDEErCk92gSlKNbjWBy+gyRFF2l1RLO
JAM4U62bpy52TI825hFmHl6Sr2zAygEoGQt1DUBjgUDkUPtIJl3ghR6gq1AJRlf4XVD78Y19iF7Y
Z3SfffIn5hseW6OOgp9D1SgQvul3z9lj8aY8i7WyVF/Gg4R/G/s+clMQiGSUUUjPPPyvjBeTEmTT
sZMWI9ydrM3QH8rQ1ha8eOuyH2OxHdQ1mMtSt5XprumXUl1CqRk3DV90xi0VG5k9QfVNbLDBJzVI
xUrJ1g5AnHiZp4tSC5wsBDMDF3aJRvbOxT+7o3wnnjNOiucRMDdzLeCdCk42HIEkH4j1nL59v2CR
6F4uHnBfUK6fEZDLbGRsQGO083Y6JoqnicVgLqCcqOuBMgSR4yOoxP+vm56aLlGCIzDoxsLWXxyI
lel+x+9K661lN8Di7WnbILAeia6EXUp44icQZ09JjPSNkpi79TF/lp544bKb2kVwDYQgJ+ZtE/m9
4tHCV3fR7fhkglE4BowR46A/dQ/KZ3IsHwqshkO84Qt8oJXYJkGGP+C85HCKQn/2Jtq1geXjMy7L
B/5qPHQhC7KSSIab3eK4/zQqAp4VUGXF9FLFazlJ8QEXyc5a5JzIr2glsBbmklekUu4g0xTwVfIC
UbtcJ7lfL5tPIIG4OBVSPxvbDB9tq20N33Elvwiz0PTqIN6YBJeJKwdo+MuI9EoB0GBDUVd7AdYi
30ab6E7ugXcA9ZHf1WUcUmA8FBQyIrZs1d9oi25hvtc4rX0WqG/qI11DAMQ4oBdDvxNgWz1hT5Xc
p5OXZX4/rgxgqIo/lQsZNavunVuHsVuO2m3Cp9AYNk7yf9g7j+XGsWxdv8qJM0cGvJkCBK0MRUqU
MieIVBp47/H054Oquluk8opRd9wd1d0VVUptmI21l/nNMqod/h3iIPOhkNnGQfyaPce3+te2t1te
yW36VJY2fxmFy18QvXRhjYHeIDlSY9e6E8ROmTs9y/Vrq951ws7sbvNepFv3Uo9baAIG8f21Wxsr
M3Waia692wcrECfdAwg46an/qf3qbuWGKYZd8ZtMO2VGGbt0kIRuXelO4jtetyziVa2t5OYuTm5F
c2moC344j51MtYNfAWT40tYjZ4gW5rgQ26WnbT1rUUU7RVpq0tJTNpK0NPNt0D/EtFj9td7+VkPy
qaPCiLhbh+WqVm+RgFTq+57SJHIxfeYftoZtFqs8XzQ9oc4G9RV7Do1thog9UwvGd0wir9T+H1sg
KKHOkx7oaBhwiZdUH1WrUhhb6XRACK+1jZ4v3MNa0I475h0w8LZNfJCqG11u91mOY2MqLwT+48DZ
p8WrxFdO7A8dKS5n9spClU9mvnbJlKiUakDeJ5AO0ouVWaMraggXFTljjcG8ck4x6vsQaoDNkBng
uMEo70M3AqNOpYulYjoMi3Rdbtu74aY/AaVcWm6/59MIS3uSnDTYtsNjETtwoCRaxE/yXn0cI9vc
0yWPuj0CYxEdc4F6hEp4GVp2nTlyuMI52fwxPQEEdbTvaeoomq03DsLSSb6gl1mzt/ey4abNfVI7
feca6XxAtZE75AgvLpnXiPvo9/yh349f226tRI++ejd2rkJ43o/7Yid/rdb+Jr1p3Gnrr8KVdYhX
gtvsxr26wNrstnjm5+4J76fse39T3MnLnrik3AEMLKM7gy3pLWpsomaD0e0Yrpr4dmr2Q3ybqlzH
Qt2jJE/HVy3ncOgpjL9cwXiQOHIkRzV4N06/F57m2Hgr7rl8/1tOGv4k7pmviS/Kb4EYmezoExu+
7X2dpgVzGAoiYoy+Vw76Ql/kjmRry+mG/Hap2py3C3k5/YaPIlq28JS9wpAsaofrjZ96vjvTLn/x
oOdQs562+ktwqHM7fMwfKYWEbfGQlHygXTafmtZPa98LjioBQEPh165fO4IWo6SYAsNuf+dudlve
hy+0TbbmXbu11voh+uVzPvfb6iZ51H6MW/k2foU6TNg19jSF+X9h2EZPisJYeaG2lNB2I+00Zf5U
gY8l3UPt7cz6rrcWwjLOt0m3HoeboXtom32o3vrqMgQdrC8EZVFIy9Ak6BAeFomwsuqVpSyEdj2F
qzBYQr+hi4EVhv6NhrVeE7gXae1oEbvFjp+tzJ6RBYKtu2OzL9pbWV6P7VIeD7J6G9dOoCO16gjZ
jdDeJg2KexB2tFsrPEGh82rbuAIA/MM3y6QCENKsPwE78gIBYLYIG3lDMx0mdFLusfLOdl0qDbbX
DapbNtjzfp4jfFzPgpYP5ZreB5i6y+F0hMda1PdCfPBoKDtNaBIxq3Kbi/HP0RSu4TzfrDTOZjI0
d8g5wNdBFCNOXPQsrahQujYw40NUe8ViGtNXTc7avWLEFVSpHyDgvHCkSgqaHHI9iItgyEBnZxyp
OsdVk8Ky57TSrVFYwQYKnMICc2359Y9/9lh48nSD5u46JknQBC+anOXQilETpeGhmKyc0U7LNtX1
ZkGx40y93G4+X+6NPfz+uczrwVRlJjnDIBA7Oc/y48JKp6JOwoMZTv0uKcebIfLMZVwHNaI+049S
p6IaIyV0R3Ni0BKYxpLWcObkuAHtuoqakfupbCFSvTXqay1tvcK4Ka7qsbwBj8+uFIEPhLXAvMHG
oTa5eDJ1KpTohCnTUf7Wsp5kg6BOHoV7daUdvZW5Td38gXlpcPS3+S/lmVDPUDT8lsSOgJG0alcg
saO9mi8RwqFdkwCAaO9SGi7hUgiXcbwgJdG8hUzrRwo5/4+teqd2a+uQRjtf2mWeo5U7srwycaLK
zkYGTksL5c3J1cwO+aiN1CzbiiRiyejT6smvF2V6m8k0bx8E79CT7kduWLr0BEhExh1/qwh2+Jq7
4wNkgdKAyTNHCToZnUKLxAlJl8jlOI+eG6IfGCvDCSMnwHWCJBBtpf5aGjGDXi4fMawPxjpvgl/q
RQyIcZmi/ZqIx6mobuArxQvFGDQnCTgoC2GQbb7a713G+VnEZFepeK9K3u/IivMNQ5H951vzsmeH
TQ2sTiD0bG0c6y6FmyiFA51PNjvKcigxxUnuVbXvVl74Q5LxQcBWuMvXUT9YV+ZJl33gt3WhWRGc
UM5HkOf8i8iUAgvXOsyOnSUsGwlQVzFEkx3qnp3KoUwzS6+vDFQuY+G85KyPScHEhOMNWfq+1BZU
qaklpUyPUR51bmXsRjgwFHlk81EaLz9/rn9YbP6Q0D8DaTybAZ3fHxJfWlhoGs81Kl/CICPBVsxf
udQ+jUl4LTO9TM749TQRgDaQDs7HykXrRikVkea23x+9KablltXk2jIjm89v6e2wON+4qPvRR2c0
NJOQL0mkuNIPtVTq3dG8pelG69UeHoNZ19AWJz5/kj7HpOgN12ay1+qFL7oa+Q6A1uypDTd5touC
g2DB3tphaB55q9zSHC1ZJporp5Br3XZYYJGnVI9FvUj8hVSvBmFhqes6XjQhFJZdI7kGhaK181UX
nkQ1rS3PtTRG1AvpN+UkU+uBVAmumL8IH9NH6YSjvai7SujgXkiFSzg7xZ0t5nYZuFLpoKAmd07b
ODkjw+QO/n4Twja+i4xl/1bEwxoyBacDelMuS8VFQy7aNela9FZxv+pus1V75SFfTv14lTNeDpVp
wgO2hxfxVxWFNAgTsT2K8eRYenfPjM+eLMS2u6Z6abX8HjWmaxFpjjjnLxY1T+bMbKN5s74l/++a
UJkR9FkCD+EIZSGiDBwWY2oELiRasF1drS5g29MS6oZ1hs2MW+bFtfHyx9uexb8UINqz8R3ijuef
i+hPftBrQ3ZMBPWUhGnoVGrgOVGZlW4TyfIiyn/j3plcufOPXykhGDwmimAov6L8cb5s3Y5xFXZF
dRwRKtw25koAi6cFmpNKvnClv3jB+UG3Gi1ghCuJCnAQZgW/88WERmy9vspZrDePpSit0TGNGAn8
Dvp9LmRodErIkE0WI6SkyK8kgn9YHeTpLC8ECpDS9dJPJ+e8D7JwrI5CJlrMLKYFgsu3iNiXCy0M
b8ebvowihoD+icncy+eR4+NjRiQPliPygFCvCb3ndy6rYeF3+HMf67TeodM6s+ct4kWr24NVX41T
/Lbz3cxqtMVQVJpR/ZeNbKsXKyB+Wn0EWtGsaWT1zWaA/2e3sn5SZt1qKGkjA+bYvLKdPmBBgYBz
l7xiGrmgUhT5/EYD7sYQCiZgaToCcqvExwA8dNYe20bYZRVyqJ3MSHpoDAEaJMJAIERNKMUb3fKB
YBaJuGwmcWn0qn6smbN//ho+pOdcHjIpCqc9g33sxC8GdFGRCIBxffEwlo3p+MP4O+jKeqnnRW3L
MdN9kgED6DqjTOyjiMwNRXQZPDehzLBLTdVlY7a5m+qke4VyQK+mdasUxFsRXbnUDzsGuCoqBYgj
8WGSqV9caZdNvT5kenG0CvDbU83ExCpKCY2c+EdQgij7/Ml8OEBnTDbCimxQCT0m+SIOWHVbSxnk
rONoDAqQcnAridcmV75B7UOcRWsCCA19GwYBIHEvgnuvVUpey0l4LAGrhXZqyV8VaTjUwbQJyjC/
0VXQav44MQRWy2Kna1yHJSTK7dDq957oW3to2+gwTsB7BkPbdnrc3xVaqOxihJJtfXpRzZTRbhXp
91aA52A7tdJykn+YAHmFwHu1/EDYcBl0S2kKy8mA97dGtzuzVCepRtAGIolKowpbIfbyg4W7S6Q0
vIBpUleFIdYPePIsvMbsHibDTVAtOgArGJEr3htlM9414ZX09GPlxCMDhgg/huOJw+nizdShappt
nUTHqUkjx8fR3Olml2gjkXJHnGj5hVHjbds23hPMHyH/4FEoWr/ERrxFK8pVsKF6xlDBmSr6AJVs
VUvY0uqVU1u+7MRDLAKGJAOnIQ9DGOziw8eUxm8tMwuPWi+EK6XvlHupyQXX7xoZKUG2U+vloAmK
zGZADvS0aXHpCNjQapM7WEWFez/7mhZJup1QpUwNNOditV2FSV3fqIK/azxJXn++6T+cuWxBmACI
Ksy6enxr58FKabNKCLS+mxFd1kphU9wwW7N9Eei6CR3dTszhmtPNn9YkQKKMqc3Com/P8V2m0WOC
JslmVx3kqPkxJfWvNEieEy/epKbHIcjcSxCD5ef3KV1KtfHSyfdZbMbSWXNEOb9THDrwJ0+a4ZCF
CyWDr3w0rBZmzinLbL9qbV960dJbeEhNuU11MDtgM0Obp0KN6qO3W7phiLEHfJ4xdUQ4GaFZLxQq
tXoEV+BNtj8BxZBfjQb476uO7Guu7CoafnB/5O6+QyI2UddRZo/pQR7uOtA9Rbz2xn2TLIzRzWJq
TQqhU52UTlc8pdJrX7o147tW26jW0gp+A/tNAjqD+sqjo56qT3q+Np+xxuyzF0XZ9RBtZo1qp95r
ptuOTMIA/DAm1V29dd70Z4bfQnHAzcJOy0U2wN6+VfV7o3ry6N/pz2qCXXx8jySLXR1Gemb5svCd
Cldb7W4sFqNpC1+Jugy8Qm3jGUtojHxOCDjHGeQKjnOAkCupuBKWP54CWFrxWcmwQmVytIt4mYgj
ZvY6Gu61ooCcGGhueiFma72T9128+Hyb/CXwcZY4sE3mL8HiNEBX5JL6GmppKoal2h9addnLD7lu
e9N9XfPyxNLRaldLaBRoL4b53SpuPV5i7h2D5iVot7XyVVF/SeqvoafFVez94lci3AYeSsiuGj9j
GA3mrc13nsgM5kkyn8axRTD42e9kp2ktG7nmZciYTIicxmOiAaiiAzPSxxuvPfTBbS6vfPOltYBI
FT/lukIQj/4FbwjPH0dCLagpC/bzs+Vtx6CyNdg8va45Y0ZfnU7KUDcbfIFcpcdOxOkB0Kl9S+uk
pylHYzlGVLMDHsEszcrhM0Qo5I/0JEUVfDDSRalvC8ovSfsZCoWdSXvrZaCYquB9CQD5M7oF/kuZ
p6uOSx/pZ+NyaMtQmHpPpL96AhVjiyHGLTWnScyAu/uqfYM60NOLr+zo1AFWShzZfKiKQxT/VBke
x0h8FsPGhBht+Y+W/xBWX3P9IIKYCV5ysDv6rsSPZoJQBNAtjQ4eF6NaGytftcVX4FPAmIdFooCe
YMe2K0FbmODS6USXG1O2p1POmed4gW1ZDn0W5mjtk/xbOg7Bggm4pALuim9kmAqqY3DBgdsWD8ID
U8HuVdkh0UF/PlzlmaNWbk9EaGwVGAf9GtBr8iIHycchKS5i87WXT4Ll5j58d37NousXbez6ioM4
l96ujGiNWY5FbextQ2CM/TerpiW5kY1NOS6jatnPbLyxAhCCIMX8j4fxvqkAocOPq4dnMRiZx31t
868Dc1xQuJgQGqf+54QrUei25gpyIQPaSn604i0CwZm89ZsX39wk0zej+z6xM03IKybpxjyrbgM3
Jo6xT5iKWqu8dTGZMocdeHhCIX9l3U0lHGOQUfGGmmyQt3ECcOAmbd2ouNMBimT1azzPkwc7rjeZ
9KBy8ULxs5MeuuToDceIYWONq8GwM6uNzomex09ZcJt5d4q0kv1VkG5Vf+VFN3G7jZJt2c7lvTKt
QUdm072U7XRpkanLVDuM/TNEPqV7ahG82LT5/WiuBnVZhI9VDDXwILX7lsG/9yzzeUzDRrNcy7wB
yJ5qa7R1EIEIgEFtdQaS16TF1Pm0vwgkBig4ajzkyEn3PmSveZOj1tQdJgaAIdjSJGpsA4Ga5SiJ
xyhK+s1U6v292pSqXac+8tpyuPDQt1wFIl2UspXpC8fD7AoBYq6MSX+NTmkcQ0/BMaQeIxS7tbpH
M8oeG2+e38q5mxgi6IcZCJYB1mrSYFiVg08HpkMApKs5phJLjPHJekZdQLILIy1By6KXSAmil40T
Jjp4zylfxR3QrM+D68fyk5wIxuFcB85GmW/oo3cHv1AgriMFQnKUPbHf60G3KJVsIateZ0+dxGHc
QWYx/dehrREMEv1r7krSh3fCBcz8wJn7OFffc27+7gK0VuqMSdOSI8WbeuMXe7oB47Jo1N9hDXSw
aZAQSiqaw9U49E4WTz8hjTNzKtjonz+L+e2f7Y75SlDIkRn/oB0vXaS0/ZQEVoIqyXFKxK++NnF2
j1RcOanuSkfmxiKuf77ix/R0XlLHrgcIv0b5d1GAZ6mS1JOs0vqs+2Zh5lnvNLHxQyksc5+qPsSJ
Vt7oVZaCh60911Or+2qQHxUOw21pjiD69PTJR9YT4iD2laKadU5TxbYl/zIGDi3Yz8OVp/SG6jp/
TLAMZskvkn4waZcpdTh5YTyGZQwMjv3RSVmw6gZRdnqv7RZSHzZugX2vLfuUSzpo3chK/X0DxMJn
3NhmSbdUfUtajaLYruRWtbUSJaAYL4+l79X6Ustya2UaMwcmjQBj1E29qqVCX+OPi1VnEP4YM6O+
GaV01Y/yNZHzOXO5vDkombwSTYXGcSncXo/F4OXqFB9lSBU28kyPoxhdye/fZFY/W+TirXu+Fsty
7AGkqUUGHZORLkOpKsDR8D+qCePP8GWEcxJasQkiYHptvZTtfTYkuOwZ2CxhSeFIGIYMJvwgfGfd
eerkiEAZFhMq7CSxnAwD3KUU6Vmw++a6UH1oCYVgLK0Fb1e5lsp//IrnZrpMFwtTNiCLF19xEZo6
yjmTcNAbgE3oPE9uKXY0B0y/3wQFRcvsU9f6N9owt3d9v4JWa+oAtHrzyga9lF/lY5onFzpgyXmE
8UF3ubFUb6RMEg5tmay0RulWZcNTFCZ1k2syJAW5GJcTqDw1RtZXGpV7K2xIEuBJuL5GEqalTFoi
4xqQ8Y8XhvXYrC1GXxORivNQlxV9FiVVJRxKa5ycxu8PylRuyA+SBbEN8m/WfO1abzF4vEN04nci
fQTHGEFJdVgdIj4XHPN0ePnHQYgqnqjH29MgtlxqolQt8o6jX/jHxDOxpqae1ZV25SVmv5syb6N7
VrUoYtN3BnUQHZWfcvS60HeaJrmRsBvyG4UpqSrizuTXTUquoP/OrGBclmMmOgO8iLcL/q+qyv+i
3vru3X1QVXnMs1nJ+i8xyFnx8e3n/xJTESRD+UJDZharnwX+1Fnk8y81Ff6V9QVEEl7tUPLwODOp
s/+WUxEk7cv80yYKhNabLCCn4t8qjoKsfkGKZ6bsm5R72An8IxnHC5iWxuyaWQJjbNqvcJnEy96h
gT+KFoSD9jSYuXVDf6XeWFEqLLIIyo+WDN0a7ansESFHeIt5jB6JmsnDBu+qyiGYYKHT4F9jB1I1
XcmCzutZrozGHwpYEFcJHIiIXATkdChE3w+F5skTg4o2GiV0qZfSnplavKwENbkSLs9Pmb/X43XQ
i0aZhK7veSAIOka50+h3T8iftW7SQ1lA/Fm6UqVf5HZ/LcPwEfVrJGxgql2ku4FXxJKXBd1TYYBv
zAQrB7UbmAIsdKs/4NwGdz0y0TqTdWXRGHXnCGXVXukUzs/uP4cdF4GaBc6RDD8BqHGiXgS9MI7U
2rPM/CRowriuZVl4GUtg+wiAtc9jJTZAAtJ2L5c5Go8qCK13X8j+r4XeC+t8fAh0jcnmMC1hjM55
cLG+oGr1JOVzT6mBPeXloNhaeTD3ithId7lmdICpI3mnlPVwFw3qSxsDxv38Gj68bkSOCKyzfwVw
eabc5687a2JhqhO/OVWy7AH0pIhoKkO/ssp8I+cPmlUQMZlF1vjCLk+XYYj6UgqG5lTqSrWRwxho
bIDXYBUhCP35Db2lwudr4TAIy5KvGMQlSKbzO5qKrpewtRpPo1RrC39ooyV6TBLDUdPadrIWBHZe
BOAfG+FF7yHQJAwo16GQhc+e78mpEyrJNauv8/R93miM2YE2GaLIkFbWLtJ3lbIpStuqP+mK8K1l
6Ab6NltHg/aAspIdhMW1edbHB45/PPNZMkXiIwSF84cgmxj46UUynvIhYkgOdXPhozqN7k5oXNnF
H5aiNpMkti+SJqBcLwfBTamNtZbk3SlpofGkIUytCeF82C71P9OZ4zGyFMbOpsJ6syDbHCvf1WNZ
UUZF4PXtqRWydDkYlrD1Wr1yvErTDvmoi65kVAa+hek1Yu2fbpLUk67wjJlgyn6+ctS0QaHG1XBC
flVdI4MpwGDPk6WqjdcMpz4E/LnWxWkPCQXZmsUUzpcacJwKrUkeTp7q3Rh1/IIva2IPRoi4V628
fv61fNiYLMb5SeMB6Rudh3q+mFHIyF122L3GQwErDLpP5sSoGK+LMS1uplBId20GAPAfr4qmMKkw
sZczRr54j9U0xRRKgXia4tR7jXs46mHFCCSUhbXQzhqao6D8/nzN+bGdhQUSDKomYGr4eFEgXnwR
XIXadVYpnjofSqPVe7Ez8Quu1E9/WOVN2V9FZRSYwBup9P0O7Xo0hhpvOul1YLmBVje2qQze8vN7
ueBdvX0IPDdNJHiD/CBzOX9tHq4RXaF1+ikqzFs81O3Ch8vSFBhKQBmsXElBVQjV3GgdJKcBI5JI
HFFQG6H9kT4Mp88v5w8fx5wpUF/NPH9yuPOrKZWgwNMm1U8m8LcafOGUDwsZOfzPl/njXc8wIpO4
jovMJf5rjA3kbeg+n6CzM4rsEfXahbfmsVddhSGjLW/KH+gL+T8B8HrXwGd/usn3i198KbgsJVZa
1fops27V9sYw7vzgCmL+4xKyPFv7gAJAMQGI6flz7JQsExMhap7RnE1WyYT/WxobqNEmWvyP9ykn
MR8+eSUgUP7ufCmhT1U1iFvrVPZ678Yy5F7AtMWVHtKbcs75Rye/WZbNO4MMXr049/B+r0Laa9bJ
NLs8BoqZN798XFg9x4sYGSy8nMGEredTCf05SVdF0wS/yyyhO+5Lw+wbX6rqV7FNLUpjTw/iBfO+
7GeqZajCZc1sU+YhFEv5Z8Zhswq0xPDgTsUJIipKM+7Uouz2QEbAhJpAdYGyYGfWt0Iurv2wZK/U
6iy6pSCa9NvMw/RaoPsYDrh/hNtA78ytu7ey41040KS4pNXUG6esTnK3SD2F5mB9zZ3gQxrL8InY
TZ0AhmUGQ52/zAwPlUo2a+s0zvrDsSdBV/ea3JC3shXS4ijVsblpe9iIkRfP8mJ1kv4j7MUckGhZ
o69BnY4xBjyX80uYEPhD6FnwT1ovWxtMq+uFLMbxWujzzI0DWv6fx4KPDxbVNJHcHZtYzClU/Xw9
2mBlKlVNfBIrP14YE8omegpS+PNVPj5YVuHXY5MDJghVyPNV5EHyhkiu41PASc0wVyk0ZMlL+M19
p+0zv6t2fkYbQimZ646+X1wJCH9cfy5LGbfPvvAXd4k4nJpMGMKekPYO74qm+yqUwJbDnCRHTzF9
7YcBCrmSCy/gAq51gC9G4PNL5fZB2Ok0hLBMuOSZDklvCkGgR6cEUlaPqiPHa7UzsE5yB2UsHqPA
h0g+MnmBopA5ejkl63KU1Ct76w/vmpkIKjWAbGSQsZdvwStUrRB4C4Dkp9UQNgCP2rxeff6u/7gK
rVVppjTjz3axg/vJt8rSYEflZZO6dTIM20KMrmn0/HEV4q3FqW3NIOrzHZX0qZFpZhyf9AacfN8H
Bdwfo74Sd9+4COdxd87lJBMOASNwvpPzZVqvw4OyE6PTKMQm6np5fStoFYRGv9awXsfhkb6nbFuj
aj3nfRncJqmVPmGhKf7AYxgBEM8bXCVD2c4Yut+G2IILGnqDWbIwZeNvKRbklTooOE9oTTW6SRgj
KOLBxvM6iany52/mD18BNwPecr6buVw/vxl58GkRem10Sieapq3Bt443HsNTQWL+OMqqI3j5a4p7
btGN18AnFzOgt48AnDuaQSSOvLXL0i1PoWDglQzlOak0l2fH4FwopE0lwiqICylajcpgrPuyFZel
1mt3eeeNh8ETw6Ufe8H/x7eAGsrcqMV9SL18FjqdH6tPs+hkJaKxQXM/B3SsZle+hfmJftg+5AZv
69Biu8iVO8sYqqabwtNk9rHjxQNKY5afbsI0nTZTrg1X1vvDQ571TXnEgIIhHV2mzTSlK7ZrVZ+s
vvtaGBB480DW7F7Sx800KPqL1HQvnYq0Tpf30UZqRYioYlfvlCqP3c+324euzDzuIgMjzTRnFJl8
cfdBmDJ7HbPm5OPbXSKf0NRbCqXU9a06WLHr62ceHFYKvgrKoQhm9GspXtn0HzqS81VwlqM3RXeG
evdi15cC7zlWjGZuGZiQ9MvmmfTU3/QiM/ZehEGTZuCNcS3PliPOKK9Nq4yPniD/yizsbMbmgFeG
daVhZswJ27udwVkw9zIQ9JoVecg3LhO6vDczYFfdi8Fpf+O3RfSi1zVoHg/KCIIbhonEU12BjLTB
4Wi3vpmUL3o5qg3anBNSH2OiJHdl1nrfAqmZRUmMRLvVjUCp7a4HNo58R6IDHvQ76TFVB/BDwhjk
9w3S6MCmGEa/IEvaDvbU9NljiVse8qCKluzrvpYeaLcBDwgBoz7KdaEMEIFKFHGq3C+/+WES/EDo
Rn1M0jyCoTnV4FQGyjRQJsXEsF3WvPLQ9UL2LUsr6TSaFnKVWot1hq0qHip6gGaC77LYTEB6gtja
5YOe3QLO9n9gF5FxKqEy8apMSCbnUqD8BLALlTGKU/lV6fBid2R9UF8lyy8f1ElEfg4bR5/ZTiGS
zE7sJVSblOBHYRkpHPqe5FzR2nmUb1nVo1DnwGvSqLAmpvETQk95UERfxSz1/ioN/jvCYCTBR/T/
FoZ/bLvvSXs+w+AP/HuGYX1BBIqimw4mH/48qPhbEd7Qv4j4GfNNMN+gj0r+/a8RhvYFFV1a92/+
ARxgc3fsXyMMSfyCHPycB8j8MTLIfyIJ/9ZCffdlkrQgoETknHnmFI/qRRFQG2rRaIXWgG0BtZOC
gdsNCugZLW3VddjW5iarh3Sl+1W+lzul2KqFVyyTUZ/2tTJ0uzaOE/hk2cr3QbubeRnfWFZTPkrS
kN0YGTmfjiz5Wq3qaRdKk4i4jVZ7SHsisIbgdnUlhTmvhecSn3wXHTsa47TnORfOD31RrTSkrhX1
qDF+X/hpZrqRaf5AuVvYvHvJ+78e0fsu/JwL/efB/b0SbiZ0wCw6bpc47jatragvWu0op7CKgmAw
OXJQism0IgUxFui3RTsbeVmJNF0J8n+4SVakbprdGWXk885vMjCLfDBT0TtqIdKsiGr6u8RTQZpo
+njlVPuwFJvMnJEcNMfnU/bieUbsm87q0vJR6PVmGYz691QPRGz1JO3Km1PmfPzsgTKrwgWBbQgx
CdTMxcll5KLup/pYPsaGuEz9ekPfeGlOzU1Wim45pEsMEmxN2WR+7HTqMxH6QcplJ4LM6X1HEYre
Gujmeh30zXZM92IFBq5TN6lKOyQ5am3wNOAEraSzmke9g5G7qzpQHAHCTK0sXTnx5os9vxmVnvOc
eIICohC7SNjNYYz0QE5ibJF6tGtE8CCDl8l2OoLBDlXhWpPrw26E7DOreNIAYlrCzjjfEkWPUFJE
m+IRNJK+mrwBvpowwPJPvWxTDL31EAsG0IDq6g45L034Dlh5noHy5QFToMl+vrIRRQOMEo7O1qAl
5BcZ4gWyl1752i6BBixDFYcOJwM3cOSiMV/Gu5aIVEh5JMBYfWw9CZaoEMRrlRnUKk4NJFfMZAHc
u7Y9HwyfXwGNqL1AtysV38worSiC20xxBRyi2vL7P4wDqClZWADheYZylPXWy3p3YcVQJm0eef5T
6Pm54yVNe29IoMu9ArCpBHLb7SS4iAYSDZ8vfFGt8eTnglAn2+O/TGuUiz0mYQQrBrpWPTUq6FYQ
tcyoYBL22UNZj8+V0j1GyTg6hm+Jc/702mD+0CtoHKWqh9JOuw960iegGN9z3NHjVv7lS0pj06t9
xasX1A5Vc0HNftV39SJV5srJlCkPqMlmpQBA0OcvUwALpvr0ZJ9KTb718Brqk2KRm9ZdbSF1nqmO
1mR2KKjP0t/0+P9mKf9L2Hy3fz4ALZ4xrQnr//n1P8u2aTP2+DvIxfwn/52u6AAk5n4yjAlezX8M
bIBcmF8wsZ1hGHMW8a9URVK+zFkN02BYlbPWBAHg36mK+mVmp81m53ShIChL/yRXuYgB1NTUAgaV
hE5ngr7OZbnn410YhpLYPEVtRBJeKWlyN2ShIToarcPVzMazo8H3Y3ca5e61bCs0pk2xBkqo6PGT
VzblXTIo6UEasc+tqR6vnJbnUf/tAsGUACLEKptBzqUEBr7juljRMX4qIwRAYLVvUaExwQmmpXol
IJ6H3b+XYnjCXIPWP+/r/BNqOqMHdDc1T6MwIsbWV77ri0F0RQ7vQ3o4n/2w2OfJFx/rBynmHuyw
UIHvPVFAtytJB0ScwiEdgDY48IVKCGxtAQ2q8TjqktG8m0rhNq6SXRV4COtIfkbVHU8u4tnaMTV5
4oJkxYtoHOOl4R1iA+5Z3EXFOvIZZhd14K2CttSQnLfEa92CuQD/z5k8PzIgauTVxEpxJgBfPLKR
vLAa0zo4GYYQ/DQ4EfY00mqHFIuqPCws4PvSdlBRAW7VsVh1yeT4Yywu0gZDnQrBrKROKyiWj5ra
RW4X++FfL/W/0YnoZH0WnY7f0/wiJvHz/45J0hegCPjvkk3xGuc20L9hYPIXFNLx3qPbTSZyHpdw
dyNxBTkB35rc4SwuEUI4PVVadByfSAP/A1utt3HU2cYi6WKKwuSdi6Agu8jHEbvg+O0G5bEIy1L4
CtPNug8Hn1I9pZ+6iZMOZMzkZd+zLsZXtkxLbVnBnIQE603FzyL0UMFrNM3O5QAnU1Msq8QxJf4E
ThpyPEuvi2WPpUaRofBlWAgY9n062XWi63uVsh4fE1GpY8ePR9lY4N+YH6NJ+FZ1NXJZmdznryJN
13FWPmaK9H/sncdy3cia51+lo/eogEkkgIjpzcGx9E52g6AoCt6bBPBas5ttv9j8wNKd4jnSkK3e
TcTcW6USZZgHmYnMz/wNnE7tjpbQHC1dsCFfmdkwVZtet6PvuaxcCmhFYeNVFzWINeZdVt3EFlF0
3amh9pU5jP075+YvhxklSWjCVPJoAqHTcRLJNCxsTJHWeMj0OEA6u2/8PBfD+tWWuvl7QV5nbL+c
zoxiQKihcbiQvF4SkFeRWtYQm9VVTIGoEO2miMpmO1ot3qzwtDfWkL9nEPKbfcGjkIYuwvHUkJyT
MKc382K2IIg/SL2aaPmUw5fRcjU8ailQ/ki5UFPAuom3w48wYpUNR+Wr1qpg5o0lzemqC3CNFYV4
ygu9ew700sOACnEWx+8cBdMznEpxL2LswHyzEtOH3pls6LqWNZWbuAJiX0yqaTf0QaHmcT2n5Xqe
jUmu0l7NnR9VTiFXcK2T69Zo0WoUVjUh3oivi+ZB511LUSFnFjj1XTqr8VGTyJn4Wttbj3Ysmx8i
TxPiawG9YyVAg+SrP1ywBaSAhJUw6IMuk3h8x2GrCmJmlONDFxY/grk8DzXmZja9PZThePsy2P8/
e/+dzhSxF/oe+AmQIiK+8+ZZ/NPo8JkA77n9t3Xcdo9Fx8++l+2/bfhi+e+HIuY/r4PI3w7y8wB3
7L/IhPEcX+rRy0nMQv7LFVH+JYkcyZs4i//Gj/8MLE13iStJnSWFLs7XBeX4r7hS/wtEPoVuUuzF
WIHCsvMnB/hJ0Rz2P0WjxZKRdxXJX2r3xxvN7CFGDbEMv9QDrOmhiew7o02uKmpWWl0/qwopqnm+
D6Zx2qUuJroi33Ru3azgi6hNU1jf3974x5HKz88Dxdt14S9zMp5cKKqBFj9NQ/glT6t6q4USif7l
hxTh2LWWYuyV9/qnt8c8ScqYQrw2KPOQVC6dY7RhjiehtcxCm7TYepikdm4bzSbPVfMxnKJ61TVR
tmnqUfhFDdi0LiKASu/ZKLIJX4VngmIndzFnM4mMvYTQJ4uQR0XPlI7u3WxPKw+Hg6iGNSWw+JLa
gRiAGCy2ruDHzIe3n/zXgTlmAFpQrgGlx/+PH7xpwwjIsWXdmVJD3NZBtUfF2P9ZwXDvtWrbopBh
G9W+LsWXt0dGHO/oodnBLDC0LNYZRO9CozgeOxmETdcgym/TVbpCT3F1efn1cMh9xw93oDEu7Ctv
Y191e3ctD/IQI93dnCPffaVtsOZYe763QVGeX1/+XLVv9sW+W900+46fehvzYN50K6xK+INPg/90
I9fowH5pzr2NWDv8dvJNfZlwHyPRx3GLtsuh2hhX81V44X0Yb5GKSVbTjXkYVpoPqdAfVs6m2Tzd
8E2fnjp+Ovr9mnny4/Wtve59RIu3QHR8UDQba4WQ5qZZ6zt9V2703bBttvmP5IDGzlr53t7b2+tk
V+7BxaOlOH/Xr4wD/c/r8Vo7x0Bv41yYl9pe36Efi2gzInR8N7qnL9/f3dgHbWutvP18I66sw/Kd
+lXg/9iflyt04n1nvXwMb13v6/N2n/n3+Yrei4+z1A7RtwMC4jvvod2r1Xu2iy/Q71eh4N/riZqd
R+cX2OBpCzRGQzCobS273a6vHzCnO6/9chfeDt9i+O3dKnLRFtmgV4eD2T7cIEK2MVYoRW3nfbwp
d/zRDRfq9nl3dTatIBb799NK7cM1geCKX9gkm3RNGOdnTHmx/Hs5Gb5a3UbI9a0wpSk+eDfI4cZ8
vVZ7bR1uC3/5u/v92xv3pS1w8pz4jzooOaBy8Hdw/bocV4lcEdpaOUBkL4S5r9yzcagTWNHFTsVI
DZZTspguuFSduvri7x+QbI36PDq8fNVO6gtQmHZX53EHQ5T2ZFxMg2+MFS5xQwloQBq1fggM5Tfm
WJ69/GCg5RCZsBadnjeUngtFPoejgddIoNmlroMi0c8CXrwzL2x//lCUS2swCJ31P7/28ucQZ3Tf
KWO/mDqfzAzOPUuuAhzExff2+I0O5mJMJmTdb+m1nGlCuxBFdJd00YWbP2tdd28E9hpRvitLMy5N
e75vERxdKFOht5mpVpqYTOjfwwhrTqEenKR4LEvvtnZiZMG98z7vPvU4UgQtKMbiWyzUF+hJ+xIy
uT016Jj2V14pd7HxkfTBBc/p3SAdt6urETHZOdpJvGJRt78Yu3SLydJGiWBTRtc0SxA7rjYBYmel
g3inHPYZst5gRNZCdOeJHV9bGcKQdXYH2vBe4VWmcFt8e1Od3EAvhyFgCXSNXpA0MDGPpy5P3N4z
zTy61VOumi4BwwiyBwjRDx0qxzlIPcO+Aci5BdoxvDP4cQF9WTEWjBtw8SMAc38KonQxopjGzgg2
COmNfu2p2E9mVa1EY6EH2XbdXSXIElrAhW8/9fHt8xI2cfdhkkqARnZyGuTaqnHbES70ddKaz2nu
4Q051Pl2DhE6B3azSjrLRpWNXq8Hn2b39uC/yDQBTvcwmFp0W8ViNXaSeVWix1O0t/WH2khRqxXh
XZK76bnRIzGgB1q2Be2BNZ1dXpZVeYjnuL9MbaxljPw8Am2CvknxKMRcrMNuzvA4rJ6qpGofcqd5
rxR1PE9UFl8+KQVjoHUIybwwUF9lb4ULaCUjfnjojfgLkHuE03Q8/2LLOS/a+Eufkj7H0GmzOXtX
85BQ81VoQrmaJg5UFyoQAF8p9y+//2psQ+WNa2Ive5sV/TpTKthUw3zYrmOnghvYID3YmyGtpnTG
/jGOoDM4qFkWWU/St4hT1L134ZSc+BjRng/C+OxOhbrtlNnsmgZl4JcvZYnJoy3Q1C4miJqdTj4X
UuG0bP3arUVy63RV8EF0V3OuposkPPOcaLgHMtCQyOEumYhJX0ejnfitKoazGVTwGn3G7s4Jgytd
DpBaJuvDy/75o6Tpocz5538sf+eprKYmRlL3pZryz1fX1XNx3zXPz93lY3X6J4/+InbmPwdfKthH
X2yKDiGD2/65me6e2z77exCcz5c/+V/9zZ9l74epev6Pf38q+wKc2d1zSDj3OplZAu7/e8N/9/yf
/7MJ46N61fI3/s52hPyLHAL4D/p7AECpCP0r2RH6X7qxND4oQL5QD/mdn8mOsP6yXc4g6pPAswj7
+XY/kx1h/EURC9oKiGiKIzYMhD+oVfFRjvYyvUHKZDQIaQMu7RdkEo73MowizxmsvtnMblenu2xK
6O8op5IfYxtY8zbqA73163Cw5FaKZvxgDpn7yCceD4FbItI9gMfB0TTqBWY9cqbIDbghyc7b1PI+
20GPvmrX5R6F79hL7R3tWoVMzDwM16PptDVBgUmSRYPX/dpl0HKxzdQn1Ma9OrgsXK9FckR10eL3
V2qlD5Idy5FUV+NF1xlWsHKN3vRDBxGHazUEyT4edO+ik9l0FUK4exR2Uv+gULb4GUX64zxPIHBB
k6dfSq/ILBweMoXJQRbpVzGyF1+6enA+eEWu4l0EWKfEmSTCZVROIeYPgRJOu1JZPhOxhXn7iHay
8T0qcgPN8TnOP5kdS73Sp9ACytTNOX46xlAHazdq8Uo10C34bEdyPi9Q4ZUHDVwYd3N2bYoGu55e
ec2ZGVFF2eVtoV01mQ2p3CuT5HuUpBqsCyGms0ZW9O/0oXMkFrlTm2EpBPDLt80OoyXRaMOwhl/R
xqsuKCwwRxpkq02SWRbiCkVfUdpGAZfjOw4HNH9786toCyNZlTJrbuHehosGCx4kSQeOYK2nguOz
Njv3ukktvMuz0I1mv85bNE8pjevmRtNE88kqbe8b/NYURRsrBY7U5sp4HIBWNn4YAfVap0sffoho
h+wDxJVAy1dJjt+oWXSoX9SidldO3s83sqVyAG5pUtXeTUTSrkInRXdFU4W5pw6mzLXUFfbzJRHN
h7zAzxzgZuKEvofxVrpyO2MiEHaKWNv1o4eRlhCaU5/VbYXwUWbrJJB1UdaozZSI7/nUqSpz39U4
NI3CQ46DIoM7bCIv6rBRixsU5b2kMe9dhZtWMXYRdbnZBZk5ErzHZmFNvrTYY7BrpxbLmnb4MKbN
PKDek0ysudfn8myOiqT3E9rYj1k46UgX0Nc6r90+aDaTdMvcN91goeVL28k3dl4hGws6y7105lKm
vlCOO63MKjCQeMo0iT2y087zPqmxAF+JuLHtfekir4jsEnoY0PNS3MQmYYxfi270vlSaiXO06NyM
+WlFi7qUNw38PFPTVp8a71szd3ynukcQKpqq5nK2ChAdsZHo+y4fcPtVSclra8lxwfvKCIlW8AQU
LUduX6efudXQjevAqSUUOA8Rjue27+mcEKuZ8vUPAwSf5SfQLtK1gRDbgsCkOLvKLK3MgBIH9icn
L4vUt8SYAI31RM1kCtF8bIs4+5GBp/uat12NT3RTBc9dVWFBxhuoruzBnJN1VgG59fu2xLEWlC1y
26nXZCSBsRF9clPPVL6yamn4zhjpoQ8/pO/9NDbCGUBOguJvO4sEIWzDnXXwAwUCw+myefzCTlrn
DJvX2lyJLhKRb6UDxhuVAFe5sz1tvgHcQXRY21Ger3W3y/UV72iPeYyrAX4ootbRD7J1VbLryAOw
Ms7oFW7LuTTVdtJCjiYJptHaT16K1BuQS45DKxQNJRb6COjSiSrHRLJSWoO/GFHwNqhJs7b6kIrP
pd3g0eW6Y/zR7Urvexno/WduTkHCp8ftsKPbgdJG2XfdgzdOkjA2G1K576vOLDbW1LdYoWiJozBX
MsKKk0e3kic+ztgfYpnH4xY3WPF19AT2Lzx4fxc5aRht8kob1L4p+9nahdlsdHeiidghmjbZ8qYf
+7g/MI3aYwGdJd0q1WIv6aVZ/V2PVeczfLBNcpmvqcDfijobOYTrPsFDsnRydmbe7c0Q6Ug7ILJr
5phlpS3J8tke4kl2Eqykne9i6uIXc1lcJorEoM6Dg83Su1gbuOV0A0hr44UTstCGWhl5f5WG6LXw
GufVcC1q/allbN2mvmMlxlna9Durp6AWBGoVST7AkKq15SL89BJsg9i2PETZKjSLYjgabWN/xif2
+9QW92Nq8ZJWxMHmoxHeDF19macTtlrT3mqjQ9thpU5CN9FcmVH/MtA6H+Npk9fR52ZwtXVn1/Xe
adRDXwRGvEricW9JDMeK4o4+BEdbbaMK6l4WkWX6WW1vdOzRnP7JzWMMQgfISB6jZTpmBg0yeypw
zzwr+WRPVrTtMh3uVwIiJsAKBvUmlWLmPacZVkPTWTxX6ZloLe0MivpDmIp8ZYt2jZdLuVfp3ixz
3tSpOaQhyn5R4e6bMN9m7nDXgsUYpHfmUQkr3QQTyvHbPOhIzipnOvD3PwVN+KlNBCicQtxnaXw2
ONG5m1oX6TAhhO3OHmfttBvqEfCtzretQnEbZeOTrSXFJh+i1vOVbQygvIB0F7iFFDkvatNtNGFu
URjgFZ3PE3wos8I4VwYu6nmBuJQtrvtIsWs4cXREAhfNnWrluvXnRsObJ0mfS+mh3ZLt+8Tc65P7
sWoX4tpM5DyR7XycdeHrsrpuTcoxMeDb2c0vOYsQ7R/zeBONSbmJZiDtUYHMdwk2pTOWQCbrnuLS
vGvqHKQ1L6Pfzzq6ptm2LuuHwUw+c5z6wD+jgwbLYFjgCV1XcgbEGF6JGprdltDnvnbK87rOHs0s
+jQiePrUlIbx4Jh4cgqzX+Hz4NF0R5hIc8fLFgz3OvEi9BrL8XaI+J60X9JN2deYoWkIYJzDGH9y
BVJJpTMYl8owplU3fhYVHgleIp8Zbp246VUUN7ipdYPt4V8UEKLlxmWCI64VBfXOJdxYm5X2fUbP
DpWXzZzNwZlZNdV9KxxCE3OmSbVot96IBP3ywrpLdLSbMq/Hx9CUiFXqg/jSN8N8MafhOq0pCmZ1
v0qL6dYUapsn6N8VJr4LLmsI5ucmLyqyoasmHMIDaKerYkb5V+sOTVZ4zHz8bY6jyxmnlRkOrjWG
V5q0D90kb5wu8QkwYpyR9TX6U/emjXFcpPCtkeEmEg4uiUj7Lo4H4WpKMQDS685cizIwV12a77se
n3UtvZya8DxN5Y1p5HcFhMDWwT+CEzXUvRuTe8YmN08No/X7IN17NZvNq3fhtMaEZGVlX6MUu6qm
/UCQ8TnGpc2LnorKvRDZbTxdaX3Ddi7v+8k6kwHLjycvQaDmx2gIWRi9WeGsbvrwIyge3zGoczaY
T3jftbK7mBBKp6wYXMIkOde7ZKtlFOHdKSDrfFaGhauJMDZ1lGKnE43oNmqc62hwYanQ9HssozcJ
DeT1sAyFDcLXwCtvBMxfYxdYSFXDzlqHqfS2g0qvbQSOMk9uszbgZDbnp7SeULRP7XlNk65fTQ3B
iD5334s22paofKyTuSdELgQyd/mVsltcmJtinWYcJ238OVeoj/BoyJSqFI05u34ktMaEo3wczaWb
J/UJArkEYvKV/BbTu3DWne8W/jiGCuqItKDr3E2k6WYL6t7VC0zl+2bCFSxPv6Ixh2FHIjM3wfEe
n0CaWTpmgKVUYH6CXoMIS4dm1VZ9jPWHanN/iGOBAb3MxVNjJ/mjIXK8m0DbBtVGOoFs0NTMcyps
6LcRahVF3KyRMzL2thywtfFGyY3YIfS+AgjdnldubmByNLYWYrp1/8zcpsPBlIETr2UcoAE4Vq68
TcI8/5HZhkcZTkd7Ev0XdAt1t1bhahzD4qOekcxfaCPh1bUM4u7GQQshgk82iPvKDA0X8QlPZOT3
ucC1Yxqr77xaKCiPTdYAl0VwDhGQAl3i1ejyYOvK6cBzG1wNt0qZbesbXTddZ1qFSy0USM/G9Skf
1Z6rR3fRagphhiiR8AFzpOKzM72SgmvRNZfA0stMeVamsfZJzaV2RWAy1efpJNNN3k7OdwOahYSQ
0NOSRqJt/vbnRYbLmFOvLX90p9WDo6rD/2t1BoRT3io03P3n/2rb4zrDy9/4Fy5Gun8hcgi27h8C
wc+2qvcXtwLAcMqLC/l8KVL/rDS4xl+AxhCrBwilI3m39GL/qTRAuKYOSTUUjC2l1j+pNICheV00
wyxOgNADcgGRgY4mZKTjQkNglZE+saE4d3URIpOnx9IP+6TpP4+iqzIKCUmVdtuyhrJ+o8OPkXeB
6ybJnvzLm24aOgEW5G+IEG4OcDXNhz1YXtwjM9woMWsLGv02Lb3yI3xSFzugHPoViWQa29S0ZSBv
RWQHwRZZD42SnFEUbkMD09bKsd22KWLzyKkmSLls6trs76hQ6KQ6pqbfYB/QPnl6p+HmpnkJ195o
cN2RJZMrlLEUO8g4+BsGorc/G721MEsTiG5rXVFGJEqpsktbBdzHaRxDXlKiI5YoeloTKxk7UbtN
Yju90yCK4b2YDFW21c3BkAcdslMmtrKdmKpM82quxs5rQhLZV/voN1CY360NELgFU81C02k+Xpta
KwaTOXMSRE/CpIF01TQwqebKO89To4nXbw93Qgle9sJCK6Xj8fIPOgzH4wUxlWxhdAI4C+eDWJlD
iGIQIllCfdPNnDBg7uI6Oi+LcsqeZq81HoZKtZ8n1bIFppgK+TszcFwG4xNx2C7cbADU/ERaJ5+o
DbU5CcOC4LtNaOethVaa676cNRM/N0vNCOaqCFflzGsJhOpixJkud8L3Poa5FNj/aRcJ6VJW5kWh
9E8bjRd26Uu8Ki1LWfSzlgVUDiJkntEZjBE3uE6LFMPCNOqUvhWBFuAEDtQoPR9DaT3rRlavjVEz
wfGklTk/WrTRvI9seVDVO4oyUV2sUrevZk5mK3DuRGep6F4F8xQ82cPYYjWlUz2y3+t+cnScPAsv
OpVKcMPUGFHaOH4WPXGjKYZNhA4y7m9fZ2iS+UZGFtYjb++nYyTXMmlomDBnKOo4NARetturSbML
K2B3BJTYImfsJMambmZcinzETrTIybTII3LSqbdHPX1pGJVXBmtctN0X5xjz+PFyV6GpLyPqJu7i
KRalaC5asgzwGPWa/dtj/fKEyNYCquZ1QUlWB95/PFaIVEJmphn45UBmY4XAJQ4D+24qBvcMRw3b
PO96WPzeO2/FMRyBiaUHBsUC31GUa8UvGBBauq6Vt6Ek8gln6Y9Gm97kQULcXnhB+9GYmnbbgRGk
Nv5/6uf/heNoGVZKBAOoSdNhOeWQzCYdjdIUNsPq81z7hq3Gy951q34VI8r19PZoyyt19MpRk4Ww
QpGeYbnvTuYWsr45zLOThKtZS/t901TOLugta6cFmXfTIneG7Yg1YxQ7ju9sIfNFe+F4cLrlFPoN
IKuLkerJ4EGQ1mZcW+yfNhirIvRTj3rsXduQ7jxmYOFaD7UdPvfOtWcHxEAaAqdeGYOWFZhMVqgV
BSvRdtKAyplC57lxxmQABzBYWPHqRZ+Z1/WoSSLuDIZdgslhP5fzrSrbsdwFLHB+W84F2YVUxkQh
H6OgerqrOl0icBtITd7OwRDPP6y4rmy111uZLmKdytHnD3U8aMMzQg5z+EEJNZCYJpObpJdCxaa4
iqn91LfwiOXoh2ZY4sarMit0zlMdxU/kdA3lYiqvsnK6asMSENXojnUzbcM5Nufe740ixtGYnEcO
B0+EuahwIHa87EM0Z5S2ozGcjZHQNhIA/a15nD/3rhln63CwCzAAaRVKMnmnjzT3UGWZwkAr1K3o
ippLkexISnOx53uE3ryNtLEMBj9l5ORbVkRdcEELr8nwMTA8jo5Wl5pbXkVO4ib5gZ3r4Dtejfbo
rbt5wLgJAXRNw+W5d8zA3mS1mY/WDf6a9SR+FJYsVLOvqzzT4nVpYZlrIlYo6sjxeyuYCOHDacAv
PIxzzX32tNxDFL5RKQVWaVcOSUEZOdU3za4q08fSDX+GGEe0qNt4htLaZyIbp1s70xwlz56XZcWZ
ZgXEJFRMktokjygqiVdiOEfYlxj6iFaP6JI0XQnV9qVvJm6RfRLmTG7USKNUZ2Yvc2+vQpVTsQiR
DDlExaBpV6RnIbePhvhpe08SPhU3xC7VDxjFrncXNprC1bSvUKz5TF0gjLjTKT9h2J2Ok35JVBib
eDzQVz0fxqktt1ZvTpTyUxnbZ26HGxRW29CZxw8Uocd96DlBuq2Q4eNzGWmGPWKVJ8o+i5yieYj1
3EDgHgY3eXOmhb2cv7mFhtbKqmLJSgSP3FKkO2W0VtFdtLUZGXJXFXRcKEWqNJqR8wlReJ21Dico
PALmcyXdwdqNbZ5mB1Vxr4xYAXdx74ZnbqjZTr1xEk8kD45j5f1Hyvrz1Pt1k+jRAeywFrF1XSMf
t6lpZRUC67qO9jH9corPNId6oZ+VQzjIfDXguzBTHB8zu8RXGxlQx1r1qpMk30LL1bqxJpEcoNRW
gK0od1PcH7VUN29cOTGz5H/1LL6ZTWjEBxY3qjYiMDrICWGTotiT2gSkulJj8nU0oW1ubYpQ/VVl
0gu7mCfXmC5l3lO3psClAeNOTVUjPxHow3gxlY4R7VzlGOGlYbth/NHJ4jDtL4ckr9x2g95I2U0+
m0OMhyrWu8D9ljWU2T6QqaY4KM5g2UfwSY7q0BByx8CLPrSDiOO9FG2l+rOcfqg8DKmTWuHWHenK
mtfNlGmUnfS8c8rbkop2q62z1uKkoMJjiOzLROIK3EXL3XgVz5qhf8ydXu/PHT0vx4PWWF1wqQUR
lehRCfE0dYgCvHchHt/DZFCAUzlsyV/AjBMnnoRnQWFHqebiQlJPdFRoWLSHNi/r9egg3VCNzvDO
BfHreCa6TyCHFuvDRdji+N5PFh3Dfpi8bRqoaA9Gvd2XDh6CrsUhPc/We6zb47tweT5zCckXdfgF
gngqb6cFchg65XqYq5cuuB85bsdomOkdBe2F27vGqswDd61J6z2Nq5Oc4GVouQiJoZSEsPUvWkx9
SVyRmTMJWh+10VnKUTH605gF57oe1Z9ALEyHDDVHfFGbxvbDJFf5NqkTLBplWRjvMJ1+iV0JKgHA
wNuS6BYB9zieeCO0tJiWTfAjopl7lvSGebAX7cS3Q4/j5SW+cvjeNsgAECUO/f6TUQKtR8x8zJof
KRdutVKVprcIohNX4p/gNsXWq4WWvjPoaaoDphkYAiLJLPGSh51gTCWw5aqkHPSj5i0b/IyiVrpr
TD0Zt+ToCoJKnOJFjdnHTH4aTN3BDRD++/ynj75AXT2b8AfUNpDv4wkebVkHrhUtgU9EN9TaVWOI
oZtfZK7VXNbkh2G+wl7Uqt95pU63uEQw3ZCYQaAyytt8KoyJzeBkmjWi8RYQ72QVRKiD7FyzN+4K
TsdoV7bgd6iWDotpNQZn+7ef+zhrWLa5jgUj/0OGCGCHtI6fWzND2SPD5WwnTOj2mWXWZ6Gpoqug
IFB6Z6V/MxaFHQD2Sx0HpMjJHGdmN1sJaeqWGNu7wLwIAVBYHzeVTMbNnz4WZKxlO7GXF/uR5X16
lYJlvT6oya41dIRCByzyCAIkLDX6wrrVVe9YmR+nJS9HBRcswCuKVosYuHk82IRLL7C8MNy1SeMe
kialISCKhg55H/h07HS5gh1uvXMk/GZU6BKkJbCSDJP85HjU0G0Jfi2h4RqbdbelaaqDlChFmVhD
3Geam/qGNqA59PbEnqAgeViItw50CXocQN2QIz4e1gXKYOF2h+mPM6f6Lk8GRWAPpytb0ZmQtIxC
LQh9Y6YXu8myKi/9dtIdtfL0Jgnfsyv8ZUtRGoH6yWeit7nA448/TdgPQUgpON3Rq9WUX/XQqD4O
fY1J41TH3Z9O+ctBRcIrUBJgpZd3+dWuShrUfWBj0H9ymwE8K8RZet0ggMWU5mvXydvvvYzd7J0j
4vhYZsqRmyAB5VTiLiI3OxlWDDUI2jpodyodMc2xTHWnF62CV9v32orajXxvxOMz+WXERSqdQgnJ
NofhyY7WU0OzesK/XaiMjdnk4XVBU35XmF31iU392RRJcZd34XgREs7dvr3FTk9ElpGiF68TJTkO
p1M9ZADWelbLoNtNJUlnmqG6lMZl+5AJE+pDAUJAaZWzHpN0fGd9T5g2y3Ob8DvIu9HOXhLwZbu9
WmDAploYDeOwG/pw3sVuBx5jzL2nZh6QxY8FfleqS32azPEmG3q1lwCndikIOUDTLoCzHrhTH5jQ
dt+ek1/2OdsIRXWWEpVojpqTfV5Wksuha6adVo/o/Np9tdPa+XHIsSJ5e6RfZp+RICGjDEfxHm2Q
k/fbjuscGcJ52mUx/ktjYerAhVo8GBNb+9JpUXth4Ei+0pywe8+W/HcPKaHQU5pncBp7x7NfirBo
xOxNO6pqxHj2AOTJysJHj7n9/vZTnrhpstLuYqYKZnYRBoFzfbLSQkPYk96bsWMGoCBmBv2uril3
6IClhzqTrV+adKhMtw6vRm8ydl2bSLivjX5fzZPczln9SeRm5YckamDejByIRRo9FxoGXW9/1uMV
IdqGrEEICv1ocYenEH08LV2e1wzkJms7hqN2lmmjmL9qWgb8sA+D9NqpnPYup/1XgnGi0/xHG4Kj
Hv0lAf6c3UDxlGPoePhUueOQOfa8VTTsD4VWFbd2PTxC9hp2VBAyv42Ud1Zocbd9+7mPL7ifA8Os
E2hqI3/48rK+ehltQH2pBB+1dYRRfM+0VOXryGn00c8tpwLZJ+TwMaZd9OHtcY+P22XcJaFahBER
cmFrLIfjq3ENMy1Dp5n0bR+75o6iu7kuytHcZRE+dzCussN/YzzWmBeb5Iqq3/F41WSNFHsopdsB
NAIHdcJLLaGL08zJt8gY9XeO1989nrlUwT3cg7g7T44SzapAorm1Dny29K4LuyFrA39m064vK8pu
CFS9EzP8dkTKtZgDwZ3jHDt+wLKzvBg5GH2rBBovwBLM3UTZcAODLVnloyjfEZhdduQ/Rcy/F5B1
MxYEMcf4KVUwE9rQjpXJhAoQbGGE/ZziV9aDnNz/xlAAXEwGIxQCI338aItAdC/MYN7ChqcfPk0a
OH/krzZpMAbaH10Cfz8XpyPCNAtIG2m248HgD4WTcGNjm6jRvmjtyL2QdYMRJdW6u7f35K9TuDBh
efWIa7kInZM9mSspZ5XY+tZENnPjRV660hES/JC2tfNH0fPyVGAhF2VwlBdJwU5jjc4DXwrjXN+m
eBxtbNGLdRMmGKUosn1I/4CbFFbPf/58C3uXlWOJMKA5nspeRkof3E7foo/teGCTRfkwCkhDB+Ki
/L2L7fQE5xGhsCA3vDSFOJBOXjnT69MhGmJzGztaX18bpVNPq7joXPQZx6a16nUWmQFOkQJTuQe0
RkbrJ38cfAEUg9/0MH49TKkgLH1unndxRTl5YPzPtGke8MA2Z62lPQeGpKhwN6spBGBaDnpbzEn2
50u7ZHocNrBAcOM4ubmcOctNWzFoLR1M1QjfDyG33fkUOyCCrMle5/3U/PEruWhnoOiBvfji/bKc
Rq+P79LpIZVhXh4n8vOgZ2prTItmU+62129vot/N6RIosX3plyCJfjyS1sZjD2AYm3SLYNyEUHMg
byJGzNJ5N2gLdAq3x3eai795M5G8c9FydqFlkb0fDxqDH0jsubW4naZo3UnA2n09p/t2wWG+/Xy/
ntssGRxK8BtLQ/N0z8QWhVxNTsYWhVzTj2LNulJOrC6CUYvusv/N2Xn0No6EafgXEWAOV0qkbMmx
w7S7L0RH5pz56/cp72EtyhDhncPMADPoUhUrfOENKrC+6+O9MzV2KHGfZQlsyFqUODfLQRoTxlNL
kLHK0k1PepT/Seupu7k+klik8xeCCFCwuJmc8N5eL2JdjWnaz4uPPUj3IvcFuD05K5KNl/1yGCoP
VO3opMFEhcF+/q2cpc1Bm+Gz2MqRPtM1ocS0U0tV+3Z9Opf3C3UVEDUESRSReBvOx7HBvktAWxVf
zvAyxNLU8RfKwH/kCKT2EGCdQX1r8BNwuxtP0uUWEVAdlLNUms4UkVaJoq13cR4uk+KTlygeLluS
X9Tav7mKpvsoM7dqhe8NR2mSDiX28miCri6UgsRBQT+PDBAExZ5TXmXeKCTAVSfsb+t4ttr99aVd
jyjK6zrmRlR1KNEREZ4vbSDVGFiFSyfMvDCadpS/vWodJ7NCo84Mx43lXJ8ARuNdpzIG6gVc1Frp
oVDywSllB28jaZBva4LCg5SXQebmYAiLD4Zlr4MR6kLtx4KQHXo+NYNctYw6Bqt6NTqo8HhQAuvr
4zKE006uSnPj0J0XFURpmclxMQtEGGVmdfUK2jHKLcOgd96kdAY6mRVsOieDbzz3eXJivBaxvSa4
VVvTeOHf6g9eL2J8CG42+weXhYu92qbETgitYggcZtOOgmrizzR43bRrlo1dc/EdwWCg5iPAHwAy
wGWcL+3kDAEACK3yxtacvw9JVkVPVd23yREhr/Tp+hZ9bzCkKXjxKIFxFFenXwOypimxTpxUFckp
sNPCc0papJ3TVh+fF/VGUYsw2JzIQqzmhWC9Xpt65S1KhL4I5PoBsHxQIpOA4H7x48MT46Xm8PH4
MJq9ulzS3gxAgnH2QnrqPmmS/V9aO8m+i0DwXx9q/ZRTVeE5AD3DviDbXqMB8YZCizywAJ8GXXc0
WxOQrKp7wlwKMX4t2VXVsmWOvfJ040BQzhHlcKqJQnx5fbfEtkaHOitbz6qc4kky2CYwPZruZhlp
8GI8oJwstQ98IHBysKNWN3vxpMe1Gy1SDtlXp9uXlXARP7wW6PZSOScR5m28qL85aYfWE818VUd5
rpgWJ9vVejl7IQCdGxO9Ur/B3XaLX3/xCfjj8AkiPobErFLJON9bXaKHGlARRFoHFFZwa+xdvYFF
BWhruZW7hqqD0m080BdHR4wpcIZ8CVIBeX27h5M0RWk5evqcpf9irXf8loDhtqzk9qObWQyFOCUS
rKKDug45tATJdWOOR0QNDMnNcsE/G7L6FjZ1uhGXirDibXTDZiJwo36LOyEK0OtmYbwsNcKIyN22
uqQ/JFZT7WQ5GD96ZMQoNAtN2qTU39dwujhbMAgwLATbWi04TGoKYzG2Mp88gJQUhNqp6dTF/+De
FIOKngdnFIjSq7zFm+BeM7peq6GTe2qtanvHWGq3BrbzHKFS5yJmDDWg74uP3nriHhe4OjFPEkYR
fr0ZNMYqQlGSnkFhVO9lbHoeuIdmT1Hz+uPzo53DncAhEKT+1SHAJ7lDZ4ii7qjO2h90BKZ8l2BZ
Ak4/7r6UujwdAhLUX9dX9Z1j8AqIBHkmCm0XPcgIE1atQSsqNoZ/Wl8q+CoVNmU2fX7+/4wk5L6s
V1va1YHT84ICt6Fx4GI5vFlMiavFaaH40EnfuMbWQTGngEn931CrpbSCSAp0FOY8206ruwTWbuUO
kCJ2Zqp1AMOC6EkaQgTjmnLciHRWMDpudjE2IHUwklTt2TbnO6ZJbLQX+mX0OixQBdVovHVQoH/K
rGkCXpynQ4lcVIu9o2nCaTDt2XmSh2B6lHGZONWq9J+ateHNEONXCOODVjg5rSxtrNA79wQ9d947
HnKkK9efPSCLdHTKjR7ki39Kkc2wwix745q4CKBZCp5VMBwgN8nMV6HQYmZQrR2+eDtY6bHiFvbt
JtDu7CHSPGWalY2aw0WUKcZDmY+SA0mCtha4AVtVcbkOjFdDy2s7Wttar8c+VShlb9t9C69vCnft
CPI/q6Ytk5l3XjGGJ40VYmF8eLHmb+6KHif7PohBtNXmlN0rtTLIh9aEGWeVyFW6dpn1j53RGfr9
9YP17jKTYYKhEH2zNXRjUbJxGmR2HE4k/Z7U1j618ID2Zp7BEErtra7AO1schX/0scVzjaXO2rZw
aIE2LqYyeBXkwAATTzP5S8nT+AItYurcIWt0fwaM+2dIxmFfoctR7yVZr/+Ws5K2GOVWHRwLBMm9
QZ7i0gUoXe5De7J/Xl+Yy7uNzUCySA2K7wF+5vyDtOWQU5QeIFENJKbVklaKR8ZYKjv0kbRgIxa/
/AwinqCJSEUIg7VXAa43n5/DppkVODdPS6G5gl9ZvkPU4JIJuojZSsqH71OCCpqVWPByhInLz2en
VOjJDAsCAXTyVMR/qbZOf7NuWaSdzRcqPz6cUCAUQxEfgsg6H67T6ar3ctJ7UJXTw0KH7ZscgrcO
1DBJdtc/3OXthAoqhQXyRSbILjsfCxDdbM9yNmNe0bd/1UHXgAxb47fro1wG4YQub4dZrWCrj81o
xsvswTQ19q3VRS9KIyc1yY2q/qu11pLuFa1UgDVLQ/8NhKi2L8DgemXaagdZj4vPddwGWw5dF9uW
OAeBNrHWlMUpjZ7PHjIemDaiBF8J2giJZ7KCMsLUcSbh9K4vwcWepbyPiCn5KuVpzPFWV1aImSMG
io3hl/HQP4Et070wB/4lz3VRw0jtp43n8Z0BhRwxLVh0C5E/E3N/c0iiMe27CGVJ326N4k7m4/+n
2XB7bCcy7qPekqaNh+7iTSB+E4agRN20NFjZ8wFJ4LKumBPVx8CsfFTj0Pwka6n2L9Rho7g5+FCK
czJtlGPYO3J+08bSVlJ1EY2I0YW1AA0p0chdbTNCPUfL0kH1wyKqvxc0Mx+w4Opf5LYr5106JVDJ
e6iuTaLWG1v8ciuxllBEXxl3HKRVzGVFY68H5qz6tFYEt8lAodnQjP42zHHK29hMF+8f88R2Huk1
yh+0xVb7ttJwvtKXSvWhXxf7GBDyJ1b0X45gzd6AXneTjcrHzwqdA+5bZIh4cwFtrj6vM0hkDKyt
YYzpfTpL7bivs9aC/baoc7JhVvfOZgIOih/yawf1ogA/aY6EDFan+SSx8V5XZ8QSaxuDCEWrPmvV
2PhymGb3AwQ2JBDU8u/103pxLbJRwKRCxaK3QdC2OjxhsgRLX2WKv5hpjlG4FdwuDm7o10dZwbxY
RkIINiufkX4RwLbVpSCT6uSohiN0M8nBt3oqxts21oOXNs9Cc9/1iK9BAGuzyMsWY6p2JZYGP6g+
W/rGL3lnvhiYCF0qLkJyhtUPQV3XaCt6ZP6UhsZ/Naiz2yFr642U+fJKEoAjbgcoLMQK63fbbCa7
K8jL/KyJ/+kqJCNXdviyIMfzu8AGIX99fd+ZFW8o6aIQjiPyXB0TLTXDgdxE9wkWfke2pu4Nyd7q
34itcFYH4MMREiCdx+VHLLq69lqJF2PpWt3XZyPEdLhELzAv2htH7dLD9flcrB+FBpi5zAWoI/Gg
uBbeXOld0ZDYwVf04xHMNiJaQIRMtBOelLZ8DpJ02F8f72JqjMemxCJY4xmhWbQaz1Ljzlo6+g5T
FHyVhcIk8H9MZvSmQYXr+mAXdxqD4ViPI4yorgLDPh9MsnK9bJNE8We1mD9D+W+/5tkCPFlboiPJ
GQ159Jc3wp93BhUlZMT9iO9kiLDng+a91MBoYIaAPKu7anDkk1laxoHr1fRMp51RaYEae32ml8fe
EOhyglTQUUAc1w0IPEAdaymYqpI24ZOiSs1OjzHlUUxEIRJ0DrwyRxpgUPTS7+XSODaFvfVUvvNt
xZEQfXkq9kBMz2cuF2MoSWbFt80jw6vlYQDrgHxjFgVbHceLY8h06duSr2GzQBNktY2qXlKDBs6K
rwZOej9Oc3haEqhc11f1nU9JsMyxoMqIo92rEP+bwyFNTmGbLVd2XUa6H8VBskvBkvqSHOunEK2H
E0SOrYb/e6v42rQCJAw2ZZ2Imr21xJbNl5z40jhtFtkRnArKHjNsnuvze+fwA3159avgmuZxPP9g
dpBjr0sPglg1kfe1pEk7PNLbfVzV8Z0Uqlst8PfWk9eASBdILCW51VfTApgmAiqHqEaqPqpdSSei
QBsVeKyz0wJE03ozTfzrk3x3PWl1km9xLri8zyeZq+ic1IDk/dHGtaLuUpRQVcnxZFhsG0O9s56U
S1TuUyxCAN6p50MBXJ5UVN6JZzLcc9wqI6Shw6k736Fc6vvQsJqN5++dFWVEhhMOdwI2dT5ijuLX
WAdEbWMYTvuwSRYgzqp1gEjY3Klz9GPGy3gjC3hnQdmWjEVzlTdqfcwjq17Mnq/MFZ6FO3PQEx9d
ucg1k3zLBfsi+MZ0lrAfBX3A4qzoKkCs5ElXUyeQfQ0+p59qVbkvprDca1XWCA7f4rf2gr5wgCjY
h3eNuEd5PMi8ReH/fGH1Bu3UuM8BN8VBvgdU2LmtjnkG5s9bpfH3dg11BxG6EVkAbTofyuntztRS
IFsJ4jm+XU/LLumH/FGNEINSpW6ryPne90ND1BAFccE3Xx2IFIR22M9cMKHYOOYMhCLQg/wGpMOf
jy8iYRJ3C2+CCHvPZ5ZIdWqhnMWkorlQ/4xz3pvPCvqZijur4fJyfbTLdSQV5vnhARKojfXDuyyN
qqUOF3VF3uxLupN6MSnjAdULdGcy2pHXx7tcRyE7QYkUDzJCGnm1jh1YAmQdkJTsI9m40TPQDZG6
1D9MO4g+XR/qneddjCW87UiFyc9W57xHz4H8v0fDY7Iqo9uZo5VlSFrGVlMfkF5IQt/oYLA+mI2a
pvkO4HeBuGCjlbT7KK4F4e31X3R58SgiI4b/9NqHW/vTo1Pc1aWUUhMOg8CoXV7ENPw1mfqS7w0s
JnKPSjogTmuIU2Vj7Hc+NDkxTU4BXwHYLP77m2fZUKxKmYLBwNEcKgNPiK0ei0i1fZjA9c4CerwR
0l1eQ683LE1OgjoDEN75gFm8jIQgheMjDJn6/TzEL4E9FLfUBmUvqaX2PteCwB2Dody43y+rXJxR
iuFgbwFT41mzmmtkdVpe9BN4zqiSA9cI+fjoeE/YT/bVz2XQphPCSliMGYV5J0+AjuuhQvF/mcYv
ulVPXu4s6sZuvFx/yltCu5qsCz+ndc99gP2txWZJWKSX0clQ295L56Y4RWW5PFSG/Xx9q703HLA5
cP8C/E+6d776APl45gDr+hJdgM817qe4s9pYXrmKNSxenelOdrg+5OXRpg4i0koQpsTS68oLH9Ou
FAibvpZGOGnnLSqb8AtNoVDuhFugE0Wc3rN8DwQIkTNazOgdg9xbPTaLQjKvh7yoyDY1GGRWqAi2
vfpp6lBAN9uh2xtLCmk9z/Jf3J4vaGZYu3yim2qUZrkxdxH0rX8MNxqoBPoRlDHFyX9zuvIUdFav
NCrtlrw7ZJ0zpzv4X1G5caguPys2kOxqUlzhSLMOruVWHYYsorqFPUP0JZet+GRm6L/ngAldI7N/
Xf+k70wLeAKwaFH+1v5XQOPNtNrULMJIB12aTqwxSg7Ggx2V8tP1Ud7ZOMyGJ0Fk03AKV3u1sruw
Wijm+2WW6F+6Kcpy10nH8dQXda+61we7vINpG4likkznTAhvn3+puU5nEuCA+mAbRT8jyTF+wkQK
l1vKwVLr8U5M0iFu0K/Y+HTvzJJqJNchb7oAYYr9/GYtO8XqRLQmUqKlPxnIZiAR2fY1hEFJ/np9
ku9sE8aiKUc4JiLd1Xa0FUoEk049y5ij/BhxWe4TDUkEWCC421lptIFCfnc80QDmM776RZ/PrbXN
ycZymJc2XYKbLLGzo0WwcmvXqb5Xqfx4/4/5kbcTAQqg9ZojSEjbmE03676WJ6bnqKBoyzSwdqlI
xObA7LZelIvLhlYWh5vABeqK4AidT1BL50iza1v362axGr8qOuuzFE81gIwAUzfZbi2EM61GD12p
avtob2Wtc0DvfPTkAhluwMVbV87FfuIngXDnwmVXaYBtzn/SAvK0MUBc+wXp34lfPXvFBEQjs+Z0
I66/+LwMJQBwJhxYqqTrtytK0ACmKar7NF6rh7Dqp0O0TJHXJXAYBvjPG9vp4tphPLBmokiJ5xy4
9vOpGXEQIBSn6X6nIsuJnDltbneZkTbcuAwu1pBbgBwJWBolc0qGq7JTikqVVQ2peuBoJn436clh
dhrV4yb/dn3HXkwJfBn3Dh+KZqnB1X0+pcmWWuGoXh40eC2f2TTGEZZCtEGeuxyFP5qWuLhgsFVc
B5jInaiAu1vjoJSSlntxmqhq6AZThlrnh5eOa5EsHIouBkvWusWzaJneTWVnHwLYTb/pLyEtX8yI
Y2EP8GHsrgVVVWBoGQla1fr0ZWiwGqVW24c41WkfyU23RxxJuwu07pTJUrDR87hcRXJYAGWAJIS4
2XpXDGmP8mxT2QfdnCePuudyCpCCuLm+I1Z2Y6Iyhkk5yGeBPBQyAasDPJgWUOCyQz9aGhXT1RTE
dZtbmM49HmEJQqODO/RAzu45ISypCrEjONAnjbQj5AQc6DonVR3ekNbK3LEpsm6XpZqh4fzS4j+k
AMX/UfdG/hdHkubzWC32IyRg7ckI8BUgHs7mr0Bo+1OQmurnceo72Q37wlZ2EP9VjFKS0PidTF2F
Vjsk4vvJlqef0aii/1hTGT51CbW8vaXOKU3FRnWWIzUs7r9UrzrVLaw5QLIZAuNzOCJkjbEvFM4H
uRy64S6oLG3yyiw1/zhaC88Y44XoS9Bk489cXSKQEhbFkbuw1ZE74vKpu5vA6MKHsh1GlHhzSxp8
06hjdHAVJS99C7kKJKBTObE8c0Sh9cluqvbP2Jd5caDDa2OzKuT7B2Naxj9aCKNyH06cRuCJWjz2
u7kx0lxHtDpCmTvTkymvjn0xoiqQmDSjUbPqRzM6KEaCNJnb2WETFHvVSfv8sWgzFNnDJjSCv5o+
9YlH4IG2ZSzHWn7bYfZk7+wor5EqRhe+qVlCHecol3A0rv1cG50cKW6b5oXkO22UTLcltgHT37yq
jZryG5Y/XEf9PH8bAktLF5TtncY5tLTn9f3GjuQOehvEvkIryJbpUcOKvmwzFM2iVNEQorCelIek
0rs9grpK5kahvvg9vQk3LJcYVmxRek2Hr8T18dfPDAE9AaBQWoBlQVQvbus3EdKwtOUM+TjxAhOL
sc5qfwZDj2WGLdW+pZbdl+vDvUJ7386X5J+bi0dNUOFpM66iJEMNImCdVnIMtbwK/NFR88ZfpkZF
s7SgUbhfojweb3W1Uo1bq63tzkOwSz1Ni9w7B9TwVeNg6Um8+ENQywHSpY2MG2Sto5oUYiWW/ihb
zBpcMNGTfF/2chp8hrcGe0pDf7R+QOhXPtJb1WoXMS3+LnEWnnPC8OFbF1pK6an1qHZ700opWxha
Ollu05odqmD5qASP+VCW7R71ziJ1RyskEqKNUTTfW+BIFnoNUkRPFi7el0qFx/+YAme/U9B5Ll3x
6P6Sh3jQvaZOkuLBQexBO4wINis3aqKm/xQ9SQ1M3WpSLJdbI3GeRkutPrXJEH7nS+XmTkG4D5Hy
Nh7uLUNavHGsu/gzus6pfOK3TvGv1KB/81+YSOFy1y0zCJJAQ/EcnQU8mexdkcI+RlQA/PmktO34
FE/owh5mycGWwkkn7d4p8RP5oy1OcSCfBXaS0oVxdM+gISa5SU87OtqZBlxK6jVJ08z7NG5y9aXu
wnqqbjC/izAyQdM2RkI0CRXgWsiadW48mouB3YtZSvuhcerwScN6Z/qM0qDypyOsU04UzZQQXZzK
oTlqq1nuBciMo7TfoFL2cn0nkrqtjp6QbyHJoiyATi+V/tXWb6N4VLnyyiPKSgruGzW1HGwqOnHg
I6ksw85F8dxpfGQ3zC8ZBij/nJBr4akqAp72tAQp7LaNCrSso7zT3yx4sPyS7SJ6CEsechT9dRT2
MH2tdC/mQISai+oQpF1UCWfVxShLLR7Z44hkF7mMBmw14yvB95LL8mmQwrF6Bmct5b5h5wEekvJo
xBiQFlojo0WG0trd0FhK6nazjBbKTsZzZfJLSKbpvZQncexhVmoPCLwipmd/0+dWX76b0mIbL2qT
lb/sNtKQ40Nvq7214xC17x75LdTpuA/U7MGZ0Ur8G8+BU3ERmW0yP+AyVCrHucctD2dnNfGdKHMa
lPOxDUO1HWBg+4PenrWbsypA8i2qnO6YLJFR5dxnBoLtc1DX8T5eBvxGlCgJ8cSgDvigq1jTIJ9Y
FMF308wH0y10wEG3cW+Vs5+EnO77IAuR4WdtKCwFsZYcg7aRUK4Pc6OdnxFAc3pXlafF8o0Yzkhq
UIl5bsaxwGckmlJ8CPRevp0L1MxOEiH+s2TkQrnebqax5alUm1naRQ1i+l9T1VJfliYPeoRUG04f
CjNSjZB7nuF2spe1WJr3QYYq/N4qbUPa0dlAc33Xqrx1WAGUOjYwtjbnC6CNoRpG14zKWH6UC5Sf
flvYj2NlM2slJrpR02MNBNgzyZ4JXIz/prpo0y9Unpe9hE2RfTQSO/zdZJnyqerDAZPQPpXnfY3q
5UvH+QlvUHziIycgr2tpHxiLetDkJLHc0Swh3qMypb0AoI8NBHb7eM/TqWHChPbf/LOIB0d5bBFe
mX9WTqvxmRR1yh6mNMpiPIqC6UvY21ayU+Vu3AMnpjHbDVlxE5YIR+1xLEJaCsuZyIC8jWaW6maI
6mZf8dENfuhS1WmPcacsfPBklCMf9nV+Y4zSrH6xkAGL71qE16gbVUMZfwm0Nk/Uw5hZsXXrNOz+
HjeiTmvqPfWfNPcWfSzmL+hfGn91/iPoEH0B8upqKKRmGOYmadditsUzdxPWShSY+AE1LV7FSbUk
P62F/s23MQh0PBACE+WHU2RLiX6Mlsi2/ELBpqORrHa8mStov/eRU1vaaQmkXNlnXVINtKWRIoUY
Y08Yy5a9mv2hgTY4J/4sg2A10PrKk63aOvQI/CO4GMbRpHlDKMUL1k2Ib7ha2rbVj0GptcxrW1P9
LQd0An4PVRW3+yhfuvBZ6rXmP12p4acU5qTNh3lU9XLnVFF86vspne8buFMTBSheFy/rFOmWmoZE
8DcMxNBuXztOj2ktOqi+LGgMExX4PHqBxJGVmMbk/de6QOP7HzGYhusO3MPqiPLbqLhTIit/8GFP
tkQF1iEGQGnR8Kf/Dc6HcuUqj0/0Xh2kGi9SKZ2y7KAswYzZkEVvDs8+o8XKq+sbSfq8db+vr3eG
FRbSwIuoH5jrTkQ4AzLADcI4poSLxbONt5Az7yiMNL81DO/NB6MZlgDhH0AHHvYU+XSoopzbTJ8k
Y3lyJsTQXDsdl3/GPC/Gri2LAeeuAD+e9rBIQfsLjx8cc9xuHGULsr2C14Vj1eo+H/p+SDeKy6/t
9LPIiY6KaIGDOheZ8xoOrZORpRMN9qOttCH8Ta3ss1tU3Jxmj1x7SthcoqWfFaX9VS9wBfLq3Kqs
J1ufNTKBie7HnVSEsSxSG0Wv3ZIOdPCJJCuB34UnnYbSIeYh2JtxyX9r0y456mWlGJ8LPdW/2Uan
dK4SozN6i9lTbm+gy1+BEOfTE+wo6vSCuHFJgXE6YKpBqA1HnH2mys8KWb7vTTLpqmuKx2TG6cLr
9D7BBjScggikd/u9mYtS28+I1x4le/6u09v5Cx4uA1OKqcVXvR/+4GuqbtFMLwIHqjJAEFV40Lza
FDbPY2adjmtjYd97HM15rkZ3qlp880KMeVTVndhQGFrGifxgYdpX+gIE91FBF3qUiLeLzjYwGioC
4si9idr1PqIPGpjysaPm+ZUmVufVwNARVE14cnDqI3a9fpxWRqlwsEElwc0gYhet7ovaA1PtKvy9
zCNAD1x9aG2V5d4eSC5OVqUl9gMAbbRzhzC2j5JKKWR2m1m1lp3SWylGMzguOtZzOrQLVmVtlg1f
ksTEtiQsDITsprGPVZzGeHxM/q3CC5Ae1cYc1mVoeF2GyPv/t+R9oTbQZxjrGdpkH0PMyW4rAqJH
6vDOXVNP1t++GSVsFdNiq5ByOSpFWGrCGjhzdsz63DpaXwdqT/m3yqzEODRJ44w35WgN9lOYzVn0
JXW0zr6zFSSgt2JcsRPPDhVdL3RbgbIQ5iKEstonRYrJcipXOd6UmETao40CcQc5KXyOaYs+SXWN
w29Sa3hWKajiq4946LSGr4dzgCRagzjuDR8vfpiTZGgKd64bIztMuZq9TKEKC0RLKqgH5DfFv5Y5
aqioBpWzwWsU78P5JAScmb4lXMNXmPX5Zg/bNupVuZCOltkjIhmHP0ejm//ylhhPvIWhNytR/4iK
pfF3NjBpur7xX7WDVsODHTFEtsB7ghzi+fDqEFcFStvpaVi0WtlHTjjeZV1tUq0h9Mj3U5yigj1p
kV5/tiiX1rz8RvuExLqBi06V5tZ3LTTK0FMtAtxgNyx5kP/CfCy+ny38Av10IeXclVNptZMbAU6T
POxmrGZ29d5Wu6cR0PodEpD65E46ZgjQWSrIkm4RVfof3cBh0AVXhpRN2Clm5yGuHoUnOlaOeupn
dbTduU0r6XvVkSont7o2mjjB82jKkWsoHYxgOQpa+XB92S6AAJQNBb5Xo9IL0Jd/nC9bMS4OhTE5
OY1mOC04yc3dUWmX8YEKenmgDpCcHHrjrqyEf6rJVo6wirqf13/EeufwSKJEAfCBUiYop3W53hGe
n4HZD6eioRN0mwXEIsJdU8HSZBiobWpaYuLwrTSj5ktGKccnPS7lzP/wz6AjLvh6XAQ2MITzpZiW
ZVTsDOfj1JobzRtNa9r1CNlPeJhGuYLJUNx5RphK98OUZ+48ZOXGJn4tq7zdxKwEKE+Zsgs4RECP
q6/ROBEluTiqT5hghPZBiDIsbjvYqIkuHYbSbhxMQ31HitX80uvOVnEA0MuHtJv6ZnHRy7aOdRai
RoF9ktT6fRMPzb5RajPt3E5W5+7GHuQ+8SEct3clln/Tz4Bv7ByHsbRPhR6gPSRZWXVsnbBBmt9u
6sr0Daw/DgEeBIV3fcXXPQamSxdeTJTHVagvna/4qKgYe0nYykm2+XuSbQmbrij9FtVdpW+0GC96
4mIs6gcADPi+9P1WYyUJLqOY3JQnLDt/TzDPdCxLczx4BpzDDlVPbdSNG80q/abo8q9jEEV7rHP7
71TkhltAcZtnbx1wc9HLdFfY+q/CBmvZjZmC5tjMSXPCDA9XuK4bsF4r0rrbyQYlzJ3axlgRXl/x
V/L8+Q4TulNEJexvLo91uM11YspT3fUnJO1ssiIjq7QbPE/bAVvFDl1NHQvaIT61shRKn2dYg9Vj
jdvFHtvILntZIgpULw6Fjsc4cqTQK5ysOZHZqRal0Ubp/6AYP06+ZS5ZcEio3uODZ4a4jBVpmpjf
B/xOeLO0Ih6NBygu6fgM7YtHl7y2e5H0MpYSv0ZlqNwNA1c1hRt9sh8gEdXhxua7KCyx/gCtUHoG
ryRwnKsdUY2BpBfhUJ40U+se5siQQ3AnbZXdKHQobbTAhB9sY7Q1DnV9V/2G3THZvpIkeJ/bLZv0
CDlC3scAPvCeS8zov6wKy/lmWhQJZ7NZ1W4HjKY3sdmi9bb6hpBOSDMEz4XWnHp+bLoCAEA0ls3J
stjBj23Jy34fR1SHFQX53VOdKsaDvDRGcJDUzIgepUHHvb3XzBTZdCx7rG/Xd9U7hwtMC9ViYDx0
ni/ogGqDW2UKGoKrU6tOkzmAoezxmVCU8rGv7ehpHJ3giRhfvW0Mo05cGWWzSkBZp29hA2hyY5u/
c7SQV7AF5oS37QLiM0V5MI59pp1aCsnUexZzdC2lWA56Tb9/kWlDb4x48ZACtxS4WXql3C5CwPH8
o5T9kCmBJHcnbRzCZjdWVjHttC6P5T0fM8c7t9FHtf2kJPxPnl1SZt1L1IzA3KSZZmx8kcsFYPr8
CDQZYAld/JrR0oNQrszmZLSWGd9mC02wvRzqg/nLCse42uNIrEu317eBODBv9iVhAoAjUMPiRKG3
uKZfwRmfuDFNWgRYmAw7Ze6XL5JwASKsiJt6Y8XfGY1WjEULnTybwEUE9G+SK4iRBVeDJYgBylII
40952c1I7B01HNb+XZ/aqu/J1BQYAiDM6ely6F4PwJvB0tkcjCpddG/plobaIb0R2pKStpEJXM6J
rQMIhkQE9vqFrE7lGBPejlTx47xcxvtBac3o29jT1L5B8DEINoov62xe9HjIPGDIi1QeDqZIod9M
a5aHqA+MxMQMRzcUnFixNEtJEfvAJtnj5hsPoySMTnOFQAxasTr3w97pg+yXJCAvHp2eKMV/np01
eLm+tEu9R+hsoYmKdaeJg3RS42hqD9iWKVux6+oe5NfT0EcqhsYYBGva36tfP1DDtvTFfG7x9Hyi
LeUkFBN15OopltzjUJ7/wMgA+6QgQa+mKsoMh+VqfKl0NWk3Qjex297sffFb+AnE81AsRG98FTz2
s2wUZaFHn4rQahU31ENzh2ew8mNsIutzNE0WVUcn20CDrI45owpOB39x4oSL4eoJK5KOQGEchmd7
LII/QR/lXwLJXpZfUlG35R5XznHekFVY+WGIviBjYsgHVJmDAGDjfNWLHHQNJXr5eebbOLfVBBb7
VOllYeduEWQqMhJanpqHoA1zJI1wIs2q7xIv/bKfnTFsPKrzSFxs3AarHEL8KvBjQmAPvA/ohFXk
XC16gKNcOz3L6eJ1VjabOzbH7agmuoFmil4cg0nnJqIKXmg3EUCoZivCFJ/4zRbg9kO2lHcZ7hs4
DHKp84VJrQ6XmTlQnotaCWNE//FxODSVtEgvGgY2T0tXjIUXN0MzIJU8t9HXAEBIfiygJMjpUUN/
SHEBlxs58gdcR1s97Fcu3PkP5KKgvEsHmTydH3r+A5uyCaxU7kxgB7WyIEHWQx8L6cpG1YxNlJxL
d3ozI3BOrd2JClfpF0vZJQ0Fm2fZHp3BbwAD0HgCTKXzxBVaVnxWCy1sT8E4FbcL4sXjvwZUiB67
tUT5HwDfmLeYKIdj4DY92vzU/IoAidOdojfd53zKo45W/lzF9j6rKsnu9mooKTdKPhujPymzkz8G
TlGlvuSESer2lT3Mz3bdmFREpA5tqmYgFvKSLDSkYxnERrPr0Vv5gmZ4rCHNjrsuipX5nHQPdOlV
/blK1ZAmdCYlo/lUtBPao8VcUwDDMa/qb9QpRmoPQwPpE78qe6HwRG9/5INmOyMbY8JkOZ3zY19P
D6D19fwpKAuz3aqBrU8Zm0lw1MmFLbCKJgXX829VSSXgOL1Tnsd6HO5wtcspOsxzsSuSSsl3hZ5k
Ku7F6f9Qdl67cSPdFn4iAszhluwkqZUtWfYN4ZE9JIuZxWJ6+vNR5+ZXt6HGXIwx8ADDZrHCrrVX
yMZdwh6+MacRK9kkXdtqCFYv8AHWmfF55qCNo/NCZbeaIJ4Ku/p6tBNV2+1Tv8T3o5zSQwD8TGqa
BO2o4vxf367igzHE9YXd5q8PBpwEGGOJs598HgZttBsTv57uaQrs9EC/rAy9CmYdf10+CH/W3pDo
85cdGujD10f+aUXHJ4AfzyuvokDPpwP9+dlpUzAXpjl9akYvDTayHUQAiAxNNkJhk0cuycXWt2ww
vGjRm+xpRJH+vQhEeWFjOR8DGIb8GBNGIwjbKWVfo1vaiVpTT8pjppOmZYZGUc7Hcpi7vW632S+S
QdOo6F3t9eshODnUGAGgkA8SGwA6JOeTHa0gtLMry1p79A3Sy8gXGdL5mIlO2Bu4gzNi0H4wSPyq
g4ub6cdbfZ5yvCsBDKgxLQjQ/skxo2cQ87pAFk/j2q0BsbbaYr29zMSKgs2stMea1NMyXIIJj4o0
sKvleZocrlv9HFjEtmfaJMbjqA10FrgMkTBtst1N/xJFnc7iz4xYcSSPMMaFfCS0Kd33iRnU0RSM
cXGcGpW2oU9YOiHyzTQR4bl0Bp3qvOpu6jGpS0LAWIXbfqBXU/rCnKNS1ycUj3T5oaRlRtJsTA/P
VcwsUzvfAdnWww5cRROk+7S5kt8ozOoH15qXnzE7YPzo1G3r7gnXltUWyvUSoIjQhdxLL7PbaOld
chBSV+ne+9KjYoiIGWzia1xvCjaHHvuSPfimcB9iPymPlaD7up/LwFkjDDRTMVQMWH/d9a30Ng2I
qdp4A7ZVUSlNF3oAvav2GSa7kA9V7PflDe7iAp9aSMa0VGtniI2KhPsyoyWMb3S+81DLPyES8erQ
S+Puew6zgUuoFMv0w3FL5+d6n/fhnSn5AO+mcvcqG0pBr7Mj1JhIJzwSoJeOB7+stPF1tOfukGeT
gEzlWp12HEdKvNBvxjnduoLeL8dUNcDlIHhD2uJ3N9JaxdSoNmHBJHNrtz/9MfHch1W0tDzAeNaM
K1iBjkyjOfCSj5xyK6KKs5b20I6VfivYgUW7W8alw268VBxvizezpKe6sfofnWuM9REZaAHIARvw
D5oz/6Eay/HVrOfJD7F+GKpNUtVNsDFLmA+kCprFZimS4AApiUtSpJe0IqMgTSEuIBvzr9M2i+e9
M5I9Syw0TeHRX8R3rpVFsJm1lcvjFlbVRuaSwHbYQ9vTxVttSRHsm6Vp5og+LcS6rvZlgHLFSeOo
I4QONx7H7oLiaramQr/yjWr4py3KJN9gc1A3M5vm4L9ILp7WUSWl8pCXpVob4v06eOWhLYQpIjaE
4cbwCMJ77rGYgTAwA9xhb1EG7nzPRCjKX9KkzLmLJ7MerzQnWJzQ0TTR7D2l9SW8wzEvb0AZeucb
KpRkOC6t7pDaPKXm+7LMOYtrbFCxj2bpOzkNWxKVibsaymI71XazL73RNr5pUGqWZOdmqbyC9VT1
5m4taqioSk9/mbQGg2PNwH4XIU3s1DvhQ+so78q6JK1s66RAuNEicvk42LUoHsxFzTh45qUWXyDA
n2+SqFtonFOE02cE0vt8TED0hQriZv0TzBdzAwvO34om1Y+zXqcvtVKr15lt/9cDmUW33uuRsK4Q
qn1yNoFQQ+FAwPWUF3RbyrLIvvnCr98DT4JU16xn4wY4O76vyOW+REY8P5AcBy0rNw6ajKA9J7V2
6esSwwPLeWQyL4YRKh/78zJ0WaAoP9fc8TSey+EO6iCCro3Eqjw9fH0y/eVwxujWgBC5eqZCuDkZ
AFeWi3CnLHuqJp3SqCuS/F7SnLqyyzZ+tgbdPjjWTLBjv3iPU4B8Resz7cIN9OT6xfnIosQxeWWu
czafeq1NopuKwKjLp8IpjZyM3D6bkz3ri9yHBC6rfuUYnetdqAf+9tTV0A6rJqDs/yfM/c+lvSgB
cO1iaZ48Aggfaxxa//RxtRwg2Bf4BtJsuXC3+ksx6oLswPZGC8vl1jq5aA8NurHWquon6SVVddCq
KZ+2cL4Is2/r2tsYKvX9u7kdX6tEE3uayxJmLNXcbYeY5+HrT38++1yd7gzYD5NvtW34vN6aFM5j
YxjN09jVxU/ZN+2xnGMnGump3+R0cYiFSdgVxklTF1bdX5Y6NQnaf2AFZF9n9ZDHKV1Mbf1k4eB8
NyhL30yjo35NgMvhXDjcbUUvnr5+3/PPjQUu8BMOB0x1XDk/v29htBhTzo14GhRkzCYTnILaWJd5
OGXNjn4RNMOvn/jxHie1l4U5loEmlu3lbIGPbke1IGv7Mc8WOK4V0QagGa6fDoeEk9VAAu0UuwWP
I2vXt3alsX/HadB/ZzfQ8Cjx2/U87pO6vVZ2YYk7MAoO5Tg2l2d+OQx6NpdySUOtnq3g9+yVCp5u
PmP/FxlxOVsyVFlHLbf5+sXOpg4WA7Aj2KSxWl6ztT8PJTqTGjLDIJ5LTxTLJpBOe9DgPe6NZtAP
XkC4WOgBEcEdrLxL+Y4nCAWTdcX02LWoKGjyncZR5KIfrRKf+mfbSced1HSmDJUSItuijapuyA+Y
gVn3FrTEa41Iquev3/0Uo1+fv0Jl/El/HMHNOs/+Z9vAS9+AstzpT6yW0Yo0UQQ1JfTg/MGlPHsE
t7LDdtE9uRetW31TTVoUIekz3gssg5L2Yem8fv2TzpYTexdOlSsasaqo7NOZTc+91QrkxCLPiicL
7cIB88YlhtttOwe8guLjsHSXnBjO1hP2dixdI1h9u0zwz8/jsMAmj0HC7ac21mL/hkByjJ3aEkZ5
3Qb5YYSt+v71e56guow8uS/r8NJ/XK31Tu7yqUZNoKZkflKTVn6TrVY/eZkh9mlBdf31o86HFKwf
/j0mFxzM9E8+vxzWsjCJxyB5btKm+16P5o8x892biut9GapY5VtXa8R/vaRTxa4ORXQW2ZgBLj4/
tKPJB9WtjZ8yaSU33Nn8iID1mjIvdu7c1vNu2oqyL2RlDxcA0POh5cko9unuAogxuz8/ejGnesoL
lT7XYDMH9FYQYo2hS+7jDqHahXOQhg7/u08bI45WTFcoVvSQ17n7+XE1k5k7VOY9UX603SPsibGl
2lryckRqWdryj+6h2v+2IK9NkR8YGLNNlOAidGuFLWu4HrJpKPveQLxhNtpvv23zbCezrHwY/aCM
dxZkkC5cNJHB8gVlSq9bP5dWEeIO2fuhxDFR0q5P43bTe86Q4cuENuNqHI1aYR0fGOrdyPyguMsd
sr24ZeW2Md33a/s77Mn8sg9qlFVGS8ZrX5syK19aUaQFVLjMXaHyIVm2idLbd4MNId/UruiSaBbS
GkKXXfpOdgp1C4W1DqMorbo/vrTnMpyVbPpbp5faDwHRWd3BgpSvaVdrb36l5HuxGJbYIr9aHlyn
jO0oGVKnP+qWcp7sqVzeYQ1z+cRqzgjzAWg5QulDlGhmmrEKizlJb0fLxNt7xAlUXPelqJ9UbKj+
qqrk4mxqOhMRIS7Q2hKaT1Wo+nLRIzvwx3Kru9OSHEjs1iPNR5r62k6GFuxVIpt/R+HnrIoCreq+
8PUxfa64uWt/Omxi6wdY3GJDWVlPOycQtX6DT617TIRVaCHAbv8v/8Bfp8gc3wN3GK2t3ausCgFt
hhdtnFvze9011XUnOReuUWpZ/hZnNCU2c2qoHxZner1FxoUpAACeHOA8Q/AOG2jXFM78vbsxVefA
FSaMrnbv5iLBrljX6XM9+NyWpp2v13N3tMEushdHirLdxNz2pkgSFV0cpolaLUzTavAix66dQ1dX
pQHJHu1CqGol7L1DqI+6bWewk8jFSW149Zw2j6+xjBrMYbuYcbbkEfetoPlZmhByQqdNqleFii3f
zMmg9sPsp9bzhA+qjXym6OCXUIqmIfXpbIWpGXBBxV9rmTZZXftvgPeB+9520GQ3WIz0L21iByLq
TeGJG3zXqnoz98ZsH0sfEeAVZPzslyL32t3VSaZxlR8sNdSboRnFe8Ix9T2Bu/ezLKqyCzW9qXYw
sQLnTmSJf0uih1dtyU+JvTfg77rZAN3NHjnKDTI1j/mfhhnKqgwJmXJ+s/n38lE543SnNBiiG6jG
NA0Um5sKS7enK5bVlvFWoH3TH/J+IYY69DLXffJjQH8IZyWIU4dH24HLILsImEA+tioUfdrOW5ln
bXZvd+T87YKeQOKXepjsoA8xc07HkJ866wKnZlpIkZNqFV6Hw1jUYSxhRx0awuV71k1eTlvPw2k2
hCBiObci7fq3rhrV+8p8+02CpaFFI592OsohkD8rjLCyY0XGXn01zVWD+cPsuqGdicm7ymXplFc6
hs0D1ViVvTmqkuXvuPN7G0hAmW5kKmG+t0ha40PeqKAis4DKezM2M7QOwh/b7goqduEAbmC99wgl
v3Gj3OrG/j2W85BfDz3Oss9COYVxqNoZ5yr6WVq+b/OpdEKiZJFTMB8RQficFgdMribai3WHO3SZ
Djk+RllGcgE0+WGzGhxO7A1ekm70wY/tKy1VIrn2vLiyGUETB1dflGYMgldkxqaPO/vOWyZvFhtR
O1m2o1x1AQrtonlDLpyNoXJihKUhogBrwVjLJl1DE2a6qyggnJeeqBN1O8TAaVFp+FUHsdJVdWgn
pvs6xi1KsNjuulvFqCpn087Q/2+sJjUWIvMAKXALNkS5mxyn2Qpp0kbIbYTIEUR34T4FLvSIAlVE
arvR1Ob4Thl1rsmwQu+35X9gtnsXIeyfnMSIP4toqhfLMKQ6DAEf6C7uZ29CR6EvGGlnNX65lefI
X80Ay/UO/Ys3UEt1hRnNVmOl13Ova3jopH0xeRtUYLW511CRrakJU/dvPQZCC72i1v5oqPUHlAyB
0xLPFnuXDHBOacqURL7nQY+mAFxl7KcJX17T9BBmhvbZT9J0upKkDFylLR4DmxxnEgzBnUa6/yZ5
kN0DdmkaOkRWo1HpHe0nBQdwi7I/d6IiYyZtndYu/xheRwRiOsZNHzlYM+p7kXXj0ZuzMvjPVRbq
jbV8pNiB6nBK00tcD5aQkXbPJUZjDeeVCrZTYfih5uqDtrXddNhkRdJdSkY5v0JQsEIpB5SnyXjW
FAo6XWPgetxlkRZytAddXe575cOkX6Y+Zcft+9GMsmEe3/BWbsdwXPLkkonyeQFN6WyuRDqEfnQI
rM9FUAsQW4y1UT8viEL+aXku7Kd0RKOW1lqEtkq/+q9FLapqbvsgF/SeqaE/P9C2RpvRnK0n2ADJ
UaaOaDa6jafo5MzyCTP1HIVzrcYL5d75e/JY6DMuUBsq+9MU4qWTpSmT0Xoa04DSbUnTHUeKf5cX
S3nnuvXzf39L7kJAwhhRnV+64bjOlWVK6wkypPw5zcIJdZGoaII8NEfKwa+1bfXiv6Ip9PDxxcd+
m44NTlcnWF7dQFsSQ1o8O4rrSJgELc4hdTncI9LtUdDPjRb2dNcQD0r/kmXP+XyGxQZzDI4WUMMZ
/SQr9QrkbPCf1NggpYLKCk+bSPmos5xUblRuZwe5AC5GDXKk7+MYI3/5etT/8hOgQmILwaVwtdQ4
uZtBGeimQeXVcz/lWjiPOT6Lo1FZXpi0QUOLfKnCRB+9tyrQggEXAWe4YKlwPs3YCmnrYXagI944
vT2B5OpD3nrymWuOtaepOPa4NRn2tZ2QrS7Nrnr5+pXPHkjONbAtH93mAGNP/bycWl0KDU63+WwQ
h3HbjsgUx8x2runstNdIRC5Z9J5jtQCH8CEcQJ0VMj3lHXg13q6IMONnp666lg6S23NQBRBHQqVp
SU2gdOa+jIvvfbNdBd/dtMb6XoNQeMk95RwEWX8K780mwrpGp/D53T0HsWMrhvjZrtSIRY5d3fl+
22BJUKHFMYoq25lGpW3GRI9/FGvwd2Z01s90VsZT4y94Snz9Lf7ygxwg3JVYxreg23xyo5wt2kA+
+9s3A5uEo04r5IcqMB2MMgfBFEZZMtu0MJmAx8wFW/rE4EKSB6wGx2z0f/qhueRVdrYi8EZyVoPa
j29FB/bzEOVxELSdkRZ0YPRuCok98H/1shh/2uniHNks3mZHWgc0+/pVntVOc2FITqcnboQQZmm9
r1MFEd3JJwpmM3YKVXSPWps16TW6lq548JrKlwfEXhjXYliILPDr73CKm/BQVgW6PfSP9FVOTXKr
pMpKUfj+Q47Lxu++59a8l/ytuTd1zoCtO5Wd2llj2XYXtv1TTJL9D28rOGOYMILQn25AuuqgrGkA
+dBYgn9iglJum3ohekGYwRhsnUVoPwp8HuxIunJOr75+7zNofyVqwm3AFYd/Wckdn782jL2uQ2ad
PNZVO/2aTA09brWQFmrJIv+BFKvfB3aiPZJGKdC15OqlUcMS+hTgl7Crs32C37IaX+K0CW96hbo/
/xYSNm0J16F4NMpsvl4d87bcosQhxlnqxlrzPkMVBEmMJ4ks97G/5K9Dt8TW4cKYrM/5X5SHxwPS
Ypm+HkuI6U7OBJEZlhoBix/nQa+uunku7+xu8rgHQlF67zC0++XZk3y2Kl/7A0CZIDp2LmzS59PC
BdeCScyeCTh3ymcLcqT+ohicR0VUVR25lRI14ghbf+n03p43qa0qFdloldyQbCdlbr8ehPMFwWGI
whMvBTQBkHo/fwuFvamYWn16xIOjfMzJid4tngoiM67qfWGN2hVDdKmuXgf288DDoPxIyoTKCKR3
shkSGmQNTZmoR9kvKgjduCJBbiwc7QpkR+y/fsOzfYZATsaW4kfH5ARnlc9vmMEa6NrSMB59vVBJ
iKsEWEUp438zgg52CWFZF24NpxsrJy3WMRyDPI32w5kLfzlJktShdNnLEhymYalu3XTK5jtoF8MV
8zh/pZPtbMFwPVbYUqT+hY/6t1dmV6fQga1+HgBCdKNRd3qrPy54X8U7MK9hvksUtudxlRnGVUEL
r7jQHj+byLw1BH5GDxMPkyvfyTDDLyllPuuPhH5k2LP0izwArSg70v3Bs46gSOUbiGBcRnYdp7+/
/sh/GfP1LGFLB2yhsD7ZUty+Zc1UnfXImVb3IZq77nuz2vnmPU5DB04vsa9SUCokA14Uo3S7sMGe
TWkLjQ+NO2w4WcVwrT+/Ps2GRp8103xc6P/0GztrNPsqN7Bu64I4yS5MsVN5z1rNcSdj4zJ57VVT
9/lxMq3wn0Kl+VgJrP82bTs46Az62h6PUBH6eq9kjuVHGae9hSTShZZZO/mk/QOZxLJArIfBOqgK
nlmSBRnetMFQFFY42Cnkpai1G1ne9HLWGw+rUCfd0SsTTlQLh1tS4yk/bEyZbpF1Y2kTEkyCRVLE
VRU27iBTIPGsaQYMOCY/czaTsxb9fWD399kwif5Ca8CweNdPuwljQU29RtSuvb5TV0k5ZH1NN8l9
LOYJyGmoHwUuVDa6Hsy5ahVTzqdZ4d2orKm3curHvd241S/lp/MbDjLDHu6ofulHnZ0t6GRW5sY6
G8lLO+15pbY5OCnWNY9GBdi9z7SkC46kD5TKiAq/0vYMeAPKiP1EsG16s9T2CbtY9iSMprpk+XC2
yfNjsMKDD8yFgMC9ky0Q7lvaLVO9PJpmlRaYpKTxJpuneYg8o3G2aJ3HUOSxtfl6Uf7tscid14QA
ah7/tOZAJOVh+lIbjx5uK86V5nYkvpFfC2rdts2gHSW0qJ1s+/5Co+ovi5HzjF1gPdG4ca7//X9a
oFOHkBNen/4IGS3/1+38ZZN2mkkgOtLB9sJbnoo517UIe5EHcr+lsj89zcCNqmBZBv0xRjPyI4Ej
pCLFvawC6CvSDUyBRdxA3x83qWo8c9smIw0LoxLdlQHH+Oh33jw8YJLjvg1mbplhqy2uF05Jp286
txfzdmzoRjwrCNpphEVN5m0wNGoPGZLmIazzpgo29pgViEe6YeW+G3Ofhdh1BuUl+dOHTvh/Fhs0
ZaY09NTVIg0W/mlwgCnypB2tpr+pRjwpb5NYgowvg8BmH2FGFj80uQ2sSX+8LKO4WNz3BoXWeMQI
OL0LtAUvq2oEU9sp0o/1a30KCm2P0AhmdQ19e7xprGL4KUxyeLbZrGm7eM6t6sIt4LQa/ngLyj4i
ptk70HKdTJBcFPViQkJHJFrk8lsftMa9KNyW7gydJRHmsViya8Dj4b6rpKoeLfA2FRrAzukr4vHq
gqrk5PjipKYyR3z0QYSlw7qupP+ZsBTeQdrS4TzmjG2XI/9d8iXSc0NaG9ej/6eHLKb61czcatyM
M0rAUGhLaV04xM8/L5f39S6G5IO7CnvG5x8inS5YJscVRxHbU6uiqh7l+FY7MC8jeks5noWz19Ey
yCSd6bCSg+ttlsrojzPM8f5m9LveSeE14vhjcI7UFF2hpgKjM6LaKnX/j50lE9ZcMHeOXtPNBZ4z
SV1FbgzL+UJRcLL/kKJn+uh0IHVzzeC4PBnVFLe5sU9i8wikpeR3vTayK3qxo7EBkm6EitBDxM5u
6VBsvHy99X14KH9aJzx7zbSBusZ64Qd8Hkh9CDCSVNK+wYPOnqDzQyIl0jvN0MDjX1iO5TdByHnK
b8EbDOWczIshi4p47KQM29zsJ5rrIsb0tXeTN7TdqFblkPjOLoP7yxHu9PlNqXSYuSaGfbBP4YXr
YFpFqd3AE2t/mL6qn2Bq4pKQl0HfHbU409cukzmXhBt2Ob28rC9lmKppaiMjqKz7fvLxfi6UmJMj
5kPdtZ/i+bbFDzLpI2uAKEpLiln4Vko1V7uyIOgUb0vuCn0+tMkuMYxmekHakb32AzzaTY9v37vm
wTc51tJOkZnI2n/3M3KBr8uyG36XMT2LkEpHcsFhYpb7OuDWtXc9rbkpagfLzr40uaXnSKYPmKmh
h/BiATs5xIgv848NKD0KZgmivHMLZw5ugJq0dj+2nnGVN0Gd8YL2MG8vfGE+4OcPDMjFWUrv6MP/
5+RCXY6AnaZa0iOeN824oRGiDrZOe2ePjfhy6PPJ+P71E88XJ4w0Hgh4vGovz+YzfU+Pk1akx7bO
bPU7GEbzJ7br/rAnujJpyBhaDA6INq5MLwRC9yK8k7BxRIUrHNqOboUlWIq18EJ33dCT6zzPjHm/
JLUzbWxRmy6OXEH2OmvNmN05iV97BwWVyLqw230opD6PHRpEqCuUbWxdZ0EApT47OAFr6dHsml5c
jb2oGgPrCTytw0A24io1xzi7DlpVB/DCRZ2aZdR13rQbCTZAtD7k8ZGzvze3td/XQuIvaerfnawN
7h1Qbvy+bbOA5jCa8EXv8KCev7UNbjPbLrAJLLfY5a9xdM2f8yUzqj1LRke/7rjdkm8mmU+kQ2oC
u8bIyGITSYC0i49j1fN78LlA4Db79bc9uT2xVSG7AKjlBkGjia3z83ahyEVukz4Ibjwo538a33Og
l2a43hl2/KBrfK1woD0CNJNWwaXPcVJAfzwcoRnaF1ovfJmThwfenCwYM/s3I9czDuJejGgJyPet
/vHSWiQvXKQKDzOywPgFUORkLxIHAfcfxx8zEiQwYBoiVzONXzi/9H0XVoY331sQ9Afj2hD5LF4A
ACGphIVfDGqKUqfRXlmkCzZNTlwmd3Gb6tkGD0qfIMcFpdcOHUQevCZGGtz78WJJZjWbXAdUgLUR
lVxQ3+E3W+cHOXXtP5MxQZq4cMf6GPPPs3RtCbHcUPnRvzgdlsURrMZGd24m1ZQ1zgaYIgZ3htOq
LUSWVu4s7vN7pxRVvk8drXyzNfZKOsa+0y4NzlMQ+f+0Xepm1zq9syysCAbWfgRdixRAAH1VO1KW
XDrFCddkG5BniOlYd37ba9uaricVSIXyDIFeWXDYOr6w2z3M/6TcoMML3J9OyXX+2Wgnv7718yyR
G08KyRd0/Bmfzklk9lVnoRF9psVZWQ85ns/DsUdqC7kjnZYmGo1sdrY2/AuuAGVjGtBQ/KXad5Ue
j8/4ZTKs/C7vsSuxjbgLvFw8VXAmISVM7tw1+CM0bfy9FrSwOLDAFYjv9XNbvLmxhc+FZOVoL3BH
Afb6ahL4ObcoJmIbTg5OYcGMYWGlNd2/WZb7eBo2XJRev15aH3fh0+/o0ZZAsEtoBLTmz2srK3QH
3xRl3BTN2k11887/RZGaFO+LNKvi3fBFlYa9ES9bbKHnbDunq7h18FgAG+UZadKFXTxL85byOjfu
uw8+tuh66yXBhn81oSsxzPtZZ87gPSdpzlHr6GNrcaov6fDWyMJL39t06LYV+qQ42AattIMo6AWn
v58s03MAQJWhkIBA0KSUnheuKH/ZXfhNJEK6cOl9zAs+jwDqIb/wy2C+cWFCSoREgXqwNNtSt6w5
U7+xuwEJQTCoTN6KXl+y8cIPOK/ELPJa1zY6MJBzpp2g5TPR6B6MG+UCs9/mvZ7cdrbqMQ8oYh0g
QZS4YmGnvHS7r7/+Wsl//vgUYCgn1nIMrz73pNJPixowXtXiiFPlmCPr16rHySxIrNOdxruwk57q
7NlJgbWxKkDGZjPfTkGw3tE7i6hU/8ZIyqHjAuQnVnKIibEmDNwaq/pNteQgRKM1NnmEh5TmsBFq
mrEr9d705aZQsxxv2llMe5+ALzvUl0QMj1VTFeYV03UsC/x9qz65MEznH4hZsTrM0won3+HUIEA3
cl+k2aDdoIX0jT1mhjoKzKXxy6cabQOHgTO8Gor98sKD//J9ULUwVDj38eep5IDeUD1pvciOfirU
BKESxOBFVwn23DCGJme41Ag+Xwv03vEioopCa8m2/nktwC1SbSoycexFUJOUqmNGvhkooeMHqmk/
u/f12Gigbsr0H0WAkHz8ekKua+1kQtKYBKUklmvtCZ2QHLhheQLHheCmVZW4nuL1qs+2qj8q2ia3
ZhEvw4Xa4gOA+PxIAitW/wTckFjbpzkFdIeLptQTj9uu4eEtNdFweESg18kbTa+79q1I+kxG+dTB
RU1xpYNYUzmp/2Akc/nDTYwkxql6wFP7GS0q5q6mPpfupRbpX8pbB/90mEK0rfHGOMVwdW30msDt
kmMbxNSO4awN+fI+jL2602b8T8KuzFC/5GvTPi/S5n5NfVodmPvYuE+rpq+SHQoirT+6PeKA0DXL
VLsLqsKFaDAjojtok+X8o8WG1mUbxTeodolXDskFdOF8LTk2fCDUB3TbMFA42XIq1TaLpKt9rCfD
uBaJgB806FmqHbK0gEIdahan4haNZtVc0pN/xDSffGuHc45b78oyQK/2eXqXliNywsW9m7EYmwdy
M4c3x4fpV4WQ/SEce82YsIUsve4T/9PHscvVhb40fxq12DgeN6oBhsr8PONr3XGCq6r8tdhwAV8E
fdXllTgFBcVRy4L6R9vO1sFx8yGJ8V1N1+t8n+CutQ18YJtoWsoKarHntXIrx0Cbjq2BBOS9a7Um
6+7TMZWy26baIKoknJu8ptM0Dm7lHSeL7u+3gdiDK8ziGnsnSwz0QjbulTRNapgMMSatfrFUFbcZ
xIlulIBv/xwtPZmKnd0Uq//U10v3DKVh7awo/yplgBZ+ukl6wmsg9rVgHe6ij1Hum6RwdKZWfk8S
vDgjKFI4Qu2MBhLTdVZ71S9RG7amrr7+GX+ZX/CG1gYaLR56HSethhy/6RUTSI4+O2a50QLJ7cBP
Fx1GtbTH/SJdf5N3Di7Q//nBCOCY05A8oIadEqUwyuQ6kpB7AbNA5ZTxpDd0Q1rzE7QORmFZiiOS
mEt3ow8/oZM5TQFOP42dwbbOsuy8tKSSHeLlZuV0e17UicHtdjOWp0VYF/7wR58aEYcDvvHBdWz7
y23XV1W/jeVoa7DZbTyVx0z4N0LM/nag0vNWWM+Id0uALzuq/qDE9VvHmvN7nOfYgElZzvKW4tXw
DzFwxHyTBrNwb4bZGfpfxUzqwJ3m4Xz1tLR2/muYWlATrR0xg3FiDLXHLd0FHPY30s7jatjgS3XJ
9fbjoPo8KqsxL0Ut5xhKZvNkGqwtA8+q9AAqdS2QP9PD7zZWn1fzU4tFzSsrljIBS47gG3eD+gde
54M/bZD/LhJiNO2Jal9VQvsNgRbD2q+nyl9+HVuQBbCJ3fQqojgFEgfYBmnsowEu1IJKDzuLMb2y
jYx7RrDkvrdPjFrejqly4xezmUqKbPJCshY/ImSG3wLUv9YGe6vM/jXMTZfZ/3kyg/9S7iDSQiXG
Ovq8UfYe6O6EcvU4OKO41n2B0KLrwFiSK7tnouzJaSaX1oZgXXUX6sTzGmC9UroQ8czV8OKUCzLO
/ZIP2NgTRSH9f4migcDpddkByoGCneQ2mX2hzDpHvEncBNKlCPfX3IRTAY3picYUsVkenQmF/Y0q
4sw9BPHo77usekRTsvyb45wW4h08f3O7EUJzOwb1o45vYHNhAztlBX8MOVgehTIqy3OUGaqq35iF
7I9iGbQ5i+A/68MGuM2f8I1xJsN+cHA1u1dY42oRNvVO8aiWdiBahx4jeoxwRHqbktygQ198butx
sF1cD+Jee5GFZseP7EJaeiUxC2sOqwV0+rBASXMvlc3u2ZdkE4Ypjo3wqo2iiv08iwqyDEqrzeQx
qfxc/BSWlVZP0IJ9rObpzF7b0JJrHMvZL3FUxaQQOUORja9Evee7zNVI7eDoMrAa0YDEK3ycAYAi
9lTvR4w6v3qGa1896TTr8KEolvhnnA9eEv4fZefR3DaShuFfhCrkcAWYJUsiRccLyvLYyKmR8ev3
gfZigiqyvDU1c5hZN7vR4QtvqODPp6uizOzPkUV241bKyHVP39O3tkqewltArqOK9HSFqL7eH4wi
ieAChv4wCxXEtiI1qwb/p2znt35mo4ugGsEPE1OlbqVLiWysaekWiOD4IentpNbY9RhG3mZPgZFq
Dp1mR//h97EiHZpBNeuTlA7mHJuZkBxgA9nAWRU12jWGiOh+JoAz9i37snKVXm8at5TpO6+VibbK
3kTP1N+Fg4JeoJGqhHbImlqYsje01X6aCe32d6fhMihdzNthKqRmYoOUq3s7lb6aSMMjERBqAqnk
27fY1UuLztOcxhE5A6cwlm0ZA+FxAzuZ4FEyc6V9C40OxpsPv/OAY5KEPlpI1DEDMO7dnleRBgNz
tdM4sCgvc0lcbqsmLOmH2ICgx2kGXNeaMzw2LEqDOK1RST8wZIjqQ1QppbUTCHQX3siF8mb0ufl9
SqsEvyZ5SJzxuxzJMjagNAfUyXT7qMjbfWJia3AIdAV/WrdB8/ot5CG554e4RDxyyAEc02B7h7LT
LVxAFNQhmbRMzeNHR6IMslXi0VppowFLQxP+I30b1NltHG0oZqV9us0opYSeHiuaayWJhTEGgup3
yhDXtyC/iRgOcjXXDqJmi0sfMQy5EWmWPbLzmxHjF12PwRwXwnqsA0hHHgYtvNaYiGibOqjEW275
znfIYdhxSlrRt19ub7Dr64M4bu5T0/+b5VUWqULQWMQyAEcfCSUm2a3aMVs1FQovSJ/Tu23reyIW
7xzUi6jhXQhwls8GDkX/YvEup4QNadIWmA8kdhmiFlzhW4Tzh5yAB8Rn0aOEGcHhLPRUhJ03tj3L
sLLRWQNRkQVS1b0ocDHyB0LuAFFUTAIchJt1Che9axfBlIV3DsP8TS5+sU2jma4klElImQTfl2cB
wVF6dm1vPFoD6m5tUlivdtqMwlXhWr5CX4f4loEvfs670LrTD71Op2jizRAugD3QenmvFoNjJIRj
iqM9smnsPNlLtVJ+aXS5wFWntwOsShpLC2n15yX8E3VtRHVs+O4wCmxtLJh1MDnJSWE20nuT3RA/
kLewscfiU5n2iTjOsj/jFlJjirwGjliqJ5BHPvZVN1BwRjtcCz1bctopQW4nicZXWZZ0+1eiiOS3
nuQRbk9q1CWekmlj6Kn01M8RfK3BHdGXs9a+bkFBxG6ocR5yeShULL662oFFBOg8AtCjq5URr7hr
JGU1ynIefFfbQjz2cQhKwU3BJmqtF2D5cBw0Bb7v7e1/VS/jduBmUBDVsOg9oC93ubx0ASnNVnJ+
GERXGICKGk6BMlnyFlR0e4Krir2WMfsrkXo9jEabbWD4FTu5xLWKS7vZjrpQDroS2qc471FeNzEU
c/GTu5eELJ8CSlT8b05AiNcIaBc3cohMdAyDXBygzhs7O02j/wqK3bsR0tK6VOXiOU3+UZaLK3CG
rxh0GFFbZfzFmJQQit6vpf6QVsgWREPZeb6s5h4U/36nEJi4kWZ1d7b8fOX8fdzoOACkA5RJfEa1
2FrUp8q4hIBtV+0u16fsbFhICbohzYPGrWUq+nd2wPICfB+NuwhHeKrCwOMvN4DVOBIdPbndlRg0
UgfLI9ltka0qV6MyhGxQB+Gqf4z85zHnCgn4BnYdviGXYwZq11cV7jE7APjGV4SZxLQq7SDJn3TQ
adheSSI9Zw3R1p2BP1paXkNSNRAnMyzscmDkFxw875V2VzS1WFm9UUwbON9R7YKosO5VK66WlmIs
rdXZqWHuFS91IIQJECkn791n+hCuhsSM1w5hwAYP8DdREurfPsvvZYeLjcN4MC4YEDDUbIp6Obs2
c3pIo5O5Eyhnp/guVWPQAl2eEfcvkMn03rPayZyezWgsDyKRSvMxxbykfKkyQc5dTUrwA9cUNUKf
S5KQVms0wCMxNEBppZqx8d1WUvlnxY02rNURtaeV2RfxOY8hqq158BxnF9m5ekRFDLXLJEcz4DEX
jtnvnCjNws/OOKGhtckbH7r2mg2n+7+iIDOUnyFtYS4PtLabqfcquW3SX4ISFHz3KjDgIGexUYUI
VxaU8vI88huvarP2l4qmXPQgI+CWbrCAsYKvCSlvu6/BZK0qPNOCPVZ0XeVp+mhwn3PLqo89sfA6
t8FueaLSQEmqvdUVFeAHTSEJykMI5PkY5GCVra4TZyt2kuL37Y/1wd6gPOhQPnKIMeWlm6yk6KRD
yAHsxyJQprMaxgo4skz+3Q9iap/SMVHvHPSrvU9be9aNoIZDPGMsRfCdqCPWM9JonwglfQJBqogN
WEX5hxQ1UbG+Pb1lyIDByv/bGBpi3YQNixOeFUVDDWEE7YNNp0ZdgdIhEvnDyvYxNwWKWa7zGnUr
15Gye7SWDyYK2GiW9ER7hDx7Ea4YUW/7GRxoDvngg8JQ5UOglNonfVK7X7enOf9RixM3czNtYNfE
J8hGXp64FHM58jVh7nhHerdSixhLEpzN4jvf7oNxbFDNtO7AcoKxXUxJcWrUnYvI3gUIJuhfO7nr
jUMmdLm9d0NevbKomaC2AU0P0wKuksUNGUUqBhfY9uyAkPvP9GL7kxzYKGlkeTlhXpvSO3P6Lr3T
k1nsl3cEJ1uTahA6xyTzi2EV0vZWdIN2LGMnWKcJzp6mVmFkKjSt3EGcT3OXZMb6I+Whvrv9EZcR
+fvgVEVn6CjMJAxZL7+ijhpgUte+elQc9LTggjuJX3m1PXViPyL/qr3WXdxvB6vUsOCSjPyTAy83
xWTYkB+CcLLHdWA0vUEdHQvFT3Hd9c9Jktvq6vYPXdwZ77/ToY1EQgpEkLrV5e9UAsx8MH1XjmK0
5C9q7sexl9RD63FZp/lK2CJ6vT3i9Wehwk0raH6kZ52qxYiU4mSQD0I9YlU2Bc9tPtafQ1VKx9Vg
dUoDZUxWvqMgHAZ7zar1L7dHX+TgzBeyKP1B/j4X2ZcVs7HptJJ2gHpsZwH0elCMX5ZvdJ6Uozkn
YeW5grHqbOqUpn0tmdOdfXG93NR0qS+TRs8iVu/W2X9BQpmlDmR80o5BiR1NV5RYYxqZ+tlBC1jx
Sltvpju35uLmep8wf0O6iNwd9ZvFRkQWsnUwndePPjY9g5dYevdZKmLqD3pUqS+3V3dx0v8/GF1Y
eFcsMnnd5W7Cwk9W6zI3js1ImfhpsBrpDwoRCBybmjx8wl8uJAZr/p2mgTS2rfCXBQnOXs6RJY2l
jL12pGWRvEkSqAiPeo510FGp/Mec4X2OIHtngSbFmUWoLueoIkDRN8DgjrSNiG7jQZKOZufLz+hq
AtcLIXitirod7vQfr/l17NmZuD8j/U1C68Xzp4aRKdTC149lMDl4JehI94u2tUrPiLRhledZ/V+N
tAy8cwlX2skI1lC+1O+3v/DHPwOXrln0i/tcWXxiqUD+aJAs/dhpkoL8mZZsTISekRgLculBaULz
YMZj+WsMI/sJ1JIP1zS6x0FYlnzmjwAWg9dR4ZiatJYvPwIe6U1RETDwEeq22isjGj9bhDMCYDhB
hIhmB0LrZUoGM4fqkiDP4vT9NF8oYbqDmlyNdx6bDw42+nC81zSJ0RJdMvF1oedpIhL9WGUJyDAR
hRt0t9V1bDnJY+OX4s69fX2sUYEjCkK/nFFpx1wuQBhD4sF913+ZKugGGO1k5Vc5BeSeU6MQd+6Q
60uTSITzpaM+T1yyfEkdPwmlUi2TozKUefvciHjStkPddyvNlEJMMO2os1Z5WFXfTayDvjlyh7bV
nVTk+m6hN0Q2wuVNme+Kh95QZZQKYyyORVtnb/ye1ov7XhNeUmT2tPX9QH1IfMx9bm/4qw/LPc1u
n9UzKRlBPL9caIVHqQt6hB0AUgz5hrasC50aadCmrDclfe8707weD/0IALQzvhx867LAWqDjP4IR
9Y9FMoT+vtHa/KyXoM0QRgrqZp3ow/RvjSvQ7AzJgs41EG7QZWCdo/yPGpPtHGujKdt94RjRtkot
XINLIx/6rTyZenJnWZeF5PdBZ+I0uSw764pfE5r0TdIiC06pogYY/GBnJr6hyWRP56Ee9HglakLU
g1o56ScKCLCJRwe72VmmOxv2VVOJat31ZijdOVhXex31ImwgSKIAzQI1WYQnTjgaJZQy55hZTfs5
ERhmIe9kozBESq8/d1VCtkqDMz3mXZaTfFvRHZbZBzsAFjvILRkOMR2KxS/olKwqtHEMTh0OXAc1
iNTvfoG2pt2IIPESJQ3udU3nP/GvlGP+FjQS2eBYshCmL3HKg48fAFIfzhE59Ul6KLQ026elbXOa
Bwy/E3sq9VUY4c3sUSag13T7iF3dZTrkFEQdyHWgtNG5vTxiqdKBq0db6xQC+ok3fWKl27pMgnBr
0EO6c76u54oD7jzPGcdj0Gy/HKzTmij3+yo5xZLU7Esw2OfJqLQf8PS+OajEbRDWBLCO7BC6PLfn
ef12zt8U7VDiMCBE+nJsrUCB10In9BQjg/MF1V99i+WXvG96SXw3Q6NAvQ7kQuNLQHT6PPozoFN1
57B/cPBmOWCqZdDCZwnNRUCYm7j5oMNuHbUaf1FBb7hpXqMhkIxnGgKoA6CZTvQSwaKfLWMHyd/p
Up4MrlL1cY5HU6g+il6dpjvb/j2HvtyFaHqAL4AP8V6dX2yDvCnUvLMThyiOp32N7bZRrdDfszo3
FfKIwTn+wz7+0YHcPthmHVUeBjr1OgRdFuxsrFpQ94p7P/bQ6ojRmyuG7CvWZrZ2gNIj6VTHR0Rx
Y1oCm9Zyhj8UoruXBpud6YRDYNl79Kaqch3CXni78+Xn+upybsjEOAr3q8oztlj0OE4mxWo6Tphp
SwKzPc3yTOR5qSRZDSz5KED9X9ERbkBj5iEdVQgclkgeLbm7Z0hx9Y7q5lw+BDlo6gg2LGveLc+O
ZcKVPoLlMugUp1rwJTAVYa1ruQ86N7NtcFuBKeLX24vwwcA8alSooMKRiywLDibS+IXPFXR0DKFg
0wKL4xutgKTbohKO21oydecwCKXpzrG7vl6IyGR6TbR9cbFfFqm4CHDQTYfg1DSGkiGJr1QeiOlK
wZl1iO8U2q8j09l0A+lWyhwkefIyw7NLUEodcuKnNk2D38Bz6mTbdLHWPPdS7xjrEXWg2QfGBNGY
AUctXtFSk8qVpiSVtqrlSrpzrj66dUhX5ufsHc2wTBykIGj0qjPDU9Tn1ueS1/ypLWR4WYqGyimq
55VL93DYZ5nuw5eRugHoXdhsb3/9d2GxxRF4F8WYibUUyJaYYPC5yDU1gXPspTYv93okTbaLK4OK
LxC8xWmdRUWHmF6UCPQTO8v4Fhg1eoelnsbtbiik3P/sa2Pju5Ke4kwM2joETl1ZzyrOWS+QpMLM
TSljVZ4/DvnriKWC4eHMbjRPiHKNkdvqWfBpCsL0t9USeFDszrVH4SDtugkSLY5ebTlqQw/4ho1S
o4F6Fh2EBFVp1I9986AoIl0bLUjITVhK0ej5FZCLrVE00rZNbUTTDR/Rfei6su+s0L0pol+xElaU
zluMdpJ41GKv7tj3+IvUNV6UhlKH7gyqBLrj9LHsEt/mL+DEu/GxgTXXr9pCCquDrEyy9lMzUn08
1I2ujusBYy68M0K7ACQYVdMzxp/aj9LJFag7SRx9vv3x3rO65cdD/pqXAwU3CAeLKLhri9RQK9M/
Nno+/jfmfTVtQ1syTbBpbaR7BcYNkEdG+IJuVttZ+6bylAVYpTtZuknqRnSu6KrmSUefNXA7u2h/
IUNZRV7iF3V5J6B477ksfu6MA1DI+ckX+MmXj3yUD1A6Akc6hlOedStIm5CNisAfZcY2wvChU7u0
eg6aWra3EugqgTNPTyZTZ36nuyXCqCRVote6ypWGVtbXbO2W1lIdB+7Ua8rb5MvsAy2Vy59KHyev
VibH+hqRT3lYKQ3CY2u4yNmzUeLpvpZAuzBwncFpQzNUrdjlXaLzD5RZ9mnFerll2I3VugHBcO/8
zxHNcjEgAJMjgrac3/7LxZApyGBw5PhHWtma/JOHDrcRF35jGNCiGkv9W05zDLvgfszlJ3jAzsGJ
ZKk4wIeSe8PzO7xSC6o+93LY60AX2AYmWQD1uJrJBC5/mNlYemGOWn5K6KCLZ02E0/cY1kr0BOTY
2EHrqe+8w9cjUo2l7EZgTwMWcsLliOGgNWWRONkJVpUq4+ND33XMrE64QT3SYirugWs/GhAhIK47
upPUoud//1e9D9AU3QS/Lk+Z2ds7XkA8WcaWNnMJ5knZyrVf1rvbZ/X6maWUDp6Wd/yjynMaSJkz
KW15Qkq8Nlwda/Q61SbFa7M89rQ2Q29R0Ny6M+x13kR8M7edqPohYb4MKzIIH7YRWfmpdyrfeopQ
YC682Bmq/3AmgpNMC35yUE+eO78TDskmsDC1Fe2dx/6DBefEk73RgkEez1nsqc7qIlUQwZxQAsOd
pgbzxn0Yfjd1SNdFVZR3wukPxoPzSqsGaU96b8vcpRmCXkLMSZwKfIK2WeH/cHIQXpCT6i1mheHp
9sf94DFnarRi2TaIDV65ZuboDvXjqFUnH0sCZROPIZQaG0FynyBZGzeCeCNcE+Mo6kNHPZlHqSvS
6ARPqknupMofzR1+D9fjO97pXULjr80to4SCWUQnToHv99tAncpHLVG0CT5n8Yx1LqDg27N/725f
XmUz048YklOMuNZSlIOOlY6SQQsYM9JxyPRD2XijQDY4u6m0qKXHohU2xgwBQ8uYCYE2hE/6LKMU
mLvEu33jqXFlI5Ut55KGrLtiQUxHtNJFCDwhxa40HXfdIJdzT24n4BEt10gI46vVvmtdkXSbUMjw
Cnsb2WlQmEVtvDiDdc/v/IMzPCMnaLgDI+Y4zSHtXyvr6LGkDWaTnirRpmc5TM0NbGZYAbHWH8py
Sva8e/vbi/tBYkg7ZKaYECqakN0Wj2YGtzoX/mSddJQ9T3xO0AzqoP2oeqFuTamOv9JRbjah07LS
QWCWh0pRJNXzQTJlmBcq4z+fLbpEKg49vFmzfOa8Sn+twug0kVWjAnkKIiXBgXnEnDjDfWsAYmqr
j2WClt2dyOF6S8/lZKg2NDCAVi+JNgg59EncJdYphb0iobGOhCuLMH6OYnQ7IHeK4U5odZ2dMKKG
PeJc8Jslci8n2eOaAvCNERN/mr6HUaN76TRFpiuqvFvf/sTwKvjTLg4Q2s1IGM3vH9cW87wczTeS
iiAvdLilran9GeoNWh9w8cEWv1GGqYd6E8Bu7VCtbCIVw74+QZY6CNtA/8zJTp1vKMpJtexyoqrx
AeVRCSMFv47TnVGYqfyb81abyN7Enb0qEsB0PxvVx/rT8CeQaTG2vmIH2z04DDJOhABGG+ItFNWH
vTygvnAOGi3Qn2Yl5sQtDShsLIQSt9pPClRQIg6DWo7E+R3lu3QFwEoaDxh0qJ/UIKuN1kO0SUaA
XzdalYxydNTPEjkaD0EZDmdy3G7CB1HHgtPINH+DMQ520NA728SVYt/6anVa9zQH9MlOgE3ZGP0Q
NqsqpvK76jmPKeI/ICPdQJKHcPR6bAvlz5A/G9lNCDl9r+zFdLSlyrHWqeF0b6GOv+XKNgr5OWt6
+VUZDGU0XSPXO38fx0XpP5phYIOZjRTjmNl+nSMImCpfjTypRxDhiv8SFwNkxgy+vFgVWqP+Jh41
tC85x7B4KAIDu1YoddXbhGnIT9FSPtu2slI/cJ4lBGXQkJjcJCnG6CwKGq4a1urfMIasjpEeVKNH
H8k/ZQkFKfRVk8TLOsp0q6JK6wdUVYvYi6rBOplo+H/xg747J1bi/+oSR0ldqu95tu/UIPhWgs77
TWlS8dfIWFfBK7z6SfOyhDzATRFz0DxMe5r0Kdc6v3+K5b54QwKHLGpUYsq/leaEGACk2I8g7KFi
xDVSLyxXkVPLDVrzef02QRixH0IljCss62x8iLAQc8INSWKgf7Inv3GO4BDwBJDkzHyw1bH/TLmz
iDfwsvMHwjTb8YSJZwevQogsyxiN1dGc8qZZQ1MKGjeOzRJfe2Jz62ThOma5Mio3PwzLKn62pdon
T0wqXE1jZ7frCRT9AZBzprp6L7f962hDmVtNE671a+En1e/SRxKTcE/uJ6/wrTb93NI9VHFMKFDB
17tasc5YdftvvU56+wo5d+gebDmRKs8qWz/chhnGtRRkxk6s/KoYJ6+E8qk3sAuMhm1Ot+2naGiH
gCVX5Gwd4xM5H68AR+AoapRh1dJux11vCBVyMadECDuaAYpeLFcIjptqp3zrcmwPvitlpavPAcLV
7avG8n+jglN0b3poYajpYkSgFvswSPtHuVNE8SPogekeacVOaFX1AudEjMZr61dbB3H/pw4j3Xyq
kcGcNhlSB6NbmnZzKOTIGdyZvaHxiRAsNZLaeS51XxgPSSDkAQJLB+NuFHhve/3YkzWtfGxDnlA8
NLID/2G6bnDaGEwPgUXKkymx0qz7TKyws30yzi+ZkYQ4B8pls0+nqifWbJpxclPQj7JrBNlkrcZJ
r6wTUnpBwfdNanslZXLdeY2o+mcxTZOyJ/2RtmYXG84WCiqYtCYwMXGJ2jHqNrnTYJGoVumIBjHi
FsHenEChnTu9dMQT8/WLz3EcD2STqUAeT6lU8wV6RKCs9azJfjcSLjJ3nsqrgIFXGxjHDGqg7U4T
/PJe1yiXlNhRjwBrVOPooz+aQBXxEYTrYDYc9AmO1tZP/eQeoOHq+aJRBd4X2TDCbQC/87//640G
hBbYHQneyUxz6b+kCM4NJYtopeIEVt8J/64eZwONc9JEun9z/ra0TZR1bJjgqdhoVXTFpiin7C0k
talcfzSMk9qI8U6Aex1t05AwaLkzM9jzgCguZzdRWUI/TMVVBqHnNfqg8lM0FPl/UESUJ0XUw0E2
a22rTEY3eshR+ZU7dPq326/2MrOiyQ1khdoltzql8Ss4NV3ODOpQ9qqOWqG6WkkXTGmL6E0q0ngj
5JhUasK+bsAvpUfEUWTtP7ekIDNgKUTtGpKZc0WrywrAn5iJpa8Qcyt/I8fq8FtKW7oUieDhPWBF
qt7JJ68LqQbyggSkzJiElnzncu2xokNoi1viVGtR4aYGji+xVQWfqroiNsBEsHzqsRa3V2Od1m9l
ATGYcvcIqkyn2PuvcSHna1ZcJ9chGIVtd/lj0E2jYqjmw8nuUcwcY6XxEDhoUHIwGuvoNNI9uvkH
54oeIPkdWCFQBUucL4hpa0pbbTwZZQoVugqNXaYl/ZexKfx7HP3l5TFvMBr8lENmMUlI+peTM2Nb
8gM7KF5bQ6jBytEaBwnJCk9Ox4qbx7AV4oUGZPb79r62+WP/jkUZVlfgCdDUJ8qHsnk5bNiXiMMJ
tXy14Yv5z36es584iPXXSQuDbRl0RbDKcvKtTxpeQl9vj75c4Hn02Y+Cgw38jZ7v5ehEd35XosD4
ShEIofgsL6wjKmTd3qw7nGpuD7a8ubDto8QFdJSIHJV4bRHkW1MSayb8p1e1b+QBLycndMEtYjRK
H01904MyDO8MedVOo5VPWo5nIExYtPKXNVBQln0BBLo6Z5KG7rM763Np2CDlVkxYVmXBDnRkr3wp
5IFYnXh+clYAZrS3IlBpfQo7UEYP2SwLAZ0QvpkbDLEdb8Daqo+G5ps8sFog1V6YoRZHht05G2Sw
UONHuisNXnmQ5NHtfBSh3RQpOvP19pJeb1qmh+4NqdOMPF4yGtrYj3qymebcBEN2mtGKj4IM4Zw0
w+hJQ20+DFES/rk96BWskwHpIc20deo9qFPMe/qv5y5rA7uc7Lw4Yz+OTlImELryWisKHgKjtYx9
iJn3Co/KDI72KAzrYCsl3k+1JLQtsttdCQ+4HcstCe2wc0binJ06Ss1wuv075+f+8mjNAqlcVcS3
qCQuy/WRASQmqWr1dRR5iVwy1ZJmq0ETu3MtXh8ixnFYVrJwio1LPVylKQIqzpr62lV1PG7yyfrP
AHMWeUon0+b490lxHTIfkliO7/LEZkmp14isvUq5hHVVEuTh3sI0a7zz8nw0qb/HWeTIgNjjtJdx
2CAbqGzIKiARXIRSRn9F3wco2e1pfTQcAteyBqgQbs6yPYd3k1UO9qS9RvS/CdrK6MEwovSXHCb5
vero9b6g9A22fL55GXIJQIjivLHCSCXX8JP+ey+Vvul21DU//+uUqOvPNJz5fMJGWDwoVSWj9EoX
+RwMlYIpbNtMPJx027woFurb7cGunpFZkWWW/aG1KxOkLO5WE4VSxcaG8awVSStWYZY7b6R+yJLb
rT4+ghOLzkYUl38m6Fj9nQNwdQvNgwNBhE5M35cX+/I+AC6gTQkViTN5E8aBDpRqDYaf7bixH6T+
timTfK/45rT/90mjMUAMDBxu5rxejgsjBk4iNNNz2AifZg7GP+vcaoPzhI/yuUDOl+pEK5uRqxuV
+c/PGRAGCilgxlC9A3W7GN3C6k7Sygo+VUy5VOsT2GtDLv3U66rct2F9ryp3dUTm8Qiu2bTAexE8
upwt6E4/zAAWntFXtqVD2CtZuRlaPwU/gzKGs7q9uFenBG2xGXw1S1hhr7HU+1JNFDkJvjACFUGT
UTvJ9P+cqbznxHUlMU07fsbbzaElLEltGVTqepjy0mbj2Y4okPzAGVxDdreyA8zuRNd+MlNqaTu1
NR1/rdG6osram1VVbXPDGQ+pFRmpm5p9Pe38yGhQZTVKlFAw3q37kLx3FNOhMqtUnG07LHeFLAsF
jzGpzbykm7BaReSGvN5tcnL6ZgtFHzEBPOpMfO9F/DOMamQabq/s1YdEVJUXwyKmn2ESy26JIJaz
GsQHzpMpWeAxBuubgv3ktjLbe2oc10PB7KegincRHH+0vC/3TD+pAVS8UJyR127OYZg4qtdH9QmD
P6Pd3J7Wdaz1rlIPLQn7E7Kjd0GJv8ICELcRyaMqzu1MRtv6Q53urF53NA+pk0b8ceQmrmeEy2Rs
Q60tX8H8T1TOp4Fyh+LXGWIP+TSF+UquLek4ylmlelZVD8AGukDHe1APpl9xYNOLwE1S/WMQr+3o
HozlRmrQB0I3Oqyr5wqGTXYH0XJ1v86eF6jhzJQJAuWlpApHXCSRmbVnxao7pP1wTEHUvmxfBlUU
X0fVKtc61tjbmLrzne1yFTbPXw8eMSeRGvlVjK44WRX4eDKey5BqHqqCJa1z/Gb11hORXNXbLAym
ey4MV1f6fBppH0Id4oAClbrcOG1l80jCWT4rldIOW4meJqiUMsZygXCtf8pxmNmkdfLPTwnj0kBE
WYFoADrOYsMKYQRRpInurGoYi7t8VfkQatPehqHzvSNDxhvZVO/VVK6OyRwdwv+iYStbRHCLYKcL
BxE3qBud85aqJr5eADlcp5PSbOP3Vlqub5+Uq6yerqUFfASlPB4PrvXFLEEbgWvLx/DzCFr9Iapo
RithHz9S6/sUiWJr6pHyPMudPlGqM3YtU36qRF//287i6ULpiteLTheAZ2pmlx8ZrZTQMEqa4FZG
WLGxRtLUjaOig5DW+Mx6Joq3xb/Fle9j6vSVMGoiTAEMcDkmyoQZwse+hBGWHTeQYcC2gswS4dOY
tT9ur/PiszIWAAAsS0yg5O+55+VYVmVUKVa3DirMcv2rHzJ/3aKIjkeONcov/zoWZpYs5ExGYMRl
cpsFqWQHVh8ebN9A+7cbDETFEVoWq6a0QXTdHm1xJzAzaKCEPnCtOSdAFS9nNispmkil+/sydfRd
6oz1ixyP1QrLIXulqll9x3Xig/F4tIAlU3l4z/0ux8slLuNYD809OnSda8Nf33VygWhNUwlnG+P9
fS8u+HhEuvvkVYBVjMUMFRVq99ROxj6vjC+RXSkvPNz1AeZp7wmj77a3F3Te6n/livOCUtsEkYzA
wMztWAyXNEGLuBlOHgmokBW6RborGXKx1tpEcX1ZGndR1kxgqJx06ztatrk9/PJGeB+fy53lhTdD
hW0RTGYmwm1Sk9p77HjD76FdpQ9BPsjfKSlk3+1OaugsOmriaUZuP2a6PG59AKaHbNLlOz9l8dL9
/5fQhaUeZc6CmosE09BoLg/Usvc5cs0ro53GX6hqWBuBNuIzJb8ElBYKw7sEmdfft1fh+rxCxEU5
nYfHAQq1FFabaE/UhHPmXoIYfgD7h9F4mEWvVlHd4xfP33P5vXlV+ery/NntxTWUweYhPWKoMtfL
Td9GxYonD/dbDD225gje//bUFu/p+6rCk2NdwQ6SLMxT/ys2QoNNGMmosJ2VUdcoZcb1g41zqafU
sliJke6wx6qKO8NeT5PuL+Z81B9mfNmStwMkB+ETf9D3VhSG32haZa45tcNm0GrZQztTuZM0XE8T
WQYiW4gUxLZUmi+n6Uy0vKSg1/ZdqmNx3UfqytHD5uT7uW+4Fdngi9SqtJlur+71xmFYUnp6A8wU
7PzlsEHuy/Otq3MddtFWCSpjb9fEg5gfmsfbQ300Q9A+NoUlXi9zeTxIcP26azJ9P1ZC/lPTufzq
xxSG8Ls3p8GlRDd9woS0GP51ZSmKkGajTEkwNnseXU4RwcXKxxDA2ZvgqT5VKtpBXi45xmOTjcqj
BBTWE7YZ3Xmtr/bPPCqp2Qxpg/S2nK0FeqjO2s6GDqVbL4HVoJSkQpP6qesoSblZott3Rrz6lGhB
yGxWxuX+4eK/nOeAO7FvD6qxj61RxTolz8JdNMq+G6alfC8YId7hj7u8B5BK/OtzLiI/ejoqNjA1
Kpqm1p8yA2LIvhQmYjAQkHrHHYSTOC6QcGE8Ae8t5TfEq2qYV5rV7OW8G3zE3yMDcYJO7RH6AG1h
Ck+dqJ2ioU8C7dZ5nI3rwkSCYq2BZ3oJ4hnTrMmjfObxHmpPRYtYggEd9PRcA6NoX2Qt87P11PlZ
9VWtzX587DNJ2C9dgcLt2gqd0tjpY5WL1aj7vvoNYH/UebrNvjxMamGlG61r5WLViXLqvgD/U7VX
HjcF95UMUwhXBkWUuXmS+p8LQGE4hObY/6wLRQm+5IUiBSs1i9qnUstzMjMm+4THQRY+VH1fnaR4
GOgCR2ZqraNOr15Tgq+flppZr43uT/jjaY6060Wg/VFxRHmTja6WPNh8eQFoXYpit0wRoXQb/Nz3
/EwdNFXZJtUaRdmoPQRtHb70U6aaT7aZocwgoME/W5EcnKCxJN9zgkXkUlg+18Iw4BD7RhN6Gj6P
hYdSoZ19VpQcAHaf9Po3lEMFZUtFmap1MPqNtrXbnA57Nki/RKWn6rqXKkNZTRoyAy7/v/YBXXAb
7c5MOC5Yt7R8+B9lZ9pbp5J14V+ExDx8Bc5sx3YS20m+oAxOMUNBAQW/vp9zP3Xsq1j3bb1Sq/uq
8WGo2rX3Ws8qgjXK6jivnPk2mCOEEyXIQP82zJiJJzRKDZKh/Nz2b/Ny4bZuQP8/TXIQ2aGZq/x2
IJB5iM2wX35WwiN+FtnLBCVFGD/LwCLCBf1X/VXUJeQlVASDNB+Muoex7NVNXd9zLHSNH5Ujt/PY
iDD6sURVU+51bssmnWcDgekiex2djX40b+gOolQY11UiRlNaA8bxsHrctQEZM3Fj97W7t/yO3XUw
re7g5QjP7rDhowac5YwSHd2TqA4L+GKdFKEozJ+9NZf9rRlA9t9JJjv+7zEqRJ54RGNNd12jnG0n
nMb7DQUV2B1rxnATjEBpmbOo0fLuMk+jlQv9rav2AWiwFEJLNj2Z9aBXK3GV496ogBHyFNNblwt5
Las2XhoZbQ8umUvbd2YK3drummxqfkCKKNVXe82M7/2i+HokPhqky322djUJPGqDY0PqLl1k0Q1T
p8hmyk3xSeZO0KaVsc71JVjbjkj5yjfXihW7qMxEoVgZY7rNlfGJrxE5Z21383nB3AK5PR+H4Gel
bCOguz8Hw56wKLVGMZt3/lyVBq3xCqHedZylvJ8mId/yWKsF2BjBX2j2MLB9Uv68OUcNBfUegaYV
nP3R6GXSFWv9MshCukxMemnsSGSVM3/bWKtnOIeLOpOf3ByDSuUQwlavCy+i6xZ5bDcLBzyb4dLH
PdTr9VJP0h1/0RErxl+z4fb9fV71DGMSIhDm/hgqr/MSt5mGU0u0Ax20dV7WGI4zQHwjWkxoacrw
+hs6A259Vy26xlPtOOsvQLaRTuuCJRsy5VoYyPghRu+4s/Z4z1jYDVPQedbzMCztfeEZfrgXQ6i7
eLU7ryAyrir5MMZt+tT6BLJCxeyiIc77cRK34zWXCSCQgqdoIX+3GarT6kAMYwa3DGSRLPtzV0Sn
EtTAYwuHGtpjIPgHImcZ4ynwBVq0jldlD8q7Pg8uAXwYHHz70hjXNISmVTXiIMZP1a7OJl2mq5Lm
U9RsxpAuJC3BHiv0RBsxKJpT6AykSCpi1OiybBtMZgIjbfcgSQxwb6QU/re20eEdiBgmpKM7TWhv
ancud8HMffgxLKUWTDAmMSd67jQIWHiVsNx9nTnxQD9L7HtvmASRk0MBDRFhE7l4HP9fDMbgv5da
RD808sTP/uBIL7mebztUTpH+NU8lq48D/PJSKpF/3PwOlvwcLSwcdZ5HT4YxO/XJzs1SHuA6baeS
15RpW9Zlz1rUEh10OBXfdBWYt4HEhJIaWz/d5nYViiTf1mnehZOhT1E0dl9qAwFyvKx2H6CtNhT+
uMj5PRj2GCSdP0q5y5qeJtSkg+IXoSMtvdQu6KJr1GbNIgSd3sjBEbjbfkOkFR2IRYZvoobZsBLs
JDykbVTVXZ4TpQmUxl4fbEJWcrRi3lTfRXmln9BB1g9lkRXb3oh82d25pTTcB8c1GBvGFMzZeNIQ
1n+r9RqDNTiVrB5qvXmXVS0k0BrG2n7rM6W/mrn0qj326sjew6kdbvLrOI9kXuV+GNfKt+Jl8nHD
zdcW1EFam38TtAh74wCpy+eaLvALdD5LnvQWLIC05MhTcWHhc/C2wjqZYD40iUPgVL2XneCUnKm+
RcCVAfM+OjM3N64gRN8C1nJdNhy3uZ29xX9cst7EYiq96MxwXHipP7plcxoyuYwnh5Of2hGzOJm7
oYsMkprKCXliXY7yxinmGuO/X+RjWnTEKCbeyJwy9gvlLbceiSt3C6demZZmO5o0VZuraM7xi5s6
EpHeh13rOzcufsRf5ZChZMwBe5MtsDSqjMFVjB/Dxg1QwYZFXe44+E8vU9j0X5UD/2tH71YdOdGa
DHxA8/txlnvVQ1Nk/YTI3Kzn2DKqCX9DxMM6YHmYPqKEI2uK8s+6W7s+oMYip/hrVNnBdtfWbogK
tSSIL7Y4s7SxHilh2HHaDgQsKT5G7FaWCliGIutn4BbtAoR/UbfKCIfvhjCX6sYxl/HFaugnxVtH
MsAns6nxKs1DGz473ijHxFqa+aU0LF2dJpIR26Nt9Zm48E84UdIbYx7Eo51PdyFz8/IS5uPyK5gF
Xsncl556sjpV9TsxDibN17pxrCP+1Wt407bCvSxcS9mHYgvVRy+fyoIfyJkwHZ0sDMk9zIaM/ond
f1inHt14PlRWGStqYOcFooQqDuFmZ1Uqe3/eRd2I1IeqcX6Z2U/Uvgs1qPFFaFSeXrX4ADdFIL5E
7ogCkAGHXaa8z3OUeMJ3w9jGApifdNes5cEwwzWIh8mUxWWy1talhepk7bGulnyHbN3LDnUwOk9F
LrdupwgRImltWqnLomhbP4GA1vJQaMrIHSGrPk0n6jSQcob2gmMTRdVHozAWZy9QQ4ZJvwXhfSks
dBMt0vjbPnI6cR4tiYTaWS23Ok6VCF/yqMUrB1x/9veNbssuafI8k+yvoT2kVT/x1KMub9UZ7xTu
NQ93R/4skQkN+CUnXEMtAsfUXynwUOij7TjWICOo2Hvfam4z2NDZQfYZuYFFlxXlqQKNwYe44AGJ
6TqCcW7XAtGYTVhb99F3PWs557z0iJhbmX0OttwYYtsQ1gSMOup+EYFUYSDxKAW9gN3mvNhgoael
5gOoqgxWXo3jg3hNmq3Ya82p3o2RwF8xohzeEDtvlHS1hLgeuwRGEyoaTLz0qV/o2by+1GVDb1+I
XeuGuYkXvQusezxM1YgnrcGeakYKNNbq5dWl0psOU72N1Z3f2d1waRpbpSNIrYZom07x/Y79ptVn
T03RmDL44i8INq95bBtiOD+bvZUtCaYzxQdgY0/cL4PREarsjLl14mQ/WVWsu17pOxtnT3WyvbWJ
4rGDfsACnvd7oeZhETE6ewQgV/AjVXZgA5QHMZONz1046IEuRziL1JrrstsT2RFEu1FOxkNFe935
Fub8L8c9RqUswbzpG2kPPs+4V71rURqwcvVpOPRcVk52090Cwx0pU5ra+Ci7bfkcDlGNSEBOqgIj
C5TRGBTrd0hxCuDJUG13w3TJrk6uO6OGt6KOJ9dZyzp9gPEYRAkygH65dceGcoYmY2ncU1lTenlC
tsEnImeMr9ipnezbtsjhg4Igrw7GCDrtHWviv3UUmC7Rg6KBzOn3VfPCq+jDTEq4J7TD521GjGUj
lk2yyXD3ZrP+vpplD39vYvzTEHl97IXRH9EgB4eK9+LPU/YCCkWSvOecmFEE5Y2DH9NJGwp44NSl
Xopr8i5pu1Y+SPuc5SxDcb/M9rHyjMHeE24Fl9enJnlEFSLynWAJD2J6ucUv5gw8Bd8S+Y05IJpL
QXf4n91octsb0PjWT5pr7d5e8zW/DbyKh6eYfRrpNE9AqkaDw+bHPigL+2LrpdFAFqCk71a3nrkZ
Y1Umtdm1d+EysyjGBoFx+lvVY3WIuy10fzNuydyT1eThI3jwbL3ppPaefQWuI27ZQn7jRuMQGPmZ
UeyVuxk1p68QsQnfqCRbvRhC+MHVoohZ6WpcVAp2UnggrLFX5yIg/O4E0slUe1pD22X1F7vdW0QD
Wrt89avHNQqn/LE3MljXHAmBJLoTnmp2B5W9M29407gAjoMvCN0Dww3aJK/eGvpp4wI2Lz8bUet+
XEZnu6mawmY4vtWaFrUIfqKSHA65nj7//eV526HBNYMCiW4USh1EJ3++O4KTPUFnXXmOlH8OgyZ7
AeZ/lb0txXsW5jftJzC2+J6uKjPECO5rZRVxRtrEA+KfdMHgb1V8e0Bl16QfGkwDWf3OPf2XLjzX
o3PJWAyVL3rQP38aw/qeOUDmnfw+Ko52sZX3xrYQsV0P/vpkD0QyBbwoF7uYCBqds4AacJp792zi
43/5+21+84BR1JBpwUOGk4/a69VEgLLQjlSLmo54yPk49JONg4HUNFSkCBMbVv1v42T/KPMsC97p
Nf7bpWFi8HyhQnjozf+8DVYvOgaGpn9yxLWu4/iyp1QY9hEzEkrVrJ2+BNymS1AZ8/7vv/rfHgEj
AGjJJPEgFv0nMOf/GuWOi/KjCVb/xDgEYl4rnSBmaciuFAJjSuiLEG680F6xYksB2Y7hNILEVeya
H2Ae1/qd1flfXkGAkPzrymtknPjqbXecoJ8F/JjTus3joV/aSKaGNszzpOu+oJNW6vcMav9y+68M
SgBYaK1par8ay44R0P6qW7wTTHA7BcYgDosHKBg/SX62rVUfxoE0KWdzm49/v/v/shWhjEPQybft
uKzXfz740dLkE2imFJFS4b7ORPmdrutM3npknCZiSq95GVvz3183Zu8M36+fHh/d9X78/yO3m0xc
+2dkmkBT+F7XkZPvZxvD2mIHS5fSThGJi6ULEvG6Re9pZP7tdl+nTvyfBbz39eVXQ28qAD56iiqM
fy38tUuo1+VeLipokzEfsp+i6MZjSxXfvLMRvx07gopC2oEsBtUeaqA/f3qL5a+mwcFcdaLTEJeS
RSnhoE7UajQubRmXaL4TbXNi8ovZv4UpXf/n2QlfMgYDRtYYxqPXa143zU40Er1xAlNoo9eV4oRg
6KYK2u0dDc3bb/sKfCLvAHorIFr7NTVxDBZokRvrykRPd947LQxjdsiQxlmTu7W8mZsay85ANluw
j2RVyoeIPnu+Rzke3iyzNb83lnuTH0guZESmJe7aq7KGRf/PB+CDv7WIoQxPeS+9gz1QxMcuVf/B
r6PtotE0lQQu6+0+qKWqL5NJUsHFbbFYXBrQFiksazoWlVUMO6MZkdD/xw+SAT8vJcs/6yGa+Vdj
yigc2YLDqTzX/Uw/1i+xXnMWSC0R2C+b2+1mUGXDOxd980FwUUaG+H1QaKBefbX8b6M7Mn+oqrPX
WEYeD76wPwxBJS+5EPV2GuvCmuihrGV+FCZuwf+6HHB5Rj8wxyxSTQnH+POReKa02XNdgqsWfK+q
RTwejwzdaC/VljyW+CqRjGBcwG3nz5/+fsPf/na83/8U45BCUO++Kox58ou9MYU+ZWIghcbuYSXZ
sNASMYrljBGyOw2+WmQizcn8/fdrv42MCJgOsxxc8XFIn16vBg7HorVv1uJkElL4SLz30B5MS2lO
XiWjagSNUX+jW4m+ZMwblT0tNgknaT/NjUMjgSjn1FXd3IpkI6mx/m6FurcvxEgJ81A1g3P0p0p/
+fsf/WZ/vO4WV90UM7urLejVB9S3i0Hvz+0pmXDx0qT4spK9sre94desI/e9EMi3xSeX87g/nF74
/9fKKWvWjGal359qAejepbH6m/ifaq9aayzfGZ6/2Q2vP41J0pU0ceV+vvppZkf4nO4Q8woXyWQ1
odrCKun4BEFauih2Szibn4tind8pOd6uk9xRlEQMXRGKsuK/2hWutAVWxtk6DVEz6zNdVXunnHa+
LSi9vsqcY+sAdB+TdFQ3WVx2xvgydDMNZ3QN4h3pz5s7juMPhRg8E7r+QBJf3YV+NWi0KOmcLDA1
zzhglzvXEU50aiJ3bv+bg9MEQ4e0mZcJeyNq1de/nHCOxWs7ZDg0t9A6kss9WMeCFy88GTZyBeI6
BgzmK7bT+h208JsXOWSVBdmMhRN/En/Bn8vOFaVbtBxyT5uvazu2+XZunZbZVGfPd34f3P79u3l7
W7kccgWLbGKOcK/rXEEwsKanNp8GjN9pr9byHhNjedBL/V599eY95pcxSke2ikoCEderetJz8bkX
Wzuf7MIsD41rZ7sS4FjSCFqdRPPYHxpLqP/8JK8aR2b51/uJUfX6R/1fUYcMJFBIkudTNLVLmOat
X8/JXJtMehhcuvVRbFK+lLLR9envd/bNEo5endUTvOFVQ0pt8+eVe7o1AQDF7YR8LHt2N2E/0K61
vZ2TzeZ4XouAqDayuYB2wIOC7/D3y7+92/9ouDgeg8oFMfhq+5qaZjA4nbgnQhAjTPZmkMe1W3dn
tVT2rhqbF2lBmPv7Rd++Tegcr1QYqmePMu7VilHoyihX9tJTV/TVuba82UnIvQuGxKC/lB3/frU3
nwpp51h04G9fLWdvbJlLlDMQsILh0st+aaA29EywhMiZH/rt8kJnlzv8ny+J+feqzkM7i2721etU
tOQ8hfWiLsjzLCadS83srS4pEFC2a3HuhVTv/MrrPfujRxbRLYKygzvhait/XRoSTdJmvEjTxSTq
3DrkChTuqVcMDF/+/tveBIrSLEIsxYKHn4QLvq7yBkb/flni/IfK0/Wnwhj9Nilo3Ra/xKj9T6E3
6jVKNhpzQDww1nw1eX+bW+Yp5T1T2qX42bXB4sckjgfvKbLfPuzguvZzOuNMSs698+fnBP8BVpuY
zEvf0JyMbUzQsY2O4CEkFu3YjOs7TZg3ny8qexROV26+hTDnNbuKiEQguTpieFtrHZzHYHM/kOT2
W1tWfhCZb00PpXTMYzkv5eHvD+LNVxQF17bHVQH6j9D/+t//35qFBNtTDaFnF+ItZ3+KG8dBouzp
zG9uyDTL36mz375g15+KoJYGF6Ku16ftTTnk1GVtd3HCbnCfjKAz631TY2B5501+e0s5WTtkJTFr
w7z+GhmATYq5rG/0l5qKplh34N/mK2t6qp4bbw31yUB0NcB6Npr5p5+53de/39fX1ydK4gotwAaH
mAzl8vUV+7/7OhfCHNgK8wt83earU9kumY4eWHj7Su3Ihq78jvd5O7jGXIv079d+vRz/c+1rd4H9
72ovfHWCqrQ0CCDh2h27a1wMgCQZgTBRDPrti1qa9knng37++0VffzPXi/IGc6hESswx4tWOy8de
hms9FJci47OPCzRNH91FkgSlNOGeJfN18c4C+ZrSwD57BQUQ1oqNgY33NXIVuaNNyspWXohRzXeg
frITgGd17wSFSn3t10eY+H0yEdpsJYNCrBbgqXrnbv/Lk772EhDCE4rJm/1qsSjRtciRadUF77rz
HDGnuzMAEF/C2UWg5mWlPkeBsaQeFJZ3vqZ/Ntb/X6+vN4CDCEJQih1sK6/2/REFjwWsrLzkTBPJ
N2ACjMlcMMyKW9J9HocaPRezt4Eg3q3fthOORSNLKmEwOFfLTGDWYK97cirLPYp9JwXF5B97xNoX
Rgnl93nM38Vw/9NKffVH4/zno+DVpFp5fdaeWg6c/tBu52GJyg++Bo+bGguy1RiSHkSkQrWAmwk8
LBNkLbW+L0shfo+Tcw05KCtQtgMbyufWluMLsq7l0dGFqI9GaftGbPtsFjcRisXiK46WWu+zqCuy
m8YRpNzPDJtv0Ns04imXbv6iC7OKdkHrL0/AsOd5n632cFwZ56L47oXxO+8zbUGecLJ8ZVJT9vKO
AcV0gxtx2NqY7l1bpuM4TePnlRl9tddS9iA/YTeY9gFzgWvxJEyv+d500tqxqhr5N7nJdfzQ2dEk
eSuRwiQE0zr3k4Zu8tgpT4yxsVqTULvGGT3z6Dpt95IDOr6z8m361mrLb0kys+dHwfgJ6tFW6N9q
sXoDNedQyVPlO5wUI5a8OXZdVVwMmXnubqqDZd9lHp2mjRSmve3kYXaOooG8VF1bhD0grJnrzx2i
l/JusJS5HB3QEB/w6FxlCcEEjGLxNgV+t2PSk4DHCoxdMciquR3qKju5MAd1HJW+nB5WX2orsTom
2lSDyOEAjI2jSGVAvDsgbPoBaWE2y+Oisqa9w/4juqRrNwIfzXD2LysG1izxpommcFRs6lT1Y6fi
tYOVpEh3nWO4SOE3zK/Ey9q21FVaMvGcUkFM7VcAnK4Zl4sCpuUFuf4xAT+f4gLp2Eu4QKf4MFcO
Kfeqtu2P0bQO4kNLbOd627NO4MaeZRMk1abRqTSrci5+CRM1Bp43jLuCGcE3vJnjw5Jv1TXMOFjH
wyaKIE+Y4edAjiYn2gcL0L2Dlbm8IsjuVwBN4VjtGf9DPgNJa9sJycyhuZfONjTHpZGm2FHZkBRn
tVL9mlchf5pm75W7mZl8fe8GWV/dbGHmWgdj9qR1G2XSoS8z+eHTNnlbf4pmpC5e4C3TQ7HVjnVD
F7H+Geh8MmOAE0xODuXcj7xrHAg/hYIQypdJatFfehUpNIGT03xD3hGK36ge8urBW5pA//aY9FW7
FrdgBo+s97OjI2RPhvRUtQgU6E4dFk4enFK1s95PTtkUO9eRQp3WSAv4VGJDJdrwDfQp+NtxTLNM
E+U2dqySJ+3OtNlRHZjWRz5cw/mU6Rr5RjDnQPFrZ3F/Mo5d6lTMV8VTVbSuHW9TrdQjQij7OcxZ
9u7HpVS7satN63ORT2jNMgtOcboGrCxfyjVbOEoTwuRHJCts7i/L5yaRWOyaQxJUW/NwZe89NrXI
q3TKTe+RVpyuHsEFm/Vj6wZ6jGs6n+OpEwW4zVkY9WBAme4WC7cMWrg5rZYtar+zXI/fmRNu31qr
NH+ZBAoURIAjvfmmxgrcrjmM4QEOcGSllZPJ+ZBZSzYhTSAWNtUe6msMCzP/oBspMZytkV5MDFTJ
/Ais+9oe1Mq7WcwG4xp5XaDyyYDJ2oscCB1O3FmQ77uNjpWUgYmvF3/ndKdHSWtbmsPWfDWYpCAE
Jc2Q78ObpUr4Hob+hhlqNu1MSSpWYmqf3put8vxMph67icPG8B2Hby9iFPi+iqGLRRdrcvWw27ol
8PZZ23sdsuOl0ruu3LIvY7EuQ0Jjc+wYW0XdlxnTqkyA0w5f1qjno804zz47hYi+lhMoqdvAFlFq
5jD8zsaQZYeocw0zmcU4NUc6RkCP4pom7rnf7KI6oDCluml6AmF0UpIugOQTovpHK29X99yRfJqf
bMC7J+ltU/fQM8Lu7RhuXW6lSCmL28itpvU8sbGfDbrtVgoEs/V3Vz38U1Sjx0wp1QCJZaO1GKzI
nfM1b6DjHPoINfSBE1sZpCHiFDPJ9TUixLdGeDrxiqYDiHQ0t92nqGF7e3aL2m7v+2kMxjPBasiE
yt7uG1y762Acu7wXL9noWRiDWbdnd6cay9Up0FLkxytSSAIzmcOHXyJhR88k1BZbYq5NE5CfDi4j
RYbrkycvENCfkLOHy7HIXZKhkGkr9FPlRO/nblUq6z6MpT8vF1pfGxrqBmUGcqyuaEf1dTHzvjgt
gAxu6jCqqptmHvS5AUFqfpwj7Z45L0H0IzrMmNLVV71FNT3Lk2MBeE8539vNqZ9nVSYLMaVR6nFu
+aTJPHt0wTu6x6Fbg/w5oyRd7q9isq8sIN0P5eTG7Yb9tT7nKz7qLx5djmWXQww0YfUbjZWGAOqq
z6i3LHmeQuB4kvS4YmeWnrC+c3QwgILasru5OmJOeNxJ3Wxqv4Oc54+97aEBwnk64n8stv6gp37r
+ZK1W6mbDdxd8GFT7TK8TH4evOR113V7umCuOprw434BlEUPDJrDR2WQuSWjYIsBcJdedRSImjhZ
HDavGYYfdEqXPvXD2n2JOv6UJFph7+3RiFtuqn3hWT/73Lfam2gDk4zuHlF2/Qzbry9PZEla+e9s
ymwXmmTWPusay9tRFGAIkrBu5iMgTDc8OUbhPdUWvclp16wmPQE6wPkl8Fbt7YZ2MJzjagTSxe7u
2vWFrPvlexEUBMaXnmEal1wCFri4U1CLhLAsN7jJ5tA8AK3gENa1gHsfTW1Gh5WxDuAtk0iiPayP
rv0hWCdE0naSuK8ggMqQaDQl/qFmP7X218fpQwzKoiIeFVD8zkUmh9eCrtcHVihRpKYQ3S6fSUg4
XWOOKpDM+Qi5oLcMs8dVHjZPhlOiyuyNyc32Teuw4UsJ5gxVjb2kdtHa+SHYwBTuqRFnBIlgDst4
tkAe3rYrWunEWMQw7SxRiyn1lfKedbSsIun5IztYojIod0sX1T/kKq9G7mhGuKiKOtiHbj5TxoRd
RoUWSVS7jhE92mINxh9B2RVGRU1tTr+DLkAq1qkSa+JsFvQP59wOy9vB3SxbxX6zlbdV29feaQ3C
Iq2zpvB2xqYd+JZO66+xtQSjl7R972Q7SuAV9VtQ+S7KUyMovpHOXVPr5ou+q2ihkoWALHJKizac
ww/0Y8b8rglaMI0rrMRDQ2I7JR0TrehgqDFokU52YkU6JwmbxJ3TRxWAoRglZ3CPl6fqb4eCjslH
OkjlE/i0rT3qaABgSoVhy3QBL/fF6GY07kAb68ZOZkbm/RHmKxFfQ1F7xg4vGup96SFTm1tPz8kC
9EDjjUVW1sa1zI3lp110YomDvnPcHS83IrXQblYak/SyExacxv9WVW417AhRWCpWKlp7qbYDgBey
IIheKGMUiVyc8bZw/NH/EPT4z6LYRC7cXzpis2HyG+iCk5y6jDRzo7RQW9cu+GlzCaP2FqV5P9B4
zQxZJh3FcXOzAJwveWdrA5EFUutrxU2T/4FoismjeHSlEVw1v8BTSr9pVkTUw/hZD61XpVYH0GZX
BD4ZHo4mBc3fSmP9uWxQ+FJsKctJmtWA2g6MR3QrsnrDtO6wE9j3fbSMD5sppuoGe0U0YC0Yo0G0
OImActxsjZV/8w0vH07ZFK2sW3RG7I9GqCrArc619sSFOordCBAmh8MV1kYQRx1YSWZBW+7s2VEn
KLMlM5FUjXUr0lYsNbh5MFa3OWFsPxDi94zXVRTkB6Oq52PhRLqHl11VVayQ4Zg3y7YYToLWvxhS
i+ZUs28K6rWEFLLsM5cmPlXJdevOhRz85cBLJD3sS6U2k2yMnOpurcfNOHij1dAx7HOZ2IDUog/z
VFAuuXneWk/NdtWM1mubV+c8G8AA6Goaxx0C2/7oi7owd4CxOOBZqIJJlagQX6Ze15lMmhkFGVkR
ezKSHSuZjNpkNsoAvFirquVHaFCQxLUKPb0TUVSbKeYyr489TGvriXrEVsftaqbeZOQPoAKNIEMB
yyyRpKUr8e56ZCQRtMB44FVWFd62kXC3HXcZb3JOot8cq37zPze+TfV59aGIy7g2o8Rt5ONtmpTG
9lM3umCx6sRuqcMt/wzlNdtHVPmiTaclGp6CzJ7Ls3S74rNVrMG6q1d8sSpWJZb32O6nstvpogWA
Og/TUB/HWfKfX/vC4YVGk9FQ7AzI+hHXTh5kcl2hfm8K3/uabSs6z8zejHCHNpTKmTSRXgNLVpuC
nM2+YSV5xRrRxQVhItWNLvxgvDV8u7sNbd3YRzESEseXjJ+T+HKQuEu85NrkuTVrlczzkH3xQ+Q/
sY//LIWR43EnUZfIpF90G5wFoLhgBwp5/rZOruI3OLYed1QgGXcfwbX/RIp3jz7WX+bqzJYe7iCd
b20KSix6GVhBqgwVhK+Gn6rqyq8S3K1+auoOS56Z4S9sl8L5iQ9ErrfBiJr1sFit+AYnY17PJtFF
KwE2XaUexmxQ58YdrC7Nl8ZZjpWy7b3VQ+BALZzL4tx0gSA9Za22tjzMW5R7qSBekI3MKSa0EHQD
jfAzaSjzcF44f32Xm7B+9wVEnbgOCXw8OBPPVrORNbtIe+aWtpNDsEHcO4WUedxvIzYg6nNkkPaI
zy8WyL0fLFtX5h5BaL2dWzrMah9sXa9TDjXekqAF6R7XRiIaRVvhR+uukRUrqelt7nNABLverXNm
9TsL4bmVSqewk4mBfPMMnH6L9g1Ruv4nG+3y+CgNJf202Aj2ScXm5e5+DYowiN3C28IEqrm1fctG
X+sPbMKLSlm5G+8005zm5OuZKMwk9G/NglkGNnqcra7OruLPxyvCKiYSUdIrPhBL7I+wk9F2xxs6
k9yNCcFsWvCcwlooEv1N7TjomF1MIegut1M1jA/4RMby4Put7R2uPoPz4iO4iq26wbbjlZslD5sF
BhPVB/EltxUfz/ehYKFInSgrw30p53LFRCCLqthlTt7oD5EvVfDERmsFjyDjKfdjBEXDdyvzxvJe
YhS2bsKRnmtCGrXcbjE+Wei/1/XqTw1k9IOVlX2s7XTeE7xNNRmbckWqPYy4Ynb1ZMhir0thPo9I
Ns1kmHIE1BlZ8Khd10W8+KJUJuc431Aidq0iM9p3uoxve7qO50LqZE4Q8m/Caxfy//rJg7VVvGPm
cLFAR813pW8JFsuwRtOPn7I/DAH9iI8Nb+5/jBWhyYrKAZyvhywa/dJrP73vlGNYVl19cTqz3QOn
ZyEyDDygcVCU6jACDJ/PsIJ857327nX8/GejkAkuxAMkAQz5IutVd1PBaa6FzZVRhVDCcdKuDfpe
vc1MXAgTR1bQ/BC6wsDxP87OY7ltZVvDT4Qq5DBllCjJsi2JtD1BOW1koJHD09+vdScmyCJKZ5f3
wJbLjc6r1/qDjoLDyq50e92SZPmjdUG2ULy+QChQ/DMoAgKbAxlJGXdWKamdwepNS0keMhf4Bdf9
NB1IGaYFWRAh3krwx83DmFQUrWB+/IidkJQA8BVodBosjNvZ9oukM4cHv4jMibks5AfOl4MyjGno
6U3wGHVWetTTKb6vNUQWOMVSyD+JQF6ycSBWoBu/vd30RaLfACMFSpPKJMp77ly9tWSDtiYolIOD
/+o3va38nWIaMD9Mo3uAfLlkV3/RVRY+InvgUfDFgKo1q2bgoxVMuTEmhz4si3XY99azhTz+08Q3
sgRkLqpvTmzGcGnGZcnibP3RstRikd59cHzneiyDzcO4Mr30UA8g2rfJ6FbxF8NqxwEG5juMoQ1w
8xvBxKzdcMgxVRuJcHZOjmLKqFbwg+yxHb1tlXS5d4qVQZ32CaeTubPsNA4xD8OY8D510bJD7lzH
fe/2VM0LJBSOmSSHGIGyDPCS95//c2rkQ5YBO0nitzqop60JmzVbmWHNMQ8zi/teQPN9JCsjQNSI
ZMCfAEcsDnm79hZWzez8ev8S6ueSPQLeha85X7DydYw7whC/GYgTJpsQDb99H03hXhNT9c3rRmOL
VukSzvX9iPhnCmkWOAZyaNiXsVucOTCibqqpiwYnfUvySDwjUZFAxVcz477qiyle+ZKcvwrDrhQr
kztzX7mgXlxc4sjkCuieCFbhJbMwK7MdJD+KhDnq4pynyL7M63Ox72m9GnBmiCwPmxWs4Xbj1EYL
D69GDmYVlq1DXAjBJ9iIfKxKEsexDpE3LZRXdyjjPyXn/O8Mwk++MkIwlGs9Ddt93af9AkJoXqfn
Wx0pPc4AkkHT7Xf83j8riBDEqqcyHF/YJGVOUIi0FiZm0DBXGIbV/YpKJxp2wEA1jNZ4DyprzA7T
/8xOyb4xN/X4MIqiOLaxpn/UJkZ+G86hgEQ5ml3NlMXms28Dmme03vBCyFs/ANP2vuq1FamrMhfZ
vcWILsHjLmeOFg15B3Ma2fx33mJuenWXK+3wkkY+LK2kDf1Hj/cNMgNk0aKVGIz0g6pQ7zNA90yJ
EgOMNncFbpMu0ztnGF4icqBfHdsdvyWwuE7amMQbNr353+3lOTtv39sDUMh8Uzy3uffP+yjdrhrm
cXgxJwsefl4XgHDT8U0XjlKiEa4Q8vle/ZnHoFhAS19rGqSDrA6iKIZ89XnT9oD2BSHi+IK8e33X
uoolZams34VQ613SWua92gXuW5abzdvtTstOnZ8TUvPTxI6YmozE98xazjSQ7jUtc60nX5AXKCts
h8itKoFuLMDErrRFaR66GYLyJhDL2d0diNIbM3OcXpJWq79pg9s8SCGsFo0IhHsXSsRXViyNga6l
7IAu0lzvjkpelwA6Hl9w7MIioCEM1jD8bFsAxmqLUkdSoqZ2ezCvtgmtwAMt5fD/bJf0Tad4A2/P
Fw6P3yhq9WLt1qan7IqkMlFHamrRLITH18bUQv0LWLuBGJI9G1ONzJGBxDDdRHXzRejFc14nxjEd
x1+3+3Z5j7Er/mlILuF/zhwYmBITPI0vHM+SwR9jOlyh2lO1mfPmY3t0B63S+n270YsBBSlC5A9q
Er6GRNidN2qV6eSmkTO8WlXEw9sLe5IpfuJZ5S4qQOmgGQRpc2EW35lm/+4JVLQA1smjX5NwqDmw
oS7FpKWOI95ABBvI3k3InW8HLyV6iEScfS5KFOHvAz3W78qQ0sfOnUpNvc91vfX2QWjU5WHSTo4t
qlMQTs5ns8zrHdzz6bHs9XXZWOvU6aD3+rYTtutssEd1P5ZGovCStxD6Jm/sITaDYVL4Epj+cNf4
QVmt7bDO7VUgYvRYQN8Yn40gpOSByWd17CLUMDBsH/tvsRca/h+SGMH0M48H8afoRvdx0DtI79hg
hjVMad1NFgZt/krgacZDBSYRUC5OUMBj51Nlis7xR8DabxVPBcg7QQyZS2/Gwd9rFaQuYAUWBZSY
vMUvinmkvVOrd1DasUhTVWOOTeTH1g7HGqkXW8qmm+DHL0xAhQhrx/WbNy3vPRNwRYH/rJ8rmKfw
gkk2WV31C5vxIuqSbQIFki8msEBAU84HISDxXvZF0b31udb2q4iHdruOkcjISRdNvbl1tKT742HO
7K5Lt1afAq/vByQzOhPDX20qKrBKeKZmC2MxPyXkd1ng2tlEHPUAD8+/axCwKwy/F29O02VPwdT6
dwCLgkleaKQUPjzwcFQ9blEM5SD3zS4zcgQ2Jp9kY0wrNH75fuv+NgOjDzaUSHqkBBy3zxZW3/xw
on/A+CQUiDchggb6ef9qowGg4JTtm5JRCq68vDwCx1N3dZ32vytOxOIhRVemXwDvyzPv7KAAYCcf
xLRuv5sCnTebIWBIvc1UXg2UTuu93tjOs9G69XfNiRFPyzj0Oa5yp3iIp7hYmtT3h/d58yxsUJNk
8IBdO3NMYeUjdkD23HlFXYnyhzW46fB9ioPR2liV7TRvtYELmJv1Fkuu8N9czVCsu3EM0UDSzSb5
mQVG5O17k1N2Tzm3fnHHGNWWRK+1ejuZHV6xzdib+YZiix5jh1HlNo/81q3uTL8clJ63A9S1YY8R
dQToGmtXBHK0ROvbzSDIbyB7oHpv7iix6JOfV9B6Ai3eKmYXJvukYCUA8m/LdtsHvo7RfRopzdMw
hF7/TFXB+8szzhV/+3gczZcRYw7xxUL4gHa7aoQgvFLRfa+ebF/13D8fXMSsX3BaNhhYwH0EEOdT
G6mtU7pT4L2iRIEuhYP8zCueeNmD0CNhb7HCKJZ0Xi8WMfa8QI9ZTjxbeVXMrnIAAwXiFSRDhzwq
QTvEofncjHlKzTOwA6nsQ2XkqxZohb+73dmrLbNXyW+Q5tLnHGBEQSby1V3+xq3Xs1PISqqN3j47
uaai/jxiaJD6yyhGeRD8u34tOB/g1JEqAe6Npv7soHCSmouY20+WRJAkrmrNOiGC4XiHEu8JZ0da
ru9wKJ2wZYwV9QEjEqVYt8ighAdMo+zo4LkFuVO1i5qfGdXppeBqPi4kvN7p2BwuhsHXzu40P4zV
wsCo7q1N7MpcAagRPxGFrIqtP5rDz8Ea/ZcSHQBlc3s+5sf1e7uQ7iWzgdf7nJ4SVh3glSEPjorl
C/A4BXoNVed+ibqw2N5u6iJT8v9tAUrn0oKAPvdrHnsNnIGmKG/VIOqHpm7Ez87HWU+JdG0ttDIy
tpmbeda6xmk+vudtYN83llN7C/H6/CyV3yH5z4YOJYg7e7b6E5MKPubJ/tvYDa5xN+Gd+C2ts5xa
ao/qjSnBQOs8aCf9MYu4Kj94aXFX6fT/3TcI4qo+m+pJcxPhQAA9Dr6qxvApEP3pCr8/xZSuIehS
iVsY+csOyxY5uLmOydTM04mBztmjIHx1RPypPZiJJTZ91vefshTu+6oyuJ3VwB4LWJF2vb8967I3
ZzuP3oLA1HRYjzCS5wnmCAgNshdNciyDVN2rda8+FmnrAwhoYgucVt9tm9iwnnFErLbkxvOFyb5c
4O88IZMQm8cgIPzz0zUJR98F/5kcg27sHxStcPYWwPVt0prK0jV5bZxZ2/JxRBSI2sN5W7VDucTX
ovQ4TCLfdaGVfa8ds18psMv2EO+m76Recaxv0mTpDXp5fkhpexuqpFTugKtz3nRb9gplaC85upMN
2r/y4hc1bMttCTrmMNVeefIV6jG353b+ZmIlk74FXeNgryNpk+eNDkNG2aYmOY6CFmxaEEwIAUca
WgvrKIqTYQXESluiN1zpqXzYUyRHz4Eoc5blVDQ0pqqoyI5g/uxD007NKytrIprFSYEnj2F/ayYl
+PgyQkzHY2DJ1uB/O9u0ceP5U2tM+RGkxYFCX2Cse7IrW733Ubu6PaxXtgzpGSSrSa1J4YL5kp3Y
rKjmZsfC97sfmT94W81Eywb3ZHGPhrf+IMhLfcctS3uCwL00q9ebB3T0ztYmj3w+qwx+gFyOzay2
QzY8DG3l5iuoJGRxs7ZwvpYjfPlQ86kWhjxYNyX+G/bCGXltkklrIGqtQrcDen/+DU00kK32k/zo
wyU88jfqTeIgndoMKsqmXjwGq0Ep6g/mxuR6RrSIINfG/p0ldt6qyCKv6kWUH6fRDu5sb1DtLVLX
9b4QtR2sh6Ip12ruwdgpeWDdnvRre4mn07sBFxCd+bLmxRonbNb86IzgtdY9cFuQJvXw10d6Kt0W
E7q8C2v64iFNHpK6j8PWJQkhGSXn/Q07IOZOZMQnoehjS2q5gika9U24bSwEcUAtpgAJA035NHRE
CnsCaOvgVLDKQBmpcbrwxrkMEOT3wI7m2YgoCmzk8+/RrRAz3iaMTqMfGEAdi77z9xFbhbPFFCAy
Q95Bw9ZLRORs1aGJxabCVbddR2TD3IUJudgGnKJoqstARZf1lNngjGrku51uBMSJcfN7BNHwGPa4
vu7beEArpalVPFJyYFDWurX1OL7PHbAhtxfF1W8gG6zy6MHYYz5BxohTOkX76FTV1rTp4XncKSJK
fyZJ97NXJ+ctMjIUUHM/nNZBmYQL5/vFLmQIqGhxbbMnqIDO7rOiF31hoXR4ytXA2bJfypjasF9t
uqbxvmuU7B+RUIsWQtKL1AakLmpJMmZAIpay5OwAKrAgneq4Uo5o8CWbAmd6dR0JnnGp7kVvmTk4
yByXowTENI8mkIO7ZkxwDw3U/rlnYS7kkq9NAuVxmarni7hxzlflwIMEJo0TnIwBqZBVmEOqGMZi
UlEaidWVkY3OY+An1V0xusWGfTstrIKLsILxkLUJWSbifTh/fGuWpOHaE5LAdhS8guLxjlKd6zF1
zPTNVkwbNZ+oTH8PU9Ifby/Ai1OJpjGntdmWPIGocp73HfQuVtAWK0Ab6uIONaSamShJJpXReLA6
4e5vt3dlxfEcpWZFTtSl8C2/55/UrzFFWgfCIzoRYfUvrZo2PMV0dW1HlrqZLN/8HAashtuNXukk
a9sEgsjrkNyGHP9/Gk3cBEXrXo9PHqK/zzC/OVZKzUbavMayWlliZ13rIxZISAIwtlwz8uf/NDfy
NLBhlSUUqwMXbVFlWutkHeCFhuhs2gGIYENPvYXD1eJfPYvDYUpyl8tKO6ZoF7e6InpY6YObnHID
fzc1D5FWaycV7kxCvuX2gF7roefIQBQEg0aEeN5Ds605UmENHDsHi/WBZPWL0EakwKfYAXNnJTxq
1fDL7Uav7BJdR1eD2gBqBBTBzxudQlsx1C5TjkqreGIVeHFyMvrc2QSp1W2I1o1unYP9fHBi21nY
oVduUmJRsrA2YBGS0/OCHgIPqh5btn8MCgz7VjqUmwreU6WHyDxrPghUG/fEFOl1lHL9vFkLTERJ
w8K/XiVN2u9vj8XFZJMipybP+5ZJkBH6+ViEBI6jAPd/RAxcvbdHC9RnVHequ0kbgAcL032xf2Rr
rCseIHJdzz0kKl0PkrpVw6OrRN7W7zJ1X/rJoc1Ri0GMe/Rebvduqb3Zzezr5dAM0CaPbZBEfyfH
r8OVU3Z9hp6v/StKg0b/H3qIZhovSfAxRCaztYVJkUC3xwyPUSl+BkoLN6lxktcauBodzKNvH++g
rO1Z4MFI788rbRSF45h0Y3xUmzr6Cho0O2ROUO0Un6r5moDQje9vt3i5YHg+aiTGpKkonrOzcz6y
g540nIiPttpiN+F1GphEldRHJzJ1aTQvjgfY4jwcGU64vJo6zwG6yDpq5Fzjoxtz1ilA/f1D3jmN
2AxVNk4b1/GNey0EbL273cvLhUPDsvhOToKjYi6Ooo16YtW2FR3DAVTZehReqmwUM0q0LZj8+g2a
Gfy+221eHEuys5QTMVpngwDXPd+KUBhQEPXb5Ng0TfHmR5BjgA573idHGdxXf0rHP75RZRgWpGGy
ZD91GVGT5aJiS6IV/hGxw2xeiyaKTCUxkiPBjf8jq1yktLPQCPZK5lu/0AOMENcoBx06d8jbvR7r
YQuJoPzwecRn2Ih2y8AevMQskPRxpcxgZsVHClNTt61iKwm2atKPFOkU5/X2iF/Ea7LPxKsygkRn
bL68IFuPtSeUBLaLivawlw/1r2okb+tyX+4ij5TBCsie+JHnAZh3WBvJ8fYXXFlnvJ3fA3apZzpP
MGZROLnJRM4JJYJW/yImEe6TgNLQGmeEYKdOaap9NEiV6UyuIArj7KuLsptGUWNQDCs5TmVb1Zsy
8Mhf264oXhQIandQar3fkG2adh+3RtBwG/jhAo7pyrammE0uEagQKrLzMDXFVUKxsEY4AtN0lZXQ
nPSpq5Tut0pa2dtSjOjdExzTYmFXy9z9WWRD113OZO5egIRUUc53GHRPArjKT4+ZGcf1Ns47fbwD
P5ktzOqV/lFy5WVCOgL9hfm6slsQ9lkW5Ecvqo1vVuPCBISjvq7hDr0yHMHzAAN54ea5fAyBrGMd
8/zDTofU0+yyK7UBAx8/zo5Y9A7Bz8Q3RbpHOrQlAaUYwQuhZGVuVK719pfamugvaOi7VTBzu/Ye
hfVm2iplHy89iq5cGAjmwJqgHsrbaB5tIQ+uBaiCZUfNKMNwK2AXrSiLuN0D8t/VsBChX2kNQWC0
rBl+SBLzomthAnVoBTMKo60tvwA8R9WSnKeT/LFg9EULZ/a15nj8E8mABocNOTuzqYlVhVqBqIPi
1sEmN3hjrcl31f8peJR9v31YXFm+jB9rFxwPog9zZyqtbnGPwYMCIoZlTPvQx0no4Md58na7naud
MqSJGqoQRGmzhYR0QxFzNBTHUSTiu+ZBc0KWnip5oXULJ/CVOw8xBfI3OD0jfDZfHCiMouGD/MTR
dqcWAymt7B6giGl36YS5U17b2isK1/EunYx2QVbuytHLPYN8Lg9X6jvzelYOSN0IjTE/qmWGmYFp
V6z/xHf2NYTWl7aJl+yzr5wKnHZylRD9UpyfhdrDCDjUSJ3i6KiB/tUL7HRT8wpDhyxNnkJflMGW
ehRQztuzea2faPiBNeF5z4kkZ/ufR6TWlE00GqU4oqhQrnFIiLbCSIqNMdaA9FGX3n+wPeYTLLpO
eQGcNr85by8dYS+VY6odTUrDD5gD1IBbTCrv8HwhptYwRZfqhRcLllbkXicFRdIGMavzJhXTJc2O
A8UxQEl1F6Zj/ZyEDU4E2VADpr7dv8tIiYIgRRtQkWjTIxE4u0VSoymAeWv6MdbG+sXJy/6z28Nj
22UZECQkA4VV3nWaBls2VVIMsUrnHrTAkizWxXKSdUmOAjJgxA+EbuedNig7IpegGUfMzdQ76KfD
CdsjSAdul2M+aO0xK4uX7BwvEMjESmR5oF1QDpViYbPO52lfjEFi6kd8pNJTHHYIBqIR+7kdax1m
1TCUv9TBwI1ObaZTLqp4MwQOVmXYI+KzXaJVMFbh8Pf2lFwscT6KpAwlWowJyZTMPqpIklpVW8s4
Knka/erqKPVxteg9Hf6xH2R3VVQB/rjd5uWao00079CTAl2GstH58Dc81uNisI2jyF3nZ4w136cS
tQX4Y6G+vd3Uxbkvuyd5A8D1pbCS/JR/djBExUleoOaxG3qzWSO3kqebqleW1MeurSiZu+VIJDg0
59nUwG1VsxwDC2O0VDxS1jd/BB1uIXWg1X8sbD/SVWsYS1fAtclDahQsFIAGnIRnA2kr41AkfNGx
adXEXrVWB/cwqtFlob7ufBtaD2mf2wN6be6kkhzRGWf/BQy3akrKGEFlHKEhmI9K4JjlPu0H9DGK
zl3SobycPSomdIwogcOJ1s5nr8BTV8mS2DhWkaErnxyUMoxtU9Wq/ft2ry7uUl5NgDOYQUo1iHrO
dgHMVAAzk4VZsaEiUGw28j3uJb76NeQs2+UuCueb3oDlgYStky4s0svFQ+uci4j2y0ho7h9M1lDk
YWtbRxFp6MMrArmvvizv0BCqNgEUTGXl2WO5u93ny8Vz3qp+PrhpUkZpqiu0qo7dS4jiy30BHwpe
hm79F8OTXrjcro0xUSzHLWG6h0bfeXsVKgc97oX2Ec32dJu6ergllRitSjuonxAmKdexj2AzFjDt
/9BT+kpyAMVWLju5zP45BOIuwE+nnewj+lU4cKamGq3DfKqrbeEh7haOAW44Hx9cWdkiV0d4e5Fi
7wYHm8UqtY9lmph3sND8rdliZbkBUmiDj03s8tftFq8tIoqMKhEh1T32zXknlRGIYoJF17ERtnvq
qkHPdkOE/c46DnTI01pWUNRtapSGl3hA15umWVCTGutf/vyf8R3oUWmhcnUEjR9iluRXeBdWVA+r
SqvvcWhi5MHoL7nNytPt7EkKwYF0i0w2oXGM/fZ5s8k4unmMseIJSQ/1zkLqZwDmVvx1Kak1qzSF
CQxU2NkgVhKgyGZ/dD0DIiQPLel8LuTOea/brlEhHivi1EaBjiBT3Zy0SGu3/Jm/Fqh6v2nVaDw4
WRUutHwx3pL/4IDJpbTBgM+hC0YxWDVCfOUpDuIchQbN3JZ9V+yNPorQYBHBIcrSauHSvjLaIJvA
BiHFCNR2Xm4ohXAh3dXVKazg7FRFUD4iCVjtkX9yt7g5aVtM7cUWW9Dyq9k3ysIevgwdqZ7L6qC0
UTbltJ/PtsgDy8tROjvZKHC0KD4o3l8bVO70rBrjZO4dgiVsU21LqQldojy/U/A7t+8T3EYXzuuL
O5BPYcbhMUkIgTVXORVDYjIBSX2CMYXxaTAZmE2O0c9Y662FjJN+cQXKtiguACsjrwds8bzbQRUj
VVab1QmapfDWAWHty9g7rbbF9K5+rMZWCbYEsz5aS3GYY94kdedKTH5IP4UR1EhzUOIap8GU1D1n
H9QSnJMCnGtjxflshJbi75BVtBGTFnEzrb22mKIV+qwtelow9511WCTTS1pDGf3giUXXSLlw24Ix
kv7Y512bUgQoGswBTjqyqZupkAZstldtIszb7ptWfCKuEwtU2ItLjzZdmJvIzrCJODvO2wQSCRDT
CZoTbqMOfZV26gO1pGlCDk91xcdzw7JBidSXnAUw5bNDCmyRV/lW15zQajFPoqb4yOGv7AJHVQ4k
DAG7dG0Zb7V4yrN16Bot6iLYJX94qOkxZVBZDPCoNJ93u0PCoxhU0Z7ANYXPfOn3No2CfWcO2VZt
K/3Ob/QlMNfFfY9guQWog/MZaWtrjvMZghju2GC2p7REqXtdsKfBkFgIzLSjah56J3P3ho6z34qc
07fb/X2nuZ3fDTLbw1uLX9iXWfN51kUN5bxLT2Snw7c+UbM7d6haZ13mQQ5duKzHHTbCaGI1Wdg/
DppX/QgbxKuUCu2v+7bWWnhznVL86VF6f47xq9q1yLjcIWEcrAzxOSx2qqJ7dzG8vn3UAvVeiCAu
z1t6wIMF8DhHPIfe+ZQlo9pVOKqkJysZ4+8N3KzHBik3fWUik7FVUi3daC2FBTjB4aqcDP3+9hBe
2SkwX6ipkJIASD5nfXiNXxeBWmQn4Rrh5xJVtU+hgoUqZoVoGAXCWcgpzd3cQRsinw1slglDZlif
T1mbJilm9Vp+oohePda6k9xhh9GhdDlNHW5xZvHseUH4WupO1q78blSVdY5s05cE2uqnFOGll3Gq
hhadOBO68eSUR1L10wbsvbdJLbvZAFhUvlDDTNpVUadtsh6syb+rDD17MWCIrZ1xQo80M7jfoqw0
H5Mk5CV1e1h1GebOVqYs//H8hY1MjWy2FQfFQ7ZV6NnJA4eMXw0Ws1gI2FWRrxqr7n+AlfLQ3U8Q
1KFOZwRbTLQTcS85/MYO2xa3WWediH7Vk1C+eVNoVjuIaaa1GgQ5DwmUGaNVyjY7ANdBN8rRQ/tJ
6GmurG/3ZO548j5hTBN5FImXobJ5vkJLajxVgSU4YU9UVVtTjxFpFIidrHWSxnej4xXjBvK49Yla
RizvF825R77Wfw2wBP9S92b/01Apnm1wqE4RPc0me6erSrpGxeW/2x87201SYNkEnYwpF5w2IC+z
JwAQcMClpekfAE2UOwr32oZsQYECqgFFqy6dTYfi1h5lEsRguyba3m5+tpnemyfXAQ0ZKxKYz7Oh
iv20BvTvodhpJPm+yLHCSbSMjIfrhsTq4QdFCsiSUtRm3yIfRGKPGPF8asTkO1WuTOlhRGbIBsPV
6/ZXzJddVQonO/XvDKVkWIdpvEh9ngWn701L7hbXLHVIHlzzpsfEL5ogRdU/Uz8ha5FFawMIxpuC
8Fi8zs3uv0ANx4UBnmND3pvl2cPjDqSiBjL8vNnMd20KryM1fFUdjZXRJ8XeHfP4a1j0ORpQMBn3
duWw2KxGdz8lWQdPTlBy+G1XqG3fnu6rX8PGABoCuthW5/lqS8dYSmLED02thFihDJm/7drUeDUV
hMBXeA/qUmPLm47UZ2PO9F7U8Rp36Sl+JtXdLJyts6v4fXAokJMhIvFKKDJbfrbo207N1OzQZP3f
yK677ZRXqHAVvkHWiBLTytHR5lRDHbms20Mhj7N/jjvZNIR0yZ0kAyej2PN5SfH3UytE6w5KSGrX
DrViXHE6/DK5Xd5uN/UuRT9viyIBChnkloF2z7qJLFXedm1S4DsQZveGkUK7z9M6+gJDrihe66Eq
vgeqo4Q7CKugW9ei0YJvSkMC+MEkIaFvgAAW1gqAcvm3tzvnrTXCRNupqFyML7c/9tq4EPySeCc+
4o6VB9Y/b+a0nJouSmpx6EdtfK3L4BiPVftk+La/cE5fbYmQlxDC5e02D3lRPC5dJQ/EIVBUfTfZ
gYMgLo+4bSaCPtnd7taVlcaRQ6/Y+BCA5iglD4Lm4BuaOGBCD6AYcbt+uMfpI/jUK5WGinZnZC/I
EZjIlEyZ2y8s9Ct9xZCBxD4Jbde+TOyr8UQiLRGHpszi5zbM7M/1VPffNbU37j7aUxrSiG+5wQBC
zAGGSlF1Zj3m3YFIHv3jBmdRJVese8KJ9ElR7PCJNP5bqwdLqebZixDMJjBRNpUHA4bi8JzEVuad
6viIhiIt7EaPWct6Xskn+8JQXpzj5Hdh8pE34ziVahLnC7RxIzvS1ao9TE6qbYdG0dF/r6a9qozK
uqmq+m4IytPtMb24pSXrlwqYCx0OI7d5hcTmUe0I2xKHSgcYvnabtNwWKLO+qgNOj8iaFc7nQlQW
KtJ+gGxYUqXNn9ufcKXbwM9gcvFKlJZos3ukRmYz1OH43FN6cZDI7gWW9vo0PcRuj4FLQSpqlbZ5
t7CaLifVJpHkwEbRiIMviAlqnsRWjxbYocDdPlxpnZJ8MRpE5m/37vJiYu0QsJFnJuEsiUXns6pE
AmgUxt6H0MO05q2HmoDMF+CV4lhNnjasxiiOUOn2Ik25T1w9b3Y96mXBynXTvGjuRIub79fbH3U5
69JiSqLRgSN7qA2cf1MFdrHTe6U7pC0ZPHKVJdbiZjLcc8rkxsr3huSvH/v9FicbcW80mI/c/oDL
wecDJLRF0kM9Z/5GV1o0eVsr7Q+aGhh/jFEx2pWSmtOHdxSpYIB4MnUkwd4ySPz3yLf7aqyF0x06
xC+/p0Z6JJnjbgFaikfYc/2dFHddjETkgj27FKm4AiwnBgHbQgZiNuORaJCDtfXhMLJqP2PvJ8Sa
yVDblVZKTUpwlv1r5DQGsoTNYBMgan65yzEjGzeIcZDaHFiu0ScrUkIAhLxXeGmkg7U2rD4mtEvq
2tlkGjTLNZqoaDPC5PbxJ8DR2yTsqvEHdZwKolwSA5YaskZ7aDQ197HgHNwuW4WTnz7Dhg3FS+IC
2aMeMALWdrqmfQ08O+efQoVMvCAqXKGnSorTfDXtQmmf2VDuXR6NifZDw/nB+zt1Ws2jTjHgDbVR
19uPkmimrchuVfaq08jF85oMIcOixtmwyJSiOaHFIY6+aD1xKK3C+AlTpYakmeXlqK84H7R8g1aA
ba1FiVUhdd023YtBNPmJmFP5m6Ni7d1Jr03kMhmWYgUTEnnFLhv+C4vBezRzLNRWrL3GRWPdmbx9
B4LIXQeW1j16Q6RXKxxKqjczHpPXpCOLj4e572FJ0NVAqn1kKod9gbXvqwKLi/HCXsFcTQjmYxSD
11R4mvTB10GcmfHwN4mjsCQFTeoDbUtMAe5NfKZ+prXVo/FfOYbyhLR39xKjGFt+p87bffaxVfc3
vCCFvuqcKZieBWyAcmXoldN/1qGEKCsyPNGLjzRdsg5sP022ZilK914rG/wtyzjDBa+O+hCzFivK
qv8YJKSHS6pa+bqNXRJ7mC+4P/w0bYuF6Gb+CuU65NSQaHTiDViD1ixPMiHRaxNbVgfX6NVj6GJp
v4p8VFJXcQaCTEfCflwrcWY2TyBIBt1fo7AjF5ho1efU8gKsS/ymHTAoJQu7yxp6fx+HEyo8K5sn
DILSniGmpYNYxr2zbSm/FsIwJTFwlLPrNXGjgAxGVB8cBMU2Nvaz3SrT4wIR/bYFweoMX5HpK3DK
qrJPNbaZcJJ07dAklfsD/N+0BIG7iJwYRs/lqucCggDjze69DjGcrNHtCmV6nOBj30SGclR6dKsC
bVy47Oa5fDlnEM+46KQFHbiD2aMABnFMdJ3XB7Y3E8X9M/QoPoKepMLefc40ZOcrl0eykxbZ13Ao
w52fAoZaWDtX+owkBGAMDn7eKPOnqsdDse38GlvBerT3OEB0T1lVR9vUKLSFpi4SABQvaMmhbkIc
DnXi/OzXQUITcvTmIav08kua5HgedMHIyZAWYamtOxGKb7dvtYtIBioK7woGGXA7+YD5dSNyp+lL
vTyYWmh9KeKsuAcOrjzpRTb9VZQA6XxAuUvrWr6xzta1bUqPP4mSlRj3OSot7nI995rRfMCRh9Qu
IvD2DyhFHVq4Ngw/POHrYGdFVl2tCW7HX32MvsxmnBolkt4m6sKdezHuNsJkDph7YH88CubE+Clt
aqIqx3qoqdLcTzxYdk1qKhtNb5W1PnRLqHu5bWfdJ9lP4pscE7m9eXZv6mxAClVoPlSdZW25D/rf
capX2m7C1bGgwlDHX4IQ1amnPEsQcPrglINtZNTZJDKahH90vsrMsQ4HDVedB99iE7cIqSE2UPUP
lWUhvo7EbvbZ9ApF3d1u9sogu1IDEt0cHvkIgJw3a5WD4Xatqz/gjOGtM82NqmNKoPg7DYNcPcY2
eoa3W7wIGaW8BcA8eA2yJDmHc44hhrqK52sPTjTqR1dY+U6bNH2PyojxGxtLDwMfbH8Qdjb1vUlq
TyzAsK/MM9wris4wNzm/59yfoK/BTemG9lBBPfiWDa3xolTwHHDnU+6SbFDvUzson4Qq2cy3+35x
agEgY37RHoUmQ45ttq/1tsn4Q097SMZmrFdYpE6veuUhBB6g6LpQf7w8qmkNOBOKB7QH0HQWPlKQ
7Au46doDm1VK8yqIOsBF11chMe4m51y7gwiW/y3RxX/BXlPv7wd9iD883OdfMeuz2YGkR8JDeygr
PzhZhc2RKZzJwKPGH6bvyBKba5EFQQUjLQ+Khfvq2ogj9wDqHek60MOzMRgzpPfzgREfWp8KEvL+
WM7oIAcpYzjRwvReriykMYEKAu+Xj+A5CjvI7Ey1S1t/CNU+MR5a1cXBpMiCe+wO7QiDCbP57SvJ
FD2lftHmC/N9uZXJ0Vk6EB0mm5Ks3Hj/vFGMOBwLfEjtB2XycYUKkEofN2Mbjc+OcKINhQtrQQ7g
aosStwKzQJIrZoeHa/WtV5ArfTDyTGxTDNDrlarm2hfhVfa2U3T947PJ+54UEzeylCGX9+Y/XTRb
RBXQl3UeSg3+pzH1/8fZee3IjWTd+okI0JtbpikvWxJTuiE009303gaf/v+iBuegkplIohoYNKal
BnZGMGLHNmuvZRSHAvSyimBS32wYu/I1GShnloEQj6LNmu3cVlQLtXtHf8qYavw8G5n9HRb65VEf
l8bP1HKCjtDKkn1Vh85G6ndxamVzCVwvcQ0ahRcFnGmE6L4tFrjKqsjsjmo2q0TG2VJXzGnCYLhx
bi++I5VuTiwOAXJdkBqr4quKBhWhjdqw0qyWMkrJA8RA2VMCVPwhh/3oozsLrhE3SJOXiXGa+St7
dpvCd4cM2ZNlpcqxbriZtZf0u5he5kGrMi3IlDj5oeWj8fWDDhjLRBIGkxJSs9lcHSBvVKzR0kX7
1Ke9/lW1F+NzBkxxlyJzUfu3bV0EcdgCXWTheUEagdE+P6xxgWf3ErN9Gkx0k6yozx5bXnMUdUZA
Cxq5oK+nzVYV98q3BGfP+aFgDM7IWFmNEkZwymjWn7qit6JdNyXKa9tY3vcReYUDxE7DxuG5fGZA
08D3Qq8EV8AM/MrFLnHi2gqAnSclNPNvaEKE7X9tNXU0jqxdUubz7cRMf4aWZPspwB09QBAUxh51
qaTaZDy8vDoGKRD0JGQptN7XvwbNKa5W7IqnVq+co1pIJdRI/JewbcvfXhbkGGimIUMtGb8rwejn
H7jqiyFuHW15iqghFA/6YpOcj2rY3OlTSWUX5nN32s8G1BANlDXtq7oQziAiU5lCAD1K6/TH7SN3
4bL4RbCDMKUquS+ZaTz/RbWZg8NGsuupnvsIjiFb6/JdmJAiPaEQBoUgPN1usoviMunvSjJv9/X2
D7g88zhKvBZtS1AzF5htUbgiolk2P5kodACWBxKzo4uR2/dLk+jmMUFlevrNaJixWUxYZeU8egzI
0WAnU3vr3hnna8dh9Rb5QvR5gJJ2ecodPoHzlA0dQH1fQa0RephiqqLszzyU2XCIoqVKofDLM++7
lkJ/7u1ry+oRtGBpjrbh0deHhU8i+SkkPSW4DHgxV6/zLE3AIjt9jnrhmd3zXCokjuC8+s65dysF
lkXVKGKT0vwc2dphCSnw5v7SOE31oPRxD24On7FsXd/VkWG3ODIESHgMgoYLJGa4lB6cXx4inRTy
hD9Rwu7uY+Ac7b61YSAchSVeLA1N12M9Cr34YNIp7VPcfMviCccvqNc6uqka+6I/N65R3xV8BpvH
AJzxf8fSie70epzzoyfyLCv8XJvK+gHqLlVA4BzOO4hvwnzDn8k78i4NfPtBZCfQA/Ac6lzr83NU
5pkSxkpqPOeI0d33DLoIP0ZnbOt5kB/83A6jSXRKEATAi1w8unnvCbvLweI4uYKyIYp4c+ZD/eA4
u7xEw/owFmVl78pk6QsfdAs4rGbuwEnevrErf8ly+Rmyd0HF4YoY+kAjuzEqxX3OLOSu/ELhR/tt
AxkCg8FMVm6YuzxumKN3AfySFiNjoue76+UWk6iz7T4Ppj4f3Uxo1YOphIjGVnG2a/Jk3juKZu/V
DvKljS97zTZjt/Q3KebAxiafznfRYzI0RT2PufuskOlDR0Tpij5UOOkPQJ4j5T4l7/P8OBHld6Y6
4XC6vdMr3yh3GlwBjOu0EQjq1m1jZsHSUZCQPisdlHMmMyZ7PJZ1XBRUC1ohlPsuTrbCgStrZogG
CnT6nDwNa6YEDYdvZWrvPZOOp80+N1LUOGkkib1tJulT1E2IIYH//mq0k6ZvXO5rKybbRakGJCWV
yYtYZIRbi2LTM9e0Pjijl9+LNDRebFULujIeD1TQ3ePtXX6bQDq7V4xV6nQ+CSIkXed6NhVVoGhe
FiFe1Cwy0r1Izc79D1BC7bWyTIi5I2v0JAnfONqvpZqJ6DS3NR1K+jDJl8LNre/oteb5N5Br5rzL
rUhYji9mp4yC3h7CtvYXddGGnafW4g7BlGVrcnF9I2VnGo8gyW/exvukg3p3TNvRVSq314xnhPWq
g/BSLd0ZXuu9DGoilI37uP5EFGJotZDeMADFZq2biqpeLHpJSewpQv3xoHUp8uxaNT3a6bggp5xq
34bR2iqDXLg+FkbEBNTDRE0HWMv5Cud4yWtTAds2OKkW+Xqtdc4rvVttUHdOCjHOa1+ALqMpFc40
u/IphtZu18kprA1M8fp6sGg5xiz7qpwYLuj5L6m8GWVE6vwvAhlCVLs9ZVn2daVNo31UFDHd1Y0z
dfeiROPsN2zDHoJ2t8/rW2P8/XmVg2cQYBO1kSnIAZDznwDBSYksdKM+e3CLRns+ch1BuQrY2U+H
xlH2YbRkT6lQ1eiBuq32o50Y96Pba3TMrE0V6nDGDhr+Kf3UhriAhv5X5Sw76Ne8MISnP5mH+zJs
9PIzwm72vMOg3b3WURzbh1wz0OClfhQbX4twWqy7eR7nk1Vrw/zghIOq7tKuHca7yCqq8RCZsRHv
el2NPneE+PER5HTPH+Qe3BiusYA0h2tt1NWGBl3h7hERLHuf/EExUaGFLZGf082vNRlnX/s0FLNs
r4DHR7hzBHDcHcxpyrWvgKjnhzbyovmzZnQ6tKeMLJv7CS1H51c6LcurGoNU87W4YELn9ve4uBDM
5OGn31IoqrHO6pFALdSJoWqNnyHHVrWjpY/N56gxlE8dMop7qyia6p5gcqsqukrbuH34KnkETcbI
mOSXB/XdpTeWaCo6q/aeXaNZdpWSdQ9dKWH1pZjtrxmCiR/soGCRgI/KhXTAkv5kdfRLD2YRmK28
56G03H0Iv/TXobemPREn4sS3N/Ui+sUYHN7I5LA4CCTXbiabaY91bR2/gHNbtPvMSkCvAdpWDX+h
tSmoyamVu29S0Ut1TAeVbacXarZPrDh+krc437j5lxvOLwLpRBtZ7sF6BKgLXdrfDI+9lG5r/Ucg
bf+DFJ1WeycVvrTe2WovXLh1uQW4PWa1aRoy+nn+hYn25oRBwuilsoz+ScfskZZm8mhPs7Xx7l6Y
gqKNYTLmESXZLtnKuakhHkPyLFt/bsEwfhr0ZP6kNG2CgiojL7e/7NqVw15GKY6+AWkwzbh1tDyK
NhoANNlPuZc0yqHvGu8w9qFl+8LmevtK3XsPUO/ComzG8y+vFM6X279A7tuZ/ySkkozCVFy5OvZ6
PmKe2qFu2nx4UWPHrvY5RPv5c9SIQvy5beiNzXFtCcY2D949WRO0Vl+wiZj8y5CpJx0C3b7rFsN5
nicUPvZ1ERpfRAV5jd8IrY5J4qD/2EWTXihH3l1q4D7j2bbyqg0gvl8QU9LILfJhQsfRrBAId1OL
Hj1isrb3sydfR1MLQMvPMPKM0dkIRC+OPjsGgyuMbhT9QDav1qG17UBplslNqiP949A52md4jrTH
EALUf4ZW2cLoXLHH4yaHV/A0NFFXx1EbO63VUEx5Gcal2uVmWPzhpdKFnxnFl6Ku7A0XfnH8qUQz
9iAhScyNE/ieH/9OSa2RcLR/cRdIMLvEDnlr7Gz5Qyo6vN4+FBfPhbTFcwGij7tN5/TcFjgYL4Vu
rH9Rm1Z/0dJZOXpuGj5pUaMfu8Ga/9HjWWx8wAujtKMZQwDqg9vG5iqJmpzInVBghmXSWeTUF3yB
tj5ld9pQg68D4uPsxqzKft9e6sVFk1aJ2mBHobREc/p8qaGodPS+e/Wl1hYQhYqViF+gDOOH22Yu
vh7IKWIiTosUMcJBn5up6ZGZaGNoL07romCrl2bxRPxqf9UnRzvctnVxMrElDyS3mVVRwzu3xejd
rCYIE7/MiVk+cgf0I3owy6OVwNSEJlBZ/7xt8NriZM0QqRBQZCRm5wZrNaEOlo7oYkPBpfqcXpjl
F4BWD9CvTFvn5A0ffOaxSOl5CXji2SAQkaubzpAtQ4DCyj4tYWS6+7SlPLyfvXSg3asx77s0jeHB
Fm21P6vazk4AgGA1jiCssPzKQygE1mAPgZJo7r8ZIJXqXWEzUqUyfj751Nkc5TdCBE7HKAwSUP/t
5oKjKFonH38TuIVFecyHGn3mMR+Kn1M2ud/a2SBGVAsB3h8p7qQOAMUqqErc3uc3rqnzleuWxPDL
uRF2ex3Yh7BtgGeItBc7s9XOI4do3QWNKtI1cYiM2E2eLKSIPlNri9DGjCLzS2rUSNCnJrE/HdKu
GB4ZxK71hyyZXUpNqeXMflFkHWPocIN5iGHoevazmuCLKw8tXfTpucjhquh2AqrhlmnqRK+Gb1XH
9v0iEtaSfdj1s7Lh7VbO4G2Uh/CFiIJLg8fTz4/UCHcYDKVtHdi5ppxEVYyfoE1F/R0g0iEOu+y+
tsJiY3/XRf//WcUHUNFk6ouG57nVWc9gAoytKqBlkz/MBMj3I8rVT5In4Fk1yuVnRiEUHTLVepyj
vNglAkHt2x/5ysrlo8K4CqgjMqeV7+3nQq1URiCDFkSdDy0l/IiTm/8yhnr+ZBii3/MchRs9TxmI
vztYcuEky/yPsh317TVgQjNzktrG6IKxstvDRA+bEahKPMSx/iMWw/JgIZDpl4UYN5y+dA3nhjHI
OCSzUAzLsO7zHffQxB60rpoCNnd66DsjesB7KYe5Vv8UtdttuOHLdcrqnOyi6DRSvHUfBew7Xqmc
x8CbgLc6NpMujXDnfeXExj4y8vRrh+Dx18kbtsp062SBLSY2wTjXlwoBZcnzlTIIoOVz0ougDr3x
cUBBnJqg6dGky7UfaqhmxzrPCiZvGsLMVHHFvmNI6n5W9K28ZeWu//dLCJKggqAaQ9X//JfE89IU
1dTPQTgL/e+egOPeMto06JrG2vi86+jyzZZkJSDphGaUUOLcVjYmip1bnQi8cfbIyZNlYdZxhBVx
ly2OG/t5DcqRplmZeH5i1ct/hlFDVKIfaXA8xJUX/yDK8ordEKbNZ6OGd3Gf1LOhPGbFVPy2LDgV
/VTXStPnk/bRbhpC68ftG3ltv2DtoUMvC9uA4s/X4LqioSBgzQF7SmdP1GBOkGUV9R2sWO1GPHJ5
IRxJgk/iIRs/FHbPjcVjUy09Y5qB4yQhZC9tmB2WYkHDcnR6pHIa3Z22BjjkJTu/hKQ5PCiEKG8o
hNUltKIxBxM6aEGBmuBON5RxT6oYCV8VqvsUt7F2VzZwZvaZvkTURbJ5I9u5smiAFlSw5Q5DVrd6
0XNo62zYbfVgIrk4pLpdPReFUP2pVu1/kqQav93+opc+lvYmeQKsL3zQiwkkPWybJYY7JFB6NzzY
TlbsOowebK31jkpUR3s3hu79ttGri3xDBwD8s2kYnH9ZUgWIkoFABDXDqXdhqeUPxVD0n6ylrw8l
x2nj7l0eWwAQsmXJyUVM4OIh6T0lXxjYDSL6TCemjvrON6JB+yrm0dI+ljFzzzmwskUqj63EN64W
tyxGW2adEThlq8VMZXiUwiaoBlofv0+dvOpJIyNzSpsD0gbOlyJRnA9rxHhUI4iOoFQEJ8AtOv8R
9CprWIMMOwD3oSW+CYv7nQCOubOiShX+0BVQOFibFA4XjwpmXWaqKM9LQpB1ClEoUJxazIgE5cKc
gU1eTAcUkcR9mipW4EB+9eR0urhz0V28/+CZ8qRVSuugHAmH1zkTN1pRYmOxAtio09+I26WPngid
r2atl4cpQY7oX9gDvQM/HxV26gXnO+yK2RU84lZgpmaJ23Zo/4D3SJNP7ljFdy1yqhsrvLiqrJCg
hICc+iHIxlU4BJ0O4x/c1WBWlOlHWVfMo6IVcFS0lsZPXI4/WmBoW6PkV6zCciDnIFElofoi7/K7
wmVWLFMODFgJROL88OIo3FWaNuwLmeBLsaG/C7XvtqDKFxcWF0zeRtca1Qn8sfz7d0Yp0+fIFupK
wDxE8afubd5Bo6l/jKPj/Lj9HS+PrDRFjVSW7HCEK1/kZqpJ1jQpQWgn6lM9xfWdMcfmqTVQkJpM
k+SmH0nioPrbwvVfNU1rGKSbZO1ZD+lXYz1ocxJHJwPuQfEtTzrzm2cVaMnmDOE0EMoo1lHzCkZe
yonJnw1HdeGFZRX8DTeKs5KvzfkmiyaVc7VtfDLTuvrHLcXwOM9O85WhV9Ui+HK3dE2uGgSvyhCh
LIGvGSbN2VMmr9bj0xxHReyPOuwfTOv8gsyy9BU1tzYuzJVTJKkssUQBmWmOVbSS961RLJHhBaJO
oo64iWBipwyov/mFiQva2M9r5pAngT/yDVS4LlSONrKNwnBCWp9GdrAa+pe+qofqvd5OefPRJxSx
RGpt1Pe4nZcohrx20egMF5qb8A9r98M8mse+h0R0Z8F9Yu3trm4ebt+UK+vDJIkRoZjEwern56XO
7JoANolOtTUwM2/Eo/K9zat5BoHU/HXb1pWjAgsl4wpo1lGLWo9/xDS8DQc6hFObefWeJmL2GaRZ
dteLPj2Csf77X5hjHymbmiSc616JwnC/JXDbp2ZYUpgh09581NO2P0aatSjMwTED828sSjlZoBnU
iVaXD+LEodXSPD7lepX1uzYqkvGxS0tH37dLmWZovWRo69w2eu0LUqeV6Q67y2t5/gXH2FSWjJZj
oKS5or40qGuWO/S+RH9k8tfaepKvPB04tzfUEQwHF9gEIJ9dXHhFfEI8ly4i/RGlPLbeoNwt6dzU
LzAuvWQokmzMlVyuUudW8Cxz99/EzM5XqRVtQvZcJCe31dEaAONq7ap25qXWxNY1vGoL3w2Ol7Lf
Relbr7QMzaEmOUVlrD8AUjaOwNGHF8grqo0bf90U8wwqxiAmWHmztndNYdQty4JNu9rPlaofkFWw
v3pq2H3cl7GHuOr/Z0w+Xe8eYHWqXaVR3fhUp9PU+JUzit6PdDtV7t203CroXx4UrNE9lNoIBDfr
efZW0QZPMVha7Y2m2A2RC+FPgZI3kuVu9WmBPOSpxF28fvQ6vMEo8TISsHMxV6c1USxbtsmJim1y
r+WDdwLRyCRQrFRbCulXvh4FDzItJuep7qwfh9pmgG+K9eQ0sKwfXm0APQkdScNQ5eZH0x3eBGrB
OE88i6zln3+8Rhdz0U5LfBKFYT4jJKW85P2k7ybRbWVy15YF+schzZAyO2tWbBhscpiDlPi0xHPB
Xes6E3HsYeqiHQ+DE284sMtnQTJuMX8B4SzUdOuDknIuB93O0lML/8IXe6p+TLGtMOsxaK/JNAzf
bh+QywDt3Nwqxhd2FVtwGcSnclpAEIEoLHh8psn77XZ289mLmCF67aaaWa6MH3S4bX1jseuMRklQ
1fO6KD3ZYzJSD9BHPyR6+qJM7YK6gVlsHJtr9nCbvPDcfIq38u/f3fkyDBmC5P07ea07PWVeqnyP
XGdEbVBYf1pK/1vVt6sGGdthIE82TNYDgFWvVyXPR3IahRd+V2e9fKnsqN717pI/ALYePjapBKcX
w+DMpdF3goEEFPn5Aj1zMJoRSN7JpKBs+B1z6OrLIOJmOpSDXi733tCoztOUzEu6oz+3RZl8bb1w
7UiCZsDkAEPP7Y+K00chffqTW5sTzcua+Ek4TVCUavUXu7HVObh2OWGYkphkDbPrgcc8VxIj7sLk
lNft+C2fBmodBqjABztayi2i2avG0Idij6liM/J9vjj6pCPDV2p8qpSwGz63/dg86FUt6k8zoMSN
Iv1lCRlIMxNQjNnxaFASW51VNA60CWhreiroS4X0nOHj281zYgFG8pbeh/8k/+0C5tnp8dTxp8WU
+IOuZc8zidhGYHzl+ZJjWYyfgbO+ZJQqyzIfx7zm4miVbX02Im+myRaH3nEKOdkwhgxxck9pDRjU
bRdxKY7CPsgpaaBtumQ8lV/l3Z0N+yIx8qHPTmmph+m+CXvxw7TDdmd3mWf6Jn6ff2qC8nKXVHVQ
Tk1J7NBb3iexDONLr9dbQH35oc9KqPwk0LNcXCII2WA4/0lGXThMTIXpqSysQuzGlDKYb3Kx726v
/cptQhTUocVD7k2pYGUnmmFIsEAannSznknQVYjjl6XL4UMRTFEPTed8vW3xynOAVyTxoCtkQt+2
itn1jOcdvvjilEdF+CQErVIEWReIH0J9+StpPOVbF2odg1yusyFeeGWxEkSIc+Yuyyb9+aZmdlxm
8wIXpzGWp6ZTe7HT7KRB2k8podCyN33zla8IdSBlaMl/RY9v1aUf1ZEGKYDek54Ww3SoGgZJfUg4
7H7jCF9ZGRRklAQgQSXhWyfpc65FoBPr4lRnphr5GWjEvdkmEuZoNaiJ2t3WvP8158EANiUmMCRg
AdeDf0NqWC0kX8WpTUL92Dr0g0W36H9TXYwee7NM7im+9Ts6yaa1k3054JdLekw1Rfy4faKueA6X
Gj/xE1k1gIHV9R0bPVoE3/YUt7qnUCpN010CLx/Igc45JaqDZqKRqYfbVtdbDhyWkUM8J7muyjTr
6ubANT44VEtF0Ixa/TBVZvuYJgO+s57Gv53Miz7KuC4NwiRBjw0fRSC0Mri0I28RK6WvZrhPcxr1
D9W0tLNPv2V41mYv+WBkLw2Sycv+icwD1wweANOiAr0fPTAg2y7vY0gY/oZGSOn2XbZsdfbkR3rv
8KQx+npEfxSgwbrK7X7ng3Mqgy0Cd2oQLlme7imkFt03xXOieG80Zb5seKFrX0+qMsk0j47xOuQO
y4qQytWWIM47VzsilFjkzxBkGD+dwXP3UWbM/f72gZHfZ71C3lqKPlBo8bSvvl8zxpo3lyifMNC3
+LFNW6NVrfJpGkkRd9VCCg8PX/GLss1yNyQe/Na3f8D6nsgthsSA8rMMnIgvzre4seq6HutUC5j+
sApfH3TjW2HRjFMiz/zPqAzpl9H08u+3ra594P+skpcyTiKbKavbGS2DNS690AK1abTSr0tyLR/l
FHNje698URPOAJmFEs9cTCSJggmGpE7UYHEms7uz+q4d9wP06cldkurq66hP9kcVJlibbF5IDkzK
FvBinO+o0heoRXuVHhQ6QgtHZBBpw/uI/CTp4xBS4fMpy1XKr9s7egErwSz7CeIANW321FjVFYwF
8nJjmIwg7ZbqS6yaxV6F4KmEVraZ+L8xCHGTqb1RmPGhnSfm/PTW3oger1xYmuNv5X45qrM+TanR
aUPWDCZ1YSdvd51rhw9qTEPLt3J7a/Z6HTTIFQO/dmkEgqNFxed8o9EvmhuEao0gC8XiPaqa0uxr
xnd7L2vh7rM8ajed4VTPjedsFRmvHGAcBDcGeAfo7DVxUFIXXk2j2gxGYQzFHgR+ah68PtpiMrty
gHm7GTN8Y4tHheB8jWWuN2QvhglYyGo9FA7S+A5N2tA8TWJJf9Efa7z72yfp6rbK0TZa13j6NZ6+
zRR64UnI0qYpEnddVIPC7BmrMf3QMJTnfvFybT/OZnjKp2ULwnLFIcJpJTHJVOJoL6z8EQNIJV2H
mfcFUtA/NbCt9m4uCz07wus/Pc7KVIqHbvSmb1YfkQykFsQ7H3/FYQwl46DqiEtcJ1yMztQjyFAt
YJoizZ6EwpiNDxtc7X0uGPfXnkvdhSvx9rZfXTi1OrgZ4FVjjuv8SycR8zJQk+pB3cZ69kkJ52Lf
qcjYHox8nJxdlCSLDIDLytpb/MdyTiTWTrd/xLXjRuPj//8I/fxHKDp0ZotW60Gjav1nEFXFr4Ly
yMEurQ5dhMLYWPSV1wcvQfwiSRsIGVfvQOPAgxchuxXoCkgMXuV8hHdO6K9pT5PwIPJI/FXMnh1u
vAvX7PKcEB1Tswflvwr6e5H3rjZmRhBXbfcnhhw5fIkLVVGOCTjM4hiK1P2tyxmuj+8vjzy5vAHy
jwhxtb9TB1S9No2AEnN3YFTWO4agG3Nft5fksFjzlvzQtYU6nGKZ0b8JEpwbhDKdDl3bmYFbad1z
5k3jS+VUKVMrTeYikFyWMWB7ylZbum9XDcPiAMBQsqmuQ7cMBeLSaSsjUKZKOyYoT/rTlLUvnjox
FVwnYYWOqNDj/F98WUAKEEFRu4B8ZHWNCnMeNTNqjcCujO7TLIb521iM9Hv0poEJhKbsDHEs3Lxb
4xzXnj5gMDKDxHsBKD3faa2Jq2RKVMApBpDOPep2bn+nzmY3AVNu6+nfrFMyR4D1I8NRVzfH6vNo
Au1jBvYQ50FWK8sXJjfd0C/1peautrFxqGLaUHe3T/DVZeKYKRHT2b4giVj0LK7AafI6uDFTr5pY
6D8liVdC15BTxtndNnftGMGKQBjFSw5+U3rN9xlAaYrZagszUBPzk6K4aFsDFz6yxd0xN5blc2Uo
4tdtm9eWSBZL4QnKOsLylU0tUtpwGImkPHVufxhKs6hH8Gn5kUJctzXFf90Y8CSPjFFOCZwvEE5A
VHdHh2PTKM7fqEbp+W6ZRpCiplD7+Xh7afKnr9INmd8ADaP0AP5vdTuiEJFwze7sgMHV8Emvh6rY
V3P10rTtSanT/E7DK7qPUP/qfhGG9Yb5K18TTwSynheOMvia6Rj8EAJGTmUHnZhn+04ZQzuCB9Gc
gracl/Yepg8G18wiEVvy7FcWzplF7RggHoRL6yZRmE6Ozfw6li1zktS/xj5M9aT3+zr8hyDDTv0o
0qlwTXOFJsVcJab68Rsr+WipYgKAJBtZHasUrvvKLFQnqJj/vBsLDZVCZaa3EXvWAl0sruJIG3WL
lOHKk06nShJPElnQ21mZ1VwafbB7OkEzGWpyaCwjG32t8f5R0mjQ/dqejI2vfG2vJXpLOn50CdYz
dMJYVD5z4gSDMkXDsMvnNP5PPaRFvFfHIVSORik65c4zlwql5dbRX1v+ZIsk4tq6qWRLoKAEJq4f
glnXhSqgSwrStmj9pZ9sX2nmuPWtNPyGHnK8NY587XC/N7iKnZDJ6ZVchHagDkqVHnowI9+S2VPH
+xC0yd6F0rT0tTRSmsPtS33FhZDA0ygEZQi61lsVFFu9m+e8bPjCZVzXSGV38NYNQB12ZtQPG8Of
MkJZeRDAs7SUwXvKAZGVvzL0Gb5qM7SCKGvN0EdeOjH90h3njbrEtUWRYAEcgxAT+MjKU0F+DO0L
k9wBSp/NAvEC3Idf47lGBSiZDdEGH99Did2AUUsS+K9Pi6nmzNwshhVUAibaxyR2nW4X1jaNz7Qp
3Q2+uSspliy1MAzBswaAarWJjhmlKq7eCuySWSGeT1BN+tSr38uicH5Y3qB+LkRbfoNXcN7wQldN
g7ZnbIuCzwVpjF3m1Acm2wxm3lyQ7IbaPZiZWaYPOoCj9lGHYouR8lgkfyn8+wcZGt6kEoG5Q9LK
P9CXlpfo3XuOxsTYZX3vBEYMLXU8julvdWzMnWicdgPvfXkfAVMhvsHx4bkhJDw3pSPCMZmJpgeh
GrXTTqm6+i/YaGxxzHPDGg6umjArrTYl3djbh+nS9ejUfthhBvF4bNef11XmoZ9IJIKytKM9pHBR
sYdczNS/S3mI+8Xq4/Gf2yYvrwsm4SPiVkrGknXpUjOKJpqsEYxuUwzPkWImxa4hh92pShJvdZcv
fQAIbNTXoXwFVXIRIKnewlh8ntiBPlbJfzVHaN0xyr1mi2Dp2j5CcwH7icSrEeief8FZ7zU7gsY9
sNylLY9Z5iTLPhWOYt3ZRuXsMzuct0hQrpwa4C4UQ4FwSk5oeX/eHVB3cOzOylovoONqNMeuqWhK
pU1qS6ROFz7V7uj+zdxvs1WqvHw1yYIpt5AOS/mYNcsVmyjo6YIZDavK8nZwmUfHhO5mcnS7yPhT
dO6yF5O2JDtFjQdzD/tqtlWDuLLh73/DujXV6B2E2FGUnEpLzT5HXZ+kh6xGQnXvDnCYmwT74Ydd
oUz+wbbLwjvaE6tv7E5uP4ywj514cpb4CRmg0dg1iZcZvo0uOVx8ad36qSj6n2HaDxtu/9IbSutQ
bZjQOVCAkBvy7msngsy5osJx0kNLexUUAsId4YT92vYmmJu5TL8QolbQ8BfGhiO+cmO5rURIFP9J
peyVezKazs5z01aCmWrMk6kwb11kjvK9Bw90d9s5XPusUhSLCIF5/wvSmJzBy6Wcs+gEO0vrw3sS
ffHSUOyHJf+uz571etvclStky4aCpOVghnYtKw0ORkVnKlOCvIxRaoXxZxaHgs1PDiYa6HPktwIs
WuTM9kYv94pjklPrmIVMkdx4FYJ1QwRLox3GJ+rswj5m4xQ5d72TWP9iQyn+QlFJFkx5Rf6Od8dm
NOq0amIrOWko3t7xyMywUjKqlbvL2N0llkKJ/faeXvuEPCn0wuiuSsKbc4ttMSZeOhvJqWdocTom
AATKO0+0VnzPFIHTPhSwA3+9bfPad6Q3RABPP5e0ZXU5iiyEkd4EKaz30DVMizrvCgXBC6vqva/2
YLWHziy29IWvXQtqv1TH2F368iujysJ4id640SlmCnb2U7zhg54YxdeuZWTx9gKv2kLSnWQfgB11
9vNNTanPKaCKQM3nU/NFzdR6F8Il4+2rYVLLjTNz7WwSdvH1mPkANb+qD5UOfIkOlEKnTO+LP6qW
VdFdnydNuf/4okCJEKOze0wfrB6wLl7azsgKL8gTZzyiAOaEO6PvI+PBEkvnvH7cGkeDVgFitoTN
q3NpWNAmaIrqUQ6aVMg6O6nGa/ZqmRy61Ij/um3t2h6SzNJgZ2kAQuTfv7t3c1g7cU6kEVi09z/B
ywQECFBUmx1u27n2LPAQvwGucJtr2g05vuVmQx4GdD2s4t6LnOSFRon7smjAWKFAc8sRJBRUg38i
Mrx2w/y1UIDqCGkrVVto3lebqqqjy2BMowTZ4rmFrxhI1zFgXz1V3chg+uw1R7Y4uUPuJOsORdmV
P26v/9rNl2R7nFPJO3JRM4jirA5TPHg81OFLyFzbS0bO8lxaS07zwaYr1BbGxm280sFEDAKYJKQS
jHpALXT+dc1SQ3k1TLxAi0SbvVRVG/odQp7GHUIuJvqBZVhErg+9mq4/0S8rPoUWItGnEhqIv29v
gCZv43maS4kMVDH5A+kgZcDz3xJRdh1rrwqDIkc+xW/Z7nuG5usQQgatf1RHL7qLtKxHYlVYdwqY
4GJHWqodQrpmYpc7TbZvrHJr7ubaM4BYE7cNlTewWSsnEnW6tdADDBmpqgpzP3d5Mz3UmZow4i2i
4V5BEPbh9lZcNckVRzqak0BL8Hwn4OcdIr0ynWDuF4jVFKPpX/h5k3swzNkgNIsL6+dtk28zKKvd
B7bzBr0DvkoudW6zhiSjLKbBRvW8drUgVj2EizkZinakyNx2PjMWuuFXqVK0uzgeI5hADfVXtszh
19BTYejNqrh88JpwLk+GMiDocvsXXnEQ/Cw52EYOTwyweqUSp/JCw4pC+jh12vieKAZvJ8ijg37U
lXTya90qDpaRu9YXq+6MrSz+ykeR5FuUYCAZICBcnYN5EZnboWd+EnNnvVB+H/Z265Y7MyV10GxL
bMEhVwtm+JNqv4xVOQBw3a49AqQ5HQgGmBRFFjffzdRuVD9TVO2+8UC8HvOGHPs+dCRRMjMi9nK8
vd/S4707ENI87XYodqF1hGxmDaBGm8qNiOnCF4igKqTo9CGcdqNU9qBhjODKbWuXi8XlyY67RCLK
Xuj58Ws0R2rxVPpLXSXlTgx5fHDMuDh6SprcW25WPXh4hT1TU+1GNrT2gSz0rThC6GNgGjafc9P2
ILpoiBf9xe6j9Kmdm4S6TGzv+tQzHB8kR7Gv615/6RvVuLeF2/uoT3T/R9p59baNhHv/ExFgL7dU
sx3bspNsouSGSFt2Dnv79O9vfF7gRJQgwnuwQPYiAUbDaU/5l7UqzWJ78StkXYr/AM/AZ1refkWk
JmaX9OZjgMHGsemQrAhi4r0gFdNGxzRsjdm9eHDgiVKllVhTCYTS4SCcT7v3SK7F1PLK5un8p6qT
b4N07U1H8rE8a81NMifu3e1VvthT8gCBcyVWAqiH8vv5mHHrKiEY7uRpEEr8IexG+6fX2d9jz8tX
aqYXn1MCOOTEIE/xaZcNpckITLUe1PRpTkWC8bIWlNXWKIbJRugm7L5DCm3XDuy12RmSN0J0Kx8x
+fd/hUpd2Tc17Z70KUva4n4OOwULoAGMGfZt4ef3f0nJC4OZDrsBWOD5WH3kNk2U2OnTGCA75Yaa
9sMAp/HTKOJ+LTS7Ni/oPoj9UqRh7RZnUzB6HppaytksUR+qLRo5rtrdAyFNVrLJa8tGrI5mHbeP
RDueT8uMet6AIM+4dEq57Tv1KR6S5GAlmK3sklBr1/ycL48Btw03DmNSPdSWtsGGkRBpNixaTJn2
ixUn7hc3cJsAr7yk5fSLGXkDoFVraleX1w47lCMI4J/yN8Ab+Sn+2i2TmlETdR1W0OujH4WVmrs+
a4Al46bX7stpcr7biqfFmzwx5+/0GsYvOo7Xu9v7aBH3cgvwK8Dc0KKjIgSQ7PxXdJll9dMc88E7
dXxR+fJWVP1Ow7FX72tX1D6p02xsMcAJNwilrgk+X6w3oDnK8rLqh136RR9ldmBRu9kwHc02E/0H
FFbNdgeYLaksJGPVLOTG763AXYklll5+MrmmN4kaHaMCSHkDVf/18ds2rswalMbRSePKtf2iUtJP
hlEhkLSp6rIXPUFWhF9LS5HwoyZ92j6IwIKWYSu5rW2mwE1+YzQpWr/vxeBZPrBLZ3hwciubHp0g
1k2fekn38/ZqLWNkfvdbggTTFiQLMKlFBWtwSmSi+6p7jnEQ3Ypp6rBNiHrhE3sZ7kY0+CY6jRJ8
iDxN+RSnwjsknl62mwHDFHWjmiL63AZtuLKLltEjnG2N2i1tHAI0UIHuYjNTXvcCofT9cx9PHb6d
RZZFm6xV7GNYxm276822/gchs6iZfHfE9rMtbbMhmK7dZAPKqxxfUwuO5kaNdS85amOiaCs35sVO
l1VHOC1ArcCoQ6Y93+mx6Eyhtkn6rE5j6W4iQ0fssrOS57zBSHorkqEx917Qudi3u0HdHGwEw9YQ
Kxe3jU2Mg4Uk0hdg9kmrz3+Ea4kBoYK6fbZzIDkdFMqfVlKpzc71CoqhIu23henMX29vm8upUzhD
CZRGGxiECzeH1urqulfs9hnkVbcfq6C/t6dktP0WEX8n1jfCypOtMpXua2k7/cqdfmV0WiRQZ8DI
EtwsCZwisIexU73uOfRUZGvbQe32lmMN+oGSmhr+gKnevpAYlrTG+myUylno6q4U1i4umjfoKOhY
iUhwLnpwIqQIzwvQPuuKHexdJSKD0Nzpt9towabSlfrb7U9+ZTzpbgX6AEUg4G6LA1E7FHqpfiXH
hlQ+9MepNuONV6Tli5Zn4o+NLFB6uD3k5eXAC03nizNIBMksF/HH5CYCNfmuOIaEua4/iWAKFZ+g
UjHQeOsC7LRtI6o5dmVuqrt8VOxuT+hbl8LvwHV9sXRomY9G2hkxpqpmFanjykUhf8JZUkG7nCoH
OEAQxOD65V75696dxBB5ejXER72Z8vx5bKYQ+FTdBV9SRMvWYOGXOw/pIr4yDwv7j3Lj+WgMn1jj
UJVHzykmnKaVIeJP+uiwuD5VrfsNgWPDR/rBfpiqWF0TKHjzoF/MltYSmRvHDkbbsilZJ3mdwD6N
QEzFyTHtR8PYQDoX8ctoBxXwx9Gcui8RgI5i63RpUj5HfWpmfsXl/q2p0ylAys5yv3Ch1eGmmwMv
xCKNdGyfqTkZSDNNFrBgt6RVVo4JtrqWI/Tx4Ka6oN1gFUShM6gCv1GFYT4X7PMnFDaT19yDpe53
cVy8Qk/VvUNlDV29dcZ4HrdNhYzBLhBGlodgABpcM6FF0zhvAuVTImI9eY1Cp/0Z4H8xf7aNBJRy
GHrsnBl9Ce6RKtU/Z4oTfMFMyzMe7Hmckp2TOUH2B2xKU35IKdwb/xSxCvHLM7La2FqRGQZbaEt9
9ZC3ZjbQeZSJD1iHqtzDALfGhxLep/Ng5E3xPBpNGW+s0ZmbewUnYOO+T5KpPrKFQD6O/UzBcBBe
BsRHCRsHtqhaRsr+9nm7srtIV1GxpKkOuPQiLFZxvIyKJD5abTs8TLUYP+s4+D0G1DE5fWZT/VHS
ypoQMtXinG2WrVWCL38BlBlwNqRw/ALQeuf7m+p5x+kmikGntPtYK1n0OYrydls7KjTSJsN6LVZU
89mMy2APNHcNXnU5PqcYTAUqB+wib8npzmpnRvxcDygKAnvcJ8IDw+YhmpVtdDeVlCivnm3zlLhd
9dQhyJRtPXqq6crL/lbxPj9nJFzcsfwOSUtY9lAzy55m4enxMS7m2fHxJY3VT25tNI/D0Deur+l5
/si77JwK7F8fEOnITtB7Q/fjzONvf82Sskw+awENnW9Whpj6hyRrFGvNveLyTXBJ1qTSM1EnDcjF
ddRU6LIgzlAdNZyVHiY9gdka5TxNvkI9TUFQTRW/bu/RJTuQwMyl5UlLgpI2DLLlmHGOL5Hn9cWx
b2Zt2CnqUHyO3aaod6KXDN4ssjAW91OtiZN/5sgz8o1eKMPToCUVppeKEabWt9u/6e3BP1suGSby
DSg7S4b+stZjzQUiDkOuvdSizrznMoi69mUiidcfQzVphm3fRJ7tZ4XpRa+TNVrKk5OWE5ZSqugl
njiJss8I7olho7Y9fiN6pbTprq+nIv2C6cVQHtp8GrzPY9lN4U4grv5cIwM1fkTxNB/3ZWCE6kqQ
86bfuJgUbQOU4njX+GP54BtVl7pdYRov2KPP9+oUzr/cThTGJ0cPwoPRVl7yNa4qzqUXDbH34KFA
kN2bbdd+NexKZNsII8NH28xM82udRdWjM1CuOGBI1ymPWpH2+T+eFcfTx9yh3LmpCyf/mgV63K+U
aJYkbIn7goHBgaI0xAu5JEVE9lAkTp51R7VB3Q6yqCEQjVWFCD/2Q+PEfj4rXnSXx9aARXvWVX4L
BO/THJqhsUtpYfCvR7stV1K2i7uG34LsNQaMIG2k88T5XRdHSd8VeT8ei1w42h3qeOHzHFfiIYBa
sUmLLP9WBUYM0dbpx8/z4MYrocvF6eUHMDYAbMqyl5dMHyRCHxxvPJodlow+Dizm79yuY2szaMAV
1DZaw5tflgjousliGYg8YBoIAJ3P2YjoNpsYIh1ViPE/1aF/mOYw2Us/Ej8hLff80U2RVtOcQLw0
JLpPlE7WYLyXubL8FZS8ZamQ5pS3+PLjqFdGS1JyhHyFrm5XVWa7VYpRf1CgJYWbXim08V7tkaMW
6E4VH4zRTeLZ76vcGKWUCJzDUZmN5Mmy297cKkMD11vzMmr2g9XAE7Mmbc3s9fLi41dTR4ULS8bM
BbgIhjVYH6BcJkqpTYlNaKb3P3k/8nknOn1+Dtr5l8OPTIHH1s5OaRSEv5KheFWErbwTDsyJAn2M
xhFRN5A4lFjPl9GMzbArU/kBS9PZR4n720Qf47OKgfBzmjWl995aOuO9qYlDeIG/uazpzLEkc7Xu
dOQ6r1H0b+aXsnHNgxvr4aeomy1/Hj3Oh9PV1un23X6R30oQv2S3gkKmqva2o/+K7ynZ15Sxe/s4
N337pQ/SJkZfPNScXUDP+sVosn9jGJpfbo96eTTJtKjz0jpgdGhk5x8Y887RKxvLObrwpXof+F26
7x17/pa3TfLUVfG/t8e7yGIoHxDRS76eVONfAmUbp6+bQYms4zwDBskrffzctXW3kZ707772zoda
TG2201pxRWId7SLHU8+NavxeVOAg26iKhj0igPEh9fJsNxpjckQLYI3xeRlcYT1LmZC6PQA9AphF
ySIUqFcndPiOIyKK6b2Zl2VzVwf1nPqdV9V3KDwDvbETN/9VtIOwiBnwCbjP2sp87ukc/TTmPnmt
8KLqNhivxvsijaa17snlvjMkgg/VdBJgHGvkDvlr3ylQ/0eCUP1YKgNC6urYbVW7Hj4jWYJ+ma7M
2SGgkyve22XAwUrK7EnRKOpxyx6K7RljnRChH3E8VjeB65SbJjKdV0Gl9Y5CQ3h/e+O9kbTPogwk
B1CkBVWGNbvsQ57P02vi0Szhrhwn7lXtkBJWGH6QZrbmlypgl4eoVZGUdlV7vNe6AeBtGzaewosM
DWTTw+BXNklsBf0Bm2jtSBY1Do/G3CmYWU2m+qfUY3c6OG3R3nWaOgUgxkSV+pU7OiLfBLqabIVu
ZN4OzNBgHbpWw39Lj9Neo45kuqmv58UkeSzOHG4bXbHSV6uzzAOaAh3CU6oyfKIgWBffwa/qX0xj
VrgZJBfJ7+NyuI/afgoeagBnpxxtl9e4a7rgcSBNFn6NUTjS1cXQWn9uf9XL44zuAJAryoM0HgDw
nH9Uq2lEJ2rNObb0y6JtkFuBsiugm9P17LpgjV/1ppm8XERiGcogVKGlx9L5eOCCFAgDqnXUOlxd
N4Ywif5SWhN+rVrqwamcZj5oU9zlPul/L3ZGz3V9DwBOuYtiR2+/DwKsOmJrM/QG2fvddgBzND/2
MKtDAiTVKOs1OXHb7Q917ZcT3Ep4BtZsPCyLL5WXcIbCIW2PQQjKz6lyPdrqc2MeHSqm1ufQ7JQN
IHBF/zdPu3SX0r5yX7SqLSrfLlDe3sWgTA51SbEASG0n+tRXgU90PxRPiA30vSL7xBcP57X28mX0
KMncuDsiEoLl71J9PUzjzq7w9ThyJJAbi0Xkq4VjPDRClH7tKd62GKvvXo9aP2/Iu1utZKVsLgdU
NeT1i9sJ6yW3SIeuPU68nK+aF0TfBTBYhJxj8zBPXf2lbvp+jS8vt9Fim4FoAkIAJpQgaPkWK22m
zCgMi2MzYrqxRe4t2Dqla9yVYxNsR7du2nuux/wuDwX+Zre3yuWTTApBS4DHkYKzuxxcmMKKXSur
jzl8+ju1gt21Ud2AuJUy5KkI1fTH7QGvvADQbXmkLDRIgdwutiYyTsLOp6Q/CniK/XYMxKhJHfYQ
W4Fo2ER9GZIq5Ok/t4e98pGpe0jaIu4icOzkz/rr4WnTap7dqBuOLolSduIHYNrpOHj/bYewKZvf
NXUX66mYrUJ8coKpXbm7ro4PX0dngjQ4lmFuVysFYZjoji5+EilAECyXO2MCfjt5dZCx42xY3sqE
JsdBKJa61vm59tklRIUVppXJ63s+f2PA/zLT0v6Y4LFSAUNMYndvun3wahRI/KEzqlD9HpV4pbBx
ZX/JIJMqApcRdIXFctPo8vpy8pj3DBxLH2JYjREGKz/1IOY2HQJvLcS4cvnBGwJSIHumPMNLAZXC
To2K3TscR9eJx4diNIp/ueMzY5s6dtp8QPM//Z3KFuJBy7zg11A7vbKtq7EPNrrS2+YHY9BT5aAU
tYJTaminJfUxx8595FU7kKmmmyB63sf27vYefYsKzm8CyXiiEEQlnAR2Wacb9EQXYirmY6LFw6sO
4dHYlmiL0cs3gvJxDNPkJQopT29mlKSjnWIT4G7nvm/rD00UxYJmKGJwvsDBBYwd9qaVP3n0hDco
W5XeXQlfofEHpy6ND4Um9PRUdnY6bEQ2Ov+qc6t9hWbP+YupQ3sHQwwIkg5ziF/07YlebgooMgiE
SJ9IiVlaJFpj5mil4SioKBhqclfzKP0Tkn0+5dBOt5yKfiUcu2x7Usbi8EmbAElwtRfd81bDfttT
6/6ouVWazX5XjAmtYLtqet9wu7y75xo0U/zN3Nn8HnXx8IGzFHk7C4XdZKsXFg6nVlwZX9He7eJX
zZ7tn+/9JtJZivuQ4p/Eei4OqJKj4j825nzUvUgz/A5TVPyvvPihJz/eo8qMqd/tES+vBEaUWk5k
umA5lpWweiy9eVCG+diadeIPZqY/hKPyOXBLLiihduqvgpvocHvQy6WnUCJVW3hdKUUvWdbC7XO3
hv55FLqYtkWRmn46wuxxM/VuGJ368+3hLkPG8+EW1w+ONHgCBoN67Ce03+HZtN8RZj7lyaSvPDCX
kYuEw1J3IbElq18Gp6lrjlpWl+qxzKdm7/RD4OypPVnZz6aRVi6p3qCuALQNXUgxp266icd09N7J
DSXLoZCAypLUPsASdJlid3HuOVMUWEdHm+rZp1evgwMM1V2D29rKsbqyljIS52oHmseVKz/+X2+q
GbmVKJCwODZ9Nh+AVEyoPloZ3rx1Y9+T8+Ta/vZyXhuRB9QBGMAGIgk4HzEKahPP5FE7apUCBdRJ
o4M3mmO2CfMu3M5DsxatXNk/sjQltdaAAIEEOB+wDhutAa6lH4t+HuedmVu9+6Jmpoc3j64H5kqe
Ki++8weAMFDy3KTei1TnOx8Oezfd62tPO4qYCyZXEHo54JxY6ytV8MtoRKIJ6W4QiMgMZwFPUaJy
BjSU6sehFd1Ga0waQZk17HNsojdkVeo98kfJFq9V6sjvXkJOCAmVtDxC63uxhH1oGGNFafaYZlX6
EKGmdG8EIE86yJlbxIxWYaNyLstvCgMDZi1BDJt1sYRxRXERx0Idv+XC3IxRMh6E13SPRRZGj1qQ
eBsPx+JXfE70JyT5vU1cd9MOAbBVq4YrF65U8qFKA7gFoou8Qv46LyTZVWFgZXfkSc4+zbWW/i6I
/u9Mrt3BL7TcnLeaorvKyjm9tompTqP1KOtuF3XGbiinWIrJHen6GgdvcPvYV+QNZBuBs/KMXR3L
gpqBmDN12mXOTAHKTOFoqkdLVP33KlHqT3gcAojuNStcecCujiVxFOS6YNOWBW+BSkOkj8yrNPLx
dx+E2OeS0/bmD9G5mM/f3rjXVk9KhWKXp0oS3WIfaYnpzTWV1CMCOd4dqvioxiVFs/cadf5Gsx9O
ZD3H/9we9NoUQYiAB3rbwsvClSjNruvqWTvGKMa/YkihPuR6hfEhjRc6qP9hMNnFQLuAgulyf7aN
W04BjY6jSOek/KCiO7kzXAVV4VjJrJXPeeUqpzIDPg5vIXBWF4nn4HaIHiVc5baVeNsU8SeVRNvT
v1fVoGw71MffaU8l30aLeJMrgPCDJVxcPXOUR6ZQMuPoKG61hahgFDCX3WQrlSd8rTacPVtaW8Gt
X1lCYGRUrnggaS0sG2KTU3dDN5vcP3Gpf+PZzrQf1FKaOx4503wvfApgEZaCtIAAygJ1kD/mryvG
JTvw5smmvhrX2f1Q9H/KBoZHm1EhZ3+mxpqb0JVTwYBS9p8jQQC7OBWOW5RjTE3raBul2v3qpfzc
HTVIqzuwpwPK3zpWpdsWRft5RVj92tDEHg5+vgD8+bLnc40zK0FuIzGOiqOUL6C38vTgGFPuHgCt
pd/JkAYYtvnwX+IeG7UcpBkpmlBxX3xkO0zbIuIOP86KnW7rxsm7nRbPwdMcutVR7TJRrxT0ru0h
ae4mtWylnMliqiFWTqrRGPqRsrHyEmP342wr0SfpPrXnPF35sFd6crYjj6REa4DUWDbCRq2ENgZT
+QVxrvDBjbzc3jp5S9mgUOYHArR432spqmVt3j4ohhPGz1GphA/UU7SPt++kS7Ac7lgEXuTxkocA
GeF8lV0jC1OY0dlLHNqstehbw/TjYow/inoeP/CqtPdNMpVI6tsDDHVrRCavHOvf4CapWWM5IzYQ
7Ne04C8jKGrMFDakXBNnbtla0mrAcI7V1i8BXJDUj4OSsAKw1iMIIOrB+qB8SsFW+fGEZ/zKu/d2
N56HNGw+sllJ+eHULR11QLGlEbZdLZu+/IM+NAj8yLIe0bhxDpGW5h+Luuh3rR6bvt2F9cNgJf3K
RXN5+FwdEjs9J8kqv5AfpjSOjXHhji8ENEm3GWMwcCPlkVd0KRLPd3U4kE2l6msWMZfPBvuR4ixw
JlpcsA/Ot0NRtlmfeOXwMgVG/2d2vfYeTlCj/AN8nyfYMkMnfPdLBcKU6hVBOQYOFxVLc8rxSWoj
95iH2iGqU133mzYRUNhy92M+V8GP21v+8rDLNBK3MtTyeAPeTudfd3g0x0OLsLODm0Er/vR9b1Ef
tYOvA77in24PdXm6sBUG4EP8JO1h2crnn9PMQx7bIq2fMdea7ztzLO67Sjjpzhvy4MHMguHYR526
i9rUqDcVepf/WEYbCWTStfgUGZP4FaeaaFd2+EUeBOMC7KlB1xaMC8C185+l10HVAnmpn/NOr/5A
Ix7hOtHLEHe353+xm6Q/FHkkSipSRX9JZm69uDC1oJueYXW4w8EsIk6M2ZKiW01Y/Aln297/30Zc
fPAgsVtzQjX2uYOp0WwU18zugrBtHmPwMIc41g+3x1tuJulTQQcIgAGgcnbx4q2q7EaB1BTnT2Vh
pvc8y8aTMIKjFqXvpga+DYXiMCIt/EEZ83zRsiqfirDM86fYCehxmXgcA/HLxAkQLbblbmv/0BCQ
mzaphmjL7WkuryM5Nq0TiPYUuMF6audjd4016kPnZk/jSE8qziobGmDu+qHdaSWqWK7xp0B8+tvt
UeXb89c9LNmtbxQF7nRa2kAGz0d1Gq1V9VENvnY4RuQ/zaLsT6DdgrtqqlTvKcE2Lv+I66Blv2jo
VXmbag7XNA0WM3/7DbKsT7gn9Usuqt30svpgnpWvaGkH0bYqPJVMpAIg/nugmlkCubKrAOhOWJe7
29NfvkP/MzYUW84PXW5aWOfz12gz6z2q96dk7Pud24XJplQDay+iQPHuHCt1/q0I3p4bs6gPatFG
yW62a2XlZ1z9An/9isW+65tmaPoGB8TJEM1wlxnlCLo1Nub61Y7j8c8wmwnyHEltrnlZyvkt159G
FltdNs8uWFFZkOOrlRrKVwhfOIeXk2m8NiXZBM8+toG3v/Yi4nj72MDqSM3gKcCKkp/hr2fBii21
qsMhOgEkrtWPql7oij9q2M1uiUDCD2bTuukfYtbhUJRFs3aRLK7K/xmemENKx6L/ueTfObNVEtdW
4SmoMUP0yjw5zkVRfUs9MPpEWYW9EvNeO1zQMngFaBaaHLTz+RrK5IWDcEL8MgZ32M4U93cg2hJj
23Kl0Y81FWfc9ok7JZtWQLjaUE1WqpVY+NoS4ytEz04iiHiKzn/FXJWdJuYyPDk4cN8Nhhdsjamx
tpUNaPv2Al8fSgKWyLFJa+Tf/7XAipUx/myFJ20c0i+1LpVydA/2j9b2zlredm0w3j5ia8h1FBwX
F6ahwY63Wwx28fEcnyg0mtm+zKoSd3cttvT35cBvmwfjdiDVvOWkL4uvyFs+zI1bBV+jqtZAuaRG
NO0HpQnnHVTcwXnfI/s2HCh18u03AtlSHE1v2jEUUmXJqtC3HBw93aZl6b5M0RD6YTC9X/iX0j9B
lDT+QLFwyfajuBZmvVoqX03iNL/0HMTzsj4sPntmlK0ZyVw5Fy4ZtyflBpjeslFk1oh3KhglfgU5
Em2Y5/ygATa77+byrpl673NhxM7eSJUh9V2B1fjKubyycwgVuYhk/sP/FmtZ0gEDQNWEp1abkrum
m9oPXQQUAx4Sz/ztI7HMROVKMhi1cNoLwPiWTlMWNRlyzE7hhRV18eyEivM7Kos63vLvq10+JHW8
mVOVimY3z6rYVK4E2RVgc/pt1ZTvtquTPwiUKOQ02TYDLnJ+SINwzMcs09hapTYcYFZQQ8ojxFrL
se0eNL7BGjzk2nqz1pQ3IQA4F987T2OlbiIrP5l6/2/o5HO+pcjqGZuGu+/OmZX4GEDZ2QWB4d7V
xtrw15Zbyu7J2hklgbcM4q9bKdRzU8viAEsmKzG+Z+6AmHY0mz8KLv7ft1f76lBUV2Hmq1L/Uv79
X0PZTtg1hlcnpy6OlGCjouFT+Mi0DqU/qlm1ktZdeU8J+elBazze9LEWmaSpj8nYQlE4ZXNn1B9F
aeXqi53Y5fAPdVzH28xe3+e/Ak1rDrVFCeb19myvPKgu7zgPqiy10pk+n20J8DkIMzc5laE5AYpA
6Phfck3zs2M0Vr/P7TFaAzhf/cASyCZ7IRSxF/EqCngscKokJ7Owp3Fjj5aTEbHRvTsGyah9vz3B
a6PJIplNmVcC0hejBe1YG2NcpTiHjUFOab4KZ+eY526u/4yHwXz/G4PsD6mzCn5LyrGcf8+sy8EP
qU5yEiZ2Zf7ALVls20bMd5UjojWUyfXJ/e9oi6Az0OFRa2GcnIwWWY7XqZrr4AOQaeu320Zr2gfX
BnvzzJKUTEp9i6lZAODNXsFbuCjToP04JlnibuYOc9pXHUK3tXLrXjsZEkYMFZg75wITRqFPKFM9
xSddMfrct0okc/QC9JKfGxThDuHgesIAQto3vxEHHtr/cDJoDbJlJAYPJ43zlSzp2ouwdNJT09TO
j8aZnIOWDOlOKI3xGgNOXXtmrn5fZC6loh+WAUs1i9a0u1gHNH0atFqdt16KdoCvI540bHK1Wm2B
Xh2O2j4aJODheULP59eXUd+W6FKf7MiA6drU2pxuGtXJN6071Cu2Q/JjLXIUOg8y84dhS1FpEehN
QdsUbZZkJ68b3OqDOsWz8WGA2rESvV65zjyYYnQ2oSOxeIvr1HC8sK8rIz8F+Whney02rWT046Ge
9lalzPODcDJzTfHk6qAIwyL7qCOysAy8BiNyql4aUXZjUCB/NoLZ8ZVuHJptK1LD3muI465ZTV5Z
Ppxc6XAig0ZRfpmYhAgZWnqlpifFqiNUYzQKoGZNzh2UMQTZAu7N7Yv06ix5qyCrgewH13a+Xya9
HsO5EenJqqbhm1eMd1OoG+WmrLS8pcQ9tGvJnnx7lpuGdhlUTVYUoM7ibdIAoycTAjWnORfFR3Pm
tqXEO9vdxqq4ZZ/omINqV9XOyd//KqMujCIrYu08jcue7gwjzcVcITtR2s6rvVUiJOOkTW48ZTMu
8pto1I2488MyUN1NreS9++X2x762uuATZPrgSY1++fd/BSGIxvXImdj5Sc9T8dvtPeXJ7g072EBQ
Hw/vHwtpIBIGGYGAkDwfy1OQ7Y2DGm/NsLIeY60o/iE1CgI/Udsft4e6dg1ISQtadXQ7CCfPh1LM
llAE4ftTEYTauM2n1gl3cLrWrAWufT4AXiCpCI4NrpzzcURt64PZOsUpjFzrJ71rF1PJrkC2o8AL
9/acro4lUeLURKQ8zuKdQPzKxpjby09uY2V3qO+IF5ydHQfFCGONXXd1LG5PMNo0XC7y5bBDcw/a
aHaqUtyv7tN0aA5twRVx0CCXf749sWvHTydOIxb22IbLSipaAJEnLNxJ0z6xcf5QLd+FNXJMB0RH
/G4c/9SmMd7fHvTqDIGlgLkk3kcX63zlYCPMosvY+HXamI9Zm3W/J6vup63Vgkfe3h7s2pVGrRah
KvI0aDnLpZOgLU1l5ydZkTmHujDyyY+1GgSHOush9t8FnPn97UGvzZAknb4VUrOSFnI+Qw/NZSU2
cWB11VrE/ugBbxXG5H4oQ2cN3nB1LMnnRlSCmoC5GIvyn60Hc5CfPGugDW3DDdsJa8BWSjOitYbg
ta/5pgLI1EC6Lg93bDqxa2c2eo4UwvM9wkNZDhS4rndaXkfuAznxO/twMjGHpg549P8PudgtLgDr
Eku24pQ3qJM8xpnRf8exqq42bqV2H4eKptHt1bs6SakDxaVMt2YJGEmqtm+GrBUnW8WXC+b5+Bwo
sZb4PX7u95OWFJ/+w4AkSlxiUjTJXDShrLmZS83LxSlyovwwsJy+bcfqpsvr5gPP07xynV2d4F/j
LbbMYIV5ZoaFOA0Vzx4zZBEpPZp/iL2LH5lWuiu1TXnIlq88ZXuqjSBjQDgu7uqpYbuETS1OjprX
+ba2Rx1enHCrldDw2lkgQpCi48js8P/zc1eOndeFFHDwG+6qb5lmKHdNmIvXdvLeh59825USfUsA
gckO7935SHMrWS5FL074Aib6LgOn8aPKotUQ8NpSSf1AKbWH3ddFFzoskgT/GnFKnDp8zUUVfErm
pruDZfexqGpjJShaG26xUAMoXiCjiTjVrnTg6/PC80WhKYL6vx6WW9tp/kPKCRMKiIHc/azdIjQh
bvbmTjeLUw0Qwdw6iWPs7SCvq09WradrOm/XdiI1CVTToK5L95XzdYuUokrDaBCI01vOS6J0MYJ2
VWmtPHFXEltCc4JLGoTcJMs8bxj7NGgmqzh1SOAHH1w9UrtDVtrVoSRzeWwtXCw2dRAJFSJQuSbi
fG0V/x598eapTiPDFZfQaDbU11CkYbPPc014fopcgbr1ShyYbl9h176r/KASbCqbg4srrKhtBIgS
rTiNXZ4MB13Rhmpf9OoacvD6OGR+cPdQK102Aqs2p6BPqnBCHFYpf3mxNpQvHuWfd0qzvB1wqcyC
8rEURl362ibOOIk57jgJVZwrhyivH8wRmaWscJ4jIYLiPzw6bH4ZypIG0WI935h1OQcKWaA4mWPQ
V342BGI7hdl8V1dtZ28iy1uDel3do4Af4BGAGaRddz5iURlpWTWKOCnKUD+4Ym42BTitf2faggdO
a/OKXVh2P+q8fLc3y7Wo0/pr5MWRr9tiMIYsLU9zk7g7ZRymu0xpcj9tiugwY1j51SsDZfsfBgUC
KmHv1LaX9wyiOmWIpbg4oYGGDhH2gq5fDhCUE0KZrco13m3cwVx7kq5uWAdjcZxVQL5YiwS3TIeS
TnnIhePSOzkoXeq4O4l5W3n6rn7Tv8ZZrKY3q1QkEpugZah2MFvjX9gHalJ1iqb8Lkaj/CkN2/bx
9ke99uAiS877ZBN+AuE730MxamUg+GT+MOfKeEjQmlP3lTGWxiNqqda0cq1eHc5AJlNW7klZFoEL
WUPTjbWXntBA0ZWfuFh16ZPaWaXd+7JbnHy7Pb1ri4eil0r/BUYGMKnz6bXmyNsbtQWkoZpCnaZl
BIRV7dlrDrHXbmz6A5KRRdEVhcDzgWytsgTm1dnJSUX8sxV6ON8JKITFvoQkBS3PMrq723O7OqTM
/EykCigPLuY265OhTl6bn7DkyqOjZ4Ft/7cXWts8hC1GEpsMFbV6Jb5YwsDerlVmCBYDkuyllSg9
9MpRY0fBEHAOrR/NDGp3TzSVa380sxfzNjezTD90PXKnx2zINAc10Lo1LDTwzCHqfEfA3TrU1f/j
7EyW5LaZdn1FjOA8bMmq6m5RrdGSyt4w9NkyCc7zdPX/A53FUbEYxZAdDi9sh1AAgUQi8x26RLxd
SPa+PF6VvR3GuxTwtTQkpgh++yG63o6HBvHfq1nH6+cSTuPoL2m+vMSF531+PNbekaUvBJSIr0C9
ZLObef32pTCU/DrAxWxPapLU02e9N9PIV6nEB16W/uW6a2EfjLu3q8GicYSY4D3AAkmFniyEQzu2
Q+59hcTcKyLQ8Fk9Qv3t7TGZAiElLKmm2xJXObe9ktZLce1QvopOuoiWfzFaVpH1jcq/rE5bnh4v
6d7UpOYLNQ0Eku4K3k5egR5eBJtaKfr5Y9Kvbf7UVm45BY8H2tsn8vAYtgTI3mFGuMGsNSt5lfZZ
biT+qLVieHbVZeguXbJM7sGNubuQyEZyVEGpgKG83ZZFPWIHb4NwK/t5fhJIdYXuii2bL3rhOEGa
zHP0X5YSX3DZfKeUtTUeajOAZaqulFctxfvsvFYR3RATyPmPxyu5OzXcvGRCx57c1tayokYbuOfx
ayu9oP0zJLivCsRRp0Dv58Q+peDpjszzZIaxfZDKxZQi+5IVsjl6RWZU2YKc2nV2sA+x1LQc/Mhe
u5OzugvsXPp/b4HbRc9FmtUfqKvW/3s8672zzzOEYiyPVV6qmw+KqxLRnY7BVcVMXvhRr2o13Ns+
hslUA7dSO7tBOFM49tfHA+8tNwhjJg4glzC3yb3SJeWa5PF/dStFPZOso0ttj71nn2gGd186EGzr
QZKwO1cSLrwmpTLONmdX69oYnV4prn3pTOkl82CrvlGUemi/K+maIHnY9jhM+UjMZUdJ7v7YRAKJ
ZSMibNa5yWtrkljQ62pQEYittHBCHEkkOsfNyz9nN+kMfzRA0h10w/YCBE0Fev4Qwe85I6q9dPai
dFTcUyQncQHPujl0bQLfJ3gzaXJUot4DsIDoglMF8Ilju+VU1R1yy26WUndvJ+2rNScv5qRTdVeH
OX6bOG32V5uOyZtUddqvelbi1mLpxWdtWKyPj3fY/ZJzf1I9Y9Hp/HPB3MYqTcyVswIavCpR1+AP
rjih2xdpAisIfUu/BlMCYt+buw+Px73f2Yz7U9SZ6wa2wiahGUFfiNFxk6vhjPWTnptReubgWn2Q
i2GVn7rODvLRHVyqHBMOC41ByRnZxBF1nRGaQsiRl3afOf7orPmzTlF0+uIpRtv6tJZs580svC6/
LFH2D8+Ezot9PZ3rI9bgfUjjp/AAwNmbpsEdH9Jx4LpbgyOuacPLZoW48qOexCreFA0uNedotuf+
ScGunheCUriB1Wem8/T4E+xsQn4E0gewNSjZ3kuqUxoorYKGvpOSwSKiXfV/l8Zg+XXW2WdHYCuA
uyagNTbxchX2xL/MY6TGeaV0hxo/99mA1N2UKizoVgIalmf0lw5bra89gqJzcl1n10agwqy14kIt
D5nBx/PeHUjC32XblLLgJqhWiwpuSYuTa5NAs0VoOBPTJXfy9ghXczDQ9tpo9da2mrRhIMNrngVF
CnSUUZSoDz7k3lkCtYOSnYS6E1BuV85tVTXL3FlcuwyNN59Kl6o+mWhzTZfGhniPSqHaHLm+ysfi
7aXMroETCoEGjh3KmreDNrRqlTLWxTVGDyQJoRDP//O0PH43V+WcP4GqSGbfmNbxqVwaOzv4hrt7
l4mQEEhSo70VodWFNWhG0+DuOA7VV8dIprdj0sfWZY6pD/l5l6CYHVepvZ5TqrWmr83jZJcwD1zt
R1mrfXN6vKvurxDWg4zIkJ1H/paB9pft25tqGkVenV7TySq/5ura0mvBk+5sF5yjx2PtbSxE2FEx
pchESNsclaSrtU5b0+zaQwmaX1Fn0ZEKb9vZOyr+7I8kzSqkO+k90FKgAdknHbOKTXs51SBn+38x
hqiPuip7y0euTP0OaAH/3NQm0lzvGkfJAPfo+Tt1Tqo/lbH/e1kXJz7YOntTkrLF5LAcBCohtx8q
jxCiK/B5vvIzpvyMSuuAzjh9ge4AebYX4xH5w5SFCwdYyOa6KWxw8CWa7FeRJM7yyaumXHxHT0qk
PqaMtXiXuckYwQlUm+FpVPr4fT/Z0ZGozt4F/+uv2FzwqjFizVA06bXvO/V5dHMEAgsS51M/teYb
K7f0EGTFMB48ufaGlcFBGg6BK9wCNlKauNZQJ+nVSaYyO8VxbL4gl6P+Ac4KN7p1QE7iLeTV9UjW
fW8jIakO5kjq5dz1DMQw4RLf6OlVgI8PAVOSv+gOxlFSb94+gpTvjkYd/WcJAjjuJmP1kgWa+jSn
V3TD8nOzzN5nT9QLJbxZfH586Pe2E9EdzJbE59Nfut231Vg2plVnKbypBGFHjALq3ocEmqZB3MWW
HnSOAQi3zrJc+DE01EDVEtP99PhX7E0YkRD5IOFJAm7/9le02jCsI4S4qxshghSos9Dqj1UhJsc3
xgrT28fD7V1tSDbTu/5JJd/eMjoUsX7KuUJrCj0/Rkv9Og24IKSIJn4B050eDLc/u/8/nIwdvwTx
uDEXbS0K7G1tI2vPeMk53sd6XYFX8LgVR7fY3iH5WVKSqHGZ89wOV3S9q7daFV9tzG3yt4WuRh3S
j/jciKc29ZS/nKiZrHOitHZ9ebywuzOlRAGgg/vjrnTGNbjM0KKA61v29AkTJOmootT5yS3RfHw8
1u5HhJUM/0+yE+4Ks8sE9rZlrKTRpgCzMyts6kH1geknp8SZnd9uYEu6hQp2G24u6iabCK+YYkHt
TYmvq2mW8ykp7Ng7KesQHwT4vTUkeaecTmGC+2QT4J2pB2+vDOm16xvxPm3bQhZdlKxogl7XB/1g
WnvLSOkFZCEIXABbm6PnFWMRDQ3p+kz/CZOm1bS+K0tlnF13Sr+us3F4d+xO8Ceg0eVKJjO/3Z9G
RjHUBiRyLYt4vORj4tWBklU98qCI85we75LdwWgsy64aF+aWyIaNQFwhvJhcE91oizO6h9Xi60iM
9AjXIR71eLTdxQRChXGb9DXaojXtDt/6VjjJdaJF8YqlQv2qgdg8gcJJrUCoglzx90ek/AiySWrQ
8+q9XUwNds6SDrxvkOQt0dzp/7XaKPtYNsN01qYxOVjOvQn+Mtz2ZmptWxkqpJ2vFaZVp3KdecYh
UXHmfSz+Xakm/Pgv05NcOAuI9l2Dcpjh2WNUxOdDTvEfgHCv1mJjf1cO9uJHtTX+h1BNe5CqMcmi
NKO8Xc7GjkSj0Vi4jnapLUGtNMsfXdZH3hOZvvHyeHJ7jx2OgCVJ8Qh7bCsHOspQ00TF4pprjXrW
qfk918DsQztRPcV3ja5CWFv1/BWLnu+Ph977jhQ/IRJDeSdv3WwbzOlyFfev7Lr0xp+5Mqupb8dd
FprajKdprObfHo+3dydR62RhiTDUWjfjZVnRWaUyQ89w7OYHpdW+PBVVVp5HuzKeSWe9Zy9q9fX8
eNi900/Ji7+k1O4dZxqxFJhtzgCQcpj1l3miEBW0NiSmMq2V4uBs7A7GM0N6NMOB38q39U4lulhN
clBqY3eFAc0JsZxxOLeOOcyX/zAzsKi8BADNACG+3ai5Kso+tXIsa2KoEgifFh9dJadh1FnJf0ko
fuLvgMyA7t8yHIs5LtYRAbHrrAzN+uzg4vPdrpPyAxpDlt8vuBj4+hjrR4zn3U2K4A7gC6m7te2I
zrPjpDyJeZCmTfunWbnuOxLZ9WkVaKY+FxTWnYP9shlRgic589TxOBU8rrZQq4xk2KuVhApVv6qh
XrnfNLNLMLNY305FnR3k3ptD8f9Gc8gppEIboOzN1ZulCsgTqy9ebXXCdzZGkVn3Fxx4onOtxW3Q
QdZ6sza2MRzs1PuBYdexaSjOctSgMd1uniaJcpGZc/GaRsnyJk6rLwMftoNkE2nPIptJO+p8/r1m
M7OlMkkfHdgIHxQ9pttBCzirkVXG5Wvsugtgw9zwuksuzJl7xIoM3P+mrjq4HfcmCkAPaSrkNoD+
biY6NnGkpxyVV6K9djHyzntWDWy3YqzXPnSLnQeIzx8NuokDPyeKVgxsch5VpIubQeNkXKAN1eVr
sxjdeRSrZp7jeFhfU/AmRzxuk1X7pWBGnZeGimHSQ+ZoYnawiQNdIyLALJZ3jjUQNVI4PYIOXKjz
0Yt/ezQYyAOpTWuBWhRncTOrxtCifCw675xEKLZEi2l+wot89KXJ1/ve7auDm3h3PPJDKeRs8S7d
jDeluqZMteOd06p2Ll3Jzix5CZ6BDc0BFPKD4bYf7ef0ZJ4hawvUpDa7UyOCuomie+fcrZu/hNI3
57q3xROF6iOW/84nAx/HvHBDIU3cFnC1zoKO2ZrYJRSVdapivQ9Kvf9Nbgsbg9YsbU1ZxgTpuO2p
Ws2URkY5e+cZA3M/Niv7bCZYKuhaWVxsBTWvCp78EyI8+kEQvZ8fI8ubCbEKbvut6CZuhYUe2aN3
HlPDu9jaNODhFx/xlI5G2Wx8PfZAaQy9dyaOaSEdPvuS2DgNPL5m73ehnIvcf7wxATHIbfPL0z2b
NKMujdY7owQrzRYnkxoJcgKu1Q9n0Xee/3i8vVlJVBN1ENnA20rLwKlrWhPLvHO3OulFrLyfKSfq
l8ej7M1KIootGlaYD2xHUSO1bvsids/t6trPGVS+xG/10qHDbyzk8qBffndeWAAB4gf9pkm3uy3O
RXXWaJh7Lbuso1u99vbSvMK6Tk+P53V3iMlNMMNA/4ZQxZbffK040+zeyDDDala9CVSbO3Ruy/QM
4uhICefOEU06fhFuuc1QKEEZbbP/FLtWlE7HU6iLm/RLTl/2yfIGZQ0KTXf+Mouh/0D8F2ejc5PE
7ysret/bnf0jLroBNyKkV82Dvbq97OQvgo8Bdow1RtR9M/t6zbEbiKbs4iVd8VIYXflmJks70XBB
U95etTcLGt8H5YO9Jf91ULnVfj0gIq7aGkWaC2q27aXX2ugUKRAKxhTP7t//uvQKeMMjWiLVy2+H
slpWV0kYykwqgeoNxqf4cvdLSf05LY/0hvYmZnHhSQ8Y2qlbrckhygbFGHKsPzoBoZu3iWtT+3Q7
+wJMvzmSQbw7knw8+RCUUvV0YLb66COWI0tflNkFOrR4p6IUBjcJ1ZcUvYdLkTq/CV7S5GYBRsTM
kF3kipWB6JfvBgoiGk2dW2AxGx150mk+o+RRnpqYrOzxd9s8c+VQUBeg0pCCSbjU5qToianHpTdG
Z7N0YvfLCFu3eLaypGpfzJxGcpBjPaIPmKVbGP+MzYQX2eNfsPMteZJJgCr7h1bmJtFWtd6InXRQ
zno0Wf9ErZ1qp7kw6g+RJarqIAjtfElKd0xTBQ4L5G1TQlDjFT5Sr5JJZNUMpKYUWO70jsTbp8M0
eYiVtWt9AKq8X2MOBi9PEhigzdDcbj9nmWeoErkSYTAVTqAXa3+qJ324rJBxPrBnh1MftwniJXV8
MN3tyFKa5ecpkX1KOPybPK2PbJyiQNaEBeYO65N0lfhLeEb3DpYYfD58LzsvsPWiDdMsQTTx976s
bLjz5pOvQ7iSoC9u592mTuxEWIWGauG6bYAJZfM3ribGeaSRexBf5Z/1a6r9cyxgx7i00y7hVXo7
lgDBQRkjGcO4G/Xk3I6IlSAlvDQvuSH0/uQ1WZp+cu14eunTMnbekjJ48dPjCW+DPD8C/BQoOQIg
T9VtnmokSp5lXjqF8Cqq58jT449eurif0rrzPgJF6S9WoXufHg+63dKMBM+e95vcXJKnczvznl+z
OjXgpaQBIfoDdjjlo4sHuao/K6m29t9LwkjyewV+anC3o8pf9UuIcrPE0FFqnsKpTdfsq7Y6uXWa
gFda30wbNnHAs3r64/FMt5FCjgloBaUE2ZfmoXo7pqpU1qh3+RKWSre6Z9SNxvGEN1qm+a7opiMD
hZ2FBSxDtvfTaIzX/u1wY00VtZy8JcSDzX4arT7+kpnc2+OiJ3UwLKk4SpHu9w+ga5oXCCfaZGPb
YKxoqte4iVhDbSVS+JbWgw9rul57UWNVsZ9HroN3PWIEB12NLbRCfk0SMvCdPHpAZm3RBXgmtFYk
linsY0354rbRMPiiEI52atfyg+42DoQ2oIgfoi6y00trJtqXSEEz5gWoYn9kSXkftcjciBwa0uoU
XrekBW80+6ockzls0iH+Ezpy/Car1B/DVCmfOVTOe1SP009cV0c1rfsgIlNG2eNEOUZaxNx+8TUd
iq5RmimM5nK+6MKITzHI6a9g1LS3ZZKkHye66a9mtHbvFc1GUezxBt+dOIBexPUIZahZ3I4fjcCU
LYfPQF1r/IzGvNcinTuinoGihr0GSSzyr43R5D9AL1ZfHw++s/loDNKkIEMHWb8V2EqQyxyimcnn
yaqcMaDJXltv1mGZL2N/mqy+wwhQbQ+e9ruj8oiT8kASY7+5I2ZUkRCYcKYwqRJxXkxnCR0MCU66
mtUtZfa+fCJmHnmAbXGBcsOj1y21rU15Rd2VvDU1sXqcFAFCoNm/SNIduC1RBZqdeB+KaBbnsZrj
i5VZ7xWZ+WlY0T39hwUHrcCVxTuWh9Ht16b5RtRE+z5Ukmj87qGplSRqQq2fpuKnKBHNp15JvMvj
QWXqeHtPMnFg3PIdIp13NoMi+tKvWu/OXPit/aQg/VH7yHFG/zweZu+zklbS+EX4gOXdfFaY8FJ4
OkeVu5tbopezIEGnKmodzLpw4sDoMu39gsdwfZAH7NwRspzoyniGYvD2CJtLPkeZKNjFTl1foqKP
PkxN+0fZFeXBzt07rIxjo95DuRYc4+3n44moDno3zmGNg8ofXbMsX/Qqc5+VONeni+Msw/tYbz3e
XpCUDwL2ziy56yHJoYRHqNx+xWjF45Ka7RLqSLL7HKAp1Me0at8Yq6Yd+YvvREWqswQEuBTUrJzN
VW8kubvGoltCrR113iC1cUrMXn/hiQ2ISRT/6Kpr/GvP6R+mkdZ///ZG+lkER1gc4Ts0T29X2eYR
v46as4bmGC3RhZwSBpsv6iaKg3kZvORtOYpBPTlAaY8UTHa+MFq+QG/ojUl7rE1mNRgp9Mds5jrG
pUbxsZJL1rfmugjw0i61hTbFeFrtFbXxUzGWRwzXn65Jm7NKWIT6yasal9Ptwg9mFk15q/CVPXdk
pNKzlFNswE1+LXWxlsGkLHmVBA19mDJAUi1WX8pVS+sTBQhbR+g2TZqzKdXn/1LLXDRhJvLqNOiT
o44HV9dOXHF1Dh29WVjgdxnEKtUWhaHPodpOy9U1IzNw1Cb9zY66jNt0gGEqGZw78sDNdhitvLe0
pFhCSgupc9ZWtTibBqoCsEOKtHyarUE9eL3tbH8oKNI+nvYhD3O5S37JdBE1rtNUX9bQoyyEMWM7
ju/W1FHflehav+97LS5xQ3CM5iVL7Om7aFV8RB4fgp3jTo8UqRJgIFQgtn0EE5a/0lupyk8Y4S+p
2SD+iDAFbNAKHPP8N6tGco2JnOS9oL5wy9tcESmkQ/DFhRrmdrW81saAb/QipTBfyrgojuBeOzcF
7zWpi/JztK11GKYMIo+QcgtdI56eUtecPwlUjL+qxqA+z+48+oOXLQevl71vihQhKTY4RZrBm5DG
jTlXWpGoYYpnRtC1nvmmq5fE12q9OAO2Q6IQqPNHxRX1+8ho4oNLeG/OiPpI76ufxevN8MnkJECH
NS2kCOn8XQyr85bOUPImrzWtCsiwk+pkL9Jr4/E+kn/uNqCQanB4KEbcF3pdRU/irB210K6NKRIo
R6z58K7lpkZ/IHKV3gz02hHRv4+H3YujqGhxexAYuCk3h3Y21FLoCgczUTLjhOqN8dld1DbQFNhj
CJqn53amu2jkc35A8tnL82i9cWhpMFKw33ZxLZVuRzp1azhSvhLBII9OR12g1Zw/ci8bUj8dIaP/
2aPqlLylWw+EMoNRj75hpP22AZk8wzQCafngUYXm0ab6ZJYmB2is1zApW/w0M1zIoDol/qLW02mZ
2t6f1LF9QhHTexlShFiiylT9zkiOkEJ7Dz6AgFJYUdajgczdBjW09+PUtfglpTI235fBrr/P2awE
XReLZ7HMxslR7Aqcy9BSRV/FUr3xesoo2hRzIh9vj53TAE6QhzYwBiQetyjXhBswdSedb4QW2bNF
Ze5MtFmnE5qT9Ts9U2Hll2XSHBzCnV0J6IUo9xM1eA8KT+yqpLu+hIundCok5moZg4zKTnyubLe0
UBHvMDR0o7k+paZG1fBg3jtRnRokPR6a0cgKbV/7hkLlbkCEMUwW1bzU0dr4rQtj1S0c7fdzVelc
QrsbQTYMITcn0KzmdqT1xx2GuW+4dClUN05k7U8EvFe9w8rU75Y0K5CUMIzm6fEH3j2FYAo4hiRx
tLU2V6hSVmanqBpfWBtFMJqL9U7TsqzyXazl38xK1ZygPtTvrcLkiT1TW/etpoKL9vh37C24dFbl
vQeKDEzX7abP1arRrE5uelPDZa9cxCmuFx2DeqEcTHknHaKUQzFFCo+TFem3Qxk40QzwsNSQx5b+
sbHz7qwLTfv4eEI719jNKJt4EjctsIyeUXo71771cx5dS0d3L1rrogapDe5np4zyF1Bd7cnAlOPb
4+G3BxfeMVuUP/CnbBSB+naSZILCmt11CbM28l5dJ2+uWTOn39SlECk3ie6VPjrO5kF+sp01BlcY
/tAZ4VmB3ca2+VPQ82l19D5DgJsrSHiQOp5viGZ5yoq+Hk6LLWoKrXXzuendsT3lGdWvAzrOdivJ
3yDTTygevKbvYpanTZ23ZJoTLm46QqygZ2qetDYF5ZFnnfObIC9yT7qZLjJFoAao5G/fmrmHRDWs
QSeMyfi/FEXaBEUXFaG9etPHBWdXqHvukbz8Nlv4OShVXtaaz2xv43LsDmltlqUbZuCPAq92F/Bk
fe98rsysfYcSqNOdf3dDQbZGZxgMN5+XZP92QzV1x6dLajdcIkje6tAPH5NZbUNrUDpxapWu+ox/
QLke3AT3+5hhf9JDKbnhDroZNhusyjLzxA3jVLdeNGPAVpsc1Ps4JIN+KsrFCZbImY/C0TZGsL4S
bCXbwtIPYQuiqYzcRq3eYw/V9oDMjZN43qmwTcxyHi/rzmZlINoDgPHxJdi+Y812iPoYgfGwcCjA
INc+XJrI0l8KiM4HIWF3KMARBAXsQe5kprqqMYU3pW5orUPy2rWWDiOuqYNJj6uDzbI3FPcZD2O6
hy7EztvN0kErc2BaemE9WM2rpubTBRiU9W0anSOLt52TwFxk/1fiI2jw3A7Fo9BDXL/wwkGJx/ft
6nD8kP0OpyhOPnT17L08/mB7OwPVEbDqVJclCuR2vFmrUJVzWi1MRdZDNVizvyM9GQ8WcG/bA6Ok
6UsBSiJwb0eBKQTMhKwudJ0KS/Gl6DqQJk5vvdTQh6Mnw4rKp9EQ7hE8Q36ZX58hcuNL8T+JN/lZ
prsd2Ik68KhDZoS13murj4Hi8sbE6+y5sxQtCgAg6k+FrS5vB6y6lSCyikPU7Db5+/kTMEqCqYZ2
0B3kpSrZO15s6+E0NCbcNNOpTm1e5Ze2mEd0puy8JktIRe6vek5/6fH33Vt5R4otUiAFdr2lI0+E
g8Y0YyN0kg6fwLlun8eSAyKUpP28CMX1O5yADx5/e5tKRlY5afj/2/MC9kahnJVooYFQ/UnQtvuf
6Kvmz8dTu8v1WFk8vygtWxI1S9J3+3HVsnITgPp6WJZe+qakSXO2+w5HNaXXz/TYHaBtSv2uiXFh
z/tlrU6d8I6km3cWGDdEkyVmj6FHJWPHLzUb3UIobS08LZwtczTjM/7ZnRkgmVJoQTEbc9afR/pX
sR7AseOMBI8XYWd3YRFOXZjmt2XfkbyEMQ6j3almOExx/CoKV/sjrnrnkiCQ1QfLOhc/DKdUTq47
HFWld0IVNQVZ3Ccqyg9xO3Puk6pbssYMhYCi8IxA3mAFHayeq9HNVp2cm35S9fgglOzEYgRo+OZg
YxjW3aB/orjx1AllpHBGGOwcWWv3CWaFC/XasJ8fr+1O8OAdw1tGUk1l8f12ggg4xPVU13qoGGlZ
XfpWn+zT2Ma1aQGwRRAzSHhQWO8nUynF5wYn6Jdyqr36908TiiV8XJaaD71dZ6wrWrIjT8cb2cs9
vxdmfnad2lwPttLO90Sigy+J7SnS9tvj5C6T7namMMJeePG/FQWp1l+tpjvHnTv5QzIeUZh3jo6k
E1DypB3HBDYbaHVRZKr00gjHSV2/51NGG7BbP4qxdp9AF09v19QrDspxe5PkvKhc43LgLd7J1McB
V+DECPMOQ213Gk3wRmBiNWswzzyMj0Dgu+PR4GUH8QCn/nG7h9BxI3sdEWcVqSlOTmTO0L/aMkD6
M38igRleHu/ZnXhAcQOCMsNRSfbk7/klHGXcBOmw1naYR6OOkA41Y2/+M0kWdzjjOq3N8XPUeTR7
kbtPlPkyodV5BPLcCcxU/cFXefB4pXSa/PC//AjkT6o66XM7dBvTretAK7Sk/jIVg0OK0YpGfWul
6Tjq595Ly/QPgCNoBwadXi2Dn0dzdpT+3i8KzyZMx3jcUPm9E9ScPXw9lqqxw5IKe36Oq254k6XW
GMSGmX3M0H366HaZ99U1yv9w/TM28G4aSlRE7skrwwopic0VTvk6zgF3CTqT8VBlTqCoVT2+ndxe
jAHlNy32O7DuPx5viPt4yWZHfoebib43umG332LV+0oTSmSGeJtXpr+WxfQ0Fqud+o1q5Aeh6j5i
ysGkuiVAWPAU8sf8+uFTnZvQLK3QKcVydtOkvGRN4jwbU/eZBCT66uHn9L40kvJpHca0PIhgu8Oz
xpQ74fxA0L0dXgyitrBzMkPGW96CSKOTVljRpynRUJdYovpdMgCHPU1OXs++2fECPki3dlcbWWS5
CkTqLbrFQ6vMcVaH69gqij8WNf/U6VP1Iub56KDvjQSdlcwH6ArZ++agt2uVNnbimqHSJM94R0R/
x8JUL+Y4J79Z0QMfIhETSF5id8KX3YQwrtumRMHIAqridfUHdJ7Q7rqAGijmD0Uy4A55wp/Yu4Ln
VONwRfX36+9vYekKxOWHCeSdGZkwsjS3GtsKs3Uywjbv5k9q0gx+0uAk9Xio+8xVNvxAdNMzkUZ3
8r//soGzJTOGavSsUIlRXQtglgPdjm2j/PZ4nPtrAalNKjrUxbnV7+70FWuM2qwbJ+S9nFw0d/6I
CvSY+FmkGn4VrUeFrL3dQu0MmQPCHxWezcGMa+7CZmC8yByX2e86g9dQP5Xlsz2W9cGGub/XmRw0
ZFkE4BLadk6VpnYanjlOWLm5/RV6/NSGHj4uxT+LO5vtd31CKd1vo74yD26/vWUlwCD5KBvplPpv
P5/bD5OlZpEdtiotc9+1FDeoK8sKlCJPM1+rsv/9/nckVSK+0irljMib55f90hqN7laxa4dII9X9
s5sbeeubfR6/H9vCm87QpY5qZXurC7CG7UPaDZxp8ynHZnSNcVFsMv66+dCM5ficOI393qqH/HkV
sdoFuSvKo7rg3h1KPCMfNsgq7ixqiJsZ4ovsIKc166AHFcmDtc3yt6mo05Nm9ctynlC/+TwP6m9a
TXBtUxEBG4lPCKkbl+ntKusVnmAiEW5YRsoQJGuunEWRiMvUqDj24YZ4sI12Tgv0CRcdBKnDe5f4
D7padZrKeBR1rRcAeu5bdKCKvybD1Q6quzs7lt0jNQnlyt5Vd52ZR6zZLFTm7No444qHEGMEJWTN
tRF2kXNELNodj8oj6RnqZrSkbpcyHfPIdiIKkGU/NjChFe/dahf1/1Z16d4V2XgEC99bSmrJaKEZ
MHKgut2OJ5wRX25lsQFYluWpm3tu4xTg52wsyhG8/67VSHonBRZlbg+dDpXt28HSsqi73Iu9ENl0
69IXQvmjcFPsXstmuaRW2wamYmREWWcZTxpKo7HvRJb2jaKscQCbuj8u/BTZ8ZNaULRfNoHBFuTY
9EE8risEdSEfJd/KxdLG8yr6/MXWFuOraTZxdUGlofz+OChtlZVlmgupCxQ+lhRgTI3NLaa3bqxj
dOuF+aqrUGzLsvMnx+u+d6oYc382i/HF9IrhrESVMvhW5eBdaHm9mZ8Wc3S/lbgLvXcU9+gcE6Y2
+w9NN5JhnibybNGz2r6H4qaus6pVUMHUdABClZVlRkB5rO+DJIsLw7eLSM1P47I4H1uLh77ft8tM
93DAiA8dq6ktT5biDV+wMraM85CAAwg8Y+BdZeSV1Z5sDeGpCAUR67wihmUE82xiAYwA1nyCd7Ks
X2Wf51mrc0UJJitKjSVAB1Wf+yBNPaRygsLUc20IZmSr4sGf1kJL12DsRhG9S1e1zL7R7WrH77Gq
N+JS2uQIz/BX0qTz69S2oq/KoLe97keF4cwI0uTKEuP747bt9GOs5CI/28s4KTZKr8U0/WGabSxe
Z/ymh0uC4bT6J6WFanlfi6oUL0ZtKt7VmhLHfY7UhSai33EFaKPvNWPUPVVwA7G70tfYK97UbT4i
i53Gdvxiq7WJY83oRtoHy21AvGb1MNZBIuLZXn0LXlaNRqHKCq1Ztv4YhLrkg6+Za1q/LK0Od8tb
3FY8dfHUFG8Xtx7N90mMhUCIi7MpnnSzy12EqXX0vnyozsVzU3tq/lLCOJ2/AM2Yi6DU8jY6695i
m8gHtkv2LFxKvWcDy43FR1/Csi5K20XuGTMHrQho/8QNnjCx3n2cBk1f/0GySDdelcnCMBoacI6f
l2ctRftOmaHW+aNLP/LDYNvJ+o+ltJm4uJikJK/9gFPDZc4Utf/oxGW+PmU2itAnqPySTaUVkAhC
0G1jPL8Af129oM3z2b3iAVnNP2hrzxoa7zYvwze5jebw31gylFV9mvppEdZ5gm9tBlWDHW3na8ba
5LnvJmWcFD7oLGPQg5kem9RkruBsfdEHhPTwhI6Uvnr18qWOTjiV9aL3c6OKlRRtJLS03q52SXtN
qeZ+etYhDfG/rbmoahHQEbIT8RqtvdO+CgUKGhaq9mLk2kk0pbY+z/SzMH1uwYMq72JDNtwDo8/s
OAnqqbCbb0s1a/mbdLbN6FIaOYC/8zooafxszchvNGdy6RY9Fcqsbj/52tJMyQRHeAVZdypaDmnh
l11U229Kz4FMvNIkqV6Q3O+8D1otjNQOtAHL3ndjFMfdP3G0ZiJATSTttHNiF0PXBZhxA/oxvcbO
0HeOFAKTN00scUBfIkHiWasS+nWnwVq18myl67yeSwVEqj8Piud8V9A/kvhErXptxyWt/EjLes+X
dKPi/zi6ruW4dSX4RaxiDq8Mu6to2fKRZb+wHEECBBEIEOHrb+u+uE6V7ePVksDMdPd0v7Ej8XYy
UsJpp8OcC4Cba8negMm0CQzbZyMvUYHcy4ciX+r8uQHFGcf5PMr80Va1qu5C22CUGjcBAck1DzNX
P2YOkuB+53UbX912Kr8MSThs1lMXGfkjV20h60mzee3Qz1KVxnTIk7Q+rli/36F6ShqBvJwYYzrj
rmotkTeaqsbeYTWMbk8+PfLwclThOBzUrmTuHrwmVey5oE35h4kcYeV9St1J+7Xokg856tmk85+5
5En4WUgh9Ru8Rr281zBSZF/ISuAgg1UcAncvoE4lcHcYjvWqi2X3MuvUpvcLNirjA03qI8/vFhGa
WfaHAHkw5sTA0+PCqxp6Cdgl8/rHUqiE/F7tqSsohEBdTktuqb0yKVN1ye2Zk3s8XC1/S1hN6Cek
+yYh7euSpTgLcF1a3C9LdhYvWA1r6dZntjrPG3EwpECZaU32G/h+SkgPe8k0fElmjT9UtOvMbjoP
cNRjQOvIJ3koez5ni0rOu1Qe3L/hBWnqoXBe2aHW5SGvZ515dVvyM11uwciP133X/vwVBPxD4oM2
BNRTfW4ZvTNGOCTnhlWeuKRkAkIoJ3rNfp4QMBx3tFW7vXiTzv7nLlFQhhZiJLi51qL9MN0siP6w
xnayPY632IkSxsKzKrG5kZKlTH9gLVRW9/sSQjCXzcPe6h2uU7B/cC2KQnZB2eH22sm6kwfivSDp
nBYsXJhmkJFSMdDZOXlDDVTqK4wxxPEOpVwaxFRb+Cj/8AGvD4qFP/YGQw70S/JTnq2I2GAtJGjP
Tb0A28T6PUzLwfv6vRtgXlqLO57aNbnDv93Ur9EFt/63EJzquxQTqr/JJF8hMa8qEdZ+K7v18TT1
bDCZHu32s6qT2j1Y8CAfFr2GheoNDADb3sMmXZ0jvxZn5sYrSBUEiiY7sitTVbCuD8C066uF5Md8
AcZcihEduwA2qWUla9lDpoZppVMQCr4E4Nr7tNMWwoOeV1y0SDoVK+KZJLroJ0WRRD6xs00K00Ox
TNaRY+U6GfakrQ/bG482tLcwFhG3JViNYqEg3x3wbHNYcPC1rG8E2SWx/8he6R66PRXLxOBztnyv
atGF+6L2unSTL3jj7iF8b7vv9jiT9Qs5u9zCbvWwurhp3cxd7w+DjaJ+U7XM1ZjinCIsHskU/9kU
iuFHG8s5uZ5xX9dlgmJ4bSScKes1/mSHk9u/Q6sUn1AA6e5eEESj4pugS8noIDExxyGUHFlzgy8N
nilS0zr/KZquCBckn4Bd+lUk8VTlgDrp59cZtgUXBK8oA3nZ4Zfrjr3E/JmsYREP4M6w4Dpi52OG
M1D28Y1sUFD+wa20+8kIvo3wNcBSZsgjnKr3GDf1QlWCRxUcshIHyGvSqk9kV/3bFra+NlovJyo3
ApjurT0P9GfE2wfmw/xbrQdY+AQ5fWoKS5PIAenH1feKtu36LOXesut2tHq/2p2hAU/hgYE9Z7gG
XbDYiSBBK+cceCgiXzt8Vpvtz07PVYN/DXLnaxDHnPXyNOeftbVwk25bsv7QxUzedBFSyBpJc2aX
ldvttSjIXH3yW3R0ggjEwlWHmVR0Vyy7lOxiQ6Pso2dck1uWWCg31Yoyes+33b36opj9i1Jt0n2f
d5atPXaG6y8lAOTkSwL3SvdbccRxZCI7iwFt3/wSYoXH6Yuzyh7SlNs/DAtwbNhKWb4eRhQviFyO
Zd/teace4FrIxvCxCHSXihTOHLLxho48MzU6YXhxorVDJKUfAgmZuOK2JdVN5ocvEUNbHK8SLMCK
ooCv6a8WpdJDk8HPdmzr2ZJRlHJ5nU+8kEPWJPx1FUr+YW1r5mveWRF+RN4U258Q4Ss6hIbVeJsX
maV+hOEoMoIWB+byBxpM231OmBLuzeTwtINyl3h+i7DNgTknTyh/RJ8kgWQfDM2MRjFX6Ndn1XxG
eVvTewdyshy7NpS2h4Fwm15WvK6R9wWhzb8Z2i0MZx3GwyuBdkVeFUW3PLggZgZNwFnal1yDQny0
mXTuvUxAW/VSWLdPCLwg3Y0JkAZooiIhV2prUlSj4nmN16cqfDOZcmkQ1RUQCdRluAYfz9Om6zUr
SVKvaO+6WvT2rNIvG9v8X5ru/BwrfJKvrEg6M6GElXlft+cZPsU5ZB2mqBJtAnLeY+jWMcLcQA7V
phQbWTjhqA96mS8jVRmSrpOWNPImsF/efUf55NVEUaWSK8g0H+c+pqlORiewEAauuuX7lRXtMT8v
mhXkG2t0s09Opkdxpa5MxRCWqtIXuNas7ukI2oJRkvshfgI1sduUNAwljhS4zr4rGkV+96EBXLGk
4Hx3I4UrxLeiPOsr8qI1pD+8CJb3nHm2TJ2rV/eCyaJxI3rGlkKqqbJ4l0ssjmJahEkzmx9S0VKC
Y13Q5h43CKSufaVbXQ+UKXshkPKfY+06LvGN5gbcd+75PCLBxzUDVu0WdY1Y1DJ92RLGvwmdFueF
p4WMY2O9DSNrxYx8HQTdpHceWXX1lG8ajqFUMqwjFqwi4Wt0ukmRo7eJMOwC3uMpjhBaLHLDXBW8
+RqBokJIAYV25yDtPTLDbZ/QmmzrQzX7JlMvyVmg1LoB+YxZDmC+Bh+xnW1635gtK8dZqaP1GIkX
0qCBxdr5o4pnBj8uXEXwGyy9/LsaVigsDOYhPNUcBvjPmJ338teCJ8pHi3QBvG9nZjDDkRL/1NHt
kJlm3tavYYb6dKTWYgjysN96byGSx9nTSfEeymL1d5maN5A1+eKKu4xYo+9lXhCkvrWB7f2aHt0r
PBar/xA0Hn5U6GXT3qsTNpa7DbLFbkoWtgmnuNADqwNpfyKlLqVDYsG5YCN1i3Avl6y4K+JWfuaY
twCUHFmn7sKeIJRMZXtR9zAOCe0otThMv/oEBqdz23k+Jj74dhBSnJ8syyATyhYPZcNG59w8MFEG
3AdYEesp8Ek6hqzQSy8+ooRvfmWkGBYhy3cgHt16EWtrioFwuatBwVpHTjRKaLiKdmlKxOSyZe/3
ltcBAYIcZS5y7Mkex57WfZmb9l93HuT7vsDAvG/Kpf6X6o78qmMT+eAorKiKTssMvzWHpyr5UCak
W3U26Dk6mkyyK8nW55JU7w6E8L/Fn/wcFuSChKHuTv6DITceo9OKa2CEaFxg+pF0n+8iTS3SZgUU
xHmxrRUUn0BURlOu6PaRRl9mfQGvhV+VT5zqGUhm3ys4XHytNYaTfs19TSfPtiaBQq7Z2OCwPYqd
W2eZHJPEHAnu0sZ+3h3X3TADxXhMTtjt9Se32TGpMhB4saPJTPriCB/W4mWY7SByzdeeR7tnw4rh
ZBmc0F3Tw9Fx+bT7NOi+hvVhvJ6YQT7VbPmQnM+VPy9YrkdQNvoC84h8LWzf+tLGdywCY+5zs4pA
B5SHpTaBTchXm1MhBteU7DfGM4Et4UQHffMfZ+/xRKZHNmRqXRHAdnbYJO7Ckb20RWSwR0i78yUp
S2bHNQREuu+QSz06uNE8YW1ik0OHCxI2ieSQ//KD1uk0I5BKwlopEVfDcUePUEvRY2iQNoBi6eHn
2m8EY3Gf+A7Maex2uLgetc7/JSuCnYfsgI3KgLds08MJV9kvJT5ZNkHrRZbJpMHHcVkDLPUYQIum
Z6vlX+Wee9e3XqI6LAca+pHUa/abF6k/RyuyjI4UwCM+C6E1SjOEVC+28Mjn2utk+SlyszOs9bI0
6THQQu1e2c2N6CgNuUQMJ0+QWgEFhaFuhYHOY+NhgnlVfcIXlmFlpG1M/c0JDNmmJZ5g7q3NG3jy
veqLKhY5budYeHjlpdBXOgpp4OwPWJV1h8EDpkeLBqeNC2aCrKB2xnf80cHlyCxYRmHqP03ysaLK
87AOOWsUMkECzk2avbHlaD8m2+qXXGn2w7PWjZ0OsNVJ550+2xNgC26Tuf2qSNDrRRc1Cu4CxY/q
FXQ3wEBELN5hj5ptWKWoJMZyYAc3HLO9wEWpMt4f7vBFTwtVNuOex0Dw/3Z8gjmTxJZ/Aae6HsKl
xY1ZJGLDt4My0R8+y2bswfESO717qNGDNsi4+BDU166fFTuxh0qyU/WNpDmBgaDgfMz2Nn2u18Ok
KM4p7Cghme7ygdS0+1MWYsUuGy6+9zVfqrWv5waei40+xWf0PwYG2QXyRPtQIwW5z9ENuM8QL84Q
CAR8LIWTq4CsFBt8S01I0PRIqdzQrJsvP9UzFL34RrL8gu1+IFwZT6t5rNZ9/YWOIcfmjbLJHycO
Vk1+0/XrjqLMB2EXifk6bZd/KTXCTICfwg+eCytGbjG19WbBZtoQkbZyvEK4TPinpTH+eBZpoe6b
s15fV6pb24slo08WRXq/xBYy3/vNKHzI3TaZALtgZzmRnc8I9nSGDtTLrUJzX4B5LNHH3xjAxGaA
xTv28LAQXs893q0oBg5AYrlAzraJSwncKVyAH2JoEYh67ZEcGlHXxTkvQwmDajOQCju8E5oLTR82
4MzrlIJR6b6mZ5yBa9Zuw6AI4+fgkrWdFPwuMfNLw9mU25R+rtekTO9ynBg3YDF2t7+3JIUyWmy6
tI+ZAsR/N1vsINzmNSKWtEMvIEeE7OpXWUQK2AUuTRBZ7LkCKowp2QwqHA1mdJmXTwFsetb7HR4P
0FrXVX4l/kD6RDjtgj9impLcoRfx6dDyJPo+LeCQMYAwBdeU7YhrukkPh7ihXSvs6ZilxO9u1p0S
+UYu8KckibsZz7LECc4RqpXeUgoR4Kplza4wX6cUNAg0RwNWHtNuwER+rj0I9uW4cmV3jF+ddtV7
U9HmvDQH8KBhM5byHnCoMb/l6isQCglmz4GStuHj3lbw0Oxju68tXoBUZB9w8P+bJhu/Rsw07HMb
c/cG+doqBylr/FO7QfDG00KBrl93YpNXA4Q375XmegUDdYpGDGdMMixjibn+V+YSBW6H+wvv1dph
BN6RrY1zD2lPMjlMRX6I+ZHfyc4odd0hu3gj0Fzy4SRY51Z5JeJlrqx+06xjpg940+i4Yd7j8B4B
oTOh0gMyLMSxNFPZ8OYTR8IMDvDiTHph9YbbDte9nJpuTdgAaiF8yVXSvqckael9S6LNXnKlOPqb
HM3bhO3kQ/eoKqp4+kBtFSIHQ4x3DQRZX1bsbByjOxZIRhnHobxk8YTBOY60dUO3YPa9wxLK/KJS
Q9RkZZV9Qc3tyDjzdH8/nK1UHz9sWx5WZI6W014qjD6dK4ovG9DStZfIJP7FGmR0IDEHlwAWqK0E
HLES/CaRS14Mti7VHRIeox1Iye0/PPvkr7XdLnuGfuAf/C4x3OyCxq1PdenBRSiyfvhGgUO4dHQj
dDLs7MhEdyfaYWuO7bcoojwmCccT1N8YzmdhquJX+TH49EfE+HDFMMAJiOJN3O8tZu0xtEs+j06e
9vvKRf2zBh/4b85W8ZN0CRwB5znRWZ/GMvcTigu6KnpwgGEHhyHLI0PG04RQwkOMDHgAfmZMdb2s
WPi0nYfmg6Gh+oxn2wQc5nJ/K1UjGBxPlg9n2+Ws3jiGnWxoZbQl2te6sQM+GxcXwvYTuOHRonzN
MOnYe1HGxU8WN/TTx6n8DwZYsx5abJvxaQaVES81gJ5X5ZsPl4TK/aeRW+THlfGobiH39hU6ln0Z
S23iizpQ4aZ2FzY+rACFw4QxC49rhYFDN/AzARWUI5GP4Gs/SzrUcELQg5lV4QYJiGSfNNKDTN9Z
KMn6ym8LRjVYIuN7XvZ6HaIp4zO3H3Ivjt7X46HSTgEqONZmbLRqR7qdMN2pYcB4AZaQk0uZHv53
hppeTyRwcnfCJoyNuwc5AmLugCeOmxegH7QUy8WWO77BHb61ohdqXV6tqIGp493d30XmPXolVzs2
cJg8yt5Ysb9EtSo1wkWc/geqPV0HsNzx73xiMBrJtulqkGxtX71QqrmqqOYfnUi2e5doYx9JXS53
a7UcNdr7zP1HK2fygUJZ4UEtmT2M2CtC3rdZF3rHomq6SzvDEnqowBwlmOzMcg+sxZm+AnV7r0po
xPtcR+2GMz2WB6iQmB62Op/lyFBo7jENKzgONLowIz+QMjPoAMHJoLRcPlC3TqTYIQCuCQj1FKBy
GfmIJVGR/HfAqElNFXgn9GPoxOjISGJe0U+Lsz8LJGj2bmE5Fr6xcv6vmFusCLNcxCf84HF5qqpk
cfdrODHq57wiP1v4MCW9PgFCDx9BwE+IyKa4uxHS/V2GFgh6u3pErVG12feoQzL3gbdqHiywiXAh
WJ57Sz12PFOwct/npU7+K0k6/0RSwdGi72HAqkPssKgL+JX12BAW6b0uiEDwZbZUDwV60nMoyrD/
FzWZ/3ncwKHHEM0+ldgjLXrg/sL2Hkar2UDSLPlOfQJXddZhBBwgo450SpDHBn6vED7v+by328Bt
8iHQYzngJyY7eBydNV7E0Z3YIpxKE1e0ekFWdV9bCXce0ZFmHbFCbo+xLVqQiRiNcT481Q7MSFLt
vMfKkzpHpyvMAqleQnFfWZVkw2kPIESyPPeXBrld2Lj1BmlisBHjf6jvdmiSZu7fm1M6cglVl5wj
8KJzvkuI3vPnBOLR7UJqgL0o12vzCGNslwPC4et7ZuFhiMY3FxxoAeZEJDqocF6ycsuw2lWnqJTy
zHA2GhUU+s7g12+FxOt3aZbFqF7EffnbqjbCvjwzK/63pFnKMQFdir/Pc9feVkw07cVWCxA0n63F
tSuXbbkmG8iFq5a7PJ8NtkmbPt8dQEDwHifmZI1OdsLmkGoHdLN0xfyGO/oC3dfsbnNmrEIfkmdf
qW+WeAV2jUb24ItjYwPvGv9pxUIwTs7GAdt+vOhfsOmk4ZW/OZ2hSCDDfMOBR9AckMAuOteTunby
upojn/hSKnMR0iLGPNhWsh4IQpfe6nKrvuFOxcuJWAqGt29zJPRFbasEBR5NCdbSdXiQTBsglC4x
oU+AWK29AcsHnJ5QT+EiaNpucGm9qiGnC/rHDsPy1s97B9M9AWT6W47TOo9e58i6EN4iPAyvHn5V
JGP3nB7daxQJjjMkb0Afzz1+LHCVnv4MoHDQ1eyQLUwLCXl2o5kOEV1dNf8seAdT2sJvNo5pkyz3
Ddx3vpllgYo5azXmBKhLum2itTMSbT0kF9C5pTDgZue5JgOYheoNy7n0HGBfwOJobV6+74p4mNuo
on2CQSMa9zRz+hH8hSBXkIYZv2+bamZPCQ8H+YotM5XcIDZByc9ieYL4l1n43q1WgRPjsFx4qNRK
zTe8EUfe68rAOIOicwA2P+eODntbnyD8Cl7QaV1kg+u+Wc/2QtwMkiupii+dnpd88n5P8KdZvaaw
hiYCDXqKbdSnD4FdeHYAYPgbjuHCWT93Lg9P255R/upQ899mkvPwCvtAfOWwxGr5VMDr4Vepi4Nf
8LEQCopQhLn4dBhs9H1nPjPqaYas215dvhxTe6K7v4mdoyTKCKuUvtRl/cOLwsBGmuPQ3QQc14tb
6uSevpaQL8QxBF4e09HWGpcyfGMCrkETP6cr5wERhSd4oz5meqmuO4CrrFc7CJ3HIIE89CVaVoOw
J49fGZDviKEctk/VXQ5GvXnfGghSsLHUnf5FeoMH6lWbG+CltBKv9FgSPsSzUPQBYWtdcZHIeOhe
4lmfycXU4pQTXBS5eFhahOf1RQ4K9VbFPT1BNRerGcReOvG4rBu2Xj++JPewd7GqvzpY1fvnDG8Y
QS8DMq96jdWBuI4J0ket6FSuGIzRTCLZ6Yl5GX7vgaNunSg7N93m85sD7oTVo9ODCwPz3ja9slqf
48yI/mVP0H4TuDH2I0IgtExIcNu68azDjn1js2zPZ1UHfkcSawfAQeeg0uUzBmqNO419Qr15m+t2
Hrpa61+bs/oON1r1jrDgEhMlUj9/ROzcJc+ZKzHsHtgAwIlpfyIcVr41rvrG4NIB67FN/kfOdu3x
iqi+4BYX11gysV9XTba3zPiyvqRyM4AKFv+jKX3XoVZts/2zFRl7rlPkskO9IWrbl0rF5N52aysG
6HKAhVKtYVxjzqr7G60BVYFt8vVGVNUhQ9EDuJpn0vxWRUnKC6p/V34RTZD5ZUG35kdOCYP1Ysrq
vjrXOr8hjSxeQZoXD8C7gOuVgn/JIUW9AN9o9z5Zl/N3mcPd/IA0AvdNSc2kW0nPi9uF8Zdi7fL4
iXL4Bi0VLEImMP77lFYLLNmwPlaNLaYSEDkNrX7SfQEM0NqP64WQMP8CjS1/tjR8gtC820fWICii
t7rbUTxzrNf1R7JDYZaovJk0MQBHDySd2zE6c16RqFzqoTYpNwilRY3qF6S0piNenU70uF31hkYS
o4Xx8UxxbEsMCwicsJ/P2R13x4oNXwxNHfuBBoE/Q+maYgSrdXXTeCcLTGO2gDZTEtZetm1d/sGt
qwbUjWnuewE/pQzjWRt+C4JthcHNcv3bLHgoVRUX8xn7pk0P+RxbQL7Z/ZlWvtkuyO7SxbsK7f7X
Sc8ANqcGyHRjlvANzrkE40H8AICqLE0eGe909x6gACqeabGf70vUdgfSyH1ymze7UQhzdOdwrUC9
0scqcc3IVYLT35ocfKGGmvhazLGZLyptVv2kks3VoPuW6u/SivQPJLHk6LGNn6ZfAroirO8Uq6Ov
YUuxOsnbs/2LAEacnNlTNu27P5Zr5RowrxpN2CMkVeweGqsMficEao4SzyoBj+GPyVRMyC94BTEA
Su5ZdklNerhhrRE6Mjk0v2rEUpIwf41c7AktTo5ik+D+z24Z9pgAaSqAbGMBtuR8DNqrDP+c6iAf
R4Em15W2CIfH1GIW9Oh7dVyWrCJugEBo7/ZhgwSEjXOTIVNh6zxaeB1rfKp6xvS3NZCdXWwXSsza
mDnkx1L1cYxxYTIZMprJb/UGEU3v1tLCX0RF2vanJTPEDV0BdLSA0UWH5qZEMWiTpTl6Da0/xGCu
Zus90Vnney9l9Tcx5348h+REc1dGuERCioLkIQZb0t8IIzNiOErtDfLOCOQzroVodQy72ZJ+DlTa
+y3GkF8+JgOAXyneotoBce9Rdct5MgHVq+98g6g7IqOaQDtA+dEZ2kFyVNoVjWMCIOUj1QmKFwp1
EQbpoEBlSESu6vtaLLG+Ndj5M6OpNAl3G2HlMq34YarL6cv2BOlT7Utf77R6WjzdPsvF628YaGYM
3Em6fyFzVt2h1ph07KJVmETj/gHV2y250zwS3mPTWtBpXvX+JYDG/UV96J5LWUiHPkav/wxaSgDO
YGDFQCwIfQDd8cxvTSjQe0He9omm4fybJis7ew/xXNFz1fEHKqi5UwAa4cACruujM80QC823/C+G
dg7hYZHzr6LhjI5aZaDe2EG2rIeKK22GrDX++7Zwf4d6Hx8QKZqC2ywXso24nT6TmOK/QJ04rFQn
WTtu7RZgw+wWfPHNnELOVmfCVT3oj9BNpi31fU4391bCJb4axDwLP60ubPcezJy4h+PoVsKRO7EV
lhoVfcmJY+fDiYDGf+sOGWWPrXx40+YgwArEKWf6LeSivhzY8oGaAGk97WVHR/1hdLVSjCaJOhpA
JmzeehM7NOO5X+V/VUv5X9yHEIAwsi0vaZsu00epj2Nri3b+20ISeGnbGUQrzaoNahE167cZLhgg
Y9EYt3Dbn6ttZHzHXYBKDpPCfIGACIdmK1HQfECN8KV2FrEN2I6FGIO4ywnN/mMXPeoL0OrtGOB2
HNcJEg/Qxok4zfaF0Wz/XnIgFIMrM17csXQz22MjCAerlVspw7gu+QISDfrKCdyP2a4Hfk5ITk1V
8R5o076Dv8drPFV6WeW41aoEv1BQDA0+wgX7qjBG7M+ms6m7mwEWgSRFXKtSgX45QJezySyEbq/b
zLDPRPFx0Ttw/IgIJwIBgtjTtLyZdTYMDwJul/fIohFmqCIrgS8mUCk8HgSj0oj6R7JrhO0cpu3K
JZAs8D0H3lcnW3pjEN1j9g9wrBlMDruc3tBtt+PWGPPHM0ZmfOgWEaSA+SHXtRh+ftWNWPIRFHG1
DN2WFOmwpXPzs6o8zBg8iOvRE4Vle8G65dIg+vxxK53+jW81+ZvKIOWkMISmt2JvGlBnkFCCnZoJ
mlCEPWkLhSEVxy9IrDGxQ0CePyFJPn49cJzEsM7J+RDQi/sp22n6C77m7jHAb2u5uiRtvzgsm5R9
vm1W32ob0c1W3LB8wEGhG5Z24VY4FPyEMZaBihRIlpoFGgUBmyYMCHPzFqsA2MbkZ9HdSjnL+eXY
SrLeBQg66qEpT8fhWtUUFoGFa5Vf1kSmKAAW+aWjivDVBWu+dek11DU4Pp1tx3OEXZAaWDYfAm8o
1PlVP6eNA12gu+68lrP3883lGoonQxF5XckWDQmjLS3uMARhlc3itFcD7kqXYJEd8N8lbrR4hm8o
BCJZLtdsTI8IcBVgrG16UvlUohff/fJtWdc2+RExQJGrACi2DXhDxZkh7E3u7g4FsjpHaFSB53lI
j5oRMbdQZJfwpmoutgHmOThX1e7m4PfDh5rlESUbKjmCd1qinIiapz87iFr/0srkGz7CfFTXDENI
8/E3UZtpwHF8BZdK7aCTucXfVAQ3NYQ26ZeV1A4CZaxA0b5MwK345uDvdIa27Am2uWS5FG733xgz
eh3cSuviUmI2A02DFGR7tVZ7XAFdw7K7I0G9vrIVjruPSM2TyQXzV4MsW9BZzRU9FlBMChAvvWGH
JUlG5U79UBiLUId9xj3Qtgxfb5KoP+dW1/barmYu0YGsLOLCSUr9WHs8vIGr9fxsONScwIUqXfSd
/pDZJ6B190s1R0o+xa0w3VjborSXGjWi+Zc3snnDSuzsLx4cZnNPu/b4VeBcA//gORA5WSMcq08B
2MInjxOoVaLe+YDmST9lMqUPNDvKC0tO99TJJYO5AErCs0CSwX+QSB71FDesNEAU2B7FEwS+oMkS
XRSfZVNGMmgF79J7xL6WXyutuk+8VIGN4Po5UiLPan/FEmDBHwjkHyew5SUFP9bOyc12CrBK7UWe
Tg0oR8w0JX0Llpj4H6eiZreIn/gZK6EMRm41BDHX/3F0XsuN40AU/SJUMYdXZcm2HMZh7BeWJ4GZ
AAkG8Ov3aJ+31mNLJNDd99zbovLUPX4gUBc94ZC4cSKl5trGqculHsloB+U5y00wm4Badw1pjGN/
wG4uAqI5IBODBiUpzQxTNKJQt4Siyn8kRKb2GOM5srsyXfvfULGwwDmzbYO0EayHGS/23i3y7EIc
rlH7yV+KNztEPGs3NfPFWknfjqh6w8dlbpytmYricxGMfTcR9zCga/ZVN0N8j1C9PIOi2D94omJ8
Boy5mdAAuZJekldNdz8VAdxLO0/BfizC8n1ULmOYmZtw5wDd2o1C2XmBkxl/LxPkJI1BGT/50W01
d5sTUXab6au7US7JZci79LVDMr6yGab+O6Qj3dSQB+ZS6ip8Krxpeux6d/zpKD+l6Ein+VHzyzHo
V2H9UWqK+tWE47Ixqg/+NitvKtgWWW+VDJu7Rq8OdRc2vF2QOsuDbhykRO6SJozZY9uvTbT+dkcG
72q6wfkmbH6ahO7HljV1TY3k5cnI2eokWPa3wfG+GCN9qJZWHVc3bv+qpfbPJguj8zA67dvgDu6d
DAaBjBrQEoWtyndph9QXDt4DAOW4p4+en0FP/+TtJPk8+GXakmQiUbtUFiQzQbI02Xqq8/Qb/x0R
H+VNf1L66MTKPMLBRW+3F/pYeUh6YuHXntegOLW+NMekTe6lYgDuBTbYEOWLwBzq+hOQN72i/R7S
tH5u68RD3uSu3XZpcCgnO9xJsh5aZ/yCUPjbjDMoQmvvOhDFDf+VRad+tNwPauhes57gzG2hIHHm
t0IJ2ivSPsetSdTU7SDlorfktgNrH8aDv23pNR/CPIphxJXp/0TR6kWHyq3jh3Wo9XkeokEy+u01
JHzSAY8U0xXfOk83MwNo76Qdh8PaTd24z8vKEmaj3HgbJVX403ireF4xgL73CaaQvJP9Yyda+WeG
F6e0IsXhO2oC52OkofgSvQheW9G4j6jZ3ZMz1M1FSzEPOyev/IPkrrh3u6nZpwyi71D1qZJH6zX/
OjBLQJtuyTdJoKL9CDmE/u6lV2vCG2k0mT1z1vrLrWCjNnXqlpcavfiYwEgjmJG2/h61Nvk23PoX
D7n0X9pAHMVXF51Ew/KPzKypc/QBUmJ5ILWyfZOuoYpPtL5jVIZtvZGr+uFlxvkOcZ7sKQMQbyfN
vC5dvU/RB6Cia+Xtx6EP3hLelVM1TwVyxsQgs6h+SO7tJzf2+VGij71fRXozXSyhhPcL7YUzt0Y9
9NoB1D0t3APiWvyeyrW5p0RmaTBnV/zkVkH9weUcI91l3sURhH4CQdisYydd4RyXOanvnBYyG3BI
tMgrbrP88gORPy8Rvpy6KMU1bqvlZS17b9n4g/YOk/KKLzFl/mcx93rBcNHbM8WamLCOBNkPsgOa
z4U4H6BhNyj+9nnm8/NlVjAa0ZP3xUDAvGBIUtAqNuKZW7qan1MikD9BgLNEgBpbpme3CQSzyBQD
E8cIoTU2kdgGppn3TXb4Y1TbFPu50/4DMKW6M+CRdx4Ax8bE7fq4kBuWb8HzXLEL5xYQMsk56mr6
yD2jwu4pVZVF0WeC+JbJoXiuEL1BSx2xMG6WnfwabdaO+K1AiMwquj/5OMjdABqXbCITpjQNYcFW
CrfMrYYYDMKHlDLyqoTBlhTh//qNrgKB6AfJ+ta1KZ7+FIcXxrHo5sS6SCG8X5RXDRu2oEXNeVVB
dhNWVi/XJ4oSN3j2jVN4F7oxJkVrKsT4t2v07GyYsTnvfq6HCGwcR/tnNgHDnyot5+b3NAbxeDT4
D6uvqraNQ8OXZP2evmUNt8koqldIyLAGTqlat9nDmbD2WQ+1Wmmm2sgliWhVPbacZW2rsOOPmyvv
gt2jsmd6DQPId9vKieeHYQMJShpblsJpy5ra5KXXtjZvIsrh7bYo+MV6KGKdxU+Gjeveg2yAo/dh
KJMznpj1D/HYRbPNbTPmp5xeoHtqG4qGA1zQsjiHvHebZL12ItKxOgz0GaU8DjGzumKT6ElNmPFS
ZYsfWsPlTtx7Zk0+W6SHaB8WRWdeR7+54R61r6zFtRDCLQ9Hv4fqKHDRrWwS7Szawx5QNgFjMGum
cQ0LUArnvu6gGNk8hyRDd9s5pTcoGG/EJb1dQO0WufPnKHevLUpTcvKawWR8nog5+jeHnMcwdV61
O5mzl7Gy46MZ1kkcQdEKM26SCZbXp4DPRtZmOcmQ2IFVZPTMziFOilm+jiLmYk5GYievYDH9yExj
8J2K5aBYCN4itx7b84TTLkYUoe6+BCADKS3tMs/bQHoZ+ec1YOa+gPqr7vMgNtmOv7sYHFQ0L1l+
8o3kYPjRvHyPGG6dV9tzUn4NsdMs9Ads66bvkYNsnE8Csj2SZ1Yq1+o5Go3bXxWKrnfGSt15RxI0
ekj5oEec4UmoFMaopW6Ka6TQ9IAiB8ffB0g38bHustb8i6K2GlBqIJB/4GrI2o/OH1106NnzmJD4
i6ZenQrlFtelwQXL4JwdM962wIiUHdclWlDZaNK4OnxHGArfBvp0JxPiju4cyI1sxe+R+MVBeH7h
/8xNEYsHFE/L19sPYrDXDIkrecXZgsHAafOOvNu1S8unGnQ4hoNs/eyEmzLONqTL2/XcWAx6j0Na
DBlqf+zTX6yCfzTf8Gkl8iSS0S52WzArC9oD09yueCatJywf2ebBgbwmDkhFG6mQGRAbzPr+UeQT
o5CNFLqS6dagW4ThkT8wjU+uE1eQyjiTx/qMlX1EPY57pPRNNHdSEuxEBx3+dOpkdL+DMsowicwG
z8oeZ7HKkDwxQ92ig7I+HY+dpAjaK35Dz93VZgjM0bfs2PTPnO0JVfZY9MyKWk/5/pdyBI9IPFTC
E+ygjum9NwLvlp7IzsqoX/HZhMt9NjG53XDSiW6X8XXGI/TfbRiy9UWr4DEYyWfue+l0vn4KIYbK
x8xN0MU1Q4r+H8xnIy9Bwo/BrZSDbm98Zijyokw0T0cYxjn7JpF77v/1uguHc+sxsN1D+eYZz6y0
+jjG49zck7Qg0mOcMLg4ybhbWSHSZlm2c2OA0G06B37whes0KPfE6M/zUwnPJA4DE0E8rS027I2N
E0ZkuJFRsPOWppxpoNTrXkhPRTykHqk7O6fKZ2/nljXP/iFh4i0/qBmNbtG/xeI7lzDVxTgfuF48
BIS+iAtxZ0UD42oKR/QI2xUp61wfUQvfTtGzzDW9XTv2d0EwpQrRdTBlsNNxIKxhWmKs+0MsyA+o
TDTlP6IVnwjwretPD6KybXwMazSht3lp2NiGsYH/fpOH4QqWHt/X3QwmNN2wZFtuWRKo9Sdu43I+
y871Q045XK0dyXRhibkhVabcWz6U0Z6ykBzbH53ukBc8vwvKuy5TDpywLx0UgH3CVFg/mrgsyy/l
lpJXlV7fW+tdF2OVzQ4UQI1nDmPpdkqdW2xGTX+s+Uiseo8M8/pPB++KZxnS8to/dUk41NGbl/n4
mzc5yxminVuMSUFHJXWdXFol238TJ0m6FfVUpodQmgkDM2y+sx6zxa/meyLKscKudFTTU4yXFGcr
uTTP8Ty5NER+1SzbuSbWhzdj8L3hV0fyuotbMURkiA5Fxw6RxzHt+qrZMhEV5X0cViL4jNeOXaAs
ORrbQ6tCFjpsFEdx7mBXx4J31lGQZvdNHLnMJGpW6gUXgfe63vuclxy0cI3pnUUA6M6gCyMCtvba
7kF7qqouMfcsYs6M2NFtwAjmlIdpnd1D1DKZPdX+wqZF/DF+Lz98UcnuxIwyFd5pcq3y3beenfT2
dx77Xf7RViR5+fCoOGjNBt1xHaCZ2F3VbqahiqCDSgMjtLChId+HE/MFjzZyHsxl8FMGVfuZbU7q
vjUuhhsykqp42A5kpBbPbYJQ3W7qZOmAjpEE640VfZF+94QGDpLhvMiLnPBAMrMPQV8Gs7cnsD/y
p8ckHNv1jMNatb/wRyB48Ff44lkppp73bgJMne+UkPRrzbyM2QvGbcPCgZmpRbbBKwzg3Hnsxr7j
+fIrJKNVhhKzaCaWY08F+ydcI20ugckIoxBTNKKYxDpVP1YnT/ufuQArCDjXqlRdEISMYCSJQNb1
uD+CjD6n4nPKd3kyI3dS8Ohou8ikqo406wobRB029e+aILH8KSL0ovkHNanzf/582+nJMnviySHc
gdksdVrhaIxbOsTDiYfQ3wlPNiHj2GKS73gc6vI8gql2jxE8Qv5cu/iuDmsZxO15tqWhEFpJgKrP
ftGFtMwxrkIsnskaOkjIoHbfU2u4k4jaMxQ+0zyoZjrUyogS77hJ7XTMQ8eV3a6c0ApO2DgR5bPb
1rY7Z6yidq+b3v1r27qunsH0w2GCUeXduzTwXJfSY1BKqY4d+Gc3pkn2G0p9nMWmHiGqdxoqLE52
UaZi9ctZqmy1JytlPL6HLXkW7Sb3CHbaSFJLyHhB02GQn0yyConyDRP6rcVboninGzlNB4X0qj+b
nmE77kjHXT5ALqYWswX3j/vqg9hwM4mg6PpdG4CfXZVnE1Qv6zry6BAOBg0TqFkwS3Kr7MDlz8E6
MTxHrUq0QGKcDOrnofbKGziGROojqDuLd3a9pS+PGfXSeOpiyv2SCrCsxOfKqAOytSic9CMYOwIc
townM7Nsxjgo6z+U+BJwl/hZupYQPTa7t76JNSkdDFtfkIBGf1vCblNwoaG2TxIAy75LGDAyKwTX
9a5LRBT85n7RznHGY0bUalYw0J5yAgGKja/DTB+KtPD0FdulKPaJsSr4k8VOPA3bwGmC+VCS3lVS
ksAvL/yCMuq/GV6xNDgg+arcuiJgIrTBeYcX14a1B+ctC0GewJigaAhnMgTLDe2kWEKdtUN4q5ml
ehPxtADdh2NRNgfTmzj/ZzKOM4hRudTzK/brxB4548k1pwFaJIHj1IfuzUOGsRFYkL7Ec5Xf/rJr
m83OTtUTtcTYT7wgUTvZ+JXc+7m8B7bB1V1ONz6gj8eiORXd6MCgsGuDtAYzVL59DUw6BTepIlJ3
2IppqURc2nKhhsTH9UW2SN8fdYgP7WTSpe4MT7ISyw8iJlDwDsoODGZsOOEyOrZUPfmOraqeaw9i
hjA+Vomk4eWrnsNjE44RNCUgk+fjKxuWDEC+sxKj3Zx5dXjP577a67jkvjoEZprSX3hSObF2TmIM
u1Fk4dlXxfbbT2iw4FMF7sItpoCLivtyDBkG7sFMSWYIvdHN71yvFRjAeM7LHn7EMIPasbioXu9N
3nvDB9XnoD+8GTs2O4O5qub7mvJBnijE4n5nR8zj9ZnnvR2SnaWqwlU7xVyggj5qMsmrU+G1SI5a
VKOEHs3KlcVUdUtmeKLSZTjoarDmh+c3Zp6BS+e8DRAfFPQmO3tgjYbTgEusNMQWrWP36Ma82S1j
/mHlEVZ9mS8/YPBF/rTSPtuvCkJFfIckzS2/KsnCxnPHwVqskKaOm37zsXb2aPsIHgrz5FLKndMo
s4Db6YSW2mEBwvqb/DKsThRrU+DxpsYpjDhiWF4IfxMawwCA51BPQm/IwAhEivoIpc3tzYUb6fuV
COOh3zNujLsWvmGYIn8XkBvRlKdg8lX5xm6FDrIc2iFc/qSr7O1vRgKO+Y1wF3kvIw7W+F8+VrP3
11n0MFUbRNGg9h5qSOp52GdOO7VH7RQD7/cwp1OccEnJ2YQ7d+lIlNjGule4W2rHFPWxZt5PLIOH
p/2E2l4Ex2WSbfLcSXJR7og41ealalUSXnstsvalR2Itf+oOtOuQz2uqrg5qXLTxRVCyg4f+vvgO
Gf5n5xB8mnuEW9TdTSzRLrZOHrCa0UUCCt5W5v/Ri2OpWUk/8dvbT0Djvl8mm/j9DaG0LOzquUIQ
PDt/Cpq7TDpr/RGGdZi+4GnDv0+bXHntzlWcyKc0KyP3pJlwBfu44wS6MzwX+kj4kw/poxxChJOc
/RQ7u+A5v9hCO/MtZGClBwmJZVg4lKwO/Ce4nDU4RS6RTwUfij+O5tgnKdwMsve84uQJbVxcJh6w
KNphIoibM7KU9lZyqAMmO6NcC7FvEG9Cw50LTaZ3bO/Iwb+6MBH9L/JimnrczpgnSee3WizBnZrd
dhG7FR3r/05twY4M71viw8QNvIal3UBr+uLv7FOOKHZLRtlyBKOci2uosd6w5nr184OsBxmeTMDo
KieGgt7iMiwrJi986t14w1MjjNgPfGuOpSl2GwUSMEvtnXFit8GhXUVjKD6alRCADgdb8kAN1rpP
E6452++x4xMu4XGyjg+m1FF7yPUyhgqSJHWib0r1nFwxXMC0ZEMTtfSZMDLo1VBX4pMGIlx4ooGX
lm0QgLYPO9BLSXp3gZFjKu/TJS9aevO2Mv6nYFYVPOuKA+ucL0gcdy0sMCZB7qyJpJLKdXdDGyU5
s8RStuVlRCktySxaOcwIZtHMuImL0flh5X9Mn6c8sv1xIPJqeO0BSG7nW+fH0Xtj6d7/EpyQqLcx
amvMXJm3xNjvWiTUdww1DkkmESzt+9Slfn/QtM/dJ8iAzeDwSCspfs/KmdQz4KOgkMOiyGsMfeFN
z8KSZIyO5ubrDtyybp6TZrwhLK52Kf/7ZMQxOUX1LOJN2ulMR/d5VwPX9xKs47CachqPlpiXYh8Q
ehGS0dDDX9xXMsYFnAbL0vzogkClj6paUR9nM/K3zgnVm7tjqds4/5xzPl5F7RNy9h6bkjHTpWY2
Xu1DPvs03VaLTIOjjJP+c7iFAeDxTC0oyeS783cyGtIcL8z6EJzo5Uh1oZ5mieB9rHACfmVJUDCb
p8dT1PweukP5vpJOMFOxAc9WFPYRRCfcWoaREFZCic+abFPzijRl2jc0Y/TRTTcO+fwAiTCvt3+Y
EWo3pzhPvNYw0S7ctLX9o5v3sor3Nu1chtCZ8VkVAs6Kp2VqHR9Pu/aMvXJvdohSwuDvALfsqmHK
EdvzgJ6grMKhgR/2wQhK5lrFNUsDLbYYQk3/vdhhVSe47a7YyiIiACGh3IE0KuRMICi7Z8YwTDYM
BWqEFp0mS/8Q5H6dvi2qS6F6A5U4wYbjK9f0Hx5ZPRtGY0uIFybR/MoJLtNdgQcueVtbnPZYLYuM
Y21fuCWblPqwM9jJOx0LDGahdNt11zlZnQRX6XpUHucq0OxujnTnWfUEgzPm4QuNlc/uarayxsFr
mTr+fF76mgBqJrYMoWVj05g5U1n4B0LyHO+5btrCPIeWCfibITvB/ekkiKCHjKCS+g4vMXmukzN1
SbaJ8jCLiFaIVXKdR1M1l6oYOiyisgjY6nLMbTCzTLH3Sd4vQXRtDmnb3TaWoo17ZUNrH7Z1ab66
dFR8GLnrXuYkFcUjjjhFK9h3lDK7FlNIexSTQiDeACdi8tsRugQIgHKXk1PQQGHkmDyqPqZtxVaQ
9eseBZgZagLDTx8miijo92Q6Tekjk92mOHHaoEgx7xNe8tkpqt6fttceU0M+Pbh/jIhMxHABu8Hb
KCzl8gYbO2gXcYwMl5GEYodfmdarPE+YT4NdyT2ly20hW+aZMUuYvJc6g1Qy27gt5fppiMIgGI4d
UR28AtB3xqPlB+047VMNYwoYmJeutycsCGqucaZkeFpRpZj/A62kIGhiJPcythLYnGSKujh5hTFN
/nCLven3db9aSKaBNqx9rBgKOMV5vNVlBYUEpsB2N06mg1GC3YzGRF4YUtH7XdWcYleAuA/N+I9O
GLfkFtXnRl61UVkvP/rZJRLswEZ2t72j67fO33XQqfZZ5dfnnjh4wVKNLAwaOz7RdUWD2OHXzexz
rXKneSHgJYnmc7z6gaovuE5MecWgUx46mu/qL1P0KWFAVAHhGWyohIl47vjqztFI+6rM/HvBIMZ9
Kdf5hblEEh+driv+5BIedbMu4ejHTF2dQTSblePLP4gxXT8CXoo/2URkExuEiBfb0FL6d1Ww9PM/
ynv3SQZtgaA55qm7C0fsShigtPe4DMyoDrXI8uosEq89NLXNfZyay/A8uTesA3B5ir9cRqodSSMz
kTKQQ4CVM4bl8kdP4mB7zbmFq18Tvk7HpStP84mhkzf48xvnbJz4GyfqIvveT5YKY0Or5NaHjtHc
DUv1xvU6KPyJOBbXftq6vTvQ+ATTrSMIupDtzfiBoGlzDbzkLXjM4a7B5g8DVzzRGLEc4mcuHudX
XecQ4Jh+/Mscxnl3hHamMZ+IBvN4Rjs62u1YeTjgczxgGcOeAmndb+zq7dDs2r+T15KBH4NJvQLu
+IAOxKB6P4cmYc1G3cGdncJR6epSJq3vkn6eNt6+HYZyvC8gGfVzyEo0/wMA1wQfsglG7zFLGGbc
CXac9ncF0AEpMXXUeP0HI8wgPJOPVV/UoBfG7VGbprA3xLwe0ywnSJc/VlTnss4yA5Qqu8j/BanX
9s62LwmGO8PkxOUh91e8W5HrpOI6FPXEsLuxdDwbJN9kfc+rsJkfAIkIhZj/T4snZzt/CkBFSZyo
Tbpe0kZE5lNwWyaGcpGhJlOVNuffYP+NO4K8kbc1gaAg1SEpTFryBPKuPFcOs9aV2sEURcsQNm3i
Zc8Xt6QNFgmoCeS9rm7SahsGawX+RRwbE1Iw3aydPnwGpgH0WcL43q0GEdxRRkXOnYTFG+8EdqgA
TrTqqvEjCEMtLk4Kpc/4PVw8KLh0mPqTxww//BapJg6OBQrhfDZVhetUpV31CHS6tFRcflzt3bCn
YKCumTlVknmNyHghRKaCeY9SzqnC5SfT1QAol80SqH1St0t0qMuUrB2PEERMhCUGV7WDEzHfNM3L
vEvowjGUlrP9sYiyZILqzT5hSxJU8urpee1uJo3oiVXk07SvGynn/YAEWT7N2Zz6O4cbPb/a2t7M
CHP5VeDXuUrQRBx5LvjzPqpD+6JLGOt7XxDIdbdwRKJpVb13qfEyUSJTdDAqX2MsU88M6XBzktjk
+Eft4ZwGPGdi/tT7VXauOfKwJo1Q8o/cPcWwSTjIktMNfwk2xE0olychwTgWjFGEwSkuZvMIPFv5
v2fyJSTO0YB1PwKy1faYuiY9AB0TlZZrgoqDGrik36b02CEzMUXVy4KSoeztvGd7LwsKpEO7z8k4
B4TSbsveMRNJFkKk1Ned+4/ztAZO0pjomvYiC2DW4IiRLB93LtOwdT8sVgaMNb3mV7JYTw3bJdHd
J5meGImLeGyS265DI1IeUiYYuMUwuirARpVPF5Yw1nzpmUd0ynEN2zgiyb3LRXdaF6e2z4R44Kai
tx7sm81BjEmmacvAPnZd5f/Tvt/9xRPqhMc0TOTVzygx92UxUlU5LT0KrTItIXj4wIZlXGGF+RmC
sU4HSbF1jmVBgrTJRE0AxVr4/G6kKtxm1k1kqkMGw/ICFl9i3sJFfE+EYId7HGbbPfB3+C9Yvdpv
1/Wq4lTy5TSHuu9DZgokNNpNTJEiLvzw5VCKeC1+qHD539JFOXbJHBbC7og8gAiiaeXFZa4UIVbM
+W+/jqbXmBPut/CCxN4X2sT91XSOfuMvGoJP2VTD+CvMGQEx1DZVe3KLqe/Oed0jjOpOyWyPiEw+
ikwHfAmuxQyPKtJVe0XaBAh6XjTjswfSbk+C0TRRJm5dyXserfYX65Dr6LD2RfYyMgr0dyqgut43
gFETTwHWS8YFYZ7siEMFrZZsGIFm6QfHab9tZUK55eGmKipoDfXeYx1D9atqa0KlGGxlQ41Bug29
0ts5Aplwk6RwlTjOdD1FJ6KJJQEcSUlZiJtA8SLZPZvGOrVFidHNbpmYkX+JIlDL2dNEhjw5jszs
LSWKBaug3KqOCW3QLgXmqgFaN6UzoMBtUnx35X6sCgGBRixceJXOYP4yrxPhn5Fk05/94BblD2Rg
SJAYtfmKPkhwbLLO3hmtjFteaseKE1PO5A+jp/qSChK7cGUEudoHcRw/w4ib8hANM+Es+D9dspeJ
B24IEGCZ9LbuibEjqAUzNRwtfo1HH5crY8BMF4QPVKvAxRca5W0npH79hne0P2YMvS0lVkW8BiGF
yrlm5OaU5y4NAYwzX67hRae8/sjwbvIonanttmZBX7kwMZxqKipFTN/UuWCOiotmh83TKMII7Hz1
oDOnbUcEmAs2lcQ/Ztoxdeh5YP4JwlRvSQSdpUeFTXUOaZU12TEfEufcqFoH94ws8VcO1S32hdYq
f60Y+ZD5R7fgbQlhTY4WgZHxfli7OMAFKwwfdBvrR4cFyfWWdWDtn5kHB012Yol4xBSPxRHo64Kl
JQ3C7cYtWjdiIgIMsqvauGKP8ZQO8YlKAGF0misH5Az5iN1W89q/cBoA865FPiw7soxWWEuEZz89
WqPXaxuH6slkc1Afo5sgHiHaxMdoUQOJrSnegOKuY2VX4B9avqjqhAwiaZLptdy9FkMY95dEMXZx
310lQqP3mAtzUACcJs3XPEZueV8N2HePVG2NYQFrlP2xKGx32egm6mjmkrQ7H+PBzxwuHKGUnvk9
IteD1o/yiR0ZEfeEOC2ECpvvqcZKc6TSXNudLEOOQsbyWMJlFXm8YtTOwZ0kx9DZrwy67DdRKGj6
v6zuWqzUTtbkNYGDKnNYi4otN5EwEjq5c/g/4+YV5U1x08SaIwM+hBO8eHZH2yBnunnhSliiLs8W
a+GYpWze6yFdT93gjvJn7awZsYoeAUnToeht2+O0gNTdjXNEIMXgua6/8fwpvZKwO6ImaSiRAxgu
mpEQglihxOV9g8Lu2aaE47TCLM31tYLXL2b8WRBfu5AS1C3VzicwLN2j+5Pa288e8Tk8IRcHO2Z/
mthdeU1sES+7uLETC2XyaSzcF1aRTNWfRWuNgpAlihAfwmZc/wOIihUIe4/WqDt7fUzUlGm79FOj
vKR7RnJMwYtaeeNJNQabeJLJ8YIRLUx+J5bYh5+c8Ta/J3Si3y0p3DhqyricCz5KBiNNQl40eEbx
x6siFk9zi4YW/UHPj/TwS/takzn3bxjx/+FLVjXxA164ckwO7VA1O13MMMU4hKy8D0BBGeeUM5Ef
XgOkc/YIlSf3pGhsfZyrdAkPtutr+6PwWBiKkJom6qLJNc2hhLxMH5O+CXHaKsa6m3IFqWUWTP5r
xUgSReOk5nyBx0oIl5Cg9OUBXoduM56X+jlCEle7wniVOiy5NxKIUlfcnTJJ5/FhUaW6KJ51vGbx
Ko6Nui3TG1vtPGe6FMm+9MPxftWrCwe+8mbf1ZClOKY7PZ5LHyv+TnpjhQHAFmChWeYigW7Y/aUA
DU083C+Y0OmgVtHft1LjoWsnCrbXXnAzHr2JRmYT27AMvxqD42pTMfD/wxUrn5IBB/4R61j5LGYR
kINwE4uYO/dLD9GEBi825HigTc3uEn7F0c2xwrNC547LkLQVjdN0Z12dP/UEFPD/T5P8GFgmN+/w
Vbj1F3P20d8ABq5XUo2M3DI9iuFNmdyRy1WHIORp7AVAvQaL0cHFkK22iZ3EVzQIs2BkdGnhxpJI
N2z35tdiJwxbt7gGgKSIHW5skJuuZNnTK7tsCXxbutgQAuL6oFakGM9fEZPV4rEuHTliWRaEG3Jk
Nr156vrew/SO76g85k5EHTuKCTsCi71adISVVSP9MmAjWFKCpLHbNcWx73w1Pmgq3fGkq1n+mkoO
YSarzvIq7TT7+9GuxDkVqHd6x0CImoY0bUdvazbCnAgOn5jW5+X4msoijA6NP8/jYS5n/TtPKbRv
TbF5aUsRElA9AueRuBP5JOuA0c54idfgowbyr/dVZf1qs+QlD3FQc/Fv6OTnn6lUcbur29Yvd4Q+
TGhdykuO7doVGAJVcd9IW78ZIieAJNu2+gI0lPWdIgv33fXI0bkjvsh/Ruev34nYWVHzPDlckmQa
cZgD4gC/rXbGTJktq19fwdOSvyiqMj4HxL7NFyC7Tl/TKGzP46BgSgmMSN8wXhOqPtXYqgGvSmWv
QSOx2BcVElw+TaW/R1QY93CFFn+YHmtGOiyBUrfYrgy4lyCj9O9/HJ3XsqtIFkS/iAgoTMGrkD86
3vcLcdzFu8IUxdfP0rxN3Jju25IwtXdmrgzmuTZ67zHPz/ui81EeEgGPe99RWJDEQCiic5lgZNmS
Uyz1sZzd4AQgcTyAMBwJH+gswrmtOZzcka2s7V3eGotUd0eXBWE4TOkCu+0hdzOac0asdkx+qyl5
9pTSDvaAydZXJymEdZu1iFVXBLoikwgpgBs4AZetx/wT/dXmkjXdHMm7KigS6wlpCvUoXHw1nu2g
d4fT0qeV2ucYwa1NYUXRf0ufgKKoOPEB310EcaxgWFL7SDqS6TdqEERe+jL0Ed2tRfofhM2LkLfH
gGHCLqE2b4dJOkmLhdwULIhcI9ENV9k09bZLIGsDHU/H6dMREePGJhmy8XWmE4zdrzOq7TRaMn+q
rmbhzdhEVn9fKjqkDmNFWeGJSKhlDmNhSzBhc49xZ+1L5tlhYHcRr/jsGBzpu1KXaQ6b5meAeHCv
R6buS6JAxmJBxafPIsYDE74ZhyJoLmz4AYvBuZt7XBM2D39tSEBu23UtHktPVj8Jn/F5KBh2yPjz
RbK0nOcX8KCjYuFYrei/0gDdh3mOPND5+MHdrpGswtOubLa5XMPuGBg8WzzWysg5KxnJ8zIY980P
8/qO+mLAOg6WtrfMFhC5PCkglbLEXJ4Nxyf4LwTMh1tMk2jm6YKBk1D65LRbJ7Ma+bVq2jLOtA+G
2SEfmMmZMtkNbzv4dYSILaiIYFF43BQj0YxYeLBdNxIczivaLT9wYZqE50I2L+Oe02UVbkt/dgEb
t1bxMfiBfgVjzg6xA/n2hlciKS9U21nDZ5BKyvLsOVN7dhaVfQeA2b9tXOQGlMq8+DF22lwyVani
bxCurehoYS3NQT+EdkrJA6IV52HglfNsRhQu7a39hyYaR5Sl5nc7Yt0vXkdKE8rXcVz72xD1t/4K
fc/vH/BD6X8j1L4irpzV+Y/TVNecYVSrGi+ELr873yof6sEuMegFArKcKe0I47ozGn0rfJssERMN
m5MxspV6jDIfsVHya1/MXOQ/k5vY1rdNVJbAolRG7rksEmYZxq9q6whJLgiJ0DsuA6uAE7Sb2XtE
h5P2U71yEuHhW7f+clPZmQgfJbl5d4ujfynPTluPv7MT2d1h0lHV3lAYWSHl5D7yZKPxnW36sF9m
lndmsLdaBGyXNqNvrf1z1Xl19ID/Viz8lY3915Z55J2FHwr7gzzr9NSOVaLPQ17PkkiE4wzwXvHm
PjCbVMlLRz4hiWd868tOgYd9WrADtkgO03CKCnbuzy2AXro23Mk/lM0AD5zzPcQl4gkFzohPbGqB
fxtC3s03c4jfk1YxSheOZYTzkuRdEZX7wQ4xhUXIM7EHJ3oHdJxKzin3LPdBaVoGL4kRI9arvpyW
GBWMtWKto+UxMymlXhzdxzk2bu5/loty2jRuU6fWm7pLavzZPtw7PCp9RtKHQwFIRJW4f17LyuDW
xnn1DnGvsA8JwoSEIiTGJ1/zktoGWStWykW6Yvz1gaMh9UVsZmDT8mXvan5nzDVD7rBaWYfW3+YF
MvMl61nsCb+evA859pP7HXL6PA0UJLAGpKWm/HE94w4xB52WmAF3BHaIZIzOrBocxvq17i75SOXk
llhcAme1ZaqKMxs9awM1T302npOh17fK90kSy/47KhsgEWr1VI4iNWL+B+e7/lqJywQBFtr7XWvS
GrepngwiV1gmaAAtI00/TIJRjVG43dDowXENEi+ugVlVFlNrM0OnA8MpuZYqrxru6VphYYNwm8rY
L7WBZDrQ86gwnytISSU9I4xZ7RU6iBnqiB0iYSk24Zhwcvh7SE9dMMR01zY9GxxHvHJiDyDxuw1k
sbKEzOJm/rQRvJb+OQZTOXRc1f5QGJBSWsFIwaM4YU+3sedkfCD1OfH25gWZAY4M9YvGZvID8h1a
Q5TP2jA62PDByD3jdPaNvxwdDsfLhj0Mac8ebtPjgH0Vr2AFQ2XT4xhytzAhp8+sXGGKlmyuqFrx
6qC4zVcJOkOSVMDW68/txzoguF/tRRK4lK6fqtVMB64YgDwwD6zHHs9MwoGt6M9uFNnEKn1LQAsu
J++fG9msNSzXrfa5Ka1v7PW4vHwVFffT0vGQS0B5dWx/K/WG0wJArCzoImMXKoa47K47Y4ewwzUu
Aj90G7mLeOtEZj8P9dw2OwRp/NflVAt+iXleflmU1K8+QUAfJBdSzUbU7kQDD5sTshOQ92owcIFP
TLVeP9uyr77XQGTQRBFpKMurPVJtyTgmbO7KIGCDzm5147hh/ZRpiQup0hhu+Whz8GNgqh750QIT
Z1A8enJweW7t7Szo6Ac3V7NtXWbdQ193IiXgmbNwwOo2ZrFrIkC8NMauVewwnr1MTdA/8OqsABT6
PNHJMzYU2we4rt9qW+OZX7J2fZ/qABMgd2adxXIOwvvcmTkoMGlPBCOFZarN5AhMopA2W3g7CSG7
fULyJYzpdK4dJoSCDTje/+5tHsT6BUOgkAQ2cU+nCIbA5f05+3edj0HWr/byLGXpg3PDbMUxju+b
M1vK7tM01Hx47WSRczPklG0aNe57IRdYu/B6w83VbnmgdqaJyNgqwu0F25A8LrifT/Dtwv5sKuTg
TQbXgrxsFuJv1eRePrUoNSZ4ELCPcynQlaomCX8qwrQwTAKCv3vZBeGbY2oW5xVn2Cd2nPxPnKzX
Apt84Ma0xqmTu7WVsD4GqHvrToRJ9ZinTvbVTVfyIIk7a9/w2sli1Q1cXdBwkrvAqckTc3pALOSL
4G1skojDtEyjpY2X/DqK1E3DKakSQZvu2tkdWPoVeY+Zgu6wV9ylqO0EYa5RbBOp0+xgDdmOGA3+
rNVK/2gCUgIlPxSnJKjX95nn4BRHQyU/lsVSGaJTnr8SDtYfVe2LkBiYN92HwJLsuHU17L3Z5q21
yRlln6PBSVjgBhPsICRshn63wLLOIgIbIrmq0j8XcmjfI8NW65zw5f1gI4QjAkyOEX8tM3mW2Fjz
fdVCR8AEME67ZkrkfeAba9oNfp1dRL3wSHaXpMhgdfjd/Tw04Y/JuV32BDIia0OHkqh3wCMRGGdk
CvbQqL/UEQTMoWu3IDpN/qLdre8rIKuIUc6vk0kHR5+3+MMxn4bksaxdsBgzBv9su8AubuO2HTVU
KpXbXrXRrhBcLLb2ziTOrK+I9VPEGXwp7/gu0a0HKiFPSF98AlJA6bRvaHNixhqW7qYt2Hdvw8g1
/Amr/mc3QUzrN0g8DmdGQP2E3QlSk09hAVQ7FzezEkAKHcyt9wJ3lNyHA7B+okDsTNRDpbDGbmhU
4u5t1h7oBCpzGt6kfh5+20Jh+nZb1f/TM84DKkJaPVL8OQL2/FkdyCjepnY6Fd5d6QC40bisWkxv
rKhdnPw4Ohpx0LC9p4+KDIAijEzDwgKZCOcS/TJJfsRb3bFLwMQwjzTB2hx1P6Rv2NHvDVOkfwSX
iqSJogZ/GCWbV06fhcsRvZnQVTsrcywoRuBsKMuM8q6ITLafuf1XrgIV7sLMqYAs90H23fFg+iIy
QWVXO7ZRxoSdsbZbmpHEqmI/+RtFXbAmcZ31cmzPq3Ld8MQiuCNvG2Gr5etXvpq8y8yLqP6jnscw
1Y6DaK6VUOo6yoBxqxkpumiK/pMOhrEtS9nUJ2SGJHMQXZNd3BrbcXw9zEHsrxbiaIYQAInOSg1F
vObsHKYqc8j8u4n+QpP2sB44XbNcDIDzCHS8oFueL7etNbYhmK1z/+STsugDkj2Sro+coztB5pQd
zWlalXot7YJ/jjoK093nCwuRjays8CtKoFpxKiNjsGnwXJcPOi0HGlnKpPyWrFyj4yTH8NVSoTb4
DQPiNG7dTv9645ERq6FH8sNYoHlpiWaq38HpC9UhGvr2Bdui8jcTx16wFY2s6cpJ1SJfRxoOXzTs
bswEbjSYo7O4cK1TSnXMISJY3e38trHr7ShH9w7NZxp5FLB3DTfktcr+RjsqH79TZFb7z8KvLnhL
DBW8HYLfB+0uwUOq2bi+d7lGdi5cu9OntgxrAuGg09oqZpmVV18Teuc4bJuMvDFnCpMSx904pP6s
C8MNNxcuafk7TyMIQD6KVV3yZnUjwCyDj5ycFL1/M4RYMClVypNiM3p+R7UUVKdB3IfJ9RjYUQCw
AuTMApxwblkWWEC0NjGyWwacC2tIvew6u0oU1G5RuvqeR0tW//kI3erosbil+GNiq7+BIpQ2z+Tb
W/PkFIF5MlhYWVUtc8gN3gbQC7lWcw0Vfi3E88r2PeM1Hs3ZK2znaHnPhmJuL7YzCnGbUQXO464o
PGAK5AWSmwkvH/VGNXG4nQyIJ5E+Lv8vQBXqnk1CAfGoK0q17ajy5qjqo7Bs2LUnw304KWOOfdWq
G17vvGrI2+n5l5UY9UY+/iNMBybBYDY1Qr2mpmjkrS79yN/aE//F79VUtN4HqVJHPkrYrnzbWJJZ
u0LKwjxEM9Z0z0O85WjdwabboRUl9l5PU3rgNJ7LuNICoZ3Lb2o3NU7e4QtPOItQOEd4HhOjWd4B
7QEimVbL3L+SlgKEkYYqme6QBFp/107s2D+nlXuk4jeD47vH01Dlj/DGUEi8YKreME32wWbsjb7P
Bg3hqFnnFYsoPFd5dCu/W24QdXvx1g7dOm8tX1EDuUH3JtOtE9sp/iEWLO5JkbkYHwYK8Lq31g24
TNilsPbwcWRz0f9qdF38RLLGjrE6g4QmOuG1pyZTY9dhKGmoVwBG7xGdQT7qbphIGbtqnD7eI+0U
Knx1gXWRfMWKkXyGIsjsJ9iGM/gvptwzUBol7yYcKMOlQq49sPtoGlz4mBdOREuA+KwOW8lvYJw+
ag7GZ2Gd8tkKihcOjBjlAfNXyp7juiDI8hJK1XgvhMBccILs4YjwYYS04gGABYFBIsk2rHMYAi85
XojgwHHfPmKNqMIXxD86uRx8lfm2C4x40HWemaMP/OCideq8JFFJANEiLbArpyY/+43N7g3NIgWv
ktcclqKRSz9e3Lm6LP01URJMaGePtYWWfh7J35DqJS5C1mA20HmwFY7WacUTmZFitGET3rtDSnOk
uw7a3CEjYdWk4Tt3/ysdVNtP7qnC32H0xPLBpOLzCp8qPJz/0RyP8VKyUqDLrZJqrimtN2wsOORK
UhEb6fFuPguWXP1t06LekwxLxts+siIcgTYQPkkiLSKeqpDvSSCAlc4i9OARs9St60b9Cyan5osZ
ViZfER/za5IDG81SiBIlJV+bf+TcVMi+rBJoSMuyZNlpadPsERf2mm5H8AdDPIF5hV6CfHDLtlch
zPEr5VXci+L6OPJJc8W9VYutX3h9/ZSYbnD23lozp44L3lXwKXo19H/Z8t4Paz/cl1HDosAPM5SI
Zl7AeSR1H209RCWuujzX7XbmfWy9+ax0g49xtF5TEjeEKVrr4EleFV7DN7yhGEKEtzS8rDOrG7fl
ta4IGAmOrFFnFXett6yEjMcyR55UPYpaaORyGQU11RzTQJlTwhHVU7cSXwjb27ay1avpVXfFua2O
/VCwLbZuFYh07wFyfukdJu52dQgNd9xbKzhebUYH3hzQuWguD8XoR59ZFsq/EAsxB4I1mn/LOqgp
eximDiQBQPdnNQY15Zt07zTYcZrljbkWT4fJZ+fiNVilaPjSGYeRnqjWMWGDSfKaupLs5HQ+cCEc
EsRI15z2hUNOBONLYlwwz1fGgbmPMJ2COu0RdXe1ydM8DnAWFofK7nOqPuv+p4oqu2XOtjqMk1ak
3WPKYa3d+Zj8L32ErL9ls25rloqd0CBWSXvjcy6r+9n0PgoSpBT7DSIOVDpo1YyAs6zFelnWAliv
40bddKyDoev3xmbpjjmnF1VM66tjHUuy2wzobgGjSwQ4PGOqGW02gpKU0zZBBnv0OUdCFIV9PAyY
V6ec69BYjXn3/t82U/RLTtRWUPt2i8V+OXES8rJbIdrug8m0Hg7CCXygCMMEoD0V2bAlptWRyoGg
tneDRu8tSUnIhi5ds+zrIVL5qc7xvENCcSI2ntw0bPkCLZdDgr5U3zmcENYb3w9mfzcmUlx7PvK5
aI/Cz7yHZJq97tPPqZGmPMQM0wE1V74llIhBY6vQO0llh0DZAMtTV5ALa9SMS0LAOJCcqLygDzhu
R1kadI+ecaqTF1S5BebWHda9w3KsewjmdfiL8L0iYRgTOvXN0KZmO4krC5vt0rqdLZb1N2xrkTes
loDDwwyen+IbAhcPlQi7fO9w4Lg2mbSF99Fjmid8vuTWl+Pa5NtQerx6hxtvcvN4Bj5RHZEf1qdV
pH20HARxJI8DNhF9wc+hXZR5d7WsGyxN+EPqOuGomQYWOixMPWKfqiz2PE6sBxyMnRO3I1HriHa/
Mqh3YeDJOW4yJAXc1cplMp2a6T8zhOWNv2DUiiN279EhmNygh54E2yfgKCk54camDhRvcOIA8sQw
7Sx4+wNeBLoBV4wksoIdWNEzgyzC+9oES2m9Z3gQb9RUySUO4OWYPU2CFKH2Fr4BTpSchAEbreP7
Siio3mPFA5E8TiCK8A+3jzzg7GcqQpL1UfWSAx7aZttwVlrInFXdlcHs+7UFCKEaPyiuw9Th4CPC
EdskrwlOuP8QE0XBb7iwwMAcJdxjW4f1vdN77VfbXOkhaw8zuY8i414Ka+DlP65igatUtPZN3Tlm
+q7tPOoebQKMew7MHTO98YPmxelqPz1LhO7qbLMoO3i5q7BULI2wHzvkQzwfTiC+POd6peSh0PT+
tX4LB8UNiXka4Id6F1BNknAymRyW346Tdtu1S6F8UxRJeRAagps9m2VOvG2NHUJuF36FcndlqXo8
4qny3DNBmYY3/aiKJ2Xs2T54EwWcGzgYLFnQ1QBpzMImqMPOfLKSA2JygHA4pIn0D8ncTVcxZHDX
Jy9Tyy9NF8Ffz5HoAhUyw6AgaK8+DErO6ytmck4bvrMkv2rq0vFWOVbywAMHQhbG5RGsmAu6deOO
nPJP/+8I+bC14QWJB14l4meUKd3Pdk+gZAepnCdn3WWN9WUNJHuFUGV4X2a5/0bYo7U/EVeb8Ek3
PCexUvIqtClSXjs/dnx7HT/dZbYtVKOr9WGbZX2Y4AYhurzRTAA45OusU6ccMK98waPjgcZCFLU+
h9XzbkBdGQVAsHCIS0XlBIV88l346TZ/AE7VJ6wDxao5a0emeutx5Llg9RvSW36i6pNIZ0npxtDJ
mbqHdridBpCeMG67eb4ZnYxSuU3m1ik3ND9585WyFwo+vG4YBINDU1LRxcoVrzozET/LxO/LCQ+k
lsezp6aHO6xH60L4D2zMSJDlP1gHUcgzwE7mk1Lh0hwriV9370keuOeME55/tF0/ua2YJNcHr1sx
fQxyXVIKQzKRnpiCcWNvbITK5Nxfu7gf8BSs68HO/c6+n1wg5DWwNKwATg3XSlX9xCm14dOSfywj
4T82bqnO15DsumuvAgGwDPchAGT1Jwy7tO2MSwq3ML3iWxKAzplYcIAI14ZpOryUsx7mn9Gqh2bE
+KWkeWrDrLJ2Si/XC12IgNGBk9RLKkqaoTeaC+kLRc4Sn1eHg7uDhpi4D47Op+gUdQxrt3Utg/NK
tYV/wV3JVjDkFh/fWWJO1SGqXGuJsyEaocEYNWxBp1TjbmBpwds0vMZg4yrwguXLJMkAn5jLdxnX
OJKrfrUAebv3Plgv5Gf6pVn3bztjEYK/zmy3uNpVf8cuMRj2LUMFLoysYnDH0FguX6NpJhaLqtM/
he4S8+DPS094e5wjinN43hJt87U/P7JJcRz8d1d/Fa+c7A4GpqzZwLFQQ8ynVCsWvtHNI4WdQ3XI
ZgTFWNMhcrbrMaDvQo88Rcu86Not+D55f43kMi7Rz+htgsWprYeGTjKz8d2BqpWxh7+4tzVxcAhg
FMJvtW+lz3SACOeMw1fyMaZ0rvcKjMDL0gPYjyGoS/pTljlDfltmmcp9nTvWmSYlPCuigMqzQwrl
NNWNodPHBdWepHAKrE0UdBSFUxsowqmttisYnWDvsnX7tqPCJMgR0XDHOuhqzoRGu01JY698Gwu8
PoIfnEB0NoEHY2FRN3sWMEjsUMav5DNBj2QsR1jjbt8tiiYat9NblrrtQ1qQx477ZGBSwOGu6EW4
NgQbB+BcHI7WbKPqjf6P7OqpfR1Jfot7JF9bxH2QOlg/ARbe4jssbxS0xTVeC4JltKTVhT5TtFf8
OaCB0n0K+uzGlSpP4R64/fLaFL2FvXmMrJuCVqXgktvuGp3z3G8rgFne8heJbsrfeZTNj3WUy/aM
VktWdiMRyB6LyFmupGJbs0kMZzykLqWWFJkvHcOFRjJlEeVwzHGmkQQtPdbjLmmz9oMQ4lrd82s2
zZkMHUVtJgeHdkJDJFTAZe6a34IjD++MKRjqmFyfoKlAsMLe8qJBn7e6RFPT3VBJxIE6qXzaR0p8
7R35+3DjTGSrQsC5NibbvD1XwKRB+LANO8qeCgpYgiyzthNeKBrQEUyfVpyB8ohKGCyv1SgJoQyQ
G47KU2UaY2W/dlBShNM+jSn+nSDStfUcLkQrebwh9j2wPvAerZa9wEPKN0Rdepaw4vEIsB6kVWBS
7VC8vtqayuFNp9WEt0B6y8EydX6Lbi+8Q8ET5KztRWdYQ4Bx3kWeP9GcwgO4cMm++mFzT3DWPgS0
2oCsbBs17E2Gof8ZuTJ9oUi16Y5NGVoHXY+0kdh9qM5lyL7xcUHuLL6IyU9w7sJgzX9VYVGICheU
Cx+B1O3fZywbZ2n1Np2ZC6n1ubfS+qJXUrmbRZUunGNJsD4OST13ZzNBx0YFi/xqLydrgbRjqG/g
TzRkHYfPubXoeGArMaOm0avip/czCLzlDMkHIHsG7fMf8MMJLxO63hO/f8bnC2Uud6ULigA/wVhN
71WVtOSpJZqhoKOYDSR6S7Pjdai8w8hbh2QOxU7ORpkKEClRi+lSN2hVD7YiBcXugvwwjah5u9N9
AXcQAWTl+AvGl1ZLPSTrLtEadK7PSkZePGimD9lMh13cZVn5PtZh4e5Daudz2tVX/940zpjsyCn1
PmnFK4R7Rcp5xESDwMFO18UOUTjRf4SQAN4AEhn7u5aluNzgq+n+g0mXsXlKrqTDgqMcwthMgsYK
qoLCvoIRb+MbMAmPkbbxEgq76B5bTmX2kUFBvPvD5CAPF6E+0j/arA+LjTsLDxpebNLUq32D64ji
sUV1YfSUyTpUu1UUirXwKP6xEdWMd1x5vxyp9RmjKA5km2cxaJRZ2f+u5mcaKKlVdM990E2PITwj
P7Ysjf0Hdxq5UUPx15WO3dNRNJXVrzPkONhjTnbhHmSLl7xM4ZCdHRCX1R/5JRf+HPFXgZMvH3qA
hJrNPIXd7mLPhwn+xPLmMczav4nj9vkxxO/EUpAAM8h8p3mZEx//zOrlKfnftKcLdItcNo83ADFC
yPLEiXYrNH6iCo1nngdAIJy0osxEn3QBSgg7AjAgZJMmu6NkwXBLGxfzUWZJkYOtXHKaGHO8pDdJ
mBf/BhngMQvAn40sZcLCIaRw7dokvM6hSM4qfV7UOl+0QSyOW0ppk9gea0NlIkGze8G7ZnjxmzBp
N0M/NvmhmS0PJES0pHdIanxwoSbK9RqnFTfRCBNwo5KVzIDGwcpzCrPLNyfsKeUv9ti7b9REB+JR
VtA+jtNg9YfWI6V/oKbgejK0ENpPfd2Xx0Xh8I9NJVdCfamjbgDLLt+4e+qKAglOWncmn7xkmw1t
CLt4wv++BYboE0cNgB1gsqfC4Wir0KTUEXgJ3XxOXSb/WBfxyIAVMkVbJmbrC18002PW2qAcE8+b
6rfSJCsyk090/Zm5HnSqJRkZYxwSeMdEIcWRCr3J7IO1DbqzrjK/vXDUW/g/Csv/B2NvhFg1CHlI
ojCk4DCo8d+mxOn7E32CpOYMrLGEVTpf2Fs45u4L2PUQhTggVwWXJhXwNgqMgispDHVku9GNH2nY
SRncuByTzWezLso6LVRx3g5BTRSJTaP3FmBiCeJ88KjagmGwUsKgrXbAAhhkHaZAujABAdiRCg7c
P5l30FEJu6/AtPMyKOrJjiDQM3h0qpjEtdrAgwhrDyz0EOoY2sVcMho60VRahB2W6RobssOdp3pz
D0pIeLhjo+E6dxGn3onCTeY9jAN6YnDgw+VuZztUG8plYZLywp0u1FlegVa4c5lNzGIBaXKLdYuM
MKltpI16nzWdTpxhMKTt2GCRPgilmF5h6Y70TjIGfE6qRUzuMBPzWIe0ZmPkp7ZqkzDORFQsD+MT
SCu6KZhJLWJrtujOatCButgMw1fa4ij1wbGb/o7bNFtvTDl7/xVWydROS8ewXsrC2F8DxURdnKyd
fB102TCVk+WnmZQnaRaTn64NAj/jwA6GY/DKcJzSo1C4Vk/DiB3dLaU9hrdDpXlBg81wXjPdR3ds
qsucd15WsSdvtL40oqUcCm7KvFcraLTbUuf5/eLoMI37VtG1ZxVTk5158ZT3NWMrVZCOjMLbhTUr
UW13dP8V0DcOjjQlfn0Yknu2IFZwhoi58LAQSfbAy8zWG4TswNnpNceDmbXA5gROGC6nvrc+iPOL
n7DqqdckqdwfqAOq/jphtd/NSHkaJqSERTyTbFE0UGdT58GnvxLCkCcsrJjw9RiGhWFLEQ/OiA89
cQZk3cQdaW5t2d5eZsrcRMxNDQVq7FbsfBvJxWu26Wr8Ke48qD1bR1vlvmWR58Z1l7veIyp6Oe0W
qpyuEvyskt26gvrGrWrV3S2HBlr/NjONhs9cMA3Nh2wvmaLcZHwLypajmF1QK0XkO8I16szcFLsm
xJS+hX5AUnwg5fvniTl8LTnW0s68ZN03dEncImLRZrrtdCv6dxfFbydVNfmsDC2EExju4zuVHgCa
AryM93aX4VqnqxnHDmit95ouqCgmegE5Iudp76NUzePZr8PF3pbCRSAp6XF+MB7L7uNQjMt40kMe
PoE0YG/gsbWI+E+faBzO+c7pWwKns6Gggim/iRI6FEmEZuEx7H2JlUeQujxRFY4ZGQiZoOqPCsk3
lxnC+sZjnMDl0krdLr5O00d3lniq2dt9YPTB8OP7xCp3bJ4yRPa08prh3W+TaD0xrU0zfNE2Aq0e
Jqt9VHzT7L9pA7Sv1CS/eqKJw9ybSTKmZATOTmTc0nrf0ZjZ3iF1hTeQeH0uuoDQDsiFFu70Sm9N
dVODZnMOifo/n30JQ/CkLTD8kY6sXbQmnjrkHliP/3Dpi3u9cCjcOlRiTLFQkLs4fRlgGzEGkIyy
kkV3slKbDuJAeSAnOBOE9C1H8PLynIoeAnd9nIUr2f6Wenis4bexMR59Mlxvvk0vwFcNoiK4ieDM
AhOLZDo53UOYeXiqt/xtjbF4XZcOqwt2ni5iKC9EDQMprKg+XuEMcGHnM7t9B3PNM0gF3e71osNH
DpZeuxvXpbnphsqet77jkV1vVw4kH4xFWXpANZhZhZdiOEcu1Lwthw032lVjMLw2ZmI86DJbQx0y
uX9sJTvnnVAi+CUkPPFwnHh9bLqmEe/FLMIb0JPFR9hScrGhomWiL08F/VerbCbqvqVugSpcHDMb
H4GMCccZ/QfMnAltebIdwt2ohqYl9NiWJxeTzXQ0bbt4B9YzNAdxhES4XUqc1gcaG9rPlQ5P68O2
DV3rFlS8inkmmY+0ly4PESFfDBZWX7ZfloVNN47AHnCGDVqshJTwWaw+MlW7/8GyXcvTSKHA7QBg
ZdmIxIz/oFoUwXb1XOKya0Ci+0gPhQ52bM/a+jzr9RpdAMCEbZUWuAh5jyA7Xjd/+JFO6n9nXU/U
O7TGaiVeR/1zNjdkJUipVtkpaxzrkXS7IpQWYrm40M+Q2DeczxOs0Eb02j+0lGilJ0p6q209Jdg1
YshHSX2MIoAkN9o1YGjgEWBk81hox0w0dXaDcmsek5yL9Eic0/BuDjIaP5XPKxRLHxydPSd77HGr
1L3/TCyO2s46nTJ3R/yIGAFGVa1BY3g0MUFWY3LJB/bnENHdKct3cqwC2jPgFJnlOkKQLwFTotaP
aJ60f7Lsash/yrIkomjVSlC+Ao4fL9+G8+PKyZ5/Ds7eHoW1VM62INDh7qiJon8vaD0G2ppxbgUE
QTyQ5ij+xVuCVVj2AUSMO0770d+EjXTEftwjBLUe48LGZ+xnj6Oq9D11G1aa9wEyTPJMXxw5SyCN
EcFNbhKMMDemGjr3j1PIWuxnXlB/LV04n91IifYpCntoVhqBZsXYIFBNuAKb6Ey8Qp1pJUiTc9cP
zvMYBTW3JWqFs6/IU+kz3RHLP1qZ7Z+GLVB1vWGqcEf4JkAEHcNu3SobQjdeQmu4A9emrVcxE4VK
TM6WgX1j6TIopzmWLbZj5fRSA5ixb5OUXfZvV1IXcDBYEvlOwVh5H1yAhC/iAdJTcsz48cW3Ckbb
OZkcNx/7rW6xqqOUrl0SXhXeP4boHgP/wk90TpaAJtmt5Xgj/kiPLdyv5RccwEPuPcoSkkHZJwhY
BIotrLzJ0TFclOeEtCuRDoF5lCeSgEaf+LbXSZpcsVvHQcIqd9qKBVos6BQ4JyhxruXzGptcXkJ2
kv2Po/NqrhRXo+gvokqAJOD15ODUttuhXyi73UMOIgn49Xed+zY1Mz1jnwPSF/Ze29H3LWBmeKMR
Rc8+iYCv78FuaP3suoa9M3aXKTuIiZ/4AXU04izbq+6sHUf75zVQJTM5qbFqTZC6fHoZR5lDYoLy
gec0JuFsYkoP9LgAQBMMld5n0LEkHynL5PkiUkR4zIhVGPyu8DgAiiu7wGdB3IwfImu9L4N2Jnrt
cScCxmdBeIlsP5K2q/PgmXPeIeFssYxaYRPUd1MrCeI0a4VWH4JNdOpZUpFr7w7+dQQbPB8pMWm2
WycMmS7ia6l2KpylOiAxCMp3P2f1cU4tJflrlIIw2YxDkup7oiYQQcOV1hnqgrzS6QsjWUXzXjAo
0MfBQPFmtFvdwBSRgs8KOj1gd7NbE4eedRMYUk1fEFjJ6mGFU5UdmKTF33UDpBTPInK0QzWQkbmt
XMtCihaJHL85aOcPZ53mjzSw2jm1qg3kPTM1vHxIKYtdB6Tkpx5biZxR5z481951nU2Ft9uiLdQM
mla0CsVmmQSe+XwcZ7uvCL6JyLWSbX0aHHIs96oLyXQVQFicc6OnbrxwM7nTKfTpvp5x0kw3b2FF
qzskMNmziGX9ZsVpQCiZFMTthCJWfygeOFH6mkrs6C0MLDYxggaktSVxRscqksTMY/AEdeoNyj6h
vQ7L3wFju1uE8Ohd+QUWn5MRuciuiCMIm74Pozcq26X8jDCqLxAG2mxynnVfI3PJRiAruHzRa7wB
7NWgBHHuoLi3yAP0vhvzPrvGZDojwnVkWlyX1sr6c9Xk9n3xQ3XxV6s8E7hfdc/u9IQbPYkOjd/7
D0NI/4LlO02c7VQAtbhw36zQJykB+X+6unaec1hVjGfW1qzDi21EU6D+HiEOXEb4ZPowKkZgFzYT
4/KVesX0cSOZgpqx68TcMY7FDkxDKhnZuFWSnnFRBw4E4DZABTokk7g6ndDhdiZ9sL3T5USyYsQI
jgFyJpPaEn7G2QnGAvJcunWLLny4bV1QLeVZBVlyBOi1QdgbXHMvTsgQh2iD7J30cHpixFAAXm/d
SzOtQX6cwyqXe9JveHl0D+QFciIPwgtz5hC20BJxtoMvcex2TtCsoXWNJLdYMyTxXywsU/Sr7bh5
74p51Xw+mj8bPeZ6XPpXsvC6/JdGn3NT54xuTNVATg7uZZaZ5xruFSg+yHx46/Ml0xCtMCUfgjny
aBcg17fI+rI4PjY6Bda/cWc+JywUGRTVdVfNfucREB7I+p1Gd/4ltF+7gGgzfAgMyPRFsEhyaOId
iTA+KLwX0rdXsrpsCbhjj3WxCncexyqOmqxtjqM2Jvgto4yukmXkesCGjcvBwPwZkH2zqWH7ZNni
Z4EX/OZ4RQ2Oc1jzPnXBSBwipK0//RR4Pyk4OXRFHJVwSCPGRcgshHhPGbwSSYlikGhy0ao/c1aQ
Wk0pQjI8XSZBk3FLEA9sE67LJ1RAJHn5bu0/mkUrEtWgjVMvNn3AObYxMQQfbOcdvAeviDKxX5A1
3UJPtBLHFUDrK4tm9ig1muriqBlpIANL/h+JDLQPV8jYeeIiZy/Koc9rQgS6ikqGBeFAQunQzfIP
KhRoJWzM8BguIXN5SKtGldeo6tTBZ0hBrIsp9byjdPQ4WcmiQ1mu85ml2zgi9OL8aeGy445g+Mz1
HG+haiT/skEYAhebCbR0tPo/Y0YKX1LG2Tc9EFgLNIg/0GPJdnDxiJ/9ilHZhgDy3PnmHEbKH/c8
hHuKRKI/S8cNkJSV0AfvmkbCo5P+aOpTNqOKRQQHqPwhpd3+UzGryndBF+SvopWP8zhH5WOXz95d
EIzFvF065ZMRswRgHKPFEf7J6FmC+mAdyEwc7EPGEYFW84U+fdAHdqsraQbrSJlTlktOJVr11FdQ
/lZbY7+s6B+hFCEAhGBfF7+C1puy+9Fbi7/u2kh3X1VYG0Z+M4e2Z0v/vn4XCxrCY7X67bxFnUr0
djLSE15cRn/9tg7cvN04hW6QPNSVeO+mwr4b1wTmUIXWjfZd7jr+tUmi+INnYjJHOKYqeZ9KgNzb
wOkZkAfBou+rhZ5iF6L3IyZ6bhNinkzsLdywsfcahZZwujYa1umtMxYEp42UuGtIOKl2gEpIBmXw
5c+7xpXpW70InFd+ASYDqxH7xWg3R+jttmLu++oeb0lDRVvXqHYWdxFXsSjCqlucp8AxwmQUqN3y
itrvVeD8E88TFqzsSkBaW/9hbD7Ahe5SrFILT+Icl890vskH+D2Ga1ixmGmNQZzIrUqEgxcxqVD7
VruemAFEdo2GI7ft0sYZ7tY6GNvtQt+TvUzKdBxic6CiXYTEDCPhxJgPrBmelBmZcWfiUnKojwJv
XO+M/Iw3jQmmFAasoKB4wCe3T4510+N+bcuqjWCmw2ZqWWOYJGd2lrf4d0xrGU7WmR4R+londJGH
Y8OjqSh7323EMSXQxK73uI5TFrLGwW7fPXltZtwDnVfbvC21WEnu8v12iA5FFvf4yHWKR7nXeJyf
q1aOfLCQ5YBOIDIecVuyzI6WS7ciYzzMxOVU9yastb7Ls4Hz8eomsiFZBaV2OIGz45yTcA9aNR5Z
y4/jN3uoWX3EbEjzty6t0DITgQIrYev2hNru8q5d6zvBsB41WcUEF0xYGA/gokyAO35ihF4e3Zo/
/pKW+J1ArLGqQKjbjsq55CNz6uMqqjR7MiVazQ0Nv+FfqqxNgdgl5AWgeZ+6u8Gdy/kzTxqPADZn
kcQ0iLLeRq3sr2TRyPVFwJnzL+1UAody3GUKziON8LzJKEGJDyWPghlDrRfKXWnAMB0t64O/9D8W
b0ARuIjMKCJRUnFJ11CAErBBdFLQQy8dK9VxG4++t9Ifg9TeuRA+ISFoYevd0KAh3kWeM5bPIifz
r9sYTXjufbdwcSH3GgA23bN+0ONz7vl9fU8htfRvytL9MtsskmSnnBnXoI8QF3aJboa/g/LX9AHX
vHdXu2P3isxbVCffeNDBNGYQwcCgIc5m8akEy9pjFtS4tWATlJnhLp9HOMiljWe0Jma6EcEaQFGf
dY46FhtQEX4XvF92D1hUl0SyUHJuhhSQGFJUEUFA54uRwdE3EaruDBSvPi3R2rNuIzGz3KLYIgwV
VDNupIgykADZAGgfq3Zr2/u58WjTawNMmqjdGe1gQehKdC4GOYYfLmPb9wblL5oXRDj3aZln64Mz
TaL6A2Kky55qDJeQdsDErMjBuzIKXkb6NLODtWC/mt6hZG8UlckJPXz8gTa4PUMrQ3WPLk7w0tNO
3U2VQcU43Ao1Yh2ZOL2ycDDBFaAuvgKB+NLdWjO782lEV+DtTeUO+inl4cUQVkL4eHBGMh12M9fe
d9ghpz96Wo0pDkiGi5vODXW+c+u2jC480aRTQPi75TPY9pPNSNntlKYXgCTSL5eZ71tsrWKwfGfQ
FaDagD07XLu2TdbxpMbVrX5WFS7Ohf9DUL1krpmfSH6dxZ3jCfVOZSirkvTmOQe3CZ0Bbcm2zfvQ
fZ8rOS/Fke+iSFhEYx9UTBaJOP3Tpv4YH0o/yN8yVqnErBW8fNj2bgD1FxaWUcr6O6qH33GeJB0W
e6/DRAkKr3QPigqtvGf9HMd/eHlXHxguC320CyZNxI4O8+bbHypLXDL+pi6owAB4ef41FAA7b2cl
HVCuPO/GOilU4O28sGSwN5Zxj4ZyzDJpXix/WZ4LxSnMGcrkWb426zBf0igHwWC4W0i3yRssyq2G
GQ8kWN0etSLXX7Rhsn+vMJZeeMIsKvopxJnltZpGkER1CeU3AUL8jQ9LyVMQ5mTUp5Dt2/eSzUlL
4hTfOmb+xUVoZkAMHjxU4u+KuPgHpAxEBcK66u2BpDFvQGQRtzOjkKAaGFGF8g1EpCayrZwc/zca
fdkcLcIj91zcCECUU2QYPWuFn2e0w1SeSuDn6T5XbovvE3Hc1aZtEhGlhMti77s4/yhdnPgs2hmP
Ub/mxTcveffHYnOHJquF/8H+iFy6BSpidEy1R2gzW7T2ow5ilwjbqU/eVlONT2CmmFw3uB2QtxEs
jcOjkVP9TVUW2X+F43O/tIpYzF0ydtl8wVxSPdfRGP6Xgh+xZLJ7NkQMG0LGytOhLrZIw+f1LZil
d+4XvJJbx2druR2YyLascLiKjixUY6TA9QglJauVfGnCbilwW0Gk6tzyVjG1buWzuLhFqqM5z2fG
hcSMnsNhQlZTtVNVHbJh1t3OUpkRBQmRnURhhMbk/c4ta+M0ShokMl3G7BI8JWJGajO3I6Fk9A4j
MeXOvlBK3XuFM6L5WP38keuFTfwUeR4s+S5QLO6bWZtgmzmcTgdSVObwGM/BjQ0OXDsf3uPiRhsq
uzDp0O0IjJh9Yvuvws3AroUAhDD8koYw4T/omZt6fvVaI8zhPaeQkxuLUQVqLPZor3+2Y4QcYIPW
fvXuJ6zE/60ZqPBtZ6VTbKuFWQ5EBLJwKqhuyYvr+TireOaXNzZ7VNAwAOnGmUP08Ekzt0HCG1jn
X5+b7CqrJiouzZq06cnRSX1fFwRnY/oz0+Rt5mz1ye6WTHV2E4ayzxmHXHLJNES+NyqH/DqKrs5v
FtqoubckR4i/i/JInsKnG4Pccbzug8cGLneCScFsmR8r8EY6T958F3PN0VQeSsszYO9q/pzwBiBf
nVVUHkcmZ88QAsOfCRkfOvypcuWnjYdxvifmhyhP9LEAm2HxN4SADZjwN2HqtWwa3fovLovwnqhc
BAw+Lo+XwHrkD6OZkOIxdBh6mbO7ipX9JgCW8aF21UBujOgq90mtc+YfFbdRhBTckUXXHsapKK1B
hE5qwgg8DAEhFXytQrFcIyq/ACSZG8hpAxG6cGhWWOGzLjQi/MEVFUp+CPKfT+hxpoC4Y6S5myrr
GT/gZ7TgcES/YJfO3B6Qfb1oKFKSbgnHXYXbhcpzvotakrkP0orwAlki/p4CkJq7sXT99oM6csrJ
tOes+PKAZLyBMRmJBUnqf0E32WMtZ/8NS0bwL+VGJurCpSPAI04yF0HnDxHaArvzDCw8jClz8x/9
9bScZpGD62sJAHlDk82hj6GO29jEgk1IYDymNKnVKr6CCV7/oEpZv7Bl+n/AGvPLeCFrHSZ4WOoO
ARKiW5QOpruMMJf1tI6UDFv8JFiXIkrBDyKi3ZVPPormE0kc480pSHP+yNw410+op2qBzIWKy9yr
zNPrHbRCZ9nhFgzwkxOhAvvPvXG3upouiXc7AAzYoauqvk2rbX9uATTBNgj8vLzG8KwcgMzEojwr
wZ/KNzGqTIbBaO05PkFGuPcAXAtshVMXPK/tQMoGMv2MBOsRXxtvA4nIGVfob78Vzg9GeNc/BfDJ
xK85HWJub9QEhKbgS2t2nV9V+cNN3f6bt4Q8mT4vly0YnNxjFbsUJ881BcjqIiae6y9eFsSfQ+zJ
00gsCgvSXM53Osp7ec4J5YTJRs0PzR7LEekqWcTavnlzyryiEcvomsmyxRC/96eKsB05Tt4Ady21
7Z+587pg5xt3WI8sbovlEjLXYvcOcbn+QUcc8UHkvN/NZ6UBCR7xFfj2cAsHWt5U4UzDNi9u7E/g
FqSJsNYycfTs57znVK5S4xnD3g9kKQRj0BUtabWbHK3KRjQO2blJQjl10VHVG0C8aM7jw+06BwZT
kqTlyeGmbvVd77VmXZayBV36eusTtO5tVwI6p5eSSj49wNESz00CenMjbt8yg81qyI7Ye4qIEUfD
iVomg0VJZCtxJ0RYnYidJKuCFmk1J8A9CAVySvvPfAkwM0SctKcJlSu/L/KzJ4A0Ov6GPZbhnUm0
oeSJO/IAWS8t9+wvSK6IU+XAvpwUpK6QI/e39RZEd6N02ZfO2u8gNQ7Osheeb/yndJlWbhuc/IiB
0E+/Dqm34ERcM3M/Ca7nyGttdEily2SKhWy9ovQtJXm3aD66Z/qJDhMvPqJ/YWV8cyVjwJJVMGfj
He99FaDLFe0rwgyCv9Fz0L90TmFjgITLmO7HRqnHnD3hCj8Tw2jWmfW74X1P6K5GuMaM5ZWLa5NF
HyAUmLYx1AScr0QVBCc8N+zAAcnA3DO0f0iu/MjLjz6nTn3u6cKmfQdpuR4PLE8yb8/36mJ2T23I
bqkc/XVvmO9E/a5r2LToI6qOgfNRZCAp3WevyOnyTKcc5zg0/tIdldfzKXgZuwQexQR9SO4s4vco
lS1pthyUCK1g5rQTWRYH/2b4LjEpUKR2IDQzgPNqONhorOzc84oxWS2fES4uy0PeYq/iWQZj24xT
y2VKUsI9y9CRgejI6XYEkKC+WHJ4CGHpq4ejqUHOn5FMorDKCogKW4VT4/VmBEu5nx2DTaKe+vvc
ocAl23Fht+PM3sBsOBmoGofSQ+xHyEGCUwg9w3CxDhfGDhMMRyd5a3Vy0eTfAqvvw+SRqToMIItP
x+6DUK7z7ykfyEyhbEjB0yWkUn6EhSjvowSOAYnMOGcwbCMFH3y5ZVjKcR47JvyWCEog4hk0vLue
eTkjhjodf61JT8IJk4fwQvIG6YttESdXt3DC6M2IcTyVZIAUGx1OSCNIAltQkzGWv2kDbLdKUR9h
dnr2ju1rGjwDP4Lgy5Q+fKhcQVBVgzft30rK5bBDQGnlVtxsCiddpTNMIxXRhTtIVy26Kl+e2nSB
4joq0gYogOowPFC/jPaxJRVpX9KgB/sEEId/14dRZ/YdQSZyM43gCA5F7lFxTeSp5ecZLNo/k8wo
7LAjAtokF/C/biU/7pTqAKw3xBYSVU4sn7L1bCYLkDDLKdh5kyXB6mCyuuQ4sLlhpRsYruiHFj1J
4PNt9O10Koq+/9Pn86BQNJH3fEv5BufAvd2Nfdbe4Z014XTSpPH1l0J4pYuOh+v0wzUt7oPKwhxC
kmUqvhrrzWw2DZ7FLUJ3AI4dbcyXCdpiQnGwmGVCmAne5TMWZXMEJ1aJN4kYvHiG3xF3DzMgrJVz
n9rCzjAX9S0oNYux2XmsnpktrpAW0KvhGd4YBm35i64C1AcBudohi/uUijindsenVCS9fsAzQQ4Q
G4Abo2UlXGjZNl7PlqEopv7mW6kKMu2ygoGiGyn9a8nIHTgFaciZtdEls3OS7AaiblDpcvyzGS8X
VrPxXpZhTRvFUynj/OClhFzCZxnBDT8XlXCjG4DF6efnCIk+Mguj2mrYFERYLsmBBqOUZrcuTfRH
OWWR7ozrrP3vluS2YleiSH7Acja/ZE6c2w1+VwY9M118uO0hF9/XDCSfq45Cmd1kby9+6KPSVBj3
nxMnyehmLCHtB0Iz83OAaHo5tpBq5adDt56T0YL6J99OTp6A91uzEi5lP/Xr5yotQtwtL3cJSFd4
tkU9C4fse8jG6pZ/FVltHnzGW9yHDEDRsIeqKGPWpUhKl2FTxS16FhFk8Nhkyoj4YQyQl1xDKHJs
BKsYfeSOu07JAxndTkiaBfHkzQMHYCwRdSaK/SNGesBa245jSZIvHiSQZQBTQQPd0b81o7fxWDhC
bkfHlpV/Qx8VGqcl5zI6fLK2AKgVRDciSaQOSJ07x8zecj/WiWp/GAbOTG9iV2jM642Xucca/BEq
vRJDOwZ5yM9rOOyR3xfJV+OGkbeXczonVw/UykiypTun8foxc139pKjhZsqoXpS/CHfBj7BrUYjM
FLt96T7kWXTzTtH8vnUVPr1n9o6+/Gj9wQHi4cnJze4asXZqP8/gXPbIhYvxn6SHkDFL1RQ2Rjdx
+aoH9raqQsvYxHBsqXT89DEkHt1F0ZTlHWa7cpm6B9ycU7HnHCzrRwBREi0hiLvkLlNIN546lwb7
O557uE97t5dzzPIYWWeKV54ljf6rKCe8m/Q3Lj98bjY8HiNTrEskYC5/LFjzkMBXfSsy9m4NuyJr
We21Ow/TdrSnyId9w38R3PBXNI+rTl4l9gaWiqxYsuDYsFqevnsZuh3O3LR1DrbptHsMzUDNvIIF
TCERBWRs7HoUYRHhV2FsBabpihJr6zlkqLDnToPmDhV4lBCulq2ShQuqlik5926nBNwuo+3y3RAb
HBwnqVmRQuTFmfxZ5NTNCC+9NNlNsmkXxJU2qu7mwngNuekpHfQUwwD5dq2CY2MZRQ0IH7gE4keY
H9wOePZcVllRKqDu1u2E/bTPQFkGUwvUBTBz2HrHNV+7+QEGbSCZuEHIQfAj5uj3zMij3PdVtATH
EY9Nf2jRZufztlJDReI9pBvxQnYQyZoMp7zuLPy2J1c4k0XJmYelxwdg0sQTg2dQk05AcvhMb4aZ
YvUyQIKIgdDkR9Q30HDhMRygCpq6OFVAHmSDAYPDkPS0KXB5a4kOysVmYTfefhbDMOhXbRDKkrfU
aWKJbEDq5bbJber3WMnpaNkfMwmL2l2QYy3hb7Kt+K7Hpai3uO16u5mTWMjPIky7PL3y3gQ+tugC
XX6DlwBk/oa4EE5pRsKCDL9EdDHUMg0ibhPmRkPB7CR5DazDZgBP8IrwFtAxt/wyHRf3x8zsw79j
X1GIf7pGWY8Ud3bAFyOWliFhEgXTUKjFpJlrgWwebGMgT36bjD4Sw4WVwqXSTFpPVobZze0ofE51
okLIvMI8gwZvYOa/VUg5/pTUcdMP+gbGfkQYeeFIGoqBkiIhtPRcedY6zwMhGHRV0vLQS9dorfF/
s1e/D0CPy6fQh6AzwtQF6IQTtEnH55Hyy0QXptk9oLgtrs8M/E6N3bfMHgKIQTZ/AE7Y2PDQAFkz
Zo/v16tALNYiEOEWbD4+6YXsA4t6PczX6VDUeVB+xtQB0zXkyRuOtu7IpqiSKLOs0es+Ok2zO9hj
K1wS+JxegitibIHR1brLQrrSjTJ6Ztw/TMiAU3ScXV954MFsGJKonkD72lejns8lvRVqUD6kaleh
V2ORjFqBgVleZs8oZQ1zfjUVJBsZ2obtgg+i3dU1Nf/OsdFAacT8gm4trUmnQzntbXp/GdITAxu1
nAI2f2LHSku8ejxA0UkQqvzNKc+Qscq1vGv8gRBbr1vfTSm8cS+qorbYwnvcWxKzCDMlFaMiwG3A
XLSd0+lMRFT8r2984pRbFYf9P+QhSn3R2rgtXwkKuK1GxqJOhCsb+wv1HLE34+xDV2jyvgoOzPVg
IBemd7YN0Wqs+/zJmVjmcSL1uxZPn8Vosobyuwhtc0UbkgPUK1a6KJeqnYKoVDMmj8TDzBaCJMUw
bors2vddE12BLkwNbuYSHVtCiL23ZzVFqRYkCZElQZ7xYAVOk6PebGa1cihCbkTKG6YfztBk66kC
2djzbLt1fOUUQCY1TOHwN2Xr+CpKMbPyxXGGUt5tqIdrifyD2RR1AkNxGrZNWISN2szY5YBKLJp3
wAF5SrxSpKM/LpAA9bT4FCJ7qhuNAIUGJb2QLhNMj0jF8+zcR2oQ12AuF7UnGSL93U8yDFH/0gPe
wy83b3mIuPJL1wlTuVqB09rFir3AoS1c508SqvLfgKO85ttw+9+jsy5Yqsj8q7YWpdc3sBgs/uTw
skJo41v+5qSFecaSXHnnleS2v2Wi2waUE4Rx9HztmpEYmFiPNV9urz30zX/DhAYMGmkUrb/IzUof
G4hPyzGuKmW2bHhv4TWNCJp9QJozITNdUJ9QGady57ZNZJiBInL8NXjsmg5DRyzV4zow2X9hW0UK
B59P2nDcEo+0YWGgjrRI0PLSvngDoeD/p5osPyGpBnOPcSt7lWZMzCXXPugLcnbgouvQEQ9LMuH8
JVq0ep6EnJpDpRc3JGEpkkTpgbo1G6mz/sXUc8FwmsPokCNuro9h1iSPoWS1fZp8pl3E7pQRttSJ
qMi90xsNPEqmsdj4AQPox7SurAY1PkrMDf0QMpBJcmer3QwLAhkAMjgzY5nPgePi9B5tIGkT6gRz
DxnQ5gEuL3E7jg5wnLqIhwipxRpDDEWknWPdxaRiFCgFCqbPsiOqp8vYQxMs6jw14QyUEK5N7m8Q
pSWoMnE63U5rTG0Ho3mNv+IEI9suiB31jO4IaP1Y2+SXqUT+I51c3NWMyRnE/R/S5UQK2X6xrrcD
Ee89osRqGWCwDzmjNHC89Z0CU4E+bOjFTSc9xxEZSODMihu0cLjCGgiQm/Urt40uKvvXdamBA5IM
oGwETXaeiCK4zZlw/yEFnCTZXM5aDTuhW7Nc0bYn7R3iNCwRc55+UvUtmhCvNnkd8Xqoi1UpiVc4
G4r32hna75zw+J8cyqZ7uSU5vzodksstW8b6YviVsl2KlZxxjUvexmvj9tFbwjn6rOaiLdF/cfgK
NPideK1A6rZn0nimA3s/PuUwDggi9FtltwHi857iBnDsDPw5/mZs5SPngFJWHoXKfe8kTJj9XYVY
f0KWSyQujmt+jCDY4spzShGeKPUW1pQRvz0J1SLBqsqrE9HkChvsKsQfRHslqr8bAAlKtuM8KcxN
GgW5UxbMzEhgWi92nAL4Wwjt75FaDcmZb9AH2uyifd7VQhUsOtqIjm52ihhI91D27nXAw5htRn/G
V8XNWz8sXWYn7AnWhUrkufXOX6Hr3K1rZ97GsBg/8DmC04mcsCj2QUIduR0H99YhZkn7xzAMgnmS
MWT7rJ2p/+lWgfE+GixhSIhFch1eS6/W0zfOO8azwIf1d2IXXsrRk2besNwT/4g9Xf6xaa3HO7PG
yDE3uo6Tvy4SngJO3dr7pzAj6XvTANzhNEUN7x2QkYf1/WhCVR962jp/6wdGdS+yilmEE2sXHZAH
jmR8EOV6e2m74dUmUFj2rFFvKEFEFAQkUbeToAb/hW43r1MfxxFCt60dJIaJJE29T806WN31pIHN
rzXuaaA2floR24toCbOzM4H18WPHPYdjVBLnUnSUxXqIVX1FVkZGKMCJ5m/urEyjMwr7l7CRxQdO
suQ7hoNn9/XC3Y2aI6IzHaYAZ3smu8e4pUrcJukENb0ZuuQTtDb2I7BNmtVcExuGQQlLPESPCrAP
usZxpwKfLCyCqspqW0hc/gTcB7dQQunIZ8Q/LBx1RhDzTDx3+FS52v8BGDABOped/1Wm6ElO2C3o
iP0GsQ9hX0uw18QZ1Y8+tpGC+zsTxYMrMOo92KxTNwoq/ANMVCHu8l2pwvUMdX0GUVjNIBNFFbX+
Lptd/C6tLXpJNW9G0JjoC4eTmZoZsBk0DffoRigE+akqwosGUCS7FFux2ODuCMdftqPl2YQdVtVL
06v8VI90CdfFpAZAeMcEYLPSAKl96ox5cODsXs60FBIxMFGu2nmwEhtGcBIxTc8eg6k/vTMWTcVj
1bJH+A9bDT7t/Ri0wEYPE2LqLLln+UeI9JFFg98P+zzAU0r/4U0q53MukhdnFioDxhTFY3dXj8r/
zSEeBHuVpnm/XYIy+exxTPQ/64K/Wu6Z5Q7uVlu82wR2S7/6Mmmpr+OAfQB7CVKCihAoNMa7YpGj
uUeIt/SH0S4NgkIkMc68U1RiMU+75+CCNDGju2d2vDgiFKxcsymW0otgNARe967hvDZHXLht87Dg
DHWwTcbwnrcguOr0ieSvzGPyvTK0QXWzIB5mcQrVAX85iThQx3S5LRy52qvlYMxOKwc0Oi9iAxM8
yIiMzuhHBppJGUy3oAEdcWhgeSu3qxLz73SNOonbt6+6A7Iit9q7KBKfVYLJbBdU5AcxTnHK3zkJ
Ad593GqKVwYSyE2Z7HfyN1O58V/EC0ytHKqJSMBZcy3j/dGCbSDBtVuemtvxHzSmOupWTcGpdRkt
s9UCYXNiueMlP8R7IYYEVyj1oWlThN4BBt/0RILO4rM4l52oryodh/GHC97L7oFC8HnlGPZuEJ1G
vni3ev0ZJUQSv0CZum0Ul1UCJygXHuvDzTGeHuwK6os7Lgm9k1QJokuq2PE9WNIlOyYJpv+N6WdM
ZXTkSNbp5QWDldSledGUjJBpdBlW2zyk5t3WKJTcZ0VTz26hIko9f0xDDKrcACCkihWyM0UR1Efg
DWGoQsBE7fJE1eORCxBChboH7qj+9QA6ljvGGGH/OrmC0Ddm4gYBUeAE56oAkvTLZpS+Hy2OCX3y
E4ZDSKhqi/U8XafNkihnfE9TFTaXxiKo3TJZbQXxVqaLHv1m7sWeQaXgbiCesvnPc1kJHpCvKRin
aZ0yAvXheL6gb5/K85RaRmbMYyKkTwnSTvnLR4D6OeIH8+87UouHgxtTYMBQ8LD7LAVf12Eiuf1G
i+hma7aY+1IStLsO0clfJiT4vkkJkHeIAWcXWDxRBshSnbhNX9sqXL6oK5bpl4kIcCaiyLrqiALO
wzLktDKsNmjN6/Y+Seo+v5LWEOQPbcPyZxcBMGRljdejZrgDtNvHsIkNEAC/50NXZQAewmFCj9Wa
iKgA3Gr9XYPyZeh+zZWK89exmDL0/XwtHFpLzjKeayaKnadMu0HXvdJpWKJHEzep2EA560AQhZHx
oN9bDCozEIsRzzr/JPSj9yGMlv4nj2ijTxihRnWaQuVm71x5rvPExNzGzzLJTX+ijCFZ0M6Bj2fc
d7lSKtXL+mlGm53ubzsf9yQUnre9zlBu0VOzzmbXJMggiSV287hSFKeUOT0xs5AunA7RkTwwm7ZU
2B5hRuGlTTDc7LXK+uovQAK4FnMaZB9G2uQ8S2wsDJQ8crEQjUy/Pc2kA9GcsfPZnXI8YTKx+m9M
3nq/7RhMkz5UOFyiQTR5D4zCiSIpcp7V3e0G07epq36PPNBCDLzhRLEAbMDSIBMCvln3bndaJzHe
aFUGQ5WIkHuyslmKFqhACIq0q8P1EgdYmZh5zTAjzRQKAyDQksfTMxdKtsWAQKUrw/mPU2flryWN
0hTjVKpQbCLFhtwME+99/h9p57EkN7Kl6Ve5dtcNG3cADjjGpnsRMgUzmYLMCHIDSyporfH086Ha
xpoZFRZpxbmLWlxW0QOAi+P/+UXJ+Ygksg4+ixDPF9D5wbgzEDmgVGpYUGsIeVTzkNbsfongjV7g
W7e/oqGEjWRAwaejXEaK/wSHDAB1I8KynALwB8JrJMgKNrFPDxmt30b5HVJI6N9Qk/Nh1ofESeJi
U0G3P8Lrp7kXOeNAziw6wy9wakwCg8hSuXYU8XXbHmD8pZ2XHk9jZtN9zSS9w9MQYDNNCt0dsBVN
X+fZbBZLtcE31qHbWY9YBQ1Pg+m3X8iszH+ZjZ1888mbvTHNocPEsYSYvxo5zJG5QS16BRyFeVVP
VV1ua3wYjK2XpfHR63Is8CT85y8ROrVnA258CL0Z+slmQLJ4n4UEZq28uoB/hYlb/b1JqFbos5vJ
I1Ja68UTlvkriaK/0pq6zl3POqthZ3dOJXC+lAnRgLCP6d4Fudw40mRfHKGeJhu6yNmthpmJ8xEx
x9UKBiOeygN2pTmbXoV+cbIr0ouQR9LIiH32NVJRaBxl2kEkZNox++0cT8goqhDy2ko3ghsBtz0j
RdFnF79qu2ycNWma9U/qrCLamkPuRhQwOa6dcW66ty2kQ4GSyqYTrouSZ60It4m4VrheeuNYaYuw
iP2qIywK4qoWcFTgK8Z+v2czyH4OfWV/Mwb228UQPDNuutKpvru0+Dw4fFlO8qsHIL8NDJyvtt1s
V/etJfUzZ07gXJHER3zDBG8WM4yc97Tq2Fe5vRmRW1/XQKDY+/VB+lxXDaGUJuc1ib4FTdutpOXy
y24649MAI/hqrkrzI57Ki7sOtkwNPbMkhHDC0b4evNjM9pEfIEKbwlTf1unsfc5xwejWHT4OsBuL
AtlIZFKkwAJB3uvREXwwIM1U10Omzae+b8PHypechYFNgBamA8F4L5s+x5gDKrm1CjEnu0XUN38T
PdX5OrTIul45I7dwOqwSRa3dj+PLICZ8MrmM0vekZ13DzrZyMOHQy64VZKd+3dWqfaStVn2Kg6m4
i3PisVZwZgDOVOM2jymuj8A0gTv+kkkMd4ROmLO3kjYtdq0gn3xnGCTQr+GdE2Cpq3H+inyqetZ1
H0AiEYs2uO1lnu2om0g0Z90X/VoYlFPbXEXzsB4ijb0VZDqxAuNLHuJEhN+QPblgREOhog0axvjJ
42LrUjX62WtnGe53L277eMNMICOr5Er25OH2w8+Q6Hi2NBGqW2+RKaznIDNA2uYy+Vx7EzyVzBjU
h6CUubnzqJyqldvEbKBBDZBEbBD76srDnOxYj6OL+Njh+1M1+EwNDjQIQuwNeLN3ZSQfyEJkn8KQ
S74G9ImYVEVn75upTY+qM9Mjxi35l7a1IFZKMdkfaDjEn/zcwQu6zYHrr/sszvbpiNvfZqSv/QUa
Djck362g8g8zJChqh5iy1zULnDdN2ObhFS4PNMcb5K39tZ1zfdY+hG/snSb6XDWLEXumsqQcINgG
kpV0BW7G3B3Jk0xm9ztZ7vWAjZmqjxm3zWfLMQhdRgCikQNV1uOEWmjcGiixvqZh2H8cNCI9ymtT
UbT1mT0vRCxQMCzl0s+GgOm1Qjoq4EQGgTdsQHuaeCsgAUHkbMCBV03nLfbrdFtAcwpXvmjWLw11
J0+wHh+47K6COujaNeBQX9IXhwmwhTiB3zO5xslBEfwlVnMyEGue1I3GVq4PSYaoGp8rWIBtmL3L
2CrvtTsHtxBjynGD/30cfImb0PoVQXVyVnC4GuD1tEWEkYXFa4RVw62IhsX8f5C4E3PrCDTBKlN+
wPdXTh8Ba2vcP2Bs3YXjaGbXMh5xMsG0I8OqyKxw9oy5uBRXeR0vxEs8KPB9qmoRbA2sl/tbrCpp
Jto1DE/ACqnu+yozfnaQsfdq+en4tQYD0jkSTb87UyZhv3cLgd3q1UJ5TWo8Cb24rJ6TMXO/eXUz
cIqyB6JTxQtkOwnTxlUJKPSD3dnYbHJBw6pHY5qW7kk9xDeOc7IaVrVpZiPRBxjIQQ9FRoiPTpXu
SSwuUAhVgR9eqbLAaUQPVO/bEP8xxaauhl8WCUbBVnIVauliN8YiSiiba6Sc8ojBOj3c0eEkWkfg
1fRzDWzQMSPt3RzAQyh/xYlGawSzL7oPXaS9J6hqHN3I1oI7esK0sYToudsJOeSHlHDcGHf9wn+B
qI+s0w8Ga1+2NC75OOjJJbmES2bmqBd9dc7dzSyzL3Wa5eEtBYT9ke9fwQov4/AbEuTic6Yz4OfS
t4PsJsBhA2DeECAEEa2kZlf3unj2ScihfE4CdWejcsJ+Z3SGL0HQckrT47DrTSjNwN32Djn2K2Fm
JbweEOvNQKdLr/oYhSRE/ab+aHHxRZuvjOobK508DMfxi18jqh/yZKFYQFS1u/hVeyiorY6b5C4X
IT5QKPPaR4+4IaDGuMivIbCXPfiTS+zYUnQCdrijeUgxmacfQq940TITQ4Ndpc6v0yBc4P8mgS/Y
IRImr4D+K6dRFcK2tayRWUrATH4/Yrj9PcCniLCbuYqqddgmwUsDnXRk4ebtvS6y0aCJwWJdmUmH
eiW16paEA8//yQQHzsFpOAdcj8UzO2P2HMx5nW9U20xfJdKLRxoOrVoDr1dYfeOHde/P7TJjyKw7
uO40XJNUa4v13Hhi8aPyMc+QQZ8EGJOM81FCdb5DDYiwQnQYafD6BLCbq/oSnj5h0wOuoiEej7wM
bvvTKPHuEjRWKVoSQxWb1DOsO0kBRlZLlOlb0r+RKvE5zWJj1Ratw2m0KMZaAibF2hhqkx421QlS
IDl7w7ZODKfeQtLm7bMNuS+pHYHZhpB7wD2q0rpi/vNoZSarg2Nqrm/Z2INjtBCeH6dskUpR3OpN
jr1+vAA9yGIrSlp0Q6nNtaxDNHBVo7ohsCXq+8+EGubPXLz7b2MYJ8iKGmJyDKCGcp2DWWarkEhx
sQ7mTO7NlrBD6tVFvFtbefICZb1+aXDeizkcFyVDZEx0rD3MvPFjiAn0svrI/cWmot0N2pNYb4e0
HV5DXLEOc0n/deVYoLhb4uIi56rSCMv2ATXrx0Z3XL1gh8dwv4Y0erFs1AtYcRJMfxM2Rv4ErzCE
q4NAHp2Wn49fwpJaax3mIJUbvBrlNTsXF/oGEkq6MaALDFdICYJ7xFx0tSyQD1wZI44dkskyFa/R
GjoeGvwo4Ayg1Y1JelAM37KUjs8OZVSzlUQH0CWsINsAd9a1saGL34dP4MsB5VZZGJsRJaS4b8dY
jhsvT+GZTZo27XVLwugn9LzNFYaBgvbgDN2Rdi0tVlrYZtxt4272sV5gSlgbnHisL53R4htZk0DZ
XocaMftumS6K18sq2tLNxnODCyhulfAGazK5DNepdgayZy5QxIFPeAmSOj4WFeVVqm28IbRNuAEk
JXJf6aw2AgtErxj2Wg5Vt6b45OhAplw9uWSVBbtKOuPXJhoXx5faRDBMy9WGwQDdg9iutitewVpt
bAtMZCgrA7rx5xhDG1xiJBl6qyqHfLmxkwQvHiEiyCE1jtrY1EWFfG1LTKbXbOHmxxm/IWgyaiA7
qoezRRBra080873FVrYJk2G+lmMcNbs8c9KDnqZQrUpctiBgUC+kV21TeqRIo+Tz92R1cQ0BPcSq
tOZq8yvuYjSQZgub6zoz3Aa3QkoZsEd7sP2rAKgEaftI/jV+Q+ndPPW2wfES9PknxyX+ZINswvfu
Y/bnr104hPSKikrLTZX7A9dX8ny/AQzgNdKNTQmoRC/PesQbpqw36C3jhyiprQFaA3+4QbA8sy6Q
kpC5rSlyNpYywuNsZ7C+g8gKHtI+t9ot6U72vncFmUqjSro76r0x2ptcKaOVzUEkWP0dbjqNkcjv
GDzFr7LD62Vdl0Zef8KnXT9moqOzOMxmLfaqgxkKb7nmckcPIcK/GwcqMB6zil+RneY/EZfLYp0K
H80G0ZNy3hq2ExooulB3sK1HBpgK9xSc9ijuQlIv+w0HZk0lg7PXsU80Rn111zqvtjPrGm2MJSFi
BuGSTu10/ZXfKRsiJBF2+U5T8f60ACCDTQyPnAITWcsDciEOXFXQtkOE1f7UQDQ1kITpYqaEKs7f
9wLVPbYUKnuBMUTrrmxaewugAiMERI+LXIrTwifwtvJDBSiHxiqt8+FThqGhu4KQQ7cFbg6pytCY
TWDJ2I0Xu36iR4NMRVeNUJnLLM4mTO+BW7sfM8yqeNvUUCw2Er7GMWF3/5GzHT1PWNBG61w581Zz
5cQfvwjUi9XF+a1oSDLZ2IVFF91SxdfMtaDR4CFVPmBsFn6cLW0jNOjS6Rco7fhTIGf5QjlZ3mjw
1nhTYvGHa5XdZtsUt9GXkA/8RJMKplDSAe1HYYFxfeXlNpzybEHavLJrRpo4GbFTiHmSe1YYnkbU
uv1QYvlOtHP3g+ILDJVFWcbpI6SZ0IGjqoveBIpge97IcOrYRISpeu/ZQ4uW79qwd9yVKachQW5T
C9fvV5mmD92tZzlO7YcoMQv6yxCtmq/kAPCa3IQeMwB3EwnrOsCnv6N1U0wVzCNgZfrs+WyCeK2l
kdEBjpifS4xGa0X7lrjAkV73JFgplQy8xObUgwt7vdh0WKS+V9iHtIlnjQ8mtBm0FIodrHrwTdek
eYO3gEP+WuykXfBiOlJket3xzVGAVrHC+B+PLGwsn2NCoTHJH0q3uyW6zrN3djfFau8QaJh/R9Nq
uvhFmGUz4MFYFs4WYwdMEm8sD2dW6v9AdpjOh6l0UPECeo7tXag7t8mvtEfmknOLXp8GxDYKdcQL
Ga0Sx51tk6COsLdYEY7YqITk1q0E+L5Ybg/c8NH0jZRqnjE/pPj0Z3so37TusPBkk8zslgOfE6px
b2LyA431KPOC1AnITgSuIrRavMAGjNpj0sdnDHNIBl6HIZJ1LBdMth/UP+Eh9nAYW8U1vFQqiyiX
aGgdZXE/p9bb2ESW3iuo9eTd11BF0ob9aYX+2vhaA7j9cmy7fgHLrZt1jNUABVVGUMu6jXx1oKlN
gk9XmBIOniL0fBMVCGg2ItCpte57p/61UIbJABjseLE9qRU6fKjsZJ0nFpajGJDbXMfG6Zd2EFoT
hJ2NdISg9VP5IGlItuiwxBWUQlMBQZT1XdkZalrh9u19c9Nh2uH0DjpPpEYL86hrQdFc24IVN3Rt
9GWEov81ICgv2o65lYM7cVkjcYy+mLrid9B711wa5isEU1T5GARTlJVjhYV7MKvO5p+GvrOzEuNv
7nUuJKC5RXE4OlSraxxA/XqL4xEB8YUiVSTqc+8Isg59BSls5tw4tPChVDYJBEivzYwn4djgM8qK
q18hIOy0zmalulsd1+YzNR/MrcCjMF7NguTQ7WDDeVkphbGSLYQVX5N9gp6kzGmorBE/wj6KTE2G
u2UbbnXTLlNkEyObMfZiGOcIBykJedf3YzdYE2AWY/khZ/3Z4UZLMxUehUl2Xm8iBIP7SZZIlZCm
Pkzww0baWNRwJqBPWSIAZ3sg/4xLMARv3AhygkO6sNbOVVPn7U3sN4GziXpz6Nda+YAR2K/wb+Or
o1ZxXvjfYBI1Bw9WKEUqIoufSlbWDwzCeqaJMzGzS7PFLH7Et3YVtZiXbpC22QdPgP7uclDqRwhj
4Es8W3LVwbF/xGJp/KZyq7wzHQJtdxE9HH9LVI3tbRtC2DgxrcXayKrpW29sE+HxWlV8YPIZnDpd
k6oBqoaXqydWOG3hWaB7f6JZGsc/8jQnmzVvcuMeU6cU7zdX1Dd5kuOv7Dq62mcRAY7XHpL7W9HW
ydEN2ZDJCMVIcIPfARxE2M3wl2Tr2O7Kn6PsAMdDovPDjOtbGCXT9wEHY+7XsE2alZqCKFoBDHP3
4TqM6Syvg5O/ARP97ITm8MWc2+LBV3wo8MUcICI38K0nQszCLncaxGucqZw2fRc9JXJBWKPMmnpM
1jXzzSZzDvndCGrDbQ8RAcUrggA3GOJXUWDaKpOoR7NgYOSA7mmODt4kXWcTwiX0diUN6nJFQUCn
AFNlhUhPclhjcD6EGEUQsIXyF/kcyW3u8J3L30RMcjW2t3xHZEOx9KPl1gUat+rYijCzLE2lF08F
94vy7EWWPGe40XD3yqHDkUfxkSvWyI3diFR3BTJZV+vOkeoBG5/xFf1i/RpzY/lOLzfouPDN4zFF
W/xE/7M9YttdP494lOMyFErsdaTl8MSYQPIi/gPlG+xLKv1thT9peVUJN8RYo/Z6Mri6kkbQTQSv
n3gqBx2Buf33v/7Xf/2f7+P/Dn4WD0U60Wb/V95lD0WUt81//tv+97/oKiz/7/WP//y3aykhbGV7
sCpdAE84qPz599enKA/4l+V/hCIKm7qh0VxaWXvXY4Vf+mH/cHkQ9+0giguC8GxPS9NWnuU4+u0g
s46UxiwiOTaFmB7YjUjsNKrgsfa1vbamGf4+vjDh/vKoy9/626P996iORXKLRQtKWiejcnXvdYdt
6dFz3fYxVbHzbFm5YWzJBotQdE2Q9nTqiD21I0rqy4M75wZ3LZyZTZevYp+8V0glABCwSY9xU08f
Fn2ZfqSs8j/g3Orn12VdD0iZLo959jVrk+sMTvOu5S6/6bdvKTNyfp1WpEcytJBKz+B/P2ipRl/6
GWHaFMphlw+S+JvLw555z1IwJMnTwvOIZ387bA/RrFRVlBydanzKfIDlXiewdKj46OCP3EkPiVxo
SNBpU299efCT+bt8ZAbXNDU1Qj1pybeDT+ZEmzFvkmNqVhSiBQqXGyjYaXd1eZwz71YK20Eb4po8
qOO9HcepuW4yDA9pkHFjGCH7OgcSwMrQty8DDo/7nMiFL5dHVfytJ1NYQvmkWHNc20aJ8XZUTbd5
9HM3PjLJF9tRRJkT0QFlDO2waMvw7vJwZ18my4Upa6PNcJef89sEQuRAQI9RJkeYQ3Q/ZawOoRXi
fXV5mDNrQwpPODDNteO46nTCyLkZcbRIj34xovckT6cmUJ3emctxA3+qCk1/d3nIc59PCqYnbH0Y
t2r589+ejMR7SxGtmhyjwTajp0EnVHMGI03bYCjt4quuAtHj4Mnl+Oby0OdeKilLLBC2WBfmxNuh
gwYneoyxedpyAqePsd2tsLoN+j+Yob+PczJDdZ/MWkYKhQiEOwTeVfAM5a3akn+G1CCM8Nctgujb
HzwcYJfpYLFscoK8fThZ6hm02EqPrle0/cckqcz+0YHKtPmTcSzPgbGqeY8nLxEFnpuNCH+PI9cv
jL8bMQdPRQ3/8Z2JcvZrOZLuhrYwSjt9IHrzkIq6PDtCQF5C79UYbDE0JX7x8gOdnZCeKWiECulq
8+RrpanygdvC/OigovpMARHKrSUsDx++uHG54SmrkbDoYqrVyyOfW32Iaf7fyJZ4+8nYw9BjwIk7
Yh4uPko3xVuRrUciOsEY+FvTgnNdHvHcs5rCxLwH9rrJMng7IoZWMRmSTX6MO0i9PiXHXVuP2aPA
2BjjxoJmJpBR8s6o5/ZOkylJ899xUAOfjBpV9lwOTZ4fiVTxaLCIufyGB2F5dMlt+H75Cc+909/H
OpmetHaLEZEbXzOy2hfPaBdTrYpk4hEB8WOP3vzp/2/Ak+njQaUXVh/nx0ynNQ9nOFG+RVtUPsvG
tL9UOYrWP5g37F6YEANYcLE8eZ8hGZJmSdTdsRhSe0/rTLV3OibYbj2nWuGe5sZOdXv5Mc+tRlNL
m2PXlMo+XSVQw5G/1l16pBncVOvaJ1x2O9K8fud1np2h/zPO6ZpQeVzJWKcpvqThK53YCZlDaD1G
OlH6ExGwQ3RNhK/7XsF2dor+NuzJ7tni9RH2bpMee7yqJOhJ5sNLqmj67cmkt6N39rZzw3H8ae25
0uRTnkyasMVSY46iDPKe8HcJOqlrKsMAg+ks+nT5w517oZZktStHO4IAkLdLnuOwDJC5Uv6a9vh9
0R7c5BbUg1Wqgz231Svu2d07H/HcImR7UULxPxNuxNsxnQwAX4UcgAPdIHeN+VF5jcrJvSWrKwBA
zKv6w+WnlMteeVqfWRZaRTgspmdq8+2QE3aFrWPYHEu6DV9deAd1318bfQEpAybVAg8hXAUPGuka
Grpsd2pYgjUv/4yz39WBtIVnpudqtfz5b8XN7LW1yiwdH40AW4wV9hndLe46SLG5cYC5Xh7t7KfV
FMNK0tLj274dTcUGgYRTGB99qMnXiIJLyPWIjJ+cDASwTCt9GD1hv7PDntsJLBxFl/rNthBYvx3V
xjJtQWOXSjgUiAmmvtk0IInj5vLTnXuXFDJUwBpFlJInEzdF5Q3PpE+ONmFAt93ol91uTOZKwkyo
/He2t/ODKVajNs2lHH77UH0xEHfhTfERN1P7FRto40YUgYNVq+i2l5/r3OKwLUdwz6cD4NknQ7XW
BMfKsPhqUmgy5Gn8rMewmh7I+4BOj0CweueLnZsnwFm2wuVAC0ucLMcqK0TmIs89dm2NWXNYjMO3
qXGAWToLMTEBfvVY78Fj8GS+/KznXivLAWW9zdVbiJMKRzd+xYEoKfZB7Mn5jEq5nXNlDRuN28M7
g8mzoymTCG5CnpmhJ8/JiejnE8yvI/TWel0Ckn8ypYvHh1tZewMx1YZNoEPx7UzDs42JMi6QoaMf
GkSCt/QNFY5HRKzR2gLrfUmMyrm+/Drk8gtOdynqzAWEAeChhH47zUheLVICT9Mj+nmI2r5DdppR
zz8TBOrw12QCaVdZj71HXiXun7IlooR7n7kLScO4/FvOLWOuz57L4nLAx04+TTsMQuJgHh/TghhH
DAUFxiTFIJrwD8663wc6/SqxOTZJWXCVzUTzdS5xadmYvZTyuitgnr+zupbd5/QNu0xdF9KCqZDV
v33DolFwNHUFCkFfqFhDlDXgHtWOS9sHvzfAOWI9IWlH9xgRNevL7/Tc4NgHLUfecr01l4X42/bv
WCAk5Ezpg4t3FMzpGH36A+kOtvGMte4U7ys6nvEdnqtJ+yl0IbXtL/+AMyuA8p75D/aEOkaePH1X
DmHd8LsOysShCtfZtHOu7FblL1CoQuufPy7bP819TjpgkdP7dNrj7wCE5qHF6epnTC+xXpMVDiM7
BeM/2rh5g8NNHgz1B6OGrfcH55/pUmNQaNChBSB/+7rNEQFhUtneQcKy1wtizdYKgF95j5Mks8a3
YTE/KVL+8nfOpnNbDW40pu24sHhocp0s5IUdVsV0Pg5O79Bn6ztTssUEs/dQZpCMd2DGQf6EegjO
ofYG40D1jGRCEJy3NXwP026r7YfxQ4BjD0kj5dRZd9OIluF4eUKc/6F62X1Z5+x2J1PSolWIxtT0
Dx6OS8UehI5saqH66QE/D4G9yURTTPaaDppux7m79sVC/QijaKRzXvbK3wcVxxUh1l7i7pkNei9T
Eb9Tv52buKBBHqevyepVJ++zRpg4+KXQh8FAtUnSffchIoLiOwYq3fzPyyaTUpgv8tcefIqtJThi
BoIk7YPVY4FMG2ymZ1hWg7w1+jyocBZthtBel530oo+XP8fyGCe707I6FSvTsrkInzwmYQ2jSQXi
HeCz46rQteRNDKnkxm/ncGA+NrUqfqH2T782pUyfRnzH46vLP+FMMQA4pHjXiGswNDjZjomkVwjE
fe8Au40eLZ4xaIvLwv7c+TOyGLOP9Vd8uxN1fXncM2UPVTGWVsqyWDSnxSrJ2R0SP+kf0MYMcE04
c/PFQg7v62BOoj1mwVH+zrMu293p68ZpWEqOAk3n4aTUmu0Et5fS9w8JtsrRTdnTY4uTwvRI/EMO
i6qxq+kvoaHGgS3sv1x+4nNzmjg9mgAeKLVUJ6PjjZZLNGLGIc4Mc9qgsEsh1Jq6suKr3m7r6Z2j
Ty5/4cnjYuPDW3Yshw1Rn6z1oWf2ELbuAxU3soFJoN3r2U8K+RLEo3jqq2J6jttpseuPKlh1oxlf
aSPH/jAjTJhXkxdia2hfvANmnyt7qHiAmIW0rL8fyiSVEDpVWsZB4bnxEtRzf5fwbmitYt8Yb/qm
z7Doax0MCfMUkSltb+8hDfFvwtpoeV2XP8yZqchBLNzl8iJBZ07ODd8FpiKJ0jikPi0DLoUqtn/O
aQRXDlSq3lC4j+Y70//MVOQWLi08ZmhBIQ99e1ZlriNIYAy8Q1e51k1BbDzRtoRc643nVAk0NaKu
mj3gR+BD/IxS/+XyM58p93hccFSQbyFte5msv5UmMiW5DkKGezCGJCON1CvRHE89fKnL45x7t3Qt
FFZV9MUt82R7kTD3KqQR3iGNMnhT+STFBzfsyeVosEbF+r/o+8fLQ57Z0Sz2FNAbxgX7Pnm0UfZe
EZJocIBL1dzGgzWE+zYyE+hwBA6uIU/RYi6CgV3n8sBnn/Wv3gnKfnaX5Zv/9k5VB4XFGwbv0GAy
fZOVfgUtysSx2BWu+7mXAdYDfzAi0DvbmSWlo09mUU/7esLTwj/gfezdGJEZfEFGi4IG0BYvYkJP
5e7yiGc2MU4qruBL34tD4+R71l0BaddvvUPCZroLMJ2+TczoU1KP3efLI52boVSS7FwsSVP9Vcn8
9jbpz1ctFZw+TLUdbVAikStiDNNs/sFXQ6YKx1fQqfzbLomNJzh7ZuiDXTXtXrR2Fa7RFjhPloFP
6y4vDPn18pOde4csCEgRfzVlT49cZ5RdhHqAebI44yH2oYe4NqBZoWDrCZT651iGpaTHawRfXJCo
t9NyDMMoJlwb8AdSG2TKYoZJFA4YnAiNJOXys537apzoDnwMqkwKireDxdg144MdeQfNZNwqmjQL
+Qgzyj/4ar+PY74dx+qr0Ur72Tvg5jQ8pR6Rd7vCQoCCRc/in6DNNvtx+dHOfLal26I9xXuU1Gxv
h5ST7okdsfTBMM1X20+8w2zNhzqpnMfLA50DLxlJu9xCOblxyH87UpaP2Hhg033wNFGSWVuLO9Kf
Ahdf3zrfY45C3KvyENoWRqQPaoBXbzZl+vPyzzizndmgAVQriiLUPQVrWq5yZD2NzJsWO3orduTn
gTTHNeNl95L803ce+8z75ZIMUApSI1DznWxmBbGoUed7xgFHfQrwWQePiR9K7GxMr/vn03SpO5Xi
Ak4unzgZy0sqP8tN2z8Yc46TOvFfE4m50YKY/uOXqIijkwBtFJzgEG8/JSZ+hI/F0jjYuoF9i6M8
nM46U0ZzRaxe3nyWMfTrd64VZ4oLtoxluVuwBWjtvR0UsY8f1O0c0BAioOo5zAO9leZIVokacKzf
EFtihndlGETkU4/VexPnXH3H+C6sD5rCUIFP5i+Jm05djX5wRPAi+53JRPLQBvRLFAFcv0epAvMa
WCKCi5kTBpSMaf4FETS20sjCiXj459+An0Lj2KNQFPbJwnVgh5i5awRHZCcoBiX+sTRVc9wnErjz
sZrlp8sDmmeWDvwXmMpUAxyT9vLnv51d0N9K3KRcPoA2cAIGF1HHjEtQdTUNMnQxHSRSMniAwmmR
JV6WsX3s076fiU0jYWkn8N6MrwKyVHAk0LOM7nE4xYR2oBtW7zzHxrxJZnaAs//M6T8cRk7Qu1g3
hvyom0VuxckiEqib6QAt1S9td1tC6Qg+YAjW1t8uP+252QaUJUAOcLrgpH77sAH2V81gd8aBWHLf
TWBkVt74MZNT/mnsc/cxk252PaaO+6EnKGl7efBzmwbXG3wO8fVjwp1MtaqBbR55cXDEBr558SPM
e4h0y5tVAsr5zljL33Vyn4LJ5FLauSBcXF7ePigmEKj41eQfMJHgiojTgl9jRYFzEQbMwx1phcjc
FfLgBnPwQQwr7ODt+J3JfKa6pcPLrsXuZQLHn+C0ltl09dQulzpMykhwJeoqePbzUDyxkafDpkOU
fje1asx+/fM3zZm+NGB4AcCJb58+cDPUOW7rH3xc3rZOg4CWWFe0aCJU8/7yWOdOQOV6cJEA7uEd
nwIjVaWgF6OaoYYPZ6waysz/IAzIkxjuxOODLEiC2mndmniMKSRRhBTCW0YlWY/lO1DUuWu00iAk
tJxozv6NFJUTlCpJ6uLe7ujoQ0c824NZes5eT5JkQt/In10CGojUcHB2yZT14qREkja1MbP08NZa
RWNQeO+cK+emAR/DATWgv0kh+fZrdB6AQddr/1CaGQbZDoRncVUQ2y5WxCqUciXwQcRTx3X/YP5p
21MA8tSw9il5I3C9SpYELh+iVCPfc5ux+yjCJaMtAL5fzwZsqy3J08Q4X54T5/ZUDQNOkSir4I6c
nKRhOKgAf0DvYCU4O2psiVaiS6OPeSyvsVcf3vnsZ4fDcZQ6bLHvOb1+iLlA5dyGTHevzj47IwDo
qowNcz26OJjccPJF/f3lJzy3v7CBUjnTxIW4dbK0cVkYSi/u+KY90c2ryHdIScUZIrkvacWhqKvs
DDFY0qWfa7vJd3bY6ufLP+HcdsrT4ptLrYJz91Le/3ZwFQiymnp0vENE5MNVT5HUYmXq/ujisC/e
KeHPnRvLcUGBAD6gTmGXKAFJd0YeV+GLcoWMD10Oh+D4IxPQWCS518ajM7d4UusSlucfbDEOoI9y
wAjgIDsnN4jJKPA47zg5hhp0JyQS98kJHDve2iQO2lsnGVg77eQfJ0vvghAS/E4VcDuv//EbB5CE
8wEq6XCInSzkRkJQqHElP7SLNGw0S7faq6F97Y2qit5542e+LrdOAeQE/gj8c/J1s2TGGovYgOOc
1dF1ghcOjpNEbe6UsofqnR3qzAJaugxUHnTdQFuXP/9tKnW9GIm1iaJjj/T+caGgrSY/S+96lHEE
exXv9dHPrJ6/GqmwLVDX/I3xgR4uRo9ZRcfOSiyEznE04khdt3X6wQmmv9z0JuebyGb7BhVAGN6O
oiPQ9p9/zQWMWTALPOL/xoYkNzwhgwPegLG01iG/FZ8GCJ9HuxHWOzvUX/2sk3rE+X2wk6nT9kiD
utGMjrjqed8jOMlin8Wy29cTtvmU2rg/rCglMBBR3MGf26LHOX41Iu5CaYEuB/TZUs6rNorZXCPR
nep35sC5CUf/ZjmmIG14jvV2DliJDa0/5BdOwh6xWapDbe8zq8U3HBAcF6XLb//slIPrLthBaUNa
J8ORj6cg2nkMVyON3qUm8VO7EUtqXCMh+oQfbKf7dnnI8x/BczDndmmgUPK/fUQ/DIMAFkpwzE0P
ZtUKtZjzRCjOhK8A9tTFVS+w8blusRn6kGeeQzSO5yZuuOowb70W1C7AWlUCGYncqvKH7uxBvsNz
PvcVwGKWgxPQDqDw7U/MeX6iV+GqhxgvxFhy2aQ5kDpwZdSY87zzDc4OtvR/YXYuTKST94Hls5s1
jhEdJfmcwcdmNtp2NxN32u5nLN1+XX79y451ugSWBoK1VMJQzE6KgqpXk0vQQHzMqjxMN6qBr/iE
W9z87nFhnhuJSQyVREl4MycjwUpX2KpkOH1WBh6cCVD3K6YN6MdMgo+rNYwnXB9MSLOAzfF47Vtx
uYXPWhDIqKorDOX73eVnPzfbFaRrTk7QIq7bbz9r2pZdaA0iPuqvcVT3Nyo3qnvph5FPQITdvLef
n6vJOSshsf33eOoE3m7sJrDwqYiOth3L/pq8rS7bddaI6ls44W0FyuI/kG8RrB2nJR+IGxBK9Cys
ivAPdlkH7ikwP0w3vv/bJ1/OEiooDMrMPKumFTG28WbOe+uHooG6/udvmUPTdoBOBbXgyXye28Gb
EYrGSHcU9v/N6GbkRHbQ+lairwgsoDQT79QmZyojAFROEQvQaNla3j7fSAiXKYssOmbcbfM7zx+T
di+xPLzDJzVIdlE1BNO+K/8vZ2e2GzcOresnEqB5uFVNnuIkzuCybwQ73a1ZoiRS09OfTznn7J2S
Cy44jW4E6FywSJGLi2v9A6KX2KWMFdrz70/63F3KAab6SFc4wLz79AcIFIBJCciNtE4u1YqyF8gj
0eDZSEuDKqon/OzdSNHxB0Ysaehplf0XEFz4aMyeOihFUGsJNH/kD5rmqkjndB+tWut/DmLCpLkI
uKfKvjy+P91zMYsSDPmmQypqrHvRLdk9SMIuOSbogWU3LjJ8OzwkrH1Z1Uq/en+wc9UxwDG8Y2Cg
UU34fc7+mNgwCgX9ipIgLg04KbSl8dJSd7AORllza1SWPt8kskBYAaGVNHhVZC/oQGeB5P90TOJC
HnEujrC/LUjBYPLwEjld6NRSlVdHU4zcn+bdxDNZkmpsL92JCfGPLX2Y8sv7S7Ds33XUplzDaSLz
ZejV9nLGzs4yizuzjCRqxWZk9vYNippuvROaE28aze/RRkBhNL4QOc6PTHPw/478u3D3x9rrUa5j
FOqTAfu+snZ0dp3+ASJzAIR91LxPZVAC1ApIiKrdX8zZ9xzSbjBSIFtOV9nG9UXjcomPE0SmryAO
oxu/Q33zpeevwh7cj3/jzXrz78eH/Y3xXBIU0/NWH9cAuUghUiagcw2571EDC1PC+FWCCsbPXgyj
RFghy+e/mK1Pi5DzBCvPXL/t0Lp11BhTcq1R/v8W4WDzrcNh76bR0UXb5yX+R2FcaPjlvT/dc8Ua
ggW3/BKygTktR/2PD4yakcPtm2qPCpmu6dZHePwakQekbWJderg1QoYv/LT1boHYYmHseVutYTNs
jFbNCATowvwhgVbHf5GD0cmhFc6+N3lxnv4uCxWjBR8WH+WYwKTDO2J4RoJQ/uPnMnp6fxHOHWjK
g5YHmmcJMquxXCRc2MV2fIwLxOI2de+N/bZpYQ95vaG2BYJLf/O5bfY1VQNI2O6Spv2x6hS94C3p
RXpcPHAexhn7WT8V439mmfeI+FJV2OraxV7j2XnaVGQBVy7he7W30VVI0axOkmM2p/ORfo7SvwxB
Y80PEbCmdmsjKXup477sn3XoIrulHkThgqtxtbYIDiEg7PTpEYmR7qnNukVtcvbFxrNKX124hs9F
K17ODGWTeXJZnC5rbZZV2kIdhEKbdGh7YJ/ylVcDPg/1aLXFvvBy5D/atEbK6uNbaIECUwmiVEDp
83Rka84kDzYu3wS5n5c+T/w79Kl6xNTN5LmZaCJcSLPOrSvFXm7EBafK5zwdMNIKEzEFKzlijgDu
2sR7Rr/JO0fIHbIxWXoBgnQmw6KhiX4+j0S6B+sOFQpiYhHo4enMM72767CpEgSDeELurJy76V6p
HIMQr1i0jlLsUMX+/QU+M18PyOFCMKQtRUv8dL4WYs31jHXWEQUycytMwdtBOv4/EyjHb+8PdeaY
8DZiCy2obtgwq5sHyyK0j+wyO452hUPsPNuGuNGoBWEt6I/AP4egmpoLG+jM1qWy4AYLiZLy9Pps
ugojkaqzU55LvbENgjYJkEg0vP/Qe3Nu27goDpEBzvXCNloCzep48hRyfB4A/EPt9nRZPWR3eg3r
1UeAtYsTmZ724mupGrhU7y/q2flx/Jkh7yGIoqcDTW5kunE7gnW2MXjfFIWH70ROOTna+uhcF1+7
2nK7Df160P3vD33ue3IuF2oTJQfDXwVbOzExeJkKIBbxUN8hAmbv+0xIhP1tcysNbboQhc6tKfCR
hXXDY5NDczpVeFpNgU0WQIMeid9rw8kByXqiGC7gVM6VUhBIAGBBi8niWbt61qH9VWkBWniP4BGH
6wx5dOTztOF68iZtgwBP/t0skUM6xG2NgPGg/UOpB7GZ2JUuenmOi6rX7MkGD1erv7CvzsULeI4W
OAgS7DfNh6ac0ZdXnf8IWijQbxoMQuMr05OD+p7hzKCFjWarB4AUVnOw6U7F1x//5mQNVOMgWvHn
6pt7fe8guwdaFpMXvF+SbtpOQPb20+g6G0xW/oIY7AH/ARVJ5DDp95x+c94kiYW9WPTYwS5/1YVl
1hhxuVgxbFMxa2noSqrHt+OMJ/bX96d6bruBWeBaX24eYIOnQ0fIRdOhKLXHyAORtbG0RvXI3Xvd
r78YhzsO4tqCAlnDcSMsi0qUQOknzel4lYvWKzY2BbpLCJBzkZ4+L6IN1Kk8Y10grBH0RWMDOCL6
g3KDHFZ5C2oXk1pVpz/en9L5oShEkmbyvlz3rKpSaggvM5Sl5flVX+qvedQOP0THXfoXI4FrAAZF
OksZ5vQjmehV4bSbRo9lmshtXtX404pev2MPRxeu6nOTouJGJWL5VG+EDJrc6eeSdvOjkaINPpVd
ibV7imVtGItguHBXngvrZCGgVXmZQo9dfswfiSz61J2FDrH26CYxDlOpPuD57ol+xggB7/PrgLbj
fBNYc33h0y0Han1xBUs8D3TSZ3tdcbEK6rEOgOAjT5P2hfMhvhWe/iqUGdwZWRIh0O4u2vipaO5k
LtsL6ciZefs6+QiiH1QC3vTbtQg+rIx7nidlUH3TunKcNlMfiFvT6YtntwnSb22A/OOFsHrmKuOx
xsWydLG5SleFgBx5win28+RYeH71tNzTQC87tJhdLbcfyBqyC8Hl7IBs2SWE8yJe71uJVnkvnIy8
Fqucn2hgR1/GLv5mlCo3uEiK+MIE3wYzcFAUKRekOyOuYd7NIqxbI4z1OCGo9oDqIvcVSZj18v5x
fPP5oI7w5cCDUJ+lnbpM+49ta2V6WWk41h47xMq+BZXhy7AfPZGE3mRJBOcsP0Ul0/mwVsZq3FVq
gEpHNhp4SRzhd3MpRJ7zFRnD+oDv/YDFUqoj9D5FH70Ll0Gp3xhGQDgAQX862WJkYybYmhx7vuaW
p5+9zVukdnG0Mh8Quaw/GusYj+clTWL4sksMPx3PgANJpRR5ChcOew9PQlh6iP2r0D6nAI6Kjx7F
ZbilLkhpzOfmXaWwmGXUpjfkDcLpPnI0yVBvcfqprvLWaQ+1sN0NBr7ehXPxdgNx/Hm9E5/BfIIU
Op3jNNaitJ2xPi7lk+vRDG7zKEV52B2odpdNRuUxGdoLMMU3kd1iUF7RLs8+oq2z2rVDVLcJyq31
0cDEydsmVKgeiinTp20jL76Czg4GaJdPCdODZvvpDHPhTKh9FOLYkO/8VHUtvnqCDj+y3/r40Yx5
mdgfY62ytT7128GcKnEsJmxcdmiXI8ML2BCt0vfP/Ztwtgy0ABhI1JY+6+oVac4ioy01oJwihP91
yFFjxX0630RebCIC6qsLKfq5bQIL3aemx2MAEPTpIo7cBi2QxeoooVxfSzbHNdLv0xDiL+rcenWn
fW1SuXt/km9ybyb556CrbWI4KUaaVlYfy7ae79gZGoav6Yhtt4/dy0/VFPFrgk1m2GPXdCGwnts1
SA6BbQRkaLneaoGxhfFH9BpqQAVVB56r8Pvt2KOgvaW1PT6+P9E3l8UyUdJttPgWpYy1pljkFx4I
dlkfkeVvvuZYNaOGXlfVpSL42QWFgQ8T34OFtT7spmZ52typ6jhPtCeDEmupOJj/bfXodaw9fUKj
1Uloq4mquBC632Q5v2f4/0emn3a6f5q5N2Ps9aoj6vL+T+FTPHNnAK+mirHSUH3wfbbEiIUdllzR
ApbWvr+/xOcOjOGxwCBFDTQBVnHOVsivC9wQj4Aibk1T2Pcm1tNYHmBi2I9m9fz+cGfOCzgbpByJ
qTQQ12UmERC0OfsoHdW2pBoxlhhl+hQlCR75d2RC/bsBU4b9+6OemSS8Ol4AjA19dl02zFEzqQLl
V0fg+t5tqtfRAXJddQPpEcvDHEmQ5qNpDvAlLmLQ1aAuPO6Q1XcVQ9stmeOxEjLfjUlrNlct2rfy
w1fx6Tir+FOj0TIi7FodEaGOsOWBZ37oVW96eEpT/Hh/Gc9sVh7bfDc+Bsjida6oypSEIK3LY2eJ
xoDTHahrQ7XdrwVJfWzyDGoytgE8xsJ2cXp5yLCQDA7v/4iz39KBBkX2we28LsS2qjFSir98S4TV
KS3l8yGWkX9FQjIfZglu/v3xzgQ8cGi+ASKPMd8kO8rQYDv3VnUUOVYgmiTKhR1t16t5DqrqwrY5
OzkwxSga6hDY1pmc6TTYqkZxTSBKFeZT9fxAT12/brvEuMf9Mr5wHM9OjhfWgkfjhKxFgQwvxmt2
ZnJ13rd3o7K1LhRqSKqtlo6BdeEYnjv8aE9SHqTxQ1N5mf0fSbkrTK8turQ+cjpwxs1wYJkjT/9q
+Ep94VKfd5HVef99/Puh+gcaBi0Pijer7DF29SrHpZ0TYhv+p0AY0LxQzn+uvPKSYsi5rwenAu48
PSadQHM6P6NGmHqYcPiREn3zu9LKUu2mxs1r+kSOPEbPutLoLV7YM2dXFdYq+C6Kkfx3OirS/5Sr
Ye8cM6Hr30GS+dZB6mP+ajSm/72J8k+1niAR/f6ynrkyDdR4ieO/ayvrcq8nbSCTVlce9ahLfwS4
kYZSmcLf+kNq4EhaOUESJpNv1lcJBtbJhTzv7KRhgyETsAg7rbGq9HrqyNAQ7SoKdNCjKErCPmgi
P9Rka+xUMiN2XfSoW78/63Nf2IE485sWSexZhXWEC2SCuy7BYGhLEE3+vOGOFFdZswisg5f5i2ku
xArgXIQ73rGn3xZGm1XhTYhYn2EWT9hWNNsWfvKXWZf9tSNBlG5yMxYXYNfnvi17eFF/oE9BV+Z0
VFyWIgukKlJhZoSu9YQuEGlQ/GjomCqOg9J2yrLlr1wm+bf31/fcZyWN9qnWufyhr/Yy3jD4RHaI
lDW99D4hWY6vGyYEZSiEmLZmW4pt4IhL2mhn7jWiy4IGYFSatsbpfNteR8AjjZkvyd6VY7nDw4BL
77aaYFRu005gxJLjkoyrVxA5D0nbe6/vz3vZNyfFrkVdFlAAUE02NB2/018w572hRw2/oDJnP7tJ
+zL5TP/EH/fvj3Mm3jPO8k6ha2G8QdqYWWK3jYfUUINBCWZoxaTUdTu3eY1jG74EV38xHAxGysmL
vMEakEcNxqQc72ZHZC/YSTX8LfPOjexohmtWFwj6fTwqsW//d8BVsJ+H2eW9jHq3ItJi+ONpY6i0
oHsULY9ArNywexvT6jVvhvkChOdMaGBogDS0URc60Oqoem1t5rmHrpIVYxcUugpz+T2uHepnEwzB
PzkK8xc2zZnDwogLqBolPSDzqxFRKR+ljZHpsW3a5LNuJR4grRH3U3ya2v9wqw8w8nLxt3n/o547
LX8Ou1pj1ePvZ9hafgzi9qUWtXdb2TLHS6bumxcRtbcAiT7jK6Zu8Eqtm937o59dZsrRwCoQMiNR
Oj0pXTUBjpJ84bkX8RHs4W1TxtOL1O3pYEtv+Hh+zXMB2A5PNP5d72Aku3MtG/Li6Cr52rU13lBW
bBy13nAuSU2fibrA+ijoIzaGNNf6kWIoFVWBnqABX+g3USPKG6uNRhV2WqwOqUwlxsBJtDgUfxwP
vYSfP4ZefVKsAPMU/eXiaLQZtBqvCbxdoNnOoyQNvLCi53Yt9yTIcGAcRLzVFQoend5/bmfHulQ9
piizKfsbsyl6LP00L9jmmomBWd/g+XT1/tY5F/wodNHGgw8BjnS1dSoVB7LQQH2Dbp1uRwc6mg8x
4JetOnUhTzg7FDkgr8DfkK/VUBGq4MpItOwIBLm99pu5u+5rmJ8FauIPfzEr2qhMCVoWN9jpgdDq
ycknvDmPmOJmBx9zwHDMlX2felwkfzEUXsqLRiJF/DV5wZvZuMbijdDODWaJfT7ZezexcYZKCq8e
L8SZc+cB0Zf/GW21UeSUj8g/Io1oYlCHY5sA2vXJiAZ7kxZ4BDS4HkUhEsLeQThddSEFeovt5kgA
DkRIBHUD9stqWWfAl3rcM3qpSAgxQx8KVDxNc0BPAZqYB8Z6NO8owznfSly8segA5X9T4PZ9icNx
bi8hTEbIg5nFG2aVG5iNmjBlzMpjOXTDvk9y75bGfLtzHVyhw49/YfDsSMTAXuakrAIBhtKwrQyt
4ErB8iEtVWZsRNoBqm4kref3Bzu3xuBw7EWLEr1PGhinW7dwOqFNVZ0d6ZvKCZyvkQ+7SZ/Vri9a
jHgt11DDpsP/dboxcFq7DzBXE1tQX83X93/KmaDE+5DYiwEGrglrgGAcZMnYFYjLpXXh3VXpYAUb
TxtCJ/oVlfnyzUvz0v4+c5PR/MY+EO2YBcu2Wms6YS7+swC8GjCnrw7QPGPv4ZXrPQ1Z2yAMkPpV
/vHbky4fCBmUqpcMf5UySLNGdXUe06Ovquwmmscan+lgGK+gmer3ca9rH5biBuGzPE0dhltUclaR
EEkHHRPPCMHfSfNCSMP+NUacxReoq/7GzeLh0oBnUmkwM3xIUgSkM9bNKWuQte71DJgZmbtR0hzr
XW4Mhn5hKc9tGZSpeQDz6OZCW23ezojdMTZ8lrLX8q9m1uH9Xdb2EN8OtDjjQyN8aosRGhPjR0fm
xNCaWvBrlIlANZwemzQFLWEaUHyqIeBh3VM3T5BvskQBkDeP0SMBR9tunKDy/vngMVn2DdcaTzTE
HRF0OB0Z8SEdqeFAHWOD9vjGwx5L0Zl2EyjdqTtaG6Oa5X7qjUuh4k0MZOClagQoBYgi1ZXTgbPK
99N6LAcE8WX7qa77m1ihQ4wVfDl8tCS2JJWLIi9NDoNm42rD4vKE1XSQeMfc7qZH/CLHhxRTqU3Q
T95Ho+0yFC1hIg4AB07J6ayadnDG3si8o6L1OexqDTzAzkqc8bassIF7/9u9CTfLtKiCkTWDuwE3
dTqYyCwyqswunnxY6ru4i+f/7MGdHpNOr38s++xSPvvmgCyTMymqUe2H6riWcJ+FVXStzKunIXHK
nd12bYJzVlDeFoGYnxEhG6+R2gz+Ypq844Gl4aIEJWr1+aJIutUIQf2pCVp3W1W6podwT0A+Bm55
hQuuNP5qRAe7FL4SQqerFo7gJGY0w4unUsxDOMLx/VR6Kv6UYHK4F7U/XBjvTV7EupI3+4vixiKh
u5rhZLli0Ea/fBrhA+0mlWo7qTvjD7otao91a9KEZT5mPByC6IMWRlwYvOJh2IJHJq6/eXKWVZZg
nTxl34TRYoM5b+Ql86I1GYgUh5yLEgXXIsRCkp7TfYqciKbczjJejLGZ9nUr5BOlPqgBsw5B2Uqe
xNhp+xyWwA/qDt1dprqvwKHk9/ePy29JoD9KMvwO4H6/9QgXgCPx9vR3VLUEKaLPzbNjFq4mQksr
xv4Wj2WF1roKEJoKazgF6Q4tDB2eRJ7FVhd62NQPn+fCnu2rWPm1+iUlmhzbUgb+Tw/nvFcvB9gF
vwVbcOT30xogA9jWoL9vB7f7F6yu84iBsd6Fhl3295ZwVfrrwtSWuHI6NazNQMZApltC3TruSFcO
Io2M9HkcgDvfg3SQzxjbYhNN2gu2fvL0eJejEu1cpVZjW7vGHfXC2lVpVcy3ky4M44uXakkRzok3
JNupyuIJpmc6i4M21Xl0bwCprq+zmKIHhpVo7FyL0iyNr3nOX3pubzkXkBOr6MZdD3CCA78QzRfF
yqVo8UdrYQbQF3leM70ANa4fTBWkKgwMrBWkGcR7t+ovUMQgr64XEeFSgBNA/SiQkjyu42k6VFoB
E+/ZKVLhHLRu4iEWAoxv3Ju5HL141/RIXW88YDHGp1ZBHAvQOJp2TlQbFTbanl3u2yz2n/Uk0Yxt
FExlFgL/6v1Nk7oiwak+aauHEvvLPBzqOf7sKLgfd44vLezjZTBUh8RvjOqxs6Movm1RNZqbz/Mo
RSM/YQtbHmyLHsvDnCEqeZXXCnNIbAk0gcOv3Y79gW5Me6NnVdlh+Tsa6ZfZiIdPlduaPgRGlb26
XYLpYW2383e7QoNn22k9Z7LwimafTdPYX+HKmUeHOuvNbjMWcY19XNFk2V6JYFQ3oz+3VOAGa4rc
+7ovi185ZbE+9MyobXaehZPgy2RPCMp3eeFlm6LMnTgc0eK0s71bDFH6DR5I8RRMLNltRaPc2zRO
WWSfRINet6JYYNOaD6XTONqt1UTes0d6lOysJig+N+2sJBIL2JAfHCTU4l0XTIV9PeL8KrbSBDe5
m/t2EDscZwsZymIMHpBXNUWoD04XHEDq5VE4OVDVN2PcWRgJC2uSezg9Kr1uNeo0KBvM2kPHZRZd
1SgPlCHwqzH5HjSD8HeV4Sb+tlOgW+8qXRcFkttuGfQ7lD30dAMWd/Rue7s2PJoHqMttmibKoAdN
o//Tokzq3nqTGTTfeT3Z6t6pncoGAzDnN6ZCR+CbSDizd23Vjve60yoVFk6SBmjVzm183fTmGHAB
to2zs63aKA+aCrzsk56buXsvUumC7kVaf77qUj8LQuknoNjLuYKgb4/abapoyG16PRuq5xhlNLUZ
ueZffbfzpk3j1uIL4XNZtcyOR8y9zWS6tdCWKO69epj/iWeZoJUta09gLoyMCuIPhd5GnhmKPh38
DXeWOx1izGPK+3nQNaMIrZzgKrZaiYTAJ5vEJPqO1Y2hrpsmDoxPtt5q1XWEL/VYbyzVVOV3vOy1
eD+ifZi8GL3bVJ873Stkve1kEZm7ITIFWlRemerZz0hLVGKGg9F5tbkph7R0vulAD93bsgZide01
dVzTNOL1sOHoKfld9zWzivfmbFkCn/pU8/pwKF07uhkGd8StpE3jvIXd3Rd+JkPsRJB5bCMzT7am
O0VU1jFWOoopifUfSdzqDzPNwThsiQvZdUpoNvZI/pv/RniG3doGSgFb2OL4jpp9q1vf50SbhhfD
EhZwlF5X2Y9B9M69rVlJc+co7qaQCIVwsu/H+Ks20RCMm9gxZbvtAxdwzmDWpf6Ab3H2rwLq6tzr
Ou+iicqeG45aVs4b3Fqdw4zMsxHqree+unNlPTbIYRhs7wTnbHeacR6OhDUUkEC9rgtrVI7ijdnE
mJM2Xld3KG75SEvYpRgBHM2pgWzurH75GGOXmy7Xyi8dwEU/TNzaH68qmi1T2HdxhDWvV9XlTYMl
VbfXE5lcz1ZhGdtW4mQeBpOcJEp4Wqb0HUlVXW5RqPU/99qsNWFnu5WxtSOnTg6WnZk2VscOLsT7
FsZoft3DXOrAImDi6DwhTFL+inqbc12ooku2iNL29mf4eFLdFC16tHco0md9uc/02XZv0jZKHp0i
m7ptMVtOgli/iWe418TOd2jo2bDV5snDJBbdx76Ow8bnHb0x0c3+HNt5JI9FAHJpQ5vIzHAI1JfZ
1aLXtvT2TbEnC0CkSyhC1Ne6N/srfahMHm0tXJJNOSblfNsNRaQ+w79GMKGAoXtsaR79x/Vmxz/i
apr2o4G61S/pubG5cboZqBdK/0V3cMRcfdGDPHA2tdtmzs4abSX2Ey2nfiPcxh73Gs1NENw5Tpjh
lIN8vCrokiTbKrK9R9xZ0+l2kAvb2C8cW10rGSw2qHVah8MsZXXX5mC+dsJNR/e6Mgb2Myxt0w3p
I9btg51WqTiAZerdXaRXYNI74WnGXd+jN2RsOySrjNepRKbqXodmCpXeGbPCvIuXQipogJj1hAU+
qk3Ea0Y8qmwQdXqAp45H87YQyVxu3s+GVu0MGn+LHxJwFmpeVKPWYvc0zyMVTPn8ksVO11/VsSy+
N6hMq8+RFXHGfa4RXK2Z4rivpbREWFbK/6BMzvIrqPCRt1AtQaplzfbD68DAnNo1XiKrwMuYoH80
ZJBXUEwuiVG+SZUYirc7FXDYmryo7dNUCfJClsRSmC9ExerYTTK+9ZK0fZZinvqDMLz8ksHJ6sXC
5FxqpECCEWLkHb8uG+RIZeUktslrUNiJE2qeGO6NvjTupIZMWixwFPBqgYPCKA1x4fOuKgdLX5fq
IsWK329CZw2wq5yBzlCrZa9SirHZ5JObPpWUpLbuWBSX3gzL0p0k1j5A4d89OYBCsK1XJb2ujX2H
/lT2EidSe8jgRMlP3B11vTXgM/hbJ6aQe6ic3gk+lyX0712jy6bftfFMUpZbGcwCOGXNdQQo/7sN
GrinzCuD/r9oSPza3kLVV+nPQUt0fQ/PpNSv06Dt/mkq1y2Im35Z386AHPsrcr3KuoB1fbNxIOsj
McLTjMPIY3dVd+qz0e2QlHJeZrLldrnNjfhLbibt7aD1LZu2UXV7odb15vMx5kJfX5iTi/Dc6hXW
qsqfTAq+L8utpUL4EUN6ozRKJ2EdxOqSCq6zfhqxOJRGlro/LFi2zmqO8YDc6Jyk+suY4YS2F8Ko
1JdR63Aqd3jIDDunNWZYPXw9Z1uZhf8MOqM3NzRnYEtNSH+MRZjB6Cy+JQ0ifO4BJunc3puiUsYV
Ztdu8DDj7i3wK1/clatQWFYi/k0nETmk5z3shDGsEfpIfwhusngXocNR3gd+UZYbE+hivjOVaTyh
MTkYoWs3DdhJQReNR47Iupu6TObku90Kp/0SV2at8FK3RlVvQXnr8UbDzVvzN8h1Rtl1aQMqDes0
MjE8hrSp7Twzd7J+I93e8PaoAeNAvhntzkM7h2BBgXxX9k6/mIvXsqKJFmWi7x7smSvsMYjisnr1
ktbpPli7IlYtREGedzq0GGpXq5CFCnGWDu0wPdEviHfpXOFYlKT+vTdbr1g8ahf6XOsrwYX9xgMZ
LheFVJOW1mmElG0yGkMi9Set5q2wd6c83k9abn7RC6eID7o/91vTL6wszBNEO8LOrXP7wsZfHzZ+
A8q8hGhKILTb1qqmQ6xrcRFU5lPsxtbG8/P8ezXUSUgF3yblgMp2oRj5pvDye0QONugJ9AOoDJzO
OheGcpqsM588m6wilZD3i6RN90MdRaE2uPMBdQ5jU6Xyp5Zq2a2h7HjjN8UlQf0zM2flOfQIVlBo
Mlf1tNJJSg54YT1FMk2vdZhXO7tvp68Ar/RbJdVw9X4C8Ns3/s+ozcQXEisX1KKuym1xOvF28tTg
DK79NGVB948nC/c+4N3j3kKn8fQwVZkfbKXM5+KA/ZfGE7fV2p0yezFvowF82h6sRXShoLGqntIs
4UehKQuPgXqtvSYWxFjwKKhu9hMwoGRjorW08+tG6eHcV8NzWaNFsJ9bK9IfL6zGsrzr1aCDCd2G
W/OtnGmXT+DbiIxPSeJHP8GYtOUWcU1x1STSCnZJnUzzNo+y5CkP6vaR7mm2g3irGx+8bZYFgPhH
FAZoDJFjuRn+qOjYQVpnzjA6T6rr/S9Za3qbKEhcSRLYeCSdfp2rw/tzP7PmOP5Q+aeis1BqV8Gf
bqSuzajWPok0/S8b7PpWt2vcp0poV1vKdfInTkTmx3BDy4dGIARGsY2S8CKicTrP3qAkoZfKferH
Qb+y9QRfjmGexwcK3HboO3l8iYxzJrwhYrUsKmIPwFpWKxuQYxe9qJynqu3mdldN7XyL34s3h8hy
R/fgs2S+sTKnHzbwgeqN3lrThfb6OiNcJs1UKWDTGFjEXU8nraxG6kXHpHXUAA4S8McNOXq9GXlk
bfUc6mGZWtV2Gp1Ljkdv6nbL0OBGQWiBX8X7aAk/f+wrZVFgw77Qf0rHKB8+ZRU74iEpbAc0SO6Y
aod+WN7eQ/W2NpOrfGvX84IfNhk65fc1knfJdZkN2lXvRmr+D/N5U6WhTtch3XedZ4y/RnuQKsMp
JzEeZugV/kZA5rqDGtSJD18SVCBpVaGnT/cIgPrpXJq2RqCqLlhGwRWeOUpmYTLaBWiJIM/vDRBF
F9Lpt3uHEQG30Ufy6UGshfTd2I4MSY36qR8gHc22Jo+jJqe9TMryJsC+6qqz9OkguNoOBRfphaCw
bM3T4MTXIzB6JGnLeVndUTgSSpu3sfsU9Ik6mH4tt3ESjKjRjvP+/WBw5j4k+HIk0aAFKEnD43Rx
E6qpUzQK98kdWhTdFPpN1zIwVBLWjWvLbe+rgiqWMj5hKF8FV5LjtjPpawG7S0Udfzg48XO4poCw
6/7STT/9OYgi2X0xGe5TM5n918SNml0ipmLvJcIIZ5ilB6+wPyhXSnBiUBYcGhYS74jPnQ46+hrs
SyHdJ1JE7+DW+vCaeR6gkA7+zscar/9vLDQ8KOAjnLd+PFEitro2y90nozaznwNqimGF6v91V9fV
hW/7Nvws80JYY7nxwY+vYm4TAMvS+PJPhdtjb8UNHPax2W6mvL5OnVjbxDNKjqYTpxf27/mBUeEC
OA+vbT3HxKImZPeO+6QNXbAd0766wpsCF6gqQExb1bt+aF8ixygvxNu1kgiLi6gOg/IAJ6dE8vT0
Qzq9Sh07aYpne0Sp5Dv44sAILT82aP0qvQhrh27Pfiqtwd43pd14W/ZWbmCOI4by1k4MyYYfBFXk
rreynYXjyiWzzDMHjp4iGf6CoYXQvO78pbWs87ocredEyOcoKvK902fJxioKc5vHWBCCxbQ3djeL
sInHYtONcXDIKN1t3z/5b4MMVlWgMDHqQPDAXSegMtU7lSS9/4RYVwLwqB+/dE2vvUyDo12qPr1N
OUBAohbBy9qmu7+G1AEwF6XLC+wppwNxGxlWex0lTgboXtd+zobM0ddsL53q5dSeRlH6RODdqf3Q
mycJON0M2Rx7xez26XNrWjQvaMI/KXwqOh5VtkJ/UY3/vL+i5wZEf26xSVjKTmt/J8oSQxLbevbc
d870CIC32wWtqR8gNExHJfXX94f7nRyvJ0h+ATVlcXOjZX06Qbi3nlCeFz83qS/cb3WZm2JDPa3T
b4tET0NNUBpFYOufbkyi29bCWjGcPGkcBDnvrne7HCTlkKpi7ww40R8FVNcLS3LmwyNkFhDHyUEg
X64yoCkYJyuNOv8pam2xrR0Sr2yUBdWwfPhll8oP2yTjgnl/Zc5sbQRb4ZfxtoDytaZHa13RzNhr
MyoaL8CVcvNuDkbnqGtZd0mu9G2sY2/9lpUk2yQ5WX7LH4mWVjhZkaCb9qx7abZpuro/lG1XhBXp
+62b6OphMpTYxDmkko/OktEgUgA8w03xDe1AYFLQDSopnpEU86wQlFK1GTocQcK8tC9J757ZbIwG
mg5oJhRl9JBX88RvS01Dlz9jm6mbm0o2I86FNkK8X7QMY8edLWtn2sYFal+7Ih987wWq9vhZ0ION
QseM9P90hBC920n0zbRDh9LPvueyY59+cFl4S4Gt9jBBotD8pn6XYouJW4lMXtOJS2dTYze6JUue
oh3C1JfwE2++/pKpIOvJE5YXLGCO01WZ87LF5ilIXkszyu96Ny8OflnSJ2d5wr7WrB+tm95ZXd9e
uGLfxJqlTEQBgfwUeSoYGacDJ9VIpYzC3kvG/fBCiW6+7XsxfhVFM75ADblk/3F+PEBc5OFUp94U
iyrPqu0xN/8Paee1GzeWtusrIsAcTllZkpWsZJ8Qliwt5pyvfj9UYwMullCE/kEHNNA9s4orfuEN
f7wqSfdqjF1X26fxJkUwr3AFqswL1amvBiSDQTue5gxP5ewDLS/ugsDr9T8AMew/Y9ubt2lMd0zG
93CttfqilfNJTZTrCdsmzvBn1mbNl1KR/bIxVOnNTsrGXGddUZPxqD4tcM8J0kut9OP2NVYGy5AO
PoTn7B5EdF3/TLWhENtAG9ui3CdKP1QLa008zmoe3fQTBxiuBI+opZzGNZUswrJGjfkNVICPeLDq
VD6RFFjewFp1fWob3pVN7WYnJDseb/SSbhBtwYrkTgoN37nOhZqsEaFJrXWvGEl3XecN0jCppcvV
vkytLj30kkBoKIZojQAjoChjP1aBHuxLrDvbbSe3ifRSew3wRwqVWryxm9p/04gVfGx6aqLzrlWC
9D6KkYH3VzBA0yHcmLlWFoWb0jl+pH8rDS+OX1u/NIPE+IeiB/ovYvMwfhv1VjSb0EljfwVgIX71
69oK3Dy1sN3LcQzdOaJAZb9r+8G/LdSSUkWda/xPV4ZMMoL6Hl3Q7pAJ0wjurTBs7tGq9Pq9lHrJ
Tx080+BKE45pPYQWbUAp6vPLQa3Vh9GpauX3kIxYbmVRlIQ3LS2ASxNNyMAd6SjGkyWImTxWei/L
B7uvwLq5YwVuel2ZWnjlQHm1L3Rha41rCanEOCUuIxyUg9ypD3RK/OK9SqgcrapCKenIjGp2H8JH
1mnSB1F8hZ+QJrN8jvdoWA3+LpWSDaZrmJGOfFDnS+sggxqwQ6pZuvKSpHdWQWdl5YNZDL7cbRq9
yKN0Y3po8vp4AQnf3vZA2l9GKZT1t8hvw24bJFR5t04haR964I1ZApHJdiiYmx2QqG7hAT65Fqdy
1gT4Jr6Ftzov6ymOkIMkl4c3roh658ddsw30WmynrNotwd8hvovlthx00UIKcDKyBUkMEC19VEou
PAPH92JmIg2QDK3+1+zkpERgAl7RGgSdckd/KXssQedgP0H1M3N2NbbxNA7OPz8npQMCD0RZUJoC
NzgR5Y5/wJD0gZEkqfio0egTd5pd2y9Sp4wEYkl5A+c8DC/Hwis3od8kj7xOw0JcfxJygbOldkAr
ksyLbvMsIKHdpqQkLtEr4b2yC/C0Ees8HVLNRb/kWsJQzqaZ7uRLoMn5hU01kUomATch9xR0z3Kv
2C7qPi9l83VAwn1bjENxyFU738Woj6KQWOCAcX6m9dmlSBsb1QlkGuh+gr+dezk2sUBv2OqdVxTb
rBEMURu70vRGL4Dg5tHkhHoHacsrhJ6HSUnxeEVlScpHXlnnlUpR4Op91T4YmUjeAd0Y3xRGQ/4J
gYIpniR6UScvqOOx1EH3hkDtvFcZV6h9WI31RRUUMrq4yLMU7aKU8mcA/u/L8jkgsCTIfxwWwpjj
AZHEjuPAyRya1oZ/Z7VOe+PZkJBbuasPA8ZvwvVyagZJmesHrcj/qHUu7c8v5ElK/Pkj4HQRR7Fz
wQYc/4iyVXIa27HzmhSNWq49c7TdgAjv0a/b4aIbbH3jm2H01vXCe1f9sbuJjVROXCOR7e353zK/
P/77KZSq6Q9RM56TpOO0kfuxbp3X3LEb8+C0bVq6bYMpqet0qNisNaUYaT9m4Z3SDOLu/OinW5rl
R0fl/48+mwiEuHSjQe7ztejSYG1W9iBWmr/s1nt6VhnHJqyCgk4NYk62GjS175y6YsJjNfqpO3By
zLE2djyN3aUZOONCm+er8cCuwH/GEghI7uxOylrbHBxnsF/7ztBQc+2xOx+GboVDjv67Lspg4f35
6shC3iAy5tACj5/m+Z+krJ2QvH0inNdYlMat2pfiV+rb/WHUw3iJTPbVt9FJp9QwkY2IHo/Hikoi
whLn41eM6q1+lzVmfJlpgT26Uiw52PbGhvb47W0CVkAhu6Fsg5jRbDp1Je1sKcy8V8lTGrGq6F6J
rRzxlC9csV+chsm2gEWjU0mjdpb05Xh/DDgUeK+VnGerLPUcUBG5tDEx7N2r5RCviswrH8KwrHbn
P/GLFZyyDOj7UA2oS89WUK0R4NSL0nlVsHF3dqM8hrhW6fq4kXvgdwtRw/zN5NQjR0kCj4giil9z
VrsZqLUUK0J6jXVJr6aC7BC7lWr6b14uxUQRdeIKzfFezn/kF1uHSx4BCCpj7NKTujNuKlSYDabX
KwVCE1m7J1XsDxJGBhsjapbsXb4aD64KxBhSOMacYpd/jgXNwDJW5EF6nfARFxKsnHWbwaLaSHYQ
XunMwlK7/atlnHSwiIMmiow6W0baTqHjIWHyKtDcFGtYtd5KUs0wXaV+6C3s1i9uT8YiU+Lof/a/
jj8vNjq/yv3We031vFFpJOvAy5R+lBdul692C3EH+T7de7bL7MQ7bVlo0Wh5r1YimsOodsMmiqPg
gr61d2UVY3woh9FbeCS/GnQyIKeoDQ8PzMbxx/WZlzlR1Yg3iUxhpcdlt8FHGkMPXyn2Td7oP3I1
CBdO4emg6KVRzFRpoKKmMecbdF4rB55sircm8KHHJkbR0iGClLa1e1FcpWrp5C4scH19/mCcriTj
ThEQdS1oQHNjHirWZS98izMR1VrpFiwEIQklo4/z45xuTy5QNJqYTvA29GmPJxVXNDOpssZ/6zvL
udKGZHDDzjLvdVVyNt8famJRgPcgN+AHHw+ViCAKMR4MGKpLrgZJDR/wlgTbjJTFt6+VTwNG2C+8
uROs5ngoUVR+Ba2Dr3K09EciVdKhHxSOQutf2X6Vbc9/2RebBG0OHgfu0EnMZnar6F5uJU0Af6eS
K2MdWH394khafEicMAAzp6ko0GZLwuzzNItJpIOCTjitC8p8828E31KmepoFb7LcdTtNDb21hkuq
GwyRdk2FuYZn2KtPgDz6jRPJ5sJV89XGIbSYSmETe2uuxe8FxWAVmhS8UZ1rDzyT4Uq30vjeGtvg
cH56Ty9tsgIq2UijcxbYrceraWR2a4xmkbxVfawVGzkJsujWRjJffaRCVd+JHNL1kvDUV4NSC+Og
kUwS2szWNMmjCAh7lr0pHSRfGR/jO+pC2tXQp/4ekY1+4Xb7YjzqBCTOGHiSys0DjdQxxxL4U/am
lZbhAmUO0BbtqnrdDZ3+EVImXnjxTxdwegVpSKGxR1FzXs8EGBSmounjN3lQx62dCeuxDTSMgZR2
/KZ3DMsHyQ7JYroRoHSpFh+vIGFE5nddHr1JHp2ChyEqSf89x0ukQwZd4OH8fjn5simPg/0+CVvR
/p1PJSqTIu+0oH6bZJ5+12gfuQoBKo+vpLX/h7HIzEBITKUOimHHXwZ6LDflMWjeNDkzQAkga7Xh
TYTgUUnBUgvi5J4hCac2O+VGfBl54vFgrQ5nufDU/s3pq+pK8wJzVeSdcdO34aF1wk2gptHC2Tt5
h0DLAQYGn6ZyDJw5IjPLbS+NRai+yZFM+IInXiFvVGqFC3nf6ZpNpD7MxunUU6XTpuPxT2DmRG3V
kqepbzU9Cti1eIxc+L3X1qtYdpaiwGmejlJ+1mvC2sE/RX+ZHvDxYEplwHlpnPhvbDQa4MfUeIQX
Gq7GPrYAgAbpCiKbsxGRmv49vzVPqg3IhCKxMKlcoz8rg1A6HlrrTS1pyrb8oGRq/gkQOrsksxru
ixC2UVyK7m+OeOBDqCv9BW6T9pOaDN3CXM+twia8s6WhVUohnbiGv45/RJBKvZeNRv2uaWC7N6MZ
eqVrBI0oqIsNDfImgYz2EWL/+qOkJz6guEFT9klnlBE140T9U0eg3w+xrGTydmGG5jtuomjwnCFU
S5aMgMXsx2kBAiJ1bKjviBVp963uaX8kkFYvVLxLHMwU6Gw91aNNQSZ6WYRpa60cQ1ImTmM2BRN6
+1SOUf8MC6NZUmQ4gZBOPw4A6eSwxk4FPnw8c0ppx3WrjOq7XNbOj4DO04uCD2ThqpWt3XRwBDvX
qZFVcjvK9YlLd8L3122Zd/ta96HQ+nrhGwvrOX86ph9FIkwkQFYzsbWPf5TVEie2kam8j0PcvxuF
kn0YMVVVnVW7R6xsyfPsi/3DAaVGPVlhkn3r80gcYlHiK731HmaljBtFl9aoIlpJ7RZ+JW6yKk/l
K8sfZFePw8ZeZzzV916qty78wORvOhDPbH21TsL1+c1zOhOUfqdknQQITPc8L7HjDF2JRvH+Ro3x
R4pMj3Z/2nZXnoV2YxKW7+eHm9/HVHrprcPNZ6uRkMxrlZ7TVFAhVPEueATcUcYjppIK6bLMq/rQ
aWl7oXe2vzk/6Pzy+hwU7y4q/OB2qfwerzZ0OR+OGYNmI5DVWvP1HS0vB0Jgptw26J7uejRmDpWA
0Xt+5C9mlzuaujaF7gmsPFv2bvQLw2gk8Y5OUfcrr+1s7YeBdqk3fbTubX9/friT2YVBhOYotzSv
HRoksw8lUpKDIAzDdw5OlbgawlpvvdYMFRIdSedS10Kh19DbpTxz/hQhBcKsTgURQAWnBWEF15oG
14jovYw5OlBusrVwSs/A65d377s7lsFobcIsJxSbtKuPVzMvLbW10yZ6B1oRDG4Bp1XaxBrVD/D3
0gbhjjL/ZuTO91HHh3qmgQsilpjdYZAkQxrlbfJuCJHuS8+2L2EDe4cxAMJ6fgm/mEqGAoDLQ4OI
zZxzN0LqziM5T979WA02iaNI295X1RRaIgWChe862Z7Td+E4MmWYmGPMdUioQoaKhO3YO+hFfxVE
vbZvaEbthqGVbhM85/4v4yFUYxNkAsydO+bINaimUAmy9yA0BIoQeVbUB1ntjUtRppnk5rmuLUAn
T87+9Imchum6AR86X7rIpycvRVbyboZhf+eFRb4ps9B0yyYCcCNXan1V6MZkk5x3S0HTF2vJ84IO
EntnSvymf/9PhDYYJAwCque73/QZdKa2yPZV0YUBne7EvD2/cb5YSwYjLeEeJ5afUzXSVAuSWKuy
9zGNtE2Ge/0GSGG/a1FlXHVQ7xbumi/H4+WkdTphyeYTm6hq4+dJn703ZWjuKUhEuAWWyS0PV7qv
eOYX2gGnk4m6kkJdF3z0ZD40m8yiTyzRJUr0PlqdfF+IplhTYB5uKeQvYcdPQ06CKLhNJM6fumfy
7B5VcvCdBEvxu7CLHBOeUY3RXLDNZ6dSwzsc4+GMhXIBcqrVbkw4h9uqHYuFFuLpBPMjaBDweqBD
QmXrePdQlRzkcMg4nNYY7owoC5GbSLW/Vp9H+8rJvovWYSQ8uoDDUjSg1DSvZ6Nr3Oa1NKbv1aD/
qZqi3guNhysfrXVAqrQ9v11PlxNoGJ1YypKTdflctgqKUBNpntS8a5HuXQfyiHBN6AQHXWvfvz8S
SELCDpr7tLdnsV7gYJNZS2X77nVqfjWqjr/pWhFsMZsvd+eHmr2/wLqQtAQdC4RBQQZsbsczjBVS
HVKifog00+ELV+qGqpp4ykVlHhLbEGvPl6sl0sqXo06QMu45jQB72kj/XDMdQM2u9mvlA8KDrm9q
u1Cfar1udiB0tDctV+PnBpEV5XuX+fSxFENo8ZDM8/zP8086syCilVr9GNRBwYUr9bR7gSb3nZ9U
nuKGUdkuvPzTM/tPEvrfiIj00Xqe7oB5OdTs8Y9RRap9+D1dJNFk45MaWtJClWd27v4bZfoqYgwo
vXN4XlJTmExTRfuowfEcEFwBJtlJUD+zKMVlclDxDf0ebo0hP6vzPFGkmMTbs7vN7pvekRJd+ygy
XLY309+TXTEEUDiCBpDUSMBxfqfOjt9/I3J7w12gSkhue7xn8iJFJVCN9Q8giMGmckLzEPiolUqt
Lm3OD3U6nyRb9AFok/EHbbnjoZrOCSZnLl+4shjKAYTYGKyNKvMQEZcTqBNa8/rtEVFWIyHWdKAb
/HU8oiLsrDNAzghXDyvnorGdu5Cs11mHpQ7Rt8LAbWFnnh5BJMeYR555Hnw4DMcjDh4GpJGOdIfb
KOiq/WggoiAEIg0fVdzbG/zOxB8NNFz65/yXTg/R8YlgvEl1kBwWavYcSOxEhm86cYmwKqhP+Yfo
G/+ASpjtakUunkUSKbdo3eB4YlX6pTnI1pLr9Ok+QrcSrhMvJUITTMHxh9eq05q1nIXCjQwd8AmW
jjfMMhRuPVtiiJwc/0kHFZjLNBZlr7nZZ55mnSRVVivot6CfAmIbFZ82T0T+3dVkIEg27B9oVJzH
abX/uVCtruiHspV7dqyXjNHGQXdfXcc1Il53KVei6YKoq8VFo6LAsXD7fIJwj5aUwYnjpsohfQru
uePBvcL0u3zU2Eoe9KVhO1JFVC/9OBe3QaIhRBbbVi2DDQdsuB6kQnYuFA9pMlhIY7YqQmGmbpFm
Q+2qUZeQBfYKsUroIowQ6LdZgq7aCqmFWndBypqY46LyEfwxwiaT7swy99MLI5RaGaI9ZnmuZsoD
cbHSI5aUux7c0KBf6ZqwX1EqSl/8xEeN0RytUms23ljaWramCDTCFypR63g5v9tPThmPzeSNRDRN
2RiZ5eOpoaJcaHGvKcI1naQ6pJWX/ND0Iln5fp7+JhHsXyrbLpeYAbMUgq4RKhncYZxw0mvSiONh
WwOhGb1KVOH6UIiqQ1dkQ7nqWpT4LuO8teILuFLdJYpuebIpaIIs5REnNygUmElxeOrMwU2dI29M
aF7QezrNR4lKdQYX4GtNHRssv7zKnLR5NXVhLNzaJx/NmEhbotlB5DSVfY8/GqQ4QjotekqubmR/
M6zcblL0yWncds6F2vf6zgDdvzX70Vw4AV98LVE3ZtU8vRMdY3aXkh5FhhOhpegOZbC3alFEe6Gq
o7ivA63SrzKi4GQh1j7ZWfTIKUZNAqAQrSCdHH+tIvQmbCgUhiBwdd2tUSKsV0ppKImbdCJfSbnk
/CgBsHgLV81nfe3ouJPRgIGcmH0gSaD8Ho+MWFLmJJoGxaSW2zq96Eknq3KVN5oSP9dw/UEY641S
720cAYN6ZdnAd656M0ibH1ba8YRvyajRuCjRfbxpmlHyXaVUgaEnUtLka9up9Z1PsAqPL6/QjybI
RvDNhcorrL9+FJvNWic8lg+WRrKK2BI9O+/SqTnNqiullhLglyVV40ZPEjm4NiOKLGv0qct8HQNy
/KakN9Eddx4u8GQ96FxSyD+ej4j4WSbvUZ87p1kb6qMT+24y/PzeRTIfZDbpUdPV2qj46rP2E7kM
ye0HN7hxFvbUfB/PB5klkbWP+7chCfWZ1M3VlJWQLsrgYC/p/8637mwYbXY7mRaU7Fz6/Baxt+7l
n8Nh6UvmUcZ8iFkGlQnDIIlgTRAa8K+U2pWGtfkmHupH9f78wsxvnflIs1ungEJuySUjKTfRBSpc
xsb44V9gx3J+mKU5mz0kKlj/DN6d+uz9SNfhWv6JU/3t/zbE7BYLOr32JC9Qn7moV/rac/2NtD0/
xKeLyb93x3y2ZsFXgAWRlhd8RvGnuC522wDWgds8tuD0/waSG7w4B7GWDkjFGUsV0blWwPyczrO/
JJCKqO74vlDsSn1feashuZWr2i0l40JRXfRgrg17I7SDokmuZBQAcg6SfDlWW37zukOzw3xAnK2C
YHx+WuYh6XxWZjeIDHg/jHv2kG+9Jt1dlf5qyoX748sDwXMx1Z/pncxJm6pP5IcGB/snch+SC+W3
81usxTbbn/+SL7fpP8PMTkM2hIHjRwyTfUT77G14kQ7D7n8bYnYSJDOvtYR25XOzEZtpmw7ud6Pp
z/X45ytmJ6HWoJOP8TTERX4lLtRDcYiWTsJ0A52chH/GmJ2E0tdzq9QZQ7lJHbe9ApOF61r5mpdu
o62iv/Lr/zZts3ihEo4s1Qm7P/sYL6Un7SLdLS3+nJf+3wn755tm+9iKFD+XEJV+9n7nV+ou+23e
drzbF225rZ/8R3106xd/wZxlacfNHsY6yvrSDxhzGFbSs1mspXzlPJiP/9vszV7GNBcxCo/MXrfp
9/9tOu1wfogvH1+KpsTLiHdxTI/DCBx2RkB6kfpslReZ9NPWfxrd6Grdr/9tmNneljPhxeHIMLm/
cYxdGF3k+SrQFw7pZzv63+1Nig/diNTHxFsALNDsAa4teOdlLI+/nMr2U1cJ+ubOA97YQhOHmL7N
0gxlQpSwgr2EWUe6jtBq/AiiUifswAphoeown1wAGeCuJhArUBdax7N7aej6UgtrT/llRzH2b3Kf
3pREyIRrheaShvYLkdQ0i8efP4nh0OFGDIii6pydhNIaPydy/N/CSBzd9cIgxtXZs5bCwvnLQfRP
0kMeAG4V4Mxcrr7pPWS5ddX71VaqXfgrsG6NfEFiPNrKimZV9U3HLgA1wOSIcUHKT1z3z0f2n0JD
DFw1EGWc/9aKxFhx7lJ5ZUu4WVnGiAVwWOdLooHzA07ezJM11YkRvdBwlzk+FzV1KrBXWvCnUqXg
cvSj4MbE0/AHgsb2zZiN2VUMYH+h2HiyfpM/mGIzqQjT0FqZHcZEi+VeQngZBU8VFApVhx3GAOrq
/Fk8WT1U8adOO0BuanCgvY4/TcptBNcTJf1TSoWTr5Dgzn46k6XyDohJsvDinH4STJjJYxP8IWnq
XJTUzqkHYnyT/MnNtLkqsW28SwtjaeKm1Tja+ADgJxiZgqAQlIY51FjykCrSI9N8DPys3eaSafxo
rUDZhyJ56uzW3EvYVuSuJCntamzabiETn/fBAIbQSLTJS+HgcPjmDtiGHEeF5Av7sfB5FqC69nb5
x+plgONp5jco29plEIC1HmHxPqBImaqOawoRSe9RzH+2MOmfAMvZfFD3R4MPiCn/MId48xx6CLPr
4qmW0D5GCiSqrHRnNHUr7hKkO6zLsk51ZU0HuqxWAiFkx5V1dt/PErWF/B0P32bwVhXqeVHtmhCy
zcJ14sqsLhK1MvI16W7dJqtBUNzaD3oV6t+0NmJK6YvAdQQRxf5hTo93aRE72Bp0kf44tKZ0DUoY
UeGW7uxzaSdKu0UEJwMEdf5knBx6m6YepSmOIE0igE/HY5ZsYN82E/sxV5g0ip6eixSGdYHGvHbw
wAn/0DOrWHiBT/cuZx5YEV9LJg8e/3hQT+3aeMwr79GvfBpfZahXMU6alQZHvKltaxd3mjIcgqSV
U5gBauqt1Q4O88KtMM8oPx2H4fYCBuFEgpM8/hntlIbpUKwfzVFU4zWKKqJc40Buagcf1FmxHkvq
eRsqNDmJYJh4xkKwc3ItTaoiU4eFahokjHlpSQ5z3QhkNXsaoyHoaAqEfb81Cm/w3bQxxdLFdDIc
cw3ejs0FAgjA6+yCt0Vp4bZhRU/xGMfUfKoUBrwUQit3I+b94fzOOpndidDCiwlYmbcZeOjx7HYR
JDLDb6RH7KaGu7jRmlUea+kuj0Tn2iO1pSEO+zUFO3thT5/eTZ8FQrxzpj+A8s02NVUqA32YuHzS
/FK6LhPHudLb0LnOhsZY8dH6pRYl6p3i6f61rvgfqlInC3HZybniRZv4ghNhkH+YMwYdI4l0SRRE
4zw24aTLF21ytYv+dp2RXuiF+BWgW7b53pSj7U2bHgwUcRDm3XPMjqF3U0TRGE9lnqW3FV3Quy7p
9PYO6fDxo1Ot2lwnxliE154/ekv9nvmCU36mv83Ggl/Dczt34kQZvYhau+ufzMyyr7yYMuRrlatO
vAq0sKRrAJon2Q163e2yAVHc7676Z/mb55AmAH8/Qbl4raD0aQbDU0dypKz8ULUv0shuogutxYTG
zcCuX6eVmv8Mi8q8SNsheNUyrzcWbrd5CDz9DqD5kCsmJCOl6uONLxlK5wxNIT8VVe0NLkFCXu46
tY5LhPCEAFnUJPkCAuZ0TIDHyAQw7H8Nt+Mxmz7B5QGp/icHa5R1rbfOzVg4SI9E0hqUz5Lg83x3
gwvD6QddE5IOGdG52U0SGfWoVlVePoUjgiF+W3c/EPcYt5LjCNUt2Oho/CbV3/Pbex5YabAQeKGQ
V2V38dbPjrWIDC0HMW88aQ220pPMZfhs6IO29CZ+NQ6HB9VABqOfNHsXkqazgxLdH+7JVgouRk+K
rVWilqW+sGXnFzIfBCKTuxhkyESLmf79PzF+VQ8OMm2N8iSivnIjxcs2HcLdri97SxaGp4eToYjq
IQQAdQVuejyU00CdxGRJeULgPLvSxtK6bDrdozXLFoWNEK5rPxtf4xaJo/Ordro1YdxNPnQAYFiz
OYpYqRwLzVJVfsI8zdqmcWnJFwURh+0WhK8PWoON0rdHhPpPK5gtSkA4h0x0USpHVSuLJ8uPqq1n
WvXWUVJnYyNv4loQKhcgGienAcApzC00GEG9YPM1m1uR0r0f0mZ8CjM13pUDZaUUeO9K5owcRCKb
mzxrXs5/48keBTM84Rf06TmftDaP11NpIwjoZTo+RZkj3USxpm+1asgWHpQvR7FBY0FEhyA3JxR7
AleDBsvAJ0fp6/VQxDqWQ36/cGHy0/m1/wbvCE5NmDrcePFIhLUyywKNNh0bpDKCR08qJQT9ygHD
UlPLiui1N4ugkl0/gh1huADRCid0tTDw05exbI1kUoQHQf0XnEU17M0utrFZqWMfl9swxW1mFQO6
cl5phVhD5DqIMXgvmhN6bbGSfLMrHRfAdSPxRPemOa60sfOSm0rLGujEaV/V5o7Gd0OhK4SBoqy6
ofSNaO1h7Dr0CO9aeXIpcg/fAJfOPJXfXVWxSfxVWI+aSbXdxjLogLMLWH4XbnZsA/4ok5Z+vBbr
eWvsG0yAMekYMrVQTNcHIR1ZVCZRnnTbDpLGlRPiUHMNh0MruzWCQn0RbYyisqNLdMn87CUI1Sz7
iT6cH4QHDN502NCdKXu4Kg1pPwjfzRUVGx/XR8qmkFxVzWPMaRQta8lzpNqkH9gZRXGgsqGEz2Oo
4mnv+h6KFao7drlvNmRK1Cv2iWwM401dIYW0I6uzow9wXg7mE7pA6fHGM4aGsieWheG2xBgreINT
laabALcYElP8C8GYyIDO24uOF8Tbknyb4UfW15G8LVD16VZGMbbmk4Z4UuFqRqQm2z7IRvnWFrpf
X6kiNgJcbLS8iYQba/4kExfW2Im6lh418XWteDGAl77B23kPhdqS9kJodXuvg4NJ0C7mvt84vRMb
t1GJR8svWabQ0q+UMEGGYwVrSddKNkmaiYOiStk7qtn5pFyr9sHGi7XO2BoCh5ed46SSvB7Uqq9+
4itYpbuBUNff5dTlh4Nv5nG7znvNC9dt6otqbdmS0Fed18XdZSO0Ut9h0+J0q7LQsF3SvTYvL7Ca
NO2fkS019svgDU45rsIWuMuml+JMrIKy8Y0d4i2JDzvBtNst8RicBcOuMNmNR7ts3YH/72DdKuBT
opUT4FiCwAwwZ2twVbOzo5LNjoXWBkGLAnM+nA7r4VbyJWm8oCMl6puubdTgV6tWurHrPNAkj2Mb
a7jFi7jv3AQdvvGPCPHY2+CF0iQpQV01GbhRfKvkB+g4wKctU/NNe6NbOTqcqJPq2tY0sZz/AdBS
n4itZotwiysqo5JTOC0DdHHXbpCRcrXYq8oHfoLdHXqy1ngfFq0jbxpd65P7DAhq/l6Q5kcY7CBt
cjvYSmHIqwBVLKBwaofEl8r2w3SnGPUhW+WRZQzpSo6VskKnnqg4WbN0WoAT3Ih5ynWu+xYeynHg
td7vgp+EMY+EtZpnrONKR4SjK1Kv/6O3fe9BzdEEos1JykXwI4y8RBygdwa2ucryOqwnFyk5VR7s
xEcnUwcxQBgUpCIcDRcWasPLqqRCUvZtC6T9bwp4Iqj3kRoyH2u1ICP6C1fCDjYpDCTn9fx7cfIK
I7nxn8En2RjV0llMw8eEWLzF0oMSVykYMBlI4Souy/6HGQdcOHKaBwvP4jy6gaoMrJZrmxwQ+ui8
nAHKB3hQKSW/Qt8q6rUnVKfcNlKg9W/IqRjWx/kvnEc4+hQXAski6AanAZjw+EVMQ4wRnDIqGa5z
nFXj5aX/Dm0htS+jsuXOUaPQalMWfqyrna8avfLr/C84+WAQT5P5uQPQFub6HJ0CpD/PuXji5xzb
tmfH1/y/vWxXd6peYOf37bE+lX0mvUbgvfOXWaswMhxqK3xuUG3dZ7nRq2vq0nXr+klhFwsx3Mnc
4upBLk3ZW0cbC9mq47lV9UHCua2JnpUuwy0N0Jtzjz9tfdsFSbLDkFD9RZgbqevcirPn81960uEA
CU4hAe0GoP0oAszzqUA3JMyTk/oZPXnvITdDyhfbSvR5jn+ylOrNJhZY26/w0FTfsnIQPfQm+AeN
tVJHvVfuWsuT+oW69Wdj4d+QBeVEUgOmA4IM220+JVUSwJAUpfyE5lyrBTsfBSl041ObyOSWO6vv
420N+FmnoBOOFrXE0C/tF5FaCVC8qo2rDDlwGeeblVOktthTEExNscaCjTtGy7tFBcyT7UlOTFUf
aa5J3RWw2vEiOlI2CM1L1ZceQUBzl1hFpO673CESIkLylzKOkyrMpDRP5EhUDJR/4rgcjxcU7MRg
MOSXJBx17Zryu9qvPVur8m3QFwn4qU5wPexUVapDxbW4gsStyI1O25aGhfvk+X10soeB/BIsA55E
OHr6Scc/py9kVdS6FbxUlWdtlDjqgcyhrmuESrVWR7/deqNRrHopShd6VKcTP2mB8CdyQABHjVl0
y+JLQc6r8EJaRrypjT7yybnn6Ei6wt9OvlkLQL+ZMHriT5gTv2ienCd1V40Joe+LNVrRAT5ZcDAr
R7oP/Do8mI0afxPOwngIfylc95/OI3OzqVRSytqL++pFqTMPqyOzTZ7qIPHKdV1kaulWowHrTks8
faEHcTqvpECT1v50/gDHz6oQHW3c6arvX4wA45mLInSk9IcfpGO4tlLkuhfm9YsNPT1pCODDckd1
fC5ikdIgS7q2K18kiE/yQxBWxO1VYac4ngxCDy+oECCrl2G/kaxBAdf92kclMljZWRAtFSnmDzqp
3yTWzE9BPBnk8zQ5/9QOkiix/ajt/JcJnroeDNM7VNp1aWkrQU1rf/7snM402QU0QCrHxC2MeDxY
76kofFeD82IjmfAIBUG5DXMTnW0Z9cv782N9do6ObtZJYJ3YFfYBCojgeo8H88y0dsymlF6SOhXk
VejjWlWwQn7WoROa5XEy3GXE9skVklayhPsr4gNPeUE77yrXJPH/uLuS3jaSLP1XiLp0NzC0uS+D
7gJEilosUVaRsl1VFyJIpjODTGYkc+HWGGAu8yPmPKc6zG2Oc/M/mV8y38tU2owgzZQUAdsoNdAo
SvSL/e3ve3aE4A81uUAbmGA9eleaLTfUdhoNY1tXQbQKy/351nfcNwukrgFIHU3C6u+cTWs9PL2Q
g01Dyj8UAnhDAQ2CKDWd4N4JRTY6yja9UvkDAjlN5w3uxvK3FoxCBxgF80bx/LmjAcoCuKOAqk5i
GcquVRdBCTi5i8aHWnFe/4CGtkgraxTrvaXvt3IeAr0r6YAINQO4ZqiyIcRMNRa+BYYbWtI26pSD
WiZrzD7ny114tQBM+jlCKbXODMd6DbE769m7mniuXkmAygTEjl4QyANWI59xHVlDc75sfRjBHuGI
GLW9+YVro5fKjW2X2sUc3efgoaG8jmCSUcVE46qlBTGwT+HyKQHHuR5H3dpqV+3OYtt+gy0IkdLt
zXLybNTxcGuQ4IxYNYLwcOaqCWRzjpbW7XWpMl5VGvet1sp+E8wb8cNaLD7AIsrryH0wGkIT5LFH
rTSgcpBrLF9SP1xHc8QUNhMUDiD2vgtK6IPbFG1+WWn63O9tgU6c5xFUvT1IV2mQlk4FMeCoan2f
u4qCdTzflSbt9si7R5mFdxPPmsucB3FkZfBOE/wJSXyYPPLK0G6Ve7WWKE2K8Wj1vr6qb3poZeCe
iy1AGzuV4tJ63gNEX6YSErXhgIfPH+kbyngx+oVDJR3NJ2hlXuos247bW622i85qttzlKBSHS0OU
BYeG5w73MdQ5eWlwRGFvAzeaeJtGcFnyd+tLGCV9HwpkH4hKq2faGkn2O/J5qM6Bqt6U4aDEzpbb
xm4LtM01ddZoRRd2zXa7DdHI6zNFpPZZSx1KPvzT9AbAOgEnKq9sM6OchiYwecJmLNCnfbG75kBn
uHXQJvn96fM62EQcFNoPANoMQhQWo6KeAoW2sa3u6vFkG7XdX1vAaWnZTe6j72PkXAV2I0eskXop
r4yeF7yb8EdDkKqXvl7aIT8BFTITu+k3f63PSnX40DalNRpbx82N1wPOBlJeKfXIfia/RBASsAQI
i+HJQRyp0dDa2i9tdy1vMWkLSLkOtLhRZwcruLtZoSt0zl053FXwE8SyEWkG98LllA8waCxXaBxb
34KfNNpXtpivPjZRefCh5SJ6Htsij38dJBuj/AVxVkKXQEYKcpcUqwYuLsdFkVNxDICb1mbcQIrb
7rrYnPFRudtyg5EXdpu77dyv9HZoo7G+9jccjSa8JRfO9XZUByJhZ8VxGTt+3IoW59GKz7wITcHW
3iy6mUEuVDrlEi8VY3Qbqo4W5U4MIKFm150B5riIzqNBjAAKYGj8PCwsdScpFwTYRpAACGGjkk6x
GkphebHYNgD8vR2VtwMBD+aV294uewBzmv9WL2/XOSenPj1UEMFlkXTuAR+D3SafXCn2i6PKMqj+
DjCjWRd5IZsO+tzPL+eIfuUZz6oEIMAmiG7KMwNHQTGbPJbgeAM1mMJjQD2uGpZfas8AK2Zv7bjo
nsfosyMu7N0SbuTKrA5p2F1xJEFuOnxJxaLddkStIrooV5tVZ+chcrpq6MdSC+IO2C/6FeRszIED
ogHYEqTGwNCnYlykW8mzheR0Vu7IdydxrR2trcoSjWZRoLqar9GnG77cYq/qhKW5tbKL6Dm/iYBM
/4uNDsVe1255HCVKM0TAliJHL1EYCpwxhM6DmiQ8brQIUvWEGJbRrlgsRYOmgCJSqa7aFyj3gJ+t
1LJ7c0AlXYa+WPROM03VBkpGRRFru4nqYLQ4U50ICzuYjRpuPRoAFAy5ObO1c+V67eUbUYHzI6iv
VzdQIFYXNXDtbgNlem/RBjUvMV15GTQHJCtB8UTqIF6IikgXt3aBGNXay4G/nvuzLjDOyq3uIt62
LptB2LqLbO7k1fkd2Wx49QgFAWlZsLqUC4s83rW/EeXlYB5vq/feeuNfFtGN5lfHbkfnrRZYzm5U
q1ye3uyjgyIrEpE3JDQcoIkWORKEosU6GCzQiufaQazislRe8j4g1UZdFDOuOkUxW+ecsMIGks0F
ZFgdlwoeLqRGyZd9WW/58L5E4QAl7ag1mwVgclWkMKOW8rk47elYDbgTET1Cx2BVj3FnxQBRjkow
cESx4V3HcCCU0NtD1EY3u10Y2hceCssQ26m0ZuVBUJ7VtufOqBLMOrVWsRKhlq1sL58nLIHrAeYH
bYByCZEhpaY17lDotkFURAzW8ayKureWexW1SwimjDbznAesMMF0KFIGMCL8YyqIB2B1osq65KHt
i8vtfrFdXvVi4eQp24qxloyC8m8wW8h/KACKGInKHLbG0vcGG7F1+rEIJ7tFcTNErpsDIKZ60KsC
zgMdvGbLK6RQ/n76BquXiXYTfuMawUCgQFVNhZ0V7eZsZdf4oLhrz36BlC5222K3egN0PJHzWI7s
JmUTkiIAywlZQPK9RQBq4xbrCzEoroBCaIeb6C06AMzZ6QUd2U3KCoFvAhmv6JSmKI3uYj5Cw6Ci
P5iXUa2HrmhBdzYaNc6rbafZW8W15dVqW0OYekl9zdGAPQ8sTmV9hIaC6nMIJGT+klkjr9JdztfV
ZrwG0y8FztvSyEeUulTlJfccGPz+717dHuXJanrwe4orLhClh8LmBgwcIWsRl9pzYyCrw587y0o8
QO9SgLGF5VLlvOLt0KYHeT+efe4idnrnjaJ40l5GizfIYokmcdtZTMoA9Bu7WMdjR67Xk82/Amft
Ph08/Pnv+DwRPip5bSdSPv7c55NAhOJj9Hf6Z5+/Jv+jn9/6ljeMAsuK+sxXvyn9Q9B/HP+cRUz6
0PMAe7v9JbaC7cAKYzc6/dd0plgIEboX3IsexAGJJ30pWcxXCRWsZF4PW9/6x08TdKSPaH42F95P
j3+6nv7jJyrAeH1AKFnMKQIuw5rjKSgXy6VXhI8HIwKkXOHZ2R/q1VdQiPCD/JPkJx1qbxu/tvqD
+RzZodPfOTX3dF9o8YkRrrX6avsVwOYBmkV92egHD25/D9rtV+BwcJ/AZ5P8gC1hwB9pDwiiQmsP
CLFkb80wt360NVIvbq0lVhuvEqscSaPpMYLv7y+5VH0FMLxq0qvnxzpeSqvWWnqxUn8FBYqCCAgP
Jj/y2qu1V9QyA0nqteQF/HCnD+RFzT3A8RNSDfLbCN8aP/Irh3r2Cjo/IPFI3v9Y5w9wbs3Fl2uv
kOuKuIF87KUSrRmnTpHvp675CXzvs+TrOtydJoKRW+GedM39QiYZDgnsyz2g5JR+kr5KkjIl/kVy
/jwRkKIefpHw7L0/kPax91FMLOblfEcSwuHBlx83J5n241z2f9UjcZ5thTTx7C/ZL6+4FbBg4myT
P2wfV33HFhDXZx8DPoFSm06dhGDiakw/ZrrC45L3Ls5Jkl6E0SKFbBm5rtkwL6QbcmmiyO7QpNiL
A+Fb2axo8YC9IlA/neXfiSByCmcLS91YmDSU06RD+ywOo4C5yj4AYlFzI4YCzTKPzRle2TZsCp05
v6WXIM8YwU1kp8D/isAtihsp4qk3xj1UZ1uooyCTDMEiGJJoQAH/E1LE1FHiL0pw+MTbjTvDlIuI
fo+oREVGN7mWUcYJBDMDA3UYUMAmhWHEIguTS48geaDwlVPFDCEI14H0kySsyyf0gnX1rVD4ImIL
+aiQgl8HllAFPld48KgN18EVfslgDL1crbG0KkQU6X9IAIRvA25ychVqr6rLAj4e4wIW7qzIAWY0
86bSZpJbEHILmhplRsBGpmybnGGPceHPOvyhlMmMwNRcff7f94/+yGlkXH5fTsiySJIzmmLm2Nr3
hLE0md6+hMrbhb1VknO6/CRZvHf1NNd15HCytZySdR3mBIxLFjRB63z1Aj2RyXS3fhBL95SSlXSp
XrIdAz8JuJ/RSkUeNDld0tcBkzeBAnnaRMOAWW5GJ5mric3FXJcSUTJQdef6RgRTZQuoIYEuWRRV
MR5ldJItoOpnXbK31ph5suMHgl6f7tuFsgfUkUd3sr9AuAcZmWQLDtWF+Isgf+ITG7J4ygtnARvL
Ag8pqNlYmZr6AuJwQrKMDE0Z0Yrs48upvkPTAWuazLnQW/BAVQzQWlF/kA9WGBU6zJtnpJLpU02c
7jn+Zi0siUmgSaI+1TtRwKX7S1gg0Z6RozkjIpN9fPmWXwqQLQzj8ZRD8+YT6SmigtYEW36IvXHh
OjxQTcrALETiqIE9OhvHhX4cSjfykbqBPfrnoDfsDd73zv+tQJfHCrBh6v2HGolSACSnUX8YQoen
LOPTF+qYpvGNtCwk22TC/6Va1QkN7HtZ+q4Nk1S6AwbYxZln44lkZ0nvLvdgU1XrpFYlonDNCMA6
vSJEliKrpy/ME+hanqyrVeCf0yYKwHtvyjNCNNeqAbJdh0ns7NAtET9b5g0sPx67MCrFxwKsoQI6
Jttif+K1U8bPEwXrubUQE8gmDJM/noEb2IUfKxCyMpPPXfIvSxdN1BEy3N8eAtDWvS5dEIALp5A6
3rzPe5RRTkSXAWnbZb5VeG8FU0uibMA4OZ/xMfxF0o1vGJAjPXvrS/KVSm50t7u3jFkkwPfcwiV6
LVgSTyHQJ+0BAo6AsUSW0ha0yUYOF77MrgmkXJfuA579JVsoSi/VGuhSvmRj+RFSRqA2UUcRA4ee
zvjZbPDwIiCMoz/X7qf/iazC9C/XK8Gpl1269kR2mRBeN5a3la7ZEff38/filo9VrQDgkNnkX644
38KdCASQjFCyC5Rjo3shMF9lFyjGpku1z6bMZuFEsTNNiJE+24ookq/DSR/jE8Vsn7lsLfFglECZ
2AlXIWrgFfchSCcT+TKYsJz6LAb35bKnDI04TWwDUVbjFmUTYq4vdsR/l7F8J6g3kO41vuNQ8TMy
yZMzITISqrIkAgBRNszLWUTKhoEdHoYszsglsz4MOT2fsQ0+/RF7SnITACizcV4+7QEsk6nEiBN8
Gt2zG1rbiWO5riVpnEBC0J/xY3TvINKL4ngDxC3PspnkpU2wFLT3A0HrgBVuLXSly2ZJlwO1N9nH
l5/hUCwOoqgmPNbDWHECI6CkP9sHIVtpKEDSJzr89F+i8CAWn/4o4D4X7oNP/+1NuBwNR26s/kBw
b3ElYIqSLQN0mbdTGTRqBPUJv7MPHji1/dK90J04mHOPFS5YKElCYELoE0cyB1d0+gp1i9eddA9+
GOS7SCoBuvHpE/79wAYB+LcBsnwxZuO1zDFMBCFSHnr4vpsGdK4ODwoPUOYkJgpnqf52nI23lnR2
TSStoeMhVeWjryQYdb499f38sGnCzJ/PE9uFTStrECbY1iXS1j01CEJFIro8oG9tuKK8E6aOLtkh
4uZR4Z7EvJWIoD7pxMiizUgn0r5kYKTHuNlhJk2S7627js8OvSMZX9T8NlvOEW0lfKKt9zmLJaOV
aMlIOwVo1ClenNL/jg+YXBR/vvd79tGGWwoBQTnYbeCpne2sYMz4TCZsQD84CxB7lW04A3Y9wsS2
y6ZW6OxfTOrJoPuo+lvmLWRvDCUu65IFZKV6aAaUJFTce7KYpRoK3bkirjEWU/nMTOihw4AXbhHf
l0xYEy4/hErlkJ0JxfYKIarCDf3f8GyQbWrK/gyc3LU3hXmpWCcAiMoGOsKzn8iyQVk+OrSb1af6
hvkya0BDD32qN9vARj9x5WVATdQnnSZD3wglQpKgOus+kFQlP0LbwMW4Qarc3DncEgPv+pbJQUVg
iejvc59NmDh4IoR4rrvLfYoRKxnnwOAxQJi5U76S3V1lworRnjE841v1TZuIJd5ZvuzoKhMIjO50
71nAJpZ7NAOoZYT+/EBVQRcVAxNHQQ73fQRVoWemu5Cq7AZu3RA4t8wH25AoU2mR7nY/OIyrVlJS
FKVNmKGb8MFOw942MGfG4XTO6CSbbELDeIBHitRClc0BzyAb6+UC8N1ubB3ZDgIS1t3p99yKPLbI
CCX7YYLVvUWKn1gVriNk9PiF14UeEgdEFD++zP3hCNbRwEIeB7yJPRY6cAK9LmT/yY8N2gTERjaL
lx/M0Edyjrs9xm9QV2JC9+nz6dS1Cj0WRtl06YzStP6vnz64yOfK1FPZYY+7NnT4HPUqHnbt83+m
WZT7g6LqDGUrBrzCFG/dMhxQwN3/+/f/DOf06TLYwpODGVwh+WHBslOT+CF8AA2Ao2STevnBPXAk
JBURWJejyQCLBCSIiYthwSiYZ9c9fH3OGRocRVjVL0hwY5LTGvC8TRR76i/qXMynAhv4wOYwI/lC
skraBAZuIlB8w2J0YJFSmsslZMACnlR/Cfes6PLixOGsGIZxRo9u/OMYBs5+CEv7CGUDPOiW+ZGj
qDXp1uQKge/nWEqKSf+EjqWjlbP1fB/o9zsJFHwflO3pHsz+aohdogh7/1e9/bKyE3/KqzjL+/u+
Tps4cr/tutIM1e5+1Xs2gVPSsWO5fCerzQZ4XFdASSwMlJpuE2Zgzy0MmbtiUxHsMzhqOKWrJ14i
9dNCoF+WKQZ0ATilplQGnE0x5fUG2PwdNjhgdizNuHwyhvBEpekeMSdZuCYIDqe3+Nir+zYPLq3D
z+578ggeOQGexZdJA44h/pL+eVACeuK7360IA4V3smPQwLU5gxsTyTL71zFXeOcnwCdgA/JcqbH8
l90/gJF6kvoOBmXzWLbeygbIihAbmwQSr6xgZwEaVnFHVwx4DzB5plTmHoJQ7F3JJ77OTuzaqFSX
TpDQDXX3+tyiKIqk95qoubsOsA1ytZ2J9MVeGKkYDtSnTncTujuLlPOMEDFrE+mLF/wg2k5Yd7qz
vWCBsI4Z5yeBF554zy4C5k0k5YCaDulO+ZKPUdGiFOma8DBeAkPPC61tNkU6OsId0p6wFaBmVCZr
Yh+QgSHvrol8024gkIIlXV+k7ehvwlUMF2sgbQL6FejTvYYzW2EO6JJngG7EXHm21NNd9yq8sQLl
ggHO1QBZ+KWQ+S/XOwMlW5/yLQOkuHwbTESFb3nkxKpqgh49+hMeumLF5uqUDezxLQdfjywP/jC5
qrNsIvB8G28sBODjQPa7mPBf94U7xZ5kW5tYD9RIQ/cuI1THlEQtaqKlTZZ4e0YmmawJN/RX8HjQ
xyQb6uWeUkSd10zmFSZEM5BmVcZmojr/HoBhsZJCD6xe/W0YwCWtGBsAYNWnSy9azSYCGJsBwgnX
DLgn+ZorJqyOoa/A9ADuycCEV8wds2CaUaLXgSZ22ceX3+Dh2prKwgO4xybI8ggpZuo1Bs63Pu13
c0JCkpRLAKIZoJuintwgIjwVstloImvpPVWq4951gdmcTTY5RiNFekCLpPqYQL7QJqyaITIFZaFa
MVF3jAiaRfAAfTneDDxvE3BGaToQklUs5F3Jsy8jH92AsLoByPdK2u12G+2j8tPc8/0hn/6D3s0x
0wxwzwB1breRWo/m56huyR/ue7rWHvOGdb1r+0vId9On+/tsd/ZZEI9l5SN7pC9nrmcIIMDHmviK
OiwYo2grI5q8/OyDzgh2zF3Z8WwieYVmC095mM0w0cYMvBpCBQCUHTzEEmkTyYVdtoUWcuzVmFCl
u8rtMFECfS4WqHiSQXFNaLwZ3eOYHyYy31AColaWmFBQEUeZojAjlosDTRTpXgHcjkuX2UQiwxvc
Y+X80GgvG+blr7rPAqqFUyu3TaDCwHSLQip4jbJpJk/bBOzaPZxokaDYnSQW0ZojG+rlO5LW8Nzw
KAoTbnpnrbjMQUykSaWj3MYTWWNAkyP9FTzA2uBTNk2m/yDGgBHOiCaywITLhvLs0v3p4l6K8Bgz
rJgII6Qb9Z7Dx4vSKlJWCOUp5QoHaZomcDM6BL8QOoX3PLD5USYP3LdsP19+zd4NT45g4CJ34DpR
QFvQSk9/5l2EiZGZnRFKrpSJtKkhk7WiCjWZ03X0IOk2KvRiRPpVTI2KiYBJejuhwkTOpz9cayGZ
W+gXZGgBfYYRZNsZBa8m8r/TBaRSoPDXNJbyt2zWdLRVQEjnuq/21ebeYyrLtwmqo/UdDBNdtf8H
DKrjyh6g4pvwR8Fc/Sjc+SO/3j9ptNKtoPgSTSlhXaK1btL+8vT7+37nnoL4/wnPPbBpy+WiMxMJ
zB0UvChBFhPej07AdnKRvwkgDzKpJa+biVzjrnCFChJnIsW+N4EtIWd6maglv4DhM3EI4U+BizMR
Tbhg7vyrnp92xhVert1cxih2lTwQyBvWJztEpjpyvqSrUTaRREAFS3CfSOK73DIQ2ry3gjhbd2L+
mEAQfBfE6mQrJl7Ie/h1d8ArkA4OfSSyBXztPnw/MXCs68qfUCikMAzAoGYLIR2OCQ2zg8wR1V1o
QnEldiuOGlAmqnC7gqzOv95YyA327L8dsz9NWIOJd5/gv6EiEyM+No6JOHdXiEwnk5wNJoLdF3zG
sydMPMhEhecFYnkE1j99bOaTxFeoH+lB6flJNI8n53glspDaoh7SN2DSPsrapPqaDpvcDPCopy2/
CFlgKh2KCcEAB6QU+DPR/+HKQtz28YYma+hPzuEEcLPfSYtAOnJ2Kb7G1/PjRzcoQRrDtM4oJSLO
BMJa1wlQwwnf/RFDBZ25s/FePvM7a13oMvdI0M5EJPOOK1CYJuKY75mH7H9ZnTDhI7kD5KhM1cSb
pQ3+3UKlgpxUi6Ci/uHd82gC39ZR4YJmZQYGYD6CabSEI8DKZgrsXBUg1MClhpAKUfh2vPD+sFdh
/KXO4ImMOHUXXVkugjL/UjgL4ZQNAUiaeprpxSIshuLRbuw5kp6CHnL6h/Ig5tBNpZuKZu4m6CJr
NCNDHKxSNTHbGIk0ymQN3MwPOF6eet4v4ghV1tLETcQKD5TMioly1S7hKlDUJnu0+/Ouw8nYbKJp
XR2ZDSUUyJpIbZMg0gp9ZGAFhbcxysShLx5V45pUmltCT5cWvGBo45gPpf8dDZ8jjSB1DZ/91ZBg
/f41ise6UH7bVb4wxePSEogeSW/TBO7JIA4VEJiKieDyw6f/BY7r1tp/kgCqzD5+Tcnavy/f1uvf
PNIu9Nvei2NrN90z8lgfzx9slTnb8MhBJi4Mk5//HwAA//8=</cx:binary>
              </cx:geoCache>
            </cx:geography>
          </cx:layoutPr>
        </cx:series>
      </cx:plotAreaRegion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Aug - Oct/24</cx:pt>
          <cx:pt idx="1">(I)</cx:pt>
          <cx:pt idx="2">(II)</cx:pt>
          <cx:pt idx="3">(III)</cx:pt>
          <cx:pt idx="4">Apr - Jun/26</cx:pt>
        </cx:lvl>
      </cx:strDim>
      <cx:numDim type="val">
        <cx:f>Sheet1!$B$2:$B$6</cx:f>
        <cx:lvl ptCount="5" formatCode="Geral">
          <cx:pt idx="0">90</cx:pt>
          <cx:pt idx="1">90</cx:pt>
          <cx:pt idx="2">35</cx:pt>
          <cx:pt idx="3">50</cx:pt>
          <cx:pt idx="4">265</cx:pt>
        </cx:lvl>
      </cx:numDim>
    </cx:data>
  </cx:chartData>
  <cx:chart>
    <cx:plotArea>
      <cx:plotAreaRegion>
        <cx:series layoutId="waterfall" uniqueId="{00000000-6A89-4F73-94B6-6174938355D9}">
          <cx:tx>
            <cx:txData>
              <cx:f>Sheet1!$B$1</cx:f>
              <cx:v>Valor</cx:v>
            </cx:txData>
          </cx:tx>
          <cx:dataPt idx="1">
            <cx:spPr>
              <a:solidFill>
                <a:srgbClr val="992937">
                  <a:lumMod val="60000"/>
                  <a:lumOff val="40000"/>
                </a:srgbClr>
              </a:solidFill>
            </cx:spPr>
          </cx:dataPt>
          <cx:dataPt idx="2">
            <cx:spPr>
              <a:solidFill>
                <a:srgbClr val="F2EEE4">
                  <a:lumMod val="50000"/>
                </a:srgbClr>
              </a:solidFill>
            </cx:spPr>
          </cx:dataPt>
          <cx:dataPt idx="3">
            <cx:spPr>
              <a:solidFill>
                <a:srgbClr val="992937">
                  <a:lumMod val="40000"/>
                  <a:lumOff val="60000"/>
                </a:srgbClr>
              </a:solidFill>
            </cx:spPr>
          </cx:dataPt>
          <cx:dataLabels pos="outEnd">
            <cx:spPr>
              <a:solidFill>
                <a:srgbClr val="992937"/>
              </a:solidFill>
              <a:ln w="25400">
                <a:solidFill>
                  <a:schemeClr val="tx2">
                    <a:lumMod val="40000"/>
                    <a:lumOff val="60000"/>
                  </a:schemeClr>
                </a:solidFill>
              </a:ln>
            </cx:spPr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 b="1">
                    <a:solidFill>
                      <a:schemeClr val="bg1"/>
                    </a:solidFill>
                    <a:latin typeface="Montserrat" panose="00000500000000000000" pitchFamily="2" charset="0"/>
                    <a:ea typeface="Montserrat" panose="00000500000000000000" pitchFamily="2" charset="0"/>
                    <a:cs typeface="Montserrat" panose="00000500000000000000" pitchFamily="2" charset="0"/>
                  </a:defRPr>
                </a:pPr>
                <a:endParaRPr lang="en-US" sz="800" b="1" i="0" u="none" strike="noStrike" baseline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cx:txPr>
            <cx:visibility seriesName="0" categoryName="0" value="1"/>
            <cx:dataLabel idx="0">
              <cx:spPr>
                <a:ln>
                  <a:solidFill>
                    <a:srgbClr val="992937"/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90</a:t>
                  </a:r>
                </a:p>
              </cx:txPr>
              <cx:visibility seriesName="0" categoryName="0" value="1"/>
            </cx:dataLabel>
            <cx:dataLabel idx="1">
              <cx:spPr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90</a:t>
                  </a:r>
                </a:p>
              </cx:txPr>
              <cx:visibility seriesName="0" categoryName="0" value="1"/>
            </cx:dataLabel>
            <cx:dataLabel idx="2">
              <cx:spPr>
                <a:solidFill>
                  <a:srgbClr val="B59A67"/>
                </a:solidFill>
                <a:ln>
                  <a:solidFill>
                    <a:srgbClr val="B59A67"/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35</a:t>
                  </a:r>
                </a:p>
              </cx:txPr>
              <cx:visibility seriesName="0" categoryName="0" value="1"/>
            </cx:dataLabel>
            <cx:dataLabel idx="3">
              <cx:spPr>
                <a:solidFill>
                  <a:schemeClr val="accent1">
                    <a:lumMod val="40000"/>
                    <a:lumOff val="60000"/>
                  </a:schemeClr>
                </a:solidFill>
                <a:ln w="47625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50</a:t>
                  </a:r>
                </a:p>
              </cx:txPr>
              <cx:visibility seriesName="0" categoryName="0" value="1"/>
            </cx:dataLabel>
            <cx:dataLabel idx="4">
              <cx:spPr>
                <a:ln>
                  <a:solidFill>
                    <a:srgbClr val="992937"/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265</a:t>
                  </a:r>
                </a:p>
              </cx:txPr>
              <cx:visibility seriesName="0" categoryName="0" value="1"/>
            </cx:dataLabel>
          </cx:dataLabels>
          <cx:dataId val="0"/>
          <cx:layoutPr>
            <cx:subtotals/>
          </cx:layoutPr>
        </cx:series>
      </cx:plotAreaRegion>
      <cx:axis id="0">
        <cx:catScaling gapWidth="0.5"/>
        <cx:tickLabels/>
        <cx:spPr>
          <a:ln>
            <a:solidFill>
              <a:schemeClr val="tx1"/>
            </a:solidFill>
          </a:ln>
        </cx:spPr>
      </cx:axis>
      <cx:axis id="1" hidden="1">
        <cx:valScaling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Sheet1!$A$2:$A$7</cx:f>
        <cx:lvl ptCount="6">
          <cx:pt idx="0">Aug - Oct/24</cx:pt>
          <cx:pt idx="1">(I)</cx:pt>
          <cx:pt idx="2">(II)</cx:pt>
          <cx:pt idx="3">(III)</cx:pt>
          <cx:pt idx="4">(IV)</cx:pt>
          <cx:pt idx="5">Apr - Jun/26</cx:pt>
        </cx:lvl>
      </cx:strDim>
      <cx:numDim type="val">
        <cx:f>Sheet1!$B$2:$B$7</cx:f>
        <cx:lvl ptCount="6" formatCode="Geral">
          <cx:pt idx="0">90</cx:pt>
          <cx:pt idx="1">90</cx:pt>
          <cx:pt idx="2">10</cx:pt>
          <cx:pt idx="3">25</cx:pt>
          <cx:pt idx="4">50</cx:pt>
          <cx:pt idx="5">265</cx:pt>
        </cx:lvl>
      </cx:numDim>
    </cx:data>
  </cx:chartData>
  <cx:chart>
    <cx:plotArea>
      <cx:plotAreaRegion>
        <cx:series layoutId="waterfall" uniqueId="{00000000-C361-4109-A9AE-1AB6122D94FD}">
          <cx:tx>
            <cx:txData>
              <cx:f>Sheet1!$B$1</cx:f>
              <cx:v>Valor</cx:v>
            </cx:txData>
          </cx:tx>
          <cx:dataPt idx="1">
            <cx:spPr>
              <a:solidFill>
                <a:srgbClr val="992937">
                  <a:lumMod val="60000"/>
                  <a:lumOff val="40000"/>
                </a:srgbClr>
              </a:solidFill>
            </cx:spPr>
          </cx:dataPt>
          <cx:dataPt idx="2">
            <cx:spPr>
              <a:solidFill>
                <a:srgbClr val="F2EEE4">
                  <a:lumMod val="50000"/>
                </a:srgbClr>
              </a:solidFill>
            </cx:spPr>
          </cx:dataPt>
          <cx:dataPt idx="3">
            <cx:spPr>
              <a:solidFill>
                <a:srgbClr val="F2EEE4">
                  <a:lumMod val="50000"/>
                </a:srgbClr>
              </a:solidFill>
            </cx:spPr>
          </cx:dataPt>
          <cx:dataPt idx="4">
            <cx:spPr>
              <a:solidFill>
                <a:srgbClr val="992937">
                  <a:lumMod val="60000"/>
                  <a:lumOff val="40000"/>
                </a:srgbClr>
              </a:solidFill>
            </cx:spPr>
          </cx:dataPt>
          <cx:dataLabels pos="outEnd">
            <cx:spPr>
              <a:solidFill>
                <a:srgbClr val="992937"/>
              </a:solidFill>
            </cx:spPr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 b="1">
                    <a:solidFill>
                      <a:schemeClr val="bg1"/>
                    </a:solidFill>
                    <a:latin typeface="Montserrat" panose="00000500000000000000" pitchFamily="2" charset="0"/>
                    <a:ea typeface="Montserrat" panose="00000500000000000000" pitchFamily="2" charset="0"/>
                    <a:cs typeface="Montserrat" panose="00000500000000000000" pitchFamily="2" charset="0"/>
                  </a:defRPr>
                </a:pPr>
                <a:endParaRPr lang="en-US" sz="800" b="1" i="0" u="none" strike="noStrike" baseline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cx:txPr>
            <cx:visibility seriesName="0" categoryName="0" value="1"/>
            <cx:dataLabel idx="1">
              <cx:spPr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90</a:t>
                  </a:r>
                </a:p>
              </cx:txPr>
              <cx:visibility seriesName="0" categoryName="0" value="1"/>
            </cx:dataLabel>
            <cx:dataLabel idx="2">
              <cx:spPr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10</a:t>
                  </a:r>
                </a:p>
              </cx:txPr>
              <cx:visibility seriesName="0" categoryName="0" value="1"/>
            </cx:dataLabel>
            <cx:dataLabel idx="3">
              <cx:spPr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25</a:t>
                  </a:r>
                </a:p>
              </cx:txPr>
              <cx:visibility seriesName="0" categoryName="0" value="1"/>
            </cx:dataLabel>
            <cx:dataLabel idx="4">
              <cx:spPr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50</a:t>
                  </a:r>
                </a:p>
              </cx:txPr>
              <cx:visibility seriesName="0" categoryName="0" value="1"/>
            </cx:dataLabel>
            <cx:dataLabel idx="5">
              <cx:spPr>
                <a:ln>
                  <a:solidFill>
                    <a:srgbClr val="992937"/>
                  </a:solidFill>
                </a:ln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800" b="1" i="0" u="none" strike="noStrike" baseline="0">
                      <a:solidFill>
                        <a:schemeClr val="bg1"/>
                      </a:solidFill>
                      <a:latin typeface="Montserrat" panose="00000500000000000000" pitchFamily="2" charset="0"/>
                    </a:rPr>
                    <a:t>265</a:t>
                  </a:r>
                </a:p>
              </cx:txPr>
              <cx:visibility seriesName="0" categoryName="0" value="1"/>
            </cx:dataLabel>
          </cx:dataLabels>
          <cx:dataId val="0"/>
          <cx:layoutPr>
            <cx:subtotals/>
          </cx:layoutPr>
        </cx:series>
      </cx:plotAreaRegion>
      <cx:axis id="0">
        <cx:catScaling gapWidth="0.5"/>
        <cx:tickLabels/>
      </cx:axis>
      <cx:axis id="1" hidden="1">
        <cx:valScaling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endParaRPr lang="en-US" sz="9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</a:endParaRPr>
          </a:p>
        </cx:txPr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Planilha1!$A$2:$A$13</cx:f>
        <cx:lvl ptCount="12">
          <cx:pt idx="0">Estados Unidos</cx:pt>
          <cx:pt idx="1">China </cx:pt>
          <cx:pt idx="2">Taiwan</cx:pt>
          <cx:pt idx="3">Coreia do Sul</cx:pt>
          <cx:pt idx="4">Austrália</cx:pt>
          <cx:pt idx="5">Tailandia </cx:pt>
          <cx:pt idx="6">Brasil</cx:pt>
        </cx:lvl>
      </cx:strDim>
      <cx:numDim type="colorVal">
        <cx:f>Planilha1!$B$2:$B$13</cx:f>
        <cx:lvl ptCount="12" formatCode="0,0">
          <cx:pt idx="0">49.871000000000002</cx:pt>
          <cx:pt idx="1">-52.929000000000002</cx:pt>
          <cx:pt idx="2">19.411000000000001</cx:pt>
          <cx:pt idx="3">16.388000000000002</cx:pt>
          <cx:pt idx="4">-30.504000000000001</cx:pt>
          <cx:pt idx="5">2.681</cx:pt>
          <cx:pt idx="6">-4.1289999999999996</cx:pt>
        </cx:lvl>
      </cx:numDim>
    </cx:data>
  </cx:chartData>
  <cx:chart>
    <cx:plotArea>
      <cx:plotAreaRegion>
        <cx:series layoutId="regionMap" uniqueId="{03CE5BEE-49C7-4EF9-9627-E29A7765B306}">
          <cx:tx>
            <cx:txData>
              <cx:f>Planilha1!$B$1</cx:f>
              <cx:v>Série1</cx:v>
            </cx:txData>
          </cx:tx>
          <cx:dataId val="0"/>
          <cx:layoutPr>
            <cx:geography cultureLanguage="pt-BR" cultureRegion="BR" attribution="Da plataforma Bing">
              <cx:geoCache provider="{E9337A44-BEBE-4D9F-B70C-5C5E7DAFC167}">
                <cx:binary>7HvZct04tuWvOPzcdGIGUVF5Iy55ztFoeZDlm+kXhmwrCZIgQQwc/6b7rb+jfqw3JbmudTKvXBld
EdURff2QJ8QJwB7WXnsB+dcv81++mLtb/2JuTRf+8mX++aWOsf/LTz+FL/quvQ2v2uqLt8H+Fl99
se1P9rffqi93P331t1PVlT8RhNlPX/Stj3fzy3/7K3ytvLOX9sttrGz3brjzy/u7MJgYnrn3h7de
fLFDF7fXS/jSzy8/3Fbmb/+r+1rdvnxx18UqLh+W/u7nl08ee/nip+OP/W7gFwbmFoev8C5mr1Il
sSIvXxjbld+uIvQqpURSivm3sa5uW3j+H5vD/Qxuv371dyG8ePx9+u6TOT+9VQWbPyw8t9sUP5ze
r+mnp4b9t78eXYBVHl35zvbHJvnRrWPT70O8/WrDi5uugp9vJvm/Nz9VrziiXDIq0f0/+sQPiVKv
EE6poIqp+3/s29gP7vjH5/XHLjl+/8gtx7ePXXNz/a93Ta6r7vbFN7P8E1wiXnGuKOTEo8nVE5dg
RF9JTilT4KqHLHxwxf08vl36o2n8sQceXzsy/OPVY3vnV/96ewMCTLfdcwv9cwhEIKS/hx6Cv337
74jzg/H+2LDf5nlk2W+Xj0374T/+9ab99yFE/7f/af6ZAJ8Q/kqSFLGU4gcIOYpnyl4xhTBgPbtH
oCPz/2Nz+mMXfP/ukRu+v3Xsin+/+de7Irf+rrp98dW+uB7Mt4D8o6z+c8FOxStGU0JSgf8I7zGR
W91NJbjr26CP6GL93/73PzShP3YFrOfJ+0fuOL597JKL9/96l2zU43ZjP/9EsP9v+nMfLseE9Zj+
ZP42VP/ENEgwekXv/6GnxDPh9BW5zwwpHhIE7n9fZX88kz+O/2/vHcX9t8vH8Z79PxDvPyQUfxp6
/pvXfNeUHcf4MQT+szqs/78h/79uyf7ele5u4+3+vp39rit7/u430Dp69bmu+MGdZ19/fkkYMM6/
N8nbJ54gzHHPc/Ti3W2IP79MhHilgDIJLqE7U5gh8fLFdLfdwpK84pgolCrKORMpVPLO+qh/finx
K8qZhHaOpJhAZx3ssF3H6StFCQd+BgQAK0nk33WEt9Yspe3+bo7Hv190Q/vWVl0MP7+k0Ij0D49t
y9tGxAQpgaGBFwrYBkyg/3L7HrQKeBr/D4Nr3+Gp4XcpLuKg9qRnfWJy1I/V+pHzoW9uWeJ5OHRu
CQvbRTJzPeeJLdDnsvOsS3JL5kaeK82XYdeopHOnk2pNeG142ydLZpuZ9595E+vZ7sBWpqZ5KSXD
d3K2y/De6Fma2zTlffGFttSJq1JUrqdZi6sAU2E99+0bjVGcul1puG/6zE68bS+xXBxMuWxbvFyQ
lnb1b0kYLbzznU//wEjyyEYKKcIUF0wJcB9BEBLf20jithq00OldMdmudqexZYadGjYGL0/XUMZq
yteqN9VvBhUVKQ7PD4+hjD3xkZKSSkqADFLwFEzm6fhrTdMgkKi+1rihTZVHSznVmVIkcfXBz1Pp
487rWDKdJSxZ++7txOgSSI7ZKiZ6HoXuQpNZ66jHV4qnDu49P0kI4e/nKBFUaJZCCAnM1BaWT+c4
6yoh2tPkq0j8iMiuXGUp3cGkLFKUdT4K8anhqIhnz4975JttXKaYJIQjolJ6PG4/LFbahKZfywVi
TmQj6k34RbOCdGU21dVQvekKUPBiprUlRGTPDw/90NGyJUsxS4liHKi63MzyXfqUfKwSNGv6NZFG
OprzCQl+C4mUxDO7VtJcVQm2+DVt3DJcNwGhVWdBVwaM8mdnkspUMMFTpBBIQOjpTLTUhakX5L8y
MUHKHRYsVtwcuJ+GwPZVWjDxyQ9gApcFIaX4ZNEyerUfK4v66QdeAXh6ahZOBEs5TwUX4Bp6FA1R
VKhemq74Uqi14/7Eur4tln1StEEtJ0vqZwiR59ePj5BMIq4QgyyBRKUAp+mRAUq11lz1MfmsKy/b
5HSOekuIdrYaRMRhqtnK8qoNC+mzWREKhuAV0sN124t6ybsE++5atbr13c5x68n7dqy68Pn5aW54
+h3eSowpYgwxjiVgOBVHWDJMReqRW+fPs48eggANDQL/oHmiPMlmT8fkuieN25ImTnb7qfpy+IF/
fmcsjIVkgiKhUkYZQNvTaEkdCXEJwn7uDE8Aw2tAr3XKxgXFhV/QggPuh3LwzW1b8w4Q1fetx/w0
TepkbDKnAW035F80vNVVqxkv2Nz0tv0BrODjBMObkSQRMiXgYSGO6tNMp65X3Uo/h4KIpN3XMfRm
eOvWWPVdPrnFweQS2Y5wzy6utcsubdYluZ76vjgLypu6zNt1RctFq10Xi6xTSBQxHzhKzHvRqnJt
c0LVDJBIknrB3TlalYGvNlUxOfeDNMUgkTwJACJwqoQSCFMuOATrU8tDZHZu7Mb+k+SW1zzvUcoh
FItiUMrneJUJQHuxPKCnGRjcG+7hpMdFCrfmKVLhDsNEf5xD7BjFCbANBYmEMaFb7h6FRTM3oS20
7T/1HrLI7WloUvaaYE2XCxqGBcyhitGsH1s9L4vMBu0np3MA/Em8L91aJKe+ZfX60SdDEFdpJTaC
MLOxNeqkGfjmHhuoghBaRsnH972vm/XjakQzNRkyZitaFVgfHGQ7peEiXTwwkbSdZ/Ad5fUCP2FF
ZUx3PQ80HIQcNt81c1kBwXD3w6u0TJYpS+1cwycskAeYeZV0GzeIPW+b2zmIzvUHNXo8XjNq13jp
fVP4zJjWkzZPyqKdT0sGxfXXLu0K9nFEI4Ygk2kJPGN0nQWK8jw2HKMmWF8iKUHDZ1Jwio9CgxZL
V2LVm08rboMvs5kg2YdssrU1Z3RwEwDF8yMeoxGRgEUEQ93GDGr38YjBo6Cnlk6/0nXYgnEa2AZ/
JMgGircYHRefipquEIQTGWIoX0sAFojT56ex0dknSUGlEERCreAEEVAfj1a+0nFwiRLtx5Z1baRZ
tANP7qzTDtBIN6HDe19IW70dQ1oC4vSa23JfppGMNkulnMyYRVK6C1Ok4nqm3qRLFiYsxvcxTVCV
O77O9gKCCOmsRqyo+owVAm/JrhHEoR01sIuzom7ilvkj4/QNgXrfLxltPJ3Hk+dXfIxrKYUCBXQD
Vr3t2EBP8BQGGlHobnJB3oxDh4DEcu8JkNhx3eKWAclipxpPM4Tt3CgKP2W8Z7aJ6LeQpkM9keK6
mMUW0sRVa+tPq57QDSLdGhA+ODP2oTpZ+dJA1hVTu3FqvKQtZKfEDtLo+SVt2vv3TkyBAaVQNgHV
Nv0YoyOodrRrV1t35CaNmkJuxb7cJhATOmype5/HoOcsMLdCz1uKA1ZukOJ7B4Um0RhoPJ75dsm6
JjS3RtWSnVaT2ezglsmKq8LN8FSl6bbEpWxFODSJ9PTQp36kIV+gXsByf7C0I5YJS1OYMoIhVRBn
wPeeeivODZZmsMsNLccNqaJ3EFqrWSv7JaK0IV22ROvWj5J0W31sE4vBIbNoTbns11bgWB4UTYbp
BliqB3NMsqYQfXRcAU26KlEQYmwy/YZuA8DmaUX6CWAtAiOBAatYIPgLeiwMpmhLBqaIUeok5twM
NaSEVqSGvx7ss0Fhc/u8EY5yNAW6AOxKEp5C24l+R3XxtDKxCJd8GFtpAR0e6C3R6Tw2OXSWuux+
BAtH5WgbklEg9gjKEhLAmp6aHdUWWGs/yw9hwBAhcYkRAgpqP9iH1T2zfF9MiZ1DJgxdwOBmLDqg
LAB6YKXJzya+lSKkRX0oIksBDCAhx/cetpigArQJJH6cOyhUj24r3dSBKWeTdpArkEWbO8pm3hyR
1BWGH7XUanyPbGthJrxpoDY1Im596vPWvt8ifJpOYisCABIYM2BBx50N0MGQlGhePmi9CFNkcWho
nxcTKuorQVbml73TXvRppghRtc68d5U7R2agM896YDvJhS/bhL0uWi1p7iY7l19QZdDpVAxM7BrZ
WfOV1Wb171srWjjCsGIzvWEjRvO6S+tO8T53wB/DcJgmno5X3ulitploUYsvKfJY7brOK5zXcxx8
kdk5dWud6W70bM7LuRkhGcbVT4vJ5oTXrD4oggd2LUxcWJmjGQ/TcNKrSeMC+FtRxrOoJTCzXK5m
WldoayEU+7O5WYohc6GvxWFUsqQ73ibz+mESllQfB2bKYkdZJDhfoD+1SybKGNROVWRq8pKb8lQS
GnfOomm9KFSH0AmesCaHMgmpRvu+sS27WfhYNsmNsmieP8xxpvF1EmKXvIeKIYev3Avhb1Y5lp3N
emuxDu/UvJrmpKhA3TislqWtzVRjKdG59Gtw6Wfc1mn3VZPejvMOQmVxd2qI04TyxkwB16ex6BxP
d9AHcCNOijZpxJXCMmmak1H0JBh9p9OORrDyjGnq2euV2hFCesU+9PodFSgKtO861vfybFBFpc1l
x+fGlft6LOM0Xk68KKvqULB2Gvj7oiPUnYma6TI9QKwI2mT9uCIo6yak1aSyMmHCxZ0u/FovZ1MZ
El2dTFUL1SZv1MQAYMe+GvgvNhkED2cQHFNS5BMF2oKvhh5Yl8riQtNZvDFESviJDxeTqjJwDyno
6n2+2sDc53VwiozntfB9SU7xnCRS5kvNm0GezF2NW5NxNm51EfGkguWUlENRuZ2LRSCV11wrXr5Z
pn7q5du6SOrJHGRDE9KfNcOi0vGNqCmvVOaU2jQJ6SPXzUdZFkWyXjBmAlgqWRxA9mtAbaf5RUIL
L80lrlyFzdu6nuq02E81AEG5txWmMHeArG1Ky5gYRPao1Evldqhvap/uuogS3v1CStLBeG1tlLoZ
ytS53EPrDZYl6VBBBcmx0NtHYP5AWTLn1MbpmQ6w+rzXuKPiUOtpsxg1sYEfG3RMrrtWbpDPxlim
MldTtBAAawd84yQq38Jz/cNSdeQrmM/VEv5BLQkFjGY0hiazw9XmHtwzTfh/YDNvdu6YqkFLSobE
gyuSrkk1u3MOGhp38FUFTCufUrxIl1ep5kMCHmSDGz7GuhuqDuyV6NWe6GFleH6d1nKbcgWe7tdr
AZEFI1C45T4XybwFmPDJ5nm+JHDNqHYzzThieBRKbOommMPYBRg2f1yP95S6zyC4abjG596K64az
QtGcTQoEoKyXGoMtHqOnWIOCT8o62RZXxOXeGANEjc8fOa7iK9/+ooE3rymqfHL9aOrk4fFvRn54
DpQC0ryWpG9hArhL9Pi5qURf+ZOqowss2pEVTo5lJaFlha6hAS+tyviDo+w6Rgg16LwHX551WC0F
z3Cjx0W8Ue1gwUojaQ08QnrQ2HwOMkcxqqxBy0Z6y5YTuGhkidxn9WBB20MGAa49rEmTCnq0vLed
mPDpMqRbd44eXPsQHqJoDNhHsAre2HNptsXPYtEQpyX22zCaaQEXF+uQ1DdrUrEhnsNK6Wbeh0Ba
h2WAWcIit6/gygd4D04uUYiuEPU29QeDJuu0wh/WUMvkPkG8a+qzlXA59yclAhEJ7adqsJDTqi43
5SNM4N9qlMR9xqLsIHwCB8YKi/cjkN03AbTs7YNk3H7YWKbwYzq0pUO78m3+3SBKPd0MpjRldejK
FL6rHcUlPW3CInG8oA+xUtVBRXnyaHJVjx6mM1e0gY9ABbAweN1XDdT5EbtVoBtgbnU67nqXxK7K
USgLGJzX2kLLFE0P2qYBwQAkG3CTHs6kLbd0HqC+wrVmGUSdHhogi/NyTlUwsz2NzKK2zY1iph2z
IpQgG2KFB3heRxfgB0gjN1etG+C/SzuBbsfRhEEqcqDlm6uxiQWIApOvYXSsSzt+FF0xQxdQLOsW
+5MCKK8PM3UEECb12gzp3rRQYtv9nHSFCmdcQamaf0VirgFvSmNt05w+ysl1NNrXh0Eb6He/LCww
Sk/7WoM5Tuh9zjibGjBYKKamWD9Sndop3jg66Umcxoelz6oMYCLaz2sDK2rKKfC9WBEGlIuebebD
c79FDehVW4g/6KdpaCawAB7Itt5YVQR+PAQ4PO8qUB+TrDIr6MqKkaZTGUgWi2hf0x57eEIseOth
Rz4EiKsHkWXF3PjiMHTOF+SsLNwK31gfpLcC2nJQDR1nDUiUBW6g9W1b6J26PBoQJvhF24gtnyKb
KhDhyyaNAJVUFAvUvLAA0tQH6PU24w0V3aQCMqQNaPG16Up43S8GVvnrBPSsSM6nInhfXSlabyKl
HaDcvZZNQUV8x0DGWor9XNTJog9i6rkJO5AusGCZBBFIfGIlxdCSQzFU4Pw1YSusSnTtVjZaXmzh
5onHEHwPlqyjBSWaVqii4/m08raQ75p1mJJrD2QaVIW1d0p8AryF+EqmfgUL1Axtayj6LgHwh/Zy
U6lMBXwVmLVq7dR/EmrRDn9msxHmSgjXL8WBERti8ttU4Xou9lDRqOFZMKB/J3lqsPQfQZGcmvgB
la4uy7zgC9Xz+0kCt3Ff1ViNjvwaihSkiRPfDGOr8oSsofm4soEwmw1QHWZo9jG2wCml5GrAA0R5
WyuSj3AxkWMmJ9iZmnePK3nwpetrEIhzzumyLesebowZN/xTS7mhCbD/LXmr0G5PdPfqfVGT7RrH
KIEnlnLZHiwoqBPtHjr3bW+jMkUPqVwCWyyu1rjgfl9Dom5ZqdrtzmPIAqcEJFIcNntgC+Begt/g
NClzPy+eygwTj9K3g5blZLMJdSDYs2UtFDmbXLdleZmsmxwYYJ8IfhjQsnjmVgTxzRDsP1yBbrnN
vKlgp/HT40DcKyhpDkIluX7o2LqqXmWT1V0/sHfNA2A1D0KjS/EmRifGbSJk8MIztmvL1tki004M
yfVQ8R7WHCfYxRvPK1JuNE6zGcaQo9mmNdwnXGIbqCNZwYctyXuybTPuumneYlIWK2mqjOvQte1e
1way8fBgENCBN9BrUjjkCvAecFJfaEKNTH8gfB019KDlAD5ABBMAN4F/JyvrCHsIoFeTa22tgFnL
spwhGyYLMOsStmWQGUF40dlYuW3uP+junkol2/Bi26tBinMM4x81tn6YbTIFCVLVAzTWoAHDLKAP
gEx6fqgjAR2yCcFxYRgLJCv4r9ja+u92qKa0cWkBVPJbjKBmtjZ3fcHYG6lgzwoQWejNqUNVg4ct
8wxc9giOz8/lqYTAEYL4STGHxcN2OMQ5eTqXYqQE5Nu6vFawqyY+VRxvfDyEVNL9aoE6/8jOvx+Q
KAXCgUgVAXFRHemKjfYImxYV793cQaEoG6j4Z3JpAOYeM/v5BeJNtvvP7Z1thaDdIi4xSQmG7aij
AWdTs7KLRrx/RIxJr5tovwi6cH6YWUjHQ90Xq383THSpd+3QbXhOPUBDElYG9egHM3oa6TAjaKVS
BcVLKs5AojsSGheFkkku1L03D0k1Aa+DHJ+HpgBcr9KxAhdoNiyQmYpCcQBqkehtInVP3bDmo4PO
/sBbajnKZoCWJQeod/A45EeBr6qFQj+ZTw/7Wf0DzD6/iGM3guMYoojDjgnGOD3eZYW66yKZk/FK
h2ZDpvWeCPWBd8O7JUkHdvnnx+MIHLn9E0Ic2UzOwEbgmOxw9Vj25lK7OkMWkNVmPlTln5LWOALJ
H6egLAJwQ6r+Dg7oVIASPVb11UNZApK8eUM2BvKiC24rGM8vcMOX78IUAgK2nxhkIJxHYaBoHumZ
07LOlV95cyq7xDc8l20r6SfhIWF+lIK/Hwpcl8IOXsqg05fHUNcWpF2GUpSnD1Rk5KCOQBwR18LP
86t6PIrx3cJAK4ShFByQQRQgJD3eLkQI9mVkpcOJXwnSYU/4vJ1GGBAjg/0trB3soec2lKCtqqwt
VugWs8jLiNsLqNZwBKfMbdOD8nNJGGgP6G1b8LK0pwtwA26virlq8LzkBYEtp1+Dcy20Qb4mrHP7
1gwriTmySIR2l3oOUtslnbGl4q162M9rBDQj9E3RtdjNr5tSjwqOzAyjqDBoIjUc1TiFRkNW7c4k
dQ+ueCQoMoHXdNY80Apg6CkUC3EPYw+tRjMhgO5JtwSgG1rDjQZMI0mA0FqSQp/QkQEeAIolBnlF
g9nIXPLAbXrYHIVsR32K1yprQmzxmnXBq67aiV6aesi+SR4OyqbOHonMPYOCnbUJ7Lu6dCvi0o2g
LEFv0Qiy71MLQ7YNdBXjOYLdiqrMzdwG6KdAzze1uaFAexW9EktUrD+rBUo2MSCMHnTW5aEPU9MS
qNvpZmhBdgUFRsIuQ1brmNoiTwZbTqjNHIXTQ+StcqqX0750gnH3gS9qXO0H2G/YdrSAAyIirmwM
sInwoepBbS53cAgJjhMctHcY13mLgXT+tkDrGdJzLuaJfMJ8XmJ6BbJZ0b/rlKobsq+7kCDohAE4
5pjDUS7YS993dgHf7qaZrH7JUALKxJgDNcM8zRe2FNNlo0IMawbb0VMF3bRKPeyLVhqFE4ZMnD4L
1DaL3hUMCHeXtbJr/S8dKC/JkKUPW26PWORgP7wUl2kLuF0fOm0EGYBF3/MsEL43nrh0cSs6D6Fh
7tlgJ00DLZtXcCKmz0aPRIsByUorYRqkaUg2NcmoPgCI2/S671RiDm3FS57pspyu+VLxerdUU3FS
sZGeVoiuZ62fx1NQMux76QXJZ8X1layiQaAZj/5DAUF9ykpuQwbZpz/Xvje/lKiyu1nhAnpRQ+MJ
NLsgKZGOX6Q9+mQbSMdu6sWlmKp+J5nW4F2U+EMtZ7avbTW8WWsT0R5YedynC6IGIla0X3Q/XBPM
+gvPkvKiHUPc8wASNJx9KU9HO6idVlP6Tvbawb5+X32tgit2RvdltrCu2/FCufN0Je1hKTrYBe56
zuDT6dLlrO7kYYJPnqXQj332sx1O4NxD8dWpxpw0MzZrtqiaH3SN7HXPQJvPDEg0IUuoLW+meU1v
TdJxaOWH9sOUkmqPSETnDCldZTZJ6CUDme7gY+juQi2LdyAeVnBeKVL1FcNWD/QzuMfvR1Lr6tAv
XbLHoY3vw8hAcAAo2IVlHs5p8EuT8XZK80KqQqe/VCNRyxmcQBi+BMJqvLdDH6HNqVq9ZCPl6V0a
uWx3SZH481bBcYQdw7F+N4+0gT6ptRc8ROzyItX2FtWhv5wlQxdB4C1CC77toZbjdD4DnX2NZDOe
gfqdnFcN1WSXAvp9xdNEu2xdU6yhbe6TX6feTXcuSeacVHi9DaG2BE4U9HB8cF0DRK42vcngxJQf
dv06NfO5GEpXZgj31dWCJQAxtFT5OFFDz1mKTH/uZ+cPpB/IBTftnIHS+5FPyxc0FMUVw5A+Yxji
DqRFVGXl3I5yxxdL90zG7qrXzP+69DNwMgTb22XIhgbOQDS5rEreZ8lA2S3sTNuMEtOdWBAKMoLa
+G7GXfMu6CU2eRNjeeP04n7xc9+SzM3DnBfY93VWw/xgxzUFzQ0Sb9ZrzuZ0eqtI0Cbv1rG+rdt+
zWCTp/3Y2cplfT/idwo2Ec564tN88Kg4Z1XHbkMq5ssa9P4Rth3YAIMWMSuGxEFHOpSXIk1slRnc
qFufAKnZpcDP6ozXwb0Vk2gOAPRC5Kpa5WnEVr+FczpwtmPS/obYrj8Zhxmf1P0obj0tbibok29W
167pievZktWuLe8WMMiJjnIY9kADl+voFS8yzxzs2DZlzJAexzOhmv7EAQ/FWSmDulFdVJ/p3NMP
tS/s53Ed17sBAnw3SkteMzhYcIKgUuzc7OI18Msk41M3XiY+NJ9WZLsTanABJ7NATr7SC2JQy2ZA
JFRXKehBvBGn8P/GFHkfuvqk4YO/gbNdFOY/knOMOnqoBQ2/gi7n3qpO+1O8GHXdtn69KEPt9rME
yIU2uK2uOobiuR/Y9LYLhf/g05R9oc0I4EDcMl6xpYXkAU3rDaZxuJi9nM6qaaYWdJu0OylEy3bQ
HsMJS5A91Nma+OKyKLR/t5JU36Qgnfzq1jR+gIJfnkKyydcrTiKcYRLVwaiCX8ION6Z5bJXZpevS
UYh33x3WMrFvG5Dg35az7V0OJ0PQwU+1+7WPAyuhuV7XS6/YcAEHlRpQB1r7oaSragGz23lPZZOe
Ytjzy8d+ZW/SsaSgzPvka1IQOIN2uXC2Vipf2hm47k4OIGmnlw2no4x7ZH1jYmZUX1xOSV++BZXF
XCVs6T6a6G/hnRKE3gp/DC0wmHqQ9dWsajh+yXtcnSvbk09DUgxTbvSEXsNRn+GmIuPoTjQxlOVK
Y3nBCuvTg0Jtp85bnfY72MdlazbCfvcuVWsrs3qNasxaWnRXNoH9/oslcRJsLdAU/aVTI2z04Nnj
6axjrn1DZ5a8k52q+lzMXtu9Vr1/X5fV2O5hy3fRF23V2GqX+I7DIcSiwMmJHENY3y9p5wd9slEP
tFNutsY2YDU7lc15Az25NzmWwFxy3g7F+BrUkjrkdMDlh0mudsktMuISjusVeDdhoIgXERrx+JFX
0P15wBHfRy6AOJUdHCs6HaOQ55zMqKs/rHQpyJgts0NqOCcAdugsZbAjcOLM0vmdHgMfrlVSNjWc
wCmN8plPitI0ecLUfF1RODWTEc3MO7vgZD2ZoNGscyQdQf+HuTNbjhtJsvYToQ1bYDEbmwsAmcnk
JkrUfgMrSVXYgcC+PP3/QVJNM8Fs5rD+m2nrLrNqinJEIMLD4/g5B7ejm06lrzfg+Hd2TjoNIMgt
QQWydZ3qXeJbmp1dd8o8tembfFYsdzGY/lKdigCcpshWlpbURfGm68zU6YLZSq1cB2BvK/aDQ3vT
77VZL3am1ufxbRbTnfWKEpjXX7qpLj2jmGn82H2aXZWJKapdRKPwLkuASYN0SqYrIzI1J7AcNbaB
xNJGO2ZRI2lH9sKePX2k+211enevCHey/SINzdazzcwAigOz+6hJpfkxuJQmRiNn/VBVoWbsoiHW
e92nhIuVyqc3DxVt9OzYejcrZmVTmPXOnOQ+mbTjD1SqkkzJd5JQ7Vi7WObSE1GtTe4uK2zNjndS
nyoh7jRlsPoPNHOL8CqtHfOPaBi+LkscfYhi+TVypUg9rgnF4wi3Yxc6YXNQOTxUkoTV0P6yl5t8
1vP7xkj6/RA3ri9ruUjPhqYpvaIQxWNT5lbQNNbs9U5ikl+HrvjeReGyt6ucNl40hXd0GB3V16Z2
rIOFw8Z8cNvYeLQhEDVBMoD1sB5YMB58uPGHVsnsrazL1tm1th3dtlVZPfZ120W7foqG8AhqHNme
UkzusajSOtDLOt9ndSgey0zVdm4XVzdZKJQ7PZvMG13StKyilua1y7Uo0PVw+KPs7f6wTLqee6rN
IRyo7lC3O6lZ1T38wbE7ymYMPbcd1cmvsyj1TasdpOdqRQiHFEJkf2wtBrebAbkfl7BJfoT0vetD
Sn8taNiUo7fMWXPPKc/hn1hZHiQp9QWPEL7j1En2ve1afl/K+GOaRNpXkLdpD2nHPVSqW+xtaacP
Sqo2/lBY8We1LD7kKUywiIvb3tbD9Es16l3lCaOqvhhq2Fz3uhFOXthMqeMngKPXodQZdKSCcCfT
4HPZNd6kXEuuh1FLvmexYX/Nwkj7nGnGeDvQuQ2ErKujAWT8EfBdz9acNknPSNX6zgpDg7qV5Lgu
QvO7ma2X4bks1lN70ttv1eAoyS63EhqhgMmVdSxFmVR+2yRTR69pqQAL7THVfCMnj3iWkqTiLpet
/i2O4y7z9Jxn8NLcjh0/4+/1gb9YE/EsxbGwet0OuhgiZ0OtlUXXhay6T5JbW+xn0jDUrxy8Y+O5
ijMOV0qXWUEnU+UqqYX+YeUN7LVlyHovmRX5Rogp/dYPjuR44Oa5r/oQNlQVCuOW1l1zI2dIJV4T
UdLcTm0vv2V6NyV+C8w4eMmQT9+7bmavsCm5p/USFPPHQNdq8OjIDbsyHYxrQOoIylQyLRTz0Eb/
NKGQhvvCjrsbc+b+5imUI12Qh7UidkpdwPlVl0F87No8/2LLYfKz1miDXFVq9b4fbe2R7prjwgqi
hvOsbozzw0hRdU32K8fdVMdxSinnUnrC4lCqeyMeNcXvw5WJNxeqkLtGDigMYKSwiHwzLuLUzIZ9
NFi0UorMTzOKtGa3XmMHP5zrRKemNspw+Vy2fZm90SttbANuFWFGSnOtapF+o/VRPh8UVU9L843V
G6HjZVqdGH/k0EaV0h8UZ0rDPQ2zbFLvsriyKtfntj2Z0uuXuGh73+bAFXMQ079ycq+HzW3OQTnM
YZHdzE6oG6rf9lzA5EM+gA4Z3gTN2+33TS/r5HMUZWYVBSNbhTYKahyjbLxhqiur20fUauWxj3ul
+Kut22kQuxj+U1HuRE2v7TFUdXovBwlRqiuDZjYVNX1Ie5nxHkwFulSfwmSmBzBAc2f4fxaKa6vM
Y5uWc+DKeBKfBV2m+PEXWKvIteHQ5e4KjepaOMkbNOtr6x6+wNoHYR8u9o/IDNXJOsCrXthvtda6
yZdejrESe6UD0KVwsw3T0eKIIB13H/sYQMG57Sgop3s1ddXZ9Puo7evssNDd4m1x5KVV+s1w+nIo
ApF3/VzeGD3DWzy8V3S99SG9GEX4aHRCJtbOgqiaGNdq39dzBQ8p6ahxuDtE9V5KJyUfK10VZLCQ
7nTIXJTu0iVjzm5CEeWYh6Szi3mWoLADSGriQ6nq89HcReVkJvlOjjBuXLCDsnJuF0o/ZxcquRXS
BRtCV/aeZtauubPnxTAP9P2Kj9Lp8w8K7JrO0yvEZ57Zs3d2sE2KH2qZUWXBfo+bbFdZrRsHQwNP
ZfIWvab5uFj9/JNlf+0m0fAgYMdegQMnt5UaGn6mW/1dqs1zsZNGAVlrcGkESyV/TN1ptI81JZzt
GaWcTW8qx6w8NJ0Ki3Fy5FgizhmyH3JRw4zUahahZ3GO9kFnLPO7NlHGiQJByXdUoNwQw1QKcWgs
syuCsHCmb8oSTrP0tGistXdOlmQiwHOn/N6oNLC9Nh24GpSLMnAbaVIt3lFONO1VH4ts+BEp04q4
UFHrpb9kcbRHpzWEyr7oNQdyjl67pR+qZlXtzFltr7S2sr/kQ25qrW+HelT5AIqJ4IZqz+194Vhq
H+iq6LvPUB+gTXiNhGXnw+moBwokTYdXBLh1H3HzLjyzpg6/m2i4Td5oZPbOzqz8WonaCip7LxBX
wK2TBdQNfe7bwCmFS0tK6eIDugVejD1FimfArbuqZV6nfg9g9m2BsMDaCN23vaJWjHORe0uT08PM
yw5MN3TcXQq34k8F8hLgYSqjW4U03H7lcjnGb+20aNaqy9CTKyoY67oxbZF8I0Ua88EYzPRdNRrh
HTTJ6EfUaMy8My4TdLWwBxlZlmTyZKKOH5xJ9A9jk8cMARkb3WG7qMimdoFYIRPuOw340A7ctBqP
GqBFEoxwYz6NhomOUGSteVWaaQo9sRGPdRhV+04v1c9W02qea8NDjJt8gaHfLrOH5Gi+R1OpJ4He
twOirryEIO8mgzscI6uBndaWC3TQKBwnHtfNV2oEt2Fflvas7+kQ0WdVDYSFQTQYA6lXQe+QeJ20
oRcaUVtTFJRze2f0sr+NdG1wAlVE0t5DhJDvx8nuYB13JaOEDWB/NZvYibyCAvxNrawVb+uYTulR
U8+JZ2WhCx0lq5M44EBPYV4BlzwsBQiAt1hSWrtsgGAXGGqR7JZ64nciAZ0O2kghg8GQf41tXO70
sJ38sRPzF5tsMdxMXdnIIK8H510rmq4nnBA1F4IEFKjQqzsjD/UbJ84zG5pQOBdeo4XujaLE+rc5
T7LrSZHtA1y91IcDpv+BKqYv6TPY7uwnok0b3x7NZA76cU5bL2+cLtz1ceLk5N/GyG9STZ/FvrNG
8VEJYzndg1xlBmBAVcxeLgvtS+LCePAKiBj3FQwTdWePYuZS4OqoGupQFcWu0NL4fSamZvQ5N6nq
qM+D2GhqZ503681ojMDQhl6F905eGJ9rWBaRN/T5F6Mtqs9NV1UeZj9gjzAqIUpFA0s+b75EyqhG
1FaT4itUHndNj7ynBXf5Wka9cmxSNnXQJJn9puu76roTNVqPxs5uwQXsKyVUnY8gxonNMoisb1Jf
jN1kqu27oZn1Y9ZWne6ngzOu1ZpaQJ0pgXjstnWuWiMurWBxFQqnInGnQyn0IX+HWjYJGsCtoGGp
m35tiH5H+aLdlHMVww0ctc9xOE+f3bDTPNn2KtJJke0KJw//glasBqYwuw8O5f5BM0PtWwUD/bPK
rwhPmZg4KP+f0dw4dxNN/oMcOnad0/8BQbl7kL06h57TVarGPlge3EjJqGg0szhwHjQl14zWCBwb
cgq/fTvWevMpBewInImLSo2mePGmWKs+Kk5uPqaxYRa+Cap/lLLUaIXBtMwM4/vcg/43u0yCBzXf
OKCyYgjogaNi+syNtirku8ZsK1O86dK4Jsu3jrNyk5oa/TMkgWlOi5peAw3H6o05Q6WZD6OOVkMP
jEqduvio9nGRLkeI3HP3IUymUXwXpVllV2nlFJ3ph2ajdkrgDMIcG5JXBpuFnhb8iNTVEksNIN5p
C2Wjo86J32RWo07Hfp5AMT1Ln8TeNMvR+WqVZUdSqWWWTzl5TMSqCKjz4CkEymxFEYQWE44VdGTK
eFhVM1poNg00dlNABY1l9adaK7PdBjQ0IertWjnOWUzHMoky2EIyClcSOWuwpg0SpdGi1m8Hw+m4
wiTGZDXNx8oZwyENaMQ63PuQDCVTep+mVdtXQTtamMXsVGn0bf2tz5ZBmz3+FpnM/liZlGTeImMy
w1WITDJ1fRDrdSSmFalufoijabDrT70SLbrwktDJ+BlceNuabpSu5cJ8k85tmFv+pLqOPewvtOdO
BSI0/xBQu2hlaXJC04P4cNr+L1XuHOkk3e9qiorkd9dbtzJB+6kxigi25+gMZeGrhdnotmc3OUIk
L6eP0vqdUU72h/Rno+vl5zrtLvNYOKpZyFVd+q+wwFcN/lOGRCJmpElRYv/IKrlqm4pfxI8ic3MW
olLRLrvQqDztya8RkXEzG6t2mJbv6jHwNCKgodOp6CX+LH5FHH6xagxRNrTmWzs2e0hwgzopSD6S
lGblr1fx20Dh4VdH9JcPwPdKoqyJ4t+Wgv/zr/9997dP4U8rvH////+1Whz+/Uv//b4q+O+Lf+Q/
/kXr4/zP38TT/H681UXh5F+eGTr8B8uGX9aI/+GH/zs/B0Er/z/bOQA2YOXU/u0iszokrL/wy8bB
NP8lqF+4aRkuDFVnlen/cnEw8aGh6YxA1UKDDu+Shf/bxUHRsHGwYPjwYxdKgeGy+mgjr04Oiqb/
y9TZSeu1RUfpYovXWDn8bNr/u/ftaNzWwDUQFptIrnFz2LAWGkT9apJxpUMv3Fh0IcUM3O8s73ou
Nu+MLhL7EP6/BlxXD9/VUqUKz2TxqJet6KiW1eVYleWXPC8nStaoibAYMHuuB2oZVz6UT+7E41BU
D1AXqXVp99l3pRaGlb84Vjd5gpvk+1GI8CPoQQJzyuhyhKRlcVuVTdUHpanQUuGcDSLbnO5cYbpL
ABlG3uWZunyGg2zir5WZnL1tFdCl+lBHavVJGY0KZmguRe+ptWYdEMAAalejswNcCj/BySi/T25j
KRckOPo6YacTKqCuAEZa8JbgFKzb+Al1KnbxlcgLDtpE5Nr7peqba2E6ObVqRi+xmlvtB6T8HCqr
ubRUaONE6zNs63cgW9mnGaXEX0udL1dL2EmNjllhlR6Y+yP60gkwtjQRPcS5gJc8LtGFh19z6ebZ
V1m3JXQk5xBg16T35NlzZYnyeqbrSNqUuxF45FDq87QDKXJ2dZqowZON8juhPDUS0U5z2rr6YJg9
CbhJ7kaoxrE9QvYsLAdqgfqm4H7HNQqpovl2NrN9Y9NSowPGPdnYK3F5my/5fZ7r1004f+IyRlUA
FT0br15+sFP+ya/nslSkiew9m6LDOJ0IvWmnkQUvPPioobeERXUNYBLe/YMoGLIglmEW4HCeRpEK
iIhtS5aKIlYlsdbsaqMfLrxU48wkW5aNwYOJfB++0GaLG3DTEzMF8rdTRylAI0yFlqAWRjd6PoYf
4z7WdC+hafVJpcT52AhLociz1JTO3lL/RTkT7hIiGL6BLiHy0m6JA7cosj81PW8NVmeo7ZZ+smIq
fgU9ixlXwxW1w24MjbvejfoHzZiKdJfmkXwc8rb8XMvYup5F0dAdCfNdlOhV49VlP3LH0duy5U6c
Hyd1AB2GErwcDUQtv+lMrzrO3sg/S9qOf/7Z3f0ht+fV/8GTaCU//ueT6G+vsX8bCq1//refkO78
y0EhDkVSV1naKLf/PokU2/gXa1zVEazaKy1k/dHvo0j8S7cg/XJAcYBB/7JYXH+fRMbqUwq1TlXX
c8PU3VeZCp0WVHD0cN9wiY9Y1NAc7GBON4OhoJDXI4gwtehyw1+wX2kOQH9mdc3dJu1+FTO/LHzP
pJ7n4UwKd41QHKI4Fzzbe9zdsw5oRcvaWfyY8kxbkDKFiWI+rvzk5fuTN3Em3mlGWYdnruTA1QpZ
oAxe5/FpalWTMmvmvJ7gSarluw4Lp/d1YqWH10SxKENNFw7pKoyHC061eBplWBY3Uvuy9RxdGYK5
k4Nvo3DcvRzl9Jj4HQW2HHZLUGTxmjyNUoWtxFWiaL2wTN0dlAIBzDjlX6NpqYMEN6cLbOTTuVvj
CZVVpjoqImqTlXgaL8ffglae03g9jWvYp+O0j2lVXKivz0VBbmRTpLFHxFaJrtE9o5yBxkOvQv+k
JnVxRH+4BK+dO+yYIXDbrHbWgbMyr58csU2dqzAi6MhOmRnbfuzCDPKyRlCnVO4M7Umrx/j9yzFP
1/rP+dNUISCfcivXMEs4jemCPMlimBsE8qV+DVYngqHN0ju1d6wLwzsTihSzSo8pe3VruzSQuKFy
7jNCYSTgDZiw7NF8Sr9Ni/z65VE9X4VUDq4JQZRp5HK0mUkhrdJRYLxBtm/TIzx068oiT9yaleG+
GZvKflVN8HMWn8azN8coUv2lsgbi4X22yKtCC6WCVtZKLsQ5N4VCh8Mm4BGSpje7C9R6mZNKYJqS
1/HgpzBr5qBL+uUrPgL1hWDnJpGyH2ovB4ADK2GzNOrGctp0xikCiWLQA+rfx5YV+pSsc2BNjnmh
GDk7OGjlWFjYjrCszVYezD50OmoNT6M/6gk31XdJx609Spbown4+F8ri8gQ5F62X/dN54slO08A3
M2VSab01ah50em7dt+kCc6yImgsbbE3e/66bfy2Np6E2G4yOkgR5ZlRiqd5Q0UYHJ5vrjzZ06tvR
zOqPjdN/fnn1mxdCPpvIRJlG+nyeFqvga00o9gkN+gvb+WwUXF4c6nSo9Nu12NJgaxYlbgDt3f4B
qCP1FWTlb/7BWFjsbGZYtvZWbRCK0Kxj164RKhcJLYvK2idDZV04G88tdQulBdUPxgjcnk+XeuPa
SYN+mrZv4xoW6G+eXedWEf5VyDZ+75Kvugub6+wKhE5u4ruIadfWrgUiQt4A89XQGG3rkA/9F8QW
3/Rat3evn0BYa6q+nlx4Xq0P8mSpc8GPIcmQMuJQgRlbtE5g5lp3YUNtXKjWZW6t10IHQ0FrPUg2
GTdWnKTPgZvgTjeG15bG6IslTndSyuhQ4jvmSUscwhATAsT2I5qQoey9hfvAhSzyfFniPWlayAbB
A9ei53S8blKoAyYRjaetspm3ZYv6/RjDlG0vvEFt3UanO5tIdLOAWtB+advSgz63E2sTl5M4iTNs
MvRhX2OJ874amrvIUqZr3BSqXZNVmmcQ358AbnEW8zutc8GKlfpCKfQ807gcruxIwJ/1LrfZ9uNM
faTQW/ek6kAsHSO3gMrVjXhb0MLApC5pBusd5FVYra9dY0TGVhyBBKjGs/IIkuRE25OTAgqj4zdV
mvmL0V9ybzk7vidRNktsHqS7QGejHxhrQwCzQffHOlQOBdTF2f1SpRCY/sG4eMFMnGWD2Gxyt4Ps
06CirD0Dh0EfSx3TH8yuvDB7z5MPswcnS0UvhZfA1sCtrHQoG3ZXe1nkWu8qZ4ZKm7XpQe3z9FuH
rGb/8qjOzSNLdrW4FuyTbUYIM2SbP/UaVjqatAXRBNzooRr5jlO0d/owu10AlQv26f9f3E09AfEa
RlxlIvotyuYmHavqKHF2uEMk2Nz0jjB9NYNU/nLQc5O7VpuovSjgTWOT/ibpFHXelExuoonPndJP
/U53h/QwYtsnMZZRuk8vR1z/xtO0AB8ZV0b0QlTWME5OE1BvRGMJcll7Q9iiGq/rJjCKdPAU2g0X
UtDzXEcpTQVj4WmkWhhsn4aCd7FkowVXZx77fKeiwN5PnXh9MQ1yqlGQUAhCQfjp8ffkBKF7XVWm
TrteseV4MDL4B1lqv1XrTNDMVS+sznNjehptXb1PoiEZt9rJIlvB9w+hoyVQG5BHNct8YWU4z98T
am78Xlkd6zco1p8/CcQ+TvIYjgO6XLW9joG/DlVZqNdVIZydtK3h/TQqCtZbM9YDr98KLsI8EHwb
UyZc+k5j29nkLFnH6b8onfuYQ4N7A0G2X5lC9bFqLCyPZByKCyM+szJd/NA4IZDds242BwR3Eqsz
tJFSVIOcIA0X1RFdcy9Rh0tQ95kc4/68K2sU8i7H4+kAHYl/gRlJCirwvhsLS5djAbnpGu8WHcaH
TVOZjmV/YVrPvFIgDnAHChEEWvrm7G9izFK6jqjYiOgR5gIJEqqkaq9FZfT3k1mlULjc1q+TIbkQ
+tmyXQ9dC7tYDVc3zsDNGxUhNnF1TUaJUkci6kAtABYzXECFn71BonC80uFB9kylusktTTgZDSZW
kvYvuguvxagt4IqbXxnSLi9oVs+NiOxC+Yk/G4LfTazMTEy6iJ30MhfE36t7Zfk6KHpuXyjYzo4J
lw9eGciAtU1iyZJK6A89JGktm4MWotcNlmPFEeHL7y7l/xLYoxpk+mzWv2rQQENUvcmX8OnLqioK
QtVIc4A9FERB85cY5+LXZmYirZ7B6HDR5Gv2JrnUhRMnky6l15hqsmtgJHvxGNe7l4+aM69oPWY4
Gpk8+ogbXLSN7NitE2RTOW6UHjLR2IMc4bz+BVFQr3geMTCm3kSZNTheaRtiISEGiksS1Q5btvRt
WEfLl5cHdGYt4NPFeDhxwKLFJkPZelHHSBNo69R9uO+yrvUzY0h9IJGblyOdm7qnkdafP8n+6Cvr
cJlTSOPW8NGxS3TReigvnGXPig+XooMbJfmPvAuWfBpEQ7NQVJpSeTDX1ds6nWpUSWN1dCOkMnjO
T9Ph5VGtLePT4mONqNE8hiCiEXWzwukOplgGEdGMXCaw1uJgKsvMD921XxKLML4qpyGCRizcQ6nW
+l/KrFyje4csaozZu5cf59wk8yJX61nwWbD70/FHZV70Dv1c+MjDEigweXdABH++PghtMpwkBbdP
sIjTIFY9LkkrIQ+hQNcT/DpTqwuwdZLWhX1w7m3aqNtJ8rjm0/o4DRSaWakaM4uzTMvJh7xES3xU
9hp81hKC3oVo5+bOodEPL4beHNv8NBoWxBbiwgo5RyfCm2yY66MkiwavnzwHwMOkBqKO3ALbeMw3
KArIiGlbNLcVrKjdJIzkAhx7ZixMG5coMiIvajtzGV5DmZvEa51qx/e4z5kQBUX8WqiIRpMKAkHa
4G5Dl/10xpxlUDplXftZYhR3xTzpgQzLS0Yvz5GONQyNKIFWB/aRtg72SeYorAXBIo6lXtqHya0y
O8Zeq/NrviDhepY63DujeCcVFa+i2A5vwLuvLVfKC+fLs/qKh9CEZtAmAG1xtoXAUqu920UoixZr
0LVdN+F982BOQh1uRY9I1p/gqibHZuBDFBcW5pltQH1O00+nQ0+ZtdkGShULFfF8hWwhRdcbq9Yc
jDK5hZ4OSb0N+eer1yiHDyQveu20yLanNtqSqYDiTU6LYdaOrdHs7WK5tBOeHz0arxSEjBUksK/e
nNhgzhE6TF6rFa++Ao5dHedysY+YAca7lwf0fAYJhaMxBBAi0no/XUHkSkttBDNYZSJRgrnKIany
HQftg9sa4kc8Yg9wYZ+vef/kUordMDtvRRp/ftJgk03irBZTVCMwlWWhQGytxce6H5dvdW/nAV4h
+jdgkOlGxkZ1hV15+/XlET9frhrftMQQAcTd1chqpyMuylqFqdxXeAc2UZBb9o+8sb+KEoAKnnzh
9ealqvJ5ylkjcmmlmwbKamx2aTui59I1lNalonNprfv+iq1SXniT66LYTKuJ0S4nHOuTs2ezaPS0
M4RZIfRqUqVZfKdMks/1MiMphb5vPtTQsXHAcGIwIzvP20tnxJk1K1Yb47UGBD3aNqqbRdpZaeNY
riBU2osomzvfDbX4fdU2RnphG55JfLRKuCrDNQRH4U5w+hINXcnMsVPZ+Fb7QF7M3sMCz4LBbHIt
MNtYPGYGWltvCse22+thGKIDbNv6Q8xXfeSF+9aZmacfCxmAr5NoKzvh9GEgl3TNggOxl9Ux2xUh
zrfRop5HbOp6+Rxmd63zUauj+NVHGZNAGx3k7Cc7Z7OuVCTVopasZDGbOWLQKDSWgzsgALgw3efe
LRcvyA4G10nNXH/+9JgpyzSE4lDBXevDD8OcGvZu1tzwpktMfGxf3p/ngrnAVqtjk8r/NrPZQQBE
UpRV3gKyfi21qr8fS1sJBqsa378c6kzy49NChKGhaNPsM07HpYWmmO2ScdkI93+knTZ/cDpkXlmZ
51c0NONPL8c7MzQweugtAkQA2t3mGpubSlLwTR/yemU7gRLTwGyaiI46v/P6V4ZMk97lOjTQ4s3a
SKxCRm2XYtg8m+gSzKnvQ9p+pXHUoERe8kE6k1MdaipzzXLqCjieTiRSbCtHgVB6WlGkfshHaVJP
qWn84a/R6j+6uRnUQ81Zc+HmdC4ucCMhjZ9kks1awWpay3XDJu6I8tCb+sS812cajU2ZxB9gjVe3
zhArF4q7M68RggIlADQ1YDt1sx0GezCLTolIdR0oQViyy2VWV75tYxLw8oo5s0JxBIM4oIEZw6bd
TOxijL09jPhuh+2y+KsJ02G2BgdnmhAafRkpF4CWc0PjWr22T8CLuSyevsh6tKN6clw0rq1pHREF
6lgkiurd4qApf3lo6wrcnFcOVRS9BnulLm4BA9Oq9S7CkAbngCS/Nxvgo9QU8f4fROHcFTo+a5RS
m9MerVFWWNhyYROd1zvkOc4N6snx1VgYFmcWiIQDiAsrdb0KP0mQbUzrzZolUXKBlh9mWz5j4k9f
LZhxrasvpMhzqwKEar3HUFTAsz8Nx3e2rAZL6nUBdo9Dt7wtqnr0LOopD9+k+sKLOhcNjG+lUAET
c687jSbLFq8RyeZu5jq6LhO+R9FmkX3EKkveLOPSXxjdmYVBRgaJdlWbmCtJ/elkZrYuxwn2mTcO
EgHogkn+EESVFl6qIs4sdkKswBgYram6mxw5SVOLu4R9PA0DVkEIm3p86Son8ZIkbB5fXohnZpFJ
pDUJSYHPG26DhZM2lTiaI2fnY4JlwOPU3zFyxWgmRABsgvyb8euzIyc2aCk1CSX39thekA9N8YRg
PR2S0M+UKDAxKgOpFcrORP7vTZM2Bi8P89ycUlTzuTId+j/g5unLi7tUkXyWgRqzza9xUMjwYzbQ
rJn6JYD9UqT1bHiy5ywJLQxWUOnJvkuGI6m6y3fljLONn2RokC8M7MxRw3cuucuvtQlnymZgRdc4
edziO9BNS4e+WSgPixW6fE2trXfK5M7Xdp2En16ezbNB+TzYTwoSt6VN0KZwMWBwsJlqkZV6fDsq
+1DM1ofYKpu9atXGHg2leSHmmesZiZ+qWle51YO5n85r6yCtTg30c9yU8DqKy2tXTvmnOYzT71Vh
FF9FoTaBUNTmqI/TpW+iPa+l164QKZSKGoLvdvMjUrYnI08gdmOa/LbXS1SXcRP9oYR1f7c4Srhr
w7q9Q+R54eR7nnXW5cpOga0HoLA9jsrOdBO+l1J6ODwYb2hp8IEJI9XfvvxCn2cBbp02OCS0MnC0
7fk62HxKINFjAJuwj79GSzzEQVdhXLI3+fbI164Xl+w3n0/oes8FUuODKzpt2U2Si7tCidWGCqLo
kmL06qQUD26/rFJJ2ip7bBuEZ5eRikO7DPFIeXm856L/rOI1YdprnX26mAalUhPNpAxVJdq9wFbY
mGD3FeYg7pgnmpfgGjEGcuLjEleAxdqfL8d/niSwhmUhc0qCNYCUnsa36EhQJpMk9CkzUDYaf2TS
HA982MfZvzoSECnIEK2cnwD7aSTuDrq7YIUHN9u1sYNe8GfADp6e/t4aBO6HL4d7vkvR83GNoC7k
nQIrnIZrUyXjszQtx4me1z84QIJsTLNAy9A4dF1ZHSIU91/kaMtDOhvmx5ejP98sRAdKh/CMvyuA
2Gn0rresrG+JDnMsvdGkhYs4H8d69ZZco6A5o/DldN461bJD+FaGi7UC0LZ7nc7m/eBMyvEfDMVB
kglhG4XblleDbNlSYKUxkeMiHyClhzNNaHW4xAU7s/MBt1cHV4ynKa43VRT9U+wLy770ItUU+HDB
qUdJFR3h+03XjtMpry5JIZyh9qdPhmThGSOsjXQ+crG+IkVJjV0+4JMqwL12RYSr0stTeG4twryk
y7gClvDST1dDgeCK+9bMmW+P7VFNa9MHTCgCfR7zo2wb9RpDS/FWNKn8wqdc5YWtcCbHUMYxpaBO
EOK33GCRZ3j9qBTfIU4SmBSCKD6gZLPBMSe7ea/rfArLE2ZSvzeTaG4uDP75EU2FhVaCZg8IONZn
p4Ov+CKxjp0mfbWlUr/wMhJcPnU2o9/HUd5Cdcyydzh0iH+QcAgMv4CXTNrZYv98MoJP+wxcAvhq
WusrPOFxcJb4s2b32YXadbPd2XkommEVcgEgh1PZnY4xHOKycM05CVQ+bhFoTt4etGpIL2TQLaj3
O4xDPsNUmaS9WUd8Gb3gIw5Ggm5SXnVu3gdDtCi7Sk0VHwdC9Z5+YnnNx48ewimc9jXdzrdh371y
OT97jE1yM6U6dhS3SZA0TYEpuN0cKAzHQ2UXBrbgC8YyRuexmwHeIDPuXt5MmxPrZ3QIfjBW0LrC
kd0k9qZKqiS1+yRwoqi/FrU18/2lfthXyXCpzXDutT4Nte7rpxX0Ytho24Yk4Ousya4zcifA+rm6
8Fo3ie/ngH5anKNBBx91NxtEGeIMm4gU+18+XTxeq7BgQ7+dZdYcsfNz1UebD9G9sppbg8KkZzci
ZlIpZzdFrDFj1iAQAQZjGEd3AnpTsCJX/svv6szQ8Pnn8IA+w3+2pXKPWCRUAJgCd+LTkzfYSBrZ
VWcUtn6FLqxFA2T/P87OYzlupOu2T5QR8GYKoKpoRSOKRhMEJVHwPhNI5NPfVT36JXW04ruDjuiB
SBBAIvOYffYa2fH/+6K/bTj/3Bqty7NSi2uTjPz61oY8xNRlx2mm01YN8bceVWUgyi2bPSeNDnWc
yqhct1OhJrrt/33xP5YM/XzWPmoFxPbstb/l5vMqQ0/kvZf6kywuLKZb0wDh61+u8tuO7gVU0SGe
U26gCEwv+LerqLZigGVwbOx892JNd7cd7uoJ00IRaHFYdk5rnBj7o+uY4i/b+R+fH5fGc/qsh3No
p/zuXoCRDwZOdeemtjWU9r3jj+v0XEnpCC9B47LIv3Sj/u16fBec+cRyyNV/+wZL47VOLkY8wRtc
4aACAlirnTb1lZmz/353/3IpavcxJXwETnyHv+3iGKziioWkJs3JOg751JsMrIvPljb9jXn7W0Rw
foGoIGix81/IJO9va7RuAjwm1cZdLdZwXeb48Ir8jKIWYfEoV3r8DOvXad3hRb+5/vaXl/jHd3m+
PK0RgjqUO6zUXz8RR8QxMXDppCzS6CSMdHAJmSlMW8IlPhish/9+sn9+FS4RFo+VxUO8+A8P9/9s
pCMsyBz7zjx1mPC/aNp+PeCLJP/yVfx5V79c5Z+J/v9zFYAUsZgaF09gYYVpEcErhH5G4FHGDyuW
13/ZZ/7tclRnz+JsBim4v18foo8F0FhFQZGxieHmehy9ea9KKK2t2+Lb3nu70x922Vbe8X9/mgiH
KAP8Yzfh/v5JUGpEw++I1I2G4K1saGMOy/8oB+IlMVaLKJqKDh0gvvhf7w7H3LbEmtVLd27nLcaQ
GdPWfvxLBe7PhcEAhIUfChr3kFj8t2eIx2NebHVcZ45D18ePquEAJNK+/F8fGFc514hoiVKY+r00
tQy4XY/A67PRc4jMGHk9Vtbyt/Xw5/YBnwwBFVI4xkI5W399YpTqc0grUZ2JdceeqrQ43jYQnxqL
wr88tj+OuLOiiZgKx6KQYaHfj7h5OE/ZYg+anb1cvxv4CE8+trXHqfZ1tkT4sBcUUf+y3v/t/lBC
YHFAeZbr/3Z/s+EBFxNPsa7KiZYxUvYF60DQrvb2ly/53y7FF8X5Qr5CXeS3ZeFjJ1cx+nU2QnLl
3VgOXYqHmv2G+e/ffIn+XIHn6T00SFTUz2W939a5ZaZqH0G1ZeMGvBIw38/ZDf4mPfjzfbEeaEeg
+z8fm7/vt4trM6LOZCsLMNy/qAG0Ldy28oa51+XWwnX4FutCXFv+12X/61V/2yfyYB8Y2cqrzLVX
cwGzVZ6GZXUu/vsqf8YiNDWpoHFsMoJOf/PXZQ8kowLvRlICiqe67xoFECHEerrzRufaLuscpwr8
Iy68Uubv/33pf3t3HGJktnCSz1Y6v15am2WEJqDJh4JAZxjbNjcN1krZ/8dVKGrT3afayxjZr1fx
a4XiCeBBFjrrenTHoUFDZv+trvvnkienYSN0zxYN9OKcX68y4Eff27KsM0uZXJ0g7C3O0dRz011M
nSPlX7bEPw8vLsdACk4NZFFkk79eDoixN03Gq7PcTN6paCbz0PtVm8HpoFYVqzX+yzL5l0+Aql98
VqMQcfzxrkrp4VaCaTGGc0QbUtr0rEIxRPiLhPK4oiu/WcNl6Q7//fL+5bGyHyO64aqYjlm/vTzM
EQm+JizVCg6fo9/jI5dXipLuQDL/t6H5f3moBP8BLTk+PLKq3x4qYOk9jIupzha4EAPjZ4R+KeoD
qENVgFH3Bf66VfeXr/xf7pA0jjIWBxx+FL8bmHnhti2LUh0OSx4o7snLn4JNuhdnTvT3/36Y//K9
0bjiM6dQTDv3dwWVVCFdgBJbXHT0Ybraq5+2Jv7x/3MRKtHUORgF+z0dtuwRrPGA7SsC6O1QAusG
HRibv5ygfzw1yiccY/T9qNmcha6/rn9N8kZzsR4yZsunh5aye2Yt83Yqdzt4+e8b+mODZL3754YY
USLjPL+r2/q5n8/i6imrB999ylFm5ZeV2RlyzYYc+9qMk3uLytTbxqn5Wm8qdv+yRGih/vHqyJ+Q
ShIgn5UgDNP/er+kcw1Dn8102H0LzlcijNs67f3amqVoUhgWS2eSoOpMGyfMTy41du5RZwUNZvOQ
iqdDXFl2hz975+7lO5QX6tGXWxuN4rkMeyoUL/ne1H19EYp1ET/6rhZ5lIrKgsidVM0K1exgbTio
u2m59+tkZXKl3VuDrK5n92nFGBA3/qAst/O/L83kvk1h2cmftrTG7cU4JnA/zV04dz+mxpMqddRe
2Yca9gm26TXkmu5KjXV1ZYV1gNV0WK/7qy57SYO8V8Vch0cHmopKMateYfvSYYvmWwtP/iar3bKN
ninvON51wCyl9SNemH360pAQujWQnnKw8Q0+I6qzFTaXAvi7Djq/Gue6kymd2377bINQYFxykHWe
Zx1NclzAQVvNX7TnzvXdPPjCvQAFnlMg5F4GqCDtrlyTuXhihv4FLNYCu1G51lrItLWgAodweBex
nWSH1CpZiPl1ebB3vFidtIN31SX4RudWNpS5uz8Oytj9j3bsA6c6SSxpXqaFdHbN2nkYxSf0srip
yio2iJ2VvVQkKviPZ12AsuQV73GLoVbX9L35PAYYC2dxgXXEQS/WJFOFs3/9sJx9aPDCdIWKX3z8
PZevo8L6V6UUmXr1eRlqiq7J2tftXJLK5rF9UboYvj8GGNc3ZBEFtHf6lbUlvDppHexZXwIdtsWX
yo/WSRxxENjW9rJVq8KiuFTjCv6oJGp72DYgCOB32wJfWsjpxFEDFvSBHl7mkIl98i7QWPLZ7PD0
NNbyvhEP+JsW7XePE9sp0k6IqFgyDJtrJ6Ljj3/z5yEoLf/DMcYrGorSGABbaVmsYV2COF9njCdB
XQ9YdxYxOBAuz4ccP9W46qJZV2MQmdNe+NjmRX5j1U2CXqLEMW5oVYjlrPRWB1oqjqjmflIRMsiT
wN0Upy0s3me/gCggXTUnFeip/GOZe6zH6XuCkmF8c99t6zUCAbsws+7h17qmRS2m/W0sY2Nfbc7o
mS8eXuHFZxf32P6J6VbdZn6ciy1lLAIj7siSeZ+tQ7Vbt11U5Az8U4w3z61APSIzyBRcfN6m8Gbf
68CD4x4pc4xygFluiuxuKa2MUSK7AIy8t3Rek37CoPWt9+Ao4F5r7dg0JCH2fUhE+lr0s3XtYm83
xqBSrDm2slKKclkPVhlRBsQRrKEXcK0Ek5xxaq+dMj/8UtDFyvJyQQWU2MNuDd4RiVAfMTEH02S3
k9oy/faGwlLURcJUed7fOE4hUKni84MsOdmHqGje/QkGU5XCRzfWI0xTzBOY2tnzuE6MRCKjEjZY
X33v6r3Gk1U4RTyr9KyHWJar0G4nT35qBgtG9OUM93pUp1kzGrykK0lBGGQjsGf/pnfroFN4F1Vl
X15KdusajbQdS+AOeNj4qeMJMTZppbZodC6N27F9fclbf1fqsW/cqYkPSx+Hm/0FKhK5D9Fd5Lv1
uScpwlstjdbXEaKhBYZeYbwtAVeu7MMC3SgCTyO2er7v6mnHDRw/j6pGUSiBpyax72zxj6hz6Hkc
Zb0HP+VYbeG1bTWL9TWsnGV4OnOwJlR/iJUQHjJIOvyAVG/libMSLaSbrtb12gqww37aSZDVsyWH
uT21bRE41wuO+EvK9mV9C2WHwRG0+fFyzg3wBB+aTjJtU2EnQbEVIC6c8i5m8uDotHFzR19tpN/T
hfHiP0WV3zUHyk2zdoBelUN5F4zrxvDu6E6eeIUdv4/fuafKfZVBjYegr4SIT/xZtBxsqBs7jvI4
L5+QW1vt9bL3uZ8FG2F62sCBnl5d5UTCwty7m8Yb4ePk+ghyuJ1ubE7g/H6C4bHfsN+Nr8az9/K5
6OMp/x6aKuoe6kZE4YOcoCm/ogWahuMyiCoEqTCC5SFWxcB/1T2i0cOEe/jHEC/2fI9steqOMFd0
/I0lO7Dmchu5y8McOH3/I869OmCwcOY5HAazzu5H5a1UpxMxzA6rmjVi6Qff7WhPiX6Xwed+N5O5
KkXtMdrv6bxtnvMC39j+wtuWYAmPlj8X2r4AVD/mOjVbVM8/12jfrI+18aZ+gyBne0qk8Lg955sz
a61cJuh7HZiMCY11aVOckAAfJzEkOp9ZjaE8q1Ln0p00jIO9n/qPUHUWuMMhmhamZcvCkfH75NXW
+BxWXlcRMQDl28qz5bUBAtgMOy62ULpVJ3s20kjPpyhaW2bQ6XtMt9gjbm6CUAbLoGjQ7OdIDxb1
1qELxcM/0JVia7QbO23QgaCxtAdBI0ljIU+Pu6m86FkXNE6f8010P4p+rCOqlaCaqQaP9rMtqJil
UGmFm4ZTMXffF2WiRwRenNhxZ5X6IYBAcVHwfeUAi/DshiJZTq+RTeOXA3Zt3hZEPY/tPtQ/gsqX
3cU4aPdh3LbggcHTQv5zLLwVkT3jvW0vwVW/TaX6TKQQUZIu/bg7TQZzixOGJjkkrTAHQ+gO8exf
mMVC1oLct3se7JCXBZ3icp53y86ojZZWUo44HqQI8bAj8Ke2rUGY+fkN2Q0m7mPXmvdKcH5fjtKZ
vMNYLhsSbCnBW012cwyi3faOntUXJ5IPXEPGvRmB1qALKrOx6wcrXRGNZzPdC3XaON7egLPrFs9S
zhis+FdeSrW3OAOtqFplus+bai6XaoXF5K0R2jHc4nCNHDHgXjPoL4u+KrC9gBEHI/Gi6WaJUT0E
QjvDfDbG/vN8qVQNToPmw1a5B+JkCETmakfbiOyK8pHtznlZ3KFfE2ePly9eHRZffEBHP0s6Ow/2
jP0JT0QI61hWA30kK5wxrmU2HG/9OFoIVjGOgRgJf0E3D8Ng+uXkeEs9XuqBGZ2jckEHf2mYNJ8y
bwpFldT+gkd7M7A0gyXuvEO+R9aQ1vzM3fk9UAnfG/idkA4cvLod/McyqBalQpe4dxwidditSdAr
5z3e/O66cAejgYnyoBKmcqR7qmCRMFVuqvrrwKupUgBv4ugy+e3z1/ZIinx/7JH9dY2Tkux0x9pr
+V/KsMTgRRP1JaAgu3iem7rOgWjmmwMnqjyTfuooHtLYbse7pg2iEnxRjadNvCgQLe6wAPuwYtPE
yWAWyGTlirI3Eb5denz6gGsORmHHvoVL58NmLSAIbYGoZdLpEJJCU05a3/phMTJqXbhxkfbFFtrZ
wPscPwE0dS6Gou78ywHuUM4PCY/oMlRnq34mgyCShJLNbMGltD323SruHKRVwzd7aPZEROyZyRRo
VWRlMfFrQWHEzQF4AxEf2Fu/QCneh9dxW4feiRg3At/Yxn3z0RhXbx+AFJfXrh05T0BhVm7WLxAJ
jtIUFvdiL31KtAS2s9+Qe1zlevafHX+H5trnzAGkpbsWjyYseisZUd5f6zUnuFy3jSBvNWPsZMHg
FTrFeCrGdrHU1f0+Oc7XxYvLm6odOi+RlltINkMwqmmfr2yMm7G9L7Nj7V9B3udxIgBc2I+OklgW
+EgcutdmnlZqY80CZeETn+VuMFvUnHxBXlniviSufTJKYO1iDU51Pdi+ioEQz/y7pRmaIiuKMnIv
eFX+ejSq3BaWah8/roybwBnTlczBRnRreVFtYgqOwE2gAa6MMYXwjXLKwUbAJknKQduv3ibOgiim
OesjRcjlELsratBcl/nJOKuFDxG84+4kiKfHl7J2t2SMwgZeU6HYu+hshE2XbIxIdhcz86731N6c
NqN/tNqXUyjht06CnIXvK6jEesJJU9cAPsDgXROrkLU1vJYae7+Y32PVyl+yRXuMwzPAUr7Q1u8+
HNsUP7DS335g/1K+A+Frb3ofbd7RJUu/N7VqnnoIODqzWFCvyu2h6FqN2z/NDcyhYw3A2D2GOmgJ
Cqw8FplPQOGeAlvbzaXbdgtsWoJvk5Lvk70ZeB6PMzN2+4EJpDHDpD7gLBCcWikyXvyx8taLKoLB
ngR1bd3gnq485hSGYab4iEbfmo8inEP9pe7jqLmUXkM4LFcrPJgWx30+iKqHVzviVwcWBBDHW10w
OZ8gWrO6p1rtoKDWbsrdE1vxcIuIImfE1zUBYzcKt1/P1HgFIKSIf1qzo3/COoh/Lp5PZrvW+bSn
ysLX+zxIwnmGwK6tyEM655D7pOfoXs6GkdrupvdtA1aDYNWFfLmA+/tOs4QcSMZ2Q4gs5i9RHg7f
un4X7hWGwe3JtoKoSilnzxNeHFSBj0yuNGNa4/WrsrKc7Od1yFc+l8EU8BPG7RNu2Pl7LHfxoFxH
PcQi3hq4FLOLfFL6TBWDcLStQ1XX03HzuqU6xLaO8qRU1X67TfDMjq236W8hlqQAbcUuv9cuPgk4
vWAdnOXaCU+tNa8WhZsChqzlrYzKj1GvLwC6uN+gJamQmZ59eB/ZPMwhVFF969SO9dNR3fZpFdTB
j+60BO9r0dZPpY9LBiON7XKlgoIQyaeZApIRjc960SLC3bNpq7qfIBrFt37RtcP+tu+fq0Fiy7IM
pi3v6mryaJt2a/9ht8sMjWGPm+YAp6ptUW626hrC3jiTIOzTzyLw8q+7OxYPiiP8PmhL+VZKP+qS
laf2PZzkfK27ySbW73nnCR4s2k7bRhAHtm15Htv1FmQLlgfcgdZmqT7FM2k4DteNJKvay3OaEPnV
ve10uj+OVuVTkbdxNDquy74qkK6VH57oXNpvgWz8AH+SRdx5s8/n7jB2GVKoIofPwAvyJXuhDslK
URJEdJvEHh82VzPC0Wg9XBl6vt5xc0jsgTJL2p7Sk/IU1jzrJJadBLeu4FomaglZZPnqeXf5FJXP
KC/ap81R1IFI/NSSuGM8WQn+3OwheIjrx6Yt/I91iNvbbamW4gqco+sd4ogg5jjrLpJpo84dFSu3
i0t7Clt51DqOnzjToXyuftVfwxRf5eU8tMHXYXXFra6F8Y92VJYvBQGrugqLOX4sYwAszD42zBhQ
Y/HzdC+n6RDZOmwuJtvr67TwRu9HNLkaEVCft9eemc2zt6kRBLi/BLCjnF1syc6bOXW0Irfjupbm
NS/0rm/YLfzuGDvQwwG1yC2dkEwQzo4FyV3OzfN09nh/Jel2n/zGLT43M4O+SSUn34HrSgyQOc1u
/Wyrurtm3O+8hVO9Co7zWo0hhOpd3sPBAf/BK7R5AGYLUsNY1h2+bq5Oy9FgPQ9TMJgw6PY6PxWt
Z136K2C9Q8wQBF6QsOXDhO/Z+06HL/9ijd7y4iGn/0qbYL8uQJ7qVJZt/AITcPhBJbC9hxnXfat9
414O3Oac0iUn/dV0iXDLQPOPDm6Lcxy/lzbiumpnRYlcbofcclcnAWcDy4oYfqMO4vjLY4u5B8m+
gyqC3TOc7ley1C3ByLe2r8dd+F/XffFvQ0Ch73CMvBc3pIWWLF4rvzULzlOJbql/pgCCAqg+fg2s
dFZL9E6HmSBZlXFxY/xJz2BN7eEW12iY0Fah1c2oCoIUy1Z2tudhOzDWNYkALOtQvQmkWW9RFXj8
3c7ISAjCjeHkjTUUs32dNSkQY6Uk/6YaplPeie02j84O1AGtWGAypRMW6VIOEehkF6hr6i2mfkWm
n987KtgA3JIfmbQrzlHb5K3DRR/gSZisYxAOaeEysH8Vzfv87qy79xSY2GPvFqZ/GMC8v/iFawP5
bormaZT18F0isb7FPmLYj1UAhigZcMF4tTSFVDh0M1inrZrsxxbMCl9jiXUmW2wQPujeCl+UCzgv
QUXsPZcrSEegMjtTP8EMKOZKWrV7DZCFEemgd+E5uL0tXqtowCyVnCEnIY08zJwWopabzvRySUYP
Fk3CJx58E2JriwP0H8yPajLitC2a5q53ySeoA9FTPrVTXt/MBqOEUy5i+zJamvCj6Lz+Cv06UUy7
EmLYMtJPVJbDKUOGnG+pjkRUZpE/IqBvKYhhl8nc/G1Fs+n71so4OEo5OEc/WInoe1mbCiLuvLxZ
0xbfB4j70Nr3WJIkjd+1cxrj/3hNK3OAFzA31eeiayT0MNk7LaasK7FXhHGUm0i36D6rWIRb2m2j
a1Lp2frGi4o95iiU1WOEE28IAktW4dGNlH3kHY+GyI1R585ZxBviIsbdGXp3FhiD/nLTMh23XTR0
iZ5CIFLlFc6RHI4lYXWZsBeJi7i09HqywJGF2exHTKn7BZuMR7HsKgdDf7fIdooPRpewHvt99knA
/N2F47kvd9UWcKr1YUEbs1Vzf1GFNIoOBuXhq5+P5n2KtYXjf+Q1N0pLx87ibWFxt03evUjRjN/i
rvWKNCBC+U6TYb+tw02WGTlz/0nqXbT3FlYMsniMR4rAmR5ciQV8rqr5zXb3jrCjUp765EHTC0Dc
RdP+rTHCWiCkSb4CEUnegkWoTma4uI17OgsAGHGu5vh74Fdzf5jmxWxvW67szxGNw4t9tYCqd2ZV
r0O3xd87NbTlMQJP/4x5uveiBgHMbHNF92ZVnLqJRcb9xYg6xngpiIejPQes0jhQQDzEouLooFU+
Vhczte4lcXrPNjcwl4lZDGnx58BbKC/aAFr31KWADYV2bCKdYFc66EMU1UNDmcPtPjca4wTs000v
EkjU+g1+MmEoqI4+PHQtfwxAuIlLg/SDFWWZXd8SPE/ksnsLzqyjolcdmM7vOmpq4/Qu9jWIiu+t
OZcUdmuaHqJaRNHBwa6HYGOb9i01ld9TmQqVtECfaTNwqIzzmA70tH86e2hh/ct7qJwLP97Gr1Ou
cDrNQzW5KTVm0po9dCH7DSIYxqvFc0SLTafrUh3CXI8q8TyWHdh649+remtuVktsfablRipUGGR7
aalnjOTLWY7b0XGIMVDAFMiAu7Gbwdgy3PdYzwqMbmHW4ZPt1sRte22s7mio+npp0FfBQ9eiGkj0
rkYqbgCYP2FLB7NPjoH6wUC8VgnFEGvMQLb0Y9bNAijNPMbF/QoRmoxi7xrrtKLa3TJf49BJHTqO
gHFQibht83x5pKnSkdvvQ2+ft+/2vdJwoJMJMzJ+vCKaTkRur0+O8eK7sdNSn5Dr1/dLX9hO5uMR
8SBjDBzx9Ja4vvfB5tCusktFJGAtji2OKqZk9AwQtkDjURernQ5DX5nbxgMJSykT2hlMNuXrw2gE
5p2iNVt7Xc2RfTGPowToQf//qWRVSZQ1bQS7kSntgs244oOq0MoAd0buRSIa+MVJFW5kMsyJR1qZ
eS2LJMJ4PE8Dlet3r2+ldSrJUi+pqbp3Q7gFP0sXrg/7ViH3dGEBhYnfAtk6NqZoTDYDJAfjIzqR
2Ha1A65jGwfGVVZhl47diOB7xxtLR4guXLNR5kUP23za8FDzU/q0gOoo5ka3NInmLzkSOYuGP6UQ
/Gw3Q9XPljQCqm0yIt3zBf2oXXE2tbbXfhNlZShKenHzlNOhHw9dKIASCvKD+1jXRE5MF81lYlmL
oc68t81l7jrM9UpNWyaB5sPYaEjkOqeKHl/HmzQDCYD2fKix9eh9jgFZmsRm6PKRlo9NCWOyFYGQ
Uk0im4ie1B7K8R6CZlhneHI3l11TEmOshVinbN3K9ZuT71ZLvLeNN3XTtfalI3PxNBvPfUD7a7rE
lzlgo87qYeJ1dPtuzeBTACsLX375p8mQxGs8fjhq1neizyUUxWFqD/E81R++23Ccjqs237ZdzHfu
3pcf04CFB8mBm9+Nex+wBeWD8wycFM/elerTRegMzvdcseVxq6wx+qJGZUr389ewFxTmjVlx3FIw
IRlJxsoFv7YaULJbeXd00JZHUlX4w27h76+IpMXXns4EB1lcwtJslS3qWxxL6ScVclo/j3tU7uj9
DeiD0Qnnj9nCs4VoPfgQGDlaKclo9MlxtppK76yXL0J3RNalVNZtW593Gl2W+UPP8SnTTdrrNc0R
pm8RMociyavFDm61b7yA1kzXPmh7J97lkv2do0WAteHKeReFsCCTOQysxynq6+l6yUMHVKrTrT58
qZYyJTbakXOhJg+rLB+HFT+Tdr//5AmdNytCzSYdKac+21tJsbRRZFuJ71H2KLAm8S84BG3q2l1O
I9wx3fDQnJ0GjjEYpRu2Pbcn/SC8T4JIDD9z0QF37HU5kQqv7vBY63jZUvrl1XKMvR7TF0dX9sNM
CGKlASqfe8jR3sx2EJU0nxgfUUzGaxDlEkwfDvB5N65Jw17HeNJahfulx0TgR+TXtZd0toLEyCLZ
X1dVi6fCrueKVvA8v/dNTrV2hVrSJEqv432APen3mZPnjkqzfY9n7+DcT2jhc0p2XQN+49wh1nVv
zy85lT/rVLu7uu8se+mu80Aak0x8XsGRYUT6f7U4mx6f/YYP3bIQy7tRFQNQlYuoUiS25be+oTbL
EOVMQivmpqFNNDblvcM0rDrMEmhtkS+0+DVSPp7v7hBUzK0VPDR200w86oJYYUAN+s1qaEwDJmUr
Tvdas2KjwQp/StfaH71drcv1GAUcOTszN3Yarr5+pw4eeumCCPkUYH1bXlYe8vjzMYcn5jgOLuHf
UFC3w4bGyVPKuua11qv9tjdtZCer04hrht6HjyDcKDxj9Izhak0L+EW14RomrdXRw/eLcLrsFsFv
7uZ1IqT1wtYHCxb5P+l7+HQ7UBGcm8WQ1ZPeW0izMI63vlM7oSzes6mtaUP70LnZ58760gpvcg5g
Gf0q3ao2OteRc5rxYUn9N8NLbnhsNnf/plFyvXFDUFpINtr+EDIdEqTetC4S4m4bXFHwsbZkYAl9
Jlrq26xwc2GlQ2SEe9pt6b5ZgOSfUamWXxW12TfsPO3yRJ+6e4YK5n/MZih1QtBjUfOnN/dtHCbv
VsfRtM0Hf43t7wjHR5M4eY0JADQKr7m0mnZ76U0x+1dO2edzJlGDsJAZ7PzJ96gnqocTfWJo7yBu
oXVH0yFoRDke4Nl71wtuE7SbdO995G5HJcAeohzs7xZsx7AyqAkrcNWCjGEQS3Fb+HXHPdMZEKlm
ve4g55Xbph3v7qq3B4teMgOZH824yYexh7CZiXzJ/XSnXO0e/B5gfTparWtdm7yd8wRjIv9NOJqO
UF9EjjzWJLCPYSPsEcidEPtlNZfOE3JYnAEsuyQ2CAc8XAZpU50pznEAwOF8vGt7d2zZ3Lf+M0jZ
CgL2APEjMfYYPlhLsBbHTcjuazgSHaVVT7E6aUUBVNpygAvLSfs/mLmgPtM3agiTWfYMX7x6OBna
t+6+O+ammb0KEnSTU21aCz+8Q6s7NlnEOQwoWUYTm5LwFeN1K+4QxwKAS3vK2ymsrx22DyrP5SQB
AMZz9VQ3xU65x99EdRjQJXmU8xzKyqMMzJlDjXrYbkzzzFxX0CUdfhYFPw69L+gdIxOOSHocipPm
Y8FE18vo+NhXwdblDR6WcXAVNJHQFPQ3/bnkUT6PxjBkrOu4GlIwtN6crqVTYjncD9N4pCRU3C/l
2Z+j3QL7WVilemHeg8+vVzkClL0b9ZKVXrR4YLxHpBheHjmXYL+n9h2dABukF/Y0uhyXzbYhzOLj
7J0ZYHhFiQFzE5xX8E1cSGKrYJKwgTrbPbUS3zdOgzA/eJokIvGaPT72qxT1jb9veZBE2tKAmVec
idK2p6B6Ee2B/zH6U/nSs6WUPIRQXQ42IVEWoYHyHk3Tqpvds4bqhugsuNlGK+xP/tqvVer7HaIa
IgeqNba92nPWrY6gAGMKFk/p+8PbuituZHKr4qEj6XrR5ASM+EAiLRITjfmXJirGnWlKE4bQSkva
ALR65+txJEw5dtTUm7SFCqoYn3XnT7bahu+iFX51rZ3Av2D6Wn0P1tY/WE6ppk+U7ul5SYYidzal
KfgZr131Y6e3+tFSfX32xgDpRD7i6JO6TUH0JidC86xaR+9OIvdAIUYPFh+ldde0HFavSXcHG3JM
N7f5PawHNkHw5Gzuk5ThnNZNtfAqznzdREZj7yV9uXjPMdKj97K19bM1hZECq93r9x6TaDury1U8
EE8YFCoTf3wYdV88IKnPjR6sOGGvtmtmoNCdoBzzZoKWHSgulkcBBGNDd1MmFQYwlBpwkKfMNYZz
lNhKe+++Lb0vQD/VgydIUJP/x9l5LbetZVv0i1CFHF4RmCSKSrZlvaDkhJwzvv4O6DxcC2KR5e7T
3cdB0uZOa68w51yN2Tc/ZTHI8UcIgkrXp6y5z5ggLp3fKTcRLqnupFFPj0o/RLcasU8FYdq+BGTB
1c/KLW9h+MNQB61FXnqaFXSeqkh3VUEzItdnASUHWK7BXfU5B04kKxGwZTTDqJ+XALbsxSZDWmGD
VbumrdRtbpLupCKXlF8RmEp/JWNfF6Dw5/SUp3ie3tQHJWUtyrsZndZ7ddyMtFp+qUY9q5zJSFRm
5sMS9WafB4bauDm+lomYvBEQwOOOMmF+lqVJhLUiVMOzGkzxozz1EkkjaaAKx/NRlA54DSrTKQ2l
T33rV3eZKitf6pxI/4G0k0J3a5BXrxPMuu9BMWVPjZ7gYoMAj8GERb7yNdSmAgb+FCl3AmXucFfk
QfUW9sWCQCQGSewBGbd224l5Ith9Z/FeCFMXU06imPis64Ba4hCZS3uga/nvHsLFq04ISlfxSOF+
KjgJeBPUuCyv0IeodapmDr5IrQSYqKSis3TVCClXaMXAOkcZ8tN218nSw6gM40NGc7KS1KUav4Go
IwiZ2v7XCLI4s8NmOcVNo0bFbi6T/KWgIMyBttIxovV6w+pTOwgtm6QTqahZT8Jj2NJ23qlVueYd
HvimTRUuDVUHbBtmTqQ5807NfIBDTTC2D0HjA7GIF6C9rapDOIFH64QXYvP0pGikuln5WDiVdRvc
Q6dBPNeXcnUvSy054HqBKHHhNA2ByKToTNcgqfaVpGL5XQwGWfMMGlLPdl9H0h2YyVx34JWQuCJe
06lKx5IxOdhZwBu4XvnD1NEixhUqhQ0PW0rJLlcAlkcAYu9FCJVydJVwEneDQPkdGx6Mb2ap+c8a
XgzrpAvdD0mZqfJDiI9oMyNpE4G6MIRfJT/S/AOSrMMpr1CM2XAVMGxA83grC42me1Rg+yrAc1dq
8k1ZqfNUTEV9K6jYFttogzZx21StZlvQJ/8E36J/7GWz/dGrrVrvJDRDbvKUUjyeW+FTllS1N/J4
A+bPqINdocCwJxcbFVtxqED2jKpQ3jDVBmiDIYehM6E19jvi/DACGu6bRsz0P6Uapron1H3+tpgH
ojRqHmh540nsDX/MkDWkXvq9MgcJvkOoBDR7BfNGeoYcxV1aQy4AHqP7d7OR0tFvJhEHFiGcC3ql
+0VQ4hKp0WHWcjLYpQ9OnQQG6I9NJUzJXWIVPJ5ZlQ0yx6dWDolGzQnNG7FIiaH05FFsx/jnUMzG
K21YBwCZoSJ+a+aKoEhLUd1RxxC0TSCLcAyDTvRxy/Ve+cYpjG+B4v8c/SatHCUv8faMCP/cmE0Z
Rcg8FXexXIJnGmeKnBjsuAq92MRlt3uBSNSOKdcBNrIGeQ8oJzQ9lO7ozaTngvKWA4bDWik8w3He
i7uwqbgSJP6t+0YulfuSDHTu+oMyfK9kXk0Onzr8kHPaDdlxEus3fQP2y86tIvo6TJTLyEkN2hEO
9sAJB1xJo1KAfTXaUKVKNG8kVDH0WhIPbFwNViMZhefEGgOAbAsAsdDoOLTtqz7C4Pr59xoS6cug
NMVdLkajsovTUtzkwtiqW4xrlThGW7ShCmqClCDtgMgnpP0hyal/SkslEUydaRswSvvdaGkZ9YYs
0hsskEyyl0YpEB3Qyqe83SsJ94lN8GtwTK2mU/jozWMyRHQ0axTS40dIZWQP8jHRDXrL1OBzSUuQ
reDdCFuvL41U2dApiJR23Cn1SxHLw+8h5w1CkYuKsxu3U/VkWJKQ3gL0jW5irEXmGMMSVVFj5kMA
l4kC28D3ekGHVLiBtUgZ25iH+E0N1eE3NT5GrZMmsVzyVql5qtWMhDAdDmfiAfRvqbrmplZ/gwdX
ajehVkRfAB20LQ5XX3ZAZiIBzMgIlSVx6hIE1i4gpdbcQqdtjj1A884xSXfNOzokllF4otY6ys8g
LOYfOF49ePjRUP3maxskUEG8GgkuYy9Qyn9D5Xt4GQNl7LbU5M3CtYiKwVjQzR6HuS9IbgfGLHy3
kERDtsvUrbuwS6wQNFho4lwXxVNDGR9glRiJPwTgEbk7RwkNcQGHWECjCE0zV23ACFHpXi6A2k2I
Fcq52VeOyZui42EbIM2o9FnPbVGZD3OnDCLFyplpwlCutiBth+PcNzPptxnL4FIY6R4DQNMd9SEp
qchpmsnXCHkExe2Kokb1BxQgTmaSTeSKGw2TU0sJQb8JMEQCMta2LbgUIUwoMQgcG+q3yDgm5Wz4
u4rccoRIEQ6uU4gyJUNKcLm+QXasRJsJKTVzQ+Y+4W1SZEpzKjByNOPqmXA5r3uZohXNWp9wHofe
C1FQPSAmI5FhEXNBIDhuOL4DvXsVt4qzybeTCfNOHZGEzx5VcIJpACcG2K45lt60RE7gD+fIaKK2
2iejmym9+iucc2ygENGNxhaUjBytFYMBtjuM9WOdVukXgIlK6RHVj1/7IMzCPY3LB2obUak8GIGM
wtYolZzIVs9biaqhJB0HnJu3Ku7NJ+SCLcBHdCvyvdSaoXTOitze1WYkv4aFbGhuHI/iftaCojzV
VlE/DFOuiWA3TBDsxeLaZ76S1I4qdqDC8MgFmNe53nzLw5Q4N0YWFCMPiNN3yYyrD5gDakhwzIDk
KnkqCIDfhO4eMzX3jhInYBzLGEWjoXp/B9TW6u1CLNojppE6MTgi/wUmRrqbUFYdXQAPlAeB+VTf
J/hxjVsBeKsO9E0R/wRjbipbUSDH55AmkHhKRJ0OkhgXwfSkQSH8RHi8/ZUFcjPgUCfBVzR2+4cp
rHtemFIP3qp2mv4EBjC7TVJbyQ+LR7r2dC4WlYgqNiskaGIDXOiEy+lw4il2q6HAvYHFgONH6J38
JEefvxWlEQ22hDT8V6q45GiGpp2ORTFYb2i/gOahYqxVVAHmGMiyIpi/0jibf0TEVsxKSsG0dZnR
q04cxVq7lPO03hEjI32N0HalcY80Q7dXydRR9YwWTkfTW4BF82LOAJ+IIpsfULY7NMMkt7ZoyIPG
PVCFEJRRHNSeWVrArnlbaKlkBiot1SnIVnd0HhMn1xB18VYLcpoNRNKQFlv8x+RbVWCVceKAHnVy
iekH8Jj9BG4a38NrbcEZRnImeCDC/fsW+xQ6uPkSYVpUdE8yWPEvJbWbZ02njqDyOt5mRao8xqmi
5g9VPHRI7VhRP+1ksx+fmrBpkEGdawUZoDJt/e1UKPFjVyoNmadhgrQyiTPZRnwXRFNn2UxMjyhJ
0L1ILQgXx6bSa1duuTVe0EYj9tEa6nyfq6PcQccdVNMit6phHzSl5a9D6Dw/y2guBQettQJFg1ia
4h9mAXBii0RG7x97YhwAXYbfP47g5n6rhAZstbSIueQBuXZfDYGTTSBggDe0YvpjqEf/2cfT/4Uo
1JJmnWiwjiHAB/Sg4ijf4YOA9MigB32vopGHvG4la1ulQ0KVFYZQthvBdz4Sq5Q0No7lBvi8Bjlo
kOZKcpoUJqKdyHKagjAhSeL6PjQZ/EjDuCc3jbepwQq4iWvgd25Ei0mT4kHH8wS4RvkqT1X0YzRB
9jppauDlwv6rK6cSTf8+j1VwRnj+OLmUXcNkUyiZ/iRkMkCeDtGQ+0aQ2tmpTL8bbOhvoJlKQyye
EyOaXs1Ol550ClqiJ/mzKLihZVGcoDdUEDlJneGapoKSP0hmaz7SvbH4LgqNBmCpKALZwR6SPqQ7
XH4LJU3I4TXXyht68gA+geNm+xriVe9J6L63Dp9HfPbhPB/meSjAiJBA/dUkUfBdJpsGorYas4hK
LEfMlpVMmEAK9gvuEoAb4AAg8N/8fApVF0TSTBneMMstCHu+UwFbV/DuUX3DOQaSb3cKOmleULfG
XRtrwoipTiWN3F8cv9RlEj1bfmLdUzYk4zL4/iwsCa6xsE1dgNoyRiru/oRle8NpINSQQVnabQHZ
wYZY5f/QQ1IVm8aqYtWdwEJY4Lza6aDOeobWhbi8MLFYpZGn9iFp2RREh+JJmWmclrhTw6h0874p
mqB2/K4nt4d+k3zb9LP6JUiwYjYClxEdiAhLNmZd4s4g3lz/GSD83UZV1spuX4vUyyMTVgErzYF0
tLYKUrufJ+EFAiJ7PE5IopvRLD0ro4FUSwXuUiY1hotmD0khQ7xJcuuhTfxZswnWQ5wGX5K4EKIs
fBkiZf7iR30nAQhf8syIwXVvatwolTMP5GGcmQ4U/qIrOFFwI2d0n01lIACfJay2J8WQjtDF6jvT
CgAcG1KGZx+oRkuzKKscRiw95Xm5mSj1zmMy+BuAomqwS6XGehDyEBUNy6Jif6P0A9UMyuGN62P2
GygWvPV7OVYtwW5aeim3eS0Qi7aU3T2C1TyGhhgXxYM8ScACwIw1kGh8kXoXHLnOq8ZwKt1aHCXV
MWco0M4odt1brwzC4A1dLcUbK7QS7lRo6XhaAFBn4HNBELsSKcHo1xiQmPG6WZB6JysgwOOYTQmQ
C6uSowP6Y1Z2HPrIvNeiJK1cpZ9TaFoFGLsTlB+K2h08BRajUrJfUpJLzWYKZ390p5GU1SYIcYxd
iVWs3Rkjjm8RU6ViYdNSkMgKyf5jVBn4EhWtLwSAnj1OyMRd/Z3mIw3VI3gfj0U7ofCytAE40hCh
fQEzq1KELBr9WGnUnR1lnkqgxWYZo8Wo+hLIWyyXLVBIuZN8CcjLSCYVJN4ALNtN4Q/9Kvxy+lKk
UnxSQaWLC2CQ3DHZWINAtCj/mH5P8Edel1wh2UM8rlijYNMaqfiKxze0DiFKjgva1+ZJKpVK2vqq
Ob8GwiAeoZj24g1kMuXXoEnKkpxJgWfSSyjYkxgOZ+qjYn6CXKBIYPiVLqTMToMDBxAQN8oYY/Eh
pOlB4hSqyIb1oqg9d01NWbnqdMq7idhY+0kI2mE7sN9PMy/4uFPJZuxjsicPrdKTQ0LjrLsFEMEr
WYA+ucM74LlIxabo7bkhibE1o6omgSXDJngiJ5nighS9DF4qT8wHPSsAw/LcBKcqBUls96zyNxDq
/WkJ9IDiiCl8MEEomnt4kv7PpCSD7PTKSIShjmYKTISWKt+tcOIyB2U4GeCzUtIVWYywrocanvoz
JdmGMqxchs+hmrdEvqJVfUdnSE9JsuXpz0CqalAQfkJKCTZ3WoJJz8tnqQABgJEFf6FqaB7bUUNT
cpdbPL1akz73+PEKWJCBVK0GCge3EZy0mj6qEVwGhyqU/kMza+OBN6hRNoUfUOfm6Nae2AY1Ln5d
KqWzWOdpI8ckd7x4bElja+YMMDI0s9OCQZ3ccKzGI55L3ui7gIr25IWqZFZIy1XCsel5NXdJUSh7
k5yIbJsIzBPCF2MpnRrIgL9qX5xPOmzR1h4AVnS7dib/dg/3zEfbVDAK1iZUtcKji1dr3M6tnpZf
iQuEr4JFYpQyUCmCz9djvNx2KKXvaT6rIj4g4dFPK4h7wSb8AqPoS5CmtmUFavybQddQi5KLlWsY
CYXUGDjbgCQ8AKBo+gK6tKffhgV1aaOUcHnsopvoRXuZcb3oPvylnE6PNVx7epdIIiJnZCFX5O5U
mjSrAvhDQViVX4Wu8O0uqbqtkQzjvSCkiL0KfsDWtZ2bJp20vTz8mvC9DE+vVuj4JjK2VME+cq3h
sNYtsJXMhnpFOJQCZe52IihBBXZneaJGYdmzpgY39ZgCC748+Lqr2PvkqbOLVB0VfdFP+Tg6fcJ0
jdJdbic+T65XSz4XKaMtoJcQVUTAmsiiBTCzqZ9HRFRwRL0kB22CE0PCu9LblyufaM09f1+Pvz7R
SmIFwLNf1RnbERQqdpgSphsHluzgKn2tcIUxPNTCa9hoXtoOGvpe5rTNczIA8hAADZ9IOYAnsa6s
1FoC4P1j0cRwUb2VlE/KYtWIhe5UQuI8C0i3wp0LAHakZCOTptAL9/IqrLUhltEWhQ9jUTcFE7OS
SSkHNafNO0gQ4MDmDzUyFOBx0KVwC0dt/EGjX/mKiM65Y4jknqRryxmUtJX0BQDJpkga6vDQAeV7
HZgJbq4EFrcVxz3oOWtb5nC3C0X/t/YPnEBVB2msLyeQ8aXVCTQLGIjgXyj3IYQH5Yr0b1R+yVTe
gj2ZIErbl5f280Q/jrc6X5MuQEwpS4iHuTgQ0Q7TcWLcG/AYCljxqnUrs6oeLS0NNpdH/nyyGRnx
GQ1RY4N+VMsn+0txrJm0QopUTjYdksRDALaVh7cs/lGr5X09aRLIsYGRQRLn4ygMHSlWxY1WBqk9
aAv0zcykA0X54ckAb33l3Hy+F6hvYz6oHlMQZDc/Dmeqlm9lAie1bnnNWlLDDhnHb5BrpN3l5ft8
J1R0Ngy6kVPuQd93Wd6/lg8qV12PEW+DX8nVHg8GLhb04cgB4AkruSade6Xt+tkRFYSYYMBDTVir
F0pE2FXWcefLUBh++hOJLquNl0xiHSb3qDWaV3RGzp0QWieYECFM5J/W6uIDHSFUKrdY47ojXrHm
sind0mj6/H84irQgQhNeUlV2bbWWEWByPArWcq6MCqxza4E5Gqsro5xbP+TKJcBTdEEBE/9xxwYD
nG4SMkoLQkCHWmjNuziUa28kx0oFn1zY5SNy7jBaogV6ALcMa7a6YXpRa8FkLkdE6q2HIUcYxBmD
wBC8LsWpuWJJ1iJFy02zFENkFVVUI9ZtSgqrS/GBYR7XUpC9RRT0wIcmQFfm8tZs8qUlsdD2Xy9P
8Yz54mFAhEzCVtL4Tf64prNvzooGSNRGUwBGp2T422Yi36pk8aZKfZMshKJuVQXA45XpntlNRGCp
NqPJhHFRV45KL0dFaFbc9MbvzO8yxOuYt1jqdzQr6zYB/Gjv8lTP3IbFIaM1iyLxJK1NSzNYLRi7
lFoW8FBXQ9ly0wnKta7kZ3bRkFF00yVUipB+Xk0LuZogzpc758uJNIJ6T5p4qzSNJG6kXASNHMXi
dJLA/4ZXDNrZkXkIoLDRLBC99I9b6YP7H9uMHgmx2RFHQ4bxXb/hbpAkaaQf2HbArgNUTv/KwGeu
CeOJeBeIXYNvWz7YX5a0hvJuwDBlYZNyPDS52HsowQoPFhmUKxbtzByR/1NoYMJVWdqFfxyqSkV5
HrQMdj7cP1eogZaNWg3xNqKA9FACU35JJOuaXvGZCVqLNjz9gzQyKOJqTyFMo8Hcc0kiCQEdsQaO
BLXF3wYiLIV/PqQWmA+LLhu0vUEE8+MEY0jn5JOYoI8gkGu14JiGSrum9/b5KiwdF0SarGoovulr
SUCxN+niUdEHRkBA4JQMCXi+MO6vuGJnRlm08fgH64mE/sp8dvBVslyzKEYbYERLKddA64T6P19r
vGiunIyGoiyifvZxxUYx7Efcd0AWgEayU424TuEWtdBeu19npoNhllCzF3nkOAkfB6KipAY5+VN7
HlAmjTK5dgAsXlEc/mwV31uKopdFi3jcn9VsZByWYcxJcjLd5IDxjCYvasB/lCOsfw+GdTl9/9cj
hxgvzRqBqGtLa5WV3YiAdZM/wGNWlJKQLTTLTTmNo3t5lDMTM0zsoiryuOnEeR9Xb0C/NaiTilDc
qigZpqFxSzOZZmMaXeiUY3CtOc/58QgBaGSKf7dWxe9lsTMM8jpAEISG+h/tRKmu+gFMm1iMi4du
rJWfl6d45oAwRdqY8cqg+f8p9EYfH9YKCzmFeQRzt6C6ULTzv593NHlIjGnKYnWtlfy21ehw3CEd
2F0q+vfmCOGpiZPpSvfKz34BqSiNp8TgrYQSv7q7vh4iN7XIZyq0tgOpjSoLrJnhCci+tbUGEw5u
EoyU8Jo2215exjM7h7uFXqBGr0KJXMrHk9JHYlRVNCyxC10NXqAAaS9Q89RmkxbIdth6AqRoc3nI
z88KjSlYyqWSw+u5frTDQc6tgS7atq/k81YDlfWaClQkbwWZ8Pzeh8Er2UUVks+9PPCZI2Mi62ly
AU3u31prlr6XOLDoDdo9alV3saZmdlOWwz/7sUzPQvdShnCF5Pfq/SrKES6/CfDLSs18C6/RR+RN
yA2uQppm2pUDeu7o8DSTDVxWFNDcx/3rFFpigVMlLjXHaIu2F9i6NBJQpfeN+Ige4XTUSNptFZzr
539fToNlpNuIyfHRlqP1lydiROSuA10D/Q+Y6V5C88kr0FS8EqOeO6CGTEyMD6kRqq58ZjSfSgXF
eZDJemLYDYCFV2VE1RP8bbWDJ9Ls/odZEUojdEvYg6n+OKsZOZUCiiCnUy3KyIXlXurAvBDJunIa
z06MKH9xPvh/cxXro0wFLBSFBhRcfDgEdAamYNIU1pjukkwTm8cZ5s+1TNiZQZcmKcQ9LCZP+Oph
mGVgyuUMz2aiYxs1KihcEzj4Al2bIMvcy0v52ZPjcBChasSpvArKyrZkQwLLFlkdKFEt5CInmscq
fYH7ZVQjDPFpkK9Fde99UT7mg5eWKURWJuuK97DavTGzwkCnNGFbXLvMi/pWPA4jCmJW1OY736R0
JEVVsw1BRtIDUKA8ZQeTQUEwQyPvytE9Y28shE8w6YqObV+7l+EAMpPuUAXYmjrwaKQLhC9AKf7y
Kp+f81/DLNvw1z2M9TbtRZ/uN/48j7pdd4u4Fq0iVc3JFKs9aVko7MWB+pqZolhbppSiES436coT
i1f6VJ07X+z4f40VsAyr21ogJucbKlMOwI47KmjV30pdJUDCxODQN8Rolyd/bolJfvOW8HIuTd0+
zl3VZ3pTIMtoG5pSobsGg8iYsuHKrM4dZING4hLi+Ap7ucz6rxUGGaymY0ecgIRe9d2PA+qIlRy8
0Xj7mitwdkLEXItCOdhecbWAqCMDEJBwOGqaiLt+DSKQQk14xeE4OwqkEgwPuQ/s98cJwWvyS5m2
qbQJDiJzg0yR2rlEWjCgL+/PuZWjfQ9PK4l3kg8rN77GuTchtTKQ0IobAWS6axS98VDCGH76X4ZC
+NlaHGtj/Rxlzdi0lsAmlWNbnky/DalwmsB4QRMN8Zf/YTC6XZGCw8WW1lE4cjYh6tA4vD0FmE3X
tTS+BCHu9m2abS4PdW6vcNF4AJFj5oVfHT4wTKreZKRuFEXLHpCyMO90szev2KpzFxeRZGNJD/FC
rLWY87TXp2jm3OUNuEm7Ayu6xzgOX0MyVJuyg+1zeVrnTgbJPiCKoJWoYa2eP6WFNJ7plM7Q08qd
eIYeV8c0CcOvD69s1ue5kS1RORQ8fGQy1nMbVMlKGzDVC5u63oZ+9VCY9QGonL4T66i/MrEzo5no
LtM+gZ4vC9zs490aOkWg2zjldW0Q9EOQWcIzrZ2g7kjdfI9En3/F3/x8PsisSzTOwY+QYbqu7nIk
6gD2hQJSOzX276U0T+Tc5OHx8nadHYUuh1xjUhnUPD/OShB6fZxRZwLRhgKr2gf1HRDOaz2Vzqzd
4gtRaCE4IOm8/P1fhpZ0PewoE1x93k/9vST5C2QC1u9BzQb9m1z56Z9/nhZHkCSTjFo9FZ7VtBQ9
raMgJCRAYQxnPZN/Rbnxjz2qSSwQD6iYJQw6j8fapZQFxCbyuSe8KxRUdBu0Y8guq7kDFAOCmsie
XbnNn3cLu67RfpOYEhdzXRCs+hIGTm+B50ur7taYY/8odoMy/LN1h1IhGnQuN7Dusrmy7mYG3gcA
SIIyRlt4WZL9nheoWa3H19pgfZqQrkhE4IZIiCzTvXx1qVD6rYVOhIgoVVP0PSuE0kva8J/z84xC
aIo7sTRLYEIfjx9AUNDeBnLDNTTcyk5yEymcYRoS5dh3JbC9uLEA0cGT5/KjdFldrZOdm+diNojI
sSBUHD9+gpRIZyH8gl6qU7AyUa2Et2qkZf/6/vOcLD22eJh5mTGNH4cRkYfv1CWNBy3MdC1l+J0D
Mt5dvluLr/3BFyfjubQLWWrh1vLfj4PUUd7UbaO/dnCEy0J40KNdJhqbQpJtOt7g4ED6ol/DlTP5
KbuwjArZiLSuuggGrfYQLCFqvaP+OnYHKzRvs96TC99J9did55fLE1wPRe5YpPpAkxwyrjCgV8Yj
QldiBhoKK1gfgzvUTnynG7L+RkBv3RN1eGpk9kLv8qDrE/I+KDV+apoyLsY6tRejOqQNxRja6Hck
D/ADUm82J9O9PMr6df5vFBOfV1GWxnqr+0YROkAOmKmF0JwGQCXCkopFRcmBV34NMHFmsKVZCDw0
Kt60yFhZ/booaFOmLWjE0GesoTQfedB4McfW/8eDz7w+DLU6+Jru+8ZcMRTcxAESQ+ZvEVf5V5dt
GYXMD70xyKthSVZ2seukEOQ96owYGW07UDWm2DYbm8t79PkkUJ2FBYGdIttEfuTj/YJxMMeaDjnR
j8qSKLYJUVhM/9XyUvn5MMrqFhOQoAkwEjwiCOrb6GZ9FxPp++WZfD4ApCOQZqU5x1JtMla7MqZC
KwczUmo0LdJ/SSN6DikE3UVXwrjWKun96P5tlnAwGIwUAdUS6kvrDnUDGgnq1FPFooqOigw+owBZ
22huayGr7gDfFptW77od4q+yM0axvEclN71iGz/tHTEyPU8ksFLmwuFczTirUFjPQuPFimAAVMgs
OqOeXPOmzg4CwoM1pWKji+tBkH1BRjj4nkxVZnlKpWiHnF511vafdm9BxKgEQpRQGIj+Jytb0aXp
aIX6ONg0wwtBLpfmF3RToJCqcXglxlvN6L+h8HJp1UoNm3aGH4+84htRkuPc2noG+bthgm6XCtI1
IyF+HIeCLsUtlk1V2CBeyXVxgT+SBCmUHm72p81p5242tr25OW42rrs5Ovz+6PL/ruvYO37lHm82
e3vP1xyP/Pbguvzdzj3wd96BX/LVm/3+5O742yPfvOdLHWfPT9tsbX4kP375kk3B9++fN6f9np9m
8+Nsb/nrzX7jvPIlfATbWf6EX/Mbz7adnbNjXL6Wn3i/PfHjb1yXH/XKn+w92/P4iS/u0d7vn+29
5/A9nuc5nuM4y5d5fD8/b/lhzi2/ODITPtHjMvx25xy+eoflS73D3vacO8fl18x6ty2YvMOn23i7
W8fZ7I+b5YPy2bZ856Pzxk/d8aWHu6fd7mlZJhZq+W73eMzsZdgnhz++fAbfE5f/f6s/7di6UJPF
daMCW3o4bk6v+80zk/KcN2d3cJ6ujPSe7Lk00sq4t02dyi1nY+M+vPw4BfbJ9r7fOaJ9ZRxluTaX
xll5F03VlPCXGYctetk/PrLPDuvNluxuju6N41yp9q/yiJ+XcBWR+1JbxSipPxzd12dOC/t0eY9A
uFyZ0nLt/grvwGfDP0Id6fhws7lZDvTm+P4P/z69brgbJ87q8fW4eT2eKpuLc3x9ZS/t2y0Ha/+4
3W+3W2+7vbXvOGEH52bHcf5+e/t+HG9t527HfnPzuBau83Dj2NxP7/Dg3Nxw+g67Kyb86kFYXrW/
ZqOKtLSMWS/3xX3m3rBi1071u7t/6Qys7B1SO5AYGeJm83oKPK4l1/20XHiW7ZH/7O0tv1pudWAz
w8OfHVqe9h93t9v9GeyHp2tH5L0ifukDrZ+U1lTibDmUp/3zaeP82e0je7PdLIt+3GDj3KfjYibZ
GDbCs7GBzvJb97R5dp/3j0f3pcC2be2Xmx8bfgBTOW3t7fN9z/K5WJHH/ZZz5x0456Xt3b3F9uGJ
rXZd2XYfOBCvlv3Fu8OSbFx753oP2KHDcTEwl4/qe4B8aZ4r3yophFGROKkY7KP9gs3tbT739+3G
fvzPMjM9jOiN495s+BAedvfyJ1De/ZBLH2HleM1IG07DstQvmPcjq3Bc7NrxyT25zs1+j7XevXJb
MNZYfF6JredVmNfNhjXn6dktr4D7wuZsXt396YTB5tycHgPb/sYp2rAnvBLegVv4gtU+2O+2bL/d
n/aPv/eB/ftx+aE/nk+vkf082z8Ce4+xww6dHvnt79+cRmz+zrl7wsby74fdk/e0++Ng8ndP9jOv
yGjbgb3lqn67vbv7dnfYeV/2h92vpwdeCueB58DxvCfXfrvlIdo93LhPXFHbOxxusdmHHUvvsqrv
y8zM/7DcPK6MyNuyO/IuH2+cnXfHVX//wq9P/PFiFJ7cm4eXFw6i8+vKjly2XnhuH+87bZUKweCJ
4ZW84X+c3e3R5cnj6tuOe/jvkXOunANa1V00mjSz+zhs0htGXzAsY7IcxxP3n6u2jLq83pXNLbJ/
LG895pJ7sbf5QqzD5nF5ldloNp5fPfINe/sOh2DDr5bv3e+3d/x798SiuQfn4d2xYVk3y6vJjbrj
5u7f3YXd4cCFXI76ZjmDp81iTkN7xxFi+bHWGxd7fLNso7t7OeLpuLuTy/dc3oDldfj/C6G/O38g
ct59TDqTrwGic1Gg7pmHEKBDGWFchGpuFXG+hqNasyr+GwbQx9ITmSqCttpm5Ax7YE0C7MZeq3fx
WE23iPt2d1oXaNuQOgaE+1FDHwNa/ZDQ2w79mi7Ya8jpOXja1+KvVWz0/nF0EBpLZESe8lOZ2Mxl
lI1R8CqmMbUbNUlvRlSmNhGSA8fLC/wO11+vMOwFGX8eTCUpy49HTVUzOnJMuNdhXD93cK5RNFW2
s5/s6CSx04r6tYuG106iq6HqP+Va9zICDJxIxlVtsqdd0LXy0WJmVx+I/IpJnsWSYTesQdwwXxFL
MelcJEq1pfzOkOVPDnkD+OweSfM82STRnMmPSPVGP+eIJiFXQORnFl/XdUUEQQ6OFU3kjwvi17Pc
ocre2yD2aa2gF4ULrat0qzBOr1z0M6f7w1Arb6KSJjmclmMXtrqwTzgQt+QIuys+2PlRLEInCAZL
iuLjhGrURvw85Q51cxBuZGsUNqWMBOjlg3R2FLLdEsgssCH66hxZNL9KUcTlHBVx/IpYTXMn9IL+
eHmUc4cDBC5XgrIVkLqVcwQONij7DLGbJJLibZ/hLkPUlQIvUIP2ViwR25K7sjwofdx/+fehTZkD
AY5b/nxRULzJpSFD8UGhZnocJW14o12VsEeBR7vPEPtF0VbX7wnJr1E2Pi8tfEbS4KDIyXFiEj5u
oDCAuBHqGFk1U62OcZIXu9BqroFgPi+tCTCLrRNNkbz7GkYRilWvi2U22aglPIq69tar5rM/64ce
YT2k9NudodZXnMvFdfx41ykUy4g4Uf2WYU6tXEto4QPVkHxCEAQNqRerpF/LrpSUSHdQ/i9DpLSb
AGwMyunx18vb+fFlX14WUyKdAMwUVAxI59XQYJrh+CcMberw5JTRj72iDCuPFpRwUNv6WkHo3FRV
cCoQpgDTks74uImTNPtqICNT2AyoUMljFn9Lg8DfQH+L0Zwwyh0tIq61Zf5syxaUFshx2D6cnDWI
IaQFNHo1yF6jMyk4iVgIbqI21qZE9tS9vJ5nh6KUgjYHEtO82B/nh37uTBtttP8QdB5kHhAxET3f
ivJsI8WzpO8uD/fpTtAKGYyrrnJkFwjl6sUWRiRtTA1irDYiqSbUyI6WCf1sL4/y6ZAsBEKGWJAZ
Gp3qlzvzV7hn+UTQM9Kg6BdnZuPhm8e5m+qh9gvKvolEbRmrm8tDflrH1ZDrdUzRZTBpNOWgwFG6
kpr8jg2pdbMq7a9M7tMSvrMjQZ7iXQEn1FfvQjhPoYhSZeQEU9XtkZDLHCjb+ZVz8XkUyk2AI8Gf
8aTSUufjEiL23sdGhXiMlTSaV4X9jJCmPm8vr9r6duG7cKu4V5xy2UQg/uMoEOYlWnECQO58X3wc
/4+yM8uu28jS9VS8/I686JtalfkA4DQkxUZiK71gUTSFHggEAu1w7lTuxOqDnVUlHnqZ1+l8sEzx
4ACI2LHb/wtGWJbpcLZY3hjChZy/jO3yQcbw3SV5YuSTt2m6bZjuNBVfGZ41Wz3zrXkvjXgGK+NE
Qau0GwPBy+vAV5uM8KJ2f32j2+v/2WJSqyQ9yZDN73uanOTbG63maRj1Ej6n2ufhEE279mBdmvFH
FaeTxJCL0Xh7nZMzB29xcLuK64j420MTg0QLfzu/ef7rm/k9TfxXd2O9vZvZ7TMEGbiKeaDPMwSx
tjOuUN+LwdJFzo6OqPBChudQjcLl8a+vfVoTeHeH28L9eW/LsrLlRjrVjnY0Rcwmhi/epXf+d8/V
0ye5bfifrjNXDTJdDdexPyeHDrWjB+bMzpMP1sXp6X16lZPjBZWkotK2u1n3INsi9JyjJhIf7OV3
cdLpVbY98dO9WLk07GJ7X5fd7nsZ3b06h+eH24+A5sb22v9qWZyYXebLqsXIuUy3YxooQhYqfEAD
/XqNvHtk1c8+WAnbWv6ry52Y3ACQOOaDy03Rd7T4w5cmPP8R3T58cJk/MRg/b93TmkndN72HQvt2
VwiTRtTwIlCOkR+78fPhax/fI+H40Qv7wFyczqWTuhNBtl1zjAns2GD57nENX+6vsvCmj5+JCcIs
LD44WD56f6czjxbaaWa1vb8l+r7u9QOg0l2/z67ysySsDkP4wYN9mzV/Z6vMEytS2khboPqw3WQW
1fxjhwixk57/aP2fns0ny/+0k9rWIERmNJSF26BhOCZMqLZyOB9L76N7+mitnBgN3yt6v9k2mu88
DckxB2EhTBi0TYlC3Ed9gCdpx/cP8MR4FL5mOujA/vEAq2vwWbG3B80b3edxHpNVXjDEevjjo7s8
Sae/v/CJPZnSGsRTx4WtW/O8f2ivunPre3JDFRgainhe7prz/Nq6ce4+WDEfPd4TA5OqOXfbbcVY
rBkEsVif4xEvL0pCLxK7ZpfGfuRH7gdG+l2y5XQBnViaxWzKqt82Bn1h+/xoxHd1RGI1CQWPt92b
4Yfn+J8ZAPq0mK3cRAwYr3trsfvSrxt9W7LdDgQm+8OKAzwHOwou6giy8uf+BtDIQR7sT8HZB0/5
z+zqz9c+ecrI/C0VfSv4KvG0cx+qfbaf9ktc7vsz8/hRzuzPXiltHvSSMOtAr+JJQFDADykWKfpQ
AuXRDURRUA21l9ehkXGxfv7rWzs1BFvhjDkmk8ZIZi/pJX37VF2Vm0lW2WukWcraI1sJ7MKQOejb
Zf3AhNsnhxOXYuCG/ktGw30PudK3l6p8053NEaBpgnjQRRs0DWNaVvWBDT19ettVbBqLiAY2EZPT
vIptLPCYelQoFWIp12iBe+dyrPpIX8z6uhB1fc+EuXHzt58iGRzCKpx2etPcbf385E206FfJXoDQ
hgMudsjlY1NtVX+GIlR9tBY3E/bzGc8NEsORuGE+0mEq/mQfAEmUa+BpS+Q1YxNESJL192jyIm0p
ndYq7ypjVOjw156YQhoOei1Esrq+qYoleXBUo1p0ncZxPOtq1/xMk28H+lHmwg+FDs7yr5/LO+eb
VjhaluhBoMs8sGgpevtgbNhmjfI82OLGOIKC06p0wRqCEsjiuXcTBlhcZ5yLPeD58VnSEPaS9kHq
xwZNW+u+EJb7kfDQqX+5fSWL9UHXEQr84CXffiUN7cxcN8QcQb4q4T9YZggjrP5KP4aDkKwY/fNF
mBy7+Th/YDXfbzaLl8bUAPlgMvS/V5h/WiYI7GvTwtBuJJX/raOn9l6hCXmNEPpHwzt/cqVtwNml
O5KsAi3Wb28y7TcScWCuqBwXLh2ujKDH7VIg4k770Otfv+T3+5oUJjkvjwQDygCnnZKpp891i8Jo
5KFQuFNyhrvZpR/EqO+CHF4bYhcWkzL09XEEbHf807NLKU5YxTqMUaJlSTgDeg+LOrVCFlR9ng9r
u/OqpNqZemFf0mRZvTr1Ynxgwd5vPb4D7dDbEDnd/6eZtmUdp7Tt2F0+iA13l7aJdmuXOqMagUKi
8AyqBAp7f/vpbnaMuWs6sA0y9W/vu3ay2mqrBP2jvkWYcLHLfV171vHvX4WZs61YQCsoAiZvr5JO
I7WppRhR3wOzjkAl8Id20f/287N1ixsxyKxt7UknW69crNJT9OtG+SSay8rujTjXEAWcEHWP62FO
9n/3rrZWWgZdqICwcuyTNWMuel+tpgLbs+bpedFq61kCKu+DIOG9QfFNBykNboqS27tZEMRYKOkt
fh95Wt7Euo4sYQU756j7jrbza2dCsH/ux7NE6//dKf9/Xub/SF/bmz/Mfv+v/+TPLy0anFs3/8kf
/3WZv0je/Q/1n9uv/c9fe/tL/7oeX6Ua5Osvl8+i/2U/NL89q7xtTn/nzUdwpX9/k/hZPb/5w65R
uVo+D69y+fLaD5X6/XJ85+1v/v/+8JfX3z/lbhGv//z1pR0atX1aytf69d8/Ovvtn7/yZH9669vn
//uHV881v3f/Iv/f/21y8jV/fNr//Mrrc6/++aut/4OKIOPFyIAwCE+G8NdfptftJ6b5D4oDKI79
MeaJD/TrL00rVfbPXx3zH/wEWT6diRuKTdtGZ3dtP7Ltf5AD5OSghdlgRJ/P++9bf/O6/vf1/dIM
9U2bQ5Llt9lW/3uWMyqydXFynG/bjuke78QlqrOhK+ACTHFRmsF56hX2eZn2H514f3qVTeCME4HS
y+mJ53G417lYJ+QOc/Tb9aJUR+Rflu8/Pfd/39zPN/N2H2w3s+002mApgrDpTtsOlVMLyhPZGEME
BhOX6W2EADdAWPT7zj1aRu+1pl8vWtR7Pgy/3p53f1zbZ8CRkwH5qnfV9Rr1foTsgVS0Kemy71VH
nyy8N3hNkmnRpl53asnFfChMp2JaGA3bB1hExtfGBGgfZ3WvQLjA55qhNnlmuqul3jZXSBJlzkdi
Ru/fBkN3NIRzEcbPLf3EKNn+OJbuoI+xwdzJF3M1EER19aWyPqiHv3WEt0dCAze+KJJUm8tzWsYo
etOfJnedgZCUQFwzy5yda1PV3XTpt5MLdkIMI4xneNO5+qhP+d1N0oKAP49CCP/fqmJvz5NBqcLg
vIZ+0WtuvCJ7emFBjP/Avr9768wmIcrGayccZerl5CodyHI0SzvIS2QZvgKf7cLRscQDfIKnv17b
2ye92ajIq+DgM7XAvNCmUvP2fpwlEDWBKedVZzC90LiJw/RH4sX+PGsXVclh+bfOfV4fpmqLAGnl
ZXTyXbUhHwZ7MN3Cip3F9o+AIKFIQ1j4YDb43SL5/Sr0lCPsg9bKaeofzJwt7YKrWLpIvhRuWu4r
L9fjYs6tM1PvHqx2qT4Ilj665qnRQ9pzsVeuafpdEpp1ssIC6l5E7bqPyi+t0E897wP38f01MUnc
69aejx6UfpJY81J0f4CwmVxTS6gDr+pmA/+cl1pLL70DlAAocZVPHyWz368bwjRKtNvsNbNkpzYx
bSYNEg363h3iAV9oycmeqzVxQ8wvmbbRrcsPhJTebQksIP+je3Vzk/FL3i5USAEbIccBag+z7NoI
RCfiQa+RBe4ArXwUi/4h7vLTxjAZ9OIAo/BNXGNt9ee310PiVyweuOGYYK4aDwPU+OZ8Q0usjwUI
gOyQcpPJPq1XszmYwB/BlCYLwxIVM1dHx5Cd8TxDFHWgf5TlKM97Ufnp+SK9heYOiUggwp8L4v/z
jApoKKvCbneGdBJ3B06lGQ+YtU3i3Ovh4gyD1xowUvLJC00fpndUS4h817KvV/tiGeGLnk9rZlmP
/oqEeowyc9Sv1llQZQGcjNpAYb9r0tVEKxCtctRPO7qWFhRX209T63bucdQH+IGFm2gvhqwnPc5z
TTy1DeXCM7cYIQ4GTuaBKh6HsYkShtQa1Jxbx4hhjbDaRxmMh7ySAHNApyJKbVViKC8LPRhI4flW
ah7gZhb0B0GICVdUfcYbrZwya9+ZnngSS6lpe3CNjtij1mb7n2xPI4aupO6LyJB6dk0DhmEd3VTv
HxIasrzIN5Cgz0IGA5f0Betoz/ZOmClCzxHKqx2PVkxmOZFuWj37XukzWl+iXVYeoWqKNWxVYpo7
HZ3FNFrx4R6WuW7SQwCRFeZJWyE4lQJ1kRcrUsNHE7CKtrNLL/FhnNgJym5qIm++GMG3xPcUmJJ2
GTv3Qp8m6ckQaQLfuJ04LozPNlI+/aFelpqqe4d0yYQ4C1yCnRaUajrOa7Ca+2weR+3TlM2AKDQN
KuEdmMsZBaA1tUgyAyCnkqjoQtpZRgGqKTHhTt2YRt+sZ2OnINIaOgLRZ4l07SIeptQDig5X9hFA
io9mAdyFi77nvWewcDTRf0qKPLhLFwWHPC1g64WVGLsHP5GmHmY4uEE0WzQlXDmigCGAgH+CvjkH
YBhkWVXFLQost1Im8EohuHTtBXYdZwMIYLrEjezNOnJl4zxLRtfR5Pb9Gjw7utv+U6cUrNEmy5eo
JvQ09jqK0JBha70DwkNr38OoLO3ONLu53IPIAQxMoGhs2vEjNOUxLYAe1Gk5AR1k2fxg5bfwGFCF
B84JUfuhHMYOirk7SAB67pwLYCwm2yJP0vy8XZ0pi+ZRCRjISDrstKFKgJSyiSy2VTBYB69p00fm
PSUfAii1CNPetPoINaTuu5WORnCVFy0jkrXpLl40+yUTecUw1jakZ/BfEOET47dAGyR1DuEvM8uL
Yd2I66gXKFWrjr5qxWHUQ+4a0fCWSxvXk5VvM7pwmI55ZgT2vrcaTewXC7BKxJjWOlwLHKsp9iDj
2DvSfp64q+k8Sr9wCBb5fnBH1IQ537ZxqWBkmC5X9dchnfQn6NnFNX0+jn0AHOog2F7AsziTekVY
HwTUK+4JNPVztq7+VSGrnu6k0Mzbpk/X4FtJEJhu8DxHy6LSp+fvm7WRgm6sXk+cIhyNZuVzar3s
SegCT+uyQzfCq0QhcJKPBgTo/sbyBtlfALcYbkdI19mZ3kqTLrFBJdlSRjra2N3eXyozPbPMSgf+
2yCE8gl16qrcS3iW5k2X5l7/ZfLAL4CEUlIbj/XaWWjHNnkpfytKxCbvtC4vaFBSU1PtJru3/deU
IDnZV/imRWQOSYaMwkJzSqRNExD0thF988ULwLwAA7ar/QzniESWl9aHNff0b7m/zYSjoFTyndHR
/+xrkyljAyrIF5xo/YEWHjRtOvh7ceDVsoj1qerOaU3Qv7a1Mb+6Q7X8QAbQtQ6O7LJrAbsdBoVe
d98LrRHfSG5On81SBH1kp51/rw/KedClcmAoANjdeRCbisjQPB+0TaD9JoJ2feonq+3ihRCx2Anl
9N55m8wo02M8xxiNyoW1pDs1zHArLY71UuT1ETyuuELyyoohRpFC8/tiGvcSVOgcm2UWeKHIg55H
OJt+FQo/EZ8geMk7r0yxWCOwxTIM5tXepXo2bdqzTv0w6ehqww1Ra3JQtQlryG8dhwpwNQ6vUwBN
PDIDqT2kXWneNBpio6FpDlUa99IyX+eycJq92YGwPC8Wczz6aTak4ZC27PZE+dWxLfNEnvWDcp8n
iLZZaGbz8AQEyIRxY2sFWE4kP68GW6yfqdtooOez1PPD1HEzLRQprci7Wk82nXUqni2vu2hf68op
nq2yYNKZGy7gI4Ek7cHg2NUUjasp9UOlD1a6J8vrf7agxsu7SVcBANPBGp+3V/tS4afgYKnJ1UNL
405Dw82n/LDAVLucSB36kapm+1CPjaV2bdGnN7pdc/gUoGGeFof7j32/6Jsdp7C+tZvJjiaRUpJF
SpOmvFm1tYPlDOXJP471RntJArvjBPfEUsRqzbXvskkmJku0NjDiMZuQlSQT1XxTppcEV/Qll0MM
fn1u7nQmK+FyBGN12UyDYeyyxqeGphdWcvT6Jn+FrSiKCDhrnwIhdMSL2wRBvy/BmweHnif6A5yd
1OJkWcoJy9rYvFFLjjvHVWlymKuWzxPmcp34kzMfOi9YXcQbFijGbe1Wj+ZcQGIHfetQzEumtgS5
1uRrVChc5pDmMyfb064p6kgzpgQoHsTBm1kKOEKAIo3nHmg4eDA0UOAp0msIeGfV/OeqapKnVqfp
Oyyn1hRRYs/W/TrBI+bNGgBPVjW0z0xJu1Xs6CZSwrM0xyUE32SmoSv7+RuNSUm6l0Euv6SFt2Yx
sQssPR/m43RoJr/XIyGEN8fIY1Ro+DM2vNd6Uw0RO6Q7d3urXhD5zyDw2rg833OM4hefw7mJa5tW
ZYBtk9vvZVOCT1R4X2qnVkDygFkh0IU5nAoQl/aqq7NRU14dDX5pf4VC3ltxOYBbAU9qFsOuT5Yg
QExq7DnAxaCvjP6a/XEulbxbfDSjzmghHvxoJmEwxwHYKf2K1s1GiwHA81ZLpbIvHn6pFk8JVLpo
NuUyxmLIxc6S6Mjt18oZvxf+uAHr2hwQkuYWbhC6KnAgy+Wu1sAmW4OaGgz0d6otZXpV0K46Hcn2
03ndbwpU5OGFcQYSz8SHBJyURxlQuq8VwjwojtV1Nh4n11NfkhQiyPnWEskJNNnZg4Dju4J7tkUS
anCMrjsxNPZBn9zUPXpoMaudVXQ4wAjQ5o8T6mzPkqkAeJdG7nuxDY/wR1IXyML1MAdBhWGmf4xO
E9y61RCc65NAbGDuhXwYLb18YLTZEliThPWcrbVxUEHvgGoPvGTjJLiuiOxhkQ9T1wyc8d4gvs9t
1t5SPRnveylWH39ciKPXKm5aihw4YAl0pAy9KQ2KeKFME69gXjiSS7f53Mw06UYd8qLgFgAaP8KM
EltvpN6ct5q7gjccDFoWNEiTD1pWgrixltSXu8pYg2ln1iPfiGgP39QhvaFHbm92YmdLMlPstMBo
Y3hb0wC6yPcuzJoAKcyQjblcQZK3Mfkt6YUrPdFLNHqEwpCNM+oNSun9FPngI4NzhqxHGFiJ6942
HrLbB2E4zaXjJ+uTxMMrdtZc4yaSB8ahM/PC1oHzdNOZp7LmMVkSoI11W9dXvM7ODMfCV05kepn5
2VX98g0SoWziZqzqWzUW+q1pLs09J9CGtZ5U8jpCNId5ki/DTZDMoDg7v5Qaa23xr5CN6ucoQPIT
THWXd1FK41sQ4WLPL2NWN1e2NW8xBy92DJ01h1wxzlqGA8xMCCjrFL0EQlO9ORN+rggAnNYsQuFq
yIks3mw+wglxoDM4sk3xjgse/li0DdMjLlsHLq/6vGIhwRQODP3sgyBPbhd74BCp5ioNl8U2u11u
DOKHwX/OoxZZ0O8Mu49j6GaWvJ6KhJBg9oLaD0EiI8aCPLy4Ncxa7IGFIkRQQWkCNDf3lqRErXQ6
HWYXjnPqQEEMms65pMJmNfHYT+1tMaQaxlnkUDtsoEQAfulcrs8TZrBTEHRVez+KIvsO3FXMx6pO
7OsGthO1aWhzX3tI3e1BTbN/S2HJ9UNtbodvSroO/5pO1mHqZwcWZ9smDz4LoTyzzbZ+DPQRHKCC
YYc2DjDMT6JbsKF1MQVfqproNbbdvGuRudQd4kH8abymstA3vgZghnBy87zniHE8XJMqNZ7oLOxp
zfcw95mQrYrkpvqzWwgWXwtJpBVS3U+G3Qw1aN4VRo2o5GrAQQxTrasOqhSqjUeNUDYcvbyeQ3e2
aZA1vLnWoxWtxYNdYXOpL6HBGU2D42UHmWojFVCqmHeG3WKcncl3vuK32GZsOIW4hqVkOzQoKGUB
NC2aPERE17pAukfntOoTJFnzyeiTzwjP6HU0ucP0dbSC5g7KblJhWYvmapCG212RFgwwMFLH95DC
rPGo5tYVu4EQFbRU2sPZU2od4MJSe4PCOOc9dxZMOWZSDctuLCYkWpzBr++MVNh3+qBrTgizxbrN
yrSEoF6MhFCdj9NIdN4HLs0UQ/6ceaXbhXZQrc/1GhCeQS/HpA8OKz3Mk0AB40nM4oc7OxlvLh+y
fTKm5bfOycdX9OfmZj9DWAQIU0nNOcywlxbSjzZvtXXKDEi40t0fLhLu7TXMP3shYbgu9MnZQ+XB
26tnLy5MuhL2252+ZloBuDErsupgoLKfnScNTm1PBsmKKuKLMsrtpXjNtYlUY93gAtOoYW5V19Qu
wWT3+PahOS3VJ0vZ7dMwVNantNeRh6CdmIAzo0322TRq7dMoZ/V1TPVcCz2JOQnhO6ovnaJvPPSF
nhX70TQKPS6hdPMgl7Rt9q4SyXfcgwE2qKcvxLJgRhnjaNOlDHXJfghduj6uPK/0bjWn0e4Hr+qe
gSKunOxWnt4N9RbNFEk7TJEmE/d2xonKogCMXHJZNxUkrmAM+BycA7IWC0EJrel29iQcXdwnnpmT
zwcRrUBM0VMcqn41xBY/Qa6ij3pVZwSpuJfSlCX3UeJ1HMSk6ruSF11HRe04xxKwT3c+2gEQURBX
6kKu6RBn+txcUJRwxI6KYT4dsajrFHW0gWtRagrry+SWnbHLUaq0Q0aauy9lOSHVV9nWik1x6gJH
el3TNfYGG/YCLA0cUK0s5edm09iJCNoWBC4Vdnin+W0uwlobnfQwOL24tjXN/BooZU6RKZCph3vY
u2noDwPpJUEO5dNQL612SDxvWOPB3rCVq9045BAkcyzHJEhy/7nZBCZj5OAXcIdTaz+OCNOI0EV/
md5qQ8+MEIpBcT0PvtPtSGKhvNMFas6gL9bBWb6owI1ls4xD7FXz+KC8glQNKHPjGfBVphEFLSts
VMHaPG8gMKTHMdj6v8xRK/fDzMKDybgEbmSWtRIX9bRI/oZDhOpTnXiaZpE6kZM3o3XmSI/v0Fha
9tytJZdpyrEOLmQftNpRog5EM2LgsrBsGHb0si7CZ2c0mescrWTl0Q5L0NB3Jqm674kI+0saOrIa
2G9vrWE/1Jxxil6HIFQA17So77pp3ctctcHOThGhi+vASuOU1zfuC7sDNuj2rJUd7fG+eNJJVhX7
usmwzDOQbT+ca2cj7BFFDpHXGf3BKHrXDd2O6TqMVmL6sVlP8z07eHX2Vk/OJGsHpzhKQih3j06P
DELpCH2KpOPOr6XRWk8EGwu0aketL7ZynXNGCAHRd33qPjn24j3KwpQvaW0HZTQy4VOF+jw5r2SP
K9wRO81lTCbGW/beZA6/Td7s/O6od1+DxjWufSXSGecjRc2kHVoPih/r9EDfT/uZGofuXfrSFvfK
qhMV9jqgczCk5RN5DaQSPS1TONJd3w9xb/QZ1D5vO/e12UcO1+oMqYWOyNEt9YkuXtZEkJIpMsqY
vSgYeErmdnEgwOqp2I8wbr9bhZ7c9v4gaWr1Et25XP2+rfZFYizfPGvRwfSpimwT2HprOqK7W+U3
fU6uMJZrJtvY8nrPPOaqg3rsYmZjNVmiceIVYhn1Lfbvjbma7IihdMUPOtSH8Wi5Fl4ER2oFobzN
clDB+tZxo9G4fL901HLCfFXznZDKzgAHeXgNCqy9Oo6e8qAlTsjqxPNciE/tDIU1tCdAv1E3UmEg
7ycEj9vpTDwgsp+fBrvSKtImmUjiVJtTaK9enn+WCPkEoT2grhUqIymfsyoBgjuyCZe9ljstDRfC
9R/1Gvh7BDE5UOHQpiMXbosFl6CvXUhNDBAdK5vMB4soSx8DjeRONCyt2aKU25Jy63PP/o1aA+Mb
FdYAbKAUtoybtiq+5l2W42D2hZ9BoTSKImxNuNJHTPP4RE+lm+71xWnwv3VST2FaA40PKxACSegk
nXhsgZK/2olu3BaNr5KdO2QTL5P0VTSYfXePxRyvzNFzFJF81UBKxUD/sKq+/G4u1kbCqIAhHpaa
sGeHdpHxlDjpXETDIOmZAAY6XDqdr6d0sgWdu5vKLXWitU7O51G0XPhegNnOHFLAZLsQz0uP+VKK
LFpoYn6iQ7u7CRgYkBEpgeTzgsLOEmbGXNwEADpt0naNeUytcgz2tjHWV1q51P2+0IwkCBc78e+9
YgJiI+Gg+lFP9ooJQVWZ/r51EzSpSN3Dcyy8YfH3RFXJp0yn3h85aar686IW7VNCmrWDtGpmP3TQ
qNW+MbUMpkpQiTubmisvDWLtt0Q5SQNj1bbavSD1l+68CbAbqopBc9Othf8yBRYNnxkqz4+6qy1J
LOCb3udjK+sduFjqRf081l6koJTfj3PZcepjH+Z9ZRnlC8VmkkhFnafMTMjKWT+1ZemsrBiz+QbS
1cJHynWr+z4Ke012qvNINGMpg/QGarNenbXgUl8tZ1C/GZ09lyEnDR3hgDOJFXpt0oJ9m1XGNbJ1
0OVLY+r1nTO0ANS7LnAIdMhaXErshIZdHBZGLAdLfbI5nx9BtmsTWHfDPGO4bqQdW0iol1bqgzzu
EvK2mus3jwXisGBo9MW/LlzhfFnI9LzopMLIJ82e9j3rEY+LwG3k/sENHEWKw/DEjz6jLBpTCkiv
Zg4MK3R6yzxS1K7Eudm5/kW6DB19yoDX8CBI3b4Gwaphnwat/qRpiLpEdV85LQH8Wn5PJ1nM7Ke2
Ibs/tBR02i53vNBC68oLJyiYxDG4iGM0KVX5IXGbjwvoG606QqjzzjW36n4r0IPLsaPUDrCaU27v
ap+3tLcXqM5RQ8q8w+VNjPxiIX8G/Xf18q8gM1ksRGxTG+HEs4u9pFfXaFYt32Z0OQn1rIDtiyua
ryFZ/L47aBRrNRI+i7zLhGm/ms2KJGwh+vmq6ui5DPXEmiQHQYvkY1dqxhcrG/AuEnvtacBfspGU
R8qyiCwMxwhFU8dRXQi0izOqbM71ZKmxJ1S1RrIdE5nFnSt9MgTWNl2+w3cQTjgiT+rzVTLmTfVh
De6muk4T+NAk7kMXn9G9EK7MnXgI1tQ4U73vXE2t0G+MbW3jYnHgxp0SBinZyiLxnFIUnigNCecT
8uc0LbaNs2rXkDLNbEePSdKgXYBC6L6SrQnoWvPZtZbUEv+Q0ero7AOG5zBPDRzinegrUuNBS04m
bP1WFgcksC3xCTE9koXK5Hi8LMmLajFE33yNa3dsvtaAo7UI8JuRA0ay5Gf8Ea3d4W7ifXnLWN1X
HXHBrlicZAuoXS/fQbUe2wMMDK+6mcwun2j+2mTMPZLBeriA1bRA9ZDa2dP00dsksETq0oUq0Rv1
ecEpOgEmGEJLo/koahqaHcNhIuUV8VvBD7QaXf+gPK2mDNpK7ywB8t2cMbvhXhptbppxQo8R1os+
sj6qzdGqDg0lEAmfORkvEERwhzOVmdo1uZOajFrmF2kk6Qxto6DLs1d7lXUf55QEKyDVxNV7Ik/X
j/RslkZkMAzfhkrK5Y59C27esBWHMo2XWbUXnp5c5wDlr/TWar/DStbWaCZn40V2UQoiu2Quqfmu
uEKRURVQKx32HDM0HTWpfZAIjZ5+c0m+OFUSyAMUwXKz4kWL4mxqEbrqY6Af8YZnb48rQxStV9qq
neMGe8ahAQSS3ekktNULEu4Yb2EtGeu7TnyN/A5XLa9b0bjoJ+szSfqWrGd9MWVMiYe09vklsS5K
1XCBCMv2YurlhY9A6yNnpjIpCHSct02ONP+ean5VHOnIHK6RfBiGK8KEpPuilxnhUIvdckOob+MT
LQFkkVfKYAOxceUbkN+LMs/iilPa3iOKClJjbQdrj7s/G5HL0KoZCrBtX+hayr/1bb7p4Feka8Ou
6yeseY63OjhBfVurILik5WVJL+3UFmJzZzNt31MVyPa10TA8rHUNPOBl7ojdLWcdyngmhFMR1PUq
wRihTxca1TjORyurE3c/W2v9VfO8Xo/bwdQooq+j+1WKcaioHOQ6qGeEFkSkF7WSZ1wZpPGo6Rdj
11OfFaVe/AiA9j7NOX11IbKew0vgDEL+RhRDM9Y+03PH/tpirWraPU0SyF0Ey6SudhXqw/3jWtla
GrvVbIgoKFoJe71jZ+6kO1BATLwGbW0m55UEDC2wEFZFNRHqBAPGP7o6A4DX9ZLEK1zkNLmjFJEp
YqpJPk+2h/3QMtSlQ7NIXPswZdRlQmJNX4u6AFZ6VNFUcEy1ITXIJAe5v9MlzUu7gpPyFhFd/F+y
TsPZHHhNHzp6UT2s2dA3Mf1wbX/hU/C3dsFqdHnUcUCst0tuWPPBzny2PQT2Yo3tVdMXcvauyM5b
SS0yVjhBGblbN6tiqXU6YiAV2ttnYnKCGx9nr955Wm+4NZmxInGO5GXGLo3MFBfrOQjUsD6AJc7l
WetmAmoKQT0PqvNMQfie+PU1MytQXNBaGWFEtHmV5mEgEzKu41qTCZM9SoTs26FVtIa5HCsoo9Jx
b+QTMoikNNzpfJqGmS6Lugz2ieAwo05kK/DbpUvQMKusz0DDBOifUiP8L/bOZLdyY1vTr3JQc7rY
N9PdqkmRSqWU3YTIzux7BrvXuaN6jvti9e30ObYUzq0NE6jBBQo4OAPZDoWCsSJWrPU3i7jm/0r6
yW4+ORgbWRRFWLhZM8hbYrM6HdPDstywXHW6ybWo50VT0TRHx5Rmwaau7e57zzX1TlnGkDehYszD
VosndFzy2bSuzXDsnb3SN4L6YhlOxU6j1ttSyFV1/O47rZ83Ga5RFDyqiR6qVbbueKvgYVdt8fOr
l6MmktS70Why3y0zhHsndXLtUDYprvB2VjTeUU8LVd+ajYh0zsd87nlHppTfRasnRzBbNoPjD7E8
ISOepFdxZRvxTmiN11J0Zl9O102W298qp/K+aU0/LpsRzMLoUXlTKvuOt4PgDAW70Gy8WnWKJ7Qi
+/g+yjBY/t0tzfaYdWNa+GNOC+B6oF6KXd1ET2Dfm04cUGLq+j11FCXaaAr1umgDoEaU72eerxVF
8qVzrrHX66aHUJ/G7PrEBTGP3OaqfUha4AP7SXMp+vfCorNrJp6qv9Eig1R+ob6lHg06inEwtYnp
4eHtNPVHzFXS8h5T4wad0Qnox5bSBVVAhC2aP3Bh/4YQv0DH/olSXglmrn+U7/r2x48eNPP/AAiz
ZgLD+t//wQn/DcL8Jvn63/+nfQlh/vmf/AFhVpzfyB+wYnLIFly0ck9WNH9gmBVN+w0yCRQP/n2g
xPTq/gQxu79BcQGFS5kKXDpoTP6r/4CYfwOqBR4agLOFmuxJtes/k3vxmX4NYobt8QIdaUH6QAkY
WB0SRwDPcD99CQIDjmAKrV+2PKKc6uAoNj36LCeFoieQTAQRxWFs6sZycDaKE1IOB/ac3YPMJns0
46a3Dy5p6qEgJysOoVhUnsslj7YN/SuupGypY1C7S6a+KSPKeRu7csRDrGOqRD2OvisJXwRIQYHW
fSTek/jQ1YlNeqFkuLwP7tDamzBylR8TCsrethZRcVtRWWhxRltGml5i4k5pkFDnBxpVBoxvaWMU
KDvfjuCeP+RGr3wocIXRrsw6Sh9dUrIfdlk51y5IAVonirpH+jm9mmh1zHuvNOFcUrZOdnMdpu9a
tS4fx6SGjAWKefzUZ7kO2bZOwo1NnQ3p4NAZPkcJlYKtibWSONJHNFEdmU/21HVXeb+ThQ5PPIMs
67ZqRvMgxhOIrFpsCi5JpQMab62ZQ55GlfvOIX2IyHumUCcJMtqHOVONL2Xn1dfUv1P1xprn6ks2
6aRpRZYrb0qKbBCogXZ/mHKsVY5Jl7vVlpuM1w1SRSZ6FKkx3EYN+iS7XujiU6pH423WtKXNxcZd
t+sHp75fxhrb1KpYRkFzQaTHtHZGd1tD9TBSa3wIl54X2eL0nxqNvGqbDq6GMJibJPompGhPrSlZ
bOxCaku/s7IIEQUvcYwtCNyZeuSct4FtLLG146btbw2cyj86etnSts57p7oZ+OPeAfKaqLZT3KJg
Odcn1yReru5GN3kX7Qb6NkHOEDaU5M78YU/eF+rzKfCuLO3LLSZydIdSCD7BWFOe3oVa2z1Orrd8
H6h8v8WC1hTHoiITu02iuq+P+lhEe4BnPKLqljaGWZAKP4QUO3+U3Vx9j5V+DK95WtnHOqQPt+vt
OQ0ooEckOLNOVaxLzUm/yrPcuKI7nYLW60L7zsDdtryeKQrruAhHtrGZR2v+4CWDxTVbJzPMcK0o
PwA7ArKhN4reH/RYj566Pm7bQ6TpzmNB0flUcMDCEOtEZf6kkXQuWzXKamWTqW3tG3qVkBEXvI22
aqlVOC6B2dlEZVN0eyte3M/QaFTe6PjTjnuaAvZwN2u8LsiInVan5qbN8K0b0cD/p3SHNfAyljcl
2cNAuszAe6fxlnwb01mmJgmWm16GPpCzzSlSQhvcF5N812RdxguI+uDjZKjF75qa6saBstzcINkk
lI+0AgtlO04VLaKm6x1twy2mV4cZVMnHiqqzuYnnUti8okaNfdh0D+SR2l1bes4nUIADDrueF+Zg
qHBjOIRhPf3eRo3a7Yol551v6YVy3zUqaXeo5WJLjdXqtnVZUjyolEqzAZNoC7WIXlG+YH1mbstG
70eGA2ZJYYdnmNu4FNTDENbIVZ1l5KNznDsgxU1xtcTjUuxa2vv1gUypeuQ5Z1j72ezq7gZgAY2m
rg2DFA9WcwspIZy3Hm5q6oOnR/EXN9Q5fejZWriDxa66ODv4Kw7NsiFLuoehz0Ry6EGXiHueeKbf
zJzTb107AwPrtSBYtw7nirunHBMe+uXUpcictlFJzfK0pDnWtR95tLfgNEaq0k1VjgFlE9VP2rJt
97z7LRT0PTf5Goqa7tHkdcQradGGr1aNu+zUJdsIe1S/ucOsOPtxmr3mgVdpBmk5Vpf3OTZfHwuk
PWrkBoRXvWsAfSeQ+MqsToNx7I05KJQ+nw/52OTJjqpqIXZ4nmvLARZXAWKjz72gDVGxtLZGFdXd
vozcMnlrKFWEIMTc8boiAUpz+mVDOr9B7ogewgQI4Q7sGg/ZiCDjYcVa7ZQ+taob3Nvr9zUWnKdO
uVUPB0MxOlYGHw2SYGPoNYo9S6sVW91SCmVXdE6ILFQ3Oeq1E43CPFRt3u06Z0ZAkGJB9Qm0gPo2
zOdEvS2TqYSm3iXAI93Q1R+h19nFFWD7/m6e6ejdl4s78tathuwY4dLpbtK65M5Ti6wFaUNp7cGe
pqkDHjjopHpxOYbuLXZV+hQ4fR+q16ozJd6w5S1SB9aytCPum6Wp7oDGdPc0wunJ2LBut3NNo2IX
J50QR0Wrhquf2cr/T9z+F0//1xK3d//9X9W/3iffYJ79+NePfx3bL+UXLHa+dC/JaIzx70zO1n4D
PYpXhGq7HALwLv7M5PhHJmR/HUt3WJhQFf7K5DQDztnJJgH7p5+CgX8mcpr+G/qSMK5wmMRFjkTv
nyRy+kvWjoUeH8KKEHYoQrtQhwwpjws91MeUU2FQG0qbxhvNAfjZSFBVlMK6hrZCl+lPZmYY71Na
cKAMx869xzWse1I5ndQRC9SNWenhwQTCmR51YK8f08JRN3i0VW+4sfoYhKYePbp2YZ+wvOIdwGqA
YQKk+1Xa6RfoLT+1Ev6iJ/z8iwxYVvCF8WPif6e/+BlrOPGoaZgcMbsRsMsumt3i3jw9lYjCmJyi
6zZh1zmPndebO3q0+R08fvMtlbnsuOQ8LjvKn9sp1e7T3Bxv8pS3roi1p8yOrH24dPNVD4T7j3B6
wel8zqOTsunTVzCh4rARsD4yUQ99OWe3xXZWmbNsBwClOPCInPbRCIR0KQespIGO9CFYpGf79hfc
PYle/XOh4Iq5mLJjPIMdgkSl4iN5RuXq6c4bUv0JzOf7U/N8ownd21aOGeh2ax9SQ7W3sIcTLNVK
74KCoiSh8scUHGgEPGVOjjQ/d+ezb8Vrc6SuzhTqsnX2vKwRSjK18uNECWGbU2W5I7UF9jOhuYaJ
kQKKUwftNPfK3rbn+Dam7ELemH2ri1HZpIaiXliknw5K0m6yXWITshTsGt5kL7/M4pRKIUqHRTLe
J8MdIKdtqwCr6bXNUEIdaattngZ2l2wXdbrhefImN75zEW9SBYmS0AKIfFQATNOuAuvu0tcsd4b3
aXahMpgf6skhsVEOifeuFeYFOtlLItLPxbV/WsLqDu1dCGUvp47ka1mCw093HakMALe22FWlA/4C
qAMopKW+RA36+1lC+oItOQoLiFToMvMJqJzpATNId6auzIfRzW9VrqFjNYzFPi+y8E4XxlfB/b6B
t0mpnDcekECwcZ0meCXRXz/24XBJPePvy8CseKxaFowsWJgSj094bgtkmVkBkhu2ixnr26ru2yvO
2AopYNHt/p9djf9jCdonWv354sY25kJ8fh+e/vU/rkPNMH+DYE0P3GVHctRxUf5R13CM3yiQw67W
QLaaWKbBEfwPN5t/xOVI6QJAC3oIJhvv32UNzfqNWoaLgIEFcxuFWf2f3IYvN7DC2BQyTsTZl5HS
AxI4kU3BofOEORhl5lxVI7XFZ4vwiwP33Oinnz875BAQCIFfKdF9SL18O4LjOLRpmx/WjS6x8bLB
mopw0NwgawGM8fyewLCZ9YUL6tzcJW5h5OiZbdWeGdShBrZGSe6oxf4zieC/lh3S//OFiQvR0UWC
ogxC78mw3CdM4JyViy7fqGkL5BJDsoBOwXEyqtsxuyQN8us1gcr/ctoLoIMM8XQzUFT10QoBaWbF
9O9T5GxGIN3O/1kUcr+Xo8M59FJnUMxgrqvsQ5x54qZV+/Kzp9IHq0gx9zka52CVOuAxDXwHp7Iv
6aqf+8ukGwPUuq01mCcFqE8gJ5ZaV8ugf1uzT4nvl39XEXp1F058EGsag8jzqD+oTrzqayPU8nJw
Fa5bTQ3HCGiPZjtsYYMyx4B23cyl+IVtObsTtJrAmu1vdbM82bnxY93QUvCiR4CcVVjqwRLxJaHf
3dWjrq86GWDsvlwUaj7RnISxHvRpzbNVU9QrndbWhQzp3F6RgleFu0VrKNUDb9SvtDF6G7fuygWX
YpeObIujJHl7USjtboIPcYBjeskF7MzE5SzFMnJbhUSZ389jDsQOwHt3L2ZriNbN/m9W1UYzDM7Q
xvfp6emjJ2C6jK5+en3DSCqVfx4PrhSiOLOWlgNI/L600kc9a7xdMhbWEey9TplCKYfDSA/xh+0J
crzUohTk9vD30mJ617spFCOlpnX2+mTOraQU0mARofLSnQtoeB7bGM0CHTLfhazy3OBSSIsBXO7i
xE3Q5+G7cDArFH3CdZcm7+yXoRFh3leBFnUDq/HUjdXAYIm1C4+bcxOXYhrFm76pENcOErJyXs4n
vkIWXvj+5waXYlosiUZZaqoDoAkZSohL6O1S2yj/mSHCX9tLiurGGMmgQfgEDtVFwG7UxODOGo/r
NowU2EBO7BrJJ8DxNLg2wjPHO2sy5o+vj37aGX892f6cu6ysY4zTsLhe5wTjUI+owkB/HUVp3Vht
Ee9e/xVnll92dDHCBsfPeXIDe6QYYIL584yVn1Z+rhljHLZ1Y9qBsL34aHhZve10WtvrZi7FajUb
OuCwSQ/AC9yh2/CmgdewbmgpUkte9hC30yrQ0wbKp2KJ+UMb1pc8CM6t+ennz9Jnd8whmTaaExjY
uLjK4wQk4PWJn9swUqSGZlI2eMY6QWLG5j7MPPu9PuQ8kBOhPb3+K36q3/xqU0oBaytuHVJgcgPA
PwsKGFp300T9u7p3IHfRArN3IGXL90l1otc2v2NCYhyBmS1Ps0G5nfcz9Luo9ihuUJ+70ZK440LE
GT6Op+xt1HVfkdEYNmFdPYgquXaTydtqtdlft02BvNSU6O9f/0POfQXpYFAdDNQbJSyD/kRAKTK9
35VqGV4o3p0bXToYxioZ6gY8d5CI9Nswjm+yQX+7auKytQvMrDyGFeUFjjJ+MOzpflnK7+uGllL1
nPJKOS+VFwhVL2BD1QGd5nWvRspjL7d9MZdmnE4MHlnOrX07Al57fdan2f1iR8plP3qZutszaOA4
uYqERd7BWteWDd9X3/dj1Xxx49rauopm/iOhmj8PZls6IIzegwmU1Q5AYm1+04R5duMt4HpRMrZ2
r/9RZzaQffr580PC1AarUVMvqNj4m9rL7xyweOvGlo4JrezgduWtF9ialz5OVdOgat0O67J0WUe2
0EOSaINby82aGwBwn2s9vvClz5xvskeG8VO1AZXqoNXyxLcMBQ5trOi3oYum5utrI4lD//VtpcjN
4lq45WK4wZDlDsa9SDPUtq5gCpN0j31pVW8dt0WNohChu481IFnIFij7sSq1K9ik2n0x9whBVo69
n+q0/Pb6tM5sB1kIDcVGsOG1agXTCVtsQtgFh/dh3dhS1GeJbbcWOmeB7WVXrlpGW9CS/0y/78/l
lJV+S6qreAZ3JAFZqx+A0KWHePAuJEjnVkXKAUyo7UbSq1owOpS5rDQHIQY4er9uXaQoX7QxRq5h
0Hhu0lCtW9X7ABMoXHeMW1KAQ5NAdSVM9EBQfKENEA0bpYLpv27uUoiXMZrRA/TuIMry/rqI26fc
a8S6y82SUoA0EmZ2Uq8KjHB4sAugUElrrdyM8rVsmemYp9Qmpnq6Tb16V6bN1etrcsKT/eqisKTQ
HgbAZlXU2EFqjvktyMroqymc+J0dmu02FaljIOzh9Q8mKhEbKI7Ou2pxvnlRWTyWidlvIbe5H+Jm
bv6Z0uCfwSG7/bmZmCajsPJAV/U6hmOqu2+TwbTXfadTH/j5HaJGqEgUVV4EjWUfudK/LrbQ1m0w
GS6nNYgDIcKbBxG9pANg83hjqvk/Ew7+a2GkwIYOGisKwklBojhAUsBvVZHZrbv+TrX858uipRrc
VF76AQzkd55jH+Oo2L2+xc7ssFNd//nQCpQfJ+wZmkT4jQbcW7MuiACeG1kK6Mxs7GixtTzw1Pzr
koAn0bKV20QK52IpkA515iVQFPVr2erwrfr5kvfJuXlL8Zy5baqCD8sDJNkMuEd6dxzd5lJn8Nzo
UkSD7wNuZrhhEE6QFpW0asBZa/Nu1dc0pLq4I2wN45tkCbTa8a7Q2DER03IvdSJOee8v0tZT4+j5
XlFjkBRNqLoBmhA/IJX0+zGvyofGMasrQ8CY75JlWVd7kkERI7Qkc3IcFzxUGSENEQGiht24cnQp
Wj23UvLcQgay1HktKGH/qKaXAAVnvrAhBauIMNIAC+4GAhDmNRKOMURtZ1h3FBin3/osy44HkdE7
hlijhDmqffpwUCNNvbAs5z6wFLJLN2p2WoswwPQw1TGty2GJQiUxN1U/qnC/a0iAJzpFuu5MNqRA
Vi0AqwZ4MWCZPDk3QsepLsYHoN+uiwcplj2sdWvT1NOgF0qyq83mMEeKti7bMqRQVkBUjqYhsmCO
kLOx+hjxmt6aLt39p2F+EW2ycYcam11qVApFlyYR+8QpwTcsWnYskHA6FHHX3zSDN5PQGyB/W8/8
gVYiWd+qhfuJyXi2zVpYelloammAoQGiCNmVcdEn90x86KfN92zorGnURkUQJ4jcfCdiE3R4ty4V
+1kBejZ0ocRNhP7JEpg5Yo0iATYkAKiuWxIpruNFmUyt6E5ShWDcrTIqt6N+IfDOrYkU1TqfTh+N
MPR11fyu5LwNqwadunUTl6J6cqah5i4DvjgijEUO6dsTwM51g0sRzIFfTiokRXrfMfRGmvvWp362
LiGlzi2MFMBArDuIlXZC5hMfa++Ebq+O62YuhS9suayJXDMJVGdW9U2BPhPZdKKsG162+HGWIc/n
IqKeNqHVuvTeOzGh37Rq7rKAtNamWRyBdgrqzHrf23m2LTXA9+sGlwK0jhUkKZVoCpYOz1J9hkhV
AmfYrRtdunrjms2xaJoW5Ojuf58c9HOwJnXfrxtdClJPQbe76dQlyOP2h6Y3gTf/M3/vPzP8n2+0
Z4eLbpbaoNZDH8Rgnu/DFjWz2kryp9YZu8d1s5ci1cttWA5O0weOnaVvlQaiclwU5rrT8ac547M/
oJ0qvZgtpwtiXoqIpNTuHa9K98IRdvp+v7iuNClS42joFEdtusCJS/OLbXj5Lh3T+jhHoThC7cua
C9vztA1/9YukuLXHxAp7SERBg9ITor2t88XBCef9hGbSQ282SIRUwowuXMNnDiDVe3lbAQGuo2bu
XF9vLDCCsJ2SlQ8NVUqnjdS2l1idmkAVaH0iVThtG2vQLyzTuYlLUZxmI0TzQnN9cPVvKu2d1qTr
HnaqFMF2ZYI1aEzXX1IclLpxOi7muBLpIePAEhSVhgUBUD8zzAiJNqfY5HPYHlcFmAxMhsCaWzWi
zb5ixUivIb8GWWDd0FLsloY3KaOqK37qVFfof96PaLKtG1p/uQcTEUZTRT3Vt9GRqzRt40XpygWR
olZxdWcU7cLQonynViAwhkKsy49lRLWKt1hcxarix4plbOPYUTZ9UV06Bn69v09kyhdpZK7DhW0z
S/GTCo2OFJGNTSKmVQUG0I0vB7cEplhOJxRfq/Vxk1TNMcQqbdXn1GQ/qwEFr6iaTcWvlPFJQUwx
yqIL7YZziyKFpo5U+jCTqfqNW6GrZV2nRflpzSbUZHyXLaDFly6z7srsoPXvO/Sj1o18+mOe3UuD
JhDedWfFV9XizbC0hxoR2XVDS0E5uBZ0zZDI0XvzLXTUHVr463IwPHBeTltTRSaGjmlPUXM3wdnP
a/v3ddOWojLSjX6uvF6hNehG28ISn1AZWnV6a550fVpeM6P6zNgVtOcN0uj3pi6eVs1bxnXBwVXy
sWP7Aal7EIVNRxNZr3XfUgZ12ZYRZbY6sQEbaLGWih6VsW4HyoguO0QtWE89z5+GWUcwlbeGMIfl
sG5VpKDMCqNpRDKyUarpyraUHTXtlROX0t0uQ4tDMdXQ751y34JUAdXjr5u1FJXcYHpnecw6Hkqf
/EGZLpEVzhxSrhSUYzZGog0HxZ/TCgVubmH89/6Z39N/snTtb8Z9Q8ex3Tmebzbzk9aaCwAtUa9c
bikum8gcvapIm2DRYUtownjSFPsSsOn0zf6e12quFJheH5VxpC1tkC3V+yS18sPsLA+g7pVV9zFM
p5cHVtf2MNGngl9QIz+a6AiFxDb51ar9IuOyrFojMzFtMHdxfCJya7DPIPavG1xKZi1UbRcktGuI
usLYllGLP0w+rrs0Ze/azD0B4GB9B4kl8n3ste616aqXGiynKP/FZz1xD5/fbrmqG1CQAVFq6SQ+
W14O9wWG+ZWOTtwmryAtXticZ/aPIwVsXaHRY/L8CRxk98iIqOTue8XwHm3bJsZe/xDnfokUu1CD
llkd5jroOje7NxfHuXWT9Ctq+daFjPSUYv1qvaRrtagzhbaRBZDHNDGA17Fc2i2RmfppvWgPTZsr
O5Tv3MNUqnjNvf5XnTmRHCmuExeTIjRgT3ei8XhSdkUJuv22bmwprBMnbUak+MtA1xHIE42dHfrM
NNbd5jK0ClK2YixLyKsjmrxbs12uMc1e12bDSuvl1q0pLvHUjk5I/ji+q1GjfMA3b1nVycCy7uXo
uh2FSugtA8WO9NEcxk+jsIoL2/TMB5UBVhHY8sLQ0w7IX3bfpNE9mkXroPHQdl/Oeyz7VC0xjQks
tUE7LKsParp8XrVZZAxV3+qo06dFF6C98C1U9Xstz1cOLUWuENQxBj3vgg6p0zdIwjc78GXi6vWJ
nzkXZAhV1Q04cCnuEJTuUEabruD9kaiITrpDT+Po9V9y7qtKYVrVWj63p0J27Z4kaUvzVuvEw7qx
pTDV4Ef3+tzMgaqhJhk6n4Qtvq8aWkZCKdwoFqxe1586Bf8Hob2xO+OSye+ZNbGkGLWaBh+FIYnp
suOqY5bZAxSfdVtGRkLhmOMNwxiOoE/EfbaEn51er9d9S0tKiqdGOFE6KZ7fokS/0fTureWurMVA
/X8ZorhCi0TUhefH+MRtZtjiu8TLjZVTP32KZ+9VkgX0wNqyDxbbfaO6M15l7eO6rSIFaRkhOYFC
dxU4FWeLOcOsptK57lCUQVAYZ2I7j2haEFvep8hE4LWijrfukWNJsWmYFimavZQgrJr7hFppGl8K
zTMZlAyCqvia6MRzg+K28qMutWgrQvuT6Dv7qoK5vu6rysgmy5ssO5wVfotD5yNFHMsRiA+s+q4y
rqnU7BFOSghLvRz6K09DHLsoygsZ05kjQAY2pfnQgZtCziVzcPFKFNfaFLG1Ds5ABv9ytxedEafj
EKeBjsPioaLXvf1ZJ1y3MFKkFlXlxmXVJzTovUcl0uMNKjvX68aW4rS2LFS/dDUJpiU5IkvzbVGa
ceVukQIVek7eLoObBBi4v02s9HdrRsh03bz1lyuuZxpNMWdIgi4Uzp2X9OUnMzaUCzf1ud0iBSrS
WqimmayKnSoPajF+70uMYNbNXLpET24YiMFVSVA16Fx1QkXlPk/MdftcBjd1yHwVsYHZZu6qH7DN
eC9yJFJWzVyGNgm7d2CfN1GQzYDXxyi5MpswWjm4lOmqHaT3oTsxYpXkJDocxUjpee/XzVyKT7B7
eoo5RhSoyVThlYTJYTqhRbtudCk+UeiKO4T8Qt8TQ7JtET7cT9m8sp4ig5mcQqlmpeiou6XeZ6xj
bxqtuF83cSlAlahb8iqtqAMl9hEzuEdER1fmoTJqaRjseai7xPUVFMf36dRHu6ot05VLLgWoaSYF
2m6VQ3nM+0ANDkF6+2ndokjxWQtcJdCBdPysQI0nj7ClT7KVKy7jlcAMeGY1KaFflUp35XnaUZnz
dW1Y3Mdfnom1WQLe6jLbN53J/Tyls/37hFKMs+7gkjFJqKJr9Rinpj/XjXtAB0bbi8z7fdWqy6ik
MO5SZewnw6cn++TM9e1SD+sydF0KT32B9GePtu5HLXZOqBEihb1ySaTbU3RqqgACG30lN8v9oOFg
JeLisG5JpOhclixUKzyDfXN0bxXzdBEZ66p5unR7Nl5amkOkjb41qwjXLQbOrXmEcOF+3dSl8Jzx
Cq6AxvV+smQZvZlk3OZ9t+4w/yms9expAUdLzTGN7X1D6VDjNJYf3qyu24YyIKnJsCxFALX3lUrf
T8hxY9HorjwSZUBSkw5YFRha749Ff7UI5UGEl9L/MwmLJt2eFjCYeqKW7NeugW0w4u4bIEqPq77m
T3WsZwseo8g2tV7e+1GJ3VbhffRibFzXjS0FZ9IN/QQbsfPtFP9r3c4P0LhXployGslDnWvJIqfz
e8N8ykR27wzFukPlp+7BszXJxratiyrsfCs1PSSvXaFdzz1GXuuWRQrQNBE2iEH3NHz8/eR+u7VH
b+XlKaOQMFftxiGxOr8x4mlrubmzbZbu3bqZS9enhvkoim1Z5U8ofWwRq8Tgp41WhpCMNDKtbiH+
08rHHnsz4wCgmeq6zFlGGp38FFpLSyqwEjqeql/wf113kKtScAqvKKy+Z+TOnqJDEU31LsIxdtV6
y0AjlKjMpk+n0p+8sHhTZDgYbAVSt8W6o1zGGglPxJiV6qWv2zMm6/gWdfMRujfWQ+v+AOkOxW9L
nY3GKP2+i28H0fmlq14g9J45FVXpBqVd0Q2WbZV+bqRdgn90iG4TwhTVur2uSlGK8qmRYyVQ+ENN
P3JrtFOJOLBjPKxbGekW1RYRQoIZKx8r7uq9Uoc2cniFvi4HkJFHRtF0XqxFmL0W3WNmNd+F2XxY
M3FVhh0tTY7DdZ3iQDJ/Ljv1m2k6q45d1ItfprhLZ4VKnjFyP2pbdGU3JaaC6yYtRSmtMmG2WH75
g4oFElq1J/+bdbmzKqtKpTaavNhQ9X4orPIbNZHliYfAqvsZ8bmXi+JG0OSRGS39xIXfHxnzO3ux
VtWH1JP06/M6rt27EdZXZunXc+PtcaOarqjLX+LS/DpAVU8K0CaP8M5Rl94vl/wGLxhjF+PntOpk
VGXs0ayibZ7rWu2rS2htlzR7q0Te99c3y2lp/96ARb715bIoYzq3lM0Y2zLcmxAD6W+n5xcWhGO1
LolWZRBSbSxulphj62utXSebcBirJcDX0rokRHNm9WUkUljATO3apfXdSEG2vWYP7WfFNC6s0bnh
pVidUbvsxmis/cWOgnyoy92EyPaqW0OV0UiViGfXSZfOT5PmTp+UIAnTVbhG1bVfflu3sAqRLgW5
15A+ekN7tKx21ZmLXOvLoa28WuguZtxxqeJgRzo+Frby9fUteW65Tz9/lpHGaT80pZ40/oBf0SZd
jOupa9a1c1QZjrTgYRHjdtf4WWNMb5F8X7ZzWkcXUq/TEfuLaJLxSI619Gh9KLXfl6pX7ZAddz/j
lDHFuADia2q1Isc+0M7XpRyqK0Xv0k1NmDRF4yuTZmJhRrNq7wKMbXevf4ozajqqDFNqsY5QzbBr
/TpzhPMFAyZ1uMOhsvxI79oVT4XdDDh7jWnklEf075CTQdcExfdRdfT2xnQqo9gm+OjUN1S5caym
OCdmPGMzXBlHzVi2vZdCbXSzQXkMmyzKsaxWHxGU98brMZwd/B+U3hDHoYxnHNmjCasuBQeUdXel
jJISulPN9aTXfuzURzDdH9vp0uv+jLCkKmOk0KMfsAyrG79sxGLfTF6lup8sJeH541Z9e9IRm7un
qpqz8Rqt5yY/tGGHitxYdcaFnPfM6S5LXKUucvatuzS+k7TC2/cuHixYLCRpw8NAcdchalQZU6VW
lVZ3mdH47mLuPK108CpAKO/1PXjmOJAhVThuFGjt640/q7V40HKn2cci6i6s0LnRTz9/dtjotoau
X9Y3vsCD7LEsCuOQKCJblz86UlpgO+OSIyzW+cYcVlhsdHsbEvi6m8PRX059xLE26THG8hvamRsj
dG9yR1mXnsoYqWVQ5kXvZxY9DyGqeEOOHVy3Tg1QdaSntYqpX9yUU0OtBDdOPbKuse66sORntryM
kRJhXwzhEDZ+uOQWvopKfO0kDvpuxRRe2JE/61y/OOZlqJSe5/ihLSrHbuEVX7Ky+30owvKKwxL6
7BJNnxAvDW8VJawwN1Zn/DsKcSU8rA21RsRvC2OId31e00OcUqe7jnFTvInhprcbjX90YSHO7GwZ
cWU7fYEhkZP5WMO/XYwm3uFut/IZIEOuULJX0tEhbJwp/xFH83XdrBPNYS+83NaGMRRLjAeRb1re
XtjZLaoD31cdJTLgCmOnMMTcpfH1ym3esDe8K9EV/YVtcW7B5WBfNHx48E73u3S8U5370FJWPf9V
GW+VTXYVVsJrfK/RHh0R2wEGLfO7dYsi5RAwGydAqxHlImMiOZ9dHNnz7HHd4FKkhxjeVVhyVr5X
VtnWjTHcFS77/PXRz6RbMtYqtqa+VaKo9VVB1VIprOEundXyprOs/KbABfo9aYRYBZFXZexV6dWG
1tXcQ1Gc/d5itbNNwmk6vv6XnNk7Mviqw53Q6CBQ+VnYHugufkXvYd1RLmOvoip2hw6ZaX/Jup3r
VQctHi8Ud8+ctTLyKorQWaos/K2WXAm3lcDtGgdfcLxAhdddcrIMVePgt9tOde2bmnLDo/3Ytsu6
55ElxSumrGXtqax54gzW+4yCzNvJrvuVX1S6nU2riuMsZ+ej1atsq4TK91Ctq2WqMv4qb7NkGhUO
smRQKsyckDx2Ivfrur0oxSxlUjOJw6Liue58N6Mx3Ux1kazLt2Tg1VhF4fx/ObuyJjltLvqHPqqE
EJJ4he5Z7KE98RYnL5SdxGIRYkfAr//O5CmWp91Vep/SqIWu7nbuOaRB/sWh6nECGUiVDmvsmQ+5
yCtM9QQDbZbuQoLq7YHJdox9Il33OhcXeXWQVkMqGg2B7ii/9LDRSa9+D7wLuyoQySXNtuoLH4L5
DaQIM7TXR7977vJJqb7YLOb3uouM2Ak03783Rn/2O5KX5+w/0fNRdugaSSzNARc7QQD3r+5I/Dpq
hDn2Odh5KKCojTeRgPx04+rP6aCeWcWLeOh/dx6BCz+wkA27dPPUPFAWPMuis34FO+a41Gm0RdJG
xFzWRXSQnyPVqaqk5+d0zFPVYd/HkLi/IDH+Jkr11gzixnt+xQu5mKs2rle9bXt/ScoyureLilIq
e/HG67K4qKsqsCCv29CACRv4iEoFj5Ay9nPOLoHUPjQ2qpU1l6A/achuYcA+Km5EGddOxSmjsU7K
SXL4CbKav3Q5PUJiyzNzdumjpnIE7U6C0mIdQWq7KLJReYboLtyqrNaDBzGe8WUSn2OaHlPxxe9D
OobZAAG5hmbFNeEUouCQPeSJ51k7Zln0Vpm+qvQFEo1J2s+QkrTsRiB0JVqBjtsPJi9n2lBlOO6I
ShCpiHqBOOVSQyt9PuxHv6NxjDOBaiHUAoQGEG3W50DW77bYDn6+08VcoY6e2CRh+gKl9vuAFY9L
Yf2SRRdxNZaH2SmBbxOyeRPt7K4Qw9+/PpIrx+6ircZZYdgREhOXHjny48wgBFmjGPXIxOG5ecdA
644s22ALBCx2oucwliyv+96PpgU65z9em24fSYs6cXcZ5XLH2rEEckRXfi+uq8cW7i+yvqvqL0bF
9w0/mdJv7hZzhz9uexmDRgVNVV4AAyKpNtOHuan8XlsXdbUYHq+YmOkvwbAvqRzEuykM/Nwbday0
mteahSNeRFSevoCYKK/G0S9acfFW0FWEAviu+4vUy+dll+/jsfr260t+xUe4cKtoldHcjd1Li2he
0yTpUemOb5yIxBd7pdrkoq2gtmebtm/7yxCSPoNmX/ReQLn3XvI5Ocm4sCCoJ0E2qOFWG+PfF+W1
fyl+vDzxerTVJGR30cO8f9kni9nesi3q85KI6m1bQX5EruGY9sF86HRsk+Z9chCEr53of69HCVVV
My8ZCizLuyYs2vtG1/tH0rL5pCrxPoIaV9Y1/ZFNSdI8zZhnT5umX07j1Mv7qh+hbmKtvKv34s9u
aoN7aEIT5ediXBCYjBfFAmIgykwgvohBoSWF/q6nQ/+Xtvs/EXHSV2qsoD8MEAgyPmgIH2k9+hHa
QI/+x8+yJsA4v6hKX7hS4PuEZNQeQ8PS7wo7DwYkihUtRGMu+x6exU7rtEiEHyieuGxUXbdCs6La
9CVsQScZxPI5iap//DbuvBiiDi2GHOP2osLhC4cs9E57PwZk8m9v5z+fcyVFHO7z3l6gV/mbTpK/
wiL0moiF1N6PH1MOY9tICaMRtfpLBe03aqVfoOAiwHbMeybFgtOuw3i+a8R5Q+nBL7dxMWCVmMNi
nYQC0xTtHinp9FO4JtMN47zy1rkgMC6CFfIjXXupaajvd7vrhwNggR7CRFkjWHAKmIlTu8Z+xH3E
RYUFnWnKFV2ay7hCLv28LBiUi9sQb5HX5XQ5qJZStD2BwDleG3ofCczIBH3nBwslLixs3wWfixap
4FpVnwJmp9NQHn6yXcTFhO1FbyiYkesLI2MEaStSplXsN91DiGOzx4EGCaFlcxlQhU+LhmrQc4vf
/M7cCcI5i8ZZt6hKdMHwpdoYTZMZQsoei0MU2jFbkB4HEfDU3aWs1wJp/dPB+u3GZXlxrz+5Xaz9
YhX/eW0mgDUoLZUBcrDYIZY8LVWGaYIhG0ZOHxnkG992yniFQ/hvjpOvoDi1M8zJAJZffSjbR0hn
+wTkWNkJyBu0uwHfnNvLbk2TRoZbCOu073/9AV4Wee2QnHgcsgRmbwUF3G9P7sokOcW1vCeJ/iM8
bqECXhfZwA9wHK2p4iqaD4YfMEuynS2v/jaxqZ4DjcHLYC3Dj4dV/K0K5czSZiXNUwSWhyVtl2h4
ZoXATvrQVnsWFuX21zqF+hZu+OrWHDcN6oRwgQg4yj/hMQ3p2sNRa1X0T5UB50jWRm1H7kZGq4ce
ecp9KcboiUFS8YvZq+iNGJr9IbC6zDsh+AmouCH79Wd5OZrXPgv98e4mVFXtOgTt5RB7fNJEY9ho
8iq94ns4z8VMDs5qBhe/RElyF1uqsz0BUNVv6857AZZPHszd1IFHbS0xx2TNqQBtm9/qLjhtGCmP
FtOj7BBiyns+1JJuk1fewaHL++OpQ+43moGsR+pLrEg5xCPArxrdeI6ufFIXmmaKctm5IO0lOmzW
afK9oIGXAAg27jwRYVKjKNCiKqAngatiWJ2Cte1GxvTyFLxyF110Gln7MeCdQe9FQX7zKCFhbvZI
vt1069VVw/6dF0IbUO+xjjeXdpbyNM7tm3Wvbl2Za/t3bBxcXBAb3NYWk3vSPkowh2bNEEYw5kH4
RJ/Yv2OuVRUhuu/q9jLwePqkbfUcBbP57GVQLiytAWVTS0BUfEGDNgT0LfmsZuBf/BZ3rNUCHLAZ
Y7Hzl8kJ0T1pGTx7Le2iwcqNraMs2iBHFZynNamLVMjp268Xv+LcXTiYblF9MCM+KhTMzoUe38rJ
PHSRPFeY0qK89Al+eOJCvvZ+TGJS4OwbVXxJVPKUmNkLq4q1HaOFpDC1kJ56WXv9h5HyQSXxx1+f
zhWv7qK81hXN0hgYOJSUBhSVy6g3jwSQmXvTLMnvisnmw6//0Uuc9srbIBzDNWAthgR2oi+JiqHb
ojk0OaATbu7ng9hHsw8bIPNbN6ayIA16/NPqBYPG6blWTXChLMfpmZB+qXTzZ9N7MQNiaceaN7OA
HrFBZZiJ9q5pMb5pRvb11wd2xQu4ULBkp0PXHVj7CPbf6miO0t52XsoD2LhjzEN4bBWUy5oLGmVv
CxXXJ1nx+c5r5y4UDFXKbkWrBlHD0pKsWeav6Ph5VQZ44mLAJIjRxnaU9aUqKaB9fJ3TqOpvOLAr
Z+5it5awLptOqQY9vv0vG45zdtjGd+eOFQOwS4NwxkNUz/RunYNvc7V6ETrjVJzgPC7LwfIN3zMh
koG0qfsyqdin6oy1Hctd1872etibi9pIdFcUPM5A4Fnd+10W1zoTGkaiRuVhn8bgA0jq33Thetx4
dK59T8c++y3c95bZ5sL2o3zoEqkfUdW91aC84llc2UF6GEun0DQXPW+GZapvyB0Po/pzN4B+ahF8
f9qWSJ9/fVBXghPumKxOunJAjFlfSsKqc8xB4QvaNHXem86rzskTF9cVCaGOVSzNJRpAorjp9xhg
8HvNXBRXH5tlkttaoZjef9zG5tu+dA+/PpgrH9nFcOm6tXSwY3OZNlGe16lbMoyJqBvHfm11x2qt
qTrI5uB+2m3hacWSN5oAbO+3dcdsIX2aQL4C+RVl3Vu80iUsK/ZiuMHXdOyWoFxIewgKXeIKbeiE
1ClZ4OL9du6YLTTkunXYkKmjyx0/SaqTlHTBLZzVlajkJxKtsBkQcscNqILDNFjj3+diOpGx/VQn
tfX8BU5uu5dMo2DNmsuB0auxAid7U/3hdziOqWJig85Dn8COavMJxLgmWzW5NRty5UK6SK44BkQ8
UTMyoKHuU2CBt7QoZq+6KU9cJFfRTqKkK20uxb602UDGj5MWfmG+C+Tau7KWNVgpLstedhkKN0k2
x7NnZutiuQACNnyv8da3jEQfbIKOGOR+bmnj/tsxeSV+ddFcSWxMiWpFCxBAv+ab3cl7MTPwL67K
3M1zsKQA9CZZZSrQ2McqyKipq4/ciOqpPQIvhBM+j2PToWbBNi0Al7chO0Gd9dNOmd+ldWFfK+so
nSTOjx/rl2m4a63we/tdzJcNUXBuQUR4qbfhUdv6Y6PtraHbK2mFC/kaNznNKx1rcM+3Y/t26IX4
pCJTnjpjQExK6hJcUDya4lSYkn7blqXwy+SZY+QyCjY61VsLpnQGdPUEomfoaH73ekFcRNjAItCS
JRFeEE7FPeod7H7u1sXv6XMRYe2QaGjUbM0lCOjDOhYmXRPfMNeFhPEZmBC2EMTQzRp9bGjHTnRa
1xvh4pUoKHLcMVdjHMe8RCo8bMkDL3f1nACA/n3S8BmZ3+E7XlmyaSNLt+IXjHpKzaJR4TOb59k7
FgyNbTayEclRH5f/tIW8WBAvem7cccqrRQ+8GqcGrWS0N7f+vm64Fzk4T36i4+rkwcdqaS+jCvoz
5fQuFMwzyHIhYnY9elq1COFG+aLdTdXzYA6/8NAVEBTLqq1VMCUbj2C1AVNE/XVYAHXwuiwuOKxj
ezWyGgUUiknNbOJL0qU1FcrzvrgIsZjv4dSyvr1UnH0gldUonSReDM48cTFiAkFQNVTIYFQfNhmj
gUljNdxqKl+xVZeSq9ZyGZaXwJxidv6xPObjIWhamsUNDe78Tt8x1Wimcb3rWV8IK4d0htQQCW9J
YVzbvmOpigLki05ggxr/qE06xc14HprN/FaV/XoDm3slhXTRYiUpNGD4I0r95OjP8mhstphwQSyN
C2SF+LKowUuTBB+b/tiziHcLLesIYPdEEfFuL2X7KCvmmTu6+LERrLRat6jLrLq/7+qvfNzOft/Y
cbTr0QQlt3ENEqZ4Oa8sjO+DofjktfhPALLRxlBTQVZdzKLLOFXytIWbz7Q+T1wEGUYJ7NBueBsK
StuMiNmcgmj54rfzlyv1n6a1aXedyOKoLxvjf7X9bsHalXjx9GLnjpslwzw3LZ9RZcMg+YNmxfyG
aeNXZXOxWiPg0cxAzv3ST4VN1zn5VkaT5/d0jBYYKmmpIPVlkXPyuEHj4LSTcvN7blzSrlqPQowx
YMY03t4P1NZnKFd5tkNdrJYYyTFKgqwR5EvqTcnH9nkqk8lz6266C8WqfiJonNmp+1vS7W0nb8kj
vFyKV1IjF6y12I6TOqpxzQd6zGi1JuiEHyGU2SAtPT2YLuQ3Yu5/y0Wv/CsXvFUd20ECDoTVrrVO
eaWKtBFEPqzTvDzGI0jOZ7X9E/XJ1GZMByxtiZhSzJhPDy3kgZ5GQfkdpKTofTHWMgtjUj5HfGGn
fSHLbwkYpEBLUYQPoPHnd91M6rtiQV6UxROoyE90P+xZFUV0Z5Nen02yFiSthpk9iMViaHsGi/aZ
HfunMjDt3VhvHbsLt67fMrTPiyFdNgtWQKV7+rGpKNRhtzlo1xMQnkFOiwOcfhBUOBPyMjtVgezv
vp1riB7b8hAylWWsHyvehwbaSQMvvrAlbD9AdwdtphDF8M+STvszBoTpo5AIdAgR/TMoX80NV/Vi
Qa8dvdPyLg/e7W0DVwvyhgulx8mM5kaIdsXTutg2C54XHoQjmlBrNd1xDO1Bak6Lcxys6tHrtXQB
bjSaxq2pcEepPDDxMZDfu36+hR+6djQvv+s/T3EgWC3wpRB3C5FkxxZ158a2vc+QGk9cKFs7gNBi
QKp5acGGm34ijHqNqmBlN1+QBzhTdtR7p2aPHtpuh5QYbqdfNuIC2aAwLjtooKLAtk4mkyCAPFs5
dWe/D+q8Z2pc6z7qe8DkaGeyaInfTRi690vSXGqzOBCiRg0coV+gHnhiygz1Fr+IXrpItpBqlE7b
DgQB+3QX1esTADxeIGtwaTtGSlZg1mNgky+72iHsGRD1KVkV+/jrM//Xz/38BkgXugbgdowGMaqD
FVPibYS4+B+U8aLTBixeeuwF+dy0057NPenuIzyGd8aSqMyGcOePtbFbhb/EX924YK/7HenC3XhY
RCvDgO+lDQLohFO5U9CXokN4GuaXHjMdoFHmdSPkTxRpUWs5MoD6IsviqYvLZ7mR0HNtJ2ZJIm3p
i27BxaqjQTzUIoPsTOxlKNKlSDMoxRDkSDVGXaYtxUwdA+xn8+oNSpcirey3JVZCVODaiQgY3RWc
U8u8Qhbpos+q0tpZCzwgXdKFWWEEHN1mb6VDVy+zk1cISDolehzQZGD79KGqt/h+B9rnDLDwJNMR
9banHfJJebu1UAlotX42cpxSjAsXY9bHenm3jTa64Z9ed4HSRatZ1kp1LC/pUyL/nEowiKreBKhi
btMNN3LFWlzI2oo2WZCUcQWajHbPCMZkgfZQBlMzMl6brOx6P/yadPFraguL7YgT1GT58bTip6WV
jm78itddLaYRf3C1v37Grq3huGvRd3yE+iRsmVtUm2yN4KpZvOpB4AL6YYP/ixc09ZMF8G1o+vBz
MsT7WTTBp1/v/HVuKy5dGrX64HYDarK+hFNoM4SIYPco1xX8RpCyAahbTw9jMug6PQTbU0gpjnnQ
gGDw1//+2sE5FQQKdYJ26Ss8JTH9WqvmHg/Xjcj+2tKOOzfRLmfOkYdrtvwmdugPQl/PS8UYp+ZY
uh4GhJMDvomZNvCfzfOnrbtZ7/63VPCKU/wJvWbXfS8CRCLdTjR0E4eCf5g2DGyltTzMkVoTd39p
0UxFVlhUfE9VVBd91hxkfgj7g93HcxF8VmsDOxl1caJFRN/swHsBmj/LFFp2w7exoMSrKCFdPJyl
PR2DZa8vfF0+ytqAdnbT7IZLvvIZXRRcq6K4RDSDNn+VVRsm1eKY3ionXlv7R9P/n9gTZmtkRJfF
0v28UbqC2E/dsKxriztvggzHvhkYJjXjtv17Rx+nwNSRn393oW8IU7ZFgoDuwoI+TLlU72ZCfvMy
SRfctlgGJFeHGGiv28cCrxqKz+rZb23H3GOajEe96epSiF5lyRxmYrDW86Y4Bi9AZb+pJakuq5q+
TrRe00hF69lv547BxzqoCZdthcHIrn5iBf02jc16w1VfuSouvA2sMFaAtKa6gPHxTs6dBgeM55G7
6DZxQByr3w8F8rBIpAnbZRocXgVD6YLbIgC3jjLiJd6pJdN794ktgefSjmn2AHjPugrLC7jPjtM8
D/UTqqpe9BhcuuA2OdkhEBo1kjIx0fO8xfM33YjGz2G78DaAuOIJpg/wccw/KNk+d8nw3usa8ujH
WKBpDDWcbVhamz5Lok6epkh6nrljnRKz/ChX8yBP6rbPtva+36bZzzhdZFvUx7QGY2iQr5g0z8Kg
qFLW97vfe+gi2UpBmg0BGHau5/Apxov7sV7W2S+ScEFs4HqNinjdShQ6m3PZn5LJi0OJSxfD1hwR
XHE5lhcmh/uhsw87s9+8boqLYWPtEKmV2hI81rs4MT7vmDCXm1/Q7FKRde1wtCTExpsDCQwLkUiN
FfOiCsOxOK6THSMKmhqfcyktebKsJpmkvPCLOV0UWz1i+r5e6yAf26q4hxDsflqAvfE7dsdAlZBi
hmpNkTeqfw7M8nYduOctdzFs5YFpRfD5wIYagzhIY0ol6EfPS+54z205KMdwcXkJOH2Iw0499FtS
PvidiuM9Za8QFVZ9dRH7oc81qWQWm/0Wi+cV9+ni15KohaqcxeqTfbcnX+fiu9euXeQaVHarcgwR
ekZqe+B8yYfq1rzvtbTLRa71q2hDHgZwnc3EfovBkp02NFGnoWvkW7vy76oxJh+Kcr0Ey7Jmyzr4
9VWlC2ubERWVQLmUl63jB2gij/WsNlOf/A7Nsd2dm3DbJ64uMQ5tKvcmbRbl9+q4WLUgxFcemAQT
Cqn6LAqON1tElOfGHcvlRmmrAqYucqxOPVsy5qdTzqULV0sWK1BlCrF0weu0NscfUTl4tT6lC1cj
A+hEgwZrNyN/Sqrhe2fAJuH3LR2zXSwvG3CDqwsdVJUastUPFhG8X5jkItJq2wZbw0asPts1DRN+
NsWy+23dBaQ1DdeKLkZd2noiaVkHPFtmyJR6HYyLSIPoNDQtNxzMMbafISr2KZlLL+ZDLl08muqS
FvA/jRAPYwsPrDCfSia030PsspTJ0Iy2JStuC43QYgzeWODG/M7k5XX+T8uqQ4BEeyLhVjc0Hwpy
0NTKxa/1IyPHOmNlBg5REXURwR5nvY0QRJZjfMP2Xx6nVwouLhQNciUN+DuSIK+DsEjRMhzTQert
dIC+yPPkHf8KEoPENiEN8hkyXUCGK3DEW896gItIk0GX8FlrdenW2GRHVH2YwsEvkHThaHQJ0b/W
NMlLBDJ7vT7IMPEzUheJ1kSqrzu033MByj8M0yXLwyws8ytLuVC0tpKrbco9yYOt11k7huI0FPsn
r9vuItHEXLEBjU502eV0Lqrt7SjMjVN5SXFfuYwuTVlLGxCV9TbIgSowd2zq7GNdRPPjyuf4C7L4
+s7vJzgGu1dWyAOZWA75r+VNDeW4B4wDnv0Wd+xVqkS2QY84uNhbcp4H8NytJohuHNG/N+S1M6I/
PjbLIVSlF1gTCrz1iRDSvWn2mme2Wb9udsQLQeiWg16zSm2xPAs2vtOGFKc9eZFPT9T70nJ+v+3t
mqFzCshFd3zoolhnwxCT+0WXv+tFqw9xNTyE8/huqsH0QmIAMWOxlk9h2NYAX8nPfmflPA122xX6
KEeRl/hBdBugvsyHj35rOy6cU0qlDAOZ7xUdTmVRPgPrcou1++WmvPIVXKjbUWtTbcuOZIe1T3ID
Q5ZZ/SSMOSS/f/zEnRkgKEKiJC968TQz+QLg9TNeV5pyNkEZtLxOcj1Gdkr1RoI+69nU+k1hSRfs
liS2HksaJjlYWOfMLsmf6Mj7vccu1i0KlzFcxCpzpojip3mtbJWFJhA3guwrvtClJgtHhmahxbPZ
NGrMCvCnPNh4qc/hrA6/x8EFvdFyo9U48yQfOcn1YACFla1nHO+C3va4OvZVYygDnC68TTEjBAaV
LekV86sfuFqVddKDkqLYkvyY+QDaOW3uTGCkXy3Yhb4JWiyagW4vV8v2fgzIl53Ffht3oW72WPFG
Hj0siu6n1pxJX/q5EpemDEoobaHWMQEXjToF276D2MtzTkC6WK7jAGVn1HewVsbuYjS6MegQ3ur+
XuvZuzAuICVMs9Y1rsu61KetWuTdRI8pa4utf0O7sjnhh+mvKKMTmuqRF49W9MF5EIm+rzV+5Aot
4Rt28bocCZcuh1nBQ7HwPipy0ZPpTS8b8yaxKLal1UHUuZWaDchl1Ph5tGPRZoCRR2saW6ChTjTk
1Rs0A6tTE4lhSTF5vr9p1THfvfR3q5SUVXMfNuCA93IsLoZsA4FSpBaZ5IQFb5NpuQ9j/d5vaSd2
QOgA/JvAbRoO+smMM2RX1tFvrl3+hCFrcWiHnpI8Wtj7prePLb6r374dP77yiI6sm2G6hXwuWvp1
Tajfq+DCx3hNp2gKsfRE9zd1Ib8HtfBaWrjgsW0uY1AORTKPYtNksZhBbAcGJZ8jES56rKyGqVu1
lHnCbXMqFkBqt6G5YS6vhx/CxY6xqGi3DhXXfJNACZGmPTAxL25cwtfdoHChYCgChUs5DjI3c2TO
BZ2jp8Ns/COEwIRXbCZcBFjLoCrBX06+UuwvRfuvw8C9JGy4cHnPiroFi+vYIu4rO5aRbozTdeNe
uaxwAWDTdgCMMzUyVx39FGMmPFtI/4ffjaE/hn2gDJtBHStFDmQUP5f6uMd423TyW9yx0ATajxEB
ijQPj2K5L0Buh5FX9uHXi7+etwlXHJOtdNsAV5DIN/l6b9uapEwUx0nbA1+gDpMbee3LOMbPUbdw
gV1gocRYLVskUoUFpQQLqb0SLPlhf+KcNA8kWYFeLaE88eufdcXKXJTXFiTDsTe9yIee/JmY+h0P
Q68KIFojP35rCRYlWgajyA0ajmnMl3dH3Dz7bfvlK/2nHAWiLGBLITmTj/H2oZ/UV2gKe8VRwiUl
46Kcuaop7Hbqij8WXlafoALspWvJhQv34pQlx9Zg43Iv1hNI534fYuEHDAVq/8dTOeqV9kWBxZvh
kOlTwoBU+/V5v6Rlr91Kx25txEpaQlQ4H+qIvY1qVr+p6nq9jyD5mepoqO6acAnuDFH9DXu7djEd
Y9ZVIpF7LiLf+ya+9MEUZjoQfsg04SK8ohd26ZKvIj+EABx5eCE33QI/n+sCvI5mWADbqjkKX1qf
1KKn87TeotW8ci4uHKvuynHkouc5sDBPemvuzVj8/euPfG1px2Djqlwb8ODyPJJVcjrq5Ll7Ubz2
W9yx2GaZhoMtPEY1AY8ossLyAyBU6kaf5ErHDfzwP179GFQldG46XJeEkS41ZTz9XiZxdEm26Y8u
HPZz1xzzGXd4SYdtnd8isPWjWxMuXmuRZNrAtxbnmCBSp9lEzR2jmt2Ig644BBex1RRzuUk7iLwy
MQr6Q5VWrfoutigXaGGeqF4/+n0hx8aXtaNqP0Sch3sRIZIj7N1BuuhWSnHFgbr8ZJqWIyRqBc+T
sQQDzM7rEziqkbEUI9l+O9Aq8ksChEtWhiHZg8ZIv3Iesul9zKct22Ld33DQV6zEhXNVKiRtXTOe
x2UizyN4Ezfil2mLn+Bcswr39ZjjfDXjG9VHf6vl1izGtW07xq1JhclgjD/nZNqXc0z36HGKbX/y
ujuuzmQD21owNfBy5NuSdaxlpxjKwH6LO7a9BhEfmpbhVKxtUpQNg8eoFYfn6i8H9p9QQo2mH9cQ
t0WEHaR9my28R3X7L7+tOx65WisMydcJXr0AuskdzdH185vdEa7a5JIcWjUlXtSJNyTtj+VubEvP
59pFdI3DjKH17ohzNQXkVOgCAwZQkPa8Lk7dOh62bq/4hjO31Xexcpv1CmM4XmfuArq6AvMrmre4
i9rUU0ZmIIp5wWK/0R7hwro0Kr94HDXOfd3fExQH05kxz/jQBXbtZh27sDFxXpGgeJzH/u8DvMc3
XMnLlX4linNxXeqI0XkCFj9P5n16LFbZ3YH+49ZU5rXVHTMVtKlmisl1FEjCPwkLn7ZhupE2vizx
2sZf/uV/bLSeZsyxyoPmrGnob2Yj5rEfi/FBbU3t96y7KpOIRexAwDCOvlwfgBBOpJCf55nflXRc
K8NIVRi3AcujELQ/Ku7u4jq6RTV+7dydSDkaD9kSO2Dxys4peEDfcHP45VmxY6gBRTEtiMuXu06g
WmBRzIeiql/dS7jQLuCvihCs2HFeSpAWtToDItVv4y66a4ljXBnexTkkd/4Z6/qPhsZ+mYkL7ipK
FUajxq6jRr47tvp+DW9p0V/5lD+Bt46iNH1Z0TzSXXza7NCnQxf44QiES0mmi9KKmvU0h17bH2EV
nCbCvntdcBe7RTcTx0MFzZUlgToHNAxM2il2nPxWd7zoutIDCOCO5XNofk9ijVsOkJtfYuLCt/oF
A7Ar0tsc7YAtbWql0gqwOj/LdwFcsZx7MIasLAcDdp9CfvfbsbVf/I7FMc5jEGqcEsvyrhXf6Ui+
yyH+5LW0i94aq04m1crDvB+hSJqCQlR/NkyufoVjF781UslHxC4UXo6cuGlIpsvSD9cmXPhWN9uK
FMpEeVzovxnaIlr73fKfwFvgCg0Z5KVzcrBnsP2+TcLEM5pzsVt0tXWhBhvmMwNphFg1CupKFn41
XVdk0gxJlexsDPNG64ztIMas/egGhIvd6oA4aKJwwNIs/idR5fsWLBZ+t9Bxm4aiGQcAPc05SPtB
WhH80y+e1UmXQkyO41pFdqd5WM/k3Hbybk1K38UdywzaRNVDo6K8NOZTdLQgC63n370OxUVs9RH4
cNYZg5TdtOl0G/lzj1Kx33PlYrb2bgPvgtQ0Fx0336KGlB9UWP7jt3MnBT0GLfa6W2g+Bvv2ENnm
t27ePNtFLmSrKAgjag3DfB+C/S6ahuAkrd+MiHBBWyzao6EG4X0+9+bjKgZI8cxekmtcuNKSOxm7
VRGsPakuTllH3jbJ7Beq/EQX1lctaixzmK+qGTMFpcn0CIH78Puejnmqo2jruUdSq5vu+6YsrLPz
IyMWLj0YSJ5aftSU5FXdxvciaOcskpiG9Nu5Y59qUpUqw57k7WFOs6ZPAau/eS3toqZKcNP01GiC
l/bIy1h+XlvrNcQhXMyUHekwbHFx5M0GTdwMU4Ts07xsxcdf7/xKkuXiptqZQd/cEpIvdi7bk6jH
DrXSIgr+VOVgblRbrvDiChc8BaDsqs2hSB61VVxkLOr1e01aCEsenc4k2I/TjRmwkyHxDinUHaBF
uQV4oo9A7X/FfVme/X7u/zk7l2Y5ba4L/6GPKgSSQFO6+1wM2MexHceZUH7tGAQCBOL+67/VGfko
bneVJh4kVTpqocvW1rPXug7DT3dKWCVU4SyKPdf1sA0nM0ImNyEdiaEyXMSdmwRYZANXegt5ZHxx
5N3ebRCMWPmpdY6Mbdaq08WkjcGUaPf1B2TZ5Ik21Z2D5kbC1katukWIPdrIkUcCpD2tA/Wlmsvg
svstezOPfc3cVqONXPkYj1IG0YFEFtu/RJKNJwKZ/3tPA9d78C+SBzZzpY9lkHEtj1yEYrmgxqT+
Rw4x/+aB4nvm0Vrhs/vDeOmXg5w5g8o0jYgHy66jDt0CGZvNKoOxMtA59PODfo+wWyajLx2v/zad
VZJt6vGQ4udQDmOnFlbtoWzGOx3/13P3F4Nn41mrRyKN2usj341fQm8MAhgb9OGzqdr7c1HH8pFp
1O6tW9udCnqQRIm6OzWkh4+WFE3CTdHjFT4wVRKPXniB0iyeO6sFVkm02vfHWvthey66sXW7K9rE
F9hP0ZgdK8IjcKwt6qce/7hNVBvgEvsxVVL0R77Q/e9BSQWykbklLGziqqM8XkvSHTksmL4uL0dT
f/v9Pncjp2CLdk2oTBjjw2CL6NoBuv4cuctkhjmi44AHr/dR5R8K5b/VkVMo1KXxqvWJjvM9i+Nb
vbeSW3OxdFoX+sg5nYIENmfdZQ/6e8/at1q34oBmGoJ+GNA67MSLhFeDnyyscTqugba8Hhi/bbQY
aHvkMdysH2OPfxnm+J6u9a97Dt7hdePr0vaBUc2Wb6GZL0aAsDj83e0yCr+f161rqflVOwOtd2WV
gBFZHiIar04zBg4xr1v3vbEt/E1tV0gPlcW7Sqq4dAscYWPxunEVgLY3R7zma4PH2E5B5hQ+N449
v36Nn2IGD0UGe6X4ng9TyT7Whuwv3BjPaXuBZvbr1nsW0zbw4j3vql5d1I56VEEnt5o56Pm+bt2r
Fe07Miz5SMn/AjLW514SNy1SCMC+brxsarCRw4aijHapT2ZVxSO4rvLOKfRr+gTCg1br9AiDrpq2
nPAmetgKFaqzkH6UqYbVX1kUjG+2qASyIKbJ8RfZHFYRh6uGWtycbxXOj2FErbe/O2VjIDD0+vcg
USIHaso5BxQxPxchIQ8MhcJ3AtsbW4PNXYV0VbyAymgejAQ2kzKKHgneqB1btxbvqskOToSbvOno
k5o+gL13Aq8gDPB6VEwogunoqclNU3z35Q8JWxG3lWVTV7TdoqXAzSzv2PEAB7sxmVb/h8v5ipLO
1932lgOlLMFkgEqnUbPpBPCVvNPv63773+iL2+6PezfWDCV6Jhd6HB+Y3qcLyJLwKYS595tuKYKv
Ubncq1q/NW+sNawWgktxhR8SHjFJWCuW95sx9d9uw2StYSUmvR1TOKLgZz6ewbcvCbzN3KgoELGv
P8LO+xJFXu2YwyX8n7Xwc4Z6aaeO28BV2DXE9BEdcpTi/Mm87W8pPLf4g9vyV1OziIV0mPKdMX1e
B1yfr9uO21K1bSB75oWF5y1jLnoUwjHfT8Qm3eQquA1cdXU1jxuqqnLsZXUaHUBJlKedTM05t5Gq
0DTeVk4r1Ojqo4Yi94xCiG167/ZFrRULKq8/BHzTc91MD57fqgTmP26eGsjnvZ6JEfII3Cx8yLc6
8p5MLdrHXRnHNWpDVKFHyoIHcsi7LvgASPvUbtvX34/KjcwMDINf93xDDRU+5TDkYWD4U7FFT8O6
4OjoT0XYv3iEXUYRfeHlWr1RU1mntAP8tG/tvTeKG6e8DVbt1YaUz7oNeUzUrlHSouijGeLgW1dV
WwbvvJIkqwrXr3KoarepYANXMKeG018sdN4RY7K+H/Wl6+j48fdDemNHtRW0ZoxbE+P2kvuguM+L
N33Wyu1ax23iyl/nmhg16dx0f27IniS96dY7x86tflsncdSzYBAd7XNYsJ5HMqHc5V5S6VbT1//+
UwS9b9sOPYsGQ7LGHx4I/nEbamtNjzqK91qtaBcFEXCYbxLqUbdKWG6TVjo0nmB80zm2ueEhghTq
JSS0OLl13Tp3G9YX/wbn+RwVJNFlm4woYHVs3FrUDfT4ZuWRPl9PTedHidk7x8PL5qzAKkyIT8I+
Hyu/y/gwLlnQuxXxchuyaoPBVLFkbW4keT6W6VO7uenxcRuxgpx2WxfR0eU1j/9GmU6ZDKv8w+lb
2oRVw9sCNMje5zQOPi7eltUMMbhb29aq7EG1+hJvfrlHea2SVtdlBiEB6bYV2sJZYpuprwKu8nib
h5NU9X7a/N3xWLTxqiru96ILRJdTUXz1ZHEk82Tc1r6tnBXUQSWrOFSYK4ZcjtAz54bIF7dRt1Zn
X0wURWHXUR/9J1xR/hyr8PH3TV8/3C+iexuukiGVNWG7ygF487/62GNnduARwsAz9065943t1ias
oO+zh0XRYyen3keYWUDNVnhu9zUbsfKiMKg3fqicbkt89qKxBCLauUkKcpuy8ls+k5KUXR53y36K
2uHNAevcO0vpxsjbnBWbKr51Xq9z6ESY9xMN1nNUxEOqCpQHOH1cG7a6OleiUFT2eXBgOR1mqk98
6KuL3PzDCVnkNnSly+VY46nGmuJ9Dgftp/ngdzIut+aNdZxWvX/ghty0+Ra0Mod3a3Gpt3C7Mza3
Wg9eBwF1M2262IzOWygdN7oQicfWP93G3VqvsQyhIeT1bV757fFcrizOtN6KM0zA77243LiV206O
KxRG/IUVbU487X/w1lXJJGxWk8o6Bm/s1fyyVwG/s0vcGCwbxfLHMgDmFfe5iYy6TGN2DIGb8jq3
OSxPwU4YWXsc4X0fJW29vCGkcLyr2BzWJP1lEGvY5lNfQanBW5qkHDy3W7mNYsUw8SEdJFtyRn7s
McC9RXLHPKyNYjXjok2wSp03e4FMkQiaZzMv7E7Pr4myX+z6Noo1BVFopDeofAKpEr+hAavqEwDE
FVYIESv/UUy7aVlwG80awZMtu+4U9GT9x2haPujFzQcNte+vl/Bq4qAJ+7XLm7b5isTUX9qDVI/T
ErbRrH4Fa6x7nOeVqNRwUrzePzamRKVhDYFJt8DYFtVqZ9UUhCDc2cy6nGJ1wC6uuKdgdGPN2owW
DnVUlOyByklIxYnwub3oeOR3xufG/mNDWlR6TLSTwdEohiFd16KDW20Peyi8mtfLiQSRftxbRe4g
GzcOS1tpi5neX49h6fAySXqYE6wBaDYUHhIl//n9B781XNel8tOlkJaMKFS54bTxmiQO4DERsNJN
t4Hb7FZvCgMTXzS+9pRmLZkfB17f03O5NTbXX/RTz7vViG3yNZYBVFcuohq+t3SSb5ogUHc+9q2x
sU7iVkSwkjGkzVWwnkwBlwC6tR/dxt1axJNYd+m1RuULL/+pPP3JeINbbGLzW6bWZhwgg5rv3f6O
y/+Zw61ogP9LKvw05BAq4mW56TYfD/an8Pr3YXPPVOXGwrLZrRn+P0e5r20+sHX6gwPh/DygrLRM
moaNSS+HDr6hsRunzG2ca2mXYsRzJeYOk+SRb4M8i4JWbvubTXMtcXdwJNyxv9XmHxmYJwKVaLf4
zWa4Fr7V+ti1Qsa66s5bFb7jzdRdnCYluS61n77v1ilUzcE3LldREJ8F19GlgRrFndP3xnKycaxZ
wu0kELPK2Va/DXFnScQ4fXXrubVU54qSCoSMyvuNP/eGV0kpSsf7kE1jye7wo77QTb7SON389U07
zW43f5u/mve5RjxF6rwbKuilDf2WEDO53SRs+soLBJ2baK1z+AW1J6BE3qkkh9sV1OaqkI7bpvkg
Mh+74s8G98RDTXeavrEX2FiVNxVSG5Qn5jAo95GNlrp4pnqc3qx+T15KzyNw41bNF6epY2NWAgo1
XbHPMu/jWTzBN7I8IZ9Z3FmvN04pm4mqTKk4aw6Zz1PR/73u0/hQBmR/M8F30m2/t9EoVtR7KbdJ
5p0sUJ5j6uOkBkLdDkEbjpoKFUPZtkTrbH9e+q26bAM3bhcsG5Dazbpp0/IS9SLLO83mp8Icbk5C
3NajInybCqrCMq+BU55UycPEg4ey2x7vW3fdBpWz3RLtZb6K+a+mgoVoVH1wm5BW3jia1RwFwArB
drNPhRnftmH3l0vTzOaiClrqKZYKTa/x06z6z4Hyvrk1bYEVMJUuFlMOZS5nA30eeuDeyd2gKPYf
KCrcBl30npdFypzX1jwvRH9267cVAAfe6iOHhqYLEnwKDq6T2oPfmlvj1oE64KxeeC3L3EPK7rKB
dobkgnTDipgtRYX35bmXgfAy5ncvkm55McdOkQCzeaiyQ0VEuQVeFksdvZv2PnpXzoXTocdsHCqY
17KddFXmcx8u7+KKrpdBxNQp78psHmr3opXsPSvBQ5Fr9bmECK1P7sQZvz6amI1DVRLrpw3RdTlL
r0qER4d3DDrOHeT+g+lxxov2mQjv3nX81++yzCahQNMuMZlXL2sGT7LT5vXy3Jd8+hGriT8g2dY9
7HrwTgdlldOWDNXH1zEg8eCJJyPpZfsx9z+82JvOuAUVTtWHzAakyLaQcjMzfhDRX01VvkRQrnNa
a5bd4P9VRc9a6BLjLOE/IK/fn2XAgjuH4K3vYK1jGhqEIp1X5h28mvKWa/1wkKl5oxReg1Qo5qRF
Wf8bvNW6JZiBH77+DLyYRTdNxsu6DbM4ruEH2mi3ol5mc1MVFQtmLxKCZNMXSHS+6LG8E7v9Oshn
NjZViCmswSGKbF72T+1avz3q3SnOQQnK6yGpllV6HeohclrsUaLX/fNUMMfJY525/rpDWq7DmUv9
/U0Y8R+tGN1wRmYDUkGwGckhc5XNnXlWe9EmASG+2wljI1IzhdAyK9cia5r2WRn6ZUdtrNOCsgkp
U0XhtJShl4GZ/E70qh8DMrkphTAbkIL1YDuMxyayyW9/VAQI+IgkoFNwxmxAiirM7aAYcQRoyDLE
avk78me3t2D2Hz5K6EGOayeyvd6/wGjm/aLXv9xGPHw9w+k0yWLzWZHJA9qvR7h83UdW3tl6/32T
/W/2G2ju69bVwCgvcZBkENvp8p1E08MyxfPbsp79+Y3EJeJxQMl8Avfe4jEqmfeCLa573uF7Cd+8
cV7/ImIqXwICE6MEgkb0NG2TiBO9NNN3ihqbj1EfNt9qftAyCaqGv5/rLiqTruXI45QinH9I8IF/
hT4F2+QNjQLpuAYXVcbqNMX+/LWK9fGAVxEUHK9t+66qiDcnWz2tcH1FIJxoT0xzUmHK5D2nB0yz
g+DEy7iDnpLy14RWFR7n1zFKAV7UX7bYq6C5Gi/sIViPJitbTz16EBt95uuq0aVVuEFzkA18Pbaa
VvCFCEP4TTdGJkdt8JTv5nrHbDhsZwalF6MoMgYTl37lfTIH2ER+P+V+/STCbPJLR13VzNeOa9TT
/xhx2XuG5+k/MmrLt2XQT0+//zM3jgUb9jKbHtlAeZGRwX8sYvVhRUh/5yfcavsaq/2UtZJcQf5m
GeOs8PEY5an9wujgZhrDbNZLtTE/gEwUGZ/DTBbsE4QQ3QJV2yuxWJCfUcLEmSJxkYTeB4+Qe3V9
v047MNspMe6j3sfiEVnRoLx+CvfysTUzOXXmcHNPZrZjIm8XM7cDLNYnbrqE0z2vYa7r+E2tvWo9
AOc2Ho8zJGWeyVGTU7+Q2u14sAW2ggUcdNQccTaxZT9fra9OQ9MPblcn2zKx7OXkVRCDzwZTfJc9
+QYXzD9+v4pu3D5s7IsdEwSq/KnIqoW2Z1kGyyUKYd5dx7DuEZ13PB9Q5r/zx24sKxsDU0jLbFBL
L7JN1wGScN0LayOnVDCzOTAUl9Oxkth19kmY0yC2S7lGbsggs0GwhVETd8yg44WvHrSv35amcFPb
Y7aDIkpTArg84+suXUwhcxDXF8bb+Pz7D3xrzK///aetjLUbh2oAoiJjeHHyyFAn4gi026KyQTCj
I9g+RkxkVOOtEgYjS3LQ+pNb160VW9ZEXr21Rca7GR4v/ndJC7eNklmH61xtY7O3GBWoGT/Fw1Mf
DW63FRsD0yXc47yDiAxGTznqdyEWwsb3TgNi81+RN3YzXa+95qje9ovmFMWeWwkAswGwuCFHN9SH
yHqY2lTa2xIKTwO3eWLzX5h2ZVh0VGRbL9527TyeK7+WblPc5r/kHhpoCpRRtsnusavD5VTHlePS
t8kvE9eVamTJM7nJNGyL53hzDPtt4murJO85q3gWruWYdGR9DEbxt9tUseJ+TSoC5feaZ435c6Ld
u6Zf3DZxW2GrhY62H9WSZ0pitYuAP/u0c8Izma2v1WJnIvGuYY44eZm3/B02xwe38bBu41tB2s4n
17H2uJ8Rr/aethHpNqfWbapLtfAuG/eWZ8jlMagOrNupicmdQPffB+tf3LJsrmtu1Qb/DqBvUEXG
ct+72T9tNS+f4RGD8J2J78KLqmSPN5b6rOVfsZbbp91g76mKIZRJ2fjrhYcTwzOjh+KCEgfau00H
FcEbtSpOez0Qt43VxsSKwOCyFIQR5nSTom4xTIIocnONZzYmtupOsIrsPEPq4Bv32y8zZrbbF7TS
cR1svzkJBMv2zl/P0h/Xh5Ad95J9Nw5hmxJrqro3pCxZNiz0A2t0nYD6ccup2FjYJgiMbwDKZLIV
J8Rq38Tm5hnPbCzMm2FHzTzKMoGLKCRdFmQ+mtjxwLHBMCFKRDkG6hOQpvtniaG9RkM331xm82CH
aiASvoDyk1R7EJ8ZetS93yUmbhRXMZsIU0E49mrBbLlSSMlyNXWIOCyAEoKz4tSVcfhSFsH40S9g
PnoqJjHKBAZU4rHbp/VEpmF3m7Y2PBbCNYCvQrFsI8n1DDFO7/zMpsR4OfesVmjX53yFbFDvJ119
J2t0YzH8R9vLDIvviSK4utC99Q6dobLKSaSB2XSYlEgvjPtMM1OFWav7jBSlY9NWHB3LfeadjsPM
XwDoeTB8Dqf6HgN4a0is0xqDLP25C4NMy/kccvVIjsXtZhpYQfSkmTYgOoMMD6kXyaq02tidpm9k
BP5DhVGJBwWBkea97mCTuv8IDRvORxMot4uvTYcNgezURL0gQyD9fBDzxnmHsOmwvl5rHyJZQTa1
GBPuv9dKuE0VGwUjCATEtuwkC+NiTiJPpuQo3fK5NgjmM6m1JmTHljzUZ1HNUQLdkM7tpc5GwbxQ
ByhHqvxMb8H3fRzwLiLvdPzGZLFBsGCO6B7Nx5HJSuypbq+TfFrqZBHUMQqzaTCmtqOadXBkPR/a
RBTFF12Le/foG1lNW5trHMdOlvFw4PVMLx87Wtbv1TpUX9gmyyc61KPjrcBGww4kH6lg+4bHAPEB
9ZUAXCe3nddGw4qgBQ+5sjWLF7U/eWXfn6I5cqsDgRHZ60yDL/CIQXq0LsLoPMVmeFDSp24z02bD
pmg/mnIxGJW5XRNvEu8GpPPuhO835qZNhx1qbsYDl8hMYrM5taRTT0bG5eNSNcGdvfLGDm8jYajd
n0XcofK57MGyQDXsNPbBvdv1rf5bwInneyrQu79m0R7BdZvoNoOqiny3FFS7BQQ2EVZUzQATDrNm
YTUMT8aDjHWNTPbZKfq2iTCIy/SQyMbohMAREhUEX8JodouPbSBsUH0Nqy+1odKmhqiBiJIRtk13
Zs6tz2qdrnUwDyP8gbbMZ/3yEMJq59FvUbfsNixWlqr1BYl1Ey8Zj7vzKMd3a2fubMe3Om4t1mUI
RaHbeck6b3+JVRWfgnI2TpOd2kwY0nVmotofMzV557n7Bl8Yp0d1agtlBZTxRR2byaggcPvs+su6
NG4PyNRGwpaBTluwe2NGvb480TJ+79WVm48utWWyhoi2ce33JqvEp8ZvZ1zVGtfxvu4LP+V4PbH4
qLpA2zPtv8jS/IHqVqeVSW0gTDW6GVRVG3Adnkwg5zmEk3JaPNQmwqo2RPqLlQa3YtARVeCfPD7E
TgcGtYmwfevaclyuHa+W46T74g2fwuDisjAx114P+Nb00AWBq08GN7O88aOvu6g/uDVtLcxjgFzq
hhrBrIC8S1KH04sUbuc/tdmveZhxjMbtmM2t/0+x8I++Wp2QZ2ozXsgcj806oenCqLfF/uhPxumK
S22+a2ZFpQU8qLOKzOVZaUlO8Gy491j9632Q2oiXgmPzoOGPmxm8guVhR/jDNYXvthHaIlhI0vWK
lZ7OdrF9DDqSV7r56DRPbJqL+vBxVn2pM77z40G1/nfviNyKWahNcx2HHpoapYvZVG7/CwCmzNPd
YOvWiFtHZlQI0R277LMtWnM+6tO+bk5Jb2rjXDWrGmj6b102w+IwFVwszz5p3TQ9qe0yqMF7zBTM
UobQVp5QMnmmGxwBnT6nTXSFSkoSIFGfdVBGvmjaz5coHsiLW+vx6/2qWBVUybdgyPZdPDOWhQu/
E6L8+v2Y2kRXt9CgxhtGl4mi8abLsPQge4w/998iuBW/J0sVP0WrOrTbirIhr6gRsPQkE8aJcv9S
RLM4NWb86jZM1jkasBYiwTxSWTR634YuapN4KFq3M8OGvAoUu5LDE21Wjv0nAtdpKYhTMEdtU0Fe
+scgp77NvGgOn2bDzqo4hFPkT23Gi+1SBMU0tZlhYJInD5XNsY8sp9uQWycp9sdY93PdZqz19blf
RpSMQvrfsXXrMF02XbUQ7O6yo4y+tv2eFTPUAn/f839l9//7LENtzgn8USxQOdtlGJ35iRe66pKh
G/fzTNv2LZS95AMbyPEyrtGcT7XZLy3pyTPrvBp7XzTBD0yq9nzdDEWyUlWYE6QYh7So54Vc2Ajq
KxjaHaMNqeuToggH+rpccjjOuuH+ECV+vS/4MwybBonVG+7R94WSx2HenXIN1FbLqoKo3gnc2zIz
FEmv4eLJZur2dEBthKqlxzaQGnkkFRRw4BreFY2j6Ty1GSoZxkuIvWxPl759UvDB/VGtffX995Pm
xuFnQ1TiaNZlJvWRenL53hpxXgPhxmJQm56aaTEgS90caeWHkJ0iBppWqE5ys5yktmyW32+ApPf2
SKFQP5w2VEY+moi6SbdRG6Dia+HFopj2NJq3IC1oWydQ3ZidoAycDNY8b6c41i1j6TZ3xzMJa3lS
8tjdzm6boapFgYflsolSjy0fIyRekkoUntsWZjNTEcyJdMVKDjmSkCUror2kLpmbNhxcE18PzNTi
pXPg856C+R4eVlM1D2vh5q2Kq/nrxkcGITQTkTBdWfSl7OQDNdqtaJna0FTtz9huWROmPaRUd/Gp
K3q3885WzkKqPua8i4M0FFifUTWGJ6R+3S4zNi+1hAZBAEz9Uq+e02KG/a8fOYL71FbOqjtedLhS
BymqW/ezERE916FbGo3axFQcR6KvBhOkx0DG09YjC1BAuPbOYXpjX7SpqbhDrTVZii3taaX+aoN4
NU/V4Ve+WzbAJqe2JYCnAbyn0oaUMoF+4xsV30Mob/TdBqfKFeYZh/Kwa/VSJ6s2T4O/fHI6L2xu
Siw7DSFSHKRDWNGHzgORvgjcgN1atxZovIYNhNymLa2nPTg1wfRceMYNiaU2ONXJgx9zGQUpP6k9
1AkvRzc8m9rgVDuHETsKEaTlRp8g3gTvxvbeW8Ctrxm+3rTEPkRxM3Ceqll8XKfiAfVl91TEbrVt
XX2XVkdN2a1RSqrwBeWtH9geuZ1wNjmlw06NdSe2dPRKVZ7GOrjqzbMdkvxuc8U6QjnZCRkjihUE
jUi8Kn+uZ/XZqWmbnuq3Jt5iWfAUeONbVGisSd3Xf7q1bUW4Hoo1odqjwjSqUHgay6T1G8dpaLNO
VdR7uKgf2G+5HhOyQqb0qnLr1nFrbcKdUfG901vqr8uW9JWJziOiR7evaYti+aoruSxwyCEdA0uI
qedws+TS7apr405Q4gSyBve5lAW4BJV4NnqR2zY/uY2MtUJrHYRh1yNK7L3RJJGOHyDO/Idb29YK
LRXU0j0zB+m8LSmZ1qf9OBw/qHXTHQ7Gd7EvQQpB0e3BozOeMOPVd0xk2sSTmDZAsARjrncAHn0R
1h/jKPTcxtwGnoZDQMSbd1uqpih8iBFOX5p2U26bl00xESNbaCINezpVhCZ4Z1+Tzkctl9M3tVkm
SCrWMIOVW9rytQbqEYxPHR4H3HJGNs000WhSa9WHqe9Xb+d1ebMvkWvPrXyUGP0+2Lm3pmzxxRtR
7csTJxt1S9kH11Pqp1ejdoEvDPzm1rQ+YAE2NZX6FNGRnd1G3VqlRFCNR7A6xBkdn3nhX2A55lTq
QW2kyayRpNK0e1prPiQe8jonWM642apTm2rCjYgPZkfHxTgEzyLe20sBpQjHhWQdo+HARF1SDLrP
GvlM5DymRXvc01G8ToxfpKRsqCla1ipUuB1iEyinB+JH4XclePsh3Ofxzg+4nj+/+hPx61njT6Py
IClO0jHq4ndlLMez4iO/bG3s4QwJ3YBcaoNOYoBZ+bBGJI366guNhpeiCN2CaptyUt7imaGjBChc
478L47BLyolzt8SXDTotAcWVUV5bX6P3vvDaZB79/zktKptwGiXTELhatxSOqM2nVlXruzUKoTP+
++av3/BX39Zas9E++xH47TVtPb1/0ASmNgnMTPVFNYF3PsJ2fJFjifqHtqpatwDNxp32Kez3ZqTY
49jyB7D8r5GQbseKjTsNvFqZ7rDxd2t8mnvzv1IfjluzDTvVMOoeYGS0IEugqtOiF6TzYzerD2rD
TixSPpT1hyUNGj4/wwNruSDCHNxiP5t2IpTqGbIuSzqN0IG4vg3B+M5xbdmcU6giZAWAwKSK9WES
E/xTbm5TxRa+YkGhN28g6DhZvfN2hUvGqHWTX6I24VT7EQAtv5zTtoQ0zeotyeyv2/vfr6wbNz8b
cBo3OGEouCWnuMbXTzLyimTeh/jOI9yNPdlGnDajUHei1ZoukDn7OAUQgEtUjadVMlWQl5tqR/Uh
aitgeZO3FyhOXFN5BF8mNiXFglSz2xhZAbIBwNZ0HV/SRRqWQKikAdo6/OXWuHXu6p4pgLjrgl25
7OBJK/Jt3pySeqGNOy1YS22zDnMqok1dYDjSIyMZfXfpeGgTT+3c421/mdd0LKl5NHqLIWsB9xa3
1qPXpzk8AlYehcOaDmXJT/6xtIkfs9Gx9et8/SnC7Av4pONtbEkPOcxJYyDH3or+nqr5r4Od0PYG
nM0segXR+hT5WvrgY0fOStrHTzsvGqcTJLTpJ+DK1bqUpUlXL3wLPv/HSribtWFo008dKWs+NJju
ga6nC5v9PUHhsdvLJ5wMXg/91IqpmIpiSj26928D3S1PzcSiO0Hgr7ez0OafhKh8HFLHmu6j7pMt
EB9qyT78fkpep95/g5DwP3pYG+6uUPKc014R9rh7yJNLz3vwQb1/Hqpxf5nIgKfR3/+xGz/EJqKu
0QEvpnpJV+o/1+3fS+lWmRPaQFRMm4AzP1jTft370z4dQXKEc+/Yb2vdQrQybMmKDxD6arn4+yTP
FPVyTqmK0IaiSLME3iCwy/vBXqfdXEEMH8ZBjn2/ruefdoV1DklklgatQzL9QR5mPA2xcbqOhzYW
JRrRbJ4vl3SIySeITL6NDt9t0ttQFNbT3DU1xrwP2u5Sd8VL53v7g9tEtNYr7SSUrfxwSiWK6E+l
P3anobvT9o2N0saiWjY3oDbEnMLacDu1elSP22Sas1xrt5xcaLNRjNJKlpOc0hr/78Eg0f0oFXNc
pTYc1ZWdvw1HPKUxuJbM847PZOn6O0jxjdGx5a6OJcSVNvK3FBnRpnmCzJ963/hD/WzKgN/7Izf2
GRuTiua+gwkvmdKgnp46Qj/vUeUUWkJI7PVymveWqqvBR9qTMUym0RuTxt/vNP7rGyGeVV43LiHe
7MMOGvujZKivHxdxWbcZrq2gmT+QKehOgS7901Cg/tBpIdiYFCqyAqhRL0s66jE4zdxXF7883KQC
QpuUCla2E0iFjGktTbax+CWsuzvptFvzyFrBkiod+BPSxrwL6LO3DkDf50CfBwgJ3QlHbv0JK0L2
Y1SsqQhvAvH/c3Zmy5Gj3BZ+IiIQSAjdSjk502O5JtcNUSMCCTSPT3+W++pvnXY5Ii/bXZYzAcFm
77W/lbP5d0UTu58GvHVp65P3YrY3jt8tGkoCh1WxHpfmpLHDz8HmdD90vNpZswQ3WnT8FC20vCoq
51sJVUKBSZVtPV4cl190PZm01WiVvWolbcVNOYSmhM5Rh9pp9Bvt6Gf09fy57tGb47eyITJt/esp
A8lNlXI/lj+arg6uM1vhW31TIUwe1Ek8XVjJygetchhzjtVVDTF8K3DytjbRoLruIud0Wr351ZaK
/rxuYF73v/8522N4fIxuSFpkkKovjpmntpLrlfO5yU5x0PwhDFiqy2CWLu10dNMU7J2k3Rv73Fbc
lPev/aBNVF20CvqM5xdGvUnHugjSIpoeTKzWQ1ReVwfmW7GT8gLZX/DdLhCymYwHeZQKWZrr4pSt
2CmhiQPmeRkuA9fVNyRI6GkMAK2+aoa3Yie+JGMVeMxCB6PuB7UU6hiMc777+9NfD63/CP63aqeZ
hsNIkmC49OHCq7SaJM9iONNolFdx2LiYketW01b5FEadBBCQdpfxlQVYwfwpZWrx7+TY3tipt9In
IRwZi2ptL1Qs6tl4UP7L2geHXoLS8c7fSN4Yq83ZTCrih1Xq6ZLMZZAtMXqWFubJ3cQGuyuSXB8q
JIdTOQUMBEbcYq8cuc07Dm922heiC87RrOr9ClvrPZmvU43wrUCqHUfWzOsYnInOearWCJLjK5s9
+FYgNZUhqn8RHl7mpU9B4Ksied2JsJVHiZaLmgd4dCLASpC9d2kPddff34o3osetOsov6zhWMRsv
yTrhtOdgKV+aIp7fqae9sVi34qjFGKHjEMrjcswHlTZdld9qH/OLmyV/J5B84ytsRVIFYTWdHfLl
szB/UM7JTA9oxt+H55+E/n/sGluVVO5a2G7rrr1AO5InGHgIjZfXWkIOQ9A9Gvnqk9JFezMt1mW9
rt2Bjk7teeXc779/hLe+3iYIj4vSDRNm6RI5gEyl/C5U8/26R29e84LNc++XbryQYIZH1AcbXwdW
5lsZlW1W+BqGPaIYVzyCxcHH68SCPNwc1VMExaRPUMCIIvKEXOj3UF9ncsf/H37K5wptTy3eBWr+
iBjtwp0sflw31Jv42o8KtsvL2rwaoH/v5idG+itf4a3LYFlOfuhlHpxd4hDQzXvukncusG+sva18
SgV8Lv2isfU4KA/iesrCyX+5akS26Kki6dY8VHi2HgxUSJ1Hj4K4TvbBt/opMuCGV666uCxr9cvb
xu4FRU3nuk++eSPR8GF5UJniMnj/wl10MZxepxHkW/UUHyipVZzQcz4sz0lIPsVD8U4g+kYAtJVO
mUpM3veEnjVvhhNZEZaEdS3v3UCjHShM68frhmfzhqJG56s1VvQMamaqCnUPuvWn6x7N/n0H6JDn
t/D1Cs4q8b9tZ3YDrGXf2erfWuubN9SSeYnEJOkZPTC/aRx/XVr1HkXhrWdvSkRE1UJ7jSHRvr5v
HIt28MQV+6sGZSugwruPdcjwwRtXPxrZwPsz6a7DB/GtfqqFJ7BtVETPydQ+aD6chuU6CjXfiqeA
h0ucLPBoOZtM8ui7FvS9Dqo3BnwrnaracKzDLsTH5qhDJ9VPgjvYdQtlS4IqeC21kZyehSw++rL+
LCv/Trj01sd+/fn/3HHNxECAavGx+RrcjCY5tl103eXqn1az/3l0Cz+t2DSvI5J/r9rlLL14J3X0
1ofevJTUeTaWAcaDVcVe9tnszOG6lb15JbmypEFY/bqTFJ9psaZLfV0PGd/in9gCYmhrMByt1Q++
LFLDy+suyVullF6GPIIBmLt0dKxT6eZ1t+bdeyYrb4z2lgC1hrGYhsIyWEfqjzlZwHxblytvrltl
VJ6zidPWsHMyqBc7Ji+ymK877rfKqEE208zH17emUfd+Mpnw9LqlvZVFuSpPunHCMlEDLou9NiCG
qXh31Rrc6qLKRBeLRtPxpTW1OYHez3eD5e9dtN+azc1ZWaLLgBIX4IVPhpexbPdzPVwHTeJb+ZOU
q7FVsRZQG3KZchf+qKf5usBwq3+yhglFtAsgSSVpPw7HdXJXPnpzVno7KyNHYi8MfkihTefu5aqZ
3EqfYla5RM14MPposMFWmRvkdXHJVvcUgY0JV/hhPY/RyFMr2hmdkqCPXPfBNynhmbBCRUFiL+Ng
7wJb/mxEc51ii2+FT324FrFR1l/wAkGtRSGl5SnwYP11s7mVPsHnYpwK2pWXscjXk9Dc7cR4bb5o
q32addElUVdUF2vrby2vf7bxdB3Un2+VTyVRrnSzX8+wIhHpwkaaMhNeF7NtxU5rU43Mxm49O17v
Qqc+cZ6/l7N4Y0/Zmv010tEW0m5/Ibx4USva3jsXXXlHppu3k3ZSVlU1sPPQz3OZRa2Ngdu343WG
2GwreFKjwWYVtOVFkegbAW/DUntdhM+2eqe5JLQNdOxRSVZgPtbdfOAmea9VN/rPnCnbIp6mjnYA
mSXVZanr6vtUhPRDWw3mWY8JP16zEbAt6EmCERrKlfvLOi3fSuvumKFXCc1AI/535NmyhqoALcyX
pHLmLqxjelNEzfDOcv9HP///02iwCvn34+M+svM8lf4CsrfbxbNrDrwKl4MulyBjUThmuqmoSgPT
959WIdfjhDX8fSJT/xU1B/2V4XxXO5ixq2Mx5uL73CJ/IoI290cwKvsMDjqB2jMatTttOnFYu8hf
FQGwrZqK5wOYgBj3MypbOxj2FWk7F+yqywTbiqkWbpYonMBOlcOaWlcfi/69Fsx/WMr/Neib8Nmu
IQwrgqq6GIItODMQP+1AZhzik4VMps56uMNEGbUN6G9w/TpBX0vqjBA1Z2Oiw31XhEg5Rr0lO1bK
wKZo6eg+8jKgF6VHc8z1SHcFsCbHGF3qX4dGxvdogEeTukmSdqeCBRMTvEY1nofB52lQ+QFg3fau
ZSgvO9PNN6AVVhfVNO8VR/5772NbhVcMJ5PB112F4CGkT83Yzynrk/iq8ibbSrpUZwrbdJgs4X61
U3Khw3X2NGwr6TL9OPaJxpNhHnMvpq/FlapptmVcJfAtwf0A3UlK6B36TV8kia5TqrOtmKsqYCap
IlJcmrl9TnIFXy31zo7xxkRu8VZFTFiJJsL8UtupSHvZ2iPce65rxGdbKZdjc+zrsi4vK2n43RxX
MwAqV7qusK2aCzKlKFF5Yi7CxveCUkhNyqtiWPb/DAvpzF0JGNcFIswfirSf1iC8cnFvdot6hP0r
McZcMPSPMUFGM3bzdZa4SEb9e/931lQhfIzMReNOki4Otbda26sSEGyr4YLsPYiJm8g5tORb0SPj
gz6ZKzforYZL944seu3JmS/mC9PVJSyvU7bBrODfg2LKPCx0hat833b2bvbmpnFcPF4VK2y1Wx1Z
SpHLMYe+uLun3o2p7err6rRsq90a1ByFcVjri2f5vBtqD4a7Xq+67rCtTIt7HWr4l6GUGhi1Rw/k
kjnnr8oVsK1Ky3M40hFkYy+uJPO+Ykqm6AZ7vm7MN5mwta/lOuMtOiNr1d9Ecl13rmXX1a/Z1rVv
qeRUDnkgz/0aNncOVZ8Tdcl18jW2FWe5fAFpGjZj5zacx6yyEU+HfCRXZfLYVo3lqzYoJgAiz12Q
FFkXrLu5ya/T9bGtGmvRcRfEYpFnUlUytWH8Lar7PrtqTrewqa4FKwguwPJsCM/vFeHfiOib61bj
Vowl+6BsJAWpQeT2WVV82pfR+l6r1xsXkq0YS+ZlC/S0Emc0VYaHOOT5GfKsZlfVfLxyWjdhfVMH
pJhzKs79PAS7oGHLx2Ruk89/H/p/2oX/I4DdYqf4ujac5mV8buOOxd/QyRk/T2VC03w1wbmH9Ukm
OKBxY6OKx9C3sGfqguV5ycPxqYfR7K8ehhDlIYxA91RlyQ+R7aYPMVP0IUSweoDpF/0UuKQ4jmJN
sgGE6Bv0H8Aee4U37d+/xBuBzFb+BYA2hDNKROdwUl8bUj0HiE6ve/TmxA4I5vQ12DiTMljOq2zm
TIvkvVD6reWzObK9TECSa+boDGKJQ19mI9aMiTb4EJjRX3dybxVfPYtgfTUPEbIJenmRg1z2cZm/
lzd7PUf/Y/lsFV8Vhfmgh/HT2aAi/qFo9HxjsbvprBmSjme0bkEaEiG7DiDJtrqvKB+DcGyK6Bxx
V9+DS8fvukoADPL36RZvfJ3Xn/9PBQfFz2Gs1iY6T4lMdmhhWY45J8UOFBlz8AhTfv797/wjHPiv
cXtdEf/zh2iwFr2dUB9i5RCMz1UobZvVrQ92smxdVoFCni48qp61i2i4g2MkQz9dUA1YIF0Lt4Lk
tfLO2ii8EYUNv5ho1h+LYkmeoCvrqjRsRo730VHIQtYJ5T840L8GtU+SlvmD7Yk+gu41fSzBsLkZ
fJt3KdVeXJA2+LTaUO+rvCqODg01bZlKPgbHZPHLseHEfyp5RW6rUvRTGsXcplVpui+awZLzncF5
YxI2O56Hx3BpGrWe/eBBUgz8vI8NfydZ+tYM838PPG/HFrmLQpwtNo0jQAT2ELmw2ruirT90ZrHv
VKj+cZb4rxneBCr50tnGJzWOBvCJ6U3tpgaGHxBjpBNsk/YQUPkvQBU0P9EcEe0Llv8OWBGmgVvK
1KAQcuzyRb4jS3hjg/x/8rZON8DfxsEZ8xn/qWOpDi2IyT/+Pl//rb5lW33bMCygcg1BeI7KJPkc
034+cyvcbWjjat9pXR2mWi7nOJTTdUm6reStpeMixqIJzxYpwHOI4drB109dF9ZvxW5B3iz52rvw
3CRhezbeB2lrguT576P1xlxs1W5LJThdIs7Pfp29T9sKp6KeJPv098dz+VYicGuoiKRrXRqkLc8V
FbkOs9yCUdpmFeUkZGkC2Ab9sE6j6H4Z5FITn9rVzmitZ3YiANoYySLVpmuBPalOYQnnrXjUKHCN
ZdZ2wTDm8OYWEqWjteqWoMhIzMvwc18BLxmm/YxS3h89NImeU6Syh/XeiiLSP9G9XyA9MmuYFwRp
vTrr75mZyn27JOyoQfIm+45W2LDmcTAnh85Wuc/RvPi1V017RCn5lhWLhR2eh6nwWPuIZqHLox3w
hODBBTnOmKRHG9apITK6LcHOewoMVeGOriaf0kEV+QHQ3j/akPWXesW8lENv04Ym/RcVz+q+0qV4
cck8PDS5p4c8Bpl7WpWzf5Zuaau0nEWpHlogHL46KSk55mhLLh/iocPySDscSw6L3FiSFjxoHhJT
tLvOUZuCEII5XopR7tohcrhv8ebWBCaHG3BTp4Uon+tiDW8TfAdAi/N+zsouUDtBCpsVdnBPcTvD
IpC1TXyoMZ2PFJiT8T4p1VxlKvLRAzjl6oGo2JzKwQUkHcCjzooVVNrTWsysfobeGD7huUu+EguS
m4y1YDvu2KdQG/pTheyPWIrqXFvTfo4SqasULTHUZNAwFTtIlKOdq7tu14b9cLBSd5AhGKKQ0IzB
zWrHrv5cdyWDD0WZw2mzzRM2nKZ8ZfQhITNU5vk4NdPJtmrmn5qqbuI9qTx+f1ii+TUXGvoiG2Ph
To0RwQ0moMKn9Bbq8Zt60oCT1BMyEH1qYGlnPystJ9CvuiJZ8n2gmsr2GfGl9LeBxK+m3FRjtraa
PhqnaZiV6Oo5KF05+LkOUziQXd9Nlb7pi9LkD34e2oPBer8tFzgHDrzuYA0X1/HOd4anEQJjv/Ol
a+unuJAlPURdE9ODTxgXBxvNSat2tVtxL02RyK3qBx+TQd5FjWryz75pBH2oZLD2IlUIjmjmc180
BT5JU5IjElhs9ZnxKGecReiH8sCWbmoPaOLU/PvYj2Z9JMrDm8RAl15/ZeNSTHCnqjibmpQhaz6m
RT2O/pYxWvLbGcUR89OsOjC3genwTx3GJHqCkwol6YLJiA65ibw48K5N5GnyqpWZpwoip7SmcHLJ
xm5J5J3ycaJfYog/2wOk3GDDyAq/sFtdRdCFP81hr57gQwCkFNTMYjrkTR2a3wBNdagn4YIw6oea
YyEe5TCO4lxVtYXTWO0M7ry1HlBp7WFyOj4WctB72xKFwmKjmzFOu2SaxJeSc16/NAssF59k6CKc
mlTi9QyHoOan1Yfx/MeynIzo+JtMA6j4TPQNd2AP7ILc2vymF3nd/+ZJa/mdpLboX4o2meUJokBD
PmkX1ghiqi6eJVQBloeZjKdafcZv+eGxbqKVxunEifT3JqbdcARpUQz70HXUfyzjcB7u4gDrGthb
R+J9w8RSfwHjaYhw2ylzrGNYNSTHuhiS5m7lus9PibWu+UpXydzdEtadDrKxbeigUxhFcXETo+fe
/2qVfW2YqNA2cbQBYByncnaLvtSQ/QUnkSeIHiFUnsv1Zk7cOOmsiKLK7Ho6h6+76xCQ8YtfRdUf
6qGp+S3DbrRE+8pUyp4Lg56hL2MoBCg0wieCpd5PKtQpBJ2QjpTYK9zNjO9kn1o011R7laguukHT
bFS+eLV08TmHPePBtHlUHssJ/x4g7LVSe0DvZPOkGGySytQGBatOcTAuk9tFfqTlCU1vZvaHNZHA
ei8lJuaeiBAVKbicDk4ccRBBGB8kxvQ3UzVM/ncMd0xxYhXa81IDUoNOu1a07a7uijL4tbYjGY4u
AEDNpm0bj0sq8ojsdBcY4jLqqmb4XrF4po++9IWHfTaadTVYRwFtNFIlAqmMrkwsXdM1qHBAJZEz
6ge6SSfyIW6CYDh7oGjmY+jKWN4GRTDKn7ZiQfCpB1bHH6zgvfrKg3Zidy4Om/5DaLFI/4yMjPFN
jhJiQ9OasCD8ASBH3574GhJ66fw4+zSCpL35HY/juOQpH2FM+SVmpgsOFbiH813RUzHfTg1HgJ6W
o5bF96EfVHIvg7LLX2a8CGOehvHUqU9yMYocrJqYOLB4mfWtgUKeZA1fgijfORZy4N/IRI5FOzTR
ZUIl1XxH/oKVDdpzxsB2O2VYgrs+xWFCf8KNjZod/pArit3ry9EtmQJZdplS5llL4z0TQVTcGgbr
aZOtQFCMv1bXdMV36yPbf+9XQ2JcERa7fJKVLPKPvIJS4fdQGr5Uu1YSMUQHYThyGvu+rwN5C4qZ
a5+YJbTLTw5MNjll6Gfsm9OQNzPXpzpRZvntoMfG8WAiHqo95MeJM6ksRR3NqVidiQTAv+h8RTTC
ajLeMtkYlfpEhTFOW6U68B5F27dRsEdtWshul3MfVeExHsZ+eOkMyDHRcQKVHxTOJYRa65sdoqZf
MjGMKNi6RaHTKZWL16NIhQ+IHNHnYuajKmXVFUeFnkAd7IxIJPFnpIgH/sRGAOymjM+JaL5b54e6
TnkR5OZc5a8UpSw0QenWtJRTXKA5Z6xXsZNj7+M8S1Bxo0frCfx8QEzjNroB6HApTjHxwfgnorWI
jxMzpD7muBPLXbSKdsq62FkETLPp8sgcgipWukRhYBR+L+y4LsdSTAV7ISr33X4eZPjHrrEPfsdu
5MWpnmEa0rOQZWVv/CMjc0RTUQQ2PMJaVMtLohmdYSYWyXk5RWvAzxJU5wXn9eSKg2rJSD95Xuh1
LxKiInvUbC7I7dKRMfgpHaOnMAxCe5Twd7V7EKa7aMySEU5xdyanAbur5gVwnAyZIgZFSzOpR+20
R+eyG8cGCn++3JCh9Xs9DaDU1gMoeyP62I8Jwqj2G4qUEE/hK/NO3rRFMjVJmvs5ifeSS6hv0hVo
fn8zIbLErmGsGdIEFMYnCR2Qb1JEVVPoj0vRM/YhWMWsyYHHtJnPTlTGPpGgA0YNGGeGcA2vbgBO
RMx9kv/QhDftSZr4HMiwuskZiErYYZPqZaoTADGabi3MzsYLkzdR0LUS/6/zpEsJEk3mR7EoNBis
Y07yMyJrwb/2LU6uBwjNHPug6pUWN2MvsQAFauRIrvc26t0RftgNPokswnU4Yf7m4mkVETw3O2d+
ofCBw9Cq9aRh8fcnjrt86NJp9GP9yMGdHm7jOl/sA0ffTfSwzEgwPi8cUtATtHLO5OlY5hEorCVf
lgNsAbrqdxIEJDqUuqfyJRziYXqOBoiNn5V2rfpp8VkR7xRxvObfVB/Dthui1TUXD6tLbIXewLLs
Kb4ZFT7NaWkg8O/CBe9v241zkCFraJa0omGsbyRyrAc7V1DdAFhUmyMrxrjDXjEX9kGJQRNElCWF
0yJK6yZxkC3sRylh4BsJCp/BjBrXkuehakw97ZEcV1F9KktbHpNY4qjuYyWTPGsTTziCszWKfykw
x3iTibGe6L0Yp8jcsHmNqpQB53pcXWifY+s0zImLGPe4Q2Wr0Mh0ogN1d6FsfZ2nhZWuuWeqKKsg
HQQMaHE+k5Z1mDii7XoHamY+VJmtlyXFzwkEPmWUD08dDghsfxBzqnZOdWf8ji/tXP+K1EKexBri
9u6Aert4hOn9ih2NtStyRiHRH7FqweCMgVacbjqJIDpFr9RC74O+kSgIqiRK9K2AIV2IkGGs5LDH
g8tTgWb6+WMe18k03zVJUDePU6WWeFcOZUmfECgYil7BYun1gTgq4g9Dgmjl4FsxyKc2qfPp2A2x
ug1lj77YJNJHhFy6QPsDLRJ3hAyYBw8rwkC3rxnWVbVv0UTbNTdjVEV1g4j6NceUByO5M4Ntxj/d
ZPv4x4R2/8+TYPI3LqfYzA7J4gC7HZmah10N3OWvBTZBmUE569B34J2orJVKhz7D5sPHZW8nNJE0
x3BANrO50TAVbva44CeF3IUDd9PHvM711O9QFewbvSPhKjlI90PLhsco6Sb2CENV8mKaSUKyoXEz
kBlfvCnkZ9yMwbQYiho+dnBBgj9qnFnSCgJMEtJ7YbTLQ9+DVtUn/V0+c/q946LJa5i/E8vUjo01
CeLUWajRvzZBSKYd4bMfClh1T2q8a+bJwjSkV4hkB5RcaMn23axV/U2aWk77Am9E9EHiSwznpImn
qMxQduh3tqmXIQ07WZWpI+LVPs2DzMpw3a3L8XvFoyA4LvLVFSaLZ9KSz9hknWhxdyXFsl9zWHNM
adKyOYzSpgbL5yiKPMrvlrnl/DTBCXOA4TewHnnaa4eUf7ci+R49w2GmaG8d0IwsAfZuwEmqKE/j
tqhwPCJHcBblq3NmCBjQXk5DtPNcc7ZrCzq/mEmSY8xY+OCHhZAdmfHfSC/z3w3ahutDbxt7h7Ui
LqEsEhRC+oVk/VjzG8eX8aOdRfU8xFExpwB4JbiuIZnWpwEqFktKgaypko8iDGdk2n39m9uOT0jv
QvbQtPOazjoRT3LEFQshCbhrAa6FR4OdFnKoNUSP2lQ8drzFDj+rlZ9N5doL3q4uyCrYuSDZmqw3
BfAOmejXHtH3NJ4i2iNAmVuYTS/SZVDytkdbj3oXRGt36nikjrFW09kabFAyGKusdlV0FwRI2AR5
bRGwQZwlQ9UCer/Sfdy1QQoIXZFJxqcMvnvVcRzD+qUbO2xaQGntrIqDPXhIAiGCj1Mupy9tnxS4
loUInHpcudeyo/vcYs8YWLxmRQ93cFnBTnPhSHjAEPszz8ceSw7ia2wUak+QP2EYA6IOfUFb3Jiq
/mYh808YRApEjRoXNhfj85iqmLNg7hTGX7Ogy1zRNxe4wjPcAsLhT9OI4FNdYvsIDRlfyqqbsiZs
xSMsxOwny626geGfOlvZeOwnTZdy0ojM2UDvF8NBEAmE03solxE25UlDTmilHXZLYxHSwfCh/zYs
Vqa1goTXQqvwEZ1LKKgIrg8SxrmnokYQCPHXvIZZRJwCpQ7X5gX6lyMUTOICxUNVpxG2hqOuRgGP
V877fD+rUDoglKL5R9i0CIBxuQ0fm6IyuP7Hc/0bAj566kKyfAjR2XisdDwWkN2vGDRtop22Dd2X
vKl/+nGSl0GI7lnPNcPKZwYJfTFFaY7FcGgiDfazrcNTZLXbA9iMhd46fypNu6zZkvTTwZGmyFPa
qPy3Lp15sAnXX6upECkbiXN7ngfV59KreTkUznbibGhVHIzrxbALwtI/R1rXT3VYRt9VUJs/8BQj
sDcSCMwSKT+tFSH8Dn4F+cPYenUzsTwh6Qy0wg6d14gBlmKojgaFiO899sHmJFakuXY21+poIwXX
vbAuaZ6tRi0nlQQ631eUkCmNaWGDXV1VEZJb3bi0SB3Zwe8KHF97taoleOncjHM5NeVCL0EYr/1n
FvUg7SfRSMy+xD2m2+O2HoZptyb5PV9jfccDUQwwEI1LJJHc8pPSxb0I1LzvBAHdDHOHKyKulSPy
CTgnyb6PZfsMkheglu0AK48/ytiizihiqHtt2Swga+xhZx0Xa/eoA4SY/WqH8zIwuE75QDb6HhWZ
urhfEf7qfdGH+iFkiU92q4aPLD494otM4qj/LsQc30BrVh2YIO0f1dN2Rc5zUmfoS/M49YhVowyr
w+qspHDQyhiEzw88nvAaTeOrmVYcROhyL1syRQc2R3GbtnGSgITaxbVDL6HlzU0Z4/TbO8ebVzB2
bRBBuugpZ00n7kjby180Nj7PBOyVcMeDke4LrcMYqxgVALqHKANhSoxZrfalXPpviPG6L7AeU7+r
poVdTSCJZpmYQoTG+eBHKJJn3DKzZUzGAS9LR7+aahrusSkE39smn363KA09ThINbCmlBdYkmdb+
bpoScZ5ynf8UZR/9QMgWf/HUxbiTaT+SywIC959cIX5LWR0udqcRJ92Pa5evWTjz5BLojmEz7zv2
oegRvaUU6z9P17HUF4YIJM8a61l3UHO3+oPuwrG6EUHlzk3wmgKJ8ceSFI/wPeJOh6RG2eRlxqHG
j7/AKTosdzoaIHZlELpH2TDBB+++j2gBOGZcoynqsZtj7GwyxP73uK6DIl9nRHXnqJ37fQHAmtit
dEbGFfydItlDZNA/gwsIkjsNZxnBakXp5GlFve+EjAfuZtgUqUJiSJbVbdNT2mSxXwjUoQ32i7xq
BPuS6zp5WNlcfawCkK12a/x/HJ3XcqS6FoafiCqSCLeEDrbbeXvCDeVJElGIDE9/Pp+7XTV7grtB
WuuPUzGkPo02QzaZYjxmroNtNG9N4B+/p4kwsM2ORj+39rZ79ajC/mnpNjzrIZrK+9l4jH/C+PV4
2dey/AiO0lsym332ZSU98m911E19QeZ1zOmwAe2dghbrIKL8pv3RIMl9wgDUPfYhzpG8EFoNOZhF
sKQdO4i8k6Dy84XfEd+5yFy6sxc6QZX5waD5nuzSyHSL7KHPgwCda6rsULFzoDuYsmnwvZd43flC
+bOVSULVHU92i3420VwWdHh4G1eWJh2yu19ltX6WYhyHxOwNfEZg/Ohs+8MEgLLvDOH+uKKEXcp6
DQFnpcoUrcBHXnqb1Hfl0fCm1nDI7pXPTQa58KbqWsZIxNZucuyry0f3ac0r0HvDYHKLPdTxp8Lu
x/0a1rX2r13sh9+HWS/1cxiU1IDP9dHxQnCzBeYKeKDqfAgByC6HtS1B6s9tdF+obcfdQD0JsHaw
LM4Ts9c+sSUsk0qjZbNLVrhqWbPCeF/3r1voOL7ISdbf/NJW/Us8Ocp6CXfH3VMGdL2drbEnJ7ze
Q+d5Xrrqs54OFmlR7sCZZJbUcCuO7/xuVMgE4kVilLkz9QiB7WHw5ptv+2Jip13sLStNGT71lbX8
Gqa5JCWq1nHOhgewgr2kbyg6Us2nWCovC4+5cnnU90VlXcBkMLCY6VMUr+o8YPkLk7oU1u9jCcMb
iEQUnHfP7Nev8sTqt9cP9usyyJZdaCjah96eW/McKs++AkE+q2b1nhwKEe9IJ+OT1bvG3ze4RQjY
2LXKO3fjhmyyK2f5o4+bvUpsx1uubTBVfuqWmzwfLinq3ydC8XPbjAMDvl4fer/y2dLXrTOZ2IS0
z1bo9N9MP7pxxtQ7aPTTeu7PZl9qruSZxSzpazfKNUBlnLTaoaRi8VV/c52ompKRybJNfK+dXlVH
ogGny9qetdMcf5Q3x0faKBJNH3t3GaY8jrGc3gnD0Q/KGzFdiLIbv0JxLIY12zUkaiSTKH2VbcGh
l5yG87i61IEdBSnoqNeeyBtq16yzgzJOV4mZPBjXAM5jD3adBCWITeLYKyeq53fxo4isLbX8qPy9
eXW9sGOU9nKq7EGHNBNuzDz2Lk+B28VVYsX0cbA5EASXSKXb6Xp0/W6yTu8qSpqGHr2sNcioiBHv
62s4e8ETuLXIqsaTj1Hh85y4ZfgRTC54VcSam5DtULQf0poIAq63uGHUq+L/1075VZ0J6MavHwUh
QrLGszTJ6njT2eu6w07a0WvyTYj2RzGr6eSuM0u/Glt4liUeXudB7z+FPQvc3S0EQroOjNz5XJac
BG5Ex/2zIuH8vTmOmpCpoq9frZoWpkcTUWnCsr6SZKGhJvZcFNYGOopMtj9rqn69lBcv7JKxJ7A0
gUrbX7U0+5yB6XMPuDP4XzL1dj9dbdmEnzJWdffv8Pq1SlgvQQvsXvMhdXS13heDV7lp1/kdmtBC
WcezCWRRnwdtLYYJeYof0ItPz8VMOlgedGUUZSXCqSnbwrg+0qEw8nXDXbCkOz7/d5i14W/vhDvF
HZVTXUTjVGfueW4madq7FlwMow1b4xezsKincuWZIo1tb8S9Mqsa7/YyDHoINXCGyyzjdsubam8+
DWB3LnVRfl/9YPlBLOn+Z2exuQOA56nz9u2deCL8ag2GkehUF8Z/mlltrrxa5Zrtnm+atBswzbDd
NKFHNo9nje+O9qfgHLS66a9fMu09hRxYHzsfXcA9BFYX/9y3w4GNG5i+OTCG9m/fD/vv4VCuPK32
4rxXEnZMlsa5olwI7ufVKSi57MV43o6iZEKHjPk7BQNPgYw2BwmH14cQw4Fh7y1oCxUBwN+Co+A9
WtcntxB+1gq/Xi4MCDqp3F0xU5jpT6y3cbnR+Nm5eRfI476mPvEaGW94mNZWnJUdUYALLKcEmC8l
Shm1sttV80UDkJLlem3DkQuOaa4ck3bzB2AH4FJKChHrn5F4u3+UgVRJFgtyZiqr5d+CB6XkqF/q
RMuy+Ngbs4U8XmOoM2kNCwfPaqabsLbyX+vHDMGCiHNBnr8PyxLKcr31U2f0RU9R/bZZCpIT49J/
G1cbl/F4lACYmw8RbKLurmhj53W3PHI6lGXnS+/q3LHhyirOGA46j8nQi1SYY+KWd0c/d6fV4693
7EmdxlKD+cU1l0wLyZN0YaROwMK9TNZwKU02g6y91nXMJkbUI9T7YBe3vtSMvEu9TZ9LVZusGITg
VrGaNukj9zgVJRF2cFaySPUSu5c17JaPcJvnJp1oZ09wPYS3tQ37i7cXnQ+3UwZPbGDw3ZBmadeI
ARCgkN6PsSmX09RK+YJyIMqmIFyzrRfrt9ka98yFcn41odU8tVR2pMCc+qLCwvrgbUeyaBMan4CG
Oee5GOx8HQEQuAvlufHmmjeoLFhLInrQ0rYteS/bo2OE2/EcBKv6dByDBVBEmtWtnB+HFiFaVDD3
pg7U1sUdwQDsQZa32evcBEh0Y+WcSAPcBn9IaFki9zf2vWxvzeuCKiRzPew8YgvFpdXFdvEdyNiu
2/cHlo39tPFGPC/CKi9V0Ihr0+joNFntcSb5onmYGhHnNLn/7rBTpfxWjEH9UJTJrGtKuXZd7pmO
t/i5roT9sZbazSAm7SdA3eaxL1vnNw+7lx2+0qnnLUWRbdqG5ZCuTLSn7KTojiIv6qX69CSYodfa
8jKWjspCeYyc4pb1ieSpANAsP509aM/UgkanJdrar+fC/xNif5tVfpAFLrOKouYXFZbTCUQaWrTY
tswbwvkcTntoJWWx/CJLDmimmo+r0f4fBu6/Rq7BK1ZRSnqxtj9uFZzVCk7/bks7PEP7ullpbfE1
igfrcVzNZ9DrPq+Ngl2RRUyDJdQeK0jFbVmF/jvIwngGtKrvbHrqTwjfDBf5Xv11/UlfwCGDl2aY
3sewKT8aO6CNbWYGwCUzFuSP1fU96Z3Rq9OUYXYM4BEnK4jbpFZD7CZa722yT6GdFZ3zG9fUyOe5
iOyIhxb9itqDMO9wjg4pSpYuiVexrKlCPaG47JHPZ6ZG1mS2ST5vVvnDrYjJ+lRr521EYYZ2F/i5
pMIsndWhWu+8TjMXYR1Y8DHPZq9s+dDOo+tZpz3A3gMqNU3yELwArVi+LUe8dRfGtn17A0qtNGTV
Pvjxf2pc/N+i3rV6stUWmlw70T78K3fvmOpkW2vRZ2pUxr0dMZG+n1FpbH3Hx41lWrgoCaC5h149
uWSjew/H0NaZL5fW/bZ7zmHu3NppoRu9aVXmNcbWNHDtLQ63pN0YZ/0vngdl/kbWGpg96frSGVCs
8gtMGyQ6rgkJyLNKZ7+SYLq7E/+cp4YZ2g8j+Qj9WTv5sHTF/x1xVe6G0/Su1rlsk3WMBisvFlPt
KaBuyGjpT8iXuREpUUXH2GtXfe6m9uG8CssPmsdSFuaDhbJnRmo4btq0bI79wyafeniJy2hVJ5Kb
HDuNG9PfAFVc5Ax1Uff/FquYuve+Env36pBwP6RxycW/UXexDlVS8rJWD3rsTZvGDhGS7J3QWH7C
tdx1T900HXzS8gCtTeodwDptVmeAavB8JDN3cez5+wOew0J+nyy9R09MW3b5sa/i6JNjpuP+o+wM
D5PrQj05ubev7g+I18h5rgFZ5D9Fvt2/OURsTIYaCtoyW4Qdsc1qEIarHmbHS0GaDuuZ0WeS+Rgp
6z1eeUoIePVrZWyECWVYF1Q3C0GBszWXHa1iUwluPImFdOE0UtG8vU0KciYrR1RPVhJqxKboOfW0
tdC+dmHP/5y1R8GXw+dpXzxsjaKyZgwKpA/c+9OQ081rzd9rYXXr3xhIKXJJhhs22qLdmbDSLTVc
62DKXE8l5N+49fKbV1kw4mRUeJF1bXs1Rm1W9cjN7hoXyVENGU+6/i3eRetc0PsM+3UcrLHVWTi2
UfM4bsMWn0NVRb25UmEkGYsolT1++svcynS1PRybspthmrK2Jeb1PwW05b1sdAD0JtvGcA4KAhuo
ACcY1DnEI80V8Qxp7aLQsH0+oSURBYKBPrEsuT2MDknH7T07Kdtu0rmkgf0RuxBiPHlLUB7If5QG
srjHXCr1cNrKBQxstmXQ3Ax8WPMbAqs7vo0cWOJf5Uw2xGRQNmtpX2ysiH7LrBCilYPbqvnZs8lt
y8jJDyfoOnYnNVkTEZ2HY4E2nFu+TNlcOU9Y4Kha0+7x3ZZL2GfeOEVl/QpZsK/6MbLdsLUzEjDM
8StwZLB9NuGsahjuPWh+bSACszmVnifVqY/KzfTp6IrD3OQBgU3mcYCzdQMeaM/Hl3/7tT/ou4OA
XyaTwodKNiPyEm2MiRUS/IRoQPcfeH8d5rx9TbRk0bQPN5TRTXdzBKuZPnGXhhHNtrNgP9k9zgk+
6bbpf/EyV/7NntzSJGb1Vv/kVJPi7a9pZk0XZ4zIwJjif1LZ5efC/LNN8FxKRGNKYWbcynPvy6N5
LYKR6/qwqVLiMAmqK+RWK97qqJyLp9Vululm9ahT7whLoMGrGIc2QzctctrOBbPJYqI/Kq7qONm8
yvCKSsYKRkYzWR8tZ7bO+fmbOS/bzmnwcEde7gT2MT8WPoDOp5BH0P9E8eX+Md52REALEKjA2mvk
PwhIanYOqA3vXAQDgitHx81r1JcxLVZbYAdBtjS2O2Bp95vvCpHN/BSzXuwpxGhobkrTsHnaPd7f
vI8hgRNv3o7eTQ118OJj1dPq5bFjb2PC/nA87Vqvh04WPAxHWlXgr88WqhdxgmKmiaTydrEzkGzm
3rhm3tKiaAp1IbdMwUqqnYIYXh4chdrdXo20Vv+bvQb29mlT3+xk+8xCDji67B+b6ywDwzG5hD8W
J9bnaUWx5skgvMbeBOwn0Jambt3QaBO5Nq8SQEbFi16GINgxTQ5pzD12ZFqjAkjEoUJi3HkA3Pei
FqBEfWM1pKBXzfPoRyZ4Gpl2GVrUNG+whVV7V9dleFwDfNbXUR/BbxFvtsoRbNjf3SBc3iTfLNl6
q9kJJW0D1KChPbwOaATCPwHY/K+i4G25bHW3dhlefJDB0GYUvIaw7/4dooTlxS/9HZC/7SLahYS9
PK61VdX3Va0004bXzp9+H3vbo73F/U+4vO1PW4RtncZ9ofxEz74PqyfxKlioV9M1LpYorZZKtVwc
VIcAM/KfM5MwVBNflkzKw2pufRMFeSfb5SyicKvIO1+BIeyvF1m7MWzI3g8/1Tod+H6g07krll6G
QKFu/eGOi/7bQBT+IeJXH2+HL8zP3UL6/lLR/VPcD0NtEaK7W0t8KmDIhxzh5NFncTe2DCarp7pH
sRPJlXYlIMoJ31FlvQboOzAcHfXwC0ruS2f8BdePybbpGUR/Uz2UXS3toYCJkZWXruWMAk7sXqzp
rIq8mgtV2MUTAC5+owS9az3+o0xJOrlCysKwZcdzXGed2FvnbPWD5X63daHNB29VuH5p8AG4VkOJ
5VMMjD0kfHFt+HeM+/pX6Wjj8AwdszoRNNkH92jIuKrLEUNKENcmTA/LcS8IlKoRfx/AwjTq/mUJ
XAO4OSBVKJ+lq335ClAVvALB1vJPMLJT2HO1fNfkB75gc9y61Ak4H3AFzSNnvzU31qvk7Hrxi02G
aRguIsqDTdXITkNj+eX92vRe8632+47jUipLXFYWsPASR0BGpzAAHjmh8CrnTNorEpV2j/CPCGnQ
+IRNZe9vhl/dhoTOE59zKfS7aB9zEvCJfPCkNO57uwHubufGbQ8vqzGPPcuJJPvcR5XEc3W0a5sq
ilKBZ1c3RriSkHwe6ie116r42YimEg8AQksRpUFfRH4CiHSY3DNBKG6RZDR+ooxpuLa69HxI6MFw
Ls1VPN5N0b6+9+NhKLwV7qiS2LSwDhqK89zus7yGLSf9ZdnncaUQEAEfBAfn0H2/j5T8Ih+16zfN
rYSovfN3fjzZA1R+F8es/XyNe59/xrIuQ7YeJT9FUBLxGcxF9xZva/hux0H8zTU8ySn9Zbb1b996
xX+LrvjrTt7wM7KXUJ82GKwlUUW/ybw5gI5Ti7Es+O1y9lkqmWOSLl6jNRBHvrRqNB8+7nLr1JCv
UfzpGDPCb0cvlpdBus29xajzOvaRQYNSD3xfTSF2OIZ5DhPb8qsR4DjcR576uemMevZN19hPi4MO
9aEpJuuhb1G0cHN2+2NPl7KLOruq60czKTgVlJ+YflrVNLkILYUXvZkOAVvuSO+9Qzd31c4UyOeu
HVS6siUkPcv0kqwiiC9Dh75z6SzznQqbMU4a6aqn3iH+5VlwKqrsqCb9g81EIgAwPlOXBsTpbnXb
DJRs0arToFuqK5Xakb9xiHVuTDSJt7mcUZE6fgS7o1Nky+P8JZd3n5txtOVLu1SDfosolayug2rM
1+zPq5Icuwe8tC+eeN2CqUR77SLwOyum/3ZKwmI/0L6AVb6xkcQ6N4O7PPpuJ26yL8w1Zl5AaBFb
rveKomXzM5atcfw4Ghd5ZbgGbfNe9oXd5aXcUOw4cDAggmsxykebCqSn2rE7AcNQj/VJrkUbXbp+
EeUDIr4KgHgxU/EPSqGafpi46fV7QU+xSBikJr6Box1vBYCsf0IDP0VAj8vML46TNucBobziIoJj
usR6WtZrg7L3tZrd2j31bl80GdTwLp+do4DqVhZizMcWMoyQk9ZhN0887drr62HNPPZ9LacJlwQ3
n7hBcPNDdKWLULHircKtLcYg6YpjMjePTPj24teHOiBYJrScYOTHedRWe2rQ+FzNylGRVPgtlpRB
dXoc6V2+GyJiYTqt5UscjvpuWlwaXmMrQA1k7ainBrgWkQsaNm8S/ivVs0V1pBkKz/vORLEHaWj5
2rv6hzj+VT1v0ft6NOWt2Vzzc8RyIukWp9IrZV1f99s0xQH6Cq6OKYWIRfnX77ZT3c+wQ2veGmu8
riTt8c80OnwWxVccqzV78+Pe9OWvIQ76c7hNNv6kydvsCxJ+MZzi9QhJuDsYktPuC+W5A8sswHEK
dZx9SjWXv1EsRJj6y+p06VxO3RUZwvBqtOUr5s3d3+NMaK6uFBnYqp6X+UCFwJs4saqF9j+kE23a
Ttqtc/5y40M3mMC794zVx9exNUOT1XVLoVtRs4P/5qmef8pjn3J0XtgR/KDQQ947Lbu937TucnLl
2DMQWtuTMEt0qmRV7+kyz8RSTQ6HVaaNPZ3NMeo/TFh1voh6fRC+055w7c3Zxnj3MEtwTY3n4Oca
64oHsq8J4zl6nfnj1D47VdG356bc6yeokfainK19Mlbp5ZxlLpzjti+ngVkoqeIjvoi+2p/5lKc5
ZyRsetQkgT2lbLioS71enmYJX/DSc9kMfIHUDb/ZGz01ftzPGZIKAkU3OSNW9YcYRbeuwwFY8Fi5
L8bRhxPRw80Xh/when9z/6sGZ3L884qLyP0+DFVJqn61Ng/uaIs3VwXRtwLlm0zxGBVLElmQxCEG
yjEZ2sr9u6GOOhI7XtabEnq9NF6NCKY9IGi74Qs2IB78noTwSPLZD95vT9eBPkGu4h2A3m7adOnI
Xr/KA/1E67iyv9iFiD1GApfUJFv6D3xjjAHbUCCsqh1Dtq7tPxa07/J69b41nQTunKdN7dONP+Q7
si3CNTDDH29Bg5wlraOhdtJCzfblEKiNctnUlk4H9HIHyUDcFdExyqtcrS3pWb8uyMfHN10PXgGm
FCz7axh1AA0H6XA6qYfQ2h8RzKILZ+iz/gsWDzp8HZavu/7QZ8cV0XSG6Nq3vONKtP/a9vxVQ4DS
qU4BJtAYrp7XHNnEnrs/gQsjVuNgMaLPrcNpVxKPHe6KA2OPPm9251uZgR1Vr5BLdPfMVsxikUDu
GQbLyo6t+K6oVDEg9mnYjmIUR+I+nGYY0p0L+sIxiDBr6vqCBXPVyzP7vP8Z92OA5chf1EZ5sS8/
AsRtd3ZomWdBopSf+8egnUfGzbnIHI1E/ptd1hawoG1FebhuTMs8tNHF8EwwtzFgq1SwPkKLOXRW
ZZi65j1pw0APz0e3qgIwb3MMyPcoCxQdaGvfmFSWmd9bSiwZje7eicoMrbu1Z+PLx9gx//m+3jIO
FPlOQQKjLeFuJeN3ecQBNWFQUipBp81BAJzIKW5DAjyS0MbQBSu/5HzHzqfNYpKr2RfixFWJVkEi
G4Lzqpmkk2GtUZ6sOwrb28LAGqTcptv4QNq6qU4OIpD92ZnN6ECa0O9y+jqHKXaBlrSjRDSoGFK8
JI7K5VEFwfO64U9O+qDfgqe4FeHxhJBPrVd0EV/R/DZv1a3iVW3vllCM/mWXfcnuZ2+rf4514ai/
LpYDMuusEqhDQbiuiV0X0Y9YR37wTK3s6PNSW8rFaaQbmQXKpjZt3oo6SCcOhS4d+gmbSWLQvpmX
feLu5eiXDSKslMRAu0tHLhDIiLmYUHOmu4fY9iGezSAQ0QJmW//x/y7+dfMZ1mfbix7aQevi5gxe
U+Rrt8kPb+7UJ/Yw4G5fiTXMhmEXwLex70fzB2ys3923awjpA0yJbBM5q0GX7Znx1Nts0MmCZcoF
V0UDkNWo4wGLxvE/F9NOf2rHsLTPXRQuf6Xq45MKjrG/TB77QkIT6H4KUX1K2Jl5fjR6mtvTsezR
8Nodc20heiklTQiF6geVL3FX/7Yg8cfHTslozH0/3s9BaK17supGWUn15TJgXm7laS/KEvOIbXVp
sAXRH3Rm/qsp+vJB6RAGNFIum220lohNjmPaTwOjxJbikrH7d3hbPnpLhjYoPJHDVSKbxSsus+7b
4tGzDvvL7Tl1HoJyG7XYzSckr/uh17F86rou3GnFDcS76OnbZEe3o+rBFbgmb+sIOfFX1iE+r6NT
4dvwJeOCoINDvvNBtNuTW4kDOsrajhsPksMkXa/HZRxF8dwcSCvfWhb2Z59LFw0BvrqsEON2PLhV
WYenCJr7J8MWuW5uxylaJuicj2/2JOIBL+CA8jravQWofy79pHYPwYOjzY8xNl02wPz8DaS9M6qQ
qXaxllV9U+vYvfM2Q1yKwr3MsLy/TSmOt20TwYPbjcevvayaE7k81UNohwGVEWgaYB8QGJZD9Zss
h75LG1fsmK7F9mAhzBvTeTAbrJ8cvrcYGlhN+zl8bHGGckNwdzpW1+JMrIHIQ3fqf8RlYEGnNccH
Isbt6YB9vNLfjnewLeIyr4hTv7c2XT46zcJmfBQW6FdoiGdhFXNDFOZyPhnHXc5IR6af6Mqsp1WV
MOwoMe8xlpo4x9DW/UEaZac4ZkDrx9V6j9Q6vOq93z5Jht4eHMwqz1u43dU8SGdmJfNmL4a7yw6H
+Yz4XN5FyzBcteWirrZqZkwiqOzcEctvcAncOKOqHlCF4QJzN4d2klj8QDjckySzxV8XY4soh7pT
fT2ksC/u2u23kFMYwUmrv2mJqNbiG/mtllL/65oAM8s2We8bqqFXPPXrQ71s89VHBPLgedXwp949
6wrYt175o9hsGKvVLQrq+EEuX4q+sXAalIQONs+BubhZ+iHjJIsAHp1OQobZew5nCguJIFsAj21o
buIKbhIXPS4YOQf9K7lA24IELLJMwurZvrguAkexWl3uTuX6vV1aIFfALRVn+zKoy6i2ibWY3PR0
qFj6Fs8vsz5sXa5UG9EpTawjuSsChDuVDcXkQF7DjAYwNPI2WgYpwlDoJrVr53OsQ+tKSUJxV0Rb
+GOzfA9QLhI3OJDp115ZM6INu/pYnRDWZV7dBwiW9Wotx3yPEabLiniIcklI4F0/W2VmVfR8Q4sS
BhrZWzIx+X65D52zx/JKHuZ2wiD1GaKvvUxHvFxYZr3PyPTT/XgI/QJoCPrqjczapKelVh8uDXSL
7XPkldYZbWyNNcGOTxsmTEIli+P34eA0qzCDfwumbvglcdC8QI1jeF4hKnurWc60kE3ckDxGqI+H
OQPAcsd078Ljg+cX0YrR0X8F/FaduYst/+11Z+UQAeyscNaPDu8c5O1c2BNTqd3dxr0WTio833mT
ljAb1Lzd3u2y7lmkq829sYXZdz2EJ5cNkcCImGFtCP6naB2cXXyofZjS2syyTOjQwiIdrUwQ7jFm
tTsjAgJV2d8ma+6jk1/vzbco8EFhgeBy9iG0cuEyVs9owkB1AAqs697H7UV7cID00GEc4ozuEib/
OsNzN/8OuqD8jj9jhPQIV8Ku/PrWS9W+xuMe6JfWx0WgVN9+Hzu6UpN4JzEkUZMfseDgi8ZR16Ao
cqf6sa89JFwIy86NqKq7uS2Aval63+AAt/2u7H37Hof2cLbgXtqc2bd+3xgK0f/hcsOMYTUwjDRt
Cbf3vrW6/tlFgcF3PM1chHNQkUxPUAfEZOC5qbMirr5U+4BIV80uDDSu7YypYskCMAXkQ3N79qtd
fLqI8h5HvCSZG3XctHytAbfIygqk4CZSpuI65SnbPmxEZnMCNYb/LqD25irsDTG5GdnQldWVpxU1
BL52+IbwDj+k96LXYHiRx7FfjNPWC+yymlE1GecfNbDtHRZ1Gz1/a6E7jH0WMERZJv5rQFZlsn9Z
/1LHoxLV9ef6RgrLFN5D7lYCaz6r4QWJ+o66CW1RlTDsdEWyYkq7MApGN6OGIgcMRk4y9F7aElT/
C18bRDJKsCm3RzP9V+DBdL4RZRC/bM6OUEOacm6qJPBWPICYUeZT2E7OtR2Q6mD5nE/7IvF8KdMW
c7rYU3hnGkkynI51t905ZBMwmk1Od57GzSGh1e6PZxEwtNdxvyxZGDTHtyJQRdoqskHPNZEwP6UO
xr8MFeKys1KdDtHYOfYZ/e4ekfN+eIvzt9e4V8QcFdxLB5Tf6jXypxoWVyHvcf0H1XZTTiIpMmPw
HFEnHs49ALiVSNK4tJw7FBcrOORk/ZxizHgAzGH9n1lb/9pOpfUJxOB3lx0H9D3mMoJK67a8rrYZ
bkJaHSLPWJuH2lp4NijJeVQ7P1ssmG15o4CkSEpVeJjGNU5Av7Z/flCOOY4Dwb/JFu8r6e9lAuUN
L4d6940cquJmI155lF7fnYHbevxIZj9NwAd+YsmlVzkRcPpt0YZlrWqAYlTl6ce97PSvrrS6ZysO
rIsIzfFuUH/h/wSMOtIpnvsKr0sFUhkE8cmd6+blONb/cXamu41jWbp9lUL+ZzXnQzY6C7iaLUue
7bD9h3BEODhPhzPf5j7LfbFeclV32kyndUuoATAc1hF55r2/b21jRaFni+BD7r7a+JMAGIzqQYxN
sdoakg7lOWv3ypBOuIu9oXs4SGIudDL790KY7WMScPrATzX+lFqFWLxuuTvMuMAmW0Jow9yQTbVV
0P9fH0yG2F4UBsW8dNV231cpZppaH38EqmHcCKTWZ57hpFeRPjbfDWl0BuYNO85Z7Uk1oPQlygrq
KyYJwKWuwgKhsRCaovFWZu+1Fyj5AO2B9sqiuVlFBLMRR9goo3wnv3daPLNLdprh0q+bKFtWFMy7
tVW2iRh/6/e+MZEW9S6J6AsVL1b0EnoaeSZtQCXuEjv5paI0XJqyScbXENrWqqrNxrl0Wg1dUa0k
zU76+C62VO9RH6qKMNUysNQSCWBdiOgs8NGY5ASF/TpeeFWEBieMwLOtcV476S2oFVdbVkOQ71EK
K/d6QRB65WZmGaxyQQZ7HqN39FeYiayfReDZ+XooccrMAof9GyCPnqoPsWbb2lpSfEyfDwmdAFCj
bUdpo/rLcGX3jeJtq6Ht3XJesA3AThsszRvmXPi6cofKbqAeniuxUxFOiloLz0/QDNxBMUmvzEYx
IuIByGz6laxr60wRQ6k/pyTk53Xiae0Nm6Co77rO8YOzMdc78xp62NjP4lJh5nKZM87F8CYvr7zh
EumXk+xST0kAlnGQjqoLqyqjnoKziDFWkDqQhPcyNJ2FUpStkq8Myy4XiNB1CrlIoRYF/9TPh0Zd
DIFQuyfE+Yd0ITddBctRkTtgTYDE7BIYcMZDRj7JvSM3G+esjEk8fCsCIrDhvrArA01DVnbaUk3B
2Q3rahy475KWja09tBS9mxPdKdFGuojy25u+jrkGxTbil9RTzaKfR5ZZyT1pNMfBbZJa0kdHJlDf
zSw/k+N50bhGdjNKlHeXqq0i/p5jNxzlleFwb0flbFnunZqpsp71rdn0O6Jtw4uVu4hBZvhkmlUe
kOd0Z9JDzsaBWlh2S2klzCtAC2q5QEyRX3sIcLANUQzv2e4d/BkECHtjTv4svEk5ozySJyy3dGF1
61qxRxhBMTFrCMv8XpLvfvYxrWyb0kSlr3UgHPIsJarkkjH7znQhMC4h1XDblJeBVodzqlnHM8uR
SFC62sZNgYHvKTPqjHuim+yHoHDu2BXctVnUbExhzN6rO9V6RLfKHYEY+IIbs/lkJ6pR4GsA8TVD
yaDNI3lQxRB2TOeJw0VrERIzoX5Anq3sBCl7VUWJRdzUS8wFCiT9Kk5867yWbb5F2ZbfIKX/Tonb
ENteVD1xbIxWlW5Hy8Fnarhmqt2qTlFfuXGc3PVN611XgAOsOSpidW9Lgf9erarWu40P4fO5rbR+
uyhHhZ2GvGW+0poB4MFY+vGj6Xpl99B5oSjWLuWMe0glrPZgwaTPtmdqZotK04T+4HTomxfsGi0F
LfI+C9aBxUrMiTyUxcqOejbW1kOvCMHAIcz+FhlNO73TNmThnWv6I0qWY+9o7kUeOQZgjhpZ/yJO
nCD/GQD78FYh5Bb7As1QOsypECPTvcj6MFrpwViWa4vENStDL5R9gnsFbRbW1We7GfH6lnn4UunI
4JZIL4wr1St7zpd2Tj+R2DPcJzBLZKV1BDbFqowbpnLvQuk5sz0x1mfk7og7dDKrXjqE9uEZ1qpE
weDWUxBIw0/rgruJ0CoKJHXJNrOL7qXsRIvcAqmESTyidNSZIVVcb9iOZbxp04xlAYlFpV+N1KJp
rmzHj+q1tPRB3AnUbju9HopwOQyAQDYEj1qS91UT13OkLXW69C1fH5fJoIfpjU5UgUs3AicMFIg6
8sc4pQz4rsywmi/aIGo4R1u5ps1SRIBccjgLFDtqxHJkEipJsWVMFGHed2nfXmWq4FvGUaFki8LL
R2tVCKstkNHE1TjDQKZzuYka+5eRpGwpbDHiodGLalP3YfzsEK2xDmG6llXbds9U9hbLm6H7tRsM
qLHl7UWLteKpVF3cO2pP4uKmslQ92kkKKqqzocEjNEcM0VZXQ0CGP0xD7bYyMbAtcDEP6xoLlUSg
mjmHorNoWghu4Ttb5r2Sirne+5mOhJiIx4ogjeJQukFg8Wh9lVQw6rE+usSFUjzbVJwOV21hNhyF
4Oz1sw7AA5kzX7LSVC1FFDgMtONdNkb+cxRXHcujyIgzogCyoeBoYYHzHGdPvwuiRDwOXWBa85i6
AuFZA0Z9Gel9puzMIo6rdX0gkKxRWCbFDJig3681Qp/KK3DuNppXoS8P+hw38n8kTLaOujCtPqA+
14CDviiWW6BdBceTxTeD66VMpaaOwQ00nhmYP9swKtNfdSrI8BPYj5OzAXABRxSvB44TyCRoF64u
M8R3jiNxdIxBEvrnQ1AdShwD8BLsDiKzihs3UwMzmJtcn9ptYnadWOPkbSoMTHllrY2wE3IDbiC7
IZPi3kiKdt/VXdHrS0mnpAv24z7dK3XadOfETKLrjKJq38bWHpI5RZq7cGXYaeetEkA1m7wwi/Mw
i4m/cu0n4QKCQtv2jLt5EJfOQ1hLHCcmB9YfIdWFva2Rc7p4igAC2TgjIGui0xuGl4G4bUmdjq56
QewNQq1tOGKeW9L1xJqAs+UtS6Sqez/WwpceM9KtoQzmt5qzDwly5C4sSlYQmtsGqMIwk0WjgkDi
pOvckj3oytvIy+eIQQg3peyjheOee7AFlk7U4G5zsGX0SxhrqPmRl9Q3OeHblV6P6sUAlGBPItFC
CaL4NUxBiEZwzwi13CNgiBCoxr63Ooiq0H9FSHe4n1nhPG2s5izyNKuZdZ2OzEhNsmc/OQQvx9bp
XghDR7dB0yevfU/Oc84MQzFXcwhasIClG0I33orKlnGGv9orHhpwZOtWBPZ56gGQMF1duXB9tp2m
IPa89rWuQ1qrkIlL+eQLt3aEvk7Gurqo4FJh0aw8settVDORq1fRMvA4Xc5jNY7v3EbRHjM3NSDN
6o12xk024rLuR/2yo4C2uiBOb5F/QtLPFjEqEaodAmxr0zOsheto5NMLii+D4MCEMhuLVMMMldaK
R3pWhoTxqCw+iyvgBLIUKlmzcTizMB4CwSnNce1x9ZjBvm1fSlF0WO3j2u3OGncQK8nxc2XJKLtE
DwWIB5lLss0j6q2Q4esukjQ+nBS84CLLIw9BTW3ci1TR4m2UpHi7G3IUF05dumsjcpWFtNzrQTW1
rQmDh/ScF7tb7sLFz5qMyUZEfWVfZaXnVnuSlfc+15dlJPR8UQ49bClXCViZSJgxrcvxmm9h7ak2
3Z4RuK8Am3Y1qDCEC6BY0i2+VZPzaWadVVz06ssEyAymNVC4PmgCBx2wFwbpqwIx+Dzvy3iL4ayb
jzblpO248n8gHa0fnTCT6P4w6YMTqECK2A6v1wLIN9NagtKkGiSeVmryxDvGe71OoHksk6SpuC/g
Fz3cDA4JnK6R2D1tVM4LzzQsvoGKAhDvxjcoFdbcNoqfqV5oF3UGWI8VBqNx0KbrzB2tuyZUqx9U
QZZkNGr3TIaxcZujbQHhy6XSZypoaGwcgYzD0Yq1oRAUIzBDXp7KGSVHDdyO9gyqwXBuVH3HmYOT
24w5ppmEC02zRlCZSY+gYEpwqchjgq/2GOzRkjrbtC17fgaROM7xcmYPfakVSw9+yy4oTOeliLvq
ew6maDfYByaNPaCCIpG8wc6nIfgiPbKtbNAgQjf9C7NL7Bt21naRakRWQWFYt9xSlJ2ddM2u1IKk
Xpj0frZFAKhtbZMqcEx+kCI59tSDDKBxHzL09dq8Z08Od2aSFC+llNqmCBxeq4WmYOmbdbRJgZSe
x17THazcdbdpKfZ2Rj64WXh+rX/neDDcqZ5Oqtvpy1wSqvLLJbZXe9V1A37MKHI3OiWF8EN5CUcu
ENJPlVWi2S+xD80slMRroqZMR08VxbA0uaz6GyePyztHat0DFRF8JGuZAgGvQC3Q6wxMZAp0IFKZ
YtZWLcefCrPwyFHwBlKitXO0N51Ep5ecuRQWVdK1ejFLazW74ChXozuzCAR4I0ryJJDlZkiqbG8F
rresTa8+7yMS66h7va1ZKuo99Y8hpwyqgnUhP7DgZlWp/ixKrnddghdEs7Xghk09vrTtoFz4ul08
qHGTbJAo2HsSqdVq0HvWgII47zoqa3dBLC3esrCRrrGDkJq2SG3aZZ2ONtRKTh0e6rpDOoi5Svr5
SdUG61tXNcpK6c1oz60Js7TWJEthIL/0c6cF1gYl6WeM5fv7eFhvB6HHl9zVtGHhhGm/15ocL2Yz
1tESUISG9yXnngZJC2ZnB+8/hJhqniU6CKph5YLpj4AshPC5v0dRrhe7iE0twI3UWWVFvRQk9skM
aBgn5plUhOVdqAGHNqLnFH9pbhBZhmbEobhIiXtGkHCgMBqB66RoPaGFoX1CEZRe2dzTLTguXlCz
sKZ2MVYXhL25X3B1qdP4kn0Yd/MstxM0lnvS61SoXI0gRvzXIQV6vHJG1G43ChKz/PVrZupfIVkn
MOba7xDhCErecpq7cJFUlvjZT/voCcsYQ4kW+2GgbZGN/qw0KWYe0t7laR8+YRkr5RtyVepbs7Gf
GapEJo8Q1f+CkmxO4MWG4sdYjPBEk0js0XmBj1VVWBViNJ25VPG3nvYEE7w6Mhc7BN+pbxUlNub4
JtaZ0NojMO+/6tYJXR2GRiq6odC3DMynsuq3mVSPUKT/4qOnRbvDytREkmTaFnsqdrx1ldQnVuWZ
1uxWNJRBMVeYbV8PXJtHe1apXXHaiJnW7PYVj7iTjPWtXzWXXDW/cew4Arz+q1cyQacPHhsIkki6
slMwyvu3SozY/qRhMq3YbXcqOh0di0qeet/NengWLDMnfvZkhpLhQWNkiGYLQShhn9TOQuXE2hPG
ZIIaBpZYnYzDNsDPsDBC3QD/48gTO3MySbEuOJGlgqHgOI/BLF4hPDutaIAxmZdpWQDFCK1iC5F5
lj8a0XDkbR+W1E+o6MZkTkoOLwH34WJro3tR5gkaRKRLCKBC4L0n1lmZVus2hYXpJZc0osW/jCK9
xIe9OGkkTmt19wRmOF9lxTZxnedY5ldEkX6d9tGTUkV+adRxKmLKRgOPVs0l/uLTqv1MK3X3ZSNJ
5oXDVgVE7/RX1hCfBpbXD938rowBwL8Ql7o/bH1qGi5M7VBdhYvdaQP8rWbJu08XhaaWeqX0THvH
uESpUp6hdm1O7MrJ5AwqdN2V03Rbu2vPK81fq3l0fVpXTmYmPTmW7JLtNtPrJeWbnipRn/jGJzPT
MYAv1lrVbj1KYS4ROVlLUQ76iW98Mj1hkUEaQDi11YbIu5A94QVKBoSn7ZrTqt0x4IzSMtAJVweP
ftHYr55nnfbNpzW7IxcNSSeh9VoBqgtXybmopWZ8ZNn6i81Nm8xNqaSFl+pjDdFT1Ijhied5gXZa
l07LdjtuFcQQY1PKywiMEv5OmvnLSQNxWrZb8Ssnbn1ZbpGwYG9IsLSXGjC10z798LbezU/T7y3w
31DjWcABdCj+fdRH3Wlb0FtdjXcfTiXNUbfipth6mnawAgouEjEYq9O++mSGOhoynlHk+dbPRgdI
SXtBQiQ/7VQ7rdydwZ+KtJCvjhEnnkFlWWkYjE/88MkUbZIqTJuWzS1UkzvIOuTBsuZY+V7rbSP+
ZINW3Y99in1ONYbI4sXgT77TlWidm80DGVxodQV1FmEC5QexuDgrxLjtczkfqmzcWY6bjitYHv4D
ZtL4LLKoZyO8yuWeKfP54ZJJirz6afWoi5DPNQfav5wjM7j2JJEG+BgoeRR8vXJAD9qg8LQG3dqW
A2j9rv0herC0OEdnBGKcqy5z48tERTmKarC/wAkTbgUgr1kQKGdJY96G0r2MqFDVdO23fgj6ZT/G
BCi5Yo8ZzRYiU7o7J8viVW2r/hJJk7uKpXvIaBfXMdaeZeI3GlrsoD3TEGdayEPg1g/nfS/81Zhb
TXVP8YWNkcgun2GpU36CXxZEbawW9Qkk5BYgDQIqY12gb9jhAs4JAEZAfIPw0i097xIW6VL1q/Yp
GnTcpbW9GCgOu8RLca458nEkVX5mNsmlkrUkfoJSuRMy7196l5OBrZ6nWQzFxyvERlOAIeFnBQjh
hAfKMjcooBp9i/hVqfqZZmSIf/BJZ5ijzBnhnV3oN4hl83OtSM4IGGS3veN5a0sBPG5jIbgAG4et
cEBe2UJjNPWr1jKuWsfqVlzAUwy7osdJhxl/nnlKvTSirpnbkZt8i0IkbWGtrDXkOVcxcDH4dxck
CrNFmkf3Y5I6c05n2bAaC2UDK+auUIaOkBT2Vc6bC5ds5LCAbX1l4oCaI8gFNCX7YQOzgTICceDs
IGJ2KDyGnYLPFd+hNdd8z5s79H6pGJaAm2D3aw+q68Y2NAwemVihfaseiPAiBWnJ5lNvgUixSG0X
UlCCgnSuAz6bA5VRV3an6PYcVzM+QFuX545BdQBIQmYJ3ZqcaW1U1llRDvXOc+uLnMF4AAMvHRdE
4tqRnLJgGHXWPG2HTVPbu87P7rt6WGux02TLvMVYZrp2clOhktgNlrqPoIAuK0jN80C42MU0sKUt
jN9znGX1vC7Vew01zkqFQM5Ai9x0bjlpvBUjiXCBp8F2cFmb/ppiBeR9q0NO3eGFFs0vN3aGRSrw
wgsCf2cNdrRFaWJO9W0npZrICJO5UV9Hc7yua8pOXbm+qEDIVxKuk9bvoA4OsLQzprB94egomEh6
9fuBWmtwaIZyxJtKrg6rZt0aW58aIY9m0+BAlY56CxLE3lldjokDbnD6rYO0w0swuzkFr9zhFnDQ
3iKmpN97eUORifwsNmx1F4LTfazKSl01untVKlGxGTsycyJYgJA6sw00FW7frqpDnh9robYsLTlr
TGLHDvq3tRP6sIlgRcCqYEzPD7Yq/Ef9dQyFaZV24baOjXMYct+F3zoXWqRDzqolM3sYi/FxDJME
JEUYWmvKLujzvCNe3ZbBNlUN8o1pNYD3AC9MhQ8X8b5tiXBclW1o7CxdRP5Cb3p1BSt7b4Wu7izg
viMKhIS2RNHiKYtsKA4nq+cgoKAIhBmKu0d2/qp5mULSIi4fwhC5gVZlchngtd21o/eQhPbBmze2
6aVJ2G2lp/kW/QNzA/Cx2xzih7mJYhPDwgxmEcuMZ25weLxgTtUeXIVLHHYBKsKSuS4XCtFl9JdI
l/m5VS8tICPLvhsUNBDFQVgmpKIsHZxI9wFOtaVTSbFwYgmnSPiSvggwNg6hmu2qIblE1OTtKZlx
qbCEFxnRV8NQEMajX6KOSwfejeVAA9/+pNnFJovlhgGmXPrYpVaeCABOk9xxejRyuUxRZlglBDNM
lkxnrxx/FhmitLgy4lvEczpKzs5/1BS3u41U036UWaPs1RzV6bxratd9RpjQ/FAAH0uIRll558nm
FdGgcg53EJ3qQFeiLm62vgIOcKBHF2UtxhsOFeOqToNiXCC/Rn5BhvJHa0ru061NPTYF84+a4r4a
zOSZpMRASdM2xrhY6Et3lOUicGUGLV9e1R0myLimkp9h1j4aH9nTM2Zuu2DZ3WfCuf5GrcvwG3KM
Ot+2itkO8xr14y7qWlfMDbd+khUaXAOI+7ZNO6SMceUMJNHs+qVBezLP3HpEEmNad65xEPLUmD89
kjYL0DK4+eBD47wB/6OBbZlXILU2bls46zHO/R1JK3DbmtziwQ7wtZfmFfKWdGGQ6j1TXJV0j14s
DQuQ93xI/StivhSHGs2m68AoGQHp7P4XqXNbnCsQ28tnQWptHvfSX1uFAKXmyrs2SLRvKl2KpjLF
6QYKJDcLq7iHmzU2C6eUubFwIl08Jq1LlrNUVeeiTMcNLOxhY1rornpKb6zLaMRgrJjxix8Hdrog
iZEh9jN+gTRxbnJJtrpOwp+GSpoURaOWPzZDpp4XFFV/bA/qhBJv9SJhQYbxkQcimnGmSeZB2NRY
bkKYI1GitZdKg5e98VLIYKJ2jDOA+ne447QzH6UmFl8R3IuyGC6VKDXXhxQTamyz15aujgEQ+B8Z
PkCLl1HdjlemOnLxMKwtC5oPrjKB/r8qqkREVBBBUDMX5NDLeaomki0rN9DBuxoJp7TIqnOUnKDC
KIrVXHcYTu/yqK12jmize4xqzbK2DP8BSXDBAQEvQr2iItOwQXnR59tYowITFMTAotJXRYq0CTLW
oCjJZ13B5VkZTcwzZqAsMA0sQ6+kjoE9GIsuN/cdkOIZdnVWtS65Nyuvo0yEd12in9cwjslkrbOT
cq6DE2Q0tBC/+XrC8t7jIDZHx5ddDX5Ez6VCOa3kpnooM/fu4F/nyAnBtJnbOjfLeB7ppYWroELB
dOSq+BfBbXVymcPmWwN4GAx4MaiuZwAqePM6KCJA7jrw7KHrTrvZqZOYaBTAFgg45WzZYThFNhX2
WcKvwEVOusWo1sdXBfqwTaMCy1tl6ONw5dl9ghCq9vrUPS2qq06ueEkeu43E077NQkqjnEuXibEt
Il9/OO0JJkGYGJaRgeTS2ArrIJYu3fOkoNDHkaF0eA+fXWYmtzyX84YR+e249RssSGeGgoA58Fxw
hnqhh+1p12B1EpJBMd7kluUznhwzf7Bl1n9DZysvT3tDk/ue0CTD1VaHbdNXyBCpJtmdY4DD43fK
52vu5MJXRAE8I0Se21gq1ARpuF8FJPiK+KQRpLmT6UyO1zBa7KxEN5A4BVAMccMlnChOmgOaO5nN
YPw63+zIO5AIFsi2DND3ypCjuzrt/UzmcAB4ATSp02/VEQxb2YX1zm1998hadJhHfx6hmjuZwQjG
JEpI8oNGCut+npYCunPIlfDEbz+Zv9S99gBbyH5bI6wNYSP7+SIMxJCf+PmT+esLpR4RKqlbDeI8
NwV8jzGdnB6rL/xX72cyg01q93jogsdtoqLpT50KSRHVObuTArWaO5m6FYhMVUvzbotSVbvSuzj3
FkgyhXPi5JpO3gTfV6PDg7ISr3nJAFlQjtFSb04ams5k6jpdVRhNFXRbzLDI7PKQ7+04aX1adlZz
JlNX1w3pph1vh5IVbg4gSVNvwH72r6d9/cnMTUrDlNiL+m2SdskCWQ/3nIY269PGpjOZua1l14VZ
Gd3WGx3/NmqNZljGcWyl/1z3/+NH/5/+a371z2la/eO/+PlHXgwS7209+fEfd3nKf//r8Df/+28+
/sU/1q/5xUv6Wk3/0Ye/4XP/1e7ipX758MMyQ0Y4XDevcrh5rZqkfvt8vuHhX/7//vJvr2+fcjcU
r7//9iNvsvrwaX6YZ7/961dnP3//TWOa/cf7j//X7w7f//ff/g+WFPn//m8SEoT+58f9z9+8vlQ1
f225f9dUFxGMQf0BC/X+b3/rXt9+o+l/d3VNN13DcW3TMZnm1CCqg99/U/gbE1u4SwDCJfjqCoZD
lTdvvzONvwtTBR1OGFHTNIO02/98uw/d80d3/S1r0qs8zOrq998O0+KPtdYRKnZc03EM1YSIazjT
bPLoeyYuzlbfxY42o66RH6ILno1zSAGyPFeoevPu7fyr/fftHcbZtD3LNHRCAjqP4E4WgcI0I0sp
B22nohuLkmc9/SEP+GbqUHzd0Mdjzj8fzHIpz2tRwkezrcmAZy8JwXD4+i4DfAzTjcUgQA/8z+H+
YbS/f5xPWhEGtXKEsPkP3mYe9935PKGwkpWnubnz+7a7qweu8AlcE3TylfFvnRneHoimBNJL21Lp
+0lTAiA+LEJp7sqDClVQ1WPR4yXdf/3aPukfYR6QFpqhETiwD3vPuwdqETtpGq7QXdaV4cJoEQ76
HZzawin2Qwuq4Ovm3pKik/EgLMMFy2GYumnqk6dqHV8pHdJsO9tUG33OGSC9zzsI81Tq6/2Qt2lg
4w4t2UIT7loV+pwvXxqMgPGiyt3KouAd/JsZxapkQsSmEC9N1AFV0awaxtRIvai7nIoJ8xD+1K+g
lB0x2Uxvn/xQ6M1VO3TuJkIUTtXxnl8eeby37Mb08WxVw0/jCM1kGfj4OsFvqbASG3NnULZgWWvl
hRmH/iJQHHNDzoUSSsplajbPhVezrcMNIrzhGEdS3dphUk2+hWs7LECqquHKmmamgYuVds2BfKdz
lV3ovTozMTJGIEBQVkcrRS2XFvamjLBHIMdj+ZPPXgLiYaaIThxQ5/8+vgQzB3Zco/HbYecAp+wX
w3Wm3VRwD5ZmXSe7MKIutaNSEv4AkVSkcWmJ3j6SOvvkWzjET1ydpVMHCzsVQtSILDFZNtZO1+Ly
EaO/t1GF89QCR9yEut4th0SN9w2ElTXFAwsqKYfapuoT5ezrIX+YQR86g02ANV+oBoNeCEv/+DYK
w2UbdnLl3I4HykG4or8drc47sjD9uc9pxlIFSxOVEfB3Tg6jBnQmLOgE/KSPi43slCh+ujEQaSLL
xEaCYtbBtGG4hXv/9t9/QktT2VVYRlwxFYT1OZpKCQDoHJGSBC7Q2c9fN3BYFCav0AJzamHyNmyN
JfHjK8wToTUu/uFzYu2olkPr1lQoWi31aBFFXrzxnSRYft3kn9ZFy/jQ5KTXiKPKtIqFey4uk/JJ
0++d+L4y7r9u5E+7yaSRSZ91ceAD/7Xdc1997rIXSzvrkiOH+0+eg3MIxa9VS+Plicn+S+S+isEj
BjvivvPId+au3sx7/7o1/r07KPuVdTjx/NHSpJO6KspI1gTBrtE8KKjOugn7b1+/r0/GweFQZbMD
U8JSnWp5SqfVe0wJwa4rmmDdjuWZE/sVBE8bzXYx7CsU5UdW9E9mr2AbdmwWNDYsMXmqNhmauixq
mvTluhy6J2mLq6+f6lgTk6FGQZgB9z5NyIPxzxAHd6d17Bz2p3MfvSP4+qwOrsVRctIIiDy8BJQV
oU76tee3WwoMDmy0NcMgc8+d8pYI8JEl6bOhJyzBSVfVhO7Yk22gIUumk+cJdr6+V0loMuqU7jqE
Y3fC+/ujnekQx4oZgQPtgh2cyLXZIaENhrQ/0sjhujdZgg5nPtYeju+Oah+m8rtzkpp4MgRSH+y0
SyoII7BpSAG1EUm3dKbg5v36kT7trXetTY4RADAEhu4h2FHcZK036ZYow880oCisayy8SJvJCltP
J44sem974ldPOTmdUbigJUxIuzK4UclZVi641JKY5yzQ9ccWH0PsUxpNk7OwaSCEnAcJiKdNWnnz
UHnu5D4Nf3StORv9eu934DLzZWTHK8gDa4hdayRVC+q2gvrZ+HI4YaV730OTC3utCigZ0Dd3BZZn
jd2eVwgPGLRF+vJ173y2DL1vaTKwO4uighaGw13QXEu1uCjH4KcvvyF1h1vXVEfCJ/phav6pU4Sj
UuDOVnXncDd8P/RaXF6dGI1g1+K5G51Nlf9yq2dtlCSXmyejde58bnF9+ahQOJN6a8l1VFBXWFLx
YhSLJttG7bUN+98gv+iIlW8lR0brJ9uYEO++4OTNI34OVEkV4R3mUXelcvS7IBWMkXEExPL1q/9s
rXRUDgKCSxG3vcnECNXe1opGC3ZJTq66wdlG/ttMz75u5bOV630rkzc+tKBCaqtnGuBbbuS+g98x
mNsUPuvXDX36OLrOYLJ0jurTk3KUVNRlQaOzi9U7GO6LVh+PtPBZ32C8/lcLXP8/Dp5QjcZOtjwK
FAloKHLmyOtTzjGCvtBVg4otqm5MegUj5kAJkDHYedq1PxibXC3nilEcuRB/+ijW4RDNdZXD2eRR
8rDIDMh4LMEMfaV9KMbnrjhya/i0DduAdaartv6nkLRu51QZi+xgF2V7bzTmmIcj+Clf9/qfryZs
xs67Vibvyzio+5wygJGrU4EnraGPVvYBa+H5xTKM9D3OvscipIi9bz0hisJvbsj+yLf4bBV7/yUm
g5xCcAb1bXnUsa8U4I0mpK4eJxiGRko9Kf5SxeB0SptC5W5MTMFV317Mu10UBoiKvZ8uPEuHdtbm
qDZAxpn65XDz9Sv+dAa/a0j/OOyt3m5kKw5LEkAHxXixiNiwSY1Dd+SJjjU0OcJHh1tLS9Zol7u3
VGSe9U4DZAu51LGE7acjU2BdfLtFcmn7+ETsba7REeLYZcq9H4mlHO6V8NgB4NOncTSuWNTTMtyp
1BeROf49JQp3kf6LwkZwCC5cJ1mYSH6/7h/N5OtONzUH4CV3Vu7nhEU/Pk7fYKmVVYjMx7BnKMoW
Trouu332HWDOLMs2/Rwr8+gu1GxVuUB/jnTbJ2/TId5lacLgVEyU4mPzJPyjEOI/D+re4z0OuH8d
W0o+u5F/aGMyNPD91Vlv0YaND5JTsNjaQ7ikmveQwHyq1kryU3H+PfH62y0MOCprsUbwg3jAZGlp
hA712fLDHamja5C0C021g9nXnffpy+MYTDMuqpTpnuKJplaqLA13wGJXXI0Vg5qfXnlkiHwyQogm
/NHK5ObV2EpU90YW7qgtTekG6DjEz75+kM+aID5EFRGb/7F3fRwFeQk7F75NuBudfYNl22+PJZY/
mVBcVIl7wyhxCftPxoCLJMivsyrcSfUh1Pddn98E+h5s/JGQ32ddwtKgG65jIG+aLqyh4VUQ4aGu
R/armd4o3X2dHDvmfXIpIW/wRxuTOZNXpAyixMQ+HYwIyWKqPjbom9YE27dpIb5hdY+vVae87iIK
yX3dU8eeb/Ie4TmUCuXHwl3lXLntQ2Q9UbDm6ybeRPWTJenD801Gw+iEWg9JINwpOGLstbWBxgeL
xQNtbLymEFKFtjabbsbVS6THXu5nA+X9yz28gHc7Y01dezRuBiC0A/k7Q9n5LUxVgNk/vn7KT9sh
O2JpBpu/Iybt2JkGvJIqNLtscDH1V+EN8oRhVkksqGGPwfWU5lx2fHYsHWPBx8cSVHNLS53liAq6
s8ovFna9RTe1CPVjL/CT4wwRb5f6eXghCdVM9sfeNHF6CVZbCfifc6gedXObah8mJT3S5oim5rPt
60Nrk8WJAo1e2cCt3o3AU7+lCgXKk2u40SRMAngtEYr5/r6DyQjdwI9hKg7mkTf76WwkK6QaHLt1
YxrQ+W/Szqs3bmXZwr+IAHN45SRpNLIt25LDC+EgM+fMX38/6uBsz7R4h9g6wIaxgQFU7O7q7uqq
VWtlQxF7qEQTQ/q8slVyc5sWbie3kjt9WykISlBjnrbVGPeHHNnIj9cXdnFDnpkXNqRTqkqjzNMt
wVEPxSXCcY+rycuXKEDckrpszvVKmB5UQ1jUKQ1sSW6r+ViDBVd6D9oYL72P0q8hl4JTfbEelfyW
WGJLfWjlKbCQ8bF1RdYU6OipZBiC67aySSopaMPT05jXbgC/Hjz3mzy+swYNSrU3vG4uzM0b9+wA
yKPIRx4Ec/KQuIaF9uLzFD39+0U7H5IQ8vu6NFjqgI2iO+b5j7B9GI2VWVuMemgAZ9YQ43NUXRiH
B1WfZo/4ZQ0SlwAPidePfiFvo1b63QbFSUZIcwP5CiR3K0DDZdMq/qI6850umi76RFPy+YJKC1+7
NaeZlauHfCtUQAFbCJS5yBpWB7JVykmDuwYSTzi0rk/x4i1ClE7Fyab4ZIm4kUgCHCwr4Ndr9SE3
RzDcbbmdOu03vUD3GnMPlfjtnATTCnmHyC+yJmEmr1R1l3bn+UcIGSq5qRBehUgdcpR7dIQgnHtY
Lcos7g9dNy3bmuN4Me2KonrcJU1OOFDBjA4FpHlroMW6g8PSuI2LFtnacbyTjUJfucKWTnpo6BWF
Xmab+FO4p81eT/MuwXBTJGCvOtSXFWXa2IjqocaK0lxYDuNKRmh5WQ0Ku0D2VE1+SdKdbc+2GDv4
UEuOW0O6b8tHlJRVbZc3CN1JW4fsWms/eTEEdxAZkiPZdd+u+9VSqKobOilA2OcUU+y97hvba81u
jrkjONwafUuxZeVGWXSaMxOC09hRaJpVT8At509TUW4m+V5Dwub6OBa95q8RMYlTBQHSiQFG6Cr9
SqwVIeBstbQNhQ9d+CtJVnxlKdzBOW3DNg1UI8SoYPI8YFYOCgBwXU/wCSXJkdxpkK7chosuCVmS
BrsmxV4RfNIpk11Cm4p30LDQoKNhGeh9ZVDKrO+7xSFZKoV96jhkwdTLi0JJompM4L0/RYO9CUN1
0+R/CnXcGWvNpy8Nsq9uX6g+ZZUF40gXNpqDpBqi3BzlcOe4g/c7GGH23dvG3ZR4m1vHLujIuEMC
yNWR65lVLbJu34+/rzvMoleefYRwDWcNIl+hwsaLoh9BRSNleJzCn9dtLDolOY/5sQkySuwUTu0i
kIEKhCeHsMmwbwbQqAHqbojcFXtvWrG2PKK/1oQbEtpXZGwqXp0G+PsKDimkSYpgpRqyeF6cDUm8
6jM9iUPaZU8NjUmm952OVvd/m7R5Us9OREsDRgMlZnjK2k1jfvThggmCaZ90w8Z5QhZh5XT6f7zx
77QJx1M7WFEFEzMZo8iDaPJ9HJduVL/Pw9u5sNGGxwI6UBd8KQy5B0Nrt0HeuD4eGa9BS1bmVjxU
YlPpI/qQyUwk0SayHjwU3q7P7aKL2JSbkTOh9iwmJqZJcgIrGTklw/YPLUnT7WQaX7MBLu7rhhYP
kzNDwu5CycwYkEji4Ip/QBS/SZDFC9LU9bp6ZUhrlgSvV7xKB4uFpWwybko1P1KIoGgPKf1KdW5x
dc6GJHg+jc10CjU9B8bk925oPschAhvXp21tfQTfH3WQwVWLjcl6TANtl9U/lTjd/W9GBIcHvGmh
PI+b2SxK7P2hfr4axC2vioFwrU5cYdvC+suRDlH6gKOlCiIH2eRK6Z8R1ZMmXHG05Rn7a0hYfs3P
Akf3mTGrhAhTe7ZHeydV9sq6LN7DNrE3EE3dUEXehKLprXxUCb4H37DuwHBbcGorSM0oxq5KQuXO
9pVo5WBaHtlfm7M/np2DtIEBUzSw2XY/4J/b4XHFUKwYWbyhQNMBpTUJMcQDoZD9gBf3xKsi/xMn
GkyWN3r43MmbytwP2Rqz19KQ6Nl9wSSbpiN6RdZEqI4ODpnrIJMPcAjrcBFH/aGO8+T2upO/lBTE
IINymG6ATCZVKmK7IEOoWh3sHQAbJI8cxbW5tOJkVwf5IYf2utnPj8g+rnfoTWyt6cGw2k8obxxr
NPViSUb5hw7z6x+1tCugsNQAM6lAlg1he6t2Nzl5zDeF4QDZ5Xcl+4MwrTu0u+t2lo4qAyyxATp6
xs0Jm6KPkJiHST06Jf7H0f9DSef631/ymvO/LxyFaMqREZLS6JQj9zB35irIAflfirHdVFyQWby9
bm/xBQ6GGBigosjkvQWDQWzoJayFDAit6T3Sw/p+iqGPiIbcuvELNYZY1vE3JWpELr0U6dfRAQt6
/SOWnHdGawF0Ih1oio0hmhXD+WsyaMV/Un3EoIujZD5dt7G0cKZtKOjeGhrHzPz72Z6PUSprJjWP
TlmSPta89l3ATsUbDjOOZFNTySPIYFgvjZRhOY75iMRWWWc6ZAVBt5HBtmy7ovhVFx2XtWMObzhn
KDCaNqEHbQpi+Yh8bTXK+RidRvnerx87I0Eb4pviodmZ3o/0W1+fx/kKEze/NSOEVV4zuix2B4TQ
XA7kidDHiqyngs7E9luk3gzZTTh4H5TiA+/PFe9YtGjqqgpfrkJ0NXvP2crlmhyid25Gp67eEfPk
dsa7ZWxo1PZJZVoo0QxfS8PeXx/nCwPT5UB1dEbYE2iDzzlFIV9cG0VawB4AduGXhXDptkzvFFif
f3rPZGgGBVqHUzkeIIgA8d7Fx8mEEQOwBkLIKzO+kFLlS2iTMG0+ZgbUXk7AGMilBhIeyEnPk6AJ
t9ONhJi4OZa3svHYD89jVmz6CjYDyXs3tuaK/ddHEuapgykKnaaOJkLTy8IyaWGrgxN3gevHSIJR
/+0UFE4ho/1GFWvF3uuIgN4Z7nnOV4U0riEMN7GKDK6ENDiVVr0Ju+91MWyQ0UvMfZBGK9fGki2D
1hNrrr3SziNkq5NCSoPcB3SgdcVOTT9NnyVrAnjrpvq/zu/pFPnAIQKCAm4jAm6cNqBfLOeClnQE
nQhykqMShytnweutolN/BQSjQi85n6WXnpIqjRROKakaNKURi30sB1ROf4zmDyl7Vr84a22IC56B
OVSZZmTvXMW8NFelUK7UNKCd8j6hmiBtNe+L7u3V+NbOHQKe3ytbUuXvCVvywt78+9lJIIF/CLOa
Z7hiJvvCQ/GigEUosA620j1poFT94c/UfIdTKWzctYzDQj5xnty/oxUmt0Jap7dR2jpJAWqU9uDm
E6zxFqST4TFCp8lpDVSE7BsPvgNVzrcFgjnE6Cu7Y+HC5jPmwgo9K6iovmoykj34BubMh+kMt2qj
wnb/fYyexiSE1rWG0eQb6vJup63dba8vaTal44ANJp9J3CcECl6K0LqDfufJMVGpczq4p1qqqmsu
vJA0ALQNtG6Gv5P/E32YdGpojAnY6mn8LR8CGYL0cRMjshDoigufzaNxax7Qa8skN69XioQLxwHH
LMlxC8QwDi1Gkcx4OfohWSXrlwJxdRJ9rqpnJ/oQRb9WfHk+WQRfvjA1b+UzX7atVrelHlNl/yMa
n3PjHYRurul/tJDtNpFJ3Of5lxWbC/vn3KaYBdEnS0GoEJt5XLv1u8C4CfO7yDsMP5vqY2DoLv/p
Dhmuw4rhpcFS4iErQlKSR7Awr75XMd0DWydITnr3LJc/4mcYMjZ+3CKy81m3UbKS1h7jr58EYOHo
mWQp6ZQjWL+cYS9Xqhamf16WFdKj9sZD/imn6qBmK4m7hdLypSUhtrTReVH9Oc+VTu2Gbjap/pJV
6o4nkebQO7nJpWQzolhYBB9UNT0EzkdvHP41nIRvmFEx9D2wT1+OjTN/GlAYi+R5tJ0EF0olwXTu
oReJQB8UVCvLuXQU8GaQwepyHNLccTmzo1dPQaqMIS2ViBFrzU1SwA9HCfQGwYHY1e0nRafL0vK2
lp7u5iqemsSIvky7SvUer3/MwpXHuP9+izD3ptpFWptTN8tI6RUZKsTOD+TXUbqC3q5N3Qgmv9Xs
89oEzL+fTbZDE9D83OYMVuJHp7C3Paxtdv/8hqE5lJh1DdAWr4pLK3VhGrQsOGzXSbmp7IPWOtsG
4j1br54jezvpGuQ58s11o/N8ieeSJVN+oc+IUFOsyOZISKGCp5AbSQDlI/cjbVJNa1dusaW9eW5F
uEzUXPLtsic5oqLU2QTqTVs+aD2JgbX6+aIhhciODlWq2yKlTToYHVpREu5BomsHeKw45Ib1R2cD
7pXat1eivMXZI1jW6eijqC32HjWTYfdlrtOzM4IsmR7GfI3+d3FAc58b4bFBf4HgenFbg9uTOMMR
Q95oxr0i5zvJP65m/5biDHWuVv3X0PwhZz7ewm45DbMhJTBOVhpAUaVuImgayeJvYfQ13RDhP9mJ
fpEW+HbdCdcGKbjHgHBK1cz3sDndRDDWJR+KHN1Sf43We3G5eFeRMqJOqxuCHbugM80z6NMgntrQ
GqKl0+76SBZCZJD89L3NjyeTR83lLM6EmwmNCeDsUbukiOkRKZvK16QJ9wXlYGtYuWrn5X+1fU1L
Yd34B5jspb1RQh6Ljr7wNDYfo27Y1qhgqONav/Di+pxZEeZNQxtZlXJA4f2fHH0dy3oA2T8VK2WB
+a9cG4sQNRREorSFM5ZBrRBoLHflcBcP74ao3RTRyjqtjUhYp9TJqKaCMD61RX1vR+MxD56H8osa
VR+vO8SiIdghSFECuJFFFHWLNqzSyLg24s1bvXxSRu2+lreDX63c0ouecGZIuD3AJlWGP78Fa6Ug
cFbm55ljfPey0li5MhbXiVZFMESwRL4qfVVpoThZzDrRvL2BpyymxPa5iahJ6Xnw5/r0Le6nM1vz
qM9OJQU05DBFgCosvZ7e95knH9LRft9YynNVW+EhS8efpjzlK9tqcdXg8rA5LEhUittKqdVUD1oq
+Jbc5Du4OAu0ML1PmW7Qnx1Ew8r1uHguOeQK0J+eATPCKOsJHtDSwFyCOJ5r5DE3Md1cKz6/5CGk
fW0ekpCe8D+XczkhdWYVRfIf/Bp7uNEe1o/YNSPCxgpjO0WCDTeMlWMD92nu3Jv5GonD0nzNGHpk
UcmvELVcjsQrSmDaDomI2tLKT0pXotskRfnK63Ch8KGDVP1rRliWyG8R80BA8wQtWX6TRaUGUC35
nlRRuk8SJwIqi5qRX8GAODitufPUWN52aM9v0ac3dx3CWy7CWNoN9NIOkenkH+H3WO1imNMu4rl5
/pmzM5/tkQF9p/8gaCoYYU1UoetmN/iwCWjGjY1qn3enOfGGp1izmoBaOgrIcpmWpls23UKCaQ1F
bi2cyNAQLNwBn7N3lZ7tYK9JSY0E7/UpXNmYi2HKHNvZCmfqnCW9HGw/Uo7yRyJJoyicXdFK+Tbt
UQGREInexWoVu4hUQURq8yAqmrz4Vhl59oajdmZSIFrSXzbt5TckUY/gm6dyeSjf6XJzosoN4p//
/uAjE00jHcBWyzYEF8/8WO1VL6bAZW1l9Vhq9Vbi1Zx9pxrv1yul35fM3SsXOrMmzKriwNkNDTfW
VHlvzbzEI1Hm+ECBY9c1xV6qviM9TUDT7tAQu70+1MXdDMW7RiaTLnQxxPW6EdeSODIGL90qau5O
sFRfNzGfOq/Gd2ZC8FNpmGAW7jlg9bLfx2q4VxUYd9ubSP6ca0/G4K4GZos748zi/PvZpmyMPpK0
iUFF+q9kgO7PCeItrDZbRL6fI2V/fXyLp+6ZNeFoT2VJtfsJb0EV84S4x/v5zG396g1JB65E3aTH
HjYRkdDTU+wOdRyqv9RlygghtuN6l8CiLxKegxKec49ciJczB+G7kwQy2ZUkau+aPN9E6efJBMXZ
oGpq6a49K8MbAe/isD2Mqb2WkVyaS7JHlPQ0bkpdJHhVzFIP854npKH+SYC/kLmHKX3FIRfiGv46
c8htTDFHPMY0LYWkOsdI1c2s1DVyI4ck0ra8lLd5ADVutrLJFnYABi2HN6TJ0Sle/mAJ4FpUKFWC
i9pEXvRel7kpVOjFRufJMMJjKx8ba62WN+8rYd8Bf6TxGJS1Ck+WcIpVklmVrVnCkO6QMDJN6XMd
xveNVHpbqNmTf38uc4qAcwYlCDWDIdQncj0eoD+OX4r1CXWxQrnv7ZXk38K+vrChXnqnEUG26XtR
dGqoio26d4yt0Q2G+759qkJ7e31bL3rJnByHqokMvFga83piE83vopM+vRR308YtDT3Yq56c7HO5
/yGVfs6j0ny+bndhC1Dd4R1L5wprJ4a/OYG97CQQ2zu9fe8jQEkOtRtWcPgLxz5hKGxIYLZJPonc
vbXZtTJiTNHJUsFVPOfWWgfrkvMBB6fhzpkRv+JpNSi1QYOWFZ2gA7FpEQ/3Jpi5zPt4fbKWPOLc
jHC31Frm8VqgXh0m0Gcke9W+VW9CxJ716Ot1S0vucG5JuFNIxJRaNTIga9xLXQXZtyx/HQw0VjrF
zexdov375jAkw8+mcP6is1ss08kry7IenTTnh2Hdm+EOtQGX1oj/bWDz4XVmxrHGpiYGik6+cqv3
MLcg4jJnGOKnuKwQdqlWDsNF//47LDF5HnWa0aBmgn9P1O3QgdnUM/tbm/65Pq6lu4z5o7REqwkJ
GhE6BZmqE6NHAZYhA1Njpd9UTb2V++pdlDe/ym7fyc/VsxGQJJpyeY1YYtFdqHWDGoSOiTL05axW
Xld5tSaBLUJow0KSemsqGW3AiCsUlrorJzhkfl0f8JpJIQkB0Q8atikme0V5n7TBdsigbYtgEqjr
Wz0pdoGfv+FAniv6/x2lcMXA5JcVnRrHp9iMNkVg+vsq1VAF7BXJrYLkJu27eMXkovsQA82vQ7g0
xEpTMUElWc2wTzXZtRReI3JiCOten8pFIxaFANpZ6JYUuZkGqS5oLSAxr7c/QNkF7eNqIWtxtXhM
zR0rELaYwu5OiiCCLpN3DNrfmxjxnUr+6RW8pQCiqTeqt3I9L++GM3vCNo+lPMiyEntFGD34Ze9O
xdGe7pVw36n1DtFmN9Vu4+RbsfZqXJzLv4bFRihHKmUayTWypMptptNVZto7ysEf3rBiMxhsvjLZ
b8J02k3q1agWg8YgCWvlxyqZpV8O140s3ZpQxclzbwlXpyW4O/RhVoiEB5G+oZziKrnrdO/HdRNL
szVDoMjwQbsAGe3luWGqCJzz1CeFA6p5zH7oziOsYG+wAYELKHC++FX5EqmKvDXCkHC0OUr0ZqVj
5UakfK9bWYoAQIj+Y0W5HIntd3BlmD7nfPWQadNuaGC2So/ob65cKC/NXWKge25JOGtRNvD8NG+4
KAO/upUS1E4GoEU3TYu6VxUWqDdojfUgSzC6lXpqfojU5KHu+29WbwWu5E/DIVd8BKB0O98GI9K0
8tRO7hDIEK5W9hfb9GlYzulRrjWkxssopCMrTIKDNSDU1AC2hjqQV0rn12ssD4vuQPA5A5upAIso
Aq/QoMIg6XmaIkRCkmZHWB1aa5fVC57k1QzSlUn7CE2poMEu10rzJh5LPsBUI9kDUD062rix9XRG
7pu7UY0e1eSTqs84VXA/1UNgRk9KVG4684OW/WyjYDv1+W3dv4MxNbUfgEHvZfXRl9SNke2a5J0E
z5KLU++ve9hSjlCbg1joSymeElNcfnaKPsEkBwVBZnEX9elD2IHHnPJbI4i2MhJlYxTcNymo3qxE
2qsLIFjN2wOCK25uhVvV0o5jqO68cpRXTtvFZTv7MGEXI1cVFbUByNZsh80QFW54rHXv5vrwF08j
Gj0Bv85cJmL/WVmOJYtZEbgNHyPkwWR55Sxa3MFnBuZRnkWGAVpboxRiAAp2eBFZe1X9FPtP14ex
dBGqZ1aEwLpSbIcVYPeqxjtL2g6ATGHxqySHDO9vlu26taUcJrBK+p9Bb+A14qy1kw3Bd8nSED+g
jLJBvJ6eeaSIpI91vY0q5Y5nayetRdnzDnq1w87MCnOZe5KSTz0pgCrY2XDP6USBbjENGyWw3Fpz
NuaguK1SrkGIlx5I58Od1/hsDcM+tJN4fpZr3nsZAAkDU+j7MZxdRRh6fW4XbdFIOvcqzIxqwok/
1gDqR4OV7Kxj0qCnEis0HyfdTe0h9aWucXYubrIzc8KxH1lGiBQX+Q3H/0EFgH7qxzxduSoXwybw
3vCRAZGDOl04GZ0q1Y18AIKteoO5UYoArZKNMv3waCxNIZHwm0ORSk8wXWZV9PiW+fzHtnj4Z1OZ
dkOP7T754I31TaPXGwAVbmE/O+Fb8jdnA1WFxQs6qcoLC2i7xNOBWD7JDy3ow4csntI3wBuhvIdl
ZW7soCYmnNu6EuRV3pNauSuMcqMW0ITKw0pafdEZz2wIR/DUQgmW9kp0quXWRcMQ2bIfZhVte1ie
KcxcX6lFVzwzNv9+tsvYDmMO+210Sq3iC6KbO8+wfsuOub1uZvnwom0V6giaqWVRtsJsS78JKjpv
Cq1yRyN5X3jGXZEeuzy/leLpXZEdC2RVf66Yndf+1eFlzyxNM+8fhefL4Q1IrlrphNnSq7d5ZG3S
4lEvPzfd56FIXK3LXY1q0GEq16BLi1cc+pikTHmM0TVzaVji1kfsjfBHVVJrY4XDcNt7cn24Pr41
K8LwPIV2zkqdrUAyuZGsYtx6McfXdSuLtyk1+5nbkAKWWGfWSwDc6UDUrUWBOmeCjc2UyFxAY7AZ
aIt4kzkIcKjWkUs05/1x5pJxOxiBNnLPydDqa38MCIaaz1GWvmHu5pwseB7qgpYtrNBo6lbY9xzC
STNRjb0dA313fd6W9ta5BWF1VD/SYlWtiU2tX3lNUdd7X5arYcGSD4BYAygCDACmUeGcl8JBSqSe
e7Kqj3QqDj5KhPEWWditTuw/bobkXklvJLnaZ/7HNHuXedXKgi0dWLTAUCeAdA8ijfkLzxZsjKcO
tQEWDKFUyIthM25bfdeaxjYLze1kxI9vmNcze8KZpSdO4zQoS0E1Yd/S27rR2uJeyseVKHUJyk9r
j6bTxQgnCeWPy3GVfhImaBFGNIAW28q6d/rRLcojKZyNYnXQhgW2m/Ja0LItioRR97ldY9pe9KCz
LxB8NIzkostGvsDOntrK2E8popvRGgPlogcpQFZoSTd4jgrr16mdZMQNjxHb034G6OhugkKZtm9Z
tL9GhEVDaVPOvLnpjad7WKpH2/jVeNnKki3P118jQswYG3Wm9dMcWIXFjefb22JQblbRootWXkAk
UJLRazy/C8783e7KKLdlAo7cLOmob6GNqrtkQHISJcTrs7a4tWhYnSnegZ7aggsWCtJNKFFGp0Ax
d9ZXaYzdIb8xen+nv2nuwGPgbrMmkUj+mAS5QQJimkt98ibzv8+Q0TpdSU8uXSUz6OO/RgSH1vTG
4OAn3HDU0HQVVJAPQT9ae01PM3h3tDXA3uL8GbM2Ew/tGd17uVRoh1VIusi4tikppIqaaAP6PdhL
CsqYmaOT3EbRd+UNvdQUqNGF+I9V4UjWg7SYmopCwVRXR7WeNqYiH0YF2pg8202dc2uN3Vb9oXfO
fgid3yC73yF6fTKjD1McHTXpYUZLzGwN151p0W/pXyMzDDztlWghFdVSnRybWI88SWwdKt3f2Kt8
EGtWhMEbSV2PRulwG8g8MKhpOY/muJbPXPQjyrUvgly0sAlG0B+XU8Kr+JQjSA3jmSdDa+SMm6lb
cdjl0fzXEMIzlw7k5XQVjJIUvWQ1404/ylbjIhT1ltPxn/FQ3b80w8tFjuqO8RTOsFV958bU422y
SkY5u7sYDs9V7v9MG42il2b0OpJm/ACdx566p3T2gZZUJwo3bXM/N/uA1155yyxNH5Rt9FLTCUwb
mnC1FH0flJPMoRL0n4Lpeezu23AtB7hog2otWWeA7pTNLgel5kVsQ1pKmJVFN0Gu39DBGBnBygot
TR3ILTr7CEnntuZLK5Jk1X4bR/EprEcXPtFdTCWVrLAiZRupnNwoWpm6paPLmHXC5i43y9DnYZ/d
Mhp9dNrkNTHI+jZ0s3b0fvtTaG3ssrM3hQNFtOopbzkvAa/AKz8D3eGcvTTqDYljd30an3T9a5Ht
ueoO0pMRbMKqOFw/jBbn88yS4BlGn1VD5lfxyev6/dzdFXj7yu5o3OZEcsoeUXFt7QBctsnDgh4P
Wl9F+oeu7NVcm/r41JYAHilw5Yei0ZLbyYnRFokHecd7bhfGkbmCgFp8/kLY8I9l4bwac28oMoj1
TmM10jyn+OANx/u2VRBv2gCBCVwVRY4q+gksc+U2WtoehA5zWgtKFFpCL5c0S2g6U3Mjhq06/jJk
43irj/HXcDT9laNycZB0tDhQDKCSaOriIMvAzpOQOFLri13uGfsw2HRxvjd+1pp51xVPae9sa/v3
dUda2idnVsXmbHX07C7VCSxz5T5o7rJCAof4afCPCC6uTOXSrXNuSjil016FBi4ivETa063B7ZTV
fR36FFcer4/pBQErHtTnloSDWmJMcjyjXKrczcJkV4YANYb0GRRP7JG0sLp9LCeuPlLP8fqvbXqI
hmPe/5jy7l2/tlXnrfjqY8Aj0FAMkwPl40sPai0/tYKcbJ5ZFVt0Soa02F8f75KPwhj/jwVhYkNK
DNAoYAG2vS1KtTsmdjVsX/ZPOmwotxAJvupAkD2LiC8ciHAD45DQ65nLdAIQEXretp86N9cG1W3a
9k5K1pohF530zLSwCe1KCXNvIo6vkr3C+e0PrpNW0Bk3m95cJaWYF+T1gv0dqHBX2VZqEGgT9QbO
IyC9jemH+6aO0aBS5UOtH/oBKjdHft9E0kqIuegqtDFRgdLQDXuFgvQiS/WNGSLj/7C9P76/sjEW
d+DZ3xeOmCJEXSCuQBahY1BU1XsrOxhBvoMXdWUgy4ZmSbJZUZUA5tLnozF2hmQkCaur+W5IJoSH
lMOU7SXQwNd9f9E1iI/gSpl5ksS6uaFHxH0ziqlJ5U2dhLO+6S6s7V2pGdtqDSC+uNPOrAmOGGh1
TM2KCZSce8+mgg67s/n9+ogW547QhaoD+g+vZCIn1cnqDla/kx59auStpn2P4D5Y8YR5pV/5+D9G
SClfLpCNQkJQSDxm8DQJAl44QFWTDu5nikQ3kha5ybCW/F/q4Iali9IkPkHXptgIGHlZUPUauKx2
+NwbHySt2s4kvKBY9xpqm7AxoAVfWcXOyDVU25tNmpW7Apa3Y5H+e0UP3BKKBTDP8FgrIkzRkyIl
bmq+JYQNuZnC+/zlJIM6y35LLvvclHCcFGPfxm3Miy6Sg0MtV26tKCvR4OIm4E0KGxIP01egM5hc
g94ceP9o9b0a2FsInN3SnDZJGLmrJE+LxsBhgaOmFYOY6NJ1HLvtpKbAWFUHT+iTNnq1l3zUQmEk
KdABuL4bFnfcCyEGPkkbvHCVa9zVTQyMn2zlg2fFmyo7JggQXTeyeO4imwXcF3AZyNXLIVV9UceG
FcY010nfjcgaP8g0476/bmRpXwP5At1OvwUUzYIf0C9aGrFWxCd5ytwovSeJ1AAdAXeetSumlpYI
uipgxMgxk/8S3nS9kRZS1JfxyVK28qQdsiTY2sl4LEhKIfGyvz6wpSWyyInAGgKwiPfW5ew5ZdIZ
WctZMsimm+ZIq0bOpsvWnh+LAci5HcEVMnn0JSrLlBySExSrbgDTnVV/KUHwwMS1V+zKHYrnOl47
uBYXjhc4VQJotaEWuhxflyQpSpecFVl3rHsYqMovQfo7maLtG+aR9lD4t2j7BTNwaQfNTkCxIW9k
uK+KuNrRAxE4awo/i65xZmT+/exd3AV5HKolrh5nFLvAWSSflNisQf8e+2aNb/3ldSReMxD4/TMk
wRG9NOv7dpzPinGfSajvGVB2+hvlW1EfzFw9jZP9PpE/mcm08fuHoAFpVZe39JhNgboN/e9p9ZC2
tyA1HIXL/SMtZ+2cQRpK4+P1uV+6D4H6oy+mQbaBLsfltISZ4pm1ztxnycaRvqumtDOa3wgMIq9w
ywPFfwuc9dygMDN2X+uh2YKglStv2zjFdsazZuNKfXpxtc+GJbguJRZrCGWsNO1zBgm9FN/Izmcj
2ibFmuLX0hlKJZx3gUYPPsnmyxnUwM9Jw8jx1lneLye+6erh1/U1WjxnziwIF0/kDUpjl2QB+iLf
FVUaQYVVbKLGCHfXDS1ueHqgTEi3yLGIzVBBWtthrZI7cqLvHvm9uD/2HqQzay/+xdU5syNseDkP
e9+QSOKQUR66HvmHuyG8g9ziUFQdOtwbL/kZqI9tm23G4c7pi3sr8h/gHr/JxoFKRr0ywWvfI2yC
qoQ6tkEY+QS7ZxDd9Ib1KZ+l2Mv24DfhGjJqcTkJjEiXUUMmLLx0mBigvCl1OVvOARtfHqtucvu1
Pt2lnNWMdCUrR1qFO+rSCMqITj8NU0wRuf9aBvqDFtZ7KoJmviWLtY/A9a7EEktMgpoNbzB5dQYH
p8ylySme9d1oQz75trbppZsuPXqIkFoUd8s7M8+3ug4hEz0x7ca0vv17zyWMsSlB8UJ/9XbIe2dM
pSTDtvRBmrpbJ6crOWk3mbwm9bO0R/5aevWAQLutliqZ1VOm8hhk0h7e6t4xPhD5u//LmEDfX84n
KaPGMk0sOUlDU/X4HuzVvZS2GzmM13g+l3zyfFSCTzpxnIaBBI9SOKHXLn2v7A9D9uMN43lJoNLr
BZpHtKGQDUoRUT81/UHXgzu/vo/zcpNM9Uo8sYjutc8sCUeyUUmSL6sd+3m0N6RuHOCvO8fbSvRJ
KbX52+/H+2SoDk6afhgjdZNa2YOV5B9mEillkm/qH3WbPMZRt/d9hbS9dYj7b0E/3Yxy7bh0/d0G
UjO54C15QslrYdfyRoJly7BQrER9QDge+8xPYJPn87N+eowMDTL7QzX+UuxgYxubWorvELp9Z6T2
XeA3Li2fK+fzootbVCLB5M/pX+E4bPO26OGiZzOlXnxQItu87fJUe9ImpXxXSW+QsiRSn4XceVXJ
tIzOznkWmqFsMURITuB8FAG3utya+yaj+xBCUvXmug8uxtJ0SNHKDwOValmCE3bmSLVYwlbufeik
4jBZdr7Jk+ITifCjbI+Ptl/tTK/ba2n94brtpUDh3LTglU3QDMVYKvEpoQMeRZAOnFKnrmVdF3ey
bZHsmt+ozOvlZKqAx4j1yNsb0Lmyk6nRrVdEljyEFzcoF7KvDhfMpZHJQ9avzj3C26y5nazsNoir
m7htaxe40Uqia2nagDDAjoI0JWkUIfrJY60urUziIazGnyzSr2peRytH7dKkndsQPFBtpMwM+nk8
Pqyww30zZdvVmHRx0ubQyoY4hz5RwYhdohdtJA6nUjPsE/97QckhCNt9BGHrv/c058ySsDyjw1IY
no0l7Q/6B67c/bluYHG+zgwITlaUuhcHCJecQvlAOsuNwX6shjBr8yXEE3DaRh6dytwX0r2WkGSp
7scO8tNs/4bBAG4AIU+DPCiTS2c2elSb5ILB0LeTUzsHVr1aRFh04jMbQjgGpigekwAnRq23q1Gt
QdX2+igWZwsVdNYdoD9vz8tRdHVD504aJ6cyzndV3Rwa7aGMm51PG+11S0skqrx1YGt+aTx7xcNC
145fZk7LEVOHvasGBHSSFPdbxejg629VP77rfE+GBKaStrrXfNVG775Fp+jO6OJwm8uwcVpG71a2
ZP57x7z4NMExLWkYIvSBeF121aYfjk1iuqtd+csTMKNz56wZtPLCkST5XdoOLXgIWGu3PtCByH/s
0czWfDf3nijVmsNRsjpX94tNaJJfoFlHdoM3iLlzQZMqN4g0AOLpQoQYWkonWzlZBquS9o20c2J1
o+WP15d7Ya9fGBFuzDHz7Zdaw2mWPQw1BC3s2G2sNWrIBf+lo4nWZbopuJZ1YeWSYAiJEYAQSJG1
RcERmoOthCvDmvfvdwqEH+Q7ZnAm7zBh9bzUqCtTwhLfsSvhTwraYq9YdwYkPtenbv5mIQukO/TT
gl2HaAZe48s9ieaI1kgN72kyyrRfNfrRysCOT1L9jcxRvunCwl/ZnEurdW5SOAacwkwbQyEbAfzT
LbzxY6JHWz9SttdHtrRac7smxF4zEYwYRsWV4meTMrJavdq7HbqYN2V3E7TvDSNZUzZdODtp9iI+
nImfeEbN33IeHmb/R9p57ciNLVH2iwjQm1cybbGMykgl6YWQpfeeXz+LNcC9lSxOErrTUAP90Mrg
cXHiROzYu0tajS7X2yTQMzvTZM0ZrGrr+boycRdWFvtPTApkGqmZE9Ichnaw41nGathi+Vq1wqTR
DQIlPFJOl2NB56tEmzBKblGkDZrpiYK12ZQbgea8rRbbTkNc9z9GFkORkyBMTdRDb8vc6PcAV54h
AdB2QdSYdqjmyb4RWnMXTdHGA299cKSKZ5ZgFIQWAW4UtC0oRZLUojSEO7Gs0UPs+53R/vv7hPH9
187iACeC5Yc68ou3WRGdrOxLYPS2lQ+O0Z2u7/KV84sh0HtzryXgrcVh6qsSTrGqSm7RLzh58JTs
ZPVeTuRTJ0iwHsbB+bq91QmkteBNshSi8IU9xWqrwKgyuNNS+cC7dSeg9pUYG9tjrYsUDhQVdzqD
0viPy01IJ/4kJzXD6kH9U1nwbcTB90Ys3gW0jo6td9+bP/vI+Oo3ntNMN4EObAQeh/gFlluYAj6b
2dbIV/zJxSctRq5ZgeaR3khmOu2OF0uM5AfXTAftwfUpXl3S/459CfuR8s4cx65Objvv8+CpJ6lG
FtrInWw4pG2+sX/WXvIwwaCWSNPuHC4vjnsg1w1TWyS3+Sg0X9o0ic5lLwFvAnDlCGmaPZqF2T5l
0O7spyiOdkhW/oCTJHosu8z6en3oq7tLhyh2ZnymrLM4NjpyAXk0sbtggXsRxJL7wRAR/fE37oY1
FBJvNYiReM2jrCIvFtOc5GayBObYm5LeJlfV4ni0rLLV4hGO7gOY1aOntscOjmlPPKrx35QaZ/wc
J49DsLHZ1wb97luWICRl6uJkkNlYUc2ji6p7MOT7za7JtV313soiEJvx/ijzsM5i/CrktqraqNAq
2retovDaMXlvZ+FhVaVOa8Xk5IqFsk/Jl6dR7ZTpZ0p1G6HL6talsE7uePaA0K9eOokm0i1fEJm4
rnw06h3VP3zDpN1I0Vmud4HwLBj7WHKi7vn6Ll3L0BBa/9fwIt4slJ6rLewpdQ4exEM3fbufFDsf
DnrzVjoDP2R3ZbKxaVf3yTuri5kt2irxA7PlpEa6LYAlnUUcN18Oq1agcjTIaYGnVxaT6tfpWHdT
SSgDFZBfw9PXb7NdrG5GSrYAPUSgd0tWaFr7hEqPOX4QRgZKdYx5E9SwnyBYlmwBt9bahbka4dSa
0U4S9a/LbQJ6OxU6NUtvTbXdN7J0Bo9x8qdDoz/DjeD13d4v91r5PWr+hwUD6sirh6Z24DXzLLyL
CkMiXd8I6/TWK+57nyIVWvfJlpG1qZwtzJ2uM3RhYUSrpFSvDSu9rQz9d9uLL+hsHYZUfilACg3o
W1zf+/PFexG44TPBCcH0Q+UGdorFdTEO5GSFyB9cyOoo7gmidAgIRWvJ9RX16NfDxhyu2WNo+PtZ
nA0KxMs5NFOk2YZ+6F25tfJfmRFWDo7d36EmFB26TPtBocc85RGtKNcH+nHbMFI4hXk60B4KP/pi
pGKpe0Ml9r3btLSvpFoQPw2x/hqqk3XK4vhBVMrfbSPKt0oWdbcBShFnS8nkDSf3YXn5Cnwbvanz
cfmA1uszWDkbIRjctFXIXH7PMs1OrPJoFa5ISfz6mD/4bl6aQGw0Hp2wEyJJfznZVafFhR8bLO5w
D4/6Pla1O6AdpzDTN7bRiiVy92QZyQuQ1fxw5wnTkFZoCLkjGK+xzx3LjPeyENtpsIWqWDPF8sFv
T7mYiVys4zjVZguB3+gOQOGt8gZpnZkIMYu/XJ+8eXIWJ4MOCtDhs27XDPW6nDwjzXVpjNrRlaNX
v/wKhfr131/bkLB6AbmbKSvED37MohyUKrE5unkVHgTjSyRlDpglJ8qzWzOBXT8j9C0MZ5K/grw9
Xre+NjqAnHNURlaCl+7l6BSxndCvtwaXFzA0C34KBDApt3i/V9YK3kOSViToaD9cxn/NIIVV3FBQ
r0VtrzfiYxWKd3ldRXZFuuX6iFY8C/wR5HLYGhKSFYt9IcsTZA61z3TqRbdrOnT7uqKndy6X05+h
EYq38DpQaEvrf+Ydh5uNRC7RNpAssMzzl727F4LJCMcx1Qa3QBkmkJp5O5b/TJc2G6H/G/9BSoLO
xEsjoiLkUiIHoyvSNV+XmoMRWd54Tq+uF/ypPEG5FuCnvTQywuSvxG04um3yJ44bWyJit3rH3F9f
qhUnOGuJKKb6Vjlfpldy2VerFr0AN9F/GcJBo5KTJDeqBaK424I+zBt5cYw5WvPbQzXgBFhW+jRF
aLywCSeXZPgxLfyXbkpvRuVvJMqOLDtS9bnVh8fr4/sQc7FWigb0kHIYOI4lF+3QZ0LJpwxuo0e2
pz5mZrIjgbCx4ddmEXdLw+3cTPaBQM8CJxPkoTG6BaCOWNgXtfInGYv7tjDcPsk21mzFYcylMFiQ
3uj0lhRzuahWVVxNk5uFbfXHTJO2s8GSmU/Xp25tB0JsA98U3p1VW4Sr9ZDoeaRqoxsGNZK/uoXP
UDTloYvx9rnUyBsI8DWvMVP38i9ZbdLalzteadTe8gxlcqUsPYmFqwTCr66yKyM+1OV0gGF1Iw5Z
2Y/cynOqCm4RRrlwU3XUWkicBqI7ac0+kKZ9RjtjqXzR62Mq7wd1R0Vlw+TKnGISaA4ksTouamGy
aaNagMcLwa4yODRWuhcG2Lr+KOXGXK5sSOj5JFqEIcriUpuPxTs/OE4GmR29FV2vllDrGiP1ew7r
7aHQA/MoJGryIE5eeby+YVYWcE7dA4Wd1WLJrS+M6lpYZ4Y8ueHwaNbtwUvcWNJsy9N4wAU2zdrX
7a0N8r09eWFvTMzKy9XJ7bSzkTz2Tb+35KOe3BVNsjG0FTdCVX2uF4D4NcjlXJrKNM3I8jEdXXA5
R6EGpZp2+6r3Nto3V7YHDw081QyjwtriCDRD2WSjWozuOEiRHXrVI+2FUdu5TbFVK1sz9SZsAPeG
SVi62CFpHFdhlmbcL4UTN/FnQUXRTavlnUlT+fV1Wpu896YWmz43RllpJUwl2pMUSzZe35s2nNXK
XgD/RVlHY5VmUorLBdJ45IhNNIyu3ua2pD6ov9qO+jrsUVsJrhXvi9slwz2TsnKVLXYd/HqoVsW4
RdgKbQHEojz9uT5fH5MgPKwInOh95kKZ8XSXgxFQLZMGVWIwfvGYh588/0SzayGeq/7/siKHxk0s
vly3urZKNKngl2b1JXEZhrInIf4OZNy9Jow2Yq8nRYlD2/fbf7+Safckr856QdazPEuREil+bzA6
toPvlZDQ8d61tpqS1ydRw8T8xMPO4siael+NusA6oe+1G4W/sfejP4QPmdOeO+F+3EJdrDg/agQz
/ycpupmI/nLNGp+0lSEkk0vFfOeLgB9TW4AvIZJvqnG8CRRhf329Vg7w3B4/i+zQAwOu5NKgJ+ZT
kNTF5Koo5aLomX8OAwrwHt2Yh2KSf1239pHXhj5kEFMmamPEBNi8NGfJfmC0Qz25Zan2N4qBot5A
mcsx4r4/FbSwwFAflXaIlq0bh4NyQls7e9CNRK/scLQaN06nLXGUlaNIKZcABRgthAHLLhlZQmpD
bhoCoTYQiR9hhezKYqurbyVMoPN7ZuVCL4lYfHY97+7SRjR9Vcx74hIP+guPRo8nM/mVGDHkXIkI
sL+Jz8qQbxzHFYeGIvDMj0QCiga/xatQaDnrujEyNn2wvTrbdSNETPjqetq108+N1V0dI/V3/nAu
cT6XY/SGkmWvGWNlNG4hiyeaoE6lp7+M7a8kedC8zzR+3CEMY0y7snBLcS/TZ1ymxDC+k2pPqRiI
p1CJ7evftbbHyYkZwNlwtTiMy88KJn2iKbCdXEV5UuW7qI9sdbqP/p3xDZFuqJroI6NZGUbHhU/3
TXhXZI3Dq/efVevZoC5bJnd59VeTmi9RqDqm9eDpN4L3708iDL8pycLkTDZqsbd8VF1nfk4Ocf2z
RPjYJ1ozO0fX/lTfA80OIAC7PqMfF5p2OYpSXCxQzXwA+Y8i9MEQ3U+uJmb3uBWKbC0rWNy2Moj3
/hwVUr9LtHEj7v14ucxmoXJmc+n0Zy1utN6CDNRo8B568ioox8Z6nsIND/XRAWMC4KMF78Wc/l5M
ZdUmtPgEmIAuZxzD3dgrkCZ8sVDLFLv84P0z1JI9M5fT6P8iZ6MuY7XWSGpBUzmgYiLLp1ylukdA
HnyXinCj4v2xZPtmCv4JspRI4Xx4NYyTOuB9J7f4lZXZMRXaXavWt1Uz2E0Z7GCdP9R+Ro9L4A71
fd+Uj+kEc0Pi5K3fUdLtHTWRNlZ0bSOxYU3OCzgo/rk8mjG5EWmmLHKl9Buwf3s8tNS95FPt3zbk
zTZCyI+enmcaRxQg8AxtWPonku6VF6sSM9C/dtNP5d/je5ol6Fqg8EQn1Ad2LljO9QzBTtEFoXuA
0YVzEbRfBCPcyDR+9OrYYQBA9cg6EJlcztpkopqjlKHoyoFsR1J7sKxwR8eEO/rBzrM21mjt1AGI
oTmRJ6dMneTSWjVqqdaY86xl0c5Lil1BjWQYN8n2Z/d4mdhhVFCj8KQFD8RNeWlnKLSKG5KHn8D2
10O7V1ok6MYMTvFy1we/M6t6lobioY/9oyJAgrHJZzjP27UvWOxG9mHmcVni1proIAT17ewBLN+6
GeMDQWwiNl8gGTmE3g4e5LhxBnELwbY612iBM89ARaTlA8Rra7XvGuZALO5NCrK5dis0Gw2uqzag
nuRKJEFCrehynjWhS4qm48Gr9z+y6YkWis3c5tqxJiRnHHNLG6i1SxPirNzUFB4Xki7fCcH0kHjx
H9pTvyjyyfO6F+jLDAQHNtIVawPj5cZW5XDM6elLq5GQdHEvxqJbxLUTVXeC/ID85sZpWB3aOyOL
YAJqCwroWiS6Q2d9Kfx2nw/dge5apzBlx4xlKKKNQ5rHx+s37tq9RGhKnVQF98XoLscWoiIY5H1J
yqd60Y1POqyxivrAzEYIbY/V63VrazNJZwPZXCoJ1JsWB0FOipFSCtasZvhaC74rDPUtKinn/8HM
HA5TtgBIuSz8jqWqw4uEH9NkEjuBj/DKq4WDuW7lY/g3t6UjA0CFjtLIsgBrtVlZg7UVXTM8jcD+
O+XBIA3exRtpl7VJgz8AVgTeixZ9N5dLVHmKH1V1h/ePKkcNoOjyA1uKfv77aN5bWSxNlSlp2Qa9
6PaPbf1HmokZj/IWEHztgsEBk86kPYPawTzUd48VgXUpxlERaRK6z/h1ta2dwXesbtxvJ/RXbuVZ
NBJpEE4uec3FmzAbZN6eg9C5E3RtbgPvuh3B0PV8fd4+tlOTykRGG6Y23BIlpcXB5dvFKhq9zi1T
tzS+9tnBy6FsujXlb4L0pSp3XnQz/lE/wQuZZm5IV3cy3prPoXATnNC4U2Pbc9SfSrurk8P1T1t5
FV9+2uKGjWIr88yAT2toFp3uej+ylXxnWPtMOQdQkn3r40dVOQWf2VDXTb85+8WVdzErC08dsyRK
32G6ys+heFa8o5aRrbFl6UarT2n0qsI4+1WAb3/0Dl7qhC+58Kk40M1fCYltPU06CQr/Nj5N6l62
/jTysdJvq+nO5y/ntnwIPkdPhW9nTXmqhZvMpH9usr1s44i/dRVfG8ZiD5lG31VKZ3VuTetheAOr
vOlJttx/biTdjklOGoYd8d5sg8PUOwHibXd1mh984SmMjjEowSg/m8NXrQjOqqv5X6XyU5btNDWz
m0KlKWGXTLGjtWiWfY6Ev3Xv2yGNvdHG3fKWUL82jMXVrAeDYZWD37tq9olc9wDnFaJ9un+a+/8n
u3Pyz8Gv1K7Ohreb8DBtZscPWu7orELpJpR8g1No3AtO7L+O5g66z6YLdnH0JRedUnebh/BxOPs3
8l6FpMZq90yazbJUN1L6nB/yT8LgyOOD+mhaj2n0ORbuB4g07f55+FJKdhg/dPd6bOeyPdB5Id+K
3oOV7iAcsIKNiVgppXMiKNRDf4xOB712lw6oGE2hHnhyuJB+gCUZ03qvV+V0Tssc4tAhk90oT1Lb
V/SHZEz7l7RuIdMaxq1ev7fO+8sVkSWCaYk4hvIp5PuXHyIlXdl2fdi7E9sFcI8jad1LR4qoamVn
qhrX/FMi8VlRF8xLaZ9Y+l4Rz9b4HSE1O+qV/aDZI2+sxhbgV0qQ/IUm5TSnX5IA5V8RMj7BaY6t
Xp3MORlGq5KZuk2tn8QtbqTNsSwmVW5zuSysAMCMcAN/uvFVOwkci/xBcf0YAWYTcNd+GE7QAYYI
aqUB3I9k8/NzLD1ED4phq8Ip3IfdMY8dT951+e/8ENyQYDCUx7y1ceP2lkzRimtk/kFTEB+QoOR5
cDn/oRIQKydp73o0y5YwiafysTHBLObOnKMTpHurm/bNmH5rldu68O8mPdhKr7y1B37YBICcIRkn
piUEu/wIM6oiMW2jnhrm+CCIwidYTdBrCz7lsXaTwSpayBXANTxNTpZtlHdi6Xhecsxl66k1p+eg
G3/xxL4LKhMJxK6+60rvRC7yCQkm5t0JJWXn0+EhHCxIo7Op3zfKQTFdo33qM6Bwhu74wsYR+xgV
MbFgD2gukS3KwIs7pxCVLk3MrHfRBgd1E+3ytCNDuPdIFF6/Y95i0w/T987U4gwVlaSWlV/1XLv6
U+VntDZRJc31R3qnPytauEsyAcwfstHKeNf1ydcuLnbZUxP8SerGpif/1Jmi3So/+upGSVVH1oaj
nJ42vvJjGMKEzHUz4gPS/Uv9as/vzLwOpt6Fe904jEJ3yDKp3qW+ru8yAYGWXPDuwQvilmMo5gX0
ORu1i3ZCPVp2mWSSM9WCytlo20NJCfOg0qx7G/gZLbpDlu3D0rRxZCnPx0nn1dDoh1pWm6frw/hI
AE0/DbRcyE7MHpTO2su9CuiVvmWr7t0cailDhlqqhY1MyLWzOnXHWjub5nEYf6iCYwV3cCUfTMvO
JHhQpfFcEGz08Q+53GJg//hogtudNh9a3WhFB+Fw+VEygKx5anu3N72nzDo2+aPkq4e2Tk8AocrO
DaZmI6haWU5M0o6jw887c3BfmhxKurKsWMRkXDlTdANJ1UbQsTooFMBn6nqkMpeCLEVj9EKTgHzM
uKOD4NjI94acOHV3TKiktDf5uIHJW7kVmUYSPnOPKfnsJSivsoShTwbGJBmnKI9ORCd32r0v3te/
qi9d4h38LUGM2b0uji7UTTNBIFAqqiSLWWx9NYaqVupds/DsdPxuecIhTJ+UoDu36fduK4G24pQu
zC0c7SirYxmPDLBDPS1Hf9n/bQi3cHJsbI6PT7VZ+u4/w1pCAbNysHLVGHsSPaeuva8HDG5VHVZt
0G1GRgukEq0blxtQGMIMIVW2B3C5m6RmYyBWlW1hztf3xIyCFecOEZoRL800dFbG9A4yFMLwTp5O
7VdLy/dG5poxiuoi6M3iG3wJTq96GwfgDbuz3B1z8yqY7RmltwyOkqmpi8bTuBfL4FFNjrX+aiTd
Uc1uJ/FBQ9O09X9Wqq1GdMLLqGaiC+K7bX3sq5dx/jjrm2gdfPX07wRRCJTTAEVGCRwmhaiFE/TC
vIMeKgHAFz4V/V9h+j72X6472rXlBfVD6yK41Y+ylqKQGX4hYWIcftTy/ZAfVePxuok1B/PexGJp
NdquuXjiAfDes2HFth4JxymhHqEfK/FcN6d/b5ef540871z/gIh7Ce+slbQ3oiYFRJr29EqUD9Lw
MxC6e3q9jtfHtjp9ZMjh2oHJBZDn5baVI09t5BhLGkRm94mg2VKRbQQe8/wstyeoLOoqiNaxExa7
IM6mJNStbHB7OPX6PQU7Jy1f4vbT9aFsmHmDELxLlqTikLW5jpnOPAnVczc9TOr9uPk2vD6Yt16b
d1ZGP6e5uS0ZjP5VHI5BINlxNUAks3GoZxf7cdJmEhUgI9SlFld1asBP4/H4cgcronJ4L+nlxrLM
v/DRAr+NaA8Yr6XqbOoLulppxeCagBr0L6n/XH6CvsXezGKt+ie6jujBBscOV8tiLDDHy2VHCpO6
KC9py78VlZ1Sn6OHQREdE7Fbc3zMrLOfvAb6TysIbCs+eP05bH7FfvbqZ5+jobtvRuU0buE8Vo/2
uy9bPGtKGvpytWjZM9WrKgu2kuwnw5Z/ZeGjP8txjhtz/rEVaz7Z/zW4vPEkT0UTDL0YNyrPyadq
9AEdverVwe9eKul3mXzvpA5a+sdmM8W0uqHeWV6EEA0696HXi4Prm7m0K4UBNJUnKBux0eohfGdF
YdO9Ox6hLCVIrvYDTRenSralbl7MG3XL669et+/ncR7tOzvamMex37KlCP+7s9x9S8WHVkLl1bOV
Qp9zI7nwoCAfft3HrLlLAJgwBBLP6pTdL82mXhVEiIUNbj7CqT0cOxTr+vHpfzBCMR80EI1lWLo0
MqC2mUW1wpUm31iF5JTNo4ws8P+fkcWZDHJ6JzRPHtxE+eK3pi3q5ybbGMjaltPeDWRxuqJCRVVY
xobpPXvRTwEm3+uD+EjHzHGa8QFgmMgI8KC6nKreNM2+MSSIBcPPtJWQsPZuGqN02lTbmTWtP/Uf
+tiy8bkoK1LnIh3sVWuP/reN71jxpVSa568g1rGAJ15+R+X5ahMZKkuWhIj9dZpS/DDNMLiJ5DFB
qSnR9NEOe5GkrpSI6bMXFCpg6EiShnNcGdapA1qX7AS1FGP67VLzRtOy4RappNYnTVts1R7Xvpdn
xBwSs5s/YBDMyEyEpmdl1BpkW9amwq+8LJMjujOjk3la4BqTIhyvz9Kq0Xk/Q6wJyGD5bBrkQQwh
vRncsvss9z+s+lwWKnfb70J9vm5p5ZjO0EeCfnrhZmW8y+XooKdL+gRL8aCoO7UM9FMkVyjINq21
EXWsDAqaIYhjIBUAFrtceV8phFYVqQNBfyeWMXiq6RZeUk+4G/X05fqwVl6BFIHIFKFRC+pnCeoc
rUr10EmgsNqJrwS9pDqt+xkSo+T3YjTtwGVvhL4r7hwUBazIM1Aa3U55MZG83kBkSqKbVZZ/SKfY
2pnw+55bevtqKN42dsiquXkiieWBrS2DqyAzs7zPROqd9EIrvD+FRj3GovnHN6otB7iycLM+F/V3
BdTlh8720Eyhle0TyVVzD4KGygmGyUE+7qCr00vVbD0Q19aOxhwYZNiS+NaFUy+LwNAbSrC05kyH
cDw1dWXtwkjYm75xUxvZ11KX/lzfLmuzOfcLMJNUQun8Xiye4Yuil5qiG/9VUuVv2pQwbv1Cy/jv
/2CHJSOjJAHfXNbEm7AyIMVvJTeLP2dq7Exu30h2/e968iTS5s5E9getEFQjLscjyaWWxU1HB20e
fDWs4tBP2o6+9o1NuII1ntF7wNuAGStErIulyuu41sk2Sq4sFNOjpqXNLiUqPUiDNOxNqzP249DU
f0wrEqAi6Pxzp5lb7bwru3NWGZh7q7S5Q2FxdbZyPPihIEuuSXmoibtDYhYH0/fvGkveB/Hv6yu4
Fk5dmFvco5KKaBYMXpJrRCL6ydqxMMqdOvzEhVpJfNS5gHSk4oZMPwRwpW9c4/OvL14iWIfqiAoD
BeglP8EwSl6Z0Wjv5lJuGx5X3uQde8ukXHlXFMdEVH8nQrEBQls5kNzXtGfMuAo4CRcFfBMChprZ
l9w0C14g5c9es045C+JLriUHRS82QDFrC6pRtABzjUFtef5NKQs8q6NgRp/QLoso7nrFbVjGh7T2
4XzXvA1s2trwiL1A2c08i+KSnkCOJ1nM9VR2/cCZRBJC5Pr98q7zYeeobiOSete30Or4YJIjHoPs
5sMjvxnHVs+bTnbzqbVnRgvrVkvCU0pVNJW3er1WPBsYkv8YWz719akfzNKoZbftQKt0UulGGe+Z
NAyDT023RSm9EsbSUw5MC1ChTmf94hIM9ESODSSQQSnQvUbUTMEawqfd9QlctwI4nF3JJb/0OmJc
ey3CNrJb9w11lVD/q2fhluLxR7q7uRgBj81sAT6JN7rdd+8mQB1T26gty4TSWmFXTTR9ysRq/MTT
vN7zKuDlnWp7v0CIoPAg+BVyeF+iATbdYOBSDvxSuSnESbe5WraYiz+yzbx9HWyEM08D7e4Lr2eG
w1SVci+7QTDRKihDSGgdY9069yhnponraemPNmzdunoUzWNWGrY/fanSI+S9NMRtAHXXdjQdu2gg
EkpCDLjwiYIgRqmg4SAodbf1DyuluTo/eqjM6PGGqbW1p7KNJir8BTJsCpc3W+BPWp3LguQCQm5P
MXvNSWIgltd32Fr9VCfPxwF9ey8tu8SSrCrSrvXZYinEV/kkq6feC7qTNjC9oZmJTxPPmF1u+q+5
xzpr4JuOwD/PUIS+6KrenluzHw7VaEh7qSnLwyBPvlP1neKo/LIdVR4omQymSLNJ5MPYe/mu9qRk
b5ogd9Ay1E+dVmh2lpXSrumRFVTi9Bx0kse0il/rdlAPcZsG++vjXnOFJrReb1TVaJ8uzm9p5HHX
T6rsll4UnFpT9Fy1KOJfalB/61OyhbpUmbshqZSNwGjVMGnPGX9JbWr5Og1iS8kb35LdSdAPFeQm
WZAdihrNKrgiFH+8yRNp4+WztpOoswF/I3Qht7eIkQR6iIdATRQ3IOK1/fBmqIEYXJ/PtVc3xOyz
OiSxCfjthZE6U4cB+DX7CLVvgFIRRKD9XhNfzWiPCradW7xIvkSiYCfRXyAxG+bXvL+Fg4RdhXQi
hY/L0zLkHrdb78muIJgTEAS1evWS0pgcFaa8c5oX/aET9Wk/mRIFOV8oD6Vv5De5r5o7zSqfMwGa
NF1q4n0fZtVtvYlxW3l+woANPgFsL5QzSzcWWoKoy0KkuFJhTk85oJi9rDTaMVf6rfz92hb7r6kP
rRjxOGaWkviKOyl7HbFFXT1bsgdmLj9zb93KWyq1awnMd2MjCr6c/D4e9UqOGVurFjdj2d2NqXjo
hfKed8Uh4o1dyK6kJAdBH52gL9E6+nF9+VdH/AZqntn1ECO8/ADAKR3qfqFC6sLM6ZiovxaiuJON
6Xuhw6wQTf4xC7eKiGs30/zkRiiaKgmg+EVGQRe9QfAj3lKhchMP5tHTfEcd5Xtr+t28+o9lQ0Z7
uPONwkWeaTfxIaXRH0dYF6otIqO1OxxpHe4Jrkm6ypbpdM+3UCGbeLkaM4pBe/FqwS1D3Qn3SXc/
tqItF+KNWDz4+qlKn/TM++Sb30XP3/BuK/cj1zUdbawBjf7GYkoCw68TRe0l18vvWelPXeDtx8kD
hvgnpg/i+qqvLsBMsknf0XwhLxH52dCXfeHNDyLCZU2C4i8bj2YRv/a6BsAQxGSxC5tkn8gt0bRr
GP4uS/3Hoao/hVmzFzZTwWtvJgMiBR06ChpEQYNfbsRu1IM0F3i1VGL5ZZI/B6pne0n6bHXpXhvh
nh5M37b84dwor3K2hQhYm32oMOYsFyUidsKl9TbW9dYiVex2gnBIxxupjvcZmqQUWCXraWPyV24V
sj8EZMhsz9WixQ0asRxmUsSyqyodOf3RoYHUDn4/RhUw1NTuEZLVm9EZm8Chhbr0Hkfala5/w9on
zHw+5MQpicKEdDleS2+jWG0tNr1vNjs43j3HMhL/cN3KW2/C4ikK9IhggcIryI5ljhLsXEiHaEis
33lHyf8pGdqLQupYr6jlK8FNPlRu5+3QczuLZWZ7JDPb6VAUxd9glI4WXiHpQyf0f+dZ5wxTepaK
4NiV4jnytyqEHx0hiauZtpdXMyQly1dzohYwFcc8gpqq7QnW96X/OWz2tXIWPXSnjD/Xp2bFHCEM
bUG0G6JOvuyqVKh6S9VAbF743Vz0sEq70k4V77uwQ8qimWtZer+larcCPMTDUQcnh0Umi+zP5bpL
VpDhfiTZTXxw2PrPFLmk1NpZWoR28o0Ou9P0Kyl/qzQtpKhFx81WJub/8QUaLxK6r6hhL248AOGW
0NOajK5RHzn1lNNW6d22ovd3NH+m0t9AiJ79HtIKof7jhTJ3b+Z0Q3e8Pv0fcyTzPNBvCVLQgipm
cd6HIMl8kvmyq39ONWMfAL8b00OL4klraacyfhy3wuYVB3dpcuHgsyr3U3SVZSAtLVDUWCkPxjQp
T3IT9XtzNNKdGqnZ71pt00OVKInTpKFpC23x791Ylx8yB4TvHq05qiUhjlZ2LSESDkMSlJ9Ga0oO
atWJj9enecUBYIuqEr0JHH9W/NKWLpDRy3UGXQXqIVJVwE9q+CWydlmnOUL9EFqPkFbmqL8XHoDv
HMyEPX1pdEf3HtLhYA6/DApMkGmCxJ1B2tC1Xf/ClZvw8gsXs+H7QdxUjUxmJ/d+q4CD/eagWGht
gXn1hpsieZYl9RCKr555TqE7zB1fug+tyW6lrU9Z3ZSgVkmkEwSIS/RIUCRWg4y87IpK3dt9/4Cm
+tTfVoVpR5p0ls3fZVScpPw4aChENodKehnD8tgEBoHbYQSEFDumv1GCfsMiX/pwhTiNTBQKbrOE
1GIJS7koc6HgDVS3XfIij2G9z/xu2InjdEd3kPAwaRGCqQA3n6KutnAnmbj3G+kRSoDEhpHkm9E2
/c7ydNMp8yDZhZYJIbpV/+B/ciGrFFGIkr9KjRFTbEyyxzyW0/u2SdrdQNHYUad0PHdtvaWQujbb
IPG1Odia22cW7575Ata7Tnh7x/adTZJnfMwlq3JMNRec3NQ/KZZvZHYuSpZtkJTeXd95azcAPVVz
OnpOHi2Z0lQ4JmVlwr7eqbuSggl4S7MIbRoghFG3KyvdQnyvoGhhSyPnD3CIS5/1XJxGQzC8MsgU
N9Vbuj46sXoewAfv2jAJfmmZMd4qajdCrlPDMq3lYuwUk3Lrx1J1kpNw3FWVb/3oi0Zy/LBM/lg5
7HhZUga3QukpG6dhPneLbcdFzNMbepK5gWpxT5CwT6JS6hRX9KdjqcpQ1pWtvGuHuHVkoBf/nDOC
HofdjWA0zWHEoZdTkw2dFLX0j1Ij+yqrIbXAf79xqMZS3QOyBQ/PEoHUhX6l+kmvul5W051Q7krT
tBX9UQ89x0/aUxLb9ev1HfYxqIWQA2mgWSwLsPASq5mneWcUTaS6CEhrp1QRo7ukpTdGCUzJEdso
2hetvqU8v1LvAZNkwj01974TYSxmUseJNWoSam415V91X/0/pJ3ZbtzIsrWfiADn4bZYg6SiLNlu
eboh2m6Z8zzz6f8vdXDQKhb/ItynLzYa6A1FZWYwMjJixVr3lRb+5UfO3dx1T4Cig2A8NXP0gPzJ
Rqha+aJ4ydFg5RVFSWBZSBmd3KmM3tbPTq0yI6TP4SEujPHg9KN5jBIJzFcvRa91HtQbhyti4MJZ
xSWHECxNSZK6RUbvW2Zn+7zpzmnvMC6R4atf6mnjMr3O2VGT4M0gML58F0sYo10qlGooRp+TWooP
wRRZO0eqtI160Nom0uegbg7Knu7gItyPmVTE8WQYZ7ntzwM85Fb49+jfh0F4KBmWK5v58x97KakB
fQ7gkvBhLql2CdBNVxaZKUAneXaUk1MEpH8KMjdPxo2a7coXQQcSXD41cYMREbH4d6mPOlZBR1He
ZAZFPUUouiqVAgesdNLQJnbCb7dXtvYpvCU+pi44N4AGXprrlKai5Y6ACjpN+vwAk14enYpCC3dq
8rHvbM/R9wxVu7fNXp8gPDXsKFh6BoShbbm0WlcgZYzJt86ZPxyCXOkB0JBIO2a9k8dhb2romjv1
uCV+dO2emDWQVSODYchtSTjUOOFc8JCzz2qdTMdSAbGWxMH97bWtVGsurSyusEkCM1LouX3uqvCb
FkC8rkSf+B72vl0ctcYHilc9D1+1gKG18AzmE7KKf/o4OpTjxjd/7Uv8EsIr5ROI7yjgXm6zJVWx
JHeBfS6ZwMyiR+qz5cS8GGODYbBxpNeX4aUtkcu881vfaareJGyf8zB+nu2R9ykTeelTifD5xve/
4rTCFrVAchOGl5fcYIx+6JVR1zaUTmyp1Ed/R0kzunJSJvsuqGntFrX6EGTmCCmHZT2aVTJ8vX3K
a66kkRFRigGvDUDncrljUjDRPDQ2nBk9WLq2HYAh6vrGAa6uFKZQZvRxV5heF77EvKuO8Hpnn4P4
81iWuzCD5Fp7yqocbFt2iv1qNwfIwWyx8aydJtUQCFt4iBuAPC6Xp1rQNpUBO1xUWXVP93X8aATy
oxWO8qNmDvLGN7NmTjeIr2/s+ldqqYnUOHmfzPbb5SRJT0P9Iwp5Ryhb1YW1Y3tvaHELOqNWTFU1
2ec+K13ekrG9BbJes8BZiSEIGG/oBV3uXGTXQzalpn3OEr91gRrVbqlAMnzb/a5vczBYdPUYraft
c8XV2bdmN9Z1Y52RpCtG2Z0Qwky3eLW3jCzuhjJxIEiLWuscwxLR9LJgY/4/G1meiNbltl92rCQN
XLX8ADpmH211dldWQtGUV4Ug0lHRvbw8FEfhOahO8ANNUXA3pD5zM4lb6fX+9qmsXGtk5nwzlOje
poIuzdTqMBiRlMlnk4kbJyieSgb09X2d6l/F+IjZjBuQlpXvhglp8PVAYfl2lqqUUz5nM6EHfKB1
Mo2/LLfQ6p0TbySta7vHdArcSqQ/1zxEuRyM3ZTN8pl8rL+zo3SfMIRzDMc/B1uj/0cY+B8EIpnk
5f5ZaJbIrcr+xUbxozYrNw+d574eNqLq2nro0wk+QCLIVWUNWJKpFj5mtKTYhdZjGH/ujJc/dwUx
KChqJPiCLsLEu+swLBO51J1GPmdVu5tqeBv6Q1++9vlXu91t9QRFNL7M7aExF1BDTRROya8vjeUk
2qBjcIPgQ+s/tlWxr0wTVriHLf3sleAGZbqgTyXs8EYX/vhuVbEazHJstfJZMn/q/u+h+OMnLgt5
9/cX106jqBA6D/z9efpgF3//t79PwkCbVuSfb9ftu9+vQcubmhVMMR0SuARNZg8Tp767ffRr7iVw
ZIJajbf0MjWojCysyxgIbVK8plrljvTMlfzXbSOrR/7OyCI2+2iN0OdXWUkfoY7dP+HHgRH+rck/
CkgybhtbCzPvV7SI0WoTBEnfgtIFanXS1L/zsdslZrI3tgDjawGUEG1wRb8xzC78S5tM1Co5ujOk
LwVD8V/G+ZOOSfOYbb2HV11ZYFhh5eOTWZJx+TC+OlrjEKsbej7zzvwP7JdvDFz4GX1bpvAXR6Qb
gzKbHc6cZ9nfaqt/kqfqAemZNNiaql07Hwo2ol4mVDCWLfpQMmYrpLV1NrVjpu+MinfVrkAH6bYb
rJ2OiM40QaEPo/Vw+fXbgGrCjMznbHTOrvvQIqpB3VFBCluWw92gbySFa98R/U4BROftQtnk0lwZ
JWGh8RY+W770FNOL5P9zKJLvtxe1gm94Q/px2/C0p6u7iNRZDHjDsCLRV60ec/R7ItihmSuxj63x
YDrdro2CnVJ3n9oi8EY53UMhe/snrO0rPP2OEJWk37nkr/KZwYhqeKnPE2wlevelsJ+F0LQ8Qemz
L9KP/zdrC7eczdJELzkDepaFu1ovD00gDzsqNXZwhJD3ALKh2MhW14IVtQUklEWJAQDR5UnKeZLW
SmuQpvgnnZkge+hPcBYJ5ugezPGfrw+iY16G+APIjUUCjjRe0jM8D09XyTGOzrmjmGAH0x56Y8BZ
OyPaQjOvLk9QP9CqprK3tGjGgaaMBY6qghhUM5QP82qnZXdUMkkyt/riK1067npQL4zyCNGPJfo+
m6PCMRIaEyNpORAYvg3dbe2/BkXZT7q605FfbA599KvtNhx1baGETN6FiAWx3MWjl+uuU5uhVkSx
aIYbsgh+DabkjtOJXPB4+xjXvn7BcWvBmiGGVRdXgRL2WjcF2DIr/+Anxpe8Kt22yTZcc90MImg0
cCC5WWY0Qg9kShRGGZzio9btGk5vSMsNI2vxmYMS7NvETp7xl/5PtauSyBKV8xBU7pCcAhjaa/t5
Hjcg4Ct3GmRJIAEFiec1B3xulhChiEQdkuB5N9KfuVOLRj3cPpmV1YhvWJQkqEswsHC5mllXprHI
R2j9umw8BJreHLRZ2fXBCBVqKW2Eq5UD4uFBCQsg6xsA/NJaMRSGFg4kOnr8ObYe5+ZTOZ9uL2jd
BEwReDbEAsvr0+c10/kd12cKwmYnB+ZjjtKfG1bNxvlsGVpcoKPdJGXFYs9m+buLzmX4cTI2MuhV
E5TeRWkKPYVlqbqlyalGYi3TnDNl/cDlssu3NmzVz5iXgT6AIvXVWFomRVIUDqFy1hS/fcwmR7+n
Tfb19qmsupkYiNE1woAsLzZrAJVuJEqpnFN9aPelbySupBv+XTszQBg5oA1v21uLqyIVhOKFcaNr
1PDcOINRdLlyluequx8kad7rRhW71GFkCjlSeLCizDgpSYWj9zFgaEUt9700bAFQ1lYuqppQJsPg
Sn3x0uVbJyIhkWLyAWTAA/Wxcfwvfb43pe7T7SWLL3XxboRaS2BsaCzS01+kPiM1494aKuUMFmZn
lHf+xIWMwodVlkddf7ltbCXLEV1d8FyaULxfiveWwTCNcsP2FhkTOGfJBjho/pi7cm9rXzp7I2ys
7SHRnOgEYk+gpRZ72MZEyYyl9cpOsn6W2Y/BQCw4/w+f2zszy9QtHRwm+gau/sb+2pu1K4d/Z87G
UtZOiXQG4iFBCQob2+VSZseuevjNuAm1En2XZs4POmqP96Q/nZsjxPU0ozhyuH1aYn8uXAOEFZkM
yDt6/zRNFq7RRLHMZJjtnNV53ql+cD8E/be2O46Oc9/r5S6a/xmS8Mtto1fBixKGiCpckQBugN1e
rlSuI72ve1U6S1nxJFX3kL99coxmgy72uqguzICkE51u8ZhZpqNpmUmO7kvnNKv2ivOX+Y9e7SrA
+cx7BMcuqu7HfKNQt7IyIhndLmQQAcov34J5MgNT1uXQS4BMoKDc9jNycBuOsmVksS74nVUtg9EX
yc1mZ1KewenLjStsbfPo4IKKZjyKCspSca6PUkfOLVYy5B+ot+6Mr471PR2PwfjQFr+DbEJ57s/d
QtRUgcGh28dkq1j3u6pNZepl0WZz6Ak5zMipd4xluWO/8SlfRQzefnQ7IL4UxQeu0EsrQxBSpm/N
0CPFciU52ZXIiSko3PW/b3v51fd8aWiZRcu5bUqNqoVeH/s8TL5mkedDLATMUd5CdFx7BK90pkIE
jJA1XQV46D4KszYyL8LtqvnUpvCn/nEM5A+/N7I4nr7RebzOGJFC/0F2sCA1R0TBb+/a6lIY2hRZ
DZINSzikPxlx38d65s323/rYuHn6kIcbJ3PduhVLeWdksRQ4WxNKOVrmWQEAiWw49Jm1r8vk22T3
j06cKbvBr3dqpx/CCdSRVnewJ1UeuCR3rEvg+VtPy7VVm+L58yZyR23l0in1GVWeUAkjb3R+1LLj
iu+rYlz2z/f2vRVlYSUJHaREo8irzRejKXeZ8rlTt3R4tpayyGqEXm8ZCSNO8CmSS1eZ2r0RBRvx
6Y1+4fLionhIr5QmP45PTeVyLY0aRUWdyZnX9Gg52uHdhOpLou/omNpd8ih35aFAY4xRS08pvkbm
q5bWx77JjgpYsiR95WDv5Ea/V6NyN9fD/vZOXwcZnk606/iF1B0Z0738dY4cDiVAjsIr9QYYHzJ/
x04xYXduIdqdtC463bZ3lanTI3xvb3GyFqrFSmKFhVeBP9DnZu93/0cLi2NN0g4KySEpvDEJXNN8
jbbyxutM5HIJi1utl/0pNAyWQB+o7wSHCnakV8X8WBfmnnLSwRw38uKtXVsmP0lCtl+mhacVBhzU
j70lb+zaysdwcS6LQOMMRV10PjornXIaZwcJywcjiTagRKtGoM41UdShLLAcg5yMKAzSsSy8iVq0
S8PrW18SQ/y8fv1zLxN3M68nPji6kZdenUSoh1hzVXhZOAsW8yjSPzA3sYWGWPl4LK5mDQkZag8w
eFyaaVqYsyNyAQ+J1qyUP1aF/Ftv7kF2brXXVxyAPWPUA+5NqrLLgat8YKCtN/PCc+a8OPtmqB6d
qPlye9dWjkc0cOCcoCYqOBMvlyODoy71TC+8WA6a+1Gpg5/QjMa7lprHVvBd27r3thZbN6CPQT0N
W9H8Ilf1vWF8H7nJdMhzby9qJT8UnSKKD8Q4GqBLepy2n+DM7E2+HfSIU+5Rd066U1nXrqal+17O
3KIKntLQhEfx+bbtlUhxYXqxobzEEUBUHfxdyG/ileo+JYELi0Ob/uPE9Q6BPw9N5q36/epBIr3I
wCMpFjXny4P0NZWJ5h73lwd775cvXRzCZGH1W2X0Na/kRUuZkukv6pWL9YGuQpGom3CYNtQftKIY
99O20vh1esoBwiAjcI5omi99X7VrI9H9oCTloAkhZefR6j5QRvgVMSW1c3R14zm2unugmXEVSDng
KbjcPa3o9FyzODU7QvormebiIKW1fSxkNJZuO8jaBiKOKYrKpiBFXuYGSWeYtZaUnlP5p0ZtmKLy
jY6G/G0zaysCw8B3DXALkO/iJUE1OeMXFKXX2M8T4ukhqX2D4OxtKyuL4TUpcCaAMniNiXN89ypq
o9SetaotPV0+qYqMhf+QrPBSJo+CZ43B8uX9EbYI+4R1X3lJVD7bRXouwvlVV8NXI9f++D5keBoU
OKkupEK0ii4X06VZkitOlHlx/LdUfEXCWbc+3t6v61O5NLE4/Dbrhq4v4syjeTH20Q6UsJK/3LZx
HYGwAUqYKhccx1ecL3MY+T2KBJmHesG9b56r8KUaHu3gE4pnMtpI8h97GtBOvlOYmKgMsXeX26Ym
/EOlMPPKBjLxwDyn0aPOXOztVV3vHHe7wSAuQyBvhi6t2HERmFI+Zt446odx+tTr+X6zsHC9dRhB
ABgNWyoLXLyXRqqKoFaZvCKHanaLEc0DVBnm/ncUji5TPMWpKbYYuq4vxUuTi3jaTmprdT1PytiQ
XGX4YgHV4aCGrVrk6v45qCBBSQ0mcHk/gC6IzFFWsTPohwzovcNA6SaQbmU1tB/pIpPs0S8xFv49
lVwOiWllnlqmLjJgPDEyXqfy582juo48RM93lhbxbZozuWwNLDnd12h8dIYtwodrA8AyNAIOQ0eo
ei6rZaotKVQuJh/FoDtE3Y9TtIXRud4sAa4XCDAqqyDAFpdOkoeaUjaFc0ao9ZBIX1DyZIYvf8jV
cuMTvZ7eE4AMEAyMzQOv5y1z6djTrJS1plU+7dp/8nbvyF+oFx9ny9+p6DTP6l0vPTBFJ9nTz5Jn
cdl6QX2vtdEBsYU//Y7ftC6prkIHA0fiYtFl7HSz1s+QoUz24JVWD/ftQD23duQtUYdrVAXPAByR
SSIq8CZq6JerDusYAFzS+hSt21Npv7ZhfNDa4m6U1IcxS59NBE6qqdn16c+onF8KNf7jx4+AjYhi
MrqbzHcubpQBIpaGh4F0LrV+r2peFLzkyCvd3lHxRy6LDSyTyUPSFu5iWhuXqxwLR9OGllJepftH
ByplomMwOccp/IFqxm1b11EEeLSoWIs+JWRYiwBpG3WllX0QeTA6/UytH7nyMcmNL7eNrHx5BBCu
MO4uZoSWFEjotbVJZSSBF41Vt597S2W0Xd/qh69sm0NmCeAGvBJjt4ulqGlXzRNVUCA3jwzff9Ca
D7H+Ucn6B336eXtBIupdnhAPRTppSOpBrUu78vKE1CyEo8CXqDrZ/T4LYSCdT77WHFG9cdPy96YA
4/UpYY9pTXFKfGFLYqcuJJWdQyfydH+608PZM0rp7DAvfXtZyx0UZVDe2owDCrFH/vVyWZE+zlaU
dFTsogxhtUaq9pqd5Ue5kMhpYRVzY3bjDz8pBkmoIgAzBl/A/77JHL3LOLM4SHUebrHX5A+S8iLa
C+3v2+ta+h8mhK6B4Oej3XXVAWr8yMrVJEq80OoC6E2Dz4GRbc3/XW8e2mqCUgJHR4dz2U+IBjt2
kqlNPB+ojE0P17fUw9QPv4rIRzpqy9uXLiHWxKwTzC2AMiyWtTirXstlAwodz2qoN8Y7KnGR9f32
vi2zpzcbaOcIYSFcfdm8sDo7imtnTLwcjfEJQn/Qs+b4zJDsbuz+yupdX//4c4vMqXGXkHbyqFqU
5WY4/rLSTlKvrJVfdRfNz3GhD082gX1fNXV8H/rmdBqroTklVbNFhrL8rMV6uVUg7uDFzyj6wv9h
/pfrWo5TT3cYjI5b+67sjG+tPey7YTxp88Nm0rO2w2CR4Kvk64Zpa3GhjXWrRyosL549q82e+TXN
9Yf2qMuVtUulJHaNVCsOWS0j18KQ+cb3fpVFsGDexwAUCWOUv5YQOqmTOns0UgQ+OptkNarqk4FG
GnKXlCitZihPcltWh0QtuzuldOJxF4yxc5+PY6ftcjOfDtBq95+K1k/PUVYXn9JMjp5vu8TKx8vg
pyUgm2/Yk0Ws7QPDjzNNSb0xtZJDKun1j9SQ6o16wRU9x9tWCF0XJuPBbC2nd2GLyW2lslPPfynK
3/ETuKriZP4FB5b/mKhuObrlqybd3V7bSswQ2FrAVaQzfGKLj9jRfFudFY6/VH7X/Wv4QZUess/x
y20rK259YWWRoemdVWQ0L1Ivyc8ByVFS7hTrL2hPKiPdyVtsDubibvyfjfx3TYtP2NBalFRiLfXa
zBjdQa0DSBEM+eCnGtShTRvsb69uJRDS1GeunE8XNoFlctEHSQIIRU29qYAoi/v+IdM3mrhrx8Sy
IPQQA/n8tctYa6RJ1/AFpV7RlaGLZrDzyKMofMiV1Hou1BTFuHor01w7NNAEBEPSagrGC5tUdqI2
yfDHzn+eDs5u3inzr7D6Hb/e3r6VCAS7OfUYXiw6daWFnckOK9mqeYY3vcRkWRDon9AtaB5LP68O
0yAZ91Qoww9TIf0EnbfV51m1Lkj4xJuZ0fWFs0gJs5bwLWReNSZHyNanXVl9typwoPWhR31lbsIf
ebLhMWseSnJNXdChhEVCf3mcgz5U4OVMKg8+EvU08uA79+vP9uH2zq45Jjc0GsUk8zCcif/+LrHJ
IwNJsRozafvQwHKgBY/lVm/5DUf+PhMVXxsS0mBpxHsB9OSlkagP9MHJytybyucoQuExkF2IM+Pm
oybv5By6o+KYdTSVf9Q+opXlU+FAKu8cajPYDTGSML4GyLK13HyMnprhmxLe+X34UM5bL9a13Xj/
Q8U39m43upKf38dN7mnwCtIV3c3acU6yjT2/PloeGRB9WGJsAX77hTfLXTUNUwLQRu1fkk8ab+FZ
Se8gFN26Lq6XI4jluRUgTWOmfvl5tlUHSKuUc29EF1eBpENSflZdvJPnwhWT58YAoKQNX5Tksy1L
vL8ToHBIvnbGMZT+ue1oK9e44IJGYh6vJW9aPuLygUmNyfQBZNTHLj/4H1I0+eZ/ouyBi/sYtsNd
NqsJI75ne/ynNKKPlVa7k/l7iI63f8l10OKHkPqy/SKVXwomVGMdV1Cf5V6VJPUx0WZczrZqV0m7
7iQbsXZoQtM/5Hm7lQ6vHDyWxXNZiELDdXDpXtqcxqYax7mXzBIiv6eqc+t017T3txe4ZgaGCHCc
Yg6A2telmUzihpDHKvdkI01JgqEX1ovHOg3daOtlvraXJomoATwP5LUiQue7D8aZaAU4JR/MWEMI
ZADw6npP88+wtYAzqL4bW4LnKykQMHwuUsGOBzx2iW6c7XQCGhLmXlrdG3J1lIZXi4XFP5CK0NBf
Tk8pvHCBZyh3w8Yw6BVMljj83vby8c5wjN+CZMsRm/7lhKdGoZYZfE+rdu9Hu6r42I2/iv4YbIl9
bdpdBAx/LuMkLrDr2ObRGpx91jwX4b3y4OBHhebOHRxT048CEunbnrQWQFDOpGskmi1UDC+PN1aL
Oe+nmk9FqmM3TPKYNiblA6Upttoga55EBw18IFTdbPPCk0J9GhigQcYvMiD2Q4JAOnWM/0ORP8zH
wmnjQ2xaHZRHebXxuVxJdoljfWd6qVM1ZNWcgj3NvcA0XC3RXxzzRzscFYRKe729V1pzB+xphsvr
szPteWoM40Okfh3r9NE369PUPlOzvVOfzYoHx+0DuComLn/b4ugtPdIs5tA5eudBtfaNcheEIKMF
SckxmJ4dtJNdlDJHx71tWGz35ZXNnvBgp4QpII/GIoa0dWs6UjIQqvJTFxVuMT3N2bFI81O4q2Jn
V8/NhsVrXxMqFBwFODTqLMvWIfTao9pBAOPF6Yy8cx2cfUdGMiys7m4v7To8vjdEnXTh1LXWqHrS
Agzq7bOfWF8DGEFq3XZr+XDb0vWrUFgSIESUeURr4tISrPEDT1e61k4X/uRJ37l9moUbieKKi1xa
WbhI05ld2Jo9EBTL4YZvoRJ4darKJY12p2LehUZ9UDrIfKUDNMLNrjT0jYLI6tFRahS8qcD2337h
u1vA0IdZGsWOWs4L1bFaeZTVl9tbef26YZHQcYp+gsG7TWz1OxNToulV3MmYaA2c76sSf3aazo3q
BxsWuNu2Vh3knS2x3He2Qr+t7DLAVguNgXaYlNANqsN/eLBdLmmRbNqBXWfZpBSeGf22w5h6xqeU
soFkbg7JX3/Ml5YWYXzqkiwvUxWURlecOit/jK2x3iFWtlNB/PX50Z+Up0kLNpDfW2e2COnNAAl/
arLAetYfU1+/s+J+bwx3PG2Qb99AP66vkbBhoU4FiF4c6rtDa5QxAENoYGz87Uf/GCg7oiOHfyhZ
5FrPozJseMn66v41uDi+fKYtPVVsqmL8RImvsSu3uff1J/PTbW9c/76h+/rflS1Oz+y5hkPYW7w4
8rovhmT/NbWHIf4x1f1pHu4ccjwn6e55RvRIrGwYXw1h74wvzhC+uFThiVB6wDfzXVQ2yU4yEgqA
NQCnXWBO3yxlosYJ2sk6xIkDo5NWRV9904z3ZhbnD3YrwXMlwSy58ctE8Ly8oXBqMeYliPnpLS4i
gqFljRNNBJ3QPkX6N5R/NX90zc/N4LbydxXVe7s8/SebKFNDCayLkZRLJ3NSJF8bYyQyHCfZOPjO
t776rNonU/skDS/B/DpWG3Fvbf9hbUHylyoAIweL4F4qSuP3GbFoLvPn0HEeW2U63F7V2pdDKZs2
rSgfXY2bDnI6dkNu41/WXcunOWTnsBvcQX7O/HQXtj8qfaObsurS700uvh1thjIyznz2sfsmt6Or
1D6ZngKhvAPtdCbDIdnsdQce1eiT3XwKJ/9P+WqgqEAW5t9FLz4qJ6iiNtIlUKj60WofksQI4XVo
domVnSlX7OctfgdxaSzdVQXByYMfzixjmd7oMuVF02fJenrX9b4bZnfUVTdyqLWbi+FX+MEAWFMJ
XGRt45zn9tiDrR2Nf9DU9FFzQb0mMLa+A+F1y8W8LYRnNGOwyxem3AfhTBuJxCZI97b6zXFTpXAV
BJVhSz+pP/vicwtZ720/Xakg8Arh6crVTN+FQabLr0+e9LKWZr3wgi+S9EAvLtvFf8kQZOT5XjtN
yrir/vGjY1Wdqskd9X3TbURD4RTLZeuihMswvyizLu4YrRu1AbnF0kvJv9v0Ker0HaK6bhadVO2x
DLYUdNfsQQ3KI55aBce6OM5saIxeCrTSs8f2pahf9CJ6zNNveRmC53Tuxqb9eHuL15yUrJ9M663Q
v8SGKKVRFk4RVp6KYtKHQZ26+3SwHtJ6Uu5uW7oCy4oPEN0W8cSgZcJA1eVhKvWc5DYksgDNvxdS
7Pr2t9h/jH0LRXfpWFbGQ5y33Ggb8XTVid7bXVwbjW7PYqCmAtE1HvVs32e2KzmQ27+wqwoUzRXq
PcG3ID0qnyD/N4unOmjdbsuVRIRbuBLdXujtmCZ3BHPR5fJ7M0bpdOBnJM6wZ7g7RldbgVtGE1ob
xUZutBZvYWNCvAL059uQ/KW1ZOqzqRmxplMMIm+mUh99nw26pNZ8L8dwI86Pks3kbzIdJiO9aytr
4yesrFfwowIF4ramUbv4dhM9zTN7yBqvGz4J90UrZLoPlacYas/bnrXy0dCk4psB3iRYodTLtUZ6
KM8oHTXeYH9opXGvpY+N3Lr5/FCPd214f9vatR8LHi2Q/2Dc6JFSl7o0h5ZVmDRZGXpp8ENN+31y
Z9uuAz12qlq7CMHmsvzgKxtefHVlC6OKSg4C0ILn8mI3IynJHaMdQk9O5OQw92ruSRNgb6uvk8c8
UwuXKbvE7bTmqUnmaKMOdnWWVN5EwQT6NcGRuASWhKlvzsUohhLTLPYGpgrdRM/8g1NZ9UMwBOYu
mbpsI9+7SoTIgRD4YwSChA9o1eKDicdSt9McvFGhym7lK9/Hpt8aFVhZGCBsgeAH/k2vWfz3d28I
LbHt2S6Zg+T8PkdatTOnZzrHUqU/K1t60WuOA3QKzjeFxItHyyIA9p082UausIvx17ozef59sKpT
eg6SfXrO2vluLF83fFX8yYugI/bwnclF7AvUXmJKVuxhOX5iWpfGS+tGo7E3p5ZxTJ7TUXvs/PGj
PKJvYbmz/polyen2rxAHdfUjuMjF1ACiVstpxr6J53JS2eQmnHZpNruR9XGGs+O2leuQJ9b6zszC
X6akzXMK15xlc1KLGtriYucg86xEH6P9o9Lt8+JTPe8gArpt+CoFW9hdxINCzQYJNn0mkdXX0EaY
a9TdIdpl9Raf9v9nhQxxA4WCQ9xYrNCZ5aDNZ6YKExtFkKiEF50cKHKdufisxErkAiz/rpTTr6KN
MlcrHOAxYf4XvFLm85+vmeKMBTEtFJNXo31JHY75VLFmMBgPRnSw7f7gDPNO2rCzFgMgKIQZS7PE
5bnY285B+akp7NAzkrI5dYX61Rr0aiPQXN0fHOB7I4sgEGeFEmuTwWLq5NUc3OJXic5voMCGEZV7
s+xi9z/sHiVC3niCyVBbXFhdk2jRqLIqR35Opu+OVbqW6bbq59tmrrsILOyNiYehLm7iJXDINgIT
9NcQeUW/D60TZW03jh96GQmPz3O1m1RXelaZDrhtdm07ecAKzCNTDgyoXsbUQI/y3IDP2kvku3A8
Ukq2fta+Kxe7ofhTAlp6nfRV/7W18I+hC/0kyrClFKU7QHO7CYVa88D3FhbOEfijOo0TFhzGrCTm
qtJuA8axFh5Fb1hwTII1WE6epCg82JM4JWbV3NH8YRilmzd/WrB926h/jSwuAlmtDUmWWEYYvOgd
7yW52jEPc7h99Oub9a+VxdGnvpPmkz5F3pwYu6j7uFlB3TKwOG9fNwsmNGZIBNQAwtSPDTLx/7cl
LM5bq9uWNbCEzuILcZhQjDaa9OI3Lq9DlWSO4MltSGJ1+X1IihImqs1RVIrlVup0yGP74DQ/qnLj
NFY/RPFyRnUXuMdyzqg3YCuoMjH7bev3iMJ8cbSnRvtEVOd1ozz2yXR3e+9WPfmdwcXKBnmyYpMn
q6dYLwEgiqp+HMytwcAr3gLxzZMTymiQgDGFqvdy/+Dwz0a1MSMvnY7Dx/lXtjers+M/zOVHI9W9
SftCfz15kn4FYUnVeX97jeL8l6f33vrCxZswhduHDp0nN39rvc0wuwyVxaM9vGbTf4luFF1IvIED
wU+zsOWERWjkvi683XR2RTJke+bjzI0VrX1TXOGCr8XEE8xFidMAaqMYpRZ5SEHdOU78MCECfHvT
1lyeERcmBIGpiWLV5ZHlbdMZCEtEXiTLOx2B6W/m9AWa9dtWVt5IwE00QIs6FE8g7i+tDLYWqW3g
YwWNynxHjnJEDNqlfYTOy26eelcLNwkKxe4s/eG90cXSkA0zSt3EaDb9oHw5+PIOtOpXU3k1g+lI
o+7e36KIWX1IiAqCCcIH6rslhCsxUAIomjD2rHEkzT0hyWZNEayuIc3Tj3QOdjE0nsNWBeNKr0h8
eYx4MvNOFYPX6CI2Fk1ToYKO72vExUinM9BlqmuhfkUNowo+TF8l5anyqwdVaCS66s/svq+O9Wts
/kW3dMOn1k5bsPJAGsZE4BUQRW2aJpIrNl4dXiohHaLZtAndGhpA6LoBlEI9u2FyLaCK4VO+FfCP
V2ieMoiTCDRP7CHz8GCiTWd1j3CVVaFzDJ6zn7e9eTV7Y3RJzKSKZS7Dd6R0nVR0aez1GkSemeka
Zvs78PvdpCNSnlTP4jrXnOQx8L9Hzda0z+pjg7qnIqpIYDCX6NKwKRNpDJrYq9vxTh4+Mtr5K0JP
o0AEb3hpa9fYv2xRbq9uMPsKBQxFV5oul18wE5l52cdD7BnGF2f27xCuzh1P1/+W7vt6U4997boS
CG54FshSqVJdWoNN3oEOsY+9IkvdMTxWEDy5VXgX2Qfzvv8yaifgkcWXxnpUqYjCIHD7gFcd+J15
sRnvag+J5fizgeiipz7qE3IwjErmj5b1F6lAaRq7asuf1iLV++Uubud4tAcloVfg5Y32GsfWKS+z
+9Z+9gvT9Y17f/wQaDs13cpCNnbZVi+XqfZ9OfcNywySaCdLP/r+qa42sttVv+F2oUwlSK2WIpay
XghZ0yn2kuKU6R9ncJxO80kbHo3pCSD0xvNt7cIU0+7/a21xcPNQmXlqsyJfz7pDYlg1cbDbqmqu
WRHYZ8E+JvxzcVxNGdJ6QH3TQwzOFVP1f0yYJcI5XQ3oCFB9FjS3lydjIHKi65FDONNfu/RZK39n
W9nS6pXx3sbyytBqyGAbn9O3ESHqShdN8mPhp6c2mO5Kf36QuuYuGtqP6Mg92U74oR8QtUrHvTRP
J02pDoFiv8zdk7SV56+5JcMbGsUFCBqvGNCapJEnKQsS5v3rfa2cMqtw460h1Cuxxrct/tfK203+
7hvXe78xoNdJPKW+j+LfyhjeWfadw/c+Tv3zCO1SaDqu2pdunIMV0oa7UHEzf0JstNylc/bXIFm7
vGtPml8c57Ll3abfJZV0CP4faWe2GzeydOsnIsB5uGVNklyypbbloW8Id2+Z8zzz6f+PBk67KpUo
wj6NvjOgqExGRkZGrFgraQ6dY3zw1OYxqLOPXhr4Q1sfbocoSd7G7AnTfeSFPCJEfpNKG2kN5R00
cdUCWBgOFSPa6QyXbrH5yVIaJofp8XGf0yoVU928m8xpgrzprHb1XelmH9oGibiDB91D+tIb+3ZA
MCVz9rfXJ3EC/J9JfGaNmFh7c8bmrNHtvI3PIRXtZoiOhg2io1w2qlgbZsQMew7NtO3zjhdL9xAN
yX7FF3WQq//+YuhL8M6D/AahnDWgXPgaH7LXEmDO5xb/OfTq6+brW+IOtD1+WVjXeWGhVryyM1ve
xtlSvIOr+CF3p2PTzJ+XXj3eXowkoiNaCCcrNV1SXZERO2gWpmZ1Hvp6dkiHeO/OmnHIpmXfJ4fJ
brPTgPrWbZOSlx0meVquM4WkW8I7KB5h3NM89m+cDgVIqSYdD0kPNssr7ij+bFwiW9aEa5HuCTp7
ih6fO2eZTkHoeHsl90Do59NrbyEhizrv1tNZknGsc8jg9UhgVzLj6+/XVmalhyUv57rR/yrG6KiF
wU7plLtp0Q51pcRreVCZtog7pG7DRCg3zTrTJ3I/ZXreBFZrURVKxn8nazl5erQf06zcpfTyb39E
2VFjQpipcZyH6orwBlSpPJpuykvTStRTUj50S3rI643Wpiw3ZqDjlxXhqI31AFR2YSMjsz8xKXks
v0fDyXbPmvF3lp8KB9UgO/LDdt61v6vlwZUCycLKuIIuKleL4KaIhii2VdOGM5bXJXz+ffyR8PeF
HNwxgrYbRv5+GP+w1L83g8i6N8KDmVMNoBOYObevSOUzuK3jzWhpn9uq/p5HjK9OurdFqC9zuUsj
QorWWXlWWhXwuVi7p6SaRibn6cntf9z2NtkhphsKkw8Ed4zBC2ZmtDKLrGctU3K2m/mkhoqvA6hi
2k9JtjKWn/i2Nzt3YU3ICKPU6QM3pbyWRCN8MVpQdvs5CjVmGDtkTnt9OORq2n0qGbNanGZYkQ3j
+74vrP2o5e1+LMYXN0VZ/PYmSD/or58lQuTcpSkdoIJU/eJQ2Y0MQx7TRm02rMhiF8gYOJqJXGy2
4JZDX0xd19d80cr8WGbpUZkCP9ZH3+7haDb9Sjcfui1GScn3RfiB6SXyRKjxxGl2rYu0tQRB5EL5
oRvSd21bPfU94xDdCmmIwrvbWymJXlf2hEvBcfOprmvs8ZX9iG63Ez7O9R/E4ysrQoyMGGgsIw0r
lfdoTmgQ/4BJqbc33mTStRCiQDOtOyfyj5mwvKZqTfESybu7zErudV91N5zi7WyQBrk1YkAwW6vw
xHnChvWwiNupSSBukz45FmF83ypR+NR25WFOYs2P06I8lk75Ix3S9JzYNZViI/wyN8Zy3079Fsbw
J15AOKL8HrghoRJjCEAsYNihFZt5xvUTetm7wq4f1PB7lQZf4jg9epHt25VxSo3inpk7xnt8HkW+
mx1RWD85abqS/39TE/uf204ldWJquGiqW+ssphA2kM2sOnX2uKyq8mHI9Dt1Gfw6su41qNybpDzd
Nme/je/cSit3FjCVtfdwnWRoidUFqHGQuSFDz9zMuM+Mr8awUeuVBB2skKeBKgNVIMp3161pJv1C
CRTZ7h7lG8vZMWC5VWOUZKFXVoT4DjDFLUwdQpXGe3DccWe2xilYnlo18S14OLt4I7GQf6pfqxI+
leG0CTl2TInG6t4ldvWSZn9X2ZNqQwEdNRsZ6M3FMaorJBK51pg8zKlmJobO5H3qx+DK1a99+SHV
o93mE+8na8CbswH4hasf6SkqUdeOMZjuVDY19rwujA9J7tRIqETlbq5TxZ+HIvnUwx2CJlSaHeoE
YHvo1l8nox2R1Y5N2L3aAM5dtt7s6h/zRMUzjCCmWOIh3+F03m6Zxu9W1iJipRWfo2hO906eBO8o
F7l+GxkQIqVzQKVtiefPXl8Fu0ELow/LGGp7RKDTXVVnUFnWA8Mz3lTuzMmezloE5tWEBP6ghaPi
F2ZjgzU1jI1AJj00oDooegKTgTfgem84TG5PmSBhgPNZC8/GfJepA+pNf3I2L8wI/mwPXWOXM2bC
JDg0xkszOrtQf5qSz7djgDT2/7Ijig7ooTEbgY4dBx2RKUbz+bGkJnfbiPSwUJOwCGwADMVYa7Zj
3zHQSxmu+cvLVAQ2eiYVXN95tbfglFJTDjPz67satiPh82TAAJUYeZQznCsGSIOidfzcQQaueqjt
P4lsPJV4hzIzDirt2hX0ZcgDc6Ts3/dkrW1qOsg8By+39076gS6MCI6ATH3eOCpJfjG976xXq3yo
4mgjvkg3DX2mVeLSZaBU2LSQlzaJAZkxA2rR0vhLpvmMJPuleh63dN5k9SNEp4AVI4JCQmAJt05Y
wRmzEF2YsE9M+I2W985Yq6cQDZZ9OPfxjkb4o+nO5n7up8qfXK36A59fa4nAeiimUk+6/m62G1VF
2tAvqcNuX6S27xT/1MbGd5M1v5l1YjeRpKLxJza/jRpUbQRh3rka32UqM3+8ds9d9zT1mZ/rNUy8
zD6V5s5gw9P8Oend42h1/mQ9OWjR/b4TEXDpPQNMXc/G9Yr7MrGDKeK3aFBB7kmL612ZZR+GdosZ
Q+atDNGDJ/KYO+fZeG0I6sJAZwo8Pg+L/roEhXcwYqXfx5yLw+0lSV4ZXE4rIYQHX9tbmG3ZTVHl
QDUWlOnLUPXnav5QqPfRou/a9msZPSnLliib7BpmB3+KGq+EoMIuWlOfTk078bBJw2N+13iFz2jg
HOq7YA79YAtEKLtpLs0JbhrlXak3msYTI3buNS//hEAM1Wmt9hs1vv+D3fy1NFEAYNBLcHUDS3PL
z4De/GiEfcJDrA0KjGcjWvbqVgNR1jQFXEuOQQEIoLLok0VXx8kSq7w6pqOlpUi607r7y9Wmg+vl
fpbsI/SqP9Tx1mygLB9lcBoaQRoKK9bu2kULTbcHVElIsus4/EHBoNutUkl/EGMurQiPYBh+lnEY
WR2cJXeVsa+i5Lh0W5RxMhe5tCI8qvIMkoceMfSzo89/661v6MsDIxq72Nzqj8gONp1/RhS4VHk1
CXddi3NEpkq+G5AT37V5/g+gJXUHDe4fFCmYRCC/AuDCbS2SSEy1mw/BmvnYi9sd8iWN9llbbw3v
S73glxWxhKzPoaMYJq8SxXiFrGznWMpGzJW+MGlZAP+lUeK+YRDviiDVjI7KllUfPPcUdsfyRVXe
1yG0EO+87rWf7uf/gYyz5q9JWOyyZZeX93r7dPtky+52iNkJkjQb8PbVhS46Acai9J1TV6Cg0vt4
DI9ReV/H7wd7PhrRFj5J5o4gPIiQjA4BARYiluI0TVc1tAKGID8N7e5bnoW7eLA3dla6JBimmThn
wlQTOZ+aurMzlKYB8lDrX9SzY31NGyow1rcmuLu9ezK3R04S5guYH9fs9Xr3chS/onRFXBVT85dd
W39FZXdnKa9/YIU6BBAOYFEMr11bmSP+agcq/Jx38EfwsBo/OvOWir20AsN0I12nn+TFnnB99WOq
tlNGH2NqDjUlDQMqVcv7lNruLi88P5vvvPxkRyegr35hPCiqc7y9TJl7wIICAynQHBfi4etlpmqT
6MPMZjpN0gP68o7Izcx7BuAbP1TCaGPE/a25ldWKVGTF5NGXF3Z16ZUgrzwy526qd0PHDFc9IkH7
qFrVxu0ptUQcptHgIjnlrF50ccaW3nPCugGvMYxUUrIe7LEaN4cJIEzwu2ojVIdUJE0YhQFVxjig
GPJdpSpai1w9HelJJ5qR3BVlDimfHXu+66Tu6Xc/2rU9IaNbVk7vduhpYiiAyLwfRvED/9+E2r49
aKsZiNyYH+BtIFKqdU0dloMJLoT1fafD/lS02XslzLYg75KGEGR1VIm5xwghpjhHFBRu7hYh69Gy
wtfDaOfkqm+TCNdhQs4INZKX3GUtII72e1/dd5VzuL2hksSHX7CyMsH+bBtv2HTUojURWsNbsvjQ
NRVyqKRbyT6sc45k5AdmtBuQqzHrg7XZvJdtM7IMvPTWTX4j0mw5rLaaOipJvXKwmjv3WwU4jqoO
8NV9NP87zfvaGnYMWRvsRJ8yVxE8JLn+ZWMP1iTrusJEFZiHJrjIde5Q1INVvbwcg4KvEBYdkDhz
10JSPaWHtQloBw/9gFJ1f46WjYeu9OtT6YSwASJfUJnCSxfxdtCSCqfHVCxfbf6F/OUQRdNJ96Zj
H5WPSVc8ZfFR1waMZ39bxbylwvH28mLlPJFWrCD9axER2lRDUCeRyuNzHt/DFnvUvfYfbrQvsCU/
toP5bWOn1yj3ZqcpT9ADhajV0IWg2y8wKHnoPJ4btdyDr3iIlTH058r9y3pxk12rfmmme4vxQD9V
/7ltW7rUtQMKYo9zLY4FOoT0IHA0jlq0d1GwhnEEYXBfiftdvdVGfJvPrW2FX7bWEH0RgnN7McLZ
MRk8791/O8/0Y0356/Zy1p16s5MgHVeaRDZTLC3NRTPwjOXLLVyQRqcc3OlUDkxPaK+x8ugqvV+W
v51+sCq2D6ks5k5w2OtVGfYyq9Fic7FYnA/7b+Drmt7vb69L+pkujKz/frF1SVNWi1k5pMK5Vx4S
zw4Pg6f6S5smfuV0kd/Um8RIshuTnrj6E7KqgwC/ttkkiN4puZWcJ/1zoUa+m352pr9L+p+/vzYG
canzGLDukTFe24kZD6n0Bu+fWMmeBvFwngNrQHNuiHf6mP4PaKm2YVNS4aK8RW2Y+Yr1pnmTDgTR
MOceqMMRqZUv0/xkR2BU4nBnFN5uyh7c+jl3NkaTZBtq0uBErwg3wTuvFwr72zAYrp6coXZQlF2Q
UFxSnsxyS0hL5iyXdgRnWVIbumeIEs/D1Pyjlh/bNDp5XxjuOs5K4G0k+qsXiCeOIVRayWuhx3aF
r4eusD4VY56e6+XvMQwgyZ38SvnYKw96F+3m6fW2s8gux0tzwh5W3Ik0xgsggKPll+Ozy5jI5pSa
LIpcGhE2sPXQk8matcU5eIDxn4Ix22vTszXtPfeQou+pbmJgZJftpUnhsBVKN01NgcmwPBXNXRJ+
ZirUHyjvKM2Xrj1p1tdkMZ9vb6bUIS++nXDvVEyYTXmXpTzSGDrQ/nK44TXtw9JvNRfeskaskske
XdyVCZFMXyjo9K2eBt1SpoysnBqb4You88PRq30u9w+zEp9iyz5MaPQ26T2yjUctXw7lR4t5iEUt
36lBv5FkyNyIySz02ldQ3ButhUnLOkuxmvQ8q4+O+ULCvIn8kW3uz9c8VWxk18Qlm+hEx1NmpWfe
T742/FhHtcPW9nVta3dl7koVmxq2g3op8zrXcQVSc0+pFzs9l5lvRvfhoL3rihCJ6sxvigdjST9t
Uvivf1I89esg8frfKu0gvDgGx5jV1jDTc2NMfkKGvtnglOBz1vnN9S7nYUi8FAJL03jBGNfU493w
g43OaaI8rsjecY94xPJOq7qdalAVfAHyeGjHY29vdI+lS+Ri/0nTsAI1r3e1jpSpykNuiLR3i2NU
KS+FF2yB32V+yPviPyPCCTSjeA4ZAiLXD4qj0aR+40y77THMDTM/b8OL9CFsa69zDVL5rNXvw+mZ
Osrdth9KrdDEXyfqAaOJyVdVeaOr5QaLWQBxFZoLoVChfVe8fmvYQ3bp8LAG4MyU74q/vP42ldfT
c3BJTSol240QIUcebSjTiniSedqpb0PVD6tog3ZLeqKhCmCEEHeEqPHaahhbVIfV9f5u7mfFQTvl
een5XPUfLW9l0WAUTmUwQqgfGHyupliXB+TnLjGcOyZqrISnQWwc83KG6mIrH5J+uguLwnlWgTqj
BkESW6fzvVGf+hleG2sj/5F+NYcXAAMCK3W3cAmsKkRBN+Afqf0VXF17tIJ7bfxcV1w+zdPtq016
eteirkE1zSUsXn+rLsqanIorLVln7J7CXFc+lHndH25bkXoE6C+ERHDFN/z9gwXfah25lK/0ekdh
fwfwHmqpp3JLwtyQxXhGdBG5g/RjHWK5Xo+Kwy86CfnZbUf3W6ek1n4OYK2lIxs9BCvKOFlC3qvh
ck7qRN8xjBL5ptnb76pBOVBis/dqlpt39aS9RIrmMB2lZ0fUPrJ7bTYYDQiqZY/2Cjoz3WQdmSdR
fTem1FIu2V9D3oy+k/bR3oz06sOQ8DvCqdfgd6niuykb411pA0xQS3s+0FNOT0OZR+9C/rJvJLTc
PYZlN27w9bCJN9DK/sTji1kzUorrDWEwunZLa1l1RtOPc2d+5A1tP2cpSrF1FUbfIqXZkvaVm1wF
BXg3ANEU/DfOtVQ1EpRyqn3ptQ+T8y1sXhUjvB+tl9t+JfNe+AI8EL1U3BjkuF5cagFlb0sWZ9Zu
TCsx/dQE9cYGSp9AdB1+jiAwkCKW86hyNFqvzAj/uPrd1H1JveZJpbvtTafau8uL0Vez2u/jT7fX
JqlxE5sv7Ap3XsxfVQaP3CEqlcof1fRlQZTmQ2XBQJ5PYfEcFmECi+I470fXUu4DXftahJqxn+a8
uqfj9PuUM/wgmFcAuFNtg1vwereVttU61Lfw6QQYanOf5aDB80PP6m8vXRYuSLeRoFYRoebJdG0o
jsw59VonPcMNpFJG1LrOd75Hr7etSDOnFSXC5M+qIyZSw2WWkybDOKTnwfm3OVAIycz+m1J0d+g+
wOJDeWd2H60Bwk+YEpzMH4ot9iBZpOehTj2fGAvaSjicgzEw96IHRCsUOROGrxp4Uar684yIZWuT
LJYbOyu7v7iVeVgzGE8iLIR7SguxqeWIOmkxXBmeGv8P9Or7PN16WkvsaNzIqC/Q1kJzVrDTmoNT
2N6QnfPqBzAfJgaqceOWlDgJLSZQ8BgA7ytyQ4ZxmrqKvcoFZc5xHh5XoGurvm6DfNYrQ4igawMQ
DTiEzGjjCt5IdWQwopaOVpK8OOODMc67ha6+BxOsGu0Le5/Fu6Y8jBkStP/+QeJ7ZXzd6IuMFF6Q
Jak49+dsDE6NdRhV/eQux9snQRKwr4wIX2vqode0K4xY1SfCdq78pU5fIPX2Nt7RsnYBzUf8nMeG
hTKhsJVRoPZOpjA9XwFQNnyY3oMUfGv3uc0OYe1Xme/Y+Yfc2QCFy1zl0qyQFOi20mZWTIPcSZxj
N4EGSyf9rNn9d3uItgjkJGeaNUKmub7h1yHv6y9m88FCw2KNqW7fJ+2JXFsrwmN251nH1jn9/pfj
niW151DDDiD0Bc04CKxqRXC2qL8nSNzwwj205XOsTowkb5w46coujAlfL8+gAwgGcBNGNL+3nPYx
7L/ZzrCPmxrlrPQ4mlvMPtIPB20lsP21vyAWzdyQzL8qQCUmLc3Iuaq7U28D6CsaU/MTwFl3t7dT
bo9nGaq44MhFFKSXKJnpDeD5Qu3+7/skIUROW+IssnudKg/dzrWcSk4snDY1nkK9dUoeZdpntarQ
fkBkIf6o118j837s70M98rMsIJF8rc27vPlye42y0HxpXsiZ5iKelyyoYDtAVMIHtYf0xfKRnu9f
t+1IMnGWuerf8PgkcRUOXYUEeQgWAGyk8c1UrXdG0t01OSzW32vtKUvyw9D9trSDBknlhUnh6IXg
G+jTAIYEsNTuGfN7NTv6nrldb6xNFjAvDQlROTRyZdFyPuGcNCcULPYVYmudix6aYde+Aq/B7b1c
f7h4BV3aE1xmiZUAVObql8w6xeZfvfu/2wbkTvHrYwlOoY69pwWrgeqT1Ue7qvxoWhtBeMsf1uhy
cZPVCRipocbvih6CpCx+Nvt2r6pPDH8aaQaFzA8j2qr4SZfFI4QXpw3pgCU4RFCrabBoa9modf6Z
gyHdBVrwOE1bQ9DS72OQhazTkSs4/HptVp1ZbtGtrdjpxe7vFOvjH3wexhfQfIQvCXbS678fR31J
sk+7bmQMLbdo/NBoV4fyeNuMrPwMZPCXHSHDD9Q5VeyRyoOiYSo45injwWD1f/DAOI2OTtepNndZ
434Ddtj5RftkpeBD9Omcr6ObwLpv/yBZPKbovJYN1slTseuqQCapWAu/J/Fe2uqfjhTPHJ/MdCMv
kbrJhRnheOWhPXYMVlFwKQ5gYndopu2ybKtbvmVFOGPOZM5FVLIYA/K9fazYz31cDP7meKj0oEHq
h6/wpqH4fO0seGiwLJwlCGYC710ye+7OyCFfrVMUKsp+bE6N17r3pV7vFa3ZWqUsSeBuo6oJ7BEq
ZiFJSCI6GEZOlzLL5kPjdPex1e3Gdjjm1Se9PZW/P/C3Vsh+2ROuGW9iXsdRsOfAV2Qq6a6kTGZX
X2474rpnYgC+tCIEkrJqtQIKPS4ze2IPvcel9T7YXfcweNVdkv5+UY7OPDMM0Nau4F4hnIDd8+aE
/8+Nuai7Mg+nnTFpy/72mmSFDepCzEPAcuwhPCWYqcqSppZKVKmtEpXdO6XcN/quccfTYhf7Ocv2
zNXvGQ7bCDOyU31pVzhuFRwzCnAAULH5e284dXl79BhwpbB2e4GyA3dpR4iaijcW3bCuT28zP1G+
q6F6cFPN/wMrEKqufPYQZYtvmrGC5H2yFLrIXnUaAS7bubndapU64IUV0c09yBnUBeIYS/tsQ8vT
IWE4ZuqhnF9b4+X2iqS24FGFcI3BIwDS1wFEAVppzhTTzrQFLZjiIXkx0ljdo16bnEh7LDLxtD3d
Nir7WEyJrkGLG0gToexhEWg4ArLkmvlKlWmXDczC/UmgN0ntVz5AyPlFqFbAclHUpis+mdr7wVLf
h531fpq9jfRQuhYgcSu9EdUr8VUWjsbUV11Fr1/NV2QNDJVw/W/03aRG4J5n8Ag6eJZ0/ZWMwaRj
qY6shdpV/T7JC7Q+4t3tr/KTa0cMfPChc/lCnQBBjuAL6tyarWPE2VltkDzPhmXcNYv2TZtLtfWX
wA5IEHJKyXYbHaagd3cgtKtdaYIgUrvggS5MtTOcuTgl5qgAEbQ9P+QBtB+MBdaRaWBqajaWT7d/
tewOYg4YnJjKNQg87XpruiFJwqEh7Qvtd33/wjj4B70dfG9YWY1eR6M53LYn+xQMOTNFudLVE0mv
7dVqWJa9Rgs0Rz9wP6DA8s4ApOB7TbIliSI3xXjwOs6qApu9NrVkY6+BTOd6RbOuzZ1dBEeSt4Wt
lEVo+OL/s7JGiItcvTHoj2QmVlq92LspZNtztvP674vdf/yDreNL2WweBkXwVKtrMIevbHhd/N2C
oD183izgSRfDyAC1O1hM6JVfL8bO+nrOOm5TK3mZoeR0YOm0vefNTESWd8Eh+J8d4UCaXpsq+sK1
lvfGwarinanUu1qBjGVyd9Gs7jwImKZoYwOltzhzLEAomMxYNTSvlzfHodXOI7fcDINzlH0YoRUL
q900jHd2EcPh9q8eOjtof7boVdc//CY0kOIBPyU9Rxvr2nBV6gk6NUTsLElQSviBoMsfXK2rQsz/
s7Aehgs3BPVsNlFLJjsFL8z0ByjvjP3n2w4ou+xAuNCuBtgJxEBYRUv9f44VEINp5R6XcvQn80MQ
nhwTNCuK8LeNSbcMHA21D2YwALFeLyiyGQIPZ+4fN1RRpM6Lp7LMNkYFfjIriN+FP01KR6uVqCQY
cSa7GbsmoU1jPXvoMEIh2cYPx8n9ruiHrvxsfkzMnZp9CZpDMvtWS+8Rd5n2FewuqV4cby9Ztr8M
aeKg0MGjqiGcvl7plnnKwL0NanEo8md9KPezl/pu/jxuqonKoiN8bgboQAQv6Ahe728ZQKoCPSsu
eY+Oul97j4zVbHxD2TFfD9sqlQR7m5icz5pXBRPj7Oe+QxwqAeieZ4eqUf100BqWle2NnHawpUwb
hmXOA3xp1WdjH6n6Xi+us9NOq2msntWx+FjwzcYpvf+Dj3VhQghhaQ+bmxLwEFbdHYS0HzXrMTGa
Y4GA9OQYu/8/Y8LJy12GvBQL9IaRHdOxOjehbzTxMTSnM6wNG8ZkKcHl5gmhROknrU2CFSrCbK2V
LXsbcodszA9O8L7NikOm64fby/vpCG/OIUV5ask/Z+qFLCQvvQYUQEs/peUZ5xdzXva7VsnJj9RI
V74UdtEkfuYiK+arvQbIL9Habl/Opf6PmXcQwcfQIFYMdET9vwzOt0/5nMYJkxRzfKwWZuzKoBlf
Q6/JY99pA/VTNDlxsI46BE99prkBh3to4kclzaaNF6r0oKH1DuoZNLctpiFAltK0Ry36HCIoz5Mq
7O5GbauUIDViQtZFcx90tcisHYRLqM4zoUMJUl9fAKjXvmp+v/2ZpKcKcPNavSOX/tkkvrhjciUr
bCsFUKqPQfwudpb5UE7W7xPEAY9zVMy4DIMiLHR9dhPXS2OUO3m+eS9p8t6JGr+LNm4y6UoubAjB
T0Vl0CxiXh3tmEOsWxaKX8duu7+9X7J4vrLcISICEOANv8I0z9FsZ4AoszifEUDv213mFMu9Mizl
O2VUz7rFpPxtmzJHuLS5/vvFN9J6tUjaDiREXYzHRa0ec2pLbTP90dIY4Wban0aC2LTW4rZtxhHY
QWQa+8BN9nVi7nW1ePJ6FWGdDeJH2aKovCAtDxoVNhFhUc5UhGHW8bKqyydQ6BQorIOSlIfbWyf7
XDDN0IYHEcUFLFipYqOw8kFh6yymExmWQcyw8N4Nan6uyi1BY+mSQKzROlvBy2+u3yXmvbAAEAkQ
4NXQMR8dv7f/ZEUXRoRrULHtgCepzv1bTrtkQBolPi4G04mBuzf659vbJ18R7SswhuvMxfq2uPC8
cmYWoY5wiUFtVhj9FDf+MP3BS54ptv+MrN/wwkhSeukI1w+kwNBpJEtwigdrb6nxhntvrUW4j4Z8
mduwAWg9WsmuYtjHzdtTvDW8IYtCF4t5yzprIZBcsxjXandD38KOv9FIkq5j5ajh8Kg6R/V6u6wx
sMrAWV06ge7E+ydJUphPttI8qRWb2SgGjFfEjPCm14q6Q8aLdVjqj6J5DBn0Il/fSOm2jAifpIoz
uBUzF7j/in23Hlcxj80pjdVHxTwEnDGTemCc9Lc69Eh5uG0OyCiPvhj9j8I4IehXb2mzb1kRbh9t
duMoGiPCmfZY7JtEI7N5GoaN8yi3wrAVMBwqIOIcdDPwmEALITu3VnGnRw9p5x2N7OSV32+f+3Xj
3+7ZLzuCj4VuDFFYlWbnVc1N93ZqhbLDCG2egwSF8U8GXcTm/S0b6FxZDbh4tPVuVYUkocshWUUY
NTsXy9OyYg1hSFPa+6zb/RxgVf3WfK2WTzUkO7VhHm6vWFpH4KENnAmALqDN1VcvopCdqlrrJVR9
KzOAblvNTmY8v3eG9pCDbJo/9FboA8Ugpyw2ApPko9IyRZmIKwrYjFhBXyItmqepzs7JaN3xzjf7
+pild0Vyur1EuR2XRjDUH/BVCyusF6VKaq3Jzq6pvExm+30YnftiDh9K8tyNky25d1nTL1tCTNfr
1JpLB1tDTRzM427wdSN5arL0OZ3AAtVbhD6SuAtCYJ0HX6vONMSuP19uGHVbmnw+NfqyOL3vJsfb
uyc5ElcGhBVlbtYaU8flvkAO3x+QkDqF+b37BOriaDftydxSQZeviCIP40dU7kTK3qrpLC3T1/sq
tF8V3XpiAPPT7TVJTTA/DZAQ8R76ldebNrVqUCsqx7yY8rvBtY7RtIGZ2rKw/vvFqUI70QtqKA7P
Lr1rCpxdUG14muQOIRT+WoPg1VFsGzmInuxs68817cKs+R8V+w0jso9P7RRgG1XUFV5/vQy1UQeT
Uj54TnVYB0jQ+569u1V6dpUAMsdnbVY/Wnp0d/v7yE7spVnB56a5y8YCANg5Ch7V9lUxqedA6RZu
lTJlwY+09df6hNt+otyT2DrrS1Ya1aDQId7tmGYcrPgpsz5ks/Zhjr2/i9G0aXgE+cZbQFKduDIv
5AGhNvSmXmG+CT4s2adhHP3F7+cKkWQkdoMNa/JdpUDG+22lghG8Ph7aKKsMrJmQYy2tr5t7JXso
rC0Yt8wzCehINwE25kElrCqLnNYJ17jOfAUBKXW+OBRf3GIrUEjtrFN962wt6xGds6KJDWVJdu7c
Fzd09713P1ZbYwCyg7xK0CO+zFQJo8nXJ0CblSZQOhZjKEqxz2uqVUpibcnWyK4NeGXJN5EvoZgv
HOa5K/RSgxH03Gr2PhifA/Wp1h6afNjrW9hK2YIIHBTZHBUxFpGgN1fGwsk7LTt7VdnswbfDL12m
80bdTfZtAGigPQysiBMm+Jqy6NYQB6C0kzibfCP4tujxPvMYk78dKWQbB5Lf+FnJQeNQyJ1mI7Oj
Tmc1ufZQNckdgHA7PGmqs/PSrTe1bOcYtgT8wHciTxP92ojTerGG/NzW4ZH27lqNuL0aqQXe6+yZ
rjMXIKwm0xUy0IiYvhLVKNXsF1vdY1kMQBj5PwtCup5Xw2QZaU5ft/3epvlD0f9Qs5fQyTYiuOz7
X9oRvn/SG97YrLfTupK1h9PAF7DxIJStBQQpKDE0tXE0YbfctJ/7lEnpsx4YJ6VBFryNjkv3d1Bu
DRxKLUH0CYCdmqf5U3jn4jav87Jxeo1IY6ify/rJIy+Pjdj3cmfDnWXbBkgeiPxPLnOxoxx5XYCG
55Sdne6hjY17vk26GTdlXnZpRPDjsunSKuk4m6Ftkdo/tN0Wu5l0GQb8afyHeLTIHpGYfTD0AxZG
WJ065j9b63VzXHLLiBD+jVBTbD1nr8wYpcr+x3pevHHc3z6SW1aEVGQ0hzBtGVQ/V0VY7rPBdXaT
W7ewUyTeRsyUxTKmn6xV93DlgVl/yoWXZWrgKcWS5GevWWw0JZvxf21YuX4UqcrzXBTfB7vXNxxO
6tngF2BsW6lOxTohNNOMvmVpTpxGNJlp3SaFgrEY9vb4ensjZZYgu9PxCtSd3ihxxEqk1GXB7Jhm
IcZRwCb5DKEL9A0bU8ir9wpPeLCP6wAiiNxVz0fYxWGeisrK8/VBNI3v0u/l+A5UyK43Vs3U3WaZ
RXaawLrT/4eYDkIkIaLCxDAXhlvnuOHsL7bp91utalmWSOeRuENTibtOiHN6C2Fr2LCitA78Pq0P
hf01/gbtkouK2PYMlzQppme2dq8gyeQQX+9gvpATVHmJvaB9avPouaSkE6pwxCe24k/ZP2HxY4yP
Gtz0v+8il4aFrWwGRhnzFsNt1JyQZPPneDgG+XO2hXORHWroGVZkMdQJ7KmwQrVaphYYJNBlVhLv
5v5hCH/cXozcxtrzocRhYOfahmElkQvMNmcOIlyOq4zgrjGcH9ashYfblmQev3Lm4CEUUuARubYE
8WalFQOW3KkbwYRpA5mjBe7DayYVCp2we+wDu75b6k77exn0rcq8dKUrowEuQ0Ip+ksXKplLRZXP
5lY7F46SctmZWwAoWfhgjPk/I4JvKO5IzESy5ByH4ykMp/04PMeu/rQ5XyiLwjaqVYyuwO+tibCh
LIVwr7YCZlwjxHWbx9aFRlhV/MPGxSKzQ8xYy5lQ6dkifsfq7LZwB5M4pYf7qHgJ6h9mNhy7Fo6g
YSMbkxB56zr8W2srwwEgIQIghzweYrQy1sHd/uwMNswTTblzCzRCuugwgyECwjCdRu81bdNjNOoP
XW999fRpV6dbxCHShcNO4XLpMOhsCQdDDYax15OoOPfqwxgZxx6lBad411kfg9G8v300JLZIQ6ir
wpJMX0rs8sbWNLu1Cn+tUnn2h3pWYT0L8xxNWVCNTpuXsGiV2cZ51KRWweCswZPhdEt4M1q583+k
ndeS3LrSpZ+IEfTmlmSZdpJaXn3D0Jah955PPx/0z5xTxeYUZ2tCd6qITgJIJIDMlWt1sRY28SMI
Ny/4XBrH3HQnx63Vt/SyHRwtfqckT5k00EH+Mo08+ZUvStkfOnphij0d5Y2No5EZRDkItgfa6VYb
xxwdqTcGyHNVpzsWR6ONXFM6xfVei/G2HZHMJQIRW1enRmEYkVyokJlPQVIfgd61Lnqf0wHc5HgG
K1rv7J+NcxfuCnp8YCXmhbk+FSWpHReHiX6ce5D/SxoUfj8Z6o6Vjdh2ZWU1e3QnxhYdbEgfzx9G
xESj+FiY2Y6XbhqBkVrUzwD1rrNsY2W1kd6MqPM1xclS3+UVXf17rKGb63NhRDjtxe2yygvu+fZA
lgtQcvIx0H4hjqD9+ycZOR/B7wrMDVbjlefDh7dUisVIBlW7T+XDr2X27CbdSWT9uVOt7nhXZlYh
JJ4N1BoDqN7DNPJS5T4138a6dKqM2Rs7/QOcONCiPivFp1m+c2iod9rJD+rW19U3sHO6zcGZ6An+
jvI8+qiNdmYvP0ppe1eOCWCct8YdYIdDX0mHoH2y9+Q9tlYbKjghSwO8Gn6J64XISzUcOh0KYak/
cah7acqdsdP//WNCE73BEDeAinuVGJlyhfy2sFJoXpDdOwvsWu+C7otuffz3IZZADg6UrAoFE+F3
F36lTBbs3D3ZU8NYQDTY4c+mi1V/CXLpZECT4ttCSue2zc0pvLC58uUlksas7Rkcwdwz8++Tch//
BXcNDaxQfgrWcQPU3/W4jG4aVTWj65k0o9vlT3QSltYpPN4eyVYUA7lIaOalTCpD3P0vZm+YoR2M
LVrU4yJws/afSDvdNrBVXdQuLaxuh9I0tJkaiO5tMz2RTT2aU+cO8sdMrQ9TrlEwum+MZ33wLat0
i+Hf10Gwbv9pIwAwts6chHozyElGx6xVh/QRZEXlRxC67PjDhvCz+OO8+YieQNOcVZg2g6LmjGho
GJSORvICM9qBvr5z1bupq7cxglOWS061mH1oAN7r45k0rpkOR5DFyDr5827+a+sKcPlBK+9x8ilo
wxAkvQUPQAMyalK8SbU8HUmoZdo5P7aHL3pb8CGYXc3VHjSiKJejvmCN0QCtgtRf6CVPg6+RjVDj
k/ZU/DOp0JkMRyibj9OT8l6ej6EiaJgy5KxuO9zmyC++ZbU362SWUH1lxU3Tt5Yfo0QDf3kuTbdK
96pTW0wuIHvhcSFpDuXIunko00hxGyMNGIH8XCQ22LrOTZUnqb4PZusYhDGKJr7lfKziw1SdZ9Fw
Pw47+YatWHT5DauVjqhK6bngjpvD3Bf8tobp7cqwik26PvB43YHsJv/sAOm4DhNO3Mz1tNAuAfsO
tx1VvW+L+zH/R9Yeh+G7GewVCcTfe2WPOzMxVjzq1gQ1xlIVTmEwseQh65g0cYbcJQoTdDbc9pat
ZANUeAgHiPwGd0HtemRhUgUSJV/aw9MB2bn3tWJ5IpcbxJXnDCC7CFa8DN7vmBUB4dUAISfg7c+r
gHvktdlcSxMLaSNBqusc6yXzECoNmp9j4yqPaeI8OcsnpVjuk5370RYJBBxlkD+Y4gpA1u3ariJH
lZaNcOQ56o8E2edYKw+GgXRh+VBEod9EOhXW2e1CWImWxTXj9szFeuc5uLm6Fx+x8qYpKOKkNWgd
ka0vlJG9kQYVgMV3yR5P/NbpRkYMiJugRoF7czXayYQwQSgXB7Hxq6ya0YukxNpxoY30GNkTMs0K
Ly3BAXdtxEpKO7HDhCBgyXezLlLa7vQcTgodP4MbtDuTt7XfIfi3BDAQB1pf3yw7TkT5jK04arFX
1MGTk2W/gybYC+pbgRRmecgvyQmz61dn2myGoZPK9C91WnM2lMHP84cFIpTaU6KHbH4M68KNzTeq
8xm+kmY8ZrJ5bgfEzz6Gyl45b2sh0V8hK80XEWlXbjuVo9xAekOzq1ald7bVJYc4bJWde/1WlMNN
kG+D2R4s1Movi3LR5mrSYScfglOUSYciBhEUtT466W5X3Lf18JxY1V8EcNBxSKnRBsotbOU/tNYB
ySJd9xgNtkenilWlMP2dbgecrQm8NCJ+v7jnKUqpKyNIoMelea6Wz3q0Ryn2h6NmHdEuLayWKFh4
+xklkxc5b0uz9wOaDIy8vJdpiCmsxc1D8Q7IIZ6O8rdJ+iRxE4ELDOnLU5V3I3hN3eVZAp9VfG+U
1ptkPITZctS1UwvxjtKcO/VoxXtY/y0nv/zq1ZKncyMBXhdLDtdweQgn2w2ylzjzuvQvams8T6BM
glkC1M8alkCDi5GWDqGXLgZf3A0kshOZcvyLhQZXRK6SswVY1vVCL/R+DGnwhwTVBpMTe1K6kyXf
CkBwav7HwmqhpVZZpqljykoFdMVoenb0WCI/c3sc21agFubpKC7wq3H0oZ7lfcuusCbLH+g6F8/h
ad7ZFluxG9rr/1hZjSWPgzpyDLZFvjypgeE74y/S0wMiC6rqF3L473lFENoDe09xHfo9a+Vt5ThP
eu7Q5xQXb0gN5FP61EOAQDE+/Jvpo1RLJgw2TGoM124QN0FatAHMMIKDYObMc8ZP+4zC4ntf7fkL
K6vxMNSltATpRtRXh6yfn+1B5Pvvl3YPFr0VmkW2gtSxoN3VxT6+iF+WmTadFbBQGezkBXWn2vCM
7CuotkpPD8pwINly2wE3I8OFReE6FxbjwgqlKGYjteXgB6p6nB1kx+whPJdd9KUJ9rK2m66IOBzC
q0Lb89WKlWlep4JzJi0ax52ixjhPZntXFGnl1lkY+yP+dMqmZO8KvLnTLgyvFjGCAmGKC855U3Qz
9E+q/gu46N/4I6TM8CUKuZ411jamEB8sAUQmgaOdAH2kvI5b8/kvloxOZIomRL9XyjRhELUgXokZ
1DbcXkvupi/OsHCqlCcn3aOo36ppwJNM5hd+W12A9a8dRC+Coe0k4qBdIV+vLGc4Fxzu7wPlocxF
Dy96ku9zF57S7GSZB2uPDGxj84E+Ad3ESHmX/aFQuHDQKNQkxchQB0ikjMd1WH2toxoKLVSOg7Dc
uaRsGgOyBViVLBviP9eDtfpmylKJdrVRngt/arLBK7tc820asVG3Rhns9lJu2oOxEWytWM/1hS9O
bWM0xo5um0kDdj4o9/ncevJSHNQ4+nHb1sYGAEyF5N4fIXf7TznlYiLz2lYrmc1HJQxgXZhNpAvo
9PD1Kkh23gp7plZBpZ3LJJJo+3tUAt6Vce8qU+I2Snq4PSLhequ4jGiKuG3QXS44Ia9XS8rmIe8t
QNnNOMwk2+xjHY3fbtvYiMhEfhqidIfnCDoA1zaiMSysygAmrddIs9CX9SCH6WEpD1qrHMo4/0Z3
aCf9vm10a/6oWEJiD7E8PSWrPTejFI14uc11Dahq2rxk5BIl6e62kY1ILKRnxLuclB6wq+uR5WZj
JR3vjMcubL3UUY9y+N64j+AElj4tewnKjWMGXIXYUzRowo67msZ87k1JXjBWFp9zqDrjFy0J3DHJ
PYAHt8e1OXngSAGrCYaSV43cVdXINHwxrqTU3DCQ5BNV/dyrmnn2b5vaHNWFqdWbRloyngIVfh5T
hpO7l3F8P9tvm95y62rv/NpydiCYQpAMOgVy2dfL1Q9Vn+Ujw3LC94MJIgVqyduj2UoSEeEFyYaN
ijc98NcmknSMrFEj1NIy4IZOzdVwpoI9e2kmuXG7nOL8p0Huz5H3UPZbcRCxaShEcI3XOkjUsiLU
pGh7befsY9ZP6GOV93HiHOK/KAtRpf2vJfElF1FwQOqiT0yaXcOuqTwlNlFGDCbVs41M3vGOLUe8
NLUKT9piJ1NZ0uNWR7+r/DfqJ7Z+f3vJtueN05mNRd5yTUbRmLmTlRajkfXEKyETtMr7ogyPcb8T
LLa8j+ZqQYUEUyxiBtfT1mhpn6QF7MUDrFjwXUhJfro9lD+4+HU0h9yHV6NDyofr07UJpxoluLpF
Q0rmtlp7UA9l6YFxCc/W8mGMfy/FXUI9BUmeEQGW6ksHz8zi1dkLClpucp+EdxDiR8DGdz5saxkh
zwHFDViQKvVqGedZ6prW5rssGwYP6df0/8C2vTW95GVJBdM7ReBaeeVYa5M1WA6BpJjJ4CsAe/ZS
olvh/tLEahhBqKLZhkzmY5cn51B9mpPRM5GSKvK3QRLeB1oguwqYjan+2DW2W39IS9+YrVOppL4W
vTfih6baK/5tfhPhhlWnosQF73rJZ60aUpTygMha5ZNqfojmn0pSP6iF9qbR9Dv4+/ZAXGKUr5yM
IqC4awnM7GqiM3lRB5r4aecp3ylKfaysn73IguUPZv7ptkNvlU10ARXDmUlGc4xfj26ScsUMU9pP
AxV/1ZMz1wUPyYFzLNundG79riLx0z9Ns+7ZcfxctNM7u7O/gAk63v6UrTDBcEFU010Brcpq9+pB
WqmTRHjttWcjGl11+jJUcP68v21mi4BcJ79H9oenK6FPbKWL4Ko0OroqFonovtY/OEbz0wm7Bz1D
zWGJP9q6n6aHInTjoLF8pTHPt61v7VNut1wyRPs6MeTaeNtLuVpD0fGYaqdgsby6i45Tme8cklsO
9Icxm3unwStdvbYSarNmQLYL9CIdXDOpJbANBRh1IHPVoP+IWmknW7s5LBgh4N1h/Qjy1wYVdQyh
QNEpwpNJFB3ftfOi2jsOctuIsS4POVIaEHmMmGrig5zfj+ZZsXfyaVshDqTw/x4HU3c9Dslc+jET
YAJpuEd8wt2Xl9pcmgsLK+9boiAinYH3mYhJaHR8Q4P0M+3v4d3dcYK9saxiaSIHqMtQl3hc7KcS
CvM52onWW6+Oi8n6gza42Ej6EIH2DBjK0rvkasv42Bru4Bfzb83+EPU71nZWf51MnSJJn2JVLI3k
11F1RL3mUJs7EIXNRAL4WQFXIpHwir6iiYrIDBP2pyyRfZ5U11lUlHyt0+CQIm9mSJ2+IgAYZflz
3FsUtbMTOo8n28wHt0v3ivmbS3jxNat9bE9q1M02Hm/FA9Lwk/Ver7S9yvmekZVHlmOqOJPMkMtC
Ocz1pzmXDreD3p6F1XnW60ZX5w4WnOIlHx9KeS8juR3TLyZq5evAiiJj7LEgaZ+TXj8Eyd2c9HBX
H8i1xuO9Eg1+mSeeDe/47bH9XzzmT21OFDbXu6CJkUV3hAD3qKad7BW9Yape3Kd97FVTXii+LZez
QRRO59GF8Xl8ThQbjuJ6sRbonUqtOveqUsSnoICk/uB0MYlop9D2uuO2jldgAySgeb7Q8rM66E1l
UU1NYH+aNPAA4rjBfAzG2h+kXzszIrxyfX25tLQ6yOUh1uxwDikpt5mXmKBrnKdE+ji978DYfdId
VzHZLPDOacqH26Y3xwjhNYLGIEFJhlyHb6N1MqnQBA25mrtxoinuYDsIcGv3TH+4kz/auheaF8bE
7xfhT0Ntc+gnwC1RvLzMY6jdWcUknqGR7NUDLB4zVH9He2727vqbcRfeXThySffoxsowaguNEeVU
nbvgH4eLbzy+ndXHcDw24duE5DQ5ztvTujnSC4OrJ3dmKBIawBic2/EEBQDp7zcT3S2RwnvOMPxo
2XkxbsZ6GywIuWPgWOt1XGo4i8gUs6d+J1pxPyvtZ1MBNnR7WJupBAiOxUwCzoZn+3oFR+pCs1Vi
pgAEjxBNpP4o49MsZa7SvAMx6ZY1JdO92uOWk9IKzboByCSztdqIQaMGeergpHRlNN1zVd0rZej2
4+ed0Yl3yXobXtpZvVuSBVn2JsHOXHxuyA4/6V4VuXEGBZQXvyl82foHbniTc+224c3xAeIRjxeD
Z8VqVp0llhNrYVad5hkMlDO9wE5t9TsntdjKr0YHRlqHGxSQ2xqVNANBCIO8oyRkoJzZeyZEjI6/
hEhc7qTqNiM8cBIAhYBAGdMqqpR0qBW5Rv1O+2DBQWAfR2rSdvx5UpTjYKserye3pypq9TrNBF6Q
Phn59xyY8e153XyqWXTLkS8Em6DYIu5eBJxEzs0pCRiyApt+9TM0j3V1GHqv+BrLLw39EuYyuQ6q
KrnxuGj3e6nYLfQo9HhUV6DmRmrk1dsljzPbmETdqNK9Pv2hz5Or00ZXjOfxd54cRwgOxztlup+c
nztD31xt2nAEpIf09rrdWrYjRIAi6juqPbg481R+ixGFAyUg6eeyl49dfgI4I+CUbHSv05/lrnaX
uXIF+8oeZdNWAAajJtg/aZ4Grnu9EIWjZUaVCZRIWthu1iDhXTof4g5SNSdNx0OSIY43Upehjyb9
tjMV4vR85fgXxlena9pVTSNV1ELhu/KjRvmoa9+G8JHq892S6G/avnajPDyUv6M9LofNjU1HApKk
wMnpP7weNversOx6KuZQy3T2U2yjD/J22uuV25pcUVpGko/0Ls/JaytFGTcmcjqEx2Z4COPiXq16
RlZ/rCOVg6f7vjTKV0nLf9ye1y0PuzS7ipZBu1D5XzCrnjpKhmGVH6SgcAOrfurmfmcrb51vlNPw
ZNi7BXrjeoyzqUlVtzCTafUbRrkSbksr3on/W4c2zQ10oYo9q65vCa2eRZHEVRvPCL1S+8ZRo5eF
nyaHGYr2tNzTQNgSjqEpHswxMFzRybYKk7Jal/9TNK+M2ovb72ENY0XdItT17Jz7TDpWEU/e+gCt
udvO8blWeV51y8Gu7O9VJO+85DenmBo3cHeoOkgrXU9xL8mZLkWsp6Y3rqR8SjWwctYeMmbz4UFj
AJo/oP+Ijqur0TgnlYoGIXsipsp913epK6cWiKXBH5IDMHe98uIC7e2dQ3ZzeCDcRaMxpbE1fwvq
LkYedZCv5oMtSEKMyfTHYMdNN0cHwhgFZ/rXsLIanap0aqZVPQWxOC4f7AIV8VSD5d8J5OSuW9Tu
yMtLe5gr/qu0v2ljDdk+b+IPt/fmVhMdOUrKByLBTWlORKaLk69rhsSReFM9DvO7MPWbeERPr0aW
4mxZh3I5GJL2BBFVvbR+WETfVP0c6E8SdL6lYMjtwvPt79ma/MvPWXk6jLtGQykcGiwrOffA7Jfp
UyHt+dZWIKQlFHApEGHQrKtAv3RSMY41p0zeWgfLeZmn5qG0gO2ZdGq24RtLrd26/IsGc9GI+h+r
q/CbZWY2p7BDPlbW71wdPBt0wfLZmjQ3zxePCOndnsutQwVsEik3qAA4VlZn6dxOdheqcK876Se6
s49Igdl15PX2zi1uc81gagGz+gfCtlqzMG6D0J6JB5L+O5IgCILFr1P3Mh2bVkgrA1yFgo3r77Wj
hiTcuqGj/lm22ZPR/yKVdAyXX7enbOuoQuz0P0bER1zshrnO67oXZWrdar25/i3DD6W/W3K/GJud
CLDpgxemVrNWtGncy0mJCu+ofVFogs7N/jA1+p2VITQg63d2MB3iZDeubnrFhd3VAQm5OqJOwK0e
wzb42ZGINeLp52JKD4tMHL89nZsH1//oPVowLgEAuJ7PhoYsKxSKMEN30KNnefJk812RH+3hbRF+
t2GPt5cny4pQA34K5a8hqb6Se/6U7T3sN72HZyE4yz8fstrxRuWooy6q51WceIr6STVTt1pOt4cr
XHB9f2QL0MjGm8bgeX09WicFlRQOeI8Shj59D+QyzR2v2Vy9CxOr1ZuXYTalAa8J2+hNYxq+1bTH
yNJ/CkHj26PZnLILU6sTKqhLfRzEaOL2t1yBQIx+VXudC9s2aPWHx4zOxnV3sVEB15YF/qmRC8+W
fjV26XKm/81A/mtktfaZ0+VVz357tJdnwXUuD0/DvNcesRk5zP8aWQX3MZ9nPUaj5JEyKyJpp0r6
qFC/XtBZKsNvfzMg+LF4tJFhWQP4VXmYQS/gBI0CaKz5VFm626Q7nra5NDZcKIIOBYSacPaLUDjE
+ThE4oIC9/3o0qU0nO2pDI4ILzn/n6bEp1yYGstMUYKSuQuKz0Wf+2P9PIOZvz1p4ntfbU6q62Bo
TIBc65aguYmLPtBGICaN9Wlc7F/Sbr/sZjrDEZXeP3yrNHJcDyS3IlPPW8QrciukJzIa3ih6/lAg
WhF2/THOu3cd25TuwCepIk09HEz0wYFTRH6qhY+jGexkcjbX8OJ7VmsIEnoIIhPURivKK+Mz/FBV
+vn2vG5EJOrpGu919NNI9q2CXlMMjLPHT4q+P0+ynZxgeiz9KLNmd5T3qBy3OruuzK0CYKU65RBO
LGNejceiIVyM/yiL/MmWxy9C8CHK7lLrTmqRXcnzA+yWfqzsxBNhYuVJdBzQwkJbkgkiZrXK0hTo
ZjEjbF8mqHPC+G5IvdfIywFxxnfJ9BxN//5cuTK4WsbUjOQZsioQbfB1A9Cw5oMeFPaOlY0IdmVl
tQtbhFb0QmdYc/kbdv7qqCBKSomh2oNtbmW7riwJl7rY79wz+qSjOAanxPvIfK7i0e+1p+WcGu/g
zPP1ElGdpw78bT/sBIH/i2nwS+LlChHzau0g4bLltIVmNzY/pJzOYUW3De/KU6rEBxtiA8jPn+z5
/WSqb/J6D+67sR8ZuEmvGRBI51VTWzElwIpTyPWXIffT7j4F6SZl729vyI2LJQV8gOFAfCGW0lbn
tl1lgKltqmbxb/hQmudAf8gMNK+XR5XbXm7+um3uD0701Xb4rz19dceDFzls5IGm2Sg/jsVd9Jie
o+c+8/vxrdykLnLwFnlq9eNMw6BC7xG4+/anYrwNMq8w/HB0q+mgvJVOyl6f20bEB2bARhUlOZFI
uHazCXgrmnQz7y39N9ny0t4Z+eaGoU+DSoOKjsor+dykZ60jkQaalIdo/BxDQh35ofEbqPIOLn2r
9ZyxcHUFvkNblbPy20oNSRjEvB0VBQzalzH3Ff2z2i3u3EAkl3+Eu8XPdOvRLkNvMI/F9DYyjnXT
+xK3bdN82VOo2f4ggz5pwd9ExWX1QTEfGk0OHwS9ECqjZuWnb2g9PYbqS1+8z7KH2nIoEfrQKsb6
J9Wv+pdFP0cwnDv5X+h+UTtAh4OVcOjkFAt1EU8sOUqXOaY/ZwIXaxjfnL2E3+aWujCwOnSWRlMK
Z8KTgvZzb8+nsZ7uNPveqH80uv1t0j5ndETc3laboeLC5GoXKwl+UA2YLLJPenwfJgP1Jc2/bWSr
TMfWQOzKouxAkV98xcXMEaJKJckBmhcV2igZidND6jjWUZWR0JGdrjuCC1rcUJ6ohepScBqUeNg5
dzYnF15EqKqo8cNnc/0NuTnWI/lU4lX1XfuCFx14JhYyCCFt8Wzr+faQNw9v9hGlFhRlX/GODbIW
hDnqM4+0ML9Njd5Hcsdtx7MxFPfpu0nu+p2F3IxCFwZXGyWQy6jRJrIjQ/cUCm0BZc/9NydQJPTp
kiGDt06UpnGlGKmNUqAggU2y73nvKa1X/GOmh6CoPETAdoa0bdAAhU5qCQzlKuInVcK7RLTyWgZK
spX+mEzLQU+yQ5hLXmL4unyI9D1MwFbGFKV5lZwsLZ90Aq12ed0lUZ+EEfpBgjq8zpXYs6bK9Hs1
C055D/FXt2gLXNvWqTGc5Kxac/N+dsJ4x183Nw0gdfhjwepyvqyuL5actVShmG9OVfOklPJB0X4P
xnjMm+emf1GCxyjbuWRvOREc/eIlRmoByu/rPTIGTqdPEIg+QvPtRvVv1fx2e1tsVUChaPg/FmB3
ubbQzXLf2C2tDNXgJnrxXR0P04PcD9+KcriburcqhZvpc1h8Cml1WGRA4ObOzty8m9EySlYcBDjZ
k9Un6HVLLBK6vmZX/UqHonKtWTnSCuNJ3fQ2szKEN30jotc3PLeheq8W6nlnFkSsWd9lwK7SnY7q
GvnwlY/NSTZVYUvKVFKizwXqg4BbDsEiebmpntVG9mTIJIwCmlMYcCZIEG7b39pYl+ZXy4zuCRNg
EyvgYoHDpqL9s3bVnwp0FdQH5MbXrGTnCNg6Zy5Nik+6OAGUJDHqqRLRt/9exJYvCmbhLmByc2Ds
XDBcKFcB0r22EhddKc9KAHpoydxOpo81OjTjVy18kcvH3KiPlJJ23r6b21SjwVT0K8DCv0Y1pqmT
GlErs02tlrPkazc5lOi+xnkA6e/i8cQIxuU5H0bv9iJu7VXRTiWQ0PSmre1a0aDWs0XbR5iagu0x
1veeEVtPbrjABJcVty95nTUbRmVGDJdoUDlPmpS4efy5n2p3t14svH29Gy7trE/mSO0iKSRpWuiT
n3VB7GmZxg1L7ZfDTCjm4pnuVd+2zudLm+q1p3QL3Vt2RW5rSY92/Xn6aZcvPdroo5sN7V+sFOcI
6gn0O/GcXwUcyH41eUwoNvXlbymoXXOv6WJrc3FB5h+qHrQprgbjTFMjWQvpzeVD0j5JCHPHXbsT
M7Y0xAHlgeAAuaCg3LQKGomM0p2T8ajs4k49x4E9+3Ncdn7hDBKCmJpyBkEHqUARO542ZL1vjR0k
uUZtuKrdVC/ZgGiOY/tlGAQeDWDiWJ2bw1Q2thcgqOk5WbgnTro1MRyeXB74air1q4lJey1KYhmR
MVpqPRgBbds1hz0Q2tZG5DRhg9BnTlvbyn3jPgDkFMXZY0aaVBl+F+Veu/eWs/IWY5vTs4P/rI6L
qW0rPZLRk+CB7UncIPM29FrziVgqUEu7pLmb03Zhb7XUesErxOYdDQjzucn141CO3m5Cb2tQ3N+g
lyQrD0XMaldExmAUqtWiKaGa7pyy3xXKwPJ0cOTm2JfJWW/L878PmZcmVytlDFJbojUI+3v4neSe
L0NvfNvC5uXi0sTK4xyZLpQmGDNaUwbrZDYjSGI5Gh+cug5PBfdz+JS75VTJdNBJccUTWsNd8ihT
npGqk/c6pLd88/JzVq+CbMmk3jIYccSdXaDcxr+oyooSFCQEDp2Tr8jqICENsnxAhsYYHlT1Welh
ZZM+3Z7VrYMIIgKQcxRNUSERo7y4PKSR0TSBIia1dLyhGN0EnIbioHW9c5hv3R/A2sB2SqM3T4vV
6vWNVs1DoaOngeTIMi0nXX5JjJeoMO6DqPSb2TpE6d67atNnCKz0w3PSwmeyGh4QYUmCZxXlC9hF
5NF4LovRizMdRbOP47ActPlLbqWehURBGY1+4ICbuz3BWyewA5jVIWcI3eKaj4DAPQTKEohxQ2Uk
Et/0PBaJ1032/WwVB2lXLW5j95vwtAm1JhtpYHsVYhZ9LEt1QhW4kURz5YNV+YP+dl5Sz4QwaO+A
3BgfbBk0AALZhaxt3cEfFD0d+xnrGqmPavqlmH4036vyzbJXpNiyYwnkhUKyygSqsHLUIrUoaJko
ZRQPevCYmsbbuW0/GT3cb6ry/faibb1UOYrBDgmtv9c0XqkT29YgrLVWrrrLoFR+1SI3lTaJQ6HO
+Zg5+XA/ZlbnlaBw0avWx1MK2PF0+0M2tic8K8B4gVCJi8Fq1HWlNLLSo2ggNbU3VD+W3re5v/V7
PXEbuxO0PklWwflEan31hugQNiqmqcofG5380di5rX1X32mOpyyQU/8q0r+4AAMRRaSUACdqMKtw
UCVxPsVCfCIxuYTKH6Qq9hVHdD7s8X1tbQebRL1QZrMIcaspRP1ktIrByB7L4CDJyTFN1MI1zOg4
lg4SinVOlkzd8x8R/Ff37j+8ViQXQKIAwr72VrWQotAOUBqwlDF5g4zeNyWgeTNwgshxx6yE/r9K
82MAZvhNHy7VSbWn4tOUFhGU0+NyqDSFV9xtX9q4etATIfhfwI8Kranrb9JHVNvsAAWTIhzy45Jn
vRdH7FNrUPfq9VublQvVn5hArXYNo2hSFKagA0CdZ/llNvP9AIG9z6vgNEh7lectgAqhVSgOGQBD
HH01rErRYmWIC+RSmmZ8M0RWcAgAiIP9icKDoSrxuSxK+xBT8vNmZaSoS/A8TKMgghqb9qCMiLhE
mTw+TEsxHeV2l/B9czZACdL56QgCEvH7xRnbaUWOTHuTU14py1NaVtrJKCLnmJZmdlgMPX6nB0Fx
d3u1tyIHQCsBmAGc+Ort3EKsv3SgoYDh9W9CS3s3z18bUy5dOdgjtN+4CZkccbDmAUgW9BPX41Oy
GKmJAmevmnvDfM7KvS28MRak60Ba/pGh5A5xbaDQQrtbQpa4Mt4P8XsJ2hFF8Wr9fHvKNtbJIntl
6lAcUnVbQ526mI7NVJlZp4hjxn6T2YtrTJI7q91dPf24bWxj0mDY47JD2QlGAnnltkqRO6EZKezG
4m3SPeXFnsDqlgHkDHihcf4RaVeTNrVFmikJo2nLyj6kmiK5XdtZp9vD2AgqlgZJ4B/JHajmV749
s/IzfGr5Y9+mrjYtnjJ9Inm0E7o2x0I5lBoR5DOUA68dgH4x2toKGrQdnfJTQ7nwQGpY3bGy5WYo
mJNrogRFG+DqEGzzqS+pQZW05gXfneBdEFnHMbXPYfYXgoyUdsn8cEGDknXdBQRPaazVC5ImUlVb
D43etq4V6fk51kPtcHuBNgZFWQ0TAthJMm31TKkbe4oKyUHzRsp8GlihMdEgvYPK5Ladras2FQyQ
uGRdBVHxyt+MvKgsSAryR5EjeS/pn3vzn2Z5LAzZHaUH21ugz+3eSZ2/Y1c8ZldHLb1HQuhc4Ou5
vFz7RjQF4gDTkIcpu/McpQd9eO8U48Oo0Fs5hU+l0fCgf7BMacfy1swKAS3q9Aj6QMxxbTjsnYB0
O04p3hadDlFR+W2CYEr9dHuEG1uMmx8sugCAEShfh6WwBXdX9XHxmKm/6/GJljEl+vcthZigoubA
JWu8UtXsF+4qspUXj5P0UlgvEUX/3U6xjT0MJF9QSMMS+7rmEuWTHSVm+WcYBrWIdo+tY3M9Lgys
QlFZyVMDnUPx2DhPwPcW9Cvq5mk3pbplhgcPyrComJmAEq6XHUKloTGVpHhUhofKRts3/WcIv8bl
19urvmmGRBEpNvJSYAauzUizKjd13xdocWun/NCGjEbtPGevb2mrfYBuov8Y+pOEv7idzFaaNlI5
sPa942p2d8Ag6uLxM0d5OzyI22g81m5mfEwyPz4uoflot879AqHZ8Et2Pv7rYVPW/XNpoZ7N8Xg9
bGNRqrmLSIwXxYs+fAvM95L5Lt7TyNrYUldWVm+CsOrHUimoU2XOeO8cjBStgWqPPGqrfEFTHoBS
DhOhJLoKveDt1djSSU5TZSxnyx1PzGUty4Je2DBOS2y6qlY83p7AzaGRkzXIllIdX3elJHml1AnM
uo+xfIqq2k2kd0q3E+s3fBNqTEjZOclhWVzzzlGNsayiBySp67M/jKE3l+UxBecepNFOkBVuvoru
V6ZWu81pQAXWNqZm+clMhoc46zj/73ige1LxK2qLc7hH6S9c7JZJMfqLDRFohdxOHZBLe/oEgVr5
YFmm2xqLr9AxeXux9ka38vaoWWRVsjBVGYfg81yX7xLzoehfGvNdnX4LnGpnNrfyGpDPAW/lous4
oEaux8amCJpZAYe4tM+JrLqNRJ8oSluLrvlzFLm6INj3VCukJFXbO6TCW655aXy1H3g55IpasZYq
YoKq4iras9n/vD2j+sbiXdpY+QsviHAeC2woQ+lDuOeHZr0zjG0TnMbcrTXAeasLRwLbczXqvOYF
q9ibNgzaQ6BI1t3tgWy5hsDSIAgDqRj999crRbJNK5regEtNCJI4oxdGNpRLZEnUr213l/bvi3nv
IbdnU/x+4fmSPDdNW2OzpEwAUT7FfLdJju3cn+ne7eVfzl7b9NZeA27NqxGeLR5eqw2gxtwoJd0B
MKB+U8ontAvOsHhx98iSd38xnxeWVmPj5jHgEgGeH0/eOFbeZDws7UP4v0j7st64cabrXyRA+3Ir
qVe3nXjLJL4RstiUqH0jJf3679AvZtJN82sheTCDmYsAqS6KLBarTp2TP5uVAbSqaJT8+bMFDzz0
yx0kPkjS5CnTyiSZrzloX/XoWGwNg9/zTs/+/EwLK3iwgtRDNMqk/ejORTtZBRSku3aCGIa2pSxq
LWdnMiPsyc95BPZ/ym7Yl8Q5XF/Tj/cALKO28P7CRLFZ6jO5fZPhpkGDwjZveVGIdKu3njFdeN2M
ApR/aUfysJgyvVhMNM2KVt/X5CsFUY0NJrIceIpu+Mdsnw2k4JAqm59AasgqD20MAzI2WrPC5PXx
6OOH4HmI0jr0cjBtf3lAfK2z3K6Ew255Zw1p5CzP111dMSAjca0y6CBuX6Md47VhUr3QNSC6IimB
C2KYUGAbRHX70oXct8ay87CWZmrv897ZNv3nSr9l1Wc6jxBgOhYTmEPnNRIiEa4uL1WYFcgntHER
z+RwNjtQl2MG1KHNYoPkpPtlap/LrNwMuh+vNu2VqwjdGNH5ESdD2i8TNaCRMwljqRd62mekmSsX
98erDO6IYhGgvEi25AljmjhmuqSwkKcQygTYZgQwu67XkvM1M8LRs4CMRx/wDcJMifalmODqq9vZ
Gf/KGQHZEJS7eM9eWqGdYTpjsvyfCDlmTIDvBjX+9Y2tmPoAuRK2nCOeyujgSJc/LVCmtXXQNpZ3
dhnOOK49Eqo7Ou5s88XprYgkQ5TOOQYmCTBaK+dKGULOzUsrmQNxkyUlDpY/R8he70r30YSesa/f
aoURlizWGsxvji8+dTaD2e498JCWGhjt3dUZw493nqCZQvkHbzvQpMr8PX5f+0lp4wTau7b7SbIO
8y2vFKMu64v+sTZyaUpKIiZSOBpt4TWFXmbSblNyN2f5FvIOUZnFtV+GBo+qn9c/ter0nfsnRZgm
cQc2z2Uhigme/VyztWtV/AVyLEEfB/A+pAy4XiWv2k6vdX1B513X8QW9TZs9EPJM7L27m541beV0
qCIXpvsR76FlhMFQyZ1i0ZvKnmEtIyzdGg3GAZNZg1qn1+cHd/RA2zBiYsjzivj6Oq4YlsGUXmdV
jk9guBTFsz3hcWH8nJydkz+mQFhcN6a6ys+8lHFOtACIoi+Bg2G1Hzr2M3FIOFcVmAS21w2pA4GJ
frh4pIJNUEr5PIy7evrEitOM9y8f3koy3DXpbf+z1o6m9VOzoPWZbHSomjEwk63hVFQRFV0KvFxR
fgVLthQHzNajjdUA7zCVL5goyfrbKn277qHSBEqtuHjQSMA+vQyn+gKGG2s2i5PlHOhwp/Ot3j5e
N6HcGugZiEkJFMTlxNKlOjFJa+H6AeNBemvxtw5TZdXean+hbR1dN6b058yYdACWqfOXRCA3nImE
QwI1gDTia3q4aiOYIAAriQMdeGnR7ATkdP4II176LEhJXO1L37G1vSeetx8iB2ht/7Ui7T2QIxsZ
NQEH8aAkl43xmOwt+8Sdb8x7sby4HfwIE/R58SC0Lq+vonDgg2nIToJoCQgGjElc7gqrhpacluCT
ZcY47chi2eHsd0ZslB0omFrfWuuwK/DgCP4o6CJPfT9p0lYH8/LAs8pH1mwvMYiPDBaC3myMHeuW
Q+8T90IE+aDAuc8JCg45iuVr0rrKbXr2C8RHP0tfDMxTE23EL9Aj7vzT5SSk1a44okbv0bUwrV7f
395KGyhwU447PsEraMF8Vfo65Y9agvkl+uX6d1RdPhhSAgcqAObIZeTT4DnoEg60PDlf0/ZQe3Hv
/VNl82eHfDKHYWO22va6wfdGnbxzQAGCjwkQpBjQvVzFyXQwUlmk6DMEnX3suVWGgyV05RjjmDzO
S4ySussWyXd2GOc63QBPqu2DoR8/8byxIqNmzZEPifZUB8n3yitHlHhRTHBaCJVUgDqHFYZSNkKI
Y+dWo3/M0w4M1/YU3PpGFtygIU4O131SfSxQPIviiYc3udzSKEit9WhGFyfN77eeBZzlkEWDnm86
/8+nsMCrD9bHdxAd8k8REs72IHMynrvgbTk5/RSaHViH2lDTV76R8lWFAULBgw42GnQFLq3oNkTl
iICzLMRMooXPJG589s2uliwKav6d5mOxNboisu0SRA9s3lxfUPUPQKMfY0oAEUNf4vIHZLbb9C3X
sP27GHPFy81Qbgv7NrXu/X/yKmTfrttT5bACV/CvOSmQ0qnIADrAaUPN8ldXPBsJxITMZuOWNB6G
ldFJsXgfDgAYOQzAFHVQ/EnGpgGsboEH4IqlRUu11X4W/XRH/YPj009zmfwz1Wts60r3gDtGlQ2t
Htzll6s5g9iM9SkrT3k5xKS9ESqBAXBKVayl+V9cryCqEmSNmArS318uZxu0G3NzNnIANeq227Za
s9Hr4Fg3a9eB2qXfZqQN4i14ipR0FGaA7qrTHcOoExotsZksx2zx1/QKFaVmdJsFvgENRU8U9y7X
UE8TME54gJSZ9Zdp2FPQKHRVt7cJQBV61FX1DmW+tP069GsqKKpr59yydO2YRYrCqVuXJ0bi3ili
vYwdMu2GXjti20Fg7v76YVDlLhjtNVGoxV1ryrqqRqFRs7WB7zH6+8qF1Gl2m9VrRDyq73duRFpO
d0JdykuwTQpvn4KfjtI65mMU5Lux/HN4Aj4dIrMNnCXgMDKkynC72h5TB5gBt7QjZsxVtGggYQDZ
45pbyrVzQfP3TsbwYSraW3rDGxnHtrSYe0ONZY5r3T+YlbOW/KnuHGBtBHoU6R9oOi/3Y22BcXhu
EuAE/CbUxike0y86JnPzZiUWq7YfNj18wV5A1JK2H811hsF+IHsyZ6steczZg26H7bOfVBt/ZE/X
N5/SrTNr0rlOwYQFUjlASZCdT5slswAOHb1oarx0a3vIca+bUziH9TNQZQagGSJDkjmXcqeiNmJx
Dy2teYHOwA9QFJjDsWrvynzlYCl8Q4UEbWC0APHOl2cmg3qsGz6Kg9zu5/4EDHzqgp7bX/lgij2I
shduTbRp30/x5c7IATwiFZpTJx0IcMeP2vHorOp3K84vEKiIhkhB4JGshmzNzjIHObYfqp8psTfa
9OKCS3l0X4AlWPlICkykqI8AfAoJKBiUKySj1mI4qMurU2mimGs9+X69LUcbgd+rT0Fvn6z+TQOm
V0cNm9j+W67bu3SXoJSRGjdWNa/9HsW7C8NTaIFgmk4oHkpJ2FDNQ2UDaIk61Cad0tD30VjVulvB
7ZySz3YRWUE8sq8kAKloYbxe37Pv81NSAgHz6FSjHQ84tWNffmBbG+aJ9IA4VHm2a5Ij54dWu+lS
DaU+do/AsyX9jNdfH3XTqEdO9cz1FjRmt5OLmYgbR3tNvO2Y7/h4V6HLzY0js14rPJk08yYzd+Vw
8NcG2xQzYZjGEE0GIDhBgirrUHalro3p0len1ouLDDUZl+yLwI6AEksj71fphA2ZN5qxQMeUhfhV
TIfIxF3Ob4VSX794OyTDn3i/lk+LtfqwlhCAAOTfhjibDKfWJ5chowZsQTNrspmQJ+0aux3WysWK
OIP6jMjXEWTQ2xLH6SwrGo2kt50OQwzBY8qPLP3pVd+grRzWFo0g89Xx5WbqyafgO+1eh/I1zdjj
aHYhwivUBPesS1ayNEUoEvUiQJrRZwNmT/o9HJ/IA+hBEHbl0VCMb+Ni7hbqPfBm7UpUmQLfI/C0
KJEJVs9L11mSLUkryM7KLI/99GA6NKwnGgXVWhfjXQ5O+piY/0fSCdQXIoXcOkS5U6v4CEHJzPTj
Igkirfih+VXkEOfOm371O+rgyTKzrW8Nj2nSx2myHyy2JajQYKnR0NSg0ff5+nFV+f+OWEV1ToCf
pKWmmu92zQKCn6X7aiRbCFS4zbdpDTeoCPo4WMBFIzMFblWux8wYkkMVGTO+KAT6SxOiaxgmD9c9
UdpAAAYNreVjzMG6/JJuB7QFqBpR8zGfnOVUkhLUySuxVbVaAhT7rw0pts16USZtBxsoVoQ20jWa
b7GLw2xeQ9orTr4PACKufvQO0cGTvguOAGvcFL36rL6zMzD6ggn6+nqpDv25BfHnZ4c+CQDeKEtY
mJe9PqF1F2wxy2fpIcApUFL4C2No3qEKgcoKGFQujXkVkkRvFI3QFw198tCFRLOjP+neQ78WzBUP
WIRyEGWKtgi65dI3qs2K+EsFXEVV9J88u38MiH5XuCjC+dR9MiBvCSg4kDfl9HbdR8XmuDAsNujZ
gkJutymyBkfJJFPc2yaKPD0ERpzQ1ruVAKnyEdkGCIihvSuwpJemiL1AhpqBd2HB1b4Yh4D/aj6B
hMx4tvQ+Klxze901BX0RRil+G5QTKrx6xrwYcEMkdWt8dryBbCGHkd+RaQDJfzfSbVeYQzjmhhbN
kHaJLDQdomCCGGaGccuQs4xt56RPn0peZC6QlU5Vb00Mr2/BITutIAdUz+GLnys9PyyQQkD4BcQQ
fmmd0uA5bbPPNAk2VnKTgfIbBTxaknic5tB3/jyNBokw0i7gVbGnZdRCDkhlbqZYKSevNoMBDTLj
h6+jxu5qKwHPFBFNulAE2yRuSB8sEQAUX+6CpKparzFxd4EIezu1G58O4eT4MUgc9lZ/Y5U3BNTC
KAxHvV/tIARgeNuq/Vll+yEJYr3ZBW5UTyj0gGVnHkIaNF+tcQ3mpICqY+v89ys/sAYMc0+KpAbh
YV9uWP8Nb9twnj8xa9xqIO8AhOaflC9fq+7QsztrzFfuN0WUAxoIAjxA24GDRu7rmUujtWkOWGgh
5jPv3QQM6NAxhf4xSawYqIP/0Z6084qG59rC8U2G7JQUZmhBDIMEh2YoQ4YKsPZX5tAsBcUPigjv
b5OzmJNpKXQdPCwuqBNCzX/WrD50gcjRQBKnmU8j6VcC+buA84dN9z5HI6D4uAwvN12DYFY5M8gI
HY7SP8uBpaQQOreGY6e5cYOhZqvaz9VzR7t9wfVtlniR3y7P5ZwcEuOhXE7QDQNZC/001Ns62BLL
/3I9WKnisJCVwu0pCIDkfp3vtsTrMhtxmDE06TSo45resG3MeeMu1rwCUFSFYiy9WH5kd+gQXq5H
2nijWYPv65TX9cYuLFC/4rCXr6VFPrdQhOl783Wp3P11HxXJjvjmwI8Ihhh8h0urw1BhuA8ADszh
PWleBbWRvbd8vW5DuY7AGwtQJKBL8ru21ltA/FskbR79PgyuAJwJloZsjWJMZQe5JwZvRbMQJKGX
viQl6f6P3MKkxwYaQLpFoF22dcnaS10VC84NSfFSM3urIi6ytz6FIFtLnib/HhR8zB52U5dsrJ7s
rq+gSNLks4KZVIixoS4AfJS0N9DhrNnwDs5Inidi31b2rc6ixveOJVTB/sIWCCgwUie0jmQanVrn
jAwG0HJ+ZoN7io+bGkwNTXA35NkeTK9rPCrKOxa9/f8MSluwS4ZiLl3AXaByvWjbIrWfDf0HKMfi
eowg+gsJmDjBMQdLynVPVaAGiKqh5w+9LBSr5IcU2FucntoAanVeQPZME4Civl0ggTjaqNH62q5y
k+Kmylty47rttKE+u08NAmGc1nRuDcxbrERF1XGENoItpm1AjyOXXHqPpUFbcKCMeqDTgjcfelNk
LelTrjhq3qIcgP8ByXt5UNrBc9loGejw2vyOg1u6nrzYYeXRIC7+P+zMLIh7zT46430+LNu/WXbR
ZgByDYHOlp4k1WJV3sQ95PCkAIlvYrK4nbNio0MyJbR5yyJEpSGy8yqJ6Tj5QItOVTS4eIixsdFO
Qkt4ZSso1x2wcFQDXHBvy68kvZzqInNEn38swpx60Fl6ycc1YhzVMcaXhdg6djt4m6UXhR9U/Vhz
wbrQt/GCfuNGp00QJtlId+1Y3vXlSg6pMohyBPaR4LHAJXv5oQMXFCqMAWTcU/e25N8M/Yj6mL10
RzfLD9c/q/jxcow6tyVtqiVwk2kRENU+FRz/ZqJtyGx7K/eVcu96OjrQoFYBkbA8sFjbfsFJgDNL
g7bZYjyNbtLUT7aY/gUp/8ynvaOP88aajGrjFktghFWVdKfZL93ddYdVt4AAk4JyDCVofM/LxbXq
bnZZAaSXvTQgIhGaXAR0PVtG8ikqrHQA61nwxLOBrQQJ1T2HDA1zqIDee3ggXBquSAvZsAQrzay3
DiXPwL7tRxr7f66AjLsG5DKCYNwQCs+XdqAC1E92AgfZsCD/8O18j0prGw8zWXtrK13C/ClklsCL
ikfVpamZgSW1b3DpOFYWOt1wm0MsNM3f8DJfiT6qk47SGcagBPUpov6lJbuxE96P2D9l94BRkDAD
g6xZzn8RT0AKaoH6BDsDVcFLK5jG6KuWoeFSI4G+RSb/PFipt18Ckqxc16qVQ/qGqqP5DpmQjrhZ
pwFxfHRbqAjnbejVd1Px00lXXsLKZTszI53ueakYpPIwzI92jpm9Ee6EwRraWOmKqNeifC5UxKRP
M9VWPrzjS6CymCZNbPsHD5zFafn9+sFV+vLbjvyUQ7uj6vwK11/Wd0KTJAVfYJOvRAdVOMRrGs0j
wQPlyMPiCExNjosE4dCwMH5Zxgk223U/1Ov124T487M3G5+1ShsqgGSaZFclfmybnwHB1v8C5Iec
/bcZaS/7SM06s4MnRXKojOcxOHTJ63VP1hZLCqVT1401ARb3ZKR+qLVtRHRvJWiqP/pvL6TNlRTp
qNmt4AYyvDrKujT2AdMFcdbfBJgAyQ2uXCgmoXF2+VWADgyIl8DQaOdby/xu5c3B8N+uL5jq06Pr
idF9ECugIiEW9OzT125akZwDV4DjGHgvvaOF6dTEEx1WtrFYFvlWF5PMeJcGQLLJ4TJzmzlZAszp
u8gMi/uMfTcC9NjKKNX+6SayMaY/TlmA0wOsAOgT/IvU5dKzNkfL1+M4nPnkHrz58+L3oQ7RudbM
D7z79qfLiJka0Jq9M0egriN9q3xqMatXoePaVyBRf5vrU8NfCOZvr5v5uIgg70GmDQQpGCk/CILp
tVcGQYcWMre3matDPrvcdqzB3TNHHnEjBHdoWcz761YVqZLgDALXAYg+oJorDxU7Fp95maKADf4Q
mu0c683iCQ0B3og0zEDmdh5OWR3ly3zS13T2Ph432Ea5DgcO/DkYRbn8jFmho3ZSoCmAe+/QWODq
4RPw8Gvb8+M5uDQjhUC7zgbbbzAfCBLjkJbQTEXZynhw/e31tRQx7vIYXNqRYqDrtEa1YLLk5PNy
k7eAl/Fbbg3RND9xfY0dXr126OsB9gLxLlnNxmgXSjWeIhmqPhXFJ6MfMNr1xwPnwiEobQNmKZ6B
Ujic9W5pfIPg7qD6g9UGoT+0tyZfq/KpXfnPjCtlJy3TklLXYcbFu6robxvj3vV+Xf82qj2AcAtC
Uxu4E2SPl1ttdD2dpyDGOul0r3/vX4KRYHD/9X8zIq3X0HObFRaMlBYLXf5glCDms/NotV+nihUu
ZvRR8UdLBtTNl960cKdhYpaQi62cHyaACNgrN5yjp2HsrzSjoixX7kbVCgLvhwe5CajHB9Iho3O9
aRGUlR7VQ9zyjU+2GaMxGFWvr6JqO5wbko6R5XKTm2WP2lJfRDkeo9kvNCVWvFEaQXvYA00+smJZ
UzpwFgzLCSNmCpb88nUwd6upqsIGFJdQQPHxXwG7u/xKvQWdF73XwRRnU7RCjgAJhSUeSdeXS/Fd
DPTUBYugjitY5sHsIMqNEUygxCqu3btTHfu9Dzjft9X5UpEuSOENhoR0DfAhmOmWNl3C/LHSPGCp
hnES7qAdtJJHKAKogDVhiBXvSZAYSOcHTDUd5Q3gdUBb5pjjRu4VFdltG5Btv0Zuqfo4/9kSS3f5
cabZzRnV8XGqIthwuhlse50ZVW1EiNCIBiFYZS6NkCI1WNIgMepdbziBtLbYah3TUbhjZOXyUZpC
pAZYBSUcwOIvTdEKkwEmKypBDjIMZYwMPOvWHhMqI4BMY6ZfNIEwgXtpJMO4kjVUIMgh2f3Qgrd5
GEJQof3xuxj9FNCOCSIe6NfIhezBo/acC7YfcKrYaNYVR398u35olI6gWgEyK8i44AV+6UhONV1v
LJjImiXSIGdSCqZPZyWSqY6mI0pQuJ4BqpR7GrQyyqRAyQfPCagUZxZAZfdQwPFotrJiqoMDbi4A
inB+BGXVpTse61u7yM3qFJAHTPj1oAgQFDQ6ppdBkru5vnYqr4RLyPjxgQI54BQeXi9eF4BVKKsO
1KYRtpoBhe10WcP1KtwyxXQM6q1wCyjoS7cw6w2K8AaTD0sBFeDxYFT7Rc/2ZeGABGCldqHw6sKW
tCP02fW1VIMtfrTnLB70qAc1+dqHUllBgEOVFQEbdIqSR53ZazWoyIFHHSoSthrJwqH9uSAvjz29
TFa+lAJpCO6yM3OSU8tM09wTcHn9pU+hs9A/9GW3tVFfGrqd3T450y/0D605LOnWJ5haBpNaz08B
emI4IbE+77W1FVCcvIufJCViJalpSQOsQMpuQIG18E/pWrtScVHBBAhh0eHDZSJ3Lpais4LFF+MJ
cxnm5MHonq+fALUPvw1IN2FdQE8mFQY8iFeAVbvqPvNg+7/ZEE6ePd5bzAjPvYbJg9F/ZOSZ+0nY
lyvxSTFHKPbHb0eEo2dGjNFmFPOKWCnHHSMQqg6PIAATtA0TiSaMk3yyGgL+JxeKIEuR1yAp141t
Zg/5YZiCIqSp6UQjRCYfrju/9gWlY0JK4nu5WGDff6zmXxr78b/9/dK5yPRhthMoTJxQ/N8ETn8z
QrnoL0ygWoB0CUmmLtffGYASRMsFlxz6VWZ6nPq1k6RcpDML0iIxK6u8ZAZ5YD12mPnXoQyxu+6D
cp8jDQNYUuSvcvpiLWQkrraAy5J+z6ajXr2AlOu6CfEjpaQSikm/TUhOzNYEtc4OJsYGvFRNNJpb
/XFGOee6GdVaoYaDuU4UOoIP7C623jPajmJwY/yuDy/96kiuaqnODMjsLnMyckPPkIUHdrPT+Hhb
uvotJfnbdT/WzMhPCjcnlEPG9mQzLxy8WyPVorUi6Mpa2eZlUJi5bWnTYsIVyOQa/pPp/7ruhOqb
g8FOTCCZQoRHOn0VGx2dibWquLkHkdmrq901HobHhmUNQqv0Bf1jAB8xYPhBLsOobC9NdfjSN18m
aJjUzhr1triv5A0spnf/tSB9Ea1xgkkQvJ6SpX2rwLgYYgShbvsnz/465beLl65ZXPNJ+j5dyZbR
M4VPBeSyi+diXLsWxG/+6JMl6HxsVPUD6VCOJTVai3tiyq5gcWekr4HZxUsudHvdCKpCoGOJ6eJ8
hW7UQU/+oo6GKQSAqoFJhpycDC6p5maZJ4w0Iu1reJik6bFl9tGrvizc3nU62vzX96N6QX/bk25B
cLQjdXdxCzLnmTavjN1f//uVh1Zw/OPRDHU8GcrgjGCQRTEA9Lna1gGt6KzfFKtqN+LQfPhm4uEH
/ichqCPtCosg4a89grmgmf5oiyVcMDPm9vvCtOO1YpoCoGuDsxu4U8yLoTQoF42NfCR8yPDY5AXD
cJE9E+ANybJf/JlFhqMlkY7Rq0d/wHxDatV0S/v2vqH0G/O1IcIIAEYPCSGQBaDBPge2B5NZDTh7
gnFae0MoFx8vYl/8Ylw0Ur45FbXtdWWFe5gkkDwQPXgnnNaoA65ZAeJAHukB4bStkRRW2vHH3Dyz
7m7s/uIyxowvCJhRfAP8Vgo0dlXX1E+76pT4yR1mzjLQX+kpuB7WgGvK8BwgcwZ6FjMx8mMSSNV2
0Srk5tzutsaUhVVqAFCcbIDevX4wFGVMU7yDxGA7nsfyRaDTARMJA7aRNwAoS7Y+j/3klzb/5D7d
o6M7e2sdB9VRP7co7YbCn/nS9GBD9nUtzIMvyaoiwJpPcg2LNbwrNVjQgDLp2OcW5FODe2x9M+y7
kz1scvrt+iqqfBK9G4xUoZmCf6T7uizBW7nY1anxXi2KaTG6uW5AtbnxAAcXGoKyG8jNyn40XOo1
CC2gGy+/eUXbRa5XpifKoNBy3ZSC7AAQP8DtIL/0fyxvl8541pAM2oKD5CyYyq/v+0rfEpptdPPU
6Mb9IjhindfSX0umVT7COfRjUXMC7aH487OXUEtrr+lTjDF67bxpaBoF2StdVkbfFEYwhopZEXBO
IRmRxbu8lPLJTIHe9ZzCfewaMm2tyZqOzcCStTtckZfgAgf+R5SEIOoovVGbrBs5Eey6dZZs2zT7
ZKVAHZlDvLS7yTsm9YRArXPwjTybmIX0AnYPvF9Y3frgoR5yowzNIEOPJBlXKB8U4eXih4ntfLbS
LmdgAwnQ5zSM4FsKXZgMrVQ3o3vqrYQXBXQTMI2zNZA+6jBXXuqMwKvn47yFCkObgg7hefRBhm19
Mqx90pzcqYjdbDPl9Lgsa0BNtatAEYHjGwdI5sOqHaYXCV6Cp7zqw5m8mTkGOZ2DWXy9fmqU+wo1
/n/tSFENhewZHIzo4ZZ8Tj4NvCwPTjY/YSx2jfpBaQlkFpgSFwJpMpzNdxbN4Q1Ihi3gpR1ofEGJ
up7c7XV/FEPO+HBnZqSQxlogahsTqonuEmHAL4PCqx4uVbJdDPYjZzZiQLsBDuiWEftOr/nWC4ad
bU5NWOrLxidjpPM11l5FggWkG8DvYtQGUD7pQEETrp7RH8GB0v1sD76LuHCmZ7dr70t9/DL50xrJ
uNIgkP647EWFWtZvmxLepq6GCS+CoZXaifUlrL+NOY/ztVkyZaw4sySdE4hFo3rdwtI8P5nGk0bz
0IByqeujEjhvNf608nkVNxYAxWCwAigFpQXZM5oHNG0pGuWc6kuktyXdOA1P48LSSTRMRRJObT7E
RppMIdh12KFipN3bDdh8lzT/kTTDFKdd469cPsrNjVEtMd6CAWiZQM7n5sQcoXvZV0dgc8N26UJz
fLzuvCImALaNowNFI9AjyfxIIO1iDTUw50DnLojt+X4Ur2zS3Keo1m+u21Ks87sgAyqhQmBHBixX
CcxPDeKCU1kvXTfs07FfGQlSaAzgyYFeKQaKUceBmctwTmvGdK8CuGJY2gN0XMKEId13wQGaR5WJ
Bm77pc6/LGUdAlf1zeQ0ItMUeygecqOOqhkl52HtNyk+5MVvkt5CgN2jyO77mDDPra9LtuwLdMLs
MgN3csinx9J0wspgMRvuuq7HXtO/U7N+sRFncjtbuYgVp/jit0hhY0ioOesE4AaSFvYBWGAv1PO5
OXpjk4TFopXbqVz4yltB+eEhwCYwGwgevvRRqixt+MDxUVqH9lGT9kh2DX05XN9eqmQNgkq/zUi+
8awPCr+BbyV/hlBUaCKp0Ls3n7wluh91mEBLPWuvtaszGWr/fOA/kUzpmPC93HRNnbbLYoPWVssc
E121adgURQbkcTMYULJgxgJRmKD7h0JA+NCMk3aH92i+0bSWRIaW0Min/RjWNElWUg7lzjN//zBp
RdyxnxOcb8BM9ArCAm08T69/McKEI3dmRKzOWQbF7dzqOx/LPhKyIcQLx/mtT4G19dM/j4gXlkQw
O7M09DnHiA1Yzqfx2GK+3U0OfrHGkqU8IUi5oVEIKBOeuJdG8rFF9UXAfwaaRM64xSGl/Y+gOFb1
9+sbVrltfluS6RfMcljwXRDgDY8fl/GBZu7KkRC/VarCoADzny9y64mUjNKBwhcD2OfcOJYQHS29
z1R/EpeJ4FbA6Ot1p9TLh3kgzGYD/yEXftwayu3pDCTLggnw3dIn5L4vkx0JkrAceYa0aKTP100q
d7mDZwVqZgFuMen41WZX4XshPWvtbzlYBF0KZOIa1kAxcIxtfmZFiuKL689TObl4LfH0ZE9RTWNe
FeFk6xgcmTCFaPehtvSPI5IG7ndpyPM+hNYlCB+m5hiU/QZkUSF3SGR3U2yhQz04cTUmeLyOj55R
rc0eK7Io/F7R7wGmH9PY0qqwiYn2Ln5v1qShC9YZnv60rGOhfx1uXW/tbaH8Bi4SCIjBCOyPFASy
gcKVUeRQfnerVyPfDaMJ4TwerDTG1wyJPz+LAcyb9KGscZmi1xQ53r03IDsk88ouVuFQbWBQcV1B
VMGAY5dmoJXrB7SDmbY6Gm0VGdUhr8YIBDA4PFXmxmTYPHrVWpKtDAl49L+P7wJ3JE7XmXd1UTY9
sgWM75r3tkduPRasXAnKbXFmQXqcFR7G2GzMRZzGoA4nywvNTH/JyA304YrQT0+TvZb+iI32IQid
WZQC6lwlWTML2GaRanvwemAijm3Ah4F8jIR9GuxdfqCGHi9p8U/fJk/Xg8P1FQX52+WKUtss9NyD
v51bHcyh3NftShlFmUL/5x/kkC8tYLoUKYHgXmm5FY4L+Ywh1E+D7YY2XYMJqrcl8IFgs0ad8oMC
B8u0mi85bNXtGHWU7Vjtxum8HECEAWUwi0coXz92wfiYdukpHddgasrVBB8bajGgs/Fk7g2fa55m
CKRnPxd9aAJ/+VC13fTj+jdTAUVQ90LXCIRMggFOOn0BOCSsgmJaDBWTaEGPYiqNeHGQMRMzqpsb
tP4HCEfYR5s/ZcOyyZkOhdt0P+RWiEb3djbaQ0cN8EJkJ56636//PNUinP86KQ1phqqk2YRfp0ML
hPQ+BnG+XLegurcNiBQIGLqPdEMKA9YIptqmBbi1LA4EyrE0a7eMYzp8j0sQbxm2r2waX7epurjP
bUqBIXf9qsY0PdacfKfMjkg+RmXzlGA58/7tui3lPsYcHMB7aCFgRlxKTJlddNSDlMrJs76UAD6U
bXCoyfQtZw6IV91bm22MDqRfqfOS5fVajqJgowJU7My8+MJnYdavaVr6ZAZxOgtB3JPv0JQB/rrd
sVa/HYYHoqXx5AJw1N20qCxXPGVhh4cTmBzjdOy2AJ9sA6QYS7JEdqWthGjlQwZ8HZgvF9INADZe
/rw8d62uDvCeqNsiKpI0Yv2D4dRRSfSH3jeiLkk24IFLQMe28l3Eusux+tyyFMuMosdks6ljzIwv
YYZ57pTfVcPr1Ly206tlLaFeoS/e3mjIbYzE3vRrR///4zvA5OBzBS2dTLajmwS8ARjDOI16E3nt
fe1XAuYTsXmJFhNIuKA8kuGmy9j+uu/K/Y+3qWBiQHdeLqgNpcMZI1yod5un0ql2NqRCxroLPb/f
tRguv25OlceIp/C/5qQtWBiYUMuE4EpBHjAVtdPS++BvgJhoL/02IsXRJetcAwSreJhaoLlpg9vO
+G6UxzLAeBfYvK97pFxAQH7fCR8AppDOtF/zFqBs7B2zC6KMbzqHRlR/aVBiWLKVG2LNlrR6GFz2
q068uLNqQ3s8KvofsxaOSMFdu13TzlNd8NA1/s8xaRWbfELEF8bSkm017+gb5hYgpajAWbi+hOq4
eGZKulqsjOlE10w8PsF22tU3uXmTOBhKp3U0ez+QnjEKBF57ahq2ksUo9yPGpvHoFbKsMt3qooFD
LqgQEg0/jQbIPGRtxJsVI8p7DU8EgIKRP6ALcRnY/CKojWHESmJmcueTY0/LOGcItcl2YE+j2YWD
oUfX11T59c5siq10Fus9t4HkAIfNoDuU5gvkJUIMxewwg/bwF4awdOgUerhd3iPbmSGgxH1QQLS4
QItp3tUzY0hSmgWMVCQIh7FeyauVHwxautC5FU0lmfIvHUjXDhxXaAGOCUwEswzUO2v0NO+Z1ocL
AZAbZJw2Mk6Zu87VKav/H2ln1hs3knTtX0SA+3JL1qKFsi3LVk/7hrDdNvd956//nvQHzKhYRBHq
F+iZm55RVCYjIyMjzjnRiSkmo5MdOrvt7wOLJotRKV7e26iJZYgdMet9+Zm0GYorkTsoJxTA7hak
UGZ7rya++TEdrkZmwZE2/Cn/vtnjppOzvnfw0qb/ULf54tpl7+r6ctQSrujb33Nrg5HYpqgg9Crp
xV46Tmgg3BWoYlCI+lvH1DB8HXZPvAhU6/19a2TlnUhudG08GZDNourATLQccMPtZWyFyrcWVnmd
Miaj2kVwe8cy89T+H2U4m5HmdjSIVAD5t41tfR8E4MS8GxoWwIsu92x2eE2GJFe0lEuvLtA0mub7
NkLbjNNw29Tm54F1ryF4CS5LVS9NVTSGSQJsSLdm4jXqoWjtAwJc/zcjqzstt1Awikw2z3C+FkPr
xvExg97/fzOyusz0QBmtWLPgNQ4PtqR4ZvEkNXsnR3zmK0cDPyfmyJFYrZWJlz5JDGeBUDCY9ReK
cF6zpF/7Xn+YVPncltXPMHJ21rXpeQDM/mjmMMhk5QyDOkipxlPOj+PaN0w62tp9XNF0AJ5FKez2
Jm4eJNjQSE7RMyPer9xB04O67VCvUOSOy1K2xrOdaNXOZbLpdCjYCs0dYNRrpxtyrYikKYcukDqF
J8T4Pd3sFS7MsTjfXtDmUYJLK4R3BP9oVTaZpMQxGhlmggMDu9Jfmyg8TX3qWsmOiNv2mv5raN0C
7MBWWUEJur1iLHczTEdn/Jru6gjtLGfNPkTymkfNAvvfsAL0R+0fjf0pyupjbobH2xu35QmIGYNs
oYyGIsf69TSXWasjvOSH3QLQwdT79GdpSnsOt+XdOnfvH0UbELcrM9mg6X1vcj2M8/A4S9yBVVj9
inrls86ILNgzL7eXtbWBhFQkDSBvgYdbOTgk7jCsZcgzddN4hf0rYbJ9KLWnYny+bWiLhsGi/mdp
FY9yC+zkKLfIs9il7akzgrGW0xrPrW6jXy7bqVfNTXevh+kAeNT51ZtB6PWaLHmoHPmJVJteiwLg
vzgPb3/VKppIcRIzaZPzUGmvlv2PIn+nJxPl/b844UyLEzLVUBeZnH4ZR9SxyJnv1BFHGNdgdg8i
3I9duBOttqIxlEUxrNdk9Ms6ETYzmzFcKjwDtUQQ2GZ4dF9+s7r6oVWlY9JTGI33ho1v+Q9nAjgo
UmF40epp3xhhV9gzOO2yXzQ3Gj6pmu0pfSa7U78XJvdsqZebCFSksw2BQqdR/58iPvZZcgh5sQfB
crjtrFunkCoZZDx6/SqKT5eWSG1KWZoZIKKpk58Yih8k0hH1gXOWmacqS3fa51sPGFAiiMWDPdTV
dTqsK41e5R3Ywzl3ctfszQ/thG6s8xgZYprBmf/XgzOZOxF6Q0YWrLYYawBoG1HK9dNajzJzkiLY
O0ZE2SfqnoO4/Vjwis9t7awZFDyXwsvL5Emux0dzCdx4bP9F+HGYS8n0GSh8SBBebrQ6J/GsWtB7
nLl+GGvrrzzRvCod7qx6r0Wx6T0UfsEK8mlBi1yawifTUjHA4RaofEzO+MEC9jPMxpO9mxxvmBLz
e3Q0I9FhYPzHpakCKSLHYfqkbxevdrN4DdNa6sKi6fv1tp9uGuKpBtISyQeg95eGVKUyECzmC9bK
E3MYPhX572J+kEzr/a9CdCXAKlI1R5N1jZY2WjulbgXeV5fk+xDAUi6353/DxLqwsjp1tT5FrT2U
YHypKyXWc8wMz6TcU/XcCJIXVlZRRFu6qIoE+HYYpI8DaCtTelGlTnSpii4+BFa3E/u3zhkW4QEx
v0PcAauvVM3jaMSVwJpbZu8yyw1FzWfTeJ0Ru5GrY9mUbhkObi3/FY6hC5T8/raXbKRiBs5BRRyC
Med95fmlU0jDWMqcc31yq/w3LwG93KnB7NlYvQdbk8aC2mMj15Ght541W3eN98uVCe0g2gk807lz
1iiAOMtoiFUwwBP1t1VQK2ieE0Trbu/W1plSUdQnIDN6Etj+5Znql1oe6jIr/SXWy3M/m5Ub5Nqv
Sq4/orDQ7Nw0m9YYxw55kgYc5lbWEF010FcFkh0u9w1672Fdv/RadCiKfmdhW59I5XqhykHpxVkD
s2tZrSozkArfrMtjEXQP1FWf0kH7fHv/hDevnoQwmv5nZnW+VLudCkNLSn8cMmZ2/u7rPRGp7YWg
ACF0BXk1iT19U67p2wgdqT4tWcgrBkznqzz8vr2IjRtZ0LL+a2LlBNbU2UsMrcZXYBoxi2JoXKdb
6Csf03h6tCb9INXVo5Sbr7ftbmXJFDKBszPWAdzXGidUFSRUnWXAdy0b7exUzEarYq1346AriLo2
4Yrk5DxNqvE6ahZco8ry0iLRkKq39Hu6bWLQ+ozwz+0ftuWncK7QheVHCfLP5Z5XzRiNDqVIX63n
MyL9JPDLadaeymWv2LMFtkSPEh0RkQpxrYnP/+bzTsrQkkTjp0pi3M92fVrSe622j9boeHbnyXTv
xti5gxTvhZ+czjgF1niYy/jTaE+e2ryY+h4MZcul4Qgy6pPlUx5cXUzNDJEzjMvSL2qjdu1GD71I
D96vvMvb8o2V1cFpxlEtBw2fm6a2IeY0hqcyrsS1g7k63f6am1cSdxJ8F40J7lQ3LvdYK0s1Vpai
pIDy26oVbwTAU8Wi8zbKkP0fK+VuUh/nAlylY90j+LwT9raOMO8UtFuhKZMirXZ0Hos67/qaHW2l
Q5ydlyY4RNNOWr1nZLWhxpTDsLSa0i8B9ZBP2HPtIlZ9eys3jfB4Zv4QskRUjy930pGDVsusCSPR
M29cr26eiuH908257gQfgetbDI1fJZTOmC8lV3jlV2Fbulb2VA3JL9WA2JL9m+sP2AnyszwWkYcV
geDN6WuTsDe7rq4Ydcb4pEL6Mas/lTx+5GDd3jjhYqt7guitwxoknqBwqF0amhM5ltq0Y56bzlBu
p5JOUhc+2BapcjIejPyv2+Y2vtOFOXHG36zL6oKcuk5b+nY/u0H5XUlpbOxOudyywnA80dmwSVTW
oMFgymsGh8r4NUjIomvP4V1spDvkoi3KD0PTecPwfXQIMeJXvFlLIEd49FRVfivZ59HRP0Xh16qP
n0xYUEtbHcryOwBCr0gatw3yM1gCZoJ3O46/ERRZ5Z8panBOQRRc/ghQy0UW923l22V1XzbNQ7Gn
grvhIVBRZDEmngosza9LC5TJ+6xPsspvGPpQBx8i/Ryif6nlkRswZ+a2f2wsh+IrVz6NGY2xwKvl
WMxGsK1srnjqK9pywPvrb0YU8QS5bWdrUbRxGagFVQEM0ioojXofLMusEi+cLmNkglrcm2ORnAYG
DLpBBSPFXqK9QeYbiyO3pKXB6hAGtFeHOqfRNA5ojfhGVh1ToenfJuq/YFCydUz61gWRB2775efq
FNuQnMmpQGw79rmrpPQhjhzpQS+nducEbGyi+EpoQJEzW8ZaB6xo5J4iJfX/mP/BaTIG7UGv+9g1
F1M7FQUDiayy03YewVubiEGqQkh5os+92sSpc3opD4oa9d/muxQJYK4TnG97x0b8AGoMb5LKExyd
NbQ6Dgy5mSK9Rhf/yYb03DgVnOF/IRgBzxVFWUaEqA7TAFdfapjV1h7jhuskubOX5lee/BsSHdIG
MBdsvpRo/l/a0DrFaHqtavx4MM+hJR2UOjz2fXB3e8PEpl/eIiwCzW8aQuTLCKldminKpkWUN+S1
ZoZ+o38zmbHY5J07xHuCS3uW1puWVBnXYlSC1H6xkr/zACqI+TGV/r69oGsvY0EcID4NLxDO6+WC
KmQDwp673pdSJlFYhyI1D7ctXPsYOSxiktztRDwUxy4t0J6du8rEQhOcLQaWdt2rHe0c0E0bFL7E
EGE+zhq9KtcFVbbQ4nJvnu34FfE09LhvL2NrowCM/tfEysEMtWnDejL58vbsFoOYhXzbwPUHR1GB
0y5ci2i9di29kKM505XST1smQUWm3DM8s6LFWVWJN0njslMn2rO3+vJhUeiTTC/GN8tA82y9Du6n
XPq7kEHFaU3e7FRsrp+4YnkQSyEgMEJCFfv7JonIAykqem3BDSRtPBQMFnF17gRlbI7q8E+tdYdJ
KSU3mMedI3sdvIVhIdLPVcuMA+E7bwwPwRJbWkDGDGYgZ3BFETIg9olBdl6cPt/+hFtrFLVRoYAI
hWCtTQh5IukLlcvWsRo/R46EcYwBOqV2flLRfy5tyzX3LvhrvxRi52JSBAk0aObVvpZpqXHhya2v
ab86/andmz+wsX0Xf3+1fYWaWMyv5e+PU8wD8UPgJuHHMnZTe2fzNvyR2M22cRsBVFkTWIWqkaMt
akuC98+YfcAXmOiCtute5rW5IGEGvUDuvLXOb563hrVMQetHpnFXWVCtv/RS6S318JAZOz0PsTmX
1wUfh8oh2p7MTbnCwJbIgC+qHHdcF7FbwpTXIzLLnRC+aQTNXVGfEvTxVSrZlNIS2jpGQvarTF6H
/pS1r+/2bCYR/M/GKjeWFGQqGGDawVGXPTtLHmqQdUyOPMyxfIyqX9qIpHmnxjvZ66ZzMxkR+c0/
ecrK+ZpBD8x5zjs405+L4nkc92p7m07Hy0bjz1MLWU+ay+wStkrZdr5cf8qmgPf6dCAiTap6vL2B
Gyuh92XRchIVHYTfLqNQU9Syxoyc3o9hth41Zi3dt13s7MT0jacarR6Bt6erB7pjfYl0UhcFTq/3
/lwsXuZkr2VkPw2KchrTjpl24+e5zz/rS/FgxGczfVDsV3P4dnul10EQSAnQBSHgxRtgHei5ruja
mNoA4zsojhFd01MiqVTv1DFwGzXNjlFI2xEZ33tjmvP729avPyjWQdAwNFChrrA+3V1FptPV9uDD
aPEGZ3Ez+cxt61bmTnq+gfGmucd9QoMD1TXSwcsv2sZBY7fmMPrdmNQpcoRZ/SBrhX0skADz4qVz
To6TBx6I1MatplA5SXJbnm8vVxi5DDD8CBD2vEnIe2lVXP6IWMnNpMOx/HwJDlMIbzeZXKnRd87h
xq5SOqOZhP/Sp1jX76YgKGZjRKvIHo/JpzYUFCE/qoodM9euI55X6EqhT0uabYif8eaqbik9Z1ba
yL5i1PJjpfXLUyTBTtCG7HtnoS9oznJ7p2fzC+BUbSdP2JiLaeM59FFFyVmz1ouslmGxp9JSfAMV
hFlHj335UmVP2T9jckgfneXzrCYu0/+C/mSkD91n/tB5Dr4Mvwv9JQ3uZTP29tRWrvfdFvQ9hw/L
tcjBvtyQXC0MmHSR6sdTWx3nRm6sZ6dIhtozIqOESlNREN+JVBuOjYwOsgMCRM2nXnekhl7Nhi5b
UNS2BleDLJI7PYQk20WOy9Vr51Bm1nFekmNjvj9KAoNEnRiyELUKeDWX6w2VJCvbTFF8LZeYjJCa
ht/GXf3l9qHZ2FXwB4BHSLLFqMXVya2zZgATG7KrRazcy4PZSG4JgcbtNZ50IxzZnVhxfUq5Wv5k
AjT6WKFISd74dZ0sk21Vs+rDh1IR5zER5viRNUaTPyVTGds7nvynUnUZFWgeOH/ER2gqXnVPyobS
c1K2ii+bh7z2dIuBAm6lHRACZcaA8yEHmj+9O/Be2lxlCHISGM1ol8oflnY1fuoPpVF7qCne/nYb
IQIJNbwS+A/sdlu93Mq0JtenGKP4Vq4PjbcYnZJ7WdkUPCeytC49IIIoFNtVtxzCaIGWkkuINN3+
EdcpJCmx8qfsCjmZVurlj0A735YmaeBHSIp6ppphHyYEVE5K0lj3xhKfxl6Pd47llk2RGqPwwksd
CvelTSQ/l0mjKeBPs+3PZvQ000BxS81pEBWWfUZl7yxya6dpEDskEiB2rkafZgwi1jtUi/yiGH9G
EQQmdKXUHFQXAlN3RZJ6Utm6ddrseO/GYeEW4Phzu9J5X0MElSZSm3gi5gFMko72NHbfSzV3vC5p
h3knX9qIBDDLxeA7RSC91yqSTp6T/6HL6uty+LkbIJ6m9bE3kZcgZbjtM9cJILeaDmaZGrq4Slc+
k45S1QzI16Bpqkffa7MZTqrUyDubt22FWh44Ms79GgoUGnG5KEQgHyhn7OZz1d+l1bgHTt36RDyq
+UO4Bb0bsa1v4tk4duWYWYnm2xnToGWt/61HYefVgLd2osq2JUEfBO1H9Xq1axUnLU3STGMSt/Fj
Go2X2eg+SMPeGLRNM9z6JB9kzii8XC6IjiEdroxJ8+2ioiwxhc5ZFDHuqlpedkpV4gpbxWbWIqaC
kh1zsa/KYUskG1IbmqpvDNkDWAxPq/+qG9nLh0+aJJ3557bfbSyNpglRQ4HJwFDE1dJqy1KjHpay
309/F0vmOhBe1D09g2u3o1GIxwH6osJn2Ssjss4MV9QzTeQSmb3mVPPfiTmlOwFp0whoEmrhQvLV
Xt0wZdzgz1OIEb3t5UNdl3RmRruy439jCOVMDrlBwX+Nwnf6tCoLozaFUlftqUVO3hMuRffPe78M
n5+WFqLNhHW4QJdOJy+NnjBnxmQmT5vLx9axhvpumEmB3L6oleTz+83hdzLtEmrwvHcvzfVd0LRl
FFl+ZjW9O1jDix7Zd+b7yfXAFv5/8iEYZNrKzNLXI3KTseVHUu0LK+jqvLuq4gAvo+CF7rgYxbfy
NicTQ6ul0GI8avyVR0tAI8b6p87sPXbO9fUgDCEt+ad2SNC+3DKdKZJzYKcWfZ9vbSp9KRFrz5kk
p+y927cMGbQcuRmYG2evh/Q0Yy8HVYRYo1k6XjiixRdCdZXRcNz7PLctXU2bGUGFyb3M50HP5ah2
3zS7Oow92l323t16nbCQqPx3TVczvqOudniQYkkLnpSy+YAGSSW1H5Sw5pG6o6eyvSqCAkM9EOZc
v8XHmmO81OyfmsSRV4RqdGqq+FOZl8VjYbc7B3cjEIHNEfOAAO5RUl4d3B6J1j6XR7KGiOapKynh
qwW48uft87ppRfRkyDPJwNZMzDhVjaBQaxVFjqSq3UJTm7NC8vfrthlxWC7vI8ba/0GKsn3klisf
ryulC6scKdjOyrJD4sAUyCRZ82pTmY63TW2uCNQ5YglAz4H3Xh6nMlaVYmw7Mjs9HjwEBwc0ASx7
p9GwbUXMHyM8EMDFv3+TnCASuNh2NEB/T3LnM/IjycksIvtwey1X3o3OIEEbJWfGzPKfVdFVGlGI
CpEp8fs8dJtA/9zSOGs1rnNLf9HKdmfrrhwcczxYEfEFE02WIr7im0UZ5dJNc9D1forGckb8cQrH
y5k6s3dqr3YPzK5QUnSAw/3hJV4aCibAcImi9gwkG17Rus0pYkl7w6j+xLMLpxNWRI6KOgRJ8drp
enWuyrBvF78RqoKeqc1ZCBN90H9kiJR2ByORCu3DJNlD9pgkSf/Z0SLbOaeDmVlPZVDqBrA4zV5c
8p2oP7T6ZP6jdZVRHQPDir/ZiG9+KQNZYUT3JICUU9vrH7RxTPtDLSn157wpUhR5q9J5LadI+13O
Zf3T6NTlY5bY6ZciVZvnrJulYxYGecIDWqteBpQsqXsxb6w8VEs/fk6opX4c82TpQI87Un8cKOv+
VIsy/ZHPQfwlCaKscI2iKp+DdNEzr1oM80kD2RsdQXhGnDHEE/4TpSqBPhhGmV5ENM4ndWkH5wyO
LjNO+VCm8Re9LKLS1TJnfmr0RtJPUaxKcB4N7YcZJHLnRsAP5CeljrPnIUfq+UMRS7yLF3lG4Smq
AxoDWT5KX0I5Tv+zWEP5bbRa6z6R6/k/eHmauTKdq9LTmM/8vUgyKG1tXg7KQQrKDLbo0PcvIaUL
+TTZWqIcckOpE6/rCh4ZWdS1uVv3qvm1XbSpP7ZFUgYux9/5HsUMh7jrpzlxKJst0vMgJ3Xu9nHd
lQenjRSku+sEVbWF6T9/x0VYLvc9e2cyenHUuvt5CnNl583351G3cj4a0RQYTd61gl5w6eKxmkSt
Ok6jzyyzAsXmeeAdq5fmGJ3kxRmzQ5BY8ue+QV/FzTMnfunKzorZEK3Q3aEv+RRK7Qytp81K/j2o
sgn8R5qoYFUTNt1QiiZhVyivHVSmIAzHTLYN6GZmnFuuklrdEymFnAPzhQPhBRppn4dioPxEeTI/
IuRf/wS009QHR1m6XxIi4emhGGy0IO0RIMxRSdXocayc4MWK81y6g2qS9yerHZrp3DlNPx80kOuF
C57F+jy1oywfIBeF2XGYlrkMXaNlOoPb15oVe0VDrWgnPduIVTylKFEIVLHINS/3N5mHKipMatKj
WcEpPZtadBrqX1K2J6p/3e0AUArTAZIIvRuaeavXoS0Vw4RSHWXpJFQ+o/4wuQ6izac5qeRjkaOh
EfdTl7h1YTPJRyJS9IElnUoLZCZPzvA46nWyp8uzEUFt0X/gcuAxBF7gcvloj6dmp+eTz+Nh5jqQ
UL8xzd/vvX4g9bG9zKSgKXdVKZ/6vi37WF98nrQnSCyIgnYPfWvmYgCrg9jO+81RR+TRQGVYqOJf
rmlZzEEvl1D2S4CCH3vR07YqnDcHq0yWtVieFk/yu+88riCYWlAL6a5Y60sis1trbCdpQfsvcY5o
jud3bVP2D0arlxQXjT2NAXGHXsYFYY9PRhbOy2WNEB3aqeSjRrIfJbHlhaFePTmDNByMeZB2cpSr
IgCMBdoczLSgVMONvs5RRo26nZrIvmwE871hFt/Vzh7PU+xw2QDY+1CYSudlilSfbn/IjSMjELAU
T7nhAfmuqVWyVMRhqWoLqO/ac2r1KNvD3dg7z71QZ0GPS52+DF3KxOj7uGwnNxYjA6ogeb79O/58
vNVmAzwikUGgEFbg2qPAwbTO0BWKr5NmeUNJ4dy1RnNwk6mojxE91GNfNaZHqJy8eYkrz0mG9pTH
PSOnmaTm5uPwq44t3euVrnjMe1l6kuVl+YqayHiCr98c6PhmjJGbnLuijqqXYq47dy7m4ITyWf3B
Dsvu5fairk++BoOH5BZiKpU+U3z1N0maXMVq1cJK8rVp/lCp9V9dpe114jacFD4vYFyZbwfsY3US
q5kZBGQ0k79A3HhS1Sk44M/xD0vtnZ1a4rUpMffG4FXKSE+ai6tAxrzluIy0SvXLtNZdx+jmO8RK
ck+fumnnPIg/dekNrIfLGAALdx6a15c7R9kqYs2O5jdyXD+qXTsf5cEwPxe51j5yXZuCpdp5xmSG
nrPMw54m7zVBgVuE0MUoZv4BIb66SRqHbowWaJqvTDT3EKkLHJRR0x8SE2yd+dja1VlfWreSx9MQ
Cont+9uus/0DHKpaHE+WuyYZ2XBgnZxaEaBC5sxO4THtJy+Ta0TTl1dF/lojBlhYGsR0+6M8tgAO
954YG59bdLJxXvrJYhLR5Teoe+zPg0JMKvPha6PA2aP+YeteFASgHG+vd+ODi6ubl7rwZfo4l8ag
EiHpq3eyn8uoxJE/L6jgDLp+stJ2fB2lODi26pCeCivJPW1xyuNt+9c5CoUjMX+PGcI43ZqcZkeT
FOBNsj+0ivNozPFwNMukJeE0s29FIZU7oeE64GPPEGI/DA/hzbnKiQJFkpea3gAtx8S8Qyi3eAgD
O2NAqDp8ytIg/yAFo/7RLhGLu73S63auyv6yz3Q84TddpQpqFtijPbDUTI28oHSe52R+LdH9S/rR
MxLnOSqjL22CZKG+h67ZWDWmhdK0LW6b9TUXh3o02RKrruVC3NheMPxdJr5upm5lVV7cnv/VWv9n
UPj4mwisxQHloR6DTj26Uv13aqcniMQf7UpCyLQFIB4/FHVduKOl7NjeOD5gBsAPsE7u9fW0qoUm
BZMlKNeYuZ0f1DRUvDQf6EQORrpj6lpZFOo1oCgKQ6ILg0ddLhNyrznxZFb9qURDtHILpMRtBCeX
IPtHjtsPDGk5SGl9X9Xx53GJjuqPcRz+Spz2iC7bMWBiSsTgiyX5DbvuGI570JiNwwUihdIISAox
YngVSWxqYVUCGsw3NFQfzdKL629JQXOt2Qsje5bEv3/zvelxmXJtUIlLEWCTh6fO7E6BQYt7b37j
piEaUMRHoRuwvguhGzvtFDQqBDLnw9h8S7qKyVqGa7x7ZDKflusHrRwImcxOWgVGI5kmgY9Q/SzJ
DoX5vazMO00bj8Czd3L662wFS3SGCPqiq6ytQpITWNZg6KHmG0lX3IVW/pVbeE+PcuNeo1nNeiz2
jeWsuw5KKpmoJqcgOhBRR1K8H+8BeDCXEvAI0wJiYzma5tTeNQAk7mlX9seZDOtptJ3uK/3aYadQ
fL1o6K4iDop5JELj8dJhukjSh6hJZb9tVcTQ2qU9q/WQHm7HoetYwDAbICaC/EIZcn27pYBlNI0P
6SNdf7+YAWqs/X1o7iRN19GV3IxAo8F94cG9RiEg6iWlcrQofqq2R+TET3VlCGDW4yxP34Nafdb2
ZtdenwKaljSqBJeIrHJNBMt1Z3QGiFO+Dt7+Wana4ZAWgflgm8DBpNGc3u2iPBBIfAS2TUyvXKWF
ErUMu1wakqJOLR6j0mwR/opQM739ua6dAkYgADrqPfRjr94igDZKPZYn3S9z3Th0etqexzJ8/3mj
u0+Sa4gz5+AXl66XSU06RC1WkJQxmDdEsaLsc3tny65dDysONgTYnlx2VdxarLwIpk7TfXsKauRn
JeUHZ995rttWO97eNpETXybtuDHWqF6hW3NF7GhzZYmTLDF8qeqSs1Hl3CVyITNKXtXOczLMr5HU
7919W+vTeMASJikgoxt5uYtTYAV5UXaGHzf6kKNjnCTA4Cie6q7eluGePta1a4B/AwxHzCdI8jS4
NFcWc18tY234S14bns2U2FPfdtLp9k5uLYrKndDD4ikMGPnSioMCzVIjyokqQ+GWy0cnDe+URN2J
Slvfi4cpKHGOEqyvVdsKpYzOQDve9GM7Bhs76Nm9mWnjnR2U0Z3TUecGN/tuqAinln0j86UZCAV7
tbRSN6cBQLKBwGE1HOwomh55X1XurDjdjj9uZLrCFkAHVicYbauPpc1G2uiBY/g11Mpzmc/SYwaf
6Q6SVu/3VhPeF1nU382SqXn6qCaP+TQre7IXGzcezUG0IxVa1LAT1wi1eBpCeQgK0ANyQU49PXR6
eNSLv9FfNJF/QTvWDU2K8hBLX6zdlHvDlSg8UAqlAiuQEuLfv8mIqsaRw2CRDbT9rJiZL9F00KM5
cslcq5393jTFS5XWFFg4MvxLU+GEjH7f2+AXzMiWHw0NNv+nZI4z1XWkYdJ2BMWvj6JNKgl6iiF2
iNOugTN5lkU1qkCmL5VB8KXJrPZXNQXyTm59vShhhexAaIwJksjlotrFlIiuson+s918VwdHO2Ua
nRw3Ttt+50Burog8D64L4rcULC9tlZZkZJmUWb7TRWPjUhIby9NYQsjfuRQ2DdFEFiKMvFGs1SFU
atso2oEvxWVdvGaBld/JklztMLSvAdQCiyFK3oIszhFcradN6GWUkMJ9I3TK/yAmAoQ3aaWPzdgM
D/1oyI/htCgPxSTNxwRy9ClN5Pzc5nn/uVayez1JMmYcB9nRSurgbEuD/k3u0u6vpJqrj1Y0moeh
6dJ/LLpmOxnAxldHIQi9QD6FIICL0Pnm1Fhjw8M5bgNQpUw0LkMqhWZuvBjZvPPJN2IUhxPvEoR9
g1f5KuvurYnmoqEGfsf1pbiKHEX/MbmrsyNVh/hnXQph06ivh4NmDlFxstOxfB1SQ9lb8rUosmqT
oJIO4xF0e9d9ijJDPVBOIpvZx0lyqBJ5+tJIkdMd7DA9gaUI7gbGeh3SnLSuGaXm2M3Bhzh3mo9o
s6RPWWq/6g3aHRmB/9N770PG1VCFo+4oFJLXqtCy0g9O14c24gnm/MUM6biVeVg9L5Qqdo7G9aXI
aw4QFlgVMchhzRvuelEjKqr0aXRyz8x/aqgkNgiUlpUDPf7dwQWUKS92VFfJ2/nvSzebtbDtjdLK
n0r7g2CFKAti19/eu3eimk5tjQIxcWpdSmUpNI5SNX1aCpqO+aT8oyvD4pnh7jCpq9cA+lO03lAI
4dxcS0triMdqUVhmTwGX6ccsjUXhMrKY9WAkDxydvanjVzVDXqk0g8TzW8jjrpmOkWzlZU/j+KnI
Zf1lpgByGPQeXf5o/LUEneGNOqBvJdKczyoD7XdyNBEjL7JdrJO4UyYmPlB4X10MfR10WtMN5dOQ
hvpTUizLkYlZ07mNul+pxCzgMpIbDwEd5eX2B73yUGFYCKSTTXBXrNtSWo8K6ZI75dNUCz6TpoUV
clBBECrurNIKOeVL1/xKqundrAUME6Co0/LWE4qtl94aSwCuCyWqnvoFxXAocfIRd4pdOxu7nYNx
HRaFLZBU4C2JwJBnL20lRoESrJZXT0Y9BoeiqRwYCqRpSqkon8DMRr/tIdEfgm5KMtcKY/WT4kzF
3e2d/vMuX39jLncKIihzwC1Ync/RDiO69FX1tCiN+QKNDcE8YxKNeUtjA6AjJeNcnGS57F9yo0cQ
J87S+Xkuu8xdnNR86CTDOnWB80MFL3panPk0QS7xgrSrvt/+rVc3ltgwwfCjbUGxbR29q3gwHOZR
V09pkOjHTLU/FGTZ56qwtR+3LV0lD1gShGYuRk0MxFsVG2mapArCw+XT4ijxoWbaJnq5U74Th6+D
iThdgvduG6rocF06QGy3QR2btUZzL+jSQz0UKrXTxsyfu1ZORuTEO2OPsnK9h0BvNRCeJLCirLF6
K/MWnzNOtcnIvSVcXoo6nSIXOQ+p/lhNZbJHrLo2B4kLBBepq27bzpoCavTauCAxY/sMgARDZNGQ
tJ9kBxCyG8tR2L4biCCQVZwo/oLDLbaudVV609bSbFt+qKZa7DI+NBlOSIVG4U5mvrUw2laCs0e9
9wrwgcssTVrEtj+BXvMQ7kVrGRRU+jIGEeOu3uuO4DvfGBPu+iZVo4IXGYwutv0e6IrLi6p0zSmx
3x3tebqBT6MkBLAEFbZLKzZI6SUfJJC/9aCetaVBJBovgrulR4k7jhbJgtHppdtoZrqDn7kO+KSh
VLxoYwiQwBre3AZMMR6NyEFpYjpUQ/AYTzGN7/bLMijnWvry7v1k0KEJXhLoMTogq7dB2M3lmJAh
+n2dzZY7G3ImeZ1tps57c2ym6fDGQWocfKEoGV1uqW7XCm+QqoSUlt7FFve12ivS0VH3uk5X7rgy
tLqpzdrWgsJAPi8zh4Na/C7HZ6uKd+6Kq6iIEV6IsLmFZCBucrmaIJjbKBaqEqXZQXAuyy+F3Oc7
Fd5NI3+QRBTOGQiw8vUmkjIpsJE16YcYjJ4R9vEHGeGO4r1nSiwGoTe+jdDpuYpMTkbJyLGRAgzj
4H7MGdpMV7bdsbL2a251fJo0BrySTNNqFW6jLrebnqfRozl7lZJ6fZ+4ASxSaz5P4f1tr177ALZA
oMFF+TN7DyrZ5ecZzdkyKiMwHjP5k91N3v/j7Lx23FaWtn1FBJjDKUlJEySPxx57bJ8Qjs2c89V/
D/0D/xpRggjvDay9gg9K3exQXfWGyrfa1r8d4yJd+BsE7jf9egogICTOg0xwN6hUOOajHJsS8Mww
/jzrVv6550n0UE2O+NLyVn2YgZ8dhDZHng2l7lXuTPFsjnV66CRswVB3bB7yMoXGl+k/i8LRUPuP
dbHl9/f32Hib3PBrqT+TMSByxsysX+elNk+1naX2I5CyzAv0vLhX0MvyaMfUB4SmRj+f6mrXjpXt
x3aUvDObZjxIrZkLqnVd8FCodrULrCJ8ZzVNcLKkqHip5aL9kGYLiWAapMM8h0Hso5Qj+20LURPC
dmc0O90CVeyGCjjSjUNlnTYwKHiuCxsUpCElzdVeB9KbzeNs2o+QwnmzHRS1uZe6bwmlh9sfeyvQ
KjUs5QnAAmD1x35+pGfvaYPmZtFT0n/+H+Jwwy24/+XSXi3cWc3bNsJR79EyJpx4zZ2TR99KvdqN
s7W/HerKfuTl9l+o1YE8mV0hZ6FtP6I09j5AW9aq9u10ag3ZVdVh4yi7Nn8O1wi0TvJrijvne0VN
u0iD2+Q8pj0q7wPi3vcNPOU7e+re6dakbEzjMk2rxQ6DfTHgYxbJSVbh5F4LA6Ug3FA7o5uYeefX
arSlV/CXS3AWhor9giRW4HSzBteYmYRKUexYVXgc1KisPBTEg3LXh23/2ojewlvFGtTvDZwHTqAp
DUdvbKau8+RRbScvKZzupbPlPPRrlLiFSzVaQ1phKhJdczUxzT96M0ufzVxWtF2e6Co2y4bQlJ9y
WWtAtqeuHmyfVgmPwEgV1VYv6UIdmHsNqXwe94sh9SJ9df7RlKmLAksZxdGJgUz09jNo6Du9NkIc
FCVczr71FQZZGh6mTfY6859iFq3e9btJ2sK9XSzW859irV4hGfUApYgGcWylh0yOyR2qQ6oerMF2
0e49/OPO+BsMwR4DgK1zAXeF3joZYTuJY5S+Rpq066c/ffiCY+xjP365HeriolpCLZ0RuJmoEK/7
4xJmr0B5Z4H6cOWrwcMIRnzakke72HwIovCs5pDkgbXkLOff0TGKXkXDOjrWmX3qgs+BkhwGLIz1
biN1vUCmsGKItPBMqVSAr19+yZvsvHecIAizEYyPIj0aVjHsNBLZttKKj0OlTYdkLMZdqmD2YAol
eT+GdrOfQqQXhtDuD3AZ1Gd5APJbKORuFVfj+4C88anLtQ9F71gfAHeiWX/7E1x0bPjRC2dxyX4X
jbA1l2eKAMVWWhwfq/hXKCrsnSZfnfUDhKm9hVRNNT2iZunnr2zG1Jo3ip1Xw9OTA1tME4YG3Wpp
VxAK6kk2YsS/MXKt4A5hefDQGr0L+QEW4Mi5Yrw3jK+ifu0a3Q9jYEW3p+DK7oKG+t9PWC2QQkkS
IzFMbBmn7yKGzda6geT3rexpWwCX5T2xOjLJZBe0J+2V5XV1vkLC0dJR92a0wXQ3VH/GYHZF/y3D
plQVnwzsem+P7HLpQ95kZpfCK1fPmuE/5BqaxWoXHpXoSAfEq+3Izx1jZ2Q/bge63MhUEGjhUpek
IU4t+Xxc0Ptlu9C1kNe9ugCr3Uz6lDUb8JVro1nOi+VZSr1CXr7jm+0Vpzm0rFREx6r4LUmeeM6d
x7b+/u8jAS1og7jgcsM68DxIUk2GGndNxCZsvLT0U6wSlWmrGnLlcgFkSkrKnoMPD4XqPIxkCc0K
TCMCLf1qadl7WRSHwgo/2HWyL2fMV1EDr/UvjihH127rp3mS/iyUWKnbeMpdm1Q+m82TgeYiP+r8
h8zjVDoLkAHBqodS/etRWledO4xb2iXXlgirg6ORpIRcddkab75eGlUhJOUhPppS7OVD5HbG6Ip4
Q2Dg2nDAA8F/BPMJzXK9wfRCCmddj49C7lyJ0xKymsszpNc3DvuLHIsOM+Am0Pu0siiBrg4NWenV
UATgOZu4fV8o2eAuJ6x/ezFeG83bIOr5nAGCV8x5rOPjIo1slu1TqRVu4jyL2v5fhrPYlDvkPIvq
+XkkVa9Gx0m6+BhbWezWUvwkS8NWTe6i0A3lAsYHsCYFcSWKLqsoY1WUdZ2yBia1Hw91qAy70ZkN
vwbORTHJ/jlJmkyF20h3bT46u2Bw4n8+7LnsAGQsusmLXODqviGNHFEslOOjFRmhLzn2Yw0fbhfK
2p+pKQ1/1Lmob3/FaysfN03q+3RQOBtXWwzJk3oMkmVNxs6BR8J8RyaZeDFuaBuDu7JeOH9pSoG+
gBS2blqYpdxVQy4SJMT+FMwfB6SW1N7C6PnnIZ0FWn1IEXZdqcdSfDTUdAei8CEYjCPM3N3tMOum
F+tlSdxA+qK2snAxzlelgC7YZ1GS4GXuVLsyyMXgTrPzw4yzxqN0HLqxHSgurmiDgG44bDasr3y6
sx+w+nSzFOHZWBXJsVHkL3iYHzrZeEon6S6QzcEdbf1dbGqvlajupg4XOArSoF1iLN+zGOmwMc1k
FzUdzb89Ldd+FW87jh2aEpCIVr8qL0BOQDNNjmFtuNYY79L5g1Ua//poZfIpjtIjoMygGmtAURVr
YQfiYBl7c6qq76H2pKjRncOr59+H89f+BSI+b601HSEqGzOSnZThaPVO0eEpWT+a6p8LcMtweNWw
nP5GWR/YnWYNQZMlx25n0rEK809K87uA7PXp9miWNXme4uE+xfEGCAqoLZyD8zU7aL0TDzVm1ZKK
v2jdlwWZ7LC7HeTaCsDyjBRlEU2+cLrPRK01jVFyXDdf1PRzrN7V8Z/bIa6dJYv+FSwrcBLU+c7H
oVRZAPO0IoR4lwUfxuS+C3xzS7Hy2mwBKeIyoEUDy3/1VaoO4bTR4MTSirn8DUi/8fA6MIuNg/GC
+becJG/jrG7SuikLVAvC5Fh+SZPclXA1UHJ454Ero91UV/IhyNKHtKxcDOtSK3yXK/rGfrp8ZvAT
yE0WISx6K+sEqImKqDGGODkW0nGKsqcxbT2zuRuSEA3ZLej5lQXC+53sfxHeow68yra6GhMdK1aS
YzbObmv+EU3uppaxsQyvrBEgyqCD6Gksj8fVGumlKhyCemJW7R9y2rqS2EMhZ1q38DpXh0MtAvQ7
HXlzrewVC7urmlHlYutqVy2EN88PU/6vUGgWCccc+1ZnOTJ5q+EMVR41sWVxENkm60N4clP/DzPG
p6cmT28Sl7rVOkwHPF/w0U2wgP0Zzc99H3GhVW5Sf/zn3bsQDyBVsdRIdVbFKzMOdHBPDkMhc9SG
EIq/8LT0gMrGxta69mnYugs2hcosxhfn5wQluXoEroS/doZ0k/7qQLK3/lXiZvkyS3eV/184ymsM
X9JXfZD1DUGQkhb2zhFPSniq0q3u2ZWEA/T40qlemgQgiFaDATU7NhlxmgQHzijZ1XV0n5iV3wK+
L8RD2NkPAD0Ptz/WZVXgL7KH1JgPxU5abdbEmOUs66f0OCvvk9HF76uk8b//pZevtwNd26+c5zye
wftdqgvmcllJvOKZxl6A9/qB+4Hby423+VS/tigW5Wpg2wvsf92Z6OU67JwpzY5NG/8qgHQ2MxhZ
s/n3zIH7/L8wqw0rNfIYThJe3mVj3OV5eD+n0zdLj7euj2vD4Sr8C4EiG1ovPxqogZbPOJMPcGvc
DtDmPhnEUkcxuo0ix5ULEQU+qvYgTljra1MSGh601ZTFM1yLTU8JoH+Y1lbF68o6AMhF5gg6gQfs
+tweRe04w8yCa5rICw3LlRrVox5Kp3XjdLhW6IBfskCWUbtZ3DbOd5RlV3ba2WN6jLsHzARdFAzV
9LXC7LGkM/FT7h+m6EcmvlNvrhTDm9qtQ/3qWBdiNY/Ohdu8yjDioC60cdDSYyHfWSSXJQKlQeSJ
/+GKQvwPuo5DvkRxavmwb+obilIYTo8WIGKN2aFAW4ASmBRulEuXBb1KLqGT6osQxTKUNVG6M0uA
dm2QHhMN+dP5MKeKV2vPbfBZ2rL9uXIocc9CYsSamTrVGojRVrR2jISFmMPVdftMxMiLxNkhm/Tx
vuxIOTNA76cIyPu/7+oF/IpKA5UVsvXVcch7S1Uz/ne0dHxjf3fHuP/3hgr4XgBCiDwt8lXrcofW
B0UZijA8du2PEtyTbIA97x4yuALOpnzVldODogqNFLqaC553tQXQQ2hMaZ6i4xyWXo5BuEDibnr+
56Od6+qvsiboArLd8+WHYFCmJoYeIbH/nM2dLxt/TPxm/oduygKs/S/OMtg3yzyywmkedAqXlvHB
DCy/k77HxQdQNBsHx5WVzvFHhXQ5NViDqwQGYcqxRgIrQvE33tlkMH5kKBTllcSdsuTb3Jf/6q5O
jvEmIiCN85HpjaKVYK8iZDxTT+eFoMYfcE50TTndGNvVBfH/x3YhoRemZZwreUDxtwloLQ4yAzS/
j521cZdsxVHPR+R0WPYws9ExQxp60mKM/shrt5iYV24s7nhecDr8Ld7Yq5UHYDhIDDunfVIb48FR
krtew0Xi9vK+HoSmNuhIGtrrj5MMjSGjBBgv9fLZFH+sZPp1O8KV845h/BdhdU/0QiRdqhAhkZtd
qn9HDcyrZetOUk4QxXxyTe92wGtDIjWnz/D3zbFmpHVODOfCJCBV+accKpo81Z9vh7hcABqeQwoQ
rQUHwOSdLwBI1sGoZJzhUml7RZi4bftj3CpvXk7cEgQlCx5nLKeLXK+xMLmj1HUsymCfOsa7WPsU
mfpjOI5PYdbCj7Xubg/r8koHS8UFQauVLcuZej6sOpB0B2ROdoQV4/ZcRON7Yb/0Wx57W2FW53ZU
Bm1Y5yU3oLlLUyNyo4byQFalbu38vj2iy9OOES1VW0rjFkTL1U5VHSm1Y3nI6NI9BVH5uYXmW47N
u7kEGBFumZJd+2KwrqhOkf0tlLLz+QvkTqIKR/oXxrRiIt7R0vi50tGwrts/QD+3328XC3HZV9Sj
ScEWvPZaSxa52naU57I76mlc+w1gAh/RguJO68Yt2vSVUNzqkNhoNC0Wsas3gUW/s5hCpT8mUaCf
sjH9MsZC3c+W0R1uf7SLDUwngz7WwnZcUJ3rokQdmKpUVX1/pF/hS1bph+n97QgXz9HzCH/7KW8u
2yxIzaYuGQv7SHK7Tu52RKz3c560dzTUY0+Sa3WvG43jj8mofLod/mJVLuHxXwQzQaOJgvP5Oumr
IAQkrvbIZe0FZsyW+iL8WnuHc/rtQBc7bQmEbhwPb8r8aGmfByrKGOEfm3E25mOKIk6AB2lsoXz1
83acq2vjTZzVgOa2SpRQYUCt/DnRTrr4nGobPMCtEKu9VQSRPEWxzifT3vfjj8E+Fdq326O4tu5Q
rIAwsAg0swTPZwuBtlhDWaY/ytHoylgjjlq58UG2QiwnyJuFh05j3oQaIdr4m9o+xf2H20O4Nktv
hrAWYktbMTWRJYZjmld+oVReQUM4NzeamhfnHMsKOivHDvgHC77f+Sig6w1p0ybDMf9F38GLjZcm
O/T9ro4O+haO5sqIYAySm4Cg4fBcn+B2Zw3g1xhRWT/n8UuKRUX8cnvSrgznLMTqPiqKsrQSVEGO
qvK1SH/xXariqQEo/14pNr7PlQ15FmpZH2++v9qVwHOR+TxmaUOC+l2zv46oSCpbucP1OFQNqen9
1Tk8jwOpIh56LWLWNM8ZbC+3eYChDqo7s3978q6cZYzov0irFb1QRZTJYi20RewlaLZi1LxLNE8K
MFbamL0ruwdpIlwJkaldLB/V81EJeVInu0yHYwT4INdnd+DVcns4VycO/da/6Q/E/9VJZmCb3CLU
j8yo/JBVYo+2gKubd/qY3d0OdG3eKDRAkFjoSVwG52Oxq9EY9LQbQcd3bjTep+WrnX9d3kVKt3Hb
XZs2B/TQXw1ByqCrUGpciEHWm/GI3B1ESi0Ova7O/zn5gW2+EF75i9Ihki7nAxrszCqkkQGFWvJo
/pJU4UfTqyp2inIABvGP7CBqeWfRVnt24tXljEk/UnGN/azA0jF47reo9FfSBIKQWVF9Z42vwUS1
Qjm3aevxOFWPGLNh0IpabvW1RmUh+IXOmt5tFbuufCrKJpQ0oPIixLWuWCNE0EtSNI7HQTsVtOHr
LavhK0M6C7D8+ZsDSCvsVNa7gbWQjLshiT3KhQG6gGj8pKrlxm65adR85QR/G3KdbI1DNSedREil
4jAyTiG5Me/l29vpEgKzCCjgAEj5ndrGhQVBjB6NXZL1HpP4vp+EO2smaXez6zvTTWJfZpdZeL7J
5ueNwNc/2X+BV+seqFQMkZbdZTfHtPGR/lCHaMnCv1XdFy0qdvJouIXzQ08Md+pt11bdIdlSzbjk
YayGv9rjQZHXqm2y+4Sqg8+yT3qi+vg5tfycGDoGrLbZ8oPsAzLh2vgCj7QpXbqyqePJqV91h77a
F31wryclPcCDPe9b512jjP/TZ4IdQNUYDASimOfrz1ZEpwPIHY8RbeIxLd2awnRKMTIzPGt0++Bd
3O47vM9vf6UrxzqI+v/CrpY9lY3JyMKJ01b+6IjCTV+FHtBW3TjUL+QPOJbexIHKdT68EBULudaJ
oznf7fSQvpf6w/QJ7+PlI4Rfe/Gt8ctec+dW5e+RN2yM8+r2XiRcqbiBV1rnf2ppiDg1mV47QjA2
knZD+Qerqv0sNZ4a9Xtp/CQF97fn9hIDsAz6TdBV2SDtBpRGUoLCrn22cb014CTExQNsAsN4FL1n
q591K72XWXIh5p1zsVGPuwSIL7+ADY7+sLXUsVarX5ntalBnhc1vZPlBa186Ldm1QfNNqfa63O86
a7qvhsoVmh8mLfrk5SOM+j6U8B4u7hPxWM/fLOfUpcFDJrYOiGX4Z72F1Y9bpRRDHeMsp/HjhGns
jSDzW+d90B200Q/qE6JF4Qdlui+DLczaspMuwqLCsSAimJ01tyHPiiyYhyUsEnmzOLSal2biVEvO
93k0drYtbbwK/r6PbkVcfQW8FBJMsYlY5sb9PHd3ovI0Q3WNoxkfwvDU6Ap/9FmTkbolcROSWyf3
/SwfmvqfkVzLnNOEY/RL109fLUmce6SiFCo/pTuo/clQX0ptY7iXWw3wHA16dL35B+Tyzrf6PDVa
NJXKtMhrvUi11/CWz2aovDs8pMhOv6pl/+v2Trs8xYi0AHCRRUNEaC3z4gRVk5upOR0ReAvIdmDO
KbHfbEKKL5fOeZzVh0yglM+1bkzH+EU23bw+SKBIX2v5uQPIfHtIl8nBeahlyG/ykSpxikTJ7Olv
Goypb2A2+Jv/T0FA4XJI8VrV1kHGPtXEQBBT3yNsWk0zk7ZJ3FzO9vPlvwzlvyhLxv9mKM5cVKUp
EUWPX3NIJYccKxXO3VT7hleeAz1SG42NkV2+IiB3IA9LJ4euM0Lh5zGxCpp6FUOVo5XsY+fnEB+s
9l2JkUumbdwsVz4U1GS44+A2F2XI1c3WKvbkJE0yH9H0YTDdE2Iac1Ttbi+HC5NRLPnoHqKOx8Zd
EBuri7or23Yc5ng+WsVT8aE+lkHiZiX1TNQMnkbbbTF2Sfm322EvFzxRcSCm+UspFZmz82k0s2Ie
SoPBNToE8uIxh3w2eob2IijkttHd7WhXLszzcKtBQtmi/NQSbk72QXjS69Qd6pd+eAg+JBB4LWmn
aztJn+6mcOTR8eN2+Ms1cxZ9TdltK9qlBVKbxxz9e13+Upmv0xd6rN4w/PlfItEk0YGy8cZd7TsM
9VJOEmkCXfYxlj7Jwbew/qMFv3mu3Q50fUYBxQARMPiC616Z7fQd/KpwBg1h+VUcYQATuZzNEq+O
pt/TpisDhH0ACCrSc/mtB3Z0+xdc3gZM6qIfBCqQgu76iFEzuZUdwSedUJU33U49KPNe12kMpV5l
Pagfboe78tw5j7c6bNSsa7PaZp9M8kmaPzbfsdn5osm+GdlQM+5HyMS3Iy7f6vx0IyCPYXTVF0+U
NS3dmsAhJjKrpp2hpKIw2My1S4Mt3BStvzxpziOp55tRdcxWMQoi6fJBp4pgZrNvzPtEfinSL3nw
UobGru4Pqiy8slTuKbB7U3PfdhvbZLnkbg1YO/8ZdYPF2+gU89EJvkbOj2Tc+IRXt+GbCV1dsvas
xW0YVjO46az8YAeUzJ/Uyk/08HD7y11SATlT6YIhtrAo7vAEOR9J2eTplDYznqoiPWH8nXmt1th3
kiynqE3N0ikbusbVEPPzCrPcpVZR3Wd1F/NyFdr+9o+5Nqsg4RaCDWBdzvnz39LKvTJVkYr9SvXT
Cp/yrc7O5UkObwi/OfRAdJ4E5mpf2KESBKVqBkeRJb4tcde/N6T3cYJFkjv8q7E4tS62OiksehCU
ptcpthPOiVUkIjiGeeXqLSZT/7xGFtU1AEnIKyB8vlYQtIcS2qvNsTWq8Lqqd9lOS551VC62pLLW
i3GRpVyqnSZShaBn151fJTP7sSo16ShRJxHRr7zs3RQreODwXlFtLMhrwUA+kYnR26M9tUpaAsq4
ZjHH4tQ29/l7VuBdhnS3TccinDew4evlsIzrbajVWdJOda2WaSJOWhDcR6MNd62S9lVDMiZE5sbI
dctwX26v8YvD+f9FpREMRJNS+3oRmvjCxV0nSWANR7cTL+Z8GIY7cYrux/KPmBWwcr9uh1xfP38j
omq4aKqxYIzVFp8KNbAaiSlV2oNq+NUou/IX6r6uFXyY7q1o48H9V5n+7eH4Nx4LniID658dd76N
C+io6Zwwr3OUfkzHYpHWcpVGkDPda5/C7KMafRIBRJ5HWinxQnAuvaY/9HnohpPbl7/VeQsRub6g
+En0+Smma1SGOeWWa+VN+l3oLOBu0MVJ5Iese2rC5zF4T29i4+OuD7C/YYBdLsV0+AZrHzJaulHO
IcPitfuvQVTfC7yDbn/Mv6301eySywPO4sUCu95crdo0t6vOVDpezPXn3v7GcxBRb7+dftZf7erT
1PhGiHjmTqp/NccEpHHlRtknY1P198rmOfsZqxvQdiLUWNQ+PKVB4DpQqh3tWZf8pHvQkkO8hXe/
SP2ZWZRJAGvonESavq5dDdjiYnYxRCdn/KjiHau9G0TtWfRiw7vkibTmZGxJFF2I7SwxacGAsYcQ
Bw55NURlhMA+OlN0ypqjta/GwrX2tfUQY8f7jBKg5uz1yjeDlzT6JfaZi66pHPiFvbGmLtLX9c9Y
5QJSmgF7NufopInvA/xorDjo1T9lCKh8GcbHrnxRS7/Md6beeZLxenu5XTk7YAEsHQeAKwuP5nzj
jDDxkhJSyykxX+3QcgMDt8HATb4VVuxGSrDLUS64HXKd4nH3IwnFSxJyO/pda0LIXEKJ7aiZn/ry
JcIHu6ypGd7djnGxUZcYi8Q6nZtFNng1rDQMe3jE/XjqrNIdoOkk8daz8WLmCIEaxaIRtPhqrMkg
di2r/TCJ6TQd5ubFkHz555g3boMvpnXv5Ftv441wawHbPjSj2BkI19b36MVhAzr96X5LP81uV2Ru
Hnrq/bxrHvWnNHqWSlf28y+b7fjLs+l8zOu+ZWPbkUJjdDoV5XuZCvfectXExe/QCdFlegl/ScFj
AaarkR4FtSOel9DCunLjXr/cuHDkQAUsRuekLBeOBEHfOxNylekpU6mu3DfNp6bI/epblL8q2BU2
NAXlo0CVYToNAXwjWhyN2zYuHRoHsc/bS+3Kr4E9hQwZGS3K2xDkz7cQOUXeKHkIajsvKHAXlTix
vBM/KJESd9Sg3amGqA7KNLa7tp7bn3quOve5U2TvksUgOZ3ycJ/bagSzeMoOQ1PgO2eZYjdHsryx
Ly73Hr9VhxW4pMi4OazOmlHVZ6tQ4+ZUFl87rfH77GM8bpFC0cVfjs6zS2xJ75GeQQSBFzmf63xO
xkItKq2WxhfNskLdTSkozm4XROqz3gnlu9D7+OccjqnswXPoT4Ektb+nyTbTQ5vpSKMPU5Yf6wH2
vx/VmfKtxr3+3TRJ0Z8iTUzDpUnvPMwa3rD7tBwjpJaL4GkeWutznQ/A+5LBSFS3r3uMmfpa6sWd
xpvmMNCYHg8K6rMvYadhUBWb4ai5VZBShTHkpDtMM5/YRYVPUu5To4dU0Q927qfwseBFD3r7q0Ia
8nNdVKF2X+aS1nlK20eYHFrp/FmumqZJPKvKiqk8GmUzVsLNI0WO/4RIUwg6yHbgWL07xs0w7zEd
RjItwiZt2keJjX+ACwc8/jF1EkLLiYY6sB8b/UzvMJokiI2iRXHNndDerMmjEr1xFTOESJU2UWy8
0wu7yO4bJ6efq5RRmbiB1nWDbxrpHID7iqkVJ32jydgKc7B5WpXY2UGdzS6646dQEJJwMPzVCnJ3
CvR6kXpG0Ch0RmQqipAKcsPtY7N9LexgjP3EaCPzUUdbB/nkRgnvQ7xvP1RpUmPHWxjlMUzNtvfB
lDfPYyaL1znO2h9g0lQZZFJtnNQ4cVpKXLP9EasKpzrEyODiRT3p7eDjoWv4RpH0iSfKJm4OY2kn
wou7of49KnBefbSA6tS3bbniONSmON5PkZYgLw6d/L5sM/V3ZTiBdMgBpTwYcS4lu6iwxxkHuOVz
j1pn4fmcZm3oNZ3UigPKTdlLYMl0QVV0t1QXsEQt+W1kNZgLacmge62Ty9luaYid0saxBaW7pHyC
JJV+NFoAmK7QIw1pzRqYK6TXtH4Gu6bEj3Oo14ypDNtDNJSB4hWSrE53VuW0j8MoT4o30h39nZhF
JN1rRZDxYKlbtdnj0s2qmArZ+BUXuMq47VCkzk6VtFRz61HWnmttCGIv7EEl33V1Z6HMUTWygodj
Ev4sMrv76Wj9gJCW1LTVog9CB7TI7RZyi9LH7mjOfC8h2k72hKnWEXn73Ge7tAy72Tf13uERqCf1
pyQBNuxWMD0nX8qaSPNrxxS9O/S8MNBgViZvmvoI5+pFW9mgyw/Vs54QEI7x3vQ0ySoIKVOasyO+
xh55jwJ57wjxXleblW56GDCilE4WyAv71EgGxk1KHhX1vjVmHQEcy+y/j4ivvWDRYD4PTONzJ7fO
Ic1rYudxP/7qQcDFrhrx+vQUrDtJYbCxRkIxij9lKGp/EoYZBq464sLqdr1g/EXAEnOtsTNf5Wyw
+KKKVf3WpjAf3LjW5gcRR2z9lipn4motbWYaV22TenNQFK3Lu8NBPhrwLW3ecUg+K10C/X2cRP1j
zMfxXpGyCXZlZoSPuRUuggt2LxwPdLl5NxbO2LjMYjHwC6aEBSJnqtvZpfVFqsDKY9nSpT3vuDiY
/TnIwp1c1csVVxgSUDhsSt0kyapPZWlkHTBnNWW2kkjiSHPU7FfaDlWEKGbHD41mM7W91siUyJOw
FRWeXsjORE3dDl4Q9ahkVw/omwGINUjKLByFfhl1MDR+PoQOgzYRjnMhJiufLIANk0/Kbv6oLaxI
3LkpktkLcQJ/yaNs/F4OVQLMqIyt8i4Ll4+KNof8DufFssFlFZ/yZZFxIDhqWz9IQQ2iK8lNDqxW
TY18N1uzrN3Fcp386MbSgUknAtnYaUqFThFtiuZBTqYguAtJ/AZ3kLVE8XR94kP0gzOYgI7iyfCp
+A8IX+pzW3pykGlfTKUtdJhdXdG7DvpYSHmMQq2hpDY2ZrU5GU2ciO4+N5HdDLPKkg5Wl2eviNJL
9b3tNMVhlseuPGRGVSgu30RK9mmROfYpDNH7eQbzK1RfarLFh2yOh8exE8jcTRPdd7dOzfTUzNgx
HOZRaj9i0SO9o5ycpB8HVWrioyR3hULtWtcONLsFyAhO/S/wFvEO1fDt/tF0Fg43FGqj7yM9i48T
9pKaq/a28dx1Vlt5dm7VL3ObJrGrlSPmiE6pa7ScrUzuDzZZ07xLnW7W9pEYu+xe1xdI8GiLMj9I
EdK2bgxN7AXlEU2+U8xOMg+NMQVPo8JN45lAyxVX0jPrx9ggbP00G1Xfesh/atpH2aipduhaUJWn
sSntUwkHg75hhbanj7+9mmDUVrWdrw6GmB6ldghDP5SV3nSbScvzXS5aR0Hnn1/vKazP0jMpkDKN
OHgE7ztMml7INAbFTTkw5scsrCbi1bo9AV1qRekpKs9/L9Tq5ivtKusDyn7h1zgbhpgLWkGs2nCi
sT42Q1B1d0kmjc8JbYN4X0UyVfPUcArTxcxc2sly1yIXtQTz69AGlj0mtnGvirYcPA2HZefzjPSq
5C5Gm8I38rrrXVtq528Cpe7RDZhoRN6lAbZLX0oa8EtLO4V9man7MA91FRK8HIz3RlU7vUflLYpI
UbtJfCxL4SR+BqFz8PoQkRIOhcJMH8SUCOu5jxxWUZnJVuv1pdw3rlh6aD7nuREspJowB2DB4vYC
pyk/28KUSzCZuF3vlVRgp6W3pZ7vZFGLP6ORjOUuiw3rCV2h5YmEjkfip4OE3kBjDhUbNKIY7Qf0
BGtfGgq1SzHYlOTWExpRDp2oUHRTJVKasa7D9oFvIT9JZjwFj43SZeGd0fGnhzFwevPQK0X7YkXw
mbw+KBt5X5lZUj2KKJIepUCUv/LYSD9MRj+NfhumVGxNUXYRjPR2sHmFF3pz76BABR0G+XGwdyK3
HFbkSKmg0NRe2YtR6Z9Tve3Fx0JLqhp/ziYUL0bbqp+ytrAdF4t6pXk0W3Xquc0n1NAARlRy9DmH
RVG4gx5QpiLz4LhBsHYafB1jvxju7Ny2rtyW3WsxKPKfuU/L3Jvo0w939IMi4ZJPO8o+aKuUXI8c
lEI6RsfIvuMu1++7RIlQ3pNzZ4cTq12iq9MOxp1Q1Up8mHNHDX27RCPBz5NOST8GIxIJvjwF8adW
RuzQF3KQ6kert+bYn5uuFIc5rAvjHlWw3LnnncGTSwEMmX+XhGOJjwF7KHMlCVCfP3T2IJNhJeRP
ZAu2NUwfiwTlxnc5v6rwe2vUXltWxzc1MJX/o+hMliTFgSD6RZixL1cgl6rq2qurlwvW2yAWIRAg
BF8/Ly8zh7bpyUyEIsLdw308Vwf/2MRSy1fVMGOhGl7c74HnWFEE0P9vs1Mff6LFTcXJq1L5KkEe
75VJGSFM03fvNTkd051epfuGmB589VZ0aSsJE/jL+Cp+rqLb9zdZdWlNZnY90T6w4CbOrhiOsRCr
J5oiGlXd4tVmJpErOobHrHbtn7A3aZpvbAtlZbc01XxyYs0z1BSxICdMJuRP/Vr+xaUVORu5Hvo/
2avq65QYbz5NXI09kfJRuuRBilQFmFDXzamSSSBygzP7F38fjDxzkbG737RJ/dQ2/kzj4k7+CzUk
7vMu3YcfaqfNyYkaZ6jYm433yHbHseey5lfO060RGfNHb/Z/3pK0r15XHehcFvmHcIWxOk2z4WJs
2kmgAQfT/eYPUUzX4WAoC+8c7I9ZMwtmFzc45MlvqQbjIghTt4n8HK1XXbrB7x8zMqUu3eGm32qH
FXrjDObV1W5VFX1YeeEpMNr7mQkXnIDon5bHsaRh6bZR2F3TQCQ8ULXG4pLU7rQQHbba4d5f3dGc
mmir3JzFIvStQOikVc/horcnfiL67ybVwFB9pp3+PptG576OmFdPke2mz8pfAY1ESpufs0OdRTjC
2M3m8+KnFhfoLktOnVaIqrdJGp9mpAqbMsIzWJUMM8dA636AZwJAoTnBL2YUhdMm2fRv3xJ+82DG
IqvQbSPbi8HVZuHaovw8Mn4pfdFtJO+iWjfdlR2L0C99V4/zazJPh+TFpGb1LCg4KIaR6JnznPRB
X+Cw3j4rE4IluPWt0/CDnh7NtRj4F4kGMCNdLbVNTu2Mv6/DEH0LlpaBYww3XOadtJ26fFjM9uSs
Gl/PLcb2EswMpgsG2lhd7KpO+1zV43GKuKm9wtcA9nlM5IBbdNuEwRVOROtDHSGSk5HkW2Xhpr74
K5sWdFZeej81q22KLJ57nR+pMx5552YWDLpJvtd+g3vdTKigZbdtl14RhUP2bAMVjnk/1TExY2vU
xTc/3a4r0r7xkeaH6/6nqpPezTFW6ttSLLFRqPbG4ZWQBeevy+YFiE5m5M52sO6HYo3TIeNQ9oMq
sqYR7zbS4etMbkt6CmedzPnk1JagI0nUKplPhDTsIcBijs4OPHFaGjrRba63/zRQJ+rT0IQPE392
FK6J+mckOoztMujkP+Nv3ZPXiXo4paPmlWzjIW2Knq6pLvqmC5Ky9pMIVr8d+ExRaPYX1xWtPrs+
Fw03ypR8cPLEu8ECVuX8We2UXtYrAWzm62drVa2x9xKTLS0esIz+odpeZI2D3ameuoYRyqTtfXD4
HfFh8UjQcLytw9MagyLWXktKC43bUTPGWhPlgqxIPBhg5b8tQd++EZkWA//gdPLhqs5VF7awYj8X
ozvtuc/bQHJGiAdyLv2x+9dK7blsm9Vcg8KkRMNn8SH+YH12vC3NFu5lUAFx8J+07QO/rMZ6xovV
Ey4ZzsKvnjjvu89qracC5Z5c3caowrwuiEsfX4U690xN3HuVWll2dcuKW8W2eVymTHY/0r4K3dPW
xvJZNofFGtzpxY+daTXN4zVaonzC/W7Je9GnuGXOAyJSIh0wVtVOk71tBJCoS9h0oi8RZ7BIt61R
c8IO0DNXCeAPca9V7+VYg9Y/vDA0wz3DhPJoCVeAuyZ1GFcHcnN95rB+Uidsu2vvVAfkOYxbuyen
bevFn6k38kWBfoqrP3XBdJ3kPI3vY1b3FOvVnVWxmQESqp+krD+UN+iG5Y1jCctUEZl9t3hSf7ed
SqmMc5R91lKOR3EroUkeHu7IGOyOjCw1iZbe9ejt1F1UFS3B2RP0u2ljvZ4MN7MSlgSsHRWz43nP
cd1yc9vBnZ+17yma687xee8lNTavlOOLL0p7en2I9MrASJAF4HAoooxePwzra7WTtYs621tvN6WP
pm8U4UATu8hgzGOOIMCubSt+Lj8k6pLkxTAtdMMcUAKOfvLX2QuyExAnUUfrtyNVyhbLpBXDmAO0
/ywdl0BdQ5IvtdyKY7wPIo/oj3BadFriPYvquuEk+IVHaICXzx2yhzxJ2hl/NcbniRtqJic3bv3K
LZW79U9BJrMxZzjitjvcIQxwXq/DtgiS2t/zbq5VcqrUQdbHIocJSWS1rx5XXxOcNq/tyMTZFL3k
sAaMvntQORNxATGIdVjv8Esp48k/91DOj2OKFu8c010vFM2bf3nFWUdcGa9L9ozRRFYBLXfJ84jV
eQZMaL2B7pKUdFpCgYhc6dpPr30QyZ+ZNx2fvuPvCEqMY//zsfhnlglWryvD0KZFWu3VWzY5nPjN
76h/SVBTxleIr29OmxrmC2w7ojwDspp4k4f9PKZc0Qzv6+3WO1DDnZmnx6aI+3COH1fWR6rLuvdJ
nzt+wx27djzRU4+/I5zWnqxzsbXWTYu2QrJdCBsvP4J5sOok2lqHxMkjxcjFth6/0m0N/g57EAPf
DJH/bqZ93nIx0xsVyRDyMmNyq3B5j1VHDc0C+cd0+FRgRkSHDzioJRf4XN8yv7Vah4IgheFh67Oe
e2xrGJ4qLJoc5i5zCzn1O/VcbXt6nFLXjnXZtzLApdASAlx0XAf/+rHL3NyErnpUegiABhs1f/O9
qA8ug3ssj2k6qabcFThN3ojZHR6zrovFNU7M7J39fQv8c+sYiB/RyYGXDEcec4ZZ2JCPR8GClNvX
bl06xgvaq+Fuf8mitndKv4kBmICSkqaYjkg1z9HutM3DFrRESsyeh+hdb2r0825Pm7DYp3X5E4jF
G8sIaAWLK18tWzF6sklPZgr93/hBJjybo5tM0dDt+KeDSD1dGO1v31KTmCe5K0MV8Ee14ic96Z/O
6mR0r+TuraUZ+ogGQLQ91c0b4+9bdIMgLSKDO5U5arsblSumYsSHX52cYY2uGWjOXkpUOV4+YMd9
TVYGkFOW9bK5DLuUaX7biOQurZ30aVocMi8mQVelcmO5GsoEwQ/iwZ2C7ezgM2ut+7dJdj2Q8abi
5NIuOKSzmLnCVZo9tXgtd9j1nAXKKgWoGaZV4cnaBVyWRm3nbNIgwxNzmSj7mjTGboqcrkQnIcH0
tAgf5nBK9LUmBhbr8s7yirHEnFblAaApQIalXgpvsslUroNvf7acMlWYvu9oekfssb0xE+R5GL+9
d9ZYOgilnQAQhh+xu587KiBtVjg+KNMB5VjA0qfQDTddZExtV02UzFx2yroYlXZSfVnE6vIRohXm
EIE2GxWHav6kIuUOrHf3E1Cn20tP7QEN04AMkVZmUljtIABcCp90ygmkaEn/85osZk9fmdm9+CNx
vnm7C9eU6Nfd4UojIlWBvyHvE4+LrmAPRXJJWD8T39dAV7/oyHZRiNY2WN+P0+jPV0WeXQOw60rn
vvWGaTsfhn/lEDyQUGmwTqzNUyay24pCCiy0r3tSBoxq+kykavzeTV53v9U9GZkRKR1RX6yoNj9r
Y7vx1elN7bn5driNTxJqhqGa7dAGTdbuO0zSWj20B6hKAb4SRLnbK3OUuqvsWCZAxN/3xtIhKdVu
b3Usq++ROKI/U9Uew3fitlb7MlNCog+for3fHRWL3S98SivKw50jSluVjf6DG1V+9XNT+uCBDdP4
xRs3aYoh62tV8H4Z1p6CZOrK2gb1D+16KYchHNKPaUtRYlWukTQnrq2G933sNq41KWcwVn/e63Qr
+kXJ7jKm881RlIixUD1voZ3VXe0vysNklEDT4R2/WI9nMZqYyJS2bZ2SVLmYJ61V89b3qgnp87zK
/MXUdUkByCELGPPhc4mr1sFAwEUlsIg7ky7gZAV1b0O5vxoSke6X1kl8LuxBOKVDt7rdm+XwvoKO
L49TwgB36egixKnWpo0ese7Rv+s+1Ttq4SFcnoLeRWQeiF2CYDMtMnpnKk2Kmb9J3snOmOm6xNb2
5Ton1twb2CquacfrGzo3b32Us97Hz3mP+wbkQcWivCHwYZnMY3jt7erKK7GRwnHyKLVLdUEY1Hmn
qa1SjyXfRIr7sTt4XKtx3B/0unGLpW9HlmSYygg+iD3X22cKeVzb6LK+INXGx1tlnDwA2M3zic40
Ilt7WFHkh55GDeGQyeoX3WLi8U0zI/WnJuUeLYO6q6Zz1Hp1dUF6F3wNE7oUfra0ccpmwTpOsDZK
D7mOVWVOB5qL5eJtpm/vlmwOhwfrEclKAkFCZGzcLbL5th1ciXdtRXtTgfHtuAvklIkl+hfgYrk/
uIcX3y11uMT4St2WqAGAvktnHve/zVIn1R+QOpu8Ul4DhpB9uAlotKRJEt50f4RKJXBXTU8XO4DU
0NoL5zqHoQLo0kIRm1EBbcEKoKnZLeCYZnH6yk2l3eLIBrX/p4065IMTCbmdxZgMz3PjTchInCOg
S9PzsX4Zhfb7opnG4Xjr6EM+nZYGr9jjuP9AjgGVU3SO2p37rMlM+m3s/ePSTwe9xMEuU3+HITNw
5pi6cizrmaSNSyw3FT1nm9ewyjd282+vCciIIiSp7/LRC934mq798pzghhnn+7x4J0KfjseKkBof
m2davlOg5PFglavjvK4yVDzhoNu/vujc5NGoaXXBogDCaFJjGxdcOLO4DwKj9VukfAvPoaQrzk3b
0ezWnQyBpG0qQTiXVDCK+CNtwSCPO39K2w8Bb4ag1IlRKRExsLxNeIi8Gbrr5g5OH3hhoDbG+Tgq
JiJRuf4nP2b6woRhH7tli3+ajIeVq1CYS9IcFbkssZx/HFG2kJQUYX5/FlMc1JyCZPLRAzcLAOmm
41cPHFOCF8TJnlfTlNocEGBXubfFzkcH5O7ktbKYPLRDRS3YQP1tno17IgGlm1DzaQiwKBJqNG/R
5O+nhNv6Y9vH4ZcGvntpzUIfhk+IKsLjiO6aHuzpNO5MeoXXLXymJuz1VMrQuP8N0guWPBwn73sv
HPWL8ERnzUdj5VtIgxWWK0O3Pc2+1q8byxtVzibw8W3tSWVbxnSITofYJ1uoW4MJfxF3nyI+GMpl
LKB6Yl9Un10/RwgQbkD9wuB9smgRGnrZqd1KYU2zlabr44z3IdTvGRw0GNXS7HExA6QMxSzG7Psu
UCLd9TT/Twca3ve6MXB4lTeR81ttZn/uHQ0E7e3C/KqrhHZfNP1gcw/k7H4e2i4+b97Q3lXztkOp
wQmxwACUyXNkkOeM4jB0hQKKaGhaGb/sYACfFIfgD6oSmCEixRUcG9buH05LdWdiWsfPgB+SZCJJ
Tc8dLZ0dyL3xf8XrnD7N/TTCYHjT1BVOuhguscDXn0vmVq9eyEZAuhzZx55WnQu1Y3Yn9xoN0N+v
PYidbTz9imI4wguto14D4dXRt9XfRHOZEisugty5JtfwUF/shlVl7nR7cx/YbIGdUWFrdBHTAd7Z
LMSm9YCd+VsncCA54Kf8ShzNABAGaPjGcsKwnVh6mTMymnaXTURPzEER9TTRzBCm4kmLPbhP2NJr
88k25o9whyXESGgFqPWibdqu9JAmBKSHyi4Q40tIszG07XmcK/dlqiayZTcLzlWkyvJ819AlVVeP
CohiaZDb2s0nhmA3vf3amar9bxuzaSjqYUlgkdol/hicQQVfZhmoT9j+Y8izjRm4GOY+VRe+tf9U
i7A58nlrsksb0DHAQVTLeZZN86ang6S0qVs4VGGzMwLLqelvL/muruPU9lAbe9W9i2k+JJnKhO2e
opWVtsIN9vTP0QZoqVdZbW8IBLoXycd8Xuto40TMN1aDoXj5rpxFfQEYqP/uRsyMjnRtv8gCOh5l
5wPhpHt8L72b9tUsWfQeCBG5uTP08X+DPfzsZNo1Ht5tANXGGdzHu3XhWGk39L8xW9wgc5OgaDL1
oB6mVeDTcaT+TD/k+nei36vkNAfRju4p7sSvrLfLazeCK+QL0/J+Bp+0VYEvpv3lhGQqnonTGr+j
kqDrSeuoiUvaSidCHrDO95u/swVN9pCZgCGbabrr5L6N55aW9z0RwTH9EAIlCDrsSGGxEjiI5QqZ
ONPZwWt0eljnDKY5DvbbKWsnc1zjzRfhFb7CF9Dl2N/eraMhXdjGNgguYnEO/9r2mfzW8qqFILU6
Cn6DxS7e1z7ZAv2D3rJGXbGxawX/HYiz77TKK7i4vR8A8EN8WezcuKdeEWiVMzbEJFnh1oSmQiao
q9bVYzEEyeASvbjoAmgHm2qc7qODTrb0YYR/xAPUeFlxR7mnoe9CJBPQ+0gvmT6aK3NZtRWp3ars
fBwLi21hBzx1yVqvn5Bu7xMgRbKpf2kGAQXy1i6fCUNZymmP+SENMrmu4IVY/vRpKiViygM5dLZu
jkd+onD1OZArIHgu22n4OtSQNH9S/jh5GBvXaQo9BhmFEwXBCh1Ry6A8dDM6GEpDfSSlxm6LVYq9
CrOHsZrbr/0Kfs59UiUv0R6H/63T7lanJfVGL6/3JvmZDt4MFuGuLmwwTPw5jlpnu7YC+TC6RwZS
xEwuvgX7HJoOynRRQAap6Jz5FG2WS9Y6wJNnghni+cSxAxWAqw6XHC3QgFWkcXhRBwx7XwLVNc3z
HCmw0Rj0BCVEiLrmnr41XCFOFa4spglREFWUXFn0OFsORaD9nc51SqN318sOA2m8M0pG89TB28tk
2hj2MgGUFrhdf0YG04f5HiI5gvVMBqi6NfW+dr534zl6tr7u7L5VSa5SE3vc21m0FL3IGH5WOvo0
dxIg0i2D4y2A49PfvMcW0ci4LjCSdpnJnGDzYv/qd5qKn8ptcU5Ip8b2Xjduy8E8BLSYQUYRn0zM
1FpwoSbrGbpvD0pcORp+oL2VquykH9jneps9GF4NP3ecHH9uj9M64kn6YnUd1+dlhoF6iQL0eIL7
1CTrywaatpXkvR7iXo1Gds86doV7MWHvb3eZ3oDr5dy6zguSKiuuTdxnCeOmHR5J+a0XmnAnM+1X
ALyOuFh31Oot0DseVjA+4dh8eFXUZXepSiBd1t6JIn5hYOZvZIV702XwJBh9drjbR8B4dku51PvN
L0HMfWn3bNsvWaUS8LvW6fn2zmj/ohUDDnODNjHnTEyNcwGtDNS56w7i0KodslWF+/bbBM66nj2n
GlQ5qHS3hXPoShRbqBDo7XwuCBamuxcpzFrjOelm1Kdhq+wDwrtFFmj0wIsExisA60BQIJdyG7Ji
JSUCp6EuxHKql36DJ8tygMimix7Ht1oKkHoK7XacvC5CZzw12U1Y5G4xCW5TuvxgyqlfE1vfAj+S
BufkGR3DBPLBbuZp6QbzqOH5j7N0prpmh4nG4ntrkmXLw2ZMqzMPGSHc0MP+5hJJ81KO26gyVBX+
kQF9DNVE5qBoujzE+LQ9NcRxp3zIwCIq05Oy33ukitixaX82nwffUr3OFcq80xrJQLyZFfb8e506
XYgIrcLaI/JUT8+NSaN51iiEHydHNss3z8dGtVTI8njbDMW3IIacff/am3EfGOup4aeo9rFt3qWE
oSE31dl6YGDIXUAtcVSP+6BC6CJM80UOjxEPd2glbXg/zJFznACsG3se14xdEjNm1jvToabxCRBn
MLngkVd3e1PrZwcSS10JmXbb9zUDzPp001H49wOlR/xdhyRdHrydjSBs4dzIXveti794KlnEhbg4
eRSD2D0W9GOEKI+V7Vk/QlXJ9uR6HKBzwkkP5m1IheYrufbB/MVHoJY9LZmTrj/CMWg5XWG9+fcH
fU5cwvZp3D/5srI8lq2FjkQwsrIh2XtUra5K0i+kdiXZZbXwi9e+X7IOrDSmmyuWmffnAhM8rzmm
vKF3xjOMPPUJN86MU7YkCDKiORT3xNZwKjdEVvYyKTce/nmTS1LuUQUI3ZYxyySc2Kys8zUNOxmd
2tWp2gsqDduVTmS88ZlbuX8ZpUcZVF4ybi89Xy+7Dtr21eewOta8uTi/8NEpV9Vjt1W0t1aa+o/n
sPL05eb0BkQPRu08wB7istOD924l9she+3ezsY+l0KwIZqmtCmFPweGrO5KLqGDdfFgYKS5u258O
u/Xe2eVuXj4cKJ3lRtvA99FvpmgSAakrcbfWfv0HJGIjLRPRTbCXg94rPDzh8Pq7FSYANjmTWBo6
Q+Zs58iNMH7Z/Tat72NHLf4lOrzjI8E797g6e+sL7Nzgv/NZh9WfLiYd+rSy0NXDklC2VQ4WA7CL
5IVhg/mY9FGA+XEtYcbRfjtmiSkfGcUacZr2b1KSOVmujlod/cBrjpAhPWTY/R565jFC0LEoP22Z
8eMyNKQ5f0yeP8Ys8tqhfYhVYh4ITGEE3BeHrc8lPLDKNrb1AK9l6DRnZ+8QjASRCsPCnyMUv1RJ
yqo77owFuqKXnohVTS8K7bHNJU2Pzl2TLk4phwGfkrUidQzK30mgMRBohTkVCAlkO0xx+6NTi/tz
CCczgTlodHjoLjKd6y1JfsAQh8klSpX3znwU0VxPbcjV185T8wRpIreLHaB67tohuL3Li2t591tp
Y2ir2FKmdRhPxdRpHT04h+suDG5skN07teNzCI4IcNuPuvbISYZivtKrH+zoVgYvvRtQwO9X51At
lKysacicMApuHcTMLHpzyMjKoUI2wRjYp+Odvx54ZBMMNP8nlX/8V8dtG58k3MrroWLQmmwd3OlE
K3N8cnPEz+HEHPoaZJChl6ma7dfNEezOZWqY3wD0x+csnRoCZM28vzdsZm6XZhr0ce4Z7g/UhFPw
b+A0RTkwD51N4wV7CGVKtjJb0uTGlFWWLv9FzryH1zpePb58lFQd6BBmj4xTkfMLEmVpUN2N8du8
w7QVGPxqoqaHBUWZrl3zaCm1+11Ih+JdvT3LyJ1Z9p3wD7uIb26T+T+YzsYng+2nztctc7vCoDb2
rhraDaOysB0RjsdSF+4edXUJ70pczpi006Py9toWKdaQxFVDHHxNEAKqa7KjEfqtgbtXpIEEbJTo
x2VzD0wRTvgTSOPmq1UpqrKaM39CM0boGxMEB64jFAd0YY7tv8T0x8Tyyzw656U2qCqsmL2DeOzD
/WJ4e7qSVMmNFvbm/ZpnUUDzqufGv2DTkCENGFLpn4YAbK1ckexSZ8JgbwjRUph9NmG3DJdBNYso
eV1ZiUtIlQfSSYV7dwSpQ91Mgt6wCUl8uuve4nj1WPcVtYCihcLAChJV1xaLR+PTdPCCzcN4Wlwf
OaKNIXAZsW76wdjHp7jYFLolWIXN27HbIg6OvJqdgYfeyLXXWbbmSaAUH4Di6CByv29ZMtVAy9uJ
1ri9Onjqjo9Q6NlHBv/fn5JwddDJzzKOitXpj+CuRY5q72EOeBucA1n1SZLeW8M/TgM61hZYqIib
epI08Yn9msbMRwUop1dftriHw+/mTDcnHcvQK9zDuLB8cp3edOvSaEQJDnxbHI1IandTxVd/TfnM
Gr/gYOnSf5FqnXckOcmLqTRagxHv7OCeDwP+ZVu/74sx3gxq8ylllZoxYP+z4PU/fLd6dMc8GXZ/
zru4raMXyIpAqLKRDu7yJcb1nn/Xw9Fx7CCXPVT4aI1P2p2j46tIgW9zEKiG7O4lCETRhePan+f4
iJ48nk5WqEg305ebluYXkLgkJu2YmrkIBlW/Va2mo5ecrHuIEs5+EDFTnonkmd8FHnNhHu2QiZdl
qR3QztmtvnPfH+mZFvSoSlmNQHN65g0vEvxx3cchCfZrcMw1Wtt9GWi1mwV4mW/eOd+T5NBMnl3D
LovZgrD6ucAEXW++XxFCDY7wfolcOaPx1519d5yQzGqTAnn8HJZAM6+ME/v9uI04HoZJ3MRAGd3+
Kqt9QOMVayzDkpG9kjNhLNreS664D3iY9I+OUDfe9em8/pzQUIhyikLeLh998XZtdCJZKUzm3bwq
XPbsF1/ss/iWhJvYzvy2WFHTCDqfZp6S+NTW3MPF1C+Rvd9UXekEbUcYfNnY5jCIsXTAfldDznMO
inCYc9JVWXw2TadusEyX/UxGL/09rL4dUQEPwYcj9fw9nByXHSWIqfY0xNW6F2tzpK/z2LXUW24a
fe7j1nPYs6xHQZcc4HUJa9QF1ROCzGYuF5MafBHaNZreYVPivkwUjWiRbDFuSu44gmgT+ej+XEMj
XtpZBET9BjtQY98zrj352THqcqwbixpmcyZdZsOS+uVt02MCwbD6098GfyrQh1Qf21bBmmrRNDUl
gYvsxGQsH2SypBS1sAaFpq9iAQM4uf9GCM7yl/65s4+q02A2yWbW9ORoX4m7hqfwb4nGrvsZuqyD
gElx85Rm3UArAq0podnoHLaco1osp1jMdfeLB0hIbMOEupaWlVGsUajGsoyDsPs1Uh6f3c21P9Hg
dlGRHhH6pckz0Vwcsxv/Wm0wReeFm7NhMIwn56vX3dbEoJ6p0oOqsv13wA7DczeiNfutdWuduxlV
tFui12umh9ZwzbwfNVRm0cQtqAIsL3jwiSUa2d+BJlfzX9qg0D0vaWz9+87aYXx2PK251+yxBTmG
/fAjkdaBh9LBq7rgYdmjuSoRCLLiSUSaCd+i0YbOXdtyCVwP6gJ+afXWoMUbfSMu+pi37izCeeqv
0VzL5N5Qop07MGIIUE9N8PAk0C5eSXUU7rn2I/jxmmEMzCOtl7dmzpjW3SicPjcxxns+ximMr4dm
6j3OlobwB9pv7EN81kCRVgjo0EWmE5f7EY9P4+6gJY/hnswZCbbHp652ZPEYp1kEdkfApQEZbobL
pB0VfuE4JvXJLszxRe0BhOfY3TrhhXvwWAvp1YQ8Zq6Him9BFcbP241rURPP/ZNd4+m914teX7O5
D8KT2tzqdzyjOGn6qK/KbajE39qGVZDXS9A0jzbZHQAZVrLEFx+/nN8gG9lvoxJG4M66UfrWM+0T
MzGgaOsuHXQZEmOYwvW9Yv8JKYaQM+1nFFnexSOp3PPcLLu42yLkv9xTrthKVwfTfiZgLK2+uG7l
U7m21B9fcLQTTblqEhUhEeJkTn+GDrMCh7Tfv20kIHoXz9MI3tNqzLwvJj5gf+xw7MFjFSKAOXuJ
f9BoeBhnJ+NpYMliWlH49AjcQMEGO4pL1OzRiKBBeSN4AGbMa0EnuPN/chAZDzILnUfPA5ateXu9
iBQeiOjxQ0I5DmcJIHAU01z53A2Z7P42nDf0lHCnCeOPt6xk6QydQ527WT+2brsFv5IuwMS3zoKN
7bUIbKUErRUH+DO92LYZ/XuEB/uX7eEQdxRxJGqO3Qdif0Yn7YExxl1/dC1uODThju+oh8XtOq6o
vh6/aZbeII+Mq34cozUf2t3X4C2z9f+knUdz5EoSpH8RzICESOBaukiWItlkkxdYS2it8ev3Q++F
BLkse7OXsTfzxpiViRQRHu4eGFBmeZN+F2XSGMs2qTt1YaapZn3HBy2HORrA5l0Iv0/YgGNXACWG
BFNi2fXmYG90G+E4Wh05Zpt+qPpbYeAiv4CmNvqnDqRKI2UOQGga/HiyX0Y+AhzXdlbT6Az1hp6s
q84enwbfsc8JYqWSeFmE8qACVyY3ruHW3h19iUN7DYsriA6GWqbepad3lV4SPjlBApOB8GqAQJn1
9mWA4tx+ozCuvVQqFaI1mnclXvs1XBeuaV/y0IIvdAsvbUbwcc30H3Eaidpdq8GypszT98lJd8Wk
t0Fz15EA4kO3dmOFV8ON/fAXhXUVeA/SQOOcrVLN8WGw8WtZshN5X6BX2y91FSaPkaTGg5ImSYBl
yV+1TRU5FrvJ9WuaUyFJvaP0S/ZaZUZyhP88CXl7evfSdXUwX0qpjsmZ+ifRU4/lkLeSWpW8glvp
vGLUIuH+NGaGckIDeG+tkM7C5hhYaCbSieCsBlpn38FHoNQWN5K+WBZJWLz0oiByeJdzav+uyb/9
C/zreXsLFCnbBBZUJaIOiPbcYrVWrBB+asnB1WJfWwdEvJBg7LiFFBmretKdPCLGYN/JcGy2qpqW
ryHVa21ljfrQkvdrNOCSoV/86c3eevXVIueaSLVwGbZ2dM7czv6uIQV5lUpYQkT0NMSFmrQrc5U2
GfLQUsui17JrFO2WdjnoJKCyB+1aeE61j7ratBcuXDnzTq+7oPkelmbjLjjCUltA33TLlaQTa7Zq
DAX2b+7o+KaFaaxTCy96+5mwmrYUFqIEf4EUAl0ajH/4kI479Hwh2bj9pNmghxJLT7zVRrVZLNE/
1ypBulkOq7xKtO6lqXTgwTjJem9nG7mBZtSZlHcUkwjolwolJB/944C+TEDivphlqx9AK+oGjDWu
f6W9LdHbmCChwE3IaMY/xEv9U0+xrdl4eU44uvEk/NkUu+W4WwnLjzFQIb8j+TaivlnagYt7X1Vk
qVi5fonMIjX85CFzLD+HOpJY5bJuw0JdZ1qrZPA13PSCbpPN5ohWvSFQd+2VSvvLB3zoDOV2FIlW
rsK+cYdjZfkJsW+ZO8bKAeT3CMEs7ioOBeSOstTqZ9xPK2vZSCp+LtYOLRU6u392g8bvnsd+BIwu
hRU0ULumbdp5kfEHuIbvEKK/dHdq0xTE3hxrvlI/6mJJ8dDkSxotHogGzKyVLAzFXvTdBHC44xQq
FZ6OUrdyqGpCqA/U2yFw3GQhksB4pIFx4SIHEhBxLM+rwNM8RWlWw9g0jxR+Uzg5MRoE8P/AdVdS
lN1tDQUZWJSVPJGdRyerdpEUgURlydLMmq5Z22OotoummlTSpqJS0g2Qe9L7KrPELdhI89pGWtst
+jYcDglJHy0AItftt2k7UTapQquXXmVRjm1NxWJPWa3N8d+p0l+Q53PSdFrFHlnAsAelg9tKGSTQ
y43mRBl1htbQEBhBa0QjkY3luVKaPF55cUbGrzj8iLVplPYPXW+QGwCFwkJPDNEQint4P2E8PaL5
5jgkBeyEidrZKXQTWap2qiLfhSS4BNZ0ni3aV/9M1TDjv4NqP9exqtJrjpB5mVF1evJcQual0Y0Z
0oHGjS4VIjZtYcNaBOUFnFtAJwdf4VGC85sDM//i9sXSHSY9kkE+Sa9v+sDttYWpxwPn3XNwGiNa
auQhGNX67AXKcPaFlqorStRJsbUSp/9LzyelWoRmTf0QI/TmG3WM/BsSJJ4pW48jc6dVsPBvSyqX
v5LIRbUwRnprrn3Lj+5xrGpJ+Qu9OZo5ZfqJDsAz3FdF8mD0ZSzW2NvAnPTGPrxxsdZFkZeq0T62
clOS/Gu6m6ZcwUHuHLiDFchfrilsuASaEuSvBnwkrC5Q+VThjwBGJIRFdkRyoxlK0a1K03QQjng4
AF5UlTz8bBSpXd5wd7V/MQPApp1Eq/G3RWKmz/R3UUz4XWFWPYa5kSmbII3tYwA+ydsaqHxYJgKp
rlWBRhZjpkNFyEODgh5pam3camgiC+ROcW906yQFyXwaE9M7dz2FPVrQFep9pNpxeRs6NHJb13qu
B8dOVmZ566b6RMxuHM1fxz3RO0KkaPyFjJj6EXkOgQ1pIIVnCsXei10RO/H/cM2/ugTX5ev6mVxo
DENpt4Z0uCvHznaWaSzcE54wQbNue6e6dEqv6XuTarH23S1d/dGow+rHaGhdAU+pyTH/j3NSVggL
Ti0hUCQRDcyayME6WkrXGvalGqvjLWqYzL6grx4e9DSCENGHBbL7KTCrb6pc4uPIhY/MD7UH1bQ+
Dm1lFeZlAYEy6HR3LdSExwIilbujVNB+q0WqPwO9hOECJhSO/TCKbZvuil75OtIKGZJ3qw7qAtFH
8KMcnfrFIZLjAPYGcpQe8ulvQYREGbECx1lCj+7b506JGkp5DbfihsqPbtCCvCcvRlNU0zFEjZHI
OR7XEUl8tHKGrDdoCptAmW4BIjLehJESYUM7T1QTae5bG0Mlzr84Xec4Z4lqCJaf7Lx7BdSwPfVW
52DOoJPapKDuCoRbBJ1uveyVFFJNgki1XqpFVuo7Q/dhokXkFHI1UNhzloXhVY9pZLbo5xpkQlR+
pbtuDV019kWV5ZRsfFm+5KVSVds2idGy+k0Tr7QysCxubzctYOdjAU24pb7k2AxTj07zDMA11JOd
Bt47ydjKZA0yYVacn35Mlm0oyOMaQ/i7jhYq3g16eBd+exAp3XeinUQHCOjS4BhBoKn/kMalzriI
3QSXIjDSWPKu+8MxR0Xw1Ika8mxaE0ssdCG64mHA/Qg+3winlJ9rm/ETMWkT7Is8an9HPgKlBYSl
gvshl/qLmSrDMVIHNmEWZHm0aYsm/9aHffIgg3gEkuiK4bXhsf7dQlOxJqFUc079QMlXtFMZBOx+
FVavtHvzwXQHOIRmaevPsZ9PV8Eg3WSJ6C6N+R6EevAA4VYugqLGt6U2oIWtHH6nXAzcRU8mXhMw
rsrAe6pdPwoedPhc1P+5V+OHQvT+tyix+wGuYt2cQYfLnK04IqZpPNVudxSEAOJNr07Mjaoh113k
AJB/5ECcuar0MTzWg4tCF8VZBeMFadxjjGeTC0dX4KiCO/yAyIaWmK/1mNsILjsFuipP4w+V412u
IJGmrxL8HesdtIjtCjEHPgZpp8olJeruGUelwUCLGIanJHUdfKdtVVG3NSHmAW6E/wwbCUa9mY8h
9mxYdzwj8WrLDe57XrF1YT15EMWrqPgx8o4Tg6mR/kCeafvLRE/h9qtBVV7gnvTBDbwlj//Z6vp0
b+H5kt2NcdLsirEs2SWUlAL2rmFBhKYw8DxU8IeWsqrbYzRmxmspIJ0uJA0L8KcrO6BuxUHQA6HI
gjUFNFw9GiTpv1B6JPU2cUvtL74d9EXtcejFMpYaPUbnrTd9jUYEMOzxLxobKnzqaCIWyXMKvEUu
Mn0po3zwN+Q/qXKU5Zg9AZBR+vHcLn3m0k2PPTGBugSntYmWqqApF9Lwg1/cAI22QBTWO3cDrhUU
jEXo3IAX6+YOKmwS3Ru4ArRMMwMNLJvaJkx0ou4gDdhZXHl5R5RREFItgijmwmljs7K+tZow/B/I
Vjx/m1pteAd9SnfAF7H2YdPCzcgBLPsd4EpR7Cq/wVbBDCFRLi0RupReDFWK5ZjLDm2AmTq/J4bV
oaWKoG7Hyu5MAvZiKG8nLPlHgGFFBEVB6t8iUzhg533n26dM66rinmoVGrPEnqwNlCDSymOsp3W0
bmRqfq9DbwgXCJ3Dk0vliVge4tP3XBsQtbQiHSmaK8GQ0lhhIEV22qilApB5cQpyNHE3QOHZCBwF
mr3EalsS78ti0I5pNXonFenNXaNZ6LAXXHBl9JAg23OOluxSjSitDlF+L1VDVTT1iAkLacQmCwvT
taH2Nmb1c0xwDy9XoLfQZReJbciu32DR3yrNBTq+Vmhne2jQV201XwQJmh70gIl37ww4LBS3tg4z
mEyRfEv31haKelMiUEEdHuzxHrcVukWYWqwQp5Z+8cPKrVElA4T1tIqCNkeYnlrS3QQuTrLpKiuF
yAKox0Tf0bJo1fRvXnkFzEyq1l13UDL66T3AUR/ttci6jshLDbBR0LNauotG14Y/Ot4t2c3oEnBQ
YjDy9LEL3CS/8bkJzVUT2+mrg6eSeq6o509qbS55+7fSJp13FnJwqNzYInJwdOuDuNlHSiLHLW0h
6xQba6sFeOk8+iSPg1Um+yHvfH1Xg3l6B6cTqnUTOz53pqhGP1l1aij7h5ozTe+IVFoW2gwcEZ6K
RoTjbWVHpntAYYTeSpCgouKiJgoZQuP012IBIQ9Z1iLldJnErUhI1iAfpXIPeIJ0p48o4N4oWNLR
fAwPGE7PiEcBPkYx5Byvdgb+LKX0dkHm3U1AX4HXfJekUOJoVXluBjuCWd/02oiU2KFMAO8i/Ga2
pfVDIKLhvcg7517Lx5QeFALIc6DAiFgoTkIiG96dlETccc1FJN3hbLim0Z4oUPGGcSKNb5VuY2/v
ccaPrdK2GB7wuZ0bxSydX71feD8jFmBc+xDDVYAGkJ11U1rVr8TvCB87IwAIlXQOw5Go428G7tih
nDPE+JKPnuLuRJQr5Y4iXv/UprLbpJYlqm1duX17TPsS6xUbVsFD6wD0QZ5ACbzr3RzVKe4/HXtF
RrgFtuzA45jxwt76EgIQ5EluBwyDQndNubvcjclYF+usLrL7Yfj33ula/63QKcWtSuFTy0RAk1pL
n3Hl0u8crQcpNyO0JkVj9Ds3i/xnTEcCsoYmce6Qs+J4QienjN6mGh2/4VvAVQ1MyOgLANwm23G9
59xZRov7z+j7F8AurVyQtgPXVSoZ2ARcafq6Qon5QCGfArVexMpp8H2A29JLkK67rdP87TqrJj3l
AOXrEFYFqTp4cQZIiC7t6CERdTF+yOgf1YOh3NpjDXW6pzMMzQnw8BG3jZ7bkK29CgaFSoG24EAl
fbj29bxiap5bj3dCAoYiTi/ddtlVYNO4i2gjCUllCO0cl3ofbO3K9ieZVlGod6JFXUABQQG3y8u+
7VdqQsa1JP9VYVAMIYwsmVUISrwWowXqcuHCq4SerUTkdX8g0JP7udBOnYXmy8bYZpX0EJLwXm8z
PATHNe5g5r1f4JmwwrmjvaidTaG7cV0SJ1h67LMY1tu32i0MSsZOVa2kAeIMgU4tLxjABOBZCBfK
O4nR2NOQdb17zOjo8GzTGHYVCdG0L4NO4Rs0fXBC4l6q9pxvqrXIZfH+g+VYts6C4o6aLnEExOBF
C4Ei1zBPYLrqWAxAuyA101BsluZzPqU9K9eUhccvtvJk7xij+61UJapnyrfmg8zVYYW0vD0VbRlv
RuiuHmx6q/6NiB8GD/oQUHiM6kg2RsBfdU0Wr56wm3EmvTLV0gUIZIRiHQm3tlZQOWHdARsZJiHM
CcSl+Ui5XSRl/BwlXeze2nGs9DC9Y3WVhBZ2AY5m889ObuJy1pndeChI2n9liA2QqitdeO+PpSmQ
0iGOWcBDbnSqlTCMNyEu+jr7zKluM1VzRQ7KVKb3ueGBo6RqWv1NtTb/mQEN8wvK1CZJBzEYfrZm
Usq17RT9KQHa6hZB6urOH0tVKCTpVOi3nhY5yRLGUf2AiYSVoxy3E7KiOk9pF20V+k1vlFRSqtT0
vX1mVfa4cihE5Wu7Edha23Dvb7XJaGg9ZH574mJtozXlJrhoGteBstWTTOrHPGmG7hY9ALKJDgcS
bV8EKMQckmrYgGpV/bSkdGj7laqOdQa/dgzUsQg7ZO9gKNUqNK2N0Br6SrizkgYpWGBI/we6gRBe
cOV09cn3eqs66E0/sdNaLTgYaCj8U9QkiXFQW7enbIKgJYg2sBlsNm4XIQzU0AD/CsCAf9DcLD/D
HoLzTUDRSmyCHBSP/LPIDhKBg7Ina2kF6uA6i9cFtagMRwiENIASAUy1hUsspSwdLMyjTRmTOHGy
AmqDy6DUFXpDxa7t3nDL4Rtp6spEJcJcDzeaduyaM7R8/G3Z+LmNpYk3wvurl2ZgNPrJq6gZ+Av0
xEHHo+aj0CiXGpd1cg8GNKLQxNnc3HQ1fZZ2jhkhT6Tk1uibESdI43boKL1NSLBg8/L8rkhNR38Z
xFr9u2sK/ZwY+MDGS6cB5TkMWO5jRZVaKu3XsA2qi1uoNonxXcNQglKwqSjdBYjKL5/gTPoIqiVc
AmMVQnqBEyMoEoIN4quSPgWytX7FXDRwQHRqFHJsDao+nYUnI8Q2Ga+6EjI6nHDKr5skj2p3H3dW
K7d49ZTV1ukIWHgQYXLQMyssoxzGs+VgKdmXYXOTpQmaZL8t9UPfe6rngFL7mv5zTI3yTqSg+98l
tC7tXENAVJflONT2fZjXhXvnIJUEvcgVBTvfkWG2BbJb5btmVG1GOxT+2kMswft3TlFS0kcDIyDh
IRKPjGQlXK+41Eqdin0DtmBjwSTEQygCz1mNqiC4LqIOfo8yCSJTihHqDTGvF+57jxO78/kq93Wp
kWU6ZY3VQCJt/5UEs6+2uFk251bIoloHndW0kJVrxdujLPbUZd5mA5oupAiacmsD3mPa5Tq+e3Gj
XPwKc8Ur9rld0CDb0h2yEAS+1itXSo2/UE3JDjcnz24jwAap25TQKogxxfds5AHMUdElfnTj+6Fa
v9oq8TbYADr4dRYMhX40cafzd1kIHwFjNNyjFiZAHv1V4tCLnjFq6byJqWuq91lR5dmJFipYVJe6
UVXnyikgvY18MnWPWsgjZheKqRePRpNbFKqbCtCj7XB8WyWVbyRnYPO+v9EtyD9Kq1voAaSRuYjZ
mtYgUqSN4wF32fG3YbdmADm3Dn9ecRf96GQrsDCES2KqtAI3xcwvPWoTzYb/VB9gDzfBg4iTdQIT
jwGhOKmLUfEevTHeNJm2t3f1csmXumY9OxmYzs08bV3gdI/hN/rBmWmowhhtLL3m0MXFsG5L7MxL
WFGUaLt8R0oOFEgkr2+jvmg2iiVfUlRke7X1xclDNeBeMVz94PWtCVr0Imijij2ZmE4O82+8vs0G
axs/y5oDtYh1O+zC5I/jfccz68rKf3Cq/zcO/W6gV2HEY89WnvZZjUAu1BzsS18/Zsuh38uDqazr
pdQeg/RQrnRvm+CNsMzo3HBKrtmsfzo+uN7UTFzwC+bjy0CKTK2bA9rp5dgcR4wkiP89dYso3+Ht
MHOo9n/JxEBi1/nExa33g/5XdMomz6Iru+CjcyyYlKpOi06PnA8tQMoa5WOLmdeBgsfJKzZUlQ5h
cf/1mn86iIb/N7tMWtr801K21PsYZv9BM5ILJLdbvbkPjYf/YRCyN5BxghVhzLxpo9TTa8tw2wP+
rk+Opf1Bzn2xff2KS/F8LmxOXmV0ctIBajPnXsmW4lSqbebYCwXPpXYv5De7uDLE/CQwhKbCusBg
1ySM0mY7hGDPrG3ih1OYX+roPnL/Cudn2Zz+23rNR5muhzfnLcBGe4xLLTxV5U8R/Lad03itU8Mn
a/VuIrMbJld61+8DPTzJ4JtrHl3jt5FdcT6+tlbTT3gzC7y8esNpmUXnnk3vyFqp4f1Q/ce9NV+r
6Ve8GcVvdbQ6KqNgRbeMNdwW7O+Gdfn/+yCzCzCAbm7AIwxPOgqGSPmDCx36vStfff7u/N+ZEJno
UydJVZvNhAJzruSqFZ4mM6sFlZcbtUbP+fVMPv0oNtVck4vcgiz1frnIBKDF4kB/8vOTjSVpiGel
Fvwuu2ut17X5ZTpNR5gcR12Siev6bBPLNtVUf4jiU1DfkR4H1Z3d4AcMDW3MXwYT2IdCCTaLm1Gc
XPk9wiFap9FeD7TvQ+FzcJP6euqTA/3bR3X+g/T3U+/r0RgUlx/kj2Id46IVmIJaobcqlRxlVreI
nr8e8LO1frsCszOmtJlrVaAKp9bZih8pBoWJTWHs6krPO+HNJzY7aKMsQN0KLz5F2GAmUF8RbEEv
wTXM2eLK5qDgi/qNhEL/9fz+7cj5itq65I3QNdjC8x3b2JGmIi+IT06qnNDfQcw649EGoRz/N+Uh
upc/STXau+TGuktw/QFHvebS/9ka24ZNUWcKUAxrtsah7pvNAAXslK/8Zu0r5gIpHibf16Y6Xewf
pmpqloCobtKMZLbGg2a7cNfq+FTU92CGC0y3YqJ87cVdyIuxwZcJRli8vLLA8xYEUtAqg8ffUglH
LGHNroQIjlAJQjGcBX4QKolQhbmAscrD9t7qHrXsFmQpJONv5NYWP/siPk/fAgbFgMtUviNt3pht
cuVXfTjYsx81uwzrIBh6nMOGc4N+b+gfA/T0Dg5VDemvlm2+XoIPl+I0GPGgjj+LI+g+8P7Q5phI
monLCkjvHuhgUZZ//vsAFn9/6sWBj48xe9HBvOComPlw7igD6TpOz8rL1yN86E80fcW3Q8zmoLS9
aZPbDeccWMuy73zjN3M+GtG6w/2ZuuoeJ4m2cK58p//HuGQPUpqEK87sbAAaYqGXtsM5So9t/oKr
3kqZ1F/OSbFx0/nZN7gWFldOyocDyWRZRklvIFpFEPC9/2AVioiCovB4VvAkrhMY9pxJqA8H41rz
9s9GorWZRoZkAJ+ps/vcLly37LxCPRseDt44E7nhHvtpmDaHrz/gtYHm6+ikfWR4sXpuEKkfsYtV
wLswYOXgxvt6cOzV/zCeFAC8/0J/e/ZGD2SnZHG9ehZVtIjrB4f4CZP1Itl/Pc6HB1HQT9e0DCHA
16QQs09lepBbIE6o6KjlqTajbV08ekWJM48Bvi/ObaY+fD2i+Hh3MKQktsF5gRB9fqElSKQroxvU
s8yw54wN5WflWva3ZKRWkGAbdWsaenZTUfe5MapR+w1cVOwMYLQVlqPVMQmpiYwaMtOF64XJbV9D
lsYEzLzBkGLR1PlrjXACha9Z71r8DRY12PlS6ZRjYpvhHmtI/wWlsn/lpH22kPrU+Fiz2fHCnO1E
2BgZOgahnrXuIX0JI+7B5diu6vKYX9mKn5xpMkGsBsEGuA61eScw8Hwlq3KH44X5dJRrm9yy1sF4
o9v9MsekpUfq0Y3YA43D+utv9/HTTdeIg8E1l6QksHt/sLMqEvR96MeztJQNInpMJJRNm9z4EKAq
/fXrwf4lUu/eW8Fohm7T88/kP8R0Jt+E9RH+MpAs5Xj2KlxwEKnc+pa5M8Lku5ZQPsMwF5Ot+id2
/lvEN6taH7//L7/AAaviywqdpPL9L+iFCaEYA4dzVSlsr/IJ6Gvv9qsuNPcofl/Rm0Jntuxo0RDZ
fT34Z2vNm09jQJNWkgRX78duAm8MKwqnZz2tHu2bSi6dNH1Ixr92vv3/GmneBcyncIkCwPr3VbOF
gfiYkuZNMsZ7pUMqYqdPX4/38S6dYAaiYuApkwdi9l1THeaIE3nqmRneNJa7wU0XcX1+b7dXRvr0
qFjAeOxaOhaR7bxfRHA7fzTUhFN5KqwM7vyvsHqkkVOIakhx6Usdq+sik9dO6KczfDPsbN9g0qYn
Ucmwiqw2ZbsN6hINQH6IQ/fRdQW03LXvVQcvLzHbXWGX1CjdTeBE6xyAs7zWHHGKS+fniPsWREua
uFxZs53Ui6zNMLpUz2kXB1un7f/SsaXb9RFK66+/7Gd7lhzAVB2NXjDmfCclIjUhBDJvgxJGNOJ0
u4N7lnffTGSgXw/1r/vtfFZvx5oFbWPZ54URR+q5MxuEMzTnWFLB2xlK+o269LETurIMjf5uLMoL
dYHbZDQekph2xdgCLbHqDddVAp/UxKd8IR1sj1JNRxWjnjz8dv2xvniBhhGcUo6rDMQJkwCwbVf7
7dvmVsAQWxbCXVttB69VVNeuvo8hL9Uu7ANsRxWgZc5scpJ+yjD4Sp5lYWINq9fHJmqeVXMMl0mc
5ksoaD/xlN1nhfFKeeUQ2P5NXGYCKaa+g9o6XnndPv09umlagGumw696f44IvkBM3UY917ymi84U
4RJ6onFllI/HxuaFNOkfQrtjMNhZglUiT1Z03RNnu4QUnou7RB5H+kZBR1V3X2+fT4cyaVsrVEIs
R50NBe9yDBpQPnYPWQvWbT42jdQzYfx/PdDHw8ecCHS47Ryw/HlcgINJPFoDA41NhTmEKMZtTROd
rZfp3pVY7tOhLJX6nIM7gyWmEOXNe6loQ5I3hMnnkjLbX5QpwdILuvSXFVi/vp7Ux3POpKagEUaR
oF3u7H7Tcb81HY+RUuq+VIaXcXtD1TbBsCeLr8Ct2hQ5vT/oDEbXX5s2yrSMn2cTUWxEFd0RBLXZ
HOdRyD3yGz1sdoZ8rOVrQq0yCJ4QW+HruIuQk+n+leagHzc/1TmLWJUrzab4MdsrqY9QqejoR2AP
MGYJAxKKeon1P2wUYn1p8NxrUMRmo+CkpFEB68SZ0E+lAG9AWxLpUtx//ek+2/hvh5n+/ZtNYpTo
fmkFKc5ZzEVxowQXzCOhnHw9yiexG2s2PfPMiH0/r17l1ZgrLs5X51D/M0DBUqLHGt/GNNlF8R94
EQsjea5TqKSXrwf+7Ay8HXe2ikMOSqvLQZw9SlNGYtzKbqfl9ebrUTTxyZ58O8xsFXUr17sx0cQ5
zRBQ266+ymh5tK5KMOKJfEbjgLrdEyuXRzyDgxt87pJDJKPgbkAJfeXXTIPNDojN9WsY3M/cnfPe
x0adoi7uPHkeIAiQkZIfYeax8Eqpr3E6bdZfT34KF2bDOZIMzuGO5svOh3MB263IwGusDV91zItB
VJZefxE5O7ZGQOA1t35RXTmDHwd1VHS9pmFbgECE4u+3LYz9FrVMJM9Boe2UdDE+xPq5G7S7KLy3
rRvHujLeJ18YYbzhEC7R39imaeP7AXU37KFudc5ZaM26wGigCi5FtMcvGuerclG0VLebb4auLSXS
Qi6PK6v8L1Z6v8xwIW2UX9PNR+w2bcE3B9WBqW+HxuBfkuaH6ZxQxi2McKvBvIn6ZQOLoMfsjSXH
TF1JLtCkxuEgEWfgO1PgUdRYCf3vfjtmcQWZ+GxlpE3k7uj0K5z6Mb//YRkCTRgDmnuOYPbD2FAr
Yqwb+K8t/FufBo7AB2gav1ub4GoP0mnVZ4vC15iKbibRvC1nT1w76jUEP8+7dI14yst9Tl/2ZgMM
hdn2QTb92sEHslTwunHGbZYczOCsKTsvqK4cuU8eJUrTBLokMLRUIVF9vwiQ/NFiaJF3QZq10s0n
dST3Lh+yX4Kq9AGeoJp5Syw9Vl3+Ir0rz+80y/kqvB18tgp5aiJiD5DDRqm9KQbclNF2O8Yr3tLL
HHKR5mZXPvpn607JU9d5n1SMjWenIaBnAqoV3bvgFIO+KYA8g2uds8Ob4Rqa/8lJn4ILjh0EJkPO
0XzaBI2DHKR3sQ542BnBPu2PsnMWsRWts+JFsa8dtA/BjE59HWIDGANpojqHwGDxCAsHhPAyDkdv
Fxv7wTsY4d+WNY3Cx8agPIojdr4ZLO8Yd2B/S63/Fa5wZVGWQtk6ym2FHaqLg2KRK8ui26IR8vEy
jsPgSnz8IRB5/0v/pURvroSOFo70EOvCS9W96PS7bf58fbN/eEhmf3925WDxJCvL5e8bLdJ/u1gi
1yuCH23z8t/HsYUFVGbxfOjziM5uyzodxiG81N2zUVZHO+fEJtZwCbxOubJmn31d22A7EVfxbKmz
zCUtzK5WIpc5ySTdqn0WYwRYkEaNebarhqbdo766EoRoHz8UFSIiVYdSkWMa5mwh64rnvq4i7ZAk
cEd9Um3rYoYr7/vYXUzvpkouAtxMf6TzB80dlYVUrCvT/uQXCE2dfoQlidPnl3QVRLVw+kIg/2iO
SVF+o1HB9r9+Rf4uramJAhxOjjr9hDe7saFxQ9NopTiEFg0fsR1RX2Ty15LX6m6fTUWoXPvcCDpk
qNndo6OuVhCwC4yW4ZxHm8q8su3//YV39yn0vLcjzF40hMieNCJGUKD4TTT7yev7VnVR/GbrtD1W
7bbMfzapss/NZ7tY0SRSXok3Pp0kd/rE5JWqPuetCEORQRKY4mDiazuqdBUOV19/ro9Y2DRLMAV6
xaqWBkPl/ffSY/iFmRnqhyR0N61/x4vttCnt5zK03b+d4GjTm0LPkytP5Yf7fBqWF5Lyk6D3/LxE
U9EezR71BFFQsgyDFAb3HzS/tb0v/DslvC2y56/n+eFxJFWDyGQBdalcMebswPvdGNFX0nYO9F5b
hhHqtDhfi5wO7bimFBhyFFcm+DEW0C3HNgyD+qxOTeNfLvTmIERFmNsahf6DiZRfKWmc4+ITp+EL
PTSrlEYZMr1BabJQMMzTSipICtYKRrD4et7TMXi/id//itmdwxXaeBjkuwcp/gw0UkpPhbxy4q8N
ob/fQYqQ6KqG2D2g1tyE8d7pbjoc1P6HeUy2WHw/cJN5eYjofwCyad1D5VU4bZ7r4q5xrrD8Pu5J
qU2HwZxSCg2izfuJGPSv0eJx9I92dGN+1065vlbD35VzilNao5b/+Wy/H22Wuwy07JjgUv/o0d5o
2SRI5pUKBvfX66Z93PhTaExErusWU5pjdH7nJ2EuA3SdY7pPsoeADvDuku7YQzEgfH5KaLSCHn6N
erYc951ORyWZT2LAE/q2dWi1a3ewr/yojxHF+980m3ohcqWOOi88hoZzQ/8QvXP2Xnxp8TC/Mvtp
773f/jaiSuZtSJ4JYsf3nzTGXto2uig82kG9KuRzTss8f+GePH/lXAjIjliq9X8c8/z1uPonM9Qk
/G7YGaQZpALvxx2dsKZTVRsfY/w+fVzmFrTfWFgYYaTNbav91KJ0mf7WzW1ILxJM6jDUXCjxDhMi
oWBSvoheUWnZza2irDv88MLnmCKPj9oFzc6JXgZhcUKHG7/qJRWnpa0+O/h/fD2Hj28P3JkJA9Vx
XP8/nJ3XbtxK07WviABzOOVkjUXJsmRbPiEcmXPm1f8Pjf/d3wyHGGLvA8uABbjY3dXV3VWr1iLD
NtsNIRkKuSj12Cni7JcJfEOl5e6+idvIcW1i5geI8FlqjSqX4wGSydpTr2+HciVRuGZj8pCLMKy0
gTbIAzY0GB/FcxXsZHkFnneb1uJkBjtv0AWFCqU6DxwizIeaWyHVIJTFvjKepfKTyoOIZnXaN7ex
dqK1xO6q6OCv4UFv77HXlmcz6HZ9o4xZjQKh+embklE4ilF4PVY0hNxfqoV7wrWlmUdXFGLT3Gsy
h/53Q9p6Jho3dkBJ2TzUj5Bp+yvn5+LIeFaaJtfUaR9dr1uuJElo0TfnJOq7UJd2C6mwnL8XtKcF
8NjeH93CdlW5H/xjbBYmxF5NJtkLBkdvBd3ESvPdyA6A69duW9MszeIRhmgdUCUyVzewLZhMxzJq
WC+/QzBBOun+Ax3dRg0oLnyEha3Xn9FAoICftc79IS4vILkR8FLcKGlkuJ5QJCQaKROKzIEbvvTh
231DcrTMaOx8M8Tn0v3QhytRcOnsIRECJJp6Lrcha1rji70nVoEJpsLInaH5rv5OkDb0XST4ql0l
fBizo97t3J8yYtjmY/c0RBYk7Zu+fzfana57u/vDXzgG+Qider3M2W6Is9GHqOCIRprmTpbTPaC1
m2jwNmAfQ/koe7ntKcOKSy0a1FUD4Af3FUObGeyG2vNJWOZOpX0Fwb8Ru8fQ9bah7lRZBxZzxdyC
BwPd5a7JoxZcxLw1pTBGAb4YOUcizwdQjYg8KS+IisJmDTy2cC5oeK8Oyd1Uj5sneiHxpkxeJIVD
UzP8aOGmq1auB0sWuH+RT8JZybZOv79wGzlvaChX0sKpgkQ697RB7SDUWAswy1ZIVxKyuVOqsz0/
KQLmKWxITm5WJaQ4ufRM2/EaNmbRCnCNyQVIaSizsYDRTOIqGgooJWDwTM4Ti/p9z17a2KQ9Sbta
2lThE2e7LIDzvfKtoHCQ7LEVYHVPUDSK9cE6pN6jxMlqoh163+bNoQrnF+VYjUQcm5t31fUKoQre
5FWKD9Apk21KyMqOOlIsu1I12u19U/J0QF+FzJmt2UZCQhw+ZC8qnKR/TcJfvxExazf1VqjPA6qg
pvpU0eCff3TTLVLXWv0UfuPv4QeUtO2bd6pgjPTkleHfpgZm3zS9JC48tINSSipMvklXvvYeBHUn
X/ok+O9IBpDstiE1iQ708ntQhgyHsaNJaX9/Vm6vHFdfwKPo+gsUS+kBWvIFdffHPbrun4nhpnga
FVhcxr1mfM7Gz1JhrUTRm0N5us1qeBv3d5nINlt3JRdrdKiaxjG7ZJfrH1vpQTbSTdxPqju/7g/x
xscotBjEGZBA1FxIgFyPMDCUpih0vXSKJP6aR94+zRGiaJrP983cBM6pnmP9BR3RrUlm4NpMStug
Ri2+dBA83GXKp0DLD1322CHped/Q0nguDc3iTVQxtUmDIXASr8h70yRtPY5qtjJtC+PRyDjw6KBT
jrf/7EYIr0tOe3fAeKCMRcjR9N+MfJ9BAvqvh4MjEDk5vHiWzw/UHIJtE2WM0jEoMlXhc7AbeSXf
t3Hr5RreRk+KNWXgeYLI14tTh3B+aRLwTkkXhsesLRRqfFJJo8iArEcI1VJUuWgMtRE0jFDKTCBH
+sxh99zf/5IFxwcJTnWL+jU/5mApMaHTMqc51RGN1kar5yAGPyM13bhGsFWttWfrbcxj3HTgqFN/
H8mj+WkepuEkE+BRJs7fR+9nVtCr4W8VmdTYZvygdNlRyJ/RUH/r8731rau9A1q0ENf44lGT2w3Z
F91obCDkcftkIQW7si63Vci/38fjcELrUnGbOVlURnAfUwpwmtI61kjj6T99xBsU5Zv0AGdi9Job
NvQtgvgQR6h/K6e8f6x8WhEg/1AfS8v248/3F2g6R69OiemLII+QVCA1lBBmntKgGlzDmslpPhRf
6HrZ0JK9kh5a2MBAr2m81FUQQhy2185Ip4vfp11RO7k0on780EPPFekr23fB0aamAJC0ik52++Yw
byqjGKOqdrLoQRr/FJa1DUNrI/uTwsgaiGYhVlwZmx2tMWR7eqqXtQMd2UZu6Pz62ea/A30Ft3Zz
FdYU1oQDQ6Hdy+LsuJ44cko9lAtZ4+j1DwFJIJN+IwlkPnltWXzTSD7d9wV5WuyZM5g0sfGcU8jB
4BDXBpXOyxVV7xrHNw9KHe54rsJ5U32tIf9RLKc6pRDDGLvhZ/YqnqNT9mq1b1b0gKc6+rlSj/c/
59Zvpso0N0yaaYHwaJPrXlwW4gR53FgNKLikz7X+20w+hHBP/XsbvCklXAZa3pvSkq9msQB7WOOU
aEEF3lOaxZu6Xclz3O4xFXwuO4C8EBivv9N+MRBf6dScxFbjNArcoLXUP8mIWqyM5C9++3rxVJlX
qkm0h06UKtL1dAWGlZWNgkZFrCaP3avecYOrUfoqNn7wlvgfxyb/KvYwRFXuAypig4sckooGgwr8
cee9+vmug78ufsyQUys+Qdj3AX3OPdJZgvtyf9IX5oMvpZZH/xWRZ+7XkHdJXE6L1nHNSjjVcYvS
QjX8vm/kb03udj7+z8os1uZliWoFVFZOMj42EPKoKLhxCqjf/Wc1QZcaUTUkra3suRfTz/kf3d+j
qubJ8YoXLwyWLga8a0ok0w4++4w2013kT6vBCWWkflsoj1YGurBNUDviKqFMR702T5kKPuQYQiUP
ToV8vA7BME1scVVv70/nbchDJ1TnzgfxIuH178l74cM6JOPZ2ENiLKX9EQJKW0NtOU2/yPmKob9n
9PW6cXRDFkAOgG4M3OPaj0dzNFAcz2QHCb5okxqB7QpfQjRM1d+auEsQagL+bbidHb9k8uey2sPQ
t4/S7ilwgR7zTITQ7dhCWTjs5DVE9m1EpjI18QeQM+CSOK9NlX4S6IB1VGeEgW+TjZK6HeGQRs86
RzFBTXSoI0TQKiHkdPfnf9ky56jBtZtjYfaCMMyMN3KF5ZLMe0d2HOUcW4QN8ZRVXwMUe++bu/Va
0v4KqAIqINwPrFkwMQ0xFMYwVJ2gBDgi5PtaCFai4sJpA+AJyA+9psRGzrrrhZZQKibHZalO7e/y
55C2z/o0opZ4SH7HTvIhd2D9j2S7+wBCVFH3NeRw0rO0D7bSBobx++NdiBbXHzPzutC1UqiOTdUZ
PopQYutnSd1Qewf0G/SnCv2XfVK8jp/pnBnqo7y3mtPKB9xeYCb4F/A0IMe8CuYJj8wsugFwlOrA
z00Zd6NIH4Oza6RveSjbevMQ+49y8xCZD5oEu60JK/Q+1H6EzUv34/6XKNO1YrYB+RICp4x2He1X
U8C52OqCVhiFDhe8Y/w0Y0rYtloj//0kbIJnLXhCbK4RDknxWJzlB/9BdcKP+lP5EL+Mv+nDkG35
i2QcKUhZtLpscvbISnyYPG/+dbxtyI5ahFRq+9dfF5WVnOUhXzfUPxvI9WvrY6L8+aO22xKO5Sz/
sjIb8pK9qekFDhNgodosfnv00Mmob2iO8tRNZMR2/dyPe+8l2EXaHo6z+ABjUde/UItEsso7F58t
aS8/tu8jdK6Pwn5Ud3K9H42Pmn5MYTDLvXGH+u0hUNd6OG4Pgqkn9v++dBrJxbrVUYl4tJ5o1DRa
W4ekGYoLTV3LTU/jvZl/cnKqTsGG+s0svSD7Uu8ZVQfBBZRGJZxjKjeal0BGwhrVCVpSVbW2UVbb
67v7K3GLlJx6frk3mKBWVLLRM8sWIgNDIrSaExQ/tbPgblNpCxNki0j6cKyDpwGO2UZ8GYOVIS/O
64XdKVZezKs2uFKjVbVGPPpcBq8pK57/p7UzQQAxPBLqf/fkhY2y7uBhzUbNQYrKGY3o2Jr1AYL3
lafYUpAhyf2PmZkzk0RFibLvNUeLtYPWxfrGGPKfJYmOeBILhF40XzlIFs6t6fggD8XayeBcrydP
gnEvpqSjOXH+HpXnAKHtSEOuzIXiMwB1K6x4ydIIdbo1yADwkgGxdW0v0yMkUzxdc+AuBjz9RZO7
Q+h+mkTZe5iI77vk0ik5gQN4PHMluu29Dco+EOkpckyySui5WcYuS+livG9lIatBAZ50ATlq4h63
/Osx+Y0waYzLqqPDvZ2a3UaLXpL4swpliqjudBwFpK5o97sO/kIDCdwfUbovrFM9yVnsLeUdrje7
FjW7SXZmueJSi8f4X6A8xUZLuZlxDT2DRo501UnD+AEJZtsFpgetf4cOg6/LNtTxG80VNq4Lufr4
PQZP31SHRNooyqtnHcGAWartfkLOom0+oE2z4hC3OWfCBt1PBpk9g5N13m9SDmOtwJyvOhJAc01B
XtPuyurobqEY/O5ugXE02kvw3AnmdhDf4HG7v3qLDnlhfuaQvcpTG3fnytgnKJT5Q7cLwqJAMi9I
bGaz4GU9KCuDXnJMUDIGGFyLGD0HdkO1ZnTGwKHlypDLU/wKtwhLxft/PzSQihzGPA0mBNC1X4Ln
b+sKwXAgMlDih2/GcO6MYt9KT1IQrkzjLQiUZbw0Nov+buKNlTmoqgMz/y4vH6j1ysabmu6lH6jJ
q+oueVMezA9hfnahkLw/0ClIzc+8S9uzE4D8plKhfort+F2FurUrt81/udfAScaqUe+CPWz6hosT
IIKZEu0NAqU3fMv6YzsdNGhijU9BdRa1fQmB6P1BLfkI6TjAhISvCat9bbCozQJSeOqqhYtUVfTg
+Svpq9snI/leasck5bi3kpi4NoAwN9zI7WRAOw8OpMncpr9RkloJj0uLYwFNpJMSiO5N//NY+GYa
wI7vtMiqNcNDqxwz1KzuT9biWC6MzEKwoNWl5cuV7vT4nUmVWDJhMrSN7Pt9O4uLcmFndrutDDIj
CBDoDiq/KSQ0FcCnIhpWzq3lKTMmcBcC3Dxpr1dGLE1EH9pedxQNkSb1AwSEkrL2pFo6+em0ES2L
s0sHz3ltBImI1kOcQXcGCEyzz0B78jejR8iNp1z24/60LS7Pha1ZcJBpk1ZLBBAczzqPP0XaCeia
kaq1y8zS24Mezb9J/KmncLZHpbaBt9YvdCfPoQ1VTlUl0uJabPv+I4ccgt+2Zb3cH9nC8cE68ewg
vtK1Oa+2m3kaeohi6o6FyOnZlPwCKTnpMOb6Y8Wbmj7qYMXiggvSNozoEloDbOA5AANdPCPxBLat
UkpfpJD3cFu93h/UwnJdmZhlF4wgk1OxiXVHilQbxjwB9k113CfJv260gTkH2A6XM4gMZVBx1z4Y
jwgGRhKGiuIXtTa/oKW2X8GjLmymKxszpxhr0fCMEht19I2xNMZR6lcYEBbni9SPSu8aizqHjlj6
0MaoohJ9Yj1F1XJ41XWeXqpQxXYEGur+6iy5HOBFQAqabohc6a4nTfbSJKvGTncEhE937UTtL42Q
criVLx60JPAP0FStbOBFm4AAaW0Fbks5+dpmgkJICqKehbLq1zrozU1kNkjNkmFUrcFuNdoh749y
adkY4j8W5WuLcFbrEkBK3THB0ZYvIfLFwQp0bNEEO5duGVyQ6bw20aV9AoOmpDvq+NR5n0aAf525
spWWdit1639sTK5zcW2wvKoUglolJI3dz16qf0Jms7s/U0trg2jh9KhCXQsY3rWJtkJiccgMZkrz
1L3sxfrBS7KvOcJrciMnTzoQue19k0sOTyYDpjaK8XSTzUxyTYqkzogNRzPehvjErS8Lw42cRf/+
IKS1ga4pCHFAZczTnMkAjXopBQbHLTgpMYXUP26piHRoraz42+Is/mOKFPr1LMapVhaaJuAMVfkp
VNvPai9/MQKpRldv0BCo69v9/Ulccj+OXhpeydXcQvdS5A36WC0NxxIeBP2jKP62OBnv21gcFYWt
qcGQc35OqyMYkTa0XmY4hQ+ZBvnk5ypreFBpZIKU5zE83De3OCRzKnEpkAiRJ7meRMosoxy4NUxv
CSKdAzJK5vd6fLtvZKGSBj6P7Cc8QQqwBX0WjIzBV5G/aQyndAfb784o37dE9eFPXz+jxduae8sE
gSo+F6jj1CgDNxsECtKxstNjILz0bWQXHXqicCkMbvfooRzpxtuqeRbXQDi3GDYOOMAqXH1kCuw3
jdxdX5dVWQ+G4/oJoCll79dnOFSQIUX7AalOvRrAy8rWf1gHg0VQYc2CWGSeZSk7xaQvSDEcqZt0
SY36oyCkycElRbBSJVhacVpl6b8ALyfDW3i94iSUUi2m+8cJRv2Vw+dVL40CpSNZXPHkvzep2SPv
L2Ub/HfgIG7I76QCPbjcswwnRmJabbbW1yH7JXQHrT646VlPnNBHH1PnpWuBEvwhSICqMrusTkO2
Uzt50479PqhMWyqA9AhnSzmBednm+nmojkp4NkMeDvRXo+en0CTjPyRIvzbRU9XsKwFSH+75kA3Y
ohPo5FCTatvprg2piZYPGxS177v40qkx0dP9b6zT7y9ODSHs637sDTy8lewwoItsrYC0FMEpIVDH
mG6vpAiuLVRRlOOvnukY/XONFGwcvJpKusmalSC38MqA20ciwJEa1hV99mBqC7k2FHSNHcX7Lg7f
JwU6tJCK9Dut+jvVTHb3J+62QYUNd2lvdnUNi75Q6hx7hvlD9B5dWnrjo151juGD0s4LWyw2CYoZ
8dY6B2GHfMXeTU8+EiQ05NYyohtlD6nyThlQbczP3O83Lo0Byaeq2MbS+wDNnettEuRYipe4/Wy2
nyIXlZzoGEHTcH8si8FjmrcJ9EYVbk6L1Ddd5hVaYjrxyezfof+zfRKJJ/XYRudRdfqVPPpSCse4
tDe7cvlGpFt+gb22rjdjlnzRrC9i42/0JxhmPetjbhZ2Rp/CGOz06CNiNK621pzz90Ca7/LLb5if
ID49AxNGjMbzJ9FHt+eTIaMWhC6cBOXqAUyerH7knNso0Cgj5dL1O0P8LgblS+kfc9+1pVXY9sKr
kpoGKD2KKqD+jWkrXWzGGlKjMohwqY71d5SCV2T2M883Otpd3pHm6pVln7bezRRgjmojtwIyJtf2
EJRAj8zLTSfRgD3vtGdtdOjV799RFE8qG6rDKlt5Utw2dbJtph71/29z/qYYdCTYKy8zHa3f15V+
buHI0ZN2A+xWrw7+UG3qCipw4ORn+JWrbA14vXRPubQ/c72m98Ja67BfWPmDInxFAMgQTyK6xJq/
xlG1uJ7cT1A8IPdK5ut6fkPVR9HdLdlWg2TTRbixqm3MvSE0zoL+LCvFJlpLHi5v5Qubs4AeK7lS
KgBNHEXZqYfOSDYGk0uSnaoSkgpf8jfJ/XPfj5ZOZuoaXJ3pcgMtNhsm7J+FIpgdcrqauK3TryKV
zix6vW9kcd3It8DZBncMBaTruaQnXlKz0jScMEw2gXx0u3iLimqtVhvBW+l4W1w37rE8dTB3c0P3
BeTa0o7wpPkpwoT4xRCdo2bLDWwfDf23qESWMv16f4BL5xeJbZmS3wTg0aYJuNj8opQ1ZPAxalYK
IteJDbf3obFobM3QPpTe7ltbXLMLa7PTsqjLKCw03ERno+fyD1X+NXBTvW9k8f7MKQnIGY0TvGPm
GYOVRKks+AQ04XPSoC+k/2irU9O9et7XuD4in9MAEBADYuxjmDqJdOzRnUtE2AGMH6H1OEwtH81I
N0K+K5X8S+3VhzI45OYh7473v3Vx40yFfRo1JV64c+Y6TxpreEZa05G8na/tsuyQvEB8rPG+8EEb
SS/VWvxdWvFLi7NwbySqF4aQoDlBwJXdG4V3L4WLBUGewPhZRt3XjjPn/ijXTM6crHGzJowHTA5R
tIOzHzqt1z5+yoDte3G3UwVtZSutGZx+f+HVKCaaY9X2k8EH9yGpgg+R+6vwXoxA36ZBe7w/vKWN
S1qWmyZ1k4k74Nqa1shKBTsXwAedN1B5lsxjJ9g6EITMluDlXiNBmVZodoCavA4tTAHlpg/q2p7k
tYMlSyREcJ6d4f2Q8+pYGyaavtXKVloIf1eWZvMYCzlacAWWYvdbLZb2dMFEIW0bRzxMhZVpXBwW
wB8LtDER/e/17WLRvBaxtrD1DZRaKQj54V6VEbXS4egT15IhSyA/c4oNvFgn2gBrClQXtiLkrL2i
IPFCtSsIT+DZRuOkZz/HbSu8R/0u8vNt9NYIdv0DVrKgQj9U3sj1Q3NS+tdBP8jRWqp4KRLwSdSK
eWxyF/77yRefVESIAAoJHJkJ0r7q+FZKL6qJ5v23XEhORvaseNlnRfly33UXF/jC6OxeEpFM0/sU
o2jsojf9m1L/ts5+N8AdSSyveNO0D278lnhMJpwDh6TN9aSLiJqnQYMxMUjkTRxTchfiYq3xbNGN
LqzMdkczBkgCjzkvdukBCk2IzwOzpeGji+wAHdj787dojMFMAkWUsuZiBqNUhHEaVuS4wnezJpSp
P6rqiyys1f+Wpk7niKbGOAHxb+4hkFYpbUKepTdfg9Ex61/3x7HkBxNIhKsO3K/qvA2jNFq3BnZn
OFCf2Frx3quxbaWf0ZCHHvb7fVtT0Ji7AQDOabrAeN70YxRKF4ahKJPoUHejXNqZ/CkeBbv9WJHL
iVeOnr916zvW5nQIJAdjGQiQgTi0eVKyRzGTNmr4XgonKf3uK/vI3ZQascaPz2Hsb/NS2sXi+NDH
5Q4+KNRkvvRVtxGrk+l/NvrEdq0nt/voZ7vW3aCDEPRo8AbnqHiQxNOEqh+rB5qeTlDjmPDFZy8g
7mkas1MBSGL6Ac6YZrCF5MVAVlAetvdnduEgAunxz8zOE4cwrbgBnVeGgwj5S1cfTF3YgOoConsG
S9qdamkt/7rklyYN+FPjGlWoeVa5s9CzjUjcO4kRbsJUfDSF/HR/UEtbDJcEiT3pUEB8fR014Clu
BhrjDSfKVIQFY9naoL4o22LCwzn3PGPlGLrtfielSA8KqVfSfWRfZ2HKh3pF6WSXJG+/UxobcvpE
P0f+UW9O4nhq+2jTOXUFm82DSDF+hA8MeAR1xMGu1xq2lrblxLwNvmtqgJ9rO0WqMvrdwO3cqwZb
799V94UmNhStn0vkqO/P8xIEmRoEnRsTypHe4PmZaBlDxnrybiRvSDKmOPr+YTSOA4NDdx0oPGdC
tI0a1HXtfuQfYSUNX7XudeVDJkPzLXv5IbMFsEyE0yWzMB2hOOp1cBSKnc7Ah5cM5grrwAM2Df+4
yqbkav+bnrlhrSyzlC64morZGVJIfR8jcWo6fvwtM/ZV1ZxaBKsFbW9odtt9nICS4+8c9dskO/Vr
dbulB8yEtQPiTz4G15+thNnErZC1tQnLDY1PpbxvkvGTSjG0jj+FypPsPsqoHYc/6+SPpiANfhp+
jtAraST5w3cxGDZ9bktKZZeyRiWgsiX5V/2efOqNleC65DIkxsHvkMsVgUfN9majomrpFZXpuNZX
nlBe4m5b0PImHObagJywGqHBfEb51n9WrHSTu8dh3AI23Uprc7YQiCBX59LLD+Cl+uzN13pSEuSd
xJsPDUcYuuI1IrKFnta/9O2TbtF0Rv5dtIv7me8pWa5XmunU5qExttZRqD9K2uPUNll8zHXVLqpz
sIZuXNgKE2f8P0Znjtg1QVW4qWo6VvqqWT+mnHyt7Ff22zQ3s/02MePyQgGtR9/LNLcXI8NL2tzM
BKKMGBZbPYFSCq7lYq+X2Vtau8am9ftw34O1otTSh0d4F8pHMWzMjzpUh7aUW/8hXUYEBlPFgqI1
N+c+r+QiTaSa1ayFR6k4uM+Cdo7JiSYv94e+cBUhsQPOBGprCuTzrs2qLkK1iJjeiHyEyJ1fjs7w
jpMD9kaP0ttKZFtazUtz0+dcTPSAiLdblQrJluCxlr/nAYy20UoYXxvSbEtaQpQ348CQwoZ0amab
+R7lbVsudsaH8D/ctemRYpnQNeLlOyeNNNEijho1s5yEjphIelUa3c6Fr4285hBL4PsrS7OQqNLF
nUVpShOonH+JAcwOsZ2W6qFy90aHkLplG8X3quEZt63XkGSLYQ6KYsijkd2gpDQrJkmZUllNUFiO
fFDHQxQ9x8ZLiu6WIj9FkkWp5KQ1L7X1kCuvAlQx4ZtCr1Czci9ZuAf9fdWTiITdEkT7tfOog6oE
lVZZTktbWk1H4Ygmnll6m8pcyZ4s3DqozIHAmVrndXDf15bSTA7qcBQs0LvpVvM+DElj1+FJCj6a
3ef7G3BpR/yfqRs6jBS6td5qPddJRKTU6bGj64ka5n0jCzc64prMjYbmBtqb5giSzA3CQQhxniD+
VGjbNN5ozVep4ukRPHrdKaZoGpy65JshUCkvYJ0+us0BsEctHNeYQW9XkfSGxNWSvzhI5kmOGFRJ
3ersmDgX3zOp+CqECjSTRrePlWrtwb2QU6BJiWYZkotwKAHIvl5JsZDA5nQSKylpG5qo83K60Gk8
Bswg3wzxXrTVfHd/tm+XFJvAenmrIvwr6/K1zS4izdzXoevUXIe9et/I/qZbqcovD+zCyOy4r2p5
EFFJcZ0q/hOGL9Y+TW0YW/RTOf4UFHGbjmsv8Nu4Ck8cdJU0P5IvhzD/elj0gg2iS/be8RXAWu57
FuhO6amH1v8Vpx8oof/7WZxWjb5t6OnQw7s216q5T99iaDkiTQ3D+FBM8gMrrROLs3hpZBZUK4VG
vlLxLUfVmp2kfEBEojIsW67lQxp+7K0vuvtrEPKVPb9wk2IqOS9AZ6Mdx9vxemwp53EVjeyBLnUy
OXxwrWIL359dnpoJ0WDsOx+KXi+AtHrlAF5oxrg2PZtWK8lqyxRKyympS/XR28ce+aZjj9Ko7YaH
dGv+suB7NNu9ke0Ebc36beVzsk7fGpVWxj2PQ4YKr1rsT/MtpY2ddr9DwBePinxMR06zkUTnRvG8
t2pVimfJecmqkpqeCKxvOHnCIlFaL+Xs0N+0Tt1xeMj6riXPKMnvqyrRCx05KFTCnQX/HwVlrpXX
6ws/f5PpZo3vmjDFBbw/Au1QiF8719qXpb8xy72rEhskc1O6PC0Hu1cejX7kNaVVmyHYis0vsdwb
MUkhSFSqg7HWUjct8/WNd/pCKLBoRYPfTpyi9MVFzJSUyNP90XJSXX/2Bd+zy9JbuVvenqLYgGIf
ege6mG8ImjMpriskLSzHgq+vojc07F+qrLULnpKrxFaLC0ySYCpB0MNrzG4oNKNlJmSW+HWlbCLp
xAPMAzZmmpldyakd0mukCE9idAgQaxHkfmPqB/QagY1Hu8pE5sN89YY1Kr2Fsw7kvWLRSE+fB2Ct
61lW49JXjcDl9FH2unZ2yZhJ8imo6pVYuWZnFpobuazGQuS+IjTqYxWkR1olHlReSuEKoHbRbS4G
NLsYBVKW5FbFqaO30XfTj+CghYXxfuBfchsIGyYcMvLHN01NsdqrEyjGdQzNt1PuBbR5KOkXsZJt
v13BdS8d1Ze2ZoGY5ilJaJOUo7o7GOq3IvlYaCsmlhxzoocwuAuQx5qnJIPKjV2rZjh+D9Jla4Vo
mfRnVzlJyoNu7O/P3TT/820NahdLANXRNputj16kQKrHynWQF/3AwbUBwrsVfOG3Tjq2NOUPcvez
7FZuyytG52widVAHuY5SkdMMKeA78oTWuRR5FUDdVY9xYg+GtfFlf+1Csrh4sF3DxA7XGqT917ur
UdM8CUUG66V/8ujVVH8Vwn+5IEyM2v+zMdvBiVt5ghqWrqMhCpA8yKdyp6JIOnwLo0fYSjJPW7uq
T7fDmyW8sDjby4pSwyMjY1F3+6e2RrrDsEUTUbD+0ctecnKAMP/o0oe+S/al7B/vO9BC4o9XAgR5
MvRkUzl+5kFZoufjkGDepEZhS/puSH7k0nekUqz8k5QcrVqxRcWOo4doULbpfzgyLqz/va9dHEvj
OFXJ89oFuCDZBXgErTeORrdNHnnXrATNRbel0wvwvqVDsjHDgw/sHq3R2PsB5/XGqKttH2jGJmvd
Q9vu+q/1JLouHVbmdylUa9N/DaCWb54fCVVXWGaeSCxvUG+y5EDaLBKO/biNoXdVi6+1uUeLMfC+
BeDS92G2KYovjbRKrr4UyC8/Y+ZlopiBBez4jKhRYFtFXunTmO+83bDXDv0W9guXyj30HwWzIqws
8lJEREoN6CuYx+msvt63lRl4fRYQEYfwWEfvsNCCgrNzJDUraZNpa22Wiy79lynVmG47JFGu7SFG
DiudyEJTB9/0evLWqieUyVVX32Tph7oOkP3l7i0iV0pyW1RP6Zra9uKIaeWSad6AfmpOLpDmQygK
IxGSlouNFO6t/AAs2S22svzBXBOVWgqLU9/Y/4zNbkImglKdJk3GxrcJiV4+Quj7X6LUpZEpil1s
VDMeBy8RiL2c0W5ZbiP5W6xA4iV9CdxkI3XeMaG3x266cY9Ee9rHa/toWrR5mMR5mE/R4KowP+nc
RqliPzFcJyQZFKsb0AxbULpAQMhgJOe63TfxDzN/TAPrKAd7Q/h8fyMvRY8L+/NDD34hOj5i3YU5
fRdXPCf6+KXYDOI+19pPIq+pYBUtvLRnqUyzdQC+gGqcLewghqHQyhb7ptMPSeRo8s+x/FK6ZzGL
D67aEbqMbRRvpPpH4YU76HoedWs1Fbj0hCMJwHlLAyap6dmJKNdincNiJhA2wSoPn/zmZBZQHkB5
4tXQzfStbdAVVyihk2XSp/uzvvRgNzmMScnRMs3TYjYHftNVZSSrwuR3ehxt/WCfqC/tLnqyIhvF
B3kNMj2dAjM/wyCMTzQ/oFo3f7H2rpHEUSwLTmWIm7oQdsADmgHxlwqZxIOR/xGtbqOsuvfCLF+Z
nSLKxf6SEknNmT7ByeJPPfzO6ARFBrLv8A/GcFz1G25b1bb010jslicYGA7VVrR7btJzkh/4ypg3
LvoPKJMGNlD6ZNzVJlBMuz43KlRIayQeC0cirLyTJDr0fHCGzmJJgK/3ZonJQYAOTtmEPoScnnam
yfF0330W4rDJrYZGQPj5dDpTr2e1zppODwVOvTYzTyYPQTM4J4l5NPVgIylfDIiE7htcQLvDMUoH
Ni2wECki93RtMQ/7qhhUmTgpkNglVQ77BBj2Xj8FZkKnwUekYTawLO6kDBoMA141UDoqj2TundtQ
/pp6n2TvTVk7gheqCXwXsgEwFTMZN90hvqcFspKGgtPGkD8LOy3lz4dQIXLwUpFSGymxg1cd5KRD
UPzfV/Wvrc/WQZM8r6kaX3AMd0zsqgKaoTk68uWtBrfDGrBscdXp0CTfAb4HysPrNQjiUobxNcca
rPl+iFsnzXFQUOJrgPvGOVTD0mpmcSFY0+UApyu50iknMXucpHUjNKynQAV7AOgio5z0ZNX7zH1K
0WkHcwyTFakJHwKl7CwXT2lyzvqVM2px4PrEjYM+Fln/2TQjih43QpAKTq8fzKLeG0WwNSiCsZtL
5Rf81yvevnDzgB4H6nuYeGDXVWdvh0qHlK9HKBelDV3cWjkp6UCQ0m1rZGvNw4txSmJy0XhhH5Nk
uV7UuhddL/IqbPHC3uDLR8EX+1PrR1Tf4+zRs2j+i+JMe+gyf9j4kr52Ei7OLtlb3g7UTkn5X3+B
MPjx0Pii4Lh4rhXz1vVJwp8buqXD+t2Pv6yEkqWTCGso1EHKD+p/FkpGqxt6N2E1q+TshtG2+qPq
G63WniDRNLTI5oEqrtVPpqv4/PS7tDlb0QiWgkaRsJmUtj7mdr5rQL7EP9zN/cEtzSXCHhOrHCUw
dT62rmzbWtAswSl19z0tsn0ew5hDh338Dfi3WnsrlAFL9ijvUfTm8cdhN3v7ZZEkN0nE2jXGJqyD
g/BUHaRG3ojFa58c749tKRJc2pr5SRQEoptNftL1ox004IfXwunSAXppYbbPC2SK0zofBOezX8s7
HWlfYTeJs/0/zs5rR25r69ZPRIA53LJSR5a6JbXCDSFZMnPOfPr/WzoHG10sogjZgAxbDfTkyjON
MW6PY8XjtYU4rOADxvla0tqbtdkqmYPrZVbm82jfBeMn278vK0ghlYoH5BC+3Da4Oiz6aoAskTwm
rXt5wAw0AxtRhvXyGS5pyUGcF25dTT7JW4oaaxcXJUIayeE+0KAuv7RUdUqp5hlOXmm8DeZTbn0N
t8A6qy/uexuLo1Sl7MaadKPnQ1/nH5q32b6zUMDy73PX2kfab+e3bR9vz+DGuKzFNh/tNvXnHpuO
+m/a/Ws757L/dtvE6kX8blzLa9DUJDIZJttb4w6S00cF/jPNk/07spz17+DLXG+RQa0dKFBdNF3S
IQPsaZE/cKqhjTpbDs5WOsj7WTMmd87zLd2+td1H1g8afwJ29QphXTV+6SsaJXOEmyBLO/TOz75W
oFp0Nrb5WknOBsZNsyWZW3oOFuOxy7C17cikNuV0+wTURDT/qB6A9OcD7cAlWovPoXOcufInhSyu
/2TG37L5dWMd167691+xOANGETqzFFq0eGS/O3C1D+3X2vlMMED37ujCTShDrYv6qzdGO1994kuk
7mlOtjrq1qZdMN9ApGyqNEAtjkkqQ/I3qKPvQQ7glgltZvFzNTtun7Qb99laXog0yf9MLR8BM5jt
LLVnSugIaNi6iyyy/ZCb8R0IrfPg9GRnXpMcWj9beTb013pLAm1tH8OhKiD8gph6GVo2cdkYeU40
0sjPkxSC/d04mytLyjERXSyih4Xn7vJa602rsOw5D86NA3dHFHA8eYGS72FFgNVsuWRiZS58BbQ0
BCWskLOHiWKZOQ6mNNaq3gpRJqWcuRflTh2Nd6RtoqfSOlbDxhu+Ye/PxfQuRK6mOR/aAntKlKPM
8D1UUeiazk7zBqH/vs4f6i1ZsKv5ZIQWOSfG56BErC+OSKe0QTH4enDum/RQ5fpdPZzS5KVy9M++
tL99Hq/OgbBFf4BQKvrT+ny5dllV/n9bdFtQEj9VsHq0lnTaLFZvGVoEKvaYdUGc2MG58z9UgwbJ
EJI4mepWW0jSVUMEISp7Q5C5Lg2Rt6nxo4Pz2Gv7GNSBrX+IZ+e+UH/enrrrgy3mzmGBuLZlusfF
wXu3M9JYhvdsCMMznBH1gIpCPO0J/fd6VjyMWvSYpvSwIG8JOIA9IhffN8e6tjfff8FirAJoWnRj
Ep4p/I5+ci/1D40Z3dt6tk+aZNen2V4Jft8e9tr8QpphKQReJNWX9QxLK5tUc7LwLBNyAQfWEeoz
/fvNmti6HQvKSRpzOAvi5+9mt28AMxpjGZ719E4OfgvEOqjj8K9511hEgtb/mVlcXnEFHM5sMdMH
06GMoO1PDHdIml1Tydsw52s3RpgTbYWUncmwLvFFZYX4ELEJ5tppp3CHfYujwfURubX7g/F5kr4m
sbJxxsV9sbwxbSGrDtQZiiVrsU+rsu3HUBlC6NdoEH8K2JzPfvRZUk/h1uYQv+rKlFgu8OKiG05s
2HeLlmhzpPXFGJ6DIOalMzuTZz3YegKu5XXELNJDTesbjjvu9KUZeG7MOoHJ6awYsWsWP3pkocOE
5pLpHyR1Zj3aqdl4Qp6XnEg13LVzvYN8aScnn2rzNYf7eJAK4AXanpaG0+3jsToDUCQRTKBtTXvn
5aeZ0phGsTKH5wQumSQFybnhQa0ZABCly7CtwI2+zPh0Q6L3Q+GwmqnBEa/YsuGE4u3tYaxNMZ3a
Ij8LJTFOwzKc9CPSEa0dngXgaA4zyDCVg9WeyXe61t3v0vpkK3szepOyFEI8d9T35eQm5b2s/Bum
Kdf7f2gmoor6/pMWU9u3nVHZEyPv+0w/26Wh3Gv+8P32wNdOKClUEqmMD8Cms7AS9nkfkaPnTk1C
urkhHb9DTiTWXhDmSVzc1C1o4zUKRYzrnUWx4u8ODRDqNgk1PzxryZNsj7hQoGRJgIg8dZWadMk9
61O8T1Gssjr7UdHC09jSfPQo2b9a5AWN6WepfguDT8MIZOXUx/vOgIUijHbscE7Ph9sztHKdXHzu
4tGJs2HoA1NiZ1TQ2sj7mMaZDsyyk34p0grcXnG4bXDFH7owuHgJkixo5ExnfigNfAgdf9/Ij44f
7qViY+1XnlMMIUBEphp88JIwRRsaNQq7BIZ5+VvVt66e7zVlYi/vMw0GdeObMX+9PbRrqhyx9mw0
wQYsmsAXobNu1nlcF2l01uqvis2tpLQI7IbqSZWKneQ79zBvHBxpvDejz7ok7br2w6xS0R+2CBJW
rhUa3lGDgDhbdG8vNmET1XJTBIx9tJQQhqIJNqKs/GucuxjuOyuLvdPm8pS3MGKf+/i7foqNUxe+
tfkBprzb87q2ksB3sUZHL+D9hQsddXhtLdK653am390rgge/z+Fk6n/mWeg6IG92eIa3ba6di/c2
F2+fb/qRlEnYdO6GF+A/B/0QdM9FaOzgDP17U/STAcNCRwBQ2MJpMaspwocu4rPS7noh/3RoqWro
H/z2WdoMYP9gqxePOi1lQELBKlLNWT7qfd8rgENbrGXyQUL5oY9FTWH4JJUnP1Ceox4hFWRxzBcp
PFbJya7pEXeiT2PMlA+DV/W/B0n7J/upP6HfXo8/kOupoi8dBYqRhztu7kPzzgL9397H6vdY3yIh
WLs/EMhkvvCBcK4W90dkzt0sxVV8jub2RAKdDhQze8oUaJC2Kn9rpwhiAcTpoFMFAbFYGL+NklRy
0visRr9ITMVb6b21fW1S6qGn5k9Av/j9TRVNhpOwFA5OldTP9/H8XKVPUGO7NBMN7UBP+V9LVnCK
CLiBHVLXwhNYPIix1cArAr/3OTdpntZ6N44fSOFsnJ7VmXtnZeHS6fin5JIHZs6MHTdr7V9k+LY0
Alan752RxSXHpOWm4nTxWS7+HbNnw9kr+Zts34UmonvFt3gLh7YSw8C8Jf8pAwtp08WglEGb8KOY
OiXYh8lTKiNlrsP/kG/Rna1t8feGFgNrR6NBnwJDqvVRNpqDYvH+nyOrOeb6/vbds2qK9DUOi0j2
LJuMwEuNkTQ3nKa23qv9q9NRIJJ2Tv0WSxuh5jWAgZwECXkmTgiEkai79IzkxLEQ+sDPVwPjQzbl
d3Ytu4Kq2k+mQ+LPe82AM29nS5+jaKtDcmXtsC3IE/EJBPvVpW091YdUUrHda69leZfDdMqVviX3
tTKbF1YWd5MZjJJDzjE8d7ZSuCUtY2b8pKE+Nc7ma6Lf31676xywgO0yHEEWC27AWZib1EhHbDGM
zl2syo9+klZ7ObWmHUrf3SGQ0/RgDMN8GpWqdOvS8h+tJoqfQ9Pyj3S955RHiuJtGoiaWquLNnbW
yumEw5s0JXe0CDwWF01jBoqPK4z75QSnBsgvPB2/Wj1zxwxQnObvlab9jjbaj9uTIhZy8bypf+gx
eLypyyxbJU0JcTJ95DEdxvJTkmQfc2hxNG3Li10LLDTiNtGhTSlZWyYSDbUJ2thK0jPye9NpypzK
7eYYqZLAQ7VWV9sAh69wIeXu8DzLLcGclWEiNsEZ+n/0JstXsEdJPquyPj3XEJQm4878NqNzdXsq
V3YzNsDeAEqBRGEZl8dyHvk+vdjnuraTA0snPze24tD4kodfLaWpPgR6tsWnsDRKOoUeIsGpSAmZ
p2pxSYSm7GcRcNzzoPa0w52swDNoJalM6xRrW43a4sZ+v1mEMdq0YasG5CcaxC5vBU0KzbnVMBbI
38puPMqK5KolYnGg7u2zY+175VtX74dMdn1L2SXmBiBvuYrCvgERMBK7Qsx3qYo2mr4z5rWfnjU/
dcm+jRR7E+O/GBGocJYR1tBlCTYjWeskNF6ea6NxTePLWLeutKn0sjqUd1YWb1YwZ7zUSZSdJ/LN
A/NXCEwxDJG39+RViCWmjD90cIpQgOW7XLJRH5p4aJX0nCTKsbFRpggR20s+6f6d8mApJ9nI75XM
PupS64ZOA+cPelJ/eTDENwjyWtw2AUpd1oAojASZnbJsRRu+wnpD8oqd4h+V9FDIWxX0q8T0H2vi
4aQ7lDrfsrhlJWooazXrl83QDpf7HreDNJEoc6UE600y3kfO6Fb46jOstmX4bwYJ3+1pXzuVpKnE
WdFgVFnG0nA5+1UNWfVZ5m7d2QPPTYDbcJgs4FJ+2fhuWozR3W2jVwByRo5mJwERyUfAUMv0KljR
2R9srBrgtSX/ezHfqWPxLVV3zgD6F6LVYQ/fl+b8lI1sj8RjDHSFy97YyCRcjV4UwmgmEEoeNrGH
+Pm7lI7cFX4a0vv1YmuSfJB9eWci9LKbpzkgcWNAk1Vkzen24MV5ubiasIm+MZlsuhspNy6cTckI
pTHRnOilaKdw34SqQp+qOh9uW7neXMIMPEC8I6h8X5XF9VpQdiDp/gK0ux1+t2W10yblmLfR0Syd
/TB8qdrHMOph6kLAz2vTduN2ukpNwplz8QWLC3+kQ8QYWjt6MVOw7Olemh775MnQy2/k0btecSlM
pGMGHfo/40Ei3s8fuhI6FNNt1WfJv6NfXNv6pqt34U84zpuH34Jy67JPvJyl3so6FnzIlOI+KuLh
lKSK8qD5ANeqoNbcOW4UmsTQAUgGw3xOyqLdt02kHmUEbT7ooS0QW207PMytgtpi4qc7qUTLROYZ
3ZdZ+xYa+k+pQ2wN9fb4EIYkiW4v7dLjFRB2vp/KBJcGlH2LTYuGT5VOZto+I9vcHXJdNtFctMdT
PMbBPkP6Z8sbXTVIgwUy5PTWs28uT4kxh6EktVX7HAaenmevdvuqVoiA1K99PbpW/70elHspH07+
l+Z+CB874yfX1xxaG0/En3zJ+6MjRg5S2KFiS+2Cu+PyQwKnR22vaNpnmI3vA+WhHb7AYY74VxXu
giA66BWkP/6j01tuJUFp3X8IwoP/Ie1+BkZ/LIPnXDfvivobYJqQvwhoTO+b8/RmSspp2CIf+3OQ
r74WyRY+Bg8etoHLrx0jclltOrbPpDoexsJ1Oh1iRcudUnQA209B0iGJ9NukiZu06YOWz4emNfbQ
LWfm/VA+ZLWgPfXCxtjlMNwZzkdjGgW/2kbh/E8kuPxOen//tFjg8C5px+W6bmGfS7vn1MrK2a0H
o3zJFaGlpM5hRxdEIEf6Pq3N1HG7wAof1SmNfLca0XWTI2pkNiAtiI10pJA/VSVtia7Z6fZDXPlj
fuiyWvHipAO0VPlxTl+DZGf/zHFAO2gZdPE/VWUMASyadfk84mh/D5NaJqmp1vG41/PWno+5lmjU
Fudsi65F3EBXIycPxGtPjzugoMsV0vUIYgqDbFwDk1rpR3uj/zdXviMKCP75yf7bzmPeGt56WgXg
tyW+WLLDmMoIh2RYSM9B5D9nqc/GqB8sY35MpGc9aXH3feXLX94VmKQ6pOCiWRokoovHJpwDraaA
Jj2b8QOltfuhfR6JaiL989/aIc0ARAGVDu4kAsPLmexGB1bUCZdempHgteu7unqAyf7Ql9OG77B0
R8Wb8t7SouCVlUNeN6kZeAiT71Rpll1paH9Jrb1RPhG36MXeWNhZnN60qfqAAgR29O4JP21f5sGj
EWRAw+J/0vpvs9IMS/hggk0H5wiKi8sJ7LVC68KOCQxT/2F41aqD3z0n2Xe8Fl7EjV1xte8XxhbR
kaQUlk6JirHl0YMNuzPsr26ZGSDf6IxoZhfqrtv7Y2U23w9vmY0yg26GggSLevYxSsiG2/5+BkQK
QioM/r1t6+q5uhzdEhjVm52kJ6UTeDIF5GjY6f1Tjvc8mRt5kJWdeDGmxQ4Zo8bq9RQ7c/GNEizM
kupRKY+3B3PVKLrYGMsTjH846nmClUH6Epn2l97P3nJffVQ/pS+VvpeC6FXNwUkYc4dEyQaWe+mr
Lo0vYr+5KB2tVnx2pfXZGX5P2V/6339+v2hHA3yCN/aHqOid/20Wvj9ksxR4qQO+dlSM6GNnqsMu
UOry2Fdl4VXduJUxXFs3kJ+Ujmk+gq1rcVf1mTRPQ9SG3pDKgxvTb/mQWVPOMyNvmVqmysT4CM6F
w0J8TmXj8lSjChfh6Dah1+pVLB0AEOOhFU1GFxwBwoe0yYIaVqWqGE/VXHUHXw76LeacleMgIgA0
ugBH6OAjL78hS7lagilKvGAYoq9a5NBF2vnDQRlbaTeVdbNR9LpKoDFotKCQAEVdAqTcsjJfWKkz
j06beGOPeofqw3hEGguZlaAeDsmcoP/s7zoz8lS4TzZOi1i7xa0NsxV8ROQSEHlbkgBUzaQbs6Ek
Hqx+6VvsFPJp0ipELBwt2Y1pqQDoVaRD5UhfW2UY9lVVBBsP1MrlimtKrosMKdzdyzpMa5WxKo1a
4hVOX2XHcZ6Nj01f02xhO2FRHUNTl9Odlld5tPejJNzq8l6zz9sFazafAfpmsd6t5eeSmc+xJ08a
0hNxlZ6Mruk/y2pQ7hJizkc5lNoTyvTqViv2ylajQ5r6nfAidTbA5VarZnlSkq7LoINVgnMBkcrJ
aWuE4Qv72NeVfrq92mvmiOQ4XABQod1cnK4p7tTGqqvcC+Yc5hFCtCLrdgjp7uhB3xJQuspPsa3B
2SBpxPoIyI2Y93d3Vd7Ldj2Ec+Gprb23gs4dUvPej6K7RH1GDHkHOQOa1W6nmLtMkc46dcUm0x47
xNxvD3tlgaGmNviHGgF+/2KWkyZsQ92sSq8ia1JaAE/D4uQk9kNZj90ujrtXVYoOt21elXgY/R+o
MRB9QWy6zIzFItpt1K7y6sK+64MfUvVSZV8s/+ygu0V12Ijbu2j6GKhb3LMrtzXdoRbZVJWVvnKM
7KkAmqjklafo+b+tFRxiYwB9FG+JZ6/ZoWou8uHwXdBccbm8Q+InvW87pZck3JB6mpmu+eanhrmx
euL3LG4oImgB3OaIaMC3Lu3EFBeRrCoqb2qiQ1aDNiTXZAzRUU8/acaH28u28n7bRO3g4RD9ojgs
TtC7PRtEnS+BuSO9g0LkiyLl+SmAiGrDEVobEiktRHFF1QL3/9JKQc+nbzlR7ZXajtv5zp6UUxUH
z33zeZC32rBWziE7UCjP8ZyKZ3xhjY0qOQPypB6if4iZSEAnH6aO4Kk9G6fsYJbf/fkpR0Eqs77H
ztZ2vB4rYRRAWQoY4igsm4lleSgmU4tLL+3B2QXfZS0gr3bPY7B3Is392+W7NCb27Lvl65JCmpIy
Kb28hVm9puF1ix1CTNblbtRgJCPZrQOwIC5dXKGJbQ7wKduJp8jpYYRwIwETEDf+U2aVG8CW6wN2
aWoRinbI+QiS7cQrYWWOUPF5TdKtFpItGwt/VapjqYZiKwUrkwOA7MsohVI2s/dm0bZvtxdnZSdc
TN1icagTDFkpO4mXBZU7F/dVyk6wH2Wt2M32BmvUlq3FnieXa+SRxTLJL4V5NMa39ifiXbs028Lb
rIQbl6skvuTdljOoZ5dxhiWAL8W8GwHfOynJq0kLP4ZhvS+lj1n8NKQI6NIXNChb3svqSHne6Ouj
w03TFivotH4XkldmQw75Lg/qL3EzHOUpdNPARz7g8+01vPbPScjwrLDvCL7BEF2OtrWm2RzlJPXS
CuWj56486cm+Ne6k5NlvXnT5121zK6/ohT198XSrc5M6dQLgoA0OcvGYhUiYoi417SA+DGo46ZrW
dUgIluOWwuTavJJ7okNIzCpIiMuRJvVka7NGE3A9SvvIDXTPtsly5f8kW+jJq+YFED8izfU/U4vN
GiaVpdcFpsb5CyK0s+K7qtof/QIBxrsimU6atQ/mAdo9VMZRlov8o9mMboMk2+3pXl3ddx+yWF3Y
1qsALa/U04OvyqM+f4UfBq6M7lP2j5xvRMpbtsTP350bP8VtGOwy9azglCMwSwpRl45V5Wa/oHUz
+i0o9lUJ7c8si756CtzABZbUJwIX7itWl3qzdJyPDaob0s+MhqVsvlPmV6n7pT3083NkoviV7ef6
MHVHcytptRLqcUI5PhDzc4rYWJejriUpyaw2zWDvrTXFJSocAzePYdndBXGviIyEVbWUCLri34yU
LwIFskxrX4Vo7H+4jukDx78QsdcVDqWJx7GVqyL1DL05ytmdyvae0sesOI/puLGx1p6Z97YWl2Ql
x2Zg8c56ZMqD5nMqfZCcjaz8tZPPzMIgT0mWV5E48nJmE80su67hZnKSYY/WHnHqPrThXYHmZfxm
x1uZijV7UJ8xf7CWQ0q1cATMVtbnvK9Sz5+fA6FI9Ns074P+cTK/D87d7XO5+sjAhmxBhanRr7qM
YKIwsotJljDWvE2xm6GyBxdK3I8wOyquLLl5YO6kyjio8z/TVk5rbaRQJmkUPBAYJ396ObOFVudR
2CeZJ6E3mmXhsxQcMwtdny7ZSfYBjbvbo12zJ6IK6r08a8YyHVkHmhaNygj2LJIfDOlRqaWd778G
+t7KAbF3UADcNrh2FUFlIM4BUws98+UA9bSXqy7TMy9xSzN2W//l9xTy329B8ynQthoI1oZnC95i
9g6BxhK1NFrdDPjaybiHfDcA/W8GoJTznREREucfi9DfiGmu6sqsHYkyVCFhnAJbtISxW2mgKHUj
5d48U1smk9UVmjdVn7XusdU+9c7wktr+M9jF0tAONLLv1KeASiBNTuXcgxcz9nP0jxQ9dF9uz/sV
u8+fDyMlzAkCUgXy7nLinaBEK9hPC8/O4/uoNx7rtvqpOeUvg45IGKoGNpwBBFBv5FMlqbuaiCV0
gxD3ClXNo1+bO7meP0jxiWToxretvP86wsJQk/B1QiD+8ts0sx40c5QKzzJ/j/50ntXYteETLuZ9
IL3moMnrF3NO9l0fuqN/p9vdTiJNKfX3sz+6M4nS2x8k7C0CD6CsJFQIoUTfyeJ74qzWfWkIMs+3
/Z2hg/XSrfw5GmJ1XwYfb9taHfs7W4vruu5z2fRnXbzNe6k7UcbaVUx8k+4za4tGcmtci8OXBVFq
k/fiadDCgwayTf0oye0xHzaiqbWnl+0PCsbG2eIBXjgcMckFu3C4xuoBdvJEL6kiF8gBQQuQyLsu
kfdhqh1n8DdWtoXdXXn/sI0qFH1a5JWXKWVAp1Oc9VHmBUhzFpF1n0z1Z2eTYuSqh0UcKCFaSqIe
wmTul8tNqyS9ZDV+k3ka3a11Mx7kaHjqgo+d9TMNnH1rurOp7wc/ugua4Yeuf043lVfEmV3uU2ho
ZNEQCopvKQJVdbU2z37O9Wbq6U61CwRhHPP37Q269iDiRgmKRhobTGrxlwOlSyAJjZqBRvm/dhrc
Z2F2MEbz15SPDwYtd1Zk7YwgfzIG49mW90037m9/wdq25UHkUaQXSr/itVPL3tCrtMqA4GCtpVEB
/vkAIEETTBv399rmYc9C5C+ge9QkLseq5hqLNbSis0FWXLtzJBgTHfWg+Iit3x7Vqqk/rwRCfqQ3
FrXihpZ1E6SYMJUfxkDDI2yap4ig9j8ZEiuIthuUdYsxEdRVbWQNrJ+mw3v4ORpokUw2Citro6GT
n2418Krwai2CRw1IT1Y4OBISBGaH3lJ/DXUhu2ZrbrWurG16UbkiH0orJk20l0vkZ0Uplz4eRC0N
JDNeimjcmLAVH8UQpxrYqoxUhL7Y8Ebf285YFblXz32BIu3YkrD3yfKfSmlq/ftQ0ggbJX9y4r1E
qenEQyVnh7/eHqQsyWsjBCCqRYuPgJNyqsO2z2lPQVrUOdLQ7SBfd9vIWr4SVinqmyi72xyuxbI5
pZ3pcVYVXtLUe4hmYcQeoZafiuZQx/etsxt7WE0Ovn5XJm919CBBRHj7E1ZcNEOFbFxXaXNU5eU4
+yIFaaAluUdnjXm0otA/1LTSQ+YIUsLWymNtIjIxa+VWsnTtAoceCpCVaNin3XNxLrJoLNSQf3k8
IuWPSm4HRGVHfQfh8HAftbZYXCU+lVOE8HtWmbvBofobKXH2AgJI2qVa3hz/fjKojaE6gUYjDTEL
x2NEXyYt4dT2KimxH+vCUQ4NLsqDWlbyQ1A5waEeymlv6KH8etvyyvmlyVboFJOIZz3Ez9+lCORw
6mGXzEtPMuajX/Z3ebybKvl028qKs0OmXzSvMOEEcovtJjvhPLZzUXidf6iqH2p/92Uw/t3MnK2Z
oWMZMQvuPPIPi5Wl0jY2hVwzjWXCKqYxXtwo3w+zdi762diTD9gCpa7cGeT9cThEpMGpXXg8cxaO
WZ4UJez82oOSA3OEmiS1ngtN2RvpXX+SYZi/PZlrh/e9zWWHWF5qLbQM1Nra4aMdPEfy995+7VL5
PstHdudZR+6uUT/MNMhl+ac6KE7lVkp25TIW5Q6BJIAXldv4cts4ii/V4PpKQpx5J43fm2LLlRT3
3MLHgX0bwC9FRZ7+5XUv0waR5NVAQTG5U+KDTHdwSfx26Pu3IX1Tps4N0k9pcthSLVpxOmhh5Vkm
gcQ1vEQ59ZM5+r5GINelanPI9PaHBv/4LrEi2c1Ku9zfXsy1/QMfgwChkP/EAbmcSFlKii6bpgIf
p5sr14zk0g3g4ntRekoFvXNfodx6X/dxhXSbJG+4PSuXMP4jLhb9uDCALhEpBelWK44kCkcOTapN
uEMxIEmPtXY3SLm4ijdanVe2DUhDXBI621FGWtbiNX9Keq2sqR11X5SudeMtnYeVAZF4VASKliZz
mncupzNOaSDo6RDyYk2v74IJ4tTCGKcPjZYmnlOodLpIagDTaGBtVENWLlKRNEJDxqZoddWPPGjj
0Nj1XHqQ/ZA6ctqnvpvu4vk/lN+4awTvGJ4Q0MZF3EhXb6cMU0Kpdh53YWC6gXa4vSXXHH9K2/T9
UX0QFcXFawTYPStUh7J6kEsPCGZ/7Od2V1l726/doC9eQ6uBzgL92aGyXb9Nj222Jam5tlFUAi00
C0FvAle+XMfJ1APE/Ciw+0lExeVT0/2+PcgtA4tp7Bt7BguSVl6TP47yl7HwN27plbcI9SI8Y5ri
Sf8u4bt5WGVxNAWVlwlGyFB+tqBE1Q+FBj/d8e/HApZCIDdYNbzxy8nK5lK2y6KpvMJCGLtoZnkX
pNFGLWFtPDgKCtRDOmHvckVMOVGLptQrTy/rXTerexk2aLOJXWhUXogUN3zxlWuY0JamWh0tLq7F
hccAJdZoT31Rox2HzEYwPlidftK4Lt1wY2BrB5e5I6AQ6VeenMXsZaGMt5/UXhLb1UF3qvOQdMVd
Hm3suLUJFJoaou1B4AXEg/fO05ph4h2bTq/xtNLjIIWeUp4ANFGeLV832UJXtjfc/rj2tKgI6c/F
9jbLOkxiM21QaCneZmdEjLnaKAasmcDloecBAhJyyAvPJ8mGaaCWRfNN04Ptt/z40HfpVglgZR/Y
+BiMgoQLbsDiInB8LqNUoTNFre3H3opdaYbPxMz2fXS6fYpWLOE5ItIDBudPEeByfSSzSFMNYI0H
f8Bej361xZsMD9UmN9n1vNHMI+i26bUhfbPstVGlrMz1ni5Sc5bt82jYw3fUmdP97dFc+xVYoQxH
HwXJKu6Fy9HIkRoPSoBfkYf9kz7kOXB7X9lrQevc+zFw4XG0S9TOGulgt5NzuG39ei5xaXAQ6fDk
wqCr9dI6mM+y4PkqvGYo4WlPY+NF96107xcjuaPRCjdGu1LDFv1vpB2p0JPpW3ptowrnaaiXpacN
Af2Us9QqT40c226qSNbT2OTxeW54l+06o8/TbHzzq9mX6CTkAEuOtwd/fdBZXG58voiNxDJcDj4y
syE0fUKqSJneoOF60uRvCCJ0TbWzrK1reSWaxRq0HvAVCmLLP4/5u2ulbZJwgDxetIipRbZvmrL6
xg1jDK7ep+rLWBTkfKW8gq8ilyL9K5wwuvo0AKpE8TOpoTLTeqlCE2O2yr9+AnEpBf0XFLUiYbqY
iLgOjLjPfFyipjHvpqDwT4YfKYc0iY295EcfIVZRN9ywtZ0nMngcLrqK7WVs1E9yHusx7lFbh0dZ
kjKh1vNgVXG5q8zmx+2VvvY2RbqQGjNuCv7sEvqlZK1R5CrGmmJyRQbfgeBrnnaTj7Jw4hzI0W48
i2vHGq8WEgACFK7ExbNY4GXyOnMdNslHVf5eKofQetACt31o9F+xuXX7Xr+NDPCducUKDl3jyBC4
VN4Qtx9QCrgbzW+0hGwpeqydGLhTBPOfTUP4Mvuqx0FZWTlhAT8+DWlwbMbpeexxo9WUjuH4P+xL
k5eYKIQb+Cr11I1S1JWTXHp2opyikDbZ2el+z5r9U57+CQHk394la5NIXVBk6qkL0sx5eR8kSSc1
faOXtLMBTGzoxAUi7kxbxIZrOx9iH6hauPCZy4V/EQZ+5VjdhMuM1FDeyOV+MoJv46x/lHTz7faQ
Vho9AOcB+KSdmhZ+YASXY1Iayw+lRMUY+UNUGu7CoTiO6g7kU6Qhek1oUh7V6c1yPsqJjnQGfs5w
lq3nKfoPty3HHEijUBy6ypfm7VhoaWVXXjUdVNNrosem/mQFd4a8YWiluMWYSZWSLAO2BpHw5Zij
dk5KnrzKm9HoUsgaQtl1n9bDvewbbuoo1LXGz3GZfp7LrbB2pX2JVDCyIERCosF0mQ2pM8iH0niu
vJ6+JRxi2vTr6rmtv2WW7hbxc6q8GuoPGaRk6z8mBSx+mfQB6Ye/9pU5MaLBW3A5iUL35RTA1Tyn
oS9VXqdaXitHbqQ+InH16fbuEhN5mfq5tLI4MFNRzWoECMWL0/TBNHdwtblE1Yc231jSlZP5J8Dk
qaZuyOt5OZwhKCLDiKras/vuINspUG/1vtXGX7fHs2rGMqHqE3BlelovzUhdUI3+zHhSSXMAzql0
tFZpewpJjW/cNSvvg3Aq/2dq4fdLMtJeEPHVXtgPrp08G3GwC2PpY9RCD1g5sZtUcGX4W5WT1RWj
5YrMNSRp1H4vR2j4BR5WFYrYJnbpRj4UODp67BySYmMHrlmilIUGB8Eah17M9Tt3p6uaZpriuvYC
istRau615AHA4LFqf99etLXjjjA6riRN5HQFLCtbToO24BgMtacUSveSFFN9VMpp/pkbanuqyyJ2
S0V/7CNrPs6y+tBGxRb37sqzKGAriC4IPXM8jcuxxnDP1eCBag/in72ZIRw3fgqkYyTpx6o73h7u
2rxSBkBpBEtAZRavh1RA2OQnc+3lyecghcL7O91jvvL5tpUVhwkYFj0fKoh9CCsX/oTpNJLZJrxR
cOFk55Dv+JZJxYMc83+VHdmHtEWHGTGnv4dFUlkhq0uFEsgGSIfLqQz6RhrNAcxB2h1K55sRvtjN
Ri517ei9N7HYmXWfdnloyJWXpCRrc6hBZIpI+fSqO+1Blj+k8kGtTrfnc22HiKQFvrVF7nEZ5ncN
iUJ+VnlswN7o9z36wI47991Or4MNtOzqgYDeEx8G95OC8mI7yn0QKb1t1l5dqj+kSFaOvWUHu1o3
qj09+8oRwW6hFxrk+yagZaZLB2fD4V4bLxJslIAJ9aiXLT7Byfrg/zg7rx3JjaZpXxEBenNKss0Y
zqx3J4WVdkXvPa/+fzjfwb/NbjSxryBIAgRsdRXLZEZGRqAnAYbStY9V7DwTUH4M4/ikhMprZ+4A
HOsH2z5DNPmADCHQztbZHIkEjLcZ4rjDayw7cJUiBpIJZefCvnXu/hxkc3OGbQH1To26lw4zxjE5
Lc47aXSr5X+4NjGipGIDKE6NezOMRBNRJPqKeM2Z5EBVci+frcc2cXQ/KrXEv78tb03KgXtnruLo
GF+un/GPS1p0BRRqXOVe2AY1renI4XZKM/qZUZ+F2XU7w934UBRr1nLCW8V8i3/KiUUJLhPtS9N1
7D3Trj0Q7BQOTrRneXAr3aa26NBux6bACHAb+GoidaKm716sqKqgUv9XYJvqxqGu+fOEV30Hd/9o
L5J+znpZO7ZqXryOuLseozyyYdJVw86XvTF5IFkEDmAMsNRbqcE6tufWmpKWRwLiSmi72tD7prZz
0dw6/EDZNBqumS7x7ybxdNSp7qMm6l/Mk1M/CvsQ10+d1VIPeCjL8qhaMSf/4f42ujE14BGZFAPL
GSLvzWkvRD5xB7TDWzDTGx8qRXOTXvbuj3Jjs16MstmsbRbWWrM0w8u4uNX8pe/8Unk3Un27P8yt
yRAbrcwxMiaW8PJMqFMisq6Ixxez/DVGj5Hiad2/94e4MRPQL6oN61YgRt9cWPTElzIQ6fiSL0ES
f65gTYpUPTjIM94f6G2Xb65GUD0q+iCMayqwCZzbWZ6QXG3Hlz6BXTtH1XNTfwXfQztKG3Oac+DU
g7ZpzrnMlQ+NRavz9yH0ehUB/X9G88divpZF4tZ80EYnh3yXFa/m8NmMTS8eYZ506dlM6vf3f/Wt
5YHVAxqONQqC2ZsfHed0Ri9CGV+sOPELx0cP3m2Nz7EZ79xHtwdi06LWuMJemyhnnrMqM61+fGmr
/IQqwlBrH8K4fDeHuMHen9O6a64+BIkYklrAXahzXu6qaZGnKU218WU+hcnDaBonIKfEHN1mt+/v
OnbDqYRzaNClTl1mG2vEQzZNckIvqjlQe+cy754SP47+rZX/Kum/+9PSr6ZFIzGCy+unooC27XvV
cGNcgLDJAI3Jnbhgp70m1OvjiGkWnA0bHAjMabsZmqU2wzZfoTusN30ADnfUMVdS9L+1AGKv0RCD
2QIqVZRst29h0i4mkVlCHTAzO1eO8OTt7ZMco/mU4q6ayS/j65BmO8HajQUEKMD/GBYu980WBhWT
lbXLTEKm6HWAStIPxSl2LoEbmDsl4tW8SVtX8aqnf5Jb20xj4sEeOQE/WxSM6a381eyizHdq1PFw
1sB1uwFwVyMbk/Yl9wSt0ztH4NZU3/hy9H/zPjmbY91XWWWXMkk8jomHVCoOuvjn/m5c/4TLQ0b5
iZYXEEP2Psyiy0MGyiyGqLXql6qq3DzWsKJPh9xTGxFUutL5oa3/J1R4YnK98zZdH2/ibPD9dWKQ
CrbC+tJgGEA/VoORdXY2SOnNKAhXQkwaPmv6x/vTvL624PPQu4+eGlUb+nsup6nqEB7pTBvw7l60
h0pD/Vm1o8SPum5+sLRS3vlwNybHckKbgjdFXGFsQinkkUslH0rGK7szPJSvlUD8QcJNwNXn4VFP
9eP9CV7fYEzwjwE3O6VJ5zys1Hp4KRzrrNKSEdW+BWNjYYemQj3RLHK6P+JmSXns4dWQbZLtYqJz
lUIoeqiNEya6QZ0oaKyZU/FgjJnt6UqyPGWdsVd329xqb+MBDkJ/V3j+oW1ffkKMemxDyGUVWDTw
6NSAYsDX2vpxf1ZbgsjbMCiT0ZqFYC9I8zrtP+J7S2/tjCoLwyRQz7H0MR5R/UNTNqkqb7FG7d9u
ztIPw4i4lzLP1pNQ9MlXi3F8nGOR7+Rpm320/ho4DzC1MBgg6tmCkk5FcSdW1TaQ9Lk9Kkv8ubCS
T6ZBE74T5vqDJJB4ub8CN9aZ55biJuUD1nkLJxR5G2JWpLWBxg6mt1CKkP2LRsKcJdrZQtsGnrfp
8QKCTyJTzDuyWWy9zDUUKFXcGSIltY5o+Av4fD39aU4aS0TgsZnWkLea5mtUpoN9kBQEud1Sk8J/
BYZU3/p2kN6n/dzYbt4vDUJ4GO5pqLpmZXNo0ICZXHTv5MilgbDaAUW2hYK3X49fhrZ6ZPHeXsWk
I++GVdtt0ChZNbppmNTn0FpyvywtrH/aYZSArMPi2PZmeUqlSf4JjapT3aivpaNUJ0ggyVL/mMSY
5ukCKc6hEs3O59xmN2+/coXWV3Uc4JTt90zTJZqjwmoDi7Zy+q6T5n0rhXBcpmzxQjurj1LbZ55h
Rg7IPzbNIY5GOx/67dT88czwI9YMFrDhrUmO9u/LU1XOorJCkKpgESn+SLkqjNBXp2Xt/xPWhHhl
GbdfON+iP0YQmPpjA9+sc4t5Cv8ZB6HBkxm7mshMGepXO58NrzGM5BFNgCIEqbfnigRxQuLQjiKz
+Ceep6HzCsR2yROGUPtkINQkubImluWQTb1o0Y2Z5E9/e3RWm3m0mDQM4FbK4+Usm3iZzXScu6BU
lfJQNK1C1yGpw2A4uxDuGmhvV5R3hfiYGxjcfbOifW1ZCeVGxkJh1Rdhpmpe1ya4/zjC9stQiM+T
VQpfl6L53Gg9B0FdvuNQl+xssHWg7Q/htkA/YBVHRY7kctJh2cSVZLC/SmtykMmPPwkzS8+Yp4LD
JHidJe3fPa5vmwk0l1a21TAOt7jLEa1WN5pUX7rAXCpUPi3Crm7RUSzuzfDAPhtPMHq6h/vfdhMo
/d+g0LVIDsxVYHwTKMVDiMVWonQBNljNe2ghMaoaRelbdT8fiAbbU69E+ima58gTi1n8L8MTbnOO
1/azbRlZRsEj73s+t1mZjacb+fgdIWkFYW79V5q3+YOpS62XDo3qAZzulea3Nbp19pQKiNV4EVeG
6ybtM2RKkbaQhsCU2/hjZrbYIOgyuoU23vYxyloHbYrnw9SXvRcSvR/brpY8wpwPGiwJr6vV2i+L
MfxqDd1eXWgT+rz9NjJ1yHQwj9QrY2y5n2j3UMYqCEOQB7uDGT7o+Iq3i+LWoGrv7cES76rM0XYi
2OuXkjcStJauOdparhSMqJNUA0WpJhgw9JncJmzp5XIks5dPuJTq1s4WuA646DFAYAyUCsSZT3G5
7Rerj8YEbnpQUpx+n+n0kehmO3u2UcEYTysj/np/y69/4OZkQ93mZnyTDkdY7nLAOEyiZImdJpDU
ZDlK68YDmN6rBN2c1goegbUAqm57G6mojK0zhG3QT8LMMXgetCb1gK0q6V0ssoVITxLauOxkkTeG
pdiLFO2qe4J4w2Y1zXiByrROTp1/KAacHTisuTSg79jtpFg39idhlLHuTlhT4JmXy2hVitOQTbZB
jTFMlxmeZXYHE+O6HnJLZZWntthr9r0RxRKUgDBQIaHxBfDkcsxqbIp06Psh4GZyvoZG9nUys/JQ
ZbnhRwYmMc6kZd5A2OqmeJd44GEU/WLdwHpqEHsSXDc2Elrv9CCSSnNfbzuypqSsRIscaUC3nv4h
msLlmA3tHlR+44YGGkSjDXtCiF7bns4K9L+OY3UIUj1/7R1xTC3ZnyXEQJaHskHRxtI+jXq0E6Hf
2EegRjQiQlRjtbcX86TgfW6NzRA0YT+4UTniVJf/kNvoXOvn++fxRrgMbX2VzcF9grd2q4WVl2Th
rTCGQFa6+KMmpN4851IyOF7SieTVTPriQyrsynEjjXval6sW+lvX1PkvLdTT4yiXlpvyjL2GVTy9
o+L3vU5b5UyM2z40qaS8GzRs2e7/6lsLhC8XkCrGAyvL+nIrhnB3+qkKx6CDaT8azgDfYfipTXXl
VU12uj/YjbMG0rlqfxOTr3De5WCVOWp5U6zv1NQM3twslptl2a8uVH9EQ+e3FQw2vduL+26Nulr/
0sjLVyHjvxw16c3e6qt4DBrT+Njmz0v975CdUkEc0h1WU9v7k7yx0bmzVsjtrYtomxTaY1JJU1eO
QTuY5ym0kJj7UqDPV6UHRytOxS8xzjsI/7Y2tD6yFCre3jsqpMB+l1O0Z7oIUjkbA2uxkbbIZ/th
yEwk3RFNPHW6PJwQJSzPYTynfm7Y34gzu4MC1unmTnQyZnuvzfPGtlofQa659e8rErASWiJM8nYM
sLVIntDJ604zyPRJ5WJ4kLJlrxHh1ngI+0FY4PzxJq574A9cYOknRep55gNFX/wSsq/LyfsZauU3
YtHu788MzDOiGSA5UAh5s6HyzulMLJCmAG/w7zUQjrP8Vxnz59Csdzilbzozm0ce7I1mMIpQZPxb
/a+ERyiRnbgPZlOdPyHn9rlvk+9yPVS+nCzLU6hmjh81mvUJun3pZWPbvGJYkh4sOY6xjIyNJHfn
qviNp/FcQ712qo8tEzsKEFw3SoTqJmU6nRBHUI8jqMPOid/Wa9iZvHHwOlaCNFnINn5oS8mymzYd
g0S3EhqKpT57IHWwP4ahdkyHITmHede8z2I7PEcWQp2KCkV3NAsy3Ti3jlWkTaitmZrfUTU5NXXi
HHvH6M7lUMx4wygdDjimcOXM/hDlieRHTk+eg8Cyl3ML+WmVPcbDADNw6Pba3G98HXxHqbXYRF+Q
Ibb8yom2FKfJuzGoU/xqIM3EH5OhDT/F1NwO4zg0uRu12mfaFWevW7TxWFjzdFDnJvGHflwO/Sx6
d2qH7hEpVfFoc0F5DQWuk2OE5qmYDeEWcozZjoard9KX+s5Gvn75+f2rgOvaQ8+dtYbQf5yaRlbT
XhjGGIilErTESRUiLNiI3b8Qr88moxBA8uhzLaKGfDmKTZ+qnBbcBXondX6RKstzqJbjMbPkwbem
Xt2Z1fV9DxwP+2TFCAlntm0Oitlq7bJEU2Dmg+qltjU+o0+zuHqkDQcrLSO/6+wSuWtjT/Xs1siI
yYCiIJoKd2oT16UDWpmi4hZqp0qcYjX8nCwoBo6DgRKorM7PXaedqnbaw7OvnxwKLtradAh2g3HF
5juaeW9iuNsswdCdiMB8BECm94bZPirSaa68dk/kaAUNLm+ldTzkB96ASMNe//8f+8aiqDQXSbwE
YzWe1Dh2NQU7ovB9rejeUpg7++fm7KiAKPRJMbmroma/LrjRLwEd473fODUkC0fSOOmG4yqz9SJB
DvTnekWdTHPZ2U03di9AOgkQnZ1Iu2zpaV2lZWUxox3XKN2PVsn9OPsxmr8jTFXuH5Mbi8pADuI/
aBhDOdi84bTGWMoot0tA20LUvMrJi9F/ltPZQ5vn/kg38o+VXshkWJiVtKlefr9oEpIpZ84chA1p
hQYJ9RBHfpJ6LfiA7nVfuy5zG/U0mIa/M/R6BDZbZ3XhXBuRSPBolrgcWohy6NRwWQKKoIMHgtaN
Hs+DfeRDGk/OFNWuZMTgZkaU+7OFNElUD/FOVnBrqem1gmHJEhD1buLQsO0ju9b5EX28+HrmLmAg
yqORRR438s5i37gTSCoBVUACyWe3emeLMqnTVOpyAErxDFxuj0RBBv/WUMDqvqlVsxN/XuMeoBDc
BCsVlxB0yxMCqZ7KtJ4xODayB4kY+xPWjLFbFdIe7/B6GRkJYX7s2iA3sJyX39KsoqptR6EELTqL
6nu7/jWYj4hauHSf7qzirUlxtYGwEQNR+NjEd2qjNZaTxWqA41H3VDR2hGWApB37qpO+39+i148i
Gv3/93AAyl95JXa10lihMWtBMhTVgdpI702LvTeh62sFyhRINOHReg63tPrJKopcHmU16Af9o4pi
udw4bowrbJPt6cKvn+HyyDEUp1zjXlFJgzfvL3G4ac6xpQZICr3TZF+Rn5GmP4azfKLV+dSAcdDi
ugPgXH+wlX1HIgQEB0HU3uSVKK+MqdMNGnrDAn0/oH8JUe8BUbidnXEj92GkVRqSu5nAcUtEKZol
zJKc6VVmpwTG0P0YOvqE+sKsjnkZvlN0/N1qCfmUwcJvIlXqxQXFjdxlqV/ruPtLtSAiXiB/yCpU
BIkDwM0uTwXA2DBqQtaCKi3cJv+tiS/3N+gNuPetqLBGnCzxlfi8bYSNvbSKhk+TnCSu0mstugIC
NVl95v6SW7X5EtfxWPhE5WQBmtFkkGLhm3VeG0v9dBj7bpK8SDXKyMvkCOUVp+/ynYN0o7aFziPR
/+r2QfPGljHv1FNUJZOpBVbV6m6WZtapT5vhqQyd2p+h9HvGwq7XNIH1V23/00v9vLMNbxwzZH7Y
ghRj1gLI5ooajdTqx6bXg8T+qfWroM25cPJjLtSdW/fGIUORBHczDjUdw1vwZxaYiiR9qyOaPEME
GfBSyyzJxI44K0+GXCWHqp6yo5R10WmYtF3p2etbi9gaEBMlCCzcaYC93HWhVCWNMkx6QGPJk17i
Ty8n7+auPU9y/BSmdC1rD3r8M1ZiUHfkaA0Fd753Ay459zfnjXMPSYtIiQjDYjW2oaEwpp48XQ+4
rukVUHIXKfwnukc/3R/n1odd3VvWUNuA3bgJYRw57ZpErYzAQQ3WaZfTjGL7OIRYsO2MdHNGf4y0
uT7VuLHL0C6NIG0aqGdf4zx+bOWf96dz/ZSSfdERRL2CigXB5uXna6qKkit+6IGhgwwa4zR6GJN9
RuqCRuKeTqRZwZ/3/pi3JoZuAwxevI+veaF6IVreEdsIphEwdJwtiBJ2ph+rrt5zk7jxtahUUJcj
DaSLbVugyiLNbPmHHoRV9c50YJ9F8rPR/KoRmr0/qetwC7do+uSgiFCHIwm7XMi5iiOnxEMvwKri
UbIeKy32IxmJZeUfrfldqMf7w92AABgPiAZBNKqKDH05HgS1oeq72QhyY5FxxyVyUNnyynxS+mVq
vKmOnKcQZcpvdl6g6ttRwjtZUkFX8KzXZXseldl4qRUnlt3BHNLFywxttcGgbQsdHKOLfulqHkEp
t7KxdKVwkZ9ny6pMV0us+J/7s7mRGDAbomKmRFwMVLuZjVBM3EBVI8CnQq1j1xKzm0npqaKd05a9
REHxXn7t4XvP4+Qy852vt2X2rY8ndzXoGqPzH1toTdeIvlYYJLBCzMVL8WHM6HZqv2pR8tJ9teTH
vB/drjtmkbrHeLv1XIEf8h2JmbnBt6XyqU6hp6HNEqjTz3gxPFh2P9L2HSqVFNbon9USz1Snikba
0/1lv/F2kOgAl0LPJp7ecqfydKXRG7UZiAFiipjC4RDlnXQuBgf1clUuD3ZjK6krVRNiwtSGDvfH
v3ER4M0NTQyBNPrltzBQjaQn8dVALIq8px9OZeYb0G29Otb2bK3f5rIJRnkbEGSje52+qC0xQkSL
oc0R0VqyJAc0HP3E+V7H4jWF4Cg0b45aOvcwEwqHo9l8CvVVc/c8F+fKeKnC39l8cqLYVdDgbYEc
soimA+VodbS/aw/3F+XWdiBvo269ko6Radm8ZMICa9HMTAt05buoY79unV/U7XxbfV5hgL4ajs2k
ndt0T5LvBnNprce9NYaij81SXZ5CsZSSnRA4EdGGZ1ULTwL3X934ZleTh3+6aT/L+F/rqXGytM4X
/TmKu7MopmNjROcsMj/cX4nrt4mfwy4HLKBoc40SWuliREglBtg/lh6ewfFjmjT6gbSSLAL2KrCB
/deP7irsCZlwtdDhdt2kD7OW2JUQMWp27YKRbisqP1HV3M2HOTnfn9716VtlZIiiZVSMSC4373sj
V6bZdDrexo3jVZn2volbb8zLl2XSjnbYk5GZvPvdu/vDXj+JDKtBbF/jUs7eeij/wNCqyIhgZJlm
IBWf5uZdNP2bheCGe+/hzdn9MczmRlelIpvl0DYDLSmP4NW/FXgXWtG/JiPtD8SICHn5o7TTGnRj
yzA5BJGJ9KDSbwGWIeqb2jIRI6ybFe6IzPApmqr6IcuK3LelqjvYFZpv91f0+hpbV/T/D7pZ0S5a
TCtKkVcbaEfzKUUA+Q7lt7AW3eH+SDfuBoaiPYBsEzDrCpIsOjEbY8qeKZyfMer1lnPmPHtqJp8L
9SltHofoHFV73/LmBIkQUUaD038lNWNWOoSSARducgo3wzJZ+WKKPYmKvUE2156aNW0h9euGmRS/
sUxXJMZzpf917MkCQpeihIb7r72FjkInMZE9crhTnDA8tMBVXp8Xv4Cbhp0Ibb0sLx8cRuJ5I6Lh
i5EjXZ6zcKimWpUiK0gMeG+mktReRS39fxgFBa+1GES2iyLL5Sh2LTfpKsIRjAVG6vaoUJ+zCRju
77vr4Bb1QuqphJory0zb7PDUXOCBis4OCjlHLjevZS9zMhuvE6d9RKViccey/ieLrD0PhVsDw+ij
yIWGIpjVesv8cVmhCz/PkjzZgRgXnFzM3DzS8pXj+xcvhymxsrPSqe3JSIty56i9Gbdsvh/NP8jq
8CTyFm/1PjRthCAsjXZgVJ8W+Qtmf8c8Hs9LjvJX/GOCMJkqZ92QDoPxOKxAAvUrWoXdRJ9dpy3P
9H882oi7xHL8aLUr52y3DLg+RtufyBZbYwTAPPSXLlcnzLOksmLJDMwuS36j7VB96iVZECmI+lWX
9NKzay31ydv1U2UuoG/ItCP5FnkIY0m+HWn9sVZG45Uylew1iW5/TpzRhKpn1n6vSP9M+ZJ+iGVp
3Nm1Nx4HKPuotBFtE3dvvTmrvtLtbOYasxbFS2bDlwu/HL5G8sNS/tvV7xTj+/0NfOMw8tDyssNU
hDu/pWnO8exUsygQYzGk/qBk1g/RwXm6P8iNmjPJH0d9tYTknGxVJK16KNEkFGaQzXVQOofcegI5
7lCRd9PFDZ3ouMz/mOJ3kURuHr2G9IGI7ik0XzRKL0oxHmN7fGqJvxs3HQ+N/am3z7X6XLb07h3S
iHrXYDY74cCbDclmE7EoFPlhhtG0tdW1lXSwdMGtGMiLUrK38dT+qJiN8ynuzC73plSTT2pvDTn2
NzoHXFcjJ4S6Wcz/9XpMY1xNrWc5ovQTU3WO6vK7aJw4dC1VyKi7WlkBCXVEwCWyUrXz1RwtlcjI
u3+nxViwmBnTWPOVdNH/TaivR76qxYXstVGGxc4Qi4F+qrLrs4NkoL/nV1HS59AAk9VYoZidH0bd
WrZrSHkdrLaRKXxLQQe2mhnoHnSVumTU6+b2kVBIfMAYSvmmR6kg521VEubSSJWeu0xIlttnSpp4
iO85p8we9a/hojWj60xG87mLcjlxm6Etvmao8ndu2JYhUbLh9MithVXqQ62j3i5UKfQkJ+ZxbPO5
7f15RNvp0RwsEpqmARU8GH1pxiekXszqoe3a/oc8SIp6kBDT0E+mMdc/SsDX72Y45AWmtYYIPasv
lvGM0ZyludmiGtUB1b7io9xTm9jJg7fxE0R1NO1p9+aJXHuiNlEbVtpOt7QS0EwsV6dSQTpPqabE
d8pBPMWj2h1EJO9x5W4PChGQ9N9QDGsTCMuNEsvlEJvBnJ77L3ap+0t5UNpjF/9twrlODyVKXkvi
X/oeNtNr5IgOIq0i9nU0V0TmF6fuH8jsd6LQ9Y/580hRYuSuIb6mV3DtH908ynlc6ZWcyyT0EifA
8FWBos940rQ9yvsVbLGOxJnlfiZnofNRvXwBsqISyzB0RjAnv6a2fdWS+jQOz3GRu91gvE62dpKL
913q/EzHPQmz7SXO2FBsINWte4WZbsY2ameRFkEoJeZV2Cc5Uitzi8J4tJLGVWhpU/CH7XcikW2U
uA7KzmTKiL7xH5u9kjlmm0JMMoO+TtyoS/wGfnuIiP7OVb59WhkHj1uobYjhkAduK9V9HwlFbRQ7
UMrCPmWtTdMqTFaPFhnlqPad6oeZGXpoBLQPSWQv31qzrY724HxLLbV/mvNRCWZBWJA1qC3ORqcF
kokLlNSlyYM+oB4sjMI8CiXaE4bc+jLREYagDfU25Bjp+WZfXO6JeMGHSW8TEcRZ6GopnsyRlH8e
Qvkoi2dhn2r9yWksT16lDIT0PM7NoahmCD+9V+W+IX20xvDQhIrbUARP7L3fd4X1Aa4BwiAbxk+D
P3FljN2koQxaKQJF+R3xEZP6qLTv04Neh34hL+j+AzVoXORK+1w2e192Gwmso0M8wuhgTb6NLR1Y
7TA00NpMBDntN24ZS7IbCXMn3Lg5R8TZQGbX80GZ+vIbSEpkVWhB8qiO9X+aRTk3Uc/ityQ8TQpi
0X4ywvFohMoRtUgs+vaYp9enRENeXcMFBXQBfddNvB6VKtA6cVtg64UbyvlRpqm1hT9//5TsDbO5
TjVTRKE9zFKgxrPbGSep+qXgkHN/kKucly/2xqNGWJrUjQjrci3bDGXsVDhS0NjpSR0HF5VEc6S4
a3xvBrRWs1Z4dtV52Zzt0DWumNXr0KtTBFkPFGX6Py+HzpNOggyfhC9CQf/K8iXdOjO6Yb4TSofm
ZeMumvFPpg0fpb57h9nbvyPClJ1OPDI9qoUJPPguzjx7/nB/Ta4izbcfBo8FeJTFoQJ3+cMiAMjU
rPPwZWgPSCGgTu5pZvxSl8fMeLDou6VlISw+5Fh7Ir3coYKmlh9WkwQMX3wlPyswBPvkc1IeHOdD
3xzVpDhU0zlJBlC+xourR7vVd3xzrt8LYmMyKl4s1vJKTQH+TaIJteI3S8cZbikjUVjoY6TTEsuz
ZZausmnqoGnz/mpdP8frwKt0B08+xcHtYkWJbtBNGr44sfoyWqM709iO/9MhzaOHvx3qrYqGWhNm
6Nxv6+3zR76aKVaoZLgavtTCtv3OSo6triyHsPgB6fx4f6w3+YnLMGMdDNoWQQBchy3hG4qNJkkk
gXjJJkvnmmnYZK5oafzxVDVRJjftKbNq6OBNriQRh+iRk72zJHym3Whx5qeyRjpDXmz1qA2wx11l
UMZfTpOFX/K8bHcO0/VXQBQCTyaiBeSlQBM2SwOqoOT6kuFUQo2aYs85LMQjhZ+1bW3nfFxvtcux
NiiupWZVTT8Ipqxztjb/itEv59l36OI+FpH9LZH05RjJafwQykl7vv9dbk7UIe6DiglWv42ha8Hu
B1XIXqTkWQ6PZvmcNbHv9HsljRvBH2TIFchS4LuvLUuXKwqA2uROnuQv5E1eH6KK2Xyu9P8ABQ4L
Zb9scMfoVBeSb5TWToR7/YoaqIa/dRqs+e7Wykizp0w4mNm/8Mu6j1mtK0+5kWrv76/kFv1B3MUh
euYdRTcPaePNwa1RKbCtCW89YxDx40S5xoP+WMEumdSYycna5xyMD8/dphE7p+vW2Kv6KNcFdgyU
py4XN0NYqJgkrOAEImgjbix6nXqRhMQHaj+pqr2vtOrb308XsieQE3tn9fO4HLJWelVyeg07P3wn
44U9q52s5BvrfEzbji7OL/fHu867IDBQfqP3gesKMefL8Wx1LgttMvKXYqBnGEhijELJr8ppLN41
U5moJye1l+YM9SS1f90f+9YGWpWCMNlj94LuXY7dzWVWt+2Cn19OC9Yyd5TSNL3w/36UlZFIdwYX
Amzzy1FUrGYgqMhYsHZFzlUsK69OpcyH+6PciPYgMsCypM0L/XOetsthwnyU87QT+QvFLNcyIq8b
6ToZzjL06yiajpIRHjBJjHL7oyT6ILP3ArEbMT9tEzA9ialXOdLtbpWtMOcozRjfwXB3ZTPpjrWV
v8hW/lM1enFEryZy09LiOpo64RX68tOqu3PSyPNRIFV+KrrsE7pKuZeS17krYc0LO7U/WFquH2Pl
f3kooUoAj5Pzw8bdtn/VC+6/KeokL50jHdHUeZ0ISNrmXSP2fNBvXccQMtZ2R+QyKDRffhxaQ9Re
lof8Re1F+gWfQ+FjxDa9GzNHZzcY6s5uuHWqSIY5VyihqDirXo5n9ZpTmDk7W85+O07qQs7IiQfG
xyLc81V8M0nbRACOA7+SjI90+Kr920RlDzqxxGfH0eh9OqDHoYaKfDYwAn6OaD/2h47uHDmXmoOT
S9ycKHb6EIKSU2I25VHTcueZZCHxYIRqnjXGg5+FjfQ+D0N6h5XWPs9OZ/ltGxlPoVGnJ6p4r2Fd
SQc9KarTmGjho6yNpqt29fBbt7Fbl7oy87Akq5F01JqHWW3JlUvLPoKCCTrB0m7nvb11UxMG0azL
GSca3nzgIYNwCASHfZW0/CZ/+BTJwlWU9Mi+9vQ29GYZ0uX9I39zU1FlXNsCUAfc4sm5ZAu1mZri
hcbnp0aZsV941qMisLrv9we63k3cKtyRpKv02rF/L3dT2nWxhGEDhqAEMhjY5krmdxzodLFe82H5
dH+067iJhxZZSVoeQHQQMbkcTSykpY5ZFS+a+e9gndeGh7xxm/E/PcyeIBN/wNv1/ohvJODLLcyQ
yCFRA4fEiIXB5ZDh1MWjrCCEb0R40sApnbvSTaXY+dWh7bK4Jd2C5Hqa05QesAUk7xF/nFcNt+av
cloan1W0VmbXGqqld63S1Hq3klPtYekK9XvZi+qjExn1zxAyweDLeR7S1WVUxo8W07OjDsNuZ0K3
PhjcbWgRb7SF7ZMzhEUNcWksXqSOlpRKdsGPIRLNn1J79Iw+2RNZvPXJSASpjbGE/LW5bqYobFOy
t5Kauvkw02oahMV8zLDgi4R8drSUrrU9O77rE8elCXEPZSmbtpFta8o8mDifzmHxYqKAVDnHwvxR
2+UjFfA2ig4O+fj9TXIj0mXAtYmW5oKVXbcexz/SKjtXYwsKLQaystSB3dPu/C2HQf0YjpX4TEOC
PXi5ltofI+jAJnFTBto5DSVqV5ExQUq9/3tuzh9tAg4I7TLwvy9/zrJkDrlWXfCkpKmnJ1TVomLA
5mpIC0puTvk+1BErwjHQ2Rl5vcu2pwXIlQwCo601Nr0cuaeqIMspB9SedH8wJS9NT1ok/3WmzjIT
fFO4Yel4Vy5HEcqEb5OYi5dROdMc7mbJh4HSyFguniWPEPfTA8jIDmP6OiJcB0UIAPUWGDFbzEp1
0iGT54W7Z0R2QX8lwd6JBm8tHsprazsXjbrAo5fTqovQEaGzmt3S814Sj6VBtlsqv3X+tZVOS0Ge
uuw2zY0soWjEUcVLiE1kCgm+lj5M4qOAghkuO2nu9Su0NnwjwbKy3EmrN3FnF061Nk8aS6Zlh2XQ
CTp7TyuWgzq0ewJo6zff7jxoQYgKkdKt53CzePHcdFG92udK5ZMIP8rVZ1l39RBDBEKbn7P9o3X2
RKpubQlISmxCunlRwN+MSRdlC10ND1Uqf/+PtPPqjVtZtvAvIsAcXskJGoWhbMnxhXBkzpm//n7U
ebgacjCEzzGMbQEbULG7q7urq1at5R1qQ5t2EVwHh9u7+UqCkR52uN3YUnRxE0dfDm3shpoWjzo/
S0GBTAFV1ucgKx1vfM3u0MvdFaZmx1sRxDVnpBeOLUx3ANft4kjrlCY2JnTMz6rxUKSviXZfiVsZ
gmvn1Hsbi7uB3ErWBR0au3U0wsN5mgp6e+Evhg1LoeNswxuvef57a/PXvDukYf2sDKXykbTRkn0b
y05mFLZSfI7q5k5TtlQRrvkGcBTANZD/cjcsNrPYt1EkdLy5NA1wRdQQ50EFvVVgu7LDaGCCC9Ui
SAG5tRhTMkhlM2Vxcfb1LNvXk6GUYJNb+TgOaXiXwbazMYlXhsWYeLHSAUZzwbJnarKipMiSFnHi
vAgOPnViG/KSf1TUpERESQt85/xuMKn6LzbWYJphNJpddVYH2XO7FuYZsxCM3cbGuuIRc2swPckQ
fWBpYUYAdRzDij4rLJDY7V+LIXiMxVe16nl0Fs8JheVGGU/zv1AK7RXIGgKUJmC7t/O0O1AN2HmB
upG6egNeXZxkZP7IsJCD46Po7F2saQnTplYz5nNntMO3ZIzDyCkiukN3/ajmd02phKLTUlmIdkoY
C7su0vSjqtDjtJPatNRs1HKNHzFYgh/N6KFC4JeNbOOFVe2M0ah+gB2pAkReWcHeQxnE2KtN0A9O
WdUgA0etbECww4H6W2hl1T8INODqDn33/Z+oNYfhkOhe337MM73p76qiihW7hI6lto3eksO9b3Rz
NjHzYn70Rx38QQGH6MbKzUfeao5Ie5Exx+lXqjdybBW9VQQ6UWypnPS0OHliSuK87sVTBgrQMabG
GO0wCGrZrisoFTpLnEWl+vDRzMtkg45iHQBya8/tIkBUAKKRyrg8WxBa4S0KSuXMMjV2niinPG12
inWUEgU2Tv8eLt7DRDeOH0cfpt7bCIhWh/WbeRJQPC8BXy55W8MskczWSPRzX/uHrNQl3imhE3h5
uBHprk7s2RBZg1nLjeLdshe7LKM26qZCP+dmBngECo2k4gWR2lVDo3Lz2Hsbe3TD4JKFyiotBVhU
rp+B4tst9IQWFKd1sZM01TbiP4L1ecOz5phk4Vlc6GDbQR5z2S4rV6FpBE0vsvvAB3d7Tqr8QQnV
v1ML8D4NEnTCwnxSX+sSSHmXKfmh6Hv9KMwqI7e/5NqaAhBmUTkLsbNwqTQN1A6JG8BXlbRrraMq
7UmgbazndSMgW1hUgtplaEGAlupw5OnnBiBgTZGUsjrn/sZ23bKyeBWkFikb38uwUt83JBqN7Khq
GwHg2lFwfZLT1BrJd/Dj5Q6Er5J++FxVkCdOdzRrydKdF5+ganIUtMlDc8Mv36okl37CTgP/T2Vj
3g3LxEcgog5SaZF6JoRKHXCzE0S7oybu0/CDHD+P6jdR/iySNhbVzGnIW1XdeEBf9MlX6e9Itm7M
a8N/9znLJ1Gj+4Pi13yOojyqHqyF+mNjfW7kwxA99NlG3WMdkYJCIugAiTCz9zPbl5ON78eRoQkG
wqyi/jjEmWH7BfBBj2juADqzOsupz13AlfKh04rRKdGiPdzeH6tIhG9A7wVeCCpz8HMtEjOyEsQg
KQ3jnHA/Un3axenXf7dAVp47GKgZjEbznL8LGM2ZmceaavNciILqxGz2nZgUW2IXV1aOFAVwTPIx
UM4sj9Q6r9scoUOO1LY/CMofALOPQviknuQw2fFM/+djhYwIVQ2wHyDZlCVFSReiEdgJMdNmivea
TFo7QxpQzfUt8cP1pqfyxsOF/4I0BXN6OXuIcBaSDEc7apHdQ1Y3ISX+8IPkWRs7cRUCg5V/b2e5
8eWa4oGInbifbBOqijj8DHh3X/T/fsnPlkCtUBDgp7cyyzt/CHFxs5t5VTIOhYPZ1oot+n5it2B3
d17iCaeumbw7OFYhavIG4dC2mcbxk5n72465anTnOa0i2cX7QlPmIHwRuIrw5gmG76GtOAp2j8RT
mn4O5H2Wqq8e/YDl0Zh2ZTG4kZa9FMPwSs1uBogmcbnxJavs3twgxGU5hx4cgssmAt0vQZDWsnXm
jUKNV8rqU5kY/d2oZPGewLujO9CTDmXjGydvlKXT7Ym4Zp5OXYhMWRGFNMOljwV6WURWhnmht2CI
9OtdYRAGZpGBwq91muBO1jPUGbWNYa8eDjxNqC9TlkTlkmTD4vyLuGnA+2vtWR1dL/yqkWULpz9m
dvK0jdfAeoQqCSfINICDQcmyBKN5oxDD8FMN58mC7lJo0TkYHMH7Qs6w7FWSeYIDt+3Gfb3eUhid
0UyIRaFou+xqGHsl6DVfHs6S9hEMFdcpLNzPmT5uRB9XppHH3WyLNrqZuf1y+epWRLYmMIZzSVcZ
/CJ2a2Y0BoPNll6ksNyIEOYD5/LGVmkoo29xBoTiNfOF8m77Fr7Y1l4fjWd6QR57CvSFgERLtkU6
fG1QpL1onUCod/0UGMyoEqhqjee6pjO1fw4CYNKZ3cBC++9twfNT8b2xxeHXmmDdkTAYz8YU4AiO
mFc7S/SflCT9m6k/qvqxE4rHvLgLhY21uzab3Fdzf/wMPls2IoqCqHZe3IznQD+FhnDKYlsHUHJ7
f1+dy3dGFvtsynK6EMVyPJP4OxpqaCf9+NA++sF+ErbW7YrTI1jAX1IpsIcs2dEGWsgsI66msxIB
uQy/KbXsiOJPQ9m4r64ET/TEc4HAvg/4hqr/pR9WBh6e6e10FirQTcbR/Co2tA7tcsJDiHb3WbJx
5a/r/1DLvre4OCbjXo7p/8ei0U4HU80/ts8TREsOqQwUMof8EeH5u2yw5e6/skw5gJw57xh23+VY
o7gadN3vp7Pmelm6r4pjyvv8QMJSj39UH8D/1NPH9F8z9XN9i4YwIMb0yK4uJZiB+7GUkPGJIhJ9
obCPi/jfj2VadUj50h5OjLks+EhjFIeGlIsU0ZW9JhQEb8ishlVTcziH+3oMz0pNe7oqbuyIK15K
AwRXHcEb+O8lLkGidieNSiWeja597vK7LD3V5s9Ybb/d3nnre+dNWYoOqNlTISe+XDgATdVYRb50
hoqwbh6torPTAo3Q3Sh3TiYpe6P+fdvilX1BB5+iwFOPu9IDsXwlTmrSSLEunSHBUafUjmrJkaO/
fQJVSvagt/dx15/gvnzesDsP5fJemDsHAeuTS5qZyBY+qmitSfSrSefsUTDvJlUirQYn/PgLyl/6
vprspdSzvWT8cwwxm+UqAvZBin2ZYI+Slm3TmtI5qunwjx9i4XuDKmPohsLGO2b9wri0tLhmu0Ju
pGgwWMsmstsfov8qi5+zMt4F9x4EaBvTOR9f6+mkwAwDE69DcfFqEjujgVyVcdXjfnItDm1a8z0N
/bNIgmzNg3Hkt8+Jd9vstTEyX5SZKACpBMeX/hpaUNxoaiafTYNOJusQNM8Gen6e04Y/BHFjQq+5
Ki5KBW2mKYeKYL4c34USlRjGU2Tm8jkFy9r3u7C20T6GqmmflnZYPgldbCdoe9we43rvz12uMzkE
6Q2F0/TSatEE+jhFiXwuxScQXG1c77Px1W/7jav9ylxiZx7ejM4nWrq0U3qJEpZ6JZ+HonbM/EeA
UFIUFmBoUJeztHu44G8PbKWzwjvmwuJi9ZJs6CbNqFm9PLbjBD7y3M66r5THBcUph/LYCTu1thAt
M2ze67YQWIDGdzk/NsOvWisfPOvYpHZfIiaBm9Whccx8/ZjIhqMpoN23QFtXPQCsFsfFzN+F113O
UR6lcqu3pXwuhEPkxbYcVbvsANRTKiGQK23PoLl1izLxSpoZ2gCiBl46HJUAHC6tBqNUUJvu8LtA
+414ijNY4V5UdgUPA/E3ETvExpXdGvDmptbd7UWaf/diX3Ml4O0kuYEOL5vGJK3qp7ZqZeIjU4MP
os4Pk5fEh9tWrtw76NAQK0A1A0GCtbh3+qqczDTw8IQoe/GG6VxOipOH7U7QMxqCRZZTIadVbxzG
12Z25t7kYQ2QieVcrKceVH0lkO86590vGOB6LIwC6ri2MuxG00YJWPlTC/Lu9mivmp3JQ962GXX/
RYAbdKVc1JVAFhG0O3LmtTDuBj21zeGkS1+LuPikCwc5fITV65+DJDgj31le3LY54OTYiH3tnA9l
RddrT+TSII1ye4DXlpNrgP54pGcQ7FtMq5KEShZ5gXaOPOpoMe2qzd+xPAkwNvtdt+8/lJFxvG3y
2takaD2TNIE9pK9iEV+Lk0athy179mtb3Dfjiwy9Xxkd+/yTmBiHfoptaSOGWO8N4niCuTmpNtP6
LSZzpPdXgGB+OidypOzbNtRPtWBUp9sju2aFijKh0cyptdqBY6BOSh4U01meCGjHEL0a6HL/VfWC
eIRrlNcrKUKQ08vIr/LgpI7LcjrrwpQezBDmFXNQwo3TZH2XXVpZOH6eWjolax4GHSKmjwaiLXt0
6BroUk3hZHlqvzF3V+xxb/L6p9ZL09QS9jZYk5x4cSydvUjRv+eaNR6kziQ80LygssEGbAlur9/H
xLFvBHL/iWgXB9msS1bxDiHootgNfNlrAjqvoMsS8rLpNrbZvI0uz2a4ihGBBg8ls82WSd0gG8B7
Iah1rlLRNkbfDoaRK+mj5v+ZzAcl2thi68m8NLfY1UMp9KkFwhOgUuRoyeiw4Rx0e6t/z7heGpqP
l3dxlkz+WG180QCEkv9CwvcxCKPJbmVbNgJbMB4EQZsZOltX9b71KMPc3m9z1LGa1TmrSb85T60l
fYVhFroVE+eeUxppf4/+Sf9WJH9iuLlu21nva/D/c1vFTBcMN+pilEkdBqWAwNx5qvyfKchzLjov
3bjh1v6IEXq+qGjyXiXtdjmVEjJng5mn5tlK0tABnseYqBgBum/6/2Y870wtojk9zUy9gH6FIpCZ
2YZaZPtwgPLzv5i1d1YWTtj7U9TlIwMyvfTQNBNafFu8Qtcc4P2cLRYGNuU663wWJjV2mVBkTko9
rzVeTT2BjST6dHtA13bVO2vLpP5MgpHrHtMmaUl9sFqv3flT8zJa/mNcjdOGP7z9uqV3k8Lg0QTr
3JxAv3QIdaqrsFNK8zyO2U6G7Mpr6qfakvZiZO6m7t5q2iPCbCdVbh3xPh4TO2ylo5S3363I+1p8
jDvjjxV7tjIdFYnHDwn/IJbcVNHt0dsZEP3gBccRSH2u2l3cEZJ+vD1h6+WZ/VgmAUNgwY24uEOm
KoTWF0wMhGTDBAKOu13eNcNO9U6Zam6dsVeyaCa6wmxTMsgk/5d96+qQFChXxwrB95fIuqMVNc3R
DBHsoIKDMGxHxxuav4rwHKSy3abCP3eG0683czAS1BBqgHG8XLBamIGjQqGcO0j9dlS6FFuNxC2E
x5XwCdy0iS1ih5mkeBHL+KUg0P0S6udSKeysRolxz5vP+Iw4XvXau1lQbRyza78n+Q+HkgmdAay1
b00k7w55K6dvw/cqgA4dDNyCWX4pUpJOYvxNKK1uI+xdN6UCruVpQfs59TNmcXFsqG0MjUyogxyK
5X2ZTdTn5OwIfIP3rSX/BAIVocNq0q7aJafUY180TXzUij+DF54UuVBgTEiqe1Xqxvux0n7edukr
sAKwv8gAEHmBgSOevFxks5VojfEC4+yb0kMv6I9V473QSm3n1meZZxBCsTu9bu+8OjlAB5mqj5py
X0vmXupceQsD+ha3Xp4R89fMLXjgWOda/+XX9MLQW55HsVj+PBBYmPREf7PgqHVo4tLan+EvqXes
Z6O9uz0Lq40NYRjgCuab2xWuiMW52+qxXMOgY52nLtuPwVf0dh0hfzamV1hGb5ual/tihLMp0sVw
wFPRpZp6OULAyWqaRY0FbkLf1/kL9N+2gDZrAh9S/lX9eNvaytUX1haXsCJ1fsF5ap0z/W8z1jad
U3T/fpvFAm8bWt32GEIHjfa1uUcVT7ocllTpo5BYgXdO9NEuuRjl4LvVbrHxXLNCPooiPyhFCqGL
dRKjFsVpIfIIqitYInZS9lNJN3bEKjgiATWjkOGIIzTi7XM5EhkMsi4WvnDW9LTe9Vou2Eovp6fb
87U+9WR6eMlsSG/INhrAL80AlK+ETBGFs1g9RpTsRk2z6/g7yo5dk9mqt5MLwBjSxjKtHZ2XiMl2
55kGqHZJpYpkixBqheK7dCHa3fTbamq7a38a0lekPjZsrT2dLD6ZQ5wcWC1rdjnCMuqiWMimwO2z
P0MovZrtkxi3O5AZUGGpu35L9m/FAM1VRVqPYhqAE7C1y/uyrYK6mlDYcFX2VFr/aJ1YdNEsAZBP
4/v02Gi/egi92vYjyHn01kASC80D1DXHcC42fEUjwShgNrUSx6/IxW/xPVyZfCAwpAnmO51X02Iz
TuOke1bYh67pPcaFT5pFQ1P6T+F9RYtrIyResfUxGeQJ8Su6PHHjZSsEiN6+9+DcdrPuJcq+ef2n
aXwctc729HrfS8dJ+10KdkgUS3Ni9iurXBkqM/VLVygwl0yircAY38xYW38LnbfeYcQU+P1MY8gp
py4cQ0R+eRxTJXKlEOhcnZF/TQbP2rjlVwTHzAAuzmYmXw7ccJkxnUaPdCFN6q4m+zb91LtEjE/z
W6SAh8kXnpu8PLWFuDO+eENu8x6XA0rKYK5SnwJQ8oXeOEcgSh2L/Rgdmjdg3wA9h7ZLw619OR9c
l7cC2LKZcPtNvF5e4kpA8HhGMIqx2wZOnb2oeXUoZ/Jl/Wcr93deijbDxgF0xRnBYvGcoXxBVW+J
cw0yWUomw4zdyroPqlepfQ79+6Z+BKC5cQ6s41iqB/MfOgDRZ+PyuzwIAj8tIcj0MjfIuwMQOjuM
R7tipL2s2YVfuTxFcUNvF4+fJS97KofunwfL3NIISyEDBB+I4ssvaMPYKHqv1M6CYDnhOO4hfknI
WkhycjQ3StDriYXycK6agKmfo8tFQOXrY1zJZsj9kWnNIUyFwB4HTX70cglUv1qrrtpusnlfNwrB
GtTlFKBXqotJMKWhGQvnsJDg7laD3nQyy5f2UwIKVBzr2mmAtn++fYmtT3hQLWTsKEmznVc7TMr1
TirkQSCPYFaTkxWhpqPaC2EOJ3xee3Y9ehY1uFCsxT0AjnRLYO6Ka73xNlPnn2nsYP+/XFiyHKkq
9RNf4PlBbg8JHfqAwILHjASz02Vs1C5Js50AFaKdpTE8Lnp1R/glH7UGcp3b87EOT0ywS0gdIK1A
MWsZ6qOTjMatKSZuIA7SPhPkwcEmheWi3apgXTFF6o1WqTcRX3OJ/8968qRVYMVuPSjKLp5hWUNF
20M5jFt8U2suBcYE6wigO7iOOVRn53v3XsoF8FlhG6VugdhTQ3+BWdaQBVZO96ATq3BuyMMn9vEj
h0g37rLKuGuS9FjUB0PL7aoaDmNa/qzpIJM39tr6vTAT2BNbQKIEMmg145LSJUHQpKkrehY6j1z1
0rEb051XgIn+LlWtY2gHBZmh5tgYD0kq/POKQ6Jkzq1JyDVwviw2O6er2si5kbqeeK9mKnsu2aVb
BYbV5gZsDPcefAbmLOD5Fkq+m39fbaEPQqmCuEa9D1TZaesPFhQFreZSxzzc9uF1YLqwthiSpgpt
649+7k5mdzLL3ha9UzHsPkXQ50FmoJ1lZStSfCNyubj+ZpsQdvAcmreNsbBJOFZ31lDlbg1zgR1I
Xb6P5OwDPUc/KnWsD1xW4UPUhbDztum4U8Y6uqcZGPJN0cp3hRcJP4JM2Kp+Xpt3crGwpMBPBMRn
cW/5nTI2YzfmLvUXvCg0aBhsOgP8a/Q96JNyP6nbDGsym2k5FVQN4OQj7UKQvjBamZFe97Weu1mP
moJWq/LJV+kbLPvUJyFS+3em73N7CYKw0+PUe0Cg9VsuGeWpLxvz74YzzBO/+hq+Ai1j5OWArFxu
/UKE7dYo1dwdpvyulHTb/1CNxa7uatSpQzvW71sLCZAdMi+3LV+d+/mhQhO/iE7F4mC3wpFu88kv
XLFtPtXtGO29ktZkWZvUY5SJBoR3U/bzts3VmTqD+jm559ub5NDy+NYEIFDCNOVuSKIPZHyEMFfR
Ck4FLH9/29QqBJ5NUS8EVUUQxmvgcl71aawJeqTCNbzvivxJtz7d/v2zlyzWjT6CGSrNG4ySxjzU
d0dGLyFAkVhK4WqWa5invNs1sTPUH8cXQduh1Hvb2pXFurCmX1oL5Unvk8QoXDV50RAO1j4EP/z0
FeWW23ZW8QYPyfnFAFv9f/69tFOiVBJr5lhAz70boR3s/5bc8qL/Ar2ZEw/l7ra5K4t0YW7h/KYl
jAQumJuQLIte260i7rVFAq8EgIC2SwKHReLTEkwzC0l6uolc2UL9qo/3sffXK09S6egIEHb0kv/7
iFAtgE2L9g+4rhYWZZI0NC6wUGb2EAj+XkW15H+zMM/pO8erAxHiGRMLdCYI+zT24S4ZSSPetjI7
1NK9qZDpELpyIZJjuLSiR8loxWFeur5+CKCkTT7IaWYPxgb28ZoDvDezmK4OSpu8rmczyBg22X0g
390exzUDwNDB/kKQgIrg7PDvZmto9LEggi1d06wdKX3KtoO3K/fJTCuPwCXPAkAIi72ZIHWlkXio
XKO9hxe8VW391O9iYjbFOIjhsyTfoYk97Ic7q/4UBuoeHfLY7p2q3WnSgWxrutVLe2XxLr5oua2y
qEzrwajcQWjuxFicHcTOgr+duJWUvHIuEZbNwRONo3PTxuX0RmnbwOJowALdj47Y/dXNh5DwQYp8
WNY/3F7K+XctXJK+EF5B1BWgJVqqIwyinpRFWjRuC7+kQ2oHCds6Su6SiMLnv5vCZZCMpM+fGsbi
8uj1jlR+UDfu1EuOippoxDtvPN42cmWV6AKdAx9KdWyxhWtidzQno2ncFK7IOKURPY5/GPl4X/bF
xl2/fsXNCSprZtwnOUDaahH+RX3NqQSHtIumxINUH0cD11RfFOPFiHUnVaNDDCumJ6h3taAfg2SL
2nA9Vlr7SIbSRAESC3qpSz9RYWqEprusXT4EEN2fRH71hN2AmOftOV37CM8U4HRvbGg45MIf4dAO
I9TwalcSIJLOcvgp5aOQbyVc1tckcBoGRLJlVqFcct818CzLWTc1bqZGdi+95tEJMe5Rgd15zJxS
Pd0e1RVzJBxQWgEEy59l8WRoFKXpY6UhbNI/C+0BZE1XO2L7WjlTKW7VT668T+DE+X9zy/yKBFMi
XNxj4+rZrzHqkKZ+qMpvEmJD3i4MzVPkqXYT/b49xisrh/LWG4UNiQYaKS49xIuTKq3QQHNDhLfU
7mF+zHrFhnusj6uZgIKtRkaF5Ogy/pSStCjG3GvcpKAXk87lngyKlwEy/eAZxcZ5dcXnZ9JvBH8o
hfJ+XOzvpiNRZIZ9645R9nuieT8Cm1FNEpKXW7H8lckDQTaDu6hjM7b5U97dclIvRkWjiK3bqJ8s
v/w5WfH3wf/32iFvNGryZKJ4RpIRWZhpNR19+Khs3T568iJXU/yXStsLwr1e/dV7mqV9EvuWdBdN
6JQq+cfMv7vtJOsuyfkL6C2DCoxmTXgLLgc6iR6sg23eupaZQL1m96JiB/6DnB887XmadlOSOShU
jAG0g88NL93CetzCEF3ZjRffMDvZu8mW5dwbp6Fr2fwkRJrHVkkeTdRna/gHEeL6NolbpODXlpea
HE9WKqjs/8Xpnbdy3YOsa115vAvGP1kR2EV+2Jja+Qi+vF6Z2ndGFhFfl8EiasZD6yb9Q2eAhpGc
QaP9VvyoDMfEP1X6l/Dlts15tVYmAUjhUxTvV5FTLiPXncL8hduGjoJ+EPIj2RdP20piXrUDnRvM
Pbz5gWVdrtikW0Ga6ErrhpH1o0fkxQyEn2n0ZVS3evavXLTMoo4GOVQ3+OgyXTV1kTSJBaasKH8M
46emzfYlnZ0kLnd9Yuz7ieJP29tS50EzMXwSs3pDnXkd8V5+wWIdhXqo9BCZJTfpqudIbj5pwdZ8
XvXHd4NczGcbmVafUfR2YX7d11JgW92jqv+P45g/4t02U7wgzP1W5fiUs10n7Y1+axjrtOt8msDL
A/oerBF9l5cm2j4UEfSy5tNEfU3Kp9CnXdUJA6do7knZnLREv89CRwXeDOT5HJvao6/7tjbUJ7Gg
sKJ2tiqMtobIitlvvIzWT9fLb1vcHknJfdibDL/cI1LMc+KD/kGKP9EGYQ/681jJGzHGVc8FtMMT
CXEviM9mv3o330Edt7Ui+J3bNh/FkcqkFT554Vwil5+m4WNGwmaaiqdUrI+VJt6hd77VRnltm3K1
gE4Bnsl9tggSdYgYRl2eelfoKxsp0FrubaX6pW5RF19z35m7Hv5kcMOINV+ONKtpX44tqecC41lU
nIqfUznat4+2a5cE4iz00tLlPZNqXNpQIBquZCMa3HIq95H4aMj7oXkeBm9XDPstFbBrvkJ3D90j
RG3kNBdbPrVawZP1dHCFuHP6IDpqtNlwyJRN9tBFhl1C2SiOu9sjvBZLvTe6OAQqgTpIksYDUeKf
ID4YBkXtr3p+ImC8bWhdZn5D8cDiP8M5QC0t1qvvoLfMdSwZue/MiqWZWd21YvNKF9zOi3+q2bes
scuwdkM6WJCUO+rStyL8kQvddz00jxOMCnqV7QcpcQrFO5QoDrQvTQnztJgeb3/sGu3FxwJJJ8M5
s8gA7b9ceEkLAkivWYtUvGvznf4VyRd/2Ftj4qTJz2af/gppZfsDgcTg/QpKu9t46s2/f3GnXthf
HJsQ0g01VX98IZJPpSG8mEO+FYXNzruyQaOsyBFFDnSZ8TCqUEq0shzcaQh2KA59N5WzrjVPae4G
k2nXwLbz9i+ot70xaVsTPDvz0jgMjXPFAIwX7/PLCU5arVUVrx/dpLV6RzbHOxFFJBrCFO9VCLuf
ogIdgN8Ix7CUy30gIubWGtFumKR+Yx6u7HGNNnkWnCwZNZX5PHt3YnYCAXGTRnyJKn4r8z+i1T6j
Aub0AgD276K1hXO8cm4BN6FMQoKRh+Dy9QIbmab2TTe6slE4kj/cqcW+M3pnCBJ7CmAp8u/BVozF
j1T9UpWWW/1ofe8+ibZYF676OL2KcI2S+Gboi3vTzGoz8etpdJvMjeCxaANbVh6M7mga+7E5dIZ1
LOjqhw7wNLfmiOFBhChK+pNp/oa3X7u16AGhcEftBGp3cXH0deho+q04jm6dP7SFE/0pdlZnTyBf
znK3N54m86vhb3SKXzVKPxLZPhBmoDoXe8wTphGGlnRyC2SWBpTAghbiamjXJ1J7oFtMUg6yHfuT
XaBk6BnW5hN9fVWCo6QmD/4G3hhC6EvX08N8qAxNmdwy+gLJ0GP9gyl6KCOrdMq+hIe5cATRQWIL
1Gsl3PltbUv+7y7Lfgfxz9sn3vrAgTGFjBIURKwDnS+Xn2IqI5Ivsji57QCeSS+nEw3C/0xfQpEQ
GB+dmTRzc50uLpug6zWlairR1SLfyQ3ZpoP8b9K9/vtQ6CViRoFPcZPOG/7dhjYjlHo0oRRdJGAf
etkIbSU1N7ICV7Ir9JXxfuY9AjDaWnqsUIEuoelAdIP23htQ6b0PhacmOidebU/EVApSl4G61Xdz
bZXedM05Pii/LUk+5SKCz9rDKgouow3TTbxHy3oLyHDNLeFSopsUOPbMAnM5gUFsaAlnhujm/P4q
9o4gG16QzvtRBOH+39fqvamFR0xWlohNoomupE77bnyC9dP53yws9piJ0phSlioWxBHURZnblpJs
RN3rI52H7xuGkCwzPrcIeYMolI1KS8W5ShmjQyEi4ipN/zwQHvYqD1JYGCiKLkuhRlB3ElZk14dP
tKmOCYJct6dqPQx+NVcyeSGqbEBmLtfdqgWhjupEcUVkNKOk2vdg2lNK2LfNrN2LoIO3yVzL4bBf
vteGikRX3kyqOyK6GounZgrtSbsP460y6BVDbE4wynPHJBH84oIzhFTu+lhS3awpD5EePhee+Vep
wb026ZfbY1pvTNgNKbkCaZtBtctSA0+dLIXu13C5VOxA/F5wst22sO5InnFb4LfIvVM4gQTzcnWa
UdWyqclN11CcIX1syvFD7Ukco71l11GbAVgVfmhhXwMSfbLgvd74gPVsUg3lSACaO+/YZfo6BPg/
TGpouUH91LYirLRPeoXGQ7iBVdqws+y2GsbOr4MusFwhiBwvjOwOXJJsnbrk5+0ZXQd+84DQkWE2
qUUtA7FhFOVq7GLLLaynUb7nTW178Gq12Q/Jl060YH28bW/d4TK7x/xWBVAKnt1YrGCua1lMS7ng
akGjIgV1V0v3Yt4/V6ZIW1Ln0PoNQwZdUk/W9GFKArsWfhe9wp1PvzRwn3AjAroyAVTVZ7lHGmIp
di8uSgWeurnSEzwbubCbhB9xq9xVQrkPPQh6e6AQmzCw1dpiiK6EWXaOOgg1l0sfNrUejWW/nElj
X6wRIl7Br5pdZwh/e0T8bk/3dVvzGUNUzwLLl7aaqq3SwOz1c2tq431Y15/MGtWJqqyMQ6QpyeG2
ufkwuXjQzE3FsDmBsyOkI5C9NFcV6B01lQarYrcrWqgp9WNXdS+q7n3Wu3jL2ipXMPfGzHhSqhIg
cMTF0eYXhdrU9EmfW+OrbnzpSv8BtZAGle0MDV1OEkdttyZ0PUJsqhD582ZBGXTZDoa8d04mgabL
qpsgxSqbZ4KvY9V5pZ0mo+ZoFgD125O63jLzONk1MzidjPnyXO3jTCrauDHPZQUfHDbvckOvj7kv
SncUKh+U1oseg1hojnGefct5LTsQoaBdGUz6S26VyIvUzxS+PdfTEfQuu02CitWlOcsocrfM6w6z
zrL+a/SodtP/bZ4jAXXvFFIMv01plEtfNqZiDoUuHQxDkP8R+nF80NB46WCpIHWI6fgwOj4x3s9T
c4S8rkOZqfkEnNYOX5S/44l0mIqe6m3Tq8uNIc7MH7zN6PahJ/DScl1ZatC1BWSOUdIfpIqmBzoG
zI0gag1uxAyvQOInAmumcxF+aJZfeFWiWmdDrPTvo99y9kuBan015Kn+WTYph+bY+9bXiR7J0m69
MPZtgbOmOAxjT29sGwZGchdMeXdMK7Pf4oO9Ng0QMSPVBucsJZz5/79/V/i1mLYzRXg1+dMjHOq5
HchjvzHZ16YBWewZ0wh4i3z2Yhr0nE7IWva8M6iC4mEiOrZsqYopEqNJZOuTnh9jYzT3atxrZ0kB
spbphe80fdruBTMy9kUrJ4h2xVvsQ6szBwzRzIo3J6ZmxpDFCVeXQxGLUZy6qSwnH9QwkI6+lzQf
PF+qnSCkTwJUMSxSZjmC6aY387YXrjbam3lUc2a9EmBgy+kP2lBsiwAIs5Fau6wTw308eSH5uPKf
kTc6p41JJKdR0pKhGL5c6bEME8gozOAZkuH+d5IScHehVN2NdSICvQ3aH7eHtn5NYnCe3BnpOL/r
FjdxrGdam4R++KzXv9ThtUerC4qnQ/ipkCH+D8qDJziCusWEsbohkc7iyMLJAJBywi48zQ8QBChj
M3zOFBWxxlL2D9XUqPtYrws7HLMt1blVvLGwt7iRe5QJCt61jNJ4KPuP6NvE4FY10otOCjn/7Tmd
D6WL45Jrfw40iOtopUHF73INBQn1kPb/ODuzHrmNJQv/IgLcl1ey1t5UbKllyS+ELFnc952/fj42
ZuZ2sYgidAEDNixAUZnMjIzlxDlMNV1SjUJOhr5S1DEhq2r/QKP1T4z+9EYAsLKbxFIwDs6cm/Ox
uTYot6oqlG2SXJTwSZrQXJsub2O9NWu+dlSuzCxuoVTWKlTRaQJ9qX8Eym1k/qPkh8c83ue+5yQ0
8VrFPBWSuZF/3lx/NvTj+ub1f3B/ULsngxEL8UVEHVAbHqPkUzlAonKhb2FDjamjHvvnn/CjxcW7
0wtxo3Irkks1vghWtUMNxn8WikOFWOB9SyvfjiooUoCUgQ2yuMWmGgIyHnIopxcVIeSpC49p+FVJ
+5dJ3tKFWfl+eHdYpeYZcoKb5WSpWUVWM8lxfhlzA9oKzWEfw8GBoz1KIyiqnSxvbC0CyX5/ibfl
TuDAs0Df+9QuAcvi+/VVHsq9MTGtXTd/l4MzTnZNqdc6yMG+Sc9SUtqVeJTC5KRvEqnc7u+17cWX
tJIGIghRwvbwOYAhJslOaYu+4l8ba7xBP7yvEQkwyjF0mZYUh1mUN2YUl/lFkC41Gqp57R8H7ymy
HtG/oFrHeONFE37et3rr1ubF/b/R9y/+4WKkc8batHV+kRphJ8QWl0N10uosiZALT5WDKMv3+xZv
r+K1xYXjroIh8sWJZXa164vJTpqes/pQhruwf0HOAfDq8b7Bm7eXYITOOkd2LtwyKXt995u0yDoe
5vxSibrTScLON+VTmm3wQN+WOOaYh2+H4gU1DtBB12Y8f8jIGYPyInioMlEq7nY96jC2otTKvin5
f/UQi7t8QEcmUYb0L/DNqVP7RnG+v96V80pHiClMhpXeI/vrH5KNXsjTqRWXUO1JGmbplgewszBl
bk1cruwsKSr9N/gD6TMuMV95QaOLWk1xydvRzsThgja7HQHFvb+geeeuX0NeJSru1NwIjmm4XS/I
UtNYm7q0vJhZ0h3KQISvr522BNFWziWDGjS1oO+gULS0UgdTGVfhWF5o+x00r39g1tKNHoVw/C4J
5o8xmY6lv3EX1vzaldH5R324fkHvj21u1uVlFPJzHH0tK0ol1UMqdHZWDbahtQARz0PhZILw5lfh
5f7Orn1AhlNmkRbaV4hFXJvvZGMI0k4qL16joZbcOF3X7hsh3/0XZuZEn3oprYWl9/YmCitWoZaX
QKAhVqolcrnmYSz0X/ftrDgzQIH/sbPw1GYQaj394vKiGWe5rJjm+iJlMFc+5cknBss24DHz37Y8
lubM7zFPqoDvX3w7v23TONCq6jLUWeOqeaR/bfPYcujtQJCey8U+kqI/FwUlRKPrzW1jMuKW/8BI
qL+ValpdtCg4IY2b0fXTpJ8U3GLlFXoJgvx2yo5CskXhs7K50B7S/ALgQX9q2XGVaPGaBWP9l0nL
EYUwv3Son+6GLHY1plvCxjQcS6Bfdf+T3t79uWIsY5ShZxL5RXAT08RNE6GuL6NR0XGWkuBrreuR
e9/KSmAza74Q3GikyNQTF29EVqaiEKYqi0vH+FQHo/6glVa4UxAxZ5ZcrF/zsh++RkJr7kq9FQ4x
Sdhp40fML9/1geJHUKRAtAAqVNol17dRj80mTiSrvihVKdsIuVH4qawfEqxq52kEGWZ08wCsp6VO
nrT5Hs1qi5Jg9McDK3MdgxIZKR0FeyAv178jr2HsJHOvLy3p8J7me3OaorTceJbXvuxHK4s4oDMr
OhkhFS6YuPo98TusIWPd7O9v6u0lndfCwzuz8DPguLDiMdpVhyl7KrXlo9J4EVwE+s9IDo6+72tO
oLcbEIlbl4pBrigmAWFyX643Ty7DVBEsDGriiFBbIP2UJQ8xcr/aEhq8fedJDnU6RPMw7dwzvrZE
mc1gKKRqLnX1qxu+Ku2PMn2rvA2furKBV1YWqWhG+XFQyry5UD+CqBnuajtAdwm6HPjIMjUGcZ0Z
WxPXy7NBOEKncG64I64Bu8JiaWPFDIXVatUF3EHvFEVZUaUN1I2k8CZkW5pZrE1uimwaShOMqonQ
oMw0PyJf/b9exwxq7RrBv+NYnwGR5394RpZ2F8/u1BdDQr2yulj61z46NuPbEH29f+5nX/HRl7yb
mPeQSJR699Kh+SrtwqT264sR/y3XKOkBx0NYbg9SHEpDgOuqZiNCteGtl4dFBt+M36BvSeViLu5f
H8kRAQrP8yiuh4mt/cz64ByZ+q5E0VJXrY3Y5QY6uzS2cJdFEshB6kvNxUqoaBzETBVLu85G8aHq
IP1HnD4eH4YB93BSs8HQ94Kc1YHTtBVsT5qheeERfeJuHpcr5OTklbVhOkkcMh6hh8h/7YquFqeT
rCfAIZRCrxOnnLrp9/0PtbzFrAIE26xQQBUL3Ou8pR8iQNIuX2+SqbsoYxcdBZoAx3gMHgHYRydv
rLKtR2blE803i7eOyhJ95cWZD4u8V9Ik6S+MhsjPYdoIb/WYGmc97BHuFLqa+11MMdidunOUuBB2
RaHAXqZHnUNbTHbyST5FRSE5miDI5whjxD5pvfU7l9kw+zJT+iAJO2MS8KXX++ILozogLtJfotaz
bF3OHzWrqr+jeFk9oV+t2AM1q32p5+EZILz0UEGUvIHsur1DM0hmbnqCkuGZW3ihrM+UIs/l/hL2
av9ADeJFYHbzm1oVzT4UhvxTG3pvhq+8SEW3xQv53pC6vsBzIwHXS02VtHKJ3k3kMUmQPxkukS+X
n6rEGw6arIw0EYLJIUgQD7HCuEsrCd2TNaF0pKcd2pGlVexTv+h/REmUvcSNIjtRL0DwlGg9+T3K
Ewq6z3bco5uCtiGOrqiMB8Q6yseo6OIXCHR6p7FUzyYjgaYs9zRHF8dXPZysQyd2/kno9M9VXnZO
M4p7gQDN7tMGNvwsyzfyvhX/TE8OIjYI6+Yge4lTyvy4SgIxHC6B9U+byzt/RJ8n+Aqd/8mM5cvg
AVqRD0Rin/mF96/lyjW5Mr1w0bQK4cUeEVrKZO1Fi73PlS59G6z4pe4eYqGPNhznTQA6H3casPMo
H31RODKvj3tdwJ4yiMlwkaIIdQR1F0ELB8TPSWTFzoXGUZr8LBSACXz1cH+pN02bpe3FOVezrjUq
IxsunTGiclAyWTDJuy45tsKP1DMc2fJ2Y8bAsFrHxz48GKLpgPlUki2E2Nqmv6cX8JkBjV/GTlYk
Th3CyXzvqLWZsBJ5iDukB8b6N333jdf/NsaASQmPy2g5lxxKuesdN0arVupu4oJFAh0oT5NOWmVV
f36OIAqaiyQKCQxg/2srphKklhmZw0VPNbcLEGNSGbr5pVrMmr9tfMeV7aMVo4J9w1/hO+c///CU
5IbfQHaoj5ewKU9hoNmV+bUczyqTBWMv2JI1PWi19SlDyySg+8haRyuwc+NUGz8zkKtZlRzv/6Rl
MIzvJlMk6weTSWVsucfjUHlaUYbTxfdU0sN2qOFdS5qHcOQhvm/q9nNiCiPz4nm8l+mphayQkk3p
dIlnVZiQ6Hvv5Uq2u29lJejgKcIdMWwP0pcsfLHHnZYJflhJl9jvmn2ShM25ENXcLky1P/ajILsj
7VtoBX3/4JeKsdN71djBz2butG7qUG72jKfYyrODH6Tlc5Mn0tEQe8MJqhYVm0BqFdeCCm4j4nzX
Lb1+TqhU4Fo0KqHAxJfjwl2RoHxuRspl9NMdJQN1HyD/+1ttbb04aIZdjU5ko3XCZG+4g6In+zbN
966yi61q3sqZmGeIaTYhBgNN/fznH07p1Oair0uZcmkIRbPiKxJIlbUF97iNqt7phmdIIB8KMMW1
EeiouqCOUuVSxW9QtByisd4nPRIwwVacMl/g5cYyFU3+NeNLQEZdWwoVyK4bPVcuyXddOBn78jhG
x6w6UP4RHqbc6U+aZKdbxH4rp52SHXSCQB1BGywJhKI+5HOGk3apNP1hLEfV0bTY2t8/7CtfCo81
6/XMqAZ0ea+Xpsh9qA5xZV4aqat2Rtwk9lhVT1MTbinyrVrCWdBXgu+AmO/akip3iTz4snmJNCHc
aUbY7NRWTXdWzkz7/UWt7BzDZSIIYKhRmBxZuH1RqZs0iAzzIpQqmtFUn9DXGba0DFYXNHs9WIZA
HC2tGEKtNMUgmJe0VqpzR7wW4m/b6K8GEmL3/opubBEhzmzKtInJ+KnEX2+eIfhFUoSJdallMXdj
z8+VgyCbA5eaOZwtQcOb+ef50IH4B0UxT4GAZrg2FzLpYhaGIRAVJ7YFwbXl/W0oPWJcx75NbSWe
LmN5UNuOgafS9ivvyP/adwJyN/4G2vLmW/JTZgnTdzoJUJCLbykhzxrWXeK7Y87w81RXv+PJ3yJ0
fc80rm44jQeRa8DUF1AuCL6vF2w0bZ4yDBS4Y/gXd/KsqZ+Eb+ilZjXEKcl0UNSzFn8pgpfMHx25
evZl8XHQncq0NgK1G6fGDwF0zMYTDYN7XHxoUUrrOsKtuY0anYIwAd9eNQXzZEZmx6GycVFWrFF8
4R+SD/qRy3kHwZOEhAnbyC27yeaIA2fqdiIamcn+/vldNQTRM5Efrhh0zPX+4r2KuK28yDVN4XGa
+pOVTv9EZuwY/ta47Q0kj8MLRnwG4ygQgZBdXdvS0kQ1mUyL3DAKLkPxPZ2OYve5TY7d8I9GcCLq
diRBeQ6oe6JQAk6NurBdoYgY/asLyeX+ym+YDd9/DkTBFPGotBK8XP+cLG2lsRa72B0JOI5hHWWK
bVl9YRd98GAhQvw6DCjsyRalykjKGdjT4uDcd1r/yFYGjq/Vm9ODNw8aDlgCKTnP9MxEabO7+fA+
MymEINigxq7XJ1+QtPkUm+1+FDtb/pJXiqPkx4xeIhFLZ4oBDJGTnWyF5rfZ0ExGQ1FEpNFAv2+p
mgqVahI0MOK7uf5I2vQSxW4ZHwP1nBvnWuYYCjT6xXgjCbt1pNSH56oIQ32AFd+bdR9WDv2Hb5LJ
xy4xmx3O/KbF7zbYAoasOK1ZZJPaOrApnodFBNkFvlhpgLTcUDIHp8xEUp3OFHYbR2t2BguvhTg2
npGGwizIvnAWRWSonmb2ievJKQp3h0qjZhs050w7KkIGecPoJB1j5vlgS024q8zHLvkFzmtXgYhR
hefUizfu+U2zk9NOfYtXHmoC/ktdrFwPtELzGuB3SZB8tjzz3OXVT60/aJn1syw6Z/Q8WxhR+f4X
sZomHg/3t2Rt4wkIZ9a/uQ+5nEERhD7TuzxI3WwAgSgN43jQfFjY7ltZ8WYMdc/4GBQ9KFwtrnQU
qVkvpU3qpl3iKGV4HqcvUxp9FtL/aj0ADpj8BHpHtej6onY0rLpA1dnOLEfi7dz4w8YhWrsQ1L2Y
UaeDwloWYVkoTb0ih2HqVmCWnbrXf3pDC0mjkG1N76zdeNBnTLuwebwEywgwTkCEtGWRueNRhP2g
1w/xeBp01wtfW/kijF9K8c9vOxw8IBdYHgCRJU2eoZhTmgLMdeNO1hBa6QTbEpSzKL/dPxA3VURu
OXJxPNmQJ0vy8kAUVu6PuRplrqp8ac6QQosUsay3pn2KqtdKLjeWtXLvr8wtwjOviowpGbPMFbWc
kfhR6XZt0fwbjgPioZ1VPSimv6XavXLmsUniTd0fHailarfe1ZInTdiMpH+nNjloauFokxv+MQgT
DwKzt8q9IliA+H7p1DwvFdSkzlw/dJrIOkgo6r4xeJKRuYqkk/e/3DtH/cKHYo5/4Num4W0uOgxe
ZkaQbKe5GyWT/6SEarj3mri7yHU27MTJrI+9Lw67xqd1VBWyeigrWXYMQYcf2Y+Hg0rB1Mk1RB4q
QakPEO4rTKeqljNEhX4uh0GcuW2Dndzrmh0FUf4oprV0srweCiEflYJMb9pDhb86hNYw7otijM9V
VERPdRlqdgdu+S2RJsPx2BQAcD1O3A+y1xid6mOVorHXtXSYhLLZ+YIcPFBOLR5kSqqf6qmCRtpo
2+P9LZtd+HLHFDqts0w9ifdSSrSSeW34w9wd1TQ9Kp6UHQT0XhzNoKw5pIl06CqjerOSduvc3xaL
ORvIOxOJ0zmfHcm1OwwmS6lTlQyoZdZZlZxOko/mdO5Dd9COcRXtSnF+7opDl7bn+6teO/8MURAm
Y5du88J0IZiTWTZR7vamyeDG1y4sXGP2yRtvy5or+Whn8YDKWivnKAvmrlcelPgt+ySqgm1438yZ
F7P7p9mixpx/9/JrfrS3OP8No6c+iIvcrcK/ze61h6rUeogTql2cnvtbuPLUUEQBQTeT2fJf8+P9
IfbKEQ0FQmJlbimH6rkzQ6r9JipifdL8e9/S6iZC70a1Br7IG80Mr0vzJEtZlNo95YPmmHRH9SiA
JuknpdW/gArVW9W3dybe5UZSAmb2gpgPLtDFhxOsjsCzE3CQwU4qkBsPbLP6Eapferm1tSTa++nJ
1OKDmTu5F+x6Au7I1k5kpXYsPPitQ5Qth7vGehrF5EHvUKjQwBSYX/58a6hXEP3zKebm0/VHMNrJ
DD0tzt2sMZ1i0g91Ee8miv6C2R8Kr9yLZfCVKZiNY712zJhIgTSOwIlq3eKYmWUqBUpU5K4JOLvu
UifIfofWTz35Elmv91e45p8+mFrGgG2RZ1Ul49G1SqnwzzArSUn/bOpA7JRJrvZMjyNSl6R/ylI6
v1wfDS+e5YFmQybUOY5xyD5PemuP0lNRFrsh/JbEv+4vcu2EMwVtztwkEvPDi/2Mlayd9K7K3cAL
7aL8lDOQGX8SzWgvW+FLnzyL1R+Xl1keqri0smdoKbI31yeHdEcu9DYu3Ekyakh/ylOmpaktKaXq
JMiGPlqdhuJrPAnHYJiGUxME+aG0MngAlAnKNT38NfVWu6tLtTmZUpecMq/oTjLvrCcF6e7+Bq35
a8hDqN/TneaxWkbOluhRH+Op8AarYwYnTc9mwlignwu+PQTVFrR0LfPh2s9VflhBKaosLtaUJGjd
emnhKmZ9kPrPcfo90c6eB5fEJxr+bf6jM/1dYQJp3ygOvk9uLF0PWhWIVQBLRm5tkY+0RWaNnPPC
baZi78WP5PefG8Vy1NDcl3L7uY1/wfigDw9D9VomrW1dpuRx1BKHlJKouH8MxKMQo/XQP3RJAh/m
gx/ZqbBF27C+RXO5lTo6xfTlPG+gDrVliQO/s/O7Y1ANpKoJEwVIBExOVMnJQ4C3tgd5KE+Npo0v
cjSmx1BprR2NE3ljung1mjC4PYw6zNXVJfxAbUupjYWicNXC35fSqUZ83T9nxkMmONOrYoyojbzE
P++fy9vuEtcITRFRplfDQP7SAVPXGZvJzApXDKUDGOCcIWv/VxIUtulr/1bFkDrlYP4dZ4c4Q/PX
9J/7vnf6YuLNEr75MPCopX8qhN+1EtvmJvnBmmNheJPuNDmaBLz8+pYXkOfr4tAWbl/0fxNfWY5Q
M26tmmlzlgtG+ZXYBEjTCepeaPP6cH933l/J5VHmS1C7h+NlZgC9Nt+YbSaYWVlAQjfBDlcOKZWy
yPTb7xZR+lNf6t4MvJ9QguF0n7quhBfH6pT63ESRXNij4RePolr7fxVZS0OUA9U9DbJa9HP3BBbR
VIm/b/zm2a/f/OYZL4u3AVm+nDvWI9EvC1XkHMnjQ64hwF56dpQRrPX+Pv2s6I+B50yV6sCHsvGs
rp5hnlQE2WE7xj8v3oEmHmIjsuTC1dPfhvccmDO98mtSfJ8q06EDu7d0WzLrF2srbrwN5ji9M0Hp
TLkwa05ef6gyqcvMSDnGIYAquByM4Fe6CYTeMrJ4Uc0hsaiG4lNl159yu/tSe89+b9pdVeyi6JQm
b8p3Q3uKKRMChdnlBTnQxrM3v2rXH5dcA6ACHX4g9Hj3xTq10lObsS/cQU0OStp96cQtdpaVwgh5
BdS9VJRQpuDSXduAUVTshiotXWkMnBjofILwLWj0c5g+BT4cS8bolOLX3NtY29r2UvqZ0WngLxne
vrab5oqJYmVWurVmESAHrecImlIy9eVv4jDn87DcR403Cu9BXo+WxbWtahBayAOr0s3QFwob9blA
sdBgJFfw8e5lcSoi4VH2IPazssvGBZ3f+hvbOHqeZxIPSkHXtktvGsuBsQ/XAofH4CqvpCEGOqCm
yLaYhRrKMd/VOhSGUV0n+2wIK8cc+/qc1xW8jejL2fd/0W2Iygefoylq4LTrl3msh3PQxl4sXSWT
PwO7e9W7jP03fubaiAJxdjKGLUcxf8vlHsxlG4zCcMiZvt4DTe4Yhe7z0u3qaG8EMCfrxXnsXWql
cjkij+nbVNudGK7DbESlxps21rx22BgOmWtx8zSKuvgBSgsSnBYDh01vCYsS3Q4SnYcW/Y+ttd7G
fkwpfzA1/5QPiWbUpPkUS7Btd/n09zBEvKy//T757RfSw2RUTqX0T6FuOaI62kOcPtad6viBwXMv
HkftNBRbkJK1tdMNQESTcF28ocVq49IqYyMpXSbzbTERUeyEGSHb2OG1ZcOWN5fogD0R814vO1YT
eJVJ6F3d6451Idu1aP1bqMWJmdz9/QO85rIoxICNmT+oqi7JdtRSVMKhtSrX9IR9KRaO2Jlu0lT2
kFKCmTrhS54LUGiW8bMeHO4bX3HJgFpnbVogUMRui6eH0nJuQMxVAaL5kus/R2PjQV/ZRxJ5RjRQ
EmZUbOkuClnMBnFqK5fJRUGmAT49y8mzv4XvWDkUIHXA6bwXRGhaXn+uqh6Vdmqnyk3Av4vJfoRV
FbWC+3u1aoRQipoqfT6gF9dGatEIkwK8nTuplVMGsMPTCO23pklWd+w/Vpb1bzHsGl1t2bEo7Q5G
Ijii8ruUf5jBf/NlPthZxgO+GJZJj52pOZse5Bp+ZVvRsYi3nNVK1xa/THtUhrkZh7kscgpZG/VR
LnO+E/rEEBwoHZXWFKFZYA+2BREk5IDZkcgqeOs683j/q63v53+sL45GEmZxXyIm5MIA7yhKZYP4
I9ZnrBWey/um5gBx8S7MLPuMfDNDMMM9rg9INqihl9dJzQHRxYNSCslRkDtIP2nMJ71UwJ8li7Mu
YfqsA6LZ37e+djwV+DLo1fMmoZlwbR2MSS7lQPbdsXoFCX9IusiexnzDykriOU8hASN5J/QHGX9t
RpCyupX1onbLUGI6qOwOuSIfkFV41OT2YPnCU5GeoLE4W3q7iybloGnC6f5KVyAm82+gK/lOD0+n
4fo3yAaUI5JZ1S70pN8L81kDdYuU5n60Ehs9m5aUu8gEVBtkWzbqzC6l8kmYlFNQ+YdO+yIFW+n4
bPDmyxO8E/dB5nLDP+XnSPfC2VO7gjAdR4TizfFFqX6Y/qskMm2/8Q1Wv/QHa3OM9uFNNoNIFhIg
PK7QFAwWtbE96m4q51vnee3qzCnJ/61qGWYkohARa9Zu49lq9sUyJ7uRv2WbHuK2oMnnpIlJPVuB
9G4Zz3ZioQYtQ4MuwTlU+/LeD84Qd9i1pO5HbWPz1hf1H2OLsxOmuZZqPsZQf7es7775RutNofh2
/4yu+YK548ZkOdA51K2vv9FQ5jyKw9i4JfG/mP3stG8deKd+OIrxF9l/jPNv9w3eXswZbjXnzRb5
PlJEi6c8VLpJ1nwhJyotnbDPdrVW2iWIZZCplniKn6K2PGpxaGvABf50jA8ixLmrPo/JAIGRl8N1
5uj7YZxT6kisNwKWqGrsupP/dE+BuENZy3wK4RI8YYtP5zejJk66Tp7cvg5n/9zqB8M7SsKjknSo
CG+g5W5u2cLa/IU/3LIkFtp4FLUCsJErea3Tq6Fdylv4ylt84GyGCHsGG/P1rMVBMTLLizzLLFxU
6Oc5Ab10EqN8GHxRsMkx1EuvRKCPSaROqZnlR1mQhb2ZtMqhGptHHrLSprLQ74K5ZXj/SN3cy/mn
AYmZs1pARcvC+JhECHNEyMbWIdlMkR0UvFmi2X0tPiv+hrHb8su1tWXg05aaX7U11pKCySq4QtWo
cdCtcOLcfBbzzq4oBTVRYHN3S0M63V/rTSC8sL74DELTT0kzGYWrCR5cX/rkOaFRbHUk5xN69U5g
BXQIlW0cgwaPyPWZMokOzM5jjWZ6nIpTpJ06gYGgc0pjw9i4Lau2KKTNhIgS1DqLV0KcIj0PIoFy
ljEiIFY6g/dsdk+1KJ7KPPoC4ncraVr9hMz3IwWhEyFQ07penlKMUWsNcelqDIQzQvnLqD6XvbQv
YpSUdpUh7euxb+Yexp4xbPf+F7zNo+bNRXCAVwQiQXrL19azEeaWtOITBirs5vlvING7XG2+BFru
DpHw3BkoBff+qz5tsaXdvCnvlueBAYbvqG8tQq8pz1NJi/3SbUrx2EDPIvyoausIzdD5/hrXfBJI
AQmtDQRQYNC7XmIUVPBqVCT+YoIWoV+aihOYFb1fujMb9/H2QnCbwcrDXzTTli+L1107dqqZS6Wb
TMnkDEapE2U0WzppK0eGctk78RN5FU2fxY0QkkTnPTJKN/hSt5GdD6bdJ0eYZ8dAcXTvMJQHM31J
hK/3N/KdZe36JmKXgwJanzeFqYDrnRwa9GulOiQtqGQa9AERpDYQ4IRiIRyhFZDpvukR861xv+sZ
lGeoDN0Cy2SqWuySN9CCEGH5VfGqqMGwrzLxywQb52lE6srpxT49pEJ5KD2RKEYVX3PVD57j0VCg
80h6OAnU7hBWpmQLhlBtfLibyAOKDUZ75oYdcfpNw36ays5UkoCUXqn2URXswaYfcphXL9SjWlTp
bLnt9ve3c+2w0Bq0dJjl6EgtA3INzHNspgX592SBdBUZiG0msdzoMr1Tni8/GnSyQPfpfBP8L/yL
kFU55BZ55craox8kfw1j7QDOnDlzKTMcmyLa6YIFpU6/E9Gk8/3pJZiY00HewQx/KnrKV2S6JHcK
6oJx8qnoGYalX1eU3+7vx61DUEDiMmEFFTVR7fIti5W0oIOZVm4af56GR//NY+BF2pj3vH2eMcLb
Tp0bTY0b3gn6psNkmdRuZO9SNtNTFHZOG6gP1CZ3VrAx3HvreTDGwASAVKbjYfS+vi+ZZzH7H1cU
cgzRkePyJEYeQcoW8fSqGfovTADO1ftlGT1ouDpyLVZuA9XFbsrNkIq9Ip4Y793imFzdPpK1WaIA
ev9lIlspkIUMqlS5tfwQWiLULCcEzO3E/8tvNjZv7UrSG2BwnflJSvYLJxeGZelHMLK4bSj8SmeC
58AOEJGv6GBL1FTF4i+x3MKWrRqlTcBMAkBKJjGuv1g+5T6IZwofRnv0PDj8utCG4Cd3FOKN1DjG
7a/7h35tQ3mS/tcgEM5rg16vN0U6CWyo4AmfNav8EUjNrqjK1DbSPmPOWjE32hGrJuG0phyBOyC0
ujZZGaWfRXMhoIzP6j7BwTUSMOmjn27O8cx/1dL3wMQGzSQMCPOBuTYFGbpEk4cUfxz+DglOnUg9
yLG+k7RzYGqHUny1qi1S+zW3CraItIqYEe7yxfLMQG4UKS9rl+4uTf1mJ/0puxydc+Yz58HeuaRJ
3/V6Veh35pkqDTUx02uU/T3UpwTksBXsmTjcB37mqMFW9eI2LsUkVCzv48Q8wfM3/ZBXmUIcqWOl
1G7oaw/Gtyhvj9JrAuUj1ABfyUU2nsMtc/OffzBX+0lreJ5au2I92h4M610J+UWc/aiUZ0l+LEiQ
71+DVYP0pOibAGG+QWYkfm4IbSHVlPO16eCbsUl4YcZH5HTTk9UPzT5vaCh4iM1suJk150koM1cA
aEqRtV0v1ayUCLInnZ2t2zlyCuqDb0TpLvebZHd/kWsncx5JmAfB6YEtk4suKIex8sLGTca83De9
nNmGjxO9b2XtGf1oZf4VH76dIk1SLFpR4+qJZ4eRtleDV99/U+G3+S8M8ebMGBKY+ZZtCr3pNKvx
2satxNKRhWCndG+h9FdjbRla2TdU0ax5nAKkKOCV6xWFhVXFjRF0aLNH016M2+zF8Pz4T5vRjGrN
Qzka2lMzTHDhq7rE6wO/g64Zl/sGpsGdAgSdtOB4f9dWzhvVnnlEBEoE5jYXGWaaZFalFEbjdmFm
04+02TVF2qL2WPHxgPOYQ0OshMOwHLDqRNUbrTBt3UBHFlNos8gp+vp3B6jqkDKi81T0er3hNFZX
RkWGYIa6B4xa158pjlJZKoUAm+E/TfBJSV+EcCMDWTnbJFg0xWDaYr7cXJiAza8eTIA1bi3S/Eh6
Td4JBaixFkWeXQ30ZeOIr5w8he44eSNdMlj/FmcCOIQ1yoHWulltlYex0Sd4K2Cmu38k1j4WdwhG
SHiUaPgtjoTmTYanx31LgQPaFa96yifNUV6lsjiYSfZ639ha8sgIBS7tHQXGLMX1Z6qLTgz8UOtd
C03al6BJtZ0lVLLLrJJ2Eki8nKC0IEsrBfmQiKH80Ml6d6hiuFHu/5K1ZQNkZ/6POGRm47j+IaUa
0X80ot6VGj07qgKA1UoadnqTfZH1+NPI8d44oSvlXiBDlJEYhGTiAp7Ba5NWXdS1pQqdq08hbydI
uF0lheHBKuKG/laRv7RNJu6ILYQX3pviMfUtcmsRSLVoCFsCnSvB5tWvWTw9AlWJoev1zh0asdgp
CHbvO90SHOg8st0QK+FDWyhMubR1+yB1/hYkY+XNBY5BMAHKcuZAW5i3yibM0zTt3YyH1qjMv436
uUl1Z2p+T+V0CjxxS/l0dcEfLC4cOWNKFrqNWEwCJCq67+Vb7FWnec4AqiXjaQz+un/CVtwFFUNm
Eykv0d1bPrg5UODM0/PBnWA4zNzeGmxvpEixpRG64vlUij0M/THSejuRohidpkFbPbgRjLFtCeVE
PD1k0rf7q1mxQvsOFWmgqxSZlmmeCWCpSuR+dBFReULCdtj5arIXmnqLk2HF6/HaogsHJoxxuWVl
Tuwbf4KvZ3KjThceoOGud2UhlxuB162VubmNCi4eQOHfi7tY6v1Ywr/XuUKYAzirbHULh3O7YVig
SUYuB2ac1P76tpeBL/i+x3Grx3JvleChDSNyEL7bcitzknad5syGiIFoJRPbLZVbY8LSThqa3hXH
Z0EJnsocqqwpep07SLJdTN+z4F+v/4kQ88b7tLbCGYGvU95kL7XFhVL8LpCYBxvcaizRY2yYvsud
xvx9/+CtfCmwuJTeoQaAbXKp9lB3AuqTCGG6ov+pKCK7nf65b+DWE/GVgI7zt0MuTwZw/aGkrosq
PfNFtzLyfl9Eokq2rw8XEEu7LJ31gtDO2A+9lm48hmuGTepvJFYgiXgTrg0btSYl8RSKoH1N6GkO
+oB+iOAMohN29KP/h7Mz25HbWLboFxHgPLySNXT1zJJalvVCSLLEeZ759XexL3BcxSaKkHGMYwEC
HJXJyMjIiB17J1tMoSvfi54fX4pBLmpyy+ZQaHpxr3bB5JZDa4v9nR539jAeb+/mfHAW3sgAANUt
zvA8n7E4WDHFFI5rOrn5eJfWPwJFRQD4ZS4La/mGqY8Blsl4HvZU09A8+8BeNxbZ0CtWNQHWNg9D
0p2nXt/16OsYwnS6vaoVJ1TRjqJQygbC3LnIFqhcVmYodqLbpYnlGK0Y7KqqLDaO8soHogfDfB/U
Bry3l3Q0npFA8m4NouunvZMl7uSXjrFF3DK78+IDAbaFHhGfh4dmqYYYh5XQeIIiumW6HyfUrBFj
9xPUMI+KAuVd6u1l8fvt3Vv5UGC9YNuFlwaijSXNIPhWL441QXTbQUNIoU4hX4z6yY718tTElrjx
sVZckEYdlD7Q08Devpy09qRSVUu9lNz0udIypzSMgyc9mMBLhmxrRH3NFiwSskYI5Bm/BELkrWwV
tadLLjXjMBx29RA6YRy8FPJD/+n2Ln6k9mBSnSldqJNVhGbpXV3HC2WU2qhKatktBPXoDU+B4EP5
VNk6rGaF+GOsbRh/YTaQDmqWPyWdtxeDbD/1xakNpOfC7w6iZ/11+0etxLDL37TkP2s1Bs7yoZDd
uAj3U7gbvIOg3zfqMTXfWrXZOCArDcO58kXhCxQpX3c51zQE5kTrLhZdQb9L/NT2lM9hleyg4zHS
51h4o5HHdNPh9hpXDj/XA3Igs9jZR2nHMK/UvjEyyW3SMbB7oxsYM/OUjWi24klXVuZDdFE5MVK1
M6Y6ktx5XbnG8IbUQJE/Ob482kq0AZVYszZrRRIIeJQwlHNtLaUaFcRlJ7k1esLwjsveE6N0Q7NL
6w0PWTn885Nn1lCmwKwtKxuyFhei56uSG1bGXou6GHblqIOSFkRhlmwVfVf8kaqGTLRBgVfhsrte
V6n1Wa+NnuRafb3zdP+ZQfNI+yx13yQBdZreve0aK286UjvGF2Cmom9HfejaXl8ZcZIldMZlal1l
93nKfytZ42TSeNK0/ZALB9OD2TN+tGLrsfOGDaf5yHpHfJv7FGgozcns8sqIjCbRTb/k/KX/jJH/
1wjbF1TvJ6HR7wtDsUegJ3GlHMmcDpEkfq+H0fH17lTmLgxXb+EheCzOTGne3paPY17zz9KI95yb
OQdehKo2QcyiNHjX5021UxJsqq+V6Ur9ITH/jqJgH1BspaUS/2otGwnvrgI1m7x10H/W4i/YaB8j
xlk8a+uHrQUQfhiYS+BkFswii++VZNDdAxNiv3hXjGhRRP64i8LCNox277emPaowEyTjsd5UaVkJ
IwapCiXYWdYdMq9rV5HKPlEbs5fdtkUzrhO6EqCwsKVYsnbcGDKBzQSWgnmO7NpK32tSBihGdtXy
y9BHO62eqDIoBy/bovlZCSHzfx+cLoijj7G4jkIlQGVbdrNJ2cWpvwPRAEeFb4ewRhTm/rZLrVsj
SzZlUmbeodfrSv1BYVCfD5dGpnEotdDa+0zDHQY46OyBasJvoQ+yP88kEGCDgYY20jsQ+tpoqOtx
YBijTGP+i5YZO9Cq+1Z46pv2qGdbBZkVXBm3C69F0uf5vbOcoVeroG0QfZVdSZj2OQJQLeQHuq/s
J3HcMXzseHpxp4fPfvjdKqL7tv+nkO56hdn5sd84wGteRM2CaV6exsy5LXZ70HupnORJds3xZNV/
9d3nyPg0blF1r1pRqSYYQJ64cRZRQupGyxgaGEXFKHmVuuFJqdL8qJnND8/StwAPHyHIxKR5WgOu
KFoGH8ZQRj1K85iI5aY1RenqaMUHUMAHrY7vB7H+5IfnrPtZWPumVe3JEvdy0uyS1ODPxs4ot/iQ
V9bOCVXn14TIq30pxjNl/ZBFWaK6eXq0hh52i9TWhs8QsNw+Nx+x/GCBLg0tNtn3NCVLhhhD6oPQ
g6Xw493YooZqDY9KFn8azTNcAJV0ymSkN6bkS1oLGzoyK+8apjRJNLiXed0sH56R0U0F4DXVnTLP
34dN3t15USU6uQq6+/ZyV4LspakljAMlzlAso0F101x8FIbkcwz9120Ta19uHhUA0wUokHfnIijA
Nlykoaq6YtZo51qm+5r2uXAakDk9qNsF+jV7fEKKPLwKmZlb2MtQh9F6To/bjdm+0pqdbrwVmrrz
m40e1NreXRqaf8hFBiq1YhwRD9i7ElaFLLR70729dWuOwFEHD0eEAzg+/4ILC2ZbJd0g15pLn6ZE
v9MAKrsBsVk75tTm/7Wx2C4ELQpDTCsNA8N+LJygPllC/CB59WEUT4UMQnUqnq1k1w6vltbdt9VL
0b714qFiBuH2cte+3OVPWWyoODPYpmAMuCGTfS7XzrypIfz11tatv7qxXFIk8lBRg+i63thRq0fe
jGxskkBik6Gw9SZHGyXTtVyXGjNZHU3keTx9YcTSy5JZY0NzvbRJEjuWavLMQqPqaFTdLvcU/1GW
unOnpkYCwjk8KR5jCHlrFI+mGmxBy1c3l4uZaT+oNUGYXy8ZNiRvLKHQcnNZtY3pwQteEy9y/tvW
XthZVOnCFqCW2FmaW8WFnUbfVFi4OmEj0Vg7enQV/7eYxcHIWz/zgwojLKRWf/bmFtB3bbfYKfSl
IAdlcnFxC3gWqBHRqnQ3sH5W0gTg7+9JaXnt/f5jl6c38B4WYUqjpHr9VTyIWbpQzbATQJNSI5mw
R+Wp2udxWD4xZrO1rrWiyFxlpL3CxBpYrcXnMYq6qSIx1N1e/FuuYfA3no3+Iauz5yTwHR32w3jU
X0P9GOl2qhl3ZnPq3tQY4o99tsXqubLJSOf9/2WLxt6ytNaq+RRl8Au5Hq+eND8Llbczqmdr3ELe
r7jLlaGF77dVaxZgFnAX3bdpJsLf+udXNo5CsWOezScTXBQ8Y3rS4uTN31Ee7CKiHF27mne+7Swr
UQsn4Y1IPQcIzLJzAVllY3pFq0PfcKQnbIfBGRrZjSC80nLW6DiTV4v0EPQP3GVd0QTayOvdLZNo
fOw1702AxGbXlSCLjCQToTO2AqhQVa04SZ1pHuMphvcVAFB8+PP1UgYBG0HwnEF+14dDASk55l1i
uJL1ZmgIZ+qH8r90ZQB3MNYDZ8PMyrG8/8J+6EujMSginyAxUeQHr97A8K35+aWJ5Tpav4ilHBOW
Qs0okL63xdc2AbEvbcCHtwzNj8KLfCGQgoERgNJwlervODB3U/fmt27XbvUct+wsbzbB00WzbbFT
n6Ze+5T643MRhr86cSPFWvP4y51bhGEtM5Ou8nIDj2dAb7DrwISx//d/cLN/PWCZA4d9n3hSXhhu
JNLXRKiqC+9Tb3fbyLwl120Eqnl0G0npaUrgztefxmgbT09Gi0Ib+mZ7IpLs6PGo7Kt8spwQLHsQ
+sFdYDZbFb6PWzjP+IOChPWFZHRZ8ZqUJmlRl1Bc1PWcIHoxaHIiXPjnq2MgD2ZM0m4o2xbhT4kG
xfDUSnHN/rsBGKunth4+xt6p6fddvgWa+1jb4PHD3cUEMnT9ZFbXeynWVdkZ8qC4dAMZIYvCvdwm
9V4NjV0BEfbUdBvV34/+jkHiLf/Mr8OlZqA1DBUNGElx+2EftW4FzD5L7n1rS1Hz4z0126E9Qguc
atSSD1nxIVfM6XS5FWgbhyegaSu+tAWbXl/Nv1YWh6oIew0gvazA5tHZWn2cC+eDD4/MuBGO1lyP
viZdaMirKGsurt2kTssoghjIVQXRSfPWDnPN9vQNK+vL+dfKIqPxh7LU0obl0A469PFzpSA0IFV2
qW8k9FvLWTi5EPBmzxkad/E+u83OQfnFNL7dPkhrHqDPhOM8/rnxlvngNE6h1igcJKSh1YcoDbuX
maljoy+0Fox4iTNgzjOZFGHxYXKr7RN5alS3tT6Z/ovG7OHZgs6kkLtPvqCUdigPw0bKvnZoYTKb
3x7EInGJU1HKoo06VAVc+Bb3ZvUL4qkphT60G3cIWh5ub+OaT1waW0QI0xvqJCoEfEJ+KsK/1eIU
oFyubTjE2pLg6p9fkBDlUJW7jkNC1zQTcnOqK/fRF23YTxbqaY+SHtw1tBFur2jN1nsBHkEZZoOW
n0xJyrAlBqlMkYXdNz1PbV/5J226fVRs7N2KC+J64ATIM0XI4udjcJFEyKo/quYQ6a7vTdWpT5AN
iZK4+vP1zFGOgRFQS4S6xamtGA2rWj8m7cpaQF6d5nZS5eQ6BJCCF/3QQv/r7Q1ccQmAzxC0zN1g
qv2Lj6VNaqyDejXcgtMHU0uqOUapPSS02h1tFO/+gzVAbO/0rtTxFg7YxD3UnjXWxkaDPqnz6VTu
EDEYWmeQJ/OHDiRiS59jXsEixZipJBFSgjCJg7aI620bKqM6cUsJJcPLijOltpCdosx8zr3opfK3
+rwr8VAmigDxZUQLnsbFGktE2K201hTXk/qdnn9Pg8GZhi2g8up3u7Cy+G6Z0kxlmRM35OlO6SQ7
a32mxjuIPzbuka3lLLYvEodYi5jAcSV1ag+plH/X+4RGl1duKZOtPMLBdvCpoBIgxkvicueUPsjb
yFeh1R2O6uQKY/ha+t1DRq0kaZ4txZHH3C7j7K4yO7g3XxSkGn0HraopTRytLJWNR9+8tg+uw7gK
E30z++ly7DCT00r0Ck8Be/nUWN7vMZGd8DnQj5PnFjX17rj3/8MJAR4wN4sgdIHf7DrMQB/BbFFa
UIJTZNsQs0MXf0rHXwFkJreP4sp3pYAD6dTMoEmxZY53F/EM/VdDbARKOaPwbAouHYNO33j9r/jo
lYn5J1yYiKaxiGql4fU/TeHRzPQThb9u50VQCRBt8o0VrUToGbk6Y3UgGOcWvzbndz38KKbHvZOH
/oNFed1WMm+LB2dt32SJsr0B3QvxZHEeTDRfwqaLNddvIrL5iKYz9BCbnPorFxutDrLqGX0wK8xc
L6bWSeLHLqPGre4j5ueTDD4PIaeZ9yYO1fG2L6z4+QzbZxwaWBBNrcXOpQBlEzWhwuxZ3ZGhIafv
dk31Ixvf6iQ4iGisx1/+g8V3CvhZxgJSwevlFVbvd2qOxdGX35QgiO/bVHmrq8ZwmI7gDkrC4NSN
gsAoKByyt42v+SWsJdT32WD0ZRbGS5IXTxQazhiCr6n8bWgDO/FqJ7bc24ZWPyIzPyhu8SxjKvt6
lTpDX7o6UckTmmTfiL8a5btRnZu2P/T9xoauQBJ0zjGVe1wGZKa+OGyNaUSJFFNqM7vxEPXlm6/X
SKn9yrPUoXbl1MJwrH3vlX77xrlb20466bR50SFnpHYxrNiCn/Rza4KJSM8Qy0bLUe49R2usF1MK
f9/e0Y8arCguXRpbfLsGTUnm7aE90uG5DNFA0UVxn2pJ8Wh0kvVTArx5Fyqh/mrF3X2XTsWTULfx
txFdtUMgmVNre6SuvlPH8haIbXUfaMXK9IeBlC59Ogp6qR/MBC2WMv85Nt9kv4UpIP2Wepvd2HmV
i4uJmgVIKKiXEVNcjq1FXln+f2TNR4QNpp0g7bzMuGsauCAlO8hKG1rhX82QHmTp++0vsBb/iH4i
aHcdAP9SDqYxp3oEc2O4Zv7sB9CAy/f/5bmnQCgERI9WJSXwRSKQaElDRZX6lpc+5IAR26257NXT
QtRhQg5RIJAD87e8uJpGKUvNoUM3RxT8I1jjU2KhWWIKTgz5e+k71SCewqp3Itgub+/fmpcw+0XO
DTUan24R2Cmq8cKcT0vu7Zm32Em1YTfqPdQMG1FuDtpLH7kw9L4FF0u0kk6IOxjbXD2AJaFzJO1R
kKicCDDhoZlsKRvVoDXHAA8BUAsa8Blaer2lrVKNplRYulsUmi1aOROwnh1X/6FwB2XY/8wsJ7+l
ZlL6aMJMUBnmS1pL/d3QDz9hKtq4FNfSCbizmQEknQf7sIg0AowxJVVCw20M306byOmr5PDnvsDM
Kdhznsow2MjXWzZOCsO0k89ZEsBO9rUDVCaV4a3IhD+P0bgb3QtG1Pg4S8DaWAyBQLqnu4b4pScx
mqoHT7KnbEsKaOXGu7KzcAKvGaY2jVhRUp0M82zC2tQa6c6Q3dFoN8o1Kw73ry3GiRb3jtW36P/M
Dic2ii0Pd4KJIrh698efCCaPGZfGg44Ji8WCpjHoLBgv3gMFrEJKBpN6MFWOVAGUrmRji9V4xeuA
Mkm4G/1P5h8WqZjVSKZnyryQy+ZnLulAQD/dXtDqrl0YWCwo8qdJ9OitI6v3d5w810rAJXW6bWMl
xrEI+vvUFWCYXVb1Y7iv62LMDFdrTpL2u5ge0VWoY2sjws0/dRHhrswsgrjaKZJQtSwl0UNvr1V5
fLRSirdZLoVOXY/f27zVTqWeW5+CpNgIdysNQWA0zB5SMGSVH5ToFasNvCkbTFeLakfuxruss9Xp
jaeBbSrVXRB8ktPvrQaQYUsDaAVCcW16EZrkUiin0MC0gk1Jae6rajpKQbxjNKz/mamJ43vD3lfU
u8xCpsdLNip862tH7ovOIBw0UKlcB64+jkS57GITLHt+aAf/fkyCe16r+4bWqOo9yHrwEM1jVpGZ
n/P46233WjsjXDLkPtRM56nma+tlosYoIo6mK3fIBSeJHDuhKG4lWSv3Jz0ba5aHge4bzO21FSYE
kjwtgRvPHARD9XeUJ4cesowInqfw0Le/by9qLbOlAgyZIrkVMwLLF58W6bEweCLwZjCww6fY3OU5
EoJ34N7vYFfdNXq1m8zPQje8FaVdIYfWWVsV8LXwDa4D6A+PMour/HrNsYYcrD9S5BR6fd9b3Z1P
dt36+0LXT/7W7PRalABLyQMMizSaF5HIaEs9rns66slQ9Aczo6OT1Ip2SuVCP8hmunU3rUU+3ntA
PKgCzjOV14sbR8EXkP/lnWKBdRC1QrGpiiI8F8kb7YrVlaEOy2toRj1oi5vJ7BL0YDtWNnbNXVMb
YMH7XLJL/zEI9Y0LagUkj3teGFucRa0B2FSTarqDFGqR3Y+JfldouRnbAEfy3SROHdQnar1T/DDf
S0O61+Qot5UGnVovF+1sAr7aK1As9J4hvZp1Ue6HpFTuSfOzO2GMIhT96o0seO0Iz1tDb0iEPWxJ
MhfQ8hKrVAdNkY9voiKf2K2NAL1ugozHgtdjnru5/txxUGYj3VLdDRP9VyGV30Zx3GL1WDsvcx8Z
mPVMlbkcJJL9uB6aRmPvtd6hXX6k/f8wmJ7jS9WxkYONvv+aX1EVnF8PtCCQOr5eElRYaZhDAuNO
aS89aUpCu2O0+qMqB+OPZBg693ZMWrUHvdssBc0dZy3CgdWOtd5ZZI2BotvaOB3COrfr/Km2ssNt
S2sfi/PCVB8LI9daOHEqQPUE+pX8tDPCAzibztH1couRfHU9ZNvKDBZnNHwRAYpaG3O9mHOfrD/G
cn5qOtmZCp5HibWRAq0u6MLUIo8ztTCUBp1GDgSj3S6EMcc2U32LImUtpJEl8iDSQMtpyzeePDes
/SAEQuPBLCToyIEExtQdTMvbeqtsmVp8IdAgHX2pOdvO9WOf6qbdhsjJJMO0kaCuvc2Z22cYki4A
VAFLNnWvaIZYVyNeRdlr1P0WDLDKyTEZDqER24i17q3w1d8Coqy6BhVQOpbkrWhBL46WZJWRFWFU
K/L7tJ3njPJXNVAfNL0+/wdf55qf+XVnOZyFawSl149dAhxJVJNnJaCpIuYbl8Laani2kpWCVWPY
c3G1NomvV1Y6GG5XNqfeqg6R538pAvERTboft1ezFgIvTOmLjUt6My4nE1OxWt9r+q9Q+Utuy4PF
4EmUbthaWxbMWtBN8/BjfnX++4uSBsO6UiGlRAm5TR/D8F72GU0bSkcAEXJ7VSuWKIXPIyWkf+R/
C0s+QqUQ3pNhF8WUObwgvkpMppoNdOGmVW69ZFf2kKyLShQlKb7asnQCrFYZlSqw3KEOj9lkcWvD
AeuMQu4McfsrVbxkw0FWwhOKzjMZlUIVUV1eXBkYorIdcsvV9ORXGaahkw6C5dzexJWQwUgjdyNt
LO7H94z34nOlEpejGbaWK4GVt8VI9u1aDz8Xqna8bWht/yjUwP8C9hnOw4UPelZQToFSWbOucp3d
W5Vw0DGW5IgMK3/dtrW6KIsi9Ezyzv8vPIPMshitarRcvz2Ddsmkp7jdyFzWnI93wP9MzMu92Lc4
CkJG+zv2zVIdyr8HtIohk8h2Yb/FWbe2c+T0cxpO3Y5M8dqUPIRp2ZespjN+dJFyn79VSWVPxXdy
nf9wpGhY02iCpJ7i5+Ij9ah7Q8IqWq4RPlb1g1w+Dn/p4j+3v85KSQDuM5jiiQXgKJYVNQY2hdpk
iMHt+291+EVS31Jr19eojfgvshrDSLTxrVY38MLgIkXqtF4zfXmywE+g26kne1H6Gk+vjA11Zb1x
aNdcD8owEkAAdx/JpvJOlEbN0yxXV926/9zlr325NRu/5nukYbNni0DQl1L2kw61bgqPnNvJvQPf
kJajLKr+luXvtz/U2loYrZ4hnxZPwCW5WxYmdSPVkuV6QRPvgF4V0GiK6VMmZ8fbllZXxIg6aSUE
LcxFXru431CDnlQPv1O+iKpk5+E5tchoNxxhZYYaVDgdEWpeMs3nD9EubZDIFUUPjmItOrD0+mRK
Te1UKsR1TRlkj1IS/QWhXrWn2jA5vdEL91luZMc2lYSXaJS6nToF0zENFHGvdDEwAwUyHhmNT7vR
JH1/e1/mNGNRPXvvfjKayTSstkT+lKoxDg1TFS6DKU9e5b9mwmPmfUq67qhRvB+tv2/bW8vrLg0u
SR5EgYVImue5gSb/Y3mSYc8clRVvSxq1dhhLJHcevB6xXalbL6c1dwPkMPclKBx9cDdzSuIxVkzL
DfvvMDrZQvPDLLZeg2ueBlfhDGYmjaQLeO1pRp+YSthEnpuORjIT/MdHKVb+btDqtam9FxsBdSX0
wDI6M1fCLgxz1/xzLq4JqYc+ogk4qpp2lsPfZYsOanjWA/iGog1fWQmr5KtzUxM/gfVxEbutYgJ5
ViSCy9D7Ts2jY5COjtQ9jh1DI5Gjxmhz5lsXxso3I3VliTTpGHRfhoiyEiDvH1XBjXr52AEu9jL5
YMUbS/toZYaKUPLiRnoX4bzeRV8qtWEo+GiyVaM/o9qK1dmyulER+phvXVtZvJ4K1ZMs2tKeq2e9
46n5LtgaTP7ofLMFukkwsVNSW2asnjjDUvrMQ0COae6vEIHuhOYp7V5vn+L17frXzOyUF07X9mLq
KWGOj2dC9RBa6nQvedldnjHefNvSR/emtEzfhXcg3ON4+LWlNKy57DrZmsHzqWc6ongwaNxHdWTH
ysbNulLQNqCtxBYjNQwiLNm7KmVoUqko+D7NIW1fxLFzNPVx7FNHSA56/JrIn/1eOCRWvlEIW7k2
Zsszk+U71cUSLkgqWdSFxnfL6x9S9FYpdmZMdpEeCv0oK+cpONQlQI7QfPFes+ogCnvBYOj6RQzi
r6pnfq7SrTmCj4edX8RmiFAZs/3L8drA6zQlpHYI3P5b1g12qDtdfk/IHt7kNnD8je+8cjTo4rwL
64Hk5Qxef2eKFlVDNue5fkIoqTpIeGHt2NJOXfHbOSWER4SRFki857+/8NteEP2p72u2GUVkL96T
fiCM/OW2y67sHABhIjJ5hAZCYl7qhZHcCONeEAiTUzkcrNpJui8B+Cnum2LcjePP1PjntsGVOxXR
JepmBq0oWKqWtRJJ6dUmayrBNfJ6qPalIM1qsICYkbWemuEH8vaRbIPETT8LFLxbpwRYhURT3Vh/
3rmcHRi+trmkj6rRYvFa3ZWoTmuCK6Ua3biy/D6gp77xpFzhIcDKHKp5q9Ao+fCKGLvBGnOFBZuJ
LcvpSTWyHQOrtjKajtUckmxfN0+mEr8AJj20Akj6fn9709dcCVZJMK8g8GFMXCy0qMZY8yxDcIXi
a22+KmMGPeIfJ608L5kQ0SmFosGyfJdNfSv1k5T658iHP1zfxcWTNUVOG28kZWtrubSzCLIGOrJ1
oyf+OYiAhozlfTmPIRQb4XUllF+tZnFphFNZ+5oes5pookp5PzM3aLqdIcfXbe3cqocYMws2YZzy
2nIctBwYqUCt2z9P+d+Jsk/UXSSZd6j0vWrqKSiSXVS9aklpDy6kC6d2KLcQKis3sQbzKMkmNQ/0
ORYBrRc0Ofcm1T/Pz3dBgVlNeTaS4Lg5ebMWbpDnAocFWnpOYa7DjZVmphGEVXBuXsfwvg5/DdVD
U6AB53+HjsATw62275zmXT8ZYNj91+AyDcwmrVIrsQnOma4jv/urFKJ9Ni/QQ65WfMwl5JfCc5FE
9Uaq+/GtgmGKO8ja8PIlv75e6Vy4N9oJw3FVHGJT4z78q6cPMaoUhZ9M9INuH/G1T3hpb/FmzJuU
AGnUwdlqJbse3Sn2bGRlx03U5trJ4O7jaUr45g+LhZWarAx11gdnOb7Txr+K+iHQf/ZmblfGI2AC
cp7cf5Lrea5Kmr4N2adagJirO4blRsBZCwSXP2SxYiMMRNCqcnCuuofE/1bLX4Jhw33WTaCYNUt0
GbI8//3F7ZhY0TAFshKcC/yk8WRHjHO76bZKt2u+QoEYCgveKUyaLFYytLISWTo8PE2wk/JvQ1F+
kdK76NwYzffY/PznjnJpbHHWUYWq4r4xA/I0k3xCfYilV6bA5XqLdXXNIy8NLS6dMpVoXddGcA7D
eFeMvyQ479Ra4l25xeS+3D9A4Nw7M+6S97DF57r+TEbDaVY8KM3LbG9F4qGWdkV5AJCyC6a95W1c
DR8y76W5xd3QSmoE0j3uXZVITdFbznZS8GMyfvr6WdalnTn+M4YHLdxopS4PHk1nBujJB9/HBVDt
vV6lXGihpnmK6E5VeUgENbJVsz9Xg5A6eR2fmlD8fdtT1gySVvOEnlsXQLWvDaZSVXV6nEpgoiy7
zCCeFL8YTWx7Wuh0ob8RwNaskVVTg5hJYLnhr63JfW5ATFBI7hCHmaPVxg8vEw9eZX5tuxEBFnUr
+1veRQbHep4lgUCcxzowlmuDaIDldQG41Z3E2IFL/DFTpi+ikN8zrusgxfKqlN6+Kbd0gObPdHkj
Lcwuu09jaPj6GGOWauZvK4gdS6y/3P5wWyYWITpi7JT3ROC5fSzfp0lzoNWwv21iGRnn/hkQQwqD
HCPG8RZfqyr8oGiN0D9bfnqYDAsOXekurP66beXjJ7q2MvvMRfyFXj7svIScUhxgd0c3MFMsJ5U+
JUl8Cnh8NtYTLYBPt41uLW2ONhdGkzD15K7BqNIyVuIDJcqhMZc2TvO8QdduwNJmtk5wRGAjjEV9
aozVqRg0rKhZbSsVfMd17/TtfRJt9fVX1wN7PXx+lPiA7l6vp9eydqiLzD9r0BVmFkPP5W7zpvzw
rMMhqOLMjVsOFCXLhZVSKERTHRT/3A8GUEZfsGuDyZzktT5kcfA+EBRLerJjoNK9/b0+ejuWcS8S
SgoS8F9drw8qVbXOWoudDOSUtAPViCFSjcNtKyu7yEORfI4sgNHMZWlPz1QfumOP/ErOTgwY2o3k
n2J9g8RrxSuurCyOlS8EchzQHDxLpomQ7luh3wdNcRDKjTm3D0+O+XNRGeXJweufl/+83AsnH5Qi
UtSUlEPxvsdtejAhGdEytxh+l9VzWn9rRcketVM/AIXtjnX6p1PD7/Yp/wHSYVMZLbi2D4ARjJOf
hdxf0i7Qwl02vI2fQEVu5cVr321GXc54SAgflhTcsp+atRWQ40fedMw640nshDtDfb3tHWvfjckM
k8ovLWoqUNfLGYCFmEkwhGdJCxl7NqAVfqlFoG3FRvFt1ZAp8qxg1I4JpkVwQrKlMlpzDM+aeawT
/TSI+0AsHGPwNsoWa6cKkVMKmXCBzKQ9ixX5pR9nnRiePSX45vlpbEsiBIq3t+1DKjXTsGvv3Q12
Dy9c3FRM8GVClhXxOW3f0tGFMW03Sc0pUQ9mnB/MyncmCCh5XGwBsd9LHtfxd4bY8T9UeN9P9PX6
5HYUTV9RovMs5K7BHDeZR1Fn/OxlEKa70giPRuG04YNq1AexKXdV8rWK1K31f/ycAPXndzcNuHfP
uf4VmdoXQmT4ydlPQZKerPwUe+ehbR/DLr6DijMGyRE+G3FxNIOjlQ0vVnCXw3FLUNj43h/PySzN
A8kiWhp48ZKDtVJDhsO7MT2PyU+l+Mfq9mW/EXSWGR4fm/HyGTACxgdhp0XMCYJEy+UqT8+eptlC
+VDYEjJ32lNEtfG2X60tBu4ruvbIzNNDXbxxxshr0rYv03PfDqfeu9NzWNHULe66lY83r4RUlUYt
yK/FxVNNTQVZspSeAySkVYq0cvJD9MrXdPzn9nJWLlfIf9mw+dXNA3FZTDDCQvRHT07PsOA7IUo3
7dcmY443vs/b2pHGyNFVEiRvC2vxgVNy/mSXhhcv08nXzVGIMKwX56Av7S5/C9X7YlCPSVo4cSfs
Cv4VO3AtK4TudvxNWqbXx8Y6396C5RPv/YdQLJ65l8B+KIsvCucBCLdJT89l19p+5Nt+/znvTzqH
VzXg10s3PGjV3ntuC8AT7NZi4UaQmAYPfo6DNL6pRaNWdlJklZOWg37qFSliajFLDlGudne3V7p2
SnhwWTPFBZf0EmuX5J0wMKgNK43a3usJWa6xM8VdaKp/DcKwYWwtDEI1YXGVzOUcyAyuA1CZaFVZ
oTvESUm57uk4v6hREe7awttFQl84aRM2By1VkeyyAuGYm0by6JV9dZLyNLjzmzHemUOWbEAT1raf
DtNMWMylisrP9c/qGdfIxrLIzpWVPaqe9pbqyUlJvNNYeM9l9lJFwlZXddXXDSZDmK7maUNb7dqm
JtXB0IZ6djak5+Fr0B87heg7lEe6V6V/7MrAzrtX3biXpdqe++Pxl+S+2CK8me/Vxb1ELwJk9qzi
Ac5h4eg5ZOmm72X5ufJB+09Kae6lLhr/Q7RHOUafBaeQXnwf17lI/xQNKfFJxErAFRvK/6CNo258
wnfXWayEksUsnTrj9UBqXe9n3TdyT2EhO0+iZVPPVoWvSKz0P9WjOSLwUOxU704ORBu53Uq/T5Lv
EGT0Dx7cZunvMf+aPTPyOQ37vjn2vCg0+dCK9p827AkrbADCIoDwmApSF8e8EdooGyQmfvRoPI5N
/U+hQjgVVFsVvg/zT++G3snb+BN0IQuHnlKtlTK1y3hUqmgMF+YujEQHFOC+1e7FH0X4paABV2hO
7O2Ezf7oyk1Fu40JHYhBZuvz3198bvSwpz4LqMiKkBWYz1P/LEj3cfj9duRauXVBP5PNW1TjZiGk
ayuhbsUjkCAOrSeQyMd2U8a7KNjK6N/LeQvHokg6PzIZQmXYaZE0ipnlCULAQfWnu7oIbMF/6ag6
1xaM5fG+j56q4hhNPS+03LHMcxYeav87HBhogad2aN5Hb2H44g+H/yPty5rjZIJlfxER7Msry6xa
LJAX+YWwLRsaGmjWBn79TRT3XM/0cIbwd8NhhZ5U9FZdXZWZ1Y2ewnqXOuO+tB/QAfIk8Y1wfeU0
I/JHXhLUc4RXorAU6biVw+mWIa0gaGDYoHP0LB83wsi15QUQBNR6dNMF12L5iovlZc44j4Opl2HN
fyRoLk8g11fNEPL8c3+Bb9MxgLQsGk8AaEPxReTwy+jaZecdrcLaihxAxEj7B621vAkoFOcnpy88
Njeu4ZXL8Mqi4JOzsaNZiqR7aENMpC79Oit9lv9R68IfpK22bquHFAIFACsCRwiEkrCBlVQrtFnn
VThNXlZxLNWXyvrktC16XnVeQswveX9sBh1vcv2lJhtv/7XHEO77RaAA3h9YUNFHUMBtkGZApFUx
FzL5rkzSx9gedrUlfeJs+l5W6HLUD6/F2Lrx3M4bl8LaZsWpQv4VFUAEIILDTicSD+lEWVjKsbRr
u7r8OrWSvPFUXrGyyJFB+haPDVx1wul1zJRmtM5ZONatFXB7Ho9F1igbgc3KVsWrH6ENXq42Qjhh
LlvJrB1r0FnY699o8kRKaR/LykEhCrqOWp7FUTse/hExBd8KJA4gTcAL48ozhWPY1JXZ9EpVh0Xe
2VBgrjRvGPQtzamVIwED2B1g3yMZ9dFM4+Kw0zktE0lq6xCk61eZBiQZDlbCPWL+LuoN97Xi0a9s
CfcG0zO7rvD6DY0Jha9ZP6ftdDIcvrHzbxcLm15GSgjQeyB4RNyUgWaDpK3LJpT1Xd+P2kFXa33X
jNkpy9iTSprvXSerO8tOt1gnt3EmLEPxbAmEgIQVQQsUB2FC64YmnIpTleEB4zwh0yFlua85oRxv
0aBv53Mxh9r3whVC1lfcIYMKcItlNmFh+u1wlqonwAw2XObKZOKLgY/Bax51FJEx1sC24tCyCxVe
n4Gxebbb7zk5kwz5FNP+XpFA2wxvbs+089HkCmEz3osgZ1xfQLzham21WYcpY8Zu4tnS/BoYsPvX
z8rsgUC4dPcBt29JJFxbGcympAo1+7CxfknoLWBUkKX/dt/G2uwBSQ6p/0V8D3f2tQ2H5zWxmNGH
mab4MkG3EGSvT0NLvROamP3JGTrP6e3+vtGVbCyUq9EqDEBfPO/x/9pqxUuzzfOuC41Ce646B4Ao
7egMiYuyQ50aDzMhbp5n3/o89c2Y+EP2lNF2wzGvZBmWr1i6Ei9FRrw9rr+imCnJ4r7qQsji+uYY
4KJ0exq005uuPSmS7FbV4NUA626MfmVdr+wua3Lh0dCIseYcnYzC/g+3fVt3cylkEAKYfeMp/WIF
UxqMqItorlN61tYzZeXWvRq1qF1fJLOBSxfWZSL/aIZ3zvdJoruj0gbw4lN7gEAHePW+jkv3/sBv
PflSJ0GPISBg8dwU1ZdGYHGsbGhguXw3jKPKjzlDLa1357YN7pv6SN9dx8zXttTrOYasVZ7jBYAd
tug87Fn83OlfSg4GJhSQIQs41ZLLfr5p/LlsE+QbHgrnF8pfDQ/GjW22NWrhgatPqCi3ydCFajoc
0Q8MPXr21PhRqPbDpJMNYytvhWXcSPXCLWE+xUcoFHgtCCcVXchMqr7bGpdPyOY4kztXcvOnn3ve
eGSKuznIwUvtXTvOZOWYN01Z7fSB98EcZwX7VHcowSSFof9sy4xRl4zUiqqiVBk4pTk3gtlUyYue
NWrrQ580l/aKTFmxTyujl49ja2ba2ZbK9JlovNySC111H0iUIFMHGW2kTASnRYAFRr/PuQu7b+h2
p7vJixoU+Xkcf83yIat71zo2tZ8rG/Hi7bMDcwtrC2wNJXuxja/NeJb36YRzS3rqMTOO3V4ti8No
xcNXq4iTcGMTy9ikN5v4wqC4dfKyahwIFITZWLsFqQ8qABiWesytyu+QkivGL4U+e9IWbWHlekN6
HrBi/ET6UZR9wDGhNlPULiSFqnl5knPXGOatDk5rbhCYWPhf6GjieSVcApLRNZ1s0T6si3NH3mL1
t/rPPYKAMkQW4K8NwcVbcWLJCXTkQ9P4Jg9hTU9DE/Cgqh84iJvtGQiI9rPp9me1fWzqHwmh+401
XPaiuIaXXyA4+1Llc9LzvEeQfEqT/rFp0UOv+Z3mYNgF3dnWunPD+9cu32Ksri0iEiDYrgtNEQoL
1x6Qpa3qSE3dh9Jsy1GVIXoA9jf+fH98q1bwokeaemmY7AjDA7s9QRfopg8No5KPVG3qowFe2gYu
TV12ujiLII2C+A0lHzRnFgaTakPXM6L2IScgbRlkzKHMNvbfdW6m/syy/oE10vwMzovlpZpSnjUz
Rl5EsdEzj1hoWDsnnY83vvwEdl6GimVhH+lYolFuOvNdK4HJpatx/aXOHfpUyXN/4AnZQu3fBhyA
Ci+IV+S6UQm+ESad8BTQW2IPYSGx9F2raeqVvFE+VTxRHuYWzZMhX0XB7oRwLbj0bO5OChTbft1f
sptzh6/AswNpSggEQrlPeOT0mjW0U0Z5qOfakYAu3aTJseu2hA9udsZiBvsCOSsNTZvEUqeUToDM
qD3H0TPot8TuzNFjFQda+v5wbrzyhx2kW6FFuCRrBCepSWWe8KnhYQ0VXZ9qxZ9ygOqOTidI9pPK
v29tdfKgT/M/1pZRX8RuamYbZYIAIjSdMvYck0rBTKHf2SBxsPsvplAUWehwSFkLt1yZ180Y1y0P
kSB3azU+0WLwLTJvVCnX1+mvGSFSqgHyyDRIYISpbbyCHBmf1MFJN168q9MGfifE+tTFJwtugsg9
ZyQdMG1Zsy+VMTDr5sRtJbg/Zat74a8ZEZTTO3puD+BYhZ36uxtO3Jm8IYtqddywszEcTVgaK5+Z
IRlYGhuUOgvZ/Qz8ZbPb6ny2eLUrr4e8Cs4Q0nNAc4DvI9yQzMlVkscjD+WsTt8qK4ZqWNrEg8tl
dM3Ugdb1Y6JOPvosbL2qV0YI5QvUosA0BlxFdLiUQZ/WKugY9lLr2RQPI7MJ0Fl540mwNkKIlMFT
yAvtXEQZpQrBrCnViOROwPRQbSeX0FHxmhRD620Adot/xf4DiI9W2PATgASi1CtWAFXWQg5InUdA
ELTCrZu+ci05+03SCij5sZsO/7wlr8wJN5fdaNqQmXwMOec7x5pbtwPR1WVxMfpGbG9clCuHGZol
2DDIFoAmdwOX6dSm1FJ5DEtaHHR52KPY869AvmX+LkwIR1nvVQ7pF3UMTfpVb7nfSo+5/iOOt7TC
V3fgXzsfl+mFpy2bHvhYVRvDnH6FFnSg5Ojw5kz/7pjgXxFZoDkFgAaiIrnTZ7bVdhY2IDS1te5d
aT/H80YcvzaSSxvCjLE+HXlZSWM4tpOX1rnXN8iUxl/ub7TFGYjOApqUH7AaJNVFZ1FKDCDbJp1C
PO7kKO0gzI2QLDvUTCkCqSHqkxlPfCMFvHZ+QfxFWhYlMCDOlqFfLFLtdH0PJtiIuqpuch+FqgJn
Nq2naTcTvfllWET/WlUj2/FUitvj/SGvBVTAKgAcBoiyjAB0uQ8uzUvzLBUSZpYjb2rPB0l7MCjy
NsNxGGaXq1nYGweHe/fNrs00yiVI5n/k2sW8kWlArSDj2RTqfahLaBQNHm//nZsnnr7et7Ryn4Em
gRTqogdrgsp2PT6So2qSOukYWg5iRTtudnGVm65VFbKnxfpWdXhtNa2FDuUgTF0Sc9fmrCKfeClp
UzglWhs6LR+Ja2SNOeycdJrRXqyxtdGdkgnq1bFZJVsFmbWJxY0DTRDA77GqwrWq0zlXykGdw5k1
D7wmvl04B9B+f1NpfIMf3XIxN/bwkNcNKAfrgECgGC5M7yDrIOoAYBOm6H04oS8hFLS8Zvgppb/K
8sc/LuViC6lG9D1AJQNB8fXcKtoMLJNk4yVK+K4EjCId0XRkSI6qurE9b08FTKEwg/YHaP8JUIkw
rCrng9VqzRCaZh+Y/BHbda/H466P36nF3KRHEiclr725JWG8jOHKBelIwy85A+BYkE++gW0VuO1y
DpIGZYk3kp92egJpyaO4w9+G2Nj3/xzvgWuGKwJ8N4A7oK8hxP4UgmBzVRI5bJQHBgHtOGUv6pjt
KrpFqr85iR+WIHkOKUy0uBKHZoPE1+RVJkPG4St03OppnyWqyzYDopUphE4tUOsqXuwojgpHIFHI
OKLjrQwanfXE1C4wiwyJOLe2GreDziMbs59VsRE1rA3u0qjwBFASAJJByJTDpAWUPT3KyTvO/6T9
/OcjAM4lCmyLFgae8UIolJVd2kPISA7Td1nuXTX7Yqq1N2kbt8KNF4MDA8gHHcLQbBQBtHApMCgb
cyVvlZCl6Zs66W5X+YWuPOnp8JCrXp9uybTcptQBEABrCE328BZFHCEMLBmURNZGXQ9xGndzN3la
Zext6nilSt1MUqE3OXpyz6JaRpaS/Lo/rbdALkiGL70mMauLDKT4uEKfSakyzNkOu7bfd+lTCZXl
sgE6pAgqOXLIHza+ZfNLua+1Q0bywDS/S5/sf+26gusCdUUb/g2MH3yLcBadqUQrF2rGIZUaCFab
pXTmyENgLpSttN6t316o15hvkK8R8XwkwS+ufWJPS11MTaNChhjIgyM9o/Y2JcyL888bc7t89bVL
w6xiJ2HD4gK+eYRzMBQKa+pJpLXUOCVJ/Y1zojzlE4ROjFIqvjpUVfxJ1qjXUnk+1or53KKH1ikv
OyShpC3d2sV3X30PQLHIBgCvgTch4JKCbzeYhnKdgu8Z7Od2eOUlD3JL222M+ibxvEBvgccEMBBA
Hmh8XF9WTFViRN4DiUZo1Pbzq1VEaOQOpbggV/9UrAlUdXDRA/S+2ZvHy2IVHcA+WCe4vYQdJKuJ
VakUY8vrJDAm3euM0v//MyH4Bt2Q8krqOxJBuMaNtXeSbnUhvtmbH6hlXPKIEFGPFhtSEXTLNXMV
FjJ47gVv5acWRGDrzg7RAOF7oSYb+Zsb5y0YFHYEpSngaQlmDZ3F3cJJTpn6szG/mWzYMLS29XCv
A4KGPBuud2F5WtLQXDVGEhEQQv3BjCWXIsLwuC3/M1zzY0x/TS075eKAA42sSkUFUxONJslGr4rY
RXS6kXy49duLGYSaSFsvLku81M0iycdZjXGY5N9JpezNtHtpC+2RoPxK2VH7wSE/ALGQp9zaqoXe
1rAE28KdS2OtUaHtRSLd8mbqEdtnO6X3mvhnLT3WaCyWH5PBHQ0XYfD9M7CyYaDhB0LVghNC+UxY
x6QxiKkMONyyBfpFPYWOPjouLZUXEAC3wIsrmwbADMBi4USADBSNAQYo5ZxgJRuNJh5eF6Fk0HI/
2NrGqFbOHZLrC5IBqcyF6nK9ZUpuU3wI1lJ5Nvqo1gM0USJNUMwbdlYHBMAAWBCoW2H+ru1Qw0q1
kkgkQgR3kJzPaNCQ2cpGVuImCkQwC+l+xGRAzQClI+z/PumbtG9oFqF//Zw9EHSZl5QwUwBHz92R
db62xe1Yt7gow+BpgleKsCnazKghalhk0dCfnK+MvgCoDFqyXgeqsZfe7+/ALWPC8MpmkroMjLwo
S52AxYijE9uzRt+SosIBB89GkJZ4922uHXbM6d8RCn5yMJqspxlGmMRAOuqvteyO4OlrUAXXxiCP
fyd81+DVa2zRgG5hlh+r+deycOlQk2ryOGE1lV9onngcgA2XPtfJFGXdwzAmcKWWZw+p52RPfTts
RMPLXAoBw9Wwl3Nz4Up1OtRy0WCuIdNWBpQNc0Aq6AZszO5KxIDQF24FhEAUlcSIoSkYGt5nZRZB
Q1E3XdXa0+pIVPQ9Dxp0up7PfMN5r+6hC4PCcrK0M4pcgsEmflxAh0bEEeoreFRDqqN6zTKyuz/E
NbcJnBkw2NBzBS1JMCgpQwURAuwfzp5GvlPKP/R7U20YWf7IzWpdGBG2Sq0l2ZRUbRbFtVrs+tn8
maqNAsQGAAD3h7N2AWHFlvZTSBcsUPnrjVGCcdLWOBRRh4KoYp2mXXzUHvr2s2GekuxX3Rym1yZH
f5BR3jiKH5Wr21H+NS2M0mpVo9RYl0X2+BzT36151jqvrUE2StxJPreq39S/zNf+R9Z7evsl0VM3
/kXZ5Lb1i+F81e1dxraaba4v799vEs5JUUCoFU0n4B4yKfaNOofoN6pyvuTokTRvCVRtToFwjSBH
gz4BVgUX2Ka7Rufw83QANP9nYgyfuo7AHYIM5TF2Gv+kmXLk9mFUdll+QIdXVgHaP8M9v2jasaep
f39nrHqMvxtD5JcbyIYbZrV8mtGAFD01xG91lDjvW7lFaC1eEepLS75o0ZFfDviFY5LSXuqSDuU5
swhk5yme6L4aXiutcSd1Vzuf6TFrPqPh1pm92+156iEBcoSaivJ2/zvWV+Lvd4ieCySOsZd1HDkI
flSzZ+z6Ep1tH6k54VQ8F+aTmfkda13V8NFIwh0r9AAbkkC3HvL2RYoPvfQDbDw93PismyzG9fSI
8Uw2zEyjJqZnGNI3dEYs28OUHmj9jCCxpdWL3tfebLJTww6580vN3tBViSghElOTBsmnXnfT+MCm
XVn71CBAZjwmBUTLG+uscZfaU1CQrfTfqvO6mEkhhqDaBBS3raLgGifzbmrt0dXruPE6i2+1r7rR
ZESpYXFaS3kS7gsthq53Dy0a1A0tuJBSS9ysKjxSJEcgfDTHZ/KhS2fkW161eWd23mwPbly8TslC
v9ULr0VkY3VukWzspNu8q/BNggsBPsWQWFcjarOlfTu/6VCqIRnxK2nead2vnNouG74j9bW7v1dW
XfnlZAjOhGvqrNcdtnCanKsy0qrM1cizVaNxzHNFdkhqxyfOfGY9kC3a/FrYfWlaOMWM15qVzTDN
ZOkrlkLKkoeCocHlN1vdYs+vOaYLW2JF0GSNk3X4FzXo1KPLxB23dvDaJXBpQXhE6HoGUmSPFSzU
6UAn9VhAIXyGRr1spRtUg/XdAh0PSDsvxESRkjjPVtfUA8+iFlLSFFIo/mCxMwtitXHz/iDN3yZz
q2HWLf112aIXRoUjKpkoQ7QoSEfqULgTQwvYQ6N6zSsawU6nKiEu3hjATNXViyV9aYuNjbrmIC6t
Lwt84fLLsaWW2o5LdGNX+wSvNd8ZdXh29Dbaul6W97MYY1zaEsKbFOTlskqX+7w6m7NXyI+KDKZj
ASk6VxofBk68pHkGR0DeCKyWHX/PsOCZlNEa53yC4dQ6jNqfGk8oxxvdvIv3xHq3Xu+f/bVr4nKY
gs/JJcdoGCLviJRPDbq7ZT33Eu17PDAvTWbEVf59e+ujA14eb3l4XrEr1DBKqgQSNPzu0aiPwM4N
usf4vuh8O9KarSzJ6onHSxupV7CDkXO63jBAJfdFE9tZBCq242qczO5s4Elxf0wfFKKbJbswI/hP
lZSA4RBcXBl9TjVXmXdW/dz3JxwXVx9dbvzW450mBWbpVlPqauhZsdWI/TaJv5zMi28QHOnIHDob
Gb6Bo1nyXjsriiujM7TH2q/Nu/aJ+Wb+RJVXm51aqURJY0sA4EOy5X+fBOjUXM91kg5Eor2C20tG
8vqUfB5K17A/9+C7F/ua7fT80OVhzh/sl+orBDoc6UQotEogxjCo2b6wiNuqn0j9xu0wK6b9/9ca
AS50/Xkl7fs6dvB5hbyn2W7on9Ju33c/53wHZYjG3s3xi5Q/dPJwlKXZz+bBtestBPhqEgG6S+CD
YlMuwgzXX0FVNM6RE5VEzjnPkLVTp0An74X1UHbfs6YHg1LxGzswhrf7w1+7mDQAsqD2DFA2Lo1r
u6yb0qIuWyREjQy87We5+Ay9Vg+iRhvea+3EXRoSjgKhcwdwUY309chdRrhn2F/uD2XNY11aEDZ6
PNSG1bUYSm6goy5gzzN/yOkzz37W5c4YtmCoq+YgpIH2e3i0gyF5PXOFQnTJ4BOJOqX2oLDgxzl1
i3byY8vIvAp6Jr6WNRsX3dpygX8uwy6EFYBluDaqkKLkJkcyMqOxZw5nNFzvkhfT2XD+qzGEvpDr
AGNAC2SRQYvKlD5MGnISZt7LCPWk0ScqqT43pHlQIZ30AiHkyS3q2nnQFNp90nMjO95fzmX+RLdx
+QnLVFzc6U5ra1LRZ1lkKb7edG7aH4dyckv7LOn/YW8CYYBqnI50PbTPr031cjeWco2HaWLX9qlg
jeHiaSxt3HCrD1MLYRkWzkKjGpFCY7VDhQsBQaA1RUNy4vUXbEpt/lP/LgGp0F+UPnfJ+2zssp+x
7HPnELOAP9s/78/r2kG8/ArhmFSTAuRli8A6SWRzb1bov1nKdAt/uZqbBE4EpVQAG6CGLMzp3JtD
3GYIyWgaaJbkjYMaGBKYmp9iPN8M26vtRzTK6d5HeStQ+qhLi1vn0rawdbp55FbjLBmA8blEr7C4
k059VRwLqNjLp0E2PZZnYGm8qewXGag3KbscDS0k5PWPQ/tzMsALPBjKsa2g/9/7SfxDYtkxV7KD
TgovKaRjBp4AGfb3V+Z/mTNE0UDXAJMlzplp0rLpJsRAvAiS7mclP86zcZAgzBO785c0P5IBulps
Z325b3hZi9v5ArJTB4t86T99vf+72XFaGXdt1KZ66zLqgGOlpfV+kjRzd9/U6u5bGh78X1PqtSmT
cqSj+JxFIxB+AdS35gNTlA33tWzhe+MRHiMD2mhbTifjMcKUA9gxzeSZSe6mSRzFyY+Y24GV2Fux
3jJJ94wuI7/wVwPw7qpcYPFs6BkmseEZEHawNDxCeuInGtp+AL1gzg9gP8rZ5N+f1rUVtHVQ5hHo
of4nRs/UBLyNc8Sz+jj2gVoZ5U7KU8nPM7P8D34ZEQrEhCBki5tPGKcEvHXldM6SEygg4dyfyOBD
sTKQBzNIypf/MC7Qf+CYwehF+v96UpFZqs0pS/NIi9PWRRl18ghvoapUzltPgtUpvDAl+EW9nFBA
LIo8qjtq7nM8coI8T8hOLuxp475ZdVAovv3PsETpWrnPpVjNTBrJrIFOfWc3HXUTp7X6XUOGuX6M
Z4UX00kykDTwZK7pzOWEQwoRnQGMIEcpgQQMTEntoGVxrhyL2Ur6c+eoo+qrJMPviVZqtddzSype
rKQizR9FTmskbEx13E/gKlWuUTbmdLa5CsGXxBzb+tDIrG2gtSCjQ8Y8pdXSVgG6MdbG+NduQgQx
iLWB1gK+SSTs1nNOcQI7GjX2u2I2J0jkB7EO1bUxlyOp+t2ifXgqIelG54d+Kh85CfT8teQxmhX/
HqUoNt4d0r7f32srAZ2GFy8oAwCmGDd6GqXDaTeypIj0RcUbLO1SLncmnQKH7dD4w2X87b7BlR2H
ihaCOeA20XhKbLZSpehfrw6kiDpI5Xqpbf1OWfrDUIqtI7s635eWli+58E0Gj2M0aYSl6cTzQ1/t
kaqMp89aVfnoMl5Jj2Ug4cFhBDF0fb7Y8leDH7LBz9jn+yP+Xz4E6EOQJdBUWLxpCrtkFivqIhqb
x1EN8tGj8hg4aKr+Wf3WhHUdlC9odpiBlSpPLiVhqbrpiKZk4f0PWQkul2Li//sO4RpqrHrOaqkq
IjCaXWfylfqMwsc8esmWMMZaGWCBeS3cvKXToojP7agOkqHZYe7jT83RtJ9Y742+jL4+vdu8NYOn
8F/dl2Q8laDnaUHVf6oHV9lbzW7+Xm7BlNYyEviaD5nfpe2o2OOvKOeBqjW+pj+NlHlz/DZI58JG
Gndih046oxCUGm+6+Tz26IY0tC6VyMlINyTN1hLLoLpBLxxocFDexCJEN+ejpGhDEaFN44+5BIPU
blxrCKgBJQpfRY8QJdKlN/A/uLblfZYLSrioF30+3JQQqQOsUMhHyOnQlEyfi4jZOUpR7bmArNr9
7bUWyeEiBg8IdxbE50SdMINOLRoCyVj0+WQyDzKsLTKDD6npGV+azw56IFhBY2ykJm8dGHAduJoX
nApyv2ImQ21rK9P1qYko1DY0OXeddIfMeY99VhAXAvDBxihva/MQN0KaWVv0UaBUJsSNBtftArjP
LrLJMUX9o4em8wPnumuNzJfyIwjzk7GBYFli9+vVg00IKy0v4EXvW4jtWoh51FVVdZGeGWclAw7d
Sd+bQdsNKvtzf3y3GwUqUhCRwiMY0ar64cwuvGY8FjqxDdZFSSs/QNsS8QfZCPlv/dC1CSHosDNe
MnOqu8gCL5e2DPnOQ11Do1JBRW3j0G0MR5QvL6fc7A0CW2OnhwnNd1q8hUjZMiFsCJmZWaX0y3Cg
z2YkhpslX++vye0ex+IjwAWnDz9BAL6+ydI2rurBoFgTNsWuqvR+C8HtGXRcg1ZBVvM/jtxsoNi3
bAqXBcqBOtirRRcVceZpZn2cwJsti08dgPr9gFKgfrg/yLVpBAUI9JylBRvaAV8PMtMyq9RLTKMx
T2YwWZnhNqb87b6Rta331whoTtdGFI4/mXQ4SEarB9IcGc6A6yAqBq/fasC2dmYvTQmLxnOG4u6M
g2S3vxik5Vu6+yxtCi+vW7FQ8kcjCpxZwTMoep22hMDKPEp+wfZE0XaNlv3s+i0Ryi1Ly/pdOAbH
SbOxUrsuqkqndGM1CQmUAVDj+yLV1QYr8jZIXAi6wAWCQ4jefCJ22ei6Mc+MqYumOvHLFJVv5eeM
C+T+Zli5sBYzWAboLSzQCWHLcW7MTJlhJm0eE7RZVNQmkJzyyGziWmmgWslTGmtelWjfDDYHYzL+
czCMD1joaMDDg2Uo9kIkSQEeVSl3Ec3fKgfDpA9JuoVAWZ3MCyPLSb9YOLOHsFyRKhilI+1Snp6p
xD8V0mazrMVtX19SUObD3Q+qCPYh0n3XduLEkXpLj7FBit8x3jIAC3soxcrAUTcZ9G4Ll86/0agF
6b8C0LIgG4qgr5CSqrJnI688lUxeTV7ZnG54lg8nf+/LhBlA4asmfWPBfyLk9KXGj8MGWKg/8RwU
T9aBKwDE+NZn68kYdua7Hdlx6xp61G/s6lvngwlCzQERMeS6kMu+nqC+00s7HgfgaXPHS9VPo6qc
aXGC9LdhbuZdF/8sjhlqZ5ARAS0EOW1hzJIkGVOrs34B4szEnYpjk/+onMD4ntQ/EBG7QFVIxW8Q
PjdGeevHUc4E7fGj9TmUfcTbnY3gcVlADafWd8M8N/nPjVN7G4DBwEIh0ZHRBTNAuJkaKHlXVM+G
qGv5AM19lsvK45CjEvJQ9LZD9vjd+alIdq/5emHPlmvmtXVQJRRg/fvfcnu0wLBYVGQReAKQLSok
yPmc5HacjhHyFArxQZSCYtJkysyHkO4WJejWAcMY+odAzxrcagC9hO0jFUqi1uUYSZQe9WJqPabA
Z4zZOLljuRUHrg4NjVpBIEHtBW7y2lo8zlVvt2yMUJWTT5MZm0+jLmtHiNdkn/7DLII4ikZKQCEh
0BVMEVPOoW6MgU1gFwMOTg+qUWlnLQaK+b6p1TkE2Wnp+LVE0sIRbGwCIe5YHaOsIq2bqIc0ZwZQ
eSOElKc5uG9sBR+yUH/x4EepbMFCCnOI4gtHaMimSB4l55OTmC06VhsJyMfgfDqzl1gTyz8h6Ugh
C5U0O6vorOZEaov+ZP0AvK9VxXREf1xleO14QYsv9z/w9qji+/AcBN0TaoV4tF1PfNP31VwCaxzF
AOqcC0svF/DvVn+12zkHZWbpYogX2sJYFEIUa04sqdakKaqB+T2D+DKdTCgwQ2S4Ja+yzje709z6
WRg0wVtEkRLUhQ/5o4sLzygyrc81fQLO4YF2Z9rula+Z+X1s9iOwhbYejtA/6Fz5yLLUQzLS5eNL
k77X+hY3ZOXFf/0lwpGdmWkkbNSATU8CrT+bP0z2qOJ9XP/IdmjDKZeGS/dO//zj/rquVDKv7Qrb
HCpe0owE3BT1zjeG7iP5oZ13RbxDTv5r8mtLlWttgYHgXmAl6PAJHaTrbaQNaKBetOUckVxFlaEi
E5BB8bND6tgd1KrZePGvwAYQEeJmQYiBPspo53Btj7QdnXAHzFGvqb5JfufErV/j49usHPrB9iBq
a+/uT+jKQUGJFFxbhDZgSDrCZTo5Sks0Ls+Ifc12l8kZ201Wt4UWWP7K9ZUNRuuFFWEea+qkkKcZ
5shuKq9R4n3F9v1jrgGvfbadbOOBt3ZK0K0Foqt4bOESE65R2tEyU5gzR46dFE8ygmGXdlZ9VKRW
27d6FQ1ZVh3/wzxe2BRWblAazuGJYFMeMhRD2bgv6so+/BcrKDUghQF0yQ0GGQElel8SJNVVvXuk
9vyNoya7YWRt0y8iBw5eqwhyRK825ujA0MvI3KvdmDwmirVTYy2kll36E0Hj3ftDur2NsTVAZYfY
01KxF28SJJykKmaFHM3w4y63++4Xprl8Qne2euvWuo2vFltQ8UbaFkoOojBjMuiz3sb2HM3QADuO
aM+BCkVbeWiBPXllLidfhg55aoszCBA3dDpZ3DE3QoLV2UVJAv2j0CMQEfP1EV9glYrF8UCfkek6
ZbnduUTrJ2j9GQidZ/v9/vSunm8bUJzlKoQ1YV/OuVpAdhL0bmsY291cKLJrN0zacFxrVoC7s5aW
mHiva4IXMQpJrQ2eQj7Q4i9lntcQjO7Dfx/JpQ1h4mqnlyxCsffzQlJcMnSJNzibOIc1T4UIHKIt
GqQpELpdL4+VW6WtFSOsDFAeA7+hPVv25BzjcdHzlNGQLbdbJ2gSC1RIvQGOJplMV4mTKahnngcG
kZwdb3njKvU0+71kkteE6dRLKRo735+RtaMDbiGyw8C3oyeZcBei9FKXTqHKwLnEsQ+xTxBUOxCJ
+4zm0X8xBelnFG4huCLq96DVUZm0uSOjaXE/eSpNh89VC0ViY0KB7b6p1b2EdjOQWlpYt6YQuo2G
QQhtNewluU+eZvQZD3S1k//LbrqwItwRXVNoFoHHjlS713dpz6qjSXt9f38sqyu09C9HaXTJ+Qh7
1lbpOORmokRKgT4qGcQpAzar2RPyLubGEVwpBf0f0r5sx3FcifKLCGhfXrXZTjsXZboqs+pFqFX7
SkqU9PVzmIO515YFC3UHDfRDV6PCpILBYMSJc4Ay+a8tXQS/i9yw0dDbzIglvZV4NqNmb3XVcJLH
qeb7WJ2l/jRMqTo5hM5DBxb3tpz2amqjcSWDbAxdrELvUQcC8zvkFXQaO6zTMdpSa5nEnP9lV0xQ
wEigLQfD/PUv7aW6J0yOJMC78+ZBZqb+MUmchuDYtjeK5GKDl4kHaEABWECSDiTY4oig9W82zM5l
oDiUL+Os/+xa5TXR32IZoExkz6IXyTZSqrWPjiFmccfYoDBZqlZ3iTa3I4VN3gkRFr3t3YYkSYB+
4hY17lqmA1IyIdJrgE5jeVVPSAcGuW7ktySrnPTIDG+M/IEGHd/ICdYO5aUh8ecXzhVFUQ5Ky1o4
cvVSJqlbxOVGdWXlYsT1hF4mijqgtVmSLHFNvCeFV8Q0fqgY3WWYcnR0Xrpm/eW+A67l2SDHQMjE
HKpqwjuulzMNXWKPA5YjgXPNVeLBM1gCAfqxG58srSMuS2t+Yp2muZFuPRpQlnwvidps7OoKmBs1
AaCDkavCV6DTev07mgLDOPGYyehbGk5cF4+jhtkr5WtnFQ7AnG77oDGMx8aKxxs8YyfjiRa93xfD
c1nXB1LF48bRXDkvVz9ocf01XW0TrojzkkA6Lw2Uoj5G2IV+4k7OJ/AZnbQtsNOKb4keIFaPcIA3
1iIUW2OjSUlKYTMuPS17kUCYev97r6/qvxbU620e8eSyoUmIHnSXREGBHow9vvU8/dINHV7sKeRd
o1Nrb7ERr1VJrla2cLMZtcum6Jj8NlW/jfydPMU2yiTzdM4kbVdnqVMzCMCnrq22PuZBnqAlktob
zHsrrQBsLmjeQfeONNtekrVVc4WcmiBGAKigRmCUJNzNTR2MwjIwMFWJClv0kBksiOTRcKpMPanj
Fv+WcJtFGL76DQu3MiluFHvCPdiB4fqHRCS8/Kph6N/HAZnSDNKxE88HxZvLim5E49WwcrH8xRVs
cKuSU7F8E6hLYv1C9upq5s+5+PeKqdhnqLSj6aEie1m4cRelIK6FYM+bwU6a+kZooE0bzCor4f7K
xMKPh0Epiom3CBfGryJyQCehlD9ibuF+Odw/Meu79t/FLDyXlVznhgHPLWd3mMu9bpVObdTP0CS4
b2gFQnS9bYsbGkng1MQSzmaPqmCbH7oyMKjmqtofBd0xknBPll2SqS9zXgajtWsG/oxyVqdNwTQY
71qp/tFT6ff9X7UaMC6+pdiei+tOxmNJLnVstCV/S1IP6i2ONj/w9Dslz5X8rCZv9+2tlbXQL0Nd
zwBhE0YBFgarPkszFA1wkQ9OFzkY15iaH8bvUnEsxemaV7qFY1oPCxcWF1dPWc/SNIp9p0nkN23r
mLO9a/IwneKdRn7U+Yn3yq6ppdqhw1edbdRoVoP+hflFROjLdkqMqBewILvbJZacOTRuM//+vq4e
GPQhUV0ATQpu2uvvyAg4uIgFN9ZA8zmBML23FJ/I38om8dj8cd+Y+MtugtyFscU3jHvWpLONHW3q
5jvti8q1Mll2yqLI/5f77MLS4ttxczL5NMLSrDO/1MPc8jt1T40TeKybZnZRq9mwuBoPLiwuPpdd
8jLjJiyaQ7Wzov00fNAS2PkhuL+H4u+5t4eLaK11ilzonx+sK53kjWc7iUG3Q4udPG09ufxn4SlQ
6SNN/38OsiyoRaOW5UzHuqBeS0GdqEUQvJY2MtsNx1jiqkq5TqMphRcq3PaBxsjt2YmkL/d3buUL
oQerKqLSg7fmMn0uua32EXgO3+qu0082EKKvUa1LP5Oxy7yY2/q/17FEUxyYZ2TrtrpE7miZarGk
hb3B3E36ccSoNVGqYCLm/v7C1mLjlaXFxcptqe5QMJMxoetD7ba1ZaeqHjNPa7/R4hlgGlRe/z0N
Rs3M1EGmK15wyzE66FfIYw0FtLemmvlB6priFSjDKrDxDvNZL82voLstMDGlaeM+HrUtasoVjxHS
PJheAiUWiEsXoYQMBTNqFEjeaNoAz9j5BYOc5MT8ja3dsrMIJKVt1o1aww7azZ6exM99a3mxNT+0
6kPDZDcHPYRe6sTBKMtzw+2DlecPUpLvcjxJ5GlrYmbl2r1a9iLKlFDkiBOuY9nxfI61B7meH1PQ
eU+yekwLzaWV5JNsSwNq9eRcbPYi5mR5itZHDau86ANmxEGEefMcvI1smDY2fGO/P139Iq8YSZ3Z
JpdlDBmmDtfmD5M+zRoIGDa+q0gEF2H0ciM/378XdoYh49BXwJKk8m9pfgxd8QDeVmeWa5A6Ic0q
yD5BXEW/IqgxfofCrmvkzcZiN77mZwZy8SN0Wg81Su7yGykbJ+X6gzV2T1pmHHU2gDinP0DBxGfq
1h6vPe6xeLSmhdQuuqSLw9Nmg9Gi44BNTiwwm+DFkwKHDSDcCE12HCp3niGQp5vuqEoutbf4n9YK
cWDMg46hJrBPN5hs28511g6W/Fb1HKIP2SPH6LOkDk8zNVCy5jv04/GgNo50Pmk0f5syzZnTvUFm
p99iQF39Bhe/RTjKxTfoRpmNcgZHUIuAS5lLQX3lmZOfgWoLvBj5/3IpCDQv2m/gSVw+5aWYtAU1
CB6847dWdfkcyJpT9Ru5oyIi/o17X5hZrIrKFq04OEDfqoICV1+mUL1tOpaA7CMbCIarIcrlZhxz
MBiMjNxSHxuHsob7qlXbHrXm/AH0EtEO1EKjPyjTt9QcoQlp0+ih7EvNn5WZgVixnr2UasNTXGJc
8P4JXUl/RTlNsH+CUlLWFzGHoxBgaFqsvOVR+8y6+i3urS2SkrVgA0o3gQcReKLlcEZqZf1gyhl2
yZimfarG5sGikH5GO2gLQbkGB0AFFQBekD2gDrkc7KrBqUbltFHezFz9jik1DNrsuPKkqJmj2295
qniF9CNpUTfMqa+PdexWQGzd39ObZB9ElaiCop6HG1Mgia59HSD1OUpNSs+S3jgS5kC1NPIi9W9j
xF6svN43dpOoWoAsoXqNcQe0EyF0cW2MpGTSZDLQ85A3b6RVwnSsg7hhvdOA3ZfMDfxe4tLuvtXb
2CLMYkRdcC8Ket9FkT9uCZ9LdaRnOk+BxYZdU5y6PMRBQ10/YNNHV5wa6Rwzf5CHHadg3thp+ha5
xycb59UBxM8AVh/gKaE3hAnF69XnNEv4ZNn0PKdf5mcI90EAoBh2Zu9EuqP50y4mvlmd+r8QZp6a
Y2oEpez3YdP4if4A6RSJO+0pkXfg3uzzEyRB5NLrx6NcOD15pm9bBK4rnoFJHbSSkEuh4LtsOJT9
3MY2wKhnINlGo3Z75d2EzJlcI1Ygamx8o5vLV/TjIMgKNhJdxudabE5LJx4B5kvP2dDszao7V/k3
jPliBpHtWByf6hzTALKO6VH+l5E/vfXOC9nb+BE3IVL8CA2oFUyiWfhn4Z9ZxJSBNAY958CBAyZ7
UNssjEO99jJNcScGsimIRdmDH7XcdIAz/Nj4ASsHRCBnMI+D7hdI3BepZZSCbt+qUnbWsveIM4fX
f8CEf1DLyulNyTGb5yZPDuNX2h1489gU8b5LQO6nenr8kcq52yjaxqjJbTkWe4Kek4ppV7xbwJh6
7bUobOt9W6rsrIIfrlNPwO+QeDciLwLJc22Dt63/m447I3tppdGxysbPVWXjLSj2fXFyVOjZSgC0
izO0VPk2OOiGQFTTn+O6lZ3MnlQHE5uju7H7Yik3ZjCHqAoGShVqZ9dLRX9jkiR56M9gvKSxW+Z+
bn1N1SezBYnSOao9qfb6/veG1Vunsz955fHZ4XqQjFtYtbM+lzK01yCxMpfB9DSNrjYOjq4foSyK
u9AxnHHcz5t59c0BFzrZFt5KICLHiVuOXoKFgSljOthvSX22lMeWgE6/+5Y2jwWK7PcXefMBIZmD
Aq8Y8YQ6HwYBr9c4y8ms9npL3kwlcdrsZ7kleny7FhxazHyBJB9fDrCzawN6i3ZF1w3pWWWNo+rU
sZrAsm0XEc6V4y31xzVraMGCNQnz5qiELJJljWA6AG8FWLMAxkLDrf6mvGvgUdziDVo1JLwRUDp4
/jIGF9o01BVT07NitUJxoDw3eGq2+zbdOOY3KS9kvBFx0EhExQ9P98Up7/Fw102SZmfzDbTjTqIV
fh0xpyVugfaKpPhju3Ha1pZmoJcjmB6Af/m8tC+SbCMDfNmQClh0JhSHTVfDuHNzzLu3+653E1Kx
MlPEL8ADETuWnkG1yTCqnGVnHQ8qq0oc6qLt7ZhyyA/F1p25agyOjpFK0DxbpjjrF4saOYOfp1p2
Hnrbyaw962ePtfIe3FaCTajcAmTcvMKxOHTpgTZHvgo6/IU9xcrtkgxtfq6pcajAdF5HB4OYJ7L1
erh9Hy4sifv7YmVd3+K+HGEJUC81iNug7YPIPBbtTvMIEpYPaQscuLW2xZFOOrtRSdVgbf3sZMlL
Pz4N6ehs1dRv28m47VGOk/DRkAtjIuN6ZWmZV3Kdk+ysmF7XH8viHHMP6Wii5o46pGCzVpxpPg5k
z3f5G0ruzR9qe/ed9Hat+A1i9ggnECHZEK+Si92VZp7oMknzszHtO/M5So9R+6jIP+9buT1yCL9w
TMCekIiiZ3JtpShiDpGBMT8nJIgetSea76dIyML/K35EEP6jP49MHxTueHJe22maIe3Av1udCWZw
ZytUi0d9etZ61+6+CEbwbGP3bt5sC3uL3WvIYI66BntS9KQMhae2x3RTvkv86KvkAPcLoDCAqKDa
gSR1cdRSI55Us5OSM+1+SvJ7s5V9rCwCI9KIT9BLwF285F8aKrseAKZOzrr5e2QvpNql0Vbh/jaZ
Q8AFcsMC5BBIPTTwr78MkrmKRE2dneX4tR4Lx8pe5OJRmna1/ttSgvqsxUftpP+wh9JFzee++y13
EIcLCT7eP5g7x5jODQv+zFMKXbP6HINlKNeBGdnipVzu4f+1ANogLA9WltdlXo9tM05Zfa7nwhvZ
qUhwPQ9f7y9jzQhiLigyUOQWAxPXe9jaOXzBkOqzqadoffxujUOW7/7ZBriPIC8N4TS8zpcJb1yR
vK0J6c4YZcoK25HQNYq3SPtXFiJSC7RxUAHAnO3CGXK1KOUBStbnVD5kGIDIkx0wzM79ldx+dNxM
Iu9DWo0B+eVu6YXdtUBcor5ggrg2KwwCWrii8P//rCyWIvWk4rUEK1oClHft1JiBum/hpoiAbcJC
BFoQSTMg8ovgqddWmtEIJnr5YdYAx7ADQ3ENY3biF5CnTwFzh9qFQgxRnbY6VNUGjGF1I8UcJSg7
EFeX2bqcG7muxiU9jwOzndJsSyhdTvLWMtfNoLmHBg7Urpa1EnDtRNMUo0TTyZ6kg4DSBW03xN8U
6qDsrXxI+fdh/t5TLxk8eYu8YXkNij1GpUaAoTGwg2L09dGC3CTKwxEqJM3U7XXpPTIyf1K+0mzL
K29d/9qQ2IWL+1ZGGXQSrdkzq/DO02RnaF70rUO8tpViPk/AszBgtpxLSeZaL0u5YWfQYCSvGBu0
vXlO6P6+Y96UlT43DT1KsFCA9QLJ+/VaZl6OXILG9BkyHzX7ab6P9CEyP1gSmO+Z5soJwjwN8tah
8q4iM9gVbF/1pOr3pLYoMJxAuGeY9SnNiQdtBBezJpg+LW381/m1j3f1+EefIIoMbbd6b2/JcK/t
ESIP3jeCtQvf/vrHNz14g1si9Wep/zFAj0XmW0NXaz6FgoouMCJgdTPEn198alCEa+aY5f05oVnx
MLK6OnSV1YHB3LYxtCC33sb3EInAZaIgvgcySSFDiY4yqmfXBqWOzrrdlz1yOSe3jpmJStGrlAQ2
MmfiEBTKw/LLvDOaM1gO+48qd2o8Dhxuei1I6D2N+uyLmh3lvwzke8pP21PAfHCKJi/Zyps+n933
fupib5RxkIgS1f2Zl7sp36G5UUs/UfmIO1fI74RUf7DLsOTPbTM7Kj9CtimVfjaQToBmNdJjgBlU
8jFbbv5odp5teJP9OqBnkvsakCPaA1eCkruE/20OHXfkypHJrsuf69yHCo2d+zJ4ZqH3Eb1k1OEN
dSNMBeB/LKgz/MnLXX+yGn82AvWQ/sri9GgB2QqWrjHaCnrLwg8+mQBRIitBbAcp1/L123UlBj4m
xFbzUEjSr9ToH7X37IdJ9oYdVB07W/3X7J+JTD/NagrqFrhPENNFlLpwTbVOi0igkc9cB9KGzu13
LbM/pCx+tNNZ2vDLG0SAsAbpUJCZgtlLvPQX1rIurXoDwVVRC6Biz1SnXiNpnomM3PjI1GdoHNBt
Ul8RfhY+BuYGkdKKZONGso2baaORAbU7sE6mjm0FShZ77AvGP8F0BsSW7CO/edaajQxqJbDgofOp
7wuJJ8xIX68WHISl1klxfyb6Y63EYE/eqs3ctG/Ehl6aWJwekrSWMo8RO7fyrsEmJhXGG5PdEAc5
eWjcGkKwDv857GL+9X6I+WwC3+ypSD5RkUUXZTlvAyI2MKZpSX9uVN8s3GhHi6dyn0vHErp7ihM9
S60v8d8bVkUSdWsVAkRimBbqIouLxiJSVKkUgU3+NR4MQB9iR/su+ZoapPEhdyPpRZ5OIIDv37Ti
3FOHeIrL8o235crNLZo4//kRi+jKKSSoEwPuZBU99xNMhbk8VWt3MJr3++td9SAx/4UaoYXJ4YUl
Ox5tpW509D9AU1E/Sh1z7xu4YUWDA4lcR4xNAb9/I7CdVWh5VyBpPrP2EfdxYnQ7PfvSaV+6dt6z
0a/rc9M6doEyHEb6pT0g5RCgdxL0YuqHrowwfVft6yqAaMr9X7bm2le/TFQSLiJTzztVhmYMKuHZ
XmmPOgr+w0uifKtyT5ufIhK039jj/FBkP+8bvnExGU06lFUF8hDxeFkU7KyEs75V2xDNLzsPGsNV
tPi1n16gdOLLPAKcZ6s0fZvYozAopijxBQBexRe5XmsaU23UjIaGCXmOpzCyiTdqzxUzHcyyTe+g
K1ONU90HKodSooeJJKn/c3/VN615Cz8BT34Ns42go0MR6Pon1I2VJKnNaNibwDg4hLmT9L2APnFS
S4GsE9cwcSk/pdOhaA9m4rXli0L+zhMw8UP7bEOP9ndMHBXKbmTjgywLmp+/DE0f8E2hdaneJJc6
6zs0qWmo0sQbtFNL/jJ65tMHM+y9Gm1NUtycbrERhgaVclRPUc1fXMQg3icA62GqCVS1rpYc7TF1
Dfpyf7tvvXthRWRwF95dA5ddTOD6DHn512SDw5jp2UPrQSvEIBCHzoNM2VdR6bb9vpq/jGm6cb7W
P/jFOhehFAM0uh4DaxGC2TRLqp1JGHi7Ktck04HOtSenrpY3UCd0yvzbt7E9afl3xr4AdOlHiRfV
Dxo0M+3sBe0+Oa42XhSrH0FI/6AHqYNwdnEgajAQpUY203BGgaaP92NE3WJLOW/NCLJy9NkwlQ0q
94WR3rLSjpkRDQeL/ARhfbfPzbnAtJ+9heu6fSDhc0OnHYUvcbjQB7j+3FTtEwbpABYOEvtupJEf
j49zSj2m7ZQYelMactmjrO6r0qPq69C/quOD3u/Tl/aYRdOuKdlpLt4SiMqjMfI9dTOfo/kORoOh
PdTDrjYdDtAf+O/brXrWqp+Iy1YUhqGkuqQIqsfcsGbbZGFO5GPOdZ9wSAMn02saG45Wa25pvRD6
N8KHSjB9WJo/kWs6NH3hKToOZeHkRaB89LFns8YrNMkj8Or7p2klZIsBSqiOo6QMMoRF7GJyFutG
x1mYuEP52KNwSMZXdQoHw5WrH3yzXSoc4yoLwdcUFXv0I1Afu+HYSRGs8EyI+7D/yxhQMWD8eS2j
1+mFj52DLGCf6v84MYwYiBq2jHlIEOKKgtm1/4wqyuaVDlIQvB5mkKrxxLdjJXfptm6RSBkXixOR
1sRTBPAmpK/XpqTa7hJ5mscQAAmvUSCSZsdu3e77eGPAaeX4XRkSf34RAuVBibuGSWM4sJ1ZNA7L
HvppCxB8k0GJjbtYzSJBtijFfUexGp6/x9nPJtrIg293C2gicbQlDMQasHS9CE3pi9wE3VJY12m9
S/QmPzIuTZ41TzVaOUrs3Xf128sQBQqgD/BaAw4BlM/X9mYQRg+50o1hnJp79lwAYB9F1C/BFgYu
186Jsy1Eyu0OogQM6RrMj0MGAofs2uKgAU49SMoYFpYd+2B9AKQf9D8b6/qkYrt2O0WW8ZpBqVno
Miwj5IQp5sRKdWzk0JqHriitAJVgxeVSk3s95Ef3IyH5vugM6tCp+jtY/eSnozk4cTnGPrDNsTN0
+RCgsh/7Vj4WOzXGRM797ReLvfmVYtJVPCbB47Fwp3TQU7tVkym0G+7YdupKJYjjuOVZPMg22QDX
th4h5j/WFltPIQegKxMSwqGtvZjqe41WG033tQWB+g0UwCboY8EGff11J7yMe67lU6iimRB9SXW4
0aOhfpXk1/s790lxtNw6ECCB2gVMEwAYLUJYXkTgICn7KUyaOkiK71IXWKRxMuaOz92LGY+Bbb0n
FvfaUXaT6XuavZbxLoMOj+xBPqAYfunfqtR0LIGMGzdyzNtYBDTcZ40UE9koxCy2gZtmaU8tn8I2
j0+pjmK63WJoNqmKjatq7ZOiIWnhxQXaVBzh6/026t5UOGFTOFvsKda6vVImX+7v9KoJQCWwzSgm
wdC1CZNoPdU41pLICXL5StaxGGneWMhtAUAACNFCww0hMC/L8dSpNuS2M/QprCNQ90WIC7vYlJnX
YTDfTcTgtZ7SYV+RpHPLaaK+MerlA+s66pYsUzbix9oHxMPFVCDrAgDOkiGmKHjddJk8hTo1n3U4
TtGXzwAZ7+7v7Uq4x5MQ0HRg1IGTXjbFisKEbxjSFKYQIa6A0Mvnyu+6H9MWBn/tXApGKVwuUIUy
lgkwRNAMpVXzOaRD9qfLba/CvxwUCT1lts/Qgtyqzd3mUHjsXhhcnADGlFi1eAyDPdtxOXPl5pdW
nQvpkDaOYv1SB//+Vq46EOiK4EUGWs0I+td+OmMQqSzR6gnL7EEGMaIiP0TQJXEG5sR4b8ba7wkM
H9McP4Pf70CreH//B6ydEzCiYPQH1Ugw0Isducg/eCa3Kmau5tA0i9nt1LjZEUXd0p67YfoEvFo2
0bETnFYmnhqL4zh1CSnb1MSr3sz3cuMNk9eljsK8qDSc7E01d5hmAhZ+1xDMcfatp87KEfhaiuJ2
mn/nxj4r24eOqW/3l39bjBU/DNAIjJzJwP3dDJ4plHWVjh82kmejeUV9wk2Ir0CA9ovaBKn+nW+V
s9YOKTYCbSKA1gSLyPWOKxpIEHJNnXF6Yp9EaoCuyKEqtngJ1g6pwFth2AvUDKA1XZhRKnsspHkO
x3EogCPLZNQl2g604YAx8+T3/X1cyciQCQNRjdINHHlJDMySJrdHFkuhXDNpV6f5F6sgOjhmVXYq
q6zclZ1s+gMEYTYi8MpuwjAm3TQgAEGKtcgOSqlU5SaDYRtCFa1uBFD3C5LJfPn39aHaKoYEBCzo
8xhfHJMJtEpaVNdT2OWBbfxB09LtpDAHkk2yznRrjnQlDIHASTiIChazm1mAOGkkntndFJpS4ZtJ
jEYg9Nssb8IcuyS9Vg3q2dH531eIBF40fgXZ9xJWo3QzxiwhCBt2UNfVwolg3MLXK4w4BUO2ASNe
CwcYPgCmAlp/AmazcE7Qgpil1WpTONmmb/b1c80rTx+zIMqMQ16cMuJ36ETxFz3lu2pmXwkesdFv
23iSdDdF9TWcrN/9/Ov+FqwcmatftchrIQLBCUlxmY8xgG7WcFAy7nEg7sF5vZFCr52Xyw1YuG1k
wWmlHq/zWNEKh1a9oyjxbxTRHRs+lXFsfrdhcuUyFey/GOlSMZxzc2tPVQwtxzlF3GFSGMW7JpJ8
OzkMxU/d8O9v5NqhFEM7CkIPItBSACqS53zo1HoO0eTt9zyypoBoeNBk6twe7ptaqRqjtY81QfMQ
6wJV7XWcqyeDJtLczGEOAR/la5n/Kcxf7NnKvHR+Yt3XgrxXzZGVHrrt/Miy3X37a0vF9YmOOYB2
aHAtorlkEcpBjoZd1cZ8BwKQX1Y6x/5Mob9439JaUEDtDDFOPLpQl79eqJKYrT3JuDf46Jav6ls9
PavHWUmBaw3iZMtBV9d1YW3hoN04NzGpjTnUW+4wTEnPVuq3fbzx8lLWzhxe8JjRRJMeRatF/sEm
pJkxWFFDbfDA1gFCL7sJbftb1TXQr0ydufEzfT+QzuXZ7456Ed74+UukOln+0NJDq2ROdoohHqPM
T/p4ThsLTD/mo7GlVbN2YFFdg+4GUId4ni++czS22mjp0RwCTSI5aqe+9Ji9d4e8k107geoYxaCz
W1vsf6h1AGuEugNKbaBU/dzAi5unnWhDTUyjhOZHjgl/hXpWDPgKNLtHr3y/72IrHx25AmgzkREB
J7OE0+ekjyc8YaQQjBa2LyclOHZYnfpdX2yRR32+qRcvYXQxdA1R4lP+Rmz4xbqyzObcMLkcWmZ8
Ngqp9OoI+V8xyoo7T50EfUYgSMeOZME8G6U/67Mc9J1U7mMEstcuHatTbqTg3+mN/GghhwvMYeCB
mqax0xV2/5gpWuVZhdydmry2/Krrm8KZjUj+UAfo0qGAqfpoXpYvxSQlr2MSW45UDLVX9HGyEaVW
vByQZvEsQyUOfZWFlzc9a7Okr9Sw7k8l6x7L6cWC7gSeyBsvwLVweGlpGY9Abla3UFVSw9IM5q4C
kGRGjtL5SVXv5fTJLDBbMqRunoAbLw6y71N07CFkao7k231fWnlYiIlGvGwkULGi3H/9fXu0djrb
xg+R5MqjGmq2W8iCG8A4zsSVCeHOFy7ESDmPdpWrYa4fjfrJ7GqHIJcQzC/mCGnDJ1PyZJQGi+nE
DPA+dk6RCRH6KHv9X9aKpB4pDS69JbZSzmlOmdGqoS6Rk0oG18zTjYfK+nb+x8TyuyoDUI9FCRPp
0Ls6FJQASrq/iJWnkApgsC0av5AIu3FSdeya2aqIFtLxMBp/qfbOHG3600dB+asF8Uxw395tsIE5
IDlRYBdBYMkSQZkyd4le6SEcJUir57HcS8UWf9bttkFGWjJVQDNQQwSO8tpFoO9BjRxjaiFPDOZM
FcPANfoG3v2liON7HcuA4UYsE90C/GtJ+kloCVFDYughC4yWOcN8Ii542Tr944ucbY22rOwbZreE
NDCgH+BBWNzMRT6AyzSN9dBoy1ML6AXxKnXYGFJfac1i0BAVCdS6AcS6Kb10oylx1aRYUtR0AZVZ
B9IQhjFHacpP1ZikvqHNVtDmXN7zxizdojeTJ1Nl9a5VoFvH9TzbcBixsOUuAwyLKgXuYNxQixuj
mzPMhwyNHlLfMj8gidhqv7i+18nu/te8DdaAvcIzDEAGMYp1M8vDZgPT5lQO58TTJdWpfxljoE9b
oL/b7wg1DrwpkSQDR4wS5bVrJmIIZSoNGU+ttthhAqt2lE61fRRpuv39Fa28t4Qtca5VdHoAbLi2
ZeNGk3Sqy6E8v6fUflfHzIfISZ5D2Zn6g5m6vUkdIImZNQPksksNZZ9rDlgaUwI4zLnTvBxoh+H3
/d91Q5+GbgrQ9XBksdPIasWnuIjgrYGJ/hQNkZBjlIlFDu35S9N+0Hb+OYDApUUhrBgwjRlLrpo9
QxsC3aTnrn2vJX4G+6pjVMpvdbY23oG3xxnoEw0bhWiI8vEyaMgD5x1YvJVQJg9mWTt8qp2KulaX
BPX8dSROM31sbMSaMyDxAschtkLcatcbMfK4kjP8SVi+TgM0qdrIy+oic2IpdwnDNS5lljM8tTY0
U9TnhPsSZN2jwTzEXb9xzD5LjtfnDKoTGIAVWGCMiC7932rrfOBTooW8i2yILYG5rgW74n6YWhrW
WiM5TU0iYHO0wYms2tgTLa4AD+fD341dEdH55pfguMs6MicAvxZvu7yjpRGTVAtNGSrdiW+SbwyD
EdSCJFTus+KJudKxzYLG9O9bvvUAbMGFYXGtXPilxHJTpRq2ILchS+lNGLVnJR6Wbmk/kPyFJhvP
oJUysI6hUnEaUMLCgRD+cWEwsogMyElnhMmpTs7gK8WE+46EGQpqhDsVq0Al61BbDaRmo6m+Ehtg
GuEOXB5i0GCJJszVMiLx0BshKKWdtFQdW/vOow5shpIHZlM3LYijBF3jqxBm+YUwUXd+U+ztqNlP
2mOaHeK48G1r3Phdt9Fe/CwEe8wQWUJc53pHIBDLqkzjRkh0Za/SQxNj5nuWvarWA8hA3f/eK9cd
BEjBNIIJGQ2utpyLHhJZ46o+mWFfOFF76jBnK8pu2RRk2duUOOVzxx9r7ZBk09GUN3K7lUQWnNY4
/Shk4PsD0nm91p5XqLvbgxky1eeYjDUiiDycsv6tGH4X7av5dfSZU43Zbhbw7HfgZKZxY6pF3DaL
o3b1ExaJkpSAZWFMuRlCIFQmgZJ/BdIPVcZHix0zDMHf3+/bcHe94MXBVi15rgiZzRCvUcPlDdix
zGbCZItVb72fVz8tug7IA5FlosK52FxesTlhpWaGY9K4U/M1QT/HOMqzMxy1mh1QLMjQzTe9InrM
+5f767xNJbDOC9uLXQVtU8Ykppqhbe7S5qWOIHV54hvB4/OELr4d4AIqjglGVzGAsgge6IvrFS3U
7FUjEjykLSJQjMZmNGA8qaJZ69mZjO4ka1UABVKW5/VjS+XxPW3ipgVbJ2HRfpRo+qMFF9E7sW0Q
BqFyXz1l5Yghq6GeQENl43+G5p9UANc8pEkV7VmeSSBvnYvZAg8KkJPeEHPzTz/0aeNi2rwu3XSU
uy8WWLA/tGQCLecsHuc4BbO5y9QSt7vOZ9N4yPuY9IGmNajaySkQWC6pNPGXMlK4PP8/pH3XbuNI
tO0XEWAOr1UMopItmQ7dL4Tdtpkzi+nr76KBg2NRgog5FzM9jcH0uFh5194rtOl7OzWQnQIRL98O
kg8FrLRWBNQykuG155nfm3mkdmBPSEJGIQIMI7uirbScJmpWvMXawHwzVQoO9nq9KJIGVTeFjtA1
1B+HGrH7l9AUUA+A7ykSCsDbjh911jc5GTJfyY8TzrpXBk3MiciAPe8TIU0rWtZ+ZqpF3CemwnTY
QfVVy+0nXgoS0iPh1ZgqxiYxYWbYf6hq2MCTNutQ9WKiWBgONyly8J4ZkK4nPFOKyo4KGSznMSs6
6RkWcel+9IFBWkm939h5sysBpJtmhXdgdi6PGtxATSjCtuQM0v9jjJxekLxz2rAS2M2H82JFIqmP
nw+RIRXoxcWey5QM7MzAiM+corxyfnvU+0hdOUNu7C3UYmZ7I1CKsLXn//77ypSELpAHDqmgLKYd
9MX7rW4MZt15/3kPgxEGSbb5hDbA3Lhsh5P8FuT3NDm3MfJRQWjr0U72Af+NVqbm5qD9amgOSn51
aBgQA8KfERyl9sPPn6f6+X5HVn6+vIgxu6gESXIskrOhJR8GzxFDZf8ZzQbLov/twjJgC1SuU7Fy
k/MAphsPhx/SRsweDAjS3O/LjWWMhmYQILJps+nz5VgFkYx4k6uSM5PL/ThVmzITK5Iw373fzo1r
EZl2hEd4aqNfSyUavypRL/U1/YRj73ESE+KXCnTu1O3YntrsD6R+Vjp2a5JQ0JyfHwhD4Ex/2TGw
5HIfCUjjJPVPgr6FXvb/pQF0BKsZmEBp+dIQ+Q6giqADp8zYy/rDFMQrDdwaslnMBq8YdZbSWSxj
prRDWmu+fypakfrCAzeNJGoym0mQ7HuWK34tVXEjUpwLL8iPg1EPy/FFgwJUTiWxCrk5dstGiH3K
Jote6v6l7EYXmrtDZTL2ZBS2Pr7wSIjKGfENW6lKGq9ZM1wvS2Rl5jT9TExGoWCxxYqiSwow37kT
IBdUqgdAEkG1ileoN3OHLk9XCKv+1CF0lE34n4jn10GhyWMuh0oandUW73JIDVeTkz+m32Ek2EFu
R/zKjN7IDGo4+1A7/EmKSMvjXON4uE0luDQgTkObMHNk49X4pyA9IlAmpNtJCw8Tngn3996tZqEg
gGcJohoRIKDFCR9rUlGo8Fs8N9AbMAHAzuwMUbLlS3V/Bh4kdzWjHxCZ9KELgWXh2UjyNYe56xmd
nUmQoARABtDWpR4P12XI3zRTdC6jUQfJUsNibgvOLRV/jbB6Pa2zLN7sIgF1EBh8LS5N6DL5ad7F
+VkTYAILoV6C/BvJ9dM0pTsojIFSaN0f4Vstzo8dsAvw7sAZd3nYdEGU6RGf5udaRFWJTAbJpX1g
mAWjnQyHeW1lRtfam//7r4UrKbkgJQrak3Uz4yfIDFmiYkHPEseonnri+X73bhRDoFH5v/37efr+
as9PyylKIrTHCVRv31XYwLNdCLBaW24yUNV82kVuWxXYqjINT21EoZp2/xtuPK8BLlLAKYNdGjI7
S7Zn1qR8B3B0fp4zw8q+Ho8d9+4HB4F5WbFj5b+m/DDgfvk9CCiXo0xVCLSJUiIN0S4pEOgG2Xaq
1+jeN2YCX4ULVFPmxPgy+Ri3qVBpalycBegjtXD6wknlDCXut2RfpQdt5XV5HathEGZ7HBQwgf5a
PnBzxmK1hojQOQSaLjmLOu7s7Dko15j+NwDUCDoNvGTBM4cuyFI4sGnqdoxh+3Lu23dZBprC3/Um
VnZm/fmuLOM78uE76DXKXosKYO131UoMd508E3FOgPoAwZCZwbzEkyn6MFRI6spnqDKTrnmKqojA
oKcUNPz2qMElQo0fjDEnauevLLXr83JuG9wUSHriKYj81eX26oFvDbkAbavCQS7fZXErcQWReBcp
cqk4t4qN983Klr66fEEcwmU3K4vA1RUllss2E4BRkyBNjLMIcfjOTbldJVMw56Q1QMLNhoAYBjpz
vvSWA5uMKbBZfmqcx/DbP4HKPgQ1AWcirO37O/b61Ji79KulxbWTsTpo4IBlnEsYkhevEANVNpVK
2Lnm94NMjfFFDP+GioyR3bAMPIA17Y+r3TJTUPGXoQMziTFdHJNqkeTRxCUJvKQSMnwW3dMI/aZx
VevzKtaUUXhANQDZtVmqXRIv5y4cAK3tg6R/0rkwfmCgwZlihZrp/fG8mjgYEQKIiHri3BaSXItW
+Jar+jCX4Xxodoql4MDbtcXjJJ/ut3N1U8/toCQ8Y7ERgy1pwrIypmnMMRkivnuhxTObo5H+534b
10zhn0ZAowcSBKP2s3Z+3Sg5avyQcZzkp9Yekr/y37wjOMgN6V/mPyaJq5QDSZNdn1EAl4lwAqiL
1LNIqKEQFYnr/argzs3RRZLsfz5osViRXBDiMRXkp+olG60C+hWxvO9T0YYl+P2+X60WpM5U7DsB
eXiQ95bvYDlpB5SNZBX+8ZAHKV+RybrfwNXDQQEiDnU9JGHBcAW4/HKhQKkMdW1o6HsNqiReXeCQ
rPsBWsuhFts6RCUpWAvyuTPCNYPfqw03t4y9AOtMXFGoFl+2HEpR0E0g0Hha4epsw1cH4/H/QJj7
aQWXEm4FRNLL7eb7wHXGMfqnVCFgKhZMz0mLslLsyM3kqlpipo7QBs5/H9XZigFYLryNgCS67JuE
5EULlEbgISlDJxVidhItcyjGho4Q/5OQ07rf3tU2hHgqcp4geKIWDm2xxQOWE6N2bFooL+bKvokf
R+XTH//zIxlt4LbBHgfKEKWBxaIfjTaQ4LKZeiqgK4PUkWTNo+Z6LV62MG+7X/s8ZXFcxWKdep2e
QAP6mOk5he4rNysRnlHkXhm060IoeqTNnrrg3QAVYSxmKRa1mDWKnHiNdBoYbTm86aygP3PSXs4F
S0Ew4We8WwDaUit23Iwkl5lZ1Keh3KshdGsK+79PI3YEkNX4LmiRLqaxFjPWi4ikPNWHJyvOUxAu
YQVkAdj5fr+lKy085AgQFoM4CDoU9v1Sq7NM4rZsoyrzkEkeoe5cBOWX3LOIoyzkii+tBVrYDLV2
2kua1ryN4jCqcHD0+4MqtPCD0Dkjxm5quPQfeI6sWtlA1wWExfcthgIU7DEIqjbzkmI35CPcaTgS
TrIb8JEppp+FYAPDnZMxAGvhORwQcfUrV9v10YsRUgEIR7oGBORlzkbhI67PpnQWnYUQ0NDBnk1e
E/6+0QbA+8g8AXgOO5FlIFeChRLA2SvzdL4sHQTRAYUQorGyrG5NNuIAbfauFPDuXD6HDH/Q8rEu
c89Hrf/B4GrxDdCK+sSVjNFw/j4i8J2qE3HQSoxs2QghEfG4h0q7iuPTafUM7qcNzCeRXQqNJlz5
wusrHrpuAPGgWoSkA7J+8wH3a+u3vjYGpa51Hl9SHTFmWEc9raZTFXy1sd0Xtmic+86NxeiJCw1S
sdAcGy9gIYWjTOCbEmfBzIiUqCKu2c39TMJF5mf+Nly/iA9FDN4y1cVPfAXhvrr3OEgPB4Jd+h/w
o4Vq1RnOM9SfNmPeWIlSgYBuR1zk+l3qQO0vzyrCFTR7G4w31CgQuhaprSpWmG3S8JvBzEV/gJGw
hT/N6gMMPSIUIgwAB2Evqo4tKUqL0yyOR3xYvnGy3SiHqmxgLPcv5wsrPEZfWQc9qQ81fjNQpkaC
7f4RcX0aA2E941eAEZmBqYvTEUdBG3eC0ntZ1eckVzvV4lnK23IcfTdyNbtg6J8d45KVF9XPRbIY
bzyToUcy35wI+BbXgBD5KtDyeu8pw6uvABbH20XgFvl5LM589ChpJPJfjOEl4iSK8Lw0BKt8kD5U
V+S22Z5/ijUz1mHmcRxgbRZQRXgIGzy3XXkn67aimsJhjDRTGE4wNSmt6FE0bC1uSVmT4VCoDoCa
lfRsfImGeX9Ar7MSuGmQ18I21ME6g6b15SLPlabX/JrrPT6BXAD0TWv5wZBhwkY12QmnA6sArolM
7aRQON4ET6p2qOqBaLGjH7OQhMlask+a7+zlUP/+osWjZ6iBnx9Dv/c6KCYIdl9BKe8xMaD/3tLS
gCyauh8DU0b+dq+6avjevfghqblHhQeT8o3rTK2gvr7BYjyMoTVpppgdchmXgwnTEMnfJGmFlQPv
gB1Ur8KVOu9V0IMMIYhkkMtBYQ/cyMXLOxG1SC7zPvFin1PcAShgWk+DbvZA+6zshatzem4K6BQE
k4BNgfNwOXONDn90ZPQSWCMgTYdbkVFRb2N6f4H8BKMX04FmsNFmWsX8fFuGcRB5LzNNbAqo7A7c
Jg/kQqQlH/mJI1RqodBi1JBLT1u5dqaUsZqmchrpKNaOQKl3FcCDhJsivaQ5uLkjzf0RLgV+qPWd
OZRREzsxYx2UdDh4S5MBKXPQ0yRffKpKycBEQlyqo5k6Nikp2TTmFNT2HmcSEEmRDSxn/54aXOzb
bMpDiQJM0P2Nihgq6Xw9atzKMXAdAcyHLsqYgKLgFMDvl2POxjoppSCcg6Fja/eNjbRK3xNmN53V
5i/yrvkEUAY4mpW5/pEoXMwCIMVIvSMhgfzhUo46QMTEDypyZllI08/ajMymtDqzDp3MCuQNq3dF
RTtgU7bwgIYkwGB2EuUtaIUGZPhTZESbjbUnKK1/Z1vNqraSDZihXpPsoB/ELSB+wVeVkBryNh+1
BLQvid/6fQ7HGR9SFxAVPKSZQYQN/+7rDmwJ5Fc9oeHwjisjqr12crrcilO3VUkXrOB/bg066scz
Bg+jD2WTeSP8uocVDuSxsGrByAfcS+k7W5K+RvlkANOf82YNJcPaVLtN3zoGe6/KbuU1Op83i6Gf
z8aZ1Q3N3CveBZbhUPCwJ/ck3Wmal5I96q2jPPPpM8/sbK3EcrM1yFnj+IDGExBIl50dke/JjVzG
doMt3yaAFCPx2UPfbIL+uEZZ+oFOXXYNhwfq/wA4AuQHvfrLxvIkayMjUKDESdVzA4hf8XxKz62d
Qilu/7lnG52Ou7300ipUO4TwYATFJl5d2zcm+OIzli/TXjQmrYfihVcR1zSIO5jcR0I+E6ugzYYj
bm13pg0gR0VklLmOBzMkistZbmjv3JEGJnIr0seDcnxrc8rEnTeYpLOLTWYdFMJDTd0KSmszbZjz
1jgPOm9J/9STgOeCIwdb3zH2El5NJNRJRHVz2FbOAUWIg3AOaUYCyPg8pi4Kiu2j+g1VWtPFZsIf
gKfWbiAwXiOVk+5fv+EQNZj6sTaFpyY348fOd6vjOd+XrVW8aHZBW3wu909/V2IC+zQCo/vekezx
PDS02PtbjWSO4IT24bHQnZB+HXi3tZ3S/jKIYhbExSqn/LayDtA8o1GyGcyYAZBIfap88Na0Gx4q
0j096FZIzdy2DKrS0CxtgEXf3IrAFZRAixbaErBys5FDdG3FgQCtAVFxAngtgX/L+97ZYGefAVCy
LA2pzuRgnIJdmZOAnPRtZiXkb2+XpKMgCuJJBj1RE9oUxpe2E10ZJY2MlM7xMTSLgbhqhJoVIgYo
P5+AzTz3vvmp0J7opOrp/p3/yJzta7U7Vqby8iB2VkeeAgs7OvNyKrmcefK35bPmwQHL6slnb+P+
triTbzk9gTYwDFiOXW/CgMly2fa5gHsJVZzQpDpzIzeytWNKqNUCSkZDALrgl0GwRmJItUxmR33X
KjdPPZFcnuTfn70pPmw+n/tXRSIk3Joo6bv6ebCCrUzCDam/1J44W5WIZAL480AJfN0DeGNQ6R+i
JU+TiF3bvhN/adRw46MMsUdiPYFiYlVmYu4Lu6MSfe2gh0i1bWJ+MwG2dZuauFvpQKfTMbJ5Ipzr
55CkxMswvwLtjkcX/7PdE4ja94Qg5YBvMQOK0d+on0eFlITq+KEYCY6+hWb+MTm2So45/lWwdhmx
Efa8cqm1+fSt4qO3kY0kGZFJb0alZaTWcfNK0y/ZeSh2R0bR0yqlGk1NJ2oszSsd41EQdrCxMpPn
LxcCV1j5e39P2215+HQ2oIOU5JPfAEC1mTR766TbgpyNzyAn4Xdkjm++/aw9vhd2+cwKM98WLYlN
bDSeDNZAxw2RnK3L5SasDnQaWozmh6NIHKp8vif0DOrWGYAtsmVm01CySQmG9p8N/LN7TJH+fmh2
qVUnhGxcCxpfpmFaGg0s8RFcCzN5KMlmpD7G5vsrJImDMHv3/PmWPbzAd/sUHuJ3Mx/sacNjM7D0
sFXR//sh0895tTxW53rjrJo4iyEtLqwRQhtCI+mdJ6BOPZqFZok+/RO4fGMZL6NvavPau9/m1cMI
NwV4AsgJiEgeaUuR8BTME9GXgXwbafPM2AuigKA01dDq/O/7Lf08dRa9A8YQTC6wT0GoWb7B8rAT
yzQMek8fzCh6jSSsUrgNa71ddJtQdRiIEpIZIRxUSCw8RCOZFBpCUoKnaWb5MWYZsD1IhMShGU/b
ujw1lcOXTyufOYdiy8+crQ2QCoKSDQLky7utS1Asr5MCLzYwQaXGkiDmB/ZZVkqk498H3VY5A44K
EIiHfUpx9NM/GbcZtfc4BKyx3Bbgi0l51xEVdLkwMHV+bZXMH3DvAxfvHDXOOwlphd6TnriHaps2
2EMN5HcRL/tvquoep4ORUyjYdRi+1uTX3tLXYGMdjAYwL/E3ajKQb7scITVKk6xoRPhoOe0naHLh
UdTcprDxV2WFm/QwPCvOZI2kX0PD3tohKJqAUQOhE/xaFrakRIV6lYZXJ1yisJN1xnUTyInJ9KBm
iox3AyuM1sTDY5TwKK2iirRpLYD1OupMtXwmtt9AYAj/7q8Z6Tr4wogg8oJojgJDS3ExJfyUcIXQ
J4OXipAFpwJDjnGbSmRgKCCHwA3B+BFSTYk50xBi/RxP/6DVXkknOMCW6RtcOlJcSkr1kaLikxNx
fDWmwmrqQyF9A5ZGwU6OxA/QVRJQJwYUDCkEZsfGjfGgVlfC1hsnAvqCBB6qDIial30plJjXeike
vDKlsfrVPeVFSKT35El6vj9qtyfzf1tanj2VJgS1KKKl2DVkipR4GHyMwzYRKY/Z+xuFTjzRsl85
8aRb+wcIpLnGDtWPK8EaHSXtBGHjgFoNSaCfQtTRGq0aks9P0XbaDwbpXLg9y1R5E0M3DR2/RDyn
kBQVwWGDp0RDRajuA+079AeeQdsBkzwBGO7qgcNt8cjs1GOqm6zcGGvQuOs0ARb9TCwSwBeE19si
8G65pMzGTu49ufNTpLRxFA1Rm1Juwovm/vTcWtO/m1qcg/3ow8SPIXPFO9IbYESVZmqIgbgM0tj2
JK+0dp0ow6GCms9s1Qr6K9gkl4dKXfWNxEnoWQrZyamlghyaKTQ7QodNgHebZZ5a6eeQHaAQSBkz
W6uf3mLgQ/vkMc63knwwILXhpyTfRo2rBAEBwhrUJh9eRX+Z4aXFzleRn/zXhm9NeTDCzynZSPlm
TOwweZQDOCT3pPaVfS8/8M0xHjZ+uoIzvNZum/uIahNgHXNR5MoYKFXqiteRoRqfpZC0nKtuuQjO
AhT0CJV/Kx5hzRb9aV/a72oEdwRPZNvwJsjXH6HTn9N6TaP5Oon380FQH4ftEjLCy7uuVtXMgJg8
9rrJKZav8XiFd2QQXUFDhPs0hJu8IuUW5gDQRKwQg8MgJ6L1Nohtba1edOs1h9GBHjhEtJGuWGYU
1YnxmlzhY4ba1N8HtqsfAaqqatpaqlecFBs+GLLYrSy8283OZVuk3+Cf83Nc/MoSQJdV6poE6zxJ
Nk1w0tqn+DMLJEfKrBxEOn6vhChyUlkp3bWqzK2jdrYT+Z+mFzlUvcyjWh6xHnrjyDHUcckwmoay
G0tTWCOLXmN75rkGSgNxHjyPcOxebrCEAQo5zQlbXNxSTIeEtg/y6LTZdhz3WvEM+N79A+TWOQtg
PdxAEFhCo0+6bHAM+cTv5nxsq3xCp+G5/JtPtHs22molZLt1KEJZCSsGiCl4by+GsRfaRpLHZPRa
vpOshPdrs4sgI9qVvbHSJ2EOwZfBlyrjmoeqNaLEpdCjoo5gv5bZ4LFiJ09/Ux/XgjnCy93SfTPh
H1UILCfuDIMxedm5P6C32kZtFzVVFJdQ5VxGGbUgMcwhdmt4lmY5R9yU91uYr49l71Dlx9UCcAFG
c3G9BEVSyvEAR4m8ByeS9VTBqztQN1C+WBnIGykkFMjg0atCKEAEhnAxaULf1JIPmqKnOgpP/C0I
oACPPk0m9ppBjA+Y0EKhnpb73MCThLTvwb8cUJiGyNWhe4nXyII3gpHL71kMLtdOLZ9OCEaKxFA6
vL0qwxWYAsMTvsSjtRE01GVroao8Y+z048xtB6e2Z2JEfBkOeaSXMyj635+PG5sW5ATU6UC3MWZn
zcUeUkYeSO2uHj2UPYdtXkqADCWVjNog+Cp1DNq1r2eh3fFZ7chlKW/8PlmTqLxxS1x+xLwuf52Q
UFaNuqDSBzw4YsNNcwqh9U6mnc0UcKJs/482UnCtUlq+ZCY8DhJb0VHao8qa0rhwHZNcfsl8Evz6
EgYADkoFGkK3yuT28kALydGKjZxQ1eSH7SFGCXU8aoEbtbuUig5Pxw9NWrsxro/ty69YLF14PfRV
IhgYD5EgyBeFkvSdFbmNRkdkS7KEyNOjYLwy4zPubDU6wwUa8POqPWUKW6Hu/Wz6yy2LjwEKFy9r
xGN4kF0OCdePCQNhH0OCBKGGtKex0Z60/G9rQN4Vir+2ktpd53B2loAND5kbW9JJLT5LwpaLiZS9
IswIGxtVV37aaSXSku2hTdyypsHKMX1j2AD9wosCYGZoLv8gb39NXiJIo1KPw+gx8ZRzDUmNo1wL
hLUoDsEduVxhEt1YKxfNLWapagI8BWM0J2FgOF0jcn5icylVKJC+fPUNRsvo5f5+vT6hod/xv11c
BrEAWWZGmvSjFwY1wB6hWY/h5v+vicXjW4a29yimaCJjEc3rDxRP/g8N4H2BgBBYREzX5YIytKIJ
2DxNeoJcLN5ITbGyga7va4zSrxYWSzaVdCYBCTh6kfiXExMTb10SIR16vx/X4cdlK4uzouFYGWjz
QClwKdUZXtU+Qp7coEb6T2lWtuFalxaPJZ8ThyKOhNHjJ1gvSf/6TgFb1l+5nm8ur18Dt1jSTark
apXyo4dgCO/RAOlZVfy4P2w325gh0jMGD6fKYvrlKGOoaKEnPl7EuvQZsrXK8M2x+tXCYvpRhq2U
WEMvjPpNqV7z3Fr1EL951ODzZyIMzE6WESGMQxXYoUeTJ4rjPzGOTGYMNBiaT1bxrSUkeMP7/bgy
Ozf7BUgN1HugAQDF4cuNI1cQeANbZPLq6uAnx7p9FLg1Cca1NhYrgBWtEBVNOnmx/lGwjhjillvl
3601sgiFZCP1U96IJy8FYlaS3K4UrAqE6PsL7eYczSpRwBrgEbScI33iuIHx9eR15UkOnvq82vPl
s6+A0dPhVvDXqEo3FzbqsUj4zA5NSzmIVu6DMBtztCd+Fdy5lr37/Vn7+fOo/rregqiXubIrMDXZ
30R/VrkVYsitnw+TBLyooB3IG8usax2LYNy36uRpavEmhfWbUfxnKVzwLUGvAQcEgAGA4BfRZp90
01RBC9ND5pQYo8uUl2I07w/TrUAbkgZ4EsJyDQiiZRjAa3EmFgwHTB+De017A6LmsMQ1kP+Te7ny
QbVpIp9m0sSEnToaBhRCBA111KGTfQJlgNSu0mJao0xcXxcgtKJUj6I24LNIMF9OHyTE2pSJOXyY
GE39Py2pxwckukJphXp5I98wN4Seo74DFu3yFTeWRiSVfIEwKDN5sPMgTK1s0mGfGk9SZcqHSnby
FvAwghrWytBfb2w0DaaNBEIkXLmWkNw+TnsuwVHoxSlonnDS66Dlpzhi58ooJQrbyJTUnd++PXPT
I1R7e30ltLgmV4Fu+vsDFoM8ZfCSgLzh4MmRq/NAaSWUOeK/+oUBdALQYEUGZyt+DrvJUsI36K2t
DMC8gC+D5Yv2lykmvGhTWBjjJVObTDNHqBiegVarfatDmuvFODQhYZti7eS5PunQqgYwKDIvUB5b
Lq10wNOwF9PRgxtYqlhVYSl4OMRuXO6yNSe6W8tYA8wQuIwZeSrPp8ivUwgTzxV+L49eJTlR63C+
Nbr8q9GupDJv5EFAdZjRavBRhtrnEkCvxUlQg6jGe/5pxPsnmyuy/ndmIjMYFu+9T4LJxPsCSDxj
O8orof2NTqqQt1aRxZrZOss0Bcc4BvQhGk9H2yBpf1T9d36n/WcNJzghgYAH5XOEQSCHL8YShYKs
rlKN92q8bgVrPEfDqRXfgxkj5hhrDMdrBP/cHHg4GFDU1DCFl1NXlbxY91Ab9Rjt4WK1KR/LjJYV
kLOGGWa7YbI6ZKhhpmdii4olplWKrWKtxHZjsUKcFnoFM+cUU7vYolor8OOA5erVbNs7kWi3EKt1
9GSvayuY9Bs3gQZRRZRZAd3/IZBddrjgsqbI/En0lNbi65ckdrSBhBytAVoF/BF+mKZoloN3/xC4
znFBDQzXPyCJc4VrGQcEcj6CiF5LniFAWN4qAAvp+adqDSB7I3UDyC8S2RDDBTcIpabL3sGlwwj8
buK90W8mK8XR9ydI2jIkcckbpJ8icV/oxriJDLgbwQVEPDbNWK/cNtcnPj4CESno2VBSQJh1+RF1
CtsSjhN5D6aIcTpXpi29eL0/oPM2uDxUdVxkOOCwHyGmsRSc0CCCwxdNJXpD4kGcjkRMXrm4brYA
VCxwA6gLXHGNk0KMlJyVIjzhwaLELak0a6DYGwOFyi04R8gCzpWZRcwb6GIgs1qUPEkGDKHbdIBX
rb58bqx4xBczLnauPs417MvpiBW+nUY+kz2pdmNjw3qV8vukofEZyBl1z0bKNCKuRdrXxyVE0PAi
hB/UHGrzi4NFYPLAp5Cb8MbOzEMzSnfDTnYjZSX5MQ/RYh1cNLNYa3ErZwGDbx/KuWyyDAa4BBSZ
39thxpqtbOIbaS/wQKFDD68awBDkZZaCa0DWKXrf8CRTIrmT77PBnJyJBs/cQ+t2r4rTPMfQLVaI
phzgQKnmNiheAaPMnc7l35TULRz1vEBx/K/72+H6AIXKN0Q/EdvN6rTyYo75dgiyIgx9b6qAqN23
WuYWMiCw0ApgaWprqnm/vevNgfaQP0dFB2QYbMLLNZUBEZpMteF7MrDSsYon9coZcj2vkJLACQbY
jszzIA9dNiD7ELvuGl72EgJ4Yo7KB1U0An3tRH1Q12hz12sVjc1KHTy0QnQU5C4bq0cJej8AnXhJ
eBKzfcfMkaMKR1bW6jXLHlvidzvzqP6Kk7K2KMTOV2SvhR1Q+aB/d9kzJOXIkFuNN+6Yvl0VQbm+
eC6bXNyshj52eYPo14u+35r0peC2TF+5Um+sBQQOuNlAYwVA9+f8+dWrgK9KeBtJiier0IJVIJfT
b+6vthurGyR9cMvn5wvIfYtzkoc+fQsXOcUDa0Cvjpm/nd7D1DHMNXHnGxGmgZsLpyUuLgDiliKi
eOwpog9enDcClfeelbbodRs+pEH2LgODp5IiJk9j5UiRc7+LN/BNly0v1oYe94Gahorilf+g4lh7
suiquDsZPANygD7/6H8Mg/L+DhLoBgCMT/3KM+UHB3B5ksK9GGU4A5xbvER/4Ea/prEpNH0w+obz
dBiQD4Bfap7+UXNOHT0qBfGFcttLf4pJIyhPZYWdsBNsRiJjIBFfklIElv2gxDWJMUzptpE3SbwH
KiXLHzqddoMLgxswPryaO4aTBe/29Av6ZytjOO/TO12QF6fSWBZjW6o15wHW/C21rghXv8xlxgF5
nfLEuciNdsxbaXT+ofcaXRweaZhpYWqg0ZzhwH9KUt4MHlXpjHp6UdWk5M5ivkYyuLEhfs/VMmdS
wRIJvg4l5ykirRrb1ykQ4gb76nYgs1nSV1W77J9P/mkKmWSSmBVslFa6Pd8oF93GOkGMiZo0SD1I
2i8OaIUvBlX1Rd+rXoyI6JB86D542n5UmVkbTxzPyLpy/tVQz2sTRBbESrA3RXh5eX6O0HrnfIYl
2qQbpX0deOg17vqnQCDApPV7zr3fx6trAY8iFNvxMlFRkYC49mVzGQ8VZUPlfDwVUGN7KfMdp+M2
PxprS+jGWBpIDiK0wD8gOTFnEH5tvUKvYCaUJ5xXwZX3GBtb1bdEOujw8/7XUmiBlf1/fkrPfZuf
fqC644ZYooIEoUhYVymclwYWK18KdccHD2VLQsNmhqOnVB2O0R8ksPvOadbotFc3xtw4fgFRBvkm
QK8u+5vHUAmBmSLnFcJDJ0BIsshXjoLr8jF+PJQcQYABWRD5y8VSEUo/GEbGwmdRP+L6o1nsSsmp
5N5UGZYKuc3RzIKFN/WDl1z6o++kiaKzY7lVxJ0SW9DOXDngr4PHucMKli5CcYT8P2XmX5MMy/q6
iHwtfJ64U9i6Q3WS++dheG1wqYCyW1CxehHBWpWat04E1hi+YxOZXuL+XdNoBxwgBD/hL0fK9Ivr
aQT/0qmwe/WAUnPX4/m6mre6Ch3mD54dTPGYg9HBUtgr0Eof5LgueIbXm28Kdvoma1QjEHWeGMyj
qS7BnMSpAjriyIEdSfB9f/v9JOMXRwxMtsAgm6EvKHAuglqt7SFDVSnhM+RgSfkIF7HWDEGkdft3
KMj171MLYkvzMpUHofrTliUBdA+h90dRgFpHoIRgKnYmk9zWWwqcNwgwslVw79O5es4MCsg0r54R
JEcWJBJ4xQL5GBBQwfH3hk4NCKW46ms50ekYucyH8ATMlM1iG6q2n9rRp4+7zWsPYFfgcZ0RiUOW
2Azf+8CM/c/7A3GNQICAG8ZfBAQZUteg1V3ul+z/cfadva3zyta/SIB6+apqW7bjuKTsL0KSnaj3
rl//Lubci2PTei3se/DgPGUDHpEcksOZNWvxgaj4owhnnnbIe4UAqB5a4Oakyl+VQKbsQsAXEz0/
qehfYFaSd0LTa3dsZKNdggPdQ2jItwCmA/iehiCJBoOOqAVn0xiFlwbPimI9cmbygaksv6XIHuNB
L+Jz5Rs8B2zfhpzKaKyOiOa4XvihxSc2A1IZI4strnvtl6oVM7senY74H5wWRzZiRWqiiqgEiD4N
L8GaeQPtvXeooxX7A2lzf+8h24oXEeC3zNf0ncZ/InYHqCzzjM6QhcfLfTCHSSKAUtTlCbExzQmT
D4NcNX0VXpLxoJ3gp9I2vSCMbMdnhvStTzYadRDcTSarOuVJ6RaO9/u2B3wANE5JLwFLiGypiQih
MVNxARNdoIQ7dEY9Gbli5N+195pbzOj2ZQZWn06v2j0uT6Y6Drld+lav6vmn/xRLO4/BjWfXEC84
NpUhHR479N3jjvo66vyvhqCeBPJ1KL+gZSACpinHWYcWgvzoAQ7amI/t3ZcA0NkCPUIBXS4yUhK0
cF9ZTe0IPu30EvHbIjDlD9az2sgsWTffeZ6NvRye2WrFCXpwySNjKqFgsBAwkTHdHmZE5h5vWmgH
IyN/55py0QxeFGeXjP3RcMzjebkwSBJo3ltA3phc52AloWaV88Iolv0qu3Tqun0eXMFuXG2DkNyv
Vrkpuky74GXkDqUNgnUDNTsAedF2TZ3PoFhpGEEI8otX/QAmOzQvXf6vfQGgxYMu5y/pM0rrGjUm
T0t9vuma/IIrB5rh/KRn0VmsLe6FWYJu3OfJKFtUyFB0ZZRIU51flK8eTAZoV3ODYBtHL0zzJL/V
rQHBzCS3Hq/a75uEnkSUaJD1Bm8HB76I2yMraksh00KluARouptwz0AwLVt3jF10RiBsu9pMY4s9
CD8lOI8QxjcxSDtWzLOvbRnpT8hFgILpJWg2c10GMXkEAgEjyVaKAsqMl7ZeT5CdqdddiAbKzYgL
DGphI8KJyMjbk7ekbXXvEUiW4uglToioi5bFK6DoE4R9X16C0JSkP3m2E5d0Pu7PDphAzxjyvoBw
3om9JVntMZ42lRe/bvRhOFXodAyPLBR1xnX2LB8fL899fQTsHdi3MmGwISx+lFOgHUIYWbYuL4KH
Ph8dHO/dOqicoN2jS9WsjtxRsgpdi2OEJX/l0mEWNsDccDUSgGEPoLpGb4Ci7jyB65vyIk1m4en9
oDrxIJiJBlXpj7AxpHqp1Uu6f2VhyCjU4u0Dig3k8G89MtGExivbsbx0pjDYOV73GbgCOd5Sf8qX
FolVdOJaGWN4rJlkFhfaLWgFRGM6JjxUj12wHBHqp48y0huLB7Q8QjdnbFQq1NuMKjEm36gPw3dW
GAO45tp1UXyiU6mddgD+V+lK/uRro2NWKEEVCOcO+UIu6b4TB7E3cK14SKKIh5w4Gf5VHM4NfKhO
nYQWVkFn0cWSVK9RavilXcWjIfQgZHBYsKMEdvw+SsdBNMX+JHwryHtIZh8ZmabXE+CMlpauIiiI
1KouVmuUcifeZBG980akrEDoHihuy5m5ZuM/Ss3SbfKLVL49Nm5HQZ29XJkUoNSUqwsIBkLNVKaT
oOxAVa1N2/pn+kQWGo9wz8m+80T33yd1HUU2pzjeaCjqqo6gfb7hWWc0R9mMmlWfOdp0SNityICM
z648IzhKwlN+UP6ERwEUL8Kr3wcIFPRotPwn8avxLCXfJlAdeB0Yt3JALS5rzwri4O8ycqB0zoQv
sebU8VPM2ROz8mKbl4xqn+OZUuzHqAAjV2mADWpykPUM8CvBhkEHpmxAvrra1iVqczbXGWN/CD5B
VVRqPF6i+OvQI8cYLLF03mdm4RToGSAXNBERorMZY5ULcc0o1YVFI3hW/0C1SJdP2VFy8I1o1ll4
DM4EiDf26C40IWPlFH5YXfjn+MV3O+k4vYu7XjXqGoyL79O4xrmem1ALzSW8L/jT42Ptt+ZDu49M
YFCo/BIsFJXakBI+69MU49Xc8kN+ro3BzcxqsnkZMaEL3iU0cIJZYY1e2faHfS3QJGSWeKjvm79s
ZGhfyipNU10C/UDeWdCK83Rga7XSQKOWBkkMzFn8BLonzumnrWc0Jjg09z6vt5/RcweHQGe5t8TS
fF/7JGsIyhdIrQFTA8peamP3Y6KlSlhfIEMUDLgUf+RcM9QsWbX8lmVLA0Qr+0r551gWVnE3INKH
Hjsi/lurKtulUih51YUTLTSCtS/DgC7+P4Hrdyd5CYt5n58mY1QJ66OKUPZOPaIUeSQ5mai+BHhz
1d9Bw9tys6vyV6RaxWI1RV9SB3pGwDD8DboEs2SpWeMu80h9AMmZXZ2ekAMNejaP64sYrxOO8FCA
+iGG7rO7yBqGX7pz0auhUi6KYokwpiKGysZrDsTXEZi9h4XrfebBiBsOz2qEEqj93O0DOZNZT278
X5+J6vdSOifSSnpKY1RElYs8umXrMIWtjDoAGHh9l2AVC6xmeB9QzBsdNlyA9M68VMgHKYgG8TlI
z1G3U6n6ydjJmF8FB14b7AcbUgoc7hi0PyTQaSkMBtRRKgAoFTqvDwn605NNJhmPz4e5VUZQilIi
qFMRd1BBaes1clFKDVZZREW6tL3gZcq/vHqDhMc/SzjBo1BzU4BVQkpXpB9GZRHHkNQNmksESu8v
HPsMUih4JCPBhdTK43HNxPgwhqwgqlRQC0Ze8NZ9A6Xuhnwqm4vQuyr3pv4wHQ+8uc0hS+47ggRe
U98q63jDxwuPpblI8sY0tXM4uUiLEKyml+qL+4wFwRBGUwQjVaPqkOE2ar0VzfwkS86wr0Wg7MMY
kmWuuhSizx4h11NA7atOhCISy9XNxQNDS2/G/K5kkLaJkGJ7bqDg3hqgtWc5Q+lWylnrFjxr9qbV
QMP7SzaOI5NaAU2YvJxp2ubSQg02LdxCtMTS8IZd0UhWpUVGzekjyF48+byw9vf5TCRdryxTCzBm
aFmpUUm8RDVIsIhemZIaKfhKWaR+v+PanJqPrPxKx1Pdury29sdXIOWG94XPIGbocw0vTU5EHkAA
6IO6poI4bIUyx7nWxX/GXQfyAntQycNi7DeZNX0wuRuLayUwwjfuSYWiXrEUAZMr6e4LULjHmwLo
L2y8203Ay3Eo8HVaX7g3oAIPPd7TDQ+WLNZiQzeyMtHxageFvnqwR9fTK8dLwEwTfTcI0DZVpbNm
+MY4ww5Sc9JgKKGDmk/3z22qOBYIuuB/P5IcUVcXTeGVvBZJmCbII4/oUEZrUOqWBZLhvrHILjHr
GuARJZTwcBGaJaRVsjiQAO+4QBzMyBF3Bt4+i8xIWYi75s5VQO0AdwaHOVEvvB1UkiWdUrRdfVE3
3FPvJ6DbszIjap+SJWAfOaHv1vjKEhWWcFNfaEkAS00GvE+fMZLt1+Xrgi8TX31khfJlX4i4TgRO
44JX6YX5lH+icpX1Ni9s5Uxn83Wwqz3zsc2ZFAMwxOC1RH+ZBNFq6vxo+9AXlU4C0KYJrAgbNC7e
JeHf1wlLRFiEQQZNBE5v10mrpLRPI6a+JP1rqIBvqHsGySg4/ATE5303/F/GdGWOWqw+DJJyYrz6
UmbfLaQEc/WziMOFk3d24oAnxd2Hpw564W7HhBgomhoZY2o1IwZqFmQASfzPYH5sWWhO4VhjgbHE
fX5rpOCGlhmjqL34Hpj+JH1ogJFa4qOYu0qRb9SQAiIw2bvasxJPWpuJWXtRuGMoG3niMv0Gkikm
mtl9EcRZaFJhajsFHa/Qb6Y33pGN0H6Rx4XkzMwmAyIYXRGQnAXckU4re0KpdjGbt5cB6eKJ2zXo
1n3s7TOXBeElIJU4tEYBtXo7n+Mk1kU6te1FAGkYLsmmcL12ldQH0bMfW6KPJmREQPGBzBoAgnhf
0By9XdJ6UO7l2zPY4/g+3RQ9uwsiDTT2zXMEQap4CWtDT95/DALiRQolkN2iXEUOWT5qKrU9Mzxe
2p1y7sR6YV/NmiBgAdJ6gEI37fLslGSxFnag90B2lA8AU/jHTfU7CBBLEVoikqimgilZC5gsDSuQ
Z02yzWiHUoh1sG4vjOM3y3h9zhIzIDOA2DSSVuApocxwk1pPuFe6M9Ig4UoWTbXUwcHHWDHnBuyK
3fL5uv3M3dpajJjpYwOmoX5BUgVonyEKb7ce2LJJpFYaWIZkZEZCa9zlrJFH+/YYiyepPovtuuN3
Mn+QQKm5r8B49tgt6Q3wax7FT/Ae4MgCepUyrxVBGeXlcA7DwCjRy9CqF+SKahGNzwuRmSDgt6hZ
BkAPzVoqgYaDjeDWlopeqt73W9hCbbXyoID2LHaQpNE16EaTAhVyU0qXmuCXR+zopCLYrpq/Xm3J
QqWP1WtQb+LipQfhGzBjghtzTp6BQkwvGkPmNsAVnLhmI+doBeQBYxMXDqO7yPo/U/Xfz6dWSqq8
nqkUTFWjrPkREaWOfJx/jLWfJNY1Aa3PRrLQEzHnmJgyoATANQqkNH1qhIHoxUHQDedYNZt6BeKy
1i3cbsOLVvGac6cxMVpt3cV76b1FFfaxb8xbBxQXcSxuAmAFbhcsqoZGYacGvBjVUYT+QFW7weiB
iV3RPZSXBU7ni1VGeGOLNRNZoE/L+xdOXVJ1vD9moBqK9zoyMiBTBlrh9jPQZqghbhxYUK/HjFHw
IBJP4jFbOAToGBWVXFQNgQBA1hoXAp0yLHOeGQdJRf8JtB2EZDeOds8euMh6PKl398CvGaKfDkkq
8kS+HUyndCyAJhp7lrb+sAt7qwjfO07QpV/gwbRg7S4R+jsqtGcBog31DVSqb82NrTwg9oE5rjiX
3EopVzVac4XUQP98CG6DZipWgTgZdVrsorb9CMv6A6hyIxqdxe6J2RlGfRiURKSeSSdFhSmGihn5
lgEMAf6QOFO0A1V3LCyOmkzizUmDSUYdGO3uoFHA8UpN8iSVIlLAIXeWakscn7OzmBkqc0yPPMl+
B4iYqtH02yfCL41ylxnH6UI6Ym6ZiTY94ls8Q8RfAMHV80pWvUKBgDV3TvqfSXOa5JlvYZJNLDGB
0suScNvc1GJawfuIliZsFWrAqVDzmg+dhHMy7Nv6pXJLAHlAxPzYd+/aHIk3YXuQHjHQXeEfb70p
61HnH+KaOyu1VV9SoFgTuTIEpBQicErxUInncVU/d9N7qmQb7bBgfm5ZFZQLcQ4CpYxb69Y8SNJ8
9MNU3FkIQFsK5ES1qoIEBaRnrfsz9KmO5+wA6cBGgkBWbApgFExJh8DjzyDBAO1cBMrOY0NBUo4u
cCmA1sWBOHBnXrZz8Lr2SE1/FC98bHf9JcT99djcb16dtgeUC/YNOpuQMKSCk6qV1LqIOe4s5/uY
WxG9d9DZed1+CsymB7hmklYCNIg9W/PMurhELwhEdTl2BvmMBm/Z38qSMWShHk0W6NPRN5FWnyi2
Jet82E2Qsx5Tq8gXJunuzEa+Hu99DdsPqXQcQLdLVfZKJRTlJOLc6QqDQAkNdIsVSzcUWXFqbiDC
i85vNICjTYnG4VQ1+BkmVZnORV3q0vgaNacxckpRcl6HJDRYwhKZLTnAXSUEroccJ04wKOvh7yq1
IonYFB1fduw5kn78D5B8daqjTHYy/B3/Nl5tKMHSdN4lVhFfw90ItAX3H1pBqVA7TrtEESZ4dDGh
KJgItja91AHOMaSu/cwouuqEZ3MtgiP/EvALb5eZAd9apwZcNGU7lB0H2sDOnJC4KdFI7OWhXojr
ohENWVlVMe8C1vPY9e+y9b+jBv8mkNDoumHpZs0+GVt1VHOEXKOddBtGqfUpn1Yc6ptivA/Gn0qz
Ix8QtMGVpBpVTOWId6vTQCqg+9u0CztxfhGA2CT1LwI2pQJY0fd5JdYq0PJ8gTx2qp7LaZUzf7of
uUPB9wQSz3Y1LB169zcJ5v7KKNlpVzdJKAJCwIkIOxmwXKhcbYG2qxu2pYIel2g1jm9MA7DOWs37
z9wco6eeA4YUDIRT9jGKuya7LKwJnd38XZOr76F2Nlt2fQjvH0gr1Ji5SszpWm7JGQonzz53GHU+
ys3FGPAOF/kfs6QLCy8HgNSpuZ+SPi+5rh/O7AYaRIp4VOrB8Xm0hBV/IvVdUOxSTvcRhCGYk4bc
/pDvinodT2uh24F9LC0PA9frTXAWRkcWn9SwXDjx7i8nsk7//UBqnboASJeaxesm6oW3QmMCJ2wD
l8n4aWE33hXV6KmgVkCBIAoD7PVw9tFf650UaDdwfIOqcVzYjHxWkPgfTQEhJaYg3VSlwXs7pj5G
3HOVnDhoAPrvCz7B3x3DEuGrImlDXFRIKd/6qBROhSr43HDWoPYxWFlaoC1PjMUPbVQnO5PK7wZZ
mKdKKj2L5QaXAVWMjn7Pjz5R04V32v3NQ76FpN3hJni8UCdlpDFDFtUg1EviDKstZSIoXOVk4SyY
25XXVqgTEfnsJBQSjFh6i3qng54sp7MCHu0fTP+2MLtznnVli65ZylElpAx4Qs4xs2XSdzX9nrw/
8h8+24aC4aNwGcSraJ8PJ37cg5VeWhjqTACCGUULCod4Fj0FdDTd4Q/lWuKHs8q+J+pTw5Z6nnVW
Hq3QldJHriKDFZoLn9q4Mav8XW4+Rsg/TdmaReChotwSfINDWk5tcXCbAhXe6ThlTlxLe5XxVrXa
GwVzqJsSgiHcphd7yEw8nsG7JAcuT0RsyDkAGAuWcuoRVIyaFEs8AxJSgDVEs8jLyFIB+AZSuGgi
QCVGSBtNY7UwcfzstriyS/786ugeSr+RxVgezjWUD7zODJG7lwrBEL2DkhixCE5/5pUrHL/b4RXf
+9B7BlweWsC9ZAbyWxrnoChGLwK2b+YuEXbd5zPIrKAVDXkFpJ/upN0SFRtw6sC7V4lQoQj/JsVe
SswESd1oDZlSpWf0auOBcPfxYvBzFwihDkVaD83Z+ITbWUkYsZciH6shBZ0dyQDkyKore6NeqBAB
AAG77ycgjASJs1uh2ZfbFcU5qk0OtBMT6tbpJLiKb2fyYcyRRV0MKWc+D5laEey5JGGLfP7t53Vy
nwF5i7xpNexRpdCL8MgHxoCScdxBjmI8+2AGHLfS+vG0zPgoFA9RrgQABYcWna5NlDJL1JrpzhP7
UnO5M8lOnZf2kKWW0C8sATmcbqNmdBaAlAIpRzSVoqf0doialqq9L0KSQBxAiR3oXf+C9LPMbzvV
BZxQPD4e2lz4iNcLwauifIF4mbq7O5HJIEgrdGfQGuanYfB5q4BdG14C1g1kjgQM/znEYp54v1c2
SZYtBdAz57UKxk3Q1uIjoFVLDbkQk4SvQq07H1VQ+retqLO5kzN/kwkaVUtSOr/KsPQEy6CHgAoD
aSehUaUJ6ifIW8ugH5bHbD+JEnNMlAbUKWXso1oIpdDN0MLjhYLkIRpIlmXo4MhGrbXCceK3zKSW
34wsjMbotSmyngANtkqkGi0icbcN1UvMB4Kp8ACDTkosrzqvgDoAqBFNVI0aS6jUD6hOFA7TBpzN
9EmINEgj6i1SwLbIjlKp162A80YSyunfD1uQzKITAIRTaCwSqe09BGzph2ncn7ske5X45llkPpX+
uSv3tXBZcKyZA1bFq5gQcCPZc+dYidoAlBbk/Vn0LE1cR7m31pCFzAJ0zPY/XZKbdZq+jnVvpAqj
j1OiL3zAfd4FiUm06CMkwzZCQ8jtTiq61p8UCFmfS9H2gB1uoeHL434s0ErWT241rbNwkzLAQohf
bHvKWzRLlTIYod+yyF94Kcy5OPS6kWuSQCcIWNHtt0jZJHWiVAAW6P0p269Re4K2QCXrSr7Ps4WB
z50gKLPjXSai3wPFyFtbo4ICbpC1/Zlvos8JRF6xIuvcFD7JXx1TQIbVaPkl6NbsYl/ZpOYa1ER8
gf5+EF17zBfktyLPyQtcof4mT2qHmQC2bQc7hBiDl00mD63vhcWeicMwYEwx/BpsBr+51qvrfCqa
pk24BnqTEGqM1mW7lZJd3D6xO66xQvDWQjiqKlwuwhE6mdluWmqhmF3hqw+gtlbVpqU4Em9Dc48l
Jak+SJntHcCv5rRhvFcycSH0XBox+aCrEeMKl6NIxjJHI7cfuHpdptpWauWlfq65O/d6ZqlomgF+
ItcizOzI1CsuBs12iYtXXodATmUKmgbHSVe7wI4kPZWcx8s6P6mgV8Dti1QVzabDeJXKdDXGqKTv
Jbtq4lOm6Mx4FABSXwgI50IusPEhkSEQa3ih3M5nGPhAx7NVf+6z7z7cyYFieER3Gz0o26TWc8/+
yZufx+Oby1oQCkDIfmB8pJ/81miXNxnbdNg3YKIZ1d4SbEl0EohHtQYDWQxppbbNGoS9wfdjw785
7rtb8Mowde0XpaYmudRjv0xrLjiG3nCZ2FgnnaQVjqZALqAPEulsCNoM303Qd9oDpaauNMRbPbQr
p7BYR+I5KA8le+KhRjrwDrBzg4c8Cw91b3Gldi+Pv3n2PL/6ZCpMqMu+GdoccyV3yI+q6Iry+1XD
LJW156YGVQnSbYqmdKIwf7smwdDn7STUSBZoO8kOLHAbCDUY1148yUHjYgKZDB8bIH1OPuuLVp0Z
EKoC2afnmnfgmR3eenK+Q+/MptrL7WGYnF5YDXgJPp6Nma2BvnwUMXDAg5ONpmRDa1rAFQyZDSed
NoP3LAnrMoSqjfhUSkvk8fPGAFwELAgXGEudNV44DTGTStiHaEHOVr4A7TNIu8VfLDQ8sm6JzGLB
3G/MenW0RYMkFVPJIqGa1EbJytaYffgb35HQ2pxAVvLxTM5lMgnFwf+Ojg4UxEJo4qwTcWFGJw/S
X7xSO5BJXWcAM1RiY9bNE4T4lGatwtm8gQW8HmVOpXqqvGrDh80OCqoLqzsXluOboK6L+jJAD3Qh
Q8o6Htre+CaZzQ+a4hXIqCYQx+0aXjFUcJCjMClBCNRXNgAKgjlYAqpzIWiZefbgBQIP+wVBsHS7
M9CyrRYIWPWifA74I2v0HuQnfUjq8QsPrLlz8MYUdXtG5ZBrlSDDwUrlqcxWzVtJmIjCessym/Cr
kswI6Gv0WixVlsmhQZ2D5JWFtDG5MHH63252Ifa8quIg0gEWClVntF7UtSFaIomkHBq8VCgqqxBf
QFFKRShMWQE/ldJoQc9vlacMOyjQEZH0b3lhohn8sTNTh+SdJerwGrgJdUyh40GD9QQBmXWXmN4i
CO3OiIRmQNL0QZrkUEairspx8is25tHCzvPP6bjpKgJ0YKWFMu2MFWIAjyLIpyNhSB068D41ZgMp
2HJv8vABwn+xBKv/8R/nC+95YCjQYSggfgT7z+3654MoR6CTCbaCAlUDJzQ4xU2WQBLURgI3KIgv
0JnMkToY6lLUSFQIJpfw53BbmCK/y3irZFbq+F1zC7kDyplhR4ScDt52kGUhpVjKTh+MaVL4ZbDV
xm3LmtwSswgVcpLfB28KUT5Q8X+AON5OlpBAhUFQgnAbNdYoo98OEdnCwTdnAm0K6GWCuJsGpMCt
Ca700N4Z1uEWyCJQJ472Uo1kZo7AOYxuN1IjJ6jnWwMaFxYB6lDhNusc9GUO/77WQM3ioQehPiLp
Qu+NJNHithqbcIsK8BB/nDPVLOvz8I/0iWQpcJrwuPsBVMGrkhpGI6rJpDJFtAUsTPR3rPqxyF48
sxQEsYCVwCUg4xlPzdQQaUIi5NG2RrWWeSnRt6ou1APuNwbiepF0/aDzEIEMdVrlUZdnNchKtoO6
zrpNP2wSMHzto8Z+vMtnh4KkoQCwKs4UerZkvmuToUqjraLHyONobYvmh4XcypINaiwNK0ayXMOG
4G3U/oMDcKX49/0tCBCiI4KlHIGv3K5IHofxoCAsB2jADhVdZRfeenNDuP596lEgoH6NzYHfb6v9
iC5f2eyZpezEnA2RpFGBvcGdqFE2Ui+OWCbuo23A7ocjl5p4Kv/7YiPbw/IEy4SeKiqWqLXJK6Ko
irfihvOM7M8/0q/+bj2wiCN5iKIiLg7q9qs6Jm8kX4u2WfpUhU91YP3z94MrF9VKoLsRltJ9Wt7Y
q6Ufefj+8dKsEukcXR4boNugyAjw2QrOJ3KiAyxB+dGQBr0vlck21luovVXOd1EbIw9knT6elALE
e+aP97Fg9O46h1mUwwEOQvqLnO63RpPMD+JRUVBmehM3/Y6BinF48S/xTjxEe2ZTQRy6/hyPj63O
GAVFBxK9gA8CaU3TdBRpjd2UCZMLasbUmjyrcaIl8pE7j0apBBcJkKCA1GDZKH9IozoD7Lmd3H7D
Po9/vQV3phMTiHyAaEFiAvyEpFPzl7Pg6jXUVy1QlVk3ueJGeStfhpCwOkG6Gd1q+XpJjeR+MEjA
Y7ZILgKZShpWOvmlKkcylIm8fN8zP6BbXOTMJAt9FXJjPChT4rdJdxMM0KdY0wJLG/shGEYYg6gQ
I+sN9aM9EAPy8+PVX7JEXZJi3Ibc2MFSxGy+UYX3BUMarYJxHpu5CynIgEDzK6K/BDcMXULp2axB
LVGbXLCRraqFzXrvwbc/To0hFfnan1T8eMNs4vxYBLsJJBOd9XgIdxcxGQJCU9JZxJHKwO3m5H0m
GIrQm9ysWnmgm2VccA1EiOt7+7GhueEgXkFZkwMdEbqYbg1lWtCUZVCwbphZUgdqOjfKrCx+eWyF
SoH/uhgue7wckLBAiYfakr4WCwC6V6zrrxJuj4KpPNqd5TFm5iz21c6NSEOzMjI6cGjAAG9HBDHY
BMUMlnWhQDxC3pE1vBbwkoWrmU4IkCGBcBLNIoR8TBTp2Jsd61obZK9z849unZjHyRntd2hlvj+e
ufvRgDeLvIPRo0mYv6nLMyiQYBPktHf/iOuDcHj84/dehowV4m409OBdh4PmdqqyIsqkPB96tx8s
8HWgY2mQnFGyuqUg/H7jE0No3SCPejSaUiUQL1G9FA/h3g2BgzDyL1w0a5SnH4/m3slgBBwSoK/8
vQGoSCYT06nIAxhJ1pAllg31qQbSHnK49UJkObP2t5bIoX11A7R1IqeKOvWu8JY67bf3nhrCj7gK
Vb1eYlelsv1ws1tTxD+uTCX81OBBAFPRoToIrM5YrZ2asg0J2kxXzMczOONsNzNIOduEc61QBhgb
jfQoRmb/1C+RxdCw6LsBUWFHBNkzT6nI3D0Fh67Rm8/utTWDDWu3axBIta+PhzRzW99OIPGaqwlE
L21V5xnsNXYV2mBbdASH3YI/Zg1Uvzct+CDdDkgPj+aJDLu20UKW6120rpWhka6QXEKFbXJ5yBdv
cNgB5uaoNqubSmcFf5Y8k/j47V2O0ZIXIjALv8iu29FqUZqGDIM94LuTYObfTW4OOUzZXW9r6JEe
S+zywBohL7F6PNH3gcqtZWpdFYZHLS+GZTG21MgJJEedxqXZnXVQ3FPA9QLjDW6c2+EVaetHTcfj
NMzWooOnnQtKIdmInkBmL7d6DhVaFu2Wz2JlPB7db56DnlhAiv9DRIFECHWDRXwYNBVE4d1oK8kr
NTDsxA32qE6vmJ3wLJ/0fi04j23OHZrIUiE4BxqSwPNuB6sga1i2WjK43gWMVqtG1/bDJlg6mmlC
z1+PBbaFtC0B5wLk2q0ZvujTbOJhJtnKVr7yrRoymvtyJ200o1p1m2GjHMLPyZYd/0lYPx7i3Hpe
26bWU0kzVZqmbHBlpwM9NuTcNvLlsYn7xxVOUCRmAHiHYAIy+JSNNAFMT6xhozI5fVqp69BpVrGj
GIUjHqEKaqsLoQG5Ne9c5cogdQ+lbCwOTQGDvQEui4UtwM9O2dWvU14xVN7oDR1+nTnZ5bE415b/
kevTutPV9bQKN6UZb+R1uR6cZMW/RXvl3duPbn1YupjmThqkvAg7DEo1SKjfuo0qT3UhkFFqdnhp
TuJGteJVtwq31b5et/9aE/qPl16Zo44XIZLjPM+Kwa1/6pV2auCrgh1anFus+kP/FuyTj1N6WiJo
o1GJtNnf2+Xq9hgnwp6p5IPblWCZMlWnWMulrmemasomt6lPoo4eg/gAUStDeO423Eb9P5yrv612
QIQhfUJzlAQTYp28bga3nBy1MxAzj6y1sEXIFrjzWNLO9z82qMnNw6KLRhU20mcw/GTvEtS5sl3W
HSFk/C2zOrRxwyUhRxqZ/T9T+1+j1MUsK77MJU0No7IOXZ7PaTt+qE61YnSA3XbsF24P+StabYR3
3JpMoedLd+XjUeNBf+vBYtMOsVZX+IDxCcDKTW3If9FgW/eIgnXgwj/aYmHTkL35/5/neyRQXXVs
CO5VZD8slXHC0KqbhcNnNt6BSwKuqCjwzTt9Cq/sa68uBzd+AYfLGhCrdbHyVoVRObG94Ddkj9+N
B1cU8OPIgd510kHWKWBlgOtdkIQ/CR36TXThrd9Pr5qvy1tl0/+VW8P7ItxxeuYvXcmzJ9CVdXJS
Xu1N30PdAF0uuJJTQwG94Q/h/l/73zGv84mhnsq/6Ndagp7STaL/cdsrq5Tb5iEyphPXYX49C0JM
HI6i0lh3buX2kQ4QcrbaFqkZnrWFq3L+HvuvYTqybBktDID7GVz22dsRmjzF0ozC6k1VL81hU+lL
zNGz8ceVQeqmwakH9GPSQ4vQbmJD23u2ugJZcLkQoZMJo51IImIq4MqGbgvNRd9XPdJbHA9FplhX
of+UWUxhyeW6RL0mN6AN9dhp525nFByAXUeKEE9FymuiouZaLoc5tGEb2cJJOrfBr3+cuhSHQIrQ
8Ygfj1dgD31jFt7rs1Ho9e9TBzWJi6E5iN/nd6n+PDwNJrBJ5XP0wT3758b4wb8s7fGZByjEUBUI
BYDOEMgWKnwqJbEAelfg3TZzxtouneClftcmPQQB7F/5c3F95h6INwbJtr/a1k3Dci3vwSCeirqf
WtwnE+vJh3yCGrfw4R98wSQU+EvjnDlNwCMPWKoEsjuU8KgwWCxihas6hXd779ABUvQU7+RtJ9oQ
D+H2kqO9tIdqiQt8xvUBpUPdFi17oJvjqR0mVHmgNhXDuVy9GV8gZkDQDq/yVm42Ye089vuZpAUp
3gNDpaGECOw85ZtTJUvahD93WygnnLrR5lijE9Z9t0LbQlqYVfTvFyx8BqllorkGSm4aR94xnNw2
hSq5g2/6R1AfoNOpADmNrzejXqZG9ecHTDKPh3m/vX+JScDPAVI3QqJ66z1SGI5tn46qy4rgTXsZ
l9hS7w9FEegB+AnyTHgs0WMa2r4SmYZV3YGZdO9v99w+CZPTFMAJLiRj7p0Dln5T8njPg2SBcsgs
jaUUDEboMsjfvQw8Qkbrm8loGRmUDKR/jkxQj0F+EQcjEE5oWr+dNtQYpqrha4TT4bGQN2iC+3+k
fdeO5MYS5Q8tAXrzSluG1b57uvuF6B5D7z2/fk/WxV4Vs7iVGF1IGkgQUMF0kZER55xQElZkQuKp
taNHSgKH66yYTaCdaxviyAPgj8wD7pPGX6DfKO2izPTSFz4yWe1ZN5YJZGpUG8+FQZnurS1UvVpH
DWw1gg3K9uSioCb/qvEEVBkPso1lurREV7TCaRzTdoAlxdSBsfZ6zbnrFqv/NWYM/M3V5QIZAVI+
Bb8dUAMUbNfzN/eFMNTgMvgxv49iJwRpX3//y9NDmSCn68L3crXBF+k4R756KNzm6faPX38/6swk
JMWzEeA1uoVRFHUlHq5x7BuRXymaqbZevTAODbm9V3tMl1FGBTz6nDe5QtwIaJw9cn1W+jkwyQDm
vY9tgyZhjNOyZQWqHOhRi6gFgTbZExfTJKRBK6RNWfqticZIGW9G0U4b9reni/jj9VDOIDhJAjcG
qRn6ga0GAeH3JrlvTG7In2YL/RrQkJpnAa1pOyg0QTiMvPzIowHt5taDGSWlH2dIQPukrc8OkfsE
vc3GHJlvafr8A6AGKjSQOFge0v6C8jGLWlecyAW5r2q2jC43FnffO8hMQto5etAPw156KoFUHsw2
c6vybknNmgXYuLoE6W+gzlAltU3chFzud/b76ERW6pj9e3fHGut5L18uHm2HuobipuO4vDNyv3Z6
R3AHv9vLjvBiuOUhx1/pY3xYjsOx22nOA4r8LuepOyj5H8BvvP+zy58hbm7qu8FDDx0nd2OXlemn
O+yh2HOWKQI+DfAbBc2vqFVXu9qoCx1tQ5+gq72/D6GU8KaW1u/GFKzC1E106nZEpK9+fIRWY6W2
aCpWBeU6NOTDv6e2YQdO4Nze8rTXJg0pocCGOiRAmeA70rNW620R8GPpj49ad6itCi3jIit4TyOG
077e82tD1J7XxbpItBmG0PxS7m2u8gbVVV54VtqYvhzOAzrPL+RmSCeD9SwnfcPJgT6V/qxZIZLF
gwuRavS2AY/Nmf5WeQJrilGpkHtBCIvHFC1HmYfGwAWjAed3Fx+hfw5qxmv60D+jn+7CeolszSAR
SQKZi0f8qlMHiV/kKpA46O6Ph3v0YDDJPxDaMN9L0xXRbeFQfcXvrKfiVfKTjBB7A8xEdEKWEVSu
51NIDVVttLj2ibFw1+3DXbhr9iOOWNiaaDGwr/b6ITx2+3QHeQ8o3pzCzOftyRn9iAX5O7Pj14cc
7EjQRMBowzlCCn39NUaodTKnVrV/1MgMvHX+YCtoUF7uFPz35zfSzWZkhxDV/c9fqfV7sBZrtgUH
7eEtxQIk1JqcGecJLcYZK0TfUZgqsOxUAWsE/ABAReuPS7RRrIZhaYEWNEUPFagcymOMY3R1XtHd
CgUDiJYDagEIHLW9A7ntJ4jfR34EVobigK+iGW7gytlnyBIKvtpvlCnyKRdXbin2eY8cQgSYqBmC
+voe/gqGg/6XEn+kYxc6m8AlAkaNBBqNsRzartEUToj8UrPL1sUz/qRxDxwjfiDuZbVxYAUYTsT1
OuqtmLn1YHSsjZi1S+zHZmCzOkVe33HUr1Mrjyg/KtSB/HpjLj/QUW73U3czRzV3t701TRI4Txb4
pMBCkSsdR3I9jEWUa6UKAd2NHjgcORl6Is/ZcbYR2wloP2oOLGLy+RlCTxwOGiTRiLIrUItri2lT
tE3d8rEvPqrgUB55KEW/hg5AS056zD+VR9nNTDDwvrRDEpr7OnFZ9Lsrj47JRQ930mSYqOtdgaWC
VFCDxIh9tDbg4IJCZ/H1B0hnZdbt2b3Kj5OtiF7sqHng7iDp3PVYOd3I2glJP392pmf5rXjUUYTr
n8LH8Undy662W7zMTv3hsYE4/TdTlOqq9EHbp1Y3hlKUwUmwD8kUPAdt5ef0MNmQgXhEoiL+FLzl
aDicA8LRENyhsnws9tmOVb3bOvbYW9BLIZQQ+LP1JBjxiKp1miT+fIh3yXMvYtKZVWUyEnpXoSUb
VFPJix5/rI2UVdgEbYMewTPp1Zg+loldPCfvS2eO3vjQhG58D1n2j/KZ++A+Rlb8fZWxP0+0yiMN
BIHxa/kvTexBElEAVFYfp32MbiRv6OBUvwcPgVkX779ub6vN/Uuy9ZhNxAq06rfWiijaGQMgxV/a
rn9NrfIeaPL2yAowN70Qab71/wxRV7Uq9lwJDY8EkfafSbZeArv3l7vhbmS57KuLjpwTQMuAuYfa
F5qarlev4JYxqAiA2Z2+JQ+gwu/bM0Y/W8/L88/v69TuGIQJyOYcMya5qX9QGSHv9jG7+HnqLiiL
OEG5Bp8/uLMTfHWujAh8375x7wbKjeEBKRI8MOefwYf2KQsmHoJupphi7d0e5VV54TxMVDMJkB2R
Az1MLomwC8l6LXZ4+NB2s6Ucux+xBWGRx/i5dli6D9vb/sIgtUEUrhkMSZ8T315EE20580fZWyq7
9rXUUqqHhtlmmNx7V8f8wiB1L4I8l/ByiBFC4cCZHw03PLT+r8XCi9dp9wHDf28etAtr1BOjlNQB
p+9srfJFSwYWYPijWH9uL9vm5r+wQl2IUo9erHozJX6+0x/Qw+PIesle1bvofUF5YAiNF0UkwUL/
hbKG2Z9QL3UqJ7El1BM7r7cnb35KWayEczLg1mJRp3rJC3RNi7A7ZA8tENJPtM61W7s1U4TO6cFw
QACuX2Y7sn9wHr+TPiDI7JU7/ohAYAdBIDOwZpeVVNz8KMjQgigBQhcBWa1dDQKTSk5jMA00d+Bw
OQA3j65Tw6/My/zpOTwWvoH4owVspvUrr/tTvrde/iI5ndPve7u6C39WHisg2YzCLj+KbMSLyFgK
xDjMJnwUd9+4EIuxW6tDH+Hoi7zXZff2fruqzpDtcGGNVv6dxbgC+jEg7kq2YivGw+9nYeZIGWTe
bHL2bXO0DPY5xLw0R3nHRZyxFjkG1zuFPe6m91+CG2EjRPfjl3TPO9338qNx8oPiCbvgvoJzTE5Q
mBbNcRd63atO8FlejhcZ47u2IvjL76KcV5yhcUrA47ts/sTdc3vZkvYSSEzoxAQwzku8S1HQkXbF
F+cIBxUaTKb2GDnAHP2GrmeLIOol/ClZ/APvA4R4xypSbDrzy8+jXF275ApXplglCQ/Rt5r8rVkf
C8Lyw++UsUasDUiTafWwymo5gTH+AEUuU/Lcd8GUzcT5YkZqW+7uclyUM+o5PpFTnew+uILonjMH
5Mkid3ZDe0KOSjIT7+3P7aXedICXNqlDj87tidHOsGk8p3jez460653cQ4tri7MGB3ic9+JQsSaV
RBW0/7u0Sp3qHo1Lo3HBBuO9+GnZ9Vb8KNu5W9vd5+3xbd1TF4ZoaD4k3AOV7zG80VF8cFpMw0uc
0Yweb5vZiKKIZD4pAwIshthz7aUE4DQ0oRxjXx7tTv1Kg++AdSg33grgehCxGTwWoB5AzuyFIxSi
puW4TI59obP46AQRKNQXXGgt3x7JxmsBxUVA5jW8QWXgI9Zm1LIVx7pT8bwW9gB98VYNVZIFhXdm
B1uWJWrOOFmdpRYNeX20XRTC1yY00cwmcebuWDCiv82puxgT5c50NDMoe0E/W0oLp40PemEF6ev4
lx1ziD8HxZBo8kJFDyk86lqHsNYYq0IKlKBxStPfjfi35K+zAVB9IXQlIUFAv+Watp67Qa1jP5Um
CzPGtrDh+lH4QbEeLDbQyCkczu29tDHvaPIAVAXSqMjUndHkF1tWCo0uzyTsJY6z48VRjvXwkkt2
xPLRG37z0g796uPBV1DGXot9aM2OaJAV2EFwqFm1d5YVar+2mlblc4RdlJt88PCeam+BxLh4t02c
aZ5Y4KuiWB1pUTpkOBKg207oAeIbqVOzOAobvoqsBwALRL0Kp5w64aAVzlkTwyVWVls9tB8ji/G5
bQEYdpQEkM6muZeRXqdLBTFmNIAf7SoabC5kpBi33t8YBGhdUJYTJbC5qUH0mZaUPJIa6iE3nAxN
URUrkO/6HvId3F5i4Wc2T8WFObJwFzu5XBLdiDQkaqIHs2ew0jcX/eK3KacBzmwnBmAX+CWyX/J9
c1g+bh9DlgHqsi0ySYJsN+YqyA5g3+qTF7cnXnz9n6zQVM6+7HkhlzCM4LW/0x/il4kBENi4Ly6X
nPJM/0fjhjKrkS1DsCzEJppx6+Eu+h47x0jebg9l02/9syIGfV9okSQuOSwJmQvQZ687cLWQiOVZ
af/NgwJeN/A8KAqCbbveVi0XFmUBjWJf5r1MR3CJNgo1KwezOW941SE4gX76FQzLqIMgL0sk4Nrc
SWIHVboSjbxya46cipWF2DwnF7aoAcXjMCZcD1uAQwHQFjGO/dZ8iWA9ApKHByroduv5SpSWlDVK
cOGXX0n4MrGKC1tThWy0AMog2lNjQda/Hwl6Xmk8CeNe+xTau6b+i/8IkvuUldXbCEshbfWPIeou
mQZJgULLjHv8T/MBU+lkPi2cowY2K9G+NWWI50iVFpLNVwBHPW7JVAqxf9889/uRAYK7/nUiwY4l
UcCTAE6aWu8FaNO2SpA9zN/UDNVsUxK922eR/ML6pUDY9IAEnaXvr2IILhdHdVnaxE+MV0E5peAj
OUzwxtYwiEgEgh7kqK+6G5WhpActyZ0VyAZmXoE+Hqyte0WdQxgEMqqqn0u7ACJSj1Y1q8a6abvE
T99+A4t/aGzF/w4+Ird6Mw61yx3Uh/xZewnt2/O3kYhc2yVH9uLqqutZmBXInvjhWwjus2zJsgnZ
PX5fiQe0EUBuq2Cp6mw8KmGT1DOAuiOCTWS+L2yqTTcsuYCxliZXmveD6kW2/FC/Trw5qGb3VOvo
RQKtcnP8MX/fHu/WfoFV6JiBUgZGNjVcdOVaoqQX8Z69xyiLe6lwWEi1aycHghJCYxTHoSeDFV2P
rgYPN+W6OPW1HwKy2X9fdkbVFAJOpHMwKdtQvkFRS8hWxPj5/o+Ees1kzqOJTj7IQ96eqa1Nf2mH
uuX4VkvjWY9SX3Q+eJORH97I0UBjB92mce8QPSq6XV8TqpUaSxORFTGBS0TKxDJ+CC/aj/Q3/zP/
JWg2+P7t33amxwsMZrH+sI0lgi7Vem30IZFrTpZSf0a51te+Q8EVfw5fvNmjE0Vr3p7B6zgBxtBP
EaK/6GJ3xftu51YpqqbHRjC/kf+2DhnD+W3P4oUFao3mvulBhoOF/A0M9vyx2y1WtZOcXxH6OnC2
jszQ7SFd34DrIVF7Owt7ZZ7IkEbkwHW72EOkDLKbjIk7d1GkvfrlzFEOAsq1eZC0MDMR2qICbAtE
E7zYDD/hHky39Q+jHds/Qge9BZB2rffh/eC8/l6YmKytQ4CWQ6C+Ij5CnY0a79zkhYGbOPOF9nGq
DrK+N1pGCmrDBMTYIGkFUDDafV4RXdsly+pyBFDHUX6AVstqBLuxC6FtAB4tBAUhoX9mVVw4W3j3
vorLKQNw1kN/72FXDyecLZGlDLM5DnAXEC8QKi0NcI5Cg+OzXs38UfCU9jQmjsaSg2CZoFxfqGf6
1CQwMTVOWxxggmNl6jbyuSJCO9BlCYAayC7KxpKqHZf1CIgCTzkGbuJCwx9wwHn365V1D0obl9HK
FnXnx2FfcDWxBdlv46cOKOQxvBt8/nVxFSRYs+O3sOtsaBQ5sdvb/XNiZbvaLl97r7Cl4+zKu8YZ
SBkCJbzn2a2Y5/A6D7ueDGr7F2pTod0tPvBNsHlnAtEWXU+RTFfNxgrsH+UDj2Tcm2GyRKfO3Sop
B7CaGbKpLzbtFOuljEYAyGbavVnf9QfB1feqJeGaKK3ISvbCLr2r3MXWjqpdW8LdZ3to9hFy0p5k
o6Jv87bsli6Q6M98aYpu9igAexbtwKrEx0pAcMbgPrNysGQ66K9GIgtdiDWEpDjP66+ujGCuRTlC
XAPU6G5mwbu3TrIoQEYMlwm0O+mkxtw2CSdKeD1VDxPWIbTScZdKZld93XbyW9sSIn5EEgcMMQRp
62FI3FTPKTpv+FXqR8oeEDCgkXUW8mNrsohQAzDrSIgjoFlbSec8DcJaQzXDN77RrPf2GLZ+HXLJ
JMsK6Azc6vrXlSwVxLLmkcVCgPQ87m7/+tZKgEQH1AUREYPkxPrXhzwfZjGtcbPPbtp8abJfhDZS
djaTELbl8i4tUSdwHAAU5kQshNia+ygyAeq6PZStxZbxsMErD9UDvP/XQ1Ezju/5vkz9qnWC1CnD
g1Z4y8BIzmxZAePXAB0KumTo0bq2ki5lgLqykvpN5MjTyQgsQ35MRef2WLYm68LKVfpbqCoA9WBl
HHyh9tAtVFAfbpvY2ldIViOtiOyoCEGn9UAadMCZ0FUd2RJHc1gVvo3oCvVlBBvgwwH9RqsRRrGq
jmqCI6EXHg/wCWdKgmO0bjJb6OV4eyBbK4ICAdhp4CXgTUsNJIFieaMLWPe6MfvRDqBHpxw6YX/b
ytZ0oSE7ZHPxFuJxEtfTFU1tgcQ4DsoSm4bVv9z+9a34F/4Q3gPYMcCfaI+4dFywKAvZvIuLiP5d
P83mEFrismtidP59UnZ8nlh87ymvDMvEO9GuXlPhiXFN4ZV3hbviRwhShwMGZpjCcIcWK/WhKRyV
O/Sq173vDMZQt7Y2cgMGam6AQ2Ko64mE9mnZ4eWS+h3E7SMPeQ6WnO7WhsA7DFvi3LaCLoWmVUyK
rlrq68Kh/sqCo5A5rOfDpg2iSghlMiT/Fcpvlj3aS3Vpjlj3E/ma/g7IgFRmNaPemip001EBKcRh
xxWwnioZbSeT3MDTEnw0JLPr5qTFb7eXf+OgQtETmoQkY4bqAnW7jCUvZX3IYfXLD2QwIBuhIHfO
W1lm/7ltaWMwEKaABeQsEL6rZEYvAqGQL+s8LbrMByUEugnQpI0GxgNkY1FIRgEGNLzHrwCgE3ix
3DTjTdz1VvGr6o6hsQtZJf2tcQhASuuAmCJ3QcMklAT17zArMz/XjtU3BLpZ7JkNT4Oz+I8B8gEX
E6WO1Syja3TmSwDsSubIauW6NUsCtF7AfAMu+UqTUFUDIZKN4vz2WPqDUh6K7ID6298vN9DVpGmy
hAo7vXc5TU6acIEWKkwE4yMHE+PjbRPbA/mvCRrDlGoGF/J6A7nVglz4+WgttWuwGtBsWUGsiqmC
nDnhXK+Xoxo6vVQyKfNlBzWlFKlyyYo1xlC2NhWRzwabDtMF9bu1kUwomy4EmcBfsHmHt5ZHDoeR
wd6oJCIXa0ADHORQRCg01ScKtViUiywjEV4QHmZA/x6VV1U0Z2DAZrsZGYEr+WbqYoFuJ0k24wUK
fgl1Y9azXES9jjEN7+qf7LlA6L2Djl/b/PgXVwrRCkT2DTqOIH5QlqaxqQYjLHIUzILa+m50+/ZG
21qdy9+nTmRVDJze5Fnu89qxL32EleHAiMa2TKggYcDPg1Op0KnWLlYUtELDELje08oDpC6H6a9r
Slj2CxNko1/6lVpKwonPc5IBQsIhi0/axAjFWKOgbhM1iwKj0WECo0D8jVHI5b8ZBd5DAJ7gyuLp
5EyVxWqiaDXYp/wnRgFwy78bha6hLRIqPmAgUw+JLEAWbc6VnPiVTkxN+C6NlSvbunc1Gchh3FJw
LnSRJC4WQ2s56WyDE025NqNn/WWITiNLrGirLoI3MHJApFAAeSTKgY2iksnYcDD1Byp7i9+KENR9
gMrxHJjZp8qSCSdrTB17PMBEAohA2AKU7XqbQdWvLiNBOvNNGu5Y79FS5XeVMJzLubxBmwErDoJ6
IKGjwEhtNSHJKjHMAe6oHdkbfG4Hfhxaae6rh9IavSKBFhXoSyT3ZObg7aXOx+uPxpIOr4Oj7MIH
pOQBLt1rXmGlSAGl+9R+Q4HISrxsP/y+7T62qkTgVf33W2nYTjCmYSH3yKaIj9q7Fpv9YrafkHBM
X/X74St4776muxqSko9wjwzTW6uBlUcTSg0aHlBGWa+GWsWhwAmoW5aLNULfycQl2Z5CM0ab1Zfu
jzHZwmdizqE5v7QvunXb+sYNgMsMDyYIeED1mobHoMiv6L0Ypr4h2nrnLl9dZoaDFf/UYY9xvW0c
KMInQ5qTtE8R6Gxnm45LHnZAZUyKI06PUe1IX2Xk97rZs2ovW3N6aYryD4kqplUCKXwQEMo3wc+e
KwSarIXbeJatxkOdWrmMlhRsGGDURfuzH80qR90lWdCoFoA+Jqxza4uCMoLiAJ6geDvRPYnGMK5m
RUH0UalPsRlbpZ2+pHveDO5Lv7IGVzlwUEVnwRA2ZnJllTrEyzQlXM7D6oxUqGb+1jwWYm7jRoLq
Hk96CoBoeN2HiFPTMUzwJKgks/0YaqtLnNubfNMCGr0STCzKcTSOtK8r9FOt8NqE+PJQEhGe6u+f
NYij/rFAnWFdqsIWBGW8Z2fr2+jc4JiztjRrENSWDpa+7sMIgwjEDzQSbYav5V+txMUoqA09LHMR
5Q1MLBVoj4rhGLvbC7G1mYAVFQnjl4iRUhVRtZojY47xWg6BGO0rM6hPabAf9cdft+2QaJK6eWSS
h0VhHOJjaHe7dql6oBilNonIAAq2Bik16e3272/QU6APQ7CpeDqB2qdTN2gVLGVZiTrW+wT9Fp/f
6SfJ7lzlOOxEW3lMQXtSn+NTd798I61tA+UALjrnhS5a1gBbrnloIVd5tz9qK0F1+VH0RYJiQRe0
MjYhd5/vONQs8kPgCj+CHe+LfuL1+/j5tsUNhy6Dww14Md70IMFTWzIn8GMuwixMw7NYW3Hp4Hyl
u3BfdU+3LW1tHLwbQKgmXCCZTlYiN9p1kwr0brTX9wrKKVbzyGwgtrVrLo2QE3gRfS/RgNhMVWLf
ZfG3z/Ji9Ia8/GkqsO8rABwq8tOzk9m5mR4lLwE75VO2O5//3T4WD8tReJfcBPSW3ELJBdwOYXrt
gA4XGM5wg+gjohXXP3NJHQ6Db+BsDXyLAcWEY/QrspR3BbXHCZdl5gQHyRfcPEenDQg5dMfJQyfu
9EE+5h+TU94HP/P77i510e/y1UCowHjGnYPqWxNFttzFGgzRwgdRiIXG7nWQ58SuckIk7pwZCt+h
qR+qD6MzAU80rHkf7yfubvyFiiVoCDtt/7/tOeqMayBExQvZczku1uwttpN99PeViouluNJF5fiq
iwBki30I7Z2gNH9iTOftHX2lghor6M6gcFhq3nFYoqC3jySSB+uVKuRgLBWyUupiQXd0gcQG6110
Fsr7/++Gq06fAmRXw0GHDRs9WUTrDzQ/PxI7vROdl/A4vsa1+RuawKKbPojHGdKkXvo+vGY7VnO5
rffZap2oXbkIfNjUPfguMt4vpKArvHVeeurvudFEX0OGI9+66f85oBB9Wc/siGaKUpOBQlCAaP2j
ZzWsZvw8HQ1JatQ2IRlM92u+46zpOfUyRF6zKVrV85iZ8a6p7sbyNLOenZsR7MXAztN8cbjFqCln
ocbASrOyDfzhg4wc7sSPFirao2fcFao5+syGcWS+buyiM9HywmytTdDpL2C2sZEpeB926T60BIuF
I9g0gxYfBLyDah0N2M203qikBZyMBn4V+lK5KTkA2KDR+zFgvKS2gCNEk+e/tqhITZPnMeADHIzg
lNkLFCp4V/J1H34xhsoXK2e0edQvrBE3czGB+ixNKphgcFPAfeHxvddApdDc2+6WNX3UGSszNeFb
MqT8D3rTexUEx7lXmQdD/7adraAFMAPovOG9q4Orsx5MNOB1hTAKywT5nAk3SlOZTig+TCPD0Oas
ofwM6RkB5Ba6ClHGqLDqE8Curobi6uSJopPIZsjKS5/T9PT2RvoeCSKkiPC4oVYn7qNymEn3PfFx
8uedeoi88RR+jk/aaPaP+SP6lZvxN+hfCxTci8fZLRGL9s91b6LxmI0uNObtCb6SzgXuEWKQ/3wQ
FUd1Y6KnIfmg2dJcw0lBxi295pi46avspvfSR/K4MLMoZNluzQIVYUXZLI0gFxBqbOQlD9+B3Tic
t1iC/zN/YHnoraW9HCH5/xcHQmu6XGu485QX7m8ouJkseeMNsYr1JFLHYWllCKyOMFHZ5Z0BLMad
0Vq+bKdH8aF5qqEy3kM4InWFQ/AR7ptDv+d/MNZxA5C1WkdyYi9GmeWAHqiEQJHtFVv20kNnQroO
tyvLc27dSBfTSd8LbR4v4hhkyIA5QGVLFqvx6bnv4Y3NcXanFyMZwqXR1QIjke5rUIonPNUCq/qQ
D2i/Ud7Je0gLHSZPelas0Z3t2MsKU3aK78Rd7mZ7uot8YMMh/A0xvu9oV1hMpfONTNLlTJ9fdhff
N7Wh+h9ajGiNFm8mlgZ2sG7ne9HUnduruuX+LueaOpxLMdR5XmEqekfZNw+4/6FtPjNcH8sFnCOB
iwGFcicNPOk6epp+PaT7yWzNwRmwtL9RIN8b9zkjqGGNijqQg9DNdRzBXmerjgH8IhkXi6xIXMit
XUQdSZmv9NgYYGQRTO5uOaSwcXtxNpSoVqeeVmhXhljAMEDCQgUez53qHs+e8iA6qq28Vfc8un1Y
w6m4m95KuLf+15fG8qNbLwYQFTTUBlA3h7zh+sxDSrOe2qkAVF5EgROtlEubMcQNC8q5VTN63wLU
RkPx0CNa6FIFoCZC0kHjzY/AC9D0YofWzc/VS4jUu6c/CpHDGSZfWxBdVyKH5x+KILd2hRl+sNT+
N5wPackoEEkqkHvo61MqDNAn+giwdhPynMDzMNzotZIitGsvDVAnLpS4UZhKcChUwEXzL2hSesJ7
vtPc6GfHm95LiZyxM/uKFz0pliSZtZPeJfsU6YH7jFGZ24obV99CnZNpGbgC2ILUPxFOwvtpaex5
cYrYHh+6NjXbiPx9e8G30lKwCclzUtwioujrLVU2nKSmEeGQWJE7QZ0FLQ4EhJJuDKExAxoPbWDG
c8wwu7WsKKWCPgeVYh4ig2urHGDjQ5wScEOMxLxbTJ9yxygIk5+g/AFKzpAl1iCBLF6B6RV9lGut
BFymKx9rcwpsIYGQfekT+i9D0ZusC2UKfcFRnzoTJyEDuR7NWLZFHQlV7je1jTRbCrXWH3x3AGqK
sVgbjpRIicELoUME8CdUIjvO5GBoApSH22RXxKb4p3oIkKSKLB2Nap5CLN6PxZv+qDE0andZYk+M
Od3wsdBqRCkADR8V4Cyow5Kq6JM4BHPuf5alZeRmmJgZS+59YzJXNigfpxaouNUTbICEiipkDlxK
YaGXMc8iZ7EMURcG3w5zHpQwhFo7CB2EuIvOUSUSpYxzzTJEbfZAVGtulGFonL2FR4fE6nOcbXVh
nKmNxSENTAFQAAgGrb6o8VRco061YOR+WCcmsM5le+ibEzMPu2UG+GABuD2oixh0OFiFQlUk0M7z
a+FUjo+SZmOfMyU/tnwhwIEiUTEhurI0XFTrIiXSdVS24CHExFa/OKhxoz0Sb+pgSEAIjjOLzKsh
sXn7jG0csZVdavvN3RKEfMCnfhuhDI78lQoKQbtnYXs27tmVGbJnLkIwSBJmSRQKKHodXBZOZfu3
oaAIZjIaT9Dlj9KYWmCs59QHI1D0WVihMzCA8nb49P/+PE3fL1t1EIIM5ZtsP7/KXv47PxhW9gy1
5fvGOZScNTvGvrNYoNQt+NXKrriestxosybLYbc1wXSwJ5MoD8lm5rCI0Bs3B3YcEL1AriANQWuz
cAXfCWEK7HhwagubI+2g09YGHVW/Y5naXKp/TNElt1CMOJwBYHnBlEo7jxut27t5K6kH6AKEDHFr
QAubdgpom9sGRYDyrSZZhv9UHdMD52jfpdeaP6UaBFt+J7uxfdvqxu2+Mko5PL1A64FBg9EGos9P
HWNMGw6I9LYF5haJIBWFxPU+CLRIEKIEiFsNBKh4Mr9rnFI5d2+P4doKmjOIEoEWIe7EDK6tyGKs
9nqBCGUQDCh5o2uplNisCsP18iNZTPDPCpQm0XeAus/1RqzQz68BUS7+peenYGYsxLUzw++jWQb0
eQC4vwIlLPJY5mhLBiTsYMbhHs5SeGrtzqrH37dn6/qKWxui3NmQcOgbpIC52Ey/B9lSfTTPbnsz
w4PhfzNELX6Sz1O/dBhRAj58NIPbGtsLy9VsrT2QpCCpaJA0BUR5vfZ6iZ7jRg7gZetwkPQTLNY7
bnO6LgyQfXHh/QekE9KJoFWrvWAjyQ4BQZ6RhD6Dd9duGktyYYOK1They6ZSgo3yoJqvMsQiQRQ7
PBhOtUNvg8wKzN5sncb6VcATWJZuocBZO+jezDG+5HxUbn0JtTnSqmyStsSXNL44m+2xPqZf0U/p
TzuBrdg4lTtYCnoiPXHPOjiNrIrKRkV1PRHUlulTPcoFNHZFTkWDZjK0jc38APGnvLKIzBsHEmPp
5j6Ci+StchozxpYC1/g+dgWv+FrexO/8W3AEZHtYfnLzeGrYZgbp0XTFHejzVEp6DshoaDjaCoJ2
X9ipey3e3T4zGzcn6ZMDgUhcJcBE0YhC8tgK2kgDYP1n/4n3XelVNSicwtPyxsRlbp2dC1s0rb7s
EjlORf3M/S1qAo5XhD2vMEqzGzU/DAnjAU0azBs0U1qfoBKo8mUQ0hwJWH42Mz96EaEaMHyH6Ho8
2gOL/np9oxFzoNzgEsUk0g8fUa/lMiTQ3zzb4ekzE/jN7UXasoCQA10rUMpBe2XK51RFBqy3JOT+
nB5K2Wz4ffwvbrRLC5TT6fqiQ61IzP2oPZWpMzRWHuwLlt7WhmvDAxh7TILgNZgxZH9cuLYwUyZF
4vAKAfa3b6x5OOmoC9d+weo6sbHRQPYC2hs2yGuE8m+iOOdcEnB4VQkeyAtJeRh0+1+wFaWVFWo4
WqWkQrvASi4clMJESkhEm0HW9tqYNPTaA8QTy0/IhJSHDCe5iYwKSZgyO/CTyUlfBN6lPfSM23Nj
zoDhA8YO9AUY46lTE8pLrMtVk/rvneGN9V2lvs+sdPlGTAMMKVwA8F2E4km524KvlE5UEfzNXrVj
hH5b8wS2JU6HCtmWq1YAijC0SxfgCdC1B7zaIXdrHBv9+Of2UdyaJQXJDWCmkAVFrmW9haWpyYN6
SCGT8ASe1SybYnNgFVW2RqLIYFkBVIysES2tx6VVI84BbAjvmv5dP2n9ax36IKjfHsqGGQPSBYSs
AkU0oP7XQykyY2inPkDCuLDRIkKClJedG38dZaLVIGEqYWkglqBSDzMuE5dFbLCrRC9G++cQqtiC
lf2+PZLrRxmMEBlC9Fgh2SdqW+VBNvFJGIFFBKzJQpJP3FfCOUSd7EVmJQEYxmj2cN7opQ4AceYH
EF9YzAXphtEMMgv5rgbo+JCxSte+H6Ic4L7jTYMmKAAtrldJDnMV/S/rwre5dvctpPvbU7f588jZ
oXKABDp0OdY/Pxgj0JxoGk4Y1xDGAvvmX5BKMAJCxoBrQZxBv5bUDADeNhQKfy4dQyYmhuLr9iiu
/Qq65uFFZoDHT5T5KX/fC1y1hL1a+IL5wcrGXJ/49W+T/39xacVqvshRpRU+zjsnn5BtbPMTlEVu
j2BjHUSAMSGXiqZ/BA6wtrJwbar2fFL4U+cNz5xweLz9+xujALoFCR+I98F90WW9VuyXUiWUGFf8
I79/MH596+tBwoBsMUhQ6JVH3VG5Cv2iuksxR4Nitr8TvkcDU8ZO3RwB8i6Is0B6u2KiG10v5aDY
FX4V2t3oxfLd0rzqP29P0/ZA/mOEsN6p45CAyTuDL1iQKl5nuPH43CUME7fGQUxQNwivJmCs5BgH
giCklgv5VIEDwDoRrIFQbkNJOEkbR2JFfISXMoTDsji35+r6/kCWhawFBNLO7UXWWzYLE/TBNDBX
E+8LUJICGwhST59y8HLbztaEkd5ZqERBYhDXyNqONJaLVtVN4S/6rkrus2O/uGnKMLIxXwCbI7zG
xoJuw1lp5uKUN6q61NqIvGg8dKa4D0ADSRhMg00TCBvQYRgZNwg3UuOY+x7tQ3DftqYW2DJiU+v2
RG0YQMCLBwhSRkBH0RxUPpwqvQ8NJL8iz0ju1XZfBG+3TWysBUwg44WKIGhHdDUr7cWm6McYNy3v
qTlI5l/dK8+SSN7w5isjVMyQtWVUjGVCUizDA/fnfxsBtQp80RlRweH6XtAxVDwtuwEqEBKjqrO5
EsgPou6HCAuFkPVSqyFq9LOIlbAL/k4Y/i9p39XkOJJz+4sYQW9e6UQZSirf3S+Mqq4ueu/56+9J
zf12pBSjMmZmezfGbITAzEQCSADn4FyyRj6tbhHBm6KcA1AzTfkaiSU3ZCrynCnvpZbab77fpPWf
J48NhFOAgVIn0Ef9ZKRCiCgXpsPvn/7br1O2qcdo6CWboEQ1WncY+Yy1nQcynpD3CYiZaG4lIerG
KFdaxM7olouP+XPKgnqv7Q2q0yhxgtwe6HtKgYp0loOqQRKDHy3kpFittitWFc8vFKdRXgA/pEZt
Pa8glo3lsDxExksTmEu+TTAaY/QkVp5xZafIfD0y9RDI7rvR2VOC96YopZjPu1jwp1puGiOjt2fF
WijoGyADABD8I1l6ew2qME/UvGhKNKPsZnGX/2pBpsm4zyvLwMwENGoi+Aes584iKUFSlFrSHCRE
sNryMgwvDed8r7AsGdR1BrJbbKUkbTDlTbI2NdATQsqwGPdahYoSxthdykqgjqAiqDbR1G6WhhIk
V8JsdqzDZv08edRcuTe5VuMw6vHzo9NaPSMyW0m4IS4zkFEGxw1m0tJFsWoa80mFnz40g6XjaY/x
Oi9DDbpr8NHGhS/806nPQLtecu+A8hPmdpqdVRj0IggDbTikaHXI3LFyR8VaQp9TGR6VbMtNdhoT
EkCGCG+HMaHkMU5tW9Si4x7sEYcsc5Xa+zWnm8BrJWuUnZhV7rtTMpRiwGsD340wBMzR1GXhC7VM
pnaRDobiqKPVBpuRZVvutABVMdDp4rrjvKBulBbMcRz1Ul2IB3cBrO37O3Jnt8hvk3EPhCVMhS7c
blW/hHlQjJ2I4MOpODvBXN1zlO1fvpdCNuH6QHAQqkKIUnV0YBNW4FspVcIHoKQq1H34qlWOi4lG
zuAPP78XQi8FQpDNFWD94LvRSEfM2tVl4bS078VS0/cphjWFts81j17HYj65Wwkw63gvIbGP5D4h
Q7gVkkvytCiJwmEYV1u/DJj07vGCxSWbgMUve5fiB4BfgSOBKb6MiKTz4VWL1hwdkSGhU+/c+lib
xcfc2Lv8xKLvuSspQxShiMcLHEE0nvuUhsnoZ8njEcQBUWAK8lYIgRjf8rKZn42dgMlA7+1nENhu
8FD8EdLz98dGX9a/ZCMFACNKJmNTstUiiFpBBqi7z20usNrysDyUgmkkm2k0a1bhirwEbzQRtBIw
QoR7RbsQvd+enx7EoZhoAMEDvg38Te1nZm1FKuAxrIDjzrxCPSRYPKwPGUHQclD6mCDJ3IxNGMN4
T4dgp1qPqgzOLQ6VKBbd26WUQC8Lzzodhwh2AYQ3t8tSk7mNy6LF8NhN/Sj94J0kMs1Gcx/qjwzJ
5zOrwfv+0EgM8rc8YrKu7lqqzG3CtZCHyS6x4+YK5j43D8YfmTEe465niGwi3CpogMDtBx2lBNWY
jFlpOVqAtZNwUl/1T9UG9o33GivEn+818a6JmghDcpi4QvznHrY+KnxYtAtpatYfkrO6C1FXfMwf
h2fhUIMStQRf+uz1LJ0kcQh9eMjAgIIIdJOoFlDZCy0hgw0IEAeoUHUGamQ8ZwCGtlvJYeEoVvfz
WhYVE1VLMgkZB1mjZZBB3q35htc/YAadxcrA0W6L7Oa1KEon24YXu45gCVtHwdSt78+Kdrv4cRnu
EOlJDJxAioFax6x0FaJtHlXCzJIcsWBSmK8YCjh1QjRHJsDjWG41vGyzHtMg0Lirp2bxWeu2+kf/
WaE0YUel8495ibEcQnJIcAJItwPffisty/tmXkYByyF8KAejN/lNcdKLd9HuP4fUnFmt9fd+7FYg
ZXUrPmnkISUCn0UgpLkXNCU70vb7Q1pxYZgOQebHk8cEmQV1u6wk0ctaHVAN11Uzd/TiMXUxwVB7
Xf6EqQWCFYY4cibURboRRxmLpQyFSOFkwq+2X7TMm36FaFobnQ4jT1JrSPdx4raV3de71P1e9F3s
gfO7XigVRlVgSssnAw0Jql9FBxA2f6JVRv/4b0IohwJQzRKHGnZzaje/kvf0Jzpbg8fvZayEAggD
4bXgJpGMQorw9sgiwMgW/C8HZFTCGMzF/sh3k/kHSJLQKhwFkwhZgzDv+tWh/DciKS1Z0nBO5THO
4bwGl9+NDu9gekxnnkFVuZ3ARqTY3y+SbNStnuC9o6LtWgO3C1grKIFyb2Qd15fgy5otoXO0/rhU
R7VntJDf21o8QJBcxysdD1yS3qO2Ui+FAoMkhsPwWxYfZGsraGa4LR7LwQSvN9iWGNft7k5f5EEN
8SZFXYUuRuh5qaa1LgzQD6v8Azphs7Sr3l448/vtu/eTlCBKEaVeTsTAgKAys+vX3JK38R/DAVjN
ia2XL95OXcb74e56UQKpqDsM46geeAj0l9/nyBZ2LNd/pxFEACZWoJqGiOKuA5pX5bAda3E4LL/L
GFzipWg7jE27c4eUCMqh8CVeJ7UiDYcofkxaO27Osmx23iEYzCozh9fwbcLYYeWTc/+jYMoqVkod
LlkIwcpJNDD7BZC7qLbeRlfiPWX3s3kHHJch8s55UmulzqtE6JvnZDvTCBP5ctuILPlHhQnHdvdo
FJtAZGgkuUk3FxryJORTUUpEbQOX7vamtREa/5IwHg8iZgBu1T2rq+veRFECKHcZSQLX1nI0HoJp
W1XbcnLq6Ci9j8/ohTny+5f4BPb+h+93cXVRyMygWwWPc5kuPFRxIeZZgUUFkyWaCHEaVry7ppLA
fqB9jJQG7mpzUZEF4oCk/WEWfvEkg+EKVmNG5leG3kH5F5bEkEi26e6c/k8gqaLdnlM0pFPXaESg
VWFEcGxpH51mLgC3LyjKM6z8mjn83+ogjPJkvNqno56UIzzZ/GWY5vT1zrDwKxLQQIYgUUNnFJ4N
1JXOymSMY6mc8DgZnlugFwSnqq0Wc3tyhmm/j6QM9JEZiEMRGwIuRM8F4iJ4fiUepkOHiaxgFwnK
Dc95k2ouQExsS9aMcqY8ymg00zQas9RNB7E5ChhLZ2mGNRz53I9ak8NkYNYbaMXC36yPXIarB+UY
COo4Kv0ERPLgtlZyKl+0Y20HQHoLZGSv+ZmjVfuf0mORIihhxAanJY/0Gp3NWeomzfpixK7atV+Z
7zuWwt8/zG8lXJIEV+uaQzBnVjLODe2nroR+3O7joOzmHx1mvQdW+fa9ybijPfprQRcgB7oSwLlw
u41dI3e5PGIbRys6j5thiyuNedXKpkXSTbZB7bNvN41THo7LBD3i9so2t0v38/vPWLkX2Nb/+wo0
kNx+xZzxTRoO+IpsWz2PTvCzP1RAJXwvZMU83gihLl+ATGOtoBP+8Hy2WE11K9qI30b3Pikqg1uE
CnBQRR3mzoBe9PymnWzQtraG2YFRmcUNxRJE/v8r9WjURG+qcYZ6uCNnbne9x+rdW3NdN2shh3Ul
gpvEYUyjiei4aCVQB8EFZsCO3ocMlImY+p0wjPx94ovoPLqf0TUE44i/u5UozZHYLL0wHZQnznsO
EMYDyX+ubWMbM/R9fXFXoqhIXszjLKoniAKyUHCfAxu47c3RgVncZMcDi4V8zSrerIzSuaKOiwSx
93TgBMB4LWGx1QP3xeV29VBYrEn397cIpTc0aSCJgic07NPtNpZtNUlhKcyHH5nbORa4RRhR06oA
NBUh8AVcBS+GWwHBzKPjOpTmg/QD2MIpsZA3P/enhDWt5Y5jDEhvkN7+LYhSCJHvZH6eIQjOS7S6
jxBsa978KmH6V7zTwGEXb1v3T+NoqlkjzLGN8/jxpP5jZ00+QlfQXYx2PLCh3q7WAL38pDTYTlHF
U7ax5D1nBwzVv6MpvKwULcyklIIflCk3xglZXHW8Nh8mELbpTud2hMfDHHe6NR/NxVIcNAGD/6Fx
CmAUUpDuqOauMHcN8CgaPudfHDEp8SG1iB5OoO0pHZqFXJaqtkb+GYy+zwGwvfsAQ4aN8/e2+A5A
iOoXGpDRhoM2OMAe6IEZ2iguWlqkC+gZOfNUbDuXd0pngbXhnD+9K0XWfBCYqL4V73ojli6RhKnK
jUWXL4fut/4yqlZSepzmep3VEObHyYw5TAth3Jr7DAlZK57zpNSPmMWgnMOSLWI1d9kCasTS6SK7
jLwKcbMTPEWPxi6wnvqn4iH6k7Js3f0b9YKbRcMsYKBIWlCGvNKkvNSqckHpYnBVx29OKUBG+LOV
zcD8xCQUJjvgvYW4FUmpj95LYEoZq+XAW8JetrUd5kWZrFTuHfPORXmwkf9/YfTMgkYLU9AQQkrv
FCfRel7MyFq80+PHYP4MbcEqNpKVbUpgeCSLEanc8X8Q2agQkyox5nrxdKNz0SgBMKiQPbl4o74u
3mRWXudltuaeClPaCZiGprrFTgFJ/xvLwq8YxlvplD8Zw74duATS1R1S/1YNKsrIjf3G05BJmSx8
gBVYjS37ic9t5T2Yqk1W4E2O8PZJhk9AcQpuC1MQwA9yaxZzsFOUYVvjCrmAxp0mV3dCV7Fbp9oC
2SXYqGnjiYbwR0TF3iyQcXQYtmNNydDjimKSgAY7PORvvyBVpLkdomE5lK+YUZI+Ns/FWXzXBrs4
jm/ivrMka4C5LPbjiYk7Jb99v/q/ZVPPHE3J9ELm+wWM6bU5b8RNA4qeaRt8DYf2Ae5dtisQg4bW
+8/KelVgonvrczYT52VzfHnRwQltWI+Z+R5aPzfPGOGFyeQAn7WW834IwVVzODZH0VWsbvP0Mu7V
R5Z1X7MI1ztHeZt+yTSxzLFzOXBm3T4/ZCxEDjn92/1B0wGgOBiFRR64tK3LMGk1kCNFP3SydQah
yKHYsTgbVnwHir9kmi40AHHOZY7iVYAai62caWMSHPSX+pV3ItCltVbmThbviluQKphOBET4yDCn
KzcfYtGUgG4zNFUg2X2rdkrED0UrNsHBrSJnectrczt8yM8w5VlrbSpz3spvc2fygQ3uNO7M4t1Y
sXqQD2wA8A8YDgo++Fv5XB5KY593wWFvZJgILb5yx/RX8Ql8/9b4ZfijXT7X526TeK0Hlpozf2RB
Yi/EP9ThoskR3Imk4Il9pxyK0FWCUSpagMci5qye4neQ5rnGSdyMjuLGj62ZuelGBSp/MWPz+VG1
Q/N8fFPNt6Ng5edxC8InW3QHUCsn5uKIuB0My3D/xEN2hYzjASgQdMf0QyLmqyzoJs44yBvOVX60
m/KlctCj9IYeu2P5VGyEc8QKVldi/FuhVJwIKpYAEPQwOLSP3X7ZQDccMg+hsFhdF2saaACQhNPX
sDiAt241ICi7sQPynTvksxn40XnYSnuQLvgVb8pbfht40REsRS/yPjwFR+7A6oWgLT9SYnhagD+A
iMcbgLK70xxWDSjaQr95PumJHfvqNoWmY7EfjHNcl4TyPSlyk9EetwutgGAoqojDEpDoPoD11M3s
xG72CH/BfgoPC8ywCcDuyTi3HkM2bcEuqwSmFClOaBIM2a3sTJgajIDAKkHph+D0FOx6P30B9kfe
Apt3SI7Zsd9WfsybzJwW7diIaLTXGWQaB4HnUa4VPa0FaK6q0FdMofGT39Vb8LM6YZaNhf6a3SK5
oH7iDtLL7HJbVkfIhTfo+nLTwunLPdb9rFcQXju9kzsYM3vK31EHtVI/PigRRoC8z/vB4Z+O3Hng
TGbTGu2bIB8oAzT0SEhc4llEnblUjGCe7eXQb7+G3WIx+i7voPDk5yVkxQk2DVM86Pp/BNwBwjbM
hkm2+qZy9d1i57vWVzyfc9RPoGExIXBn2ItfPSQY2BAgdPQ8vIHwIMt8A6mI79XsLpLD95DJfcBG
orcRbQnUcps80uqwnGI/wsA4C3xbbx16RdDMEZmxjHZg5DErRz5NDiK5r3nP2xirXe6D1mLo+0Wp
bs4dz3nko1FvBFkttp1SOkER6yrN6snPzRLRSGuB7AaENyJ68lVr+YF//evj/HO2U3zkYr41qMlE
aP6YHBDm44Gqmn84azDfFhTBkKL0etOwR9h3y+ZhBPehXSEqBReRybS7l9lX9JcjAuWBOcPge/T8
3N7UvuPGzIii2Z+tX/5+sD3rR2Mvv3sn9BCbixamrL/F5i+QuZs/ZMc8uYW9UbcK0P+n5xPmNJrm
9tfz9vdgRvbbgFrk08ODZNq7w2D9/MrN3ejKpmqec6uDA8ssj2RUjsIGf9vYX4P1/tU7qamARWG0
vtQTEKKuhH/8JH1iu9Fq3CfdnCzdTLeZeUQoqJzwHNkcpM3baP8szJdDZjq99b1WXZpHv9kS+n3L
DeXYy1o4+3v/l89bYFN+Lc2t//lru3n0bf+0bRz89+Dsdu+bw59m88NjuOALmcx3X0BFSXk8Jfko
4AvUX53dHFRr++vk/nHds2Oj4FuZT85gblRzYzqeczxYr97BMc2zuTM377bOTGfcGXMo95WK0FAZ
dZblUFvwNSlI+35ooHH6fsMvLc/fLZeKqIshCDCWCALc1wKq5f84lSiY7lPTN6BnzygiWRbW/cN1
Hztc6cPGOe82h6c3sG3sXx6gB5+sGP+CFKU+Cf0D6HYiY50I8d3ttdA4LRkVbsn8H5w52Ha3Dfdg
MDpmp8kudFPxQM9u1bawaTx9i0/qNnpoBrgkdoN0QO1+JX73UkyMJMida0NHz6Vxn8fsVxDlUbFD
rRkoyBtJ66spmuqfDQBqwbKmmyqLvfKu1wDtqAAKKJg4D8gzgmVq+bVaaNVkVJ2PJ+kMKxA6qaXb
gZ37+RZO1Qpdli1fE4kyMqwopAoaBvXd7rhSLZGocWXv5+/ImFUdsiuKg6Bs/lT80Q1M3jMSMxLc
yGDsKq3eyNOj/wDxEXB5AF9cQtOrl5CAiX0dN4jJaYBP65ymN3vVazKv6xl6zhJEHZ8SpdmEpm+g
8mSr7U8SoG2z04iu2jDSC3cxLmqjSPzipQNcD7ob6UmR+RwJTTEMy7n5bYBr4efyKTzxOwPTL4Cl
24rbITT50TTeQXH33D+Dss/9/kbfMdVcPgBtsWQ/FdI1eHuYMrdEs6xPy3nchY8y0lhwx9xRwWtm
2VSvx/icI/oytq2X+LnCOM/LgV3fXSTpUFkE3AHAJjSM0x05VW9MOZ9ywrmE06p346YcneSEiV9J
7WbMthwSyt5JQyFfBXYHvRB0KkeahUiqlkA4C409qm5ia7/wgshc/jC8TCxpdExPRoyiOxKAB3DQ
YHQtZSkxKLuJlsIIHyqQNoTwucC693aOxsXKlpnBAf0SBGoRCTp0NqEgckHc3J6iYsQBr6d98lC+
Rj/L2tTP9Z/6ZXL6bbbTve4lIEzvDM25206kxVD+Q2M6ptgjqKMiKX7GgdaSuvi91TsjSGSRTN4K
IBM65YxbcreXkEQ6t8nwdLQda9Re5kqZa/EQ8r5kTva05Y6xpbu8x+pioUNyAFRuxFAx6mxoIGzm
OCxoN9mpl4KFkRF93tXj/hJhkK46DBdDcuP2nIxYy3lOjnm/2+KOI2Ggm639OzxbO5BQHz6/P6H1
9fxPGB0dRYYUJ+WCbUu9yDYs8cCaXHBnJi8b9rcAyvdkQTJJM385l9EBI+tBtFlEG3cVe2rHaGdT
88bSjmPE+9pTV5p5bZGBII/TAdv3FpwwJh4rG+34HO2j4/jbeAjQ4IRBjq4Gdt/vt5P26fSXUE6h
U0KxzseE91sQehOxxi62mTkdsmc3RoraU8oej5mitznR9c4ekXNVXN2Wf5sigE2s9azfqr9Pj7pV
ZRjk/ZBgPbMV7hMQlGsPoschg/v9tt0beWpF1LXislYumgInCNyzvdgR0vjitngfNix1vAAvv9s7
yiKhX3uslAGSggfjwqqfeoIZPqQv1d44ilvJql3xLeDxZGPBnlg3gXqbhVUbxbEIySKGElZ7CTgW
5j6y9I+yHQv4eep8wnktruHmkyd9BOfUKsDnRrrSGks9Gme5tYzeDpnru+tZuCg/eb4j3U0iFipN
VBfgOFOijKglBibvMlvc1ra20UGkyTxGEj/eHeOVLMqsiGIwt4We8mhn6p3ZST3NC+zCizzJKW0W
wfS954TRvxJGPuYqpizAarC0CRa2ffQeGJrPWghlMRo5bWspxG8PcCexk0PvR3ty0K0Y2sxWjzV3
jHhDQ7oUGXPwMdwuxJCGnOOKmvcxVAj1OVAS7dNz5QcWs3+FJYkyUTI3IGiUIIl4ydYMbPQp7gpU
dlm3at10XK2JMlFCkkt8TdY0OsO2NdGe5fegmGg25b+JMK4EUTaqCngxC+eK2KjJli3iLrVd99+3
jrZQRT+XuoIFDfawnbaJjfa9LwsjqR8Zqsc6I8ogGdNgCKCshja4pVkj0WUckXSzZI/VwbfqRa52
jrJKfaZmRZBiRT28YoaHJ2JAq3vgGQtaNX5/i6ExYEHF9Zh7ifVMNnG+4hZPIYtleVasuIB3kK4C
fq2pSJ/eXqFKHzBr3bgodmQlEDIf8rd/fjA3MqiDWRJZCXv9otKtmdjISJhkRi7LW6zs140Y6lgq
I1UwuaMhx9ICwcnD+Y0e0xKQm05Z6mspdIdUyGdzvMQt79ekbd7qULsQULkovNiaReQBSJ80Y/+I
GftOJOUc+rQBp06PhUkn9YHYVc4qvCwze5u3d18su7Dm98CGbeB1gxIvkvXUPgpBFybloBG/h852
ANwm3CLtPbYzZjx2nwsAwPFKFl2KGY0k1aruIis/DoMVPgIZa7d4O6IV6iA+BSfBKj8x9mDH74NH
prFdPcy/l0pnkvK8bQwpvIgnZj2zW/+v21y7g99YEd55jLNciXVJeU0hwGqC4abuAip+QpYMOjY3
NmWETagAIIEoofkss1hvyLu2JEQw5LWKBnE8zUGiSflHIarjNFYTAb5EtDIbs/0+xMocf5L5UZWl
o4CIfuMPnmcs8q7QRMulvOUyKVwhjZBL2kcMA+17MTK/y2E8wqkdxFcyRnQz9hiBFpy6d9Lm1jKK
Qfc5HrJ00r9NevERGlBKPAgiZqnMGF7Q75RTFdnRc/wYPxITpzkteIDn0oxRFngsjqTcwbISq3p9
JZ623VybhVGXpoIfAWLT2X5zkHfdIfZcVzhuJit6Fyzha8G5M9G8ayqN2hoK+Cg5SfjrrUEXlLEU
+bnFmT9gupTX+hEcbuCROyyaIqo1LJW+q7tdTvtKIrXVvDrMoRR3mBMRWSqM72hpT+OGxBOF12JM
AF51yJYIprSfMGCSvCIDD9SOqhn8Dn4j8VW77MfJXSsF9VE05X7CxVHHLdgGw1NO+gOyXw/9bnFF
9JFEdsaDN6H9PdvDpkJ5a8BrumbS49/ljOlPoMz2GMRJX8r4hMnO7AhhQukHZ3G7WKA68TlcCO6Z
5c3v8IW0TCq0x1upVbm5h9o7IOhJPenyym3t2VYAg3pigSXWolUytOn/tI22MFojKaOkN4L/S9pH
CIoJLKmyUEz1GHZz5V1xI4gyKd2C6YoZj4VJuE7lsbU4FO0wwDwzgRRiRkVrSasbcVQU3vS5ESxk
XSNK5RPOLkEtecDy8nMAe4EWxO1/XCAVjuORo2FWGzk5XBbyBkQDu6U9Ft5sY/gzK4RlKgoV9xna
FMhcAOUE7YWdHw33r9MbAa/hdixGmbs6Lq2WlFGaOmnmeg0moocjGraJbhruYnc2Z4YOKPq8AEaA
e1AQ31aWBuUJ7QyJJuYeE0tEB1LX2kpZKj0U47BRcar9rrskZQIUyoYTMVayzfmC1Z6JHTBsjplJ
u6vZUVtAx40qUAlGTm6m/hDs6iNMoSOZ6jF864ACqrDrJ+TYTqi6eIYFnO6wy15V1LqtzqkHU9v1
doa2lNCq/mUC7lrb6c6JvB51QxmgDKXz2oJWKrDPG+WBzEBkKPla9ENAhQLYkTCzi25wqzA+IgEE
T/BVoHa1i8UYdgOaChKPmUVlyaI0vOH6UW3jgQQhgy08TS7BPg02sf+FF547UwMehLjFBBdaY6aP
iErf69rfS6VUXlvKPo5DiO93BloukLWF00v+KUH+X1r1txRKoxNVCuKiwIaOFsJmqzjFD8QsguXg
9K+eIVeHR7tU2HphKsBIgWwLSWoOz4E9EO+J4xNN+d+9tDAbCly64JwDnzHlPzMpQ3ZnFv66rQlg
BAvAIaGDw9sOuA+6y2LrXo3aEDKCLg/cWpBJnVk+aqBzHTkBHUTz12SLr1K3fSaF9PrAzU5cmV7l
l27kl3jlcRuFFbOuaSx8KXp0UCFExpFKOPZzYBh5FYm+gZuhQ0MJwUIMZ4MonZH8WXXc17Koza17
nc86FbSZ8wbPZd+wJnQvoJOX/Qgh94y+CNeSqJBEjPOplROsCnQ9bvs+PGvoTwgw17L7at6LY+1i
FglWODOyJ6vh17Vc6vEDO5PU/YAVNnbwUB4HxKTKHhOJvzRQBUh/eLNDq8C/sG8gHCNoXBVcobSR
D4JASBulF+Hn0JlxKnchOkOkzTKZ/J71eF0zMNeyqBMU1LKL66WDtnikEhn/abfDhlUfXPOY10Ko
wxsUwKPSGgsid56YToT1GwUB3vcbxxJDnZXStGMQlpd9S5H4HnajLZqBozrfi1lNbVwvh4oim7kS
tbwYRFRVh1P7IO1Dp0SaaNjIbzGDMZO1JCqC7MRR1JZsJKIQ/2O2IcbLTdB21gkx10QFjjF8nK6g
cwM+lcT7oUPM8oTBP4Jf/5tM3vX+UT41zbm6FEIsqrEnezzGToTcfuQhePuPCkFZ4rJYWsCasCgQ
ox1IQojYfSyKZQbJKdwZp6sLS/nPErQU4PnAgvod8WmpJ7/PR/JI7VCk7vFsWsqN8cnQwpVENdpf
/mclaKJTaQiEro0glNQ7eSRmcmvZzXYDYM/3ktbibvSdYjgYOAlABKdT56XlSx9l8iyiRjceUw+d
BAfJ/t2hBI8OxcB8f8FFc+qnp9B+eGBt7Yp9upFNHWHLYRYmryyiv/9RnUUn3YPPAQ2maL1E7xR4
gxInd7MNa2+JpaAO9EYqdaCdVkuVOGHFwO9YYop3RoBzbA/5eTqqCDKl5++3eC3Hdi2QzvS0nT6I
CvB/vmb6gh3uK/e0PTvVsT2/eJ+MPV2xKTeyKJOfLDpmqiZYXO/IyGTFSJEmJvDhjMu3FgfdyKGs
vjFNcSc3WNOP2qx+8haHmvyy3f4hffk/f4puaV+oRwK0/zJ2cyUEwtQBMIMBBoM2P5oPNkZHjADs
F7mPE15oaGT0q313JPVrZtuBvKIq17IoC620qVQIFZFlXfKjAAMk6CLqMG1u2KBaaRsc+wVErDGt
nyCWAPwWsFjQr1Oers/7NBcSWfTlzYDnL+puyEhtH1O880QXCTqbh99jbOraTbyWSTbiqt6rpHIh
wwyIvnAKHvLHHn2svCPZz4N5QR2/ZiDX7o6SM3oMwWv6ei2YMj8BRogCiiuI6FMOdun+I3VCh/eJ
vRtMjICzRzvypmM0onWAqUmsRVPmZxB7HgPRJPECdkiPANJgpAh3BM8WJopOZKSg6koYjIfrwzIJ
LNGUDZKFSiw6jVi+D/9DsglQarM5I9E8bZ4A2WcZ+bU7c7XLl9t8dbyg+CrlqsAuz5a6ATlbbZ5+
ZfYWUGcYWxWWviHvs/1ofv7XTb4UAq5ER52kDQKmjQHOMqPoxpnL9vS8OZNX9XtpK0gGPrCeoQyd
uiR+r0TKjahNqIURCwEGbDMBILBH9pYVkd5BEPGyFsEiSRpVCX2qTtlareHiuiwUoj9ZaSZAWJ/c
U2z+ASdB46gCAXh+Ma4LMat3tuFKJGV2pU6QkjjEbqLwhlp5uauRNuh2zaPqVRazQrJm/q4XSFmi
SZi7PqqxwChChtP1n8PL1RB/8L+VHWezoG2rjvJaHmVujQHMj2Xw/3VFtsC77ZQWdpPoZwby1q8e
jLvf7+jqRUSjrSFgShmaqCn7w+FBXXecKvrFjxBjzAe7ekOHYy05KotnclUrryRR1ibty9GQakiS
BDMHZEbBCzeGMf/df8YsIqZVF3IlizIvvNo0jVjooh8Ddnx4HCuAmf7TvtEBatuGi6zGWE3VW5No
zqkpf+oGmQNfsUwIY+NoPKcSh5miRRp5vcS52foYwlXNphRasyeyDuniXO8uGGgvAFwGuh2M3beO
UG3Hwsj1RPLbGtVItTbz0Kpjk3d1/EGi8DS+sVRwLdGOuQwGz2tApYH8hrpmCj9mlZBGkj/OTu6N
sMcy3G77uwZHoog3mvGTJXJ1S2UDE0sIbSGAdrerbJO6kfsklXyjtvXM5GW7UMz4c35OXibWNIK1
1yeY9YGLAIoMnK40u1QZtzrosirJ77/Cx9wbPO4oHafX9Dl1ZY0RHa4u7H+y0P59u7Bx6BdlNAps
JdCTpSk8q5IZPoefpf1PaVUvxv9KEmX8uRDU+9oISbpuKSAf+z19VbWZie7392wtR3W1e2jQv11R
KjeqmBI5nMn78S/EnyruWI6KZHqeveal/dC2IwjlX76Xy9pIKiCMQC5UBRnElo0ZNGjPdzVUwc/J
Y7Pjzv9NFHXl+NgA8DCBfnBP6WOKfFhQmOUzuItL578JIlbzKi4IOJCBhl15WZP+KrwFnBnHJvcg
hJbASr2tlLzJyEjS5Es4JkGUdCtMQgNQB/ZO4ISdeTNbuWOiUmcnbrgJHcHmnNbWbRQnzWaTI6QH
3nOjuiC6dF+ET53BYbRi1MDUCAODIdBAuIJx5/ZbZG0I1azVsiO/UX73mwX8BIkzFZ7kL46hWD2G
YFXOzLqLK/ERbBnBJZF5k7Co1H5rbVqNeqRWx/h9cYvzB2eNZxnwSEfHisU94ursRbNZp7yS0bgV
Sznabgo7GdTK1ZHzeEsCZih9EbfxZtobTppZXYKIaUHuKwJ6nEBSQSiN9hbdKd/klmGNVlpMbj+F
srPLXIUzX2EHku2CWQyYzQbfj56HweJ/GH59SLwvr7C4s46p0t/r+kr2HlgKsKkB+4JK2l13yyLx
OTrd4voIsnbUMEHjB7hpeBIZ5aU1Pb+WQyc3QlXCnLMEcgY3e+6eF+QDBDM5cU5tDyD/4RwovB+h
Xz8AN8f7bIZPkaN7uVts+o/wydiyoFuX6P7Wg4OtC+oOMLMOeDVNpmVgIrTQ1B1m2m4xqQF01KnH
O7Kj7CcT9CqqtzjZY2W9jOjTfsmY9Awr9vpWPBVQysqYN30D8eKueOZ+xOi151AmtTdoMz2gMTwx
y5+MnM9KKwJkigTRrpE+JomyoEqo1HqXTvXR8MRd8nuuzeCnajdOC/asYK9+hHb+wVAvsoy7Xb4S
Sd1ttM3IcdnO9THaKr+lH1juK7gZPop9vJ1j09glj6T4hi4P1sv5PjNKyNgIuT5IAkGQQK+1aCM9
RQBzBEca8OnuOcOrecfCz67aLlwcokAYxIyBAbcmM8OsXE6aMRkZFfgNOsddzkFLUIRJIwcJ5eB+
L30SftGvhIWQWzPWKA39T/LlYl95qSYvZkyph2QFWN0Gb3TlMdvLp8V6N+x+rzH28+4cFQnkSbgo
GDaCYhRPqasQy2kij3NznF9lzAW2mnMtO73BiGLupaBkiS5htBAoqHlpVDRRFbzaJn0FxnQXcCWp
MEO87VATjhhy7l5zMEXXcijlAF2J0sod5OgzLD/v6MkmyTfDYuosiOqKJLh24G4Jx9E9D1Bbh+GC
9sLhWNguyVgnpszw2ncRGPgAryVQTrtXayOJFEhAJOvWoOCIt7r7wIpT7hsxYSF5zI8kCoB5unR0
PqALk6/yYcZFLkRT+pE+Js/9K3g/z62Vg8cnM8NzfNZR1lswW0Q0P5kVt5WtxMMAk3UwyxvvIDqh
O3aFyndtsxxnzA2YwGZTPZGWnwktd4Uz72czPiORkmyWp+9tGFGGGxOGlV/LpZQlzuO+4Ll6Of74
f6S9127rSLQt+kUEmMNrkRSVrCynF8L2splz5tffUdoX+1hFHxGNg9Xd6EYDmqw8w5hjWIeZhNs0
5mF+m7keZTFEn3SJ3zaI7Hy2mxoZRcU8RuB3fDyICYUIiOfvRsEc4KHUOEhnwdJgfiZOCAShvpJX
6XJ0qtfK+qiWA1iQ1B2eWzCMoM5tZ8vHXzB9fdBbcxNnQ3sAZcVjrkpOTotOTUJl17eOtu62O9AZ
kuvH7vzPemxJo7N2v2JgDVBoZ7SC4By5t/tLWcslVYs6Sd7Vl6gnNnDRJ8PcnjyyeDfI4ssJCNLI
K/yntuMs07a36xf7m3xsP67nZgOikn8+WS/PtrN9Wy6Py+Xr5ed4BjWGtbG83esGrTqb4zC3PtPd
ff/NzC7zXD7P616Td5vXDERZiATQFDBaGRGdGLSIBUHdy+6JDjT7wSNiva622Caapczmu2+qR+z0
QeYRDciCANZENrcxGF4KwohY3S1WK85cgTHxW7Vk8qXZmvntWt+HAJQQIE4DTQE5L7VV/PoMijgy
nP7NRZc3J+zRpzC7tlI9f0g1fEpChnVCXl8N8rn/RD8OKbevn4vLSre+ExOUFIACH7661xRsCjnB
PQv06OKDUs9Ei+Mms5vNczMr9HFrKWC+DseKynzIEq4kNovQ5K7fCAmv7vpFQlC108hz6DwDIGzT
riGkB829R7412zkdDm8H3TqRYZGSLeDTltkhk778mWe6uQVpk48CGy7VRQaNkcZMWS3xZROARmhX
rYc1MHgNukhqfJ8Cht8GRAHl6wbUKetXCXRF2GqX7wxFOXw8lHMIYoDMPH2vwDoYrVREYIEpI/ev
ma4PKJgM2ptoFT5Dz4y8tGa1IDxBxfA4e1dN3QDwGYCmQqCygVSy9f78erGulEWQaLtXmr4usf2f
A6TlY3SUIQhGnSsGuhGoGNAt6cCIv4qAhINdYpko9uObRKYpNXYyISsJon8ESHAomcksuyavuFDS
do3ZLnr8UXA7DiC0w7lE0ADk/yld9RZkUrHge6x2TyLwb7U2ZTiKycFzvj2bbAOzEokPNOb6eGxM
Y0bGTKL32eQrQWNHZdaRi2RzP/4Y5/GQGBpcAI3EqwhMLsKCVlHAL+MtBYsWG1ryFZNttspRsac4
uw4+v2L6BN8zM2fT9xIMvRKYI8F9j+iKnTOwakFQJcXXlJiXjLwiB2Vp2H4JkQgWDEkOA9GWauKr
Tu7Ws7+/dPL1RemTCkwcuKj5L7rDBjAcHyMrBc0PmirmSrbT8A/qh9AP4yHpCBk9vEf3ewywq9xV
vUzH2QWZMIhRfbNfcpAG6slBJy8pvoC2c4A7b4dg1JprqJlwAaHTFNw2vAxOFvSbooX23r7KtdAr
rkJ9l1PFvlW44kE/U4EM0QN3HIcr7WJg8nwRk5eREfXdTw96Lur2ALlWCri4frgkWW2vqMXFJujB
cRaRgQOv1PXf4/UU/zqNlJ8ToQav6+DJuP/SruxSvE6qsqPFVx3FdOgMLfODtEB6irzLaLNXUT9D
EpVcKGVwSy6VOWoWX9vpXLvxH/4SpeuBxCe0wJGjYglfOik06oTPtF38WvPW5+gRyUXoCkjnyXuO
3x+PfAq0xpnXKY8mUtLg9WbvISrQljS1q+2eXhVijbhERQfkXBp5fX/6DK3PDLv6Ff/0CK5Lk54s
GX8cNTbb68yn0Cvv/ohjzGhDQnse2q8mrEGqktdlkFbGDs1ep4tvCriovzRTRXaQMymHJtLltkfe
R4L/xCo45ckaNpRdLUX9w4z0mQhq6mLhewBMRMedSIUTme0blL4ihCVn7IbeVqBekDi+Pw/4nATx
IFD+ZYWFscrjIEdjDiuja7rQFJQdTzKj65cG8o/mMGgzg/rDSYY9XQOsHGZppHO/1RUt5GNhSNxd
RLgzj3vKvwC7i2N5QXxdY201sJHhGtXWuxZ+6+M1ngZyBmofIPRBox0W2WDOmYuRZlFZurgR0OGV
Y07JOJiugI42pZlxxulvsdsJgrb4C1x4YNhhbEGeL4WUe+juYh+qvNYc9fQ0oYkLDVcr0NbIauMA
Mb8v6l1RqbzA7cItTer2aKPmiLCsUCQz0Uvt6KvA5hJb7BapWSznLtdpcg3mMY1IWVDhWSQu7tcx
CVzRK/Pc2LVWAbrvCndTQDQ7t9+uOTxCfjn36E1L0oCzo5CDFw8sWwAcMY4CCnOV10ixv09+ZLBF
cvt4pa8TO3rqTyCLdM8ePFXUY2bLPpOnH7kYmtRDQoOGOmzKPh2Goo4H2M1s0NguuyNUdld+tZMc
dU7QyZg4Q9SWJkI0ChsV8QEzRo9TdAiXtP5+8/oO0m57vxcIqBH/LYBTW+ByBKqBnOwTAityOoXW
4hs4gAxekm9dvu3D5R30vt81kAFbvKjrnfm2sw+jufPtfz/HZ2N13AzmUoOLuoaD/LY8H/8htDia
56Npr63HJ23yojEDYS6vOMuRFKYD8XbyAcJyS3BozuXnJl7QzYYBqWgQ04L0gz0BRaq2EVf6e34t
WOnHTCp3cv3i8CALg82Nrn4kyhjvRc0gaSi4OrbbiRwoOObxBN00zO/uB/r7CCJ4GcK4qHLTrfAr
udghgxwLruHvxy88LeSiW5fPPfhSIkDMwBRI/dyW1OuX7Zvdm/Y/3VyTj6XUO48/Y1rxBuBUxm0I
gBsyrKCvuv+MaNQ0rjaaeN8NpBjgQcqQwdqBTDsEJqh6EWf7NiYkOCAJF3F1YNTAQUHJg3kBBKHk
2kb3kj0QBLpVuwAlS2aNt502s53//ftJ9t0sFTW7H5EPgVqkRGvsIDBWbqneX7MtjEOjeppbP4HB
2AVrEcSwSaKuHk8m3XC/lxTpRwlEZ2CLg1gKXAm6pX4baby2jcbQA5MF+a9IKnQN4d0CDuLGso54
+P63h1yONC/XvF2+FUf7qQfoOXGUq47TLsy80ZO73UDJBpLXUJVDch/1UuZu58qgTrRWj5DIMhbZ
GsoRq+Ib3cmUfBhuM+QvBX9dzBYpWQeMmgXKEkcZiSVsSyZ7pcViNiRKFFPXgPB2au1PXzmIyVGh
mgmgJqnWmyloyKggb4dNNoDyXXlsFDWLd+mqoG3uFicgcEL76Cnd+3vxzXvqDrU9Ao8RkAjZjrQ3
i2TmBhBY14t+BJw7tONiX6IazByEii+DIVQTADoBfpZQFU1eE5EkaK/8hx4Ub5aJk/V+YA/VuJua
L4jqALS630JJFvu6WhTZLkisF8NuacSKVNfu+mIPyE08NyjCqnODZF9PGIWTh1hCoz7XFFGTc76U
gH9ll8aLtIU8gwHeSCurltBVSCwBTIBz88pe3JAhQcxHxwdqJDylzMVdGS3I+AoegrCQXfaOdXgs
A7PsZqqtkziJmkFUi0AJoaUENpb72RTQFQamDyHfldso+mlApA9p6eirgmww6AKuM9HJ7YK6v1sQ
HoEmQIXrrEPriDEXKbGbub5W7KKSqBq6jjMSfykBSX2yyjriNiSorHFOK2dybaLxE08U6rciuLER
Sd8PUgxiiGYmsJoMKhIeIIjqMDzJmvEW2JcccymAqFXGI04p5ln+h6DVXPSmh+XOGJ6VeBl8uXPl
qL8s4GqBRjfWisol3A9E5RIXWg1tudOdFkLge639/K93P01zQDQPGuA6tD4ZAwDG5V0lCeVurJ0s
dyTp7fHv/7GrUYWCWDq2G/YBy55VaVooZUXc7AIygqY32MXZx8wqMCagDoJkDco+gNtB6xtez/0c
9VLTB9pYjk+duBjA/eQ/teX73DvGnpubFWQVBIOyDovQ1b63EstN2VfaOD6loiW9uBfZSpDpFi2d
mOGcKjCzfWEL4RdSZSryTzg97EMWQNYs8eNBfQoDu0MYv9uJw0uW2/9paagVrL0CgmNwm+LJZOZN
k+U0aZBufRIMkDj02pO21v2ZBCSzf//HBpxRShQCUzc37pdrUeStkvS1rD75QEAavNkrLfHGGZeX
8V/+fyOo6QCmglQIq3edCyrne4miPqm4mcfl7IvHbjABu4uH5BZeAkGjdY/7pZcUT41i0MA8Sf6H
H18531QC33y8GMwjByU8BKZQi8Cbc4MlMI8c6Dgjo0Az0y4oF6qwroDxCrp1mDqpnfEzjxu7vQRU
uPHGwBYyVzTIvx9PVWa8EuJ12DUfRQTgFnE3vUzmQu3JiBgrzKwFcpIAZw4r/JE320NzbUOIlRnf
hTAzdeweY4dDt8evPSb0Yi0nIwxJGZEt/zn+frw0LEAJtS6ZQk8RS2O+sFLMy2z0vhvlfDQgZzDY
+ZtekB74M8SvMmlkEqmgCQEZ/RtKhC+lw63jd1Bh1k6w8KHp9d1/58d8TXPVj7/qRtD662WlXwXS
JVS9canKqsISuCpc0gS82KH4/PoUkMUTilnkHZlzxN3JrcYESpiBxthIrHj2KgJ/Of6F+IvPT8pb
J9CEsn04vWwv2Sv0BVqbpo59JNdFIAqzRQ4FGmRESIAm2SMULDj0Rp1tcnK22/XPcQPgyr+fxyO6
gYwejYjZMaWh9xo4aUcUKzKkDDabdiGCoyRET7CxAGp7Uy/DvWG7W9Uy3qtt7SiKGezro7nsgN9B
mX8pkZmrhY366Cyjv1vErYLnHf4Es7ncWucjV8l4iBFnKI+jmmMAihWggvNyRRWRJzv5NDMNk+uG
MUn3+6/9nARyO3YGTMrSm2pSzklKQ5OYF9RLCvIeYOlALvUqOclqZ/7oO2nlA4So2g1t7FoIMcjw
iQiO5cVbV89sOtb3B1oK4S+EkYBnQv0QbN/331aMIBxqxghnDa1Vz+5Pue8Rblu+6BQ6dIUfz8Rk
ImBMws5GeE/rIDz9/78mQu28EAD0wN1pohUZFlKEib/R55Dsf44JaAA868hMopTHLHEJt6KLNZgZ
UZc9jssaAgYJ+JNQLItN7/x4TCzWgc4gbnoKzEHIrQHVej+oOozlCP2y3M69lgfhIgsLHfjZb9Qr
hmGxVk9KawtAqigzc8mmIeHdUqE9MMJBQAGCg+xk8nrXaVUuZnvlrFHGptyqacat/5HMHqd8lUHC
YSHMRaw0X3Z3pGEV6U9EcBraRiW280LgfEUFxW2+F6Ey+hzWpqCRsjBTyCrO7c3Je0OvQtCwgYYO
TvmEcD+GBxi6sZbvo598lR8i6KBaBXiOLv4sQzu9iJhRwSWHe4bHEwR7bAwVZV5bexFGVUG6BhpO
hZmjOrgNiPrPvaQDyfRViGrAHBj4j8lEhQtlFawhKPDZyUSDJR8j/ZbvFQDAL7G8ksAmGC1DsGs0
i8fbdPKmAueNXAaiQfg9iBOZM+FxGUQTBa2CLmOoX+Num8/ljCdOCHpscaeC4h4XCarC7E3Su/3o
h0K9L368YyXvNH9xbcE3+XgckyuEWoFjhTmjbyUbP3VZ1RtcItd72ZEs7dRsw+tjA9Ndd2+ASRjD
lzPAAQIDIqrXKopvKtR5IBk6sx5sHI3ji2QEQgFAdKGrC2FE5toYeLWTPbHZ+yvk0lbtF78uL55T
ryNQnLivrfN4WNNLkbHHPEJ84nKgxBaaPaSEV95avMir3JZsZVV3M0v059AAHIV2BPJawHYwQ2tG
Le78Sm72+UJCvdCqdZKDXTdbNMDHxlaADgeAPd6q5eMh3nRr708x4KQq7iQDzwxEvRi7SVMMQcRh
SqVl8F6hCf3fp49qkA2dZhldW7j+N+0yxiWJ3phX0SPVMv/OPpFSU/EaQ5ZVJ9CyD7+DuYvs7wnR
EBBAHvsGdblfa2EcDS2TMCEhWmrBLkB6H1CXL7FfNC3y29FKnHE5/jglEEn5Pwbp///10AZSI6SB
CoPDOl4B9WB20szzM7WALDByaRCo1g0Ker23IESp4mvKOO7jeo00Q5I/CZDWdK3HSzoJ0qEoS3vR
EKJpGhLPKjuQrE2aXCv5fQraTdNAh0wDLV3RStf1U/o+xzh3i17vdxCKXTzysCC9QKL+hjb8NW+G
XosapEq5vXhEfp57VWqycmvTu6RrMLs+cYvHw2OL0FThTQZFPG5+CNrA+WJmsaprP64qITh0wCa3
S8OOQZgjWBJK/TFoqzi4+Jy56LA338Sv5NAIppKa3dzbMI2HgMBCUoL2SCgI2nkmVh2GoNfSLMsO
LcxG1/KsfEZHiAehWYNK02aOaibbbMFvElCvDlv0rtixMx74k3ganHqhrOaSM5PXisJ+8ZJAzPSW
bKLv9e91qArgV7MRyBMQ0mAh3ufPJHvP4x2koTKowpB4h6Ijc1kUY4KqMfjzD4O8CPfBVXxTL8FT
u3a36Q90FdeAygEFB2WwVeytw9lyF30Nf+80FArRRQCCPBr1QfSGMY8MhcYpSSgd1LVqpuBRPJSg
tA0WxcylONnS1BAljYHIOPoTgeu5n0rJ6MCcJ6XSQUKskdgFSpTh4ktauxvoc54f72f60XeDonsY
2TvkNaEUgFLXvS29CLmOM3T/uLdnhjH3y+L9L/OcAflNFEGPgBaYcyEhu9uQzUIdEHcZGEmBc2EL
gbWvG35oJNkxt7wKUFxRJVlp8hHCaX4FyHROsob46HgkzcyE/WUZzxVydRCBp6W6+2G1+pjHI5fk
x34BcPscM9xkj2FcUEO+dY7A1WCJ6YTYq7KoF/Oj8BptYkCWdHDDhRjG41VnHT94YrekIzIp2GL4
+34QQE51uSAlxVFVN2O57gVHNpxQM6W5tuHpbOG4UJwrAlYa8TCGfLlpckVoymP5Klnyobk8Hsd0
j+HnKY8MCsNUqom5BYvG04Wh6fHzlkxm5uivT6edWArSjiAJZHkhfFfVs95rqmMQkxHVkjb2iT/O
LPjECB5jBPKiTBP/qP0yrqtR6FXkt25+hAB99K8cL/Br/uMUIR+P5ha4FijD4HJm7uUs5ZS2DtTi
2IsWWmWLwnr8+/QL7y4Q/D595dF9hEBsopQluZ0xxKNXHrmX5Bq9GygFJpYy66BO7n6YQUMVkH4U
ewz0BrNjRz4TuVQtjyKkdWLOguqivBjQa9sCXZ4BVFcSiOY50lmfF6mf7DJa0gCND9VJBrnWzU//
9bTlXoVdGPjVURGs7L24ZtfhGu5d4EA14CuGVxF5uXb1eFpZZw2LhQCTJkMQNKlo+b0frxzEouzG
VX/svwLUW5F/aixhrm3oDyPIqKm4zWh/KWKaeyMKWuwzyF4qx75x0mbTVlCc7vTj45FMtziKTr+M
MBsQCd0kiEoYURNH7JeBf2qjmSarP8aB9BRIF+itRkNMZhx1oFe+V6jHUtwO2lZLNh2Iz6SZJZnu
dBA5YSUECt1Hax8d6K9tkA6RB6bvDAORF4r7ISElyDfLrlmH9YyTObmecUxxQ+M6QLrGALf7vSWj
EiQtUhP1KJDoCVkphDtztDfTPQ0NEMRe8DNAfzPRUJaDdFDzwFWPXWQ7cWc/XvPpgtz/OvP2K67C
CWqMX/doSs2JzHh04ut/t4FaEJxCxI9IDzNXZzD0niYUhXYsfVtpzQGoZ+EpaGa21nT34tc1xPrw
+inwlFn0QXWzqBp6bC3V8eHrnWfPxx+LDbcSL40K8B4gB3Quf22rvGpauakT4/jk1QuXX7alqXNW
HFv/ebqAFqHBAupOcJyYsx73eeuOta4du8z2+E2TmEZrx5zz/2aF8Y5Gge9C4Ga0owB6+PGUgzzS
NfNs5nxMHwO0qgHJCWgIRTSwT3OVlErSdbVxLBtTjEm5gim3skfkD95nS7R/GQPEnBLSwe1HAHC/
PnGZqUbbCsaxDUigmX5h78I1sFPd2ZurJ01iZzRuUd3Z/7VFv+XXXhgivfSGkjeOAvh51+OnUBPj
FKwgYGFzka3PKfn+sbmRG0O4jnQ0Eo0Gs1q5XIPNiC/dYwluAWTAUbXSLo83xB+7G2UxnBxAJ4Ch
YIFDbuh7WZtx7rHrbaOyXdw2lffhzRUQ/hgJvAIE5TdfCit1P3FuqgNmm2vusR5BKhQRn/NmSaam
QwGuDfgJFe3PGNEEVA92Y9RdUveopURBvcVSHMPp+/98TjVE9fClcO0g/rslpn5tASXVVA8BAnfs
QAJQvriNo1emMhfMTt8yWEEmE2BDitlgIdgNV5dC6UXeyWtOQew4WncNM2s4Z+qMgzupeUAfFm1i
QDcC0ES5JpkLVE18Dw5U7Z2eA/QNgcmBqJ2VHJtNoBE/QtIeJ8osXXNrJsWM7T8WjAbQMmV1gw9y
O22/prIQY91329Y7IYHnooZZOTX4CRunH2ZuvenuwxjRhIbUGuYU/3K/+0ZOFHROlbxTXO7z3NYb
x+/eHp8j9kUFapNHHpKSlSPshVD0vQnXGFIuGlLvVHNrHKKet/vMiZSZgdBj8tuZB/4I6U76HKHW
hxiXeYvKwIUYWeBGp+yYnuY4PdhZwo/T0omGaEHQKSb+fgiBOAqtAa73U/laNHvhSZ77+ukc4abB
BYoOZnhnyGLfG6gFORExT9lJd0KzeY7R5TTjDbDgT5R8bi0LCNooVgvJmXsTVWMgOleG+qQAZZo5
PYrhEpVwXPN2vgIRkUi6xlE35+wTzHPKytJmsDyT3BD9AJWCy2naZgpGc8s2dPNIak6DKSzkDx15
vgzSi/kzcNC7dLbKxt4TuCWASaYKVhCsov+4H28kJLLgD01wltBk96PtW+sTY/4JzO4tA/kQtKVI
bEPIIyT9wZ1DEE6ew5t1VLkBc8fhgpN3b12U+rQdfFhvX3sU08ESa9hBRtqfnOTX2amla3e3+elY
f1ljbiouiFOx5evgDGUjSHVzaN+C3KgpNBYamnT78XlmgdK4eKk1+Pgo4qnA/zA7SXKNpPG6NjhX
JF9FG++IKG/dhMCA8Fb51C25S20p+UwyYFL5hlVKEILuKTwtCPuYMUaSL3pD6ofn7KfLTR/9n6ml
v32L/wR0qxHRIOqymgPVTvfszSgw9AiTcTQV5noU0hEtBJCfPo+SmfxkuwRtiZ0zrlQzj1ZJa+oz
2UHWY7sNUsNFBsg+AkLWPUzgA1cGD3uqOS5DH6ARlUQpGV7+PV7D6W1AB/bLEDOwwgUsVRRgKHge
fvKzttG/k4/GI50d74WEtvRK67etiA7R3kxPFNr7+AP+ntlfH8DE1hUv9+FQx1hOdMGehp6AMm/B
L6BydakdbWXNmKO7gzkhd+NlzmPaoXrU9jAHymbZfBe/D/IeFUn05jpb42CF33ME1X+vJEAuAELi
YWW9x0ou9RK9leGZTzYisu59sgKX8dU78HMZ0f/LVP6vKTavm8mGr+cdTBnGVdTsaNuiwVhCLkt/
Cdf+98xM0oWZzCR8BfRmggUDaun3N1sXy3GUin14lq/Ze3yOjsVT4vR2d5Ff/GN05uYyPX9dpcAC
Ip2ApDJeSPZt9AIVkgg8hlel9ogCK/ehmTlE0fqn9mmOLeP/YkwFNwCyV7i9mW3pSVGVdHqLuYy3
8Ie8J+GkmcpAVGC3ZCs4D3Ol+T+eKXgV8M7Rd4LCHM9M5+j2ctuJangeHMO3EnT4Hs/xHGqf/gi7
ZhLwOyrSJWCZVZhAcOwiwDm7ITi70XPj/ySXHaeSNV8Tb/jHgUzq8zizSSb+DK4Xyj0oI2rHRSMy
0WAocFrOCUZwRj3+iztnvYXeo0OCVPSysKJ/EsSWW3M5HmbM/vEO/jbLph6jPh/5sYDZxoxBQ7H3
3qUTvxjf+Rdurg3vr/cITU+3zDc2CsLE+3NgDEkcFKIUwVZhf44gC/+GhBL58kzQ+pnR3AVG3RVm
CZHCQ7gDL5peJ4x/26ldXg1ckJyBqBBIarWcSb6lj/HanBOfzMzjX8YoXvUG70WmjTkFYZNoCK9h
rFy158RpCtI+x2sz2YfrYubFoxcvOy48dMjyIzuNbD9jSs1TtQNcMTmni+CYzfEQs/3C1Feh7+j/
/jxz72teMAypWyTnYDC1zApLJ4wuYUyGTfpdfGYQMfseQ6wX/zIs06u+68Bt781M51+PLdwkNMvc
essmFFd94RalrvfJGcT2J9kGPdL4WTgBEJjasbWvhlOb/KcBlz9bVptmZoIn9XY6BRQGiQAW+Rkg
vO43qlJJIGPmx+Sco9zfocEsiEi8AKbJdAe0WzZWdODWkv22qvfKtr846andgfF+qfwgrCbyKfh8
vLtY7p3bmvz+IOY28lGzqvQMH6QQcV195ItPKjAQ/oNcMaBJELJXIALZme53sTxmG+BXSLnhTl8V
ZFE9x7jqKJwEq3rpPcXkTbJrB+1U+YgO+uYSzooQ3pxZdn/+/ljmmNdZUXtii4+N4cbHJDkGqhmf
a5OzxBdbOCl2s3R3/Euzqs3l43maehBU9RfdFUg6wocwmHXLpShtizKvz/oVhtvVF0K08jmZVYH7
w39AdxV4KFTaOIZcMWOo80o5LgQYArD7OqKrOtoieUPGNRoVrH7mjp6+d/fGmMUP6jQD2D6tz4M5
gFntw3ivBzCTPT+eu6m7d2+FWbXEKDFMF1b6hX/xn+fgsNNLC5Q42KYoPtDGVyYC+q+fev9bbJzK
JyL4YuThrB6lT5AjvTz++T88mvvfp77Br1SSKvqeywX4fdE3o/do459XRkUicAZcE7AxzZXN/7KH
4h/SDChmqTRrf2+vKIvQ07xMOAvnGKKJIQQtRo2Ez8Wl28ufs+7odKXRHYaED/LpiA4Ro92b07Ie
MVPaCGdVN8XrSoYlCobeitBOi+EfmvxpZkLphN3fCHcWWQdY5Pwh7MpaOPPH6iO1Cufk/iuXX+Gu
iEx3ztj0JaaFVFopQn4I6UA6/F+rJ3p+WFM+jHPyHP4rKtJflF33mhz4LXImc0n1P24Cag3N4mh8
NLCxGWteEcmcFnDCOX/ra4IUfktGc9066RGk+h1p3x5P5c0NvJtKmkMAogPhLuWPZbOPaOyUqqhw
q0u+0j6T78Bu0WSS2CP01eoNfyhtCcarZbmoF92y2ZZ2cu42tTXu+d2wDO3HXzP1FZivYVwRLpMj
Tg+M6iJCb7CwK7SbemC9CQHQoHzNX98DmDZ+PGvmnp8ANjUgcpFeRJcw+oSm3ENc2AP7WIj62eKW
i9VnAD4+TL5pqpsZSyzvEKry95aYwxKLSq0IJSwNTr4tV6nVk+8UQPcRxKuyWaPhZyGgxacGP7S/
bO3A0S0VJOGCHVj+OgEkz1uMh7lImaUFnHwVs+syRWpoKkSHJz1AIjT8p6/TVQo1E8rkLG0EkN/G
AEp8EzBqgLa8wx8eyjicIy40B9IPJHYiNBzFMzn4yfvLTBbjcY+xxCMXg8nqTIAnAJig1F20j2lm
201eRMYO8/wKVWZkWXizkz1TbiDq3oPh5OvlgxJvVVsXIKp/j41O3RpqFJAXhBS3xmpmJxg81yVK
qujncUFlWaWlshyXgSmsw92A1tQSjHh7EOFZa8yr89j2H/OKGxt6b0hEwx9ltR86qVX9Msw5uOQk
K8yeJx7ydzlB2gm98fxcfU2c3NcQmICoBWqt8KIoFcD9FapHUZaHkRdealDXNU+f8nowfyCbtU/Q
huWhwo/eNd6qHeQU0LQ2h1aYQOGBJEYHC+UAAMwXlV/6eb9ucF2u+bqX4vCiXqHoARbyfFktzGbm
mRfpIbm7ShkzzOXVCUVYhshUXhLiOgr4wwbwp/kmAlNxVcJvlom/a8AIF4DtUCKUrsgDxefjlRUn
YT/zEcxUx0BtaFWAj8hfvSUHPgsoaSPAyEzkbdBc2YOXB51oUEMnuaMTbO/YVPYQujcff8fNx2An
A0wEyFBBVYdiuu/nvGiaIOvcKrxUH5GNlMrCANOdC459EVx42iKx8VWLHOSOPQQVP081yGohEmwG
TrZVzBI6mJBWfFNJswL3ncM7eA/MH0T1EIFFZA+dt57qgs/ikG/NW5PP1tGpRsuaOJjMZ/th2JaR
KIeXdiGBvH6FFktKXHQc0cgogvpgMHmIguerwoGMw/HULLoFwKMrfiGB3oV8JACq9z05BxZ3mCXe
mi4tcF08wHJoPAOKnE139GKfqSUfRZd+Yeylt8JOfvJDaInoDNWcelnaYA0BOelMtDCpwaLG/8ss
oJL3K9kBO+9lA8zW28aRj9kRkpcLwx7XDZLF+VqzsLZ78fPx/pn0dsAqfEke/j2tyKls9YYPkBjJ
PT6+jNvq+EpJcnEfB3a4GBGMnpzDdvvifB++v93Xbh/tuZy0c240vfTvtwJ1+dCPgJIZyA/Y9HGS
GCHKtkV6cd/TBfch2NHsaZ36Oxgl0FrI88DzwDQzQdKQC4Xbln16Gdbyc/MO1qp3nyoQL7nT8K+2
u7P7gi31FEEIJbdmZcHphTQZIagDKL5WRCsyE/eUnVQnhS+llxyKn7I9bjznRUBRLsV1AMd9zvWh
G+WROeYaFoaojSN0E8LVTJbJsRfMxORXxq7cqCu0ISwlq7gqu2pR20jHOME5vRoX1wah24sGxcUd
9xZf567LPxw/LMCvKWDubN4IQi436DdZKMKCubRw/IUCtTHRyhYuKLMfb+s/9hReINo0hw1FW5Lv
z1KvJEYvq1l42QPQbJ9EUs1ock3anXFuflmYnFalzxJRHGBBfvcKs3uOviHKuYk/O8t7ItJyCG15
FaC98gooxZyw9R8XFMYFuAbSXDQYZG4KOU2lRkLweUkS0uHpW5bHWUTy5MhApwC4PVhBNo82OTAP
XNq4Wu0lXnZJt90P9wVjz8Wz+JGs/TMKy5ayjlwy/oDb6NBd+JktPInO/sc4sHYUyyUiOXS/fm3Z
lZk+hDB+AUf9i2/6Z3Ub29whdQKfzB1Q1i2l1kDNCq0/JOyArGAeo7A1xqKR+QybU1cXxTVKzH5E
3rSbyU9OHCTWEDOsoquTJC/G7CIB6mJ6m+wab4R1vtOXc5fArCl6Qn75YurI57oIPPaF27hP+Sre
Qxtm65+QNvyvFZfboFAeA68Mrm8AR+4tgVNEilxByC7dWrZ9pJk/8xfjGlLBoYMSzrJlTLIusIcE
ARLMcKxRkpaZSSwRZOX0Qr1IeyQLu1N11PfRxd9IP8F+7qT9sTPubDGzWI9c4/lcXFyiTbCuiQtt
7eZljtWfvazYATGXla/qPQgVYMRfxQdpye+Bj545UH+OAykV9GHAbwUp2f0aBW4biVFeFJfxq/uQ
dv6nVBLxxf14fOtOsv8YCUoQSHOA/oPmc5mLSQS3G5qAs+ISv6LcvDk5i0W/IXjndi55MY9LKo/8
2OQfc3cDD6CtCzy6aD64H1iCLqzG46vikpw88PvvayCY5zAnk6gdGTdAP2jzFfiMQDDIGOEUIVP9
TK0ulLf4EwQb/af3nVamCu0HGaPjwf2RO0utg+hAaR1FsvZJQxSLxiZUufhMWeMfj3sS6t2+SQcc
lPaET3OP2jiMvq5zNYIgHQR+yclCN2q6EDZQGHCQyYqX6gbZArDkG6uZa0ykV/9vB4O1zfgzTdGi
jcWAbTDSvoA8JYS0U7lS1+2+WsA9X2Srj2yRWM+8pS9ie47jdxL/seaZCyduc0loPK+5jAtwQjjo
8ofXyjv5yo0JAp6FAsSXZnYAWOQncdvv0vVcvuSP2xXuDHKVtMMURUpWcU7pQtUPmra5eLkZ5NvK
s1Vuwy2rl/TJ2M7t8T9uPMqZpqO0hVY6QLyYAVdDpMVcnDR4nxTyFJ6VpyU04pc/j7fUjYqbXdbf
ZhgfDd3lWsqFMDM44VZcK2flS9gsFtBRVw/l0t06yjtxwEvbktPKsMMPm1sdjxBqej82yEydc6h+
/PzXMJuu9e9vYo5emVR1WldxcxGjTdU+Sbm5hBUPhJEG1X/owGXzM0BDI4SAfemY4sk6xnN0mbfo
gJkYUGUgukYXIzxKNjKrjKr1R7WpLq/v+0/kijhSrwqSHkAoH5AK8T6N+REtcRAX8cDCQ/+g2+lG
8cohl7bbre01T9Yf8fIq2VAow40BaTYfucYBIcD//OmoOt3q+HhN/zqqtAEaPg3QtfzEkSqkgi9F
mug19s8GyQ8ydDPPEH68qtb/R9qX7Tau9Nw+kQDNsm41eXYc2xlvhHTS0TzPevp/VXDObrmsz4W9
Gw3kpgEts4pksVjkYoeUomRjkIbBrXlLQEzHrattuixWPiNEmDkXMN4D9y6UZaOcDcmway+t5qGo
o8S4uaAJ2ykx7hzZ/Z9xCphSgI4pzKcuoUGehRlmFmsSxs29Gip0BU4dr6LspWPj+81F3sub9pxj
IpbtbcDZjdZgW3xFur9fFs6gsTw0fQ2jcak7ZwfKQ2/BufWlskskUXxCeoHMY7RTkGuXEpwbrpE5
KeYz6BfNEBlFsDdFGxQ8fRbrieu1mQR4bpvvuIN20E/9i3bQ9v2y+aUf/T2Lxux/7DIZOobAHQXW
1C6XeDxWvT5sLm5vJM/RKT/7zrjSzewTvPaqb6AmhnuTLufK5j2UbLkHVrnmbZSDnSZ9eHDIhMaH
cha6lDdaqPH1pd+BYmClRAYaZ59U1srObuwEhgpAhbFMUWIkYDDSt/TJvUa/8VC/k8/FQ5oxsnsz
96BriaglHYc0HwMJUCM4q95HrOE+Bk0Z0tVbftfv9c6o3+57DHoaHxl9grcZ/FFJAx3qSa5tVeNH
ISkS6A2Yeso3d62+JRtF2XQWxgiDLwFT8ZIXLzVUFmfPTYqAAqb7HOWK58jExfoi4ygvd+pSf9W3
xV4YDO47cYIjs86IHJtXbh0pU7Q8gCWA0IcgtLuWVB6GsEiUrn4sOssXkBjJUkyZiV0bRYXFWftC
tm1gnGe3Rzn4/FFgi6gBPHn6LcuzK6hB6I09ulQNQVu1jekPDhK1mFqiWpgs1j63DHUl+3UtJZmq
hDYBQiCEJmxKSoTsC3mofP5ROItgwumWYmeOoPn4FhqG6swhIT5GHg8PqkjmUWGhnMSjjpqH4XGx
j80SFGHPp0wxUXjK5GW8MXRSk4neMoTlpJiDnuIde4uFG+vCAL5EVBLhxrnwDXGbMeLcmc0SYQ6w
dDTfIACQKVMIy4YX6jqXHgczlaxYXSZmFpvastxEpV24VvzKsL2bwBo6gWQsSAvwJk0YOq81MleG
DI9JCUYzG4t9iZdJ/BO2vqN2SOD1GCZlFjLCBAbqjT+jUKnw0i2UmJO4LDqp7xia9ts9yuto1+zc
l/FfKwgRD7MPUC4ho8aVEo90TNRIw2LsYYzHCYzXFjujBCH9Ll2iMo0hFXH213p/DUZJ1fpKGo4h
wPLFQ/LRHdBrVhVWrGM2r7KpUVKbLgfDYsbqJEi+hsVAIqSs0I2KQB1PcddbGHOFVrhp6J22v4ZT
+Kqom3Gp9Ha2Dj5lTDTNAXpf0JsbMKnWBx8qGoRRu3/Duam1Q9cKfJietLNXGU6PcbAVq59lBgNW
gH5+1J2QGiDqYG3KOAoWsp6ewBvLeTt1sUvehA/J9DWDx2RhNCOUS2XfrStH3DGnQNzGFaCohw2C
phroEsS8XtKhkfhARRX9qbDzXXaI1/Kj+oi+O7BtLdbjo/7un7qLsnQdGY+5+po1NPPmqY9Q5E/x
KQ9a5l7aYwfkk2im69yJNsmy3qYrcGwiu4Fe+aW3Vp1w5T0oa/FROkZO5ogrjBxcst53b8MBMtNG
B/k5eDTg9uj24ELN874ICuWEcsLvPMPjebL3dsnOOyKUfGC9Xt/6P7TR4yaPgWhwRagQp3SZHxZq
1YicenpF+vBdBjUr+OMf8v1iNMaQ2bZ1G3lgoCXqUnBbIa4PwNf7XLVFVTZZrJ/aFQjFXtJzsRff
XKfbLVbRQ7isbH+X/mYODr85S+CNcIfHDQmElqQ18BrVzflQG6TePTWKEYDvEQMQvOVBfbpvpTfe
iEKhvJEQu3nSgRP0lBjOy7924NTHiU+a5HoXTcbx/ICPN4cBKaqHS3dEUWNuoDBseV+M2yCNQIHO
FE2vOIHBRXcNVcSh2HOd5J7AVVwa3KfupGf3jV9LihEGpvuiH5mV7sS8rjwquu3RfYVWOsL9jAkS
15DuwHtyowjemVt526C1MFxet3vU6JybFf+r3C8O2QtybaxI7eZUBCz0AWwSaPwg5EvXsEpXKKMv
+/45kZ2YMyoTbGESHsxRbG8XTsWINWa0ELRZoJSCcWOcFJ1iRNG0XnRp4J9TPP5qeNaR8GTlYn7p
+7/dQNITARZJjNuEJ4VxX4tVZq5aeJUfnz0QFy3V3yUSOC/+CwePsgMR82/lq2c8ld2IRiFSC9mL
rochC158Fj5TPB+/YCBXtUtBGsiin7k5pSggSlHkri883oNoAZmto5wQVIvS6v763dgxhUH5qEFs
MdQngjDtUbeROrj/9Vvzoj5PHbQggAfXl4TP+5fsgEJxSztE6qp5RZ2SgqxTiEJFlvMgv/jKvChI
6nRrXcn1qhGQnf2re4pFNFQqj/aixojer0dXYjiQmzsChUb2cOKqdL4dtZIICBrABXLFx7BxUOw9
7vWjzBpFN4cF+i8c3WhpJn2U11iC2OiFUInYK8waRXkjSKE/B4xyXXEYP8RsvyCGc72OOJsRHMEx
4rBEL9A1WpKMclF0vXx+jT4gXHDynfglfVY/24/o5b6a3Cb/0WyEMgLCQoFiWXBrXGNJ+dhUfKTI
521nYpyvt0Kv5ogOSh982735Vl0+PpAVxbMDq0Pt1pavgakbEdh70qj2JRmF+pGKasrww1v7DBO7
jXKupMMr97V0vJxiZtUoAmSfn/P1L3cdLfUNtwb5mc3qSftxrDfb9s9SolTwGgztCH4g+FjKtlzx
mdk+aCfJQ5q73gQ7FfPY24PqWv++0w/R8mQHUVt5DRtnoz7yIRYyepYuIipSA1t41PbcHuWe9n1t
uTk/KSjKLep5EQshlPZsFY/r9pljXQ5Y36dcoib0TVS7gnwWHzHnKBQt/zgkVjOaHsYFVhglhT6O
jfo5DrYcsPzljNHBvMH9itcYMj+L0sdc4rreS33lXO44Q9u6u9p2H6Any2rLoo+4jYZJavEPFl11
EaJzq1AVVz7zy34XWsYnhsaVdrZjtY3clJZAN66AKJWs/GCUuUCTz9q5vDgS6Ma3/Jt8TLcoCANv
qGSWTyjeRIHusWL1b80cQNfYlF62RS8NcqLLZ/A1eVv3eDTGJfeuLEewn3u+wQSccShXslLKWfi6
F4F3TEaD1IghwqBqXZKRwfct4DYXTq0opaJJjrljRc/JqG8O1+mx2OOt2LVKLKhktk/+pnlhcSbf
xiLX60idBii0K9GLB8VcLDNj19sMm771kQru4qi1AMWNoIAon9qnQI8TEipr5/yV/9Yc9J5oNldh
NnqM2AcVdD4rNLkRCLnXH2pCQkiD4khqo2pJ8ktpEH1U0PF4PvHWgv3vy2MIBu4UuG/qoAii6VMS
rg/0oJXRxrSWN/2uR71atQOLrM0qh7h9E6KQqOVzpWLQIlnxL6XDrbgVZh9vin25AtON7a6Ex2CN
6vBNycxJkc9eHTYULLWIER8GTTcCttv4x2Alm+lReHxDO8164XBrhtLfXGAoMErpU78ZOQ6FC5fo
cPEiQz6PIGMM98WKVb8yo4zX+0YpeyHynovZH/6FWy2WmuNt3C/FVjYCagp9JrfzrCJOlISKV7tk
IflxCrGCw4PwkqLSgCXPTdz4s3CEPF5DsSb4sa/P5lTSYyXiJf8Cem9b3XirfiUt3QdcWRg7dOP8
AEQKQknpK8JGWt+R48nUSC2DS2aj7hkV87GlbNutakXr0SSMsoQev0PNzDMD+FY1yExC1OqjRR5k
QnRk3GSY3eXmYvij/t5JQQ4r/taW8pZVP3VbKKFcI1G7JfcgsIpbINVWiyJvtATYL5JdbTOWQyTa
fG1a10BEbSYXC7/LAnckIoEZ3zu8t8dPZ2Ep+8HxT94b0oKsqIe1hGRvJ3j5EI5cXgNvgKciHKON
01hISgj/3owhGN46QM9L2jBpQoMgTuQCM6pC1GE2pGNVOCweBNvHCxVrns5tYQ3ZrAkUpfhZgBIQ
ZLXDS2GXu9gpzNh6bzGUOFkFdr/qcmM4ig+Lh2KtmDwGCw+n/vOrwDO2eV89Wb9DpS4AYYLS3qLG
7+jAsi/AMurd4hHpTt4c7NTB6/0yWHdO8xqt4+fwoC/JdNnI0dZMpboJba8XRKUiMX9RLBA64Idg
BoyFJ7rK5E71y+dbaJT7EnOrXNu1WcWot2lQgKJUHf4HY49BOEmZTJSIWat00KzWUUtD2vnmuMXs
9oXFPxS7+mNjho/5vngRWLRDt471GpeyoATESih+A673IaOiTBSQTWd1lN661msMymr63A9ImR2x
Gg5VM79Uyz0nzr+m/0cmF6O+QCwE+nGULtMc9Lkr5GUzoLuEX8obd8lvMCAOrwWVE+CJolm6y2pZ
roTNiFI51clQgd6tWDy0t9cF/Aa0BJMIDeV5+D3XDqIbF4tM7fLk0nxXBxTomTtvXXwKT+FeON63
l9vwllAo/ZBFgZyatNNcQ+ElEU2nY5JeStAejJaAA2uxVjGFNTX0DbLCK2YJBPnxlLcFnbsMJlRk
ZkH6RZ34KRjHQKeXppfKKHB19WzdPNofpAbyyDpCZhw7oMAYg1seGWBNhTGK1hZ57WbpJTKPrKvx
7SaBxh3U5KiKJdWjeIC8Xrmoi/J+FPsIlZ0WyAcHDA6x7DO69FEfc3+TbjSfICF1DoYDBBboTLhG
KtxFGxfjGF0iw9IGpzWRcS0J58R9mFtdAA7oRfDQTzjhwKx1jcPLZdoluhCjeQlFagfJqtBogfG4
dnj4kFcxSDBYUcyNLlCIlPapbdOOrSfGaDrMd/tA2iSdCTZUsxgdwh3hnpjPYDdnLxmFhKMQj/9o
ewNT7bWMQr5wByFIElRWaYa82aO6aF3bw8W6v5Y3DpGCoQSLNX9I6iaGBZvJ09v5m5Wvvg2OKADK
41Z67sdeDgB3qW1rY3eQ7NAw//1LBgVDOV1ea8c8r4gc6JMMoXoL4+AjO8g4tm9zBxQOFT4owehW
eoJtqZ3egUiO4xnyemF4prYJUd93f3fmbBcDsVDcSPpr8UJLWVRb8osykAgcqF7qtfi7ssDdg+HJ
LAa5mzCdyDUBotTN78dw6PIgubwWBnq3UGuaOAxVu71CEQwQ/OKBC5cBaPW1SqPEBRfSIQOG84Bl
W++i3fmRGUvOmOoViniNEi6KAhUEQAGnoGA4wgplq8hzPqFF9vvx/vbMLRoSWXhhgutGRQulDL2w
QC9A4KUXzjdesx5VM6FnrFb3QWacKuHuw1QD0nwCKodrebJSlwpZanA2GO679JCCd46vl2bFaI+f
NdQpDlnXSbCPQm+O41LgvI6uoe8N71LHxubMpHqeW7QpDqXSWSz1kh4Ax30UwROkPuASaDNUjXit
q6MbmjbFoLRZLnxM+1Dr9LJ1yfTQ+KtnNd/NWuYUgvJrXKVlrd5UWK54LS55k7O5d8k8M55M5466
K0nIak52hR9rSQkESBKi98Apd4qRLtZaeZJTVFc/sW7rc6fBVChKoQUB7OJDBaESI/qIAsNk1bqT
hb+zMXT9YyynglqCJOxSr2Ur3DC2fdY7T34/3YSapzKps8fn1Y2bG4qtGofSXH0NaJEvXu6bJUsB
6LdzrVS9tvTR0juYjakZyYYzCyvZCegQYAa/c8HAVC7KNvWeb9usLcm+IBBwxNCInMDhLIa2MUyT
DkPDTu25coSyYcLeuSVFgGZgeaxNYukAZZxZ3A/dEGHhiu/Qkde/9e1aB1eEHZ2HlbgVt571fH+r
WGJRMU4XcoqXDwC0gtPvZLdZsURimA3NuJW5Me9KPABeZZS/y5+gZFjfF4GFQLmBLi+4ZuRhmIv9
dnR6A6UvLNtnnDP0YebL3oiOamx+h7rFYlnaaPDyDcaJORsD/NFkFHld+7OhiTlRq1qiyYPZ7gpj
+OqczWqBtpCv+0vGcAZofb2GKr1RTkoJRoO2hFB/3NlP4GrtDPml8tGQwipuYZyfGAhxDddIlSfw
HHFtjqUs8FCdg8Eh3uQmawnnApzpElLOwBM9wfXyH2eggNJlYZbOaCmrcitjXqZpxiZjHck6/W+f
jeKda8G8aiFnpUTMJzLeMSsYHEK7p+iBZUT3z+yboTa1W4RdPWD9MN1CXlfg6lgxBLnvRVFTfS0I
3/G9GJTQPdwX6/Pi6G9N21ywemKYikBseXJkp3lVd5wAQfhvA7O5R9Mkc9RZXvS+R8DEsWuUNpUE
DM5BGNWZSP8sTDxHP/hmgLGD7UcKOhTtu9lxy9RmXejmccnLHFIKmIJFLWLklb3HcT68Nzp+9hVp
eHm+v0/zjugPArV+iRJ0PJ/F6UU4ZycMO99ISGCFy/sgLDGo5RMKpSt5FyDQaf3UOSvp+HcAVCjF
q32A5AUAktGI0Qe1+Ayf7iP8D0X7Z6HoFDJGDY/dMABi34HYyxwPtpTaG8wfYtxCyVrcOoA/OJQj
df0WcVUapcgR8M8goH94im2GbTL2nO7+hK4t5KKGVnUgzELnz0tvb/I9A+R/hGx/BKE8Z5i3ylBq
IVwMWmoTPMZzRrSsrPAQr1jmSbz9vTWjnGbclYmU1LgahrstGFCdhQRCordxn5orVnJq3nH+kYqK
p4SibrtQCZCn3Lxi6PiZIcrtS8XPZerP9ymLT/UqEMoGeyNUG80QREtQDOHAHSqLNxKnNEAV5Fun
U/Q7MLXeEBFdMRzCvKKD8BrdFHgu4GnKW1FpldxvSHoUDFT9WjC0FR5I0Fdhss46ogE32zZBotwC
ikmbOFeQZRZ/F2B+RkrHBz/Utt+jJ5cRbM9f7SZYlIfQkjROghZSDajB8sxu92Ha8Wrz/SwhShEZ
uj8bdP8Bo6vqkRvrxpQDmL/2z2bh3HdFs9508nXKQywKPXPhINLLM+nfOyWf5/vfn3UPSIWSrgBM
v6InrBWoZFDAMoyTu7esZIWhh4mByOo+CNnbm72fgFD7kedg5xV6xDmLJQ7S5RMKkP4OQaKC35JD
PZzvIcT2X0HRCNWql/yKER7ObvQfKeh5tGgP/X9R72n5yNDY2V2efJqKcMUhwNtzhQUSn0ErtcE4
8hVjn1kIErZoEjrlda5HqJ2FK8N7YG2f3dNfikC5ZRcvcwtOB0B8bNEMbjOv0PO+arJIlDdG41Q3
+BpUtbGT06/MPILdcleaDDkYuvpDPTdZqFgvJSABZXh8/aV/IML8+itjoF2uD+YLoREB4F/Qzr3E
AO9yeR9h9tiaLBTlaoehTjIFLzmXeO09gV2EmW6evbdMACh7XmQ5V8TkniQvn0tL2qJ/Ej4jAJPH
XwlCu1ZN7sYwKmAWxcEzogsmY//7+As10KB9lyV0smr0c1dSuLhQ1FKGsAU388wcHCP1WBo1Fxxd
oVDHfI6KdR1/Mjw4Sc4vwVhH6x5PNQMrvJ+x8Ssc8v8T1RWyIu15Ig3u/2uyYANLd2c0C93HGDEM
jh5cUejKn0iWUh9EbRlu4g7Yk0DyVzC2/LaiGnWCUwhqsUaMMFkIHCDcd8xoen7Ineopx7wk4dmM
vnyDYe0zx98VGrVkep4JY52r2eXV3Tt8YcponGkR/ZS/72syC4cySTAJd3VcERzUxWCEz8F0D6yL
FwuDskqcIZyitli5wVSXmJKIEx31PmhGv9yXZeYcnK4ZnWmOaq3TIoJjla2Rtcxkwox3AQEDLsCo
fkCBAE+tlV53gsCNWKvguQPVx2IdrDFjKURmiWX+c4msKyhqyVyuU8NMBJSCkmwNlxbHB9shNMC3
B4N/YSV8Znfoj2Q/J9zEQKtQaqKQSKYYusOZrXmInG/G8TLvbSYgVMQIwpK+aXqAREa43g72eECe
5IkRCzFRqIhlUGpd83mgFLa83EfbwvSehO+n4YUBxFoyKm7BnJoI1Qo/S9Z8CCv1bKfv3/f1WZzJ
XqEflrCYov4F1HBU6JJ1Qld2mkyuyO4+OuTrYZMc3OXFtYJ9sEdFwu6tfx52mYVyBPs+9ky0gbHZ
4DxD1zfqfWhbatMUXfulgBugYOXbUTGeAsv6OwhKH1oN1ztJ70heWDQddfdxZhVMzUVmV1JQyiBx
ojqINZ9estJ4LcAdLHlGqiAf/MjqIJqz2CsoSh+aWs4WaglpKjtc57H5ih7u0ixik7w9aGsWK82M
r7uCo1RD90Wh9RLAbfnfXWAIb/f3Zs6Mrr5P8CceAaQbcT2idfMyPuClWytN8LOkxuo5W4mn+1Az
wcEVEnWuFni9lzwBSMNSNPfVcvG5+jsA6iiVI6UMJXUkDym8+QucXwwBZjzBlQDUsdCD/j1NQ5gK
0qNr2S5j42P1zQgHWOZIfsNkO4ouELsmgiIHqJV1hsYepBUr53J/I8CKcI1RRm6pZhowmu99tpSt
/Nn9t5wtpAXoH6eCoc/XCJGEGeAuj51wn8Bucul0w8wsk3HOsMSgbN4t1FZYFBBj2yJZ/dT927Zf
SgbKzmOh6kE+hheFzNgHRmiddDtiTe9iiUAZdyPnqddXA3IfPB7mYquwWkbZ3ky8fLUTlHm7HGZ2
CTFxH8FGN8FvwZy7SfaSSq1cIVBm3UdBJbouELgtv9mTlwN0q/bOE9jQGDXr920D00WvtYpHnnqs
NOxIURgLw/TwGl+smP595iy+koey8jzDMOuoxp684n4hmrytmcVOe94wwor7fh0U5tfCYAxBJqUy
hLmsa4MViDNWig7zYJmyHsb4ON9aIELHuJZ9XTATqoyV+jlaJr4qSxK56nz4w86UnHdSD60awTFk
Xfnuu12wVV6vlCtrvuJmUDDFcBz+bH5lNsPpziJg9gAI7MH6Jt/E++oCfU2tBCPRUFGUjYbyaHRf
jChIIr/zxlAmKNSOV6k0Bp4uwlBWmmFV8arADdypQYICOpoMZHq12S551LdmCCyig7pc1WihaV6+
7Q/+YcPKJc66nj+/hlYR8MEEEsdD5sjI3gvrDY06jFWdVcIJAnUIZGKWeYULhLo2dJM7bjuY6/0T
f9a7TSAo1YjaMk/FFBDP2DYVKJlr3EdgCUGdAiEeSDi5ho7HpeUExmLnY768yVANhv79vCZMDClu
/ELsOoAoht8ald1a+oMTalZ2uS8MC4c6DORmUQVFjeUazPdydHSzHE1beboPwlox6jwo+0VQqdiV
y7bcOajPs8rn0rwPwdJd6iAI2q6Psg4Q2oPTbsMVy7Ox1IqIONmPStUyvaiwH3WGsSM1eHXO9wVg
AVCuQE9HvO3C/1/G86uC4SDM2uJZ1/zHMH4unBMJ5LD3o8THhRLMVmvdeI0OvYGnvXjjOfclYWzF
D/fVBKjppbyGhaSX9DMzHmDpwRfDxm+J/EkgNpGFMvKKaxq1EbDbhV2DfpU3FbytgGsWj60BOkXa
0tQe7dI4f7EKwhmaLFK2r8h+A+Yl7FJiCFYVGi+bzlC+7q8fwyRpzqhhLPIhL4ARrjt78fwpLMF+
/fvv/MvPK/Bkk/pFo+eg/CQHtZKh0RqMtW/l4S9BKLuX3GKI0S4Juy+e4cAOyRqsuCarRGXuZfVK
Gyjbh6LUQ0sUzur1ZdMghbWuL8Vr5Mi/tvKKBfezx3cObfp1MqzctmsrKN9ruxNUO9jtL4OdH6Me
PUP9Rno2zb63IKcQ2d9cZv7HzMZE+ylXETZerIghfgDKQ72Vt5HPC+OsWYv/cmP7A0M/X8pt36U+
Oaxf+eV2+CnUGDwr+3Vf2+fzNBMYKiYYfS3NCxe71+NoQC3Y14drpkuGTc1l8Kc68hOJTfQdg73S
QfOxZqin7GzFt9yFhVQaHld8cY9pmvAerJ5PpmSUswjcQMsGYmNWnRpZaHwgjxY4K1AL/uUSyteH
k9+FxSAHWELcSpOnYPnykZrakZVRY/g++l0q5jlXSwTlp+wVRODr1ma1UjJXjHIYaDPrE6UHxD5Z
OU74lWLWGouRdFYM8NSS6hLMRvmhKploAkZEFj0msSBSAG/SWwbSB3UV/BfHN8GgLDSPApUTYmCU
ohWBvkjYyK/DlpVEnT0o/qDcnOgF5lY0okpit/BNekQtOil41RiyzKcDJzCUgaqLLhk1xG8XazD9
o45hk5hvuakPjEP9ZmwXGghBMPLPxvwwRE02BqSFC6/OgBPlS0x8eMf4WbAFGKYNUpP15lBdtuGa
cxabysBUNVgsepbYBcvEJm+c++RHUDabgbxFzQMirJhtvcdGR4UVzpAX3+CWicU6S+YVfgJHWe7o
u3nPDVCU7V4sUd0rtKRQRFwyMgtMHCrMD5KsS7JKI1e7BMv32lreZvz+vu+HGJZFk0+XSRsHHg8Q
tGIVz1uxM3AzQkPGfRTiA+7tEHXaB73uu2DTQlkKmX/egTH0P8X6k00hck4UcUgTfyhaoogqxh7y
ASt7wZKA8g6BWKPFp8P3e/RDHFLm0z6Jfu+sEH1wi4t6GCIFK/TzVOn88uxgbX6E7OGYLCDKM/id
iKwYB0HI275oPoxkLk56Kpk18AzNok/vtlfdzPUgUWKAictsDP/xuUGjLPfgH0Gszi9bvIyidUW7
3Nc1hoeleTq5RZeSp1hyC9fP3EN7WWDEhOqzZgjPigeSAFLvhkJruogLPVgl/KsOp9M819to/RSx
59TOXv8mGGQvp0rdBRHXdcDYqst0x28ETA8eJPPjv90zF+hhBc8MOALornBRC6PAC4IMe/WMEYwO
/4zhiwrYPVjOc/aeOQGifJraJk1V8BioBo8GKlN0yLFKbefaV8An80cWKh7xUmEU4jEipTgCotMB
U6V/9ybOcss3WFnmWV2bYFF+ra/7AVTIWLc2Mg9g48ANIsDsENZpPq8Hf0SinJs+LsZcCwHzOlrj
7qg+NLtHJsv8rGPQefBb69BmWaU8XNWOQxxyKXnub53so/tAXIq5rENmyI6IATH3rXQ+QvkDpxGZ
J7pdhWB15vgc49rM0RmewS5iHDHz+1WwGSfc/Dk6QaI8XqGnehsqQOJBY//gWzIoiRMIxFKGWd2e
4FDW2vdpw0l1gXIWcGFyOOe4/9D/q2uoUgCJKGnTph/5m05uoy4poW5ggVFNEneQdDO7mnvutJsC
UUuWum6vYvYGMdPoEIAsusXomN2v3igs8RMaUe2KS23+l42aolILyHO1K48DFlAyxtcE98oarH8t
ckIsoDlVnwJRAWMvtFw/JE120ZAXjN9kszJOqTHa5SHfnBl6zsKiosU45L20LrBntYMIbrAFYlVO
hYHM8BXOfbA5dzSVi/KuytBACVVsW0tYrjBS/i2zwJ/Ickcs7SD/PzFdrZL0XPUBgyGqP2xh4CN6
AHUoVL41axsE3B7cIJPshQVLOVvUiQparVfEQY2Y3gQ2G0v+kG3U79Z2fOjfhWeVPZRizqinS0q5
3ihGCW9U/1jCmBnN82Brjubor92Hb3p4KNMWJq/YyZHZbjN7jk2RKX8ctFK/UEqIW2KV0cRl5luw
mYDzKV8yCRmIEtLR5x+sG6pbKYlVMZaJ4jgiYTzcOcJONRPFNoYzS3vmDrMpFuVbcM0OuRqtIlDS
+Eu0PeOzs5q1u328bwuzB8wUh/ImXZd3tRoDp4qNX4ntO79rOz2IYPX81wPnyS14CkX5E32Mcq/L
ADU6Mp7/e3STYaoyKv+Ywc384smyAvpLTBWmn5tjLQhKvxpI4Z+GNxlMFTbsHDdu1jCWebX/B+fn
TJ2YOCJehfOaH5zqvXMEO13+hxpGHbPsRJxj4B7EsIVrL8ItZK6OtZ7oAfrvyJpxe+WDTaBP9InW
7QXoP/BWjoGtmJ95jeN1Old5EnS7hh05KXbnqCyfIueLoW9zjn6KQ8mjCNXgtxpwwD/5WRmtEawH
R18KePz1LGbB6ZwiTNDoDeoDWU5cEWgYRWL86ref4/OGxdjz82pxZ+noyoDR7crCJ26hAwt7YmDK
2ENrqZiQhyv2w2m0HNwej95alu3+O1xt9DWLvnb2mWAqJmXEccCLScvjF4ztRsm2T9tH79BgbOGh
WyPsWZj393DuhJmiUXbsjk2kcSPQFHS+I5HQvNYf9xHm7GqKQBzxxK56eeihpHDq3gdq21rf1Nb3
AW6nxMAXTRGoGEATB75WKshQWiIhVhmtFLXImqGsE+N17z1ispjROUfZs/on2/rYpOY3y0vNXY2n
P4GKDxpO00dPISEPet4jJFJF45vFicjCoIIBLUgwLYOEOs3zOrdr+8OzWGLMlohO5aA8R1Gl9bBQ
ftRBw+CNS2AEtmu1qPZ44rf68f7GsQSi3Icf80KWEPchPTgEpjcHPDzcxyDfuGPPdPK59jK3Gmqc
U0jEiB+ykYDLHpykjBOeoeP0W7I4jGLQB0DpoHY9NNA3D99/JwjlFlK5rxYch8WyAgSbRmSOZoSK
JVZd36w/wBCUhQoWO1mhr8R6mAtZ1mJ4+bvkjOvoKK/ui3HLsUmM9Q8AfQnOuSgVAjKI3Up921E3
qtmDiAADyTKjxKl+SEuTyR9PXMyNEkwwqfgrlGIv1AqcuxGcXGaoaBgm0aVqtSbvmMXD38pI7ZVY
ZHkZJVhExM+yyWFKhPgUO5GpXlrzw8fwXp40WbZLhhb+nIC3cpLeD9gwRrSTE3TiatsO45kLFfPg
kWm0wrfK9Hkju2zC3mBFmrNnMeYA/n8kakU5Gc5okICkYIKiUTsYjtxn1rhsRGZLCwuKWsxOU7Ne
8EVyQjmhFe13GzK5l/kKSj5zb+2ogxADI4NFImHPqmiFdC3GDsmG/CnYZjc6LP1gYVFHIgLaNA9j
iDQ6LXg8Qx+0ZpJZPTwGaJNg5Whm35QXk72ijseqU9IEbI5oNwELkGQnO73ERbxeklsBSva22QrP
Vaa/ZBg6UYHbBSXM9RqGs6g/kdZEGaNc4zk+kpBxeFg7KEDr9rse9VT/5Q0T6ch/YCjpeFnKQXgn
k7yNbjSyIWzzd/UXy7JYwlDne1SDIlXwIAyq3ArDfyUtgjvX0J7BeXd/3WYPrIk81Cnf8DU3Vjqu
Ibyd2L9jY0cuVayob/amOF01cjRPNqfU88YryOZY8W6fWmCSxdkr2SxFnz9N/mwOfcK7msypPmDS
o+X0VmNXT8WaP/cfnRGapdX8h7rNiVT0ixIX15mWubCr1zE18kOOeseUyTz040VvFFvG4CxQU5LZ
RpSXFThQUvoFNI4QrAnOa2CZz01gRitp5TviBbXq6/YU2y5LCWc1Y4JL+VwUBMhqHgO3RI7/vXg6
FsfH+7pHdv2eZJSrzVHXFyoVELbuHi1pJjwtY4dYMlCeT0lLbyh4IEhObAkn3kiXj6y+MGLx11Io
mLGGbl7MrAM1M50ylmWvjjNdbi7WmnUYkZ9379PXW3B/sW9jxuufSS22MjaD741SA+6Lykn2nWOy
ngVZC0EdaR3IejtPxkL8Oh1Z1ZOsb1MbqfZ1ojYavp2YTBb6mVvI9dLQPt3TuUZQ8HHJOlUWiFXs
nYcj6vx1fr6/BzOV7ddIlF/P4Z24lixRZKzBL9sZWxjxWbUMxzyf0uX23YIN2JaNBjmbUbf281x6
T5koT++i7y8qWyjA3nnvnoKnhZ2Yv0ETvLfah5NvcaByNlfB2TYb67w6YGq76Tn6+uv+CrD2kToI
MM0m5NsSP8I5IYPHOMtu3f/16lLuv2kXAyaZ4uO98Ztl5TPJ4unHb3rBFo2iVJ6nNJfnyOYOyTL/
FRsgvQ6fLI7Fz3/f7OmmsL9Z8JsxnqLgjqUikgU/MraS9Sspcy+4ynWDArr8118myJNooR0bSXeJ
qwLLLyvwvq+AKj28b+D4JOgG/GrFMAxG29XttL7FtY5QJtYJ7qAtiHZj+pQpGRGmaTg7knetjHRV
OK9Pg7Fc2d9/uRGUTQ2alrYcD5F6w2R8WmJtMmVSfY7CwEjFt3FpiAojesyWG/thNxgn03psjN3q
w/w6N1tzaRH+q40UWgUrqmP8BCoPe98afjIj/9sJ3kyuD3wB5f4j5Nm+NwZeQEPL2bvr0hAN+zeY
0u+jsX75tYX83bcI1sQmeikTwzbHD7dOjKj5Nka6Utqf+9zky75XCaUW4Muo5jEiWzko4DztDNas
JZGFQ519YG/IuCoGzqsDLgrD2D9w5vv+4tkynnJW4Kl/3tq8cX5esahpGCb/kyKaCOhFVSEkxJ0g
B8NyJywDoetm/4+0L+1tHemx/kMjQPvytbR5kx0vWb8IyU2iXZYsa/3171FeTF+5osc109MN9L1A
A6bIYpEsLoea3hUtN9qTp3XjOKF1ilH+yMnzaYkV7QeysJeKu3oKiQmUzc/eXAUWq8rz0zp0T6ep
O+rLYlpeO/D3Ylne4XO3W5Tk9VQSZ30mmY3au+MA/PVsYuGUbwGlH9AZAbEG5PTMb3ffmfbRXsnr
Y+qtyENkHb5jsliuvhZfW5645rNEPC/EQp6Fbt/XaPF+RKrS6SPOaCrM+cGjCs7Ot7ylZ7X41DdH
WVSwJuhxzhyJbLCl47xjJZ4ZN5NOoMaDUGHjBE4tM22Wuv1AHd05D7pjV23DvCtHG2OdAuItR0m7
pv1xQiUnJGjczbHc0fqM4CJ6BFkYXiOKZf6pUeqGRWU8gH4QUO99zK0N+i+pUFMuEfExgKy1li+H
52AvL19cz1qWpv5wJfbCNckRf6LhEtlw1bbxgaa7OMaujunKBUtbGZeRTtNwoaarzXjoAKNhRNez
cbyBNzLWaoto5ZIpXsWwD7JrpjXIzXgXAcs02xd9gekCzqqY+87mrNmUFmWPlRDlUL5TG1jNCMss
//jkOJ7l/SsykzdRpCmVUZoT09X7UZZ0qgJgANNLDh+Zmb6jCY4JnjkzOXZLh7LNRqpXZ0MBHQ3d
1q39Jn1cgKYMoLAcmI8cOrlCZMvtx++Lc59BlhSpgKmuYiQm0x8pYtfkmwbfc9Taf4HqfcseFSGF
sdEPUQH2rNQnUkb8PxmUIsUNvM/ObACI/k4J+zqNn701t+elhFpy9ju9Ob14Anp+4Q8uCw5oxCFq
WpfFFU1xATZQacv0axzMKxmXfc6gTqlT+i8UUtFH5Ui9PhyqZW5/3mdv9g00TiLw4wpDRaOdHT/4
CdcbuGCegQlzdRXj1Xi1B9vMH/+PlCifxmmSVEsxWLH8p3iwKmuVWIlVL8ZtdMy9xqNcaBs5YYt2
REBCzC9NBLYKSyEtVucIxF/yaDYFEqmGwXLCYO53iWFUx3/ESHufRO6GIBPAXPo6LJSta4rIHIar
4HifzkxzwS0dKuUj+GHly5HRnIJ1cV7IltQ4nF2skY0X1xn2DKSeDx9vFmSFxatE3ZYaYV3wmRrR
7TdQOhkCxLoKx4Ps0ceW2NeFvhHsY/nxfxYqZZD9mOMwYIRD7AEFjhZAIII7j/r2Xwxj3TJEmeRY
FEuj6X8YGoFIMszKtQ6WBLhMjkardE8tKaMcYaVnn3bgaFx7ZAD9oMGEERqgt2MDNNYRwnwlJEJP
PJMyS0Eps5zz3AXbiMd77gB96EG1ODcAReHhvoLOW/+/94Ayy7Ec5lwYBC38df2UuCmg494jZkFq
ZjL19sQoW1JLugHkeJyYvG9DE1M4UA3XQ/atQJBpmL4TAS3KbXzzdZV63DLYVQtWSXiGUwCHqbIo
IjQBehgl0Kzti8uZwyc0zksF9IULWsqOLO8jjApBKcwNFUqeam0MQ4D1c6cng4Rm0pEOUFgBqSwR
tZbUjpzg2H8wqc5YzxuqlHjlLJXkTIayNM5P1IXXnGATU3dWTFjfmRsxIfWribLyxSgoxxuRER5D
B4otWkdWb4XEInKbdP8vLKAvgwDoOeiaM9b5a+5Eq+tCtsu9cRj2qT7OhqCQaRZw5efF92UvLjaw
qTlZPRYuBhPQ229hLNjiFwaze2ouTrsRAG3Rz1mf5+MJQ9a8bpamgZLQh795+CrWzwVKu0Rd9IRb
9j7ST/cv65wlVwRU+Q0ZXZEaNrHdxja5wgdJHOO29iaarP3N5r1gBlA/o0O/VHhChHIXWRu3KPSD
SGlnW2Mr7+rHYKUuS1exo32CYYnRU21ze7HunJZ816jrfed7zsLfenTQsZ73cwH4DdOUVzESpSsr
Dd9zcTzR5mXidnazvaLOx5rbYcqXciwZpxW1WoGU5btjqg3gco9H45X1ppg1RRMJU16FRyNFqoQg
430EqwcdKtMS1rbN2Ss0oUGZO7Eu+VLuQaN48DcXW3b2eOUygl0WH5SxS1QhDvirDx8VP0T2H869
4JHybzzhzflTxg39mWJ84cFJaVf22a5tdNfA6WbsbW1zwfWUFN2plAZCp8AdtoBRwyzvWloHtmZv
z871sfBYfM2lBW6IUUbOGNDkInOQnrATXngYEm+pEd0VLAdd3G/yqveCVWqpsCfWa70083dlcTY5
c2NLMoFp84lZLlehJ6E1RsRYh+9sV4vm9b7FmXtN3XwkZQxifKJ6vXINxor8lfIcrLsrUTLi2vwa
kGYLbNAE5Y/PEiOckfPEID6vw6omoS0N2291SkKdqvbKOYSEerN9fwlXmHK+WmMUFq1aL9UxGDSY
xUDs6CTv4BJq/N+EtGvDYi1BnctZA4YMDeGIH3Tx15IbXuSkgMM+GMSBcYMcrUBKN7eyr3L50C0i
NH++Ijd/jIm8Rt+wxWoDnTeBaM7TZEkG8BdPmcBcuvhG2OAVIdVm8oV1QdkS2s8aWpi9zhMqlPUL
kkIV8gDi5s3LJ2cmr0gIs5C85k3shAhl+1IMsYt6DCJw0U8q2hojPH7aE0/295Vn5iGuABP5H5FR
9q/mS/4iF6ADlLSDeJTw4FncpzBvLSYkKPM3XDI9u47qCW/R7L5e08XZ+mbQmHkG3LBBGT9JwTDE
JQeN3kw/hUWxblbVpxm7LOTW2av2l5efY5tkuYKwAWTDj4ZBu7sld1CdBumR+9zMvYan3Pzo+YSK
GsYax0XgpnMkxzkD2vst2o7DRql1zYi+U51xzZ+xNAV7FeG2M5InTPpU/CQMlXRJZdyjpzchM4V1
dDohtOTM2oEBfTgvC9TbpQcDM7S5xzBmrDv8kzmd8p6FMZ/roF325O1kAKEzMn2CDkCWWo436Ff8
NjlKyljwfKAB6hAm+8WKbM8TV9K2fEGspGDF/P/goToa4XvkaKuhX9NBveBMi4I8vwpPMVkLzoLd
FDr+zm86ElbmIrOs/s4sF00oNj58s0EwSZPzTmkpgIk8PwDHIQbeefnA3BDwH4zVX5qUKJMyrrNA
B00Ub/IQpgq7eyPnu2Uc2VwZBvdCk2TsVoZz+alwTXQjkvkor4ukRSYbU8L+k5GY0vpsXvGO0510
Yb6Oz3KRcJaMZJHydHE/rfs3c/5VM/kC6hRl7Ma+DlLYnl66nAAUKFg1a8Mufxr0Y8Kvc0/fAlEK
ewRzl/l8Ha/d76P9yz7lE3pDkrkuAfGuxrjXMif+xiaNbR/vMznX+oMeMU1VZKzxwhJ6iskoDmsp
VC4tfI+8AtZvBFuHsVizy7FZxIsW8qokymBdn+uYVCfsxFkXJdw5HwP2SX1OjvjvomDV92e97uSj
KOZRfdMGNW0QqGMDQZqY8ukR0L3V833e51VZFyQ05gqyJNCo7YGi51EKKPBTvxpQ3Hs1H5m1n9kb
qiM84nkVXZL04k4f8MZd6HcjJ/mL+raW9+lOXXaHLiM5Ns+97VnNRnNpJQXDdRKOE7lcWaMO9IxJ
OIXz0/YUfSdP4xa1MdkfmRvn+c8WhbWAaJ6wH0ysQw7dIma9xsfYl1ZbwIOh2KWL2BlOr6bpz/y5
i/msRYjRoy/0ckpsoE9teKwi69wja+ZpZkpMAbN/yVHhRnQWikhPyhaD40B5LrdOBzBen/SWybkK
C9hkNuIVRZVXFU3DdaFbKoP80pa5Dn25WJ0Tn66ZGWimCmrpwjY3r68DXh/nVx6zVQwnPdO8Dj4n
lKmo/+oP/jlqqvb/A9z6brwZU2lY6PYpOiIpkehlhIpzN3BKkIoKgl7yz1wNVkOfeNImJUpKeOfK
CH7m+ULuRtK08RhV6vwq8RxJxais0FTNSVYBCbwvH7Otr4HJL9Ly3+BjQZK48byhqoaialTwGEac
pPUxGFOAq7Q5GGgr7Mwtx0xWz9/Dv4T0MYqd+C+9vfTDdZTgExBI0ar8khDZNpz8KABjcyVjya21
fRfXhVnnJF4ZD1ePlTKcfahOeKXfilIjNglf4hPWI+5ms2y/Sq94zteDmy3fMW2BVaQLO7YXsetv
WXm58eR+GQJZVTHzIGjiL+C2IfXFNC16ZCjKMQkZ2jWzgWZmiApnOaFBnaWsp1jFewYN7/qQJ+aY
mlrBLbuPSPMS9OxwFiuDNK+wf0nSNTlfKIu2b4cWlW9lneHtvUg8w34AsGjocZawLD9Y26V/guA7
kqTLcr6fFL0fw4VY4/qNao/tisDGwEgOtIY9ND1rwBUJC60UVTZknZIpP6QN0LRlOKylE/FmbmFM
X921m+tbvOoZubLZ+B+lh/8mRhtUv84wZ1yB2JOG1BWK0QLWDIgYoE9Zcc68FCekKINm1GmvtpmI
bIWjkV0s2oC6RXdEur+iE0OJmU2/s8HFlLdR0JP7n+VllgDcesybxQLSprAywOQgHN4CjDBmLsYQ
FXXc/iLpmqhS0VKC53CfGcoYY2DuFk1UY5jamX9EaxHa7G6Cec4waowoA9P1GOC/5Ww05oGmxx26
xQV0RaFuJJmrKzPzPJetGHeEoaBvYBmRRvmGuJMGnkOl8RRha8+wrR6YKaS5GBsqIfGSLKCNRKF1
Qmr5JCtwmS9W9u01nKkuC2AT22bx1Xg8E/hzziROyVEaMeRye+HkdlTBMTbyTjnG9zX7eUx16/b3
Eek65jNiTohTmtRrrfeVrsLLt8WePWSwdpjcPwMLWV1mGLTbJNbZgv9ZKKzx2VnnNyVLBaF5UWfR
MIDsGbhvmBTbYbhKAtSD3MLBy9ZonflFiy6ucn1eX6zYO9soXDEecHMxzPisQeOLqmHdHGXKzkrt
Z3rFj3Xcj9TS7MF8T10WxvTsK3FC5ee2TO55HiNMCkqpxW0oyceOI8iKm1hrcSXXY7KJ11rJStnM
OqEpSeoCnq9iinFuMNbb8tdwspw3q9nIVvDQuPIi+RPaDAMz5xOm9Kh70nE5j/Y10PMKYJFHhfk1
bBMshkOOfQzRPlmJt9ksogLUDlkDHpmOkv6thQmuauSHMvyCBS9UHc4r30JW+6CuY2bv0JzxnJKi
rEzd9JyADc1j+XBcX9yXxLdQV0XuK7et6sgtUS5lyXM8H9qjT2lSismXQxeh+XGMQXmz3gb2n9oa
UDTOmYXLWbc3Bkm6JOq6BnHeSlKpav1sxD5CQFRTAlJvQ3Q5i05ghvZl37nf9zVlru14tKP/kKM0
5coPfK6WINeOA+Yd8dSUZOgNsSVTeOI3tvi6vWCTxIWYG820H8e8EdZUJxZqpPe/5Kfn65eMJ19C
Gdvz+Zwrbc9BZ3XNetO/kr3hdD45aMXafPy+vvcb839Ql5s18ROqlLk10vraZAWoWsHByUi1GPFE
RDvMSfNNpNgUG4z6hZ7GmPCYtXQTslQEgBRymFQVyAKqJScu7+jIyRQsqFJ5/Pp7MqWuZYX9d1Vz
AZnGSgYzX/IrrSbBFunN98YeAR2VXYtaz2G8SAPRTO0tcjNPfNnyjvtqvGPe2kWFzmy+eae1tq+8
I5l7FnTNbHQCHUROQFQRFanUwftpliQ5H4zRSYMUJcC67Abv8oAJuMKkRB125AOlt+hBaXCsDg32
KUkermbisOK7WXMx4YhyppqMjRx+HHWn+kLemmWxlkkVEXQeLv4FuBBENyFFKZLUV3WhpGBJxRbD
elt7w9Zw0cABv0nuX9DZZAooIfgfU9c6beONHFMwogZlKjaePgAeojoIKBh6D1pPzs63vkAVtVrG
64vXLhiBwewtVVUR3aK6zCMXQBnFAHFt14D01alXg5VeSbnMrM/7DLKIUJZXNnxghF5gCsWV7xrr
lKAOkDEYGY/j14WcMELp+mBcMFVeg0ZpF5/SSjAllquaq7XhEv0jKkrHr4MhXtIrKCjEKg/o5IGW
d3bnJs59ac3HNBNClJL7hVTJqQRCuquI6F3vcyRGzFcRTaC1VT+PETIrVTqbPcS7CTYChQa8dSlv
lQEOIgHi5eitAC/vfysRCV8T+yF9z4t1Zv27R+iUICXN0JClJG/C7vTyEXQE+IWyhQppu6gW3cN9
ec7G/RPWKHEaORL7emzAESnPEXZTHXyz+t+DksJUTGjQxgID7PJ1tLT8d/IYYg8WUJ3rdWBxjJs0
myaYEqL8ThZfxOvQQ2zR90tm586yBLov8gRrxnWat+gaoJAFftQHjeKoR1ewn/vnDi/pZBssdpr5
nJ0w2HD/bOZN34QMxU8jBfI11kGmVogemkqKLP3ZVU/PyefVzl4qjqibDXaFNi63+jZCUq7/9/sd
cXSTLxiN1+TR0gwXMbgo+IIYYRryyJUjuDoBlNZ9TudPbkKHinTRl1dc9bIYBRqaseM/6Ja8fE33
7eJfNO1OOaJtOsBPYsmvQOlsB9vQPPiLBPOTrLByNtD6yw+dUR3OaRzXF1CRjuFJRcqqtHiHCc0/
b5gmZCjDxId+jK3FION/STuAj7rZl2FjBYrD7VO78JBtZJzT6Ch+OZIJQcqRnLOiCtQMBJsxO3b2
rovAlVZbtJQu1yzMUZYMKSPIJ3wr1AFoGYsEWKodUeyN/MIzWGJRoQygEmFPszZeZdHjatQ0A8If
NU8HthZDdHN+XpUVUQH2DqpuP/Olk6uUK0OT8mHWoeIVrJuHYmcUVowKhuYKNrbZ+URFdWat+2b4
9q/CtQltGulF0xVMC6ag7aS7cOeHD41dP/Pji9VnJsvGY6FVZEqL0smrr+WpUSEdd/72vbWlmq2L
WiIwBTv7iu5TY8+Q61xsM6VHqWTPY/8lmri7sdgW2C+RzZn8Utnn69THexL1oe+zb7KmgWfDEHWs
n6J4yfOITm8NY6n7UR2no2k+eA5W+MrmATsxGxMd3cdvjqU7c9HVlBrlbyIpSwQgNnan1Oq3BfqI
3QAvpNXQs1z13P2eEqI8zuUcxImq5t3JkgbrYosEvSiLb99WganJOLdRD37pyUSClGvBYpiLEFXg
6SXfaAARl9+lDAm/xmYpCIsnyrckahS2wii8NWAum2dtHS2vbwuMrtbMZP6cMZmI72e0dnrHg0Do
ix6kgqegBAY6ZzHrhbN5xCkN6r3QV2EapS1oPLXmyzrZvkloerWiR2BMF8Q84nX9dP+kfnI/d05K
pm70EOhASW5gPda7ykzsj4+SLAHCIoX2Sbbi3q43Jr8+BtbC7DwTANt7ZfnJTFCPF+reR1DX3A+z
RPKF8RS9wkkCM1h2PTEXi8D5XDSsZrvZeGQqZMr3XMqLdKkHsNybL4BR3qmWippTjDIzq/jKUhnK
kCh+euXLEpQSYkVbJGcx4f7JKrLObGFCBK6NxRH0SeEtSxkQvS3StLwIuNfy+3WXinb92nyoRNzg
vXSQ0EC/sI7V7mi2azytnR6FBsiVlZ+YPcLJR1DG5dpdhLMW4iOeLO+yCR8Ex6nfS9IsD88ZWiRY
UHezOc0p05SFSc7NpdJi0CusJyDrl2b5Z2uaexZfs45dl4CehdkSRaFlm/V9JRVYcIZFhSfNbpcA
S2ANPcy7mwkNSnRFEkf9OR1pZO+ZhoFtw1atjfC4wsS9d45N1rNwNoWHHSn/MEXJzrgal46PQJB/
e9OIuEoC1AsPh8NASjNYZe5ueQqtMrCKVXn8XuzPH3vUEM1HEzjPjR2gQco87mH7WIo88vnLCkw+
i7LlaaKXalrKcBqq26375X1LN1tPmHBN12jS8KxoWYGfFy8kcOXjCtuY93uGN5+98X95+LE9EyeR
NZpQXnQQsbLSlK0LcJiglQxO5gSFKWdN0AxFlgApeRufoFtP11MssTi9rN941Ty3RLLNvWF9F2b6
ZTEHBGd9xJQedTA+L52rRvLB1EuPCWQDAe0T5gys5WF50MwH+/kV6TpTMdPF6ur2JMvJItgBk+Pz
Pt8/kSytIBomvDCfLEqKJlPfcU78Us31tj+9vKCVZgD+PWCZhwUGkjrAp5ANsd9jzAw17hGJb/c7
QDERKGYM6bO+gsY8bMSyrlSUFTCkJKluRDSMzn8dMjN0DFt+cAGnceSfvy9vyR/zgo133y1WZg+N
zepMne2NnUhDoWKF+ho2ddl0kIblYXsb2SUrQFTLBJ/C8SbgUbBNF3DC+Pc79VrSNTZLFMLv8FxF
d58IYEFNHkdIKb/dxmrYyP61PXEhSTfiqtlktowVFetoc7UNPAiuroiZP1bO7vcluyVLOXBfvTRD
q4CsQnwcgL7c6CRl70r7fc1ARlcVHqlpVQWuwO01y7RY9HkNFc+xr5AD/tDqwhNpK+7QtPWdm4+N
d0TN+vm+kv92OLdEKZHyktSoviYgY+yWj5Xj744ISxb3aczJTxZl0UD/sK7/Qu3EQoaWU0ttlF9v
J3ZoKS5mljA5ep/MTKCFdvQJHUpD0+waVWUBOrV5dSJ0912eBWwULrC0iJW8+GlRvrUNt7SowxKS
XouNM2i1q3xzMjKyK1F91KwwsaXlCy7GCpiG2J1t1mvdvFrqSsQSKPt8WLpBaMXvAwYBsUY92hh2
7FvavgWMmILxdVgTz2I+2UcFvfex1CHXXSKnfY16s0TSZWl7WFKn2eJSJavC9U3GMcxp1PQUqNty
4QclRXPEeNqjzfSwaZbJ0O/33q30qUDXj+vB4GRIfzznFuPPAdAUNJPzOOC0/O/zb7fEqHi31Poy
bNsf6Y3byte+gyVHFSOgnTNtU6mNxmHiyOFpzmh+ApHSE1yUDVklyvk7iGI8hu5FDb90+/tp0F7b
Pvup1u6CL/v9u1o/3b9+LAqUmOoKa0qTDhTQhW3HVrHQR4gXixW1zUTi43H85YSSVF+r2oUDvOpJ
cXYvqQnX7OivzVPmMAPl0V78vjZ/KVFxT+BjRqFLfzjaRW4MfAtEGph2ZjeVzl/Qv5RG2U5Ov+L5
WDJKUKrsGGhlCIxbIh9V4JFgxCywyjVrkHKm6nAjRTqL15dZocQGpPhU7Uv01pjbbBdY5n2VmImB
b6lQFjkO5aQxVFRrFCzR+ggt/tXHDmK0YGhWwnBkTI4oi4yNvCHvj6cFBA0bSy36z7HDevHvJIeX
7wj8w8siTxlTleeCSsHOCbwE34I9/HOB6SDOSnjC6rCYealBfBNSlClt804rE+GHFDIHmNMLn30r
drhtgDFkN6vQ8sU4sFmVn1CkzESlBmJQ5Kh6xcvO+ki8bjWgZSVwgMZ2n9KstZgQoqyF5ld5JSfI
tJb2S6cR7MlKTVYX82gJft3fCQ3aUnDNJYqNpEOp9SXFbUpXDHGxmKAMhHIWL5pfIMO5TscFeCRZ
onrB6tyaAeG41QLKOAjSoNRcDVHlLxc0cb6FR68y0Q2DaAPYHyveFLBs5wLovAINMOKn/DrOh8iO
7tivao2/YKvmQ7JcKcs2YBziyN8dAdNP3FpQw3NZQls8eTXgkYsdMkxIxxmszBv26Seu0V3rayaD
yFOTE+/NN1PELJihtDz9wZcxSMGT0N6uDgSDnC6P3SZfqcu89IyT/jF0EwMNUFA/TYwfQ2YQ3gPm
F6APisVrttw+muclwAIPrMh8hiQyQABPQ0lYw84ySrmMtKuwzbHGJOAAME3zimGx85ERdcxZmLGE
hH8USdB5mi+tC9LIHzsgMrRVC1bhNGv4AgwypXZIvn3WjN1MwhnlFQyDjUgCEmboKYdQJrnM9Tl0
eV1h4x8eUx56gxsLAWkQYdORYGZW7uqH7EpYYFXyjGm7IU35B07MIyWXYUzL78bikHrqNnpsjV/w
Enqw5VjEQLhtCXh/M7Q0s3XEB/nYme/JsdvKawy4brBybNS8wEld7YERPc30Dt5KhnIrotJclGws
PY0IFAKeDgm+RrFbYK45R31rb/2tsmSVRWe6AkaqCtpREFJhaobyMLlSXco8ggWTQHHcl51sMQMe
2Ggb1IDVp62OLclXnKUAla1n9hTPhD031Clvo2SC1l185Kt5V3SBKSMsEMXb3aog2lvunp9ZOClz
8Qgc99hqgShYNlSqCSvxi6b2ZbCrkMtSsGoX7wairDig/AYO690gjj6MMo+yKozbjUUDNkyhDPcl
rbsm0VBmwJNLWzsYtRex/ijeXdYAPN1ybmHbiz1aM4ltvgJW8pEZKo/yu/MBNLsIKs/hdaxzXPH2
FBA5AKp9nXhI4G1XeUkkoN1smb3p4z2iiWo8eiHH/Q+8QOeJukHNwkLSkb0TV70NeAGkrLYPqDAG
f+6HEDOFCFWeUqJudKVofByNecJk0aFfIYULHJwSqTlpRLMITjl6IwcTiDg29xZjgZ8YEKBcmwvt
JLDnOmaCjZuPoQKay1VMakzjwheCaQv7rWyyGde3Naa6hrPas7Lqc+5hyjwV3OTZRY71XBvP9gzn
+/zaIBVqMSTMYorS4IRHtT/Nx7PEOi0vI0NtAigiXnr5Ml5ePkdUnkKzoqXm1lZOXhVXtGw9M5kT
YuLvojWOGrlngG7xoqDQgFucf+V9JQp6DDa+vOneG6qUBgYrthZBrDPGOyNKxX3mZyb9bmlSFrnw
Y8wfxKDJ7xWojXAcJ9NtQKY+hOjWbzGHgL5yn9k+PytzhVd09FZj4InGx6t4FWnWMuqxpwULzExj
tWU9bFkUqMhiKCok89uwP2WL2DLMdGsan/dlN2f5tAkPlN4IfN0b/GXkgUgfZueyzmZW+f/5fTRN
wAZNwjE/5s/itQcH1rgDt9hdyavpf9zn4cf3UYYMS2wwRC9qSDULP7HThEhajmAButifqpXoyrYC
SodkY5hfKhpsmj3TWs8cyw09yoIM8hXzMBzoGccxgYmEYoVmL3UZuC02u2rosOdRzT0xuJwx18rY
eYjmE0xr6D8R24TLAFvrQpRzezxnz0+1W3sZQs0/1UbCiCLrKTPjjxQs6wJeHuqbGqb4bo9N5yJs
FPb7/hSg9TC0WsaJzUyCqDe/T0kwFTCVOGRCf1qvvZ8aBVIpp/TP6WySJfmzaexNsiGvGAMwc3t1
vHg5MJ0/kYpgWA5pVqYTPin1j40Iy4yxfwX9BZ7THiKAaQTE2HYkPh4OUgXntMHUMDlGOcl2x2/9
8L02Tp9rFtLmXEpkIg+dviYad02aLkPJht+HD90yOzQ7YZF9BshYnBk8zzljAJQJqJUh0hnt9O3Z
KrEeqVkP2V+ccRGstxuWp9w5dWs8k1zX3rRWgQagK6Kdo7H8/nxiqPFMKAlIEQMYCbyCHc8/RzJR
40ErhloYzsNPpmmtuxygwTjgmeaEc88A7WblL+aCO0XQEDdj/Q38kUrFrm0y9OPCgwEmzmsQ6hik
2VxO4tPH7rx3SGlttAt5vRyyhwvpl8fcZAF4zQt88gGUsstKdy2ztBpO65cuIgHmJR562/soHCcz
D5FZWnZtFSXg6uyVCMQhoObskLhktej9JI5pKzmVw2jVJoKv5CFQpaocTk9PXrF5q8hHfzYD4nKm
i+bs4AE70BvsOxzXaMTwA4xzZx4DddU63vCxghjk1yg39PbbznA+Kq8jy6/IdO0Y76aLeT4eAYu5
Z17zWXP29wRolEKlTupMNEba6xfdfYs/3+THAZZtCVi+xm6t19X7cdUuvlcAln4FjM5jTJgP+Dmn
gW2jQJXAIJQm/vReTMQ/yEYVx8oA8SuOavIpOqsvx9NzJmIy82q3gEA51hnRGF5jBuUBFUoZEAsC
CrEYWaBOPVLbS468roDrxolmiLqSU3qZh70O8Y57RB4oJitjheGr1WJRL54WjNs+Y2CBiCJhVgfT
VrxKAwZIepRlATZXoEPAk81oVVow6N97hnLNFRSnZGiogFJPLroygEsgsBIUGrK3ix28stP/M+HM
DR0qK+IradhnLehwC1hOb/fRYWbQHFwb2kuO+wXr0s6FNshfI7c8mjADAPK3l1YKgrJvSkU4aTls
dbhburgtAMyxV+b9k/qdIdSgHehTxjS0wf8CTNRTVSyjOkGg5lSkf92YAxP95/fT4JYEZYh9vc+7
9pLCya2GNbE3q+2xZzi3GUW4pUHZ2qCMBq7UwMYIqlKaS7LpLZshqpnkxC0R6k6JEex5eAUja47I
r1vkNX/2SrHM1kxUcEuHCv85HpXTcwU6T56ERrb8wBppYR06ZZP9/nou6st46NW+fzmqB+v/pFQ/
DE5snoFVI8Nwxu9XCKlygn26x/sEZmqMNyKic86R1CBN2YCCAsSj2InMcLFYfLJOgiEnOvkaFENW
NgoOInk33jGWzGoOm8nu3rJBXfMw5rLrgFYFxKHArHUhqhW0qid71nDjDKDjLaUxPJsciRKf8eKT
QWnYeS+1+fLyFpqL3dn82HlOgW6/Du3YO7jhPeOgfjuCW7rU5eeL4FIp4+UXXt4eGmyxs+2YPDJu
5m/zPBJB05GBNxKsJXVh8li9Rv7ljA4sZIhhmBHRkeH1Picz6BW3RKhLMxilyFVC/mMpHw+7cXfW
4nAIvPpqHTb7ZLCMAhB4wQgbw6DMYE+mHtMh8Jr8iwjK4aY+IBG/qQCe4UQu9lNApMJhQ57t8xL9
+48ofmuv38GAZkzdlJj3YSbLcyODnxT+RIsKTtSMCw9BP+mPT9i3QJwledBMwGY/21uTpbT/wRD+
c650L3qlV0YQ5iBXYkkYtmO36731r0zVXxLUDexkFa2v4+vaAor52XwGWHosMw5wpqhyKzbq8hlX
wOK1VxygZzmO8yU+uA8be+wDjc0nFkwG84yoG9dpoab1BYSGt+3g7BwBh+ReFvlig6wIliRhVRar
/+53nH3LH+V9Gz69tIUCIQ7r2jGN0339/w9W8u8ZUX5XaXIp77MKHL0kWw9jCSdkFEm4KLZYbcCg
NX7q7WvplhXKlCQo+MXiGdKzvA4TW7GDTiyT2McIZS/DYjmAmZ7NW3KUUTnHcuXzMjRjvc6I5eG4
lsuHxnS/rosDossVJhAMdJ2xHNt/iJf+ESnds9rzlZzlHNjMAlN5W0EVdVSvqgWjfDnvQP+SoeLm
M3YzKJjjQM7hTPilurMWLTMF/rtseCNCGq+pz/roYoSjvlsvTmWixI7HLbYUYzncsXDR0s16dLCY
okyG0odt0pdlf1IfFbzmnCVWE8uWi55TYIWaLBEyj4oyHpIqXLWzAhXJgRlmBV71ssL4zX7POKqZ
+uatHCm7IYRSgZXBoAM1hM1APgzlehcb9hYG4G6Yg0Ysf6pQRiPWysHgAQZ4esIGvLcfX3L6In+Q
icKbysRSaRb2AsudKJQdMQAeFKkBKCYE6xu9yoFP2TH8CcvWK5QBiX3kvuoC2vFiobB2Iktk19Dz
j+GCtW6z7vFMduX20Cj7USWV2Ao6WFqD3Bvohc4B+6Qd185RtMS9/t5/fvKM7dyz5l4UdeTzAGAr
/zxeJ1EAOjsrxPfQFK0m5xeAt9y3weLsjZ78PqWJwFLMfaXBjZbIE9qq3t52S2RssM6kxsigiTEw
1o0eb+wvoz8hSKlihzEmQYhAcAQ2xHj/+LA3Hd1mLYkYr+o9OpQCporIK00NwSlYcNY+3xfbTDkM
ujDhgtK8Qr1kGpf+iM3S3zF5sBFWwOBbGA/Ah2dp3qwRnBCjFK/W+kptuAyVghRpAyTLWYmJeXv0
l8JPnDPRsqAOuLMWg50COaQdzPrXaI6QPMDMIcv2zaYoJrQoP9VIPZAAfRyM4cS7YoGsP7BzP1nB
BePe/OTsJhxd0/8+fukYuYp7//hn0s03x/9jbye/HlR8U6djsPyEVbpjmf0tWTin0l26yLRuBrP9
f6Rd2W7rxrL9IgKch9fmIEqUZMvytmW/ENsTR5GUOIpff1frnBPTvRn1RZKNIAkCqFjd1TXXKsfd
bo/O0fMR5fFYm8k3/qTOWCnDvDSNbOEEA3RSjMtcwtDHGbMmQAe26zfgjPgf/v6XGHD7FDmCeNWQ
E7atQiiyCIhLj8adudSQzeTIxrw/PZEN5tGepVHImpJy5iCJDO/zDjFPgwxy79iri/8PEsY/T5J5
xucOOFUAq6KpLMBBet5/lJ/javbK2d2WmfmM1oQ35hVrVqEahYlXDMXnGra0eLFXu13zwiHDeV5s
L/NZU40qo0eYDER8aVBpCLEJy5YNXqDFUeQssF1vnZq8pZFy4Iiu5oeru9PhV/eKnkee/uMZKbae
NSRSKR1PlNSRPJ1Is/a0Nay9gTQtJrPd7LDihsOzuZTv22KTwhdALgF4B7eFbBFxamzMO++tjdiR
mtc3Ou/FTEgxz7k+ye1RS/GqEJXQoOQTMARwKlzb/wp2vPGj+eTUhBpj8EUzHWUtBGMOcvgb7+ii
ILx8qJ3Fy8pdXcjeR9gQfNwWynn/E9kiTA6qJmC/GZ0vd4PeVBKiSgVAIHfV/nGJuEFeEmw7tH3M
EHx99ddMHIfsvBH4JksveaKvqlgRKlO+kj0c7jCsCfg/F862jd2qcLbtL6snFTqFRB/lEoGjzGbq
ClS5fFNnYpekbY1cPjcXdFw36/TxdbMkgw36j9stb6z+b17INy1GhlIlayJtBK3gCVDjtN6fYMv8
Auu719CdLhzi20f7N0L7TZARo1OkYpURDWppJAi1CVwh3VkgL7XTtxxaXOlhXEblaNW6blBrKy4O
aADeUCc19J4X7va3Cy/VdXwOd/QX/3Qev7lj7FBndmk6UK8YFpYcITKoYS9+nxdcvL+/seXflBgL
dDqKdVUJUG1PzbtBFLyO5aLwR3jgzwDoHLGrFvPeHPb+xsx+E2VMkRHX/01y1m7jBDFK9eaaLNAY
39r2h7bcRc7HExdngorg358pOol+PsamidXOoj7m2XGwWW5j+HfoIKqdYdFy+Psb7/x//Bkiq25i
43g80hjj1boLnSVRkQu3r5Eur9VCoUd1iytGxTRJj7momAaFjufcUdf54bjwkuAVyUdkRsDfeu36
km3vfQcACX7i7PJfvNTWfNbuL1VjsGM4UOnG8WxcbTGabB4TgjwJGVeI67lnS8/uFsOMpukEA/sb
zlRgMcaEruzCR+BrbjkWQ+eRYfSLqURKf+5BxsyIFaNV9XCxlfcjlunlCf6L9snD7a7JsjDxGcv3
xWL9slohXtm7LlnGXui8vz+jH/KALidrV67tjxDB7GrlIqxtS14YPZ84mlwAo6IEPazTkGadHeBh
VEuMRAhwG3YctTTv233LNaOWErRsDyFNBpToz7eFV9Gzdz5vtp1qnFsXzGgkQypKM6Kh7bg8OSGh
IEW32ZhPpEwOi1E/XSQ3cj2AjYwgqbc7oFeDgl48oE+YNHiqW9dO7oEJs98FXHipea/1ryNky6Vp
pYWWSCO3DajWtuWK7/YqajjOMUetG1d5mXgemVln6UBzRUBkoT4WvNVFR0ES3LO9xwQZr7TCUekG
Wz4tLwMi0hSpsOD1ROc24GA93ANNn8jkawUMz33KiYF5In8tG09YbKshFsdrjU5fhT2RdtADWo94
w7ktLlxCjMZpYrG6NDTcLRfhC8w94Dr9PVcwbvuKBtvgmopDZioDBOMpqDAwaW3Fl2Sf27urb3ib
o5k2salniFGTn6awE+Qo0QQqHU+bjQSTfwQI3wLbU3zUbPe2r2C5L+cUOXaK7VHKNLOXrAKHGMRY
FYrVN9HjjqeebntNgPb9yVYEaMYG6xxo6S3BUsjz3fHwdXoGiCtCCi5u1XWR1Q09dfVQJ/IXN0pf
SAUkfvCc1wBt+Ju7x+VDsvl8zO8e0DN0UcjnJyF2jSZLwA5Y62Cf7S++zztZjitssMmztEZ0WtCn
d3aCw+ud93jfHXGPSP0Yy9zmOMO813CNBCZsX5RkzE+UbcH3qpiEPuBnKKgU5zI5VoDNn2lJGmkA
Y6URm47FdBuzImPuiByp/JvE41/qmE2kpW3430KIhz0mKHBb9gOxf69QW8fb47mgnDdwDY0nRzdG
/1MkwQYV6PAe6BK3HzbP8bw+/AmFrkGWp9bxyi4LBwmlu2XqNcE7tD5t9eU1vXI0FpuNG/JKG80B
kpCsPk98zF+eBDDOhlYdlehEa9sO+lipOUEf7cKlN4OK2NO/PDhGdcRD3sNagheMLb0+Ip+JNfLX
8kNwfOOlkziMsRmyossksZNAK+i/5Jfz9ovzdGaGdH+odzYz1rZJnhbUdz3+3qD3NrMXS2+jLjzI
w0O0QG2WbF10u2NNPbqPOCLIJc4EJJWA3thzDe5K94Bc/uOr5wTqRjo5vT1WbtjuzDv78uzs/K99
vklL6I7gX6ooNnfWtKk+mmgjgO5wAGkGVxW9EDn+cHidLzJ+O5LXEYjJczsXioTlOvQmk9/osTJs
+YCWLg4VnrgwkQhCq7QcaDB5Ku3K10n5eLlwSHAUk8L4A5fYMBMxQ08HQuNkZSx8nqrg5KIMdiuk
VFipFtWgcNgct6L9SiokhgCntxCWnJfM0Upsf1irqE2rd6DU28CNXUckWzws7rfnB5S1OaSk25HK
NTafXH+UtVnfQ6c/Ok6vkxEN1uQ30okxx9PlCIDKJC5y4dQ2yQiOENGVAKJCxKByqrycFBcAvX66
ToogVmZ+QaaytzGK6txhX0lEPhHUEgzobLHQHjX6Ghj8PIjF+bhBAfy+hfWWsnkVnMkZypEUGhG1
85b/5GXuo+58IlvioqRNUxYtBq9vX9qsjzihx7ymcBDiOi1wZxoJBt/6lb3d/v35yGtCgHlLDdZc
5pjhgqRjBsJ7fUPkhZJcTsjLFgWrXfDPpHBCkLGThWJkZhvSEyTL5SL00FJEQvfycJuv2Wc1ocIY
SLM6FkOZUN96dIDswFPZs5mFyc9TDTURgzjK89g60aek75JFTq55eY6W48ka6ygDj/W/HvshwFw9
7Rz/REy8ts+2v0d6hsfTbKj/zRPrKfejYsY9TVHH6zdcjYEtSIGO+VzLkV5qXjlsVoVPiMk/D1AT
rUKW/0PM2eSe+O47PH5m1d2EBFNPyPXMspJrqlG1pYdnpNoRJfJ85BlYQTgvEyrqT0bavKuPiYJT
y51XgGF/DhhYJ26yRH9LVLm3hZpLjNEGp6i/XBQTxJzD4bw+kqC3VbRNeuqLaN6dln7dehyK9PP/
iBon7LHq4VTIAL4ARbosrlwQpGgJqha+tuRJO++6GL0AwHr4s7TbFZVsTLGgX2ihoe67RsUCsaG1
7DGG93SbO54QMkpCQGdFUTb0FatnImQYzODWfXjnxygKJbGqzqJCWCyTzRBY9oDm2i/q3KX4myPy
84mS79tiXfV2HPSTZYHa0wbJdRwhUJ+cB+AI4A/KP3R4FRCXLcGqSM5RztdJJ6QZi5zJmZBeLAgK
VlMi4YxNW0hW9ra1r+4icrl/771uNa6UTZTBhfb92xc53ywwoc6qk+xUdkfazBm8Hj9rT4OE7kz3
iTtmzRFS1lVXx0sklyMOWCEhQCi3WKgrr1f+PuFlROezJBOOGL2SyI3VpyqVzQ3tnQP2Y4a3sEJx
C2C1nNOb9dgmtBi1oh6VoybG8AHOzqF1UWuCYW4IYFExQ4Y6DIca59X94b2XEdYKUdXvoC/wLYLj
tnxANQL1eyyA4+pnjqVmPXlN10KhuYBaa29OJHKlBeChOe9uvp40OUBGkRhgqD3R9HW7ytcAKv1S
Au1IImzr3QKB+ovrQ/GYYrTK0IaimBigd50dzR3rVbi/fUs8v5D14sdMoUyBhHd3dJFp6sg7+l9N
skW+decrj7fJcWSC9edNE1jJSkgZAlSztC2I/sDzpHmXxE5stEl/kRt6aGhBIw+ftE/fRZjg7s4c
o0mfyw2bySINl7pVG0YFQhvsRVomd7ePivfrjGKoUkVWTJo1DnQgENXL27/O06RX7NqJZ5vLVlXU
Mn6+tfuVM9Bdc+/j6rS0A56LPq91dERSqkW3mTE6O9HQpnRKEcOZn62DNdpAX+XtK6E+w5838U2C
cQFDQZdLswAJTwrk+5zIXPXCY4K5jXrEMOwxhNeCfuDNpn1NHaVy5ecLtmZijwFakpAv4tzQvA36
ZorR1qaZ9WflApLya47lVOt792Vl+7eJzMceqihSACpAXbFDGNJoxlJXtdTvO2Ij6Ab+GJpWGoLh
IAzJwQxx/IdZBTChx7gPUq8cGzoH+Di+Y/OxraygN2+zNG9RJyQYeVPOXXLqrI5eFYba0ct1h0GC
JbKNyLfBsGa8ksC8NwZEbsVSLMCjWQxBrb6o5UhRllr7SJKajD4FN6Be2WvsmEkQvq/2GGBIvGKj
pMGO10U2K5oT8ozwX/Sw6NoY5O+iHVwUQMzfPtD5JMyEACP7QqybnRQCtUoh8XoT23de6rS/luRB
/EA73rDYYzIp/8VLwcxnMSdkGfnHYRvRZdSHx8EZyfFXskCza93Aq+XwNyuSEzr6z8iusAZBPJrY
PPH0ZODWTOdyd3q+fYRcXpigh/b5NcYJvAROuBIi9KCg9qy9fHDI0Jv4Qw9OWKGiMlHq2G50jlW6
teP0kABe+eHaSIi60f7CY4jK9C1K9FAnlFAz6nPjCIbSDsA1TW0TL/uMFpG25IVW13rN35OS2QYp
WTPjkz5C/AJ0ZuqfmQyEOjVZnCNkz8uYAGuZ4vLFnrj9cHZGisHlQOOIyLxP8dfBymznVJE0dX2R
6DoUJ68IQZddQYqH/Z4LkM2RFFlklEmVdWNmhVjWEVRdgPLVEbrDN5a7fyUpf2IuKE08Fik91I1o
Vy91ss2BjXExkKILXaPihY2zBnpyfswbs3oj1HsVGHHHryQjyf0q4lmyebU/IcE8sQibv4w6xRVh
5hQYL1kAS0aAumysfivu3uEO7PBYYt5aphWRaOT0BJ3+NxZU0exw7wzumfg2513LPFrMa+sioDyb
CWg9ORSYtHQBVuyU281rO9rmnpTL9bpyW0+/084YbMf+ZY5N5dC/Cu3ktSdn/ai1NYSycJq3rQst
fFsceQyyfUHt8VT1VkZ18OEQrpaJC/XlyUvUrWiE75R+4K90z7cdbqRPJe+GdmEbhAbg9yWlRZfj
bKqP5UAe28+IeJUfqjbQAn3t8Tan8373t5iy7UHYBooul+FKryS9GwPINVvrXoEsEYfSbbsmsyWM
KtGw9KeF0FC35GJjf9G68t9zQrs+t79LbE9zOM7dfBPGhDnGZJelXlZqgmdeuk/qV7OqcrLizvnc
9nfka/J0Ioy5ldStOsLfwXS08K7aw+rYYanY7dObjb4mnDDaZOjMsUrp6/Yevm7/MlcCmMdsnoSy
6Bp8fxzD2SAL6A00AiHBxJug4Ig2W1dolfMwZPSgst/pfvz973QCW0ZQCj1RxAtOaBMuPMM7cnQe
55bZRhvTyE6JSk8JTWAZCswvQKi6fRGcK2Z7bLSLIEVVCQbCJUYBas5mS05UACThnx6S1LXdxeip
mB42/Yq25jbrIvHq3AbMGvoOd3vbdl+2D4tK47382cjxW3jZdhsAWMuW1tCXvzqYO3jsVe988AYW
50PHCRUqfpN3qFYdZoGOYBBAipL3SqfQF8BNRBofSMk2t52MntcNRX01IRNywHdI+iSj55k754bY
MsE5ImuJAhnX3eMdIBXOCS1JiDCUI0CPtWeCvV7HfeWnT2O4j3mxB09jskt6M0Fvzi3VM2ev3oQI
us8LPlrAbBrx+6bYcoEslWGktDi6CyC6n0+bU0dsrJnjaX/Ok2X7e4qhls1WRkzQrza6bd5ndoc6
EoZ7Lg5OLlDuuc2OPL+cnYATM0XMjypIGj4yly5Ba7tvY5Mkr31oHuxpcoRMkG1pYoqFuLinXnNK
LGDa7j+0DxR2aL2K55tzFBPbvqP1ijieGkhfhsJK8tRhn0PndAChvwCI60zMZuWK3m1deHUGbrwu
hbHcWZKVUZiDptIC4eEhJ+8N8HSAD8OxGjzeGKVRtoqsCinguK2GJCGpeUp9vtVQQzcD0EVNS2VH
Pk5J1xWyRUGgMTZYeMJDtnmxsTFgtU88hwuSN58+n5BjtHxrlGaLrXc0oU3Hy3ZZ8Ggu1fcESy4s
x1+lxN/7O45p/JvL+uaRuay2EiXrSLGZx7vAW3qCPT5gwd8XV8NTof5TKL7pMJdVX46d0gn0LAMg
KN4tQwf9wxQ26Aycf4CdcQnS4PYWQcbraoA3WMUhCJ7RlkeHoTCtR1EOqcsKuwKzgtlqhyP688HN
N5eMshcxoNIqJkTyKQBJb9P32NJyH+5lRyR5ZO9OAW/nzN9o/W+SjAt4Ek9N3Iu4QKCA1MS8X1M8
MiAxcTibN5l/kWHDthiwZ+OZRgBP+XpzsUcPeYtyc0nogirubCBHWK48T2ymVQuKJqdYAKrsPe+1
eFR/ZxkJvd9l63L44j06NmaLMrEpVAqjjyGSKNA8D3PI/pKsUPPe/9q2SwWeAa/NhMr6DdFk4zah
kkLVLCElR8MJsbgsTjhc8TQXG68ZIZaWGR1VJdjSI5ODukCF8ak3F7qHtK7DsTI82WB0SGllUY8i
EBRxgLmv5Pm26F1t/a3jYlRHFypRkWlXFeUc5BX2r2E9zRvFRRowfpDYDWaN18clekxyYCQ5+YK7
JZl7nowyqRq1SrIBHFbr4/atcKBD6vX6eQ1z4PPaO2djbQMrYDHdgRU5rLN/woIeuapS9CnWAJkq
3CNWWlMIxdunOtvErOnYbgqMQWxVYPGkMSp+ivULHWd2oDe6t9IG7hN0srX91J17tK5GXhtEnr79
iIAUabqcktTcG5iSZy610E4maiAgj404Jbp24k8Of3M6ZEqAuTIpTC7jKUZ1KNh4b96nvmx82uyJ
slcBAfl4ErzbBGezrVOCjO6XjGOh90fUigDwEqhu5Sf3Pm/nIf0N9ilMaTDKfhga1RIT0DgcPGcA
sE964kSysymFCQkWZDprzn2q0IvBrvp9+nx6R+0+qu0P7oqrOVs5JUQDp4mS71qpMxM6T48W9nAV
OvdoHsnJmvqJvu4+3b4djrixu27NoR2UZACx2sU8rcvT6LPBA3ZdajJSw6h9shkMKWol4PWKtARu
YGRWaogJxKozeNkJFbay8tJjc4IwpUe9n+nhyWjx7RPQUxKSPuck3hUAlLx9ZrPFuikR+sQmRCLp
3A+dDCJn7xDAg2rd1+IlceWX2iLJstGQEe/B25cfilgbeeJO7l/Tb6y4Tz+AGp7JB/RRk+iaMEJJ
ZMh5bN5OC4LQTFqQ0fV9idO+wr1DxozVvaAh6w92QczdOADF1h9pQu0CLjnab9btNlQZdUdJNxTZ
pGH2hDNFloTx1NP7A2MH6b9KMN2SyzNPZ1xD8j9OcUKLeWgXNJ8fwxq0ngIsdXyt7g0/vRsiUjtn
4Fw5+9BFg9je1j0ArMHQcJOs8wc7+QBGWLMMI069hA9wDq8hAOTg9fvwUA2eHzL3yKeHysirHh1L
5ViBTgBwjuo52t9+D7NvbsIGI41lJgzhcMbP54hdxGXruP6ZC447l1+Z8sAIYRuXJdAOJJwVOoFe
lyRZdLbqrJ8LjDvaLZGWPcd5m01HTCnSU52I4hiV5SksQZGmCA6eJ7i1R/Z77nwMjzPGIA+J2svY
nUAxeDCQa4GKvVIfbl/RrPWaMsMYYdW4DFKOXDL1ajBTh/WCKpGfOYpx1h2cUmHMcF9JY4TiMqhU
6FwdIQ5Y1Rss3F8rP/J4qoK+jj+eL3w0NNSYJkZIGGJ6WWAGR1NArKHbB1wJVUEfCpFzclSwbpBh
E3tWaKWqKKkgQ3tdDoNjbFWCzmMUrv7R8X1zxCb36iHXQnM0KEfepnCGYDzb9zaJ4eZ+DP+Pnu15
bTshyCigKJYzWYtkOvqD8aLDm+KoTo6uxC8ea7MtzcaEEqOCjrmIBbAZThFPCRmA+L7G2PmI9oLg
XkRZF/o12YsB6H7oLu8hcwSFzfWVZlWb2OsNbHInvB8X6/3K/9KWps27PmovbkkKo6IA3W1lYwc6
Qb+yrkuCx51k7zS0s92WyXkHZHKajGpKEjmrTxZO8ylD7hzNV96AWTfLXiwWW7y1r53Pg37migqj
pSq9KYdTBlFxzo52bfoaPMWRl8WT7Kx4JzmrEif8MdpKieXIjBs8BKejg+bKtjwIGrQ8t/mX97gZ
HaKO+qlITeh4EYmAbils86B+3371yCeeuOtFeNemMs5NJ0hVehxwhqdX5RkzQapCGpf8crGAMse/
oQnFVBc7JL+hak7crO2smf4+VLYvuBpSNZHOoP5Uu1ghGG29TbtQjuSUkHH3Ij7vnnhdqfNWZ0KS
0S8hMBsLUaIq+lBCaT68QGt+AT//iXuRnDfO9gnnR8wRnmoNR+tSXMyqIYKrPvsftx/erCOFJlss
o1Owr1Vk3h08VtMcZRPtootx6/Pn+ea5+P595pFljSjrnY7fP7kOEHEp/H/rXRwMD97mY97znDDC
PLAE4/tdaIEQOpNtJ3uIVtFmFG29JefNDmXyrfY4cHqt/0aDfDPHvDWjO+eppICmBjhhIrrYb4eK
7btJVvGJfHxwR8Hn4mhDVyBfooRzM5nDVLP+0oVUJLChWngr7o6/NDTDN8hbNr8qbCHtn/lzcpSH
P0yAbpkm2rCRqLpCS018Rhm95I0VJiOdgAeisUA0P5ZseTmcsfLjQjLP3+W2LNqc61Q5ZJl3Fp/H
zkrkdIQLCeGXUvv5l+23ga9wNaZGDfUtDhlDrjTYLiKnIOXoryVRvMLBOgXvAZ3tz5+oRt67zy90
fXRIfq1WK7QJHmjMAd8CpaKPD6Bg2dsXBDk7aACOUZyXr8nZ00OanH2E7HhmlviyjeJrUDVb7PwC
xgFvVTOXDmPmWxEAVSK9Y7C2KTeyQqKlXdlfyn0Z6C7nZmcN1IQpRuP0aqef5BxMwSU8YI8Lovyt
hAPMbV4v8CycHJZQ/SW7zHsJx7gz9QslBfwQc3FQgLIfZW649ikmiu/bgAVtiN5jOhvz2dRhw6oc
9OS3AQJlbuJoVtVOvobVUEYcabmY4ZSd1zFQWs+yr3Y5/qVGhDtmcvUBb4k1o5wawWgkWQE5WtIc
ndhbPizjO7Owka5KUseHUgxtU/YrQAlAjPcrukNn98RzVWdt9DfXbJJR7JVYyhLIFq6gd1+xd9QL
18oCI9EoBtLNRB//LL6ZkKRe7eTZjHVqXvILOA8z4p1WYkoEOAcLN8H+AV97abmld87NsinHKIwx
IyGAYKAu4BVIRxQoVmKQYKcOQAY+eGme+Th+wiCjsdT0nMpjR+mhtzndX+58HzCIHO3DUfwGo3yy
KhlKzQARVBuPAF9ETZObGOaoXoNRPMihy2nbRHTTZeBZnibaLgwZEDN5QAY8FWcwWqcVYDuFGtw8
wVHEloiBREAWp5PKnGO75n9vvDuDUTrH3ujQkxrSMntvp2sDwyTQOkilSlsRoMf18muHGkto6y7X
ZeQYTYPRMFrY1qJwxnFmWD/gJDvlgQ7LYWbALgTy79S4waiXVNUjPGxK60yCw0YubPGjQj0aSxmJ
5vyzYO1b5NksalUUjVFk1Ei/1ovsV7QBdN0emDs9Eda8NMy8m/WX2TAZ/ZEU8bHqS6isDXSW91Yg
FC0CoEMmez/4hx7yhDPG08Eg5SUTAIlCO/7iuxGxLk6QN+3Dk3+TURnDYMlmGVE17GS7wUDBAt2E
DgJ5Hp4+lxKjN9peNuX2DPnHXMw1/wfQmjWy+AFXz8/GFpOTY7SHkUWZkqrxiEoPGk2AJ0Thi+G3
8BpMePrWZJSHXFS5kCqQ9eBQbzpS+BUBiIzMHUKdbVGYOCysgx+qZVEcO5zdZRGXBM5Y4gquYdnh
umhIdXGqM9FJvYa39BHEydbq7Nuv+tr5dkN5mYwGEQyrDNMLxARZGMz16bYSCIAicBIX2FfL8GSH
gIn1enRRyokb2aYPixrBl6DxDh/ehitLjJJpJfmY6Se8+svK8062dcG2YaDSCkuULrAn7jbz87ne
b3lid7JmI7Y8KyLkCZnDDVbgLIGNu3l4Ngm2MVnLDw41KjTsUZsqFgjoiiljCTwjvadW1rrRyOEO
Kk65UTDdtfCTu8L+SDcfCHM41ObeypQaI8IjsmtlZ4EaZkFI4ST28wXeCTdCnUsYTskwxm/Myw4t
HMer0yCQDEh6/uWNV/yZFYspFUZKi7hIil67+j/ohk8AvAVYb5SZuJXr2W7lKSVGAC+nVMq6EPyc
UbdrRiyxwjCyTbsCET98IWaxsECRd1dzEdKE6PWjJv5rrhXhJdboXR2cTqQr3WMKbocA6YMnhDxS
jKnTzLEALgZI0azrwbGQvuhJfVCPoPb0kR/+nRSy7fmGhOzFmV5cuIj3ykj0IwqutAyQ8kAXZluJ
pofIGLwz8KMjswZnl8UJg0+Bh3FQEzsD0BgYEc1yTmg5t8WAkjeWBvpxw2s2lgsKMusPTj+EsYdZ
LHdxQ1+es3GahoA6Fi/jry/kDJAZ/XjiOKCz3SmmalqI7jTs7WaBY+OjoCVChe3tCsZeIa3/g8fh
3CX97j/11zcZ5mlEVtMKZldAf2EiCVPSwDj7RessPG+MQ4d9Dao0So1JnyDikGgXYdFLAoQ6goO7
zdCs8Z2c2/UiJ8/OiFGpjxQwBLvrUXicwR+AoI1sHrU5SAsEvOTr7PThlCTV2hOSlYYNQGYOkugC
Bv7I60bxjitt0y5FlMgS2FXnNo+zLaRTgsyrULpOMPue8pjfnQBA6+8uCw4J3n3R/z/hqb+oY962
FXg6jOvsRKxdCm+JNlk6H7z9K9K8Ef1LCNmZlVzVM1HsIOtPB6gsR0epHpg0PsblOVxRab4h7ddx
4wlXmilGupycaPzoiPZdbJcncvbVR2P1tTde6KbL/8euSx53jDUVNFkH+A6IjndPQMKnKebUqYJs
nT0CDIPXJzgLHzwVDsasRk2ZFLlEpfHgdfs0dODmYdkRirXPH19fXMjzeZfk++4YBSLWEUrDKshR
EImDA1/TN+z+katAZn0SU5GBJW3B3xIZgbzUx0E/qyZSyYCc6neaq63sVPbyBTf+nuVoQolx6Vo5
UyMTTOEAtecU00aYNBKWGC7nqKq5KpSGdlFJNdB/ZmL53s83JsfHogkbFc9YXTxWb9ZD/3I+oZ8n
iN5uy/1cge8HJcZBGM66IBSmBkrB4c57e2yeHyz3850g0gf8d273RON6xjNvDTMzkiiZlk6LK8yF
hWJcnsrIGh915GqeBFLap942gYDqnpxf+2pTLf47+PjBU15z/h5qYBLgZgxFFdHh9/Ngk8vlKGVq
KdIe8XD1SBf2kpeLs/2N/QlcQLYrHhijVH5QY9R/VBXYLz604jVFW2KZE174b8uryVtEUu8B4CP5
dVvby+/z1vQwH1fZAM3wA4Rat695LvTRZTAuAzpAMvSrGEzUW9JpVVv0sYjqWbCR3ZOKCjW8ahEU
/S9rSVfYcChSZcLw/oMic8mNeEmGAUsPHvN7VGwNAyCZSAejGenyvINf/cRPtMz4uj8oMq/z0glp
NIapSEuRG8UJHylcFdIt3HWtc57ED0pUr09Os8iPI5BZM0hRh/zs3Tg68sezb7e+9fgBOyhTVDgb
bZw8K6XOGAxdlmQLKCfA5YEI/yR8LmUFYV4OgdLI4HUQ4nENDBQXy7sNAguZ2rQ6iqwM2upPC/PF
RLn+LX+2FnY62H3gY00IcIzt+Kl6sI93e6fjpQ3netF/fCFzCV187M9YJoQvbFcoTADkfwN5G8+L
xgXAG47GJra5PqpEo1sKzTfA6HW8hvQ59fnjI5j7OWVqdoxFHBMwiDWCSVfUJDyTpFx3i573H0I+
uQ/GgKdpZJVnqwC3iLq7vfxyfHR/fZ3eeOH9XKXrB0eM6e7HEa5dDI7aleP4VgO0aFRrw90m0IhC
YkwBVl62sdDuD492gaW0G2x4gEAIT0bm29yq8VzQ8+N7GNsuZ7DEekev2XHe1JfxTXcKIgGisCEd
5gNpzigILU4CZy7mm1Jlu1GEOpTrXKJUg81lm+zkE7DcYudeXS6i9YA0AXYaxe6FAHIffXV18BE5
l6B946m2WUXzfetsW0pqRPFgmfiMC4qIyIJgh33oDdhPiTXsHxw1Sh32GxLGwqT1UZlben4SYZ/x
3MPU6R58JCa4U2HzOm3CFBM5yG2snoX2SshDWjxXiBQhLT7YAuYsMGlhg7mo4G5puh7WLQYZlZYB
QUcsuwoMluTiZqvSHv2IvN15cUU09MRs85yUDpzUarFfDQt7C6Adu02AYUQ1LA3qUbI37ez5nxSv
fkgbo8qquhytWMebgz49oHqFgShsJePbrRmv8gcdRomUlaV2YogTQDpItIXEUz/UBA2UY+nxJJdj
P1RGjWA+Li8kgx62Q5ceuhGGy9c0oGr9eMFTWvNqWFF00TIlWTNEhjFjkEKwBZF68pwwJUggiOh3
pVf2Tx7JhBDDVq8MvRXXZ8oWtX3ZqvVeYijK22TmOkLhOX3zwyg9JNMaLQxBprUbx7tslSAEWN2a
vC+hdAviN5trUJ9vuHmEWRH5psyObKaqGXVdC8oDdi09Y4t69JGScbBzvE3ubqdZozYhxvjIrQ5M
BcmimkB2azuBSg/xArGRZc8tdM+EbtMTvUrQxJHKqy7GugjwpZBNIKH5WnNfzgtebM87PUa1aUao
aWoFKsIdHI8XTNWiFQSdCRzzNJft+cENq8qsMxAtqbzrhu3In6EDfGC1wrRruxQc/4N2gSR3u91t
qZxrjPtBlVFTplyc8j6hZ9jZ+Z25bj350Gyd6teX4HzEC+5O3Lns/A+CjHd1NI/SuTJAEMPtklNv
2pbsv9o3KBHuLmNpVmFNZJFRIXVdiOZRo7Sw6eb1RLxlRHKAd+25qbM5QLkfbDFKRBxTNM4fQapy
Go+uTkxONgZULaLbmSs8HJNgtM+7r/GXvy8WXwbtquGoZ0rhD1M4YZbRL9iaElsWlR8aopW2/v7E
a86ai3+nTF7//+TBmUBzOJ4akGjt61pRBKLCiBHpLx94gPYHDzJl3qtASsZE0ClKksk8iWOmCXWP
+YpHfXWuSL8pP7PN8dd77K+azNm3dwgHA1rr45zk/KOY0GUexWC0qVQ1oBuvg8P5EbkaZYUY396j
v47zAGeyGbo8IcU8BzEazkktgFRG8kdpi0r4/oPzxGc18oQE8wqyMDpXpgkSlbO5654NF+Ndez9f
8FJp89HbhBDzBsyTmGutekHQfvaRszuS7AsFE8ya0fY62T2bRHo4u62TPbpuhVlmT9j1iIDJL167
79xTUCRdNBTIDHatMAmwxIjFUNNHmqepMls5EYfrndBDY1+bIssIVCT8Q2Whwessi2qxMelr8x7C
zg3R73pe2F+7Hv0ZGFvl3CGPHHO0ilaml0sJchlxXl9HcrcAmm5Otr98bjPNbHQ2ZY1RJMJFgBGv
KWsIDzeHu0cP8L2L0FeBlIG8Mtf/mr2t76Nk47IcOVFTy/9zlLo9HOEMIQh9jBaDu0qAMRXz0gzX
sOfG5bEhWK6EY5pFBt53QpS3bFwJkptgAfTKDFbuAiNpn2Qdku2KULQaXV/tHGS5PvQHwGv9joBy
4XBud04JTE6cDdNk8yycJHri4tE918Fi8RADj/T9xb6gS/DLbmTvHw2e6lOajFsjXJRUy2ucQXA4
xMifkuftSvZD7kLxOSdtSofRpYaiRxHawfAWHyNCVy25VmovFwuCfmUBbr2dfkKrnrgILHO2X5HR
PSFJNHOpM/x1KJxhM0GI8EEAdis5AE4MM3PlQIaTjToC7wrnvMQpOaqEJ6bx2MFe1DXIwa3p1kNq
p769CzEMtbwtK/OP5Zst5jhDoyy7moqK8bBHNx3mDm///qztmzLCGCQ5zBNAKQlgxBlkO95LC/2w
Ut+w3tqP7rgjQrNe75QcY5yiRtZTkz5+7L7MHadS/YsX2e7FezktV82rzx1CnsPQg+B/nyCjSo9p
b6KfHwyiqlo4WDCCLScUDHBxT9HJbVrK7YnptkR3eWc7/xa+STOa9SJnkWzmsfT4dFnAQGI9XNYT
nSf6HBFhe6rPpVkrZYUjbfa9A4gDVMM5MdFsLDs5Q4MyOpH2U91XlxGLJOBSUBBCQCjbdCTvwVwD
ggDbv37vsZH1g3t3cwXq6d2xrdRKl1wGbMzGATqtK+DmkGJa8BzpuUrn/7H2XcuNI8u2X8QIePMK
RwuRoiiJ0gtCak3De4+vv6t4zx5B1RjWidln9suO6Agls5C5KivNyh9SKOjIJkGuugwW8mK9J5GB
daz+iTOeOQOFft8i+3dYASf5i39eSH8bBl3TGrShECsd59lWBm942ykljQVId6NA+Jvx8RYTKyKY
+VEEkNAGQhO+RFOllIOc8pd2NC3umSfFlYf8ZGoOi5htqTVSmYuiwKRrGqFT9IQnl4zF+dsQo3d2
e9yNvM3si1pE4JlaFJJoQtKAoT+DbVyt2K42ommBkYoRri/GYTMhFHgo/dALdQshllYa3C9l85S+
MgCY3BR/2MJMBAUSnVRMSVzh8/SwhY1vX2qjNLWt+s6bu0ZhEojcItU78mhfzjLQ4YtI7F32tY1J
5aKDO5OB19Y3Xrw1OuGN7PN8RsnRihwZ7EDKJbxi0mi7s8utkhvtFgEvs3NjESm/D4F2dCXNilYe
I/5SaEbcb6bJRNZlNH4rKeM+ZZmoSjm7Xsqw0RVMNBOsQMfw4SZ43Oyed2VhMOnMyKe7d9RUkCAn
rZqGI46apAhcdxuBP6oz1ofD227HJL5b6vSaOx89PhGuphRZTUhzh9DAGrvIlK7eK4uVa/GRLsqq
iGc6qAkUgXaJ1m/ENsphr6b/IFrl2tuK52wznCWyT7PC+w5VFWTZxa/YUJ7vO8vyRTQTTjlLGHWK
J2Ulj/ABjLHuUTGPCDPPDdI8lT2YpIa7saTzv8Lrb7E0R0KR8GWDRTf8RS422ebBHHxT2qP4TvYG
/Ksy4eyAb3Wt2WU7eHwjeth7jkrCi9s5uYHNOnpnIRW+Z3JXLVqoIiHfAsoxtHZQ5ymL4A7wxooA
tiPYiom33xk7tevt7uk3uCfvf73lm+hbGn2MoeAVbTrWPPIspHTj74ZPMsgYFxaqzQxZi8g9k0WF
LHqqF5MsQjPXjXxL6W1JQKtl6Tw3708xNj6sWVfFYtcEpqb/c5Y0j2xUeZk8VdBONDonE8zDDoyh
9mALOuoY1tf0dF9Dxqe7tZPMzCSqCi+fxJ6/OP0620jOE8dYnMv8XBR8hWk8rZIeEqqVNZ4aUHbG
WI6x3bNmy5YxeXZy1CMnCyJJbDOcnIWMVWijlIhhOfRUs/mmCTj9gcgzSVSA0tSYcJfrgUde5WqR
J+KFNy7lc25utcP6wzTj4+YpsZ8Q9rG6MZZxcyaajldauY+FvoGS+3f33bmMpYElaYaZbAKDu60r
37Bgi+UDFFRPcVp4UgNtca4yb3KlET5nezIj/jQ2xlO0az/zz/tWuZiDn3sBhSgBrwZioUMmt8bT
GE1MvR26emWu1mZd7BKTnU9aDAS/D5bOJ7Vin6mBDDN9AfdKYKKrelqX2/pTY73nbi51x3roPFJU
/ec85RzcBUj2OwSdX7o39K64maOf5fNf5wsWxrXPw2YVoI0k3yo9CjmshyUx03s/hBzJzPeFvJGq
gSe2hNn/6pg4GRjZrrePSlgjUfFnfFWG39D0E6pfVXkSwUMb9Hc7781WN2pksPc9Ig1np3yiYMWQ
uPhEmn1VCnySqg11cWiJp/JH7K4db41K0gWryFnPW5F1nBT+CHWgc9oEWaVdOYRn/5odRlMD3W1u
YNSKX4OD622w7de1BEYYTGBg1yWqILpl7VkHzTJmCqBkQVKUwIf7ZAdiY5+1qRwrOCzzqUZ0umdC
FBzxaJROPR06gxtcWoP1DqRZ0WuBOzKzzf/WXikgajyexy5vCIsS0907n6VsFsVae7DQuxiZ4b8h
LVZmICRRIJQT6j2Fg7nuER3iQRUauokbcuMhzXPfTm/h7p1zpJffFfUoyXlIbpQXK98FxzrCbNB2
e8ywhHslG83aRJC4T8zABWFi4n4xeydvSwvu/QIq0vFTL1KUdsQ17bh7LNJwj7X5GRrxbkt4tu1k
sysMwXl7fmLOJjFCEJmCIT8dtKzzAUOuha7N+pV1gS2Rccy/4+3fZzjndTy2MvIdvmPnuOhoEp3C
yZ973dZt9Nfg1fbUf2am2a13aBRc/+rM0/mUrlv0LT4HYHoBj8N6WnPHh87GMuPE3LwM/Xo43beA
xZQmNiwq5DWEdm+OctmwbtRVOXIEqVYbjLkm28GqY0sOnVVi9Fv9ZVdhk/L+kZXYWSzPzgVTLjx0
gd7w/k0w9ygbWWhgLODqciNG9HftG1e6GMBmgeViVDiXSvly6Sc6X4KS5oKU3PXopufYN/kUPVcS
w7UWw8K5JMqL07BRwKdDJOnohpbMrDE7nOVOtHlXfbv/FRe7BWfC6KYZ0CK3Uh5D2B6DKn7pxO/B
UbmkgdVuzVzFnVPaG6w7Sq0H+0E0d5m9gWMrqsG690itkvbm+e+gvJkL8PDOK6J0FVirczIaZrEj
XDf39V18Sc/lUL7L+1k5pPoEfTFsdDyW5hmLhNaqaRs73G1kijcyWVXUJbyYy6RyL22Td0E5Qbeh
NT+dCFl4tPXu0sa8rxvLRG89KTPYKKX4f0x03zyJ6zcwxj1qJuumJgHIvQ9FBQ1pNPkKPhYOUD+6
boyJXfR1Bjppfvxil+/I57gnjQKZqMtLJfAgzcP2+cjc7br1R7F7ZFjfUpg3/0AUouhh12SNz/MX
Id6uzijNToHprVhzwUtjJMpcDAUhcqsLXaYR23tBl84RXTrbs3F6xQpxDNM+7dl8wqxvRSHJNPBR
HSXkW+0by5JBD/CMLtxj6QQyujSZWZWl2HWmH92PMPRJgjlhiAPXju5kezTSY4UH+gQYdr4UwykK
ZmMUWRJ4mY49+EkOeBEEdJd82qgkjRuZ02cfWM87VLMjxB7MDM5SpDyXSKFTw+erIOdFRI37yjP8
FWr3eEwiE/b4uDrc127RFmfK0QBVBFPb9sRIcIpSZso4xJf7IhbxaCaCwqNK6VYgixf4y6o1Sld+
BS9La4YOGpfvy1m+yWaCiH3OACmbuCQKO+jSm1Zyys2qMsi05Z7J3cWyCAqUGj9QOy/E99l3noEo
e/eAxa3x8fGJcMwwSzCLdj5TiwKllbhqomEl4a5SfxVvPPj8U96KOQvJEya7HsvyKGgKgq6R1Js5
7J3342SUMAeUbjEEz3w9sNSi4Knkch1j8DjEwgKXzWTla/V5tQNMsCpzxFv+APXZ+VGwxIHfN9ca
mWQM3e7Cn3eC9Uxu3vvWt5h5mjmtQrVH5UVYaWEGMUgoS+ur+/5+3KJZH2scDzZKgc/mPljfF7nY
VTAXSeFEF6+yjothGeAJdCs8ZQU7qJzoYV9EBh5D/+VBKhRW9FrVijoHcS/XlSFtUdZHq8R9lRhw
RPeXBGo5NHwEEUFk9H9xaFcwO4FlEcs3I0q1Kpm8VWWdQiR/THshBmErXlTeGnfj1tn+dQrNNS5G
UPSY2PHIzp8tRpwzmRQ4YSme1AS+Ai/GkNB7dxgfVmBoZ8V+t6DrT2P/Vo2CpqEZhKCsiRiyUb23
J6NwWhEddGibYXW1EDC4J4sCprTqOy3F6+ECLnX+7Bk75qNv2Ry+taHgKBQqmQ9KlUAf3iZXt7Td
IQAnq+hK1/RYrH9v2FHMMrh/y6RwCWtjKtCPQyukG6+VYDSBodrJh18YT8hXM+7GZbz9FkZh0yQ0
StAkUJAIc8PtfW9aTBMrfxudQi/kHto+imIRuqjOJ7qKz+dttiHZcLTA5ViZZTLELYbPM3EUHhWa
1HuTDHErRBPX3i6ekn31AsYPiyFoCdJVFEcJha6EPkbKLrg+yJIRbRAY9rS8t1NqgaoF020MKUs3
1FwKZQkDGurjtIUUlBJ0JPUlwxZtrBhjaLPYGjqXQxlBlJS9OJaQc1sDAkqKyxatoZgK/fjAkmhW
X+Rin+ZMHH1RxcIEFvUU4sDQYjk+4omLc1SNFs0j7viIZgXVOJKufuNcv42nQjZO9niosIcSg6Ob
zH0sX8GKc/+oF5Ms899EWU6KLbtlUJMPOljuBXPYBjZsolsHiAzKyi/9wPA7aQm75gKpu0we1FhE
jV1A9CGs49GQ3hEdpL9RYeht92iE7jk3E+eyPZ/Bhj6Y0QtyfLIJgu1UR0+nzdt2ZjyYqJ2xuNyW
EGH+w6i7qZCHlVDl+GEvFdpAdDYr3RK+zQVQF9GYtXk7FOSoHbc2E84Q1/+f/45/Y91Gi+mPuSzq
Nur0Ias54qfoFsVwGzIgmbW9gBaVe/sVvSpYh15gKPul9Fi9X6xTJP8+ewpITT/IHbFxEfu09YfE
vm+vi9nIuWIUAAlpEtTj7Svtr+8B9umeVfsAa42wRZudllj+ZLou6NgmhiFzSpuOa5sxw8zGZQ9+
uPf3zAIjia2vUwtTpwzQW7pxVfVbFKUYaGODQc4gilu/uJ/SJXYYaLfYQDOXQKHqJDcYGU4goXjq
bLS+EzIAxtdZBu5vJShA1Qm5uupDhEW8GZspt2ibYbeELob8M1XontBhKiQx0jtiZY4zupfg+Jfx
i/QdYajy97jZRGvW5/kHoPxbNbqvbAJ/y8BNLe6Kq+uALw8ItT4hcCWTZaw8xGLVZa4fBZKeoHXK
wEM/kBpc8kff8HdJgF5zAxW6NXbYmU9FafwGafXqRJp7vxi2uJhhnMunsJCMoUSTAPnjGn0EgCr0
biI2Z92IxBzoOHYuhkJEVW5Ub2pgLhjMqA3fbUgVg2GT/wCF3x+OgsJEA1NAVEIXJCewHtiIWxAC
RkbqWMW6MXe/Mef1+DsEszvDF5ZisrlyFHYUiKCrNodcmAuQV3vrNtxn/ckSwzpDCjfG4T+AuLe0
x6tuuO1Hs5Ea9IpF+GpgjV2TnhaGbktvqrluFJSk/BAkQgjdQFjvYoNabgQfLMVY50dhiaJ4cVGQ
Kyw3kpOEusRtsoplHcvhyN/WQVPtylUVt5oIE4Sdy872M96hiX46IAjTTbh3cH7Yme1e2gt7jAww
TpGhIU29q2TyCogPSNk7/N7f6WbphM4eNHkMOct38reOFJqggCu0/IST3KO+ODRGvyKtDRYyTKA/
/Ewb1KjZS+4WBxNmNkKT8E76wHF6C+0I4xU6gm4kc1gohemEX6f14c0O7NtsQs18PjBcgp6z5Ap5
RMGYnOswWc4WDX9gTHhanUi7O9iGmTVy1nekECbup1HNRZwvGiawlFPcYOF0baLp/Y3w7PsO+q2w
bPf+R2XdRzRNbyKoBXIOUBLDq6Dww117+WsNupODjZlx1pEuStN4TpNFicc7U5GosE6P0pUXExXd
yUHiBj0ARmm9yusdNEQzrMHQbulI5/L+ONJGkxLyLAGL2Q4pvdq4oGHbGkVDNh84Z2dikk5Hewor
s7IUhWE8VxVkkUR8MvUcEpIi6EYsr4XROu27irbxguX2S9Y5F0F5oxyVIS/WPKzTso6fvfPEAOfF
4GgugL68J90X5AQCkIkioT+aJfCqxTiQjREM7KJhyFtC0Lk4yjRWeVc2qxBHplVG56MD/C+GgMXO
07kEyhhaORgwDQEJqOWinvZppCQCAgHcfaNjyqFubFBJdV7bQQ7e21ewHgbmZa0+IvTBgD1DFPnJ
dOQzV4m6tYNwTJB8uqlkARgTh1+D8QyuxMpzLT6Y5pKoq7qtygDLOicCTujh42vQa0sNQf7A2IGV
1WIzlS8FB3OJ1MWtqV1eIdWBz1Ua0gUBHftGY7gpnUnJmyKI5R4iWtI2h9gR0TjyyK/oXHj8/XL/
WzHsm94JlBWlGKnhgAMc7SB0NJ65ZZeBCHTuPa9GPeuJNuB1iMDts9uYLEr8xVTX7KPQAJ5kaVXC
wElC4HpVTMm8GMCEgx1eHrBzlml2i5n+uTzKZ6U2jrWOoIJ15a/c79yotkc0cqZrqTcnTN9sdjlv
PJeB8fj0xbT55dvjbxSnn+1yPUlTPxLhVo8FOIT2juXASzHVXD/agYdyTAQOboXJgvpcY1V7ZqSn
hw0WZaIJmGGCLGRSKCfuRm8UkoBYyNUdwG/nXDTrvDaG9fMXI65YzBLMFaO8ty4y7OQUYe6gyBY3
9S/57eu+Py0GhjMJ9ON96sA7j825UMbFBShuQgNDq09nMpiBqj4a29ZPPVZJ7lmFTwbm0i/4TB6m
iY9wiOH6kdkryMJZesSLF7u45Fr89RdL/rUPtkjnoljXXSTZTBJwhiHfwiw6/UNY9reh09NeQeJp
8sq/gTsSVNgLATbNT99+A7vHh23WW9YVycBCerBTBH/zoEYktKhO4emJRcrLQil6xivm1SpBHwux
8xwXfWynm9pwjdA3RN+QOpButzFuY5Y3M8+RuvmLOB5EkAcQk8QO32kTWGQt8QdWqW4e0djyX7oz
vTWH64ZUmQp4AAIN1+GtS4ltqjL2IG8BVV8sqGJclvSiHE/u5TISbv4mO+578OU/xqf4km+BVf8H
jkABSKEIfloORJyFaO3qvnDrq+5EvOnnhndGvSjE6r77kMJyPvoVr1beBJ7NGxojBeIcz2vpsrZ3
u9v8GpMTjHG90O/2UgvFMVOhYY+ek6vreqjC5vZGj+xH1hIBRmigUY+FMm2aSRJv38475Qe801ll
j8XC9QyO6Xd6p+WoyJP3CCi38WoFLfUbSj9PyKaz7pbFtOZcFPVUiNOyGKUMboaWJ1BY4ZGMPKqP
TZIn7WAYhzcsm8DKEyw8IdtVWKQzLHDRqJAEzbaBL/BQFEQFTmJVm/XatNFAhKcEaTxgvCZu9LN3
Qnz6gd7JUSfHI8S1JjLGyFFj/+1gYALxtDZeD9kH4q6n8fUpeSwIvTlzIGuRXGB+2FSEkqSqMqgq
5MdGhgYVyfJC4zeicYaerICB3qIDNpRwtRIJdqL0nNoBWtFZeWKmjVKYMiorFatqiI0i1p824voZ
jRUW8xJnhSb0UhweOceQLyGncq7orcAD8JKgUOtZ521jSJaB2qNpm5t4ZbKyAixz0anMQwfWyCkW
IfpK2lSczy02SeFWGDZkPed6ePSctWIMWDxxMB8wF2DU+9XhK+kNZuplqYYzsxudghywl8VV0t3s
Bomlbospne2FZHvAq/D2IGNUh5grA8AZb0a6MWgl8oUu5BAabBvLCnfV7x2Yv+8LYYTsOoU+g6ZI
kUgcwnp/3dz/04sFk/mhUdjCN2oYeyTn4rjD9uijRQvdTJ7NEMOCMJ2KU7qV4NW6DDEvrozcznHA
I+7X6QDyITTgWozzYiWSdApBGm+qKpV8lD0ecc6725+P2zOGOlfrh8Yc1mAEYpgB0/+od86oxUpc
3lJXGF6ttpOFEi9aMoxiY6MVt7NF8xnz94S9ivH9iHfdAWudAphJ4saYq4htdFb3OsHIsUOcpd19
ISrdFOQp/9FunxxwAzoXeDdIE86nX6+jY5qrN+aFuxipYGQbOK8hb0s3Dmr10IIeZQVQaVBJrI3j
GexAazy0CoPs+AUT2AurO3zZRmcyqfRjO/aZ50WecMm23LR+GA9voC2wc6s+knDs6Qm8M6xG5+X3
8Uym9DM9HSb9IOotZFrB1i06czKkL36XgxeWbGwjnIoMe1nEq5lAyt+9vsWhTzoJAX3JEFAB9rDL
zLwvZfHBOhNCeXvki+B2EiBEMrmTd/5Xr5DZn6fcW82VLNIU/HnCemTFk91dhs8xOhAuxWezeiaL
Ce4rtEhFpM1EUv4t9ukqbESIxOhpYrTT9ZdpZq66BUWJWRXOI9MaiQ5/+PVMIOXXsd5WgRD6ItZd
f21+v/yrhvSZQnQuQ53GSuJCGN4e4UKNtYy5uX4TLORyNxbLHJbD529l6ARGFfsctujBm2OjN7Et
BF09RyQ+FfTQnhCXfHxA7I4si2J1wrN8mk5uBKugFlc8JO+vaBMjbTfbk3HQjDcfM4gswqrl1/hM
TwpBMKpWDzKHjwa+UtBDYqEsNpmdlMu6wbQYtkH6n8yjXYTmmUgKQKpKBBEdp0DBPWbej91TYtXr
wBIig8eLFfQdMankWegrYV0KDCenUx6VlosJCm4CSHReXDc4ufHGQciJxhlrfVDXBxP757EIcsNK
CzA8Q6XAxY9jJY9TuOLnhSTgGve+qzM/IoUuUthUSUauHhedhY4D1oD1ySA1KOyCY0Uqy+HX7PNR
uKJqaehnPSxm/14/6mZ+wrpH1sj+PzgBokSwjOkSdxsKmLW2TWHERyIfi9DoHe/HCUa5PeEu3UVY
HPOIBXesUHz52SN9S6S+EV+D3GIkEvfJ9r3bYkoIgVfnkjIRKw2wHOzNZFHfqwpbjOU3kIUpCusd
OSnnDGT5BWLLxMZs9ePX130DWSTqwhjA38dJfTNP4jO/VCJAs/XZnjHykraWD26wcsAei60hbI2D
Mdgf2GO+eUL9/HdgJI/k6bGZTrGBO4rxjiXi/rwpvn8OdVPofSHxcQ39rXgz9ka6TZ8sVjbnH+z0
byE3p5mZUFNmHjpuoXMeb4pXuXKMDaY3X9CUcP9wGcrcTHkmBzuJ1WbKoYz8ie1pZMmAzMCtxZmv
2ee72dNMRCFVfuqngYh891GJyKDrzuqNTYe00X1dlhMZ34ZyKzXNJKVJFkxFhkND8R//Q3s73lh8
b1ms6GQ5Wv7+OtLPKLLD2u0oKCBov3oKnrwWLMgb/+kx5AwW1/8/XOXfoqj4sRgSIQ4jYvzure97
NKEWUmKc/Z4+J3v/gqxQj3GB5AE9JBELm4kid2xdoHClb7XU4+qQuN7VeXe24HQhL0kDne87wkxH
KENZ9rJ8z31rTOFLp/r1pBKZrfmi7Go0dO0QrqxO+y/mJMk/3D3fsihoyce2jOICtrknfbvOCk2i
2zWY6Ww8IMGWz1CN5WwUcvRlX46RDmlW4Bn8Y/Oy+c0KwFjAQVOLybzWCj6G5y970hCD5losayv2
CdhMJBZ2MGVRmSg556Zh4Ilnu45iVhF2qvrO6sJ6Q7HuU5pQbGw8pVBuXwnbt5W1+/5pXDAm/fbW
W6CqYn0lplpUVKmPWRooMTF6HiGehrchmohId8J9uFrkK5kB4y3RN4OrVg+SjLtdJFe32L5/rgy8
8RHQYZhpjcEKlOZA3lGYI9ppWTnnxZhO1rBGkJM50BdSKsoi8FiUchEPhNqe0NvBuFaIJf+BG7O/
TwGkIg5iWo8JAnMdLxBQcjQG9zWyxnKWM8ozMRQ4SsBgTyZqvCAYVl0kyvG4vv+VFic4tZkMCgI7
LfTqWIcqWG7hkNopOui6vRaCzT9yg3VhMUfqFgFwJpECwCH2PSwLz8jHEdaNhTqVHiOhe5vlZN1k
5EPc+1AUAIZto0axnorIY1cW+VLDoUqwTnIDlhbWSZKTuieLgj9t8tNeknCSLeRYTmApKJ3imca6
MxnGd7OamV+RrROThBWxl6iw6ssTekdZ+z9ZhneLRGYi5CJT+yKFiBeU0svnzkhGs9QcJpozPs8N
qmZyhLjstciHnHG9vyrr93S3GowMzSMl69CWg6dvq7uFcTNRulaluSfj64AnEgsubUQVvUG6fZl5
v8WU2EwSUXomKfFWZdpqkFTaV+t448++DWHbiHDN/QurCrt8fczkUSgx1d7EdwUOUbxt1HUxa3JW
zVODTRJvGCPAFjRW0m8xPpxJpDAjLqehwcoY8RK+KCvMpqFx6lG/pK+x8e/uxpkoCizyBFsGahGH
GZOIV8UeL7RwYpYGVRhM5pGdzww8XAxiZgIpxChzLxxXCgRya+V97x4dFLymh/oXNqL+L3oE/jxJ
DXwegqRjpYkgSPQ7qPN0T8ZYNsKZNN5MjmpIj0FpdcKuSS3tlaHan8DxUxgVz/RVJ3V8XMKrQds9
WEjsYF+D/oiaCf5j3JALmeifwojmMy/QV12ZYvMVhBF2velQBUZgbdHZVLekJMQS9yf4/hRH3fhl
LVXd1ENcXR0aazSFXUk2CFuqewhNdE8PZJOLxTjQP8OMn0IpzwuyME0GkGShtw9Pll7HWrR6dMAZ
hd1504oZj/4JLD/FUW7HRyud79sKxgLyL8XIPjh09G3u68SyEcrfsqoL/T5rAV695YBlUzpx2Gtn
mvelLCR0fqpCedlYge5fUqEKJoA5M87s3MdExHiUWrPlEQmwzIN8/p9380951N2salGjrGrIs8Sj
W13ilTG5SFQx4YNhhvTzZJxA3lMJt0+U/lU9swzuT3D6oQZNGV3g7p+UEl8H88IYv+PgWQhpfoEO
TrLT4Kwy5DHsm36YrDBJMxXk1NyX8CNw+lPGQlvGd7kxsc5QovPjmi9aKISx7310kXpLWTnJS4EX
P4sJbSHS/Xl41L28kkM1nTTIenGtFZrpvG2H8bfb8i/GuS3ETz9FUcCgBmBV0Dwc3Eo3sGWsPQWQ
w0rTLCQOf0qh8CBIc6nJNUh5ca/ty/to68ZU7FqrUsiL7sk2FeMNazseVm97d786unvLLI+EW2Rj
/YuQ4OdvoXBDCfMeveHE8EPFaNd/xVsxMcCkxyoTLKTbfgqikCPmEq2dRtyYZKO11Udb1dRVM1MM
i9mKwsDC2/rlmXG2fOTXjd8heWjsraIztMP4K2ZNqbAuSomg/kzKVPOS2PfELDH8aWlrHSsNjxdj
vY4U9AC/MID3z8fXj+OjqY2zysOGcg7f6Tr4tmxUB3Au+mi8suXHLnDZBQniVHeAl16BVQsYgQhy
nCFanINyd0CZUzUt/qRjAI3hdQuZ+5+6UTEAVwo1l5CTxKXivaMJCxTGYEA6r7GgZHtA0w7ztmTd
YxKFKWrrNX7ZQz0LcHx0jdTttyYzJmXgsETBiV+XmtdMkII97rt0NJCNalLDWD3LayAlKgAsWGZE
GhKFLPU46kknwkqm44v2WKKG1DJzNAsvsp+fi4KMKsgbr+9rEmlfrQmpqAFcSG4c2PdNnnV4FGBM
meA3vU5QEjSH+4zx11lQT1MQp0VQcV0HLdKXXDG0XViYtbbFqubc0d/0zX1dWNJoJsAMe7F1ubqd
WWdxL7ojfLWCIWxq9gYvhufSE4DY3qXqoghRZCk06mAO59ZO+YabjJWtW5hM/2EJNL9wO1ahDLp+
8aKgmH9VKjAt6cYR5afa2Po77qnK7GFdwn3BtsSIDFmgQVMPl5lSi2OB+0RE/cHFcgw0WoV4qqSu
CoKLFq32gvFstqCuylwGGDPuF5kCDyGL2zglV1nS2NJkXlZmolnyxHymsL4kBR+8h5C0rSCHkBhM
gYV3UeIgmYgQi6ERT4DhDtzLFHDw9TSmIpZeoZXmxdUxNXqWH6Z3ZMF81MSYmTBWMECzMAndgGcm
eYChW8EtPjXjiUhhlp9ZWlEQoqlSmnIyxPTmy1U9OpZg962NKtFk25tGZj2OyJ+7d4jUY6US8jFW
yFv2ReYR3++nwuDWIG0YsF2r2pjgM9hsVOZ+UBYe07OEfiKl3SiQwww6o/BMUIjE1m+MRlj3QWwZ
kMF5JwrgzeLo7r84H6Kqj0cExy0h/1k9SrXJ8Op/0OVbBpXq6HS+HYOmJ+C1H15t5B4M9ujbsv9+
C6FSHKWWVsPkQciVtGfW5jY10Q30gFagXYYtvCzsJ276p1l8i6PCGzXuRa4eEQXsXawYdM3aIut+
WUfHkkKBkqJkojKBDuzyUnCGh11h9z/+QvWJYP23FhQYdY2gxXyFvx9j65Fo8Q8YdUNTD0PMrXJ7
77AoICrzbvCG4WYA9YfuTBgvwn/o/my+dDN7KEOjP5gjVrKQ9Xi/o2eGlssB1LeWVGwzqqknVS3E
O0ds2V1jOTIz7cv6UBQohRmIoiWZaHjFBY0O4eMFrG0nH+x6bzjTpx32Vvxm+dXiex27wDhZgPsq
NEasYqlvGnXCkygwokP8kLxxf0nHdpvZMYaanqINq7FQXFATLQ+awINwXxLQ5gmvmD2PNBnt6kJZ
CQhFMWOUbJECfvcr85igYOU/HLf8/rwysRjp8KpgL1lhJD6WILSH+vBgP3frJ9YBLFwFMidxHM+p
MvYsytSpJ6nMqX7jI1xozOtkRYGhg+SywDI77L3Gtrd+M0SW8uCx7oSFg5d5nLouCTKWlNC9H83Q
JX6Z6/jax/K9e/UOq93utxgZ8omBzkt36g9JFABgnNyfigCSKgcrvqOLbscg+wW3YWtoZuXcd5Sl
0A9t+rLO40Qxc6RSd12elBIuA1hxjEknt8zsTjAmH49gEa0K586U0O5eTw8rd1CMbv2MOgNzbmfh
PkLbAAcSR6x1kESZ+gmjPwyV5K0QHu2Eh89h04RGuEEwpnLrdAuaaGybnI49C83JDUQBFJTWBE4E
NwzH3yb5ZnbN9XG6Uj1evyAbaXd7YVtuA0N4fWQ50ML2dk3nsfQNh8txAF4KitJVpGRDKUKQNWIx
aPnBkWpr9ZIYRwWzNZOxMtKPDv9PdPnAfI1CZM3FHUc4GDTV4E8s4Froff75gygXing9a5KVoF9q
239wEyfc1ea7v1kZ6kOSGN1DZOeYhmf1aZG/+sd5z46B+speH3iyz+EYktDQz/EBFv3E+qYL4DA7
aoWjog6t1eua92X9so+2rT3qZtc7+oNk1BfwNmYW2Vi/i3IWNNzXTKGbHTI/lqWyUMgHFnb9h2j1
tRE5qSkrWHUumrZyzS1mIokllEKJoE9W0ZRCVavarrCR8YFwCt3Hhj/DK51Dl4YmKZIET6HJCwbM
RzZ5GXuXK2dfLoGJhOKV1e98o3v4aRY/hVDeoaBFSi8qCHm5Hv9ynL1mkuk9jCLznZFu8rXrYDIZ
bbvHLWbA/E1wPGGnJ2b7Ph4eHsRdekKQ/IhVwsZuFzrY1oBF8qw31S3Lfu8nkk8xQwo/xAIKT8ZP
tNCR+vlJxno7TI1ee0wVX9YPOzQZTLsdb042JrR3Piie7n+HhZANZyRrmq4BqGWwVf/8AVPoy0JV
eR6S9JPTdYa8mTb9WzEaySY/rt5YNd+FR+QPeTTRiF+KTd53uocbKNuGtQGaJc4ud6Wpm8GD/1YY
w0tlCgznXYgYdU4Ho6YqylhbD11/ahmWhTZkeSaRIS+ykksywUcDGliQg7wd8LWfUQBmfduFBj1c
ArjV0fyLViVExj+F+nXiRXXYSxeENbyF/ihUm0vLOz589EZut7aKW/Hp4/73XJiw/CmUio2VLPB4
8JNKAAwYNfaBYQ/jX561ddzrHmRSX1/5xuq7TYnNS7sd1i49KqmhF8bjy/3fsfSdfyhP+Z624rtV
U+J3SITANN8lVvjoP3qnrTFeM1t5lT5Xl/si/0Stn5pTriSA12uMyla6YIfSe4HV9NvKd1ghIjEU
yl9/qEW5ix8JdZLLEGLpx3flr/OUgJ8EqefH+7r8Gbb80IVuHQjqTB0qoZMu2jo4nk/ibvV1XwDL
OOnm6TEsVI/TIWE6cu8Nnk+ihQZZtMdK1mHY9dcENBQ9A2wWGoKhFta0q4KmC5xKM2vEY5qvpmTE
6WHyES25ZFG2ezFWZPZlf8biorUpm0/cHvQJGRYgiluG0ovHOpNPeeRKAn19Kg/EOVLC10fG80sT
hNCpu43N0ysZGXx4fgp2gY1cE+ObLvA3/NSecs3Ub7MwiqF9dw0/lB08c9gMxhmYa59eD/n2AXPH
Aat4twR9P86cckQ8aPDP5MzJPJXlHOXNZaus0AoNTmHC1b77PX6SEwfzIzP3u+gts/OmXFIcayVr
wYZAipg+EugvydPWmB5tOz19SAdCg2Pq/6aK+POcKR+VRLVTJxVfubadzLoA/EAoa9hvKsueF8p7
kKRyvIRABrkuemJM0cMo8zUeXxTu88nvt2us48BcLVg8N6E1Gqya/QLh1E+B5CU5Cxfy0FcbfoJA
0I6ALnALGzqDJEmxwOeOXHa2zkw85Zg50kVonelJBYQ5inzoVYVYVGXdwuGlbfIgHL7Uy/4xeSc9
/Kw04lJc9ONkKU9VpzRXsYBWQlUMLPLxplx3m+E1N/XzX6i5gwLSsD+enys3xinr20f5qG41O7Gl
BwbgL7vPTHXKaYUmwI6IFD8kRp3YdbrtgJVJwMnwcDiIWMq4yy3U47n/RfVi+QqdiaY8t4yUlJdj
iC7tF3SBoE04X1cj4lEOfD0snFhIDfw0LcprBCwCyouCg6KT2WWAJu7pbVejX+eRpPcZ4T9LN5rL
Rg7A6OR5EwzZRUCuGR1SxegZJx3jmElnIO9CF+UP3WguG63C0g2xAg5pbrkDj4BhrNGvjnEJwpqa
2aGlMm6ahVreT4lUwJkHcRzGDSTK/4+0L1tuXcmx/SJGcB5eOWu2ZcmW/cKwt7c5zzO/vhfd9/aR
UixlVXecoU7FjhCYmUgACSwsIBP6YTvxyn3sy2i2h2S0qacmVZMeEgrTllxf5/bzQFs8EBCM0DI5
y67rH1VUCQMQClIlSBmOqzPVda3zhnn6ddlPGDfIOImb2ozJmDSe0uV44UosYQUCLY14LobYmYF5
Zv5CiGKvVFPX/+jb3sTjCFMO7W+XBvem3XqS1iYRFDUZcwh+vcyTBWybw6XPzwy4yf9sLbzD1i+M
mRmJERk0Xb1PBt5qDnHroyape7GHaNBNP8kGN9Oawr5vgfexQHf2gvTJs0qbEj9bsbuw9mqjCUed
jmqERB2EsjNoH2d7AoXxygEdy54HPICiurQlEqYmCuJEE1uYms1G7g2QIblzSYVKdLP0tr12IiTR
TSNVahyovHgK3oMX/ltGMYB5x/wEKqHuL47nwf6RvDaDhhm3bCxAX4KtdIj36N7bta/VljO/VqA9
a/TjES5ru+fR7LmXdUTYW0tx3j29Cufe8vjr/7bDJL1N5Pfc1M73lbc4kE/pYNkBZ7JgBJZ4fCxq
ocZ+o68kqU2DmWQyGJpnSw52APbTXg26rocG1PUM6kao6w/titwXYG5FEtaoA3AhYTMJz4jCTg5S
s2dXKMy5YJjSzH4DMnhUpLV3Zlun+uPF/kJ+Hp0zYZCiyJeqpMFiY0wwV3TWaBjzaJ8Es3VKTwdQ
DQC8OdkNuBfu0cbcvLgvxvv7G6KFyXjHRBfaVZoFPvogIjwJxLIKChZeQMb0qi8Gj4kV53QY2OD+
tPr349XTgjIy26yyRR2MNfY9BtVpayFFZYNtZRU6XKrzf97nhhhli/wCRux+Im0IQ/n4A2iLJayU
HMRtNkYinOrXn5g635GjbCVhlWohF3pM9RBPEa6tDgYg0KZZjxdAid8xn/02fh+mJsR8DVg+yd/Y
mNIwgfU/MICPZlATYfS+dfAuao6YfV1qLqtnZ8rVmXfoTl00VpFZVN1APT7vwdX7gfVaP4w0DZc1
20pf4h/wklAkLEd2VyKIJwrTeUogTFAS1pAN1nKe3t44kO3Ncx5NatC6+KC/EkaofxVEtcelqoj2
mMtMFTL3+B7PmJhNpdul7Rzhltmh8eV6xLI2YWZOG9GcVNOkxlm09RAanmFuYBJwyhzwXAD7HjBF
7Wuw0EIcmj+9q4Hw4VU1HuvkciCpKXimywLGnf3WmK51ItJgTMVAAnzeTA64yjClP/0GYbj7Ta3H
zXHvvQL+jzASQ19JHZP3cSQhLjZ3ZqIi3aTqBvp7qZIWncQ/yyLh9KUKVkLfD6VftBKAsPmFynW1
/Ga6kjGv9mrrxkoTQbDv/b6LPzrMrnE0Z2afZ8zEeaUcE23niHuVTw2njh5kae7OFFCht/nVYKXv
+5bWTicsRoNXyyL8Kyq2WcnyzPzmNXdzOeLjsGutYmXWhn06YmaZhqHfW0y3aLd7dPquf37AokSF
/C6/oa4+g3C2g+YFvldBMTF+ee6081Z2u+I3NDzHAh8bwokrOYQRiUOxbSPPxwXYdGYJU4zEJDqZ
sw2SDChIgDozM56fTRoZyULPwq1cwqRwfZd4woj1vV52F8Vud9Pz/jyrj0GN75es11yFl1WZFXme
bNfu2q4UvD6RTvUaJbBcl0c88JnXcCVeECogXPqmDVGcvSV50QUMFJN5lFwEViMOT8p8L1fYWaJe
cDrm+31yf1lKOLboTq+FECfXtUHCqF0u/Y6X/qg/4z34qDfpz+4SAmSAVII5bv8NAr+lq3gtljg4
Ucxlr5hmsbvGDMK5dREkr5Z3avTadEBnYWHkElSGEn8tvsKv5RLeQczbienHdDZpig56npnuAaxY
W+sMZh6qb12Ktv6RdherNLXUeTw/r/ICLJfwFm/X3Rm0RjRBi9mZa0FEUNKlsRS0s6B5hg6oCW1k
NkEbiGEeOuA+Ep0kYf7Bf62bwKbcmu1IVBuxnfcR80+SGaVm/HzT21sX7/f1ugiLXWlFl9R4p0BM
ZV5UR0HhUQEiotgERz/STZO2k79NK48WRhjuKfJbSeAhEVnTy05C0vDCuGypT5op/zFM93UmwRvX
+Md5RqfQ+by2JuMtSwAqM9A3T/ueRf94vQOEERCEcuhGAd+D/L+dWrkzHDGUT+h1mnNcOlERDXLS
nItHqZc40QpEM+2Q9hDEZPpOu/DgqbN9ZGpfaHdwKUK7lkQcqtgxqha1kDS9IOZkEgOjg+0OBgDQ
Jli5OX+pQ5kozn/Jfl9LJQ5W48dUGcpBOkWaPsZm6rANMiYT5uI9zzQbPJJ+37TM9/ybpDKJ8jwF
D0hejie7iboW/S/VKEng6uXA45ADO6RzemBLmlm4ZWV6OkaWYhSJ0bqpByKy0Xm86EXrfv0BxFZH
1cAwQ4IPyGqzfEXFin3XjO22Rd4PXlJXnDeDBdAneJ4i2n4vnbIyw8Wwck7hyJEDrJZB7hQoSMKB
MuOwe82P/nOQ6Odz/xagzELRqgU6FQ1R/T/yiPNNU4AyWwXyNlGByC7gDNnswMicG8UbcGrI/Y32
dt3r2lYCL1huBc4I/LYr/C/g6RgDKvCiiLFQGq+QT3y/Z+OZGkc5JQAfs6IeKM+9La2bOa88uv3X
87M46fNQKspZLyj4jVzCtaWVEniAqCt4yIH1EZ2vFwwq5k5fExTuKK7E058MvHrr6WPd7Fxm9YPh
5o+/YAG5drty4vmPAckgz+HxBb4rvaGX6AuNKc+vF3F92dTrb98eXcqhL72UZ8inIgEcgif5b/b7
+vVQoDk2BWrl1MdP4Yk3kcweN6k9v5Sf603gSO+Pl/jbcEvc6BuBxBLHJAv9pGOgZcAKcilGPx0G
M3TZzmLO6epz/eLtX9aWHrz+5tZRw0QFswEdZAxw6ONPWfL5Ig+V12Q0WPCoHd664HGSuV5NS+bE
sGYFR2hH3wxnSZsJvsk2dPVgcDv2dGZRIn6mYpAWIpsb4cRtmxJGw2sYwgXeiHjj7/Ew59kLa2As
gPtB3+tSVju7n5uNxzJlQVA5YHs5IJ2JtI/aqizDVoN38lXD3uX74kW0IltR9ATJ771ldBYqxkZ6
oOzyfVqakEvsclWokRTwkFtzq+at2mDEKjg3a0Nw8aYyTzsW2eHE1p3adk6ZaTu+EyEoiILVS2Jp
MsBBmZMYwtPj3bh/1/1+FabPYSPQMk8mHNSu8bJAFIB5U/4IG+1ZMtZnWuvXfa7yVshdoiEH7ZHK
QgjerqkLi6Lol01hdoElP8UOkLHqk+JZ0qizaJy2Yd6QPf5Box0/0XzJnbbNXwKUIy9zksDh/9yq
ulaOXcJnMpYreKgkHb4O8wz0qDYzD3DYdTBQTv0+oUMIJK45W0pVkHaSdxoqt2kArOu+252ym6xq
v09Pk4UBnHi08y5F7r0Tu5VL0gRnXZF52HHvtIl/Npd4n+sYlJDp8Ydnv8XhDIxA+WqOj7SnZ0yE
eKFZ8MVb9s9GK4S2q0meYOag6p1ySWdrvWH1xmKe0ye4DFiRx0p8j7yeFyuLisiBt5ZTyAph67da
w4oBc9qIjvccPWVbzxr1yEKx3BDXYDgEpgh8vr4zASP8nnZz4QfA65efx99x70SI7yDeohzQ73nO
MR4arpy41HPF4rdGbIZmaP9EVoMByhvajJH7tg1CJqHRasBgwIjqMyczyUGGNWzt5M/JDmMMqNvp
/Yco6J+y7fKb9fj27LqJpXx+jubnGSEELWyYVZk0rIokAkomcHOwRlhyzS/92htrBh3o9quP1/90
6g7BJd2LRrxWnX7Xc/o6sWoEq6KrrZuPCLNX1iWnmzQIOjeLIj5FA8sPArX5WwAyvb3mhdo3YDLH
rZuHau5h16wBnLlI3QbIo9JCh4V1a0iscBwGeApYPSGsCaO2KpWImdOo6bH96GLkH+SD9PPJm4nV
nV1krBRqW9L9e04DU/o/YknURhcreVOlMYMEhBljjWKkb0tbthE50FjUly6YxktgfhfwLx5O83Y/
46HX8iiHrG4urj13ri24/Tn+OM33Skc1Fez+1ov4lh+QbkVd8wvq1W9ag4a5un9Uz4u++hBCx+Ji
ZIcpxoe8bjCWrvi27Y+P3WazcQuQVNSHDKonG4fx76ku9fZspSdufieU7/ApGT13Md+tOzWD5cE7
HkUc9JjcbgsmiIhB2/a4e4ru7TLAmEPDj8ze5sFi9Z3PLLg0Ur/FHdAETVRRM9IkjXwUBHXrSawn
B2cmMoJDqUcX3lDXgZGYNkjdjAQ+1ELBN9OfDqKZuLFpFcd1bH8qn66ykszG1tzep8aQ9+V9Dc01
wtysxeKZypEa4mVVxHZCnJ1bB7N/1CfvHcUL0ewxeatdJWfWp3jy+62f5Ym4dUDMyxKJuBnSjFN8
LcvO6GD3Ma3jp//6N7B2d3ULrErQVAWEYcidAip7e8B5OM94KIP8XKwuDa+z0UY+MQ67qUa8/yjO
Q7hTJhW5EhEQdRmv/LuOvyhK+5QLh/LszzN40O/mIyxFcavXu51XG9pT6xai+VjofVeYdiuUcNPK
0LMoMEDobjjx5y/7K3pJJjPZcM5krBtUz23LUBz0XrxIKyPqXIr4OSd8e4GAxEeXnSKhP5nnyGkh
YVMLcqWK1ZlfR6sdczm0TlrqSWMgqWJOVhLocqiz+vS3ACc4yixW5lQOJqJSoqVfigXyO2RU3KDA
gKZzv9HU1euv7JgALUVqdRYO/Y/yJ9+X+2YV2Bxguf4p3dqYtAmrYkx2vPd1ZSc50R4UzXCi50R/
M9ABCc4zFiSHgJqwxivIws+u5PB2eIgoeZj7l7GGsSpXX0o4m7IYBKHy8aXcobJrRDkzRfUE4LRq
Bra38mxuLx4SkJW3tLNa0M9ryWQNr49lr0SWojprLm+EvjHABSBBcMGQPV4PbUSSprDKN5khvXtG
vc6tfCOs5vfqY51ZMIDYAVDNwv4Jigz0+u2dlKesCgQ1qs/sesccotNks58HAMdlI3WbueYM29fM
CDHjrQWQO13hwuqJkRmN9Vnopf2TrFywTUjAOvk2FZ27tEvqnLTBE0OBXhNfl2d9DirZujmDz3V1
il4kX6/fFedFxXPvoJj88fFu3KPyoA8a1FaQcZNZ4Tdvd6W5MRcMUqK0zXmEZj6hI1Y0+cwod2Ok
a+fi40fdP0sw+6HNGWdplW5UK7JavXalFU/h+L5Psc+fovEqkpSsxmGu1e3BSFwKnr66qs+jkZ1a
WccwpdyYnNYcL/FpXAWWZuaUmPO+CkPInI/javlVG+Ugnf2VqQEBVGxblC0EEx7BQspu7vHZCjPp
spWBk/7x1v++WgmjgaZSkeNkTpN4TiSi/dYb1BCYyPrcr0dDtNq/pc5KemG2bmk1ZvLkb4SvQU90
zmDtzgjxb8HoV53FrgaUpYZ9/EJLpix+EmIR5EgxYZtXyTGfTCWLjCDV7bkyk9Vgcqb4N0CfwYSC
R4UEvKWuQiNdqYd41YN65YhGP0CYDeGAUMISXUz90ClPooXIEWkW+DQWQBZ0O5OWVes9VSvzvD1z
mV465Zn7YjF0wdKM2m5gNRWj0DOUskQWqApT2m6QzVRs0dh0yLYOerlJaFp6H63jgwQNKV74WBkt
5rcaM3BDpXZd1Z436aRPwACuugNGUB7Hw4jy1uTD0aR6tzWLNberaA/V+Qpcq4yGfnZk2jg0oCFi
xH/cCg87TlVa0e/Pfm82l9FiI0tw8r91BuDzDnn0cesDx6Iavely1Dw6GczAz4pI8yBonPv7FfLB
MA25OBVJ2Z3yaHWZoA3Nl3dA71m/zV8eX407yO4sCmGghBNHLpUlcYit3HLdFFYdentkp9qqjrpW
1/2ruvZdzsxMxlKsEH3Y5YozNCdfFft2Fbg8pt5otADnbsdRaZ9z+egM4QUYSsJfSuimjEP88Wk4
aC95pdfrYVUbpSGevK3K6JWvd+t0u33vV+MmWIccxUjc2WegCuA1FRVPBDSmyCRYu83HLB48hQWI
CGUbHYSwM4LjgPmGHYDT27fWnHAFXgJkYqgj0e9Sjr/CVQnNvRwnAmswh19X1rGN0rBvlIw77SAV
mCzRufCofHK6jaFR6NtwnBjI4tWJ02Nr0oEhOQsW/v6cM72j/kOtQd7Zp//+IOgGyoLAN5EDETvF
i5JS9lgMvQMUNzdOH7sP8LnFxmS0du+UZrKvnI378rLfgzM0fnuslndpgVn83FrLqqzIwQgQ4fw4
NLmiVtgPtdKDy7QJnWEvuhzqri/gHKaoHplqhDAF1BV4PsAjIrQlIgEEvHHCSDXgcBc8hQBI/ft4
NaQhI3+f0OxJ9stMCBsAqr9V0FMgv7LqNqrkUOK+2YvdmKzbZZC5W60VyqgbsYwPbhOYo9lSDoWy
TWRYmSqjX5YMfp8zPVPbce+Pd+mOoIjYpt/c9NUdaKQRU7Y6/P4MtVHwT78X191KD0Ijp8giXzOk
KCIY0YS+UAoNorzdV2hJu4jiPmhbRbiuIvQkYZx/n/8JbFXTeVrnAU3A/OdXexWOcdtKs0rNHOAK
uKRVTH012y1ypfNMMvz1SjkdihL/ot+uJE5ekPWsgiXVVo0ubJDRYRg6/vL1P3hZWaM97OmzTeab
90ilicAtmhShSlMsE50sssF8uurxm7Ku+agJEbAx8LeIMQRZJKkiYkau42Fubt2xu+yFM/J1B3La
CE3em54SAy9c0BtRhFZEYTgoYgbUefYebxQLhIj8hoZZo8kgFEPrFBXjZiCDLUG/pQf7lrZhd8EJ
iCdQelXm3IeAhwxxd4JEYRsm4WbVw3vSwGvJAdpv1GlyFuKBGznEbqEthBcZGcByH+8l8XPlrwQn
fqp0b0/LzM+/dKcCVysi9oyJC6/KQqwI0HyP8ghePI+r3yYcezhNEmao47fTWkempN9SqSho+0Tc
ETGXqqKe+x1P6WAe0bIi2gIasrMj7T2/YAFuDoRwk3KWcdUUQNDGP9pfsSFgsBclCFu47zci5k+4
MjK+hKxaxADoL693/sYzO6tfsRQ3uWD7r2X8hmJXMiJg5mSMoBVP4bF1klfNpNFmLApA3IRSLQIn
hSzoKZHPeyyYu06Czpk+0mCPLRbt52d9uPp+NDAWuZji5+uf6Cl3phEkUI8lLEVfKnu1AiL6Uj2O
bzwYgDlbPnPQHo+D/netOTO33mNRtMUQxkQZ86wbwHZzMqXR7lsjPz3+/aWgAigRSRNF5DqAJpit
2dVuJXEadJjHC6WdKeFC/W9t8tS+6wVvfCOEOJImG8su6SEkMAtL2/4fl0CcBquUUjm2+PUcDxPe
sFEildCxSouC7woDCIpuVkGchR+FXVxngMoD7fj6/JqtJJtzMUuPNg1m0Y5cHQlh2PtJ6GG0sJ45
dklBuXUqHJOyZ4tm90oGYdJxHmweRljL66sCGayBeAX8Tw2Y8LbP/8Y0zkXDdSVv1vMrNdPksAG3
ItYUuqudcgQsFA2Tm8ve3J5/Hi+NJokw9/lUVH0YoxeJf05scbWdgIGh5UZpuzd/w9VqxCDOI7XB
aqJVrYfbNa0VkXorCTs/VlMLmhscz27j77PV6YQ+TzHXnx9v1bKiaQCsACsFZkZCyhSrWdVI0swc
knl6/rcNzHNOQyktCQFcQAIbFCpqaBK43asub5VIzdGOMBqqM1ocXkY+gJYVJY5YMpTXYshLU7Qj
jACaS1QndD1bc/zD481a0qtrAcSN8WpfYZoJApAj/SnP/OVPtB5p13IpVrkWQlwTL++bcWAhhE30
6KnWhed8JR+4tW/WLo1Uj7ZjxEWJStTd5QGyeIfbem6+ooXzywJAYaIgT4msKWH1UYMH1ndAq9SE
IROhLq6iCTHR41O5S5vPRhk0n6ie4oWCqj6xikbuorjyhHkW3UUwq7dsIxmDUWCG2uuzABPT/m8e
eqAWBexOQCIKmU9CESbWH5scw5lO4Gvf6f46H5xh3e0Nl01nCsJvxm6N4UA7rbt2ot+FXoklVGPM
vchjIhUkuxdTYvXoBQMECyCSzJ9nYHJ+fhLQBiRG7aooikjAodCi2/tM6LzTVx9A7DSY9YJOyfEB
2OnJhgt8fW3MGJTn+tPT8cjtX34CK7B+aHjWu07w34XPeW6UlOdaGXGzs87rU7aIZncIyVFqpGcZ
INICWOX13rA4HLd3ivYSWvBbnbrqpdfcb5b9/0knTlvq+DBqeEh/xSyAy8bmYsNbgQTTeV+jaPpS
zj2UmUMrfyzGGtdiidNGCxLXyDXEeoCoqN/ZGuwlczPc49uzZJuvpRBHOoSFyPoVpLCyeZhRnJhk
669A6flYzB3AhzxCwl8qddMySQc5NeYcYwDRrj+2OykxURd5/qbY0N9iFflavV4U4dXiJm4YKYEw
EZMBkCRLdMH1nrTjFwA2H70VvXkmwvUZmTBgxd0mlZ9ybgYlF0ZYoB+2wWDd7C9gm7758rM+f56R
P6Y4Xml2enffCOpYDI1DPl0i6QoxxEKWYrX/7xDv8ktRrCBNpTozhnNw56MAMbP4NHKofWLYVWrp
f/7EQO+DpqdyC6tBMa42I0uF+q/db0C7e90H6+xP4fz8fFNt3rLxQRFEAOOtKMGT3zpxgfeTfEyR
BKot/rnYDugrPOVOYAdv1cqunVr3V96fzBGMdXgAJs7MTaCuVxQtmq/a3aZdfQShRdGQ5vGU4COE
Q7IVAG1IXtJdfNZ2JaT5drApnxiazCWHLHACi+gIPbcAjd0uvOjVXGW7Eu2xl9rIVtOqF/WxMtdF
b1F04g4PMV+Sa1HEled7RpBTJRdPqKZNK+ktWwUGVzrax48CtlCETB5yl6rtgyr68cYuRTbXgonD
7VTAW4WpAH3dNrRwL9AXEq1ppmZBCLAEAg9cNgpI0KPbjcwGcYy6pmNPG02yasf748F9HihMDguG
RhLnKBMnhh4AYAlupQShWgpTJg2gmOV1bjLTztK1SpdW0W7URdV+fbxzC77pVh7pm+RMCTlJHE6i
kzQv0mR27jjauIQzZRow/+74hX/cEG0eI/pLEsek5ebusAoafl9BCUYVgaBDRoXQUK+R5bYNFICe
AoM1PGf+q1oJ9vy/gTFU9sA7wZpiZBf8E4BdAgIu1MLnTA6RNvAGXgFJVNufmsTeyTIat7XAUC/W
dH6pXYqwWfFv7z16hqAywGLMlNQkBFbmMi7NW7E/aZg95Tm2MlLc4HxKDwT8vsaunnMlU/RiPULA
RtI7mu+7t1r4emF++qrIGbHk+dRDVkSj6vUndnTVcLS7epMbQ1Hp7bvfOlV7aDcq+DoArxgxhi37
pJJ539+82w8g7EpTcFGVSMFwAo7C7k5tjCxPbLVObTRPB8kW7A9MNjTnCbejue8StzEGZ27MknMa
/ehdCwF0FWGUKMq/NCFIoN1eT98b03ZUYugqUCONkdSIX0edAcSjukSRI0eRXovH8tLUjS5Mhjft
tfbYGK33Trm3iyd+9SHE06SM83xKw3w4SYcO9WTsP3esAbpCOwPnpEgOJziRoxIZnQ8Omn47xUeu
spvJqOPWbEp7Qnx9CDjfAGzz8actqgtutCLOXUycTFznOooAj0Ih5CR0OdrNy++x2QTp52Mhs0W/
U3gJ0Txu7ow8JVRCFZpR4iKcQzZwjJ5noaF6bGjK6E3LvWarRbTmkcX9BkRFBZQMIH52/vOrG5YN
cdenbTRgRGgWrYV6ij/HIMoo5n9x766kEHs3aIKXKFyJvYtbcev1or8phCCwc6nRXh7voHgfwUGV
FUnQWEQFwK0RstSWzaqwwRbKndnZGIO+5h3eYR3vzNgYgX6BttjDHzNasWtgG8dD7vjbt3g12tpH
a/urwmptzunt7Cf4lBSjblf4d2e9hPZM/vb4WxeySbffShy3IA6CKBewABEf6Dk4GjhZH7ydXzzH
PK+rpev5x2ZHo/C6a8j6ve1XW0TEFV4ZCaEMZqITU+xC9iP3XjphpWYHCYz96VPBwco8Xuji+V8J
JGKMPFY5ELMlw0npwhHv8qGy8rarVrIaShSX8XtF7q6QAug6uChk3FNicRWfNakfVsMpt/p1Y/NO
9sSZzB/5ZT7d7Cffynbm1O7jBS7e2yuhxAI7ZpDR7pvBfjK9t4k8ITSKKhe3VR1IepALvh7HaBp/
LHTJ10PV/1kq8aBK86xWswBL5fvcGlypwfyH4VC5fW5XGZ5xFu/pXW8xKc1qLJ/n/wgmC0VcO0iS
J8BKs1Jz4DGlZcwtlekpxvBfXI9/xJDOANiWpG2K4aRqT2P+FGuq0bHr0NN55dt/77JAV7gXhhYY
8PPP3mkQhtPI6FgE8l8jbmXq8THX+hAbsq6faobSiHoTOnwZmjDGK2mYjMazWxZBQuabwA+bIvdU
Z+9a/VkqK+bTZ374YSPmjCGLtGh9KaoE/vWfjyPUm6uYLosFXKXUs/zIqdvnJjqpojn2q9RSWkON
7dyU4k3UqnqDOTbafwwFgMm6kk9oOhNqWd8wOPoi89GDlObbWLGaojKUgsbQNu/z/TkA5gtUGwqf
v5b+yjcxQtZ1YgWv4YkXfnTl9l1mEj1wHt+if3Hc/4ghXKAn+xkY2moYYcYWxTf02+BB8tKkh1rC
pILIlBDyAH0+qGYCXZOgEKoI6Dfij1Rx2fwwMBhUFG64uDP4kKPccdoeEN4sZMRS5btmOHV4RYhx
YGSeLTH5czvQEmrLhhPTXP7/dhNqP4C/p+PYFl4hzu0o3Mbaviyj90J70iI384vNxL4L0zFl11Hj
em1rRky9ZtRtqTH/i0WLoO2WACpkZYUcIRmqQTNI+QjzopTDpxh2sxxxMIdC5rZdmmKS3mMdmJWW
1LRrgXNMcaVpdaOJUVDiderva/lJYBs9xuzy0A7zdconFGFLvgIgWfQw4dXN3fXyqRgSyQ+5hxv8
6edfdbBie1VvS8Xpvx6vakkQnp/z4x7gaEUkDtRjpF7li348DWVpIo2gN0x7RhHOnfLwoIo0a32f
kMU8IhUTN1CAFwFFJSzDGCeN6HXCeJpyxYnbcz+kdjp1htquBW2jFdxaCH+0rLYer3LJF12LJZyg
zzUC+ISU8RTyz0q9DstLHNuPRSypx5UIclDrJA2o9jPyeOrqS98dqgqw98AOE1FX41MV07zr0rkB
QsoBPTDXTyTizjOhV4KbmxlPTQAYcYxnn/LMt67at25Q0Spb98JkoJYRK3MIlnmFxC6izWeIgoBF
ogSZkMru+E/hI+d1Jab4jXtDdiuHvGIqmA5DH3IYtOUqH5NyKXJjPD4+qPvXzK0QwpQ3XSIlY8Qj
9hf50uBFj10z+chS1GEBcA0xmHTGKsDczgwbt+ZCi7mR7SIBj9QBRQ71C9HPAGT5YE2M6dc6M3Wr
/MKH38z4mkobZfwekUEoAsaUfHQHiZEbNH+C8K/ozU1+mVq4vLjic9OHp+nb3ihp23Kvv7ffS+x9
3oehpPQTLE7+NE7PjVubnaznvCn7/3HG8lYScQCpL/V1X0JSpawCdRVLpRX7byhBGmzE2plMQZgs
pPkgDw4C6XoFGkx2x2JRTBAPGlYWJzuhC9y6sKruZRDQ19G3LxnrZKrd16zeg3pVQ7++yBq+j0SL
5zTsqu0MLvuMss9A6PUU7UoBpTR9b5vQs4s0IHp4MHFJ+w3gr/xK36mqPNT8eGpHzrPUqgSLT4Gm
2i6O/j7W/IUi4GwtMBZu7hJCizhhBoWcU2sFVIAnsYKLHgxusP3cUsYXTTpOslWUh04O9Jh5qXzJ
wMQcKX8umGc0nMrhTyRtoiD6k6rfCv8sZu9ye5EFg2l9O28oCrJgBq4/k2wQ8TmM2B49kT91Yszb
nDxZjVKGa01S46dgbELz8bb8YjpvPTv8H4D46Lhk4ZTISQAVvFIaKyJI7dATwYCQDdQvX19fovH1
tH17e3t/f9/vP9fneUIeajWJ8f1Y/sKxQD7yONx8L2DU5/240oAikOVe4ybpFGxTgIZkZ7AluzbS
ne+ETrMRQLkuHFNncuUVZ+UH2WIdFBWSdXRu3cefsvDqVzGBbS75w2SxAMDefkqo+aqcaIkMDoEC
NFdNaXm+lVnMe+1Sc9/3sYAqoGUNb3AebUAAGtzK4oJICatWkU/sOnjHxFYXJfE9xkC5FSWzsAAz
gCS0o6EXUBHRtUk4y5EVIgFj32RgzNA924JN6oKC6V8Rk7cw6wt0DFRA+UIdEyIFbCAuNOI3sutC
aZW+KIDFBH/orno6HTDZCNS2xmhoof5lr+YWff1k6zArx/rJdV3DXVuWo0dYPEbuUPzqwoPw9muI
ix9MfcaweSGfFD208s6sz2BpCE+RaxgleOcTZJPW1Bbhe8N2I5QEJ0KjOW0YsAV4cL4aH+NXmVjC
m7Cd9hkqt68NENYv/stjBV7I7N0KJdIBbBjhCR6U2HdQCX/sDvbhABKjQ2Aw81S5r3nTgZRTBT1f
VXsT+/4CkqVPHtUs91l6avX/eOCbxs0fhOYbvFI0jDUkdK/KEtkfh1pGM0Z73NnVNgnt7Rtva5Yz
AWHM/QUyIP4Z10pBeULMZ0patWvBhFUJgEXiGB6CJ87kjXynvVSdU8Z4/9uNcHm87QtZJqwSNLKg
xQArIEs+IwatLfOQbXDDUrRrdNq5n3RPfhr8nfemhEZ0DDbx+PpY6H1UiqoZOLtmyBX+Jls6lSFi
+nDw1VMxz760zoVDg+0s3ZsbEXPQdGWZs1Abst7zFIzAENca7k5khxZjdPrbm2+ILuhjKL6IKpG4
qRMbt0Lig45tAOlpb2BK6r7axGfuyJu5DQV1sx2tgfjX/BGaImrABaAWiCQKaoK3q5S5cgREoMYq
ASTtNoGhWaXxFZiBOfN4FHpq52AeOKJtdl069a7HtKd5D1LH11n7iCF+bmSC1khyKjAjRCCfjIDk
mb++xX8VDtqeMc3tbTR9o99Iq2THrBq0vHtGsCotEKsxVB6FRc24WhCh+nJapSGjVMo8C8J/PucH
GrD7ju0It3pm6AP6EgTp6P0momUFVc0GzITKqTFFQ9h4T8yxsMHRiJbSyY0/AnNy/XXtcG+1Xenq
Jge+IdAbp3FiHKJ35LEPLKgRvH1P96uzbOI4ZzA42iyRD5upKm+PM1L/i7PrWJIV17ZfRAROmKkE
pM+ylOkJccoc4b3/+reowe1KkkjevZPOjjOoLQlp27XXboPUiAMDCP0BvUz/lDvdGY+yTTlG4TLv
9fYrXEiN4Sh+iZu9EYhL4jENjefGbo8VqtaObiMPRE37T4Z+/3DjTxxYq2PPFmD8l3JnL4V7la+W
Crapoau33mXnALCglpb2a7FrN+3Zs29vdEGfTggahBCIJZDAmLlGYxkYVRj3xrO3CS1lWx/wYR1x
W6y4YGtiZgZMMQoJWVOIgRu47Xf8wQT/Xs7099u7WajmArv0azuz+DQ2ECcUXWc8v6VoAfad6MHb
mY/8pB0nqoSU6jCRSGq+rzZCTn94fj0VE3UXUEWYJnKJl9dTgyufxWQwnutjsdcw8zC2Slu19M3w
FH2S+9vbnC7fXBiYxpG9UAH51OeN7mLoFaBU981npbADlUJDoYjGUzqu0uYseLMTp/l/JM3Ok9eK
n408NJ9NzIlkxOcMM+kVK2qeNLuTmLzi0k0q7HpjGqiXlIm+3Zjd/gp8Y/WYpOZzegyftCfZGv+n
k/uPgHm1v84GafAmAdpJ2EqO8MiPoqOuXPaleIOoCDSAYCImlMhMj2qcm3qrFSbgfuKfYi9/lX/D
x9SWH1d7Spe+D7wEYFF0A0HenL23STy10esOQ7Mx6/cx/NRriix5TDufjn/0lcNbVE6/pc1yHHWk
tQHxGhPpOSqJVC5ohkm3YHI46GcxYuU/SkjlhK5F+AuGb3KF/rPJmSUPG8HwZAlizbv6LnxSv6Tv
Zo1gf0lB/ZYxM65mlutSELUmHFq/pd0fcjbuyr+ZU68xZCxdcQyh/gGgg7JgDjuQAg8dmkkKjsyo
wkiczt3J94OFYbDVUbIBVYzd27piIVEEfCLq3mANAxUUYvFLzRSLbSoYNQSKe9CyAyA5bsmhgf30
URUGPBrE8wkwAApIWXPWHLqPtd6hpUD1YgWzs03rmvcDGDPBV5FR/kB123eUj2qj7V7PspVggFXs
hpviv9YlwEFMxTNgSsDXMu8ZHIwykUYdLIW6ODqevCtKaT/+FerOuX3A1x/UnAb94mwNUJihZnN5
vqVWVFWTg5hRNPM9/NDPYuT6NkmB88vlXlxxpae/dqEhwfxhSshiIEKQcItmbtCgRFog5pH8HAtQ
wlFXplbmkdKWlUZhtzemXr0JpOE1KDIFgT686HkxCgOEm3AYFfIsjGep2Iv5wQh3uUl1jCz2hFfP
+wqCrRmeRMBM+NPY3xOwWcsuvDSmK5v+S+R/mq3uPeUxG10JFWz8fpd/smxrGk9dycTiIeCHoQ9o
4zket5rKqjH7BEj6srLjhDavUUzr1tYKOOYJamBuHx0UvoLQuTKm2CVMKPxK8PcrVzZHbco6SaeI
MvUNzy6qAZNRdKQRw7wR7DgIi60v59wumsFbuTlLksHWAQAh2kUmar/Lm6OSXiEeWIWe0fIibeQ+
AomQIue7qschg1Yl2ehVlD4Qc1gr9C99WjIBAOH2maBpnoNSO6EseIisGOA3wElIVPA8KkZ7kroK
6KFPie802Z4D3R2eRr4PjbvUjFgBouqOidLWF9joU/JhDodxdKqScu1eanym5f/IfBsZttIGmEog
ZC/x36A4JbXHkHZu4neesJbQJmLGQX5L90R9EI1x4uj1Oqc0jgr+7/Ydvvbjf24wOOcwnV4lIDW7
PGNNDQhcCqTjQlG+R/xUAqoZY4hdkfNtXtWDVYKy2IpKBZQppHqoY020oqF44lrSWLLkGYyYntUl
6d9k2qHKs4zVSqKDB0BJFFqYRKUtRpjvbq/7GgAyYe1MINPgz04o75k/qfhyp43ciF3Q/MY7U5aS
syxoOz+OC0wMb1jbgzJf8XrHzPHW4BLnDknCauX4rj0Z4HgJKGcRDE6Z5LlyazOlysNy9J7zMMlo
LWUPIZ6sWnYUE3RpgS8ZafW9r7+scvtcJ18g2kDkjnHTKliO5r6g6mlKIZYid5Ns43Ug8u4kpxU3
XW0FblfvAcck3rcqr9QtruHak1jsWQLbGvC9cw5rLcoUES213A0b07BFAeWizhPBeJy1/qYKQDZT
tFW1HUHiv5d9oXU0X6dNOOaWofiebXZFveZOXsUWKvq2gVEHo7asIps+u8NqW6eBFlbcLSMVmbaw
YpjASRjRTeKUSjY4DSCFVlQXxsbk4sjCsEodEOeGO2PAeJDbN/M6SYDVmLiTsD0g+cIgkssXxUMx
yBvAf1zpyfBZEp2Gv2KF+X5MzDYh4izQknZ2GtiKdyepdsUdQHMytaBichdnn/JRVpiab5PQjtFP
iOrY19BuSLjPiK1LB6JYpvmiu1xlurB2jpN7emk7sXLM7sasB+Q3kOe4XHlCSMuzpMONevE06nPE
u8oxeWj0c6GatKrfsu57OITjJtHWqNF/iHauZCP6RIUK/wXL7qXsQenklo85d2XjDOXhWfxxEACN
o36+b9BJ0W4j9b4mjuhZIIr7Ez+Ij92Lag+9RcKDxMA8IlPlnjwnhtWBY0GYSOvXYNnXjtr0aX8t
cm6QmoLofpFxt4deuROqTa/Yir7nJ4K6YX0n2eoheR3fFL7VHwRo/dIC+x5Z+Uw/haHZUaFpAK9w
ArFO+I3Lo1JSzHRtiMHdqovs7GEoXtLC7vnGy5jmfdfCsc03RfOeYhaKoh794bMULU3a6MAF9YRK
6QY5BpBQhMcC4YiY23FrqcJmHPYkPMexHXr3GQg3SluIto1JpdgmD8oXKqTek/lYh7uyioB5Y6Hw
rWoP6KqmjXRq9mP9rpu054wHu+ApGhoqpns0Kq+8Lm3hjl5sfqb3VSFp1SRQuaudKs0ZhIJW/WPA
T2YLmu8gfC0Kmm6T6LXLGhhtmgfv6X2YbSNijf6R145GXuXeGr40vuPCowpkeLbXwSsFjW1Wd5qH
zrPyEdqGpr3LZRvNXIXKgu5e1xxFpfo/nrrTWzeOdkV6B5ShD3U3HDWQBo6nND/EwJUGtBV2mO6Q
o3CcvaSllet20R/AHKs/5G+8WHF4Fyw4Ck0aAPpw0ZBbIXOPF516XBQ07taRoxUM2PiC78C/2VoA
a8VUDjZGzYZTVm+kyO7A2cJSK+Z7zWDacFKrleUsmaWL5UxO3a/keZyaGe8qj7vDKVFppDtVZHUo
ovsizfyXGlyVqq2KkWXI5Yroa3f88iBm6quJ5X5MVIG7GPyUJOi8LHNmVjolmlOltExBrBinKzKv
Q374xvD+oezR5DKxUF9ut+GjopYl991aPAuwPOHYn3xu0CoHniKlvZLbUTVQ0MLtJTjNrYHn6A87
01ijpL4G6WElyg9+W57ya/OBrkmYy4XaKL6bGaSjMqoYZ9LI/aZodYl1Q5UeKz02njOpu+e1WB9S
k/dWlgw91XxJfsu0xmSDGEeWXEjZVy54a1DvxRWicxLM2bIIshh9djU6z9eDpPIDt/GUbRmElqmX
DFD2St/kleM3rV0JuzRsLT97DIWXuDyapRPpgCt/3LbR1/UWFLun9uSpmwLwLW2myLVcVQYNrYmu
tokAaZJedWc4QVlFKpO9nUy2yBi+R3foQXNvS74GCE2STQiHhQWEkcx8lRZYDLky/djVinNqOiU/
6No2izCBxFW0z1A/gVPJQ7uFeK41uzKm0SDiWy4/93lm+anE4M8AaPrWgdJ8iD1m5MEeolIq1Ewh
X76x4a2/EgBepZdmS1Yvr7ikxqoAvytyZS1R3B5qyAm7qgKKJ5btpAxTpvaZv+LgT19gZuRQ54Mn
gsZVJHHn2QkhBcY3EMvYLQGJOFbZyrudrtqtPz8zI4HclcCp489Lw1kfXrovXdnn59Zga4n9BX8Z
WQj06wCMNHGxzbvu9DLxMgVj7t0hHvc8PKnDXir1k9ccC7cYVbvL3vNh2zL4Fpages+379tCgILY
GeAHzN+ccvvGzK9KMLu18XzPd0tp6q8MMZR8oHHntPEJpPk0KTfiWu/K9X25FDl7XPFgCJ7Umr47
+jmL5IbGioQGrHfQhn0LSDLd3uG0gcsvCcg5qC5VXUS7HiZuXN5ONBj3qE7rgav4XWz5zVhRMROZ
0OkRuy3p51NdiUKk98NZgVTh7CyzouK9pIehm6WHQXvg7ch6Fb1m8jcyOuRP29pxipE64M7tjppx
Z9bOeOphdpqKpvIhWqvgLrijE0kHEr9Q92DznQ9W1es8DGUhDt1aOHU9y3KZJcIjefAcYaR5ukvu
DJQkB1rdK66p3ZdoUs+R5uupnq4czXVdCVlEkNchNQukL/Ims/eUi31SZnkduqX6lefPbflQCfdK
Qtjg2zygmlfvmtAlvaWgVqzuPRPeWbSVG5nKmX37My1dv0lhAH+J2g+MzeWFiLKi7ySxA0wKQydZ
azZg7VfCGrjcbNyGehFbcBLW4pcloSD6BavyBJMH1e+lUBJVPgjIg8iNfcPYqm0l7rrmXarbA1BI
I0K80FzxhBcyIACNTUAIALlFbHX2zIbCCzDwBqc6qp/qsBt0cFcmiDfUiiZPPZzxKrClxjbWYMFL
D44QjIpAMXTKjs3cLLlr8hBBeOjqWjuepPgURQl6XepyXNFdk12ZPzddmlwauFj4nW1QaTpx0A0/
QoLDp6ISQHmtGJkl5Sz/FjF91l/OqgfdLCQkjFy/kqhkYPIr+JC7LzCTCy9i+j4oFNNZq+gYosV+
Be64dGN+i545QxpXTLhDReQaOdHPetoLLIwlQJJyHeEuSFtYHCbJ5r9/G5hTNfUugRIY5uByv6Pv
S6NoVpFbDyEaZp89pbB8hbOwz/Eek7Urem1lkfJHiw4Kv8AJXVFQeFkb+WOGPaJdVXIy9BzQGuM+
9qM0PgpBKdCm0SOLw1fdSk0OZFiIVl0MtQmsWijROW6MqR0BY+80lfalh4NyaAIhAHW6LK/dhElB
XV02lJuQ6EYHFVrkL0+mBhFCnowSPkdyaAjSrmjVo4ZyrjJ0Ne/RmipWm2iNk2zx/uGIwFUxjSFB
Ou1SqpiRQVEHErlmUll8qLZm8SSMLEmfketWSqdBhN4bh0q00PMr8jUvaHqq802jh26qjZoiJgnI
l+Jr0ZPzUc4xICdrg5OQGWihNuL4PlR9N/IC8S4ds3FDDC9hQ969/9d3EfkL1N2A0ARByY+P/uvt
EYVHeZ/XsdsEEbptDwqxusJWMT4j/+e2pB+6odk+L0TNNInQp6YXKVXsyif0XO7e9NipPfu1eQuY
CsRK7KAJc59HTAcRfnIXRnTY8jtttRo9iZkvYxqLAEv5M7lh9vpaL1HGKIgTF+npyspkiQ5jRGP9
vzeAgDP/K2b66r8OtjCyOAm7KHGTMUSX8l4dLV8+jJgGtZbrXIijgGH+V9TcuZUL7ouNAVHKk7wZ
wXD9arxj5ohhCToGniAFFjg9WG6exqeVLzrdzKujhNeDRm4dxAQ/SZFfe/QVIWzLIE9cwM1sJNz/
DG51Cp3v8A4Dw0PLALiks6p77cCR+zjAfqw5XwvGCWDpfxcwezpk0AJgCNPELcUUg5g1M7Z5NKTO
7X0uZFNwwL/EzPwKrmZA7udZgoEumnffdFZBc9k2UpobjiBvq2e53GvpdkXqgm26kDpThppRlUQ1
sTn97qv8BH38poks9a1nyATvSqbsmT18PNwWumArIBNzOCWg8jEfdSZT5DIHh0GduEKEiLIv+AeM
RrrxmmmgXRsIm6aTe6am2RqgdCH1PIXjwNQA0Iacqjl7lqjgcBSKmtiNm8K/C+s+l2CKudowngsS
wFikGI2nKff2wsVoqGkfZyU55llWZwys5cmLz8P2KxLMqv1CvFcNSEW3jQBKDtMofbSPFKDFLiU1
Ly0x1PTxxMkIHpGgrHINxYjO/BQU+MpOH2UgjPQTsO1Ice9/KH3AA6vpwzI6tVXcpyxLNVgEldRp
Z90+/sWnDKjUxII9zdibA93krCWkyIvYRSahFlrLqKjEQY/gPegm644EBWuDYXZn7HcM/b3obL29
gKtZLYjelN8LmIUQwAulYQzaE3cItw0RASFtAo0m0b7iVFFYVFD905Cd3sG8gRylEcevKDkIDah7
6r+l8Oa/4JTj+hF8qAkJqJk8FdoJ1Zb/YZmAOhMUHeHog//pUrt2aHwd8nCM3VH8Dv6I2/Ao+CoN
5NIJGqvtHK2krUERJLGCN6wkb4J3ToDEbplZxqyHcx7tPM9GmTKSWRnt2n5XYiwO5tPomPD2vLLa
pZesonwOjC/QmojMLlfbIEEujL0Uu9mwLbRDU2CoGua2d6gMALCrfDddYNfI7behRNvobcCMVm8f
yD0WRzUUMIudobyYA9M6dLO9DuHjAHhDYpWFQLu1ovuSBkAMhUAe8fwUul2uVfDLoBtCM3ZR1W8t
3mi5VSSDR00cuY1yqkbjOMm2ZSmskQkthDQTUhA4lakhB3Q3l5LjMvOKSFNxSprIt1WvgBxNGcYz
SYp8xTgv+QAoPOqoF4O1HqbzUlSuF5yUYwCFrkgqqJ6awQ7N7AVlnr0YFWvlkkX7AadWBqIPKSCQ
01yKE+BfBg14XFwxQZuTZDphQ+uKefWzNoAX0Q5eo9Ea/DWzdQW7w1v+LXZmHT3DD7ywaBK30KhW
3Ovk1IgHw8EDFaJD3m+GNQLxaxTXJHGyHQCOaQCBzz5hT4pK8v0xcYcWOQggi6hXfcgAq1e0kV9R
DDHufXhDoS0MVlsx3RFhSQHqN8OdPP6Vhr2nrsRaC841VoRquaYDOoMK9eXRi4UkBI0gwDfyzXbf
DYAqSDV5koWKnEC96h+krOBMFJKANUDsroSXS+kBTIQFy42GdBUSE7PCRKR7fkRkjMQUqoJq4Zs+
oLqnbgV9ryibtK83MX8ojcoO6jVFPm1s7ptBKEijpglMmHR+uXFVSoAiaiG5I7QvHioxtcwRIIHQ
jtqElWLGKu21rY/o5ac8cYiG8ZJTLJjbaLMfJRTyfCc274r03AcvRmyJHtP/awIJTMfAdZmyNYi+
kGC4XKMw1CSUEil1ay9mgrLjVQtOjJO5hq9ZqA9BECJuc0pPagCJXAoqikYz8khJ3fhYPgk7jIll
E2UnyFcfP0sqV+y2wl/KCV7Im926bkzbGhMKUxeMnb6j/p2aNh6/x/N9dNToa04V5lbh/8N6L7z4
C7kzQ4M5CpUxhnLqtp+IAyL1kPp/Un1DshyUGcFGLQ3qkRM4usT+qRIOHpaTW3Fk92gdag5Zbmdr
s9YW3t/FiiZN/CtEEEZV8xB2pi6K5FOXACa+iwlufU8l/7vqV8lCFuUBqiYSzNyapm5dyhuGONCr
HPKGHu2T24kRdAe+zace3xzIeiZSlmP6eEjttmBs21HrKzl4FX25fQOueT+nq/1rHbPnl7RoOfZN
3IADaEjArq+gIEwrDKRE72PzvqmsYwpIK8abuE/dx8PDWvp1KRV8IX9mxqu0VQqpmM6dAs7q+aw8
ImrJQjAuZx62D/ZdJ7Ae+MftfS9VOn7LnTMPBUMDlokA+27YQCia7BFks9iz/XGD0aC3hU3fcqbi
LmTNzaraBbHhY4+GfmiliIb1vTe89Px7FRizlCK6EDUzpYkRqdmgYFvKHUYGmsjEoDO4PVQdQlta
qufwnw4QxZO3ltFe1lz/3qN5YYVwDqfCx4sepG2GedYZE0/iizjuo28gc8bIEkC7ktnFk6yt5GsW
fKSLLc90GK5P18UjTldUHjQJULrQ6XsmrzrHizprSmWDpBLAiTmbRtlpgqpxYDqJcJgwj8RJJDQ7
yBhBIGBYnz7VdiKn/CO/iqRhouGY4Rn5yQRFQrNcw9VNV+b6Sv27mJm6Shsp9nsJ3znMT61v94hr
BBYJDtrgY+B2DoklrOXFlm/xvyJnGmsKekEug3NWyFEKnXqIqPoGXLG0SiWy4Nrji/4raaaTZHks
QzPFXXJSC22N4Dy9Y6O3vf0ol+pzoKlERWTilAeUbHaEnRjnUpSrqfviZDS8863qFPS0TijbT2pn
4nPttk+sAwZqxewugHCgdH+Jnh2lKeicx/qkdC2n+UbVDV2jqTNSo92l23Rk7G98yj66HJzHUcWs
2xtfNvq/pM+OV2u6LkprbLz8rOwcs1UJjOozU15Ea282duk8dPQBiXZrjeZ1WUmgRg8cKLI3aLe/
NHqBIviY8ohwJga5M3LVSmZp4FcPMTsgeDSMlwq8inWMxqgdtFQZg0E1XHk4C4gKAyEj+AuAgkWB
fQ6H09W4G1KxTNy+paGxAdimrk7cBnYLz5cN30nkDKElRptR3Zmb6FTelQV4flVHM3bpUfoeExuJ
tPoQBtt0rRFtSZOBfQB5JShSFBVm16ILeSt3kZi4plSjSzRD/qIYUogOczB91GsAxYU4VgWvL96Z
CiY2cQ5rGZBjKjSTIPPbD9sxiVMKbNIDmtQ3ty/cz4SGubLCqeNJQxZgtLOXpgzIVLVanboaehQ/
2pxmwn3CqYny44v07hVU/K7ynlUdzfN9tCt9B8DyMWD1Z99vxNzSQwuWeUysWN1zFH/kffQqH0Ej
K9+DTs+Dsv/LExs2xu8ebi990Z7+Xvrsk3idEtWN38B0axZ4qFjRMS0DIuIklujuEcJdWtBs292t
DYu+5vuAX2ZMl0HH1GboiplVC6JB97gOHehpTD+aEkWNxwpa6z5jKiPg+NzUFCmt4ivYVK4X0qG1
ZWC42Wdc0eoYqLuGrHzGpaD5Ykkzpx0+rO+3PZZUO9ZgA0377ey0+02KhtrP/K+6RQdq4mAc66Zh
8uPt76BM2726Qr+OY3aFMCsBUFpphL3baQ/Rnzf1713wqB+0XXIMWHkAgWFt/2WVxfYJGFbJ7iwx
fscUhn93ZCtY0SJL4bIK/WVOs4PRB/GTnfwVLYggg6qHIslc1R+iYhfqDRj9ak9J3lpQ373UwdT3
ogRDUTJPDtKnZkzEl6E2krdMMWO+Yk+W9AbIIwgo0QngOz8f7tdqBoAICOKpzG1qHxPmqyxlkZp8
VrVIntpS7OntjzHd+dm3QDEfdUAV+Qq0s85cdrPXw4ZUeubqiq7ujEBCfID8haULJmFKYSQ0LuO1
/Mg1eT7gOiDpnyaGAxcFLXRpO+RBiqS8qTNXji2N0BKjETSrzLbKY4kuzY00PKpWcSq1gyJt9ZxG
JXwzY+Wgl6IVTLQD7B2QRFCczVuFlcEfZJI3mStsNekkl7QDP8yxQMP+AJJl1ljirlLt1LDlxhlz
mn/qK6HE0s2DEpV1YN5RzgL0/vIYVJ/Luk+KzP34iMDAkPyTPdescIKP2994AX1pQI6JoQjIfOhX
xiFPZWUUfewUsDeKjVbjc+EXtMZtKpCKVguaaOhgISziSMaUnI2jTV4is2EFCdaOfcFSgZoL6XNQ
L+lEutq0preosKT49iBdzvbu/kmw9gCrUzgpXy8rnY5LOh9EIQDJgNtI02EdL4+4bH0whpAhQ0gK
xwQuwKFMqJYyci48DKDRU/jadM0pW4gu0FOFvhx4ouivnEcXyIAJUiOKmduJOQbOFYNO5UZStznx
wJ+epQPVW4XbAAw9dyb3NmO7isT7IUOZPWw8LnxsuB4Ghl7PjF0rFaGHl481eJ74inKS8JX2QC9Z
qeyhkCSVmW9SOFDg6e+6IKdmBqqwsxcR098UXhtFFgAcKbBafcxHsM81TXg0lQCQbnGI5Nc0V9RX
vceMcSb6VVdRFaMVYDP0TDryLhZNasqd/+LlMnkp06qtnEQXVFdp09ywb1/vJVsGAMU030mWAK2d
c0zGGDJSemaeu5nPQs2WchzvaGXoVchTJhQf8juWI+xlEBzcd5g730hM++jeCkcDihYA6RAUXGD3
vL2qJf8YbVJYD0oacAPVmWadEOkl5gJx11TzjW5j1Dmozc6avul9Vu/5rrM63QNvvT0qKwngn3zT
5bfHkAc0TcI5BzM9yg2Xl75ouGpEfRq41ts/g53uTqNV78CHBLYzHAS9m+bQT1PQfcsAFcQnpewJ
c6ke2N6jnXU8TjRZLYhg3pGrwnTBBwzbeXpK2VOOMQMphnXt93v2tBZPXNs9PJhpbBSKMVj73O6B
0TkpFNPznqXiPe04eo52kX/v9yuOz7W9uxSjXB6N72XEQGnMe25EYvP4XAEJC/ZSlowHJVmbcreQ
kLuUNtM+PCtgeCJI4501sHyngyWn+psfT6cTJvKw3fcnimr9vmf0OP6N7skKQHbhZVzKn3l5EhLC
nTjJt7RNHdCT8zHloJGdVO/vX0VkAjU4VGh4YQ1tVvT8tZq/FD1z8gw5MvRoEq17jpr/laK7iGgr
Mq4dyUsZs3vOec4TqBXvGaD6okH35xox4YLlhAS0A6M6PZULyOwDCl3vYcBnJjwnGEr1jTxmuz+j
XejrhGF1xForRl7nSiZp8IynYjj6E2ZnJhYab5WyEZ7B90D7egdWUDoIZ734qLXXjqw4votfaOpU
hJmaOmpn3ocnl+ooDC2kEdAtVJtEf1GGbE0NXie3THFqkJ86VPA7J4Ubxg4YtFQQwLwf2cnGOBp0
j1ldABSsSFpSIDgXlegT1wACrcuXrRWdoVe9Jzz3qCz1oLerFFpVpwJ987c1+5IK+S1odm5KhXGv
QQ5BID1H7KbQVhWp0oNpT/yM49Vk7Jq4mcaqqkatvNIUpnE30WOHiV4CXjDi60+JgamR7bXDSqC8
9KzgkgIQA38J4MTZSZZKocSjig3GJhgGBLSzI26/fYYLdw8OoDTVKzADAeW4y4+Vx1XdyEHC3Vgr
X8ugPBZoVqB+kNi35Sy8KLRDAauM7SDk+CmS/4qmDD3swnZEf3BaZXuZS3ceid7MNPhQwLpaJK0D
Pt+VZ7WQlZpasP6VOftgvdr7vmKgVfTkgHQytDjFDyZOf+/oZkdhbDEDzjvHiGmfVrzdn9aYmeG/
ED1TV1KJimrdQfTbm8heNPulYwNI8gi1HGdn2ljCx/Ok/5FvKDlND6ql0cZi9QZZwmp7yC3r70pm
duH2Xqxougi/PoAuKGZI6oK7QWButdGzWyIei16ykrJmVbXWo74oDkpmiqqAtJyDHkIpBx9Owrkb
IYkv20FDmGZso/oAIN2KGlgyriAakYBbAXoJRe/Z1mSMl657Fc24zb4wWMVxoApNDdrvwrv6PrWI
xyqP1jEMLEchDoP2PPCRqn+6oqTZO8p/t6/6AuADaMFf65lZD6DwpaIQZO5ajS29nUKVhY5y6v+C
+oAzb8XHnLzX+U37LWz6EL++a89LErWViU7kcVM8tkdROvwhSCSR05CveDEL+DRsTEYPE0EL9jTY
81KW0NdiUkSxP5U1TyOVJHv4+jq8xMhNfXVbZQ3auuS1Xcib5dRDzyetGEBeF+7a+iDpbnTwWwe9
6Zi6FXhb5AeCEQD22Ip9xVLUQxvcSeJbYu7k+tDZIgBswl5PbZ0IVp8eI09f8Xt+Asir0/91IrPY
YvDj0QPZuO+CjLCgpoOiB/hlKNzLL75nZ+kfObRqWtvfz3d3zuNR2MRn9vRgvZ0O2yf1I7jDEFS2
9ewv3ZpGUW6L19tXcflp/Lu+OTd+quj5iLHbviuDRBrI/9cKHZ+YvQ3Mo74PyS7bY54UMhE72Yof
Bu1UPKMJo/9TPwopG9Ar7d/fXtBCwuniCpGZvUFuJAi6Cp+UGKfae5cEDLw0t4qXW11tuiRzsop2
CnJPYmmVwB3mlmLp5ndpnIyW09hbbdldsLFAhCBhjxgdHZRzjnJx0PoiFRMf40KNPbggNuOrfB8w
8a0D65PnYTawuPJil0zhb4kzszSkspnUfua7erlFs/hQObGVDv8gNQ/quv/luFGIUCaacx3pzMsX
2yDD25IBx12ojpIwObHUp/LsA+xo2t05pqml+3dobdDDzWiDdTAemfm8sobJDbt6I5jVCrz9BPX5
Scr/0lDNoJWJmTX45PVm1MBpICr7kP/pOCtk5HfTcIcC+0b2dBqLFSNrJcmF5N4PeBszx+DfwBTN
tBZptTaNU8gfNoQWfzMgsWgGIB5jkbNi9xc1JA4buR60oE0Tzi7Pux19jus0+G4iJA6vXqLRTjwf
qJcHOTiEmgprzwIFDFTvRU65YIk6KFJeVg58yaf7vYiZXzzmpuj3yei7jf4E3g7T2Erh0eipkVnD
Q+Q/DENlSVlgqajK7WSE+Bq6Um+vYaEYCzriiZtGg7mY5iFdHkSUj1I81lgDSqFOEltSTd8Vlp7T
s+u6iROBU9efON1XZyUubn7KJKMdD2DyedNyXxEDXAwaNB7DxCX0IQjM225a2/5D2Ff2sTZdd9FG
wcn5j7zZFw9A61/0BPKavdUfy+f0PrLro77NTprl/ym3ynncC5sz2A9yFoPwvPngYCNf++RLbwwd
RBhYgHgVjV6zd17yspGTuApcoX2KRSt40EtbyqjM97p5TqIj/xL2yhpcfNHL/S11Zv0Cn4R92UKq
rzDn7Z+T/zmNx0T3x2QH3xCZp7uB6eDC1QL7HihUOmCyATu7ZwPN/SV1n4bXw9oIriXtCqw1ISqc
zmls7uXFM/OoNpP/I+26dhxXluQXEaA3r0Unr5ZhS90vRFt67/n1G+yLxUgUVwTuYo4ZnMHpZLms
rMzICAAvLS813fKcV+uYfZO4tdsmczCviZz2QHOHTD5UJ0GCNW7+DSC71IccjfReo3uQtO+2HgHR
h7qDQougMv/N3QnHAs7jAdYJ9obR0PIoy7mA8qykcnSB/3IkwrF6Cjy7ohiV+AJUp1foVPJbZj/Z
JvI1F2IWIq+iwTxU5h7fg7GRV8fsCsj1ogsbL/3RPKMMlmWegxZUpTTFcMHQhwb0vMLMBTb45gcr
HDIxMMAIYL+7H3IL+QAu7DjfqssVxaklaF31zn2R++/n/mr4OSM7gKugTxKQaWjljovpLA/4bylQ
oRVUqdaC7Q8JH75aetucW3gsmh94X3tucWL+QGEN8QsQWgMqSI/9BgPBj6AF0p5V9+WqM+ZUZaY2
552BkQfOC7+z4woGkl2/jjX2B9Q4OUG8RxRNOc9TaE4PaOAlg5oGku2jpcpihAAlD3s8WhmKCxpq
434F9Zbn0zZRTkFiGiwO8O0gIUJ/1/2OYKIoZ4vMj6zXQgdArNQk4oPQuN5khNngTd2TYw1U+UsM
nYE41stXKL2vTovnXzEYGW+X248YvThdAJycusJHgOxF5/sWenOfzy1MzOZAJ4SNgdh06Mm5H2bD
VhLTFGjbZVpc3P3S80CYmx2cmV04MZCBvg6xCsgxoJEwfMZNbJbHdph2CQaS19GrRJeyweT5XL/F
VAR2Z2U0mFpheJcvB4SSsq/rFbexPci1RteQ2XbJletNQIFJMReLPRb/0M50M7bRnVjlfO72qYu+
CzWQIDL+W/QHH4wvzpkp8B5azrayTzgRRLiQR0baA3mIceiRJ54C9Ud0YgJ0X0Fkww+OXfuWQ9CW
rUjqHube4w97BA4RhtDBMtAwgg//fvFqiQ2zRExiy+t8KAqFYPpwTPTYeGoYsDMb5cERj2yNlpAH
U20L6ePYYgpJ82sFXFJGVNSmZ7daRX893/wPuxLGEEQPaUkFTRvKyJUksdQVkgd8UA1n5dSfdV58
P7fwWBQcTAzAB7TgI9c/LlWmTOjXDFMDpwhghYuaUH29MrbqC4bzwq7X1NxmfAhLgXDA8QLEArzK
gKeP1opLM98LQj5F+RsOa1lrFPDgQIOLRDJ7tdEQDD8f4ePTf2RxtGKow4ttQHGphWaf9adDPLNW
PfXHN2rSd7p6qMj3Qg2+tFnw+cTqDUk/XGpgRRl4Me+3ZeLZXuA7XmbhdaO9K2ubAt83cVjtozQV
X/ueqzc8HDsMFGAKGYllgOHw2Li353iJKNttk1m8maDYDeJmwVXR1J3+tDMZ5YfYcmRp9HL3IwVp
RgmWKu87FLVTRZNTN8ftMTecYXpvXLLgU2xcD0YiwndqzC9EhViyrR2e7485M+MrTKQCNrcZECDp
0Ep1fCSiFT0AZ/qbcPY847mxx2BkmDn026HIIMNh/d3qN4NCnCgEOB4Ztr/4Lr8b0btS7KrlR22e
oOtV6/+FuYFqnoZECA9y2tHgREgzlilwlxZwrxJZex9ZYhS8dgFJ18nRRNC/z8Spj3ktDBCW4E9Y
BJJwLPerRtt8WnhOk1uornUErHNpaNAg8NxLyFqhUZY/Q9ct0SQbDNOnkjqGP/1cRPmYdx59w2jn
1F7U4wlY5hYYFipnCw3YNCKlq6opgAKtoD2f5CmPdjvi0RynklTbmdLmVm44i3Adzq3hlBu5/fkj
j0kXrswlYpFbmbfEuSba1pAzQhdvbaAtuBfpnM9t0iHkvovqRvM38phCEQRs4lS5FStbQTTrK8Vi
9/jRIbNXSgHYLJlLBc5um1GM4kupEJQctg2XbBlK6yPATy9onYwM/ytlCV/vk6giEeQyYwADCUMF
KvcGqIwwe2QeoiUMHmBi9GAgaYPIenTnlk0ABCIVFRbjHKNWC8FvIIGM3lbLZuE3h16fq7E/IuZx
C9IDcQRA2Tj7f7m0G5+AGL4D7YhdWG1+BYk6a4UXASnJaICp+zuZSNt43TSkX8kGh0TR8907Ec+g
ORb+CDxZPLpDR2eFpmvODxWlsNLq6oMLRBPrU5QSmZ+xM3FliDQIQaFEh4jmge0HYL9IZpKotHz/
2HMLsAbnW2wkcHG2M9WZP7Kp0fb9490HwBDVGXl87yInklUUcucWrYPtzPgEzkgynJVnnbc+FHPI
x4pF9kUF3yyJTWcfq6p+POU/62tGtIA0MwOfij/wOchF0cBTwuOPzm+fdYpgN2IJSgfVjQzKiDI9
3nhrqf3Fyi5CUpm9sg7KpdAvWAgBIt9OafxO/g2veTDjTB7Tkdhrtx8zOtpO7/l1k8slLlWwRKw/
G70GzJX0Bii6CCoeBNqboMrWJYKeLm09l7qZ8GXQWsQeQKCJXld6FKIwRSrWVNpVVi5SUA9QOPAL
pfzsKIdLZrwDgHTEq3hAGiLAu7+E8ibi7IoazPQ5YRYUC/7OpWcqNSki3QdD8wK6IZJEnF7nGzMD
mBr0DWgZqT/k5uKCbolfVyDCdt+en7VHdg/QNKC/ix20Pod/j64KPOb9SorYFgSIRDzalN6Zda5z
X4EmLUL0sTkm6Bu6VG2yTc9qTaIz3D4EMSK9kGKtCdYAg1dmx2hp8W2DhUkHE7af6Hb/HbD9zEX+
R1R+P4f33zqawygMkoBx6NYq0LyLc1pq76gaDMiBHv2bnn6O1+lOUE+hikji+/lEPfJvjCZqtE2R
ZfTkJOtbPFnfQ3Xb6chZgjFa+xySp+etQt4vHnn7EExGtdTd5WPG/iMSG/bRLo6sHgrpeH6NklKU
wrexnAktwrQmJAEU1SLAD4McvbOO4WgC9Dtt/JoxO0zpeMpvrY5OR8QppcwLSmuV7a4TEJ+FYGZS
FhGaOp/PL/d4Du/HN4rSWKHnea/A+IyIGHvtvVPBa6b3aBUrAb/Q1Q2y1J8sMtiRqag5Acs5eobX
Krw1mctTP/aijOZ6+Nab6w/UPq2YMXYLpvd4w1148K33i2MIUy78UaaW2HDON7rhtQPKBpo+y4r6
eOPfT8boVEIjlINiET7Ayb4ZcBFDJo/fBBUP3uK3wE8H4GfozN36k+cLPf9whMCegxF1+KqbYVOe
k7A0Q2HYhPky3NPL+5L6Kpe+IZL044OTgIa19/aOI6EJfl0K+LTne+ARFTTMO/ickI4cJAvGe1xw
PIXtZaezYL4LyRaCsOdg5ZDjD/9tHpfhyUSvoKCyn/zue/Gr5upcUf6xc2v4AkCTwEgxkNiMeTIo
0IXydhR11uv6ut9660/OyHZ7lKo8ckzXpmnu9FNHVquPYrmzViHkjwD6Pczpow7L+3Dqbr5itPxM
WLKJzYaYB1at8wsIX0hSeTMnburAYTnB8jCoAAMXfr/agB6kEiiWOsvrdbuQ9JBR9Ofr+RhgDbX0
fxZGRzov7ER08wzcYxH4cSArxnE4uIHpMJImQLtA7OYE54TH2PHe5OjkMp3fKmCH7EAI9rrdoliQ
kHV3uF637666P2fbM654DTzRx5Yse7K0lw45c+tlpJqE6LqVMMRyV7jtiPKyOPlkpcc7NMdav7H6
rT2fnCnPynHo8UBLJtpDxxlCnhoKtBEOWwNK60Y4+P17yuteJM8s86Qd8Bfi7QC4LPTN75fZt/ve
j4YzlSIXPqQ+ZQRXtAgARfn7fERTu3YorKOFBkAvcIXdW0ptLq07JejQL600RBDQMCiyDamRAf1/
GRqTyhcN5i4cDqkSvdnsuqRBHXN9bmJy1v6NZUzYixxPkVa831lSAB1IZxPhYcAEFyedq9XNTNoY
YFxXgqPgNu2sim/xwIpxDuOkR8uRu3w+oqnjfrM6DxS80C6kOgmG7AZvKgV1/mSOwX5qLNCkQ4gL
1zl0FN1vgEpm+YQO886qwVPKhACPOjvIjzwfxx8Yeuwcb62MAqFGahs2i2EFqSJIw+Nxct3uaX1v
vKSLmhzb9fFYq2+1/vbBs+SDJhr6M55/wmQsePsJI9cJ7ERt8zk2YKpdwRsFMmHQyRjG/oirygSZ
DHeIyeZDT7TTAjiKUJ1xHVNLifS7gjYeVga+YXSkOxadg3/7v2oBEk9iIgczFBPTK/nPwuDZbyIB
iDaJjt9igEUAzIKric5ryswh9P6PlfxnZewwhIiVihBWPH8RkddtMqAT9ssjKDI969i8fPEEhHEE
YizaDtHeMJfowZjxjzND/eNNuRmq1PgKTcv4iHLwj8qPYIWO8Xy/TJlAEQ9vv/+wKY/OBVO3WSU5
Hc4FureLWDDsTF5myhxefOIljWIhMD0g90ZaA41C96sWBj7PVWzdA+9SglsmAcoWzefaMtgSfcNC
aTpfSR+puphrLpvIbt4ZHlfXBjodUShhmCO5a4ofXrAu3umXrAa/jZlBEPwl+Xw+pVOhBYJEeujW
xKX2F0nerBrN5H7JJUVvRQAxdbHOAxTgV0e8k98DfyZ7M0zb2OHADnr50YJK45F8P61xl8VZ0bC9
JYP/rwpPFZNqKUfoK+UfFC5dRdlcz87kY+/W5Ggl/TJOkqjgejz21h0oXAEXgur5O6edDcciUQWK
ScLNYYb+tvrDQFEbEpGhQE/DOBfQsHEA4Wq5t/rAUEIja2kCzk0t4i4e+AzpTVVBzmkOpTVRf2AQ
MvyzOlzFN0vpVJCTVzK7t2owE4kkrnWAiCVeratfRlWiF++FAQVAdLXZxfM9NLmuN4ZHbjQP64xm
UxhmlRdvxbAkDN7o5M3lzHwFwsnnxqYC09tRjjZRItmgPYwHY86hoRwi/KSJGbaHOWwJNwTVj4s4
KMMOEjLCuNoRoLHWiTiht7bbQl0byCIt6nNmUbqJLkbVM2jNYtSvztA/DhFcRLVIzV9fr9aHmUtq
csBg2xj093BQx721TGZzXqMovYVMPScb5YJz1VidraxMLuKNmfG8FknFKx3MxOAF2ncZaeAIYqKo
svJasnNHZPKJDJ5IepC6Ry5GGq7mm81aVIwHZJlLWwxZLin96Ojn/ec7hEvf95/L5XEJchXDoWZx
yY83vgQwG0pmyNGhjCqPXlJZVcVVBdpZi+5ZixJSVeDmvNyjMB82INLtKL6jHjioEN0PLYFKU5ZX
fmMhosFNLKrKJ7PGTUzi/fInXnxdIBAO/NygnHhaWDZxFx8r0LQdJM25PD8rE/mX+08ZzTIQBqkU
OkFjvXKE24P8gzAGHnCAEEUmkNJLemle3tAjtyv2p0M2h1N9xDGNZmK4z28WWaakKO4CmJeta/eL
3n91zxCQoIMukxzFzdeF34vkbbcDdzZx339RrX8+/unV/rcSI4/YB3whBiVWIu0uUbnPpJla+cQu
vp/fkecrwR8mOTwGmGq5VhtXg1f7ofuqdMiLDnWw5WalLhbfsq7MuNwJZ39veXRc5YpupDwJGwSW
BainaLxINcXRIsjDhiBykUDxH5ous8+FlzBeR+lst/Gje7z/gNHN2pcy3TcB5pYj12D3jmKMq525
xXJJeM3UaWOVrk7wiHNR5kRsdmf3Icx0+zZgBrvrGqEZeL5C4/xz9C+6TVaqqy+olwWaZZ/vo4nk
/r3R0VMpoiQ/YhMYbVShIlqrvW8/69M5OJyT1XJpCvolRPI6JrTxhuCQVMxQggfz4lxkOnEp3X/I
6MHUCU2ceH++JdOH49zo7+/lWSHQ+cXLSVTPvnY04zWJNps3KHnu4MMJ0Ad4O5nfM1tw7nT/bdGb
080qVZYkMTY/tXi9gu8iQ2wlqsbS1sq1qx1/JH2jS+jyh+6ZtToo2mHmdM9+wHD8bz6gausuilys
CrstNTCRIbrD/YFJ8MiyJWa6eIE8wEXXV5iBcHtwzZkX9OPNfL8YI/fWdbIQ1RTsu2gvtJu1nFoM
qE3sWPWzmXfkI+fcvSv96x2/GasvK1WrDK400yOU9La8vl/q7PJFZ1Y7lcVFos1t+tnpHTk38NWn
FdRSGguoBMFgtKV7ckg9xAV4Vx4Bd9psIg2Oe4WO/ss3tDvF41xf/0Qa+X6KR25OCmzK89jhtIPU
YD0AFYBWoFf5BgsdrOFr14OaxsvlUmkyKCR0riODni100fcpAUQdS79YzCz7H4PWfWR4/1Ej1xfE
Uebk9fBR20bfI9eIux3pz6P5ReD4vBf4fAe7fY4M9O/Z8MTu3x652QO94lJRMNgFf+I2Ilq52RoS
em1t7XhsjxtCHbAVgLLDu3TmqM3s9D+nfGPZBrOOHdCwzIGpHfkqo0uTtVdC0CfojaRm9ef+dgI2
cTfDY7hbnheJG6Wwl2vX7GPLbRAPErMxUKJ7wRBPjqHNLOrEm+3e5DhqAwUpFYQwmWr21jYFw1vZ
C35vr7s5v/mYxbi3NHJbYfS/N9jQq7Xd1hsQGe/3sRapDrE35gtSbrFIdpx+wjZaz2kBzS3lyGmV
SlskynCixMgsC9NGx32Uq2G/pIK522qiDHU/0lH8Fch2muYKbHWm5nvkiisqIwbKTxjo8vgiqV/y
6S2BH9Os3wPoDdYz25Yb3MPDiQEjNgfZIVEA5dj9DSF3YeH7MaIkfru+VkhtZqpxDLZH+ew1quki
o3NYuka55o6oWkD4EpTBanwYLquF3A+YvVkg5wRkBHNy80mj1c8cT85LH5/UHXjogKlbuHKylHrg
R23ji+yQojupeAvMTMXkst+YHS07WgOjLOKwFKCn0kQ1ld8iL1XtzISU2/PD+4eiejbpo1VPINsX
1gruDYF0hxqyLiiTIPhn1c8YXaBYevzNrM85dsESp3q3YzUUf6GdgzoRa+SvmwsHGC8NsqCa/OQl
ObLLS2W8+TthpYMkSDugTYDdUhuxm5ukYe6fffnoxmNDl215PmogHMvuqoC2KIabq89Pv8mwFQdA
O1RoxhWRzI4zT5GHsAkZKWmIWJCNsnH6Jb3fAZGGrg4dPSyLGMWztfO5yGbbxx73AoT8aEWUICCI
PqtxfanP2KKGqCNKJXSo+WW5rGwqV2k72kGDicS0FGrPtwQzxMf3E3tncVxoyuKaaXw37iyNYknw
4/uqDw3zA6VhM86YevSu96ZGoXoHnqoAgqAdQnXaFPbrtayut+DCQsziatnMqRq28sO4UJeFhxny
X2OEHVMnZV63GBfox72MoN9VmzlNE+hJjAfOa4CJKqAxHOW8vQLdfl2PQizoNYam+/d3ZwFagp5c
ur1ckZ166OfUoCZ8FJDzg1YbuF0hszuuPymo2bV+6fSYw0pvABj73B/7hagVBnC+yZKolq835NdX
5+K9iVsYaHoejRGgCULbwriP2Q7woqAqobP8atU1eiqJoCbaFSUgXeB9lcovEDaQOJ1LKj7eE/dm
R2FmzbIu62Uwi8ypjp9OIcjc+FAfWj7fnY9cCsK9oVHo6Ge5VLvoVrdekWSLtT3yIcH6DJ489Pwp
60L9LMy9pxcqg2xjCF7p/XKjs+uVp1mgGzatxBAXtbla1eYuM06lir9WiXGiCU069N7OAVmmtjco
jpAuG7qMQT5yf32KJfSHUsHtoV58itdZZimeETTuzBafeGhgUm7MDG75Jrpk+CJT8gbbjV1Vhwwi
R+ZXSExd3w2Fqt9TqKuL0licFh+BFprPF2TKFSIfCFfMQwoM+/3eNJulURpxcW85tqOWyt7mgEfz
1xQXoR1SnjE28XCAagMLNXCIgIEkURi93hXbRxUyQV0g3lDrFCR52AIUHg9HSf1Eje4iYxVtQm2R
PcnNOSzUsLXGvurW+GgxWbvI8ypEgtcJF+JrKiLYkZDlZX8LuK08QwBSzhJPTPn9W5ujlYU4s1I7
EQbMbFq08KYLSVI9CvzHOUc6VEMvmXR4vqBTHgQNSNCiGUjN8BQZBTpME4c1FzK1JV3g8kFpnBgZ
r/HKtrbsaIk7/bm9iVm9MzcKdqo8ojKnpWuLX/kaeuLAuclEKlW8OK5plzOsGhO79c7Y8Oc3B4UP
e6EMC4yNVyXK6GIty6/ZvnRm6nSTc4jIYEDyomSLxuR7O0pdir6clI3V0lDpFIVgKzeQZnDtTtCr
LKeWjR8xhAeDdVS5iinwHTV3jQ87Y7RbcVCgmAB+tQFRO7rGgVAVocSk1JbXQszOFNKByZJaRRf2
mHxmn1xDos/nKylORA53JkejjjyRSWsbJnnaTPO36pNiPnlPTb01HRMm07yAeMzSbd9oLHOrCek2
iw8peGxjs1W2of0adfsScEoBnLc/gVKC73Ult2rbbRP7yOP/hnYj9M1oLJ5w6N5BXSC2httrEYSK
MtWTzTA2q5Q0p37FoSpZfvtgzV3FtJqVFzf8EoWvuDmKlco1S6GAWr0NaRu9lZbeKvNrcJyUKohd
xW7zfFoeWQkFUA2wcFZoakJvnzDyG3VboUaSo2TCp+v+VDAqZVT8PuiGlqrEXVUtiJx1TgY3+0uM
FuwLhDiff8HE5Xz3ASMngsRDF3Kxh7RHo/EdiX479xcl6qg2K3Fm50/0F2CwPDrx0RyCoOtvj9yc
MI5OS7bEZWSxmSGQdFNr6YbTDH9fG7kRm+FyLbuqa/TryLKNHjK2W061jQhP2JP03qo5BJ3NHTVz
b0zFgHdfNXIyYdpSNdPhq0BveRVssgVsdoDPUvqVAlFf4a0r11RTa8aXTrgbcOpAzw905dBx/svS
3ExGJKYi6ITD1op7EVuUVuMKwRFSyhna9vzr81WeOPAcxOUBmZXR+w4Zg3ufgwKsHCZN1lpSSXmv
NV6nhBdbe2Y3T5QPZI6BIjU4awH+Brjj3oygJC5ry4DpS2EyaGUaoa0prauBqimtSS5ZPcqrqNJD
RayJNA9q4F2jho2k8t1JzFdFAe66nFqkrs5wxvMZmDpp6KtTAEbCWUOHy8gB+bLDdEEvtZaPLqjW
yKMNL6TkkLk/LLgwUKwEozDe0oVmU2qWmQ49c9AmnqaQQ7z5gPFRj3wPDhnQ8egVDF/Ge6NfNecz
IIffBSorC/C6QkmOfatpEnVr/Je5HNzESQcLwACYBhYLTE6j+43Nauiz53hO5cCuI1tkN9o2WBj7
ntB7cd9svJdi6a8Wz6d9AoSGUd9YHW2JsunB58QCuLQujRCICRLsMsIZe+N8jMyfkmwaY/MlqYC1
NstVu7XUmQ+Yeh3ffcDoUYC5QHjKD69j3AOMAUqfWms/WAcQrdPMvTo1wyh8QysdsDeI9Y2u1S6h
KdHpaESg6D8TUKhoX+P+3EeLTllK8txhm7hRIckOxRa8HtAfNX4eiwgV4qJlesuNVO5afQSAUSD5
9kJE7ety2dU62mNBnfhzygOMdG5a56wPf37jviSXyuRGgvUy24KDE36TQ+MPUSBh1XEgm9crELsE
C8lV2bOb7Vz9+b6aKNGCmQmwbUjWSINA4+jeCoNADNKyA7RKMrKtyxDZ+QUQYO3iJRvaG0fY9/XC
KUlHz1ieWOQ7w+OB540EvqYW7yl/wTIrRySsvJH4miSs6iYzr7eJNyI6aaA1AlCqAB3I0d2kZGlF
yTmeFSW3qT955Tdvz8qc1PgEHB0voyEtIEtQxIX43f1aZnghMqWC24Ejr53a6MLV/xZ/2w1jgO1e
FYyMvPdGrdFqv5HN5oMxtmcT0IZeTT9wS2ebWt+8oc1hpZubjf7RLRmdh2zT8tKrm7fV6vcw48mm
VoCXQMYPuWcwB401zaS4phs/YTsrTA+gq1QyTQnQaVNCcAZB8/N9NlEWgpTIjbHRPsvR1EpLHoyt
t3vxI9RAt24R6VguvkxTR1c0CCQpcK6zl2bWYU+8fu5Mj3ZarXAVIJhMZ7FmhrDII5/G+vt1O6gA
hq+KufqglsKMB5vylnc2RxuuKdLYLgXYjEj2KpGrv9wyu/TVn3EfU491HghsyL6DMglApZGdkC8L
qq8xrQkSYLGWqCLeHKCUppd4wBaIv2yj1OVrpGV7aim9fAtn0F6c5+R8JkphWN2bzxjdibXt253b
4DNAGM+Ax3dXYnLZVX/V+T1l1Z/otWzRvAfO1+WJQT+hMLO9ht0zeogBgo5fIlosQDcwWmLeLhLM
Ak5el/wU/q6Qj8+37x+Y9tEAHhcsurMfEai936OY2hatBTjHe73ktH7Dv8orYPdFwAlCDeUCM9eD
ZZZrkmmdUBpRtN9BJADkatRLjQbGEupBHVInc6d4euj/vmx0L+MJnNFRW7aWJ9HFOnAEeSfI4en5
+If5ezL8P2z3zS1VNkrJMWkOIzb7xrJO9ZrFiC7RtRRvn1uaHA7a3QB1HyShx7lVp0PjQpVhol3f
PWUyeu25uQt/zsTgF28GwwmFUPt21VqvVadGEIDAku5T4w8TtImWaD8UOfVtdUKN+vnYJk+rcDO4
8VqxLdUzf5av7GprcOgzS8yjZyJw1zJNf2OxPxa/yjJEVWUusza5hP9sj9PlYszJdVbVrVWLwqKB
dqXySYu9/nyEU/fszQClUeRGl1QLfiJsRif5KW1Nai+MZ/hupP0XZtBygiQ8dsqDklxbgMCn5trW
SlNHlctPhzPq9FTg6f3cztRjB/HCP0OjrRL1AXhU2K61ZKbQoxjd2oKdE+yghMRo3HYBHA48JNN8
9pfzJTUF815dozxlC7yRSe3SYflXpY1mdvBg9eE03nzVaBtxAsDwCo2l7FHEPLOFHBhumAMoWQJ/
4rpZcOhq/jOnZG4GSjjx1sZ0oOqBHkL0bQrDybo5ORGkQWyBQld0kZaHhvX0LDt0/asQs2toeM/E
bBOweFR30GrA4gWM9tBxIrqNKbz6M+Rl7QJgGU8TcxIrQIyTAiJ6/TdforVvFV5KMLmArqP9FSO1
58B8OJPPnLzLB2KMoX6GO3Z8cgShViBcAxRw9hs5V5vhtZDTk3rrcx8Sb/gtRHSgqtMr15nNN4SL
42UeSMyGoprMo353P9uuy9a0XTs0wB60miBNvKV2KYle7Is7k0OZyqWCxhJ5M6jYokg4poiIu7Z2
YjbqLY25MCA1+TQrFLtjUlyqGR84EYzhBoUQD4qEAuLkUcDCBWKf2zFqGf6yrNRWK4CAazsSHude
NiCOfpw/oKfR8SqAhYFHov1+/qqg4MsgRdCvQLFkq7S9LepFiWSwAXpjRiZhVrKumvU23xohK1Gf
Wcvb1y5pa8qk5bgViTM8DEng4kioCecKoJGtRSr5aTm3DM5VDGFD9EjIvENoB+B3NeGhMX+URKcA
6CjPkIfwwiQNN3IpeaIupryS6EmE7O13EAY2bUBNjpKRYJUTT5V5ge60nK/peN+6kTBIjqFjWR9a
SmMjroBkJSxXgnRBgSgER5yg6zytbRxfXDZ9oxy4qA65fSIlbbjmu4R1trnr5ZQmupTNkYhhU9rs
E9RR1iBWYP19FJdCfpUSqU5eat/LlWVbAi1p5kXIpbjaRQ8Y0b4JeUNpQ46BLHnX5Ss2Eu2hhsDa
4pZl6AzNKY3NMUYcFs4ZPtBtT1HnhcXWFQRXUvOBEZrkQgbC2ST3fLzyFB6k54rIe+VLEDWpb/RA
jFVmlChyrvF92qE1o4ugfufZVAAmHjakK12wWc5dMLnceqB1yujASviwjr8EIQKSnbg9smSfEZuy
0DIL7IRyd6gP8OlBjBqFX0gtiPkPUla56Cnrco4ibMlmiR4WUthh6vPW61W5iZLoPQZjlah7SBgU
X6XMOvkXX1SRA/aqvqDiRZXwSrNyKErwX8Fo4/q6iy7Y8JwEPhtkJC/QSQdFg8gXd3UtCZ4F+QUH
bWyoAaGJXgnaFPWevFaQlHecShpkucWYOTpJU/VaiN9nJcmECv9MlRiq4Qo0fPUmdWpnXeRIjPyG
DuOFzaqoQ8HdUVUlCm/4MSngEZHU1O8lV5Yl5Oti5Rz2YdeRFmKGrJ5VUZhodgZCZp3FTOOLFF9q
d2VOua5edT4rmk4Sev6mYhUXOmEsbwfCBgkaylvbuU3HWypEQsyEA5HxQ9FhvuZ6vqJIVNdJq3de
Ejs6ndhFFqlFngiBKmfoBwb9VRF3+dmBuiHnQzlFaeJTmqZSv4mlDIIjIduGlMpTaI9acHHAcroo
YZIYkiJZ0Wj4ltJZltBXjcHWHceMXlE5F62zhI4xeW5TClBLRVTDoPWtDOSWoFlSoUhdNFG2jKKG
yV7AQBBKgPd2WdctbI8q6JMgt4DM9IqYy+9OI0n+Z5/kqWA6HSUWKHyIXq3Xdqh0Kst6tWswohNw
WCqu5Xe9CJYknI0qWzFuJ4K0ImUr2gyLPIzB2JIxyhcVRxBEoJ3KEbQeem8/ClI8rgEVS8fdu3nq
Ujsmj5lADyMnK3VK9trEYDyWTnNS01TYaw6aUeTfJo4pHXQt/aUFtY8D1aOm/Xl+yUx0ZUKNd6AZ
QRsvC38yyqaGmRclbYlOJSR6KmLburwC0i88hZt60V+pzCxe5aWoMetIVsVtAQ0Ns201CcUlx5SL
VYkO81R/dQ086fzD3GUxEegAsAKyHojGSTIjDH9+E284SQuYj1fTlp2JudrUGbLLTAB+CkwhYVsb
Opg9qP+8lspmAtmpagYEIsH3KoArErTi7L1ppc+CuGEaGu8Qwh56+dgW6C/uPqVVHpgKY3i82v62
ZpOqSMWXO+/sejNxx9T1NQjlIWkFhukHDiGezfIgwKPOCoWw0fo66giboS03teu5bnFm4kkEiRhU
NBABCCxagu5HSwtwjYBc0n/PW6SpAEN8L64pWaXm8/02gbYchFz/WRpGfbOkRQUWUI6OaCRGatDY
gOqCDL+r9FZzFqIJAUYVtUSCcpZXkxWAZoIJLozq3Gm/z79kcoVvv2QUiXihFIulgC9BDn/4iC2a
vMwXdD0V2mblo3ttJt02lSS5G/ooSZKWOOwx9x+DA1uyVtcEebBhfLXuqKoK/cOZvMijDAJW9HaQ
oxPkFw7LORUWFvCyz09lZ64cTQVZ5mySbfATo2D1ztDoTeI1UlW1cMvoeDG0fp0a/FKNtHqrzYWq
U1sVdT6FxbkEz8W441Hwo1SugV21EuJ46rub6/mlPwaoU9tk6NCqtG9/xklOuSGRAVCDR4kFZY7R
woW+nbB50dKWIVAq8z+kXddu49qW/CICzOF1MytYkmXasl8IhzZzzvz6KRq4tyWaI2J6Tr8cdANa
3HmFWlWP1KhuTuyaqtmakdlKiXD2hSKGkdiGAOJOwalQUdJXtJVtvxDDgXDn72BmCxVLVNWzDO5U
CJFkL/ErJI6fQ+XkH4AMBB3FFoIceFnjUK9l3ZcIv3YKljaKKOG1QTpeQd12dgF0mYIHfOgYB80w
tUsiSGuCciw25MuDo0Zr7QhLu0VGchRkoAgAhDlJuVgUsty5/OBQGWNn1ZZJaOP+hC5lttGG/9fE
bECFJCbCSHGDM57dCCxh728G+gftcgt630cIuRBlDyG3lDygOHmCE/i1Yn96ieYn79r+7B7LIkqG
qBuGKDtCib4b7e0p0DNT1gIz6jZTwxcuF4vC3eLqwtdaq9vaBM/OBs30XRLLwArmcf8gi5nVUIjW
7w9xGsG9Ec6ORpXjWHalhAS+Z4BPFnJStpwXRuUWT/9gCCUiERSFaGKeC9QKpS/wIxcCCeZP5W2l
/s5Gg+ft+1a4pRVDYI9MNRAcUzv87RsYxEGfZLILfCVH8A4wl0G9lBftApwlGIsSlUHnUvcaqLqe
EwjMDtuzUx3VtSt72pfzWb3+itnKFZGUhGVIgfQmP/nCnhK33Rp1z9LCXZuYLVwcMMDzg0McYKWM
RNIAVNBAygbcgtxasmjKLP4aDapuQCGD8BpgkNs5rQOOzaDvO+UVhEtiMVtg8sOPxAaVaAyw5sfK
Ei7kZqAy8l9zv3JCRSf70HIFyQdCKWC3Ac7oNfR52pmKbO4OHCa68+oeXj7hsEHx5nxqyKqc09o3
zJKtXRJ4CT/6qKAO+0ICcVF+omXNQ02iQ2+nUL0HjU5Fq2rlSw8Iwl8aWSIIIgCecjvT/NhGyNtl
oxPUuGdCZduGDk6kFDhANRJF2PfpWys/FdEHEPyk8IPvvs81xf0TJFCGUL7vr8Ri6uqHK5cD5zMg
srPDVCZjCmj6BI71DKomkLlmTABQZMIImlyY960tbGjgcPFuAWWG0c9plVKFcSkoNdBOKsqJwVHy
syAHRko3oRbSQ2Lct7ZwtyJJBuFb+MvwiucSbVw5pexb0J4MoVBoaR14OpD2r/eNLPn+SGoCcAQI
Pcgdf9qTrjxyrm7kkPZBeBJToKRCAa/JH5gG01cDziM8CSNat2uCUk2txx5I+JRSy2RZE1cZbZay
7ShhwrHDQw3x3XkXAYCyXhQxSPgmD+KzN6FMmo1UbjMjHG0wEKBPmOpUZReVZFgDAS+VZiYqHdwe
qOCLKPHd7mopjmMxLBraab33nj1n8UtQ83gBCD++JwH00rqjX0UbP+LPddDaIeWaxcTMfGkAbUtq
VQ6sAv0x9XvhZ5rgfQsj8EBr/bULDwccUGDCOAapUzR03H7kOIoxG/HATPD7/QXQzLctPI7+szcQ
CcfwgjPwgz4A/AT1cvR2Pq9slIX75tr6PJ86eJDvQzZndPpq0zx2EkmkF5oyeu4UVGixLddUJxeI
hiDtgiURkJtGfuJXVjqT27ZlRBQAejJIodp7iu4Grj5EDzRyPLy/BypwQz8lrM4CC78y3IX3EQwc
wIog1pjInGYXSyjSQePX1MSvVOmX3tCywYwpHbTNwCm0aATU7xtcami5MTh7kMchHXtZ8GinL4Dq
BLq27tSsxVUWaf1HE41EjtUSyMa8/fQ8M88fKOZAcZqIyFk0O94sAx2JPb5XVG+tFrNw54vo7EEK
Gkzdk+r37caDtAlVUwmo95AOf5NBI/BeRStFrUUTwBDAlwYSCbJhtybK2g2VssUBTAilkNFSnP45
dlameCHIQt7wr5HZmkIxtalFpOvQ9VdqLBhOg01i4skWVc0YjXyX2sLO6EQVGhnYULWJK6A4+xt6
m+4DYy27tby/oQWODjtoFYAt7HbIqKi3rCfltONJ/GfYBDpb2WUX6VT8DWFcsTNC6k8TGNAfIukq
QmUhDhNx37FggUZp7RdkQsrSPuTGgna6niJ9cwkI3dAqLZIoBlx6JEg6ET9ljMwfCZU/x+Hx/los
lfdEHnSk6N5CERXP3O3om3hM5NTHWrjhuREvOZL1ZvMse6rvQ6SBP3MoC/EVDVlOs/Ih5KDVzYED
l9L9z5iuzJnfCCQnglHopNDoIJqu3KvXD45OLgaxSDusSDj6WDyXihbYla/xkD0dVpDb0x7+bQyZ
TI6fyPzmPGaSXI18hwy+w8iA6eMccTwS5CsR9rSH7xmZPRJDUbB92MKIUpm9+AzGeQbvenu5P29L
fhcm7r9jmT+YUVtULE9R2D+DpErKa90+J+HW90+ysI97vYUPxtj3bS5O3+TjcVAPRel/NrKslxgk
x33Ggdie8tB6Kz//I0bya+b+/v58SHVUoI+AzliH8zxxIBXNByealnLW8GgxTkngjelA0jAd35mu
TM4UpBR4gtpMWmghMgSoPijI3xPeg7S30Q15rIeCC6LPTkFmR0+bSNn14LHDCxYy8I3dukGsPEKp
VSC0XEArO3fBNqknHRV99UncvPmoxXekL0e8CEhWjh6R+0R+r4dhBNzLG6KQBFXHpCYjtF2t5ghf
waVPIcWipnkiHOgWvomecDH/nDGpzGsDSGNBqi0EdWbmw+gboTiCqtcVCupSdmXfG/eXbHmbXM3p
7I6r2ixRUHJFuqeukNiSLHA6Id85qoMP8YP7xpZSMUhf/3eD/ATeV4eZ7rihoNqQccodoxkVxCRi
ezQCS/5jsGp9GB8hvPww7GTQovnb5ilEZ8TKFyz5SNdfMN26V1/Q0Dx6e4tpi9JHmYLCLkpRB4Hb
FbGej0dU3/rcklNZi0uDLi68qGitmGq8exp8I6rBqSAflXitm3vp1bv+qCnOuPooPxNQ7BRxI8SV
jouHHtXYfWFXEUZLL/i1mdkLPlQ1irc5zICrPOR2kq+3iskhh5lUKyd10VsHbJWfWm5ABzePw5Rx
UhJmsNACESCmhXrBFu0Y0CZIcKGGgNLSO97yCWvFm/DUfUDwtZhqGavp9YWsAzbc3++YzWyU+2mG
lnTGSVqtPtZQrNzKu3QkOmrKL/e31lIqf0I3onQyEVP+0luk/bhvhixlHBoyrib6I5kW1TBNOXmX
jftZHXJIWZytFaNLEce10dmaumORDIOYMY5vwyurSCpOU1wCjKLJh9YpcyNeE89YfL84qHNIE5D6
F1ab9XwXysE5g3wqu8lSral01l959RdPxJWNme/heXmV5AxsQMqUPompTqdOhrCWDGudaYtvFuR8
8FohXkOj0u3Zw5qlQoUuUEeOTTf+EMQtna14FdOz9+vZkrlJABbO8y8McJ2NHdcjXHSyTC8gW4De
J2+Xi4Q+Cr0drDF4rlmbTd3ge03MZbBWumYPXPvBnRJsEdq885Wc3uJ9cjWuaRGvri16rCOPbWFJ
jrUaLrB/LEK9bT/QcXh/ly/tBsD4JLjDE1Bojjlly8Hza7hNTvAdeeBCrAMg+l4zGiTg4r+8h9e2
ZoPKkHPt0qZknfFAw5lQAkIxnxxat5RMzQ7lJl/L1y1twGuD03pezaLYBII0KDAYobciTC1OuMR/
7s/f0pa4MjFPhsojKCY4FyYaMLfq4+6t3abPMqP5K/mPxYDp2tDMmcg7kKkJHgwJBaiAPFn1x2cX
pPPl+4g1A/94z5+bc+E3pA9E+/4gFz2Za+OzSEHuM6+Ns5R1fAVqXBoWD1LiDOorJ2BT1hRFV4c6
cyRcMCBVLYuhVqUR12oW215+pKpNvguyx5Hu1bg2gsaqViVil/fLxGwBUg3oREz/frVf+IovEjau
WCeBduOU3dFkcH7yVpkf+qfYEFLAxDxdzjWgkERjXIXcLiU9JQ50ItBO/xEAurXPVhnl4owiEVer
ZX1OQRih9aqgc9mGCU1a3FW83fOaclSClcBpqS4Dupm/pmdHhWKHsq4RsDrCpxFZgjHaOJ7lDrpI
4G80IF+fqoUagZDIlk68BS6geMNuWZqw+EOZlMnvRhW4ydq8v/OWHsS/nwUc6u2MhAIENVD2gO4B
xPeQ2EdzwX0DS+cXHSTAUQNrOgFObg14VJH3blcyTofMqpn7WpcTNLJ7T0i6rjjIS/1maDVDs+CU
hUGb1Oz+GzKQA3h8D19UYz5cDayqG9QmT5OY0f99UHg8UPcFa4YozYkf+6GMI69jGAeYpi5qLVfJ
tJ6t9K6NtLIsCOCHoA1ZMbqYTEcrjMCh5kozv3Q+clei2yGXEXyD434ECnHQq6Pw7AK2q0fnbbZd
8+2X0MkiygOQvUc9HbXEafdcndeW49pxAE5wIg8vd/vOjCVSGKqn8Y/3J3TRAUWhGWTBiGVp5P5v
LRV9GQFc7jJQOX7rqD+UZHfel1jZqZ6bZaiyvkbTelmqwWvYbQtm5ZFe2qTX1mfjpPhqUNxssi5u
m8zk3wvvJZLt0jsIyAqvdhkvXEPojENaCF3eyP7OSe77oMI/DQELVrhoVFlooimkGC9cqqOBAwh0
5In0cp9GVvJZFfqZj3Xw3AIIbgk25CN77zv1JgLs1/trsPBVk2gxGmNQDAHyd/YAViNonrKplU1B
FD8WAYjb1wr6Syf0xsbsnWuGpBXZFDaoijc6KjF4it+JldM1Vl/uQ2/fU5pfymqedUZWHJjy//0F
s7cPah9sM0ZAVGQDCl6tWY6I1Cte7+GdMdS2dr1tWwB179ak6nqDVxK7qFbQd4szDYoFsApIPGKR
2XYDD0/VNz09OAPXvvWupFJhuLKYC8TMkKC+sjFzpWUpy6VixEwP5mCGO9/27Up/g8Ad/pg16R+R
XLJ/2Kc354asZYCX6g0wjzImYDE/J+v2PAMYDKnyHtAN6CV9eGjYo1SwLVqRagIy4kxETaARsHzz
tKb8tfCgXRue1/mGGgggUQFipYHgvPggNe9deonFlYLCmpXZWZGzMevaEruoToJEVYrmWCWyNYZI
udENZdw/mP/LZAK2zijAGkGw7XYyc/8/k9motbbfH1KjMgN9JI8Eswn28sYGF9bpa429cmmbIvAD
3g3d95Oi863ZsKeFAUxdQKyIm8h7ZKGrfH9gPxfdLLpETPRfC3PnnuH6sERWC0VZ0g2qvIccL3og
D0/YnJBTflb2yr5Xa/KZqD32LfjjNVbvbdC3o6zy54VQm9oUVEZFdl2lONKt5e+XiBFuvm+2zFRc
C14a4PsA40R+EVm/2AiNzMz27tGdpL70BxDBRUZpJkasI32L3jrKSFU4HfdnauklvvmS2RZI5E4B
oGZEE41n8SpIOd7QkLsfH4bwXzbb9ZrMLkhRKhn0mqMOnGDI1TTpGLJs+1pLAPcCuzf4tOEldluQ
wax4OD/O4L39MO3IK38jwm2SKOKP7benEbbBr0R8OyFwOwgWvSfHz8bI9ZbU1p/dC1i7CDopUzXe
e1q1XcWfLT5XKOAwzFS4B/ng7Ht4vuI41x+nTusSbRhWdpK1rnzguXPCMBrAGY1MInBY2iurvZDp
hcbaX7szbwgSOI1cx7DLmhBQvFR/XIWgxdfS/p92pmvuar7boOM6L4KdiNQGvdGEEcyGHflaMbN0
W0rgLAChoYQ6/pyRrIV+B1uIHQ0zwucB4nkmxPLoUBuf0QYG0Wf3YSXaWjwu1xZnAxvRMcUxHSwW
+TEV0PbCq12MdCKa8dudv1eEB3cNj7YUw8vw6NDowKJfHWXH28mkaF4s+B4g232rIfX3FkCe0FZE
0qBfRV+Z0aUNcm1rFukEyAvLbDQgbGvI/tLJaM6Xxr2mryqGLxD/I9rAiFgZp4CBt3I7KtkfXKXo
GKD3aVltzELaKTiFzCaxTfI4yeUalaF+p3sZlB7macs9PfMPz4qWVbgK11Z1Om7z6wFCNKBRAScb
QEHzYLUax5ThMep9ePFOksps1Nqc5Hu/cfhXNi23kCHEwP8am939nRS7nVdOy7kdjY83460xO1Pe
GNi6j4+K2pJ4e3z6o7/o74X6Upq9E6tWrCuad16PN5fg/TK+hZ7UrWVBmGMkul6OYoVCLaBu+XQ7
RIlWKrGMNR/RdoiejY3ANr6mjH12oClvongZpG2UitlzIKa0LaA0Z4b0KD20WTC1m+WdiRYr6VDh
PxI0nrJygy26LLIM4h702ArwW2Y3GDUGfj5S7pRX0FxTogkPUWFaCy0Nb6Nin7KPb0qDToXdEFld
Q7ssLZ2sAPaACg7QHnMYP+gDZL/LkIGvRn1kPjjmaaAMn+TCsPJgrRmaNuzV/SmHCee7SPY7reS8
8U2uBu0px4Tma5TSi+789ZBm8xmKXIYhIY0ipQRKgfBHGpR+9fLVl4mAJj6IZJLoKG9zlaLIl/W8
ct8snbyJe3eqmYAHdb6cCboKvTiB+bz01FjaC9wfPgR5dxCgv+77hzwZnXZtgYojqfIN4+kRPz7d
/4jFPYX8wNR2C8w92sRvZ7tOczeWo5pxUs+cpA+U95fKMGsozYAq1Xt92GxO0ituHWZNq4lZeMDA
nw7aKGBScR3OPWE5oThpLAEebDYRgWB31enjgPkGn4514o4NWXH3lpYbulAS0i7TpKM993aofSTH
fDDN95ZDr3RPXsrvSTMJig4EpZBUVbRim6qc/WxZ9yd58ulnV6yCJB0CjYn0Du1at4aLHvcPV7IA
oXaGkr4V3mfd7WKI66Bzgws18KCsxADTSO4ZnB0hgU3RMIlEmxN+MtleYkpNlNfAfgvHFIE2Q4Mw
Ew3NuJBuB5Ww4PzKCthI2v3Q6qMajEC8rvAXLGGObqzMticvZlXuB7AyVqq3OQSnyKJ18Nh9sooH
SSDRwptoJd0znesr22UpMzhlEpCiA26axTNxO8BA9PlAaXHbyimEOOSzwuyyRE/QBJqSom+0kipI
/wdU0gOlxpWzJqG4MHRcDuB6mjqn4LXOuRuCnGeSdqxZYEfZk/Q5QTEi3WSkB/riBsQCCqHSXX08
3t+rC5Iwt2Zn6zryPpWCpZV10vIkDp7GpgDV7RVD7qyyJTJY8nPJUDR8QuK/C4808hyCxu/aZyUC
ceyKd/L7jsDHsGhLx/hRSJ8Lq7VeV0WIZVm4f3ZA/O1KIXYhFrn9/dlBQQqd6+IGom2ASxJRsvnA
V5FaVIVxm5ZnXoRUXLVXQq0Y7Gzc1+3aHvt9UG/tzyYbSYi+TabxsQPJXvpjJTy5keYmj5H7Pr5H
4kHqVOkrA8sM8Kv3F3rBtb61PTtauTS0XCFg7HGMDnCjrXJCZcf+paisEjhpna/WSgmTA317LcEi
D4QeKhfAMM7b8hq2HiIBxF4OF9Ux0Jp0m0hEamK05kqdyJ8jl6XPTRW0WtGOo6B2qS9Azb4Epwvh
CxrQwjYRuMHoCznYjkmU56B77vqPaOyG94xOxq9M8opEvz9Rvy+626+ehQUjyBFYRQRCqOR90GSK
FgfcduRvhb5SQzlesbawI9AOM+F2J6znLw4RhqlzOUMbnhMIL3xhy+FT0hj3B/T7OYKQINQRgZWe
mEPmLXZNLHdcOrQTBgbyVlWsDkVlU36kSfkzF2tdnKhZtpYC+e3sIN0F8OpEUo6Gn7lKq6Q0StPw
PEAiURmChyd+71ufWnEdF3wKWGFRUwEzCuj8fuKPK98x7fjEcwOfdcQK8P54U5Uk4PeND3mI2DXa
tghJVY6a3BhBciljs0lOCajzhPBzjb1pofiCT+E4ARSNyEijHeT2+fCqqBGjNmEdd58/gTxPE3Rw
KufbStNlMuopT7gVX26hBA2TE+Ib/XB4NOYpAcqXh4YWUKobThkBlTPEGHmNeejVh0gT/sF/QxYa
rf4Txz4D3p/ZuUDQJElBFwNEAEkBHTDG/It+Z9VEBT8HA2Vh0lxE/OVj9xKa9zfwQuSGaiRmFogj
0LuhAf12boNBpFwKzofjZwR1LFARWq5dbyWw2EGmrtY3fwobsHsHoaN93/TCFXZteS6WhYbfJPbY
nHOYNlKp3KTB3tcBuqmPoJRbY8RZGyc7c0EoduwyisI46e9cKx44zfY2iYo+Y/dQ6jwaD10kEGsz
8kmxVk9bPEpXc/wTOFwdpVoe+cSNYDs/9jVpzFTzthy6OVXa11UKtCxbzK+avPxDyudmcefecg0P
vokkGJZyLXrn1fgg9DtBpZ/gYMRrcvVLryDySpDNQWoQbYjSbCulNZJrstIDodJv+1ZtFfLlCUau
aMBGd/77WK1BYpYu+CuDc85RdmQU6NO3eHYB4AczCwvqFk3cgTxB2HS7d/dlEyMGWYve16zOdhIS
3X1d9LAKbjM6VasGLOf/NDIQkogI5yBwPr/iqY5t6ijkgLdhn2uKtzlm1GqQRwqsU3BEpuyElt+Y
9Ltywd5ksKFFuVZXrTwB03rNfAwBLY6AeOIVZcDIfXs1xH6U5XSQck6n9nb80diegflc852mysAd
K/NFzEHZhFZTWJkU8/i3XmtM5q24ZDbK+GsJ/IW4Fe89AteJQAH8yvMQfajxzMSgA8SQtMQCixqb
qj3Exj67T/nTYYnCEHHL7scDWsl9gwPD+WO6Fu0t3Hs33zA5SVe3QV+NQpQJ+IYI7TeKGgRHbuNC
KPRjlfl3Ie66He7sXQliOpSaabgg6Ba/TM8kL4TbfGdQu63WilELx2JiBed/pnZKx94OiyoHN+wn
W3tB/1rdJcu/jhhOFCeg4g8o+mrSGlb0MoXLOBCPp0+saiQWqCMrjTb07BXbRLv/NC0FMxjMX3PT
51yZKyNJBhB3WiNSGtV3ZwJYjeeQPjS7c2O14T8dAn7CcwM/QwMwe2tPkJkij9KGgwJKSLpNy+ms
vA8/ghPIgQh/bMtHetxV6aoW1+JehIoU2irR1Aza0Vu7DeRumC7qWEcDKeeIUCVUH3zSO90ZiaPT
Gl5nAWQ25ajwCkAqHdTm/CxGrOWoGfw6B7Ak0XNaixTVbQItpmP0MEa6F8saGowxB7s8D0iXZ8Tn
TowEB8zv9HZwmHjrj5sYJNlVZtUAgeS7iIWuxrljVL5UxTcOAmKDRrdfMeooa0pEC6Q5+HpUGZSp
zI0s92yy/Byo6U5oWOcZxGyktexIbS0alyMiPHDfpo/sVqsk5ItB1XR/Py4wB92anh3ksCuEKPHw
5gwnFmL2pVZr7qnVFCIEhHuhS11/Re5N5QPy+mo+tHto061RJiy5xFMgwKJChr45hAa3e6X30NSl
sHjeOQKpSC9TXQbEvugHPXX/EMvfmJrNtOgGwAmPMPWsaRd+U3gkogizp+GgWRa/gnZZ0KDE5CKr
qExKaoinZtaQfZO8MsLTKlyqd/pZ2vZa+8Q9RPqTpJo7BuREINk7lc75zDlOCR3Kl9TaQRV9cz5B
5vT+Si9kaW6+ZbbQUj9wKVrrAcdGoynIvgyBx3LzaxmLpXMPGlOQOAA7B/WwWaWqFQopGuSRc2rh
MVRIkpqe3sM1TPUgcu6PaMnzBuHlX1uzh2GgetYFex+ubg3NMcoZCuwfgUPpg7FL3yFtv7Fy9Vtd
sbqUe7uxOrtRW1Q7qrBjOWcqAYClduduxE37BGGDo77bldCxfB9H1bcEtfq6P+ClpwpMScgKiCBL
AKT29pwEbp2OTSQi0pDVtvVIdw671/smlnYJCB+Q0GQBfRF+Aubr52kMwJhXYXDxAFCuAlbeZhcm
G38lZbjQUzaFLaBpQV56yjLNdiNbe7KUUBhKh3ay4dl7QevwsQLVR2sRKJh/YoMiJP6ECiilf3AV
8QeTWZlNcWk6r79h5oVWAu+D9lHmnEwAtSVhoyoWzJQblRel8AunjrIBFIuC9Ed0FbHRssZFtzhP
+dK+90b0AipFWyd63Q0gUCziYuCIEMHFIGIe0R9swgOYk7UoKpGioCpB5TywQqKPxE3Rd8uEMfJU
npB+xiKfxIboJpJeUs3HiJaTh8Fvcqhtl2PzCjx+Y49M3xRaolCCI7GV+ARm3PjIZmWLlEXN5oUK
qtkiU7lU5Dy9AqLJw//7w2uYSSVypUyeWxSfwDGrJQWAcz+U95HAxVYeS6Pl56L3xQqo+aoNL4C9
P61ThoxJW2/klKXsOAcpJImZXGrVnI2bFO3yMd3paYk2TAIqAUCnU798p+OupInYdY2rolE3+kgw
VRWZtNraf/Fq/i4dxExuT0IXtGjshPKGEz4VMkDOwlkBKyebEcr2t66ueIbnryTkFl3ea5vz20YW
qyFFydXxd6Lqnw+h5p0YkwEvRKzHprByEBdqfjghqCCjgRqn/VfHgNzFqRKmLnan7u+01thDDqcA
MCkjF+EAbr33LAcjqSbGqkplprbyWiyPVkRuEzWVib5jdjgEPnAHsU94h2+1ljqN2Sl65tEoVBLa
xp6SOFBhVfumfxjWsHHTL8/DNu6v5fkL4mVsko9CwDvKhc3ViHClyWa7rDWr9rjiDizeAPAtwASN
O1WYQzzQEwqe2z7lEXBflGHftAANrFQvlm+6Kxv87VZN8oENBBo2SmO/BbkI2Kh87fGPa3i7FsJC
G+v8bUn2s7wa/y4ODpBJngGmGrHT9O9XVznFjdTAeCPvbAOYuf9MTI7LrzW6+u2Zx9YgdSxx028P
jr5xfAAA7//+oks44T3/8/Ezz0kS+hBUODAgh5Zr+gAWXrIWJT0e5TwpJyN3yhqRKNmuq1ecth9v
897YZk9TAWrYJC9gOtP3+7eDAbQW6QrgfcBjudsV9sPDhiXaWQoJJNrvD3vRG78e9uzU9V6Yh55P
81PbwX74fkM8QngdDUL2Y7w18++X1+TpYeMAQXKykEP4p0P/d9bnqFSKyWmuCzH09sLsDlMA4GoQ
KB0O5xroRzNc2UWLlwwCNvj9CE8Bsp9NdQ/ibIYJcKVGQDvuIRshaLU+PG3As/PlrjGFLnmm18Zm
c6v0XeiNg4A0Aq9HG0mNHy3m9f76LaDv4I0CowFaKfCtgkfz9sylbeTVbhPzSFUY+ZY2VOv0Za0p
JS/mmhDSI18BOS+BpeceKM6FLEi4IYNSdb+Nj4KkLt6FD2V7sF9b3X8E5feDCi5mp3Ui7Xx/jEse
IoB+E4EWlGzxBbdDjKUm4SDWxjuh+FEM70P2lFDvA6vft7IAiMVMXpmZjZHiuDQWKw6312W6NX21
PYZATBXk4wlq3jgPPCE76iSTbqfWqhiBFjWAEgwFhRiwwjWoONz/oMXdA2wI0KkMEBXz9zD32YJm
B4l36DfqEHem2NgZq6GDQlyp7S8bEiGcpiBsxPLezq/Egus6k33BqTVZNLgP2rXSVG8jK18jeeO4
hVsctA5g3p5096AJd2uK8jwqTxKYyvQKQkfUeTRGTo3ttz3knPIzmnb/eFNyKibMKf7WocrxBJLW
5Iiu5EADaaRzf4qXqhmoN4MHSeKQGgY32+33uAmlMJ6PraXtO3Vf7jKCsr5avsTbZCdsfBGa42sn
dkGAGrv4yubseZYF16fqGDbhaCD7Afot8oY35mxgmxHzk+z0ulB1ayL3PWnPKwNeWgA0HQG+ArQT
4LOz66Kq+YnpAPctdc5jxeDii+w/cqAJ6lMdvGdhn4Pw3YT7RWF3ryXhF9/Ya+uzN5YP2jHj5WEa
+l4rj8qLRKP1l8ih+g1eRWtlrNNmmj+r8ArECSeM/Pg8QzfKbs9Qgcg7CdphahsalqWa+pIWhS36
wmWtD7Xa/7xvdPEtvzY684GaYEirHO4tfPbni7sHlIvsDxWx/3TH4/El2+049UG1LPV57bpYcJDA
GQB8APx38KyJs1McFaEbilUiOOw3SEo6pHk1cNX0a/Kw0/fPJvXGzOzEZLwXRzXUD5BtGXNzDGXM
KRWE6uCiAnF/LpeyLYB2w5MFjSCYjuchuwdFQ2FsC8FBLpJMXLyP5tFUS+JP+o3blaMxHbubgeFx
gzWcCwio4JGZvTLRSBddLHidk8qxp/kNBtZ0frPyyvxOvE5mIJEHUYnpOZ33o3XIxAulJ7dOf4ge
GI2zkj3S4n9A12UGqrB/qXVeqzSlPa0MT/l1GmaGZ2dPCIQwBaNN53jig1tuqXNtc4kd+AZQrW39
LrFfyaD6qrhD001mRL7xobzHvA696Fh5ZSuQR2rJI3Sp94UzNHYUvICfImbVeOebpUuqFt0ZlVbB
bda9p+yQxWq7UxwmfJET1dcgQlnGhz43hUKtAtCBWflZLI4lU5MSDWoUCa30HbqFp0oxPBZxLm/l
aPPdBACBhruE0TpWS9QINUpIB3lEkPWOAxyFrSGf2k/d+/tCSAgag1Bsr6kXsJkgL8Dr/p7/CKvV
1vbpKP3aKldrOD2oV3GO4gYoRstS6who6H+GjCpXg2h7x4DMDx8jnQRKr3x9Tbvu1zP9s4CoSTEo
hIPec/5uRP7QStMCMoZ/kJCrcqHZunJnrtmY3V5thuI+dC06Z8ub6H7Lt+zamV7ehn9HMXuAQCE7
yIWHYwYZBC09QFysfY6wRUixdd9X7o9fd9VsxmZbvhuKVGiZyRZBs6CQWVysC6cHl+SEUQuj2zLq
Wfk/i3pNRgGBQQwM5w1c+rebIxnEoqrpCEbrqjEaN47JwES9nnV2mQBx1NdQwfXpNcaq37jQH7vw
X9HjCmgqP5vYJAsTKIFi6cLwjR7Rr8aiG+YhDZgJT1zRhAPjZG+KXwG7y//Qh1LWIFhB+OZ4f9J/
5VJmnzGbc+Amh5ROw26q9qcGhTJ4iSG7eoB6TnFIpDUd659q6a/DiCLOf8Y9O4yhkI18X2O++cKo
fSIo0KIIQrvktfozE4g0QpoiA+WbKh4hHZ/YkWRln8yfFgprCLF1+osBijB7uT8Lq6sxC/0qP2gy
CQI/2HpZbEXNo8Co/oeXPylqAl0hu7l0wS7ClECbS9QiahsMj/c/4Xdkj5WQwM4AVw+SMCiu3m5E
yIBB8CgXOqcSt4GIHPExPSqcWkOJPH8V3JT0lpCS2C4EqHagZSQkyiMTvPScMUBTC82faH4RkMvt
CBeaXLcXeVtYxdksXaXTOzgRWMIJn2f/B1THeDYV8ZElETdhjwUUTylvi7Xp9WYcbCLhrVKOAne+
Pzu/EwEwCgqEiSmDkyAJN1sgDlFlRYlQOPRxcQeP1dirYw9i8yI4htxbL9Kg9NmUrMFAm52Cgpao
vJXNCvJ1HgqgyRHKFzJ69aB1SiO8ne3diHKlSmjQZHXhzQt2iBwS+RWBpZmZiRk0KpBqgxUZaAPZ
u49AVmniPgWURPgf6s5rOW4sy9qvUlH3qIE3E9MT8QOJNBStKH+DoCgK9sD7p/8/UNXTSjCDOey7
iYqoLjWVPHncPtusvdbzP68vyGIefrtGL77Kaj0kIGWg+Wf5owysXUsHN5WvAXMH4syc1zHAeiBl
ZR81KBj6VGKgGobDWPkxBrd2Vbpw2/lGbWxb4Yl3Woc4evtt6vLt67NcWacXg6+cvDCee71oZPlj
W3woHgJxP8sXcb+PlY3Sbk3pTHJt9Zq+GG3lkiuyZLfSxPamFHPMD/EwIMjUbUR9I9AYe31mZ9d1
dd1RuZLHwqANMz/IfthsK3mfI8wH4U7itVj/veGPZ+k1nndrfWzAW0CsoJhwpTwH/L+5QkpcT9as
spuUQ3t7h/DPNoFOGx0S0JfK93MMNydnuVAaYSqQdALmeWzUukSGFBUo/sdE943MM9p9cnC0fTXd
4kRG2c/G2dW8uErweGZ5T+0lOWaZtCFsNOB3jwee08pCG5n2M62Lgk9mNw27UaWihl6a6moimr5N
cS8+odWZHBTZmvZCmmjDy4qvYq5/pooYdo2lF3cZWLibuVDBLcnGQzklxf71b3rqIlMIp5NJU03d
WWOdRyFHRRbwReNm2/EaRsqu2Gh27r0+zDpd9ny4F08DBIm5YKVW7mjfB81AOQNC0HpDnchLbmHp
vBV3pp/8GHYtAgqSb/iX1jY+GLthIw7ytqJUBrnpXbpxDshh4K/HW+mcg7lc4fWJ/P17rU9IoaiB
pvG9LPXJFNm+37ZN7I+kdcLwmzUQxmi5Z/wa9T8ex/8Mn4rbX7+/+e//4s+P6CPWMURyqz/+9//r
mrZ+yOKH/A+3q58euj+Kn3/ctw9t3LTxY/Nfyy/7nw8f/6r/3j3RsMTffMj+2Dy0D3/4P+J2/YGj
zzP4319u+ftHf/AREGinu+6pnt4/NV3WPo/FNJa/+b/94R9Pz7/lw1Q+/ePPx6LL2+W3hcj//fn3
jw4//vEnx+y3U/P8zX997vpB8LlDFj00f9zG7eNDXL/84NND0/7jT4mU41+AxTSkAiALA7zNjg1P
v36kyX+BXAcwvySryDtwyPKibiM+pmp/ObBlEQwtsE7eT25kU3S/fmb8RYoLdBMfIpa31T//uQZH
W/mvrf0j78RtEedt848/jy8UQAGCdABSdLQZFoChNVTKdNqq7Lt8vjbGQvJF17lyHYZuPsbpBgHJ
c3mclYlbxqMdEPMGMgk6KMRcjy1NrYsxVpxIvZZygDNyBCWRGheR1/Tm9Tyo32QlK7Zw5iQ7KbgV
4osUVuQRK3Xa/bZXf6/D7/NeeSd8ERxHpB2f26xQXl1nlIpZmO3QFMV1SWNkhZV3gxyKVkWM0buq
eWhEHuy0GCnOQo+sfV0bP8NmuM+RqNjoY2dc51Zz1xVOvhPa8MEqiPup7irvkaTct4lcbMNCVPSG
abXft7K2acM+PsxfVbOcUQkezmnb//Il/2UZmI9OxtmyACDSgkCAtvI8SrIfwhgr9QpGPJj1OxQy
Jld7NMyFfHmrqxedvNezCz09hO22bvdZcxeTt7h1ygOFAEvfoxpmPhUXAiBlveM+N7Y/q34NyDD1
mG+Vpmj7FldTcZnEWyxuBq+R5OaWG+q0eYQHs9polhfq74WzUK/SdYIirPrDSIGEbU0wGtcD7Qn5
PvqsfMsmb7J2cXOhTFe66g3VgZTKdOPkn0yCKq14RDPZNPeddbBG38g3wb7oPKv0jIzk0caRd4rY
dfZOq7ci2nSdN1sba9iMxjajM5EmPd2LFrzupnzf3dbh1sTlvys/Wl+1rw6mOXStWxx/me7KZCsa
CLpc2t2KYANuW7rst+buewjmwZVQPfpc3EmfHduVHVjnt6PYBuChmsex9Xt1U0RXJPjbRzzoCn1n
fSPwYoNvOCdLoEZoTCu12E21ayiuepVcWbBGWPcgLDRELJ8aawvPMWqgxbvwO7tm3DfMKtnDVF5B
VPJBc81dsNN30Q4u0egq/jyHm2Daz7R50Jd/M3zaBlfOZfcuuJ4s1/hQvMOtvBy/gIzWr/Lca8NN
H27C7/MA0HG6qLfGIXgPCeqYuGnkjeUV+JVx3Gm3PYi9AQk3E1HaG+drtpMu56/iO0wMxk6UZM29
cBt46m74mQRucJddLvImvHG+vGl6N/TKb9PB3o6fQo/ymWf6zPGwdGfAPOhD/R0RJAqv/Jn8hO8h
+QkjZSIfetszLmo33BbvINvh8s23yZVebFjQrzlUPPGhajdl4nVbxUt/pIfiy5TsnPf25bxzrnp/
ODhP/XV27dxB0y1NXnY9P3Btaz/U3IqmAjqgbhUfzss7PfWcbjMirpR6Ce1Hg2fK3j8Z9d70Qt6U
T/l9Wz89tVcP5f+B583Ct/iPf74cL143v46ZS0xS6tebtzyIyyd+PWu69hcQTNodlpYDvKSlj/3X
q6aZf6FHCiumiXCASeSHgf/7UVPsv8jumdC2AYMhbjf40N9vmqL+hZwNEtggm5H3gTHun1/sf/Gk
Lb7ZvyzhUusC+4tF1wk88d2fLf9vXntsSJmIJHBirS2p2yFUTD8dpbfxXfJrF8kVlGYWIRBc8nVT
FDI7JGgHQ0f4JKu+tE427q286C8ieOR712oHccb3O873PQ+4aJtAf2nDCUM19/jlHGerEuR7DHes
mtJ1gG0c2nhoLyDnSM4M9WIF6dVxqLrDjMACwhpwPNQ0tUmWS+SXOvRlv6GmU3qUNqMPvx2oE0/w
yhd4nhFEMDp9ggvBhrbu9FLotI5A4hlE5A75GysoYlcdpPpepf/Li7KieApa0Ufk8VRtOypWt82U
Jv/S0L2+1ZU5O9PMc2KFObswM2gsMDDKVXav0XiXadhEI5gycu+qViB5RdM2D2GnnnOETo5FOyq+
F+4d2aHjJQ7zVAgSicgyAXO+Kauh+1BaqbGJrUw6R0q5KgT/Wmg0x6BRsWkhoP31eLCBOHYqhtJ0
oybRLpTaQbfFCG2/LqTiykAb+zadjeoiktvRoz2cNsZKVlovziFp6KXE9ITcwydZqEn/Lmmzaasj
AXEmnXDizC2EHHxHuFDJd64cw4mNnpVUmG4lpNwPtLByS7XoNq+fuVOjLA1FiIgBCcBlOl4J0j+d
FdmIM1uVOeIHzPqH1DKTc1qQy5c9MkEcIMJTOH80apXQ7RwPEzuiHkQakpdUZ1IvcxceEhJlj8WU
1BSmJskmctUdH94M9f71GZ66VTYk61BvYqARTFtO3m/mT9XLIWnDSMeRj4rSTVrT2juhLKxtbwXK
jZGEyowciGp4nQkpkxs6dbPPgZ83bmcOxVNvNOe6V06sOqeOJAoeN6Ss6+7G0M4rs0gRUbWFEdyl
ZTpuysYWH16f+XEo83zKYTaCvQLSV4qc65hdirQh1x0e+VaRxH4Qs6K6clzrYBBMA4VM7vPj6yOe
mpdN1ETGho5JnoHjpQ6qTK6KODTcsIZalnUMcQJhhnj7KOhT2gpPKjGfs+QEftvQQY0VCx4ydN5S
U0agI4P/uJDs7b8xivPMu7E8bPbqZoBPVpVRVAbRQtnfKkUW+3Y1V2e4TU6YPbr5yLUiXkfx21rd
cpp7lawUvCw4FvpOiQbDCyap2AySZL19QoTcFiQmFBXBwKyMnpUrpSm1KL4Lawo29pjChh7Qsf36
si3LsrrpCGMtUTr3FQG41YTksRYojrWM0pgddhKO/FhJfS0wN0Wt3kcTXQ2ZZt/2kXPGYJ5YykWs
AYliSguUHFcbZht1VkllbECIlSyUVI3YdnNvemqdn6MYWB6j9STpOYd4D+wF7eerSVoitdqRp9zt
k2KbdSYhGGmmSA47V8rVi6oh1Hx9WU/cLIrAdLpZeDy8CisDagDZatsMYTNt0iZ3agTVdy05R4Z1
aglBglPHBBwBFdzq/qqmIPAfLN018l7bF4EebbtW1NdD12lnLvGpcwLUDfwKzNSQNKwucaiLoTcH
ifBLNiHzC22VzuBu2IFZUy4TTUieKqXZh3oO+61c6vKZ4U/NlEQSWNSlQwQC2GMbUhStjo68ig0R
Js+epGdXplO3V5kSnmuBO3VYDPIR6HeT1NJfYDYHmW5vo2fr6uFmDPL3UxyQRK3nn2aQXNohLIZv
PSukr5wlRQ/iS4Y26HhuXY6FtCnuu0MgtG0Cocq7OK4M/+2jwK8BYGdRqgdKczzKmOpNFwQwWMRK
KTZW06pbMtHWGTrgl/tEnYyEHKRkMuDaNfeP0UT5jO4L4jVFZd6jeOo8dsXQ/siCed69PqHnpP7x
rQZyKqNHqzjwKyMscjwjNY1qpkoEg29oyS64j7LbaLE2a5tY6Y0bZ+i70YvsAXVHYfRa4xv8J4z4
1SC3G0nv429zwG+helik0G82vS55hjO2P2O5z+btOFQWbDFKJ6ghaEJ8TYcopP/fzNp+i8B6fDVR
3k03atsPGlVtqfrhRHmmeXEk96VLGlwf3bZQoQeaWp00EtJkBcmzpb+njWPje2Aq7U+NR/HGMPLk
c2HDp+OWpDORp2aFh3eGkusfotzApW8zJ2+2IV/4ayTNnfDVPDYuHUsKmaJZhReBhVbyhmNtLUpo
jTS7aagb9PBoxhhv5Ezo9hm49rK+q/WnRxVFF5MyKV7ichZ+e9ezMbHiKJQ1xLcM0nZd+c2elOBw
ZpdPDWJidQwoDDHfq1cC7aeiWSjk3aRPp3cQFeR7u3QiMkxZc+5AnRiKvK5JacdZruLqPCVVLNcF
jSbujCrcLjVTs3IDlFA2op8y48wDccLNhfJFg2SeCJyAYY1EyTM1KoaMACq3SutxgCY8JuVWOrf1
WA7CxTfrGxT/ROAptewgKmOr0w8tamJK72lyVxlOe2apnz3r9YbSEa7IlO5szVgnHrpS09sCF9ct
WzW7aEuzaTwYa429lDjkSeU8s0FycdpczUgs2xuacLwm8e3Q2FZCeuaGqOCM7qjlxGGZFQV31WjL
b6OaXNxk9pviAfLXQJVJ1Rwfu8JWiyYf8VgCJFS+N5UybtJSMn4S9KtPw6SY12GUdE9vP4Y4/0Qj
VEDoflq951aUxVTuyIeWBTpzIunIlcqxskc9STrTcPLy/aFASEIBhSQH5MwaWZ4qSUJ8laO5FhHI
yvZMX4s13tVx8TQZybU1FPOZB+iE0YapwiHb9KxttTakWiAMkYRLuqQbKsRuDPVTxv/pzd04xmfO
/amxSDctnLW84/ToH+9enncFTliDm66U3UEZJNMzBq28lKr5nMLByaE4yg4dNFiQNVWszWs39wUu
y9wqw94SMqcjI3Jr6dJ9++lYziI1qEWCTF+9rcMspmTqiaOg5NUAaGZoJsBNAFaT4PQct8Eps0s1
jgTXwuHExI5XMKK93IC8wHAHq0yvplGftwTM5vfXp3RiFFgpiKechRZGWwc6SiiUXmkwT1GliJu0
Tov9LDcUV/6NYZgH/GLUBEH8HE/GkYekkQaOw0ha45BHqnZpxqO8f/soi6IfgSGBLtCi41EwZGTA
0KV1jbbp70ZHnTZh5ahnLu5ieFbmk34QkOxLUpnc7WouoDsW2R3JcInkeRR18TNQulslti4LiVTK
61M6cbixQjCIk6heCH5X9yiZuykYNQbjgdFQKbfsrSNHw66O1LdntkilErzLRBo69bnVEzzqkm0m
gwlaTw7tS7BY9taOmv5MuHti9WCzhZOEhBOF5nVC0WiUsEhmYhk7k629LdXdYRSjfl+1YJRDjdLq
6wu4Asc8vyNk0Og/4OQtsoGrd2R0GmtitcgzlXkQe1aeqp/pr2ovJBLSd3OpzD/idFbulSktTLcP
u34/8P3OOB2npq0t94tzCTPbOjSdNXMMAlw8t4rLeV8laulbiaR+attoge23w5mrcGo8LIcMJFNd
6tircyO4I0E2M+uwlvNDjbbS1hmi6GM7BzSzO4Z09/oynzinVERkJJNkcjNwFx5fvbofSYY/54kl
ALd25wDm6kPTJ9X25d8YiewZrWgmZeQ1s02c6HJgobQCRWVESRYuA89JerqVun54c+oCzCZVahrS
QEZgh48nFTqFpIQ6d7qS9dtGy61PlPnnK9Mez1VpFsu0sik8XEuDhQGQh+7v45GMSHUSNWCkWu3T
W16Fe9uSpk2m1xRpIssUm16uzf3Q45+9vpwnHgBSXOS4NLL8QDxWt75uxyGluGK4fTTaH1mDwAVR
NZ85HieOo74UuRbIPDGpvVpJUhqOLWnYFttCwdmW5i9WhfcbKtFTEwxvN9DkLzCWJBBQvVvnMCpt
JjBTsZkmfbW8BQ6csVEaelMCfUFJNuXMMTm1hFRalkoiJS/Kecebl82ztIR0FNHranyfhVa2G7ro
3I0+NYrF4yVj6cmmrR83nK2sVHPOPaLdH9PA7PwhORsbnByEpnGbYpqNsVx5OCIIiqYKiEOLLJqu
zBJARU0fr//6mTtlLMj6k11lNoier85cXmiVIlW24U5Eszud7rCLsdKBNijJOW60kxNacOmUP6no
ruEzkd6a+GY49HMZACgIR+cy6STjTLp4+cLr67swiZKfgEiV1tzjE1DXdopfywkY4yLeh7WBpmNj
Fdtem+fDUBVADaTyspbh2pgK82yG5MToeG+4B0tfMNXQ49HDWJnCTu65wiKVP2VlEz7EnaPe5I52
Tgfw5c4hz4zi4LOph5N+tXNy0oXx1Bi4i709eY0U9/dR0WW7UevDMy/mS5PIUJTfFbJwi/1dvShD
pUZzbMxkrKW+irxBM3KvqyrjIZZGq3X7JVkOyHUpGW5fP54nRiZuwSHGgHBI101odYXIhGQ30CLS
JrpLCYLv4dezPxKD2jC5FFrs4+3Fm3lSqeK8PvbLBSYgxAGjTEMVnRrR8V46eZZMgujCbWM19pbA
bA9WNTxMhTWfGerl1aBREWcEmiogZvzreKggsGuj0ElpWVJn3ab50B6Ctn/7+0JwQcmJSukC4Vub
LZKsZTJmTEifQsczpgW+5SjnQAcn5qKyZ9riFHDXn7Mwv+Wo7CKaMMy442omtXuzErOrtUL237w5
S2MiWVzcnOUZO14xwyyEppS2BiB/hum+hZDUmdCHaBp9Prw+1PIgHlsUiAQgR6Bcs9B4rP23KVIH
MZAnd2kgiT+EXWe/h+iue4B0Xb7DRiMHH6nKmx8yBqUoyWNGoQbjfDy/ILScLKxHkpxhEH4bpxkt
rF4Kv78+tRN7hZsBJAUeZPB/1spcKZOkx5Y6cyIIo7fNPIHLa8S0+XdGwSQTPhHzrUcpCzOVkpZR
6jwJfLYNCIPI5jOjnLiuC1M3odlSWaU2c7xiDcsTpa2qQTTczz5py9kDUTp7ZH6GM9mbE2k7rCGB
IAozJO+QUjwea6BqNsFjAXLMKuhYigs59yUr7RqXNIJyGHkBvtLIgz6OItWbYVDFD0JVB6XNUa93
mRRlvlkbw/ukydXNYEz6m/PEi7VG6xgwAJZzzddZm8WEFG24gNc6qFALS+abxOes1ktPklG4DyR8
KJeymMerENZBEDspdzC0QvMzkqP5RdrMNQ2yciQ8Hsj4zBafOK6oW5EpXQblWVht8WS3TlhWbHEZ
mvLVkGnzNjKSc8r2p0bBGVoSCkRtSI4cT0uV2raboURxU0toH/kaX7qgO3fzTiSjF0OMQiW1bXJY
zw1zv5nJkSMzGe1SxShK2HET2zyYc17eN3Wbp64Vh/lnkaLJXIu8uErlMPsxp1GXboY+aa4MKxJn
rNyJ60OmYUGKkXsixbvynKfaNlJ4VdhMgsv3urDiXWFW7b3ezuqZR/3EUDw+5O4WcwBPy2ob9cwK
5VoF25GINroRCFdemlPWbIc5qM9chFNDkYZamBB1mZBqNZRWWPmvElxV2NV328yb3ZQESAX1WXyO
6PXEdYCNheoYvLy0f5jLz3/b0W6QpgAgDNkNJaj31Twm15FkOZu4N6VtM8XnCrQnzik100UaGdlc
wsLVjjk6EYitCJ2sfGD4SRHHe1Oe6jO2br2CrJlBwA0DGskL8qyrWQ2tUbVWzShTRyGoaiMTMbYw
/pBk0lsxhBptjws6gXT/0uCwPoLmRNmvSRe8MVU7T0rlxB+b9iwh/3rdlmFIBcu4WVAOg8E53id6
HuY+7RnGTumcF8YuhQBYi7PNPGqA4C1/dlRvTEsYuRNl6+jBx1lGbC6sN0It3ry6fBeeeLLyBvdq
nUFRs6mfZYvirZFnsAeGusoz39pwR2vn2CNeTptkEAdTZS9JCtnrjTTzNhUxiAxblMkFSh3Nu0bN
zpXyT42ytBWYKLdSYddXHoWWZZWIufpu1ZjjN8WYms+Vnn95m0OBz8KRpKUbXQUu93rVpqqLyq6R
YfZ3rHwTpWrj6Ub8VreFVB20FxRpiL5JPJmr580shzYfBxYs1ezKN/Fr3xk55Ppn5qKv7cYyDiAE
jcgK40t99/g8qk0vBoraYPcBOz8WIBq/IfiSfZvNwkJrXbXKn23pjB/TMnAetEGpHrS4SKiLDUmH
2A/wtd4NFJHTUVBY0y0Gz6igLs6si6wfZetDKqYy9cy8tOpdDMPPIZyLMtxbcdnedkpvjV7cUA86
4APnl3meCMrzY689ThltqX4cTtI+7wtN2UjzpHVezlVpSI7JaM6PorZQeFKH6jIyBrpWKzNqv2p1
gJ8nsrEL9+XQl7XHG2Lvs7qRHpqOHjkoK0Wie6NqxsY2l9GzB/hvT1O4twNJNr0CpzS8GR369bPJ
mj71ukIzR2sUxk3ExW0Q08wTdYso3AxzgTzN9UHWsypwx0KIz0XbRff2FJeT55hzfCXqSvsg263y
UA6qDh1mVo0IQGcKNDgjrkvg28bYXuEQpN8GG/p/mCtHXdnWzqg4V9DIYPeiWC2SQ5JGMHzUeHbh
LrATvdxq9uhIbqqr8+zC3ZaLTQtPuk0fghH1OxW4Vfgxqoax9WqzRMUndHqolFCnThABi+l8D6qu
oMdFkqD9MM1qeCjlUvmkTUPVe2mE/KU757nzQTdGBOmjppgfI80Ectc4Y6d6mLf6zoiy9Fbv6zJz
mwAaRdyWOHWHpC4Cb6phXXTbtLQqz4jrQUahK6uuVEnTP6lF3hTuaJjpJ5n/5py3vblvpFStwYrb
Vbed26SvN70TYP4TUM3ZphVzimMwA8N282IY0BuUy0py40o1vwdJrn7qg7gu9mGX8zd6qxgnfGSj
+pGHdRTQuGPMtHNrkvYhlFN59FWRBJ+tauqDvaWU0Xur7+zbMki1QzJ1Dmwsen0hT33tacDm3AEs
9rdJCsxPpPAb0wWCmgpX0tqBNpJZSygBxdUA/UjSS4ULLE2Mu4bMxg95tFJae8QwcthtO5YwgrX0
nbct/ZLKgVN6SVdlnWcD+Rg9x4mG97XRz4iJlHicbmNVlbgge0ZTr6ks6TGi31SmLai3PvVNkUDW
yucf+37MxG4O7PEyd+y6cavWSfaZXGaBy9GjBydIasVxc7saf7RjZn0fWpA9PmrXQY0iQRJ9Hkk2
0Lw0mMXtok1kQ6Be1BqMGaMNQ0GWl7rkTknZQevSRvNlbcdivAFHYT5EdUyv0+BAarNtU7Nt/aI1
QTjoVW5DYqPayXBjNLWmfTAyZYbYxp5CLkOVQSyY66hJbjLTGWpXMlMrvwMn0XyNlhLVjtaJWAWP
Y/TB10RrZHEVz9GABohUp19q3bZLNxxRyPLyKp4+Z81UFZmbp0Vif6tmad4qTjwWl7kp0mFfgjzM
qdY1/dc6mpGlqawpwz60eU/XjlFGjduMff2lk8f+fagYyA86rMUh1xI7BtTX2GgDQdO+KGaElumK
MoM/W9Zxn8HrZDTtyDR7DBu7DmPbVfO6BUQx90F/aUSyUPZJ3OWXRVWLGo6fhM2bM/2bEKaMiJnd
fCtbQbXE1ioDKoi+XOBLZfm17CdoeDTJrBxfi1TZJqyq09oLnaG9SabEMLxRbnK4fQVxBYwb2fgp
itPwtp/MuHWnVp07ONWzgIa1xJ5aVxroDcwcOv50K3tQYj28TYPKUN1YyMW0C8aMNQnlJHdoTSvK
zCuDSB831WwXoSecsQr8Noy1m1ZUqrpBrHkoPGdScxUCgckZNi1g33AvrCaboP5uy049kBfNwsSb
nXz4MNVBfxcqXUrTSVTb+qdK76G4SIxW+RYgxAuxA6bgolOMUXswkX3Q6L4KNEqdpe0EVxP3d0B0
rFa/Skrf59j/WLU8EJ+p4TeTkd6ST+NsVlrdxNvUkEwWW7FF4FbO0kJoRUkDyCKlG0+lZ5IzkDlO
6g9KMl3XztzPG6PHHfUKRa5Gv4Ic9lqKg/JDPFsyIs6AaIwLM+r6JyBcc+XJsTbcp9MIWuNzl2dV
RB9YvXCcbcqyNulh1MTPKazLCa0lY75I036gn9IJaNdYCk2qz9VoOq8jns/dUqFhHQVb2Y69XlPS
Cy0CnuZVuWofjFaSlU0uV/K3YcYKbBJpsr9LEch95jdmT6UeQMAUGqM6bhuS3RC50d+Z+nHRTw+S
U0QfM6NokZvXUNik78wgTzxnGRSS81wmHGCRxaYP9Nh6P8dUza1O0cINkPzgQpPkNPUq2ea762Ey
OT5iGuX3eOiKbmeDxck3pl4Re8yiiw9xaw8onFSiITmrR7C2sq4KbZmSI0Z3GIN0Vw1pfNcq8TD7
PGF157b2ZOx7p3LubRk5AjbSHCVXpv5kbJQQk+HrmLy7kl7cwovSrtQ9nAKJu+9Yc++h0ia9S8eS
zsByrrpsbySRczcH/ah7clpV11021tdda+mRp0dz4Mvg4B2vKhrzloMO20ie88A/KloUQV5NFr+/
nkZQflfNmBbBzRwoA6x8bRdYP/XMkKRtN5a2fKMAi038hhYT5GUys0WrLO2t9kbu9BjboXBKr1Qz
SlRQ8GZkvo/1BtsXmxAWbKM40M0vjZqOk693Ulft1DoDUxWj4pJcSZk6Ke8dZzDUnZQGkXog5Cm6
QzRbWblVongwtkHShIMnOdnwUJft0N1MSae9L+cgCJAsEpFu74ts7BU/sAKOKhGxkX/t4l77+boT
+SJIQ7bBIiUCaI//edEWpaVpgzmf6GOYBsiqVWF4qR6mN5Y5hLevD7VER79nQ/FWl+LKErSgnQYi
/9hblTQF3Aj6za4FypR3yTQ3Zg0Rsau3zritzaC7iMNGPTTlNPtN0+X+6+OfnCqgBRJ8CxByjSEY
UjlKI9EQxsSzs61a2GSrQBs3dlZXZ8oeL2KZZzEMk5AejST0pFexTJTmhTrZwJKLgAKwhPr3rirb
8Y0pChbUJttEOz3MEchrrxfUlPPAGni51KZI/cTC++o6uAPLVj7HiXJi78BzLvmCRYqO2tHx3s2y
nc3tDHw3S3WZdLYGONaI48m1I1O7xpDF22Quo6suscqLwQjsx9f37tSCPhdzgDycoAKrEsnKceGA
lNtBtZumoPQHgzLq66OcOiELRyK4UvpJjXVhrOzETCQ16K5UF6Wvj1Lj6xaOxTQEzptPCMl5ihlU
IIBSvQgR61bv0jq3gXbETuLPVAWuzMawn16f0MtlW0ahr4GXjezSc6/eb4klxVLwYMg4uWoMrlrt
7XEzjEl7ZtlWDFAk/dCBAN2NVjFE0EsS/fh0xLEN+iBkGKnJhhvib8tPDNF7IKBLaVM3pX09NmOH
p9GP16ZQJL+YUrRbDMAmB7vpexLNYUx51cnPFEOWK3Bsc6jkwyFH3RhUBonk428mEN7UCxxoV59N
+SHsDWkr8wBDJoeLbtOjhihtF50DgpxadgV40AIVIlOrr+L/wJm6gid1sXQKUnCiwIkfI+2MPTs5
Cj13lOSo9cMZdDy3Me2GFsupu10u7G0jhs+yPJ4rWLxMMdCbSiMYPdR0HTGd40F40GI7NHkfwO/D
gNMq3Zcc2idXaVLrrhDK+GtSb2puv4of66Ipfr7gbTmiffm/1gIPlOW3y/uiB/7DQzw8HDG7PH/g
Vwu8oqp/0QxFhxIpJWhadG7YrxZ4TjXkLdSRyAAuyB+dQf5ugVfNvyhBLBVIitHO0o/7Py3wqvwX
jUiAlGh7oopFLeEtPfC/ECX/umbSUt/kH0zZ8ekYBsMiQdPIlyCc0tsWB9S3wqT2k66u/dYy2gLh
k3q8yAZpP8F8eujoz0GSUB4RKOygcEwqfSe6Ef7qgYYrIPWVWxmNtakCom610eyNI4Sxn6oa6DHo
Vu5sSUNGYkNbqqsNiltJ6XeDsoRUibxbUJUb0n+Wb5aB7XZ1U226KIp2Sm3an20lM7Zqa4ePitwW
PwdaHOH5MPR9XnViI8UjHZUy3r8zmSmhcg6phJ2V9c60xFUe5bKnhO/bJt+3Tl/6yyPiJVkX7XOs
n5v2UnUAFOb4IQ0Jt3ImP7a2UdAKEXXJvUqL0IKns+/DWtN3fafjNle02shFh8Z4oqMkmyShR+9B
8aVKbO1dU9cl0hlt7hupnV4HTSZtSOoVuyZVH9JxkHZta8ebvm2Uqz4yc0KzSfelMB7eZU6NAlpP
f7sUhJoXEoIyREt7ixD2I7XGYmPomeyJviIYi6TwkMpWvos1o3qnRsHgqcGAIpMWEDHSv+sWWl36
WaCQWdGqr0KJ+6tElWw/V8Q5v+kZY3PqIK3MjDUhKz3NoXJZd94kXPMq6fzxVpTwonQXsLAk76P8
He1Q8Oa4cG6EGwXu4vj/c/ZdzZHy7La/iCpyuCU23XRytm8o2zMDiCiQRPj1Z/Wcvb93htftrv3d
TtWYRkiPnrDCFi6Mi7j749id/v/D/hTrWc3X/tnMl3j7x2VJJC7SfqJKYimJpO8La9fDYIdCUHyw
fcnameZ5LGLbiTM0T79/5iVUf/Xaq4GhkzZG3koVSAraOEJJR6geHLwhm87x5qZK1SjlkwikXBlu
XB4rH4J/3lL9+y0BtqOGIzlLYtMCujPDw2jVwTI40PCEKIpeBE3tHADukl2ZlH5pWa9Q0CBB3i/t
tl/g0gU5RcNyR+U5V1CXAziBcU4OUZz2dZS6HY78jbX5O/X854eukgqLMbPSm2FJKjqA1XMeYWqn
+xZ6zMWwM35wdfP9N/iN8PvqI6xyW9PONDNXsyUhIur7BzG6aQWVGO6+QONsgIy/DnqWHbT5ztqO
lVeAPYnOw6MlnRjf9PV9V94olK7shovOyZ8bEG3SFo1yaU70qLV9PvoNAPbdh6NA4W6Mv3/bFRDh
P8u6rsJsmTecDOWcKHYkywGQBZB8rmEMNQ5++0uDkqTpNeMWitRgfbj048ZjL1/ti0VejzinuW0E
auMlyQCIqjHjQbfOCQDFcY3h0D427rzsTJvcgPStxCj+ecv1wQIJFwggtiSyLbsL4GbkSLSgt8MR
t0d+GEfiWcYDdJs0yClxufSBlrSFq6s3ltm5BK6v3nd1zEwL+m+paJeksXKP8eoJfnsHFDChbUCZ
VCYesWLh7Pr2bcgcv6WXvqceVoYV0RyFMcmqoLCjzBhjmbD3qtdslxlWUJe7snl1tN63nTmUpyXp
5rcFLSfkAD4gXGHei1ATLIDhPLzHJJIM7Z0Nb1RLoFm2o1CQ4u1W6p4G+Y6T2m20c2E8o2PuZsvT
KMMgyj6r+IWtMgZlIQepmt0p8xHGMpfurj8Xn+i6ekMap8sLunBVqe6goXYibbYFpWuXS2k4WizQ
aMQWG+3Q3NXyU6azeIJ2eNFYoVLE2bBnjbmZDOFO4x0uxnHaj+Czd6kcG22BD6XPmE/cm5PyzBz+
NgnE2wHtJo0ZB23MP3OF72l3CwV09USsAo1sS5MtGPYKH1qPKiKaFD9XgJdoZHeo90r9yspNj93h
mFu7B1fUgE6bUrnSLb3ra3tlFYDSsS76ocK3HEzDqye/GRNNuYWhXdkp/OcoGKuoUqI86gaHqknR
o/84kXzZ9NCRCJiA8QzpHRFaIjVC9EwLryeTukWTRtlWSungbYEyKXUMXtSKQdkLExyo+ELiY0i5
cDvd6b0uG7lLO6mGqF5bhotzgTQzZbgDN3wCLFhU7BN9U0jbfR9I/q5L/nmbS+z845Je4Dtoswxr
hQg5i42NAIK2mltONxoO13bDmihb8FnwOsdtkEknAMHw2g30tvs4BfDqqVWBE8yCpd5edu9M9zIE
jtXz969mXIn/a9ElxWKODUWAJZkqDq03x1tkPXCgL+UCiB5hB54WYsTOCNVr8dR0o++AOAxWomdg
oflDNtCXwblbpl3TD295Ce2zYgkm68EwWpeT9FL5grEOQAJc0eFPTuWggptA1yNIiBSyZSLqKOT3
YATIRhHYcOFrR7LHXbElFEJ9UucpEOqwysOSJUq6hQ6Jm5av/ZTI5jHlQafd52Pl1u1m1jH1znnC
VaSbqttBze/7JVp1HP75/Ku4jtGsoo8YTiR5FnElfcPoNZDrM9LXFLOg8a5xAKBmGDy6er9ryRED
sO+ffG3freI5tBmVrppxbdImajq3kqBQJB376Va287vH9MWFsYY2maIDxSG15qRU9vr4CTy00m4o
4Fxv9dNwFgWEAq0dmh2u7faRtK1FCCTNXpKjHhWU7KOdrvyqX0W2GVQ33/IbfZSVNvx/FlxfRQ+R
9ZkkdCDliJJBuPCttJ8YdAwXES2/SkyyRlDaHfqpHegYGd124X6RRyr8HFMH5Uc8TICFbheYzFn7
QnXrW5j93zTnL5brNzTijziAuhcM5xlxYK6enTxiKpQNS2gf6h6a96YaLdAlUSpfy6G+ZPt591lt
SPq0TD6YK3psw2aDnvXiFWMcvzfd4cOmnjknt0wgVtK+/yzbqp4xzCWvJ9uYkzSVA0PasyMz2GGZ
d/3gCfFY2aiqAq23vByiumKbRWYfGLObd5FcHDTo/OeQawyn5qlpN4a2hbC91GgY4spxJfaDsYXg
k1ew09Ac8h7NrfaWzMXVdV0dMNBIjblSGsSgIt/15hRZNmSXY8k6F/JmHmWPa4e+xSB6JEEH9vnc
JxRypATDDwx8IPLIwoy8LRxheYZQdlO5eQr6jomUS/hw/hsly5Mx/71xLH+DHr/aB6tzWUpWa429
PScLLm00GENFhFLmLx/0QHzYNUANFdV5c5Ctx4xgjOgrt7rwv9vsXzxaWx2NXCsbaTIlJWkngNWj
hm4Bm1CcEG2IDj14t0XsDWbpl3qSQ6P0JOEXmQ8bNCPSlaDfExE64pesnsYSE7igcM5Q5wRYoAM2
BCqWigutSpZvMoZZoLu8fh/Grm3MNa0q58ViKh1+NEZTuCj2y+AanxXfsTxYsg1XiDeepIOIIdzp
LH6PMeNG3GFIV3sF+v5PSlxWr1rrIxeUT9BAh+svxDiygz2eON74Zmf5ylW4njfUPJUBNEmVZNzO
EHdtVUDMTT/LXkYOGDj+Qfvk4lQYTdyaIA3aLtVOPO4wIa2h8vn9Wl27bNbjAGVsp6FQsVYA5MiO
r09n4HmMe5jvutxAWXgskonuLghpeGKUH98/1bhy06xJpl1V5DbpMzWRnQMvcXF7qe1TfBfMBSGB
W+DY7bsW88xQxcY5Ov1eak8j6I2IuU/qeJ85AZojFmSVn3gXqudJ8RCOOxpY8GmRJH8ow6IOdfJK
WzcbfBkIRuMEho7tbKZhA3wTNd3sUv3/5KnqWSXaa0+G5tf8lDH0po7ZXUsDW/P6W6Dw3wr3Xxyk
35nrH7HcFOok8hpvbFBM3t3xZZZg8BLOEf8FE1lNCVAoBBj20HtbeM7rO/IO+9g/IuIQD3Iv4olA
7xcYJhnpKJSRE93yBtvLyofvv8i1lHCtlF+glWoVGvYBalfo1taWP/ZPgyvtpw1fAjW2LJ/tkFVD
EMa81aa5cgB+38d/rEm98BzQbzxz4lEezjPkvgIxhMTyDWtHQszQgZ0y7xf7sYzwXGN6Vlw4zo0/
M+6pmzFuNcTlc2seJe6Zh+ZWXft7uPDVt1rFW6BmqMwX/K629vkGE0fTW7Zq7bdwKsh9O27RSHQd
L32C0vFB35AIqRh3mxob6pgFGsT8l5C8KLuMBdP9HJj39RnU+4MpnTryrA1KYHs3vtq1FVyVdVk1
yaVDL6c3/ejscBn2qHcKb/BV5uFK1XIfsinSfR4Bz1sBDbmXIPfr33j4lUP8bzuSSarTy5bpMN+W
rSORtot70uCGO6Db6mfDu4LTXXuA6gU2pIhvyfhd26vyKvG44OIhQogO5mJtzJ+pds/pGapJvHLP
BocdWocU2WW9r+e+81+eD3nVOFVFNRDIzinJfHaOOMP1EOY/BPMml19MmlztDfw+cCLuZnNfFDda
PFeK5jXJdZSAFZ0GQ0n0C1j4yYGcOlh3N9KKK3tHXu2daRr71qxM7PK5shD4pRIK0/ILBuuD59hZ
1HZAaXQTefqvtguw+X9Xtc5kVGYBMk6SHZxPCKby0QVoEUSS0XGNn+qzel9wHxoD5o8s7XzlRjLw
9RJiHPT3UxkQWzDV0tHwlkHNFHc5feJQ9/j+nS5Z0L8DBXitf/9xiXPH4QP+uGm8pHCRs94mdpe9
yiB8lp5yS2H/Mmj64in2agClD8JkTcGUxGAv1QXJh4JWRXOPyDLSzPzGu/xujn71mNVKcQdkYAJq
QFKZaMjlpfAWW9qDORuU1mdqLq5F7L08xQYmKkyiAcGYwmYIOu1rL+6ZKgUqmp72JW/iGxmeWrjg
PVZ+WHUHEi649BXzFHYomM/IY4eoWtjDWUKZrpW2t+QfuhzWkAeDJpmbTg336WyEijFuCIRE9FcB
CFxjx6msvlcoIiqB4dSGZE+O5ZroXaPROc1vPXnolW1qyk/NqEQ5VGkXDuEzR92WShqR6rmkxzLP
AJdtw9TsL5JrSFmN4lY4vvalVkGi5hXQA9KCCY/0MfV+JU0Bqnl3RilQAQ7enMxpM+whqS8pGPfF
XKpgDYA6G6Kyt1hEXwdlqE78vSVl1ltGm+In8P5C00hyEgIntGH0ljfSlVHCv6R4q7waFwCmkbaq
84Mxp7GWTQ9gYIbjbPgOuaRQ5EBziJHanQdMPHyEClfRfsz2heqqAfPOgTArfda/6eidFia8CjAH
/P5Erlzt/7cohaD63+9fNzrV+awpSYnu+157tTbavTgSZBK+Vr+ZbWIhxfDSPAE8C7wgfo+OtRJC
LXJ5TAHXRgN0dOvn73/M5bN/caLWkkW0YaQEOU5J7Pm9tx+4c2ujXYk765F0YbctmWDak9DZS5Vt
j/xHaZ6EEQ/Oo1G0Qd3fSNG+viP+Jflak6rs2YQ3GDBCyHMZ4EwJIKwdm6uoygE+/PX9Sl05OOup
UN4KBdNA7KmqetPGH8aZxqPs5+LGPXrlQ6ypU3I5p5JDkTCUk+rNHSykb2peXPrXX3xjc9XXJouk
MlLgCoCOI3nNFq+80xSvP6baaz1HQI6S1uciSBeYTyEnuYedh6OcEdOsRzE+qJt011QHfsQYkmse
OSssWgB+/TX8zAscJr9IQ2S8W9J6w8aYkP3ff7/gK9Gh/5yT3/3ZP3NvonUddZrLvfiZ1r6udWAG
w6e99cXssoGDOfN0c/R9pYNhrLu+JC30Rgc4MhGK35VJD0yqqN3KjBrE8o7FhZOo9zbFtbZ1eBHq
p34uUcttbhEer0TFdYcP4N0eTqUYvadACDMxuEI65BT6z/6N5byywy4IlT9b9gPP1GIuHTkBhtkf
pjPVqD+aATMPRQ6sgb+g8FQw+jq0D7nx0PAb7fTfEghfbL8LZuav50pimMxyvqSlcEVRuCdGD2R4
aee4y3KXhrQKueLzWwpcV87pGo5ly9PQK1IqJ4sJh9/5SbrQAJ+A8HecG7qtV77UWkyjSA1QkUZE
nH4+wViEF0jaZrDHnRtpzhUEBBCDf68Y1P5AF+taFA/VW5HkbDelkfUm6FOq+hBvr1DKcFjaRDc2
xpX8819kPMmUekeaENnQpwOa/ExI5/ZKDJh1B3OCF+tY2r4MwoZXPeW38tJr22LdAZOYKZcDWFoJ
HT/eYeozqqEwYahGOh/Afn3D++f0Ta9vrOmVLqGx7mSZKjOqrsHjiB0vTmyov9QGZgeBXgat4cnt
gq4u5AHbzC2hB0D1rbps5DLu4Ic3wul5K0FOqoaicVI4aG+D6ycp23bMPQ0eUsTyStWnmEVwOge5
lKCjTdirrr3XczCgb0a7lxvf6kosX/dAHPD8Fr2oLlHK3igCT4yXJoZ87QJM/xzUQOTQ+Qa++cpJ
Wvc+lLSBBBxMGJNc86YiEPdp9To5T+rz9+9yJR79Tt7+CO+SYVJBWKsn4FXBeKPJ9u0gbhxR/do6
re68OjXg52GgLIWaiUu6uHmQ1TB9F3qsOT5zQmE/pvRk0qex8RfJk7qA3kGEp6HPLX2yF0zk6xeb
xJO15Sn1FkjWI+9qlq3A7ZkBWZ2A+VHo8RShMsykjYpM2YIRVB/maMBQceMLXMlt1tpOrdkUAMsh
dC5Hlj1qDLLaLhg5GlAAt7jv1+693//+x2cAfYNbA0fplnPrzDX9U8kfVVRwxqZ2vGn+pTulBxHn
oKXK61DUd9wADEc6DSomNUZ77Jz07vv98FsJ7ouLYo2S5o1t5AxCFYlc7owZnXo5FO0D5Xd0Ppqp
CtLZ5FnP+lFFf7kgAJ1F/byE7cHsIo1tYf/jqcvgN9UFKQGSDsiosD8jx1r/2ZEqBKqQEPxNNFWn
0LFhAy/DGiVZpGfuwPwlKkCv4cx38FoVHM0CU/0po12mQGUAwunEQoI0wkdW3zbFvqeTzzO/W1BQ
op9ms0TW375fhSunYs0lnvUZij5pjwNufMrsNc1unIgrl9bvMPzHZwYsMaN1hsVd6qNibNp847Tw
AbmF9Llyh6wlas1W50qvl/jzGpjK1asFDznB4/9qTdbNtLyH/G1t23KiV5mroZ1AjIfv//K13b/u
mU1sYJqdYfcrnO9LyJ3Djx6VaHq0NOB6jCnQBstr00co+Ad0MV051XxDQhu+HjyzZUmna4EubpQY
V477mq5S5rRrB3VAYqGUiawKb5jaQNAFfOPS7/U6bobpxpJ+XZ5BYObvFGO2CTQQFYJyow9hPJfJ
m6H0h1DpAptteX4jtfj6BtHXXilMlNwgLSp9zXoEX1mkoQYcQnPs8hvJ5dcrBm/Yv1+Daha3pAkP
mJWI36UYczq4sSkGI555S67td7T9d1wCCv/vh0xLQ6SM4SF6HQB4wtv3vPJsJLFb8A3L+aDguhho
hDlh1mDyQH+pjg+sb+EAOhB+v0+vzP//5QcDTT5tGRX8hhJVmu6x+mhBcwX2Y8CDgCouP9l+Kz21
xQjrvoizF3vemJhx1ns7FAXo1DG8/6QEAIUf3/+ga4uyto7pc1MqZCiHJ2x+Ntq4n3cyqL4MSJjF
fKP27Op8U4AeDEI9MTB9VretvZmlnTU9yO/NCGu+W1CkK6Bl0JX//j5SY1kZNJnlxBjVE8/6sHgt
GkgHWOZGGCHIpXui7QvtPMOdsooFeQKGrFZimeFe2NcyRm67tMm97xfmypZfd0J51+ZOSvFjpBkS
ewz9dhXwelgtyAD25TeaBV8Hc8ju//3GyApqYYEEknTWZlnQjDTuaB4iQHz/Dl8Hc+ib//3n+VIC
Zt7hHRqOrrtCQdBv3dz4PymL/m9ZD4ujv/86NMyrhgtEOdBzvXKKgWN3cnB9yY158ZVfb61igtos
g0ymRUvsQv0lsfS+g5SE13TN5/erc6U8g0zK3y9gUcCxDAOtrR4z2HfAsoDuR28RxqjglnjTT/h8
ZdmNuuXrdODfkkT2LJSlYFoi2TXf2Oq4eENJ+xvx+dqrmKu1KnXyP00HwKxt2IUu1rGOnKABUq0M
LRL0Pr3xVa5s2bWu5qBMpFp0ju4D8iyooruzebC5Ai+hW2CFK1fauoNmEavPZvVSNachwG+95M85
sFI13Eilxusx3CQ3bp0rnSk43vy9A2ZQahZm4fxZ4z2MQtL+nVu6ZwHcy7NX6UWaXuA8+v1uu3LD
rWGjeuoYlZ5hszWFj1ozhwFk/YM74WSFE+Q8vn/IlY+z7rTp9cUEKqVakiq58m6SrvYgcJKFQz/m
3O1qWGl8/6ArgHBQIv9eOegsphlMDJYk9wi0RzJ4xRbDS5VeDH2d2gfc1dcwjm4pbOhjfYHM12vT
5z5afzd+wLX1XIVOy7aHyiJiSUS6hSMzn2WIecCiOJAxBOGumvYYyER0W0xxncbzJ041z37WVdLV
8o3t87vz9UVCsca2psyqHeBb5wQ0B8xAXKh6+uPyKltBriVkCpbU9Ep7OfDuULK3GbI4ZaF7SvsC
em9KW09U9HGcGlD2MSeijdfN1h2pNhpQfs6UBT2nQa1Rr043yIiAu6pwQUQmoHlKvVO7LqjJ+4gi
pwGKcZRhxf0wWD9mHn6/wr/bRl+93SpdapXUVsBSAuYOcmbqwzAgIWuao5qlblU9Dibgq9kJmvYw
4H5oiBHlpgrX6DKoiiYxreVI6QOG2MDDYocw2PiZF4PfBWV8DVdiICn47Hd6C8GGBsDbCQIYoP4f
ZnbTLOBKHDFW95NtlWyxtBE8FLBSR6dFv00PF2NTEpgKKg+2ANxqwLaFcC+HRbma/4CdSdf2P4DD
dLPqcynfeatEc/bTrp4bBXlhPELzpdfhEf4skSMHEBMAROceIg4lyogCM2WDjLsah8BcQnlwXC2t
fKo8m1XtyUZz1Nuo6yRXks9a/pPBnx0qK76aS27dvEx9tRdSVDnQh9ywGX8uBxhZa/aWY3tWD5VK
qO60N4rTK4dn3aMm5mxyauhzYqM1Dlfxws2Ags5azC/nB0e83thBV3KoNW+3wIeGyQ9Qm8If96Ay
OGH5q4/QPDY2aoQrA+JVuEMU2+MRSawXqDOA7QQylOrB8NRVkxK5eXgnwWXeHTYCvugDcvV3eSMO
bPRr+1YouRI11w11DiEwwPix0RFHyuYDglA7/bgEMriOfvliQRMH02LMVzwFckOnG2tzuWK+OF1r
wK2RmkzOJiKj4gHDfxzO+pJ5AHNm5rF47mw/646L8jB2n3wI5TMcyqELM9kvujK5A2ufVYh+jG72
CeK1r6F8lYtQjPt5hvOuXyNzNvYkNzff/9Zr2YW+yiPhy2BRSaNyogxbmi2hQ7AmqmerGLYGQ/bq
YLRNTm3/KlN247q8ViitbWXI3Axl02GMAqI9iUYEuYPRYRFi8aE/oFADGBkQox2U4B6cc/NL3PWV
t5xgsDBF7c64lUDDG+PKd1pFkcHW0RZiKhDyNXmA3t5Znl86qfxoBD+3mglVI73KFVcp0TBcMGQH
oVtT7goj2/bFAK5+s29p5qs4y815Tk92Ebb9WbT3xAAjsYGSDGpQsERdDbSlbJpOKaBoRT3/yCHf
wTLo8Bj1xm7ZU086UCUIsJMqKGblgFuuJxAfS72agnFb9LslZT4VY5BVWTACjVXlcLIE0EZmd5Li
zFCegZSPaEOIE/pQv/UBqXbhZNjUScXpfnTuaRUMEBgaRpzDBqLejXFUoG802Z6kviNw+ywdQ263
7xC2kQ3hKXhdw34l0PuWLiB12NDxj7oFvaWqXmdIeTXWr2xwNvY0eOWiUh9Bs2RhNz3LdSgxlHGt
DevVKis3pBSwj55PuV7VrqZ0h6zOWWDP4wQw6NhB/6wMGJ+2uBHtPgbfawtdkrc0q3agKD8LUvlO
2Twa+RR1uv6aO5U3DfVHPo1HNuWx4kS8A0aNNfKGMcfFSFYdSNIVfR0vOvYsNMubBeCOouHu0Bo4
5poZNAsg7twt1NeyjGp1S7If7cB9HZhIqIi4OYHAlNW4lhiPti4whOOdzM50NN8GWzs4vUOi3uJm
HVi1ST5FrdIPyBjUG/gbAjTfOBNW0DIaMGCkqfEz8FRjKQMFoKaD5WIVZ1f0F2MIoZrBDGVBQ8NR
xyg+aBwAdKX+JTf77MVom2dSv8FvE8papREpk+G3ooTInz6/KcNcbVrNGF7yHJBpCJX+WloaLeMA
DGtA2H2aH0f+2JvHPB88WDcDLD2DokPFBlhvpG1Wk5/y3itT6G1lUal4JN3OTQ3U/EVEynY4mgJx
Dwk061zSGSPWH+lFHOME6wwl30GivSYb1m2n/jgg38nL1NN456dFgB6DyNwcimEMzq4utm6OqGX6
tRRNHYaIRaLzBPZpXD8DG1zpG1QbAL3Z0p2YknzA/NGMjP6iDGUF4ORrXgrtvGUP2kE9lm7dy36v
uBCL2cHld58C9VKjdAfK7GQv+Z0D6utsdTBuO4zlfYd9a73M8MOAuVva3Bs2T9r+Z01/TjhzOigv
mfreTdgkmrgbWB7Zpf6M3k1qZhbyTmnyC52gky/ngBJzD6WYl+OMK91Do5+W9AF6GW1sNfIRaJlj
1Sv7Xu0DCkpUPLPsmSt2CA1l11juSuVQi3icxrelbHd4jXlEo0rikTI8pXTxhMN2s5xhMOVsRy11
Ytao99qs34G+rz3Y6ThsarD+pdyXtKnaGYT6Bg5vVzdgojVFDIEXX0fPpAdgDEqHrezp1bNGc3+a
yQOA0OOMb56DhU+tsKUHsUAoCY7QsaUFtagDCLGCzBTW0/IsKFx/wVUUjoSMyp2yA3+tZhOLWh/F
CLkACaC0XPi2UWDuxkPopaN3wgIJW8WoihA5OAb/YN6MD5NCwt5afFjLea0FJYxOprFC/UYN5Mt4
G7AlSNZJDcwjtL1k+aICMFnCqQIdDjqCsqsX4PgljQHQsOpEpDCgRSQP7UbLMepzzO6VdvqpU+c0
qbP7cTxy+pOR3oXIApujkj7Y+OpmIWKJ+RjI4nTUZutZXPYGbWdKm8Ju4D3MDwtg4nZBEyiGx3VP
fKgm1hCgdB5S6Cj4UG2LIUt3r8Jjy3OkcosFHiNa7RWkVFkALH+fQEJUO8qN31gnwWB9CPfkvDrL
wpWqN4wsbeceJBRZfJhOChstK8reKieS5w2YIcBzwMidVZ7ygf9Jl5gwrwNhxHaV0VMwCsHgH5KL
ANWbxWEE4alNZPiE13etciqAKG4ChjQ8o6Gt7Fh6lpZfed0EdfOp1ADYgNNhARBf8uxR9DkMD6vY
zKtHRihA72WrRkO9zVVMP4c6skVuhRqAB9D18cbJjAbcV1xTwcUovYH3k1cCZQ2IroErzUAUvMBX
d5n2gEhezOBfzUDBvRltZGbGDnplR70Zp8th9Axjk8sL85q2wxMyxva0sYoP5b4vwskI0grwBhgk
XzqCmNfUEcRpojkF5A6Skp5iFi42T5ANuie1g0cLYAayExTD/MWCzJ8NLrC1H2pftTME0SWuf0Gr
z60xD7/rJM8uAfaOmVl6rAWhjzTjqz7wIwT7QIBwa9S3c9BUCXh3pQptT9D+RMCVbadBSiCgGtqU
wJ0xPNd2vHyE0mAJqYHhvSgPgxI5JZL7ETCQfbPEWomKSP+pyYVb6f7cHoj8WC+S26LcY1vLDJQB
buf9I9CIkTEkme5nebfRKD8b7aETwZC/QaN4RGQkwDpO7H45C1AOCLvr4UuQ9qAZNtDy9G0r4AXI
L/rjDCHqvJlCE+CeQYV46zxBm8Pn8ptNfliKyxiS/rD4yW0EidFVWsSpCqYwGw7CgBJD/9hT1RB2
N07/0GePRruF1QfIE6bYt80OspZZfTDnoF98hb3UkOiyvK5DnHuVpvt6eWiR4uvcF2msZnHOo4Zt
HDNK0ch5WbIdOoc6DseSv4OuF0JLKnFMuh/sGQoII7pxlsICTmvEITLfdbMRZ/iiXSYfddRSVVew
hIAB1vR9tkkxbPN0ugTOMm3JmM5BJg+4YubyCO1Mt1HygJjmu/2W90HRLNi0xNNMdZMN1Q5Yyq24
LD4AE/ZYwovbeId3DYQJQoFA3+FboDxn07RlcKtRKPebGYK4jSeodeqZ57BtlTNfnaClxUXj0Z4m
BqpZE6IhukaPlCWqdJ9qFYSe3yHF0czw3WmYOGmFdJpA+aM1YtVkPHALjQNpa0r5PqWALEP12NUn
j9hkP04UVqO0gdiq1vY7rlqQmlxmZFbKRs1euIW+ANctJFXygGQPSVmuWuFcT/XHInDhE0vzSR1i
+Kl4g9NGsPAKZ+imaGzwOSwhuKYgv1jkvdXh/JYxLgFLB3iqXbb6bIcXTctBNSNo6B6n8QWdXpfq
gycDgNzXo6+CsDq3upfDl7cyMNdt5p2zUAg9dBsJF1th3nfjEAI/BLJtFkqoaB0JxuC1nL9AdS2S
0ncZhS9aKu7ibB3rDJp+5GQqmPuXzcxCmFFDae7c95FRp9vOsX/NWqb5gkinuonTTn5XCCh9BT61
IaAf2I1YMf1pemT9ploi+x6DaMOwXcfaYWBMkYUs/ds8T5HTA4gpnmrnTZWf2PKkz0jrgq46L6CH
KCycwSsrXT2N8xEawJnqqSa5G1XtpwDwxZPBZQKUmGP4Vh9hY7dvhQOF1kaKzQ47Vuo3lgjVNpJr
8qlbNMgdBtpACU3LdoFODtQF+sYMxsokrkxR2zVjtqNNPSajOUg4kCyP83naCg35lqOQO9Eqe5PN
+UaTxWuLO3wDnJQTtf27spCgIc7PaYJIQEs8YT4RE+k7Rv5ophYnqNiAwazUHyVBYQKl67tmNDaL
oP5QYZY38y2y2Zim0q5RyCbv0gic7Ccgwne6LkXziBRHNMUvzQEvLRvi0YB+j2W/ybOFJA3bDjqO
GaKlnHRtc8DlvNMwjx/6ZCFvhfMqGwgVB6t0crfEgW8EGNCgk5RBh1bJYAyBRBFKxAQoZtGqOxgt
QkB2wp8tHJ4nE7M3faodIZydGN3gZV29W6b/R9J5LLeNZWH4iVCFHLZEIECKWRIlbVCUJSHnjKef
jz2rmep22yYF3HvOHy20PSwDbegRqOpUUsnXV4s+Pb4DWM/yMkeFl6wJ/Tp3UdW/6pk1TSr3hGzZ
JO/YqfabkqzLhNQXNcE0KAnchgzgdehOctLbtJnGdOyG4sZUypsgXever9vpDQP5S6Hm57mPUCoQ
UWs3YXwc+BPkbsFRli8Mbcq9a6vPRbH8qsvey3h6l0EzZvncDC9zGf9S9E4YAiZavJ+0NnEvAtIX
AiqjDQGrEVEJEk/grQ8puruImZvVR07YqnLlbp+FniZ5i7Ut8pvFOsCs8Xx31XrXW7JP0CaW0HXT
TDwlZLG8GkMTNAnHbqM5ixC5mfSYxFd9cYYUQ5Eq/cr58KFNPzyEpPU+zw87LAq3jVMnzGYnbP7p
z+AW5bca3dVoXhYGuW5KXuhX3Aj9r24KG4nokfJNMS9F4hQGjhzwzAr55QwiqJSflEWdrVDC4iVk
wYIcpdEXzjh6nafKkfWPNc53i1m9NUlLunXhy4QpieStoo/JaQmzdgZzovIvjRzO1j77Ug2+JDtB
xpHyzQ1+nbhq8hqatlZ+xIpjSiUj4osp+sU3PEur2bTTruXnpHxoZsCUsM7brANUkHbJhNeri3eG
5WkNNzVryl6bh/M6mYcIoShSIvKEHSEeuScZaXFdjLo99uRJZxgvmIn6n3n91S2MWMpHuGzJ+t60
qCITglvl9Kg2Dx1lkjmmONBZ7UZP1A8Z+CO+Cny0feY1xk6vjpyeLTfMmL4oiNjEi4xXYeb9qXvH
FDGmYQongdoyv6KI8ITQFeRAE1+M8LEQam7nzdPPUsiesb7Poyd1ud0D0axOJwU1L1RzDBVPCw+m
hX/WZtOpmfh6wRmMY68UnEX7nPQrIomPJlOwmjWulFExnW2HNnOkbMBYy5HNlN0VURCxcSmkBEds
C3LGay1CnFyXEuiSqMwlOiBF33Y9G8VMnWgfe5aEDSN5AgkJPs/GjfrfkJiJJF+8Zqw446pN0m6p
Smu1HCvDW6uiYt4WkmvkIR+i3ad55FSpwmycOLo4n6bKCLRo5SZRfsSo3y5F63O1n4VJ9YTcC7ND
P3+E6I3bMg8WOqn0XVX8GRw9c8na4UqAi2EayNDsNE8QSenGwdB8GWowokmplkdXn6msr8sNJELf
BisnQE6otZ2Nbr5syl/cpCT86+9FF8jxsRc+iKfZCpNgFyZaWPX56W2zdwj2MK2DRL+SFO4trtqx
Qn+W1hWQFV3rP7S4EwRI/uNwoQ59+tQacf5Uw6YD2DMHdScIladM8zYtexd8orHjOPMIM34JezZf
mtCmtPozedeissWENqm7nGy4KUq2soU9VV/PqySjuMq8fhmDUmp/Vl1PDozAr5YYlT6cqm1M02uv
1NemmP6iiMUNompDKaux7ePyWpvor0LTuoqLpW9mPWZ7WUJiTYQLgaxUfEUun8sRl+HbzMd4G4XS
n2BKbjWEP8t0zZrj2tn1l9L8gwgassBg5xkcJbfzf7ogUGvfuguhcgBF/b66C3LMOejV5Pia2ydl
QOb6qh7qBO2eawiYuR2JoNvSlWavrx4VvbXTRpVeaRKgPSMmXl8MA95YtXKTfGdKntZFNnHueEyB
GJbiAwcJg2CJ/sPpxb0EYkc+3qoFmLYt61xU6Ej/9G/ppL4rn8Li9QecPdLgSLpT03SQ3Ib0MGgU
04PFnHsuay1yACsQcOLyIhQvq44t/zTn482gbRQbkN8alNEuHu0y3TZ4UqyTkm51kkZQmJSG22A7
ZQuOdgKDTvWmI9sPr2Mju7ibxuxfonvh4mRSoB6U0RsqyrSMbyPNNnkIr/XeoHrr/FTZF0UdpPqW
FCMUnlP/HQ+OnARh+ivEj3B9jfp/Y7YGNUUK6P1rh9WvBCaM2o0sUtTAPuNa9enZpZcyls4RGFi2
Y5Bb68pLzYc1pkcat3tgKAvMZNFONauH2qqlPac8GlmQ3ZQ6YgO9NqnLXbKkjlxiMkjjQ8Ho3HTx
i2q+6CeNGD3ZMcvN0xVTO9Y/OgzZst3IeC9AJspTNwYSKfVJBh9Lq0ZDnOCwb9MdYwL9F8+UpwG9
pPVWWEGtfcQSAsZ8uurqPwPPVwrARMrSxGFWfqgtmQWC7qrNS0EvifjTyTjIym+rdaTirx7PxM0M
BHByoWLFkTQAjoNcfIIz0YMU1kGj3crs0GovBAEjJY6oziPrMBEFl0tvaQNJDhgI1uqnDN2ckJe8
cAxAu97FsLSRwarSuX/KGHEYxqPuxH9cSSGJXLP6VnYqx6w3UP4OUkROLeNITeLOP2Y8Wg58Sdwa
d/oozG8ule69+qVFIGpecz1QESsT1CSRyKI6zE2bXrHGU1hUF8IwNkrNl5lzHF+tcEswQ2y+8VmM
6lLe1Pg9msmR3QjrW6sw2cSJnSblsSZPUmOp1ikJq0mwoRuF3LBDeC+FFaWw7BRaoLa2ltUgN+Qg
5lujTHnjJTsh+CE+Czu128cl9sOXoqnedW7JnCFMjllm83etOkfLpiouYc8jf9BZZ0qVn0CziUUV
RyF5Eosdmeclu1nryth3gD4d25NsABMYL0t1Lp+J0keNgbaCM8o9JXRG2S/yfUL2xKAAHmYeuFVa
Bt214hzE79fJPLLsNbe69Az9a1h31KxwJDdfXeZPaHqNh4INX+TSlFxx/uJzGfF2ErG9S/9K1Qfc
3OTVTks8qojIcSACbPjlLRMst1d9eLyJCWQ9J8ZbXf4O+UNvugt4O1Sz0r3Uva1m/Ow++LuW6edM
8AgFBxvVuFbChsRR4HrRj8Ei6uoyF59Lclzjox59PBsLCuWShtuSfTzaGNYbJQPAbtYxbcHBlK1S
BjW7ssFJNbKIAQLlhEgYd6nZ60myyeL9yCjLOaLbbcfz/pJy7w8667zEmbIKDtAQI0VbBkxALMsJ
7yMBBzwLIXnvDclGG1Ava9rNlkdaXx891OrflH90ra3Kboct0jqVVWljoiPLc5b2XQWOop9gqseS
4IStkZ7ZnUqZa1PPN4by/oztD+1qJXP+LHSXBqN0weXxl2lnpToXua1H20j5oaLB0fRXiojzNIjb
7aD6kBxcw6NhTytY8BvOvjTHriMclvLWkRVUH4f0HHd3rQTA3XfC5I7I1NL8a7YCRfxjoqPrxSYz
WZGZY+J9tqL8zBxhRmhhNw2GY+pKEH0+T7+Bg7s1gylUb30VwZ/w+UimwHlPscvPVFE3A0nrpO3W
TP22ZXh57QgK6KLfUN/r4W4NEac4dBuPP03KqOYri/wmam78PodOPxO5ekJ3/AzxZ8GTXy0Q9xeF
RB2TFQVwSeRdTrgCiauJkYIHTZQ7efue6a3fFxAee4JfbQZqoXuspmHrya7AUUasGi3x5eKzmvOS
KryWx2x2Vfl9/VWSO9VYJORM8z1EAc+5rJe2WPDTJ6PCiUrH4MQqDugFBO2nA259XVQTbHtTEDnT
co7mBL70nqBtzXY7wwjMP7Pq9nsMrouEzgN48ZUbyAjDTS37sv4vmz/ac8XFEvv0GoqMaeGvnt+n
FYx19XKOWtVW+tBBiDHqjOfAjuAfm6kLFoLxNOMzUg4dXQRL5k0xX9L8Jk97noS8ASO0FcSyjWN1
R7FHngXY68jqPQF8MM7j7IiarbBHSu8C7DCxmp7Q6M44A4khKTCoVPmtwuOE8dMK1E8i8eSYsdlf
zFNFdsew0anaqN8noXLWZt6sy88TD/wsKeMQX8T5MqMbYfWvq+3SuXXqiZNdCU7YuV0fYCwVky9z
DLK0dIiPBZQeLsoYblbKm6MI63J3KancUVg/tWMzIsU6pfU1Gt229ptp1741ZNRgWv5j9wxRhKn3
aLRn0w1vw2zrn8YfDYOxZFcipmdftjZIPs3JH3c9/MHgytzRv0q6k34L1dO4Kw9RqLpD9GX2H7N0
UV8VHAbyeOk+lIXwS940d6UFoFGuZST5zCCkoths8WHytSqiraDLwRehlYQoNja4DNsC38M2e0J2
HL2nSKMchZPS7Ys9YL0l/8aRk3ffSb4FaSVsyZzfqJ3oWieb/VDcsvDpf2pm2O1nqv7UwwOQlyik
TfqFGbu/ZaXJQ1Y/FQBKtS1A3vNjODdBqx9m2nzIIyPAfCMMoLBerYAPzqTEPAYcBOZF/KuqK6tE
rvtqRHDovNcqrumZvTUwsn+N9KNo1yf+XzHBc24U5/+ApecjR3fSSxL7+nmmdLfy4QeQ6ogAQ/H6
raeBSNiG+JbzI5+euZ2L02YkDZcbuFYjvIk3eJOO+A1CnJr5TctvKc9UXGP31VERX9Wgr4+1sjUW
J5w90BJUP/jLsclScMQREfJ2YfzatmLQSB7PmzF/DVwL0UuvuUZoDzRZ1aVDYlE13dYYy8Team5A
xdO/IWrs6kNVb/zYxc7J8RLr27H1gKqnaTN8r/o+JWe418ESBpo8KtAUfmrLO/Hsa/LeCb9ra8s8
OAZBdeL+6W1Xn2Il24oKW6ldElGdofjBLWJEbnpe27uigq9I3IR4xz90mNvMZ4quF3dE9SNw/ROT
BhufHPv2m3QlS9vn2jbN/FyyLWZXIhdMgTVoa5qc0V7O6sspRAKXUPjZsOXV1AsPhFtY/WewU+6J
1nv8WHo29QJuSrbH2NeMo4SWSz70jW/J/yb+4RqMRlBnm1K4h/Vb/SjlcBembzAnz6XHGkKnwQVr
dB/dQQXSp7TXVvJLq++lkctcQu3/ZoX3OUZC8UympOYSJdWGHFUnhRLjJO6YnHUY8nEjjk9nWOJk
VYdCBX/sykRVv6pzsZ/Jh5FVDwernKG23wivuu5Vxa+qSJ8VWfxRDpZHz1iJoLeVFW6O/VI6vV4f
jP9f74QAVG1jL0QUxwRgVNVDxcA/OKt+MRr5QwCA2Aja8OSwK3IgW1h7riET5FkrMlCiaC+TM9wq
za5b4kAuK1sfar+twz8xrb+skSocOdk2UMubTE9stfP1LPOKSXUN05X1kYtlU0aeyjZ7RvaDSnBj
Sk4V/8jxt4waQd6H5pYVnECjVgmkev+E4WJH1P+g7IsfS1D8RIk2LDl9dWpIRIncYfkbRsVBItJx
cYE5+yq/s6i40qoM27mnq7y1Jm/U3FbyVtMroVq0Ifmb9Z0MdTKbw2epuizjDQWC5nSgOX5L7/Z+
6XmJCzAxOXV0QGo5OVZXq/uMNNFLJ3PfNZkXGdkFCMDLhmdkiXwdx+diD1A7Uz1G8RBzsogBnyto
bmc3ajhe6/UAphau46dk3hIlvVRhkPKrNU24qsKNEqc245rAin6O4wP35rQQxcmM9aL9RdPvhJw2
AgEg1dgu3kbDkdT9JLEAYSOMsBraHLXPoRdmmOxWfbcAfPfnKaK9b7eAxEJWQSUo0cUq4S/geQJN
2q86kDvlOBmn4LqrFmCiYF1h4w7cwgmNaLqnzrcyOTFVhrpbjY4QEoyxHcUuqJZj9WOgUMqM8Qy4
DEoxjmeivoXr2hOxCJAJv/GpmRHfrpPL28LwLSKxE/lXx2pVneTbrARFhs82iAjvybp9zqk3Dh4L
t9q+qtYVtQuhN8gJBPkm8+gzJ/MzmlRnjvYpU4bIgIDfy8RjCmEUzS9EdkwjvxDwuvvOjc9h8g05
WOYNyVLK/DOibCsg8E4jZ7k6MK0VbgZNHM4UGSmx34300b5b+mGZjhksK0CvtlN71GmAu80zSW1u
vJwkW238SEhWtuYbQx4jioQN+W1cTo106/+sH4qcNkPi6uG/egbASpLbrA+fEjfDwn88xPeqfuTo
pqxpP/6XAzUlHqQopZ9CDkk92uZLM0qMEp8Z0yNjZO6B3yk0GvlWYcfhKc+2eXmzxpeWYPH8JMIt
D9meICtTMe/LB8nMwq/Irg3uua1/qvBXM+3MYulHkJqJNt+7qB0JUtT4vmd7+st1m+R5KbPL92Ry
y1epcOPks24O4rfJrxkyuh5/wup9wFSuZmdWQEhI2CNVPaxV6vT0yeQElnXSLqq6Pa19NXmrHRRj
IQbETColyDFQn8e73DM7HfT8PVuh05GzDIgDaP9V+XrzO9a5WV2IOAYm0B2rJxHwlDc2gWZltU3j
0lP3ofGMUVPdpfmcRXh+W1V+l6ecAkWN5bJ9KMhWGoaN536TyQwWqEhyuwLxY2RA6WPhLUk/u1eJ
1aS2e8WfSSW+WuexfW/uqWXzPACCAlZIEeSW8JeXXziJ68KzPksGTemjBWaJUl8sLWcpNxE6z8JR
jE0di458TqjiSpzn7Pa5LF4Y+qj5RfO7IdPtBHqO3wam6GRxHVQSX/q0VftdPbDRWKRzyPtm+MYF
8mKQqqCungCNuX6HI2qJ8nX6FAhp5DsRUGm0dRxEvZdwaIjBzKpUrTigD5GCtvN5z8AqyLUbEkEb
HbPls0k+oti1xC8Rii5R73pmbbWXWXRnHe5xn4PAW9A/RGuIif5GzfH3UAj7qOGmCTGpE3xNwWX9
oaccs048PCRiJsZHAwCWOewaJZo882XRcK/q/HBQY6u/c7grUmFLcRnpkYE48QWlt2FsPKugf8yA
w4G4W0+15GQRBGgVxONLHXJORI7Oq11X/9L4SJ+BHUV2i4gkan2zLewlB23BEtR+a8KrUkyIgyaE
142d8IZEBsM7QsEypsmoZIYA19a5pRp61bLJXajP2uQRwIOSnfp8ou/NOAww+utpFmxFvgzRjVgt
uO7IQiC1Yd4ejZb1PrvGNfawMdcoSMTJzXfrZ3oMCvfMEc69mF0R5hnEpL+b9cOUtjyXLONAisJ0
aKtHbvFMJAAuTKdmXB0lU7ZL8yJ0zvOrHi9qfyr4A6P8we9mpCgKzUuu/oQ1KRH3VESDLbGAy6+0
zLux5s1rjwmTZZc5OUTbzFFR+NKfDGhvxR7ICD0MKBNDWXVK/U7mr2Lta47C9VFZ311EN2ch7Xn+
U1QxesSacFAN5m4SyNUrJTcov4pPrmxTAk409M2I0Lgwsq9OB0LNZ09CwTPxwscIyCAGPsTupYz/
Onj4hW13/FvVzvlPqHJateMAtR6xo1FSyYtgflSMREn7Mea065losuJ0J/MXj0xjTxTYvpil24BB
bdqV6muYnVW0jFH4LnZE26+WdBr6MXRb+TltVp9xnm6LvTB/WhL4NUI3e+CjDO+JdZXl0ZvzXbfC
U4UX+kfJi7v00a6SYQ6vkuBrJk3PoaOPvy2dabAruhGQkMm0SyBlIrwl8sik/U+vvqnQ2yR9QMcI
DELakupfgrxntVcU137qj2khX3MVrFqF+S92Wnapi39qi1yiX0RYZ+INy/UxdVyksXUTrZp3bm6/
9Tl5Eyy49nqlBlca4Z9QPiptFTQDb3g/aJxrxr+hBynhBpYmwfSHzHyE8bKbF+M1Gnaz/GYgwqUO
eJs0d02ILh2gdsuCkRjCeEhg94HTTNEuE4jdjKHF0xQx9mpZuxp6lNwUFYFQEzHTl2sVqFZ0qwzi
dajoKqt/cpS5sqYEAqWKUrHeV/EJAXHkRCJ5gPIxj2FyEUKptLQgskIIYbX3gl5LQTDHnTqNKNrx
ZW/UUvYHi16/JjWIphabcRv36nfUGpEHE4pqYYkPZoiARFVGYtkkpvvyFApen/t0Gm0Qi6Gen5Tp
XeB+D7XzMr6yfrbp3jJxADSJU6JIKr81nWoJombWjdayTmU5Ix52B7uN/hLhqhAjxBKKH8JSpgsh
SpBwEsKGTMJINPcKtSRNdc1NYd9IFFyaguLSF6nIvKiWY/a3QUscqfQX5aGZ8F/yNu95GuRHSyeW
XKCmqEu4EjhL80nQkRhSKbaB/3etm2Mb13ddl4j1HGGiZFrJUnWXStpp1PYVMMHCFGsCYc2awBjs
JzpcgfKpxkQzxPEYtF3xMk6DCqsVwnbFL1lsbpuGRFryHAbboFzTDoVO3bQNqbRxxPdtWNAkg5wu
DgTPoSvbcyFbtskpIsz1Uem+rNTcFbhOm3GoyFjSnNlCh6op9Y8mvBhVESTRgAFqSMD3i60YnrTR
S1ss7nhvlNyBdD4pVL+2FslMx1RhcLaZIg3JJ+ZH4baYowNmlISpcyneFn0ntJ5s7SptG8230dyr
pOMhpudt6+v+wmMdef2c7qCz1BWsPhXAIxU0YBLSLImGXAXcXzLeSEXkmi+HQ5GsX93c7sBX2Ear
3i7a15pcoojt5gS9LZCzHV91GklxN3aOlYAzQfQm3CwDm0W++mwAFi4YxQnpIRrQ/ysu8gevItlj
WAxHifi4dRA1Jn1HsTegQBhkFsvmPZ7cZhj8JleCRu3p3FQZmVI0h4ieOX/fm2sFnDrQ0sO5zfDb
j4+8t3AvK591+wNwFrblkQLXI9nguTy9rNavagJ20/9FXeVu0Tpv0fkeaiEw42+FGPZQcPAY4eUm
0b+rbasUH6K17SiCa2vkL1YbPtqyIQEzDRGRoMabJdURKv2R0B3H5EPWXDfce0n05TS+LWFmh41J
XJtqa2GCEqIS0OGO3bLtWoOO1bkarB8KpUV3EBdac6QocSUt/JUq9Ki81MrQjW5a98iGU5FW20JT
Kv4F9EFcc5OvtNhu1I7MLiOy9kiwFQcGkLejGwovS1N/aKx9TBVz1ylOj4ppgpCv5mcHQa3NNi3X
HlBb9axem0bgG3Ms031Kp49dxWf6YNHZlUyk5UGAjFNGyV9RIs4D1TXkNtNid0Kee8yS9BI+XWgK
uBNdoZsVl0eB6kbXddF99qd4ev1UiB1nbf8sEL6uSDurSbe88inaRedOrVJ0XMI40MfNaha+ReyQ
xkClsp2kOGwqVArKreeVb6CXwqJlZOtFVx8f4/qlNr7M3qkgJ2tR2tA5mmHEEpxIv3bycTYsZp3a
Ic0zlLWN3PNX/Ovq0RtD/SVDgdAyKJcGU7r+yISGDUbQnbm4l3X2JpmLflqgucESclbzp3pbyqhv
Hk9Gfdbjd6EFpd6JZfV84cqE3IpC/651HjTlA02LN2SYqkQUxLHS/NVI+TN7ND+SKNoqCWRFAwqX
iaplL70ZZBKy/f6vw4bczcw41g0JRzuexvInC7/jEbiTV9hcfhEZTEzYRVpstB6UYhGJx9a9dfA6
61KI51HdGuEllI5K2MfnDHueggrxps3rT1KPVNV072a+7XP9VyuSY5eMWw25GGl7dHzalXLSJxUp
UA6x4vS1nfWviS7bOtEvxmTnqHEzpff7p/KOICC0IbOF5td0kz4HYjhXzWGJETyhXjVlWrqkwtHj
1tfpkME5BvWxEF7F07WZSBp4DrW0gJcizJ7gW7mAQ+6DyxfZCRKuFhWIyNZdfyW0hxQSx6vqtuV0
XKcgCfeyeeq01I44YrLxfWyvkE5QywRaDyA8NF1ZiE4tvJe2IGneKHKtwdDQu/Y1CvEpYxqn8mAW
vobJ8ji0L4naeML0pioqgWIT3gTFKTNBu2jMegXlPvnYcdLml4i2cL9v1/ZIQ1vlVuEAbypd+P1H
ObYRMTEg89JWWf9CRbRdFOshotUwAadQAIH6MYVWXU5mrj9VTNK2EP28eqyLTBOaSkq0bEvSZx9W
O2vO+RxYHbOHYaCd4j/snnAgPCTVBQMCWJlWcTD5Hq9GpeSJAxi+Ljq+QpCOfN1Z5KHS313UMQQJ
CUeFGU3oClh7U+G3MHUUpKgbEdon6TaOvBpndwWAnSX+WC8m+13Q0KExiwvulrFLakJZILTLHOJa
7Vk/Gx2LS7eAOSjeOP7FjWFeUQY0mzEuh/MQg+hz7M/wWlEsLY4o4vOwAKrSF3FIG3us1XcDGQoG
j0rXznWpbBN8LrsW6ynGFaF8tpXcRoHBe6Ac1htXRJSzHMbOM0Tgo66J9FnWe7aOAuINX+pFWpEK
0JE26bdydJjJyqsNlaxzOT2VgpsjEBkoPeCcYl00BJgF0cS7l7e+PApIWmcwQAaxyyBEt2jMnWVW
zJd+Xh6zAG6oaCItQjLq4cqwro1U5q41X0Fcs/bePjflTo7+KkLg+0Q6Kwyiaj1ldmUZZ7mDVc5P
cviKSj13s/SrUbxsvg8tl2bd3ELzopDbhJ5wEAUnMd/n7F/I8tU293j6lDjcYvO11++zBqorvYmA
hulTEXRPVchihT/H4bE5WhPegZACthc6h9r3kCZp30hi+RHiuSwgTqMVTq4KQ8diuBKfvUfMPAPE
OY3JNDvlRkDZuvro18adSA1SxfB1TkZfCQ2nyGbpVTR/wkGwuRa0JknekUhJO01HkNEqtYEieBK+
WzHCgZI+uq74jaixCPt7vXZBQ5eEALwgDq/JDCQb6whuOi3P/NiYZV4fVL2V6BQ8fhvOIfLDJYwA
0Yuq+xQDLrGC91dBV6z8KxLzAHgxrKYIncxsgi0H6RvnuFZxYBrbsvxTSh2CsTcriMxhL84xXeL5
v2q66wM+ITB5VbW477JttxS+DooXDY9KP/RD/IoTC7k7KsSRr5vjYXobJqShqliyraSOBqIir7BD
hpr4PWM0CDrY1PT8NGnrlc0FWjZnk7fMz84Qr1FpfRXP2ocW/FJfCgFtwdPBj+hxWxTtO5VtTgfg
lurjgUCjlLZVkM2eFgkMUSiYVQgR02lbtp02fcrULbaVWIDegNAuFFQvmo78u0618APglwOs+dXl
+nvkJ4uOQ4qRjpK8kp0JQgImEa7CcDSLObQ79gtnae5GylCRKzQXTqCcpC0N2LqkZxsFy1xRaZeC
/5Wy1e3HPhhERCCruSeHdIM5dpYQtbSmnffJNiHf2aKSfRLuS8RPrJEOtfECBHloR4BvUz9LUeUj
ny6iqf2YSXothwr/EGo1EqKMnv9fwn6wLC/rVjVQ8bW8WFpHItvfFALkVbP1QQMw1HPM1i3g0y10
FVxGpf1BdmaigY7I2pugyy3TX60G+DVWX8oUtI9ZiATxymoOyoDSzJRaxMbijgb5C81uTppS5pRG
PIWdODKX4kTpNLTplDSbjhpe9EkHQDK0o2CYNyNrbCk8VtR4UPi9UczYo+ywiUybY2yfWcwrEGBR
d28yxCnT7FeqclpQjOK9gIdc8Fhsp+lXbox9kVquavIThv/iz3sF3W2LyY/GJkj4a0kdGv7xjWIx
T0u/OPj9pSr2iWX4YbdlOY6Hg/YWotmpa/25aUJ5SHYItrsao40MexeHn2HL6ciDgrgmTqg+izSv
h91W5xko1nyrSSWpJuEg6WcdqbeQ0AOAOLRZf1WUWn04BE35ZRE/icf/OTlNaOPKH2u4C+ptMH7Q
gcXJIxIhUtCxUWQjPCZyvlTd4qOCaLRk6mWLM9XUUWop6nE4NyD+TD0r6Wc4nRlPqx4Mq+YtRnQh
GJ5Ivrxctb4VK15LMpy9PLkYZY4CtvStYqKAXyp/FO5TQ4o/AVBWspfn9xozkjw2O0kVbTPpnjSH
LuWtnY8CYOTzpZ842NMJDuafpU2xr8phkGnGV0wC7djk29lQSarG8FZivCkQ5Mk0naoVwgRd2ifM
QSrmzbCLDt14m6ZkWy9Y//R6p2AhwBToEvfzdHMPKt8UtSU5Nyy/5YYdecQEXoGWsSZF2rzLUHto
oHRFfGv1byG50UKHvwj52ucif8v1PwNeXmpq5v7PqlzxgKZUG80VDvG6/JSq9FwnREx1Sn+mHP4t
XkVc+MVq19ayF/J9bemO0ZWYNgMJVCxlq3x+D1HMX9PAgtjyc8LQIkbxD6Ik7uM92DHvFqdnZWTb
qEJ+nkFlHob6HIc3lpm4ghTeF9HTNuk1Q+r2WvpPAzidbovwxryfNOF51KCuZmzsYjQhtg579g0g
efb/XZ+hA9em6SIiSV1R2lJp7fcsJ6aZUBpplke5WZxVK3ZLrMnX0ATugBDGM5n0s2sOKHAlKeLs
zqVtrS3/6JD+LuWHkZ9Xc7D/x9l57LbNdWv4igiwl6lEqlfLJc6EsJ2EvXde/XnkM8nH37KATA1D
m9zcZZW3xKUAwEWugGQlFqYqWv8Ggj2LLKd1AZG7vUhVObtGR5mbPEkl1XxSYNsL64Z1kV474VeN
AiKbPh/IddFWUHCxnQ/kxLlnrERzIZXp0gxAl6aHoKBMIpdzg92Mth6u79sooblcm+6mj5SLGvqL
COcPz+ohYizzcCkJIEuBtjeqLZfLNDwIpvsAGaIOPrrOOHvDD837BdWXVj5ZqK4Jtuw/SNo5FJRT
RZ29NPKD0ItzXTUXmS7qD0YfgYTyDWVBEmdSiewWUBF/Bh2sqw6f18QM1TfDjcZD0BY4Csfd/4fr
QgyoVMIoNTELgcZZARW4afhOWr8YfTBHECb79MU030D+jcpHTrMA1xaxtZHyn2ccKPmzqY+P5Exr
nVsnleiNWJ54aCFBCfV7P0YHI94OBZ0OL8O4MIZaYQAaGlZRPyx90zsIYA2KPtxrYb6RPQ2OTK8t
mlyWbfg/TqwVVJ3ETeFSNQhy/7mMREcF0QbDFt1zEMNZtaiT7uBVLk4lAPvGAVz+GNqKadhx1oGh
qwrpLcdQz6e0gt6X8FIZ5byxOFFXiDNSuF7LgNs61AR12Gp27FGkxanxlYO3kV7MYa26fLQ5NEuC
/YcRw4ce1PoDAXbuXVgfqnUGz21Wa4uU2TUf81SnG3MZ9UWf7WoiCamgaKDWy850L+yvVNQ3o/A7
AySv9NG8VBt2SZwDTLRyoFJhLtiSYtbzwKuYYClNNnHV4b1FkTcM7ZLMHY/3gn5N0XUbI9cfEMrN
7UrLzlV1GfylothqoGxzKsSS8lQXGSG0RyLgZLGrzIoCSlq2wBGPPlU/j68SO2QrSnoMezyBwAC6
wRpTsKUnRdh/SeNHrz90xGb5eLKEX0n/QjucFP3KCEXvHJU2zRznboaZGW3YQQO3aW4KkA9mtRJ9
6b2tckDGGP1RiJHTjdn+8pQR+DkOmHJMLVzg7rOQR3qus2Dfh/g1tbn57o8ka64yblU6+COxRNMf
4btcFfudgYt8OAps7FbUoCJIs6Dpf0AZqq1fgfJH0ldjVZ2wSKOTSZt4gG8sFPh7pbYCIz/Uyn08
nko1XqKq7ZT0jpTkXKavRvg8lNyDcM3NbdyBZS+Bi+PShQBRVOJMLV37FYvMgDoV2PEVhUh/ViNo
BYVWjca+FP4o0lKL4Q3rJTSYK0ipCXK4+aYDg8hHW6qqVx6sxSTAJWpcDRL4Xxi3C8DPso7TTtva
2XhQ9ZR/piPn0hAJuFuFgtIiQFQoiWm8GvJdIu9k4hsRc9ANMmUU9mcjYjcGjm3B+HxtfHlOlq9h
6AZUJbU1BSNVXdbtscD+hjKXd1E9p0gJskFnq7+Lq2gwhREzehJAd4CTAKnk7wCTzyLl3SR/ppsA
vkpoabyWMHSFQ+MDRUFgPAKMZ5GUywrfiO5AcKSjKWhcryArChe3qypddEO3yyuaG/ug2VbD66Da
IQ6dcrStw3PV73UAo3JwzEWBpelHr3mirg3TZPY+rPxUCulGN+jylhaoTKiRwjthx5q0nHIfRG3q
SE4V+/ZYm5vMwjIHJ06LFDer6Wv32rOo/tGSFFyXvgm88Sks3iypSeCtQHUoOsmGnWoPcg38IVoK
IQBZE1Md3qh5J03ny4OXojoN9a9RXSet8yexbXYB7ZjGQEWw3AqtB01MwNnZe/TC66oIzpoVbApm
WnalBV2XuVI261rZm+Kgzc2MEDb0KhypopVYV3j2XIO7R9PLfkDUAABAQ2ARVlyU8tqN0OZrNUAl
w5jaQ/uuaQrloobygJcvET+inlqS+XdNBGlyLlvDWhKHwS469TyW6S4LY3RMfKKwtK2pruit1y9c
s0aEuiDtLfpmOSKdrEQl7E4qT01fPQVlxm6vPBEDYw1FErWW5ZMnSPrTVb5MtHXye9trtWZtSRQO
PItagmqB2zR7YKJQoKCkCMNLMR6BdkbSj6jM5mOFUgF4+ILe86vB1d57l4ImkAZxwioXbli+qfWp
1CFLDPDBuj75nVaQnYfKJUZtQPZLxbOBbHyZNIRfXf3hK/KuLKSNedWCyBNsj7qtnpnBKmvPJYVj
emqjFM08imAmjWND4lqEMtNr2qLQf6FbjFpP2K9dnJ6gKFs+CZzvnq2WMCk1h/yYloDU4Ne3ZJ6F
IGpw+zrp6F6zx5xWiCK+xpL2AwEfIWvWSRy+Kh583DQZHgyUPi9UTVeEnjW+ml17ws5Tp1AVj07F
XiubBxNxG2D7gf8x1Gs5EBxRdkyjWdNdWebIFeVxcvHzcUfcNAJVCxaUqmoETUH3DepPLzomie0B
zwYVGgygG4ZTgMTljDgb/QCgv75gnJJxnCudOw8rx6+qD7nOl+wlu638bUPmpETCXKP7aMS0rgt3
KVMZ8vuLOhCY6ReTqqtducM4N5KYEBuNJyFp/yTXBRcsLN1YKvoOwE7hXjpVWxA/LPNreEHVrch/
QvltuoWJ1R0iN6FOjZx3hXpQyAtARGZGlxr1n8w4imD4QvILCSsYUYd/jHN8TygB5Q3+oh/E9pim
3ONjdTA64cqJPFPdycLHolhAvIWLfwpohg5kb0/gRdEPEHnr3pPhjVFkWHjJo9k47vAgockirNmW
UFpza1EKP7saYE24aLR5X/4E9+1lp0Z8qNyN3z0O0rp1V5En2H1wcsNdDPbUsnv5EheLofuVJo6V
vgV05fWfgUZz6rmmixq8+pwV3bMYOwb60t1epsAppFEA6ArvD/wOzOTUJ1TMTekK8gx2nkFgc4w4
NKz2rGt22h9kHGlV/NkwHPO0nzl3Z2weiIFtsT3QmqzE5qnwN431ohAs59TB49bNnMrS3aPZdHO5
4qMFcDwaGRIYyQpa6GrXGEerQNGuAmWfxYa6Va6k2qLAKKmhLT4vkdVMpIpItDpYGtCeEQeocEyo
MSbKsS5BYynZsGoEk05UVm1cI+NYaAZ52QLAmhfQrqTkpRA/cI5aFnBJhhxjgnIcEcBpA/5J2w6K
u5bCcl3mxSoWYEvFwlKCBGCiCJPsfKy1rN7xx1++OTfd8ChmtUWJWd/kEqbihgR6mqrm2qLpX1HW
y7tXP4rf0lQmgNHpbUhLxTIubUYUDxx4W2oERPjFQB36mbb5zhdJojM4waF/bo2U43dYmmjk9Mmy
1o+KfJQVbL63Ih1I0djFpOrVsDc1aaYVRblRDd+1Q1/7QW8CwRHa3KWP4BKNRZ8v3krqhyebqxCO
VzTS0caXrKHL4bcKW1yZ6TKcLOSkxPA9MUG9+rRmBlldUr7NVYJac9yUSrRPlOoSqEB+hfhJ8IKt
CzZDE7yDVgXKzMwhodXhyjL9lTxCiEAnrM8GG6mNlgZgekb7Z6aUz3kIn6FzMmHnNnFpD4k2z6/0
o4gu8blhqbYcrsqVqaxHHHRFoYPu1hXM44v6geo2rfkMx1mIK3IPWSCokllTiD+Ewn0VQtrCdKZ0
HbUDX/ulc1mXsSMBzLeqdY+vbkC44g9/vDDcphYIdogKRFBaRpFuuCI702VjNY4BjM2XUsfVz74X
7GuwOZpIleIan8cwcFPd2kjlPgoeZQMxNAMsUERhl85aXdghnHi8OzTYhZXw7MmlbdEZqGMfwMbZ
44mAdYc4p40jvd10+FVYwEAEWjKIvrQDhCgz2WHLPSsBmDYBkCJQgTOFfmASp06lFg9ulh712McR
s1z3iXnKm33YIarUNL8B0oTCyhSOXqTZSG78kFx/6ya6OI98yAlE+bQhrRk1rH3kgnEKewDF3wtx
3VBEnTqk5lHYaqKsga1TF77wmNcPtfv8/U9LVz2rL/TIpnYbheqLQ6zI0lYUO+wwRUUu94Psh4AE
Nfo20pAXr03UQVrVSo1Y26cb+rvxTBo+6uiDC7jzHDf0tpSJsGRUy2nZWuBmxv5wVS+NYZrTnFuM
NsgrGESyU8RzzFToRrrCPqQSIN4Z2rg1BddH+ktavawVfdQNzuxeRdcUVS3dc0Wocr1DlQ0c8yWy
aLPXMsRX7Le2rbLupLXevPU1EgQVn14olrUFixCeRoC3Zyw7oWD94n6p/BU7i5JZymxerUUjULln
WRvm8kAMZfFSxYM/vKQckNWbUkirAGSGaEH/Dj39ze+euN2gJUGWnJtwv9wcf56xWYWasInVCuC7
O8zHhlgTSjtLToEln8x07xHhaANjUatgz72JLYTHdFU05UqK6k3qC6CE1Ip+k+L/wnBwLhcbmb/1
MZw4hf7q959U1m9906so7l8T65uCXAmGp+w8uV2h1SSCdRCKH5Hp/ygN/MwthTKd51DCujaDQHeC
ngzCDqYOHs0ggkeq+Di6aeGmoW3TEoKtCmWev4fVS0CMmqBPqZ0K/2RJ8coA8dx4+a4d6LZ0yFGK
mnwA7nnqPsT8Kda2/R9tuA5gIFw1rpL0IVSeBbT1cgdUh3fEus/Prm3yg9yZEH1eWnBqqb6B96k2
DrC/M64xjnGhOjv6T/jGichEYB4d7AUu9sY2CIXoxPIBN95rLYGMBhYDSc8ZVbjHi7Sj9LsUd/3D
lVZIvfJPZ4D5gII3R1Rb3CsfSLHlp655UzifOMP5FEm0jWl8jPmR3mOfw3cXNgATS7OfdYh5tTMX
TaSUOgDVle7ZeKGNqSk7heOcuKlpV5TwIX5V3VpHP6fBRhRyQqI89iiHAqeSf1U5S45c0KWtro1g
dsyxe9dUcLl+g7fteICqx0nr+/JMFHWWlXeKSw9ujPocy+opCPdeBjbEOibA8CDmh5RKKqce1pWs
gme8mPKhcX+jI173R6UvHK14H9Mt1Bo6ts8lXCS9nEU52wFBIdghEhUd+RKxgKXiUqpBg8yweZHz
9lQ26bscGbZF7C9x9SUpuQ56bWgkDNtIs+ZE1EHp9DDmSbqIZGZm+C67KUIE+cKn14gZTu6tEvet
Eg8pASXpa66aKJEiASWj6gG8ZxXF7HHlwFk+UqVWgKCmPFXULUFZAk8b8ZmWc4IlBSl/5WUAFA9z
KayeymHTpFuZTnsJ5hcsWRFCfw5CTiut+WMiXuaK0P7Ubo5njT6SFUd7Fyy/0Z8adZ/g20pR31tb
OlIxAebRdmdsiwo+VgRDzHut5OCH6fvPUbpKxbmVP0X1OU9lW2q9B4H4J2lbqL8o/6fm3G9gWFSK
v+yzaAYIOAcK2CTZ5fv9fOsWmmhNN6gQxljlyDs3oigTCOxgFg2d7Axxq++HMK8nw1e30UR7NhUt
0I54Gu4oa4KuR7iqRNAIKBfyilhHzkwQVokXL+jO7lN6jhh9CQHOkfSg3RH4Q28n7WEEWSf8jvDt
iYJo7VUUS0thYaYbP+ITS1RTcjCbFVly0tpaYtkKYLPgio4t0qVLyZy4BV2qqDIf/PhDki5+2Nrk
mXM2dCntK+R1lIriQhS8NukhA/II/9yKWa/SzxLXh6ZfWMJz7n9IkXguR0rlYWK3PpgWCa1PK6TE
JTQYATwX6rnFfKZODjQo+xx16P5nHiBYi1B0Q7lxsDaCRW+ce2jXpR/9+CSXlDn95FD2gL6JnOgs
hBR5gzg37ghwGrc+80T4koOgNa0hB8CK9gykHHQqhfYtqIjqwWa2wHZ1+ps+4ekYS2dBPSYSHHd0
Mun6d345A9LTK/AsIyo8sbvvCuOPoILmTuor9eQtZ+2IJNFkLS0K4v4ZmDVyEFsf+DZMkqgBrqmX
c1CrhUHsxiEYraWqojm174RNHe8Fc9MmG0uXAJM8xvQXY6BAcXXOh9UQVqeW8lds0ZjIm3oZXx1n
Nd8/a4H1kbnaPDN/Ve7WBdwkQmZI6gsVcCev+3PUd++K267UfpgrqAX0MRK/sndQx599ulbqvTHe
8+m+GXJN1MfFmhRB0yuKnvXSF5DcgiX4Q1C9J9UDWr9xExQwoee2d+7hG3rI8vXvf93CnHfdQLNX
3NZerl+MMqqOVM4BOCdZZqFunKaIGmDPCxwkQtDJNLQ7Wre3xMKnFuyiMIpKng7KVqhKug6jmy6i
Qb8IDbdSCoolNXpsZoOjJmJyjEh3ITqtUIE/6wjzG6oyGcm+JQbmnePl0wn9i+NFngSZnZ9UrecX
ytbvKgHWWFy7ChrOqfAaZCLqMwFdil+dDLJUbQ1K0ros0pfVkOxT6xgxAkPtP8oovjb643yto6eM
nl9apdu6g8JTRHJ57g3uJTlzq8fO0kPQep1Ev+96rEFbDgAPxSNaFI1ZuXeSA+WGovDU9r2R5DAU
UUrc642OephBhpgtMkTgoHXMG9egXUBRWcx/CmDxNDPbDwGaI8PRU4Jr9ZgucxX8TpvkksfDUgVA
mQDV8TFKMTHV8EDBlWWz6kqKy/DmujKnlIjUnBFgVqbf88m69Q4TpeFetXDdjawMqZqOojoIgLn4
5r6hjxtStES0wVTgKpkrTSHNtQFx5SBLf2uX/By0b92TQIRI9+G9O7CtkBdZjlsBcAWvDxKWF0IJ
H1mPd71EJGBlhG9UV5DDlGfWS/0ninfAYVmHv2OsqEgDwRi+lCjLq47wQUQh0B9G9e43AAihcqJN
BeUZLia+F0swr3WKpNOs+AkFsxRnyQlVPVN1ouqMrMLoeyCathT/0jv63TeODvTr/ruXW08yBbEX
MQ7ZScd+Z54QTTpFpPPb+klYfH8Jf63erU/tbVWvBBoTocCsn5uD/zzrFsIdYfAbvgv61K3WsKJA
EEZ+WtkZD+6ufYHBuxDfvT/qHW+SrwXOdWOSylEoNhr0yLD62ZMc2PD/lKVsQy3+fmrUr1NFXb+O
+9dZKkm6JUlxNOyUWW1H2yOc+R2SjLZ2iPbtWlvQIpwn68bO5p2DKuUMMbNFPz/AZF9a52JxoYOz
HpwL2dxhc5U3b7b3vpp0DZH+92zT9ckWqhohqauGmjGs75U/B1A/Q/mXt1c2iDjdWRvy1xtV1ycp
XetpsW9ajIKW47J5TtflDibrHC77xXpK4alTXp27DjKGjrAO78QkNy4SXZuc270ZN6laluNu2HQH
a4HQgYPn3xy1BEdy/gi/goW/Se8MJt/4xtpkDVkgEOpmRG7JXAZbjdxnj7rKCmofJjQnNPqd8c38
IJN70l9QCrrIu+qO3voN5wVdm4ReVtdmsUf3YZc4xU/RMV8/0Nuz19JMf14kG2MbLuIZ4p+OuUpn
J2AAc9n+kOb10rCb9+g9nBu/vl/mt/bpVMC/ALwTNiEPgp1BMBfeUPJ10FB90fmo3w8hfx3p6+rk
k8qWPo5JqxM37sgZd91DtS+WHR2ULTr8K2uv/yhO4QodijlV6GXyrNn0VRfS6fvhb021OlnHqZFC
ZzaxKAD0ZZtOONdm5AIzw0aH0q7t1kbdYC7MEPOYJXNvTf9mrdtLHBPmoGo2LPEZbqrL7x/m5nRP
vnstuHEnNwLH4tF9QgX7Dev21wzK0iF0vh/i09v2i9NBnVwcbml0shUxxBDPvEPwrCyKB2rkm3Q5
rHIbrbNF8hafpC3Gkc/CXj9ly+CJEPTZ2qBEePDmkd0tvL2xxEj9Yt7ZaTc8yPRp7ZH8ItVaioq7
Zo7W97FYQs13Iqd58pwXlveyX6oLcSFtYCX//n4ebp1f0zKjUQq9V7YMGa5VyD67bAvMa9GuFbva
BxSZF/TOrLmxocxxkpy4nyfv34/8dRSuK5NTBSBxPKbXgSkp7VCEsnsnXI1744495K01NDU1lkUx
E7OC36d0IJS2Prce8meUpWDu7AP7+3eQbmxaZbJr6tQaLDo30s66wJo3shlSt3NumXKm/xDtbO2d
omNz5zS8Fesoyn/vWhBkftte38hCHOmxvxir9kVAcnEm7Wldmncihlt3y+cJ8deV7gtR2iEsLe28
5+ytexjX3Z9+Z6z0i/iRPSJmsRifm8vd9XcjQJlmIMh/omHeM1prRw5p7EJ2EDRe5AvEIpejTS9r
5j8M63qr2sWunvv7eilutdOw/Bk7+dP3n/HW4SdPZlbwpcqIRB6C7GUNZWj5LC3QfXZaW577fE9/
Qdly9hsJ63Nl4yg5y5eFU9tPvZMvpXm19meX75/k1oL63KZ/TT7podvCuMPaftY5ySHaZPO1dnZk
O3Yuxr2r5kZk9Hn8/DXIGEfA1yUGKXnLdtc4hOar3KEcS4wG6n1fHoKT+gNg6N5f6ktzHtyJlqRr
7PXFqStNwsVEweXZNRnZXAJztEGWLRBZmMODnOnHyKYi5Wh39ubnx/tqrMmFSonFDCmJATk91Gt1
o9nxY76DYEichEDlIx2IpTrjYDtREnskl9latnFn7Btn2+fW+muC5U5sdNm6vuZZsh/7mXrEKsq5
e03ciDk/Z/fvn/dKvYVEwPW4ADHj/DaWrQONf31v6qTrFH01dZNjrZPFJq6uC6ReFLPrNqyWum0+
IgE2owo5R53SFha//Dt38Y0qhC5Ntp9H6dEsVYbDSmepbx4fxnlKtP5AB4bgQ1occeA9kn7PEOKz
K+fZs925eWfwW6963SN/zWVoyeZolYwNZslJ5lz3zr2T9PMq+2oap2HMUIWmfv1O9QI1XHU5Lmgt
2TC2nHKNOMwDnIY5mbijz7WVspBmpRNy7J0wZn+TbeB+M/Go7fstGRPAevtee++zS/rVY01CH1UJ
xjr8/yOXrt6i3zXP7azdSDOQ7+tgRdvMUZdonERO9Uxpdtb/yXbusVkku96plytw8mvZNpbyglKj
060gFyzuHU2fB8EXzyZed9RfnyMvgjAbFKZMOgL2cfQlXLUjVAIbNcV1ZXvzbm2ci1O+D+8UA2+O
ODkmjBadF6kH+TF+CD/GR1qtNbzcX0igvFEEUdH4tIGsD2vl0q3V9+LlzkF/494TJ+GPZIl5XV5f
tLSTh+HPaOecwP7140tz+n4sdEQ+Z2g/33vPG1mcOFnotRBGRtka3HESlJCZvPce8kW0Vy/ij5IJ
fv7+vW7tZXGyuFxDSxMROsAOeBqeQYfm4D4Xe/yOOEjs5rFcodW6Cdagpv5UK3kFxnnhLWH7Pfnc
698/w40IRrMmi0gJwnEUGj5p90ez3T1xrfIjPIX4Ui3pYOV/lE3+UB78s/7w/YA3rhrNmqwhPzXi
MTCZ22N7yR7q68tWT/Gxs7FV+mNtvEu6bJnybeZEuCuRYxTH/Cm7ExfeCOE163rZ/rVnCuT46z5j
yvWlvKnXIK/m1eyaro2kav7b25u4Gp3Rue7V/M4F95km/e8+1azJDUEj2BvaXiVOeah3frhTxxW1
yYREClGuU/IT5jfX6rw7ii/ui7GpTfxqn3HeeYCfQ/ddMWe0a8Hz63NAzn+U5xjYwMZ8zzUb9lnN
VPnn5M5y+Drm0KzJ7ZKFo4c0BY9K8cKJHoM7O/izXfDVFExOd89IE6H73FAfwQOt9bWykBH2WyMh
Ci72UaEI+ajtzSPKLU+6DfHNzsmlkECkYFHvUaRYCpvwTr34xo2tWZNtN1qCrxYVa2BwqPPx5f25
OI8X2tKd6fZvpDKPvhMsintL7uvDBFDqf5ecMAQw/YH47IxZ4AREjePCX+hURnX7BClnDhd/hgfP
prWZir13Z9V9plVfTPnUGDseKlUwBj5lQ9//ek7LIqCseXS4qqFsrYd2i0fUVn5FlGYfnKAjncsP
hHl/5meuLLr4EMDAKfyoN8m+PPaOu4Uv+P0R8BmrfPVok02Y674o0aLk4vpAJCDPbeHdS2blpd7I
UBg/RBcfFye7s/ZuFAo0c3KY91121UxntHLR2oODbxxHeb1q3wVHXX+ED9eUBDz/Vnis77mS34jd
NXOy3tWEZmYK9HunLiGsHfqttA0vaHrb0kZf1Es6FMM2Xf7bdH42Y/8608Za0EM3Kz4T62P2Vmy6
J+9sOPGb+WN8bn9GdyZSvk7YF5/NmJxjpqhXRaLhRoxY/aHcxWt/HtumPc4t1rBO0YtbA4GGmbgF
M7OKbPHl3mK+NZ/G5FxqhR4ItM/Q5UnBxJK6KsGY99N4SFf9Rv5Q3sx65qr3a8ZfRxyaMVkzUhn0
/+/yjaz8ETtEZ7T7lb+ICa3Qml8G9iumm3P0Ue7s1lvjTdYLMi0D5kO8H3jHtTV7xCtid6/vcKO6
g0bWfw8g1RQaLRb58Zo0cjggwjgLVz0NBOvO09+oekPP/u8IQE+xOLou93aRbfpVeUw2xSa0kdY9
tNt2Wzs4vx1BuTr+Btxktw2LO0fJjf6lphv/HVlrq64OFQWH7LX1I0aRYUbRfXSX8DMkjGrwEUJ3
nNLcCucADTlp3CqRCnz1cEsAMbRV8E5BIIM65hDbojE3bKQST3f25TU8/WK/fCLb/tqXRhcWudux
L5GkkBbova7dXwHSnw/WId1aZ9lu91hW2Ijy3Bnw+tJfDTg5VwuQ8mYhiQQaz+Mu+ok6C4q3C2OP
LCb92Zm1hsmrH+pl8JrcK1Jc19BXQ07OBFjIFRojDInKzTlaXb82KKcNeIt/PHX0ydanL95HrswI
8Zo8qzvX62SjvPQrbHZ34AJW+QpFk7m2AdFN0IYO/uPdBOvWy01OASMwuq5wIeJqqKpnj9kSHxVI
y/kWpSN/69+LR24Mo00CBNVzvWG4bv7CIRaeectwIa9pZizNh39bGNMWWFx0cWRmHQvDGSun/WEc
5U30UK+BVKzHs//sXmo0W2b5W3ZnXdw4z6ZtsEFrwWqI4TXEgkINeRgHx1n/+14ScaO8q2mTla4K
7SgNWXttM0cPyotP/p/v0e8+y7Nf38/Zjb2kTZad2EaqWEg0g4lT0de8tBsQkfdQNbeyLm2ysiRP
HPwcZtAO5cKj+4aBZzaPT/pT9+AhpzSTlj2UIlR28YJ4//59rovpi406bQ/iO9qL8PTEXYu6I/Eg
V/UmW9eoCp+af0setOv6/uu8CyHE+sLVfbly+vd466uz7x/91mxNO4o5kntW3pviDrvC5JA+mmdY
c+7OOrdzdwcPcokt5VF4dO9U9W98evV6nv/1HpKMKp5W8h6UDJ/UU7kv7sZqX+dX6rRkbdXwwkt5
MHauhWZUER1MGXGOtAeF8f1cfX3nqNNydS22hdlHnbGThKsSakP5vQhZW56wsOKiubO9b4QU6rQ2
nSpWifvyOO5GyI9519jq8ATYDhayseh0LL+rrTm+x9Y9bOfXq1f9TOX++iRN1rWFG6OB1TY4SmNU
JxSbRIQ90np4KXR2Lje2lj59P4c3PtLnMvxrMAWipRrHwBRAYy1H8U1B9lm/N3XXi/F/96E6rUd7
qp4PkaqMO8Ezzm2BQidead8/92cf8qvfnlzGhpGYme43dN7LDAOTqIRgG/mWXs+RU8P1ttdHzREN
1HNzyPZHqYf4GWh4zuDl7TuJ5gOVHccIz1sFCfEG8oEbZ5Y360exQS5IxiNgQBslV5HVKUUh2OqV
LK5j0xe3DQLydl+jZtci7Iz3TGq+qjKWbTOE09CcCEbL2JmJhN2f6+KIE4vWrwbPyXmc9yh5xWqG
jDnOVN/PxK1dMDm8IUOWI3Ijw06scMTAarcfoZEqgAG0e2Cq6099NdeTEzwoNR2dPYbwlShYlghm
EBr4mtMa6E9okiE6XW9Ue7nN3WPgl80mThCaxGcxROEwH+2wifo7AcSt9TpJHvwhgX1q6D3frQDG
GmxMdA2GoJh/P5k3fn5aZq5aV816pe13QVxCIME0sdq3suh8/+s3PpU4SR3EOkjiAvGYnW5itaCK
1s8KH0G56t7jNryzHG4dV+L1pP97R5eZP8qjyCADyF3AKUi/Ze0mTFSAjP7WtMbjqAzGDGtgrEJg
bX//bjf2+rRuXTReURSu3CMR+dQkr1l4/LffnexzPaibIs2uvytArjQXQZTeuT5uPfFk45SIqRtl
wi9fjX7q6NKJdyAGtxbRZI2WFfmhIEv9TjP8GY7qroz38PL76fh6CSnTErafuN7YxlCZVZnSlgJt
UEdq+wMU+Pe///Xlo1iTJRqk3ejVSpLtdaSBPHF0Z5JhyGu1xU4pEBVzE6VsfCuGTZnJ+L59P+rX
UQgM1P+uWT+GaD+qabZvguY9ixQNBouSLKMYOe0satC4wkPx+6FuTeD1o/21PfIgMPNUy8J9rWRX
37siwM6vMN9DA1mOHCHje5W/r9MC5X8q4X1gSYpb4YiHvhCSZ3HwbPRbYUAfsPrR+vmd/s3Xq1iZ
VrGLRIhVFemNfSuawVPBN9m6Vuauvp+tr5eyYk1Oft8LPcvLy3Cveos2eAzbo5jfWcm3fnqyS6AO
AudS43AvYJeWGD3WhU5R/lN4Duv+v1/Zikk0owwbp8F6aePXmDaCn3z805yYkxVUJ5rl9kGSoFR8
ahG3xAbTp/jw/Y/f+Jzm5FBS66Zt21RK9k39jCkIYnl3fvjGdE+rtIbr500q8MNZ6EtrMy0XiOIp
dn/ViPv+0W+NMEmJhjQ3c7/DjkMbe4z0PioEGut/W+VTPLQa50NqGmO0z3AuEeSjEq+/f+gbx4Ex
PXkk4LJ60ESo7SV8R0DxhgqTCBkFLZWfvx/jRg9AmYKtFYlEyAyDaN95IYaaetoOR0lIGxQwIDtI
Psj50buaGVpZ6MBH7xxrTBXKef17VJvCSvLa7s7GuLG+pvVzS3P9JtXzeF/1R0HdKf299XXrhycL
Nx+lxjeTIt6HyKEUxnNd3dlut77Q5AhqpHQcfd2K9uYoLFXEy0tILwH2s8a9Q+7G7fNJd/7rSmhi
tRTylBEaAXxnjSr4yRX+1CU+YEpof78Gbr3FdHN4FL0lLWB6EAZt1EvkQoOEwZmN9Z3td+MD6Ncb
/a+3iPRs0KXeh/clJ7RNa7Qt7tERbv30ZJPUSt3GKITG+3rQqRAl8guonDsB/Y3Jn6LxexE+exF6
8T7HtRgiH8x5WUWMfAx1R6sxuHNj6x9n6Pp6f82QkSf/R92XLUeOY1n+Slm+I5sAQRAc6yqzIen0
RXLta7zQFAqJ+wYuIPk58zbf0T82x6OyqkKMcHlXzlObpVlahBQOJ4jl3nPPPUf0UYfHgMBSVFz0
0AT+/OUemZ+fQM22AHgGzTY0DDFIEn/N2xMnx7EPXmyqlBjCkKGR7UmJ7mp75ZjkxFc+Qig0l6hc
rEM25YcTFbzOEIb1FRqFLQRdcNFAF1drQKcygQ9vWSCN1tAJ80lng+Eo2v6iayu+rvKuAto5h6s/
NYd8sXydprIN2K7meztG6opculLqxLMemcUlpBbXBijdHDvDQKpf2BTe1qH3+bc+cufxxc4wCnNS
0AjK986M11MSqH+aQz3CTUY3/p8b4nCi/LBqK8OGhOw8oG0Giv/Q0oTsrwCucCoLOvYEh7//4eOL
vpwqyM7laLAGSHc2JWsdn8gljsz7Uo2j6YvWHnN8dNNBiZxs+t468UaPfOklHz416DiHDdL0gfiE
Ki8jzxUE1T+f8GNfe/FOTU362YFS3nlXg9ZoowOa3nz+ycegfL6YbCItuG9Ao/McYv0P6VX1YILe
ZUKZ4iW7PBVXH6N8LDs2cuXQ1Cpzeh5v+aq5t8/sp3Gb7Vjtwqcwhx+AG581l7neyAgSgicm7dfZ
jsUXJ5UdpXNvGMCRuy1ITtU9Xeeb/ivUZD6fuV/fEhZnH1cpsIp0NDQKYzbaB28hGAgTdv4Vem6f
f/yR09Badn1U1tw0mUYNx4aa71drr9Fxlrow97wOcSIGEP46B2H/RAz269VrLffF1JX2YLQo6BwK
7SDOn8jVzEPm9DNMZy1bNqpigIVgZqOMs4PfzwpiY7tk192VV9BJWENp/Bo6D5ctuKxQZvMM9OaI
IPFh0IIK+fwAq8AVrCG3p/izRwh/1rKPA+wqqZ30wMkBj7UMjB1bZyChhHf1WX8OwpM3reKg28Hf
eaM3/Qa67T6MhUEqt54/f6lHluSyB6PWkAZsCBQBHBcd5BfJFs4/V+HN5x9+pC3LWjaLQ205NCt7
RH/M+Qwe7wixtRs7cECTV2c6gInfHYhlYIvAS/U9eh5fkkvoyKiH9urz8Y8xfZYt4yPkMdOo1/R8
DIyH/qG/iHbmBUhlvrWCUtwOiqOvkLZelzfQUz+RhB2rTS17MkTrQM/uQH04dEHADWhnB/CPOktA
Jus88ozG+etufSogOEae/L6wfriZ4HIONaEB24QGD0OA8ue+u2vW6U2yt75C4WlbncebalsEYFmo
deSlFxAwPHGtHzluvn+lH4auG3SDty0mN9Q+2Fpwoej6G6hqANH//PUd2x3feUc/jFDUUTczZeHh
fH4/b+GJDVHrdXhlPh6qfCBKgLY/gVLPNynW0i49POD6S4kSaX/iKxy7jJZ1LVETjcw0oefGQ3xn
bpD3oNWqhZzqHifCiYk8RG+/OJKWFaC8nR2rrsFHMzx1K3Zvw67cDet0/fksHsG6re8tvj/M4ixS
ZpUc96lOt1YI99phZ+5gWw9tLOz1E4McrrBfPcMCqOrHPCU2MBkQfoYAtnhuvaWbYpsGYQAegXOV
n5irY5yzZfHBqaLWwIxhspRLLynspmD8iQOl2KgtmJRn4H7AXsBVm/IB3PNd96DW2d1JpuiR43JZ
nGBSdTGv4kOHUV5AjdzlD+WZPE/Qy3lg1ThesobC6OogQPhsnziij50oy2JFlcEnU1rqQHgZgnDd
rofz9C45g9umD3/1AKrT8nU6t//kq1wWKabJQK27xHLUu/ESWPYeYTS/Ije5Sz3j0bmaTtwORxAf
yzispR8WZqjaBvowuHs6X6/aG3iA7d86DMJ8uRn28akDmf16aRqLpam5wQ5MxUPbFN+hIW0Hmqd7
TtbwqAqs7efrnx0JV4wFdMGA8zt20h1oZ2wFdWIMEq2yPXuGzhpUAyDmqs7Y1l5Ht/k6vbevyDaG
rwxuAufENziyzfmy6DHXcNmoDo/Zo+EDJrMezHxcNFF6J/f4r2N+6KJ/fF9qtjJpj3hGsmnd8Ptk
QsJnh14XtDFPfnZ5isD66wMRRosfB5rJDCSFYY937QrkUmhoITBJrtR18fj56/r11cWXpH8rhGRW
ZmMAsYNEnzdfj/tTDQVHlBP4kkw+hUlU1BqfPd/CXPmsumCr5HoNKW9IiFyc6vo6snfg4PFxispm
IJ1zeNtogFrX57BOOjMvoHobQOdmm+Ma/HyijryJJdJOHMG6QmKYIehfoNHkHkj4xvmpNOzIac6X
VGwIgA2cHq4+NrnxVXSL8v9ltoO/xFPxMjyyJySW0Kr3oj0E/WBMCAU1P8oP5lSfP96vj3PcgR9n
MU+h1RUnh+HROddcYM9AUBth2ueffiTJ5Evtk3aOiOgIDm7YyMfM1Q9lIG+hI7KSMNjy513n2XcT
wjPrOj+R3hxpyIKHzccn6ud4hg0FhmTal1aQbOgGslewCmGpC8vygG0UPNBh9LPOrg6iNhfTiZGP
UH7h2/hxZFZ2RlIxjDy+oncJerEQh4UeIQzH1vwyD4iXPqADGU/q7LM7yBjjPyhVnVinR/pJ+LJ6
4CQoDWRou0RaF32p8DZhEeNBztK5jTahPz1n62nf70FGhzyYW94Q6Jm7cI3cp2ciqDZwMYFI0duJ
1/7rFJMvywdRDByNmTgn4WHql8FwNl+3AZQm1+3uVP//0fe82P+KcuheWqASFxfOUzlgNr3hHFvl
ATpUXn7WnIeBteIBtMcsNDSdyMl/jc/zJQl+QrYRVwIP5lzGaDxrz08xo48kinxZXci0SuGgilCg
PGcvSCawch+7VzMARwkinFfNPrnHElpBJOmqOmdqk8Odfmc9s/PpxKMdCbL4sjIwtXMTKwuJ1AAd
ZIg+eXXrhd+MK7t15908udGrlbrto97pnTgV+B9BVPiSJj/axAinw1vsnoqHBt0gpStehQ8L0223
Ms6y4GRX3+FE+zk+50ta/FCbdG5GQE/9DUH/rwuFQFwW5b7ByXAq0Do2xgK4k41A0zjFS4xeoIEB
0yPo47uRd09PAVzHzpilXhDA0inuoSF9bt9GN2ntpnf6nT+M1w0kkxLocx/atOjVtCv3kNmCOZlf
7k9pQR1bINZix4HXkTQjKI7ncPTdsffyDtDFzvamIL+AEu51dVdm7m16f+IMOXLxLtnGiaNLCq3x
GdFctDHQX69XNdjZ0aHLGtIY8QvCZEj2KE+7/okhf53C8SVbF8ZcTdZZEhw5BBTUJzd0U/oI8B6a
bQz0iZwg/hy5c5fI61x39ZgZeIdonb7Jg2grNu3VqRPqCOLDf8JAhelUeXt4iGuxS5/lGuH2nm7h
Sb8bzvLLAlLgLoESRfGNn508O47M3BIYzaJyLmxHQ2nJNbyv8+PoomCN93OtXbSVnHg/x8ic5mJ7
DXWWV0VpgGJ7GZ9f+sUuPOjquF/9B8jNdq6xhkiX4T4Sr3LlNwROO+3e9r6EUkPiRev3yHuNoElh
FO4p9PL72fiLQ+X7af5DAscm2lSzihiEnZzA3GQ7GHKcH9IO0O/XxL2TuJG4J3aIsqEC4sD+0yW4
EutA4KiDJgKiuRCdnZDD2iCAdWOsttLVAHSgBo4pfDGh1wTZTQ/X+CUMvC/yNQLA89ANYQu7hg3O
Nl/3m/4sXskA/bknYsIjHUR8iWsJGYVKVHgqpKUeelLXbG1cjz4cVDrACtpPPHsltpDpg8ACh6JT
5r0930d+FkDn/wxsqVN9osfCxyX8lcxghEKXlSGOgN+O7yBTOUyRQLtW4rUBOLRBfOq8+XWSzL+f
uD+8SgV5ySw7jBXuyW25/Zr6V9Pr4MGte3VqAR+JHr4nrj8MQaBilBpjNJ2TZp9lazYG0lknp3b+
kWPFWOwOaSurVg2IihEF/W4FOVu4N1Lgr/FKzCe24JEnWKoA9AgPihCEk3MYahpmMFEfdn7leGLh
HXuCRTICt5oxSg+f7sD83EBP40pShKqSe/pPdv6Zy8xa9H0F5syc7uGnml0Y9zNgYRjUXY/3pjud
iMV/fXWZywRY2yCQ0wFkO8isWasSnqmTH1I/Kr1ZeKDyfH5dHRll2URtmekAA6YDpQ8C5MNafYM6
Nbpj+tAdEQq/fT7IEVDFXPZMT5J2w5RjlLSCcKmPsLCFRDU02IXbk10Ic8BTjYvHnmeRPmVJlyGA
wkiw7oL3HWSdUYOU7WoKXcVP5ia/XmPmT7BBqluTwX9tz/eRBUv7FQp42ZXRrHh1Yo8cQcxhl/kx
DyyFDq2eY4jpOoXaCSQb3oo6YHDTONhbewJCi9WJBPvInC3z65IoncI1IgNfyBeFb1gwgnLROWOO
foMy3amw89gjLfuc23jKZXOo0de9h9pqzuFqBuNvt38Nn1r4/87wW199vuIOr/vnK9VcZgQxEAlH
zVm+n1+HO/q1fg+fYPf65z57Aat1ITrQ7QQ8jP6dr+ZN+iCC+Przjz6yrpY9mWUzE+g54GvDKrOt
zlDJvHLKs/rlFLXx2OcvFpXTt1YpowOFJPfoHbAMMroIcSrkS+rEYjqSjJligRMPdZXExvfpsdBU
1r7UwLxBdTS/mF70LDfQIUUR7fPpOrJwxeKoByb0x5sw8CbIhTi33uu94586gY+gg6Z1mMYfrtrQ
aSuRt1W+t5hbXZgAYizoc3s93H3epzsO/yFIuzxGJ7oPjjzNspmUVHrUyQRmV4YI6EHdkRsYxh7C
7OpPDrBYuKNUGgxUDFDC3FduIRMIkQplbOeXU2XwozO2CB8yKANKM8UQ0cv4Wr5m7/y9vSY3MDnq
6Fq+dnv6/PmrP4IPm8s8Evr2NoOOeb7X79nswccE7sKpa94wvgKqoXbx2ynNwyObxlosaC7aqjNr
mu2b3IX1avwU3VsHjwwXDlwnHubXKT/M6T8utNbQ8HQWYI2Vr3BBHlEXlW7+yF7t6/AJt/3noxw5
E5cZY2EASxPoCtrr65CtkzWMmsaX4vbzDz92uC9JOWOTWERqOECgl3S8G65gxYD2BnHZfWkvhy/t
1xPDHJmpZWKaNwlcxDM8RI4tOa8m2OGCSv0VHp8Juha5S8wT7+TIW/8uNv3D3h+T0AkTeLnsIYkf
a9fqIGyw1qGbvNanLpJjYdEy4VWOMHlqYgz41xLTQyk0j3Ekr2wVQIlex678o8/zP17H/xW9AbTL
p6gq27/9J/78WtWTSqK4W/zxb3dVgf/+8/Bv/vk7H//F3/bJq6ra6r1b/taHf4QP/mNg/6V7+fAH
eG4m3XTdv6np5q3t8+77APiKh9/87/7wL2/fP+Vuqt/++ttr1Zcwtbt5i5Kq/O2PH22//fU3KtgP
a+fw+X/88OKlwL/bv/Qq6f7r/5TJy0//6u2l7f76G+G/S/jvQNwYdlKS2tDI+u0v+u37j6j9uwFB
d1s6DgBowznA8WWF6vRff2P27yblDpptHOkY1DxggW3VH35E+e82M/DXjNlge+J/v/3j+T+8on+9
sr9Ayv+qSsqu/etv/EMMY9kmpRhESgvLQVD2EzdFwMZq6JMvidSQ07fHEIago3HiUDgczP8KlP4Y
xHZsaXLYBllL3iovCjtCVvlFyyzelFPnuC1U4XcGPANPbKhfPo4j8DAMQKa5bA6JrNnJoVj7TKcc
ZyjVznDTTSWszH94y3/M4uezxijHlc2FYAJvbnFqz045pqKxnsxmKOSqNIr+rpri4RQZ9+PxcJg3
DOPYwkHHsWXZ32HOH44JlshEysZ8mmM4EqdWaD5GMgW00jPqOzHpgtC2601WTsUJePhXA1smMyxT
HtbgMlHPsAB7xY0ns0hD36QF+BtGm6AbN2tAgssK5teTSC8mkjT/Vvjw90e2cOFKR2LHYLt8vKyq
pCKoT81PDQPB/X4sOOxMtWhnK6h6RoxNZ5YcicQY2nlQWayzV5Ws9aks4ucFi/Yyi2H+sWiZuSQg
iimp87lmT30a85VoorumJlDEzgp6Yr3+PJAjYOBLDejqCxzIi6hJExJPsCd8Il3WBGFvNStocMAx
aIyi7edL1vxeVvywCwWOH/y1JW0bPgZLRaFSEKKNJr6YJxPORhNPYKcahiP2iazq4jZR8JGFz2Xm
cHjVDeHOdiIEIYYoZAJzTDHDZkMMLHbbTsejX1Zh+jW0Q0jc9UqYLwUkfUo3op0ChlA2ZeiLecxg
+YM9AuBwmhnUTVUiLY8YUS7OzKY0bFeGg4OAdy5iWNmGLX2VTHLoZA8zqBc8TE0kijSLOhdmOcOh
ydG0oSoH/8r2LES1BI6dM6yZ53kagwLMhyTQTV+/yIKbfN8SJyyvJYTjHk2RwT8sN0cDdpvoBGyQ
uKcDvJ6pOVzWjeibgCsNl7UZ/TmIiiHafCuGEj06jPEOprtTGALw0XPmeEZeVN+oZacW+uHTfNiG
nKm7adCG44pakYOPV0HsTQ039y38+2LDm4moRq8B+iVgu1YlmyiK+MHCOZzG1WCN03BnG9lsns2l
gPtKkSXDl5iU8TdllJaEQ27CYGiB/nQRvlAljehrL0R4M0NJvbsYegGMYxyVRCWXipFgYtcGSeNm
13TMjI1bLtPYhIsz7hlyXfWiFalLw7FsndkNbdXM2VVoJRkSdQ9NmLmTw+w47DpKVlNdq6F2ea3L
llyQ2SJKPddIwlLzms28lsXG0FbR3qSGon3r5mlOQnGrK6fqxrWjGjV5ndlnHZhQVGUNpN15OrAZ
CIAV15aEwR+JKj64xWTDzfuuyKMGQYcHG6GQGgEyYbx8j1ArHhX48WiENLkvWGQ3j+EwmD13E273
NcSxmiri4XaohYTJdc8sq7vLx2nOYPZpFOp9VmYP4yxmiAa6Z2OnaniRmFHZT1cWS9KDpadZmypd
i3Sy4LpuFQYpy/s2VmmFwlWIDljLrZrarH1uYihImiRR3Wydph0zr+8ao7iIHSMzzoYhFMa6NRP1
rqcK/jmWqeTegVdWva1oIR9NNUSAzLnI39K8YtE7tBR6ftFO+RwD6Atr6PxEA7nsZJ6E6xGnXvww
yRjdVlSWBlvbaizmq7CyhmtcC1Z0OdYRvOJpU6bPY9Wl0EpWhrS02/GZYjKYHqvHmNG6X8ezkOZ5
J8JYbBLtqMHV1shnSMBFsNClZdw8iYwZsMma2zJZ0VlQgtzKKdmaQBih/hrF2dgFIkK3nT9KQfGr
fDQg3gtJjz560mE6qKBzypDcT7obzDs6DyGkFLqe5oGcTMN6SqfMMu8mURjxN6foGvEKcrM5ICUp
Jkpb1+oLVj02FXUI2BDY7g4a8RqRoVWkS51uPzhdkUN/0eh0KN2mVUN6n82JynsvUbENJ2cTZvEw
w6uiucdZQ5l1TlrYwLdxHHGvpKm4mmQN91cpIKHqlnrIr9GJkkHAJzFw6gwWQxs9JQM3YE3ZCqRi
fQ18H9oisVdTlV9TEcPJT6WoNYyqjRy/y+tk9LkVWjGu6YS+9w0mFKTKFObGZTvw3DNrW0y+QamA
y6Me4n2Bk6X1JvhCJ+s6aXHDJsVYHCB3EV5HZj4+tGMzGd5YWtguCalAE8gLgWuojaDE6pZ8GO7C
yLbuKzI3pc+jgke+g1qPDoZUJKCRkBANNqzsk9ILLRXDu9FOnttJo/dKxel4RXlsmdAVIiAmZG14
sMQro8FAYmAVl9rkONrplFgPpWbRF9n1Ck36GQmfDZZWr31uDHejpasULussfYv5rCGc3SbtF0EM
Y183Vp75tEuyyO37zohX2pDwuMDrU35jpXbtxWYLeotNK+eL5ZQJ1NEBIJzNU9QJLyp1+9jqNn6e
pFV8jZlGZsRU2XztioqAJZPoaluPZZWsY8H0RTnSudhmhBt9IOHjO/ipOSdfLbuwINgy5feU9OZL
WkCTEEDgVGbe0DXJLQUf5Us8Un7fG0S/4oRK01XVJ470cc3RxEttxTKvHqQI9AQjVvQDx/Y7SOty
dmcM07tjo83Qrw2lsQIhnkOQusNWfGa8hJ1Gp5Cy1ogVYTVmQZfelTqkJMBDhzG2mZOhdobNUbi1
3U3AX9Gmhu3Xs4n7ZQp7WNeMMn1hzK0+mxGLTleQuWHvfZJ15y0Z9G2ON6B9gYsVLvZZz9CjVNHw
ApqwrPEFlyGUxp15BHhBGrvwpVToSptxSx481eX4apa1DYvaYURpfpyz6HVK7ZK5nROb2rUngrOQ
Cd6B8T9Z1UXehvYAORFdf1Xaagl8nQe8F6RWxYuQqqF+JRBmwK0aNh8ua+yyXc0GbOv9aK51uMZv
K5gqynbIVllR9bABtwbhFUlbpkFDwuwJW6akSIVLBlpS2BagP+Wdzjyb1daN2SbjHHyPi/6tpPVo
Rvohi72s38rbTr29dfuX+n9A7orEgVuHFs7/+Ed++FP+elO9xm/fqvYv397+cp68lMiDVfdjJvvP
z/h7NktN+rtEWoKEVTAkpofs+O/J7PefCE6ZwZHvOvIAAP2Ry5r274ybtuUgiWG2yQ9Nbn/ksocf
oYscpD4KN2uUocS/k8su4LpDeonEgXELOTUDzrWkCiJrniti5dV1VLyn/H4E/Rzehz7yDG/EgV+p
yKvi2rMhiRNHsVuGpxozF9Dkz99gkRjGYZdBZQvfACKSaKAd3baM/Eqmvt5PW0tlvmyuk/5LAXWn
TlDXId/+/dX8/wPBfFjwj0mW1G/fkpf/AYsdy+34Mv/fKvqv/5t/xGjwD/5Y0/R3x7GxZhmX8BkD
qvKPNU3k74c8CRCM4SDN/zsK869FbUgO+AUgDTcg+Gb+c1FT+bsjkCE4VFoUrHUwoP6xAf8bAA1A
hQ/oic1sR8BjDqrnzOYc2Rv23I+FAqBwoUJKsKs0aaIMmHrLOURSRisbwCaZEN8lvqxDqsBsMUP0
oK8jB4GvFx0elzgw3dYENsfMmYznYtKR2fXQx697bIyhNaPiqYq60UFPNk8mBHRGir9TL2ncU+Pa
BnBDcVH1cJBkX6zRaYbyOVa5E2fuSNiokTLFVszv7STXtp9TtJvemi0CCF8XqMVDw0tbwwoOFDa6
f2TZnHUxC3HP0XyIg6ky5tspazPTN504uhBZVyceaJMF8Fcky6jZVUP8LTJl3qwreF6iETSFWuE5
oGaIMwycVSg2tKlFfPTRkmQDGa8wdRuHDt1+KgnJicd5aTXpM+/GegRJOVaz2NisF+kDr1hjwDp2
sDW9JfU0ynULkbdo3/SFvsshX9huOBJz56pBsGys4q4cCxdvXRiB7npRbgpZI3FIhi4LWDniu+Qx
tdD0XdYI2RrEqYXfVwA7XB5P9WasARu5Mi9mmLNXuCzXdOIy8mvbRHGcmy1Mu8kIXegikHIU/RB0
OL0UxOYaYKA9pN6YEc27hiRDCFpdV3Njl1vJuEUgC6FOxaj6mmU01l5T2JBQa5Ii7pGUdixBATYw
cyja5/5EKFXtLmI8zZXHI0Qpt1Nt2NFVofCzIIwIR93OyUaEAdZMSyyuoWyKC8NJQNjooISog4I4
k+nyPjt4d5sUsROstgcUc8uhGKRXMCJAEiJS1puCmk3hMWE0WZCJ0Z4hypoOkLBrG2fw56lt9C6a
RXvRWLIla6MfebYe8DnjRnfCkte0cOZplec5hdZ6NDSN1w7y4CAOWWvqOWwq74WYxHUELaTnOnOg
xB8Lye7FbIzMgydEfTUT1IbhCVp15yRUaj/FYBG4dhKatuu0HCl3j9QcbG+EOjCbyrPyoZNDzLdG
XEfvdixSmKZRe5SuCiNunIcpy1ovT8cRpiVxm4uNgOt37sdh4Tg+6nrkUpCqgcJEqhPqEZU65c6q
8/hpTGvNVpBPU8bKRmW59xSvEupaCHfDwCjG9jWbrYh680Cq7GD8TK5obXWlF7EIPID84JcdjKCg
MCRmtfhCnQJ5dyMiB1bhQpeAYIg5ZZ6UaCt3rdTCO7OjpEdUX8QACKo04vhesU2UO3MqXlqM+TSM
BXnPZArKhJnSKIGqMss1lIa0zr2o6zQu0laSKGiiMr1xqqKHkK9MKvO8gjjec64aiBE4zdxpz0Ak
Ga3MundeyGjbjQ+dLbMJiMKJ6VZhpdaWUcIK2h76/MGq0OXrZfDThecgjJnPSqiVv6QS6B8sVCkg
c4BDmN8I3prxzIddlsywDM5KTqPGhdKWaALBxhT2Tr0D7Bqao518ieVQwEe7hdtg7sIjjeJ/HHtN
r7TKW3HXD1VqXIa1bvNrOQEqADXbDsvCd5wB2cVKwXwyfNGDHkZ4b0Pdqc+gUBbF8TdkZKPExpqb
GalOXVrIuARxZutSxkk2omc1V4a5QS7MsscWvpnwNSSsQeUo61p1O5JJWas4HMLkzJ77KvsSZ6k0
Jxeu9V1zm8ERO/eR0OaHI5cPTRFtsT9xeuO8kPMkV6PDqsIfWzpNeldgkLzybdUmfezZLc7vVVjC
P2BXOyKsH5CMC7QhdzR2LhJadnAkZ52VQdwxrqvpqdCWCXgMqiSDSzsn08htQsnr7choZz/aCevY
5nD0FuGqlyRJIzCubRl9Kwi2lnL1PCFDn4qBCJfEbDQDqOfX5SqRPLO9tE4R7Zi64JCW101Vb7uy
lC9dmrDnQTNCbofhIK/k0J5f81D0+moaC/oSzySDOr2us2TVD+NAV2ZGWfxEC2pAH1ED+/Y00zn8
H4gBWdG4t3R+IWsy6XUvgAjdObJXElwZIUZXcx3dCtbTu9yg0+imcmqlN/ZQl3Exgg0DTdnAMSVj
ZoTmls4Oz/MQhXIAWaSIfLS9AHhvaqaR9JRW3WBDVjXxFW/QLgytymJtqlnfD5UVq8AZeZNsszQH
iDDrARusl00Srlgfj63PWTYg01IKgp8+tcLG3B50OjkWkjLqwe3Cmj6HKi+huD4Qi6yjBrvHy5O8
Uet2iqAkM3ZZCHSxL0OgSoLDnlzXRVgFfUgc5sZljpw0jqscHvYJyAMWT1RgcD1Ga53j6vCaUkXR
poSPRrO1s4reWZRT7tOGmGJPWw44DQmaNNemmc/vhewbwJXoU/mCdZy0IDolLIKOShRHl/1AAW0l
dhGmO0c39V7TfLon+VhlQY55zC6mQRrWKkTxC9CukcS0XcUxx1wbBrLk3VwoCcHRpirXwN/UhBMw
R2g+Roeqy22ZMQu4QRob6rIUHTc8UfAYr8UYhttUpF2H458DZ5EpUueE5Nr0DdTSp1XZ1yN3UxXZ
V3k6yNStC8fKAtDqh7upaCEUxsukvB1SJb7EDVWh21iAc7wunaDeHM8l3pE91jRcQfQV6DOiG4Fe
UcSAN3WpQOHNWVHgfJNq/DqzsJQHmMW8pmPdm7u+LmW1ooiqxGpgrd2eIa4a1aVTzLjIfUgUU75r
nGZMXnIgh2226iQNJZhkqSj0/ZiixWKdARp4PeQxlWckbXQH/G2iZ5E9J+VFN6Cj+7UabVDqAZBG
3hAzkXt5npHYz3uBpLvnTQe1DwQyjpdajbVJVGehraVQnfDr1CyVF0cFza9DPmVkk1lJYgdyqBD5
AX0W1SWFjuwQtDkAP1e0ZROAKti0fpig6oM9rGBmp0uQmOF+kNhQ5MwhUp8Vum+8SorohRaDUfll
ppTaRKoi9rZzePZcs3nqLmle2/UNK6ZO3ZIYHvFralbq3UGzMOhtJQtRAtf9ZOwyLRN4JBastL0Y
lQmxQuVWTN4EW/V0l8h0cl6ScnQKtzMnWl3NqZmhh48QZT2VZtbmV+gnTftbK0X0DGhDFwqFFbIi
RY1QIF7HUtXV2K8FsJ6pxd4lZp9Q7EIjThML4NAcme15CJjsPSKWgdaS1LDjNdjUaY67WUHNjjRV
d1ErA3WRJo/yyiWpbUNlUo6TAn5S4Vd0jitxF5uKmYjQ0yTfqFbwPW7YGM2YbZOHgJNE/AhcKLtG
dBV2uKvNHro+EbRVtiZWlgDECZl5bxCMP8sM+A0aNioWepkhasTgDqJnqP7W8qUOYxNW5FXHK49G
FUkRXBUwPccFp/f2MKjLvmxhBxOGdHhB1IKSSRLHueXNE2++2Kj339koBRheCPTyOoM/7Qg0JyxB
DqTAg30g4fMzTsSmcwcnNooVoLEwCAeCm7gwMa+BmcT2U6Jzo8fBxEGNdFoNgK83jfTdHPlQr+uh
aCEVlnL1MI5m1nljUoGmF+dFxgIZqeQ9dhApBH1j4lZChVfKDUotdeTPKEl+pZZAqU+ibNJ4aH+e
bquigopqnvbmNztnNhKgSBtI8FGHQfNRFTUtdG8S3O8RcnJYRcVi/n/sndly3Eabpm+lo8/xB3Yg
TwuFWkiKpERS2wlCmzOxLwkkljua65gbm6dk94xIuc34+3gcDodCMoUqIJH5Lc/7fidZGzkkIfXT
6ngZiYlzyFQOH9fWbZrEdpHnMk21aapkUr3/ZcwX+0eRZRU63RyH4rSoCsJUvOwnBHRtaMIdJT9L
/dkX/P9Vqf9krsQ/pepnXYFTUHP4tQr182f+4ikc719ogR3btl0ScpeWwf9N113/X5emNYl3JOwo
ci6cwV/pehj9ywls3wv9nzCFc4GE/6pBhd6/oDPIsvkZ+IeAmta/ka5f+tO/NFmJmH2XfygYUB4T
fvAiWV8pk9rZ1Jo0atXdQBMiXYt+OeLvrvdi3dir7e41n8pLk/j5NWnbBG4YecKhVvFTm/ALJsC2
rzJcMXU6RDr/YualOTiz87aJY3NPW/Lf86oK+IphTBGPXr0bhi6P4Xk9YrTHDGfbXqdNJBgq5GMu
xX4IbV90r9novmiP/3kp+BfHperoRi9b1tlUdfbklDqVjmVfslIVkHWueCbZrV+mvyy0v4E6nqOR
f30vcWEPYsSNzsvbyAlJf85pddp6AwO3vGE65mXlfe6Lsn4YrTncD5V76UKE0/DGZ2LcK9f/u8d4
6eGCyKCA4vs+v6/GtrNwqawhlWFcX1Of2XYxx+jNuE3UDwnS/txjKOH9Pfrzt9ejBGT7UA5UmF6g
FiKbO9etvSHdsqx/F2Mc9SbEMvzanuP4WlSvGfT9/eWEg5VD5ATeS6uzvp7EHEh/SLvIivbCqvr9
2LVuollqp1nEr8mr/+56sBU2Agon4s2//Pkvb4Veu7zJ53VIV4oph1GGzr09V4LGm+zvZvDOV27n
y7Xq25ENRRXalx2I1P3F46uCeNr8chlQU2z+fakVDUC3Iizrmvw1LvXyiv36xr+8FsXHX7+bcGdK
El6Pi0rT6HMZTtQHKj0kdpk3O4uhTrdSuveL0y4keNZ0282Lf5N1GWnCP78zf/elWbD4ZdvQMvFL
EGouVgNzzwdZRd3s18ia251Q+bWZ+vnrP1/qBZPk851d37GphlLbZ5t98Z2ptXbgXapPAyXIYXMx
XMpTy8O4ttgO0K37JvnBOlWyzw7/fOmXOwMG9gFHTvyztQFd9oKgBc8V/dpLJtq+z0HBfTeZPlrH
ad1vD//mhdjpONz4LjBQ7CCXUvAva1bimmxlVkzCMZfxruU9SsYMQXcSRZaX1kJia0aVILUqoz92
YzUd//n6v91jxwnQY2LcwVAul4Lz8+ubPPToNA8y9SuTX3sqZLBmgIFgrGSZ0NP+Pit/PEuypFf2
vt/usONwWIac0bYdcxhf1tkvX3yq/MbptapSUzXDiYsMbPZxcbXSAt/nsW6oBFvmSPUZ5bXMXpPv
/X55rFgd4bgcaRyiL0UqvSixGsy0SgHNtoMrvQ0Cpvfp2tOlSd0qdBLKNEzODccxPrWEF+0rL9Lv
dx4/hAuMGfgRb9NLZwa8SoEPxr5LF91R4YyL78xn85I+VM3RGUy770UjDrNjD6+s7b+/cGzbDAil
WfHSZqXLJ+mEbdelYeHUByFakZZW1TBCxWtuZTHRRlvNO6aFvOZb/zJSorQQcUEvukRkNuf780du
r5nj5Cv5clTEmLIua3ew41ondu0ysa9h/Xct/fZ/d4H7l84MNG6A1w9dmucXnUOrGM2wtmlDReBm
ViI46NA1Z6oE9Ai167ybYx0/NCLIX1nhv99n4s+Y6FBELrjtS2tdb56jBRS/Tr36orUrrfaTtMv3
3ep7p3jyvfPm6DeVtF+bf/DyGGTsjhM7PNfAs6PwZ3fr1zdrdnurajkS0qAfKMvNMa5iW+BdQ+O8
daSwzv98g19I79k9LoetC2nIgeCHv00KvvCboidF2lNI3r4YbNn2kasoSUT5bJ/iJRtuMouK9K4z
hbqRGJS+iSzL+zpO8UBlFULCMK/mDNOpHy1/MKfcFfMrz+K3pcc7zhgnjhHgZ5uU4fkqKFdIoSIL
4CY6pRLLhJT6xNyeQlz8T9aiTMJeNL6yt7KTP9cVXHZWF2770naz6eSBfT+/bkRNfpQVwyayaGnq
xA7MsH2mAuJVf/jlWPe3kWib5aZecsu+liOUXVpkxRYeTaC86thts1sc6bkt1QM07jYEu412hL+3
p8zNP08ZxqW3tCt95wFz9Fok/qC7JfH6NvCu6Ocofcr8vgk+G3dtmxNcxlbuV70OFJiL1pZ2WkdV
tl3FyqsrzMMde05Wt9PjwSqqqr71Zi/+ovutDj9ko1byTeebodtnrbcCEMmcMnthjeNXe2Fiy5Wl
pHlPf8e1k86i2rJrWOo5GXa/vQMgY4qRWjzWQe2WpZ8uXuW7u0y32X3vKcZl1C3B4aERzmo/TkyZ
+VFSsDk1QbN+XOVCFSteB/ydJyPkExmLjeK7HuN9C48SJ0MmrOZ+g2GZzpbqhb3vYKcM23tn3fRs
AvJgjbX+InzjdQcVDPOxFoQV514WjDppNqNpKURq/TjVvv2W9gZaKby1ss8rwwXNlRwsWoFmGaLb
JV4suZ/JhbBXjDNKbaXIOmjFRdG8UL5n4WEWVzTTbMP/my6wnMfBXXNGFueu/tIM9eCkfmSN7ylc
azcZinr1Emsc5HIudLF8WeLG3E5tFM4HWgGZuTNm6WmgTZ2aDnlew+it0H24GISxda7GPLjBRwQT
KP6+PnHjIrptNtX+ATExUm0dYhGc19Aap4TvnXeM7VUbBjxxjvdZNmzNTeTYat1PTDzC7kQy98mu
S2EdBzol8uBsFv2yxs1rPwmwUff39MTC26gS/EY4AFXtGZvsFKmIzYBPy+xGTdIrBlEdZtp/5VXu
F/S3lLXqA4e+l6UXeag8enW9YCuwqrZMGTE1Xy++nFRqYak+nkNdNyaZnB7wsiKsnc7CacP84K5d
9kMIa74NtW2PSSFKZg7EQKUiwTvMPHrdgDg37+i97evZVf2uZFhHvc9C036oSt/NU38YnWaPGZDf
HHztlY9eI3MewzBmDPzV2XgAJBvbd+5UWBVAmyuLt/bs6ZQS9VJf2+uW18faLcb4bmy32Jw9csjb
ec48ed0Tbj0socccUwUTG6X2amfxQzc2w023LT0TKlXUcoVhXuP9WJjJSZx6lbBcKveG47A689Fu
pqI9ToGf3fvVoOsTEQRS56pDXZ3Yve4JhOvOxjKJY48i11KMHDCwyU+OFtl7zjNaN5vCf33niUzc
T0vWDEQyIT3auqo8LwmZxGbvCrm2X0OpOaOIUC1/F81izQ+NXfTmXjlZYb91qdT1KUWO6q3vytA6
eq2Nbti2mxph3NCO3A57wn4Q4k3ck/iIHo8epvu8maNoeWg71ymvRG3DbA+OGlJ3LZtvS5mXczIu
k8n2Qdxm5yYH5ksWQrYiEbkT8dul6+LxTBMHKXTQT1aSZR7N14bu55pSgwZ3JeMwFg3oUH4vRtfe
UrnF7huGyrRizyAzdTIrFZvduMX23TgUSYar7r1SQ4+6D3Bzz25C8qRqPxphvJtAJFNdOMMHaeWh
ou+tG2wzy25EONVHo7qbOjxHU2dQnbqi/t2N57adec1VixLmsDam1TRtq3k+BIwJxbyWRsTtJNjQ
nkrmVOKrxWbTHosRWv+dT6Xe7P3KhrRb1yD+Udsmm3Z5SIqc5mGfeYhoKbovhTY1SHW3PYylhWVZ
2DjLge6C1eyWOZrcQz/AWe4wAWSApwb9Y8ZmpDr77BZFcdesiBpx3RHSu5tsf3of2UNkn6Q9zW+F
kOoxi9fwY93UZFim0drekRVlp9Kp3GkXmow6p0IwgH6HwDDfz9BefRpGy1zu1qXZwr2pMUdIMpN3
G+fOPOOEsebNUymzgLntWVPch0PRwB72ap1oSY8R9YA+rh+WNl7ZQNfQeYiaRn7TwnQM4M1X6mbh
gIirXIknz1Rn25UemyjlobnYidH4HY0++6KMD3ML/7sPaYdyHMW5/IGBYD/QlrBzeexHJ3oSy0X0
gLi+9NgYgfp3dLDMltTICKZdV63HRY/NVThdyt52m40P3dIy7l4z2eR60z7W42uRVdihjIvcjmvm
Iqtr2sj6OOht+6OpvaVIncINndO0ZXGiNSg6VC0YAYj7sFg7Ckh1fmBJsS1JF5OHTQyz3rlzZv1w
VDC+rbt67c7oL7oUY2yfI9Xp8INBr+C0l56ne+Vvnm/2OcRutfe8LEY4UmS8GLP2giUhOuMkmpp2
Ncm8OJHaxzOeWYyG97As8GnXTjuZE3Twfqzu11lV+oZugPjKHDw0KGppBIoDU/WHtRuWYr+0td/t
SpFvX6VjrC5pO7tc9jKct3ZfWlF418NLbztBLTxIkTHEij9cOwC3bN6ypFb6SrXtd+kTVqRe1Ea3
6G304wjs/GWSlbrSgWpsWr6tf2lRBs3XwFRdTVjmyzecgtrsS7NGX1u/10y/7p3u0sF1c5mMTEfa
dmtZjwvsalzaN/nYBzot1kG/8Z18e5TR0n+q1pGOhNp0PDys0ZyJYxfHYZ9E0pHfrQlM6ggI7qin
GlH/Xbu11ZwI393oAwSVSzxqVeW3tfXX8xDKKUyzMGOkl2mleFxZ1v6+KmyMI0d9Kb5sZTnsh9CU
37Ks6MF6mSYjdzqGL79qzXKJc9FD8JTCvqSFPgTXazRN1bn2F10dZoDgK3t0lk9zt7qnjoaPsyv8
hWCh4oHXyK6aBtMuJ5ZP+GabAzDk2qWzypwf2WjPa9JaYzfvKa6Je0CMQJ22yDgUoSobdYu2FOOy
uyaCVSFiiq/axhqRpwy2pJ1d8bR07AysIWcbnDchrLo+VPSW+FqDJ2TqEkxMiV85jTw6oaWi/eJ7
XndtOQAcbLLG/dIGZdUn9bKwe1Xh0PinHo1bkwpeaGzMNrOqgzvJbr3qZSXezy3C2iz+SjTpe288
BssAdCnKVN5oefyNtkqCpftgnCV/3/g5WBU9RVlSOYx0sTOjvzyBAbSpb/L4sdmKftiLPgOOUMTf
32cCUQpCoXIfG8vIxxUZS0uAX9Uftq6du+82heCj8MfNOwi9LPWbJguxwDBilnmyVQyxJrqVPaz1
poqbadRBd2eCgTHpWWyYqRk1HbuY1XnzeYvnApqoXusTPgsh4ElJzWhXGW8Z6cGZsLkasH1USRh1
VBasudcoyhbGMx6gRq36djA2SFxsaXqDc6jNdOrmfuno/1WoJldZzB6sue/X56qLtzqR9Vw5CQW4
+VMlgyzaLaoZ4mtC3jE/FYPYwH+CIGZkmxuPX8Ra05z0M0RNO8QS1TU4ro0HrhxqIps4kyfUp160
33S3JmpelHfCVbvlWJ91OSGUcvRXeqTOt26UhrhIZmGyMXDX289Ts6GpUX4tE6pKzqNd5Pm6CzfL
YkYpVsyA8nbu0Kv2ZbUkSzTVhyjo51urFy4A44B+bx+Jfha7wN/4eMpVgr8Q5p3dpyTKTVx8V0y6
rFk8UU7tirdFP7Inur3TnFzNwXiC7YOhIPXkms3qxt9HhEEry3NdvlnKnzSxbs/OF/nzSMOvW4tl
x2gT0HlH5X1+GmVb4wplLBtYr4pmbKVq18bWJSrwlmjy4otBIDQCYugcBmASzZu8ysSQLl2Ue7vW
eNWHggpLsx/LgTc0j6cI/EXO7nnovJGw0yfUJZx0/B5XkhDUYhyYFbfz474XB0vHc5O4RanQuIkF
OYezNkNxjjcnOtpaFDj/+2Uw3q3xFheJ3415d/J9bRGFzDNRdpCTw9LW6NZ0XS1MVvqxLT/AOaFL
UYODDYq/hC1Kqq5iMqwo8mmnERo2VwtIhZ+6hHrzriN63Rmv7O9VPUWPzJ7WV9G4DNahnDMSvdBe
5kPrB5adTrzaA50QwDKCM2v091awNOmFfT41lnbhEKxpel9SE4l2iFShdorOCs2xdfyAB8ptZWFG
a6t20bJ1GPxL13yHlrPaK58ZQfZ1kffa+x4zT/HkG9FONF7z5isWL70P8LLU3wpWKW+KP02cFU2E
Mquc0VFjKcVJt0cFgdef9qPK35XeuB0jMY5uii5GMnlaSQdncES8h8adKmvfzWN7ttaw2k4mqq1v
3FNEi0HUFIBvHbnvrqmMuFrbZX1HFjtxgG8FwRGIKvAUHGxxZ23CnAe3FtjK9XK7BmdckUb2noUt
n4m2OYUXbN+VphvJXecAZVYw8TwQkul52Ee1v921Q4kmiPQLpKggTuDHV1Hwkcx07xB4vLfCKhgS
Q6vI3rWOm72dfDuLEpyGqy6FSvO2fSM3Ql+1ZPXNRPHAS3x6a09lbecsE+mz/VHfnXbkMbm7c6uK
7GzhtR1OovJGfDTnkZBOdQ0ThozdELE4sXHhY5YwPuiRI2cgpZv2tNsvThhBrh6CmvkGuzjP7acq
hpoyvWwxLVq12Y5+pn1+2Vv6SueBEOc4Z4Ns49qGpQqWfDmMHejUJJfO2tnL6Aap4y1gOwHAXZnQ
iZvRF3kzJJSvSvxwagBB3iu/wkdVNM7XEJZrPvTKjR5QlTQ3uT+u9Vu7VnFGu7+ACYzaVSw714lH
d+9hrRNfeZRF5B39qPDRn7Z1BtCU3htfT5HPxuYiTycoqDGQsyhcXFt1tbYQvBMCrLyy1Jy24CuG
+tXYofmLpvXcQYjJw6Xo06e5DhuWfOPG8trtVTQd2fQ3kzQAwv6xLkLosEqKMOWOZtlDHBRMrcq7
NsiTidG2+hB0WwerEVo6/wHHJdGyMc7K1vuJb3XhQD2SLUw2exYa8Ic490UEvDb0RbGegm2EfBgL
H7uoynWC7Shbwmvqbl38GA7ttD32JkPX1MbT+j62y9k9BE42n7O2URd7CAK6BABu+by5nXVaHMWO
FMqCM8nOu+mHX+rtRjJXiG3ED/IZ7W2onEQr4Al0r6129jlhx3LTuk49IQSOJkxSHU3ju43Zhvda
tpl17mK3mCD7TP82sxc9JS2nh75rLE7wXeBNXn7LXBIlDjEHmbXrCjcCXJskLdG+tER/qIiNzT5s
8XPfb9aATi7TZU1oxijIg5nwa8XzYqn/8CsretMJd3MPnrw8EpthkZz4pg/3ISmW2oE7Rcy6khQp
dywD/SmiHBancelwEPJqGmfviXF2r9Zs6z/HG2T01eIrK3xaNgh3Um/XuVomhsQkTDlb3kaoq9XD
onykr8Ek8mgPZDdCs8YtFWcRLu63th58QKGuKoaEYkGNhsyppJfwMwPDmoK8cJKl5TDfQe4L98Bp
VZP9jllBRjF28skmAoNsb8yAG+2oO16XMh5pwm1zrI42xJpGTRiPwMC9NQ/Jhpp1AAfKVJSWFTkk
qcXgytNclrFMHULPc+nxo/uimHH47+wIKnHJ5hxFXhAw0BT0beSocms3sad8I9uLrPzL4jJDTRHU
8qK2XtgQNaOpZfYs5yWJ9ACk6aybfO/UObl65jAveqhkGSadraKb7cLWJ0XYZX/k7Lxf6zGMnwZL
L35S9xm8Ye4bOi5b3A0PXDJYrzZmq733WjUg6g1V9l2tQ7udOrFa7gnmcOBE0UGG1VzXR3dEiNt6
Cg2qyns9bJI5GgSb3b7w64uvHiUQ9p4tHiL25VHfFloCztdTO3yNnDzK0aRVww+LyXJf7bFv7/xN
T1QtljgmmgdJrAmpqbpctxRuVOqpILgpJD3m0xi6W37u+85+P3DkfPBNjdfKiobtSUe5/R1SenFv
ux4hampUPl7ARX7wvFWzPLZdLzH8qvri5AfSpW1NrYxp0Zv/jZbhseO4cRMjPaYJFkWfHyftkcO2
A4E9cgxnuw/nwj+vaGy/e71yBCeDxRQoUo7+HTE0sl+drVG8CyMCiD11hpL1TjqmUscOiEYoDcGO
kyP336W2MjTro1M2CRUyOw20R8VGRxsP2t9C67MmNSRhFjH/jVY49ut8q3p759tm8vZiJojqKJjo
PQc5kNysteWfVlvZaTflXYE7Y7VQTvSG9RDkNbUGao9Gp0B/EalruRms1/MI12WvtExieZzGB+MY
++uEoQnkcWjRFgsgUSBC/TK+zoZlxmPAR6KwA9ObWbGCRPI6RC8Gajo1dCJGCTtry2g0+8G7vLOr
NZgrDqa6PLAW6O21XbXsMhjCu8rbMEua2nFoqY1pNzu6sdWAORdissjKQrIoQ7n4M1td2VzWg7wt
SyF/RJZUDkGvLrqUOnTBI+ujaT529JtsZAi8Dsnkbyuth361Wvr3NS8Mg6nFlNJRb9OSx5i0k1X3
J6f3yKc8ON8q7c0onF05oBclxe7h++sqGpK1N+0n+Gx/O4SZmd81UW0AYXlQWH3J2GmSSC3L2UF4
S82hD+v6BCBZw2tOmn2obMruvbTpfZ2FYdN/oGAziLQGrifsoYzpH8w2BRriblRUqkVbtgdkJgzY
oxJC5s5O4QzEpy1jLwt3lGOCIUFP4tJ0Es8IywDasejGO5v5fDsnqASpYe70BxFtW0xO0hm9Xzel
qdzGW8t8FkvWzBhhqvWt6iZFKUoF23tqOTTPYrutyOUz6hp2VMwfNbhrMrpAlJOYTJAERWgU2rrI
6XfSs7CkWCu98rSpGme72KyGiqTsvO8FGxZFpchfjxn0aLuLgrg/zuXQP3F3nC7xrEpdd7SqxC4y
23gdtYRAO+02wZENgUzGzNsyJV1dxe0+btGY7Mj4OpVWHZYTO6sLh4x+ixu1JyILm9Bi6yfnsDgd
lfeG8JmMJi7iBRx3gyhAvuxECR1Qw1CxMl/vrDzLxGGtnEAf2OhNe2O3bOrHGI8KcVoMYpEdJilx
uV8CGN8DCv/+E/Xckgxow9xkL5HtnNaI5ZLM0CXmaPVu9QjorOpTEMjopMB/nF1E+veppJqLF79l
67ehNwTtdVHZ8g33flz2BQjJXRa00KVoLPBj6UplE7/IAtWGrTP/Jl8z6e7CAP42cYHgy5Qql2IQ
BVLSfhdfvHp2vVtn/qGyW08luZTlOyGRJ+10Fc9fVN4i9M2bLGIMwuyZ90seW9ue4cUbpyzdoD2y
juEjVhGk2yt1hwud7UTNPo6CRu+LdVaA3mFQTaeR9fF5WAeHdMjopnkzMr+NBE1s7jfXdKqlo9XE
38Kydx/9DUPd3aXWO+0yd8GIpEBScZDIg35EemBQ/NpM/Ydw8OJj2MeUEkVmWfQ3onotOCDDLAeh
9TwbA1CiVkim+SNsg/m6zDN1Ehy+2r2l57461j2QLWX2jN05owTi7bCrJP+fRFWFadu0ChTcosN1
bK06vyrDqAwSIbc+PtV6Dd4JMqOCfRTvjntFpsykDdDwtxS4t3eB0IVKO18hhV+Z0+K+IfojY7nA
qdk1bhUmewe7Xeh91Sh7/qO3SoEAViyRjp5ot4hgXzFOiNSs5329ttalUG/dOqq9W6ygGPAcF0Un
3jE2ooxu/DLMx89BKbySmkBBdZkupb53grJGDwYdjF3CPzeUf+tf06GFiQgdnGt8bLLc5z1Tv8Zp
iKRx2XtZPp+X0Qvv0HWJlE3OO7gbi/Ln9f4/efufzmVw4H8vkk3a4X//r/zLf3xv/+Nhqp7ht5cf
/C8BuP0v4QISgOTGf8m8/xKAQ9+GPKkYi68YVcdlJNV/aWXR0YLWwCB4kQfYdGEG9J9mZh7wLfQY
Qq7A442Frfp34NsXkzaQX/PRwHhDHxQ2dIGJni+WoHRCSd1J3heWXu9VsFSJCWr6Y9Ns3WbT1p7Q
geAQHo/eLpczgbMFRXWqrXW8CdFr7TO/8il/00V802G5sqctz9TmTMD+W649vkb9vDDn+/mBASVY
13ZghxFmJM8/8NCpkMLEIO9zd7PeepIe5uKW06EiPE/Cqf7YU2F99BshCBZk2B6JD61Xxmk8pyEu
nwEUxuWO8S+P7yUNwWGmRuok1b1FHHWXbZH7pTZOf/bzUrQ7baOg55BVH35ZXPd/woq/Wqj9nJj3
/xjGy2V5QK4gsET6f7kHz7+6yhfdS1e394ricXg3zlHzKahD93Z12cn8aCNF6Dr5mJd1rmieU+/Y
CUpU8Y79v8wP9dLEb11cYKrdjLs/NazBeWXe73Nm5+dHBD6O3chG9xlgtff8I9aZp/F+aar7UazN
zUzWuFNCa5qnrln7k00sf57HJbj1jFqqPzei/xbP/d3N4EKLRBGaU941VOgvACltD4UXCd3cI4C5
LexOPfplWdxO4NJvLKL/qzDk6NptPSpF5TvDWaOa2AtqBlflqpz9K8/r8jyePS/4Id+GXaEfCXb/
cuTvVkQCIWqb3/uwFMOOaSXzt82fHITBi64PypLBl43y9VMrejcpW4GBiBt0K+WCtpFvysat1X4y
6/jEKOLXntTvLxJ2iaB7nu2GcQzY9WI1BRa+O8tED57Eqz2HS7vdxrOrPzmOyY9NPAhkI8I9kUmN
11VRWFet86or4POjiuXCUU8LhC4FjA+/frH71G7NrhNk+k7Osvu0glCjMrx8nHyauk9+o4NX3twX
fqg/r3j5vmx3lOvB6V4ARWNEkaWygvmOzYyXpFRiuKqajhTOgSRpLWhJ9F1bktvYtkzUmveLs0Lz
IHj7t1cHJpe8xKCrKHHYUJ6/Klm/xNLq4uVO2UrejLEWh27qccjPJNHOENj5G4QzWTqXdXkzNlSY
LggvDWOgCMSWZrdthflI0/YVP8HfXmGPcwUMjW3Nvjyey5//ApbW8yo7djj7DnwmPzqLGa6YJqFS
t2zDT05LK9tHXreT7ZafXrklF2b1+QtzAeCg17lqjILhxZLECUDGrT/6d7HuoqeONGjXjg122MjB
52+G7sWtr0107zXeiMyYQvVmBdhQETJGCSE2CXozz6dFrS0TrinEv7LBPIdefy4eFg7QKWw8Ko6X
/H9PX0HNvevf2d48Pl26P5QLpukzguHhho7CeBdtpQIrYcGTn1Xh11du0GX7fHGDLvfGQ6nDxyBu
eP5s7LAqw9XJOXNaYX3QKykpqC/NdVcuB3xS82PUO/kbYCukn32xyvdGUtFGGC7mJ9EO9itb3O87
HAjUL5/nBRyKWrc2JYTzXV2HH6XKrxxR/PHKd/6bRYExDYuSw569/eWiiB2Up7GM3btoWHM7ibdx
OmDC2J6bIctv6IfLGywLLKibtvsEahGc5GaQ65qmPCtl4XJ2KSd+bxHkpo6YxCuL9u8+HkvVZjNl
m8ed9vkj0bRlhAkL746XZHwa5qEnp6hwXqyHJfJewTBfDAD6uQIDokhwCP69GPc8v5oVjAvJmPHv
6I+yV+adNu8n4alrOODlWx0wZCPUcV5iXiXLE2eHAZTT5oY9/inO4dtwgQ76g4QP3yua1SXV3KE6
r7bUx62GYbQxZX1tmMULwvXnpyb8pV8nHNxhfjtqNpxa5sDVzh1WkzMi5clixlMo+4sXAh8JCmsh
Gx08Sgb02R4xdfkuOoKXaXK8P8Y5nK/clrYZJSec8bVVPRpHj0+vrLNLcPDi3SIAjpkQBdMN7fpi
LW+XzmFW8iF1b5simaFxb9E2g7g5qAYkNYrzKkT2WJnKud2caWY0Vr6HpKJTavIf9O3MazK1v71x
fuBzMAYR5oA///yXvZhrUvPtHfcOyj641toZnwBUAEjzNnpAXZpfr1m7nCuXGSER1PJnMxpONctQ
9LAL7wFk0bsp2nF8CuZ4/uYr9T+6bT+zGI/CDJ/0xfoPFmjhvqkcwtHZue27rboPiuyDmLvletJ6
Seqiq06RrttrW9jvuqFjJ8dV8ex023hH3e8VI97fYnOPliV4PPf7cr6+jEChbOKsFLNzJ7o5uEa6
3n2CDCL8qhRzttfIHR48yc18ZfU8B5X/XOKk29CJaNGQobw4usTkTNVgNe6dbIT86k64LwYTQ1w4
RnRqudv8ttia4HoQXfSWIbDMOvsZpP8PPgXCxhA1FS8JRrnPtwdRYl1gLYVzV8YuInOEYjqZLOT4
xf+h7UyW5Eay7vwqMu3RhnlYSIsYMzIiIwfmwOQGRiZJwDE5HLPj0bTVi+lDsNvUTPIn1QuZ1aKK
RTIRAcD9+r3nfMe3QH728oup5vizUzEyyJZfr1Bo7P/ji+Bcik4cCDJQYstbir5/e2ix/PaBM9nz
rR346VEiD7qx5tB9y4VrnYN4lKd6Ks7zWCCHQ2/xGZVY+JdruBQpP7/MXAPicUxPXMgvuYfBSM8w
qFzzdqKkcLaTb9avsE2sc1It62ZcCvZvPOT+rqKPenYBG3yYKiW/4W5PZzCAXv0aJ3mHsWRsuqfc
6dsD8ir7PlC1d6SF5h1Rb8tDg+LnqawWsmIBLmXl6aQQuyAE3kbpAhRxBVVYHi7HLSbarGl/+bKx
u/yybrl8TO44PkGI5O8Po0U1qDzpx3+uEYXUFElBDeRx9oJ7jen3iLzC2yDK+Zz1QfFQLadAGNre
EcEBJW/iuXth2vrUVPaHRPjudjIMRf+vnLaF582bpHXHb007OmfZeR8bZ/COKZCqQ9+WwZ0w2vaZ
jXFY+7kM0FksJx2c6s6tYrSmNwiD6Cj7Qg37OXWJBbEXQQBLxgasFZm3aPWZeS2HoilnErUyoD8d
EdHm58EetgpNzHHoMnXdt/CIYD9629wcq4+qBFdRh2m1hWUgDzJq8nvPnRIefItni/nAVygQ1gP7
HjIFbtXBD4R1HdVaPeqo7r/PnbK39SyZLgx2cgPDoN9HhT3v2smQz8FgGF/qErYBvEbOBQ7/TS1q
N3w4Bs/DJhCVs8/SQN3ERTjtqcZ4VKi3wvthrOQhpD1wr6I2PdKM2yGSi6/dJHgxhXGvm9TdJ2Yi
czopvXiTfhaeZmS5W1rm1hntIuN2JbPrxZq89zgYTmWW7vKgC661nU7bBk7l3o6H6Yi5oThU1CX3
WT8wMsNy960K0vws0DnvyyqeNkQzjEflqPYwCdd4CavxWwWS+Txqm6BJg/nmoYlDG7Bo+bnM++ia
asvY9V0+rAi9TG9DBjenMp4ZjEJFRVgivTsLTAg+kPkkGCy3MJktsn6XnaVUzvBQZh07EE2l58Aq
1LEIW+StYGb5xctvotNanVAweB8alM0xIP4tkiGE1e4okmMzRcWPvcqvYVEZbcea2c3W2ah4g9NM
eQcEAfIO74S5d7ycV04xhrtHidlDGlvKQpHa8lD2rndUPQO/8nLTHMUXGdNo+5LhnbjhnBXsq3bS
K9wQKJC5czT+RyBSY3tkXiw/OfFwUwxWcOSedmvPq+I1G5yP3t0rV3GGoLUw42Tvubp7RJfOTEIx
0BReG143DIzXjNQkkBzVMlF2y/x42Y0YJQkEjgoOTcVc7LFw3frG0nl/mN3QuK4LWWyD0XXPwgYd
r91p+DJKJe+qiJlX4hloWCdkg0NlzTvwcjU4uqTbMy8JglUXDQZOqTa6UVX0MAzhfKrgplw1o5tv
hDGZu5gneWVCSpZret/WazSEkFZNDaqkL5FQbLq+RynlmulT4CA3WmkBI8VC2ru268Z9aZWYvgej
cTBqwNFmHoXHlAb9zlUMQtKxfLbawGYpjT+XSZE/dLCsPo99+jFuE2sbVm65T6oCyIwqmGc31cgw
nSZUymv2xDa0oxvChYmq34zIDde8jJ9nFuezgmuwatvhk9OAblkBsB3emrDND6z98pAha2tWRjqg
q+sG5/Poje0TZW/35DYmL8ZY8uJOquAhRGwyH0oEVJ/zhtXPyHK95nPScwHStLdUSuB7rKqd1k1y
wuDt7hkHzE9EZCHG1IneTSV5BW1vtnfZmOqddrvk1ii75DCgajwPXlWi66RjCQ7YQAATQpMGJcbY
EoVOme2SJlQvYWbG57j2U45jAcsL2CECRjr9ENuRuh5BlLzWqWIhRC7NklLzXG/n0aeP5sCtPbRN
pl5T5fCZL2egy7dXaN+/m3tCdrK5fIuVkM2q9NJsX4LkX5lhmt8QXVe8ua7tfXS8dvxaJpO8mQwR
3vqwgT/YvdLX7Wh7u2ZqnYMZtOPBQlm4CmKy6nFr1DvZB/4q0Ua+AmAEXKXDKIPws3sKQiC8VTFT
MmOZqV8vS5me7O6pht4nVq4o0BqULZ3HrAo4AUzeNVuO/eyXrOqRIx9tYd7ME7vsDF4U0J/ReStb
FBaD5PzkMKO/Rroj94wK81Mb5jzNieanaSw8z67R06Gp5nbkc0p70/Zdc/Kn6GPZufW3uosXJm9t
M5atBvMVA8wDaGa9B9KLBDwdjmHiJFd+Xrg7tBfhTeeEzgFkq3cV5sO4tmGVmIzb1lLU3Qdtj9km
akJvy/g6vCnT8s5n7Ixzu/Puw6XajPqAO3fpXbXIEOo1FWGwt1lux3L4gL0OnNscge0R8zfBLPdm
0IX80UzIluIoE4a7N9IsWAtu1R4lLEd3JwEznQZA9iNSAFaIiAkKHjAl9HnU7kEHMUHE8sPeZqQf
4QeeYBtmuzFJxqM5olsrR2k+lrRb92Gn9FtF3bdxpyIJNhkpp4C3wq59MrKlg9xHixcptr66SIxe
XMBdRKpnpj46sWWvI/g9h6rN9DUhKz0QrgBNt27slY4Jq2uEwQR8mFYN8KKzNfUOmoBcHYh/HHEh
mwb60PGb9KfpxoqckImd420d5VnnInDFB3D9/rXUPQubPcS70LbjhwK249EOOnlbVJrDuxsrj7eK
t75k+X/yhVvcTghV6DFra/hkEQ72eGmCXMo95Utxr5y8/DbHDKuZbDaQxWFktYZP2DDmIGARnPGI
PHEQQWSAtlyNDCagjQwrHKVwR/jtc6HJXZlrsMyVZzdnydK851gjD4FZYXc2FUmWii/y0CtKzY3t
tPKAnQ3DXx/DrmZ+c4NHiR1SZfMBqY461A5IKXqLNuPTts94y0HxsZvJ2V5j/BlvMTXxLtsUbYmS
zkNPDM59FZn04Ty5lYzriWUt+Kb6MKT5lXEEZJIowuiDdkb/2Ne1sacMsp5Mwz9U+ejNPHZeSONQ
BAxxhiy8r9AbUhUv6++Y+P4ns5gMPn6ehvew7HhnosK0X2vKCg4R8LjTlZIj71zHOQ4e2TDzK9j6
OFEudSTmv/o1apZD1oQygDcATOMDvhtWg9ikUg50+zFpE57AKFzk6/7sXjM9SK/RbflvkT115ybK
YQbivJrx4xntUbQSA40xt+qLy3w8XRXxhWY2j48dk7LHpA6N21ACbUfCOQ3r0Jqrg4w1q69tBH29
GRyb67EGX7t3bj74RDOoCbBDFo/dWoAefBgrcZvHDmDCYeDHrYQXDB9oHbdfzd4YPna2J05SRGW4
8RXVRGhOc3C4dHkAJ9lfK/jvH02qXrkyldPeO32tvsnGHnERQYk6ZG7NeRydME6KAVr92k9scag6
eycA1J8aLueVlQeZ2OB7tKqcUN4o5FUrQFvmJzFW6NuqMsXWN9tPbVi7D3NR3+nMewoKP3rSiD4P
rKPDKupBSAjLNKi6Kt4yCQchTrEOUGhsCZ0xNjzr8ACoVxIDLJzVrDGKGpsSWMzKCeoHLzbzAx1Z
vSUcwFsVhu+9YsUcT1YeurvUGcadE8T+cZbptZt5FUWEEB/DgLhu0AQ4wGK62DrAfG/bKtyggu7W
eafV3k0HjXBFD8E2c53mbQpreK5u4s8aMJrRfKlbdOnrtOjic+WNiJC7yXG/8uzF0WHi+rIb5vwA
vHyppyvm68nHyq+9M2DJ+nsV1fg7DS3SF1VGbvbCTH7ZAUK0hitrcpqPAElb45SP85Bsp8wu1SmY
SuNTKoZgU+P0Q9c96X2BoAIdB9TPJEDjGjrXGhDvtR2O03n0CSWws0LdZLH5TYmW41AGlewe6CCb
9yJj+syKCI8yF6DVYOyzmG393rNPOiytaDXWUfC5Hajl14XfYuzJq8p9LpLOwf0R9dPt0LZRfxcP
CZ7bFT0Ele9BJJnPxDHhd/bDqXtidkwF5OGp3I+BrLbouYP7QefxGmGqyxyg4ASwwAfQ8kSDdf5R
PxS+asNV0vrxbS2c/hacG6fvZfGEGo8cduj5N59zrK0nqmgSgHm/bbQ09cYu0VuuLr8tMzGUbSTa
+INJjC/PS2oxT7zUHvXSb85KTimX39rG1FuF7nnfh9EPNxHOqZ3b2Euj0enucqQZm8YsrTObJnMF
uBBPZSnUKyxDQCTCHFeXoxzbMD8xXk7NSVlTFIQyejFlF5ubEbc5QiCnqF/7XF8UGcKH7D8SInGp
JYtqORBUYF+Pji+9o+/3+abAEoL9thTyuVsOvLhA6MuWqTe+xSJkrXM1jKgVulPkvP0U8tH7pffX
5eT9rKba72peqjrqttQoebAJwgn8ZtHeGm7QPTkeGh0/SngN09j+cRmybvkLjaS+rJIu3xpqm2o7
1wsPI8F3B8txtnZmXouzmhUqK3oV9EUtI106aHzyNBlJx8XosGujebrSZfq9H0IHdfukD2wHd6B8
jfVgNdWhTKP4itUheErGhkJB9GxSfMQV5W5yZcC/vDaGKDsVsEaJ6SmSD60s7Rve2QDTVjRM68zt
rAfZ9d3TIrMl3B0v1raZ0mTb5XOymO7K+9KNZ/yJs2Ne16mxG3tP3ZRdW5xVZfAvSfH50gmxRo/D
eIuz1jbzeBMhE1uFBNJ8jYxwvtGhwpEXJWb6pRIALlctgp8QrRpfDmo3HjGSP+7oBTvHyXCKXaGx
i/64sUQnPFmTReswyP2rkh2d00mB/xMf2QNI5avLrcVhgAHWzU2kf5XL2X5su/JLQOH9Yajw74mx
fEGjxmY8JEm5HuF3bF3iTR5LM7cOnP9sFJUmzY98SrYSdcMZniZOYCqEDwZRxiPLZczzkcTC3k05
pwaUqoLjNk9wltPUS3La2YEWeGUuG8WPHdWJEScqZmoHtXQs0imYcGP7+noa5VNqiC+YQr3bDPIh
TlngyhsinWC2DnZ/gnEc4CdwnPteN81b5MbhQ0s2MA7k5QtzVWR8awM6rOtixOS4SmgP349uXp8T
HXdbuLOIAedMOG+esBeYREswVARPFMqnmr5YQZ/T1zIpE3UfFzsVZmINMnq+ctPCPIRGQAJ9OOW3
cwMgdGUa4tOlQZOg6k9X8WJa3s4q0M9sztzPwPdLrKyF80Qb68UtNIaMXHn5J6MFUdt2DiZ5ZJDe
sUjC6msxxaALlsddJVF8L6ktEspd3u68IDWKbohz303FY770r01fxsnGtpQP88CgIeAndEvUQsxe
OYImHIwCzISGExk3P5YjaBP4UeaaFlfddmRHdWLGAz53T1BK7WhvZjZkyFiaOxS7S7RK1dwLV1PA
eyjArVVXQBZbzxy7y43TwXlumkR6/AlFsWPmtPk6zKU86bFdfprillh5BjG3l9XNZU56RaTSB0HM
yHloKfl2ly7h5YhEpwM4gggK6y52au+pWcrJy/GO/YhmYQeEd4U/or4PwcbVK3bJ+CTxid6PzBif
5stC3Jh86CpOj1knQTmgVyU1hjkfZqAJIhma3jN+8G4zTTm/NBNtJdXwxWv8eOsIZd6ZZpPuZGHk
r57QzUFM7rYBDnamOWY8VH3L4WXp9NXOPL5h98epx7NW3oxe3bwWbuOvrZpwiKLpp4dLZzuKve7o
E/h1Axp7NyrPPXR+hUNh2Xf6pbV1aUgidwAj4KbTtY+xgYOYJjm7jpOtQdQOKwIe8Ie8zapzwcT8
fiAlaW/icz/3zIH3IchmIDeB9xn0XXE0l42PWAok9REuiNnMxu+MbkzaIoO1MpvJ3WHZo2wcYhaj
YqSCnkqzvDNVIa/KTqfMIJzoDdU7PRskIgPeiy8ar/3B0/JsOTPy576DOhLhaysMK8R1ZgT35Jjx
0HnAhu/JxYFN6GLQOntiRrEwtTwiWOOAtLlAgVZdV4itxyKlN3TIkPqjJOy/EumVuNe9zvg0PQzb
t96bvWN+6VVc9vkgGdijgnlpBATK5Fnzg4L7sAyAZCTiNRrEYMn1TO5rlvA93aOA5oWpHy7PEiIg
awcpmaaBHKprp4+afUUP9tBXdXgVKq8+qLjMyOIat3UVmycLI+UjyvPPGjD2iYKGogybzcns5iuM
9/aXtna7J6So9WtYB1De4aLtoqZMb6wlrcciOOwxt6PpMXbN/BxFFAZ+hQbUyzr3uhwGGxNceA44
VJ8IT7K/8jyJV3LsvOPlif9LT/w3HXGUNyCDQpYZVG3vpuSqy0KpZce4MeiKR5rnX8NZyOt2xN82
WB62UmmGewC35YNIh5dhGBiD2kYI1oAgrm8/hDgKBca+IPb97s9Xt8zD3k0m0HyYyPrcRaH5fkTT
E11GHZ/PtybP6zpnbp4Lgyxr101tDGQyz459X6XVxqxVHJ3+/MN/1dsg9gvp8wBUADj0XiAlmmgc
YF+HtxAOAECUNXMCczmimaBgnnKXxfLPP/BXSRaCK2BKkH0ccKH2e0oX5e2Q1WVi3GqDvaKghweC
V5jRV8vW5q2upftgyGnYsyNEN6mwJg4XXNxqVF1zjfcwev7zBV1u/s/fPxfElG4ZpyKxtN8N6myB
q77qZuN2dulJBXEavTUz/VSzicdd17bfi2GI9okT6kMwTzNu3uRed2H9PXIxv6LPMvu19mu1qQwz
gz3WxEcTWkGGOCd8cnnBrvqxF3+ZZ/3mawzRfLoUon6IPuY96TIuvMrH0ufeDgl5T6s5murXy05K
d9HcWiJXN9hEnseqyDj9dbVz59Qy/ZabhbwpAvgJf/4Wf6NDCLkaM7AAr/Ewue9eMXOI7KILbee2
q/p8iwW6uzJUSt8ox96gxvgTqtPujuiDWK9wRQxg9ivjFECCWPeSmS+YDYhxuezTBa1g3TVm11yN
SZAfL/tFiEXg/i+X/KtWhUtGbQWZkBgaqFI/jyWhn+LXo+y/DfKgOAVmi+0tdfO9QJm4o6HsHbuR
6jpMtPc6TU27y5PxFVAYp+LloENPKdzlWqd/eSUvoqGfH0iuix3DChC0cnWL5uffxqVoTWufs7B7
O6Zt9owlJN5nrujxPuXFRhSJfV8ClcgaMgNl7EfXGL8Xl3zWGTdWP/vX4VIIOWjBNrCv27ceCeZm
iAlv+sv3t+gf3l8nJ0+fa4S0GLzXIiyyuRGyi32bXyY8lx6Y0Hn9KijzV1zZQCOSWZzTFJ+xs+Wb
0Z7ptC7zvD9fya+LGBA8b3l3eQSxGr579qi52HRMBp6Xga6ZDvPXyFOcrEjhOcfLxOjPP+9X1Rc/
L4Q/h/wIxe8vBDxboTQeCvvWIcDVpJH4xjimwnmWuXfNGHpHGKnNYWyw03dLq+7PP/1X1S8OHcbo
PB0wkkkRe/dxhdLDDAzLucU01J3Hzqejrf0QME5BE7sbrpkw5CcCXAWRpl29zj2l7iF+Qg2vMGZP
sn4MxzK5R430t2/mN3cCrLTHTVh0e775bi1tZCo9c2z9W6KMuqeLglJMGUIVd6xfMdq1T3/+Ln5z
J1hzyPC+7F/IO35+VSA6GG7JnPg2Yu+88kApsZ8L+aEsJGOc0jGYK/XutgAkd+25XvC3YfuvEiHa
phZqtGUVcbgvP/98oyFfxa9D7zY3vP5AQi0WW0Blb/AzWgx03sbSiziQEe/zMIfVja3DxzZSPZk6
ow/bfxj+Irf+3cPBBdFkBS0C+8F/dwccTAe1U/v+LT07/wngPK6iyAHWViMoopHhB9/BypMI0PCC
xNq46hX5iXiUoUZMtl9vrS4VX0Yg8G9kGdKK/o9vGN8SXzVySRaN95tt7TqlkWBTuXUxRXI5WB4P
bV9yWl6GtLmVT2+XYvmyXk0Tqb+bP1/Ab1TObPbofDF78grRU//5lnWTdCNB5MltOGT6oU20S6sf
963W+VF6XXfEXDjvLGeKrwSUwH3u07b9y3Pzm5oDVbq14GltotF+0UihZZb+zKJ+F3n9NWLRinnc
1O0HTHl3hTHPH8PFh6ka2j4MI91pZ4v73M/7I9bdJNsU5ABvW8h3gEerzdRX4muG3ujWN2inqHge
VyIPaBH++av7VUi1mFIWbQmvCxqad48WgDBOknWX3bXLGkfHKrjvMSgc3dpfTiXL2K/3/rpNX/7a
d9sMQxGyEiksYH/672R4acbpd27t9G7ifLn3vb5+Im6FU7HB0autLA6JqBzD+yTHcwsridSTdTvQ
7qbgkHc6Ta2SXIkiaFd5Ujxr1/0Q86Kuai9tl5hQGvkXUUElW/p/I90SRjL12mXh3el8elRTTwPf
kYANcGL0VyCJjqOJVm3TWxAhVmNSlc/VZc6gF+m+adJQwKs2H+lKdCtmtv1DOkfy9UdH5Mf8uc60
tZlzYV81Ep9iRFTr259v1m9WxmgBPWO59KkT36/E5eDnjTtxs1wx+ievMvOrFPnAx9S1rXVZ5MM5
lam1m3UNGKttq7+IYH/346kJEHQhueJFXzaKf6thkqig+TSO4g5btXFtKosc26XPg2+huapHCWYu
waO9Q5f/VueOffeff/oQHoXrL6LsX441A0brCmRXfmdgSyJNjtPhXW05yYERjnVlxbP+Upkh4ExH
w0fUifuXj+/++vmjRTWKY8tBCuwsWQn//vlhj0WDHJPijrWfp/LS0VRgq1mMPfonXHn9eul0Tdq0
zk2QVt+tJsTvWamCHoBcNDw1gti9jEMgq6QjpwiN+tY6Dz65Pytta5oJbpzS5HFbqQ6GmOhQK1Ps
k54wH6y/NPTXDvoXICxe1HyIjUm/zLRxoC31RWhtQvgpegNogosyyophs0z50dgKWHSqmeC89WVE
0DfwJdZVX6EZXaYJBtLxt3xp68OcLD+m5qCeOiB51z69m+MPFaO/SC2k3aKxE4tu989399cTM2fW
xVMUktiyHJp//nITMGcIZQp5l0yxjZ+S1tYqFSWJXyRH0MkszCjU8EPc8JriwPlL9fdrjUMrlvRv
0iKWO/zeTel3JNIUmIco9Xx6nkXqM5EpQvMcQKpbB52DB+7Pn9f+pcygYYSKFSsuBirWwndPU5rb
QPLCPrv3ICoQqpK4DvhA6exCyfjnUmZhL6uJnbE6TnfQcQrldXdN1RvboC7/qcGw4RTu8jbC1D8V
fGMBOsxLfcrCOR3HGBVxIubniwmMg5j5+OdPEb7vwqBbDgLccZTqLOW/LOSBHQe11+v+NmlFfYoa
Wx09VzUoqNwPmubqiiZVfpLl0M0r8tnztz5XT41FFw0xVlKvkHh7B2b82aa9NEhkPKUbJkt3I+T8
G5lVH7O84QkerHz+RI9Q7qdFnsfJXT0Czhu/QSjXd5fHl5k5Q3lfzA8Ti/jXqIjVrjR9hT5u8qZP
5WzbL3kfDIecQfmxEmK6MsOGKwyVc2XD4rmy8jzeqXHwYaKO1a4cgug2tka59iQpFx1ciC0j5tri
wYzKvRyREYWoGD8zLHKRHuuic9focMT+Uh9XmTnehUGW4+Gpnw18JCeOc8128Pr+QwnVd8nHs90Z
egN6kRWKTeMzwEX2P7RkW7+kWRh2ndXv88ZM/U3ADKK2u3yJAqqeLjO+pKvt/CaZBvlkVzVsqLjE
Y4Ta8i1MbetVlDFcfBCauyhmpamUZ4u/PMXv3xuOtKDgmOI7kANA1b+rlb1orDQwUPMWQCGryNSz
03rLsuOSOBAN2fRjB/z/4EJ+lCX/vE/o/SnH97+Mt14u502S7ESGbNf+z8tfQnbIEhP9038svddO
3/ffGv3wrSVs9F8BOcvv/H/9n//t2+VveYTV+T/++5tkyV3+NmK7qn/3Gi+xDv+1R/nhW/2//9eX
QrxdbMprfIPy/R/+p08ZyzH3ivMcO5nFEd/+V0qQZf3D4lVeVDmOjefV5Vb/y6f8j4BGGusrN9iy
ybOgSPynT9nw/kEdshhlsSuFZDT8Rz7lIFiel/9bF3IExvFMngXCH4slkSLj512AfFTLz5p65/sa
Z3sidXIT2dpxThMj1Oo0NAby/nBucyZW0cx8YbKnhvqnF+2aXVuqNVJWtDrQqzThMDFaRyLWvcIE
gCt9uekzrUEgk9T5QZdsoeQEZwqwSKvFs130Y7QuknLSW2mPKQOhPI2/V15OuIC2evexZV4NMi4N
ejRkZHaumcfPzlUPOdrZBy5o0S3lWYDSNJiTcTNFyfSsBATsQz+QTfkSBg0SPEuzCmzIMU38jRKW
e2VbErD34E2+WNdEmObwIJv4k8soi6F02sOUorva1KwjjSwIDZQMoicPaRrhhp64iQyNXMO3ewAv
s6VnYzX0Rv6lpJL7ZPoDoPHJAYe5wmEVPc8iEx9V01d6l0xRd87DikjuMCqs70zgYgvzRCMX0Kf0
D+M0dgn5XrK4Swl3kFuntmUIdQWNyxbPitTbZLQ6+F9SAMXxYBI9MhWlGrQRFLgb31EGIBMGzB9G
IXwT2JcX72bGx5LIUT7MxrLQoWydSfTh3qz7Zo/iuvvUgkxH5wsw7M6P/eZc9T4rl2oBSK6mHnfF
qmjHHOKmWbsGOqQi+9xETfMg/QTCIiRCkH5NMQ56g1vaOVUOoJa9iUDEXfeWqGzK1rAHAF9FjbWj
qlHl3lY+SA4V+ln2MDVD5z/MpRrFlRhMMLq6N4KaMy3u4jUrd55uE44NM0bEAgJQGYH6RoiDYnfd
1m2OkqUxLjw6e6r3Hrub3noJ3ei94QmzO+WQXrqTQLODPdhHAo38tjFDBsJOpa7b3DY+qiIwsi+h
zmziIbkOtemNiPYzzQFlbam8h/QqyRyVbUp44CEGRWeW26JTVrcu8Xv2J52BCwWl7qA4UVMBDVXV
zdRcGSgF9S4YstxaDfUgrHA1dyoxHqE0+94OPWNeoLo0WrTp+Wi8iFJ10y4VlDGrxs8ScRK1YwUP
oge78QQINks3HCD1SFWYlUxYi6ETjwsPLsPbHLeMv4OhPArR2cM5mYpovG26qBsPapzacFfPFd3h
oc+dGC1WlLvfuW5D7tlWKWdbHiCSKBCBik0gbVnfe+NAHF1ialvsUlJnBfjL0es3dZp04mBlIUcf
Olbcm9LXqjh7TUljgvAU1Ngp2D7nGrwR5Gsj9kxrD9re+w4rpRs3LpRaCOteaWLnybPW2TaCjtNO
DYDctrkHuOVqcjoz20cUgxKHYjk1N0k8mNW6iPu6PNtTwsoVJyAEv1K4gCgtiTzr7iJLeOa6nwga
2HnKzFBcAJsiwJC2fbUmJtkEkW10+HRqmOLQZB2ZiyvO6qq8gZPdZlej2bTybIPMDUDPySI9tO1Y
1FdFVwkPPKZRxteQcPCDVXONvj1rPVCqQU+M5yYXVok2zOHIvJGtO1GnyEK4H9ysx2dXC3fyNkjk
w2dQ0VwOd58/VAUo3OMJ08kmDYmPzqkfvyuovt85PVv1pmq1fMGhwU8vW4dfWKTZejUxZXJ4xRCY
rEP4RTHrG6fqzeDbLDdAvYBHVagZtioOi2JH56G7tb3OQlYz1wHItNn8WiN/VFclLeeG9TujbpFj
IL5ZtgrOueZ7JWm0ly+pTz5mx3Qtvmpdt/muJ8P7ntkWDO0cX4WHGbalV1qmhXwJrRalhSdb+TW+
pBkWXs1LWlXoX1c9oQQZJDFPeIA+9Ws0mhVUaOmbeg3gcQlNnZKMHr2HsmdlOsgxD3ZvotwpwLyK
QxPC/t0hap6eRxOH0QmqW/5Yd0ja9iNBAsZhaMC8rdkwjBpYi+t8ZFKcO8ZVYpM/EawaYRnZuqx6
eep1ToOHOPV+XruMZ801eZLDU4k05JtA72Fu/KjXD0OwsO3jiX4e/mhq+jT1KKJje/F8SiOOrlyr
jW8G23W+Nn0xFmiufMIJGqvDqAAub0J65fZIGknY6E5EO3oVsgZdVru0DeWZ0RYAWqbZzqNMCriJ
g2MDf6w4t9nQ9crmVNZ4E9e9U+r7xmYSuccE1cODUnHOWqQngLlo85zqyHCTUWAxmfaj4sfDZS8r
L93NvbaPMYUrh1I/akE8JkgtUJ6U8yP4+PY+LCb/JWMOka5gpwbXaHFAX8XwJD7mhCOwmDVT8slm
Led+T02BsXRU5KAyNpkBMzpMhMlizk/Eq4cZIdtZ89o5YXIDztWqiHyP8zPzleql7srxpSoM+yOM
QhClcKnKux5RHZQRGdFkmlQfB1vc+oPa2qIpn6xOIXdyrNxhj4GG2W5y8O+HJsukIv8SyKzhrl30
CcXKDhSE/KG2dYIJiVT2Te7DQF8r2wm+kpGLKGVChnWPsaB9rJFc1qhafbTLPpPGklDmkZYqFWhz
ZbYpgLukUmxvQI5zTqimFZtry+4DaETSJRd7Es1DZ8fyS96HaCxTfwrZmB2HSIxoAIKJFojJBs9V
wIyps4T14o5V81ZUy610G/qWvusb+T7pZLuMqMX0wEDA/GInWjwVIhJQD0NBKkA9iXrYhpCjnD1e
YHmWhcM326q03XAeKdsVCu7mU8j898tM8/DRRlFztNLJeZboIvJFly6/0mcqsWUVAu4nCSaOYgOd
BLHlEbE8q6Lx3BfFOqw2YZUsN5lB7xXW9sZY96EN8dteNo51RqjwmwiCFnbuhGZibVY1VFPmo757
xbFV6W2HnhCKmdlNqLsKZt9OUTJGM9xsuFP0YV18G3XyzQNLoK8LPaSvVTJiMzJotg5rdDI5haDW
odh4HQz9VY/V4o20ASlWaWO4d8wTiU8IElkhqDZUnu9mRLsZouT/Q915LEeOpFv6iVAGLTazABCC
QU0mVW5gSZEQDncoh3ycu5+nuC82X1T1zK1K675lPasZ6111FclAAI5fnPMdtyIxgfw5FshiQ5W0
8TI6Ibf/PZMAYktqmYR6WF2buUfixqu7ptX2vMc6Q7q8eX6d/p6uvSSgBee30quRfVc2WkbYn6Dy
+m2twkM/d26bGEFTLXshSWYnoSvvgr1HKCOkZa+tr41cET9tuc384EYKsddKn3sn66gYdpEiKod0
XB98rHXuwzkryvwVVpDzk7ZzkSliuwWmtFHx5+A7lU8UfvOtoiyYYCXr9Rq7XQ+2eXVwPdmZgxtk
PXtX0K1uqt4PLSkSUC/XHF5pP6sfZT128sIdnblLpxrAM5KjMPjeZov7XDW4xlOyhhV8f67omC4s
ygkDUU2dnv1GM6DPszqot5b1q9LjfCOrEetS7ZfrQ+PVw4dTRwqwOGqD16AZeH1gqgTPuaL8RJPg
SerU0reXDs0n8SFpMPjyDk5k+RG60mMTXC1zjOUxdJkamOc6Oye/c7eQhEHSd9m59mVDrXmfSykI
MobIWSEkZfeb1E7n3+dDEbzZK+ICXu9+8WkWbhClXTVtT4THNE/bgOYzzXqP9T7pAmSQmhCkP4lc
H+sdRRQvIWaMAjMTUgkggevoTHEZivV7RQYRImwcViQGWSUCL+xq8iEfea3FuWlObkx7Im4WPKRk
s5tFB7fVL2CNEiBBQY8s3P1oyUgm5sBrEL5Dn8xIbbDaj1n3Gbn1nfAxgmi72XY9LzhIjcYILHLo
wrBI1qWVKsn6lRONvZnxAsEj8x8Gbyje+0hO32Gs5ndQqcV27xFLAx5jw0mHahxeYzqa0Ui57ml1
v0bEpKYwq1vCbsw+MhM83tlVTz/sxPbom6fBCydxyNTSG1zarR+Zatr5/dkN7jGZb+oqsQDJfZQt
EcSFDTAujqIFzncNzfQKiSjnyoBHemUV5szXmoFjvfcJv4aHuZYfpbJoSlAAzs8+i8SXxaq6d3vC
DhtXvJ2fm5EhVmKOWqChJfYpidR5Fe90k3hBA0dDZFTcOlCJi+geAhVgJtbJb1L4y5AAdYBHautw
egucFSnp0hCCnW6YU7t46ihcum5byDloneKdLGy2yUY5ek6Sr5EH69Jz9Q+01uW7UTjVO6px/ZqL
fiPdB2GaSMbAq66sHhpGzD9WDzIU7XfaG5B8KpzHW693h9eoqoi1TzGbVuPrOJW55jVA+xZnIL9w
0WFUfBJL5D+ZqjHezWhy2oQMe+91AwQMmj7HPEhsSchgKgfv/NA3Yi4xf5XeNZp5+XMjaOtlmfLt
PSCbIdvR0Q9fY+F1JLo0kzyRUwLav6unitjtiqxw9OluAGsBxfBr3UXNd7x+XpAEVH4IaqxiDPeh
hX4MHE7NDFMuvG53m1D+k7adfr6JqsBvE+SvUXgapS6hYs6UojNRUvkOt631WVor4tgN/nV1X2wl
Mjm7mbzzAYY6vSD/wAMn7vMP1AzYd+5tPOJLoVZJwaCbF9cbqdYJtyfLYTAdUlbEZPUHdyjELUWx
bSNMJOmaUWxpOrtMkGf06M50U8icdYcq18coFzs2oV6pzbENGbbceHDPxsmBt1tgjZe8VInIwPqB
G3BsoDtAVQEIKaEEZNfRpgbi0oV2wwfEKMP5X1oK822xNawrYIkQ0ackZ54K2b0nC2jnbFtuvzDo
L+8wyay2x8UTWv4hW/m3xm237Zd61P3Xl77+0f46T/t/cFJme4yn/vWo7OaH/M//+f7XHO3f/5M/
BmS29xtD7MAB1US6KeQ9Fqb/APlZv0GcAOJksmZ2Wb4xkfvHgMyw/N+ic4Q2+28KC2Zn7DP/94TM
Dvn/Ihc9l2eHns/U/99B+f113h6e80/5n49UhJg8M/w1kbNFPYL8gEPIn3rrflgYllj4xXxQEPs/
XZa7P4ZufwbR/aGg/NMwDqYDUpizBId4cCg0v8oOaDIsTLIcXGYNc5uXQbefTX51VcvFSDQtD5hv
GtSkc0f/xpxqOlh/mR/JDlI/Wk1OZoM3Me7GQl6E0hPHyeUdjEUHu1Bhf0UGNVrbLi8lTLTTMA7G
XTnaOoXzYN+JOnPfHGzZjw0dSWEZyLwXL9oN3vS1kvsZn51THzz7JJBm+WsWbfQAfov21ud8y2Nd
ZhzarhGWPlp1f7odpL6b7E5/ZQ4YQ3C7wXvIO/1QRi5I7cFA4LtUp3oiYy5DQ81sLyApsB97F1Xb
qD5x+mDLdOhv5dS3TrquZffYo4qv0hZIR7Ejfpt1tI9N4msjQZDx5ZIzo4DklwrH0zR2JdYmo9eP
0ogMYUHqzI3afIwwzmC3OTZ4VzJSXAk0q7uTGYET0ftpaYjmOQVLaMyvq13TqjJY4XyOsLd4t33k
RHeTsMaPeskDnHTE8pVJbSrnx7B01rIjwQodb+hWReI2pNLFzaCNtyhb/ftNZs3niH3ywRrXKExo
6SY3nawBvnQ1r953vXV+RKgKvCFsLzbXnFVIlJ/IXAxeCUoEQM8umqAHNZvLaTRg/ewtlOfHLZuG
p6EhTSqee9SdJDMNHbtiZh/oBIt+Iy2K5f65LTXLF7sZKn3CO7CacU68LnziTgYRhbLp+igQIiHi
vh5Hb5dLzDoxea9EB6oeAVSspeM1e+DgxQk3oLElZPBlcyy2Xj172Mn0ns+gv5FDRIoKQDNg2qU5
+j/DBe1wugH54beBIF8Si2XSuf2ThE5ZW+CTCQP62Y0dwNx50ojAeRmqibkP05yAkk8q42vKhp5p
E9bnz7AVxnaIUK6/sOfBUItOukBhcB5mJVMUAnKDzx6dtrmErS8DlxggZyqhR6MM4c5tmF1/VNKq
b10zI6ynwuDW7YM5kF3cz411/reBj4O8YCE6QTBqdpiOgfXPeET71O7djhS2Plp1fk/k88q5wKGE
bP1L9KELE1oX8xvQfxvCgzSWU2vXYttBi4/gEA+MZwgerK1upwxUyafOgyB/DLSWP2BeiVekTj3x
aA5yFgbhExdHQhzsCAMYsBZD4sHWZfjlkpF5GFCpeVX4wT1RuhctfjEubj0JThECbXMOjGV97wvC
Z3baFlRmlav6ckfTymnC7SPfBOacR7sKMJPMtHC3m+WSGFIODg4+t8IneYga7pkYhN18L8lmDlDl
ggrHy9Gb9C+uo2kkRrSVStnBBYEvWM05wbyBCtlYKekxWBxR2hKy0pDl8qV8q6VpKctxpxQDlqNG
adEBKWF1tnPMya7uzGmZPwNnIASqaCZBiGSjMP4WZPnc5VZXvpoEO+WvThU5n4vljR9WreuHPiuk
kzZIXaokMKZyi4kQYMQuJpm7+46hnMEEKqBIt2W161Z/uMvaefNjFvoEelueLDfyh/L+wYpsWsrW
QnyNuaDNfwoHd/Sukobbnra+Y4Y8ZtXZ0aVrKH4wsJvx1nTJYCR6iZUEqXUZTOfQQflPUgmRhDt7
7goGTNkU2Keo2c5uAaYa2xm+71jHSDOGS62qsl8RFthOMtvRdMgJDjKhsxNEE5e2a+ZXa7eWsLLx
UPu7TdFkx5ttdsY3Crf8Q4tshn9N/wBaf4mmS8EUJ9s1OUBoeim7ZuPaT2FMrZnBZrSJ46WlgiLw
MpBrgCXDD5G5jAgnYtoZDNulWU/PivqXYYjJHuW6jjyZf0ei5+mvsLeU/NlNalvem8yuZAqZg51n
XFvW3MOKXtzwHueGsTEz9VS9rlh2Q/zpa92a8yNpmXl5s6oSOEo8BxmZWkoO5FfGXlaoiRqZzGaA
T93QGM5h7NdqvuU6W8aFDI0GwRKrljaIHX5+dixKA2FXXqxkGMSLW9dTAEo7z5yfFThrjGyOj/Ir
HvRkEJndBN4a7JtzJo6i51Pww6UxWluX5qRyciKxohie5sgkZSnZhCnD52Bdq4HDOa+6h7ZzZyel
CLS3o8J96B6ywTl7uuhZOEo00InY7SBRnVBht/6Rob0b3BkaxysNld3wDuVFO74ithDNwWTO5xxw
5QqL6eLvE4EuMCPmYRWatBiDU+di3uHpOCrRj8GFQYIjEjVGtlb16cxWF72sg6/NHbh8YD9p25DB
8rFN2gaiMrKPuiZza5HXntdaYB2ki+eNZ7IJiqt24As9ZBNY/ydTkIqWRqY7FQe78hrJX09gBSnc
cr6d59Xxd0XI+IjAKXuev/RmyiqdRC69+1mYbAwLztfLeWOfnw6Ew9tcIX9RD4JcVH0qisz/aC03
X1OjiQhdKYkaD1K9DcV4N4IuevcsuAo/MXBnxQ/XBSh67WLcza9A+QT2hSDaE5lwY0a6SMgvADUT
r2rt/AO3ylJNO1gq/eoBoIVifzK39ZPZg4sVuRUxMVPyxkfpRuGRrdJOyXGMKs7UzTuOiIJQksqh
dtMGi2ECagCSFW7JlPF7fgR/9I0ZonqbRdflIK68c8AR9qM8K+obaoblp9eYjHg0x1bM3XlOkzU3
nmTUM8AK1W0v5DlqrrPbpJ3oqC1AL7tpmgEbA849LCY+Z8UEL4VX0l5MU7M9K1ER3DBatpdCl2DU
NjDJXT2NFS8n9upaWQuDKHs5I6CiOcWZcRMyfFRtEByd1sFibg3zfhqCz3YV07HAZ5cEJKISjpy1
ewA++b7Sy+c2GvpAs24zlBcFftpmfOmqRd1FC4MfEiWsY++71asi1w8GpOxJAGrO0ogpVBFfcm1H
jMWReajYXikyjXP8aR4EDBUr7+jS2IJJ9AmBHeRoc0O3mDHifmQNm7lRvSfdxfiIMv+d22S4W1zy
gx0ddKxN3fG6d8Y5WWzDHjit6n5XOON2tzY1AvjVb0+d33kHy9PGR+66V2Gx6BSevEzl5pAR4NtF
0nadOFXkgTxOPuaIhImPYXKK9dUhHDD+KndMqeYa3pMKNUweld6NZgSS2G79LPo6i+eFucU8zOZD
i407BQ0XXHS4FeMKne8j87P1OrPC7lrrqr9QtUfxg/yFFIDc3BdmNHOcUj7pJmtP68Adg8KwJz61
NssrVlaPi6b7tZqCJUVeeHjlW3UmBZxtsipnN6cJ48pH/WbaykxADdnXS+9h0G/W7B5ldBC3DpoW
ZOR3BFA92eyy4qIyDJZU2U939eRxjsqJscWW8pPLMwChGQ9BaQLfyJaNhM3I/e5R4rIM9JcLBRGF
+t2sWc2FGw91qo3Q/zFGiGnBzgUXEKC9a58X56G15udg6eXbOnm8P8TonGoClTmquuaTLL0pcQbd
nOythqNV1I9RZ52j/PjDU33WxWxyVrvKkSTdD+CzAMLY/lNUdrqMXYIRvqxG+dXOqfz+pz3Y5UXj
2llqjx5bxDBnW8Sw6QwZIMQ7hc6iGVdhixY8dpX+2lB4pUoNBiEllKfYldAzeQE9Tu2lhhDehacj
sJjamc2drdfxZ9UV5Aj+3sr9W238vxS7/Fnr8j/+v2v2bfrzf93sf2Oa/J//oT5/affP/9E/9DCm
9xs4PSi7oY3exDz7Xf5o96PgN4emHWk9vDAPZuj/6fZt8zfXt6GHAvO3zrondKL/aPb5YRb7Lmx3
rHAQM/r2/32vfxZCIvk3A48+HykKwMe/imG8gbwjGVbDkfRgfc1yU1L8EWESVw4Wpz/uEb5dlEv/
rN3nh/1Xs//7L8N1xp8fcTR7tsd048/i1lKxbAMKw+oVCyvrcbs7smRgdKkJQUckPpZ/I/g8//W/
/sLQCyhcvQCD3q+ewcoaGwc0GVqR6Kxwj9zSuDFtUHM+7Li7xZ+dv/mFvypMuZzMdBCZUr/gGv1V
PQ3YvFDVUvMJx+ac/C384NJkoH43TDkBsVmR70c0NJ8ky01/c3GZQP31szrcDOdfH3HG8kX+IpOL
CiNTltlxSSunSioYMXsUEn/3W/46G+Ir5LfwwbiaSLTZOZy1/n/SZ0sg7stGW3zslkmfyqDznhkx
2Pu+K/Hc/+k5+ie3y/ln/eXbO/8un+qLQRk9+K8C/gw+InLiuTvOc7Mba9oYPQ2Po8M6pBDZw6yy
vwGW/7MPRxzDWWTIPYpK7a8fzpl7LBQ5yU9BRF5pVhTFkdhN47AG3sd//9EsfKK/frow8L3QBrHq
RgAko/P3+acrCRpe537UTAcRztO1LWrjbawCtYEf19t9J6uaQNAM83bjsupLEJ+k2JERfkWVa3wa
VJjf1Tr1n321NS6YJQgbhClG8KtLKyp7ZAnbyLRcCtZ1BlUIPT1hTI8Mi0ojIfSu2Hau1VmPeTcs
NzYdVQMUpFxf5ylb8c6e1/bx1jjWvehIHGfYZTiPJtGuHglmtTPEaGvtAGeYJRmnl7Xq0gAEI4HR
kauyK1FYQ36smSyf0/OGDYnDvNn3VpHbSMr6gDxEVF+iPoMxbWBlGUz6SYbFaVO2URLmy9+qIP5a
4avdZQ05nmYXLHsnQJ36Yhe2QGu2YhIGfOVsxQTDrK8hvCNL2foCu7aB1CBBudbOL+NM4URWg0On
eDlVZYRJW2ch2rsJQ2nFKzKKytTpVPcWklGpd5tln6N6IT1GpDfzsq/fVFVjGYu9qe0G8uVhFSCJ
kUFwhR6DJFiGTuZ01ThsO/cOSX/lCYOL8a1jwEj108pxi8nQCNy9KprxzuZaQqzd8lzvCFklw86r
WpLsvbbqv3eYqM9eVrRW4OoRqUESLXXtkupLHgVcQMpOKEpmtZVEtLUVWeH0OMNlBt1/Tizonuw4
lrpyU9MEcUSDj+wMYKWkvSrNvDcfmdwxXSpD8mwxwJBpGVeTKcZXe7FKmABDMD7narPbfVA47DDJ
i+6GuDelmhDuSy+8HqUTuQdRdBAkVW9og/5/phSTfpH3+yBHOfVOYii4Q9oVZjYnfrB7N0FohnJt
ShsMkAR5m/QC+us9IK/Me1rRNU2pKkCx7AjEEvKSAM012IVjbdVsS5lFRt+tYrYN1j69M0VXxWxS
DYV50WbJhh58PExdUEQniAIea5ElyvKbQTpgVFpwnWPPPyoWAkxq0IApvcbCTo/oTLuCA9SWqG8i
0PAgyTrZloltTBtX3C+H6F4UBHZe9bCIzGcUyOTPmR0kvlHXK/eusW79A4iJaLhzVm5P+g1PPfVt
SYq17KTT7sEKzc4OJ8b44ghir1JL2eSkuXS2xUuIcfi6XYaOyUudBerowsEpkN/kNFQLj4dMUNrN
7oWL5O66gL3T7mA2Dt2+RDtQp+Hi19037vboiT7ed+JWmJAdSkYXO6PY7Bn8rrfMCwi9fGD3CiiC
WOM6MovPLlToG03BgXgz9AEYjIwVGjoNztwN1UTnqXuUg2gB8q4lXFQvVgYEEmPiBhbLaa3l6Ezw
gficgTDA6Cyk1diTdFFdjdlkp2gh1xui2SuSH20BuaYnfEKSl4kY6YjmXdiAA0kwphWVMoOKJwOc
J3KYxxsHBJcbe5ievlYNcHCSkzEkOF0q/DdE/CZAcPuMYGmZdQee9vEOj1fb7EuEmR/K8bN3syJY
ntV+s57R2TJ34iDATJwO8IE42KoFZ5Gwh/G+NZCyJVZmGV9ek83tYXSK7aUtKtBdPoMWoGvEl6o0
t9byxLoVjSyy3JlB0VZtw14LI7wP5VJAheVQEkntqhH3EhHTsRC5GdADbfPENoIdWrzyeeekHjLn
AntfScPlGIQ8LgZYRZB9mQD3w7vJuQ5UVxCupwqGFCOykrYHCnXIGPDW+3EqlHGjgOayQZii/rZg
0k1NU0bROa92oQ0jZ758cegB/aSxS+vDZ8D3Y9p6onJNpv39nmzg7nGkZHIZ9RY2pcoqpCLB2I/a
63zQxW6xJem4DkviIgmmdXBRrrrtBRIRcwQJPUQiHdbNxy+z+c5FgNxJJc2kR4a9OnB/dGdaKLeD
oi91BpMo4aolxTbeWidwE2Vb7nVvz2pCAFcDmEV+EiAGMJan0qgALVZN/d60NiHRrl7ewPq3MFts
+YrCbnu1BrLbOBOWiojhugzP3xnz6FgOlbdcOI1fu2jhRtBVtmHxbVtEyO+nCmnXsdOz8ZOBbHhL
7Z0PtMhL+cbgJ3yDKNF/QyfIDEM0XdUT4VJmbPkz4TgHu1z1B1SVrID65edtMiCduccvlVVcygZl
kQSd+YU2UGeop/KRK9cM7XOZ5Z4ZM5v0Hrdhbr8TjwA0RyMSJ1Vvt7GEXrH7Oj26ewfrteXt8ZpY
RKRiKmRM2YZPrerEN6YM6lLO5ym3emsHbJ3QYNJMFsjA2V8ji+2MF4QO/ovevCtftuO10Vb0y+4s
his9QBqeUJ2koy0GAhMUuiZUZ0WBkqGddz0rnQeyfbdLgrCvbRISUoaSsNbZkqEV6e3trmTFwUxv
w66ZGRF7nCrYR57hvJBiyAyweGihudyR7hqFO6JFPYScdnWL1FuezMZakHBGNaKOYNPpuEWInQKk
bbCynrgpQNv6jgy/ObUVpObq3ctoHk8u2iY3GQx1WTX+JR8hPzl9eT5xt+DN2FrvunElP1NL5Z6M
QBdoz9Hktuc9Tv/VLaH9YRjC/bLRGWb7YJ1C3mfsAefgZ9VM08mFG3E3qNo8ShioKR6k7stbC3NO
UcOi3/eXHrAXmlT2CYjG8YoqHwecXmHxTYa2XtqsNW8QDBSp13ssl8JtzONy3lj+j9piJsGmZrch
jmrhQZrrN0dPW3EoeBK/kCc14hCKyL8PuC43DZaxB3MpPhj3eRwsbo6bmG3bdWsH+XbXt3105Tas
6uw63CiUOs34qa5X5waJ4oa+p8vLEySpfJeVVqaOJDQ4FjtRuYXsUmywcD1ZM01SjboaL12zQaAz
utgID3qu2Kh6LZP5oEaCU2AFsHfzprb7dip5UGtIZ9aepMQS36kGWsG6cvXhExAU05M0pYWFZNL3
/DQSAdoQEsMSSizvtbXDKF6ZgExXLmLT1xa9c/hGEdS/YD6b1aOQwnqXmsntcRDLDDKlRsrOGjZH
+CymfrrPfaT9idxYXt0GHRnDh80VUXlhuNM4vVk9JpLPgmmZc7G2zvJKRqJsXkkcH0/sJa0hQYpt
lXEgEEXBOdHbwjAyr3wi5gq9bytbP5I8FsS5UTEqQn8qgoNA5KbiGWHca2i1IO2EjSU08RwjWtIM
K1SIBrCUb1nr9EizKE5SOXVsM7vG7n6yl52uq8JxTtQ67YMzFr31YHgRL/fSceufS852nwUJa8Bd
xCFJ6E9TQZEa1ujVZsCTp06r2pcsk81uQNeJzlm441PPEodb0T3rwAYzgtcnIGNReyOqqmM/ixgN
hdxcZAPXLLfoGqryw7Ws8b4b1HSMkOwhriJEYJ91Ul5mAwMwhx4vUVkmePxlNz0Lt1o/hjkMWCLW
UE1MY8xuQZ4JTkA34qu2QqZ/lzLMKAmtscyqH6zQW41muWfpE61WdQ6rNL75/ZoDLWfVifxtFZ26
rTMJKcAgnvqVJ5Zqt5caSRSztrRAP/ijywh6jUf4N3dNZnGumNujVwQNdWxJ6EiHd3SIK6OLHhqo
c8g0g6x9WsOxg6ymJrUXmTtear+PEgtD55C4guSmtbHmQ+kUy4VEpHS/0bXzSPv5SWpCtU1DtaBb
/ezSF9WLQJsQR3a1YqSZAF63o7jCC6tjAFMI3FBmTzFWHRu2MQbZ1ae6CPBAUgSNFNgL6vp4smf/
uZcRu0LWjRHpZ7sWI87PRfVs+Rb6n+NoUfKi2O8Ychf6RRZt8eRs9UGh/brAp/KG2vbSGVx1G0r7
oiLf1FsCyTkOa8qI9FVLc5iy0bnMM8v9WQvzAoUe9WyoDllG0wc4OzbC6uDl1q0CDAUdl1dqoPIX
obD+NBq9tWh1vy8ycx8hXPCKJrgx9LDPFua8sYvKICfceluCkQm5fKZSZ1dvWGQMOAVBP+uQ5GG2
Nyvzbhs5gLwcmWC5zdWPLmINbwXy0hPuN2sMiidk9uy423xACmbVhxykCyVG1V2Udni3mpzXWATA
yxJapwhtUNEzCUMI6nOq62xrb4teXPKeGOKuHJZjxzIiRh0dXCuGaDtbeeD2Z9BiNRcnydmbPgiN
K4W55pHtsHdh9N58MEbx2FF2sU4qTmFf8L2MRMNO82wf3WHuGCZ3z46yCbrnv81qZFRz0Ku9PqdQ
r8J5RBDNz8TqyJ8hre0tCrobywVsPYNy+uDHg2OvkV6shYOlum+/LLO6XIZsvNvOqrrECsRVH0R7
6WgLQXaDJq8eopOI+J0kr2YI94r3c6z4ReCxJWNMXe5VPQP/LEJG52vjpWY73JtqJk3D6PdLEEC+
tPS1rgvnUdcLYkADCtqF29rZbuyF+a1mquGkVe0hspUtW+GdMToX5piPfrqS5aVjQTvCM2667QGz
xIz3ZkPFWbAfeJH9ikxgqFknZpFzI2YU7o4KpnSmLGLU3W7vIDi/TFdajBqGIb9QocWTQ9m/4i1h
SZ/thwmpS0/Exvcx8sT1QludbuU07EdH7Kou8/a1jgS4MmNN3ehZbPMrZ9QIdXoBZ17a7U4HK00c
NDZc5N3thpQA+IgZXge1Ia+gh7PKYsKw64zZ+HJ4OUAZndsblDQ/edRwAa8PJEoTtNDIa0tRxpKm
qf3gguHgI933NxwxAeg4+STGilw+p532AmdBnI+eRQvCVLA1XvRAlDSi32c5mk2FGq9sL4AW0Ua3
zkvF5gi7Qv4zr9WSNmG0p8dgn7SEOHkhmz9apGmchCTAU648J/lYkzmsJkFEOOskR/QPPqLwmBMq
m2ILr9QnUmD/LhgnKrnceJlIPrjE4tR9I4rY3I95fizFwMHY9eQAZbmrYGtrMo1pWAFT5o9iaB4J
HXCejah4wp0cpmqynFPQLZcey9CYYGQW4GqAUla46o2JkfpQorjI0QXf1B2LNsPirmsy8zI38gfM
gN+bDWZUTU5jnOmMVy5Gn+9WJqPXBtWEBR1zqb/zOy56JfJ0IsrgY/C9YD9T9KIdt9r1yB07HES5
LbRIltjzRsZBMJnZ/MSGfrpQ1qjeBV4o59rXsOx23K5ZxHwAnGxaF9pLHB+0rWCAxXadwD7iWpgP
l/RPt5g8Bsi50SxSkr6xr4eh/O5V/Khl7LyjyMlwGadKXlP3hwnkxMdRY6IkgaXR71Zp+jdWpH0u
aqW+1U00+snc9vUhy89D4pWC/7adBxTe7JQlSprB5jMtQbbumMlb+zyah6P2neUjmNeJojrnm1aB
f1I2rsSidZpDWeMETNAcDae1nsw1RaA/v0wd+8uYOs27w2WvCKJHtQbOeH3MGcKhNfHl1SgoJBLo
FPm2nxHkon8nlfqwjnmRFqvCfcDjWUrcc6CNdmbf9GkH23sP09m8183CcM3PK/nEnM17k5Yeb6DS
mGiNm2L9aa3zlg7bOj4yYpm9xPcVwdpYr8c9b7ZO7Xg7hWNCOF03HnNtmxOMlk7/6OgG3qSpV5VM
gEPuHRyoFvfvJkWiiQw6B9pk0ME3cmqugiYf4YIbAn4GSa3mw7RFEKaB4XjbyTuPXZPRz81yZ1ay
fhxU7oJ/QfYS8HJboiYxNr8N8HkOLmDIMQRLbUKzY4BG8UrQjMprltFC4QbYMhsPQstUPy4ICNti
GrHKQiPrVldbpvwa/2iho3QVWkWXmAvr8zMh5cU8DO60B0MyFKzfyv7noiNod0s5D+zWPUSGMRp6
mx52saLE8Bvrtl2U1yH5n2aseEs0vNpDX3zvcpi/NHB4NLElyIXhLM1XThdjQ4RspkbRAc9ItDku
ABLqkEEVoXXwGlDPd8Y5AjlzcRUrxu2pZw7RWyOrMzjdnpcXI/PH+nh26N4PLbcVL1x8KzHqRLQ2
o+0Z/cWkvCpCIVQV/l6Etcd2AVvJtkeCI/zUn0ziT7a+pkoZxqK5c1y5faDOaElXbxE2XJD84pp7
08NHVgfL6rB3FtU1QPDM2rGE976T/TEbSd4HW33BGBepflkgXY9VN5hjzP2Ek9ELqwCvjjk5ZAIU
Qfu+Dl577Q5L3yQ5VxqeaFtwxjgtkjJcta1+F2XGLCoUXvkESMaP2FWOVDeLOanz1fBcjp2NKQ6s
fs4KbBSWi1BLkmtA44HoMtFdN917UpKoAY2WGQ1/xDm5bq6D28ZiTrpTHTkB+KibkRrEYW74xCix
v5+d0TK4I5hYc+uWZCoFQI0PGUN0ltIdA4gYbgiagKn3F25oc9Hn8qPZ9o3GDpZgVVXTflTGUMJA
no0nHzWPovkRFeEIg9xeiXJHpEAX78zknwjvYwuXot6B57fhp2f5Fw8djmJjahEGbo1dnMTY99iI
EZazvZWuDlM99/qbkbnuqbEn6woHWMib23AQLMB5CF+6vg8u1eB6NYPyZr5oCV/5HjH/S7J2eJnX
cmCl3gVZn8zMRc6yoHZ982evPea+Zic0+cT2IKRriAFZ+ebalIKbeRNpT+PN5trauCGnEg3lMp9H
Ugr9grejamNE69VN6cYmkjgszn64vQNXK66Zh2Wf7dDaPjVcs0DOgcRsoYrSdC7rsjLet6d6fSOS
cnp3RtzGqUV62Hn7v3V8qdt5r4CgtcRH3pAmFGsSaGCsmkaY/S/2zm03biVL068yqHtuBA/BAzDd
wGQyk6mDLdmWLHnfELYs83w+83XmUebF5mPW7ionpVKOCpi7BjYaaNjlyCCDESvW+tf38+XTZrbv
h1FVd6WTWk9EiGa7Ea2VfUJnnZRb8qewtpLcGT6bolh4pGgVTbZaE8WibvXFYaLqx6LEdjzd2oET
E50GhjBvzWXP8vwkTlOI51A7NlWYxf5WH4eIXgkH6dC2URf/azkigEa6r8QPXR1r2aVJjvCRZoLu
cwXqK3aNSmo3khxzv/GDEoZhIJwIyX8610SqNCk6e/hhkJ+SzgI2M05t8+Too8BsIl7GTXm+aFER
BtFUguaXZjUlKg5ogXJ159BfXmwb34wQq5lEkR38NYMLNufLBhXI/NxIC11ArdHtvk0iE2w0Phvq
xaw22i+rbA0EK+rQdc9W55vyog7hlVz6dCxBdgdz4LLqJVf5eESPlDZVt+/zcgy34zSzfaUoMW/r
uhKPZIK7H3zZNPPYUyJ/trFPqayz6g5VJK0vwQ3XquhDPNpVsHU4gNi2EjW/w8ioeMToZVYRUtLV
TFlBZD9JZ/vTViYlWQRmlVwlGUY326BLCJTIvSCHDpCgaiyBrLgpUltPXU2hN3zjd1iBbLDyGn+Y
FjgQF15QP29aKu3lNjDU+XNObBG7WorN06aadasixyugZatcSpE2xu3X0A/qe4wpkHXSyyTJH2qh
eQdmgEMx4jN/qONILbb0rEcR7HqFztS2J5W3scAif8O6g3NOx/waoPVYGprXaoG8kSinTbrQ4oad
LEs7geB0tr/BETWelErPMf7RaVuCr0E6Co0y4RSo+Cns3NTpGxAPU2Jme3w2Bi5pRvA9jSdZ7/NZ
qNcmVTPfg9FuXzAhnVGk3j/rQ1p9CZKBBTdQ334mpuvFlpYlWuWKyba/k9t3rk1SMbRi54VjubIH
HrVBQSXyA4FIQFK/DLJ0Y1dOtcekSPWswSb8GVRF1whQi4qaS0E/1jxy4LkUPiR55qX+42nInxBn
q4VJJaHvJtAOhY2ZqUlGX3eVtuPDpQ2rQYE6AXHf6jb0e5QoRZ7ez4NRP/ZGIJ9YXfm0ndS2fsi5
y3xGGsZJM0TFzMdnlxiXiGis3dCiprjLgmQ0L2WlE4plfpDR6m+z4SSyhb3rSJuE0xigakK+Tp/9
bWSPS16lb4Onsg2rx35ol8B81IZ5D46BS3Md0i9JimdsH2hcFeQtVC59twHV4OF7UlbBV9KCPAiz
C6dpNyLNeAoAWMdfGri/MSdrQcp4qDUx7HpaKiguNWoNpzov+8YLYssI91aTwm3HZAO2w2IOizuA
0XOw0o8WAGOqG+Mb18NRcfNk6s0PIcgOGsSdaMRpuKa8We6zxFLKba4CANpoJhlKgu7FaKhOqyG9
QqjZ63SDcju6QXrU/OjVMJV7x8qLR8oJVbGvW3oHdgGVs4rUE2fZBYfEhD1UlWrmJffiXJKNYVgu
C5whVDv0Odu1rI4/q1ADWocMfrmzNAElykprCJ8Q1w4frFDOAUqyIaCXLyTZSrgsNfB5ZscMokHF
OwDaSXo3VKr1mLUWzndD5nPjox5MdYKnWeUH7NHbB0x5cfRMtKGzd7lWgMoA6pxnbiBrjIRJafbS
xRMIQxduosijZsBBKtKzWmVR4C1Q3Pj2kP9sdYSGnzNTmZ19Y/VNtC/MSPmGPs4e92AVCdXIuUJM
InEzKXuTpfWDDn7jQeUgVIgh6TH4TAGA7xxUluXcWQgFiPJHjTghEuF8kwk6eDe27UOXrlgZOGO1
PpZzPbLYzKVnsSOCF7UBF4lKcFzQ4oJYUG0vQUTPPwJNa1HShom8x8YtLvd5mU0QLUHS0N8Fhwkv
y9bJ6a+UA77kVF8Fx1Egw6u6hOt7w+OVKqpBEsNgpC2cYWxV/TOrQnr35hxsvFuMtf6d4FNQHs3a
5VEHStFsxdjHt9UgyRD6gcPFeeyWhlnoSxOdb6nms6FQZ70gBmjoSIRfkroyaXxaDAITNTQRkXYV
p0IZXWZUXtPSXtksxjj5EnCGWJs4G0jMUC2mD7AiUQ73xFF9HCZjB3H1FJmfdWTl9i7z0/q+V2ID
dgOAxqcgJPnCbX/Oz7UXrSUWyCq4BulgpQ19MRc/lVhIVZEmxExua90gv5mimx6Sqh0fahrL0SwA
wjijwVnT+0h5mjqPnwu1Bh1rrenIKFjVlqK0B8NXu++haGmJ2FB2hcqg1Kiirnu7HyOeLVefBUND
libv0kw5M+8XOhZ+hiFAKAJUQtNlrOatLwAoiu3dQZRqf8cqV9wSh/Udebz8jEnyC9WRo6sCf2CN
e59mW0es7G8qlqzWzYnooj1YRm42NLr48Sdyf+nhbb3MCyEXw5AgcMiPcy2zxIrlaVZFpgyqaA89
5ob7KqZ7GcIKpjqRX3o9jiFncLgvnyDjOQI+i0mgi2jtdOWwzbYUUqP2INoczoGvYZwVwZ01K9/4
+vbU1OW3n8icmJtGcIXXMkonbT03KMuWFWlTe0icRHoRGHYPbE2zx3xkGXFwfIwT+/zKmuREGh7j
KA0iwWUN3f7L2z/ltaesGfT96fweot/lqfz2MjEJl0ie8+6QYekgZPEcFsM3P42AAIt/Y93oJs2P
mo64CxjXaiguXJhk2e2BhoX4MPqlhBok1TNI9NdWJ9pJ01BNqQrwgaej1AYRGUrllmQU8im+tO7K
ytX6zFxee2zWUXknLZqK10CxMI4JfLqwPUwjjX9enThKc0v3WTpeBaTnCleRA9Xet9/VeoWi2lQ5
rZbZgUllrZ5OzSwFd1C60z3uNC18IdMMkQuMYbIrJ8X/9vZgRzLm72t0GQ3FqWBLs6SUzrLx/bYy
bNgpQGia0aPql2FUBj0L2xlsC1pbiAtHDARGutDutaaRT2UwEM1lpn7AtzHe5fpYAoARyuczP2r9
4Rx/FGEqmy2YX+ms3q4t0DuSjxm9YLLNbZPW9Re9T0jza/O05SZR7srQ6G+MAiEIFjly3+aVv++m
6Nwn/Mq7QMi+bLXsuFQdV/utnOfYklEze3JsAk+N/OJXFsfDJ9Ga5u3bk16vaOasC5iei/rXUJn6
6YsYJ/y90LjNnk2JY1s0nXYBQlS7fHuU1ybEi3acRa0scIU7HWVoKdEYWEN4kSlIR+JqaBN7Zc4U
eBP3g/CM0PO14ZbB2N4tA/nlajiacNAjqv3kzT5wipmeuy3h5wc7sCrv7Ym98vhM01rogwhZUT4v
n/Jv63gEa6lYs8Dq2AZmUemCPICajfu3R3llPrBW+Sg5q0AM6qvNLUPNj9albz2jTYdfEM3sgxOI
8adZUD98e6jXJoQVAFpqdgHLslfrQR8GqmQG9VVhiHlLhuxRzyDfvXsQ6Iy0pRtsoTCZV6cvKIKc
EAaP2Goun+Mod3Y4FnfvfzWWCt99WXBwHsVqi5GtNqEHtBpvVshy5rjYXObYIZwJJF55XujZLCCU
Eok23+vpAqCJZ/Ctzugxx51jd7aT/FIlOfL+BYCzmkNnu26qDLPamVLO71Kpw8mDYaZ9go4G4KrR
TOU6RjzQn1kCy09e7c0AakyAFgvr3ASPebKm9bwVnR7Vo0c035NHQoQoXGBo2ngZdFP/JalAUpw5
8l55jFxeOHX4iI5M/NMxWd1JjfZk9OLYnD6qYTZ48WTY2ZmpvTaMXNwIOLyJjtbMfbyWMjK/1HJ7
VO/VJ+gZmUmPl8jFO5XfbKsk3YWmStY3Z+VqByoyh+yF4w+eZY79n4OQ7U+V6+FT1FvzGQz0y80B
fr+h09Wh6ng/mKvXRYabTCAZUS/DncfTdVrU+rwtcQEhRfXe75abCPh74gSIDkKuNocKF/ueipjj
OQMO23R4On8CZCqe3x7l5YS0xbpD1RcEEdHy6pOKHFQmMApU+jkhF2ZFPl5plWluEyNrHv6dodgk
2PKAYIjVxtoCrUtKX6qeoZS0skUZReIhoU9NT+SZZ7d8oqdfFbOylv2OYptJ2ud0hZO96EJhxKoH
oo3ibq92o+tYWMnXIUL0XV+0d/mMeMGnWHFm93i56rkE8DWDPlsuBvpqaAT0ZuxrvurVekwr2exP
5K+E9u6dEI0lB6Gz3NtIlq3WIWVPAcI9sLyMTNAhny3/WtPqcy0/r8xl2dCXvpjj/XA1ijGaSCfS
kFGk37takrQLTUd/d1TE8YdWyyAQJEJdG/mgL+V1jcLiiUUYQwncdiErhvH03vYXS+owUdCzETpw
JIrVWkfUCxU2VYQXNk5MT62xkOYALIZJcs4J4eWT4+AgcaGZEtNO0HOnC3DxOoBEP8ml9hu4sPPy
vejE9O4d1kBvS48NG4SlaesvivJ7iV1RLT1jKU0GsB22KH7Pmbe9NhcaeGjE0paVZq22V1VkyO1o
9/c6NR523Ft++iHuiu/dHMi4CBrtDJA6NJitDl0loTIeOLn0UK22N4Ge29f0uuKxlqV9+f7HZlB2
5kLEtscnuno5OXhCKjKW4YlFBro1iVwit9b1/t0L21hsxljTKqkBTvnTRRD1PhSydDA8gDbYr1oS
IRdC0zN73fKvnO51BHZoTMjkWJTrzNU5gdtVRzqkZDYTBi2NoQTkqgE3UNDLD4UYxZnxXlkOkk1V
Aw/OccvN7XRWel3j4mMJw1M4JenSsecDVXz/zDt6OSvc7SRNaqSniHnWlxi2Nc4/uF5eUudFdDEU
Pv1BKHBgWiK3h6ON9LRNztyclp9++ihJt+ETxBpjjyCmOJ1apuGuTAUePtsIGheGwdyRyO86KzsY
MXqTjR3UTeGlvk5Pm01S3bjN5qJvzsx9eWPrn0GABh6DKg7tiKs32qUmPp5dKb3MrJtL9FrqjVQK
fw9aF89ptR9vKqCd+7c/wJevlUQEXSd85FjIkNE6nXuV2NRVk1R6MW2IIPcWRWY+dLu3R3lhanF0
pmFLJDtHhg5G8ekwYMww0YgEWKUaH296yWQ57pEQLy0+ue1/tJsCQqwSGb7hRhFFJA+RQ/I01bai
XphWj4bGzEvQBDKUsCsKUVSTW7bWaFxMcEy+ti3+TSAwDDPYSX1pmnGCIde2tRXTsNHL2ewvVBKw
3bvfGR2BHF78Rz6Vm/DpvJK2qWTcGy0NgU3t0ltwFWRE1KM1iQuu3jYA2yk6E4y+/EYYU0JQ5QSg
YdXQTsecorGCDc5NFZDf/JlYXtnmYnK+q5nd/7TrTj9zb3hlPIJEXht5EjJyL8YrZvy6AH97HXd+
t6M9bN8XvrKbhJSXNhrKL28vlpexKQcBM2RyZOYokJ7ODy/iLElTo/GaOs4uUIyDBUOfjK7SP5eQ
ezk12ow5fwjtLZVW3NXqJ6SnTVRJWZZV3f5K8wByR5sHH33iIzcK4JC9PbWXXxt5Y6IqDjrVNMhn
nE4NkxGKwL4AZ18I85KeF9MzZRCcy828NoxGzokYeHFdNVbTSsnlz1E01J5sx/RhpKlmm9hBfGbb
fDGKqXF9UFVCEY5ulv/pZACSjImGcNsTTRFcEbKQMalV8+LtR/ZiNTAKIS9pBhx4wOutdkU6cpbi
b4NH7JSmB5rkwoNjRyhp0t703h7qtQlRrmAf4PJq0v+wmtAc1GC0tN6D6qrdJ5klLpQqK9z3j2Ia
xL2YwS2x/HoNNMhk6fLsPV+g8bK73vg6VlndntmZXpsM5R2Sm1ALyTKswjcULZ1VKnbnIQMydiDn
6AsZ/fydyXouCTq+7oJM1QIJUFdrACRtBw0+7T0TlvO+9aseEgwqh/c/MotLgsE4GviS9YtBHh6b
htMhmi+CL8j14fjh4/Hj/aOwjDE3ZR9fSnGnr38CYdVO6MdJBocVoq260W6CaEz37x5mOeHlEuHg
jagtL+63dKY/K0R1Y9R7UxWMxWWeZ+Z4HURWVr5/ICgR7AHcSMkwrSupRevPKsrEzpsXwrmCgGcf
j9Z4Jtp9cecmi0/ZjewcElN2gvX3KWgUsjOQLQoRN2RYmIXxLszyMv8wBoV2mwaitz4MTS/MrZbI
Mnj/R7vc9skz0Q6Cq/bqceY93UgDbeReV5d4IUi6E4tmPJdNPaazT4KzpViB/S38x4VusMYM0EM9
jubENIGax5daYERfk1xRIfyHdfgp1EaKm9IOHwvoEbu69p2dTCLnzLNenuXqR5C7xxqM/JlOdL/6
pnEqJz9jRoMn/Rn4ZdMUe4Rz/oU2LqQZ266GW4uml+FM6P/KFrykpIhJyd9wSK4+DObt82WCecvz
PrhOaLJyheyVDy2tS//GUDxnrre8VLQgq1uGzBybpiLRe6GkfoXSZWieJvpYr5uF8n3mA3ntcZKl
hJe6rBzbWD3OHC8JSkxq7wEajw8zB/F1Xk9ACrRWLfdlVPGiG5H+fPf3zzIiFbakiVTOz9Pv30bX
CUCj70lbZuqn2O+GXe404/s35uVS7ahcrAWZqdWDtJJg1GUdDF6bDOiOStFchTRJn3ldy5tfL0g+
B44YIsRl2zydC99CFyV1zfY/VtOBSMGO6dOqtWJjlKjEcUnPo1/vf3yodxY/KEgjfPWnQ476VNFL
NPeewFTinoql5tJpYD7+O6MQZTMAd+s1hKal3ADvgEN6otf4wpkNkHtpGpy5Fi2PZ/34KDb9Y5RV
9iPK6lynMaz3St/XafpH8NMNmuO+dy66AGQkl62LosN6KYxIktBgRp1HtbXYzaWOmlXttDOjvNwk
KKKyFAg2cCchUX76XlJOB62u9N6rnWCPbtfGBAmSQRIk787jUAYEzs9NEp4NwdLyS347QMska3GA
GHk37eIhknbtBaZm8kyo/vJc01V4zrDrhCX4VlebQwqkr4GnCuplnE0DiWdN9pqG2Ipu5ajLH21f
3PpZ79OgkRbDuwMenRCUyMpmlyeuWk3RzjJDxUKWPaKhezpQIDV001CeWX4vVCzQgE6GWW3s8aRR
HJRB72EGaFCIBMMb2mR3OjChbhDEcpclDg4AdYuj2DyHdNAgLJ6hZ3x79xKFVEp4j80cHnT2ar5R
HbB4Ix9LQx8zK/rOjU/AfM37t0d5ud9z+aLtjHsRwSTFj9OFY5ejUwvMTD3yOUPyUSsUCAdTZQ/f
OF3Gq3hSentXS8TLZ87tl985CUfyBNpy2VzW1OnATZ1nra13eD4PQXVjtr7i6npinVmxy0M63U3Q
D1PfY3YLcnx96xtCbB4FHGciobHwIAwXRPxZ7qFvrc+snNeGoqKBRo/MGQWk1cfeprMx9An7PgQr
+hWUNiNBjPa/7lX7vdkOU19cB1Eb8QjR562+Q9+p+46cW++1YfAhShDaK6P6XBBqgh7TzszrlRdF
8h6tAaGOgcpp+fPftpYBySSpG63zxqQo96lf0g8Fprz5+vZCfGVvoV5JJLXcM0gTr747mrniIDW4
m02zBgkgxm8FBa3pGr1iPIRTwLWwtPpLmMvRmZrpKxOUcHVtMsYkVyjTnk6QTLuZO7QUeMA6yl2f
5dM3HYeicxSwV9YHd0LEmzxGSm3rqxR2BOjgILl59PhP0QUmMZax0+i8rtyCvp4/336cy+NaLXxq
fejSFvvK5ds+nRTuFU6f0iLjNQH2MrBg62oL3XMCM35Uyo995FtnduiXY5IEX+pw7FnUg9dauFxr
YmjtJQCjGrkoyZ7a8xX7ZzE2w6Uxgsh9e4ov3xvxMAIIOG4qArKFOvj7wgzT0q6rijxjKEuyVbNV
XBbkrty3R3nlloMRwVIqM4j0KXWvholiZayFxS3HsRMP2tl3MdbxFsjBcxCYO2OIfhhOTzsiV76l
Ff3dV7lldDKpy8pBg7MaXWIuNBCjsD/TA/mrdrTmGgrT9PD2JF97lBSj8S3gTkNpcDklfvvGgTnR
ctHzCcQUbLdmG4+7xkDx/v5RzKWGQTxE0ntdis4hizY1qCLPVvTgCqiEc0gH9czeuDyQ04XPx0wc
BGaPDCZlk9OpDLUTxS2+ax6KgXBbxYX82cTpuPdj/E7ens8r652huLUQP/J61umkqBWptGKMOPO5
xlO1TMbszrJLoR+k1lufs6ouv7894quTc9gnCVmxT5Cr1RA1YiwoCddeUFrxF7irhUZzQTeVLk0Q
TXtm6b8yGtsHdS0grBSJ1xGXSgsvVNym8WpD1rtRTLVrxgVWQY0ev/ucpmpLVEf5lv8IeE7fWgmw
wgY+V3v4VBmo9dT4Hk3oeNHiz3VmVi8jHsRsnNDWYliyXJlOh+qq2s+VkdR9Twml3NYZJsO3aqJ1
0Z6Ooyq+yUdN/ByEn85nxNivbCWkBSmCCuJ+1o2xen1VhX1SYBBsqVZZ3wpRdddD7ErlawSLe0sT
lOnCaiq3VdO79CEH777/MrzNA2boJbBcjuDfvnItVLU6naFegRMNdxN2A14UxmcOnpeLZhkE0xXS
4FSB1orzltp82Jgd6A2cyTYtDTW7Lnboqa7O1UVfblqMRF4E8iv/F5bs6XRUe6BF3cStlm4SzFgb
cu1VSQfKez85MhMkQ7i+IaGR61webZV6lpSEP5OGA1PvLG2KceNsnbiPz2xdr0wIBTC1ENLGNhfs
5c9/ez+1rjRaZXF+IqxK/ozwurrohzTbHSf034DjvxHj/Gu88f+iXzdlu/27g/jFz/9Y/vpfPkbG
H6jm2FMpHDokbZZg6R8+RiYdMBTBDXNR1i25t//yMTJgHrOTkAvRcCxS0WH+A22Mv9gfgi16STKZ
ZLOIit7DNj4e8v880yiM6QwjlqoCm/4iVTxdGAUNOJSPrb0F60l4fMMOXY7gfaIu9UhjiFsa0eQX
DA9i6WL60V6MClCzrVY5089AMaER5qGdfa8mrhObjhLzI814w81EwvJPSKha4WLhPdAmamGF27Tx
8NHAYte+Io1QZ1vCG8rTaD+Vp95QQhoSlRjfSGxd8nhbKaQjNnWML8Q2TTrnC+Q6CtiLjGGkKW6x
+e6Plt8+bmLOA5qphY+ndsZdcfQKNxbb8CARAQ4URzdx9egsLoCuf6UbEL9xGKOMsCBC73Afpmzn
KFLSHJamOJXjJIJreV+LMXZHSQ8su+jibG6Xlei32Ne1X4nQAkxchoRm+qaxomRTUZdx2o0FrIsa
ALx4z0J3VYzuMNl4j24GhRY5OB56nP/6bcnd/v2V/e4TdfqF8yI5TAmxBKhcMlycBKcvcihp+IO7
dBGJ3LpJhDXAyBo5hN4e5XQL5l9HsbvIdhfF7qLNZNH+vo84ad52vabecB0FooP5RJUdAMg34QEj
uig6c5HnIs2/99vyJERgbbIqGRDx2ovDO89mQAtR94NbCNY3lZ6kj7ljZd/hODbFAYu5IsQ1Jdeq
nXW0z9GOVjp0ZNfDDr1ReVWQmM038+K7Ex8teEJeWtU8p/TdqsVjEExO7pWpGtyOSQfzrQ1o1/Bg
2Pn2lT6p7bAxmwZuomb6rD2s2mtcZyvYmxvkxCO8vTGn0xrKHm1qWVB+oCdQaW/1VsXvGL8cfWP3
rT7QiGnBMsTjU8VpqBodEH8DxMFgiFT7zh/00sIax9Cz3WzNer0XNrbLRke/BGCHtsZiuobeeGmR
IqVNrsx0dS/x1vkpstB6pMGdvkYJ+HPe5BM+HYcGfsuhm/GzOFSRVGxPylQ+AxyTlwAOhhC7og7b
zDhRot5pAQyMM17EWlWOZd9Bw5xiKMGhirGVNSkRvdfaiH9eMmc/kmqGUxwA5c82zWjif2Do5Wh5
jsjk7Qhh37mktx0eqj7zCLBESJIfEN+CfG/2QHe2swZrzkVT6qN+IedbbXxO4e8wj6cBkls2qVtT
qaEnNLC6s306Jbn2ecZ6yNnaSCRhzJRF95Fzs4HhSJqCls1+8C8bSbsm3Nouca5wFcRmGppZ9xDq
NMxuptoq4W6Sj7IujVLHBEjy9V/PQ5hmFzFkx7s6lRF+koEDT2VOE/0B4FSDUWPdKRMQY9tsKbE1
VrHodQHlxfSRYpXSVEN7CaKNR8HhPn4pA1+LtjBMyfgCJAXOOiGwG71RNWjZgDTgY9FG0Shj6UyB
danniXVdtClMUXh4o3IBAQQX92BGOu7FsO3KrZWHIsIGrBL5Dl0gtkpVEalfE0Bfz0MwJc8haQ24
L0rXhnyNs1ldlnQfXdSa0klECE1pumx986FF+Xxt4/xAPpH22W0zy49arOX5JWyXWN3bepxcztUI
Ag5iqXzQgSjeD4pdXmZiaHfl2A7Po6V1D7h9WpprGXWMOAgjCxKXg77gh+asy7Ylsq9ml2p9fWvi
lmpvh3TO892QTzFd8p3dh27LneCGPnTjyeQZP6TcQuWVXcKX3mq1iippmqZe8RAHhDTeVh2UIz8K
eBupFoE9ElEBXbbWAH5NAgORfanbAIiMZIq6bRTQieiLbqi3qT1Fyb4dLBu01Vz9StlgMPXBHVh1
q1bW92DVRmhWulbf4bczPktoadpm0M3mAs2vEnhoaWu5nTgPn3mLieX6NN3gcZooIQmjqS8MF6so
/xM+8NxZ4rmk4dnJZhi8sK7GeROYWEa7vVbYP2ytw/53mkb1qptL+xe1IvNmEEH5HMJUqXdAD8Az
iDpNFb6tOsJXekjBnJOrS+7Duas/WCWOMl3GprcBhOs/liAVY8h1ISCrgO4MXqs6aF8coyk/T+XE
X+MjwoVP65xocqeotG4CnHwwZw2G2gIwZin53p7K4Am4UPmghwmJ7xb2aLKtFS11aPvQ22Ere5/1
N9tZdIAh3qt7lGDOZ9/ORQbOKYLUOCx3YQRDhqjcHHjEvc/xCCwrMfxnc5Z44JLsB3mC5TRO7kba
29fQWKFFP+VjnrSYWAGQ2gDIkPydocns6xCUzCfRjHiBhdVY1Qcnzeje2ATBbBQeWAR6oa58bW7t
bdi1uKfPQir9ZdVhwLjBWq1SXBBK+E2xPVjgXTEUuUrSaVY2M+KpT9pUwifS2QbQTuRadINidCix
VVKCD2McBdaOFk/zT7DEmX1QpjR/jsxAl3sTF6n7moZTYEYQ+bRtiGvCoaXPj+ZvEIm5WwSxZnNj
b/TyozOhB3HNJscqa0ORU/XSJCiz7VAV2NSEOrGA62PzFLiDH2Fx1YW2+Do0rfpc+5X9U2YL4Lyd
gvCGBh3lkbZ0MIuGr0S/4mDS540P0rq7hGfuyK3VVKDPKxve7lazO9lRWgi7X/ilqoYb4Gtb7EHm
YNtlTOPIu/KxXd6lRtXAao2AeGz62YffN4wVDihqSl4dPKbpT9xIHHb/aJrzu7AMlKc6doxvzty2
N7MZWg9FXYsn+Jh+hS9hUxL16DOYh1SzgZ6njTqA96O2LN0yENW0AVIBuQgkdfwQ0wAOm80JZEQS
th8KAN4xIGGtyLB6iwxD/xGamQZQRpsGQjgKJ5tKEe0NON8C9gl8vBYHw9gQVzIr5NcA6P6XlvVe
b/1JJp/qBDAzVBnh34ytk2KF1HYAuTHSUFQ3TNLhWxn0Mt12yhzCJhz8OXSNrMwuUR0o2cZ2sIty
OQSTWxoJOw6dySnkNoKJeqvOxJIuGaL0KdPzEgdLwqRfVU+JKukD/6edCKDpZhzYj0iCePlqruD+
E/pZ0IJrKUyALrIhihzLCVtDp821XQqt425hUH1vgy74BikBAg4pLfwzRdJU7V4ClITqG8whrtkK
TgWg6R3sBPs+7x8zLOUe25pde++ECeYG8yZNqjG9gvGJQh6WTFAQHvSCjkt1siAnG432ceQr+5N+
Gv1JWkM7b0LO235jmTNNwFDi8InM0sTqr0vbSmvO9CGsbxvEq489lwAoKYDhDgAfp9Q1BpyjLiyA
28l2rLAS31t+l6Q7JwG4Co4nsfJd6OOQvPVllYI9KqNZvYYlMlue1aZKe+XMTVk+TIHuG2C+I6X/
jCmwg9HuAAMXgrKvfRyUZqwOeE+0rMjc0Maa20Yx+8YIUsJoceUtzVqqP8CiBPjGCS2YZL5FZImJ
OR3pUy4pdlWxBtOz08jhIDooRTA/JDCl08tKwpeANdnYQRJCZxrkAL+q57qwyRbb5x+RDEPjMAWp
Pm6LwvfldVoi3h6I+TQLExNCHD+7VSDIlBO8SSpT2NtLifVkmoK9GrYQVi1F35op7nq300yPzrXd
OYofbAFtz+FPDc9lZQ+nObZuYd5L8yepI+Zj+3kUGbt0Yme8EHYvHFigCAFFt50HTK+3EBOKaF/6
Wl26RUXP1EZiW7AoEKN+srzG6qrovnHmUKZuXNlx93Weqrm4x4Aww/2kSYR/18UZ0olNAiDP3BOK
aPUhcJq4AhmW1TbNeaFOthx6KRzbzzgq44iwjcKR2HszxBanqJLza90xmRMQ0+yQRXM/QVNxqm0T
Ir4DjqHM1k4VgdF8UEL8X66B6vXDhwZkcVts0M0l2C2EIxffC9+oK3HTVYZMthk+vMOnsux97YtG
jdv8kB1NByd96r86ysyepoK2NTcJVnbXtj3MGQSj2NAfhnCcfjVq3eBeSOHM5pK3+BxiVgtMUy07
bNsXI8QKHJONcdTij6guVol5bjfKnUJsDdIrFrO5i3wcNgjwIBddx6bVCDbKaRbbwkGKmdGQoG9L
e9AeMRKg3FI3naEeqtBI5519dHN0ZOhol+rR5bE6Oj5aR/fH7ugEiaYaBPl8dIicj26R1dE5EkYE
LpJTTUjuRkd3SZyxFqdJ6CC/CqTKCwA1x62uyJv6MxgnHCphymVYq/mC0H7C+PJ2RJ6Ar+BVfPS5
LI6el4Ts+F/mRy9MLPUgEAE3ST8Pi1mmtthmzkcHTaxEoscUw4BPwdFhMzi6bZp6g/PmvJhwagJj
u1v/6M0ptdCC7n707Kygye0yc3HyzFnazxhYlFCAlREWXD2DEqJJXnKZEFPKzduW9XjRh1Z3j29X
+1VyClIinnHN2GBBa8JvjprhEzBsfEbpkxIaCTkd/1GF224EgzqXN+rRoVRQNLkTi23pTLgE1owT
QnHHuNTTfXV0OYVyO/+Yj96nQLvgyhVHT9T+6I+qLVap1WKaCj0M/9S4nBO8LfDo41529FjFTtzy
+UQW79Xjlfq/k2Z/I774Lbvgfm+//5Uiw/z7+T/+9uX//O/if3z4Xkd58Xvu7Pi/+ssWTPuD7kIs
tqlD045O1vcf2TPtD0q5FHpQwNA4R2XwH9kzQ/9jcXha1EpgLMn8k7z9yxeMPyJ5LJZaLMwbegeN
9+TOjkntfyYnKCrAASEWJBdNWZ4S2ip31sYy16huATuzJr4pc4wo5JErkGBk3WJqHE8L8alX4/5G
6aWHP+2FEbflXmjJXRpru45LjIxgQMkxrK5rAhk946aoZ1O3U+wm3eFnSVtbr9cXZoqfcmpg49lg
ir0Pk9jeWor/DAXTABuIm1XJN7ehv++XxafHtT472E7+YAVp6fajDbKxU7/0pjgAEi8JpjRw7hl/
RzbEQt1FDoy4CKistmbmYjV0h+r377Xw/w/r/K7I+G/tcX9ikPcvbfSWn/NUkItHmd42/3n8R3Be
Wxbfyf+zy9uonT51z/X0+bnp0vY//+ffPdqWv/n/+od/Lee7qWQ5Py3IoOVfC6Ii/31BL22j/zp5
TIdD033PT9LHy//ir/yx8wfqLuT+DpIobpxLYfOv/LHDMieAoWUQ0AV9vvzJf+WPVesPmn81irtL
PUjIpSfur09A0cw/6DxCP7oUtiW93M57vgFVP5I7/vkV0OMJloJ2AWRoCKf4mevEo93intnicCXr
eezdWq+b5IcSJnjMG6k6iK1hJkHjWj7F4RtlEoWJj7ls7O4W0mQUubJSJtUtVBjybsBDEB848Dp4
+cEQ+KApQUiQfdHS7prgOIF73TapvbHHvmnvrREB0oU+18FD1KljczDnqfU/UBlKv4thrrJt3oe4
Ufxf9s4rt3YsTbMjYoCbnq80x0k68vaFkEJX9GbTbJrh9FR6Yr1ORGZlRaKzgHwooBuox8ibulfS
Ibf5P7NqrEafpklnT5D5011CQ92nC74vLpOhfMtdzPTO7FBVVmblu0VlbBPZSf3l+zO334U7Nqfg
4syAKH9LFsjRrhh1aj5981Vr7OrjAq2NLTlVd32VNyHZlzG29IU7CFBdQAJ9kd0xMUhyxgk+Z/vV
0WjT8xy8ejoTtmCaNOvJoFn4toefUkeVbNP7aUm9qxr+6H5ztuVMTx11yVsxVrTjDpymMmWeuWMN
KvTk4nzrcnj3jVSEDJzHIJl7cUdBr9sG7pzgW7a2Jl4p0cQqOsllz0W/VuEoE0GP+DSqoHNa7xYH
Xv4lGp2Jpls92V2TQepc0ic/7boqoMosPZjO7MUrp6bnXOl8XQ9QJra95Kf3undQsGW4MtoM+Gin
08DKGVKuqgIz82mc59K0Z0ZaPjvmvNPmNspai4mKuaUMFrRKizJ6bXct3XBXY5fXBP9rxD1zGJ7L
UYrbLBE3eVs+5ybdiuPq9X4EaCLlQNsnV1yvuLe2iaq/e9DZdIlV20GY9ZIH2lBlN86sXSpXYaqF
buFW9Fw7FmdD4XS3w6CW0+DyaS3VZbrZdn52nJIeZpdlaI++AxrCH7hLC+KJcdc4LSpatnGuoMRu
IpZ1SipjDApPrTtGYTEnF59/bzg7KWMgXMB5sJTFPnU7cRxMXCSeMm+aftMip/TXa186Z1s2JhBE
bmBFRb4sw8uwh/WR3iTG3D01hVufk3Ysvjdro9V1Hab6WI34FbHn5nFiZfLFAdPysDUShdf3st+H
oZbUWJsFJnI68sdGL87SETyAmsGEdMnvctMbjgPXlzDTNnnCnY1IXdfXW1l3nJOpFmS0CFo5nTm/
waZKQ1kaUAeSmrOeZ1BkVtjsU7AsGt6pbHjCXi4eqJw3cHqk8oIDejZyfPKI8g4XYsq1o8prThMV
VlcbM7QIwNHHTL/bkYhn+kAD3rzCMa7ssO0ceL5Vt9x6tDXFsEAuNmdlhzC59tum17ejZjc7JmAm
qF3Nvx2AsZ0bjTpVJjXDFT3f3Pa72re+29QyQwaF83GQS34lKV/eCXd4E5dGxJY4ZrC6a3NTiHQM
kWlfUsNzqKSiRToNZ78YvR1F1uKU6hpDXV9CYl5T64lbJuWrfsYkDdz88jZulNNu+RrXq+QjzwjY
f3iLQRF9wZeNfdPz7Cxj2G4p79YFqwXB7hY8MaPgMpshxBkppfUcGwKt74tj0jsycpK0ep0dMLpy
FtZVuWhlKIbSPLUiiXW3/zZU+ZWLzr2TKzT5WrMpUOlW2LtD0w4vC2nFde9mVCPuUsv1oZTw0R5A
m6cp4nmpzdPXIEpsXBxw0oWrC55MF2CkoKqyOfu0ZPfIWbY4jGppP0trTcNqZA4vC8u5SZSqdCAK
1OXx40rx4A6+S5Evv8O+jEvlimsM/qw+hkkFaJDWfJD3ND9BlxNplQbwyVsa+KsdRXw3y0WyaPXu
wCX2yIX5FqIYsG0eP6rPGJ0Jbillvr4wtDlJgYmIf+Naz1UMhfjLsrpTQX9oBzqwGHUjZBh20CEG
pUadhKqtHkdzXFDztrCtZKQTNeJP94PQd/Wc8N/toXKWwHPX3638EWsGhBD7XW4iXAA2C0yXrTJu
wN7tmkv3NJo5h7SgLbwr6FGUKFdXqjavEiygLcppsvX7LZPHtYAdMTRnrzcCF09Xp3xaWc1dk2y3
3F5jMr+h72csH8oINYsx0cjMFv2lC3HFnJAhqViFuUejdfJgFguLg3Eo2Yi4Nl6Tv+GMtt6NGioE
OsMTCxxN0jThA0tzsgtH0sghkjUlVCl3ctZ7s55pTJ46Mzbq7F7Sc4t02hBwNq+ZWl44Q7u+6ve9
VtCVX9OjYeuVda4qO/vWYNltp7ycxb3o2WwzDZYFGWLnWVJ05seAC54x9GdIVDOLoGvSj7o56xgq
FtNdP+c09fqVFo80GId96tqxPfo/RiNriHW+Th+nuG4smmcdlhSnBaunMuZAiiHJ0V/mL5jr402S
6UOI+GseS5klt85Ca7x0zR4uYXtaOOiGSzZOMQopQ7DCOrEsZoEzSyPIu2Fmst5FYGcPaefftm6/
htM4ZRFUuhZJEftnm7gyRkTmTR7VN2GfG5EvR9crp6+tMaO+9W+huhqHZPZ7Xqb20dYTBlP1EHJ4
+RwBycJ0V+BiKqcMcanRrNbtuGPu5kI7i0XfbiquCBSIzveKfdG3GzNcGhYTAFavhVJptCj3NK3D
KU2Gez2F6DMbLJKqOniwXAOv1+tXut0pK13VfBhl2dxQB+x+ztCZThX1sHsQFAPyub/kO/MyZZvH
SbxnlGd2Dov4YObpFLu1z1FIIUAwAjFgoNV1bMu8fKNyW3uf3e2GnaTKg4nJQpC0vvUr51tyGt04
jnJqYtbAOQTvmDIntD4SZXhxqk8itqm4n4PJrZr9nHnvYkntUHOTx7nyga8VrH6YD+irXxXqZdvT
OT8j/d05xtRehLJdYbIx5d32mgDJDBF6b0uqVztlYyHYBtZAk+7X3rxW81acqoFO/1l7F3m+87A5
MYcfdtkiK7im5r291ca5LszrekJErA2h7bViY6UwtJ+hm62bdJsfNr18mGy/45QCMkN0V2PlYG9u
owVzzE9BHA3CggaO3qSSP823faH89lAq5UYZx9TAV6vDoW70A5IRK62XkmL1ioMYtYJzMArz3RP1
j50Uxg5GrXdYu+7KcTs/nGv56hS5DY+nRcSCCRBMSd3vnK6E06kshi47D3zlDRyp6rRVi4jcbX4y
DI5QTm19Jh6EBNTr7Vgyt4iIN4eaEg8ZqL6isM1QJjDVr/vMHe4GF4JhOWYi5kSMcp5oDqH5sv1O
DSbNodBRM4SOhyqkMDv9tAd6NJVXIS3kaT2YQaOt19Qtj/ctvzFqli1JJcSivxiYCgLbmyHobMZ2
xMPPf0+z3LSDKP26RUW1ykMy2Fo0Tq3bxTmfqR5UUq36qWISG0KXADi0ZtJBSW1a8x7BpPqgUIN/
0Ni826Qo+5vRZkQr5yU5p86y3cEb2sxD3UhawbvKaW4GJIEPwMPZZSwujjRlTOxGizrKDPVpNRI7
4GTgXWt4SFALUdVvXK00KZTq5I6Dt3ta3OKtoPo3p/N9E/tBWeJqoPD+bViB/dB17wT5aMsdbWRD
7GX53QYahZv68rXMkziUxbI0d+k46hcwQO+pF7F4WrHvRrzPpaY582nre9ogdVW0536d1qtJCMp2
A0GzOGj5gXbzYV8s7Sa+F3sbDprPTPVGjAK5oG69h8TK6/ng53SCYwVY+meGY7wwUFHEp/Jl9lKZ
CQQVDZTgdedm2ozWpUZmktBl+2+YmY4TzKXGh78KA7oC1oDCPOkTOaubFnAubamm6LU9y3iuYQ5E
jUM0RI8Gd0ApH2O+EVkl0Fc9Gfe9YxX6zkBqspnJOdJ/bRYUpwfa6flIsqVftIdloJ/5QObEKgdQ
OkY+8bI7joyXdNDc0zblnfFWXkAVh87xICz3NknjaMqa4WNZOo8C9LrO+6hURZodXbYd405BWmVx
3dYBHKO1cj+jqN4ppnijN6XjhU3pYElK2/6y9KR+kobWq6PjsNI8SlUjHHDRZJt2JUma62adJE0V
Lu32im22V5/N1IKSZWe08vus9uvuZGaa3cIag4l+UHlFY/eq8uVUqrKbruaE47bZ1/xchBlQ0lcJ
AzkdGdLQNBqYRZv/WgltHs1RlF8VIkbEWFjdJ9poH721ce6y2mN0PG35js8Hqqs7eGGiHGrutdb3
QdVq2d0CBuIpT72ocrOQx/LogViNymxzQLwNekTN+TPF0rdmrXZGSQNAYg7uQaJQm8XQ3rJtXLhm
3GbrrH8rKq+LnUnKuIW3HpT+tHMHIR8mKM5wbFsfhpWq3wCNfSbD4B0sR700iynDWnP7iFieuDMS
mT2Snn+sar7PvqufN5ghVFSPQDjlya9THwTYfIfdK8KGJHZmpV2Jsk/4ds2nwRBhYXV1IIbqZXa6
bkejRhlvdLBD3LHu19Z8hwp34paQhJ5v6ABf2r1Rjr/G1omXdn2hv/FM/Pw1mVaLQsppGZkfFC98
1O8AWO6yFhVR0+Rn1d7BWjzazfh7obeH2lmvt622D6oY3p2CD2Dxw3rcIitzQ+XMAr6CPBIwuxg6
tBej0R/koO8yJW4nihWQjxvgD/Mv3e9o/QZgdDa04ZHBPqKOXt/B5HkoN3kjpLGEgyKXgwPgZknA
TLvG3bgAc2v18cc3GIzI8lQmy3ptgs0FAMthvl0wnxkcjKW639rqDSjoB7fz+QCB++hIcw1dhxsS
r6Gjd/vLJtjkh1r+kDkKgOvdVR5bmWnG2Jh2LL4qnHXnoxo3UqeQ2eABRki61k5Liv3GdSOtvC/I
lJzJ1yNj0/fVR+ZSc/6+ZsMSJnN+XLfkvfKK3y3MVFdCbz6YfxzRHwJISWNUr+kWo86+LKmhx5du
yEl3P0G9VhEqDABAUtI7pTOLXM0WmW7mFzae3c4CD6mM7XO0eBzzpuD7VojgzWQdKYvnXSalPjmb
GbUD3zL23sAYmncqpWBMcXENPK/67nNt146ZHpgs6CFO2aul0q89V2NKj20WzqnXBLVQiKXmw+wW
z01p3w8FMWPb7u9zDBih6/Fb9pyjCxmTfq/DpR5q438vO8vF61U9dhoF6DmyhNuAIzAedY7u+pKe
i3KhLWJOnqupjqs8iVxjO5t++Wzqij4c75Qp2CSdRkSkPwD5PfS9rC4iULC4VYxdpNnrBkT1MQG6
t568aeRuXz5XBn1YXhULCz6c3zwaXjcwsqlOogf6oqz8mlzbaezEXs+tozlozwnDxxBX5q/FGqwY
F5ZJmylt+WsTp4b/YK7JcMhWXnD2eRmAMIulKMHQM6Go1v7O2zTvVjnyljnKkZHNWzHk3wkHw40t
mgqJMjnnpjVd67MSmFjad4o5zSu/M5oDhSdRn7FiFKoBJZCtc4Rnyr9Dm+0CVTSgX/XBiblHvSyL
MEM6OCygBksZmclY3yO7gPM0uqu8Z/vtAYIHKOS3WDoenUHGXqEFhTPceHnyZJf2bpt9/wGQF3ML
rVTBSnHYIiRzDn9fKzN0mfKcts46CRdTOwoZta7agQEPRTKVERuW/ThuPLdWF7K3pZHU5NUGk3mH
Paimbyq/T8zpxHCLWzgTysOGmrzQrZMX6mA3hPek7u4M4AvB2NpfoLHeBs0/gc+JmTfxouTI51bZ
nM3CDHvdP0oabLgPjZh93JN70fxqn0NNdyw8P0490FSLrt1o/blv5XU9SyJSK3e6i7JvCS8qfT9s
rOS7yWWgg77GSudxmhijIkHghNYdIQC8guziiaWfhy2bQveQbq071msAU30020Xkjpzja9fUbgy7
fEgSf1c1TryOD1XnHnvpPevGFqmtfjD4hVt+f5wMbmsNZ3TIXbMBc8+dpkDfdGaFrQm6l75G7ubb
vOMK3nKGkJ9etsXpmj71M1fxvCqcnUhh2tgaqv6gy4NqjV9QCA+b2H6wxYQY8fKg6B1QNHpy+Qcu
zspFPeWuuklBHzSgWwOzch6yi6veK4AGNWjuWDwkndnyW8kGc8v8gR/uBtrjbhRL5FTba99V78LH
zUBUkJ3IYTDTtNg45jsvNePGHq/WRt7MnDncqQ661npZtgQslMhfi7q8VaIPrWm4gi51Jnzl3tg1
a4edMMToS/iZbpLGzmq/r711W9r9+VIQGwhCAqz41Rj2ozhykHjpWm93QTbjQHhnnnZcnJpiT3hF
ZZKaxySZr3V/0EMJNwO6NlfCZTKe06QFEJLiLuGvCZxyuSm2yQ3wyjx6ev3ulZYf5Yu+G+YB3nUO
1L407dNoN2InjNTEEFh/VqJOA1sNgBSnyTuKDDwjB5F3a+FAKekU31UWI+4m5yq4qq4/dbXFryVr
YNuW+dfERxDl/uzuZ4c6y9V6LwdND0XWx9iJkogjaReqwb+vi+q5SSZ/fvO5RnGUza0V3w/eSHxp
WAzrvE2caEG+58M8eAAZK/2xHrK6wguAz3KdtNDNe6Tx6WIL2WEgM7rIoBAXYh8cxYch81Zzl2Nd
aK9AepUZbW+F9bzV+Hz5PCiNIf3miKcadnQd5lalZQjxtvsDGUaxdbLCDly55uS7dZMZPGU52j95
M7oP7abmB6l7ZclUEodfsHB6cgMQOawRpEAnJpydtg2xk/bd+wxzrgy7fgUTj0TQsNNRlnrOnQ5t
wVfGMydn3wpxHg5ZaKzZ+ra4HY0VKBNatXPrKeNWn7FO8D16+bOxJIB+B0JMXYDr13XCdGm25FBK
yccIi73hiehIPMl9k23ucCx8MlcBH7u5xFM5TAz0G0/bL2tbfxiFNd7PiOa3YinTDLANZ94/7dz/
DZrcbfereRz7X7/Gm8/un6W5/ydFN2Tff626PfwizIv+/Fedji/5U3az7d8YYXsu2hb5CEtcwt1/
ym78iUHyledQv7Q8UMb0D9nN0H8D70GSw4dFaJP/QhD+D9lN/GZe2o4oP6P6xMO5+e/Ibn+UCf1D
dEPau/RzWQR64GFAb/nnViPD20anGJI+atwy084uiyVIcPilGmqv7rg7c9WY01goXnAlla+QhCiV
m69Eb1kptzM8sbGZ+MUGdbpdOgaXtKIcxWKAcFVyLKqTKwDfw8/KMDJ7jKCZf/te5UYD9RcXsS8z
7hpILg0XOB9gkCU4SxLlYDANpQ+CZS0n8wFH88XJ3ne47YbKH5won6fhYGEaBjNsdm/D5LS/Y1Jk
kNv07ff/WCvG9RIwuii6//rp3v/v/1V/5X+RlC9f8OezrQnzN7JFFpyKf3ZVaML5jUwR0zi0YxTl
P3qX/iYq81U8dn9UZRLEdnn2/uPh5o9wYejsg7wwvDZkR/+upv8tuIIQ/6e6/n8JsqBD/yX0YWOl
oHdMp7DNFRQuEtz/a8ikGxaxLlV1z3ltxk+2Ft4HqVubKbbLdJIGyKTpbi2Rj4CnlD8kF7ahj/vH
nr+3DqtckOpewTHRqyELVV71aq46eCqtK/wjMGrzFSXW0Pem1K3Iz/LtgahfiRjYWXN2kr3matfS
rfXiMK9T/jyNuvzoxeypPTmIGTdmnwzyBlyKzo5SV6lkkOF5I6Q9de+UCVUvi5Teh8/2hrc2T2cZ
5m5njgGnKY7Xhdockk/5zPjYqc11xr8xMxMlrWTFjs8uFnq91iNbTQq+4ur5VRJ3W9OPO/5KvMKd
NPHUcbDjvWz15PdhA0wacJADdLUhhaRxCm0OE5M5obRDw2bmsVjIdA7jCrUbKMS4IJJnUMGwqy4z
RGN2u3BUnOZjjaaXp04frfM4uYihUm7A+1pq8/xws/yMY5fdmyUXLsyGkRghtB5NK1tjTffWMTBH
v34ti9El8VRb8nXuysoMhS+1PHaYmDEjvRADqcUxqoZWDsVAxvV695xrG4RwuGoemvic6MthdYvS
CNc5swug6n25HIAesN8mCtsjcyHj2xb4dHe+1S04B8hUcPE1WyZEym0LHXwrptHYrkpsml6tc2GQ
gL2ry4xlexrXYtXFy2BkRHSmrsS7rza7HA+sj8bGfRYuJKjzqbqu5gLLl5vUKKBcejvugbVcHlSu
p6caJAwIaD1lPlsDLuMYC0M+C8tCZBAf25nmvP9Z0f5c0S4Z23+9ogW/mrz+z5v15f/+53rGumTR
HIQZ5rLBsrmynPy5V+u4YBx2auJjeGfQny/4m78vZ8ZvJkoMe7XDAkTn1D8sMs5vVIUJk7pIh+4a
l0jzv7Oc0TH2l+XMZVkkQEkq2yYAeslb/pNBBmZHohgNozYA0Mz3iqQWpFFhStHsttVwdvQ7sEao
bONyEYjZ8ryYUuv216xtXFTLeVh+hyePOp5xN2DK15G4C+0lYcw6eEwliJQVTRXNjeR2KIHF2nHv
efBCm1oATDRA0D+Ni+2cMxO+fVzO6VYxRvckVoClZzIzTxOKUokp1GIMgSucenj+ysOWJWsbUmh1
yZrY1dxetXabL1hIejxj7pAb2V0hNe563ViwgiqHuCW+tMzjWujq2auRpeUUDn7teKdhnpEKOo7u
3CkxNxO4Aiy/iI5g38K5lygYq9QVw2IFldOAmRcK/EE/0s2LhwmzgRPzV4CCnqRBuCkVS5HtpGnJ
J6sRiDnS6pPnJBtylBXMvQJarG31DJT64ZGYLfzKNR1BQ1KVpuGSpsbwkxpa9FlMML1JB4EO/ZN4
W8UN1xrED4eufkImnVI8skAV5T7TaquNF9LzZDEmiLu3daMKKxR2wqo1J3Yx7QYQFV9+abAiN+Vg
rFwsV3i6VJd0L6MEPLOn9Fon0Gqp1IopVmvP2Nlx86UYhW1kXaVtGN9JpoRutcJTN/phMPYGJFmU
Pc0SLveIxP3AnT3f5IUx/VJ6Y1RXdl/I8RYlqkAoJYsPolyzq/XoS+WOh0nV6GzmNjNfIqWDyRbX
74o4N2Uuq/jkmUC9vSn5WRNtMfYLv9E3RJTRZn6W1R+tbROaRPcqGo9xD3CHZ/AtAOYG9N58Pxoj
mMAtd8dyV+ZDUoS14ooWjJaq72yo8AQAWr9452EfyBiU5MYIvKgZ4+Qwmh/t2rmfhUGh2n7ZTHlH
lZQiCzI6NjqM7yE/oVxzcZbIVzUQW+Vce8ruqkgfFKGKyiirHreAtaF/yrJ1w0H7w2IwuWZya0/2
iBsmrR71NNEfG35BLn+3yp7tYp4eJ2W2/o78ZMomV5cMDapl8b4LNVivBezILTR6TFFB0q3Zly4m
7Uy+gHZ0H9sHuG6lFiP0lWje1GaYbyQMEKQqqXn6jdYt5mEEdPWDGS27slSVfjdyNR5GOjE+R2Um
DIOaJvkatcb8yfFavxuTkqch763nJHGad91cB3kwCwU3tOtJSNI+KY0i7v1mOenOoOHIQPAmQ2np
6QoRW7lQ2S1eyBnvQpu/kzaB3olih3CV9waWG49UUxu0ChJEoM21XwYAyhySGfSYgOvUvA0LjiMn
FQoB+JtBMj4GPKSENU1q6KLCFuBiqdFT0Yw7K4tIQWRfbeapN9PLx2euIeljRuasjuQfEPTEW6df
zh+f9SjkcE7r2bjj4+XCMIjxWGdd/9UX9lhj5bL6L1rL+aH6vGA67w6mIv49axrZz8G1fxF8GolK
9i1veEa5GBMAlYsPSLnj1chsqyTaYzF3ybw0cfmGU9fflYJe0JCNfHrK9RFDiKMNZnLdLH2G75/B
uR8J+Dw9RAcQ5IGljeN6642LCSEeo19fEbu0iixlLOISbwa7biIot+XtoDv5FLgVauFuxq/1RW2X
6wQafUEWSUw0zN2WpvWNj7XPucb4wojJ6nr8cE4jiodc+i0Z3lWobu+0mTYdTbmxPNZtJ8y4oHRR
FuFUteUSW0OjZIQg6u16PPdlnKTCea5F1xLD4JjiyGcPp6MeAfXKjhqgx+WGlg8/23e552X7OgH/
+tpphlh/R2Yw3k3Z611sVCxvB0qA2zu/7VB/S4+Ia9iOGk6ZkijtbdaRBgo4IWpcD2fCLYjChgRW
zW3yM011o4k3G1wzf5hw0IHxnunMvMvuOcfM+gG0MHkxKsQKHnVelsRAFJ/dNTuz54KWxyyKS8jI
lP1nF8q/NdT4/21ccSm4/S9OP1M/Nd/5fz7/XL7gb+cfpg6XbmvqZqhovLja/37+MfzfdE4ckIAu
wwgKtrlI/d0izPHnUlBDjQStKdiKLyV5f59VWL/RU4Gvlm4eTPa09Lj/zgGItrO/HIC4wNGFg1me
2gCDfw1G6V/vc3Qi52TWupcVoOY9CnJc+yhEhM/1E5ErdIvKOmU0Q0HThkM+v5seiKQxNI1lN41l
7NiPynzE6ojFsozYwn0GcisJb74A95SnPYzbY7cuO72vT219JcfkmgvLFDhLKl7N9GQaD0L7rEbn
YIwJ+q0zRtOktJdWfHdKRKhm0jg0rhnaw5cmezK6dXlsequKXEG3GZeJcUcUBM/oGLteERKOjEgr
gBFvgkZwu5iGnLC12RbRRLdO2KOuyfS2qEyft3c6Vthw/NoOneK8eP2DvT3kZq7hzGGtxIuXqvkk
lXayPCKKLHa2wrdEQ5IGM3mM5IQbQycvjV9Ex2tHkXkvD2DD971RR1Cz6SjTr+TAC6Y+6B3qCWTD
JqYtDTtt+t3WHjJicYP1pcUc1/RHM2Ep4u0l2ILJcUMPGSBAh8MUF5kNjSKNspm5T3Exhmq7+eI5
G+AFGWs8jz9kvgAm/0zkGqwNy1v/7PnfGQZPoufsZ5v/gGB9ZqnHc0QmfT8gEhfldMOe/7wtjnMw
6cgmpuBxb7P5rTR2YFt5YE7Zr2yYGSLhfbBnFiO3eCH2vpOIcnSBHDzqMwKIyiSLDVfe6Dl7QF6k
J62+NqxPfG5vjsNxGJvPOy0FdIhETPdnv8UqVJqx2Y0cEYTxlUxbs6/0fLpitjecp60NzMZ+mYQi
UWtj3eJDtrE92jU5flt/krMTuWnyIjhei9w24sx+dTAE0ZJ/rieOu4HlDqfV3u78ccv2uXfVtHiZ
NOYMKTHkimj7Yi2MzmRl3pjKirFv7azZ4sC7xJz3r1oxobBOv2RS8US3/Wlxmlhvu6PJQ8oW+iOg
cPtevbf8OkRj2AkKABghI2RoeFGCdJsCM/FunKpAMGHD7tAok9KqwhJrB3yTsLZcKuV0mJuKaOLK
TtJ4B3fSYz7lsNC6WJCPxb8RZJMWzRQKb+X9xIGd8fkaLATqPG/da52HuJbfJm4Ru6Xa1UrcG9ik
dO+RQUag97MRYgaMNJQ8yzzqJKyJeeHelDJwtVOurLAwo0rLd83w+9A+4V/P9JcEO4FhLcc1qeLW
Svw74Q/NkasZ0sdGD4B21XkC6jci2fRxyYM7zf1kd0cjI1nc6PGKnQAXRE8WPVsPiz4/TAsxm629
tTpxgasEppX3gdZMWOj0h7l9TXLtJDBaFpWNDUBd8GjDTl/OxYgKpSNo8SoNNNS584+2veb6m8FB
pOoSeT/XZdS1jD/0ad4ZGieI42jDrmEwT3vstBune1Ggoun1zhhPizU/TrI4bsN9y8ufq36MnKKB
bVgf8oyaM/fWUGmcY3mYsP7iNmXQQ1MGEbNsdlSYLET38y7usecmhXPkykf/hnbXlu9OZvwkKRKb
lQWTeloSIgk2b4O3NTxVX407h+7MI2K2UY/vdV2+RnLnTVLGdcabRt4qlAxqE+O5xq8pec07PMmr
5My4/Uq0n6ZsA4UJu7MflIMLvbinuI8l4qzs3L/aTPHG5s2j3YRKpF9iLaegGp5bh94c6eoxkuB1
bY8Mok6ENggEZzX59wxwyXzX9yUSKpnakViyltHW42bFQVkWPR8zaXxTX3ZZwgK4JShcePwvqlZ5
P26vvvfpozfOM7/hrNm1Qo957pBYqS6Xsk345pmYUyZQJqFbqx+3306bp11vy6Oe0aux1yfLu7fM
7mkY8yhL+/eL8p+l2qEUmO7bunGOFXZwGlnAvl97TIEiw8rOvZ2P59HeJFUEefU12NmdRud94Pry
Djflh+KtZWB3r6Pk0wKgvw/sNT2+2w+Mr0WoUf55nZZDLBV9Eia9n4TrJdpydlvX9r1BULGBXLDy
g+VXfVGe+6ReP3yGVzo6fVIPN/PmRB2x212H3f/ctp0KRDsXJzrldnIb9YO0xBS3mLeCLR0eZJ2J
kOgtvzvdrY5ypscTX6Syr03wIa9Onw97vO39s9mI0MTsFeociH+p2TdehT6Uh37BhaucgbKj1ijf
+oaxIcn4U2LjN0ybJGJ2aMVqGJL9MNdTwA+4s1p1sKT3e92J9Eob+vTIXKWjtcSHBVRM06lS7vSc
2N4YoWZRkkRQImxzGy1yHHnglUdRSxPkGQ42EjYvKKChLdj8fXe+J2TDG5ndyEU8J1oS+7aOA7NN
XTBR4sWH+DX31sNARwMMq+1Obd58rDYjwsX5ynk04UpPsGa3jP+HvTPZjRxJu+wTMUEaByM3vfDZ
5a551oZQKCI4T2bG8en7eGbhrxy6KpHLH2gUUIsqheSiSKPZ/e49F1N/+5NQDlHgxq6/OV0rrxIi
oMsqDHqHnDqzkDU31rIqGsgcqzB1noUf4/zqT7OXHqZoeTVK4auZvjJTEPDLfG8nsmk9+8ER8/vR
MWG20bCIVgyfN2RYtx4vpbXrW2YdmDLbJWm/wbH0atfjW+OL11a0W0qjcZPXwzGturuqVTur0a9K
jvtUqXQTEHTfCMcOd0ndHZoEnAHpIN79Wi6X1wuHcQThwO/GdO1Z1qFiCJ3CqCT0b5nDYieomv3J
TEH4swojdSrbWm9sOndeWvCpu3mOp03na3fLyVbjSC+jmfeqyVx6eQNt7o3ltpsKy8ktBuZ44XSf
YrayTdw/1R6gPw9gxkfgdanPKquUs6ZNem5WOsB60rBraJlclytCCe2xzeS48dtZroO+ZXQUe2yI
slxf12NBKaE3e/eIvLB0SOf2L3EbeOkxMF57T24MMCRcSF7+8+Bmh0JnOM/Geo/9Cg6PKBNZsoSG
ackZJIYMGOOlu5IWmhR/iTEqL1yy6qroeI6QaS154qnWt0UUyndvttA1dGXOKGxTzxKm/Y/aThtJ
WIXgPyMv7Lmd1b813AzbocfwuUlRjJJdH7XIFIr36xWMp/Ls9R7Hp7wwR9ZEf4u+M++KJXWrlSFk
gx437yurWE7GTZJ7MfLiMM5cX1uGJHPhfanoqZDjyWd78dLXxXw03ohXrkC9b9LAPbtTPD5aOp3e
PT79TZDyQhrz2N1EeSS3odbBfbPM4TXdBs09HyU+Zvn0IEsqJasceEWdq5didiJmzsTn/KonlsEH
WL5A4Gf70pFHWkPLTVSF8R0vY4wIqatBvrkx+0H7VLSuddPT2vwNpEn9ksqmOfujCXj0QPv0c8jP
q6mlxsnVAgIiWkeyJ33m1Dyes7aDit1uyMttC6usMHxLa+X6YXeF5qbofi+ek1K9zo4V76M4CXgk
rWSdq632c+cD9k1zlYD/2aran5+spWg+KxH5L8h08bZpivGgbXbKJXW0G0yC8U5Qdv4s6yi9pMzE
IQpiZ911owUxmwP2cQ6tdBcVyX2UO3Rpo3tdAx3oT4075A9eGXxhb7hStXkdhwyTwv1CtC5Nnrpm
Gbd2PBTXZNqPY541bOEceYj98RgncXpr4ghH0ojNJYyTVYfSeckIpmdv8p4QFsb1YnfXVjxyAIrD
7CIbYsLLsh8dMYF1nc1Y3CBCiW56VM20pkf2173hQRZc3BaWwTlL2LCX2VeSYfFs8+DN6eVLPtj+
WjGjGHL/LiZQdxUM3jkvfpb8LTdzmRGt0uYO7DWcHZqpNxjqim0O/MK3xGvtMzxx8iQ/mbRbJwLH
bzJED2VIi6KdnLB9YHd0x3sm26+Uv9wZ4nhXRvecDkjSJE4t9lEH7mHw3pvLuUVwSElkceWITq0y
smxBMBbXQ4CxCacbB6bIm6ZNKrlRgugKXYd8ThGyKVbOQgiwmlfV1Ps7IEQvlAGp6yrzSB+YNMrv
JDUHm4X79kfup93GTeP4qDB4b0eMgTgv5xpXrd90R16yPtQyzJs7Hnp9XZR9f1NkWb5HB82bVdU1
BU9GdTHcdPUmUbLXQP8uWf8uwWGDXjUQoxucbWUyYnoADsV5XkwjuCZafR/GCYmtbBt7U3F/b0bV
pN+06bjabnpFCEDrsxkYVS4EW3qwRupA1XUMq6qw/ewUaBT05eADAXqz7KXYdhYhrNn5kWP1VH0n
8fo2ZoW09s6h+OJwnD4BUOLxJIB6/P/zpN/mSRfLxn9WVNbp5/cfv9dTLl/+m54iLvwA1nXG2FTj
oIH8O3Lt/oLhA73EQTtBG+Gf/EtO4d8AI7gQOxlcYw6x/62myF9AltuwqZmPB0zWGcT/aRj+34bj
/NM/iClSXD4WcT2+acR/wl///9+RXGG89V7nBFe9VXQIcyF93yOPQRq1xzBm9xfCPrIIXADxL54o
d03vs5g3zALUiAND3BW49YsleoqcxPcOhK7aYJcxhi5OSw+x49TUefcg5IKtP0jyKNrlXsdCRZjL
MjM8oiprdzQsCPIITh+ZNd4N9mosGnnmbpI28VmayNPMxcyLHnuXn6tRw1QbCyxtOVFtsByBzY4x
S2JPrMuuoO2CyTu0L+bld2nWgtAC+AXozLP3OsMzvYeaWZPzQGbovXomNovt3qlYn24mZdX2DTBV
Bz4Cn8o+14FVvDFWAYBQlMYJ3sK6TD8T0y4bazLDsrK7WpA9glMXzSpq1E0r/WWjyvi55xiJC7OK
pdJsaBbfsV5dvsUGx/2Mt7ivFnXDIaGx3pQKYnJeSZQ85BW5TbXmg7ZTsa5N35Vnu5GVnzJkr9zb
Gqk5fbCtGdvlKo+duv0+ZX7+o4NoxYs5HApv2qCIe8ljklIA/OBbyquhMqhm3s1sINatO43f2QQ6
LjEA1XxLOzn/xEnrdaCeepdIHb7I4NabS/ugafQg+ubGVbbT2u+vw6pe8ltGLiAcgQCL205nMU7N
ACrKJscpMD/jIhh/5MIp2vsyDlKirckFnLcVbJmfOipir5TF3JHm2+Bge0N2Xy9jgTkC1cTHVT4x
BtKY8mJoF48ztga7hYjhVdMuy2RyQbm0EQUhazCvVXRNciWK8SgyfYClQ0xEww9Lac4geJKkOEN4
DUcjEwgOK0mzno3oZmcFyUZx9omWNkI0II1rFrORddxyfZPKZ4vne6XcTl4jwpNJxtTZ4G6Z5mPi
uFJTYzsG1qnPgqqkbTAIyTSYoL9apjxPr4K4BSDdxZBNNxqknML3yuT/IFXR1UfdjP5LMJItxqIw
bRoqB/aDobuM10grh63dBu15JtN0Y1WICej05JoIEFQ3vZtweiJ4apFfJE2xG0p3fpzVzMam8Wd1
YC4z3CdYYG8BC/kbUcyTRTVr19+PTe1IbC2ihsPFMOvFsaz6IIg6cK1qHomtnitr7w1964GFU+Wj
oKycR4iX+LHthHc/Cdl+JnUSvMfcWmqNXx7wpS5H4g6zvSyEqevEoi+5bNz26Ls128mQMDL7MjfC
1J3porDOeV+Y1yD206dpxjMbFlxphhBdrNnlipSQ+bPp2QlN31Mx5TGVJLEhXlFZq46xFl5xcExj
Z4YvVgXP7bfx3HW4VKbcZXOZbFre9dyfgHyKqGQjoeopdPau3ZkJgchhTv0hHKHJQqbas80jUKrB
WRv2VAHNy4mVi2UbT2ppqmOBdNQ3P1s1sonDNFTEaAsbAJHsP+2pztnc4gcOB1VT/2VGje+b8HJU
nfA4dw7enKCbmKSN8H28HYFtG2PK5I7ero3gbJXrSXLx4cjaxVOccIp0rt1R++P4UsUXLyu7NSUd
gHVtWoI+x4cn0BJaD3NQMAjaprSERPHcgK4j+XfBxqSfXpTo+gU0XR28L6XXFE+hKEc0bxjq6joq
TKaug1gvGSi1VDklG4m+7u9Uil0Ac3XeKGLcY0V63OHkHCs/+OxRLi/QuE4eIEd4e84aQBEau/pI
+eMyuZks8FVIceDAyDoNpfVILGmC4VwSag6qHK82EaTNjMhRrATf6JoRj7oKiyB8SGtoNDPupa3K
XLAWUxj21j7q7foA71i/u1SNrCslIiQ3d+k3F8D4LuuHKFyRp3D2E0VDL+nsg6I0c41q2NgRoRIS
Ta5h/ArK1juSeLFuKS4Z16MS5AiDOtjPbQL7rIW1vOrmyf8YZnafZmT6WPXjssFrDYM4HZpzxHJu
raZumZ8K5cPKi0rfbDn9uJt4qIioEqRklF5reWEhimjnQebYY2Jwnv2iIhYKB69Jqv6q7e2fgWc5
T9i2pMvYAa2N4617jNK2finnPKhOZMn8fezKb0S9OvWRJqzEVz1h3u57XLq6uW6zBjRakUv+4DBc
SOSLIc3XzLDd+T3DEUGcl4xLjZnAr7z4elKll3xnfp5/0tIA9DGY+iI5oybVIRUTuRVveEDExh25
ZVY6EXKgKiQbQ7xkur6nSKel7tkmYNH0QX0TFMtkb7zag+QgQlnPO9qeM+QjOwmvy2zR9Yb0P5ap
ajb7XGiCmQpj+pREHEa6qCJe7oOb2Lp1b0d4vQvMc0FHLJLs1hy6O6tqKiLnjAyWaOj2pduGH36/
2JtuxM+wsnk67yvdyTN5zuDBqEX6a01v4kWUradvpeVyMHSL9pPNNDi1Hk1lF1vj3DJUnAvGPeEl
GxSn5hNqEX/7Qw2LH+gEAtLypVOAfDdxkYxyN1fsvPdxls0nEgXiXLU+jrU8IQE+Y0X5OS9eMu81
BjoeelLiffUbpfofzRv/I4/o9zii//O/bSop/vtY8qnnVPyjwpqlzZ+81L/+y9/200HwC5UNgQgD
27GlJy5wo395qYF4sWt2ZCTYHV8qtv9nQ+2Ji0c1CCQqwMWJdfkg/xpPuv4vRC5sQF5shJkt/iOz
KS6v3/HF+e4u7VNU8DgwRWGGXX7M73nmA4GNuvQL1iGMSbvR88iTs+3Gdjj6e5h9/T/ryfj15+Gh
5TejQwZXzZ9+HtiUqGYUGNL01jEYsCiN3YQW4OjffIL/2UT7p2PCbz/ogk6zAZNhqL2A3H93TBB5
FzYWJPdtaU9zdcAuxKSw8zJ5YxJSTNd5Q954HUhyjcwaEUiuyiJyW1w8sdf8zYf5IzSei8zYjvYt
Lu+lSBWr3h8/i+dlOIv9IGbmsxSHsHOSpyAP61M1M2j9m591uYD/Nsb/+rMYhXNLsaTa9Fj/6QJP
nOU71Kho20+864a6s1nHMnM0ENFeHaPSE8mLDBV/0F+/O0D+v3zLfxxz//ajuWOZpXvwm/9SwQKi
tfCdANBHK53xXEovvefwwDt8BKWwuphewIw4wXQ1xIMGpAPNuAzj/ElPfl5t2EfGp7xtque/+Vgc
Pf9yRRDcsWbTYWv/Stf7/Z3gtHVOz5lPQ27TtbuwSOWhdkFzh7Oo1lE8kbBzp2jnqoQYbdtPe7NY
9cltu2Aze3H9d3fmX544gm0h5m6u06VGILpcxd/dmHXlJ6Nv+AOhVmIYzosuGNdZrpYLHmEcjw2c
5/JvboqLweDPN0XII0GSgwf+L32H5OPmQCwWP3PqzJliUXcDLynZ/Pcr/Zdbj/pIm/QH5d8Ue3AP
/vE3q+gTDUEM+1uJq8lFLB1Met/aRY9ZG+vg12RR73gcRC3bQ1PwbvybjhfcG3/6PVlUkCA42FD/
wMbkz61KGBM7oWJH71oyICT5dOGEYuVKMq9rRbzoc6BA4mOiBe+jc4bs2StsR52jOWJMG+u2+axn
t/xRJnFZrghe+fW2ZVa+7NIQNWITZ5rxAsde6awq7O/iln1seTvmTB+YY3jzU5lUdvc8hyZA4J49
9nReIn56dTSZW4u9uE12WXnJc67I+2MDmDqbCGjdz/6zPcwM21YAgdVygB53oXwogd9DdgMDW+RB
0TKecSPUZFmZLYS43mLygRyKnS8wdzkCH5cYPNO2C3wSWYgB7rhvhE7jnnQ9jv4D3pMguO28sn1x
G5md5Tzx94H7W3XRt4oZJqwBu6kJ+K5Va8n6zhDhV5vGLhgDawxr9qZ1xABguK0d7yekVW9+HNTg
X2YtutR3aUcAsppbak8sv0q/Oqzh1s5NMb5sseoyzQ7HDOTZ4FbstXgq6YMYOeJ+jJ4kt1DH6fKR
CaMh3y+9Ne1YSJi6qLE17+QDI3PBb+EsnyY7fx8Xa/I2jWez0enICLE3d7DGs9kTVngKMk1IYGw7
wFZdx2LIcdVlgGuzdTcnwS4vAJaOArKD4yEJr1s2xjU0f7g8QUwZy6EFPL6rKtHP10ZiHxGVFsxy
0papUg+4oV+ruC0PpaQlk/gQqOBVqw3mEtftAB/HQ5rGx7nRI7nZJhh+QtFJ7QfNshhc0RbR0BpB
WDp9UbJQ7rtw4wmAzsLB6A5DS2Nv3VJV/oOG50tpQDqk9reFDb5VcjJo6se5zWLn5MMyiK4bPNiZ
3PPnmXIsDX0xvkLUm6Z94puS5mJ71Fhrxoa1wYJe0UX1aRkTVwN3kCxCeju7nt9uS21waPgN4+l1
R5C/wcBqBuaMuTT60vwNNLaHa/8lBysj0V9OnIeWwcK2a/O2t1fGimjJmTQcFUINouUXX+aIFq5I
5PmWwQiGmAVGEBkKXTrxSWMzZDzr+CRBFKO0J0f23nU1z8246ekCLZjN4WJkVhoFu7IKg3wfdxw9
N2FQ4ouCpGijO0VTgYJvyu6m8SnaYNKT9keWUovfxQMNtJm70jMbGh3Kz8zVwYxgX6h8txCxsW+V
kyJjk6oXJx0sIU+obWaUaDN/FrGLuYktgiPeuF0Dc57TunZOpraWZlP0F5lggRpU7lkw9PCRuRDd
GO7KMfk2AdFmiptPsU8ouAnq/RCOxTuJH8jg7IImDo7TkuZbhsuBvSKwjfsnSZrJ3i7uaE/7BhFn
uqxj43ks8iHeJ+AOOOxV4wXULZNJHFQBtodmk1ytYYynEGl6A6ohM8R7CUeT31xpErIkW3rfcrYl
s/V5XReF2MsK1YODeZhJnDljgaLkNwntAZkdvi1Jlt2Uoqfqp20zG+wqB3xm1cFCgrebO+d7iXB5
HDM4X7y+POfcUEr/keaF6+7LJeyWve8aC6vUgGkZPt48YhrOIdZri4bwmyRxZh8ylDucS+gd6g1O
WmcfKDGLU1jPCZ0Ja6AnNA6tCK1jN+OPNhCNgSLxWAeJ9ak5O95mdQZbwVqcAdxM04h+PWbw6mBV
edlL6Cy+3sYY8ljI4qJtHrGb54rLEcflaV5CQ7mA4+TzWealqa6icWyeltJX/lksLpJSYqwh3tCV
UWZr2kjKFpMRCMgdRTH8bcJ6iPrzQOBi2lMBhQ82KvDqkuEuS4ZEpZgBRqgBbCrns305u9YPluXI
uuSrLZreU+F+jwq2x2u2yoHekeRy6Muw3eGNzXen1rL23HrLMuyYU1a7NfSECeH4sHiwgo6LpAXg
qk2p58ANJlhuVnJJvQKZ2FdynWW1ateiF5ZYFUFLjUbkNW6KA8IyP+Dv1e3DQreFXFtJIe9VELWw
ew1M7jNAguC6DUeCVaB2gRQp/uuR5HAv9hQT2HBHRJ3/xONLGDzWSXfL2N8PTxmtuSGeNE8u2K2D
TkHi7YfStCe0qUzv/GwaTvhicchVpoV+rYfZ/arsxfJXfdnTmZCx+hFTR32dUBtaeRjGNiMBFmlB
jj6o+RULAInHGnQVQMG6EeeG/QZKmm4yOHxNqudbKdvWPs1x52evxqJ8/Nx5lVXeNOSri31SRha8
AErmFsa/DdKTuC2tCQHFQ7Q39g4dvyoOnkFfAFujDDk1dJxUCGLrnpIaU9IoOq5mkksoBR2AsTfe
FOZSAYT79EQdxKXh6pKUn66wv6T9G90VUNy9YsBPQHGMCPdF4VTHKqA+ZgsOweBIlihjtxAI0S1M
a/WY2WWHw2WFI9auroiHZP1tC2gwxpxmUggAvPfW3YhgecxkVkLPm/LxUaklmZ9N6tfT9VBAu7qD
P6Tv5JAge4+d42Y4Qy0fFANGO2CCGU0rWJOy5DGigOZnheXzQmAOIoMRXZlktwwtlrqitxP9BYSz
i7eynFL9plqNXjZFXj3eBZ2n74BJVOl7j9H/NfOsMj+U3aSZQ+M685mRBi4gjJRH/rVJwBR9MAJM
gHwBSmBrmCGMOBPXGbRdLHc2w34GpOg9t0wmKDHSS5uwfLUR8tjcGZHfOmou39IWUjkWGc2aQv1G
RhNPl0BiSNkTiZUdhDFQjQXwCE7/CELaLNvoy4Nx8TwVA2gImBbhHU+++Ib7Pz3B7iLdXk7B/F20
w3IftSg2YPxd9Zh3Ka6YJVu6mzwOZHtKpnwqf3hDkzyYKMB7Yvoyac9kCQNQUSg1aiWW1PqGOMye
ry9kyS6E39x5H2vazLdBVhn1iI/Kvs6DcJrXxvJ0QypZKENGwQB8TfGMR5sSEA4bCjut7jN70BW0
UcyMaZrIV9umY3NrSiwVK+kWPgkeMHgdIy9bdUd/5t2+pfvAx+YHYHC69McLC2+YQqvyo8uMTCZ2
m+MQLaxwM7DUjVgtWWZWSGrGWwM3zEoAX57NbBglYljZoqInjgUe6FZB48umJJn6ZPWumrYOHVc/
nTBxmnU3V833cQiXt7wPKD8Ak4aZjruWERJ/IT5QQpHHc5BJ9dk0M3VDrRHO29LkKdDgdEm/cVRr
DYw6dmcgeatRqvvIb0y7HzDw5ZsA0K955X7Q4ffCU377btuEoY7sHSNn3qp4SNio5kB68k2lPZhH
wcQUHHicjPz5kMFzbD7ZGpE5IqHN1wwuVkAYlm70OKRFkJ7cvggdQ0EW8eCNQ7VIvF/CIQbG1pfC
V9a6ZJ8d8Y6sE/uHL9qw3CWA8bnUpsRS7EuKLdJ+GD9waWT9jrB3/2xl3VjdRGxXv1mZUBjXKrco
duk8EVpgsgQ/kqo6jCzancK1O3sA/n32r802QMJIt5JOGuoFZtPf5gxfxSqIq55VFWJzx5dXdKe1
lodfkGNX/MP2KfveFJOOmMqMDBvsbsJIoWhzwkddx9WBhpicumWvApDTV5X7xqjel5tFee5HorT1
zsvGM9t6istxLVKOIYCCsuFDekRx1rYfjVjYdBbNa4fKBdoSk4m3CaomAwdTSnK6Mph1uqmJGtFn
HrrT96SzKnudNFD6dlFoifvaeGW+n8tcwxumzUKBNKFTGzaOdpwt2jRMsUvQ6svmPtHEx3jK91ln
8IKLqJx4QSULcRNxmSb6WROdvVhGMfZuCjNWbrP07CvbDOiGbrW8l9lStIc5wqBGqNUxBKITKXfN
OMODJiADqMKtuJuaMRsAvfSNA3yrhtjY1Axi182UR6BY0XDnlR+Yxb4y9PeAaZKud8CeGt4wd5I/
fZHzG2Csm7N1nkfOHV5dW2zDIuP+WLw2OPchRcY7Kmby9Agnbf7paJulBjrlxI9Nuijbu94kXk0k
pxEskdWPZGGymehxlcnz0jhhsctlUTlXgBt6TvGjMwbXmUlLeaxMSFOjKTwtpi0+DTdg6OUWlER6
XcuZySxDvSbhPbPgMWFaTZHwK6i9EBtWg49SjA7iTXsH7kG2E904ggXiYIydBZ38FSkkDbfW5HOI
LRuwl6tOYWvexI1OPt3c4YzZL0Sw96buh/chL2x3XY/D8q2eckJG3KpFtKJ1Eh51p8USbpjBpe5+
NjYKoKtqoAgC62D5vfKDpP6yy3Aqj4GvbP+Qdl5qHdI8EPEWr9uY7GrfTb1b1ieswj7/Q7Axphia
9a96xj/Stf+3KdaOj+ryn20f15/lH1I0v375bzK194u4iHeXklb/IgULxOjfZGrLEb9cAPuEgfGe
BxL96n90auFfIja8UoPAwxwuQ/7Vv3Rqx/7FodWRjsyQGle+7z8Sqknt/EHcCTGO8MnAw+Mhwc/g
ehdh7XfCWehYtEMVeufpiZuCpYQJTjnZmXlzRz4ZbitLhfU2q8ihX06FzrixCgz4J1q8+mjvB107
PLhTK+R1RUA/PxKINMPPtGMEdwISDyS1km1/1AQq9VHkvVvvki4op6MXJjDAHUBv8Q6QR92/8Oak
w2oiUErZzaIaZ4N5Mo3eyOo2KABgEqm2QOj1i+/hOAXMUl0GqMHGrpmRf+eNmQHU1VB506Ycs+8M
uk2+VoFS2BNn8hG3FOVk2yUtnJrQfe5JOogWInTQdEqmun7qxE+2hMa772nq2eAzezJj9NVE4/VA
VJ8HqriPPeusXHbWa5dtGU4ZeqIIFvUGps8av2BLVqGJwhfbVh94OZ3kOHmxa69FAEJgseWzl6Wv
Xmeiq6VjuLxt/WnhkubAjPZ9zK4d4J+LR6xOJM4KLJrhi0enDFFUF2FmV7atSU5jVHRXMsxS/eJZ
ubXsA51qNlTTML4sGJax8PIbqPpYTI1720DNZZFkWLhrCmvCkm5xKq2dtjpqpDbNflI5T1p70cRW
aKBwC+8i5sAFMb9Zx3jBH1wiytEafHHDyRHm8fQtD6dsgqqP0rufZkrS7hari911ScfTN4G+cuPG
+cJJaGRhrohxIP5VVK69C4T0zwJvy/2YkdglIXpNxjnYwCC3QhrIuuAhsobnpTbiOGeO+4POtxRY
brqM1PW0U5CmOwrPXe/Lw9KXrD3Qd/nep4Wuv27zKWd8aKLhLQtCsj32rKs9sUNVfmAn6GaUDicG
hGZUS2rGsAF/SGHpYoB2bObX4P4K+SPr/dL5UfAmnB6L2XQjxEIdqRvcJISiV2zhXdIVtoPFyOzd
RbqkFxtNhZt7oM2Tkp+VFKzUx5YSIPEVSDDQCRkZe8y3dm+q9LVlBirfJQzU7K5Sftz/yCwrNxhU
3VRBqlYD1u29DqO4aQJowLQSb0TpJte8C3AR7Wy8lmo71yLKt0WjdfMtisc+OfrD1MlHWjVV9uwm
WqMyZHlWAp4NFxQzHMO86u+0Df31xoSlBFwObaR0DrGjQmcrwaaQw6TyApPi2qWBLLTWA1ZjKY4g
tJtTwUt5X/iD2osRlGHIPJfmd/c69Qf8nEWfz3DyEslppEtOce6IXSL94aOoAw2WXBbfkFkupOEi
ZIdv9+3aufjB+GTRjsNkfbCKotrnUVwTDAMNowmvQFK9xIkENMlpOQk0sGkFWh9TgxQN89i55/Yt
+v5l7nt1Yo3LD2wlgquaNO2GTerPPPfwc7XxU6mc8KEpluTKLiXXvUk6or49uvtqGHkeOLIHtxXx
6qewFBKEPlG9vc1KeDWGflEjTubjDjDxvEucKXi26SXhTAPJmq45c1YoE+tZK4pR2YnRsuBiFGDY
OLx6ldeyW+hchKOMw3K4G+lK3XcCbxobr/Bkhz2tjANtcvu8CIfD0s7Nu6jhmg+CkrZw8NqdRCsf
Vl4myPcRzEKYwwRjWvoybaGtoygz67of9J2DtAw1FeBoUoNuWjocOUN8YfZCZABzSS6KTuq2x95t
enSEKdoiVF1qPtlIBsN8jVdo+uYP1njwcWg8GE3DlmVTsYtzEFTzQH5CeMRhLHwMJyZw5mpOx/Qt
mQuUj2akztQO1E5OPcbtqnssKGbcBUAXVmNIlmLxJ9qOyz6/yZBqzzm1BA+Z1WZHWrlmej5gAmMy
s6ynLm2/0bakdhlY5LcE49R9Z0iT9UnjshecoaSlIzhXLz3ZNZ1HkFiidWxVUHrz8jNZhoz5I198
ueUdTj40mFHstLDP1NlmApy3q1q8CZ5qiq0FrOuQ4p0BHirF9ZRa3hsltsHJC4eWcUHWXhFPOQ1C
6Q09GebyyvK3DUrCwdORRk0dxuueNs+rafDj66RJ471r+eJAqbD6nONBbR3t4h9uc2B4oiIevZhv
7JfnrZ8J8dBBmquoej4XCXAMJwCR6S1x+F7aALxXNkWjO49UK3CfGLYu9k37rq3L/GnEbfgusmxi
qhJ2yd5kfn1spHHvnBS+BuPf0D4CMOzJYSVj/UIHxn1j5bwRLVs8WAhlBOvSbgcKdt5gLCrvB2kz
d/Dlwa3y4EPZjrOushGiHhkeUH9ueDV6tfsacQre5EIR6venL6vsWVrQ/wXfj4I5wvCRhacSIyFY
HqoqHtmMA17gWM4pHvf5g+HJJSeoUA51E65VTdaoi/E0WTBPr00SXnbB9kI3q2rMTepc3uLkicEN
Wnlc0piwuPK+S4LuLIop/zkuiO7nnkrGDFkottw+w0IIGxLMvNrN0NixZ4CQJziLBhkwKgmStz5M
FO3cmcITCOSD5FFgbUlu5V0p4QBnhRrz9VCi66BGhCkxFQqR3TBPXaworICp/chQVGh7Oo49Jd7r
obDT/oaEga5+eI4M4k8R9HNhr0JksA+jneYIQ8Xm5q2j3VSSkSoq81Hik1nLaKTpV/vZHS2BKdb2
tHwq/LoM9xa1iPaOAxEaRzQotuj1mFfrPqyaBwODfFMXtNfkEU3SinM7QOFqmne+0cuhoOwCmgJH
yxG2IGINXA1v0D35kNBVRwcH1dGy5uxMh2P1UveXWiHIns3XCJgZHGSTcnLJmmYT1zXctw50ow9F
ETFKXhHxqqBTFfk1tV/5Z8vJ+9nqW442xvg9oWYarMtxKSKkbmTBMYzmV62B3VcMKHeIg/6PfJ6p
ahWZtefE+TkSzNnYiXTuw6HEv18F5kH2pF5WfENum7yX1DbkWWpRHwNMt2+gweoieGx1iGiYcxZa
+bMVfsH2Iq6LDPuMZe0tjmfzWLOvwXiY5vJei8El+8uiZYMcII3cxyWlxQyOT22jCZpOiRKPoxdX
HS+d8v9ydy5LdiLpln6VYz2nDBxwYNCTzb7FXXGVFBNMEZK4gwPO9W3OsF+hp/Vi/SEdq6OIjIqw
7OEpK0uzrKwUG3D88v9rfauCcmxX9kXfLMnjNAW3Vpn4nxS7372ERoFxOMk+NZkBcYTYqAhLE52r
ButvT02lleXjNDglNBUpjkvtqguOx/BTiEY4kDleHOtkEGuMh9/f+amcsGF4cHwN2qgby3CHE1I1
a2zLjWTBWJ6MADeUHlYxYOVUX7THcdgDWkUNHewzGkJRTwSHphYVGd2ldKYajDHXa/PlS283VAM7
AipJBogH+Xn0G+d5Kc3unpWR86ueaI6Tu5NfAvVkDp9s6ySTmXWXzL64cI0xfijrKHvKSRjHsNfX
0/0gALR6U7ku5SWd2gpk6QVRpt1FIifzorRKTG78EQEOMmWeL+Ui7ypLN2fObNPvDbrcIfpoYR+j
3DkBi2nFF07HiX2/2Ia+HcidPhCoDc8HxRkFHPYaUfcYyyFttrmoHYLDy8q/4Zd+bo21UoRdMwef
q1IM2X7TaPeibbp2vpojkMufm5zz2FVG99z3NxjXlmmDxmXs7xB8p+rCMGrEMo7tY05K4r5DR5hy
gnECTuX0iaCRN6znPTx69wLJBaBPNNgmUaLECVmnDg2Jau8NZNNu6IXn8dF3h2K3qizRshXIPBFH
H1tq1L7dsCBzLgizrvnMfWHVGwf6dCg0ePcsgBv2a+qktMfm3BiN+Wzs3acc0sUFSbzBNZnM2VmZ
d1DYS1hEehxRAfYI00qPzNrCom2tSRnfuio7S1wgcF5SqKNO0vKEjps8cd3y65AX170A/gHVFazS
PHyFs0HIOl81YasF+l8XQ4hEV/6dD9S+jZm6Q0eP4qsep+TeaoKc1o4VHUDqUiWRMfZ2w8VnY9hm
+q1DzXc2RYP9zcQMqy9Hs56ep056y9GhKgc4pJ9G62SYOQ5uKcG12SW7ePnoWpgkTwFFl0bo0D5q
rizdZ8XnMp2nH7HlsPQBNIV9XCKGaU6SIuKXVcoTx2YYvcc+Tkt6O9i9o71Tpr15YtpU1rczDc+T
kXp3dmakNUfYpQQNtTPHecjCIs/wNPQkyzZHdCXk2PhenfacvRKGsFeyMzvpM3YZp2Jyx+5q9gli
+ubEToRlv++j51S2APgmOgurlZClZ0OXhbDxnhSV5BsEZWcVafteeW2QZHxPPZe+eZD3NtO5C57/
dAlWbam0zCkhnyqNvK0zKdoyrt3HHrL5yCKAZOxUfG25hYehbIB5ue0GOvphuaR4vgxu6scg3aq+
9Dn6UZ3KsRjs+2HpIMTC6Xe2i2Hwtg3w3edJzePbWIDLOKx2ommPjZWilyn7uT8aWf/gEjp3GgFR
3NlzH+3TLDCvVEIWcEMq8lFEWftsLjp5hHCU0B8r5GdDZwsgQYuwGCNSh6yif8vmnGY18oGAFK9y
Kp5IqcNfi8S8ODpmIc5giga7xpRfitYF3Z6YXnmaUCQ9jUfKbMhm8csaRA8AAs82mFTrp0GUCKkL
tgXPK6sJ9Sl58iRj0XOlU1m0R7p0+vtcYOozRzd6UlRQmANdZQfb3Fyc/YxkCQcB4S60a8EqUBp0
OARmIEQO+KXmvaQOYqAwra2DwLF2XUY002crHg6eEYhPs1ktu5FcjT248Aevnue9V0gL617eng01
KlC9VOIcopa4iNHnZptOtf6XlQWwW4Spn+za6M8Ks032qOiZOnJffMdN2p4l1Ghu4hmNFVVlTGsR
jEJIbqw2+A/6IiOFiOaQcGzO73zwe7eUPJTF9HnC0bW9ZgGWGCrPRtyuW47X+YmHDl7vADYE55CH
sm3kRu5tPcf5vY5jICQdDwSTWdSfuBEZ6nUvrJN5brJt0U/RWQKhaiswbhw1bYiNi8tlp4ZUX1A+
9KMjyezqa4awNseKPlR9cIVIpdJr9dYFNSbceCJpylbelcKU4R5yq3UCzsRFjdLk79cS/2dqZFfc
4L8vON78UP/8v09YMr/9x/ZHWT+3//xPvf7N9/o/QqTdL/jD65/0uxZpAws2SdaEI2zRpDdXcM/v
WiSlSCReSGPRqkgSIv+QzLr/QMsakAeKvFlSpf4j93ZFvlI7xM9ALYXpmb7r3zGhIbd9VYxk3kE2
y9XX/4A6tlbF3R/FSFDZg2FMfLdM+qSoBRwry03HRl7VP6m9c0zuZlXQ+rNLNlrzugptzVaIr4p9
N5BDOcbxpiw43G5ck1bflsi75ARfTUU/KigLfPblspCnK03vkxOnzTfZ9/FtkhsGyqA8XV2f0cRO
P2sL8hXbCM/eBp6wycLJJx2m+DkQiyNukWBVoDJuYzmm506c6WaDeoG0iH6m02BAHbY3bV0U950X
12QC2qyGIdl7eGZssu4NKglLSx7kOHCgXEPTwfPJRT6jbsKK7dJTOatzyXw0VXXxPULNhBO3rpML
6pY4FnQuIasFi9ee1na2wCacJfTF1h9rUuDmju7i2DbRPUSg6hmG5dIfB9dfua90dayN2eniDgsS
HV3DSXs/HDujeuydZV7565Y4mFrgWphmVe3xAFMFDlyNT5yYHfrp9FGaDUSQ5jNFjVbtAAGtB5vO
dPmrtqt4pyNrnMOgceeZ/LrFLEKhJ7olzRiMX8aK6W/jEHU0UJdKyTR0WJW2nK+5jlcMzs+ZrPGr
EsJlBZ7EiW+mwlgckjQC9dMzfJbskhj66aRRSEqPRmSmyz6YG0RKi9n7euNAH0PwAAxS7NPOKHgi
1J1v8etgIYNMYd7RinYfSQ1AgYKz3n9wh6QbDqLO7Ic66rrnHNQ2TBYP4yKxVtkPVKzDw4Dxy2dk
EIGyCm7FdVI7znevHxpY6+nau6F/z3zJimaBglL2nO1wDLbZRoDVZ9UdYCRfJzpiW7rBQWFEJyWl
Jeo8eToyu+bkTVhgMQDMkdTUmCuu0zf3sjSVTagdsWWNnuZLyHreEh1YzaiYyVbF86aIdHba2nGA
TGmgqqgvfPyTABN6Oqobp0BXR9ZmPJDFBcSF5SKqIGRdR53XUP0meaI1z5ty0lR+p6Z0o8uWsglY
AtPhrz75lOlD1QatvS8GNx9P2BXm6NJUFMzu4ywc7jNASZnu6pzBeLZg7xzOTeIqFyIng9rcKwHq
gF/M0rQLigqWYkPqJ2Ib32Dvmw0UuUOdG15HOmWRAzmsZld8sSuY4recwEg2i2QP2KFrwTYCw8IM
dT/gGVnCoRJJ9Fgg1Csf+kaK8ZIEMqnOWMkz90uFxK04q0gNWWiK940KnpY4U9lNsdqm9hNxKM6N
WYqpCZMRHA/lvmkcL5XqveFM5TTO2BD3HqiHKDDY3A29P9q7sZtH89Zp7IFhnWUZOp8saq8yXiKX
QWyXAXbUtvu1MChN7PqysYg27FL5VCJLS7amvWDNios0WWPsRuKLDIpP0J1aungx25hwacvZP58l
dRVEgq4ZlmMB1tCqOo1IIi/9i9HLMQFyBnEckEz1ZFwFBk7OTcQ0o/cIjOz+25w4yy3WfE6VzLsZ
da8iUCnJQtiCduyhy+6GVl+O5bz2nWtvrOmCYqIcruXE3or3njApucIeM27HxVYTyXH8SdCbBv44
8DWT2LGek2xe6XrmJowjwvt/y/qUlbcukNUbyijEGOXVEuPrNP2qDdshHixkYsB49hRQ3Ou8m7vn
JfX7Lw78g+fUy0yyh9xpfMpjwLcZZ5yWFGjN4X/62gj2NRvEN2VGpJEU3RbdcktIoKQzhLys8Iwd
GqGiuw6qtEVdUE1UYIq+0lGo55SHZfQm/K84srAHO4AzrxgDnXNIewfDFOaJ8iIRwYxkXZKkEFax
8KptADHxSvtukOf2RjXB/FMoOBmHrPc5GWE45nhKYbpEyFanPqqKwSxOc5U1a4Rt5ESXeaXzewma
ut1NtFtJAKZK+qnIpUcbppjslNMth6cwTtL0i24G+2vhzYJ/Ji311ZGZdHfjXCmQHXRrmpvGTNQ5
mlZinNgkSs59taiccMHVi8KFz/mBM1o/76whIW24F+n4lW20d2toSQmT2FtrvrBUTCCFKqOf7Fw5
P1Z+vNzVse7GQ2Mx8I7SHpDeRn5CFo1r9SX+RK/qQRv0lHBb1hz6zp41eaFjDQD9YXfWoM+xbm/Y
vPJTSS5E5Qc1Jp33HCiRLEQVda6N6wpRhQmVkoGYbLsodkPpz8SkFfPXBvVYtkvybCWG6NpmcDkG
QGwfuJzctGWnYEnYk0vJP+m9+8lO6CGI2SNtz8a7S+mMvtCxNrqA5XliPqNp1o/lLslmzV+N2sTG
ZWoPmil+mXDVcslQk1woj/k4qWabKnOotuUyGgTyDB1ZWdjnvMPkmr631Zny70Sd8/76cQZmgXcU
B3uWZk8FK3MVkiPJdFYS9PmpE1YUhXNm2feDWmwf3HIBG0ZlJohdF6mPr9KZkgxP44kdjQsRz9PT
1wL/8pNFpy5hRRYjj9huqPD0lW3c4VVNvix5E3ynkzquWbsylyEZx/wIt5kpKHpBabJsJj61m5bf
kxd47M9RL/EKcX8SfOSZkkNF4I8L434qsVgLtIe7MqXgdEveKdQJs6LbRtyighPUTU1XnhPASXmg
LS3jB4nrst4rPWbOHjGnOllif8QK6lgxB8/RCr4MQVZfQdkCdedD1GF2xwt/JeIi98OM5Trd4egl
Kt2LGn3gqFun4aTZXGFhjzkSipQIpzCPmZtaXUeESSR1b3MWtAie7geCTnaOsvm/RykCorCqe2qE
aaPYp+TTRCM5ptl3PoJhUMcuB0CMRIIHfVjiJaoul9SYvw4tCXcHdxiWn3br2QwGqmWcOcnjKs+7
yZfTOvaWc472iGCm1PicUx+5I6eI+qpPP/hJVXXurOfP+QcA+KjfLgzMr9FkBCWlOsM+B8oBkVjP
Tuts+B/T4zB1yze77X0XrpDhkPlDN5cx6psc9LrZVA+9BQBvM4vOuyyGXvUUO5hMwrEY3X6TkN58
ZmMyEbsmbaJT06WdtGvaQeOZX9LvYwwkC81JV952bdE8BsOUfY/1FORbcwBcRnnSTh+bMR45KcLZ
vScccf5REznzKRtTWIr+YgZ3rUdhB4FK/43ta8T7s8b2mVW5va6VnFpCj0nJYf+jsofUTa2fNACW
26BuluOIa5Nf3BjicTCN8qY3LMivVl3AIJsTjjFOp0GPOF0cPDXFEH+evcL95vVguQgx6qonRahl
Efb5zHnVluyvoiRKYFwhgP1aMlIuJg9gblhTw882mT1q0HO6WMgpNgWptPj3/fPRm6kazHFG6DRF
lZHkBYQHTxJCT0vzQuG41W2v7mLUqUciB1F2VfHkf2odR8CAQ0GGSHRZgtsZ6x611W6ZTyym/Bjp
LNJ/5jTTYOkpaHtUTNx0dGlDsGGyu6HeZTRXqGSuo0Xkw1p8lWmRE41LhB00dTIk9u2s9A8luvaR
ln1Xhfi3omw3JqCjN47QxudoKsdnifr+LmPGQHepNTliKZv8+xnwL0LvhYrwPtByOS5LRAR4zJE6
Dun0GlEYaZSWO9fVq3JbwbtAw2m2NX4L8hU2+GaA/KRWm2NUN3IdHHXW2myYGzzz+BXYT4ct+kzm
+tpRsEhnxy8B9injLgK2ieHeWAOxWzt6aIi4QjfOPsvY+lUFl8uin2vvYt3MzsVURBW+6WCB1dUY
xcj2UlJwxsiAL8LGr58i5WfHHg66VCip/YrFfQCf82OaBhnsopH97lb4LTafbA5YWQxpZ980owSe
hz2x+Cg94DYyVt/EkKhOMjuUgDX8yNN+qEwuuiMozv7Ce1afrDx1v7a+YROz0LfjJSTU4kuk0XFT
vQq0v9PwUR+SMm78vUd+/AInAgvylhOYsyDrj8Yfi5lF1FVgphC43TWoePlc+iNJxvC4Irz14A4q
wO+gRGjGsjaaqt76k8MBEjzAXFEktsgDK5pCJntnGst5OyBDwLyP94VhpAuhjr5ZtpQAUUzTAc0r
HCVOz1yzRwmYUetK44lXQ38q2RauVapDN0+ESVoWUfJ0uOmqo6CbOHXEM/Rt3zFgJhVi6dtLg24Q
PuqgKy88NGNiT1d/FZVOa9EcLxZtct3PcOWLAaLovq/w1obeYBXdDv/mmsNXyJSQThth79ZG3I7e
flwwTtd4nWgRRVIDqceJkx3KJYdpPtU1UC6sSLI6QWTgV2EMdyzbZajTcefjVGEvvkQBFCtWFvQG
9lRVBzYz3R2hZnV+GknKvMS4KZJjndyiM4TohVl2iF0XvWdpw3yKR4JhEe/pQ9f2sJdm2efBRT/X
8xRasc+t5ejNv2ctYQBh463nYUyMCqERp40iTOgDz4RnWk16xMUy3DcFvq+DkoomfY08XpyKxAzi
ezNotLlTaT425JwUBRtYgkOIQSustNvyvSTBZulmv9l6U+uQ0h2zDEEAT4P6gD/GT/ZkfgDlLQY/
Y9tJSZqjn53AEcGqU5CqZFkkpNE2pjrQ9gOyiwFGNnoiYk2jU6p4iIu7skBmWTQe8kbhIVU+xizM
9SXJjm12XFBRlbiocKofWf/TmO9by2QXBGLWSFAKBBQdFcVVR7L+U01cSrL3wc6iSXINEF5ss+ki
CKTF4jvkAaJU8c5UJY4SZ6lCE+p9czklNiulVZRLdshcIAlHRbysteMH5vU+b2OiDvBqcdDHFaPb
XU5DVSGFmF2Cr0eCkPFoEFurURTZpwk/baFaWrv+Vc9Zvbg0vJQE1WlpCHQF/dKmJwiLnX4bQ2ZI
d8Yyi3QPAa2CDioY/dcd3ad0mxd55O4VRiprawRmVB9I6408xA0Vm8FNSnnb3w827emTcaq98WpW
szlcwsroyzOLOaK4hlHepncIdAoE8Wk0jF8HypckNqRIU7wbMIdRch7YRD5s5jHvpv0wM8XPamh/
gXGJYBgFYIC9DZQyuuupkq4xhH5PzMvSk6W+bzjithzTqZzsGFDNSinh/sNyTpb+PNcNsmgsdEu9
Q34br3kNyAS2DQ3Q5CgIuLUgqmtMjUGBLwgjXWp1OymrgF6cAhhEa6EkOa/ukH5S86un7cwjLvc+
+FBEKXY3a1ZUhGwHPcf2vFuafgQNb5ecMok2wONkKwI4Q2F5a5PUSU1zN45gcLZiERk8GN0p/NwI
xNVJmqOPPmGB7xlpbtvKm4aIHkI0vAoYhO0uqjx4Ofkje2IdehJarRSuhLWQSBHCwFv6gx1M9rnh
T/281amWdQirOp1pmdntTQZr+NtYxS4Klw5vDDlFLVvftlsMcjt6ag5bqYqODnvlfaKjV5ZgG4v+
0ddWe1gm3HEHwRdFtm+LcnBb8YvrXV25bAlBrJikw2KqTC0z8nEVZlgcZ1HQ/qA/qu6kWa/St9HS
5G5OQTXvMgqCgAExgCF6RB9c75x0KT5RHsDL6WJqOKH0Vo/hXGcyRveTEbU4TXVE/EGgL1PQMfOe
DPXkS9r6wUMwVLOCZc2ohbZce49W6uRPM5hE7CKZD3ElMmb4r8WQDqeWY6WQqgXPmdmSGiLLeclZ
Fn4lsj6nLWYyD8sgeER3ZMFntSS7FYvNFksJmafNpvXq7jsfP76cwGub+XQYOowibcr54GQO4ukB
WMWAAwthJKfGmOQiGebD2EMUyQhWoasfmCtTbx4mPV4Wqk/74pDWbcdGqjY5ORPAWCXIg6UBGZTI
ByU5t5FVaU3tUTNKRsJHjCy+K6OJrcWn1pK1fdkZyMpoTfalk6s9oe5K7016l9RqDTfuFDKR4FcX
WjhyR8p9Pj73/iJWiI6DsajFPGRCtHMjdP+0kvrJrO6smv74Dim8hLEpcyfdxj71IrWvZ1qp9OSc
Hq0QBjWhHGPvoNPwQzyf8BeR9Rg9K0BQyNVrGhXboamlIl1dolUnalxQpbB7quIHUktcvz0gbl2I
SC/mYLgpCLzwj04SuQ4vW8beTZWb9Cm7wYnYobZFz6nybExxixwoDJgcYUqcGqw8HJATpotcjX7/
nAQJ0iFTtZzsWhzmxHh5sGKdNWuqjIUNwFeIPNv0qESaJ3pvc/SoEZL2d3kE2AqmqomfNEXrSUOb
M3jd6WzeeFXgOl/YUCfdnRsvCDYXIfzkO2KLEQ0Bk/ckb/HusPkmkxcb3sbRQSqoYeLmu4oZGvUN
C1KE96VsM6W2LJMaLjsRnRnsqfs2ISPnMACmh4Tq996lCR6GSpiHTdMxQBBy9Mfl3wgDqxIvrjyJ
wMs1p70Buh3P7epMopFc/DAxlf1QdWo90Gei0pOOjUkPt8F7zGFCJorJdSIpJCbuL9kGVrUYJ06e
VrAmDe2de/TO4EuoYCL5R/lRF46Wk6LFsCschL6d0k8DNcY+2eIczixmqPm2M3xgsGPXIFGxkcis
gG4nYQ+LKJFdEYGa5ZZ0p1xwLLM6ESq0kh3lIbP5Ams0+W7A+A6oJeXGLW1RKBcZMlqBFhPkBp1d
PuyTaqqTT/jxLdDqo6EvKBPFI26xkXSCsdbpjoLm5OIkq4m3oPyPgqKNceoR1TYW32u/mh66JRgN
EnF9uHE4gSec5jSBCRAjNOYnWk0McaOXAB5FPTpRBBBInbd0L2Lgq9ConhtbQ46mWoaAzI803o9s
HtsveNAhfvvFIG6ycU1tRYNmPXNMi/epV+Q3eTUlIJJ8ZDaLlgSAIAdHbbS43oAVgAxtCulrb8Ua
xgyrgQK3P/7yZjOaOY2jxWgm5MuL94gWxaXZGov2x+D1K3TeHPLr2TN1vPMXj2GGiEIdc8b/TVR5
PmZpSuw3DgeUesshL/mh2SLeUA7h6Qy6HW91MPcUA3Ha5TySzv1kpLFCxr1MEbNuxpccsnvI0j1N
136G6Z4mCJqQJH4mTk1yxlDOchF4KYw/jDhsMDG/sBNdhoxT45hQ+tuWLH/5Ls3hDZC11vrfDFJt
J6Y8Vf5cEVs/BhuYBZYZE/MzE8W5Ebks32lbYtNIKESzlKVzRcBC6edfHXbD87bBEtluEHKMdxGt
l+QkKIx4pA2Vgi4VVpON6GO88WIKDABvOnOyH5yjUrzfYMXOyzxDVEW0Enq7wZfgFiqFgBtZqE8C
d1CkP92KxJgQNjPtGle5Kx3aztgnE3VjLkSZmx5zSpE7GelTGAuxmkxs21pmv+S0RSDJFnmlZdeQ
0jhgmvmans7cSIR3A6gqjouBDOyMkJt9UPpdtAmYlhyMUTE7fXphVb5WaGgHSfKZgce2BoUPDr3y
Nhpt88GHXbvsy8VOru3WbBhF2QJ6tKDS9D1ncqccgv1SUccZOI5TxnDM01ap5jmYmune4kvCRAN5
4lL1pWhCD+fWNYK8FPcqDXg4tp2m64WHLLprHcwyFGxtaw7tdnV8NgFNkEu2hP61muqedIS64N+M
dBeQP0/dl6BuWUpz26OQ/hI0U2yQMGXLI0oHuuzgRqyOgIqmoZQj5zInyjDryxPOfuKWk5t3GsVs
kXerIW7ampEC9NpO9OU2YsisJcRfu2CAaoCBfe2WWv/MmgGNnVkWw3fPAVFzI3Wng60w1wIwZRga
Qb5fI49US2CcSa+yL3VAzhU+RJ19gTFoXoNqzWFoK6dNzzt+33njg2nejH20PDi0nchHSwjJod5T
QSVXGLaIXANRgkfcRD0LYiO5Gcqu/iZtfN/b2Wy6ByKDYpzqqqh/k2v+Rxt9UDW813e/7f/5f55f
JqD++jf+C/Hq/ANIqwV/BjSScOmj/6u/bv4Du45lB67vYfmhK/Mvq48kTQf/DR4hBNSWKwWYo65m
Jfzf/8ul924jlQn8f9Gq/gbj9SVHhrhCfoAnLclmha2E+StP8I/eeo8inQI8wExDTfNO0+O6LnJa
bk6yiGPZWtFPkdW4eHE6Rh+Acl6Smn5f2g8EVBiILp5cCbd/tvUF1RX0fsoNETsCeRGOukgHhNi+
sqrTP97HG7ikty/l8hZ8HiYP9OWlTOGgF6YcQzXaabZlPi1sJajsG0jaP7irVYzw3/if33cVmIEt
hWdZAAFe8acsatocsLgrK02cU3R689ZpnPl37NS/RW699doC23Ysx0Uc7QWv8D99GcdZpGqSMxZJ
1c6GQz5QMD7t+6o5iYQ/QLTtOH0jOp2sD+5w/bP/coeeIx2J9shh2L58mCQiciijXxE2hu5wQDg4
ijjj1/uhtI0QW6fHDsfvfxsE/+0dv/UKA94eFGKuG7ivRksATHRsJVdNgdGGMfvqsOnT6qhaDGTv
j5aXepNfr1CYLuY7W+LMs+2VfPTHN8HZMZ3poDlhI+aEjUFv27gVEu96PbBvHZEOULrJyQ38drqI
FIkG71//jSHEwFnnA8HtuuLVy2WPkll+wcsdJir8AoGUDHmZ2v3gOi/pWL/vU9iu55tCSKgzr64z
mP0EXwEssL0Uy4nSLBGGL7tzNAQtbI/EP75/X2+8Qqwk1Ol8AsWZvl4/V2MisDjz6E0joDnKGK/4
PMv53tVL9sEYffNS7NHxRPqAsP1X4K/CgcdEJLMbTmPzXLTKO8R+oa8Tly38+zf11mDBQAQQyTMF
iIlX4zIasqADJsVDJDUKs1RGJJMsY+sCqVV3V07gW0N2vcmDSWHxvBnMcvv+D3jjcxS2BVmYIz3i
LfnqLRKKbmWGoCKYKGHcBeQ2hXQK55NGl9M97h9/63Oe/eBVvjH/MEItVGMu4i9YZy8/kRoNEMZ/
ni/nNEn+WE0yEVC0fTyNBk1udB3UaajC9Wn78/3bfevNghtjCrBQoKEWe3llzqFTD47BCXEwQ6S2
evewFLm7xXZmfPBk37zJVcgWkKfoUOF+eSmym5hDrcgJtQzqrdUs2ckkJ+tJdYO8QBubfoJpS2E9
VY7z0TLyxm0y+9jSdD3bQTL2alhx6s7gRrgAIuhuHSGz4ESl77RLsVl+8C6t9c96NaHbgNSk6+Eq
9rH8vrzPDqJKbplcK259TtQNvTOjWvo9SykE85lYaiLMD5yO5S1dEBMKhffdILbkg2nXWq/zl9/B
cyYgl9nhL6Zj0w9ov4IvCxO6+YgBkvuBqsUuTZDvLaoBPYMpJXSC7DEby2aPaOPH+2PrjQmRLRoT
I4xaKFrrpuvPiR848hKbCXqQrtKIfIgKObPzPtnDM6eTbNOKef96b71kz3UI11g3iAgmX14PXFAw
OO7IAIMVuDdTZW9NN05JmoIV8v6l3pimAGPyvXrurw3fq1uDHNaablQ6YRFREqy9wcfYYM3jrRz7
lvQnVx4bb1A/PDUWVy26sg+myTdu1UGi4LCcSifgfPnyVmeKnF1lFIwxl8SW3jEkmesJIXHm3Bz+
9q36/kpxRa8JhNJ9NUMoOoGVaSRO6LEEXWFCTkmpw86VEZ26L2JyABCZxrschzZCwqTZvX/5dep7
NYr/vLx89TWpdsFHPRs2S/Y6ZGMz3zfdXH/wPl8O1V87dcmbZC9kwx5Fv/vyeZoSB1sy28gs6Tlt
bFHKz54HarKm44HEW+Yf8B7fvJ7Nm2Nfy3Jjvroe8lq6oyjFdhK0MWzobty2CnlRPKbfAkJwP7i9
l8P11+394luC3PWsAPfWq9sT5CdnXq8h3gPux2wBJGkR33LlRPtuMDGZBrRTV5nuNmGf/cGM+HJJ
/a+rs7qhPJYctNbT35/zgNFbJvRJsCy/KjmJPaM1EbI77bH37tJipFRCjtWn98fNWxddD4mMXOFw
eHh1y/hSDcT+4PpHKytP0PwUO5Mqwi6AY/uTJND82lv68YPX+nKJ+3WnAQJc1jhLkBvivNonRRTV
/DzH+mI0LuaKtHaPqZplaDaLh3XBQzFLbaffx+AHPnjIb4yogK8TMSUbJ6JP1p/2xy67j1I9lxM2
2FKv8VSQsc6BDQUh2hTaW81ifrC8vHWrCMjX/SA37Mv1u/3jel5CvI0QI7bb1WM+4as79dwR7t4k
5XlREzsfattob2gwiw/m+TdvFdEQ5zX2o9ZaAfjz0gVAVi9KeLWzN2ZnXtW4sME1HRd+BDVYsrvf
H0qW4A/87zno92u1Ao8JDvE+k/6rKdAchMRw46A9UXawr0qkggrpooU1d1H3tScbNBHCM4lqcQLS
UCs/+JRFrOh2RDuQQi5GxA9+0stNxu+fRFWEKoPPwkrN4+UzgDABB37pWtQv4z3fl78PYFls48zV
oQ4EYNRWyPMM8OIOtBZCbRqOe98hxe79H/JyIfr9O2y2/7gTCAJh9/ryd3jEzxCPTiDL1NOZp368
nJIjTp9U1ukHH9c6ol6/BWAoVHakg69IvHrtRkC22zhkpAIg3r5wRlEfhkjpL+/f0FuDy7U8eMuU
idZjyMsbsljpEDfXehdgJdwKtM37wpyte7On/UU7LPt7W9PfT5AyliuZp+CYrH6RP0cz1FXIKybN
H1SQ1R4K/3Qa+DbddDtLDn//3iSbI4mVRODsfzWOGzuu5owQrl1RNM2OsnV1hAAyb0i6CrYxEI79
+9d7a3BICm7wdygToQd8eWsYQ8uxtiUZmi3Zub0Ha1fBbAwjEeUfzAnrH/V6cLDrIx7MkYwP8Wrm
dSaT6kmS6J2upYAys1R3IJ3zK9ouCKDYr4eZVaA+1hOtjffv8ldR7y/XZnfEuZ//rrCgF28QXRzQ
MKBnOyzV/kkXLM4OJsnK7htQcRsG+fVzFz3PkGSOSbEE5hGOe743NNqeTRIV0ZVOTDStU+wB/y1E
CTPZAMDrWLoNJSpl/4Mv6Y3tAIcwIrIko4Ev6tXcHa25PSLou91Y5dZF4E/nk21an4KqSq6meOqv
zNSwv6XdXO3tago+mrv+Op0GpknBy7Ncm/3r62FRuBmQdxExd+EJAtGKN3Q3NJkb012rpRUmS0fT
zoi64Bu9DqA1fa9xgziZf0AF395n7mI/vP8O//pEWDw5d687erYLv850f6xmDu2QQXu52oHkgQGX
9D5ZnJ4+XdxRPDbmbN/novCvy7abr8EXy6/vX/6vo3ddu+FQedRu2Ty82uQOyG0JvO4oeLge7EF4
Y2BNhH0QXW+cNnXtH5eii/HCt9UHn+irU+I6/QRcEcg8yDQKrHKdD/+4c6Ckkef0ZEnzZCRCxm45
sGCZ9qHBz4sTaJEnHY6vsymIFMGQgxRXFmTd+/cfwF9nisBiLDqmTbOfeJBXs27iRUQ/I3Pc2YbC
nlvQ5daTlV15iM1O/n8uxRQaSPai9uvRx1dc1zriUvni6KfWaNEXdi1mb75G+cGH9tZ7BTrGtpuG
gOV5rz60Mc9dO7MHtXMRLWJ4i0aoO7aWIEEjfwEOsNB4aiZvYocWkN31/p2+NahZLpmBA8Huw3+1
skBp6uac2BskNok4Ix3s/3F2XjuSG0safiIC9Oa2SFZVu/E6Y26I0Uii955Pv1/OAnuaLG4RLeCY
AQZSVDJdZMRvgNnIIegYLQe3DkXiyisWG2Vbip7AXxzYZYiFsz4VhcUdOTCTKi7TTWaQAG2wOjWr
fFrzxbuwGpDiWSJTfVqQCL8qWfr2tNAh6aaZw5cm3PahOsxDpwHKzH2A+eEVoPTgZu1kYDploWoU
Iyh0ZI4hVuVmiGQ+0BLESQq9ZzO9AfRbWopO7g8Ul7yeC/tlTnKLOl0r/CAoAKNWkP6LHauylCgx
E9eyzc11M5RVYqtDWvoWTeULsLn0BXx0eJ6Q8vkoGb31iP9lpnhjOGACW3bpO3Bu41/319bOhuWm
A6RBqZY2wra209pq4bRhV/qNPiigrIb8oiFUcUZotDk4G3YWEvczHSB6a5QOt3zVRVbEMm1qf0j7
8G/IFMVjEag0Wju58Yw2WeqDfbN3Joock3eNqPFov+X8Xp2JqOiV4WwXtU8NeIBtXXfo0tkB9mGG
BP5ARpH7R81ZWmGcl+uXFn8URNpD5IT9N39lTVSZbFEY1gzBGH59OPM3gwROvvY5uwHPZU5DD2zS
McgLamqL94PtrGaGikGlYVFC4ypaB1tsDXRWP9Q+cmzGi1BX/bCYo3FNHecjhz/CvFIsH+QCYods
dpBm4XkBXZpdi+/LOqaBuPsYzwwwTGvlwwhG1+Pkzn/dH9nOMUxZhxjiWU6NezOypOSXGxhZ+3j7
oczdaeCfMetyF4Q7Flcb+TuUd/usQjA3Sv7F8iX95YSg+6TZN+0nDZoQAAPybS1ooUZBAgAcF2Dc
pk/KxYyAbR2s352JJIsQnUxq7azg7XC7wSohEVQIbWDzXqGp7yKuNH7PquAvuR1gNoeDpL59qbI1
kRbWqTcbsr65bICwLDJ4W4ZpxdMDbin2u25cik8VUvPf7k/nzoHA6lTQYhDrlG+7XjRahcgOuhXk
jxpkWqTZFdw3cgm0sY1xn1kWBxnDzj2Ka6tiGBhBUFDa9qSYKyuxbbD6gHXRlNHZGDxGcUOPNXQx
gdiOz42CkKbLeTz5uFJYB7Ws/R9g86qhZMg62gzYGKyIi4wf0EOw+oFcVo/TNO8Y7Ffy58rR45Mx
AeHqC6v8ljTq17d/bmAuFD9oopKobKIniGPIY9+2PhkGiPLARuoQwLLlDgjVPXLg55f7AW/rLaKv
qbFPKfDwB1t8j1fnL5owyCAYmeMhtmJdYxh9bjhNiod4+JciKbSHIQL6DLAX5r6UJ8gSSsCzJqfy
aske/lf+4v/tlN8cUfwYerpY8shIkaMSsv4x+MdAuAS86QGJ7V6aCZsQHNP18/0x70XhmcgxqCkW
L+bNSY/7eDGno2l7mpUt5wQIl4CIHfWmDH7r6rhVMTJWbXqlNA40eXuflIxRXUJsAaAn5MDjgY0q
0KZwqdfC6/0B3YYSfslo7+p0Kfhym5O9Ci2ONhMl8sYJi+8jO+MPe24td6xj8+DtvxOKbE+nV0um
jV7e5uhxphxBRiyxPPTtkLmupLjvThr+uJ0Ltg1WzP2RifW+/ohMEZRsshETkQhrsyCMxhZGQLrm
IQfxp5QjvmtgfXhuBosGCN4tBx/yZvMTie6ZeK1TQuEEWq8/JYVTsFiTStclwmSkMNHzT4ruPQI8
w4uMMOkjwB8MNYM2Wq5D00j60XYUETYDBppicVA7hkGWK9bu6+1YlZUR673qDRywrRsqgYmeXjDp
X6MBFoaLxYT2VU/wanTLvB5SwEDJTFI8CXEdLW2g49yfAXGB3fwgnlQKzmgUP7d3zVjVSwpNRvOQ
8tN/2BWelfg+1B9gwH6apRZCfgWJP5oU42Cl7Uw9qSg0DZRa+L8tGilvzVbqavpQWRnPj2OmgcCW
w+4pQU8TM6bWPDh7Nr1kXucc+TifyfRRhQz1NhN1+kXrp95cPMpoFEwaBbQMmlQNuzdDEhL5I6Pi
eTkFozqANEysFnsrPZNc6HTNP4OsUt27/+13Nhu/CCQIBn0qJlebfT0rvZoXnNCeiiL6Q1lbFXTA
2fHZ5d1BqNs8XMBpuOaZZsrv3H/rhQeHXWlC2Z49je6cn9jRgDZUOjzNg16cc4dy3oA2ko++7ezF
AwKWwdy2b59yslOHl45AZ93MwCDJhTVguuf1llI/lGiFeWqgxz6yS5U/whY5OF12tjuVRFr2WC/a
IhdfjxllMKQzUwNjXT2C5m9E9Ysi1dJjaxfS30icarWvS079EaDINKKPM0j6wWffWeSAFkS6Q0Wa
8py2/gVJEFNNXVjk1MTSR1XuVIyw2+UP9KCXv/FDhDF9f0ntbGeTJwc1CuoxirndVWOuwklGhc1L
JXmMHtNQix61XEoNVzINYSlEHogWTokgDfC4oD+qwO98cp4e3CC4CzoMWfy+V+dbBJQ7RMtR9iR7
Sc5ytgDzRu/LhKrYVwZ6G1bzOavU4FKrw+Jmc/Qv7koSDJ0Pjpnm7QfATqIBmdgsHrxw5Ep6GEel
Ek5wbqLRu/+td3IrHVlnZEroNJADbHPJKRwwC60QrJv6ogm9FOEEf2TtP9tRE5zCJLW+t4XWePAT
bEgmTqaTYynGu7mxsCAyuujl/g+6nXyuNI26IzokZAvb0udMmU/B6tPwDD2sXsLYnK5ktM0Jbb3s
sSjayu2jZrhQmz76FLcpF5Upyr1c5HTR9G3NMdXIqSdnEq5venyFLD88oterH2Blb3cTKZCAHYvV
ZcjG5gyLZ1rbVawbUBp09bMd1uoFZx7dS6DgeGkq6Gb3P+jtAU04Ula0xmi7qNvGrBS1oJ01iGPD
kmIwDjvM1zSE85jp6vwvQlHbo9BnmSqZ3nrjjJBoJTsrTCQmcwU9e5t900aWa2PydnAs7n5Gsg8O
JEcDNbHJQZYQMoUCFcwrU+156hPINFqm+YMdoH+M/vpBuL1VSW4HFJhmmagarEcmq6gKmQqvO3Wu
qy8AgrMzWxf6qtomn1DEQhpU0YIL5njJwWG4O1CUG7n6qE8DCVxHXuimIvMy8k0REnCHSkP9YMRy
qeja7Eq/5KgbsxuPfoys6Rr12m0zHdZlMOOsZsLnTcarZY75FwfF6UcVjYEHM66av+6vmdvDlsKa
2OygelTaQJvDNsnDOFPwzkMzhA+ohjDH8JVvnsclR+7EEe5VfYXOSeOkD51iHL2z9oZL45MyF+c9
NZLNdkQgDQOjjM+rVrODyqKBjwu+ChTlHf1xmcKj/riYrnWqqtNiM20V31KhKbNZtxWEZh1NMNPD
A655gZMjf5ZaUyN37AIPnSXrHJrhUX68G5SnHDwHXFIoWazXkLYIMrVdmh6IS/3RCbUSjSCSp8qe
gyvq+vVlrDr1/PaJtXhW8mbn5YdSwzoodEXNqccC4VSUARoXV7Xm3IJJwT45Gsx/8E7LB1dWYrTg
67iQT/jSRV/u/4S9yQUASKmUW5S7XKy9Vxd5F83j0kUqvC60tB7LSRv8RZECr5IWVBv67uhltBeP
OhSvMq4RiuGbU8KZ7CzLKS2ix6nNv+Q8Uc6gPcvvCsh6lCfQWfjz/gB3znbKXuAERI3ABD22HmCa
yUgY9xqCO60CPzia47NByuuj/PTrfqSdoVEq0Ki3U/bhItms2wSGcaaUi+VVwKxRUvlZLkbsxzFU
xQQS8NsPPTDXIK7JSgBtKdp6XCWCyBNuTpYHiZc6lkZJwuo1xavTqfFaHGQPko7b0XECQZEBpy/q
Blsja0Qbo9yE2+hPs4LLARe0O8JGd3Ok4lDbGIaDJOA3I2Z9DJigdejwktvzlJE3A0SHy0ZknsdC
U8zqrwlPh1/20uYf83GQ3yG3q/9A5Hr4EEVJ+BAjopdeAsuJzjLOAM+0ImQaDUXrYjlufyWB5b17
f7bFbG5/Hq8bHdoUiTgzsf7+jibREy+iwEM/zbyyM4XiVzY+3I+y99XZKRh5U7MV+f46Sgv/EC7G
HHhxMpaXClL1g5VbX3LLaR86qTtYwbeHIC05LhgHzJACZmizVzR6f2SObeDhJze4KEI5OKZjbCGH
xXSODCuHVFkc4UhvNyglIfIGZpkLjt2zHiK00DaJ8Fb0EWCWcV7JIzdJQ/1MmvHmdg2pHVkzKQpI
OFFoW4fCHnJR7KrlXZyhcd1hCneCfFr6C5ouCLPI9dNSOkc3y874DN6GHD+QIwQgeB00maKJrpsZ
A7MzwLbIeQ9k1eo/5x1KGPdXy14oeosQ2vmWgEQ2oWpIyRGiYBEFdUX7pwpMlP5MuAJsBQwDL/eD
7W1QgxuaOLwE+cNmB/DyM8dxhNlrwYf9uzKH5v04Ql13B3pUFznXKi5qfUaLx1ZR5+6L0m/RYCw8
tGDBKnRcNc6o939gAhK91OBr/Ps/8HfGudmiiAPTzBe7VKbUuf7yqNxqAYbkkT8NM2rcjbBFjdVK
QhLTQDOpHYVSwZSrH5ZRrd4FCDS+tHoRX2os615qrUSEMXFC8BVgUie5CVDYLZr+vSpFxXckajC0
JGugl1lL08Hh8vv03vx00fyCDEEpnQbYZieiClGaedBFfi8Xn0vUch4QAogETQqndwsIUJS33SXt
kapCcrO7SFyqkBN6+11WqKEPZqQ6+Jo3JxFnHVxCeoF00vnfTYIkMGLFGC06su9W9IB0UouUr04F
McXI8pMhB/n5/vTtBWS7cAHQuBKFnfXsBdj+Sv0kCY0WBYX3qNUeq16dPMSZyocK/86D9XyzeeC6
EQZ8LsUzxKbF37/KhKx66XVEPAxXj8fxXENXAZ4AHmEZ7cm7P7Sbp5Jo+Iko0BE0EHCbb0nSKyUD
dhnuMNYGbjNUif5BcMlwKYz29OxTGckkacRSExuf+6F3RunoZF6c8kB5yIfWo5R4jLV5VevuJPW2
D00r8zT61q6u9/2n+6Funi1EYP9RBrREf3zbxdVQcqMUBeHCjMfFl4LaokIRTB6EdJQN7BFf2Xwu
P0WqNHh2mB8By28LwcTH4ZAtBGOAPtFmAUVEBDeUEB9Kj9cGch9j7zEk18oyE2SC6Z/HHvsoaM+x
MipfnHacX1Krqq8h8mru/Y8hgq02tPgxgHqgVFLYoK29/u4VKAjFQkfADVVhTlYpFtK7Rfv2TUqy
wLKykb2i9bg58eQa65bAKnUXLP9wxrK+QuexBwhYYcqJCPLR03B3VLzVVMEWFe/h9ahmCCIWrlW6
iy4gHvFFWDz3NfLD97/dTVoivh2PBgFy40Tcpp7KmAMTGVvd5cwN/tLwsfK02Cz+TGmaSC5geR0T
BNs6IDjvnD/Ab3nhU1mAo65vXkYJyZ+iz5aGOmFnfmvVAllSw6zk86LXSuJ3WnNUG9qPyGahtkcx
ewuza9R6QOke3g6uOCM+xXiAyWGNNKa2gFBP0MO8/11vZ0/jWuQtRhEZ2se2tZkjd76oBfFQHZQu
RmJ3D7QbjYNz/Hb2iEKPEaQKosfWlkijO0EYUZ6GDLWE6Xu1sRNfa5z53Vihb+HijuQkJzT0jQMc
4e3HJOnSeB2xEziAtlg6XkHs6Z6toEMnvPYBknS6PNp+bAfyk4Fd38Ewb8904ulUaCzV4uI2NtcH
XffcqVoH0HSnF75uTcVD76iW7ygoxdH5owxn2O2pzPUjYtvOQUdoSCW2mErwepuzZQ51aQRHrbmG
irVAiMuU0K5V/aa1cm8Gk4yn79CchcGNZ6DJc5ZMSfskG2B37y+o28tFQxubagbdJ/bq9sTtBjBP
ZsIhJylD6gd1jZmL0lmPpvDKuh9qb3pZV5Tlye4QcNicPG2M0qIaoBoR9p3hWZU2uY0yS1fVQAtW
abvxIDvYjWfwbQXjWDxM1yddm2nKCGaU5cTC8kMp5wP2ZvbcM6swZFFtvD++vU8JcISdaYBJIgVa
x+tx++a5gIhDasv9CYnPzJsje/B7BSXq+6H2jgHB26b0DRMUrMM6FE4EqakVhGqssPcdEjsPpaoj
hNXeBwS7QAGRlJbqsBjwq/QqROg1CurGcEc4vujoZuYp0ucAxeHkT2uwlIOzbe/UAYAEvooGER9R
/JxX4QKanmploc3btW1NhpUoF7zsJdieTfvYwux2W6UwDxbJbcZDGY+xsQugitCVWgdVqpnmr9Xp
bhAqoKOlxOk/TPi/XmVr5AFSlFPzwZbq/D/4JlaPSMBP3+5PpZiqdZbBD4CcwBa0oW5vGXyouSCz
CgbMxUUcRVYZV728x9dNkRznC+/discMcpeSWY0f70fem15qtSQ4XJcWw18PXZvaojTROXPtrKrP
rY7vSByXOJqEwkek1QbvfrzfLPvtUGn5ClcWWzhSbxJZtJCFfSMSjnrrjBEatwVmg0HY23+NNg9f
pAgz9NxrKTBzz9RCLEDmPC7eydNQflOCIplwtKjwXUTlVcEHZaqQto1idOZPU18Ow8mJsnF0bZB5
X7FIUP7JKDp3blGjsHQF8Z8iwVQXiLjSpsOHw+qmn6k5oS4tdIbxJkqWHpOQZagO4A07S0xwg8C0
cS6Qdm3WdVdG9K8XCOL1BD8oEg6q+Bx0fhxGmPTVfeHOjlm7KtW6U9YVR7ih2zc1CRHleUzDhTAQ
fYn1PDta61RGYGvIvsjx91nTETTNzUb+hRMEosF90vSfOwVQ6knHnLZB1ltTv9TKjGnu0sX6Nywd
QtrkUVNjwNT1wQdsfesAIeFCxoEXwajRBc2V4yNF6wXuUZSPRwmJ+ImblUNrGMzTb3EDngbrISTz
khsRCuuuJemTpzhz9nmcpPDEg3z276/SvVAGHWNQCfT8wN2sQ2lZX1UKG5J1A+ySqaNVo7QLt0bW
HdRndw48wQ36v1CbC7HQxWkXMyrD6JWnQa2ybzhxqeaJV2CUnUC0TtfJKJfz/RHuhsWBCRIKdQry
u/UIcUJBTiVmhHZtDni66K0umJM96o9y1VffUHOU/EBH8PZ+3J0vS/eUQhfVJ7KNbSc6sls0Afk9
roxs/jUt4xrUrl0/B6r8619EEmxD8jqBatwcNFmOeuU0p7yYI6sAEDxZZ0evGxVrQ7P+cT/WzlXM
zfjfWJssA0+loQh7cuUIz53PA1o4PyrRl74fZffboQ9FTYWk0dhSrnW5tEe0vVH2UMIaFHftfMK4
tHjEzP6IK7UXCgcueluwEWBfbFYlyoJmGoAodLVKh6DVQHcAqpNe1T6PHu6PamclklfQCKGFxzNx
Czodcmsa0TrkNYPltT+iZXGW7JG6bjWElzSplU/zlBvf7wfdmzCwbWJh0NTiDbxe/tjDOFY5MGHZ
nLMW40HIHYOavx9l7yvyvCahgOrFpG2OEcqnvTkLE/u2adTvYVP8XeFV9cms03+x1hkKSQriU1S4
NtOlWQMA1WHScDQY4pfSqLlFVLRKPXT9pYP52hsU6TRUOs5i3i+bWJVQjMicUXMjdew8QwZ2h5p+
d8HA8IjEuzdLJNPIumjwvunXrGcpmpURGw3ORqVNpvNShtHF6oI3Ix2p5QnOLkxrvhKLfh2lKgx7
NFHEcK2u+ZOsr/bzVF3OKgNyB3MIrvcXxe6gRG2UvF08OzeDMiVn1iu7pz5BqfS56FteWwFenLJ3
P87evoLB/39xxDy+yqTFjaNqEnG0EZ6WoqCfqup1D/oHCU18KTKkbnXnoHa4k07y8OEZTWtBRaFh
ExRWS2hm+Gm7WgvRFMuINv6Khml3riPLesk6G03o+8Pc+5y8T6j2GI5BCr9JrBIlbZMeyUu3MSoM
ApbqZxHK6sGrbj8Ii0SwWyD/b27L2R7yUTVbKjz50D06dQJUH69w9/5Q9mZMEMxkymbUrW7aXEpS
5HGnai5ApvgZ5RnU77O48YoZ6wcpsJ9GJ/jnfsjbgVFpUSnugH80kRMSaeurRZIonVphrae5Ge8D
zzEq85MyaPaX+1FunzeinqOAwhedYViv6yhtPqhRBNEWFomVXcakXZ7UJLbfFXVQ4UVGDlCiO4Fq
a9L79yPfflIiI5JJQZnDCubYOjJqEdUIrJyJwxjkA6ZO8VdAzf1T2dXNA+6+hW9MgJrvB73dBBSS
ROVRYGghYomP/uqjUt1ss4jNB/1qFE8Zw4ZHZ0mebnTfMEg7YknuhwPOCUPod91sHU6JQ4ybUhGu
NNHfd2LHDbhAvSnpfs1ScIQX2wvHaelA1TMpPm6lpzojoSu6sMXToYdtBSzPM6M0OikQ/f9I+1w6
qOfuLVFxmgheJInIFhkdKzi4IbOhURBEGp+O5niVI1s/aMHuLRTwGBSmfhdutiUwjD0K8oUBpInT
xu94+I4XaUwSV15GFJnj2vagzhXe/YWyMzS6SAiKCMIjSInN6gRG6XQQspk5NJyfMjXDZmPglLkf
5fbCBvvF0xOUMyalDHG9PvTaMhF3J0qfzwBtrQIrC91s3yP4lb75MUOeI0oo/LNUU7e9uJFC1IDf
DrlcIgeepE0Iukf24mGoVLqKXvTuZIRH1OSdBWnSphfdKpbITQOwqJdYrwouukjvvyu4/D3S1Cq+
StidI1aepwf5j5iU9TNU8GVBWtCjose5RfFaRk7TdpnRArPn8YOejJMP6dhyUYYJXbzWcV7Mpfxx
CqP8kx2pR6KNt7MJOYLcQaZHA4XV2GQrWTRksoPfFYWScPxhm4FcewXkOH/Bj7k/uFx3g4miBRNq
Qr/evGvycZnkfilgBNdpc6njWX9u8HS98EpVLvdX6S0DAgUaHbteKPSUT5FpWC/TQrLUrOzn3EO1
foD8M0w+zt6Z7yT9/BR2U/qMiWPyNEUGxGBpetYHu/lw/zfc7kfi0q0StxTaMVvgASgazKEWtHDQ
4p0e5Fip/DBeovO/iCLuWhJO0j9dfPRX1wOvcdZoZufeqPbdNSbLBVlB7e9+lNtdIRIVqDSiuMeo
1HUUrWsmKS0oomkt5W4tXoYHtRvCx9gc5xwvta49mMC9j8cZJhyhDbiTW/R3qOPzuwAn8JZaaz5h
JWK+DJXdHmTPe8OywISAX1GFvuXm4+WJhb7tEhXg5VL9ipOB9YhF+4TW2YTVjxIexbu9F/iCr+KJ
3/NqsuaSnjLMlMKzZuklAw/1FWHW+RobZQJl0/7ROTg2vXHmoBTT+xIAOsp1NxwROSj6KscQxJvU
Brn6pHfcUbeaqy6Q50pcHsH2bzY58aAEUIWyUQ29kVOzomLB52NgpUhRfI6aisaPBryBX9kdXHi/
2zurw1PE0kQbgUUCd3qTCU4cj1gs0t5qm2F2XH2cwm+spem9tfQD0nVxXtB0mzN3znvHrytH+ynH
iYqUcionz90SqX8sqoauKFaYz3WaYcrXTAN9Zb3If6L6we/P8/Irj/r2qpjN/JEKNkYSsVZjK1M2
B4ne7pfjzKIBww1Lt3S9OIoKmeeJ7eTF+WQ+j7LV+8bAY8duW+lgUdysQ/HhCAMgQ6iMbnEI/WRp
08jT28vM+Ycx2sVP7CXnS5F0+Bpiq5kMrp7FR8p3e1EFQgxQGv+9IQEWTkROqU25V0rK7DvLVMF/
wFEpQDHnnHeSDExfVfz763/vq1IsgYCMeiNgv83JtaRJH9SmlOFMhw5Zk6iz1yLASZ2wOAJy74ai
4QPWDC1B3nfrCRyXdsZThPutAxGGH55RC+/swIuofL/1PGYCUdRD4B2MgCg8rUMhdDnqo61nXocH
ycWiq+YNmCv6UhpFZ83Jg//c/4q396kICGxRh4KAJMQWfSFNlNpUoCueMoU4zCl66ZwBOmePfSOV
z2O4tE/SlLRo8qblX7HTqL4lJ+XBjbqzgIgC9APeGo2HrYCLk4MeLAs79dBisLwm1kpvmfTqhKPX
/M4JMM4wc704CLozqxyd5ISU1bn4tuiWNu8gK9p66qFhGPsBUkRfFsVqab2AlLj/lXdDUZ9CdBh+
B3nZelax90nneSRU2MjhpW2z8DzYav+uNZrs7YcNiB2hKiroTjdNetQHB13Da9MLB1zfymCxzxKC
Sm5ZNEfljpsUl+xHaNkB60XcmSfcelRhngiYUpAiBJM7nhymxqVCq9w1Bsf5ZRr15GNFpl8bgVhA
VOroWbT3UQFmC6kunhIUJtbhazIiUw7CzMMZKjsNvYRyayWrroJr40Fh5yadECOleCQ0YPjTFoKB
c1CEQX2feYs2yDDImupzFqBUVQZNcVVyLbvcXy97+4HCKdmfCbSF0st6aFpPkcRMp8xLQ7V6zC3c
xspKLc7o/ixuqmBCl0RJfXD0iGtoc+kiCP7foJtLN8bHdmhQ0fSmABNunoHZ/BlSt3kpi9R6SDUt
OjuppWD8oKvp9/sD3o1NOQvsBThqYJPrAdvKNHeDuvBcmTrtaSlk3J5SE8Rkq0W4D/U/U6dQHvsJ
w/r7gfcWEZVjIYeLYit4k3VgZy4KW4rjzJM73OJn3r5/JDIFBI6rI1jobiiytd/XpJBtWoeispUV
lVxkUAqUjwsWzp/LwYKw3MvBQZViL5Lm0MnlbSJk+zeD4qNNOmy91ANbF7sLXob+OBWZn0xWc77/
/fYmjrcYtHeSPRCJ29yGumBiyhw3SIQWD3OeNDWmkfmnum6kCz5gyKzXikQToJn+uB957+aiFkm/
hfAWzDlxPL3KuYGdIlA4Gpx0i6R4OIRp57qR2wd7NiO3b6Y5Olmx/XWoI5wOVdFKH6ixHaSqezuV
ZjkMK44Fbu3N+OcgTkXdBDdbzN0fejVCq08vIrfOip8K/sQerZwjWbebJxSnkUCaCGFA3qHbrlQV
q/kQVjMxY+ifk972H9H9sQ8KanszCykF6SJRx4Dzuf68XR7OU9Ti5d0gLfO+0JlPe56wsq20H1Zg
VItbd1b1bjaRszj4qHsXi7B9gDcHWNLaopjHYkDGqMkzTx/UpnL1Lh79qU3DK47tzdekq+yfNoaS
0amx89nFhFQ+cmbYO/AFAx8cBvIeZCWbwfdpHSE+mnoml5zL8xlsSNQn3ihTvUkK/Yjwv7djxQ1K
9g6gmsr+Ol6cmQrG9sQzEiNz7dlZPKU2k3PkNNnBjt0bGvQfHv1Uh9i2m1BJM1ltXGqkPcJ90Slt
XJaroL1mJgakY7voB+vodmicr0LEk64Z1cVtK9/UG2XBsiz1hmn8FDZt/9jJJJoZKJ43J3RAMCjJ
iLOI3sg2H8mEyJejt6mXJ1V/GWU2O1D54Zw3g36wQm9FAwTcg//QjRY35vbcc9pCpxick7FK8fRd
bdMBG/ceJ9sTyvXL55mm3l84/U5u6/QxTXGj/ziUhXlSUes45+NYHpyGt+cQP0bopHIkwr7cAgoz
WbL0bkk5h6U4+4IB7Zi6mdHqV3OkXHUK8qr9I+yrIjy4P3fjUmFBadgGa7Bt8/ZqmDcY1KUeOqi/
JkmKfaAH1nNvUArntT17eW9on++f/HsrCjYHpgRCBPAGbO/Q+9LzGgdxfVQyuIJjeraSUX6ZNfw0
/kUobjW08jgFeCet9+Uy9iH/Uqa5Ad14Nux4YcfUJkYmzZH/1O2+VMFqsIC5sQW4f3PktG3UGb1O
qFFXy9OQwnXvyHG9OgzlK3gz9eHtQxO3FggbYKFAN9dDa2KzV4sMO768MN5HdlO63OXF2e6i5SDS
3sh4KLA6BFjz5r6ai1izpZGRYekutImgLSx1Hp6mOG4/d9lYHIDobu9HAREha4aQwatyO2m6OoeS
VVqJZyp1fR4sqX1f2416AIncW4XAXoTcv+Cybxv0ilpS489xzUbaFPd2ScE+OKXV1XPm+Penam9A
r0OJn/Iq0ylivSsi7Lg9u0yV92kXJBcEvId/sZV5R9GIBM8PY11bR5m4CpUQ8xtEw9LpySk6+yVo
kBY1hin406Ij6VbdYV9+Z20ImxGhvsK5xXZeBw3bIpe57mOPLtpfQUDpBttOCw8M+GcznJ63f8nf
GttASnn0Iy+zDhegSmWXiJugA1C35zYypw9wpN7me4ZGFWCy34Uwsn2aFdsF2Dhqrkc1Ufq8GhqA
wgEev02V/JgiaXoHvPSoI7GzFuElUFcgE2WnbWthKPDZRNTEWpwaFwqY4ZpRhKZycig7sheKC4/C
AvVMbr/NMdX3coVxNxMmazivhgHOLEOodJzFFI7uL/u9S1bUMWFUkauQ7W5eTFqUwvbm0PWyMZCx
U26UX0og6cUpiIW6Cj7Fvo05gRdNjnwJUU1yUUDJLkVfFO6Ym/3P+79nb+gCliCzTHlabVtPOlzz
0ZCaGFF2KX6vLFnwwqGHRpEcHuEfd65VixYp3UpalVBEN9uixfzKzJcq9vBKyU6aVTfntOrBWkdx
MyBRpAQ+3rnL9a0D5PYBHADcCOUBFM3WuyNSaePZcgrpqokdX516DOEnDgQjiZODJ+rtvtegFgMP
g/tOJ3jr8QCk36rkNI69fBqzU9zWgw9gDa+WElY/ltdHajm3RyjoPVFZpdjHILfvNJjCoMQ6BPUX
pOK+UuvNfXiD0uXNH1CYXwmfG9YrZ9r6A/bpZGbw2iMPB3vNy+ukRiurxWIH85fT/VB7A4LLysMM
zapb0faxQGyuUDC2J2OXAL3BVB4p83v3o4jdvK4JEYGqMP4frEJW83pAaI7SFhyiySuQpPooN05y
Ng10pxrehpeUfwyzban42Naz/fYFwiVOdZFsSLScNs8UmOfW5OAc63EDY+XSOf251dr572JJcIso
0vlg7e8sSLIhwW4QHRRIB+uRYroUtEZHvKDJZyBUZebmch8+OGo9X8wMTu/BBN5ucR4PZHr0XxWh
ErOp8WVVh75QTobcJnVwqSDtInK6qG4QN8YjzSr9UYv75CBp2QsKR5UzjJc9ImPiiHuVSQypRmY+
TZMHc77w1bS3fKvF40oxe+nZVMPyY4y32UFicXtuCnDwf4OKT/8qqKw2YCQAQNAJNQO3rBf7iSbU
6DZdFn66v153x0eajsg/O+OGlNylWTMOFesVc9z5T0UZsc2wY6k4x+oseW3OUipK683sMd6BEBHZ
8tSikXjdTKWOqFA5RdnkpQYsFbpuszehSf5IDupQ3zPstx8zxCNFw0xAPOQ3s1j1i4NpVjF5iTXX
LqlO5+soULqjlVgHd/DOAcDT7rcQIH0v7qL13AUBzuplX01eS+/maUFvwW8CDZJRkiSKckULR7oE
ily8lNoYHMTeOeJo74luGGUYiiKbdZOqU9LXzjJy342fW5yU3k+1nny5v2J2Fic+yjCP0Wci19iW
Q8ia8Hsf69HrI03IK/bxheu98tJ4rg/eJTuLE7IfPUtxsCFDsElnnDhN59Lh9LQLuvNNOixUJOXi
MTfo92VV0v5HyofsIOjO+BA9oIQnzlGFC3c9gbMsLZRm4tEznck5RUUme2itt9fEGtvT/U8p5mN9
WcDkhiYOQZ3yC0oL61Cm0QaKM0L3Z0XGPySAcK4OReoTVbzcSyj8H1SWduOB2gSJA/iI6sc63gzi
ohob8iF9NuzHPJvilygLK/jGU5j/WTt9fhDwdkEyQHqzQqeNR/O249TaUT1OyjJ4SoNHSlgP3VPc
Tt3BTbQTBeU5ATASkkBIZKyHFUVLqqm11HssWKjNwCAe8ScqDg7lnY9H0QYqI1AcVuW2YLQMWtsr
3KreEGmjRkY9DpdgDNOvUtPHT4vSBAdVgJ1hCZqUUIqgPsU9ux5WaYxlTFO395xSly+VNUh+dEyy
v91jpK00IpAlF3G2SOXFVtPaMZfe64w2/hA2XfAoNXPMyTwqlJN76wPSJs3BjO19SxQoSFMQcxJP
y/XQ4ljqyVeMHkxTbv+J7m/mhsk0XaMZ2e1kmI6kb273NC8w6o5CpBN6wBaq2To1nK8qH/CByjHK
ieL6sdFZMFRvj2C8O7NGfwVkE/U2qJhb9vDcJ87SdgVLvhjqxzrRlEsa8SS5f3LsDIhdDBxMaDsz
ps2SX4xEamyFAU1Bln1Qk6bzE73EXTA6Ele9jQReBLw1hHpgMvr2zKBZFVldUpKL2HLzXm9l44uT
54sKObF2ooNh/aaNr09Eov2eJYSSOYI3tydyW0OMad7k9XFUDmiBFwKiv8S2dULXgufVQpfl2of5
PFwMchrUf+bYQEGqSGSesJVsZKcAZ+Jf3SIZrZs6XfnHOM7zL8lu4y9zpA+/yFsdgHo1SmjXmRKz
dspGVVu8+xN0u63gAFJgQCpDaGZsUSIDxIZUC+POi0PqNadoyss/UtpGITQ5Wzshsg4JyxkP9tWt
9AEpOdUhSAUItLLkN5eXw4nb5lHVeQMEr69TsEioHg/GovhV38/dJe5H86wLj91zM0I+N+dA+0ey
mso8LWmkOwdH2O0+R3abt6OAcKCxvvXrnqIwa0c6DGiPt/FTy0vZn8MM/6oh7Z7S2AoP7pu9ePSk
QY3QGmfNis35KnHWsXpPlaQj+coN1c3RxvWdGu5tBHby1OOfdXAn3G52ytz4kfMq4YC5uVDbgbZK
VpJXxlZcg3Vo2IFFepQt70URRyUdW3ruHNXrUWEACkwbMKY3FIlzKbHAPdOSag5W7O1GF7JEQtSQ
C5t8ZJMcDEujlCH2sl6o2rFP3a35qAd1epLZg29Gh4hQ5KiQwWkEbzEEyQyYPXNq0n/sxU7Gko//
Q9p59ciNLFn4FxGgN68sVlU7taSWnxdiLL1n0v36/VIPuyKbKKK1wNzBBYRRVjIjI8OcOOePwkGM
lZB8urPDKvp6+zLubQ2aCuiX4LuUzOjrD1jDvcYkE3FxbU7uqYWUPPX1soK/zLDzv9++lgxEMD+K
95Rs1mt1Si0wGMiq5s6MH3n9wjPFp+zdoMzlkcrUjpPBIIhVpXYTgcJmX+00lXiCiORNFeqdMnmO
D9td5deAkO6b2ZpOOmn6+fYG5QbWLhoyE2Jj6Kh5FwCWrzcYas3k9ap00VMjACsm8aciG4UUE3A/
zTCG3dfh4Fy6edC+315Z/s3blWFuBlcE0I+m78ZCJy/yliXnGEVDURW2NahH8P+j+9ftdfbMhegY
ri45kgZZ3nqHbu44Aoou0o6FCnFBH9HPa7dGL7aeDj7mnsOCaIh1eFvJTTdL0UCYR2UOoTbj8vkp
rHKXOoW+IHXbRzsbhx+3d7ZzdoSS8MTIaM8AP7je2TJlCVqxMjktLQ2dUBCaIvHqxh+WRbube/SI
41h4/mAsR0RrO7YqAy/SDq49O96EfKAzNL1oM+KIaMmYkzRypAkSsAKG3ivfaRGW/uTU0/X2hneO
crXq5vsaeTQvy0ihwYD8B5nCfH7Uomg61Z44InTZ36AsP0vKUMxm/W3ZtNKoM05tUqPkMpn2DJSl
oqYheIPRTB8f3Uw70reQf+nmSsimAmTFknjb2uIknbCaIOLQYAHMVAiiozZ6Dsfl7XhsnlQ6kTKi
IkPYUpLm06hCIJvwzHnR9z5PnZd8ccJLawj9aOz05+TgdkfU9yh2E0AhiCg/8y9POMQF4dJXIGTs
zi3eW3Eu7ocoNIEOJ9WzNk3KP/3c9oHeOd0DfNDVizFm/XLCOWQvi2Xh2fvcthDYsP+JYjM8EWl0
/9FrpfqaWzPScJE46jbu3Som6UjRaHwj8rWphIbRuFR5zcupx4skmIIaPG8BV1aAjAJ4nKtzJMrl
TF9fOXhIX9scJWZcooo7pvOxtbnR7q0+cxxorNQ6mf3GzeqPaqk2o0/BPvmgLbOr3QvGfaKDhV/f
K8oxKtkbJVGUILYohmEwgIzMFH/72bYvS994j2T3ub8MYfhmF8lSco4PUme6SFvCartXQ3ua8Fnp
rJTM8DpDHSjtaL+3lKrp/KwzjmiLdjcn80TAIYBjtjTkqtK0ULYIntXeGoMk8exLgYyGn+itdnfb
P702HTZHXxXmHiDlGM/G2kOhpyY8SEHRO+al15fs30wp3fcI9nbnemDYz+oZBFXV7Aii//rlYWU8
Fc05iifUTtYrG5HRNLbHnZ7rZTp52RQ+VQUvXRyOkByUWd1+ur3V3QURW6J1TcULyOp6QULXZvYS
GSu7TvPoMMLn51VanYp20i9xAjj49nryLVs7EhcuUTpYNClkBrv5tJGpIfRS448LZNAfktYYHzwN
Bp4Z5acAfqb8UwWY41oN9eKbS/vnm1c3HVlPN/gBdEg2iWyk542gJ0j+Z5v0laOEoq1vFC4+zGv7
U8Z8x4URs/Jdmoj+rOnNEWptx4hXP2D73o6NohWj0wd9QxOP9ggYkr4YnjprOhp0ev0IEVTQuuL3
Amil+7w+2UnLHK/wShGgd90F0EGaJ9WFuPX2F93bEN6OC0klEa7YrcGOo2XXQyOCxqZlH844mjkU
KMGn3psFNChCUEWnNUG4IsnW1xtK+MNaM4UI1AzJ1FAzM78c4Sms50I9xcohi9Te1hglJHBgZ8R8
m7BsKNuptmpVBFYWlXeugiON+2p5V4PUPN3+itrONZQ1N7g56AMiSrW1C0N2QVtdgPljZJnoix62
n82K8xctLW/x0QK2Lqguz+V11hnzP8dw77x3RWwVdNoEDEOgJTRxpsJcfcrm0H5yqiSNoSCw5iPa
593vIhUcIeEzqJHLP/8lFqDvRjUo70WgJ317JwboqaY2/pxEuXfgnHYKJ8SJSIVBMAAmkFL1eqlp
cCOv0fgsalV3l7arEKlTKOnWbVqfmzb+lDIvdUU2Z+Luqu7J9Zb+gZGt9uB8do6H30EQQb2NhGD7
9jQzY7gCorqgErmHymqyWD7EbfaJ1NZgXjFy3pzs8M7ZfGCyAULXbVc1Rg2uLtJoDKY4EfeOO1Cv
HAaKblaoHOxtxyMzOAD+HHdB3rhtd6hFBShvHoegtA2UCJgRu1/SIg2QGukDRguByPTqcNcs8RIY
RXKEvNyxJurcVONYW2Z1G8sXNqO0SeXSbUki9cHNjb8KxHe+Du3hJdtxiKRzgCC5ZVSCt3DsBoqW
Uk1CaJzL2jiLPqs/L2GTHJAC7O4HoDlFZvST6AivTdZqcjMmNx0CWKSWh3QZx3OcJxpFU6U+OLmd
MIVaDVQYzLsA8t7GYI3jlQUdmCGw7Lj4IpaufMhDz3jR9Ez3hxppqjLRJr/ozbdXpQB5U0qhLqUB
tfM2LsBRsCgQ50NQ5I0WMHJDrNtU6XmOe+MgYNj1AZLNj14ccB48//qDQm4M35JF56/tveaiakV0
Lcq0Ok9Z/KmvrOzDYOn9E76oCAZ7yXzhudVVkBsdfO09H0BYzYA5s8pgJTe+SBOu27hVPgbVDDue
ny8d/SZVy6dvcWkCmI5nqNJvPws7iQRoaOaHmaKkt2ts7oY563a+pDR1vaZP6PgPBsJUtvPozsjs
TCiQnZQQvqjbi+5dE3mwNMKhWyVxXn/vmVFCoVuC703+5Of2pLwYc5V+uL3K3jUhspYGRCjGJPl6
FSc1EstsUcEz+sg6h+FQ+cucNc+TXh1NmO9+ReyGZ4TCEcCG9VJeNKcCZa8hQOEYAkUtZMQ2EUN1
hgvy334qhi+5ah6VAPb2x3sFkgKLcXm71ouahWYJu6rGAGKOCaMUXRWowtafRW4dPch7G6TQrWKd
ssuw7dvl7RLqYzzjcrQhdu9tq0+SlwYGaeuLMclXKqpgy7X0MT/qDO3dCdCnlAVwabwemxhzXGbT
7CFaCGoVfvqIID6oh05cRKKNZzCFRwwdR+tt4vdQCyejTlkvqfs0UJshPudNW13U2XMv0WAcsYrt
naKFsrzslIPs3ZJXSD6hQczVEChg2L4huYdCtghNcUYVPDnokhyttTFTY2L8P9OBAQBB0c/jbHkP
5Uw9rJrjI4z+7lIUi2ktQ1JFC3FtnFFvNDBEAgAw6sL60os+OcVDoZ5BxL59ho8OL4gN2m4yp96W
JLLBU8ZKxzYrpfWusNu5V70FBeBxPS63Xcqe44IPB4FEiX2jsbDeFQ+QW1r6MAQMUpnaueR7DnIK
4cgr7xkh2QDWDj0T4OuN64qzhFK76RKUmnby0VRym66ClT7Ujhl1sAgvR/d777ikcCuzkOSuDDyt
N+YiEg9hTQRglgjtotrCvDQlemzhJPSDysfuUhLfgGDrzqAInd2o1JeQQFedy3OGaOhnDENQE7DS
g6X2jgt0Li0SiqRkjpvP2IaujgZwMgReOHT3JbndJ0U5VCvY3RBYcptnlK7vFqwEQ9fixtAIBRVT
FNfULhDAsgdR+UlVZwdv2p4fBmX2v2ttzqk3KsNNHQAMsA3kV0aZ3EdHmdw/+5zBTkWNnSBltOw3
rJ5+HSwLwMupd8og8ZdsLE/rvhEpLorSRvVvobVMcEW9Gx5EBbvf8ecYrhxsBm6zXsbK81SUI0bP
hHOa3mt5ZD7EUde1VzUDY3r7Ju8uxhyWxGpIDPLmWWmBeFXRXJMTDJ0Z+kZtxQ9z3yqkehpe3v+N
1QAEwE8JRxGS3OutaRBYqUOW/oShVM92OKIOMhkPUX7I3bW3L74dsjpgnuRIwHqlUEsdTWHGDuxQ
HgXqErb3SIJ8iYdKOYAd76UG5B6kkGTpiPhswg97aVq7TPiCNVJX35QJZgGn0jPJfJ2ch75X/XJS
8tMy5d9uf8y9SgYyjbBQw98ilUc3lyCyPSUrRrIseLSXR3tE5Luy5uqaigGGd6FY17wwpw9NPSTf
4U8KH1vIEZcTbN3ZuYqr7mqnkfGHGorCfsrtuPxXGMP83+0fuXsOsjeAD4cqZGvM8I/Xqebx/nnq
aH1K4xF0ba5E/3hDeqResvdY0KMBZQFgUvYi1kdulQymNg6PUhl6ENTiHy52N8Pwr4N9QNXraKh6
b2sS2kKkCzIByOl6vb7UEp6Siac9m2ETK+30myk50Kve/Z0kkIlCWmgy94Tycr0UVzemVcnW7CZF
kgEZqPYblNqDfUpq5ER+wyfIp8KFDojxrm36VUmBQaYwCP20NLyDhKC/K/XEOCFsGJ9vm8femYGC
k3kXqBXwpuuNDYMTR+ZIlXiQDfxIR8N6Kk3qaEWUIaztDfkftxfcOzQqm1QNgGuRMGz83WA2vWsk
qYC9zFTuo1yHELoc4oVL2ocHj9Teswv1HCwHFA5karLeHMm8U80ma1WDObxkmd0rAeng4Byc1846
suPK6BgjjPSkNu+So3dzWUBWG1ijEd9bxdyc87Apftz+crurgAkAhkOe9arTykRPMSA8TC2y6Lrq
MlSxfh8l+uhd/3/rbGydCg7IRJ7AAGjW5M/uVAPdipOD/t1ruQgQANCg/bRxGrrbfMMyvWTQEIIN
at2I5wc7rybNr+octzQ0efZd7ZPqz3GuWnFnVLlGMiJipu1NUCV/omulG2d1trp7TY2UOCjoOQu/
THIH96Y7/R9tqWmKrxpx8qlPylwPwrqkuNBqEJo+D21WSjc4G4M/hKWxnARztBllhtS8dztSiXNb
Zcvnds7bI5LonQsnx/1giSEhoWq2KfGM9gh0zETKN3JdaAOKZP5k2NVwZ1ZpCU3/fDTftGc1hIPY
zU84+baTkIWl6dXwQQSQ46aFP45q6zt9XR+lxzsBIaU5JmsJpSmIbSsPetcU6VCrdHvalkE0HdQ/
0ZoaVHWhXZe2hMOPtOjAVHeciZyqoAFNAZL8bvMCLHQWF6PnY6pwetyN6ZS9dKznMx9gvj2Epxzu
ycYPjAhEoWtfInKqKqhg95hrZlEAK7JvBn3hg1hm77RkC0DycsppPmk9v0S4taIPuhKVNO0aVfkO
snRM/ZHqeHD7iu8VGmXYQute8nnziK7Xsbw+Mzvd7WGgToQa2O4UfRhyVM1PZZnYfzfdyCxM03bR
+G5sy/4T4u3zX6ltK9rZ1DJ0Tm7/nr1zJHyjrIPaEXMIm0sBYrFOgY3icgxqV0uk6XcgYv8rtf4I
HL23EnxwgLfkbAUzcuuNN6M6qeGCQrpLRezHoNHtgmI2m/wQodGDYHvvSsizJIegNMZ08XqtbIqy
vDOULtA6xdHe6ZHjAGYcUqU6mVDbZi9eqri5D/nf9Nft77nnZCih4mXoqPBYbALTucvbTkPlNogt
FamRuc+R3EGf573mRfaJyfT5Nw6QhihDtg7NUcbl11uNLcU1FWUgjMj1zFccxYFaGWb/2tbrA9vd
3RsBphzgpxq3JV3I0bw2s9Hqg6o3+3tknOxTaMXDdbBrcW9JDuTb33LXYgDywgQHcoBWx3prLVVh
Ilt8jNkN4WNcKQYSOp72YMTaUZNjb2s0mKU4OkUk4DTrpQa4ivoB5gBGiDvrKoY5PcW1k1ycLuy/
Kqx/ELf8vFcbhAITvdQKZMmAiFL+oF/cDdHfCMspUxAFTZ5TMQjX8/tpeqyncon8seimL+Vizn8b
SsPDSuM2frGNrDy6KHuf+NefsbmU1Oc6M6IOHwx8FpjxGdyEL9iCDSWOfuPFwN2BdPlJm7DFgMSx
MSCLwwwNhG3ilJilBooz7S5NO5nn24az58uhApb3Twp/bV96TR1TONLIgONZyU6Zro9PlF7V77dX
+emxtmeICDBVEQoqEhG1OUPXbLtJmQRTsJVjn9NRmy9G4jYBqH9GjW13fLKMtHqKS/B5VTGZ90YW
9VcGTdvCp/w19Zc2Ew4zDRRdrmC/q89laFn3PfnzQTz+E/3+6rdakl4e9k8MffNe67AoltCNCUbL
2v7fLHKGa7eUmkq/pzcZqO3QTC4ypxuuup61n8Hne99j08guaPOmfya1oRXoU7pdHbT1WB6c154V
0sQkndQ4LpLK9Ycsa3iDNGrgQFNbJzk1Y+jegdm0/ugYtz1wKjs1CxYAhERHAfqHLZ16RU2zi8KZ
i+cYJMhTEZ0ztEpOSwI0B8Kkf3rms+/qKTnynjubZNwJWDEEBQzGvbrxbbUsBHAUdIc2qs59M3HR
rZSgLtCMyc0OPMzOPmGOZtwbD0PbdjuLasL3Og4us0hp6Jq+LSBXL83R8cemLt8B+9UvSab+0Kex
O0gvdvcpKd6ow/Pab7E6TlcxP5oznkSZcgRpYhXnBmrLqzq4RxQMe16UKrzEUJOcQXAuf8svXrRk
cmk2tIaLXhrJXTML3S+dWvheitSx0rvOSQu78WOk4GKUMUF6wJjfLOvEyrQwmfqF/I0EYuvJQxBQ
cU/rCzG6+nFx++ZJp3Ptl+Kw3be/X1I2EBtSlmKrw+u4aQMqnzLssGjKe6uMrBdmwNwHb0Q9RY3b
zF+W2QkKqOR9x5ids5uGR0/GTmxFVPW/v2GLeHUZ4CAdgU6+1rv2+6TSlLbRHPkE30H5ME6J97FL
i+ztOQCxKc1p7g15zvbWdqEXK0UBfGTohtGHcUN/DAlbD1bZiQLkaAMtK4oJUsNlbU4RJK0AiFlF
Q9XhcxSnVXpqzN55XsZZPYcxlZoDb7TzUjH7K9uq1LZkv3+9oqomnQg7lY9pxvPiF16rVr4ee+a/
t9+qvUv56zqb+IaRwRhBZWqRdEDqyzgV4bmpQd6MxdgcsIDtbkkH5YOYCcnhNiDNtWiJVEtwH2BF
DFIkFE7MXB9VIPesEP5V2GUwRURGNgUm24C9sk45KmES5kd6KGNfczqLuW2CGF97V8z20TDW7leE
yUdynPHvbZvHtSvYOsXPim5VPqgzhNa9hRQZIgrxgfveNUVZOAD3DHnlNr/WFmATfU/fyq7gQi9R
U9b8xcW/MXCXB1HZdZ9+w0IkRZHBPAqA/40lji480tFEzGQ0RgGz7GCe0mLqXwzkM+9/ZyniMxIW
IMjbkSxtXlxllj05rUP+Lp7nKmjc1D07lXE0uL13YghYwbTO/yhVy1fylwfCbGGS1xTprJqq+Sqa
JfoDSQ/raSy18PPtXe3ZvYzk5Yw4BCXbB5c8vnfEKNtJaup+ZoQ6/6rAXXBgF7sbogxGVgs5HHn7
ekO9qjBq0vPiUcVTLqh7NP6YtfXdWKrhgW/aM0GmS0Axw/UAf+PGIiJUSibN5SGvcxFd4FpX7vI2
zT4vhmgv0HSFB45j70oDE2BTksOGz7jeWssoeoRaAQmCOTVBLVTvfRxNk+9S9TgnsRGj1buEf90+
tb3vyXlRDQWFRMSyiYvtVKnrCY2UICoy9zNj/iMC4aJ+DEcY1W8vtReR/bLUNishd86arKbUorpx
MV2SOFGe88pRat8eY+/k9FbxbnJK4JG4Oy+4vfjeYfJuQmVK7EDJfGM3S50mZq2A05baQe/INt/n
VqsGqj4v7xI9PtJh37sMgLqYMpCVHvDt67PUUUuEFXYEFm6qDAuZ1nRROvXttE6IrJHeydkyPOU2
/OvDgdB9VPpARLF2r7k1ojbZIa3Tnl1ij5KajjIEULL1XuIQDie0v7DLRcxgdOb5nOaUjPvW0i9G
ZqDqEUNNffu8dj8gwDU6JcCeAM2uF830Qk+jjjIh0L3sWvfIUDASctRc21sFF4zZU5IE9bGxihAC
EMNOchobU1EDI0BfZu7D4nx7L3t3jHAVzhLQ56TK0jZ/ccLTwgyuNWD4KRyd35K0nHyGeubIdzL7
dwIqOabGpCgvi/YKGAv5fi5sChpO7VqX1KoKJmvco6mvvdtELIpnNBhjJgBZ70iquqexUBkQUvoe
pnVTBgJWca2LrLh3nCo6uL17VWOiABAzEqzAmpt3jHaeCvCCCUpkk8FoJot3zZXEfjKVJT6PITB+
Y6mtS7Okit9ndolanRleF30+0pLf2zmdZinvAUUcLaT1zvtxGPXcGceAtpL4xzDz9FQAdUH9DBkK
LUrNH2+3HfjMpJIICsfMA6zXmxwkNkTPeqXeV3eOGVdn26zbb4MxjweY6r3LQGdUQidgUHitop6E
s+uNzLXFU+tdIq/LvoyIqF7fviFIqIiyIA4kkNxsSMvz2NAmRqHqUFf8UkujYFZcolfF+41ZNkZz
mGXDciT5ycaHVO0Yg7yD3yu1+9BPrbDyGy0cPufzOB90T3Z8JC0E+ubAdqDx3Bbcu6yjPOZJKrHY
si9G2pX+nNfjBZa0lnEGxz3Rlj2iKdx5UKW0J+kTrP1SlmBtG0MoktzV+hHyBSX9Q09d465qB3Ey
ujb7bzbahUnR5KMXCuPAUnYcGm09kIZ0t0n9t530GvgD3TzmAwcl0S907v/phta6U9PoIDp5ZZIU
i+Two5zWMeWo3nqH9oBoepLEFN3ivDvNHUCBiqbry22TfHWn5Sq8bhwc0CSaQetV4qwpqd7nrDKI
8cEGWfNcIhVyITh8iQflzRzncjkIGZhBx15I39bLRbkxtkNNfa2KXfeqqKINlMFMEWfVjLdeNhqH
hAaQUOFAeBO2YchMBzOs+jpovEk8mF6xBN2cFo+wbR0F5vKvWhVYWYrYn0YlxLxSS2a9K7WPCqeI
6gaYwyi1JGrLd1o7u8yl4t2FIHx92Fua+5ritz9605u5/OTy5ISQoDJMRoFxvXwBvVeVdIB/CgiP
zlTKmpe6kLOlhGJBWzY0vtr5KEh5dQ/kojRLJX6fp2C751ptkRUroiaQekenjon0S6Wg7WkkYXS5
baO7S5FzA2ijEI75rPdnLzy5nWXUgbM4y7VLdXyLTbBet8588Ni+8mXsiuABrklK5VKUZ72U1K+y
AXfUgepFsmVvhN0PPS7F5Ee1qXysjN76yFhG/OX2DnfuOqAjiReQWSTI2PWyDT+lHSOtDiatgq5g
Hoguoqr/je8ot0Wyw/MNXHq9yog0L6kvdlIOfXk1LEUP3MTV/H6MvPNvbEhiBHBhlEi3orbR7Cie
GbIhXXXqF6PgklJNs6Ebur3OnmlQbwLDyWMHb/p2Sz2l7jg3awi+kuLsNul/k/AApgzeUV9pbyU5
nAdpHxuilr/+ePAMewplkiqwtcW9cwGt+E3qqU9DatVvfWIwQvpXnBG4BwkaXS8VYSTK6FAZsepk
RMp5VK/uMvGWdmZ+f/v77bh/GiIMvGMUzMhsJy0xgWSAxLwMosoWjd/NuZq+04nx7jNamMmpdtz6
x9uXpDkA4osK4ev+PAJxRsIG0UDtxuTM+Kjpp920+Bra2dfSdY+a5HtX+tf1NpHClIcc5oA8qCU0
81TVvXJKJ32+d0VowNcQx9e6yY6YjuQRbV8EShkYv8aL90qmpOS5tjq1KQNdKcszNXH1lFNReWzz
pYXoVK+fIhgpTsZk6wc37/V2mSOV8iGkj0zBO5vtOonV2nWLByuhGrvPo8UIxp6ZjyHK+09qNjb3
js5VuX2mry+HHF6lxECKzBzdlvzO0wGuNAMEDfzboA9RKg8TeYSvwxDxZieGtfIP5QxIllhufTlE
RWSGLdNozSfrazdMsz9ZYfGpaJ364HL8JLlfnyJEoMyW0LcDZMEo8nqt1LJzZWFnIDKXPkFqonNT
v1Sq7Ec+lRUTgQgFn5quiPqTmLTuHXBzHtuM0TOdtypKfthhBqmCawKNPXB8r18MkmrCQhwFoy/u
9uI2Q9UUmWnzGRQj/ZRSnDupSK18uX2ur90DnSawERBbUyKAU2r9AdCL7PPYJbBJVZ1p8USxfLrH
3meR1d/1sXcP2od7m2JB8nQqBcCmpZn9UixYZrs1GyqcgWv35qVlBLx5jza5fcRtuLctOUDLrCck
Jq+qm9S3ywXDaRg+biAe6+M888GZRn7pddFzJ5Sjiv5rfkOmeEji4egGG4TpbqwWWieVkhtW66Zx
dD9FU/VsVnN1Z2Ne59m0lMzXJ115x/SI+dmZQ6YIIdPq3oXCEz8y2+uCMPOqb2np2o9dH7mPfZfa
/5lFZX2pm9hETTeNXvJaS2hfNYdgnNfejF+PgK4szkLzsJ0AcUJSZsNMWuZw+9LxFS9TPzaLnj8Y
iG8+e06vPpXWbHyfNcU7SC73jgrggkSnEfxB87o2iRn+rckdDELr3vxPTJH37C1NeU5c82sL/veo
qri3HJAjxm/pOEoA83o5o0y8UG2TLphRKvqnVKzpTqCCAReE4fqiMI+KOzuO8yepmYPXJIjZlvST
0jbLflBaiDr04TnuW82nemre1+54RDq88zCwlMzyyADIvTaXSzXjXs0Qywk6qx2Wi9uI+lyq5AgP
EeDwh9zo3KCLkuSgsr9jO8BrqGLiRalpbrsw2kjFgW5tF6R5FH7pTCb1rgzqddOjZcxuTf20y34k
bdpftRqE4OW2A5PntfHgRJjUiGUDiHdhU+QsuzB3u0pvA3UU4nsqTMjU3WJ6arUxhnFNGF/hJCjR
iNDH5GUus6P193bP3ALQPMqs9Nakvf3i0bxuCRm87rqgjebse43ehu/ESXzfOEp0cpN0+TzXYryr
K+eo47BjWVJ1nXSUT8/LvEkpGCC0tH4SXVC7ihM09hh90NUofgSykH+8/ZF3l6IaQxNbVii3EJ6e
yWj6JhUUMCUKxsUSmb4AvncqEjDet5fauZ/UeiTfjCtLotvWaCU0ZvRh3wiEihzNdVHasedFtoB4
av1cnDs9Pkp0by8JgGp9hG5qoMYExSfKyQ7dUdsNE7JBy1ZOyaLMT0NnTW+d04Up7/82CRphvWLj
2HOqKGELWH1Zgshu6Qr18/JkZcaRU9jdnLybdH1/Ml+tlxqVTktCM4OoNRuMb4kn8qdlqBWkqecE
hFTu2R9uH+DehUBYhGI2SSieaLO3OrZrdUkgMY11kfhhVVb33pD8m+hJ+4ER6PnB6SzvGRaEo+me
ndiCUgVIUqnPQXdqExfDcdB1RtK2QSgym5HCoj1BrvX2LJGpNCowEg0kW+kbJzs3hTBs0uwgUus/
qzJf3hmaFjKuOffn2x9y59Kh3kerlAoX9BzbAmjX1dUSDaRRdojCJNx8TTCOaEVAe3uE+tlxokQ/
bIteHiPJ2569OWt6B6qyCFrDEN1p0tLmsRWM/0EMpHQPLkxaX+NhLB9Ks8yeUgHA7vZeX2OfZIuK
9SlwkRFz+ddmurjO4JQSm8BfPiHpO/4zDFTxGqUyr61BoUaLbfccEf/4ZW97V6L1IyHDnZvCOCUp
K0EIv+EVrViqzlOfIN1uFmN+sVNzfD82HvDk6ZwUXn53e8c71vqzasmwOVcFbOR6w9Chd1OYsWHI
K+LHvLLjL4PokoNVdi4jq/wsOqkWifbmjciFFjuEHOwJCeEfg5rZvmcUzTvPqevHDOGDF2KWmqhv
OfI7eyZFSMe8Oc4A6qttWDe5czy2KkWASLPu4rZ2gzKllRQl6XjXJZ1CT03Tg2kxqovjTvnX2593
7zAZNaaZJftpFDDXn1dPszysTWoCqWYsuBzne0NYcYHJ9j9VifWDXG3vqtLuwd8BViSM3RwmSB4z
LhOcwoLZTH7Vld2DXmbJ80LV/+CqvD5Suu6sQsdFJ+7aDsdWrtemQwMdmzeG88fYtsJTgZSGD2rP
ukLdXgdREjIBFfJDbn9T7fU2ZUZFWm9CFgTudHOmTRh1Io7qLnCsCKG/LLaSsy6UFkeLDnjuq7Nu
3jnLaJ0dZXCbs+rM2bUbyjC7ZFVs+mrftKmv2IUBQ6DCzM9gjv2fBz9Sfut1QAjulwIFQuhUDAmP
1ifv2lFaJSNEou0UzY/6Il8ikVW+6KcSAiy3f1rsF1r6gReZY+yrk23dJUb7ZggbCQY4HiiO5Aw6
rZD1z4Bawq6jSEB/VRn2fa8MP6IOKa95MPOLBg3qOQ2Xo1rpa6NnVFtOi0h+KgZx5J//EotGi14l
Udgx5YQiTXpWlmnQ/BweTfUKeh1GSK9v5/R6+4O/NgpiX5M2HbAeumbb/A1QmWPkglRboEByovkY
nabBDt93aW4dVA9+IhbWZ+uQnJq4Sx5gOiGbsxUzV8IroKIKld5EyagJi8XvQsPTfa2Ox4c+gZX8
ij5kU/nGCBbmNJT29NfSKoNx9owUchd1sdx3rmjb4qQ4Yvgx6i3KFIo7u19hw63nC+LDUe93pdq9
r4YcTb/bn+v1GXE2Fh8MIgnZ2dxEKSB7qzBPMUqR5urJHG3nBCpK+S+q4pxxyaH4fHu9neMhOyGE
oMhF3WWbnaGczF/vZG3gpGZkw4dZex8XKA8/t9bIZztY7LVzArRGLkgPB8fL/1lbYJ2lqTW3Dirn
uVo17zLdCK0fYzaiXw+FRuE+g3qxRl9Bj7cPlFxBedIqRBpeHPrm6SUfJVH13Ob1N53+YedXla3H
vqtW8buoSKiQiyEOKZcoy7MhigH5Ba/2vjQ1U9w+dTREGMLRdT6kSxl/XsRS677qQEB/CVMrfu+E
rngaXUWNgqoiHvKbPKaNnOUGdIkgCLvqDMrIQr04BNt3GhVhWaiXI/t3NzD5NZ+mepyTyxKXKXKP
DNBGD0WWC8PPKsjLT14+qcyEwQfnPaLvEqWIZSfpcOmVxhWPAxFe/L0F74lygd5HOtyDHty3RqSG
H4wp0+o7WMrQxCi1vHUoitnuH0sNCdKb8ytAEJRaQFtTraL/sD4hAKZ6rNvUrSMn8fwIXfaTNUQF
9Mmed87n2DkfmAR/3/rKMoEEk/BPQIQcWVivh2CKrXXAuwEM5/H3zmzqcw/x0odyhFn+9lKvrxa5
KTkqPEokAGTE66XQAYgahjybQB+b4hq6WvzozOhxkjvOj4ydHCXgP3tc673RyMOqcHzypdnWdox+
NsA+geCdQws101lvl296KhJxzfgPnkrDCP/qYOKNAiLYMPqQz5VZnCoKM8vJsUMv/FK50/iFpzqp
/Izub/hotq32T1U3bePzuDTfRG+mH5Kpoo4SJ9HiPkP5TKLfDNF4Xygp9HFkW/p0ajO7Uf1eT7wY
VjvP+up0RvTdQmf7c6O1ZehbdmHV5yLKp8hfRGp9beNCVCdAMfXfpTEWn9S0VH70Awg5OCVG92tM
/bHw2yTq7unc5kuQlKL9GKWK+i9Yc2i8ay9MF9+ZSwJ2eRrfdGGKrxC/2Q95l+n/zgOSJYFtLslf
xHdtfdYmNF78Oke69/0SuwXdkbRxPsZD3n1Fomihjq6EXXGqO0bLH4tMc78sDNhFz2UXq5ZfYKf1
p0XEY/zBCQ2zh+CgS5c80CO1tD6EBTziJ4+wi4sHX8BD7nrTV6OPrf6kGM3wXWmLpGMyq03mS8UV
gIMT+iB4GZCqzAIBmKygqhFmH/NMyk6bWiieR3iaVF+UsNf52kCN9FJRm/gslJT0tUQ3pD/ZoTmn
vmDs53ERXjV+ENOinKOILtiBfW9duSROJ5KlS87dZUhjY98j1ww0MKCvyW7rB6338icmQ1Ln1M78
wcFi0g/8attyMYenluCF0RegkevL1PfMS8zC0hBAVfPTlAvn4obiCOTzCvomOxtSt4+XSRbwLGO9
DO13s2GaTz1paRkr59KNpkcqTeHZivC7fqt706cwssSjPfwPZeexZCfStesrIgJvprBNWZVTSSVN
CNnEQyZkknD159nf5Pxd3dGKHrdaCHaatd71Gjljntul4Zp3qes0hTd48k/MVrJdL0/864tTtpGU
wte8eIS/52biIOjXdkvInxgo6z4munMMfLEoU/iUx3X0eRVk3IZzeJECehIbBbFGw36Fk0qDxekg
7QKVwHfIe58WNX2yRL8H8KXWChKFGNbq4GeqTfJ50qq5KoltANmaFtcvIJQs5dMUNW1wHGe/r/LS
1qV3bPuY1I0ZwcXRq0r9qMws+NNddTlysm7O0zUdxQmi4m4K4iS3IdeRSX6vbi2HcxaYujs2TuY9
cVIkw7FbbPag/Nl+7UsR7rmsy6g+y1Esb1E9TY+pltk3Ezps8aqc+eiriGdbVPEYfpOTgdRZy1l/
KDsU9bmYA09/VKbdP5b+5HxpRxF/SDAVc1GlKbEWXiQwLZX91N45WYYNXdsN5IOH0h9vm6qy5i50
dfo2KhluJNKo/nqu9lkU7V5J9+Sq1H5h8Ldcb8o2EELa0vuow3SJckePWD22YnxgiDQ2Byt24uFk
mrZlrnU6BoXwk+YeKTiri2Ha9hExfHJDdADlHf7SzFD6sdRpTmgSiQ4LghZ9prXCgbPttv1WdP0A
ZZxAlCLBc+cr+4F/oQ8Z4Ea7OhLoaXtih6bOGdeTFOGGMC21zUuMPsY7mDaS9GQVsY25SlQ7HUrT
V49ioGp51qlUX6vGxQ1akEj4yoRvSHNb+uuXAatJBzqkHX667rzHVyPWxXvROn36ZmuhHCqeWbQF
9IfoDbB2ezHdkn6oUnJgi81Zsh87//gXqyYCHPDgiL8so9f0heuE2atr97I6znFVTodt2L0E2lDp
Y9NbBxN5Bqsol2JLSvGgvaHyC7ugIspJLhYNnJzA1nkfb9n8aezT+adxOnc7woifPsAvY+gQ1F50
1+/Sbw+Zln2QK4n4F2Ki4zqHbB6bk+od/KIUXhDBidli8nNYuu0XTXzCXy19HSzXXRohzt47T/+m
qRjUsUrt/hqhWtlek0AQYUoYuzMX9aBW527dVCSLpEqb5mDqJH7Cv6V+0agho9uo5evl9M8X2Zya
a2xIh7juz+wj8awCk5InNqh9abgTF3OHN3Of3UQiHNfC1Da2x4vWrsrXpemG4yBj/uXVsJngepjt
8EYc7mxzmSTOuWoWEgTwqam+13YoP4xrKjuijyb3LYLWmuR9EIgnvZK2jNjBDw9sCNpCZ43mx9CJ
Or+Iqy34ZVSXLHmoUerkFreWD36VKpZoa7oXgRTZP2M01d22pkyju8QrIUaKLZzca5IywqhomraO
mlwMyeAXERGzd0EmCV9yrM9+tW3zPJQXeM22u/1YkqBWQuoV8ZT3ZbuaIrPwrmzgT5I6xAsJyBnR
lH2IaYjEVWnq6QFVfvxtGtZE5ctOnEtxSatSJ7xstMkDxaK6CZugfRROKCjLAz0ln+dW+Od+rWmi
ItEHRVXHQj/o0u/qJ5+AX1nMjRo7rGkZ4ea0Rl56cBZjn5PAV+kBB5p0wdJ1si8Jg4ehWIKqhJQj
0m7MY0LNTe7Zpu5OjhoqBE1pWe23c7iq7qbfw+aHU9K2XneNGLcjgT+Ve5Ip/qUFROYkO5R8sj1P
rRWkRW3O+kz+6UW5G9btB7zJYZL4eNrIGySn8VSfm3Iaq3wUe9bfGxGL30wqkuQIkX8LTk6oMRZI
us39ZlemujmOJmt0UF4b/KTjphYatyY47xrYsbgYGT7iSNKXhZzKBU5OsiZQvP2mA2kMo8W9cZwx
E2zFPViLZkemc++z7Cb+a5o9T5WfPJjEC7+KOlvrq32a1vgRObDuTnLMqv40dNJ92tpo3y7elcND
slb8JqQDVcSk1N3Osva76brxo/6be7GXKUgo1U+h6dPqTJrtYG82YwedO2Pvfdp7tXA0+7a6MVh8
Rswr/PENzC40mEsN66d2w9w8X/dkWQiBIyh6VQHbZUSDIk992KZPRnnEt1hvSaIDROI9PXYaYk7e
1ZHl4fOQ/lZWRwrugRw+sS1dk5P74nTXq1+6P5pwl9PNrnvviVSNQB+beYxvWhz2pvPUdXPKRxrV
cxnHVI+u8uP9aVWNuHUoUaksSn4WMeOlfZ2Iqfvo1I47cyHO/bfamtHPJzm539HX1n5elttyr0qW
+WG1+HvdYGo1jzD/w6g+RVWWXcXW7AiWSKtV+dy5hOVU62KyYoL4c9AD+pEDvDgV3maVWrCUbyYr
YXjJ9gKPZdtXaS588Mxbls/wA5aHrvI27kql8HdsdelON6M3cWOSNFZ/ocoMCZ73snEsEgNZ+Wat
TVUXIXngE9WB59xQpkbIqFj1e3cmgm9sEezWOsQfcBtxmI+aKSQCegk+KSU5C+td1z/h7Qo/d2TY
iWup683Px8B0w2MpZ/SA4258ed+k2Ju87pTe9d3IRKXKma7sGcGXQ3Mhv1TeQ7t7fZbHQV/q48a2
NoUwXhfQGSwpOt5u31Qem43hj1798QgVbZ9BO+Z5uyrDZqsOXTL2n9yuacq8leP0MDtt8k2HPX+s
iUWEH5BV28PUoI4ohOCkOk111mQ5PILmc+000xMT5XA5mtZL7Ak/1dUnsqZdmoLLqcT0PpkQi4zx
6jcFrbg6dZPYACGEX7m5SS2rQ83Rej95cjeweKy33nmepVO8yE/CIppk+UxoN7C5J6by2XE8PRQC
Rs03K5osOBjplvjATy4/0+Yq9cGTo5uc11rV6maKEE98ruuaSi5pdPR5blxnKci2TN7SHfTj4Ecd
3lGJr0t82upO3OP1XqY5ILJe76Mq1Em+87dCERzBL7LFd7rcjn4A8CFqJ9wOekxXrpXJbWjeSe/k
HlW8eSF63z4kemuI/Srd+JHGKr2efb06xcDTfpJeKrA9Fjh0zEEXdKew8dmJsiYC+twK7dcnF+Q8
y8tJlT+gECD2pYRzq5eknebgOMXB9Lnxkq7Pm9B4d1lsdn6W3gs+VQAM2Js5rXOFJZGTHrRvwuDM
WS7vkotJQi43z/0FYBCRT2k1pcCalgdpO8omNyir8sqma+0WjYwqVUzRGjUHvCu8nygUnMuvITyW
rhe0h7YMUn3C02V4DsZIkCG6+duUB1kt99xHsf4VRSz3RjuHsKO9jvQDbolhrIpRNOl6G3BANbep
aezIXp7hmmChl9zsPUzsfFulKk9sSSWLPl72+3CY/fKQatFteQ1Jjns1CRXABgSzteiMnqqzRqas
0WFIZuXNHJEjLHRqrmrf8ZKTNw7+52gABj5j+MMmkNZ1n2iP6vaYeEOa3VUtmYy5W3brfRdEbXvd
eVxW+RTUuM+WTE1e3Fl5y7HSu/uNzDXlnkrhK3VuulV+TlzLKIkeQjxGK41UISuM4PIoWyeCVeeN
kcHiErQk4iG9obIOEKMDlfZngCsnPkgmpi5m7QF7d6i4b07Ma5wqjy9mbQT8kJlNMzfGZCtKf85D
eg7QKvIQFEUeIpSCaI35Y5lFfJ8Zi6G3WeDww+KstrRwdZVSUA7R13b2F1l0pARxGLGsucqBT+6U
lXinze4MSctnWOWAUiRyy1t/me8H27Uml32yw9GL524qUsW6LeK9i4JTKEAQ8jLKYIzz2yPc4snC
5NM66e9zU8cDR0+ffWpinXpUkCos65zcnLg5l/EK4Y/JzpRShpHHmbfQml8pnEMKtTA2aS5XEfyY
BvzDcp/8qPmUOnJqPqaDzZho4IiW5FFkrEHBNwHt91nSHXUStPNxhFsY5RDRp6nokfFwnGUZ8SNq
d/r53NV1eLMHtuE18Jvyzn3U9mERjA2xRXswtHuBMtF6RTBo8xjt1YrLHHyLX1KIuKMjqJM7NUqS
U/whHRKuQCypHkuO8S86WrhBGtblnrd7vN9xMlBWB6OiNCHh1/81tFX5pPpBvs177/R3QWs2B3e5
yB7XKsC65qJYKYsmS9pX12ybLEy5+jFTpTS7bcQWPfGLeEGhaANOaC785FgPxn4SzQbPpYWx5hWh
KYOmsJFIbn0MV2I2lzvdR+vG5a7qdKjRsjEZPZRrHHYUW5NzaJSjtyKbVfw7jvYou42mpfpUETzC
r6+NfdOa6dShXRz1cwwzYC3PhMm1N4bGL9I5CB5t4G0DiJ/s7mzrzpA522r6GI6CMtOIhp95XQhP
KmJJBn2uAr9fisFO5a0vMaIrVgSmwaG2Vd8VRsjqxeAjLOG7KigvdVbr6naq9FqSWxOvYw6uubyo
0Ub70cxVON7gLR/9qpI6bA/1MtGOx94qkqsNIdh4mOt4WXPVZs7rPvhqLCIAw/Hs95M+xb7u0zwa
YmS0/AlQsd6lE5hNP+p8T4xt2HbZVB9YnuF3rr7yW+U0mEcpO2niwznPe8Ley+VnJBft3yf93s3H
IFviX5YpCcmh+9TRSVOY5nPb1M1hzRoQt5ZkoIlru+eP7AGxZD89Z/d/aClYxm7TXIwJ0ADMTEjq
7ddW1tWNaJZ4wp4EG5jCgIl9Vk4IvZI0+J6N5g4OB+Osw1dMItPfibdF5Fp4S1odGmPn5G7tw+Vp
0HH1BbO2uDvUxp3bHOB23m92svZ+kQWwXKdUXBnJo273w3Nbd+X+rcEUtEr1iz+ttbhaXMR2V2kZ
rGxA1w6/+9Vfm2NLYdYChA7Bmx06800nzegURJy4EyBMnwHCdKuyVxet25RH0x7KPDKhkYVOdfLk
qIgpCY7RIUTYEjM7bu5yvOuoqzhcRuWfUbGQxjpIESQ5HkT1745IgSpHJYAv9wD7/OdCsNF33cxV
SxvVDt0B0pRuaWca7iKWP/lzdr10PJWtjDxQlXUNuKKWH9akDPk1CMIDE0qMzziBT76eXGmiN3cy
DAnirDFLHtRjMuYN58xwVNaNfss4pp8w9WXkiecCfXdTQ2tmffHv7od5/YTwRNSFoIB6cezkLBQG
1rmSDGjSHM2b4nI2mulsi2lFHpQrmbYzJf4n2cuA6HZr9E9nEPJDJ2vxo2/H8rPd6vqrploGq8YF
+lV62DUX5SD2140Mc94vdFCydmG65QG+IaLwO7iBCb1ZnXu18O/VRo+D2BTZ5nGznjgbMpef1TYu
z1taA7fM09y0NNOSa1EBQOuDU3FDFDh7Tx/ThIjVPBSjfeK8BkNorLN+m5xw/C2ndZyQK9WJKswe
tkO+Y933hKFX8FLqsr2mG9C/o30Jnit20C87jRD3OqCTkZbfBbrNqiBGHiTdeM1LPHTT3KUHJdc+
3NJXSWdo8gq44ZvnzWN1gNWSNEc5xZTf+B3PTFaiXT2C42wdtfXSmIKhzKCeIlrQ+ibIdrQBjd8H
X1QVD4/a9823rJ1acye3Ll0ZTa5JlLsyFtNdrap0ONJ+44dts3U81LPMxuuW0cHPGqj/NiMLcrjB
VDJ5wqvsYjDH2HEqsP5K5yP1S/9ht5N5KlvTfEdlvt7ifVdWRbhUwWu9tNmWD8MAgKwZ5d4n8z4K
0ptirIMhcLVzPush+tz3VpecoDFHzrrF5mHLOtB/L3QGdcVRPJ2WsK+cPPZLDnPLfcaIzB0dt+g5
s592j2sbZfMCNgkzLsLTyfVGgNJGDM9erPR2A7oRvuxUy0z9DI3z0XokK+UCCH4HcezstenBTIuu
dmeWj3KA8fueCLy8UdvgFVXqZN1xWwLbF0p3+J75kOweOhXg+CWyrE0/hIwQf3ck4r6OkoaXvXip
pKutTa9F2a8NJZsr1yd2A+AQcTn6wyyaQeFFHa990WX45BZtq4LXKByZXixkRVzmL87g3ckqWG4q
gIwyXxVy3fOmxC6PZT0kHS21Zxl6rvv0Y91s/Qopd5QH/PhEcyiriCSBWemQwoA5+u9yXe3dJs3+
s2s5U+/d0VvZoWi/lzOlsLmJ9tGfrzbZOVfx5grNYCjW5alfs2w4z9Qv3zJr6WWDafdPUxnI/tCH
snkiR9Z5CJMpfJmZpda5lnHyhGK5/yLr1amPQ5tEUz47Pn+l3cglL+LIDLSGa1gCBdiNq0PRN0ZF
wEHeHqqlvHCN5+WSKjlsy1eK2uZzpVMuxqR0JsH+T5ljQf3VV2Aju0bjGrBB2rah20o2d8KG0R0w
yGglhUIW1T/KwERzvhgIWviKWdExkfHnPkezPtocKr3/SnkSP4edTeZCd6m9EePkZfmURM51Z7Yl
vF1juV4b3ev6qtv86rXfAZLuKnwe5Ulg0VtT6xtalDCYoi87jUt1jAC6uR4aAKurJUnLrNgY/b9i
BxQ1J9RnY3TQ3SarE0Nc8QRjqiNXxQOcmkYvO8Od118iaZN7ZZ2WIVvru9eQ+5uRCZNiI7R91t55
zLOW3Ddt/ej4Hne70mZujsMylN8E/L8pl0ZxMJLkjCYs7fawz13KqZdyMx5lZDe0yzE25fx57wY4
sGri1MixXFSvCBedHw0L4McCs6EqmFmUb2HrNw/zQgVR7KsMmI9j6nLWuwLjq+pp0EcTi5nUQ9N3
N92gHXHy3Nm5STn44iMOKeFwmE1SDlft3O19EROe0OdTHXPxzHPk3YXhopMj7gTUXnTBSJj9pK5O
mfLFWFRKetc7QD3zhVHqc8NkLMp1ZSld496sKSC7XAbwszjkoua0pdoQsPsyjp+NYXHW3CdqzCiP
ot3/2cPJ+D6GGL8Wrdd51AQLjhaZqDm0Nc7xBeO3OcmzsVQPa7/X3oGd0Se4eGxE/YWZ3sJz7HWu
oImo9s9LEK1u0W7xGBwWB8yHasLTTZGMNvw8dnC6byvil/xcQTS535wt8wqZ9d6D2S9tJodPVN3C
NR0/lkSDXEglvvccUUjPOSM1xrp9196YS9FTYDrmvCQSIxGMshr/oaPbGZ5Kv99/9pAe0usxHPRr
WtfiMZbpqRaTO19Zx6sUaLvywQXCrQ2hG2TZ/ZJt6xsji3S6QiPV39IQyZ9OJzgZlPX5P9re8R/3
dZ8zakuzwBWlHXiYuIpIqkp3sNuSIgJQJwk7Ws42qI6XhtscxNSmBw5WkQHerFpejZC9QI+mDvOL
jUz47k51QcVhGa7Nhy0s7RfJtf0c8OPUcLkW//eYVlS9F7e8uyXIRnvmHceHsGkmytjGliDlAf/N
rQnPyrEihv61d1lHO5qwzHOiLkJ0sb2BE8gP+xSsJdg+0H70NbYJFYSvyvoH3AjsnhacP5s8waIj
u2fAC+iXDiEAFfk2kXvYWKERx3fnIGiCZ6IeqkH0bj7GeIaR/B4v4jgOcvkYZmSG3WoGG/Nx65DP
0Q7HqHOneJ9IDCEZ+xtsknY6bQ499tFdGy4bX1ViP2eA7q/Io4MLbBzRuWyGkdPVBmql82Vu0ZJV
yhNwjETSh3nbpCkYkMPdwfUQi+EY7gOmghR9Xneq9xYq5NFNdebKPJDrFp1MsPTOhx7smWDbqe2W
6ddUKVV9sCJdyS6Y65aChxzLYOMUrf3WP3addSCgGAGlU33QNePprYjnQOpXqaXczxQwk3Dypgzg
NmUW8ibGdH7lvPiLDVPc6P0WilQu+phz8JhIb2ieAxFLU+Yu9qIdFqKbDD6GhO8OH+TgWBcghksn
vJrdGFkVsZo+VfbgOs5nt+rX/rqxq0wu/19fj7cVfhX6JfbMTqnlpHs6/iJg1Ke0YezHM5YpQ8mQ
69GJVtr8fXW9q8i2/novQ0B0JgaTGX5jZG32sWCcTCN2UlMsyt9ltifkR4fN3N3OA/G4n1uSV5af
qcfd+cFNxzIuLMbz9hPjFuV+7E1MLVSUWdx7X0Znitz41HXMCK9KzxiGynOwp/tPx44XQg/lXPVt
gDrbnnmMYpooLnHcG1ci4QRvQei4bG4vET54WYulMAb5qQpnrJ5GCAogMExUcHlo+TqIJ2adRFcm
2rXz0kf+SKWh1yliWFIatUFxXlzJlorgXaTfYxnEyXcdp22ynGvmpKLKQxs30wwCVYf925Ryy/zM
aF3Lo01tUN/auu6Wh2iTmGMX6N6w/K4SWya3ViHZONeBMf2dS4cenlMSNtZjB3S+P8UT//4xd1NG
BVj4k+D3U9TCdh/jynXs13KzXBvMSrbsSrG+ebXYa7MzsLg2195iuDIr12eUAry2qpvN0Zg6x3PS
mqu5X8kSWYauXrkq9dx8gBBVydO4Jnq8Ubu7N0cT9UH7FWePUtLnzqk6gnqG7pWCarLnzbDt3iFw
tj5hlgHYUmxROKRvLTvmGU/Axt7NW0Q3s7vcr8fFLtgi4Pe8fdHCVr+U3T11HXMItAcbtuUXR6jR
zYVj1ldcNoV/sm7WPtdjH+gc9XxHyBLXX3jExawdv4q5LRN6rSCzV2LiDxXcG1t5LdguP3Ukm+jg
wnXezhAzvVcESGBMEZh9lusMHC5HVOM8MkkV3aFNm/3rJpPxGT2093FLhZvQMM31cZZVPTBEoEbM
K4ncNmeEUt0P9N6PKe4dEJnDuY/yMi6rr8ssZq8wkVpM3k/T9tb7+7ZSyBrXPXjalz82TMnfVt3a
G4div4MWM8bXesbwniYtPjoB+4KQy/Y6aBoJZ2DZ7xgDme44ChPejuyeNd99zfhm2koCesN6be+6
hJDMlbaBNjKYpj43lT+REcBgnMk8IND3fvfsx2mcEuDTpDPDQXbQ2w97xeT3ueFE/Og6agaTxsOU
cIgoqTbmGgEkhM6LIX1UfN2PtYwgTbejUW/wjtLnsu299iSGMkmeR5K/P0sCLSHshDb6mY2m3QBj
onk7lFvUD0W02vaoRGYv3g5tglMzpmFdsVpScO/mxVux6+hkf23ctbpaITOP9xFSppqWOuL6ztQA
loGdHPMazCbBflbfre4QrUddMemyEWDPM/m9XPwDg09ZJmEuo0R9lYK76Wi3Hj5HQ+vObdxmJN/q
vdyugLVEeJjTua9uYVM5PcmGdd8d63LXrzs0gflIG7l972Ov+oGRfZrmaxXZ2x7jJ3PapKy/qmWF
rpxWVfO4TGHN6NJPR3iL274wZVl8dUu/RPuKDX92f5E3iMLr42opYPowh2G4yrR3MQPJB1NP7mpO
4OjMZWW60MlluS8vVUVnnJPFhXl+QqWjDqHd7OPSBGbik9jIzStOoD0XKuk48bwMwpUwM8d5lmGt
fvaAND8z2If5YFpMqQuWJcB1s9fTrbCUWEeDdMdwuF1CCaO9ll9aGYQf3cyWXc6xz7rx523x75xJ
qTp3mQS9CTHHHT3eDKV7nFWTnjiM0upEmGp10u7k6CJheOWdOi+bn6JZ7BfuX+Tfj0LFj1jrYPPa
jxziubO36Xas6m17rKHmvgS1lP2tyuKxOpahaUQhIR0sxzIqRcqshyLjlCqm4hcIAVjfRFpMYJle
JE+e3zf9SU9hBv5DAwgIu1hT6M3TXwfu3rDoPHxwPiOxGPaDdOG+gbtViTi6VVbjkp4E8y2TlG18
85o9rY976KTfknFOg0LKwZojmxv3hKYfevLd7ZyF19Idl3tjSbkqcEICZU/7frjxRwcIu/Lo5E4U
CP4nGRn1izOU4VZbuxewCGTbpf20XlqohjDo16ZR+1UDlaIDg3UYzUIPal9VpaKPnsWY+Nbjvnva
ey+mHvh3kubfeGWwxbFVSnE9cqnp3pseDd2yaYoqcNipUafeVtG1af74lPdSWEx+sTvCARxnugzP
o3dMeJoUGff7kBbTBAaddPz60ejBfWrhdNgtEEWNG/kfXu1v/LzLQ/9HB0WRCaJ4+e//h36vhcdN
VGJLHZIyfItP8vgyEjFw7hnh//dHkZoMWRf3KG6V94ItHHi8bmunpJg8eAVBWi9nEbf6XHly+INX
yXtW7cUv+ZLS/r9QCJzo3jH0qnUa2HYmLcpmGvK2JC2hTfr6vDVNnE96/5OI4R8WyIUwTCY19mYw
A9/9dO027SUUkgz+wOZfd7ux1ykH6R8+4D+9FYxmNK0+9qd/WyCI2fuktU1WQOEjcHaFAR6UXnvo
TMTYt1HRH+iU/7A2PHLcfQp51BJM6v+6NnwY4vOMwr/IYvm9Dt32IFY45rUe/2QP8k/fD2tE3Ko4
2FmN71iiSOTkJJ06K0BA1AuEgOS+o+z9w/f7m2DvsiwydHqsiBh/hfc63SlSEd0hP5OzAOKP7eTf
w9rwDip1ggcjU1M0XVU+y9h6n5gs6qMPR+blP58laHzgfIfcmShqLp/i/2w4WrsEmQYfdVZQ54s6
g6oCSysI/mtWiYe467IkU5A70p+Ddw/ymwolN4GnqHQTE+ZEDMAnW93J/7yv059sO/++VAJMIJlp
Qb3lnMzebTin8mZGJ7TwTtXa78xPGG5ueCK8IbSr/5Qx/V6wcXmzi1Y3Di6287zhXz9h08xeyZgD
wCvx0vspGb5JptQnqpofoF99gb4iPLTCrH+Q8vz9gOa5F4cO9t+F0vzuubFNlUNBz36ITHSaiOsq
pA6TU59N08ER8Va4Xu+d/n29/OPLkljMmoFsjADnry8LmcSGsmWutABmoGWH6g7HbztZAgfzJWzl
0fckTFLM/f/z9ud1L0EiF31tggLor08eQklAUG+zogz2/lPn9MPzFnRAqatd+4d/f8u/HwBIeHE8
vtx/3EfvjWPqYG4mIzOeNYj07K6bPHs7c4R/f8o/rdKIjhZpEfvfe+8+QFteAqMmHKA2UiiGR+ZW
euhvN/jxf7iB/mmtRD7KL8SkyWUW9NePt7fZLBMcmIoMttYHu2zlhxDuzxcPPwb3uA9hueYUAU10
/PdX/KcPif8dKWgkKiKjvXyC/3O8OI0L/qnpbPfV7792voj6Q5ctwXr49+e8l8pe9iDCygRBZ4T3
WPDubpgdj+yDLc6QEiAVxAKWHdcs3oGJBPJJCAyEz+jop4IE+WEN0v8aVXl5PMd4lDC5xBf1ffS7
Nj7jWYbLRYlJdhFi1p43fkLg3Nrgbeguf3Lg+6eVg2fjxYs1ALd/769ZYcLRbMhYi1S75kQGzFNJ
aNCBfLT0D5fUn5707sPiILrXm+TDiniMjl3vEfjQtOWhl1N4/e+/4T8+6pLR6mNbgd3Yuw0OnFUK
VYZZETp1+B2jCpLQg3r6NNXVnzLK/166XKK1//+j3l1GFBixZtCUFabKMKv2yRMV4GdHMr4jCJlk
S/77q70/Nf2IwuXi6OD+z+E5evc8mhvM3HSrj6uzemfURxZq1pad2kt2QBBYc0oEEE6wdfMfTrL3
H/V/T8YYCE3h5dZ9r11sfI2m0ff1MZ3b9Hc/jtl1y/QXY3xv/MMe/KdH4ZjocjbjNhiF786YGOP9
bltcjWjWpL+h1IcFsoiPi1HOn9qE97/f5a2Qi138gS9pDO/3W9dp5dcCFqsT2HsmLt4n1a8qZzgR
P3dp9ydV3PvTk8ddxLk4xcBZxPDy3Zt5iyb4JM3M0To1HMk4PUf/E02goWBoOo78O5je/eGXe3+k
XR7KcUJdFl4avexdEVpHRi7JCDMzZch5ScxprwxWJK8KrfCJiiM6AvKMN5WW6bdqs+vLf16ylDT8
irRHAe/8buMbwRBNbf1y7De1nJf2NI7PQS/0Y1+l0ZFR6whlZPzTS//DGkKZn2FtluF7iGrqr/eF
0RTzPGQ5tqphThP7zl5Qoca/harhEvz7K/7Tz3pR44fpxQCXxfTXh0kNMYTa7P+xdx7LkWPZlv2V
spwjC1q0VZVZuztc0p1aRExglNC4EBfyv3rS0/djvRCZr1+SyRfsrHHXpCySAnTg4opz9l5bYpQy
4qWX2/1J1FFzEWhjtJYVYjOlFOoXj1X7ZOximQLTCn6QcI+PpPIsdkI1TEuJEr3WTzplW7ouri2f
Mim8bdX1/Y0TTek+kY1+yQkvu6cobPgVjt2K/BtaZYGXx1SmsGv4gQiMhUa4+Fc76E//ShRqM0AQ
jenHIT9wSCdVOkGUrGLQq6Q7LRgl1rbOlGZb21b2/PNn8dlod7C6YEhHu6B+3N1h9ixyw+5b30AV
raBBVLLAN1A0IZYZigNZqvEK91JwSOOs2QYwL7r1z/+CH9SHP7rW5heOvZFN0j1QZCQU74dDTZFT
nxOM/LS08wNlt3ztkH++dcI4XZXNOC1FI61jo06lb2UCGTdP2K/aNqWVgsDp53/OZ4OTqBmXfTaw
CPMjigcBfxgInRbz1Ef5IR/leNmpmCuUyHpKy9ChxzRUX4zNz64J8oG9L5BYVqsPy1Sfqeqk9KH0
cQYlS3PUu7kVJZ3LZHS7dEHzjmpCHpjOFyvHp9clLGAmVSJL+JiIptEFnyLKbISXGzb9A1nM4NiW
HFK6KRG2WUWN1klamV888k+vC9xwnuUwcn984kJGQ9xahfRVPTO2TpLaNrJimRwCXN+rTowaTRHM
ZF/MO/Nt/DjQeLVYwgBiA3Cc34U/bIp75L2tbuD0AJjZ3cbx0Kz01rZufz6APnmjCPbBNs4LDC/y
I0cALWlmSW9qfLsWie9BHdphC0BE0YRv2Ja7ZaMP+pKtgQHPvzV2P7/6J7cWt6ZKgKepodr7uO9g
nzDWqRYxlLLEPiQ2qnmXTKYNO9TGl4UOP6BqvgLmfDJpcVGqKewKZhf7h/HLSgZp1mPNalt6yJBT
WJ1HiuqpE8RLx+q7v/6OgjrS50Wa1GX14xrpNjNw2Xalb2ajcmjspr6MUPaKtYo3Ml6qmQzXo+eM
F3/93nLyZ0vHjdWJYn4/fiSOCQs1vfSVdpKbUWj5Vlql6uOydS909OoYBOvx8t+4qEl5QweNMu+d
31+0zJtYzSxWZjuNxGEwqXvXrqU8h2U5bNRCPxGsO6ZfvCmfbAfYBjCEde6jDoH//UXHIHHszAyk
L4K8ochttNeSjM2M9aHGgvrzT/jJJp1gC9zUjFou9vHQ30kUhG3Xs+Ea8RYb2Mf2Vj8Z1wp9zIXE
vb00YHSvZTrVDz+/8p/CR1l6aISSIDuDs+bI2/efUy0mlvjRQ09EpYD+xFidKpqQbxgwxnVUGsSj
GmVtPbtlUOJdR6OMmEPR1X1G8Pct3RgEiXpfRCtUTfgFfv7XffZWsS7zYlGk5BDx4SFYXa8qzNys
iy5iNZesdMxDoX2kM64ugrD7q2S/HzeD2jUVWPZkZGW8vxlj5GpOVXFkiVpq1paEXqBTnNzEutT/
+gIw84HRjVozvfhjGA69IqOJ8IP5ARrzDVveu4K3fMMEw9nFq61zT89T/6/fTgJx4d6B0Cd/58OL
hKVN2Ii4W9/KBbUCrWjP+7gYfS9AWGKS9Xb18+t9NhPD2HM9g82cSwrU+9vpFiq5m2PR+Z0ZqNsh
ajU89I28xf2owZ7Og5MtRPpV3eCzQQPIlBwXkJczNfH9Vbs48voQT4FftJaxtL0KZVkWKyuEgcqM
JDC+eJKfzBQGCmHT4HkSBvLxeqXLDEzbufetMUyPpRXX97Vujhvqaem3n9/QTz4alXJQcHw+Sr72
/PU/LN/WRK1zmpKeNiTyS8etHGzENgZEpUX8DSp++mJb9skFTVzWLOL0+ma23/sLFsLEgYJZwk+r
MFgXdv+am7G+JSqthH4kyi8G6Ce3EpwmXF86vDAlPh6LaKS39H3V3m+YtHyUfekGXYOJutz+Ch7+
g+r2YSs074NIQAPzRTX5w8RnR0jH7HgYfJlE49YyoBZUsdJeJm2irexeNhw/1eIibht135T4a6zG
m87Vvg2/x5Cwn3B1mxAOjHrbzYEsjmEF12FQtyeXQ9+e8ZBsC0ws2zBM5Vd4ss8ODPgUOKRSdLT+
HHI1aQYRmujffKtuBBKhACOWpQ/WgYi64l6g5GAXOw7hg8d6vBNVDHcEqZDyKg0RYwoBCNCsfj42
P1nD6AbQJtPY6zg0sN4PFVURgFFrhopmSwWxUe7O9KUOKguKrlIz0+2keA3mSmF8cYD77MrU5ilk
04uAVPRxmrFa8uCjcPAT1XkhcMJkwz7JE45yy9eknt3bTRcv+sZrv9hpfjJcaYHQV+LIxnDV9fcf
OcT9VchSG3yg6BHyMjtdkBFo+FbVfRXD/clUCmV7vg61cPgmHz6jIbPQYDkcYDYEszjf7PMNSp2B
Hu6AuHGc6q1T6d0XH/CT13+eaYigYGOg6h9r6KNmtXUqMLaXI4QTFUUsWm1wHdupHwpmANAe5fLn
w+hP95TRzAbTmnsTlPM+nlBo/QttcNuRty9uTo0WFRtdmP0GKeVf7QvqXIoBC6GCXYz7pzy6Msk6
O3HgYMyiyz3eu3iRdi46IyraX2xkPvtUkKYMnqALtObjal9o5Zi4tjL6WIGp0Oe12S4tRCsRMqU+
839+C+dl/N3MBkSQwiSUdAqsCG8/vIkuNhmUsGATYuTSJxTYtPqnSQBg+fl1PvlQzD0ceHTuH//z
3g9/LQR6EFbG6GcdHAQTzxf+F3J+Q09Ujz+/1J+G/8xFtNkaM2Nz9PjBtvzDwmenHgiCuWCObbXa
yrYp/QZ35Uq2yrim9D3eq1rWr39+0c8+H+U5Y8bJchL4GIYVwcjDrKohOkK+BjdDj6+KkZqdIxHH
/juXMoggmD8ce6X3t9LG96ahWpz1TZKUWqtBtQR/Dkm85/zWj/v78/A/wldx8dtAaP71D/79LMoR
xFckP/zzX8f4uRaNeJP/mH/s/37b+x/613n5WlzL+vVVHh/Lj9/57gf5/b9ff/UoH9/9AwsEvqDL
9rUer14bnDs/LsJfOn/n/+sX//b647cAW3/95y/Poi3k/NvCWBS//P6l3cs/f5kj1//+x1//+9dO
jzk/tnzMH+v/+F+vzccfeX1s5D9/0exff6xbnDCJ0yBGiEfQv85fcX81ORfNcHy2eCjvZtFTIWoZ
8UPGr+RT0AdD+0tVlXLlL39rRPvjS7/SjmdbwXII01/lsPzLf/5p757Rfz2zv0EPuhBxIZt//vJh
KFKdxL1LKZwKNfqrP41/kdLoN0pMsGpbbO2gmQ6V0XdgMKav4ng+TPm/X4kLcTfo7/3phK/1rJu4
HrPC1aNlVFkgDkw1Tte5oz7ZzG9fHbQ/rN4/LsgcZVM8odtNSez90J/aoI9ML1lFURpvajlocpnI
YXwbsdotsgaYCxQK3YxWJD8qd38YAb/f5q9uK9OxR/OW5gowwPfXDnotFpEdrwqVCsOqKVGqb0wN
6uFKFYjQ/9p88uOTUkhgAM05aXQB319tiKgumqVYlZoLSgCAfBHPOqIStWjZVt0XpZrP7usPlR4i
rLmZ8mEViOkk9CITq9pJ8o2pT8pKpg6+osTaBcLBdFEmxgUuI+OL636YqudPyV6MlZv1h7b4x0iH
zrZwQrpiBTIzXE5VtbRSaQMEMZ6Deg5KVLA4/vwpfvJJTdq2dE5Bus9lovf3FQN9U7ugHDQ4XJgN
iUrZplVQHlNnalYZYu4zTQXUr4d9+4W2gRMQv/sPa63BZoUTC+UJLAsOzf8PI4hdvzBxOaw7uFbk
ag71BJDA1Ht8AUwnL72jB8dIKIG3dQLi/taajOwdGDj1BgMGgLXeaaoaCbI9XuFTydRVQU/sVZNT
d2slhlSXZUwayFKOqQp1uWjFmdHMBLEUlMlTX5NOzxqhmxcklNbDZtAbLb/Fzw0cwi36BiRDM1C5
t9zKKpb2gK1tNbb0C/EBdVeRFHJYuW5SXLYMi9mfnVmBT/BwuVeAESPjTrBHL9TYMcD2mZM1+kPd
BPpqSp1WXyqxKJtlV2lCHFw6FVOyBvgi87UuLSuKVw7GOc4dwJOSbjOWpl2sIspYHVWkhJp+0hYQ
xZ2uz/Fc18MD+IDY3uCMSK+syWzsy84jNrc3a3Cn5BKk5irqJ32ZVYVH3IxRFTH2WAeWRTTGXb0t
9UzyJiO3v4PxkCZrJXOm752wYix1aE3x7mBm+iaw7Yl1FACxxech0u+hbTPR1KhxdFBWhXbbc1gB
vNc0KBpSxS6ydeJmleE3NMwY0WooT9Y46GiEG9fcqTiSXqOmk6MvXS95MYQ2Viiym2RCNKfZexvX
Z7BNKEiYdwY7CWiTQ5gWu9xrQGbQ9GjGbzCvQVT2Y2dpDx7qMZ3QP9E4+YlmbzMu6Iloo/CToSmi
uzRvBE441osgWA2yDEukvqmqHMYKZjOkPzwaOUSeDkXUg5KGvbOGohlFJ+Q3CmwcgsartD9hijar
81TvZquaKUyckjKPrVUWuxPUJTHYeCIwt6keZjzppleqRdrpPlf70TxGUSdQRBuuhz8mtlK4KYtK
TfLwTMtLS3mIcu4HKJRBkajJIwTrIl65HCfGb3oYZ+OZ69Q6/MvKaPoN9uqueqlEXPXxMuLIHE6L
2padAX2k5rmcNIgf4bPaKkK7NsH+GGt3xm+MHEUUkFR0MYf+AfMIcJPSU2sIshaQkG+8XzUy/pYe
5mp0JFyBXArnrc1MHZuKRN+/HLWp53X0wMJwusHugtak724w5uF8xEfeYOiKQxktUtscH6LO62/G
YbCSZVPmQb90SkCoizgolGt8Xf0DpJfqCo+DUS410EvaovY6zD5ulgbHzKntb0Y4C4onzUqXaiuA
3SBSx5c75J55UksiZBeZGKIEznONxT+3yRU4C91B8PYlo3YdkW14mxvZ+Kxog/YIiDL7RrZL/1wB
2gRcw99EvTpRM0iFkfpUN673ko5B+QiHy+poCgDLXg9u1Tn4LkdU5UVuK5d2BTplITiSPYdIUvWF
jh//uuBQXZH+43E/pyTp74JhnndcvSmyRdCk6Zuh451bwgewHh2ZTdj6LQU+itmpY/4dFhGJU3Q+
AlstdgR6Jd80KHr8Rg59L+NghDhm7QT3LiyCeOVFZgo1ssjx9HoViJ+qTTlr5rheleU0qEhxKOVg
iJP8H9b9KChWfVzmd4ghsJz3GjDqVVfps225AJCzCMPZWKGYwYR23gDUhuEi5cF5ua7hFwyQL/Qo
6Hk4mhbfKCBA3VVgRric6xhaQ+mmmrrAMh7aK1ykAJ6aynOuJKaqAltjFTDeTTP/3nRJ4/lqqsU5
ECZB68d2IoW2vjHF+SJvilwcgoTYkaPrTQEIGAWXxgJv4XiElWvPYDYnvGrSFphdzsfauU5ZRuex
a+PtIi42EumKn8u8BVY7nA9l3dbxztDast7DQMBgOpmD0+9xtGv2ptF7z14PvG3BSnSlByJFoYW0
0KssPhoyDYIbQrSVaW2qZpYzuxdGd53HQEchYti1yrePGeOuhz68MpMeaLaCBBijS2Rx7ukzxW2A
qxNVFb56ZRd6tyHGs/AsUkfgXlM0edmGhHV4r3AXsULp5ZBFL5rZdPVZXbkjsKzYNcedVlWltxqI
Ca8ukCOUuL5LzYl5EQVBEzjYvXybpkpTPnvjTB5lXlP8gP0gQhtPUdXiADsxN498rml6aFp3AJ4c
BuHIcoKnTV6lSdDqUPassPHduNHqDTuVusPSpqvjPsKzBmxPAQjTLMPeqMInu9A7zWciMHGSN+1o
4UHvO2LTcXnn8Yqcz/hauOpkbEumPpgWnX4btnHzFpVRdNX3xHJJp8b5jf9ReWmqttnC/Ru6xaiJ
KNkkQ2Q6Sw3yAm8exh18nnXojEu0YLhFUSAoaCDdsD4I18LrqmkYVBcNxlJwlkE1NBsZCFEDgjOd
585FIb4kaW127EjF8ofckt8a+At3sJIgQyh97T6TvSaYf4BNPIGujQ1/lmEa4DawtW5D1SW/jxJO
cGdnY9DBbICW0q77JBge6G/CwNWImj4YSYvpvVH7KduValQ25yOo9D2rPw702czmDis7qdszrxXN
dOwTNLnXxhC5dyCcPOxOxJNOfhM5LuC4qe90jLOJLVe9FffiGrev6eIyRwNC6AVJBIsq1YDAdg4o
w6MotAbLeWXJ/D6GxmA/MHm34AcUQTCRVgZujfzWc15CPBYPFZbzR0vayinsIQv7kbS1k1GY2UOA
eoXyrhqXYjnVRmH7pKALYy1D0cvFYINJXUxp7tarIlDiGG+OjrnNUGYuQkqtutyazPKgXnl9cNUB
Aee2Ki5uocauANOFogu/kzk0HmNOYzzYjs3PwrAi5bte2vqxybREssGLCPSQIhUFdBZ7ejGnvDkT
pE/qxwrHUb9MzchR1rYlAWAoeejW9z2gUWUNNsywn8hjAQ/hKGOQbYOKh7NBtwCzTbGbSu4bNx3S
/aC4TJxsMCqohunYhGtiFiJ4CcFYWYcKyKe4ia0Iin6dDl10UOOBaWZhElBk+HkbFmzJIrYSy9AM
eTFotnE0WkDlIX5Aq2LzgRT7MFjkg8R4YaRmk7EzcIrG75ssiNioNeGe1Ei8vNKLyidHm0YHe7g+
siH1xuMEURxjaMBSxE4nT7211o9QBHOIfzA8cb5q9QI1AADdUgat/dLbMSQ28PyIlZZAtbEKJwa+
wo1uD7yTahzFyX3uGWUaLTxun/vsxXaS+XT95R2uEfGkeNCYlyGRdvVCVx2BWoaT/KMIqZfui0Y6
8QqIsf7WDVl8kr02fGuqIr+aIkTF/VWcgwhY6YqXY1EoaCBJ2UtrPRTRSK2Xah6yjSY6FXGafKc4
XdzTa6idZWwarb1q445V2+3C+DswTj3E35yRoRLOxN2B7PU3exLZpadoZbr2RF1/q+CdEH+b0vGE
xw6O5WwCTnoe1R0bQOZfOnTjmIZg88qB152oYeZXrauo8rVjKjddjV2ZgMwKP2AGf/pxIr3uPoP5
ViyV0YlfCF+mk6IVlc4zVK3+GFVV43BFRHwt7JNrz6zm/FD6HVupiQSYahZMF3FeqDYLfq3izxUU
A2IvJEa8CTTliY5vtevKwhuWQ480GRCpo0I+HdPssW1a78LsdUuBipaPXaUAYVWQnCIGRXQCvUCw
5YJkCEuozkFqEX7je+wYHd/mcJEvpF3RkvFMPb8IVIiZON8b40HA/7ovx6q4N7MgPbEj04o1G9Hw
GNRJ/Y0QBi9ZAzNOzyxq5jd0/6Yczk1vjctkQBDCmoTCYAEyJfzOdGWUvmd00UMfaDl4D6929rES
E1oBLNC+15K2uWxg/95I2BXxgiKhRK0XDl2/GOEUH7CsWuQU1ho0+yiJjJsy8DCQlibHLfjYA3Il
uwrQZTdEt4FOnJ1nm4CF/DIrA+yXpsnKmKOz0JetoUtvUWBDBRDK1ulG9i3HAI8N9QlQdF4AILQ5
xBVGJs9QfhRwPIJk+F3e/f+rg79YHM3/++rg1Wv5H//7KYufH/+2pNhYC+V/vtX8q6BQ/Vvxca4w
zr/jt3Kh7vxKlWO2KaKRg68/99J/Kxdq5q+AidHx6YQ6amAY+Jn/LBdqv86VQMJ6qVI4eBKonfxe
LtR/RQDCyCOZjvIv8hr7r5QLOUh+KMMwkihPz/0T1BO0U+0PDSMOgRxi6myDLz6HpigBVhvKVpbM
14oCrMOs1e92A4JXLb32uzmpzarqbXlecqa715xuOK9DXOGst06xDgPNu0vN+MmoRB2sprIjGqLj
tE4KAU6HABXBMq5V69UxknFvsRdd/fiNQ0VskdJmT2D5gboAG6oX8JXEfTTkMt6NZlHu1LaEPAgq
8AxRcXpl9rV1ZmtjCs5TkLCiJOgBJ5KnzkU52bdBFI13Q0dsAk2AF3OcSSuNpUe7xkpgf3BqPPZ2
ZCxjjZ8lEq5A3JAVx6xoVmSNyvMoztPz2GpfkkQ6Jwio7GAyQ98lJXQHKDgveRgo93GRy3OmGriM
miPulaF1TkzBxaaNlG5HZ8o5tbJs3pgrnrp8ntX4SaXnN6qpYd0obf8CfnQ8sAfPOMDxJ/c9Fx8G
BdYbWLNtHKfO1p2SJyfkBgKmSM9rwiSN5Y+PERWOzUaT+/Tjr3THPj1X9co59WP50sf8VEplKywN
DZoYEaIgDO1tgZx6BUzGejMTVdx7rVlPy0jvJTz4XN1aAO3OLQ/Rv65Fw0rOtbHBsd54qiCOYeJE
O8gf8/a+0rRNNprpraFym5Mc8jan8X7NeuicKPM4W6nz90IWCPy2GtPznsoOoClG3GnCen9eK/z5
llOqh5bFBLC9naXWAi+3uu0imokFagPo+hUpXvBrwAO1/M4+NTiF2paSWJTweHgVgv5FLZx0M99c
PHz2dhpg7S9gGlhviZM9VUXGFY3+Ja8TDrsKksLKErv5thaGdLaeyUcusMatoGg9TeSMLDvQbCun
DO03mAD1m2WGnKYED2TOztnSFH8xhsA+mVY6nkalNr/rQucuut0plVZ/UYwqO3L22jPm4k4N1Ast
C9AzdpXQd44bE6nQ9lV2XaOf94lBdM6VuEoPmgziDYWueUvcau4d58Ua/G2tnltoyvyS9ess91TV
D22QCAs2H2JNPpgCTr23TlWOMFgtB4gcyLqPaeHlK0gc9TcgMv3SBp2384w0WtJ/BMzmyCFdKI0T
vmCntLYQ5YdgBakk2Dqta7wYqjCjhRwF4UpUA4SfB4SoGGJqjpK639IVrnxNenAJTkdywIJ9/ESf
F3Ix8qzmHNLYkyucBEvjQBs6nwzA6WZqX1Zqb9yXrdtfJaYjQDjoUbXIjDF6DDtehGmy64MLI5iz
x9hfjaGTnBj17X0dKZpfYOzDl0wNHGmmSsI3PK29A0IGICtnKhs0LWAbza58off6SRnhOnvCiRha
0rto6U6scAZZSxv4yjHFbXkKy6Fe9IFuEJ3YSc70qrocmTaiZV13YA+k120jVe0r6IDY7ACzJr7T
J/ZJ2q1xrhZBf60KNrVkP6nLyXLCPRAPdg9s/O0jZA7jKeey6xHs8a7NxXPr2M2VxlTJxqAbrH2W
W5bvFd7Jjg0CIULc/FrV3GgFz9bvU6IR6OMb4JvIbodvWK+NjldiVqSBw9DNnaJHwRIBUb/vFPNO
QAy8QD2lnRJbxLcpeX0EFCrmEymjlI8AlpGBZqsUnPJKpvu80W32NaFr7LRSu21UO773Mse6b0t7
b0yWuZhkH904cSF8W4GN6BlUT6CBj9t46onDQc4n9wCTgztLJ2s9TiXIb4rFF3A/222dz+zhILem
RW+kcklZNT1ILSEdvXYAbqeTt1QhVVXLWm3NhWX3GjBKDkdr/OacsEo3zl7KMnhFjjZDWIetEWnU
pe0pviZD09u2CnIDGMHCkSw/xIupAycEPaptGNyFDrCmyJd9PaTbeiDxirJZfeL+twusIXhhszw5
pyRcrN3KrW7DHpo0NmZrH1E2vQjDgXizQLqr2jKHb4PhxIdoCize6tbzISepC2uoVDhueuZHesWJ
vqZWrZJRje7dCR8n6voLi/glKjIV+JRJeUinYCL2gT0Frwqkoj34ofw4WVm40mtd37XFQBUpluQx
FQW01F7rPL/CT+qjXNmGZsnrHcjuuTPbI4QMEijlXJhSrEM2DKDgcWruVLI7tmWQDZJX1BKHLM8N
v4aecwS9zuMAyEkRpOwM7RANXn0AnTcXEmqdAQXx4gq9WLRlU9Ivc3UACuYF/a5WO/u+7tTcV3q3
f1bG0GUPUN40XRHvalHmt03pTXfoQ9wDWiJ1fiWME0obnUkYif5ecpqw4HbZALOQWVuX4B85a0+K
tRu0uDgLRjFtEXt0vq4H2QqrSbFqlcDx9UnLTkFBnhQhU9WGngBUG89lbiV3boWCW9/VnbNvpsrY
A83zzhFuSn+oOASV80rFepfs9MhMLpUwvMrIDDmFVu8dYjmlL22viQX5FiPnoOKG4hnzs6b3yxJc
8GsIYPho596waMaSUZyYYl23k7jIs+Y6D0dS1YQd4GTmtP9q1CGEfHcALbhkwm+2XpDrB7egaKrm
Nth7Rqqzt7ngImy66tyDsf6CzsM5NKYb3XFO/aaMjXlQKeyni8BsizWYxPwy4yh+NoZMarao5mbB
1DMcY1xOtJHDZa0hpNXLODiXoroc6D9t9DI6Yh+pLmOHCkIVKIz2Wupbi9+/tpT8olWGAhhv0V3T
9plLe0q/CaL8vIwsEh6c4UJRAcVBJaF4W4UdznCHoDwKQpORH3lXR7BYDGI6GntCQpolYKL83Kmr
iwba6TLO9ZsoKVZQOZ7YwULrGWAFCs/67gUaw1S6QOVrFaF9HVsL4BYkKjgZiBZHg2riQWyzBnWf
j5wv2aYpS9WTzR19X+fATANCrDe0NXCgGUiedk9AI8T3NOkFAdRuXJ9PljbsFMwf502hUFMmP+Eq
Lj1v04ie2B4SKd5Que3rXu2uNbJRzkFwKSercLs5qChcdwiccY2yzsELNzZJ5dIRi6t6C3yl9mFg
G37UG+OagChjXfat+WwAuPazyBkrfzQGSHqyubVZ3I55Auh8EYyasjP1lgJ+IRS9563BDO7mdrUa
x0K9dYfcfh61IVsXbHyXFggyFI02sT1B22zaUVbr2CXywBCwut0O5gjdgJzUoQEIqYW8veWV3huW
PEZTbyy7NrP9BoXMnnAPZF8iP2Ymxd2KLsnGg+BzUhTmCQqd9i3gufuk1nt/0vTKl46p7OxclhvL
GnTKCESwu5lN2koG9CzvrADpaH85IOlaw16PFywOAwkrTrpSKqa4UFjTVhRobOBZwqwC0ImXouZF
i7r40FWgGiqzb7euJt0NEqd4o5iV+jJGRHhTGKe8DSOHsqpFxHbcTgeL2trFwKagSKvqGU89gR9x
/b2BtLQwCWK7nNivbEB1mWdiNNkNd+6pJDtBmdi7aQNJPQnRntejqp1LO4oWmDmqpWhHl4QjDnXw
AHTExp7SPHvDZH7LWN2eg2j0dgUq0ngh1EnbAct1NWwSNCQBfSnGkcKeQkURnZ++Mrq2P3iuqHcw
Fo0L3thyp02mdXTLmh5opcn4QXUaqgtqJE5BF8iAcoc13ND/rR7jki57Sfbl1kNvddE2mkYnrUuO
edZPB9fNJ2r/MDipJ8PpJXVOq64ssy4uc09RvmlGVKtL5OLBpjeaTvisKiBriYAZL6CZK1ctr2i+
iAS5hJZIgy17wubOCtQ0ZIs0jTslblDki8I6jz1bzqmZ1cbCWQ8mKCE2bAE/3b3ovVLdOqAGYZkX
srrEhlxgObCDISE2tWt3E9jCJ8POnRcWimlnxVDCV9IOowtkGNMGpyC1Ds1tN1nVO3c9zjgArEgN
FmontGPoZfmuCDxiD40CyJjeNeqwjF0jOUapddSUOlrZUIr3UV5FEccdx4DRraPu4Kh0pZD3qEk2
VnZruguIg48ksJBd0TTdwR1o+DqRBFdge/0i7OJgMYbWw9BAn6BBepuTfbAsnO6l5j/5MCPZM0J6
oxFfyTPYWCYeWk4n+VQ2fuW4j7KkRVvVHRFwdUSQWahmZ10oH9M213jSrbImX4bIa4XNesCgfemA
TJDN0V05U7lx0zkhTKp3QLBrIgvTfdgifu0IoiIstVLWHk4ncgqs45A08REBRv+U2nV6yqLRfNO8
Urskii4+8/QEylhBA3Ua4xDbuZpv2f5cOsX4HfB8TQOyC48D7yttuLb3xz6w945mhXsgmIqfIjZY
xW11Bs0Q5DSH0hWwezJvlGg60S1KySXttDsSLsGMOSNCDPzCSIXlGei1F+ZO8rWKyN3mjrnGgZr6
qpevM8W7Azx9kw7jdS6tfC1hSi6TeLwpBNKYuqFz2PW3Q+7Mla3E/Fb2ZDeJPHEuDPiotwrQ+oXu
GHdT230j5BdENrA4zoFaAES8n45lmbCaty9xaQkC8rSnIRdko7Ret2pd6tBqbcN3zunSJMZU36It
zs8SPttOsN9dV1NyTYlh55AMvTDTPn3I4mRJDsh0TgXBWA1x/TTG6lMx76VixbipB1ZJL6B2ys52
n+Qp/RMr/a6kRbKUmnUd9MobZV3izMW5UIdvohfd2h76i9yizV04zXgWBLayt6UbrCfbWGWGVtKX
IxSjKYJx0WrKvQbva8EO8KxvEXimHT4eoVa435pUPxowPfxqImIAGAt8e7W09krqUrAARrxxw+TE
tlRbJKpJmRMK1azvH33omOVuIm5rGcn2DPmveB7E7HSip92R2qFNK49FbiUhRt+AKnUP7tR53wn3
bVYkpIV+l4X7iugnvsN4Vlm59n3mLnRLpYEujqmV4zKpim4DMMlcUgZ6G6XT7vrRqBZSgeoaCBjU
QeAxjlvqmbb3HRXD9VSbcgH66RjH3qGLu7feap9x5ayLKt3PdHDCzPNjLC3vTBTBISbk5kgl5xR5
wSajDKQYySGpBmY2Nc/9oXHFGgXhXZEpB8VLbpu47I8mgvurMkjcpaaLNxs1B7b7F0uZdqFHFkGq
cZKTVnpq27InILwkurqJOl9q2n2levcx+9ul1KttV1iHMmWZgzUZLoTb7LOghSCdsn3vFfu6Y5FM
GRDEkpF+6A4lLfvU/D/sndmO3Ej23t/F12aDS3C7TTLXyqx9k26Iqi6JW3Df+TZ+Fr+Yf9T0H1al
yiqoAV8YMDADDKZbiiQZDJ7znW9BjjM8D2ruZ2SakQ1gXUILYJqchLTWXbFFhnqFzykkDAfTBiPJ
Ol+SJ+g7+kBsC3ZetPTzdzb4zJ/B4VUr1G2QjY9laGY3hiu6reLmByQJBDG08kHFOj+TCll2eIfw
2X5UWvdYdnI86Gr3DXwuX3E/vshcNAQINsY9PI6nzFDmmzJRv2DvxXE1NM+aUt0UpoZCI3vCQOaV
LO/viXCOfUbnAqNZGu73UGp7p6Tu1iX202HW4vYuotu5a1+iohouwLrZbaVBpIVs9mFr1c+lAhUB
bU961aKhplZUg6Odoes0FcP2ZRilFJrMglJpEUpVV+6OL165cpsM/oiMfPjXWOF3vccQFzVHdhgb
Y1sX4pDlGI7qirWrwvktn8fR4+cQvlbNF0lQfeFm3rV5tCuy4jJ3onEdyX7TGZLParcnS9HycKwH
EUhruSMUrdrIvLCu8k7xJH3aKhm0O5hxIThTv2H6R4aAqhIqgLVWaJe3KbV5yMQCzJO2SdrXDDu2
hZsdnN7a1wT6WnQVK3dAIe9azNqj+HGZaCtTRAZLF75grcdHRDWo+oYtYFPwACtYgtybG6JWMNfs
7XJHHX+jzMqJ92HL33JrzcmVHtcN6YTmpQiSfTvWAyG+8ikJm9ueWL44KC6wglA8tyL5KpkfSMia
VlPE9CkkjttvRHST8d1axen0uGS6qTK4ErhnBSEx8ZJcA89N3X0UpoHnxN3Ossrw3shdcqus7gvE
0Qv64WrV52TVWIUW7UqOMmhjzPXKxmb3RhGQcFGqAYxxab/UtU4PnjLwawmDajwl1cvbpuwfAAm1
bSMV7RCFJKG3xKVv07yp5DrIk+ZxJljAwDC8AMBwc4Xmx0kWm3dORegR86nA/nLfFWq76ck3B3BA
yaSDIo9ETRDFgOpFO5Cn6n6Teu/sAwb5PvSI8bUtcnfVxllxEG7Tn6hU8zcMtuXT7Ib1vtHm+NDa
IMNgBHiVE6+S5Xd2HUV/w7bQvgCxiR0kOv2aAUrzUDdJhzXljKiwTVTa8jY4SNKmMaUXfuc2P35S
8UhlYuMtTvujVbR7DYWqT8bFt1lT5AWvLXbPds4NRq69CRxrvHY6G4tkRuK3jRItoFFr0cpF5C3C
IOjXTAlnwtfK4DQx+VnrJBNcRxWdsig19zntOsuLVat3MWitHu0+yu+bSKYv4ZRW29EpWizt+SoZ
Q6sTAzUoNz15Mnh7Kl28RSqJCbtRJs2XpI4C32pHBxIIVqOU0rrcuII2TO3aYUtKeX+kWwdwaGqo
OLxwzA5BHcq+i1aQlGPfjFE02czLfHeoNM9G9L9rzEpu+ggP5CrJxI0zzd+mMAkwe5+DfVI0/SYo
MioNNaTh1UI13jPXaw98UZqLXDrVlhk+DGK7NrRnKxn6E01Hvo74+G6wJZf+oOjAJEaY3kL2n+4w
OAn3tl3Jt65r7dvIbLBRM/XGtzvllNEM4jtEGR9QGB/KXL+xavgPeTcVPuTTxYoTRKPmB70EsTPd
lWajbsqWoGigrnFLGdN9mcENLqzCmUhWy+qdqGrF61qHwtXWmouaEMMHxqT0wxondpnDx4oKqR47
vn/HxlIEgYi2cQjTaZ+4CchNZxK4nZfdPq1rx0OfoVxFavIVFiPVqhXfEWRJLGhZXbU4xhxLFRNI
gijusTvWb3s30cGaSThbdcQFE7BIw7BRVbP1A4x7VqZIckwQMCAt0zk91ktcSTK0cmdnleY7uMhA
OYpysqzUsvh7TvvuAtrIRMdAxlAXLg+2xgn8EJJdwFyF+8DOXIeBpZ2GppyZtQ53YWagYU/Uiq/5
GKySKTP3uY3zMMl9xRoyovS7sA5hq2jDKs663BdjHx7iRGovI55vfHXrZB0up4pO0NBpHFmVppIA
Nye019DSkk2Qd/hhu3p9cKBJeeSMmVdEy9x35TTdtqSlQUdRx32BcpRqGQNYWwY37WQ6GxNlv5dN
6XyomrbwiSXI1kmMsW4FmW6LDnVYwyodvTLKIm/GLPWWndu+5fhor6wlM1ziA8hXPbL9WK+1jS07
AmXK/g5hbLqeGd54Mhryp9TFfsTCuf7QJTwNIOuCELu6hEwdQcI39GoL1sLYxFJMQgNBmOogqW5I
zbNOwWgGJHlOpwKSHDgiqmp4VtlRd9Kvoh6wd5mE3HdBX21L1QZAoefKTGyLS+aGB95f/brXhu6q
T4kF00voKZE5pIzkI7kxw+5LZ0G6HVLLOULTy3cx3LFtPI2vfa3C+ppknYNMzuFFC8H4su3T/i1M
GoHmCN7hYeqHfBsJtT4UECVPjKKSDQXqBoxrDQuz3eii06i3cb3VSXr2mYo7GyWEZZQPEGiQHKrb
ERTiAtBSJc9axJvETL/1cWbA+YrGvTGWwzokffCVUCdnXZsGOdRhI7zc1GqvtsBnYRI5G2euxgPU
gdSzBqh3LWfDZixncoKUinOdHJITGIz9gL20PIVBqftD1DTrklkQHM3mti5lSi513dwjtMTOoq3I
RrQq3sDEwcB8MogfxwJR7hNTvjBslNtKqsOp59/2DFUqSCdsfdekqnkfzzDwWymDDQP2Y5QJSvvZ
JLY5TKsUQ36IO4GV8abbSsNF9pZYuaQ2eXyfrBusVzEHkmUTUkG3U3zXp7LZFpkJZdN2422EST2x
9UWZ39ipYBKFzPZB65maachJd8rstn+rbVdeVuY8fFM6JpmagjHfioQ2G7OZUTlhqVptm1HShoGp
XM8x2Ws4FyggvzHvgJYbe6uYjWdtXuDVRmaPjtln4K5CPlp0Pr5UwZ/5me71FDPlGvFbPmQ208LZ
7fuHvurfCLkML7OGWgZc3xoey14ZL0sIJJ46N29u9GOKy1/SWTmxl52txn5h9eJ55hW/Vgmd5rjT
6meIhO61oYhM9wLVhOgYcMpQmhup+lQNIdkQldV/yQZ4f15JoojpdWII2RBJQfxkx28LCR0bKYrA
W2N+uZPlo99oZXvo83x8TDCv97HkL75CklWeyr5td2TOt4fOcvovkESyG42QWqZWaHUujdL5PuQm
vDKFWfyXzNGak+324souNfWgpV0YgyZzM3VX5XyzgTlqppAn7B2Kpx6G5CPDue9uzcSXpKuAdpMB
pxi5AzCCoflPClMdhJDamyBrkNHMiJzPDJNX3N2Gm8rIhz1MD+AvRajbSicttiC6wccOxr1O6wEL
ehhMVJNx3X1fNFyJD02GIMfRpbyydWi2kthkHw/dtzpi6+gOU3dzSYfxSo3GmryBHj1Fzy0aoynx
1azhTyd5uEujtrqGxAQFkjTbvWaDpxJ8aewNtRbPlV6na9487uxslORgL9fr9sy5Z62rn3P8e4kX
kstvI0xF8UkmYEI8AAifZj2jTZ7MOVsYjPK1x2XQZyYUrIQdZaSp929mwWZxM8nPT/uCmOLWJhR3
IEoqEV24I1DDuOJQda9zSNpgaUHWe+RzFK+TWRrtW2dlVancsEx7AY2bszyMVedRQ6vtFwytu5Vh
zMQpLHcl51qvA3SAk19m/PO4N0B2SSWfIR45zOSM12pOIQhgV+h2WyQUDZadkCh3YH0Gyd5kVvrz
6GhrKGZsdUO+YvymGTh+G6RzBUC7npvLfALLcbX8C2P22ryN1TIcT7UkWZpyXXwn9KRzMXJvo+qY
tm08+IGMWBQrr6G+dMcy+TbnbTZuzKQp5RWxyoo/OIWtXSRTPIs1qmwzutWx578qAxXn7xVaQM2H
qFD0a8jWZsPXZJb0y5wLYt7Mczc+kjE6B3c1Kg4y1ZzwNomxGOK7WalW4WeDwhdJn+o3nD9LJrK8
QSMtfDYTLJJEKd4LTVM/q1lI9wvyLR9nuh6+ps2sPGXhPNhPuSUwSE/hJQzUun16IQudamPKSouN
SC4hNvR24j4PZqrXJ8Y0D53OP5kHFAYvWdjk86XocefZjoXTHZy4gCAFq0/VHuOxUDRvSnO12qM/
Iy1okEntmTyWhxnqMKlk3Wyu7bJLntFBmi+92beXytArxg7vMb1kHIsdEyT1UNorWHYROESV3zhh
qHrMmjRYmlPIQbqz2VEXITQdX6M/DRG6MPb0F0xv48p211TKxaxaJH5Jda43mNktQXhxghs7nPLt
JDPnGnCbM8KcyLDqoqFl3kyd4RyEgNj8NDTBmG7FQOoroZdRkqwHxh+y2wJ95AxEi7Y66lVVA1Ym
Frl7Xoo8p2ZypwnpR32CvsaBtUA8cBYR/VsTFIqwoquwfA9FHhzBSpzWMyPL+oY2uQG+HwoaOQn2
i1rBduWrNIkX8gpdr94i5LPGlZ4WITof0ji/m4T0XCmVKoKVzWK37mTRIxtk+DIJgyN6i5JwVC+S
zJjSC6anpQXSU8ZXpRChWHeD4vYHksiZh7VQaD28uChck4AIV+EWEWnjuu1Hgu2OXY0dOl4WEnmB
RoaDWV01tat6vT3b0HvCQQ77jPwlhWlJOmNZlpfkzmwaIsPa72PhJl5eM6+2yY3xef88cn0mX4GQ
tzfmiSxTRbWuQESarVK0+VErumQRtBDglqO5j8r2nirZ4Ka1yTfaE0iQYxN0a7yP1pR2VkRtIR+p
0U4zuEFtpMDGsTXthTbWvoKE0ytIEfMKrN5uuJtE1jXTs1JMjm8H041d9KoXSyB0SpDWUzrjb+aR
lL9F+1TxJT4KBuLRFGE5YClfu4LE2LnVbloAjLe647BY8sNbV2RbbWggLiR0JqDXFyMgiN8PVnAs
LeMuq+sM3qizFyHiqtSkQzLzHFyi0FcpNPFoBvWICn8sbJQNKhVV1XoTUFqd0mSHyLwoVTZz2bkQ
INHlS03F9lbQXfP8jPvZ5COLBueetG2iYCsQ9SJEt6JwjDGfWtsj/mdqmDtPaF1zQik0OsKEfCAv
6UJ+xKSvyXaZZjYqJ2IegwIRVJhfxuRkPyGt4H7oZSOPZZVX9xhCZ6doCh+yiuLQnspHF4R2CLCK
HhTM9X8ImspkMrNLJ7AdGYFHWiR2VwGWFcyryVsjoMObUzxfBVYA14AG/WEuGEVS/sTbtjXRY2OT
amrywu6GGzPL/DIxr8Vc7kCM9+gDinUlINM2qnINOAZPHO9R6t/6JggQNhDHo2Yrtx0LDNxJlpa1
e5tLprmNM2xaTABXDEyPquPGeHhrV50KnuvmVrlJBSIX/JKA20T6OieNvcnHMb9T+7RalSWWZkMw
ETFqk8sGEnzRjWq6zRNIdAiEycyzWkpHSK0E8UakaMKk1VX8WyKdZxgm15UL5BnVZAGoZXKTSesi
rDQI3fq0Jy9grYAO7gsoz+hO/KGtwh0wIIhWUEp5cBMHhE/rikdmpcOLHheAaG0J7dmJn5QySjEG
Sb8aSHpvR6l/GQtyEdsGVQWJlIzNBrXZWnW4Ntx+U1azvp8c01rpBV8nNbitNXwnVERju0b08xbd
aPfNtcmaTSMQqTyb/CpjMCiN8jFdJHFDYzqXsBIB4WDOH4m+U5aBY+njsbKX+KYu+hMdlRYTRmzq
5jdOphggGHaFhfvDMTNJxpbALzUgzyqsiLyxovGZkLrHboyKo1AkSEf4Qh/1HDTExXcaNBRTDA/4
6ZM6hlcGw5ReQblgO1ciZuDciunFGWmaEQDQACTim6FnesjZlV852szg2omKDY+V7LwGYkk/jrik
OMmLnRHpyziWmZfewdAxJ2jC1HeY74g7xkZvUiFtgHwaB5AxaX17mk8RitR9OdkPirBHPvjQCOHg
MIpQDedLker2VhhMMSZzB/qheKTWfU0IIN7GtUL78D3N9WOdu387HVQVSydBCUEf5UqY1/cJLqXI
Q+KdqylrrQ43ndqCeiuHKbOudZen3uiO3E+FoV9OhERnev+aJHeFlVylyAPWlSvQTeUXqppcCgOr
gSlRrvWwVHYZyR6rzshebaLCpjI8EY8aPJd98ZS22XqKawrFgXF7pdp+UwfB333SbWJyTO5rU2ce
Od3WjgOshfeNVteXkT4XGDBJslBJhkrJ0i2j72qbwGi2gW3QY6+HGvjNSZVNHAwHwthMii3D3RrC
pEK3iqsEod0Gdsp00DIyCZ04DNZN4jyPokQrikw8RoRAiHeyRC2K8TjWKr+xdzfWAEumsXUylVvd
PJk0JVk3DldEtV9hH/rghM4+SkTsK2W2nwGkaEN6eq3+1U2QZLpZ5K4LJbk0ZQJAbdcPuDUe0A/6
QVq+GBR/aaUQc9nkfzemtiV5rl1JOOHMe/LoKsDsR+rJY2hXW0RusAjbG1ctLhotv7LjYTc7rg9a
siMM4DIpSuuiIQNBrKCYUPn0eUdDJ/0wjw8ig6hXEPhO2iWEvxoIIy+Kh8hptwhbyP+WQ7YuJmUz
N+LQdum3pNcv06K6oMXRVqmTE4iqILBVc3a9jMD/HRVeTEIowZhSNQBnr5HBmV+NFOZQH5ELFcBp
WMFAkl6SFDbtNZnhzOv0Ta2QgArYOty6XWggjdLAxrUWuqNWZZCGetskLUoXR6trtctG8N3S2QEB
ksCgGyZPa38IghGUoQ5eTE2RCnc/dMN6xovmRuStgbK4ArVWvtei4KqGZHM1yJSOB4KIm/LD5MBc
q+QTM/fmLbLuR4dyn/S8PNs5dCAKqT18lWAicXqKuUJxJjwoVfxGJD2KR0wTpMY8AEONuj3zy/5K
1AbiBFrp667D2K/JByZ7KcZanVkd88xxjjKpGi9Kh5tYBNuZUTi9BHIYNe3EFgjHOXRNnm6HZrxo
jfoy1sxHPm0Xam7aK9LB41UsVQGJVbN2adGyCQaR3WBBb1xXfWYSJwB31EmDI9mZ64rEU5oTRpMg
Q2lQbqOqHlZj+Qo4zawhaTVPXVzbZkfxY7Pet/ZwVNoaFCg8IUzbF6185EsEX230jax4KOUAw7cb
QG0K6uzVRFLEm3BQJnid1eJxB1XG/DYIIz6RJZQcmU66p5Bx6CGKKyNZ9dSEftCb4s0yqOPwkvme
kmDpwTwhkjYnq9q3G+cGTS9w1IQvO7xc1+ej41wOjMyOmYMb5A9K/v8XJ/w3zcZg7Xf6hIsuf2mi
uP5ZjfDPH/qPIAHO9F+YgziuZUEEE6YB4f+/BAnmX4aLjw0kOR2dlECq8I8gQYi/ECVhfGHzz20M
FHAD+UeQIAwMTNAv0O+CFKFm0P9EkGD8MB36ySgBaQMJGtgOYqZjEz6jnukRqsKxdAU+w4NJM5K2
ijhVoKdr1PGvBfjXGigRLVhXla9t0mJPn9uIL1NhnSy9LF9o3dHXV/kMcUqaHKrh7AGOVKscYOCE
Nx8mIdX8KIxRX9dp3jEubrudEtWOj/xh2vbY+e9mw8DFTQ3ExUTZc9QIc95SnLjbmUrHB6S8mZrZ
2gxa+mJAv9jjO8oqM39bxkSTChq4gFjuyrdRpMKYUFPOXl6yoS57wA5ZekrJ6QG1dfLmIrrgjaf3
RJFLUSBXbph/rZqF3g0J9tJJeYUpf1+1ybhx8oyc8OSN6NtXMs8NvBuyoxuojyKqQK+abOMU85cG
KIAUsuquQ1SgqE7D5HmOt9Y4c3wrxdfImRj5F6QKzmZZbgY+tOSSWaS6lnyTyB37rjsBtN4xONit
Mu/Q7b9GE9hFExV3od2fxhK9ux2DOMc9BMkcCyEPHcmrLWri0uFGbimSejAzNbmvSk3uUQREV4QE
tznSxnm6CKCzb61pSRQWxXVuJJEf6gl5GKPtbFHqMZATgXYcS+uyS6tpOzEsK6uvKgQGZvL5VzIH
F1tB4vPUgbuw/F+FJb8OU32XT+EFKXflWkdttlosu1cD2Y2e0St/azGBAvh79V6uQZmbwCzqDGJw
FgoJwdS6xxH3DX60pC+VX6txKAH+p/HQoLXi2Y+quZpa0qOKbmzXPRpo1G2AAWOs1ieVx6MzW3we
1Qh7gbp3vTpNvgdCOaTT8hs7CeEiZcxNjY6urriuZp5HnBBviuik/FomrrkrUAGv4Fdq1J9ZsRsc
U1xOy9YZjeaEJkihoey74xh03dG26NJIu8s5sxs702+JnixfERpB/py753Iwt3rcOYC3Bjm/8WuJ
rSyc5QJ3gBbQdsy/NkF9R5xqRp2b3zX8Wj5iz6SWX+NsQ2U8jNGmqZWU8AmqvS59m5Ku8MUyq0e7
qKzIthsPeSHFBnmOwceZIFxG7YeoLu/cia2gR1xvm6dv5J/ekxByYwZTvsVTFKf+uIH8wnfCa6Y0
vizAJP1CR01gZan52MVJfkwCuwNRR8frJZO81hEptKMS+kaY39UT79nkRt/NSbshw3tcDZ1k28X5
d7O0EDZGCjN2PWMTYiuwjRXByDVTYq9JxhTUcTglcfR1tkqVFKK82MmEWzuWdo9on4CandsyyAkg
Oh+t2WT2HJjWug1RLpvsGdA9ihC8TjbSDkLuRasdyzEer2I8D7Zz04DdpgE5kqQUrguCsr0kpGgd
0B97aspfYBL+6xPAsmB0k1zlUfWMGKP0uskKfUbqzbYqwugNBh0EU1EdoB1+DxyxNUvcGzW78/HW
tCC2VeY1IPargTPf3mJS7xNpjSFJyA3oHIl4MmTFys2FryrzI3fSWuN0eZLQh3aUJ6rf4+XK1Ah3
ALWBthYPpzFLvzuj7B9lUqKBFBk+DVUABhDz07AZgE+ftMibQn3c2xIc29BrAlrD1xq9rKP2EtZO
FW+xVhgPVdClG42XG+5Vw8FHtechT449xg6ctDky7yJ2SCp2CpWiwKwOnUqGfAof8IqckHmHhUf1
3BWRXJOFnR+zPq9fywL39Z7CY8U87PRj35htVC4vGzRPh1fKrTF/IYN52qkam2zkPNopzqSuBDyk
rQl3/v9WsfEUp3H57S1++X/AI037vUna6eXtJfyf/6P5++V9pbH8qf/UGab6l8Dd84chHvFtJKv9
V51BxaA5lBe20BZB5A83rX/qDEXT/uLfpatjhqmiBF4Sw/4pNBTd/AvusoYNI6Jp3BFxDv0Dp7T3
5odUK5Qy6B75hQ71jOqe2YlhU905Gl5itE1y3BNTXWB6gKHXT8XXB8Zh79WVjsbfz8VwZFC1MOA/
d0nDjVTVRjjHXm9WF5FaPfRd/9SZI+cCumzio6f/lL7vTPt+dio7vyyWsiDuCe43TGTEX/hQ/f1y
G8ORwobuv49IqEmvHSu09ZaKvKUMtq49/Fk8AJelE5THNWGejHEds473qyRpyHAumWqvUqMGdX+j
b+nMxCcOYe/9un6sQsQSwliKVQI3tDNnsgTmI/GqeeOl2SgwZahXsB1A1+Jj7DT3jJf/7kYCeH//
xJYb9L/rz2XRJXSJnWsL3cS0a7nBP93AaQ7DdmgUzj14AMQsQ5C2f7j6Kvp0LFS7/GSHLMZf79cz
YPKxkqECWkN7fL+ePU0qZCBwWlhyzzaOa5RhE4pv3IA/WemXraFTVJum4QiswUivOruyYKoLHdJo
y4g9Gg/TDElZhz34L1aBdcVaUFuWvuD99SyDcyt2uhZLwAieJ542OPOQlNqMnyz0y6ulGyY66CVN
YfHeP9/piXD7cI6WQYfElakb0hSNQ4G8IohRZyiF/r1p22z3+93xwdMyXfwOrSW1UcVg+/3VMYbE
j6EjvanVRb62KJI3tRAKJJjS/WQjnj+uJe/H4r/YfGoORr5nux+JH4KhyjC8ZAgTxByo9IIBa6Df
X9DZXdSx9Mf6nEwZTkBVhZ75/oJqk6gEp58xipuCW9NssR0I+2NJJvGYq3s4guEnj+3s/VoWRITu
MknHO9PBUvH9giYKjXIcS4mUZbowkHzw1Fx8sJFD7Ks0kp88sI+WQ0RvsRuXuNnz17kCSXGqTiOk
2rLMZq06OcgPhDl50cueAWMnJCS839/TsyfHJTLDZHtoJDSQiiPOzuAFOsZpJU49e7CUPeHRd2ll
Nn98YTo3EAd8biIRS+cPLtLCqjEbrErscYCBq2Zij6lqso6wfVmPAzKAP7+o5XiygAHYLOfPTTjL
oZ+hseeljzedXWKg4obKv7gqZ1mEtBuDrU858fPpi2lFPJWak3gjdtJobhVCZ2sdFLKlElXbVFv/
8VXxHWMr8rzIvTu/KmRPBLdbbH/Ms8D7HZGuJUPwP/sosyF4RBQZ/GepBs5de92pIHB4siAiLaKe
tm9QdXdNsfn9tZydTcsqtqDgWMzqtcUV+/29ay23wZNvkojrooVyPk9rYtKTVWsYwScX9NFSP+zw
KdUItVTPl2KqguzahhQ+SwsnQTHeNRrza1efkpc/vyrunO0sb5OBEff7q+pmVG0lhmFeYIX3ZReM
SAkAecuJIK7fr/Tra2vY2DsCjdEwUQicXRSkgzbuQlqc3ETYBq4JRXyMC/tfXBBnOyoxKt3lst5f
UMQYnNAAmXlWojSnWUFrdql3VRBeqrlbfhLA+9E1ucvHns+9IPHw7CjCaatyajtFPicR4/B29SeV
me7+j+8cfscWwa0ctBrF9PtLyhQV3xxeUcTWZb1mQvFFTNL+ZHt/cCmYy8PMADPEGdc8+1LFPVqO
QGMRpctxmstrcRW21fCJU+sHO/vdKmdPB2PAlEHBMmZHdrpzoL0zqK+6tdQH++73d+3XpQRFhK5D
eXfYcedhlIy5CdHpjdQzB31mbuiaCI90M3mSTqd88oQ+WIsEAtDZJWoLr5mzJ+SmKVG+5JHTeyfi
IrXt/NgOYfxCL/FZCPKvzwkr+eXbhOkNpYt6dgcxU4AVUbBUwblK7gTZZJi6NJ+cQMvG/als5rAj
0B2LObKtTDq5BcV+96FIbCRKObLHKCzD/qR3RfEsw9RpL3onxFcz1RXpfLIDf12TJsSiYzQp/+gg
F4/fn1qDgeZKH4oQZAcsHGRKhRiCJx+wi07BbiCv+f0G0Zan8v4iMerAWNKyoUnTj5wtWPB0NOQ2
ksxlN2g82yjdcGu5kEjhikzOozJYbrq1OA+Zzfct0De4mPpFb8rmudXgankBzAwdHo8eNEixog4N
CAQb+MjpKLcCeamy6YRiXcxMmr/+/tf/uuVMug2X4dqyEzT17MejFwhDjbhYb5gzVDUQ8ZqSpmAO
XslNlOYn++Gj1fBZchdzZSovbXl2Pz0bAFucPMCawafsdkKWb+oPtahQgdaOa0afrPbBTtDUZUJB
epoDhersU6EHcRJ3Gd8/YaTwiERkJWvC7OBbwfPAXbIvi/rm97dz+SvP9gIRUA7pvFRh7Hnj/QUS
GztHSmpJr3HVTdxZ36YZPlmqAsZWJfJGOPm/X/Cja+TtZdpDwaLSy71fsFNF0yzibi8eRgDF0Hhy
x/iEQ2jgpdKMP9nrHzw/bqZK3YIhFXqo5VT56fkZsjdsfHQyRFe4yCM4aMp7/FvSPfN345Owoo/W
Wj6HS34XYUXnazmlWUMtlrlnOg1yMatQLrI+TDBjaeb172/iB0/NdvSlE9YdOIULPPbzZeVRHlpO
0OTe7JJ4X1Wp/aA7jQqRFDYpLWSyltMUfvIN+/XJoWCwLYATXsDl3Xu/KJqpxT9F5V2wmubUkJ/F
NGvQ9m680Co08WcZlVRl+DcvtQVX6lqCeOX36ym6ElaRQ4nWDeOwdXrIR6sOtvIRjYR6SIIUVwkc
l/zf39pfn6LDRtGFCe+L/2GevYONmAQiIVatsR3dzjBWvCqtMg+F5Web0+EC3r97nF9ksjB7Zb6p
nd9QIyHilpFT5iU65Es4QyKDhVWr8HwY+yH4S+Vd2lRztIoniDefHDa/7iHgBvYrjnA/UKKzC5Xw
6ERcprln13V7KrAM8ioBcsmAcEguFdgn9wES3c9q/F++4wJAinBX3n+yKzh53j/VFK8PvGHhQpSw
mvejE8ojluOfhbB9tApnqGDoy5yCqfP7VeZ+1ie1iunPM7P0bdRQ+CZiMfuHewXgixdhuYOuyaj6
7Ba26CdhGVM7avUUrZeCbKVBxMboYpj/zVJgKvSKS8rF+YdIzkyUM7PLuKDB2unM2nyB0fVaTZRx
+/ur+uDeUWARK8VZxvFyHtmeaZiDxPqYeWOp2MwUOW18shOKP8SUf8CGuA4u1AN6Sx7T+2c06E2X
ZPlMY9QMGGerQSS/Wo7S/eMp+X/Ern/Z6MtTAjrhROFUpsp6v06ojHVjhiYsaYxZsFd2gh7CXenW
MKIxUoEQrjebVkco/S/uI+ce/oeWDQ50dkinRmImVj6RSWq61QEb7+TFTA09/lfLQI2l6RNk6y4H
2k+fuJDIh9q2hsyjAelMYF5I6Z4CHPbJtvgB/bw7rriPBjETNisxLPnleuyUvPeZ5yXqVehMkCLD
exnVBTbpcl+oeFPHgDf5oK9wvuq2tpt/Flr50c786RecR3O7ckmPtDQawg5qmeegB3rqyIW4/fMH
9/MyZx86q4mRLfFyeb0xjqfMdR4gNPWfQFIfX8tyfNgWm1M/25V638/KECy1FrGNizQ3hL+RKa76
yWP7aPcDPliC2g6c8vwjk9dxj7OdnnlmUlmrQYzabUNACKgUFZ9YFXYVHEk5+6zJ+PDytEWvYlPt
gTi/35VTZxbQDllWQFPvoJAvbsBhZ3xSvv7ytV72pAG8AmhPHWScdYVWPykgltR3CL4QeOPasyFr
AZhFDAbOGH+6L3iZNV7kBUGnsT77qEB7EP1gck1KObSI6qIy9gxMmv/8jWYdikiaeAMU/ZcO3kBf
JQoOLGN28CFtehFuzbGOP6nnfr13dO5Lqh9noq4ycXv/iGyIvyV+Xz07Ae5tMjeTj7Qaw7ElR/n3
d27ZzO+PjiWjkN3HBBEU8Qc766czCrZLr0DMYXozZMEmKRTEp/WUXUWWVuyIXWg+wae05be/W3Ch
lOGQq1HBLRDf2dmbmKhmdKUbYZLqaXIFR90sXiQlZ01v5dbtDdkR6lNuty4GMHiF6Y92MnX2nppB
Ke9+f/G/3GfiqqnTGWgClTAMObvPda4nUVn0o5fa+PLEsP+3KmDGTYT532c79Mch/POFE32p/nA5
txH9AWmdLRZUeY4iIrY9zOcUTsopV3r3yp6EgINjIHXEKcMZqo5IPqGIAF00HvnzVd0vxF7BpyOB
PqyF9xWW7vFLMjU1vm7wn6F+IY+6lHRatyaTRfMAbXf8X+ydx3LdWNalX+WPfw4FvBn0BOYa3ksj
enGCoIV3Bx6P1tN+sf4gKStFZqZUGnVUd1fkKLPIewkcHOyz91rfauFJwS0PZmFp93qKI/UwNQXA
lkZo5oSxDmbejcT76et0BCs+/U+EQ7EWqJ0+oAbSp0oF0FGYpcytcSa1H8+SinbfZQiFC219109h
eFvIubNrCyD2mRuleGiedCfHqxfwlrJH7BsLyQ5YOapZw0CVKFatPYXqXGBemU2KjM8gwSQLVhc0
JRgfii0KOnCOsNrigJ2JRYBwmCgBzFiRpp0CFQqlyl3MNu6DBiS8hUokw/EVOI4opgT4DYkdkYfW
pk9fJkMKpxPLsHFGYrWep2d44EVChy9uRsNNy2kg8zRqx2lN+lqK9E6btBiR1ZTMoXlpDZXj7AVx
XMZF1SObQ5pvau2+4warJC+hng1MeIcyf7pearGPDStttvoMBOAsIxHA8cZ2mOpjCNRsPh8XkUs3
UlSo7SEcOjFc28jxDcIbcJ0OUVwarjQtS/kKiH1+TfHmq0etH4sSV0hiWieNpeXLqUlQl9irohz7
fRRVoQjgLOnWvYMZyyBjZTRtDxp/9KJTVNmA26JMl9200cvooI1TlEQ+zcAY84ceh5Be2JQrd9B1
MT+Xs8ZM39WUME4feNqQ7oaogsOrMMxt84TIA9taTeGT+gVxdpIGeIKE+TiJWM5LWiBJQULNDF0n
CiB+gErAYjnJl1hYVx+oRM7AeZmpDfklC2aBk2YsnTcB+/pVYCcdXdkyi2in9XKcUxAS3BqMmRXq
m6iSpfOWAylOwXZMpmutFyGpta1uFD4If0O8Nkkof9HIRyJFw1yF44tad7wImqRsNsg+x6M8IzRz
aefJyx3GXbx0pHIQjSyHo9V5SkHx4ioiS+5VNOFwINrKIGgDkXqD2NTuem/C/BcFuY5cLrAIutD8
WJ60Z2UoCrBZDlwTz2E8hibJmVKbdVil51hQlGdZbTNc0cO8aNsxk6ZrJyxtsTfkfmwBiVpQ0FC5
V7qXtaVh+kVeN8amrGX1NSLnK/XtSLWG7cJB3HDhmEwjHJms+0J4m6afRrPNB8+LacbgD0IEf2Uk
kQhFOKtyXY96DDgX+fZ4YhE/zck5JoLtxA5ned7oYxk9jxXHlADHiwZAXjG7B2tJje4moRgm8CaS
Rk68mUkVRAO4uWrLSp5PrSzC8daM8RTTe106B4Tz0FjZWV0hZdtgrF4Jm4UdozeThoKYMzI5NC+C
rdqepE2PIT5KUtxnmbTEdwvZJNyMNAUrVSSYuTcI2vUbNv74rnYmsLHMy7OgbE0zvZFKMgV2rd3I
y25kz3wTst59wdQupgNNg/QL0MOkOABjBgAWto05wUajvvflPiteZTVUbuKBQbXLBKsb8WSrg7Sl
id5EOHXCyiQVbEjkzxOhOe1dAW3tUhZSd65AJS1ByTn6cmAfKs8HMAAYyoraqXZGKLLFoxfUXNVQ
FXIPM5z9NqB5r/ZzN/XNFmaEmhzrWJG/SLFsRCsQMQd51A/RqzYqSo16r3XwQjqN0aOfTGtoTlSM
9gbVf5oeo3J0lBN9lI07M5ZbE4SMrt6nMgd2XH82sCMe9slOTuZItg/KPBcLlKi4LP0WS6gU2GNE
poIZxiMQoHCOzdEdASdfFMQuKH7WtMgmgfPqdlDYOHmeQsb5zWlbrJhdrY8HLWAvsSAAWNBRvFZK
l8/5QkvtQcit/GCbYZTdIHnKlAOucAjyM5EbqFojQ2s9p1fQGCt9JmVb9pJB3RR2W2OwmsMFX3Ak
JbPhtdpURPc59pMniKPqnZlX8NR0RSoQQ2g5QBGZAA8hAlwLUAncRYuaS4La2uKaRDvh3EVZnURb
aCA9e3fFUcQtMDpdauoi656aonk9KKEDvYxTEdwBWR7D1LcaaL2+sLM+9JE0p+V5VA51fkewm6Zu
Mye3l6MVIRu7ibu6wg5c17wlISmtCUmMCW0WIuABz4mBd7jdgL91K2ZW+Rcp72OAet3Qn+hSNI17
HWQ12Gc7kVvCy0UWAiet5mxXFpDl3gTT/pkz01A8Qj61XhvHtMXzlI3knrCiGiNIpApzNhDJhiKh
Lkzjlm0D8p/bh7nsfGa3gkFbFViQQNFw4POSGafpGijXYX1SyY4I79TGbJIrye6xb44EvMx+Ik+2
2K5z/uEyU/Q6viowbep7pVLgyHiF3etQQWEYFdfwiSog5S0hMaySJU2qUxGPsA3bWjg5UeaYP7xh
sXWwignnGXFXSsj1M8/plsJBC4rEeXjoHKb6j0YXtdFlAvGrfdZgCPAIJWG84swj+1WvQjJZRtnp
jJME2Qbk11SBNklCkpQEUGsMBCsmGW0oBkybK+yV1ZQ0t1RGzar+lcoBkIWZK/q1ns2yci4Keol3
Zp+10RVBoRZ2/6EZ83OBE0jZMF6MwdxFsxZ7ttbj3TZVfb6cBw2aA39+2jwxbe2IG8lmvYd5qTYy
OHwbr3RV9qRsKzOUHwPSZHtfxws9OVWBbOES5YDPUl5Ge1daKc3zCUxQ46XtAIqHTUIedgI5vOYr
dqLU5y1hz2xBNX5YxWv1jgfTjfFhSw9FkQHsVeImGjeSzCccdTUhuY9zZa6cEi8GCGEiGsjE4Can
8FoypNRYAlGvX0QtVK7bwdSks0b0lXUcGOd2z0ThDeOZHmHfl7yVPdJexSr6EVLJRrXbdJJVKxcW
9lR7K3e68yh1stzeWuE4lmjkSElZgYxSbwRrDCU8KymtdMnLQnPGRgY/3JYf62gepXtEzWSdKXMx
33yt2/+/3ee/4S78cIRZk5DfRRVfPZb8m91r/vo+fuTrj32T4Ur6J2Q0nB9tUrKQ1NDg+kOHK5FA
YliIojjAMmd0mEX/y/AjWZ9MHX8QOlwUgzT/fnD8gCH5RKfM0C3bUAyTKNPfkOF+OAByoKXDvJ5u
FdgaNL4+ageIapggWACoW3fSTWtVspr75cL5aCdKyqkb3TDq6omydapD6GWaGJ40pVeJuYRkEWu/
OJh9lV/8eS7jILpW68b6R6P/pH27HhJ/OAGrpjpnNol/vBt4nkvEYyKEGVoXQvNMba6SZ2lo7Q6q
tQHQA2PHYjjtbgKRglYJ6jaapWAyF5UsJLaX4w+39+Lb1/hR3fuhtceAk+qDNjbp30zySZn78O0i
gCmONWDhrrpUnRavxgmlnmQduKnt3OFl7rETCD1OvZB5sk4grAEx6SIt88nZ0HiSrM9KFNnyr77X
+wnJqoZk6O8w7ZU5PqOgZSW9u2paww5pJiecjeg/4wZHEnSUMqc3YeiueYCWK7Ao08fq5axsbhGo
6cM+U5wENCyR7ZSqnjZK8wL3j51R8XVzbtPrQsktiKlZPg1+JvBs6J4YjL51a6gpDLh+fx+5rgr+
+SjQfxd+/u+Fom9fqzVPvP34q9Zd7bmq/5W3/n2X+z+Zh742Xf458Wj7Idto/X9/txJ+UhzGNkxV
VCYmBAj9ubVon1QD6SqyBca5qPl09rE/w43QMtCY439Ix+gH/kvir39ilIEWRqGiZEVptMh/Y2vh
eX3XXDK+yfrQINNb4ptysH+/KgmYHvLYeaSpA5ohrmWiYIlKxY+jaIl0IxpVOpKdKVvuFLO5MN6Q
h4XEkgYiwUzyyb6INWP0u4aWkydqWfuiEjOR7gh1wJWjLCKFVxCbJGz1TKo7n3ZOpV2ERWMMJy3E
rjpxi7Tn+Kl1vIUPeI+mDJz/vFYxTZYNHPuB9vo1Zmg/AWHoeL1DvcZQMU3lfY4qZDjRIqP1Jv5N
dy1ZWKji2NQ6v+3kV9Ws6+gozV2veGQ/kh7pkFF4l0FdwOuCUAIwUlzV2W5Ja/A40I5m+WwB2lDv
bGfAmA41uKj9SdGYWKaqMrzZQrbIVkuTQd5XKXmCuz7kwvhWhZliHR6Y2V70egz/FMaqbzlC3+KZ
GvrAXta2QZOXot2RdVdGgZGj6HXpjyYNBedgHqcEWLlrYKV6LZVSOtCYWTmwRL+YHhC2ZnQteTFu
7LbQVXeBRHRSmQ0sUECT66kqayYZaHbc4NpKikdqmwGho92YW3KYnJ6z21xcMhBdBF5qJyYEj6TY
Gy1V0lc9oi3mS1WdnNayXXy2YAatnSjIXaAWjFgcpyWSmk1UzuErQjwIcQQv0JoJO3SUCXZ4zi2j
vPq4oC8ZWxQ5CU4uJxRbyVQyZQPGPGwCs9O7J3AiwL7qKrWuZCWdGJYlKufNkDhY0yOAeyiCxSqs
cDfMjqW6WmF3vqG3pY75RBdPXaGp9Cm4L52nOlL2ZV6q4qG2pJjQS8oryW0S0nKhruGzL+U4JoQV
KHnlliVEDvqI4x4++zj7WonRyU+yUjqHjrWsQsYkJueDlXUYsyihaJPjJN5nNfIK1xyImnaRI3L1
lFiSVLfpKxIgzK4FybHQ94W+aPfxBVGS+M0G4jv2ESrv1wFhwOLNhto9mXj77mkm9uSGOVIMekSO
wyyYaK0doBxXTwVoVC3oyqT6LCc2iVHSbCSvUAohsNmCll2mFFPN2FSfFn8ebDH4OrkaLxIvt9kb
QPa33IwCvpWmjdYNraBscvMcIIZHch6meaPqlLvcsPKzStfA5tM3IIRXRCWH/wov2lUtWqDTCYKP
eqv1xCQNRvtEhhKZSJQX4b2cRqPp250JwmZKOUJ6Yye0N8pdamhbjjlHcixOdHdC+IZ90Uz7eDsS
TPCSOAM6oMQRw5oXkofCG7KuswhlbckvVsw+ojWR4UmMBpWUz37hmMHaaxt44SjitxHhGfF+TLIw
89qG9BQeTmeY8REiIt1WYhBXCzM9wonJ/LY34bBqZJqOg0+gkyozu5mTvORpaRIdo2ekQgns9bmX
CX0MRFPR/h2HUDpRaPK8hVESDhjkSvUlJIYtu4L1N75ZMCfe4kamZUYHtsKkCBEu8frSVu7tjIai
wVm7wmZHLJVIeAkHo2zlBJqm1YVZka+DX1RJ35I4VZNNuKjO42wCXnItCG0wIND+nJq0IV+1FibW
JZAkrovJkgT8oRnFSUELZ4E9itIolLgtexVc5Z7DeQ1HZTQc6YGwGOlzjQJlvo0K3b4XM6cmfxlW
vnO5FjwtQm5anVZEEkZHsiiebXjnBYfq2hTgQlUTNPZA7xWaqGzt2TXCxDUqC5WcUVX0tqulsu6s
EC7KmWb1skUwfGi/ZW3HHweJlC5W3S3aqZIl0gDWP3GeFHW0Cb0zATvRox7FuYJAD0KXk5abMK6B
h/P9iMzWtZg9reTD3GRZc7VmaB8X9gKMmeTrhaifyOjmjmSraYabbwAY37ViAFneTpZ5bVQ0o7wB
lM95MoQjldIUiku08bPlLgIgZJA2kO+9Jc91UN/lBBI4YdIO4WZp1t5jW8IxRccG8amkkeat5GnE
LKXorlPbIt/chtsPW6RVorPcIKVvve8V8Fq7TVhKRfPCy8BivkCcAPPJKs1mNlyRtZgBSmPZGApN
bjD0bGpuR9Jz51aziE3fkaqQJ1pLlNbNMWNa96otNeySli51p2S7jvE+Yn2O+7auaNOPRANoXtZY
Zu63ZaPf4h1SazCzo5odRn0e7ix10hhSDjLizkwBdermQJCezTGJyNsNVR634xBOrXI7ZQWUXPIC
CJrp8lhbPtewV2W/4gXT+Aihu7slndErMQVZgOaauKsn12LUW5OvhQcGVBbbsqZF8UNaxOB0MAao
nzGHzW+TndE20ommAAs3LE3xEKW5ulMUeshnpSIpGTZw8EfXuSItEDzJJIdAbEz9HCC+1l6bejJc
azTMbQIM8rO5WIvu2uDxIVlm+rG4KztNr12rVPrr1iIojK6rPSVHwZ5b+07exKQqkzFABhEd4Lcw
1/jq5HAvMRc7nMiFocxy9nabYkNWyHq+I9Iqf4I958pYox8sey4vRCdAjzdpjgk8bmrpKNWEQ4Gm
sst72gt0omBGRhj0fCVs+/EtVZf5C00z46WIiqrcjo1uHiMScGW3KJ2k5EPXPvzvl+T/Xr19Xr+W
V514fe1OH+v/gKJ7VdH8c9Htvoqif3lsf8R4rD/x/VBv6hzPkQnAxKc9/fUM/h3iQUP1E6IP5IMm
797VdktR/L3y1lT4Hhhd8FLqtk3s6J+VN/9J5alDfMmZHq/A71E8zPdaBg7PDE8Vi8M0YlyO0Py2
d8fBpi8kk/hhsZmUbB8b2ba2e2L2Qk/nlUAO0mRc0pfwiRY5i+xsVwzdli/ldgsd6Vg5TQlzrCQY
aPPtak1T2sZjU4Ov44D+b3egPH1bkk7qKCc14EXvHtDnuVNDvlAc3dWZuOlJ0AobcxPF6U4hLKeE
w5VWKziYhBpwbaHEdLLbxl18F+nQFUxCUyoAymnhhknuSibpT5N2RH2qOTuBZse1zdFzkhm4dsEO
r5bptSYb96EzkAJNEZCQsOJ0BC9uCRZxuyIj2Dl3lfFXLqz38/m/Xljt/YW1ZXMwi7AVm66pTmoi
PkbzQu/TABbA5of19jethve6kL9+0vrff+iD1IiKqf25hY6KevPLoBx+8fv/+qfYNj0n+P8Iy1iQ
Hz6gsaSyVdMRRU10msgp/eWrJWNTDz3od5l8HSGqd2qysRtGSfFBq+CMqtBH03MGRx5vpYBEb1fk
MWctEruwVWutL7Pxs3Bi+vNtF7oRP5925Djyu7pmPjqc7Gjfgq74LEEE6BmigzMgp6sKSHmDGtay
i0WB0EiBkOjHgzLViJmpjJOmkr5tbf+odlP+eoW5ANi1eEaQ69Jie3+FsRpYYT0OYiNIn4hBiU7P
KWxSp7+j+N5lSul1EAFpQok8dAGturkaboDuBj+/EX97H374Guuz/MONLnDhm3PEfUgdUr4cx4WJ
DWVicNEW/2JNfTiPsy28/4s/nMcJ5RmghExsC7BzsY64IQzmQf7VX/RVkPhnD29du+vnYEUCcmQZ
dBre/0lMYOq8y7iyLXF0tbFPianIRwIWinorxXfCITiY1ph+IuT+cpHOqpWgu9ypsCkWOKhMWzkw
BGH4FA6t+/OrvepZfvbVPkjW9LafBuIkxEa2DC+eLD8jKIScHjoCEdj8ZjsAO5KG6PLnH/v3N/nP
K/JhQ3awGpG0yU1uKK0od12s4F5bD5scX8nPP+rvl/WfH/VhiyqNJKmjno8iVNlFlUJ6zC+cJb/6
hA87R9xzllrL7c04Pwjruu1/sTX9/cWiY7662WhCrf/9hycCSZldpxabbE983AwfmtURGa4TPv/8
Sv3t44AgDnAPTl4kvO8/J0HURBoXn9NAN3WGbd3fysvVzz9D/2ox+MuKs3EfoOfCtPRR+4yilkZc
wYorwHm36bipZ950ib2nHet3UGBKm9gj6JF9QXYznEFDRiWSkmKv3U4R2X619aYayXkyQmEUUGF6
aboZOpqwJhE1LsKPxLWTkYnPsJNy41hMN2km7/S83MQKEN+YWD5gNIQ3B3ltbOX6hRp6IwPS6wng
7axnuXmRdH4e/rdUA1yPzwYbHhMkJKMDI5e74xJI2guZdUoFBQK9TeumOlG+i7MfSr6/xdPd8NRI
MHqJc40IwyATjC28phuCnAISZZh0vlhuG3JotCHd5XK/I9ykrnFitPmZWr7KJ8ChnhJhvRn6cGsa
y5UdTpedte3UM0Qmn/vcekt7x48lwkcVEXCUuIoHLlwaHzouXEtGJfBZH2G+m/SOqxdyYNeWb44X
AsyoxHScbGtJ17YGYCYiyt26wHQfnamNE7BELoouO8ta9Zg1L8QGu8vO+tw1z9myDXk3rn8CiPpN
qNCfJOCveizN52h56PU7kTm8nB6JC71YK39z7knacPxsXPylFn41pkEHRHOeAJa16SkY80M/qdsx
vhmbZtNk1YnpbNUClFbfQPFPT9N53KhddVyXi5S8NEmxmeR0axH/xO3xbd6ZuNHcYjZ8Yh+PYGlf
IJBudDu8Qk+Uk0ljAWNVgEmq6mkFYN+VovFMG8aruhl3vdVup4YTB6Cz+YD2ya9huvbErmJGOBQ2
SjNSgMjwlguDgz+vh4S7TUizBdoBLyAjbuFPNMKM7kkibmQm34txY9K8EAdA0AjBEOXs20+dAzMu
GoPEUfYNQ2wrOlQ8ZcTL7dP0UYNbqBAbzTXHoOMP3akuf6sIsDOnUr+zopReB2fXJCKFRQsKYje7
wbkuhvOWljB1iEPsQEvZ1/VPahwIJGmOelb1m1G+kDnhL3QR6YReVsWwwb9BbGEBGmm4TyOdtx9y
XliaC4DECu4kLaqNmg5u2Dvsx+qpg0ynydWNUeVnwtKB2qG/0pfz0qzOOKtetqN9LChlZf1ZCSME
bRwmKUK7/rnX6dOW4nadRYXWzUAuBeJXL6qeuvkV+Y8n1wPRw7SwgR6Y3eyhwrpSF5J15MXLHeHH
Fxh34Mi+KCFn3473oaIEpI1NqKIonKCYr/71equYVNJOcjZJADOzysWiby4zTFKJOFTkJjmZy2p3
KBrAm2p9OsG0q/ltvaoGNtl5qsQ3cGnOuqQynFfQOxHUBXZKnJY5bBKJ7ID0FnTnPm6KXS8VLEhj
k9UPhHFehD0xrCYphLQ5BVrsrktPbftqZCKIthhBvQXFjxAdAxq1RMQQxaTaemaUfxZk1CBoQQ2h
7bNoChJRboj+9ED93Wq62Jkp3T9W/0IgaRkHxZwEejMdndk6zyVmjxWZz7RmEV6wLIt271jkts3F
bqlMT+QM4/gL6UReme20HdSHYYwCwGoGAQfcnHo8a6vyAhTePi6LB1tIn5NOEHIWHtUZgnY0bifO
4EwnGkhW7fKAHpbYe7JH2a67WQSDMcI2uUJ7gkwh8RTQfXqBliTMN6LVd1rY7ydCywBIbzB5BgMm
0axyMLtcUGiSbE8Kt0keGGTuuUh3keQv0XjU7CawdTQUmXWIRXSHLHgrZd2xUN+IyQCMfBE7/WEe
Yk8yG3j5RyOJPlvqcKY1D4YaXYp+2g/DaW23vjY7gZTl7qyWG5HTXy73JZTuKs+2GtvdmE5nDE9u
RVgyf4kPwhzOFYuoiCzb9QbcQSMJ8Ozuk/ZKRL/S8H+lzrx7CXKotfgHZouNvNf+8EpnsAg0s6/E
hvTkkxS9Eb1HVBm1R+SDy8R5Q0iUC4PQn2YdPVXmY3IPyGY+ZIN8OlErCXu4kOLbbLR2P39B/6Ug
/PDNPpTfFgBeJM98MxNAribCcxJnXTVdXKPFWEYEAVTHrvsVpecvpceHT/1Qemh92okZsc5Gop/u
6Lddn251hgK/+NvWWu8vlx2NPBsz1gLnq8H5h0oqtlrFllX0gqZFu7c3yaGm2u67i14WoJMtvyLc
XBnH87UASOM2IOkMW1t/GBr7PuJWELlcq7DoZzgn/UHtag9A8NczeoxiV2dd6b1+ozfM5vXOFQaT
D34r0cJGTNtvNvejedtddsl1p5C8Di8+axnHKcGw0zgSDiSJ06s38NLJVRYo+n0dBppOdRK1QV/r
bg3pfY6NbWvOZ0LrLnRr2dC/S7LoIpbai/WZM5Xhlq7ovdRmPlkKF3nrAEYpTsOBEO9ovEU5H6w5
L6jcHsZi9qz4yoyWghj4aVPMy1UryYQ89DuGT7fzaN7nXXS5cDSRVcZL9HBJY1wjNEiJpGAC5xgV
sL2qzEdk7SarPJcu5xxr3s/v3Fe60E/u3Ncj1g93ji0wFEzY12V5RqzVJhZXYI7WNo69EBXJNV5u
e6jG1Za9N3R+URn/pX+EzeZbM8qkd4zd/n1l3DY2kEWdT6+qbZv0m3ofnyWFcezK/tsS/S3t0P+L
M/9VofHP7cdt/wpX7XX+sf24/sT39qP6CTLPOlJf0W/qSgX+l6ZI/WSiMlpn+7hH8KyuP/UHRNj5
ZGmcypn1cE8NmPp/Dv6dT5hM8ZsiavnWs/yNuf8HkQy6JN1CR2BhwoSfRQ/yw+aG/6ibFitCjSdi
52BKYXYrNX16ZlVSfABdr/ldYlhEYdbdqSO37Qm+P4DdRvIrZMnXs9UPT9HXb7KSZGAMcSXsj66n
LizIFlZJq0ydrEr8IXkITS05arM8vM35OusnaeHBnoku17OYuUkPLXEryOH40tHVytHjdwaQct7v
3TAQ/tKYSkIZPi+/sMR/eOC+tn4NYFyQO+ge05F7/8ANZquFI3pRZIPEpkipRPRqcwLelHTluKE3
F9a/OGQrH15BXz8SBrWMl8eCfffx3SABhB9CVSfWhrqwWOKdJVfxlaRQ28vmXDFWmzXiXfr7JIM9
WqmRRkE6IbiyE1xj9oxMeswSNPTG9ybrb+0J/2njhFW798/Ps58mT7xWkx+f5/Unvj3PADkZHEEG
hn+tIJ/XuPvja9v9j//WlU+ISr6206AiGRhX//U0K+onHEywC1e9HM609Q3yndSpyJ8cBYU7gj5j
9a3R+fyNx/l9twfamELhgEzR4Ddhm/34JnIqKaJaQSzRKGO0Awza+alVONsfrscv293fP4XBLx0f
tihmoe8fgCZNFmdEY0DQhD4fI7JybnPyANyffwpb0LuK6Cu7aNXH6VwfSAKIpt5/Tj7EmClGk4l9
3yF06WIxKz4kcPvC5u3eEj5m6X6T2YJISLh9HntUOvgOHqyL2jEpXtA4l9flPBJ2UiB7qk6JGVK1
kyaT9YFAKDERNoMdhZNvWSVkfnehs6yZURNjDkPt93qqhCDOl6nfKowdiamE5T8jiAlJDeKrQGlh
BN2HZBLFudwQjFWDD9NQ+ZNwpevR57AqjXIn94NFiklSUt6YIc4X3Vlae6dPnbK1Qk2sMRKlmNda
Oj0PKxIU3Iq8jcNoacalgQksOZc5A9/Oqhqu5/00u2GDc+QApUx1hu+1yzdd1DDHIRpwgojMXloE
Y8/xBi8amg2m7IY9unSdDNtPF5kcipXVUgdCxIoOmnxCsribwji8LcduIGNVDckZqzO7qgMkQmG6
7QtT4BQLk3I4SEbCuL5TMUN7JRDxvVDHpTuORqHrj3g8ncI3iRItb+FO1QeRLnqzE5U1X4SJjMBb
EaM2uLkzd/TN1JmZM4f65jGtQ+exxbdyg8enfhsKbVVoRF3+gBAkf0jk3ngmGV17o61nlF8kK1xI
PETtqARKiVt3h5JJGK5BSyLZYTsZx6DDRpfualUSZHWZHaw6Q80Hogwbu20OMq0SXHrKVGc+pK5e
feiEpJdsn5OKKQEzXxToSk4DSMZTNQYzvP+Udl/vqByDp3TaCzMckg34LdnyNIZkuNmySBnvUfp3
CrDorGRoXJMTQ7E7fJOR/t+98bLv/WTjrTApJc+P7zZefuKPOa7C2FWWmdT+IcH+Y+dFOQY/edXT
shetL8gVR/eHghIQsmYz4mC6S6EDT/PPrdf4tBrVYb7QUIZjge30N7Zeba2UfqhfDLZxBRIjhCP2
VTbgD7uiIo9p3CVK46tdIW+W1Ja9KdfVVaSTT4lX9Fq3uFYdz62r5zOR23FEq9dQQgIms4Iz39jJ
9mtWpic6BvCGFlN9oZSsvh7/FgkHhVq+qZUkoxDK6qkGT2+RxKA6o0k32moPiQkDyItpmh2FPfbH
1B7mu5qIQZUciKG4NXtFvSmbot/2FWG/TpNMh3CqGeXiTBWJ1yD1RoK2nNUKELfN1zv5W6v139Qm
DK+i68XrfyFNaP9r05cvj11Slf8JKgUq+39e3W7ymldC/K//2bbJuyWu8mPfljjCArAJBgQZh0JP
Q7L+xwpXwYAD6+JdCCN8fTGy+L4vcMPkP0E2sVRYoBSl6wTme21h8MSAYQDZacPspPb4rQW+NiHe
LXFL5nTJVgaeEyWyTcHy4bAwTISIJ6GK7zZUM52eYO5slKmxtnm/kDPbkvm7mNbWsHti9HrJ3ht5
dD6MDbLJOFzyA0Asa0vA8gMKNtNV0PF5+K87MgukvbNMgG1qVfgcVRy3b+XPZdTPOyJv8itLUqwg
H/XFjQfB+5t+t80+T89NWMEkMYrO217yjTlqT3iVbs1imW5CWyJiA8q9Fpq80KUUVSmlANLjdPKc
nEgB3kA1h/SO1khhEb8UW0bxGYHruBuK+kutt5+jkLyNoadfEUbteZkvt6Qa6D6R6PKRlLXGbySE
BfJox4FsdRu7qeutqdVYLeaxhZSV84rC27qBSIxbGqnQoUjmlzEmxrmyyusIq4FX5OOpKpftRTqA
ENCjiKpEEdVJGZFCrMW9tilbLduZTlEdWCORL+RG9ooml3ZZ2CY7tSLwDIFrf5iynjyQjAb3xtbL
flsBGCSfXEPT6sTkTg2iSW8VO2xQ9I7Ldd5U5gGzckjTlbQKpu80KDVYKECOj7qR9G9db+9oXS+X
ZTSc6GbH/rJGLwtbOabNYngY3Y+Uu/NJWoSIOvn9cRDhCg6GzH5tapVI29IaSGuoCEt14nK6aTL9
xckScegsoK6OEObJUof1LlycR0Oib9+u7Aad+OyhJNwSSVhzHpdCDqTJqBhyjAuBohXaWEVcELqc
nUpW9cDRejfpE9OPXMud/dxUnR8jofOm0HJ2JHzsNfyNbMQAqSBujWS9M2CKKtJlmi45JEJ5cGKm
YrWE21hnNqIsjsodLPxFiqXrmVf7RWo74kGRaV0nUZPv4rEJyRI0mPHluENdcoOxfJmPqUKodZ+4
syIdoxxvRt74GQmi+L60jVG3xzGOCIM0ibw3TqKyuDORYLDYuBcCL/myI4XtZmrL1NVp3jVkhLhz
g78s0ncDhc85IVFEfwll2YVa0QSykZfn5ZRgrql6wXADPLzD46m3t92UGzZq0ko+yZOxOSSTJG4G
YOM5dVPIo7XNOh3YWh0ehBB4OhfFa5YmddNe3Q5i5ArWimc3OmbNMrHPWy3SnlMJCYikrQPxCPWy
Lvd01nnzUe2Q1ktsqtQdFczdJ6SGUlg6orGCSrH+N0fnsdy4kgXRL0IEvNkSAD0pUuZJ6g1CaqlR
MIWCd18/h7OdFzFik0DVNZknU+rvOZKsKB29eIBMcCYeoeAbmw6F9CVPLPde9t3EQFO4PxNSp0D2
aBlJ/c4sFVWlRrXtmyN6T2SJZlK6cemu+J0IgcGvSpRMX5P2KOu6YUrgLMcJV2uYjIKcSmuYd8U6
eCxjh5FFktPPNx7us9eZwwsEe1Lslaa6OOjyD9CPHbkn/b7Ph2NJUREZakl2NpLRJGx8ZN4Qdp3j
kLBdLVZiWstp2qHSEEgrU0AgY94fLe/LcxvvNI6NvveIuQhJDSYVtB16ninPD7aeTdswYJnfBO7K
agNmFK3KI7iPlENoInMSt5n7hlT2k1H8IzfE3xEQRrj16IEHYK6Inu3ZVcYYEvyihZJ6mIZFetuF
Aol0zDk9Q6vM4wLZI9EiSS3RSBvOVdWJ9mwKjguRO8lN1eLqmRwOjv6IAnS1ay6Cf/WIm7xOs3DM
ij9O61qXFVElq0v3oqPD3HdE3/J3R+esPfDx8H14cgmmZ8Q8DsPTKF11zp2q34s5I8uhkVfcvFoU
BF1zFT5Rgehl/FAzfLq2pMdPAnjmiP2rjpvWQmxudcZ5pb/e6dw3NYs/ONOj7AdvM9ge4p/Sjm2k
Zv1D5t7hDlGq3xCmVD7kGV+dlGjmZFwQMioD+bksw0Gs62vBPZG23nFmi430OzSCMbYHjytsCfPg
YTheQjkLP2S6s8GI9U3JiM/a42Nn5yTFLWyb13L2b2mQHR1Mqcx+eCvVPcm1JurpMMhOzdOoNtJp
M4wO45fhU2baUz++s0tksRWEZb7c7aHt/xL+ihbX15xNwj9wDspb6hFWM82hDZFg4nAKl8H+0XOS
vo3vMfcvi7n2GweJ8sx7lom7Jyz9KUCJfa7XEtg3PjLFxhdvzDJLxHezIq/SnYLXOvV/lCTrsNed
t6RGwus0wciHnXD8QrWad4vTjKfRGPE0PJZwvS7+8YTRTTl5YUYOFO6rpgFuMGdEQVicl5l18qy9
2/RrUV6whDHK0YYEwifvkOpKqzFOS9VfTMH8DhoEgwgERtnFbJayALXtyJ1YJhF5U+M/4zZKvzS3
MP5z/Yy7qoFIurNbmaF3kl52mS2jOAZV0lxW4FYffW7t536xvoW3pGHa5e43cb2sAAfBk4Px5E52
mebFXW86e80dOJ0LfQoONQFU+4bo5dcJ98d18XSMw13OaSEKRWCq61Y7zOENz9zjf3PN9Fe1KBmz
wMXFE0gYsmRe3Yrc+TC1jhQz1yk2nAdHgaDzUw2dTfrvnO0XsqY3btkO97at17jTs4hYtvUvIwRU
l74JK3kWgzwLo8v+ALxnM2v5LwqwAFli/TexgzhaKlROskQ2bo6rcUj9utl6RCPFmuvK73EUwYUH
649iE7vhJ0obCilHP8AFhOXYOv6zkIN3LQOTRHCi1/ajnl0TX3zKxOwPqDo/K0fuSwSnvBBoqdoW
igBZg/orW0f90GPe3w9LVQGjmNW7lEgJSi5nfnTRXIgMt7JNma3JYR3YrM+C1R9RuGlYey0YoGXq
NzxBaVxX/XpOlWx3CK2RO7v1E4GIDA0KVHscEzQtdpDy7tH9wzVq971U4APgYRQgrySawtRbvlDw
q0/00jA0an8+Jr1bl5FPChbxaoQt5GTf7ofAKWNwO/eHsZPtrix2g9OJmLJrPZhlle0GY5L/ScMc
Q6fn9hon6cfZ2CZR19RyFxDNmulsZ4r20mFt4hHUhmiynYvWL7T7vXgDwRqBmX1p8Bc1YnwpC8LI
8Dz0/cgKK6VpcpNbyqjowI/obJj1i8gwELUIfXld18J5H2YHxki27IJS5X/9Bh0F3MPq2FVivKnO
f2KIS7hT4fhFKLP+O1+T6YqxCwHNpJNT7NR+FZYivYG+Kd49zXYe9Dbjya2ZcyNkgkpU6+z0UPa/
lnyL5yA18ck5erNRo4fAdlxaIqqwBoSM7ykvhYY0IZl/isTXT42vba2VgNNelGhAE/k3tWYGICNr
34Bct2K6toEZQRRBcoD4JHP3CnMNC/762ZvXA7SAD5WmB3ewBNWAHXc4VLPKPpoky2bz/D45NYN6
/Tp5DsXdnO6Q5lq8mQicfYgXG0Yqu4UYvL1MxH+568TL2qSbsRnu07BSt4HSInD2iI018sn1iCbm
QLt1HZ792o0LByv0pMVN9VcfyNEV+qmoiArjw7R/4ImQIJ4cBAuEzeirt9GX//zF3Ca5i1OFt7Wa
/KtV51O4dtqlGued5ffIfGiaYdaslXrJiUJjbuuG9WogdTSf0ymVv+NUumxkPaK7hsE518gS4xW0
8anThLp2EyP30reZNWORGHMYP1rqUSR5ortoqZuBKHCfvBSqSfcwnEmWl3Ar+bU46/hIWblXqf1e
ZW0DuIZTjB0jdyn7+MJQuwcDaFM5y62cH7O78gAeMa4g4lPHd2lU5Et58Xrf2sMVMm51leWQFOri
Nq9iO6Av0ibnbKWB8WlgU/oDkumazg/+08SwIZEseNusmnalYaXPUk76F1mB5XYt8iDO9eHXApoS
VzNCsk6kQ2S0A/6uxJueFiLqcEQ20HxWx3qS0sasNtznEmmuqnPjy8vKeksBJX7zLEPSglTqu1q7
61xhomw8Xp1xfNervHoLDLIW7TxyiaM3KgH3iw8l0Rc5hYE8nfnHVXrNj1sZdQz+rL9WKzeppbPt
qAp8g63j/gpDUW/BoULI42xJh/EuZEv4NZvwxjkx4bSOjH1/k4FQ7HVZkBJZ6VtntqcssR8p5h0h
z0t/lAN7dQOP8i4zigu5sekXweBEGpN8lK8h09okTIirA07sSmLd9O7kjG22Be8TF1Y2xZSeJha3
UjzNhJtPniRyjmtP7pfW3kOZubjEQ7wsS3t3QehjZGnuyhEvIhUfXtlf3LYn2S/Nvtm8N5s0zWJg
OnvAEUeuN7FhHoSTnBv44mO8P3AcZSdB7N/G73o30lEsY88rz0lH5RaQ9bmzR4Pjj2jz96SddeLx
lPtV4Zf8xDATWX0RYc6PcmJm6OD7WDVLiCr4PylB0dAG7UEQ7ksY4dXQovbn/tmVDi/1xNQdFI86
2VOKlKrRjrO/3HHsfrt2UsW69GGvj/XX+HAeDc6v7xRf/TR1YT1b3mtWmPrWcSiju5qjCNwMUgUG
U0Ym57PuFhA6ivKmcU4mCQ5ks7f2hvY1AmeX2rh1JobXmVkfZ6ndcMqWX/08upvWJLjetyeqWY33
L01JX3fWsdhnk2O9Oh4PsOG0/haP8Knteh4uj2SppjZ02AXmX7RdB8tr5IlFLLneaznHgVcMOMEG
/zSZ7UtQ0NY4SYexyKv/+FMS7P0RMV4RVCWtTlBykxicrcF6szT55hiVF492fckWD8laUR4t2CuD
zUYPqFa7Z7pBQE1GU3daU0gANjV+FY3MzkOD13MTWC1sLF+XFMvSfsOaUr4hGekov0ztQEhG9/6I
5zlrntNEbTd6m96T/b3Hbl1H9romsT0KAx0EfJeoNHBKV9IUN/THKduiTEWToOTo4QydFdf8b/BQ
Pi09E29Xzxby4923xmOebcH4+k6U0b6SkWjGDSRM/DmWexztpdp6M2LTxUxIt7QkAZ7JICMLnxVn
jkWSpVsVH02ZB5+1JYcvgkxwdmbOb24O+oEAs55xkNewxcCswCA43QrpayQQ6Wrf2QwuvZlbR02i
Purw37Z4uYp4lev6XYha2zUadD5nqadkk5Ra/cxPM0YdY1T4WRlyPpJRx3AYGnamkG5esII0m9y1
xX3KlYXp0cvaqNVwQfYji6FleBhiNXLbHNsZbtbY1De6cf+sKh2oUtB7p1nDbFsucKsKFlLhkmNf
b+aOAkSpNdJEncbV2i5EX7rZwc80/XX0jeyS4E2IJBnuF/yf0SJJXfeTHL5XkvqCPynHj4bEx3M/
B8vB1pV+WHTnJSubHaoszMVjP+IDcQnFnSeO1mq2J5KOzSez9biwx2m24x4oGF8hCaxIRtfp2/aa
ekcJU20qQ2d73Br58yDWD0uXl3Qamqte1n5sqYInM/Xm3YQ9+KdJ2oSE8pzrH8AJi5uiSip6/Lkr
X+Zy/q6BkIWBbNKXsrNYjS1eYBDZmnwamqkwECTMEEx660dPDxpTaDKWlYK7tXaMYGbocVew5FZk
FumnmfnEdWXeaEY0OJdA83p8ngBMNkrl5mcylN0+dfuRE6rme7OzTxvf9wZ23XdCnMrG5Os5UW9i
F4XN+tXX5YtIlk9tasn8TQwGR6OMmhFbNKvyo1bhqdA7D3f4MBpYYJp0PS7S9/ajl+vvfqEhJLJn
A2k1G6H5AJUjDTaTP/kbAgOzyMD8ifqNyUU/6v7eVUP5bg2G2FeZhIWXG+up5eE+YYrPnorUnp/J
rrXe/VJ/apvaJoO2TjiYmxXVv9/pjCQJp481pyZ5ok7MM6S9kadwXa6OVzj0dJW4K9XIo75a4ABT
zdqKwOROdIIceezU/zKlSaLVmFeoWcLcJ4PWklQ/ndzc0nZ6YxpPcCOvKIXCpvIR2WIHV/OcvCKr
+Ie9wY+SgTqB+LSCBWiAiotg0DwelpSo12Jgdah32qE1aHz/P53eoIFoQlj2VYgos2Y1ZtBIzh2T
ULw5Bb6GKczYvp3J0N4mrMlCJoPwyPg344TGa18CoA+sjNegnl9KlLnnbk7M7aAl6WE1S4T39CGf
ZIPFZU+6aQuo5USMImWU7dzItLgWwitfa6d7EAAyxif15B9cqAt+OHvWJXEb62TaCdfn3OnHvl/m
S0Zc1pPCRx/QhJo7KIcyQt3I8BM566Ct/QLazds6iccPLMcv4h5+0NB+liKjwq1wburNp4F9dM9y
mbdplvqmEQZziS7p3F0+ogkvi9LdWLb4M5tOaCavmpFFyXpMScgdEW8Rf5Gvxh0+6GFuunWrihnq
YBMEO8vwFZVecw+ynrF0/9S4FQn09dMUUAkv2H7spqckYtQSNDAHcrceYlcO//FI0zsK5y5Hrd8k
gf5BY3YMJopwz4k4bsad8jOFk72NukB7qaSHQGRu0p8EdwvB3+62Eiih15UFPrbh6p0l17Ef7Wfd
qa1NZRf/hKDyY+Ze/SdF7W1svWoidzUelIX5G0oCRqupeK7IwotxX03vbmsW195s8KvnJR75UaaR
a4jPmnHKVNvPmg8ZUR6Vlp90jS8yKIN/jalQ4rZY7Qmk1QdoF6voTkBLWtr6ery6kEwjZFLyaEG9
X33n7D8g3eABtbAZlpdlNfoYXMiH3ToiorP4Z7TdVpV6sssg4Z7LxYSHNPm7iXH0HsJIc5pr6ENj
LY6LtwyXpZMTAE0gEeRaVaci8D49d0p+TKacU7K+Gcy2X1O3RAqblZZxmmT3TWtubMqcOUEHBXeT
L5mxbRwC2Kh/4X2NmX1rk4D/3AKUqFFbOtVy7ga9aBne5vVf2mCArJbXs9/PVo4c9A1Wd+mBgW27
sV3QBXiFxyCuGIwG090o5LfrV1jJ8X5j+RjUYCFotFLf5Y+v3mMgPaZzmI0ZVgjLgfpWTQlgtbUp
6x+3D+yrylOtOCZ+ng9x4mf+pzFaHXoGBpp/56AN/Kgx24y4eDKJMYjj39AMsTC8Nunpi6r/b3FA
iNvr/KdPkV7zrLzrnhqMDU2GOPqa9ewotpzFIM4cGcza0NGcdVqTl8qDFGnPlr6DZ6jzrvbBFemI
fJmqQpxWmQX9RiN9JtZEAv2SxGKEFDbbm6rIje2gFu8WGLR5MMXFSUfpsWOx7h7Y+0aOyPFCaJl9
H1ZgKZ79pxbEYyf+elxJ59vUlrdbvJ/e5lWaiTXv9eWX2Gz5PjBSfvI6bGyaRjFuDZW3rXtsWO5S
wZ5cUJUnK06ZteU8C0Tth0udip3eTX+mwLn3wJgOay1VDLMtfQ40NlBsuDaOxjGkVWvxliQ5xUjd
ezhsvZ1JBcbpOuW71eniwquObWGXx7Gg0zNSYzM0D/kKOUCxkZT5bjbZc5SSCXfeJ34EGvDZaDB1
FuJuzHrwdxy7+atbtPyardx/wK4hdixrrmICrtPInPrV34xVMtzlsNykk3NsWI9ipXCvS99Osa0m
3uJJlRO1nLmzMrgaXZq/0d+88ZCaYUv8urL0T2Emseenr4O/HtoquFdisv4x9AIFq7EUj/SGN0hU
RRnjP+CxSJz21V9m72Dp+k86LYyMYJRgwLXyvQKiEpeJbm5mr77ms/Nrr9zGjTZYTy0rHtvNXGag
OgPoZNUpChae6MF3MPAkRhUbZAbxbBdDpKhGNp2pVZE7CFY2heHsh1ZFCktBKOzVDYdMPcMgPSRd
wq4ooGnmuLc22SjHuJ6FDY3Ry3fatILaa5Tv3jAnDaFM5LB1xzT9ZApOCNjcFlsbtMQHhAaXM0ZP
/g1FqXGJS+1Dh1rJfcJ1vuADzarnohnKD9ZuVbRS0NIiV5duzv5hLwpZ2P01auXEll9ln3qZ/2E0
P+xqVf34PN1c62jZNdww7qE0M7YnRaWafaLoo2FTBDta/9fAYPpvt5Q+xIH/cP2R7gaNSRprXPpJ
dcktZzkxfZ9jAKPIkN0CXxG/YO+lInRaNNB9Uz6jSM142gApTBpjyQkjzSbVShIW2MRv/GR9knld
7epHPLs3ulmMfOXQuZjXlCz+jrb35s7VcRLrpsT5S2A742zxkASVfrltZPufz3YoLviyKZnzZmsF
CbvZRrt5tpImL4Qtn8xZjrTa2d6R3QIE2lrgc/jTnw5WyosBv+e/Kc9JbocoFZk0CM+VLAKKEdgb
jM7z2DaFOLNqFM/NkreQGzL/jn5yOKM8Qis/BvsGStS2mlN4x5n+oAuvdfnaUShGskmCaJaBdvD7
IH/p/bzb8tzBjLHAXIQklZKK5T2ATwOcSX1yi1PqNn1EYfuX29LcNfnE/d6yzIS5xPgjUMmuBxFq
+Zp7sqSz1dy2AFs7NpupFtSzZfcfXEmmb2YddW7zaxr9wShX7nqZ1W+t8C+93lkYxqhfnD4yay2C
T72xHPNrQEQct7MfyTwl/TDV1d/KGTB3wbQm7KyEAOjRC/a1DjQ3Caqr72bOKVm48Gu9xVyXPid8
8GPaBSG4PnZYXVeakc7umPaysk9B2Qou6TxkSPPeN1DNS93j/rII0MEgfgR+Ou1JIYi0ua9eaQvJ
e57MV63XULk56lbBUI1xNaKrCjrnAQ+wgHyxrRJrybM6c8VZCbNdORC5RinLFZPQI2nzXzRXWQ+P
qU/urkrmDQhSOLDMfAtX+9GGVPJPw+ek0DRu8rwJLmbV4s3xofKzI27miw24m8N6+q8fht/+QWJX
FT16V9ISEHLnp/PCtc8k1iyt7iZWgJ+tOAYJ0rAuwfZjiEgyMg5VY742gtCWPj81jRtkFPHTeicR
1L1y6at4NUEa5nodiWI6N52RwWPnPE3ajsxQmR5MHxKu5/KUFT37iFZjyq09eOdjSW823IPRLY5Z
p87Z2FzTxs0uGeQJtqKyqDbwA7TtNEkWwZ79NrIs2aeThhSwgaTqYZejmSpapqKV5R/7mZlyQHs0
Z8unZGWR8oYe+Iae/Mk2Qs+vmOw+MLamDLDhsvqzWdLspy6xYaHmw8+CyX/fzWn/XARrTc06Okuc
q5mJqZn0sVMprFrwiWb4O94fh4HgyehGBta9u33At2YeGQbbVvhQZ4a+au0X/Kd4+sC17+1ekceR
VtXJF6jIm8wADpl3ZMZqD2zBQiSH3jD77Y013dfSuDVV0J6GhftKODOIioyAqI3qdD/yKhhhjlHY
+yB3P6fHUVck2ENdb2Bh4bJvlJUpD7Yq2xh9e3pKvBbQXKXtKsGAsvA/OxhEfCrBzZqPcV8kcO8z
Ttli0awLQVic/2KfivanMz2+kSXs52aX9+Wz50KvGk8M2HDkLa9Wwyuese413DpK6g+oRogKMqrP
8gIgn8xA46OsmSf7zYvmMEXJFp5PTC4bh+lvj5OMaJLtZDJdbcxdT1ivOxrXfsYwo0ZAUWi43nld
j5Pev6w+HOalNg9Fh67LH2N9GSM5VnHOewQJD4tPv5sneAwo4WKminHVF8u2QKjPUUIlWnNKrxB4
GmkeagSamWZ8e7kRmrwpuc9yMNV5PjteSsOJG4OB6conF32zW6eMtnIMK9KzaQcYL2hHYXge+2fJ
bJ8FYVLuDArNA1wm48mUQ88zAzToTXlEGAxan8VlqfSQQekNu5C/K4BRXkWfxOZUD/vcYTvEWInv
UNff1kmDDjdXNzjWUOQHn+MKE9mTOTQqqoPO2qC9WRDTDfreTZhFFYwVL8Zk/gG/hTBEQUvh3bCL
c4bN52YhZghBByYHxGtU/orbDLvC9+w62o6j8WmtMjPSWIpyb9tvvc/ipEa1+8FtgUigUmtIJxPs
RFt8qo6dYN0Ign90rKNep//6lb08ZV5thtncDTSP2YJmdMDpPnru+yoHXuCSvR6z9GbRd1DTNm3u
0YJbnxYtioIBFJjtxqS/qHwGENZUR0MDr4LBM2E5+Rw7ytgnXgPM0+Xr8LMf+pYHj2znYRbcp1l3
NGqIg34B8S3NBuCLXYKdybWQBFvMxT6CxThYGdLvcYpIQKCD8usgKkdax7a4qexxLua/SxNsof2F
0+gKjtpsDVfdunjwif2EgqjrxAsqFGdnNmaFY5MMXBf/qKMz2Vfmswev6d7R1dHd+M9F6X9oINTC
cmYqmwxUGAbrmhylNS1PcOOX0J5qGoVPy+hotPuk9XeDXaG4sbvs4RXn6OJeZik/RB6Kr/qfRVvH
ClHO/n4cYQlqy2IfilwPB0cw+Z+DTD0WwG9swk8d2LfYNLjWcguklij99Bxo5UtA8vsJUXYTOkC5
QoYz9GYJ9uM1hbFmlaeUDl/lSajn7s2dsycvayBbZP/VsMrmLt35rXvLbO/ZzCTmcoZ+oQ4bP0qN
4CU1G9ZV/ejGRo7MOXPEeqrsBp2Tzu+1mR2h//PI5B43hua174YSpJkZwgpCx/Lzt8rgLtuNQqT5
lkX0EFylz9R7bayrzqKPIbV3V10aJku3lfXAQMbg1gM6ncZT7qwqpgQNwHM6OkNor1HC3kArEY8c
Qab3q9ms7mvQwkVTohOHdkz1tzmbc5IQStcJMA7nvM6OSvxnpyx403W33jr9qu6FL9MjlSTSs8B6
zLB0zqXRMNJf4SXI9RJ/s7RrpPrSPNCUltHYADj3HoNNA41BqBYKIs0er05H0menG0+eQteOCqfe
VLj2VJC8FLX7OGKtPiSrKT14Im0vMNut2MuChTlS/o42TkSl278jH6MlsIb1oFqZ3hcSoCufrUPu
VTHirl9ogNE6mRkGeDK7rK5hyL9akACDsY4RyGuh2dX6ThrO66LETecYmvvpnvPAhSJpj3Wprvps
PpH+9faYf8JSNtQBUFQAWVcvt7rFdiAYoOJ0KgveFvzykTdr17YwORRcRgwDmzwW6O0zMjPWmWs8
M27HwJtu7XR98kk3JWiF1fC4WpEyrGdDW2LGoh5am/K1qJAr6I56UVqysiX2gtjTnGRjWg0jLlr2
ljucgZlsOu1ad72AxBIMmG55WCKhlm+pzXlUe6SkNM6QhmTPMAHoG7yG1KtVQ5YwpgxrM3mLeqae
dE8w+gZun0o7G5K3uzT//0qN6ba2G3OrqjwFVDC/VAvdW68zafbnOfYSvQkJMUDYZzKpr7WUHfho
Q44YoPaXxqCHnpXVUbla5nbJ5iN1SXOqa6XtCNHoz3wjQPysUn6mgzBDb639c5VR8aGm/6hda9rn
tk5AWNKpSE8nZIJru+7Y1vnXrGt+R5YJ8GXSKR4hct60sTM3DudzzP497iCMyGqgphNpVCHb2hMJ
NG3l+KhcbaoyBjTJOdCnPyxeuz2aTq5PT8MlZY1BVFV6up9Wl9k8PLvbwDw2yhF4R8XAvgULhn5F
TNeGrlnPrx1Vy5G/RbRH5kSrWLSnYvEV12nVJLdVs9vYyTkfWrPVMe+OxSuV/hwujI43JmOdWyuy
9t4ofN5LTSlE92F/p60+naAEr5egntM1dIcyI+UgcQ62W1MaBUO5y41hYPUv87tVOuYJ19x0qR+M
pM2MvsVld46txHebNmTytdxlV/Q/E9GQ9M954r86o3mjjFz9qCIKQVEw9ixJgdtp9cci2rmPC4Rt
ZVRCh4w0lsKsK9iBRhqfPhpbeBKL1Vb/VG1CksV1s8B6RRT8zwSgxaGGlGsjggUNX+3YKHmFmI1T
Z3WK+qjuLm0v8Eb0y0P1UfKQ+huAv+mtMNV6r82KsQyhkBRjak4DmKKNqDvyX1zUtASoUMhkq9T9
xxGNdrVt4tqqvS3vcxtBQvlbO0u/c1YxblrpodmwM6o2wJbd3sH/Nqz+zazKrfDoV7JhDe6Da3QR
wlf9ZLfsx2IbGwtcA3syArpJ9CAa8z0IoijiLfO1VkH5RERDtl3G4jzZQX03RnPY5uXwpRr7ydbo
cEgOUnj9zOYoC6lhnmFNLZVJrZcyNhPwljiNvM9ercYFBsEh1SAJJb5xs/J52Y9KEQHkPVU+o3dv
/BDUtEkwxFYwb7t+POn8OlnefKkgfc9bVthCwH2Q9jlxyRcdylg3metRG8Z1Prv9xhi1YjtwO3Yb
VFfpsUmHMfRmOAEjE6LT2qVNlPfC3lEF+bFbTtYpzR3+Jgrex85o/GN2y7YmhWYFTuptDQHk1k0p
gbDpELE0p85zI1iAwshIjK/Oy3FBjXUy/rfmmneZqiT/6ouc/mjpAzdqraSMW0sfwp7iFtJi1hLI
V9b9BwXY3fLxKlG0pP5eS7txV9C5bHKpSLmiafh1ZVbEDLiflWVDc3SWJ2HqvwruAVu+g56PZx0+
HQ/ptYHQ0U3EOLX2WVOwGSvn22fXRU1h0ze2gWVvhZ9o2znX6jfXZDe8QcN9LQA2h2ZTgKAZZL7L
pRPX48yljcjeNaPBn0v/qwQn0u6tngivdq2sr1Zr5efcU9mJNLMt9sujTZNXHixoM7FpVvNNVcYT
NKdhigImkGd3YvS8oblPPwX5I9g+lAsVwVk3xVyVByYmihrUoh7mTvSm/kkK3XyTRUlhLzLEPs0g
Tp4IbJYLRrK1gA1/MmZ91tkFHb2S14MGQfuRg6OhfM5U8CZrHpNCLfJo1n6+n50qCBNprR+C9A0k
R0b5i4JCXWy55K8ZclnWEpoGe6Lh+6iNr9Ex/xLMA8Ivq/InM6k+h3KwL7Qry7uO+2yPhLq9L4h/
dh0qlm/AhdphqJvmSddr+4a63jyZLrk7HV/uE6cyuwv4Fkyw+SWLtpoOXl4U330boAhGmRHMRs5v
wJTPWtrhXJmruEowIXEq22hx0xyHmhHsVR/o7/nsfediJLR+Yt7sEh5LymllXHNnCSJntu+yT4tp
XzSl9SetuhnDHR5Z3lfIxLKis3T1A+rocyGnf5UzHdY+7Yk7whLIC5Av+3Ko2zF27Pl3qlCAZXh0
GDItW3DIbeQMy4/mjX3cZbW6B0ONpL94QFqIN7p748JsUfeNbaLK4IEnW9yXXPF/PCE6CEtddZHp
Fe9INZ0/vV0US1R3OWByf/jxOOCazYoAmVb6EdM1CoZU3WrUu8wzzWv9wCUaVv5NyhuLhMn2j67o
fjuixfs9Ayi5VdrgvdCBmbHhpuNW5Xw7YMX+5CMrxknLeG3wTUU1USL/Y+/MluNGuu38Kg7f448E
EuNtzVUcioM4SDcIkhIxz1MC7+Sn8Iv5A/XbhyzpkG7fnQjfdHRES50FIJHI3HutbxWanBA7Rhb2
P2tvaG5xST3IPJOcfJAW8O6P8fTdCRFk0jz2Giot+a2jJ3wKmtQed81g/wg7zzsH207qjsrzuywF
GjMBaVhOPQ81T5CeOE7A+h31vwpbQqM2sntKpxSBJ2x6Gyp7SLG6EeWI9FvC46Q2QVsSqO6zMHV2
Lf5BMl9kk69Ri2U72fcWDXWd7pQzOd85e9Axbu29LruztiLglo6p2e1sYflnelKZW6fVkn3EQZbq
h+7vx8wEwqR3/aby4jMLm82lUbQu9QkyqkGUbJvcdZaloKxjJUmysOPQvfIn/HtG65A0ZRkTLajJ
/2bgg3zJXa89uCGySrYLKdZQN14OwFS2UDDCJzSAKCENar0OVXX2ffp4XqGXWpOWxFcw0B963w62
0vBQ8w5UGVm3RfCDmgkbI7sWtxnN+2WgBd4Sz1dzAx/j4EkCqPJIXRRO+BJNZbekGRmf0wz1oAkN
ch2jlgAYknPekU5t79yon9Ylsohlr5IXKx3uy4hzcBckyOSqbt9Yntq1mtmt1WTpm6IZv8EFGO9V
qB1RYFOQdry7LjLyRVyI770HHdxnbwCrahYPV97ezvPLPDVvQR406JmafMUXsFn2mICorVt3EByD
LYmNYt1XxY3BZ/p6aJJmmxHNuNZDEe+kZsMHcpFCrRLcL3dGXl6jNrAg+3gNqtm5AztSjRXx6C0C
mVzSQlgPVWp+q94mR55bNxLVxiJqxmldhOzUDGOmSsVUGhet6wJiH5thJcCZaoLja1TbKw9ewAJj
d7tHwxnt2Guz7NiTe48Ty+RbVlHOI8NzVw2Ru/TsJEdrCAkt1DRrZ9WxdR62zEki5YBb617bcZaE
ffmCfsbZRYn5PcgajkxFciG0SFx2naYvw8r0uS/GuMW8Z288gcWisNjRIAvhWN52rDdIcJWsklUw
Yavqes64diOgq+rl1WBU8ti4KO1lMNK614hEu0c2PuzqvlTnbL0AKyvtZepnqn2lS9IOy2PZVOx1
xphUbWjN12WQqa03yeHcbuLx8s3C9o9sff/V3P8Wxsz/3Ka3fHou/tv9r/rnr/c21Pnv/NuGaszU
DheMB0ZTHQ3WHCvzGwCgGda/JKwjsMC47sj5eOdCdYj/mK2hhoWbnfygdy5UGMQkqRIxCgjfmNM3
/okLdbazvneh8vddhyMAP8AhxMMxARe85zEGmW0MhCTQ6BSaxQ43418RQtnfCQYyaTVO8kc5jgGs
nFoa6zJE8hZ5icRjFrjZU6HHh9Dv7GqtUWlYoRzkzJWlIkVp3OLtdgvjrEODVs4UQwwcwOupxxv5
6IL31bVj3CUDkvexyB4osnfnmvJXeBEcilKGLnd8y7UH6nsuIRrFuA0703qmQ6w9sR/hxS11epKk
6VG3meQcVzDuHeEOq8Q2ort3D/UvCANjvg/v3Lr8PRd+M/gGKF022b0ze+Ads6cgRrBKcvlqOZZx
J0WOpDytZnvEHGFkBilyp1zPKA9bOREkod29sM3whkUKS6VAzBuoWy2KdeJBHaO/R6OYjUQ5qhoi
XnhB8bFM17Em8Bu1dU3pi5MczfjEnL4IE/rrdWB9Ni1PEHaEUeHjdUjQZY41FK9VGYY3me//CmUy
btMSNxG4Nj70QfGzLvmqOHkgt0Ef2jdeNpe6xwZnmVMSftQG+rOf+v3Bt1oMWJk47+PB2LtUxlFS
9+aVzMN4H+hF9EWg8fzbTp4BvAtgGVB9hWm9gcjePQPOB3RlvOA1p+V6ngvXPHcDXFRj2xvneoLv
6/NnfhKfZfHMkWnrlscz5ak6pxSVaUAB5BnOL0ySj1pi3YXppHO+nu1eRZ6ekdI2Y44xLQ1lwdxX
2W8T9H9KMZZ/vJz8AMcWBpFUb/SYk4dF50yh5i1+RVNKsU+LrQyzUBNXP0nCMl6n1MfX6Tf93tZa
Tm5VL6j00Ocsl1NkjU+DzodrndWZew6U4GjlDviXbkqrH6gl0vWUjE64MkVLlsyUaREBo4adr3Hf
afc4RNe9LRJrE8iWGnRQy5sJvUK3y1JIdnmeBzea7wZU8VFIf0GveWOzfnjOHqsShFhiRLGiWOLk
sk1iQwLiV15kX9MQLQwUeKQPD48EKVNHmkRUYIOJxGtISQ5iha8QZJSA9C9pJ9u3oR3igVOUh/UF
cR3jZUfMp4tWpuwwT4r2EsDhNG2U5V5T7rXYxygEiyYNjJDvL3uXrtjnZVhf6FYRfVOuew0Rydl/
Prf+mMrAqZnBDi8hOWjmW1Lau6nMy1EElEyeywrfmOWntOMTmoGoOmjvEaL5BRtF/m08hgQoNdNR
LGeeae/Gq2JBpW+snjuwuI+WH9AcTKIEo2Sbxfsu84wniYRp12vTGf2XcoQ429wYfV7WuIpYjwwH
IEWBLSpbOV5u7xqdnfuqNk1tm5L6uNeECyeOzTLxvR2BKeynjOY6cqv+m8GxhGydNhi+gc5YtY7d
khAqnDOwIug1+xyleE2VTaJOrNm+YiPm7dePFp6PJbHZnv3FzTgBL8wAByD+NhF8ADjg0ZyAFzIz
MskumV4Gzyf5jMLaauSOIbWrw7NyMS6QDo9fDDmTZz7OaIZEZohXfw7nklAq3t/+EPtCa5XqBeib
u/eSFkJ3iq7OStAVfD6x9D/WDN4ZFkkeM2l2vDwnV8enOtOMunkZvf7RrgskTCVi7+8kVSzjyUMy
Drl12iX2DHiJXGJmIlT5F6MJQOaLn3LC42H9ZG4z4YRlCH4Q8YgfrzrxMscNDe8Zi7T4noxTBoPL
M+srtt75sFB9SUshVKNzF/uDkEg1A+0xzJvh0Yht4MbpUB1JJOFgpAsq+12m8l8WFU+X+iARIwun
97sdMmtAyU5d52cG7lJcNDKko2n4vs2QmVN/8STfUgA/PkrIILy1nufB9GLufrwohHcuwhz7KaUy
SckrVfZP0dTTsuZVP/ZIMdlau5TU+Zy6Ot1XgofBxoD7jMgNWTlwMJdVrSNNKSOE0lNB4U6PQEav
LKK7nshaGV9Hu2dVMLQJk004GbcmYv3LBGTj44SF/Z4MI+PIWtyjz9Kx9FfRdRK26KYdTOUcpAlk
ixaiDfAPoY3Id8bYkc5Taoa5LjUNN9rkHDQcs2dmWXRU2ZyM5NA+BkmKh9Mu4Aub8bVuy7ZZeVmP
BvzzGWr8OUOlDtdO4EgA38bc+HgHZY9xuwmMp9oIxXdEnHa+1ENzQAwcZhMyqXysnZUOvvuMQDlF
30cReTrFKdCAOohXlmtgU0ODtEyz9MExWiqNUd3cUM0Ow2VZSjS+KrC7M08FNKG1timu367gH51i
/i/hJP/FglNYON49zD8yUc//5/94/ggjefsLv086nGagkeqcVeYAHBZYnvvvg473Fo3isNpCnpxZ
Z/9BI5GASjgeCU/w1H4HqvwbRqKDLeQde9sH/P6v/+Sc8/H7x7eNRBZpmxLcGg1x/u3jnGtGmTVh
jVRE9RmYgbZRBOvlWnTl6EF9SxlEXb27MX85MHxc8R2Dxd4QZHbyjXGlZcr5v7/74BILZSV2T781
UGm8qnVTW6E9fO7z2t98PhKdGv5f/7Ekcaw0BQgrKSAhgjrh1fo4FotvGrstdKypHI1ABwVPALm4
LT2pSdS3EncImACWMnjTgYeLbgpXboZiM9UB19tTjxE4CpEREXaIKX032q10l44+ND9lYyrUwxrq
G7IYhXOeQiu5dDQfqLA2BNGqKazktmtdS9ukLr3aldbZqTz3FLo5XJTekC5DvYSZXGgoU1+UXhM7
bxWDE2zxsdk8EUMoZIt5BEx/A+ahwQyVJH67SuEQIkHIXPSMvtNlzVVh25GxbkE0YukoA/XSUak6
qylyOU8Zehc8bVPgXAVkXF+UoxO9pCrto2Vu6eybLTq8o6J54k2mvUzioME/OHlJWhxTMiwuikkl
SKojJ2lc5C0t93JlU2OSGeKmsXDP4SWg6dKwrgwr/LA2EI9J2dWMzUNcGwS9nn7PtbCVy3pA1Ypg
fERJsFICdxhpKz7GHYqIlSrJ91KFS9HGTPSJDkNg2A1wXcG2b5LrSUc7orYpyskYMVBEGFq8qrqy
GB6rMB6qCyvQ8vyby84WU3Re4KbzFnHF0fHeGVTSjBQUJZabpRP5uCnW7gADpaWWZBUaxG6lkUwG
qUCjB7xpimrw5BrldT2ZLK9YkJxj21Z2xt5NyyqsFyVbDDrGpLhnLpYG0xyJT6SC5kxXTluxC1xF
mOyd7IhtsRN4qCBGPQSxF08Ah8sQ+gxR6kPzlOZaUfGFaV06j1yAgfenjJsO4XuSmU2N+KIMi7Rb
ViIk1GFh6AhAbxzZNdkV9nXz6Ld0LTYo6TDmKHbrDxUGomBb0a/KNmUN6WrFc7TzFRtIbOFxVEN6
t9He41Bs7Tjb9Uk9opbUAW/Orsr6Zc7unNZtidhrO4lSBvddDZvCWvB/Ez3S6L7tgqOmBMldPRY1
zCTca7g3OE4hDzguKOuuoIVNMXXgs0/+vOttfc+KdnJopgyZcwAmIc9ciXAA9t+ilTE3LEc5Kn8O
ujWUh6HJrOJSt1NXnqc9HOKzCCA4uLtScORZChql6jbmU0wyU1XNfzRV8PUN3grj0kYYH1O5CQcs
0FSZfIPSR0I+RIz2n2Jn4NjlL1GkZrKzim4MzhqbBL9lY+j1c4MLGfSPFal91JamOMCy6VGf0TgW
mJtqZMltt27Ioat1FL7eREHcV61m00CwFF0KMmCyfotKhX1sSyCfvm0agRqhxRhEFy4cSzYeDcX+
0Sasj5AIawTGYYRWt+jQbRYLYVVNQgMeVcBAuTTfkXdri03Q5go1VTTAK5QaeIGrxEPetSu7DNm5
HhjBBecT5VJbNjr9NsBAKIjFJJ4vvi8Qhdq04BRqbQSflLjj7yrXtFRblp5OEgFuCJ+cNoV6Zzc2
sTUHzxv0WYUdCaJS41Arz+eA2HCvEVVYbevBD3/m0rSnJXnwSJHtNKkAtJC0c4kCL5VUq4gViUBa
hBvLLrUBygNekWRSriJbY7B6WCSd1a8MPgjZKtGjTt0yKweHdAUrNO8GDVAGNN02DWb0qvJYrL/j
BSPBYluXnkl/hRqEqd/4oT535jVXjcWPMO+BO2Kcy0mtRgES8zbj5M7KKMeWY+rCQHpeoOfvhp9B
ledAn5e96ftF80wznn0yGpCxBwz+Uxlhk1W/q2X/f4P03+czzH9eDF4HUVu8rwPPf/z37kja/5oL
V0CdWbmkZLPzv3dHBnlz3hz4bkp6M3DX2Cr8m9Um9X/ZDgnzLohjqN184/8Pq83Q/+VBNuT1okJk
sbdx/sn26OOR2DEoL5HH485gZ4hgeJk/7iBcbcSgi7xiObgo1JXcQdc4oGjkw4L/PW02VfTt3Y35
y/5o3nC927P8HtEDicuoHAfmzeL7/VGZhSj3AEkTTeOeSQGkgETUz4d4q8/9OYbNF8qFc0uZ++MY
ZKLDrPBcWmwrfDfdEhW7/eofEOMujmrxiysFNPJSLw7l0vuivnNSO3y7oxQZHJ6Z5XIC1k9O/COB
lmmNxw0G/kvYHFN8JKFdnpV2iWhPo+x2mbEryMbXL655jt/6cM0uHEAmEYUNx3bYbX+85qjrxjAR
jEvM5Srxi61W65cEY55hCrAkArO4xGZvbV37i+CoeYp8HJiNNec6FkOHx3l6s1tXKxAVYVkoTALi
VI8rSsJoSvv+WyHlsHJ03/riAf8xa+ftLmGL3GJwvyyCJ9faW6gQO4ZkZ/fcKNUfHPbBaEK0q144
dzXI45smw9j8+T3+y7CcYdiEUKKEaPx2vn23tReqr5wCXcWSWFVAZoNuPCMVb9a+SvZDMqykdzAH
R3v5fNQ/XhjC3g2L7oNJKZqe0cmDrXTSXRPIcstUA4RGh7pNH0a0SOqL48TJYcLgfWQC0Y+yEXTz
KE+WArJc7Lqpcur8DUSCQt8oAxGPyM8Gvt+fX9LpGYktidAlGXIOHTDWxJNLQn0gEVdREMkdbJTT
pSLSBGTj54P8ed/mQTwBA1OKeRn4OEngXaWFrmnxMgKyEbWOjwJI9evPB/nrldDFM4gb9KR1etMA
ZsV110uiTEhH3Gg4GxZqKp8kO4nVPx+J8zVfEtOxEJieXM68szZ4x5kGoViybpNXkS55+b64oL/d
NXIE+FSZBvNg/vC8X56JE3dNg6h10h3Db45V3+II/WKIk4xGlkgeP0d83l0IptRETy5FG/SuFIon
g6+mpuAsjSs6GsWur4vbSWSrIB884BA0ubHCeoQeecAVjJxThlH3OvnDrdWu1Zwv+Y9vMXUKJgzb
LEmn6WRZyTRdBk2AUGPCvm6gAW8wvZn1V5XEPz9PLnEM0p1LIjNl8fQTiK5Fb5uoJXNdDc8A7RR7
3/ib8FJrRedFWxui+AWOkVZsFgAZK4iEWxiYFQ6RJZLzKqiinYkfcl+ZKGGdTr62HfX0gQLoahKd
+Pn5XZmfxsf13QK84VL5NCR9w9MSNicHM/VMh7sy3qbqp+Nfgl+9HuXd58O8fRj/GIfWCE0Rx6VS
c7IoAHnt0VVKrG+9fejKftgMVaYu3QJy3jIHVFIt62Z2mYxsnDHPK8z4idGta3qs21FL2PiKtPpi
UfxzyWfPBo5i3o25NCxOp0TZGGIE+bUEmL906zG4Ul7/lLS7ztpjAtV2qCm+yjC1/nLDOaAzBwWb
PwrOH19BW8tApcek/FUmTMwBc2gY5Qe/aL/oqv7lVeebwmoCn5dO4+mKoiJOwUJUBOZNObzENvOR
RReuf/P5gz0dBkEV32iWSL6cOi2YkxUlxlKodxnzpxwD7eiF0l91g9F8cTGnX6/TUeZf8e7bPCUF
mNM85GKw6K0AGzmwoCb7zOhlhTe6/jen+j9t0Z4+pNPx5v/+brxQeFHQAwHBK3th6mdTda9/deP+
OgSFS+QZ7PbttwzKd0OgfIIB6TGEl57beGwyF1utmX3xmTzpG80FS8ukJcZrRw4EiVInU9xIEtIE
csF7Z5Fd1iC52qYAIL/34DsvhahhZXLA30RTtVCZumpmtsdUdNNXIa6n68zb79CFQDFDj+GPy1Xp
qOeNC7IPgdy2z62a6gMWt1BY65ayzDr2ii/mzNsMf7/k/B5SskknNNkgXPvjQ3StQVogfpKl6XRq
a5aZjwMe1ArK6HQxRX18iyIGrEriEx8hqSpJzdioJLyiHFEiOb+c8monnWtdt6tvbeX/Fk39kzlG
kiMNNJZXunriZI5Zk8nZyBz4ef7QvGjuDEbyGj6FPtWOL6bBXybbh7Hm9+vdZKtciW4a1/9ypMwx
CvnTHr2NioovLmleu/644+8u6eSOCzsbwmH2Nw+B554HeXmAE45J0zyOXnQzGiHpHUX35NQ0//7x
MgT2eD45s1dj734y8hQl1BFlzTS34YGrGqt2bUDw+3yUP98mvl7oa2iIOPNlOif3kW8wDbjIYFuT
hRhjM+htHPuwUgnqnPamjoO7AtCp5+eHvgu3qRd+8cX64wDK1p13GvEIQjHHQbz08UkGWlaryTXr
pQqCn05rXoK6vgUOhZE/C4963X4TnbFqQK0btb///PL/mEUnY5/M2BY3vUggkixr+TJgIDdwfiOk
+GKuvokkPsyik2FObrJeDtSvKSMsq2HEW0ayqAbKiRLLAh/Owc6CdYIkrErBeYPARGmAlxxr8vbz
i51nzB+/gvQe12JHK63TAwYkF7CtcACpiMZXKG4OkUZerh7fwhBfQ2P4xwskVz2vA3QVWLjstwb1
u1fUdfwxkQoJa4jqmiVjqxRIC+aUbW0UZd/Pr+6vN5nWEFc3d+E4SH2cR6EGNgTG+nyTvV1YRofQ
6q8bqMbYGK8xNV6Udl0CQHfOS1D/i3J0oShCo//8Z5xuwObZ7JDmwT9R29Cp+vgrksgZuqHVqyV0
WLP71jYGa9SkNc5RQ8Nd3+eyG8rb1JRFtaHpU1o3n49/OqMJMZKoZni6DgpAjv0fx8ebNMpi4C7k
2VEbz7zGXNqh9cW9nufr+5k0D8IjRW/GijGXND4O0ptZzpFjPuRE+yyJ4BetPWQxjoq/KJz8bSDU
ozRkEQLOcuWPA5WpYWbG/AkxVbUONH9LW6K+TLq8uon8+IvF4C+DWSy1PD1d59B4uqGPQUJQS28Z
rBcbamB4AGk81QD/5Bf3749Vlxs454oTmsUtZNk7uYHCiceA4li97B+9Y+5v7PrOzxCtQm2tzwhV
2bjW3gbF/vncmO/W+8c2F0nmYDcKu9ROTOdkZ4t1BBgY/suZ8H7OGwiJ1g5/fD7GXxYZSO/Uhh2K
XZSKT+ZfEUd4xRRXVqr0u2V1ZFeFV8BIbmxRPLb++P9ySe+GMz5OkCEJJT5JMCmxBiyNTIWD6rvb
zy/pdF683bZ3Y5zcNuWaIYUoZHfsuoByDDUp3BAv/dkFCUL3nw3GzEDAyzRkI03N+XQSRhiIAPFQ
Zkgh7KzCphIP8OOGJQyiYuUXsfbFpD+dE/N4NP7p1Vsmhcm38J93i3QoB6NOYbQuvSQgiHkSUOJN
ff35Rf19EBu4MMdlcmDmXda7QSxBjM8QDbhH0NoC6gH9J0NMIp+PcvqcuBRPzCpUTqJo1057Ax3P
qBlm60DuHrP+Jh9+klZep/efj3KSIkwG3dswnmnPcY50Ik72DAJmQ4I3EUpgKjddnNwDfXxKicYe
bNCnMWENQ7hBAVws0s5H8OXuktg+N5yOkBYXRwi3WWvMcekV3pUDKPaLn8cx4PQ1p+gGP4e9HDVu
DksnP9C3NDdM53yN2kZ2q5rRgCTW6Vr92mEMThd6qrmIPGjK+muv9TFrU9YiKNfuLEmsNU1LNGH0
HO2l68bl0Q0AIDyEAbbYS4ThuXMoxz7Go9KO1kRuuKMu00HXHsccqaScxJT8aJrKD1d2axbHAU28
v8CAD9ZtjOOY4Ru32yV1VV+5DsyMXzl8/KMv+jqBjjyhCtH0bjoflHcD69NdN47m3DlI868HI4TM
HhnN4O7GwdO+6x7gmS0areK6FgWqTr2xIXlPvboXg9Fz3Jnc8WiKLNsrW2Lthc/zGrFpfwzSoLww
UBBfxo4FcyNpIbwkyatlNZO5bxKFIL6EEjAuYf3gMFWFTcR8bYpkPaZBYG9H+pYINqgVVFs/x38z
1l6C1M6tN4TNG4ecvhL2bgtkPPXpsH8UpWe0kC3yc9+w8QxbbjnVh76N5FXSxpvUaMOzwfL9A+SS
fpMmIBWNqrYfBODAemeNujgXem5eozYDiBJPtzZGdDA0ebsHRN/QUIf4S1oAPLY49/d645FtahTh
ehjysN0R81EMz42VIrNpu2LY9J3ZrjIZOce6b42r1k/gLmZWxpTmiWKz0abuNkC9fUcoQjNQ7o5K
a6VcMvD2vZtPWNJKsUgqI+PGZWtUfV200OqKjnojwitCjg9wruHeEtZbuRjvszJxHu0ibV5r0cr1
2KNbRly3dACRhGKsrjIF0oeZmS5gsL66mGWx5CYZhr0wJ3i9yraYow+GGCCJpab9E99fGC/tnITz
eEpXWjTYa4x0JYZPM5CXYGKSKyTi4prn1R4x2gv9wqumZ0tM00Lw0AKEByn32czREiac1qWXv8oe
D4GI3atirlkXWgscGovbUJjGMq+E+ZA00zNwABvDnszP9WYo134+/8AoKfd9YZf7CM6QjnpV2xul
8VpKyI348cJqwVZpjRoIwo230NLkjjgTiDllscfsCs6pM+mdgyduwEiKYNQelVUcx4JnzIcNAO8o
v02yLpbDNJYHp8z6JX9I22XOCDl5Pkxok++elfxR6DydcYy8ZqTyUYzLqQuLda6Evon1/mizi14S
Zq3vhozyZDqw46jWKPe/pSiwGoBUdCKtYC6pIy6BhRn9yBsORo2VdQQPVS9S1DHAobS88HR9OnAs
S47IS5GKKKIZl9IOzYNf/5jS+IyiP3QTr6X9/+jArEKdc0zb6S6z5pRt/K7DXcH0yK8NN1TAtgay
HvM06nZh42HU05I8uR00msELoVfGbSdeTSiqK+F2Kzv0oH+E3yfDeEJpxBmZDdXC0RrY30bSfiNz
wDpr4ia9gxCF766K7TX9tzA5tCxtVQ/wstOqTQfs+aWJNHsTVY23zwJWBfIns4VI9Iu6NNdBigwp
HJA/edYvp4/OGoJy8hBtzliup7bhBSIyLHRtla371GqDBfAD0gD0gryptrgP+rRc2QiQF/qIn32I
sXVnoLk8DAlr0qq2ZhjuTLcBqeztQ1hZpvB+WB3giThdgSIj1gjoOoFGBOk8KDIPRBwxXAzrOm1/
dlmAO28UCN3tdWuWa1t1SFB2MUEH+AIWA0znpvdXfAhIiIKou+sBVDxUg66ARTSPrGMrz05FfxBj
cKCQVlPBml5tt12aUYkHNXXuyZfsL2ObZSGwccxC4VDlBluY/kw24MAmEpUv8+Jg1uZ0IRJpV5so
ZmPBdoKiTB90zQtekBc3sK4nkaY7N7bx0ZLlWR1LE4hSr8V6DdvRvZUBT7qxzBDDFdZhCH4YIDAu
VTcKLTrPWwKSJ2VGXBk67mtzNJPnCT7ovh/9n26jx+RJ9fa9yAMsrDK8MHP/vA21+9wyH+OiX+Id
B8nnule2hCToNHIXkMhwZYFguqk0Ry48T7G85toAjrpS5FM5RDjoe6vS6+xQj7MZ26PHoSsftFzo
VaiGHL4POFwe2rxAa+h2MfitvBpI9aBosvX6YOsrXm94m90rbOcOdiiBGeG3vM3HKykStdW0jEwt
O/Xt7dRkzlkLOFRbjWSsLyOYThepaRx45YJz10U8hu1qWSKba0NIZgO8p8Wk6y9Npx5Er+zyQLPS
XOO39F88ZyRHwVdigstpXaUyK6kGZsmKEKlL4qfGLUdm4HdqRS1i5SbjgVPYIq3LdYsOE0gQGAAC
XLqyUTs82+RweLVv0cGAhw+fycS6nuaY70RKHupNE0j5q9Yrtsjl0K05H69FbV9IEV5Qft02frOe
HNIosO1Vl1EPCYWuRDlHFKVhsUcWVTfLgZruzACubmps84c0rAdrISTUDH1wY7B34ZgeGqT4Oili
OAbCTMUYZjwS9qBDpSx8lVHva2sfB7K+91RiHVD/Q+0TkACWbp6n3hnEh2lZUf1cMJlht7UN6aY5
+GQoaKa9CMOJDLRg+ub2XcEFllV7N9UDWCoMShxwGxfvkRc45JQFpHKw9XkJBHbZpph6mEx6+chK
9UQfDRVd1ppI06GdXweGNuwmO6suU62Hn9X4gujMxh/lpQZHhpAkiH41S0wypKsaDzkuDxciw6j7
CSUprbhQDiEhhSXjO5B5xbDIEMLvUq9zlgVFSvTCwqox/1bgppZ14AWX8VS5P6q6HLbKs8i5EYGl
gKc2LgL2Qc/1jiRyryIExyoevFwtgVI+Nk5pr2SKhwk3jTpvAfBbZXWrXL34ETlWu03NqdqUNqmF
3L0B2mA0DJeZnY1XYQ4mKBLeg4TXc1E6kENyiPYrFZKL5JQJRK9sDI66KkC9O6zUGnHCyPn9DJ9l
MZUbkWd3jUVG+qqCkrqC5xVftFkEJDYIgsfAKNig+JHLGppVu7LFurfAgv3dHMfLXDVAIexA7kIX
7I4MgMa6HHCv2sFtz/1ExS/4MEk0ztmCU45W177pb52+ONOttrop4F6sRgqBK0AiyS7rAHDm7rBv
Q5TgtDGIS5my73Xc7YccpCTI6OsMDE1e5s3R850HPGnBgkzDzWThUV4oHM1+TeMDhFifPQYTd+Us
bfpkW/J9WLKm+ZdNYjo7c+qPXhbeuolVrLLZF84fwllZ5nZ2I/W+jxYJ79KiYAsMbD41b+KKgC0N
c9jBHIv6zEUT95iO6oZAvmvpqwdtlNuBcA2SqVKWnBTqoSQBmv9jYD8lwyT7tV9LlMKJ0OMrGfGx
af09mtr+CsFYQ+6SpfmkrRA1+UyWY/UAn7e+Kdn4HqsGRD5q0fJbN5Vno9YDsiiG8iaKCCMw2nYr
kxY8aVEmr1Moth0hHI9l6QAQm3OeF3jc70MrVtSKjCeni35lJFmeh4YKyrUXWf6hdrqLKDaGra64
iCInOCNMIjzsRbGqE9IWBqXhy+0BJXYDqDOrsI5BGhtby0ogxwJzXTZjdBkIcd7Wxtqb4Gp7HDtv
qykEEUNaT7LQSsh1RfRk1+HS7kvntXZsCpFE7B2zDv4EeJbStQnscMAWkVTRAXxq4zmhs5LF+aDL
fNcXxAzZcEJ2sAVyvsPg/YD6o24dWAZWWklyig13M7SvRowqfWJUF05qp3SjEyIILZW1Wy+hPjKU
KR9uA1lJfyatvgghePpbW9k4mPX2VcUFzSQx1hXBEEpk20S2JIM5HEpeugCIF2ppY2lW4fCDzE44
IVHwbBuKrBKf3AsoaTeeV/wA2BGuITFM2XlV1wPGG0GYoeGHyb4GHXFRASyaNeTq6NV5sHKxfhUb
YuPUwu5Ej2Q6EQE9fnoRMCfwaJa6valMOtkm2BUwPDVyaDX55PcCg9jXqvTWfVzFJp9NJ2zXsWRV
zeC2rZ0qKtZGksEEmNoYI1HznI8c1Vs/ekiwt5HRw45qjAgkIOunLzdEjZk7zHyokJkG/QKi/H1u
eihPC41UnwS4P8CW2G7BIckBrFEU8ZnctSyjIRk3BA0s9ZYS78oeqoJELah/T9PgedWBU7MfnPWT
UebnKjfGCQpFJfNsh8bYu5nRGhbKGwirJBkCEVnCI8mSnTd0tYJDUeWVs/D4ZrYXSdY6dNp95bVg
cRJ+26h7iX1TUxmWG7q5vb6KRgHWSMnUOJSlOYorMqAxuGmze2xHHdUlIzxutVXoEKHepaMcH2D+
QIENLGxuXazBKqE3PHvjXAcEa+5lBD0IsLNGkfXRVpjkdYI/1YFEyM4pnyqsAAAtkyRnewSS7W4k
MSVdD2oc7+gdJnJblaP3KzCSvl0BPC7xRMvwymnS9tazg+57B38pXwfTGKrzkuS8A39S134MgRtk
2zis3XvMT/24JHJIyWd4LN4Vx46CVbkEUnFkQ+IM92Fn5GuyfTzQE5E2uvc9iQr+/yLtvHYjR9Zs
/SqDuT7coIsgCeyZCzKNTMpLpaq+IcrSext8m3mWebHzsfa+KKUSytM4QKPR3eoSM8lgmP9f61t3
cT3iWYjq2UkO6dDJ6LaylC42TE81UxLue5ak/lBXsXExt9PjSq+81MoG5rnd/mx74GMxAYxkSRQc
tHx0Na0FpYqggdeqHIfhmlZXXgZabQGVJm9tn7Af6y/mBdwFBcISnrWIQMg5SygZjeTl2f1E9puB
BTm9LjWj34RlY3YwDsu+JSRvzL5PbdS+JMYUH+pWwSWm68s0OBDuJarenl+S0RLTuK/JRPCekqS9
SiSQ+wF6LlMB/haqUdOOhQ/+zW2F3ze1f5Kz+tSmxAFdSYi/B47m0RWr6biJbE6x+t7QH0TGsXiO
4Pvhi8a1cBEvG6hWUTJxYNM6YxPGJiYJIBu4dRL3ECrcfruyN7ajay3lhht9C0nnGrDbttbVtdW+
2s5falmR70ayCy1V3UZJa+UPbWvK8AKoxjQEy8K4u+1jUT3UpSA49Z4LVp8nc02tGtO/spTtfrQY
HLVulvCVlG6NMrk9X6sOSnBMiCARxG2zi1P7GwUPLZhGZZNk2ZaHuksOcaP3N2vMqnRh7nGX5NQP
vhGS0Q2BmSyORN+P86L/JOvJHPxELCHx85bbPuecBUTGi4duPxzba4AU1iPsieYTKJGXmvRg2R4c
HJisljW/vU0DMnAKrbcPJsEquR5UZbeJ4CVnpnErmzQqmc6lp+3qcIqNXQ40+i6RUpG3MuA1Xxlx
A5u9WPtmAvKU5dz7sl8CnUm2XEmgZQ1yGg8BRqVpJHZzUUTuEk8Q6BO7Q+4QOE74ccgfLoVHSgEk
L1lotOwT4pOyKGmoUsr4QemFpe3stor7m0JApTXNv7xFzd+dKM82hM6SFxRNsEOh7vccbpySTCuQ
9sVFWVGUaen1lQeMN32702aQuSbv3GYkQQUhZK662yhrQgo6VoiYMNb5wGzcYNk3jv1Mcsh1NkSx
6xN+9GUmucAhFYctnD3M07aKGPG3mjKUD6sLOo1b1NvJsX92trWnmvvaN5zCLkjPih1KVrHcOEgh
bo2yJFqDtXmb8Z48syeNHnuS9sgvsaNtGEMBNA1KUMukW3eu6rp2B3C+cX2rKcb52ZaV7VP6aiDt
koe36ZxuS/zs8yzLWn4bDD08pBlQI8D2IrBYmQNzERh7fQiBZV7CxStDsF1Cu8myDgJQDHq4Gm/H
Fq90WHpXg1bXtwM5fjjEjI0aXOKvoYSONWg9eP9QAqrJoglTADs+UAdeegJssErUSylu6qYdaGWS
9WWEJEoGip32lUPWFPWEDDUvxQT8n/GYz3djiRtkcZOFc5hT/crzOE8fSorrT15IzzkwOpKCfD3X
XqssjQ8Ee+rlHUksil1eP4eXg9u0Zui35kCmkxO2w3I1ik4/WMg33e3qjihX3jejLI+WTTaywd1l
VC/IDVmy8jnOPChg4AVeqxgjz6GLMR0FbpY35jaSZkaiXThGhDWYylHQd6Nntk9K23okBhA5O8/2
Lx1L8rTtMANtRs1MNwMF00uvNPvvIQbs545F/0eutxkcKVcrHhbq32xMx9DYZHXWcHpY7XhMNQWC
fHIAKZfkew9jzfds6vVrbzXvhctI0TzM+grGZ46Y75LGiLFVrkH7apd2ztyUO2rXdSEeayIwQxgk
0+Kx3sFNrzmNfpkSy+bkpdlzV3OCgt1HlQoTGEJGY0cuO78CTUiGA3m/yBDFTFzXFAZEmcT37KHs
F2ri91a3lBdQpi2QaZ24mwsORsawRsVl2ZReRX2eP6cjI4u6hAHMrNBHlxRvv0hh4zWKKvzFDE15
glZMssTSaF+nCQEgdKYwL/xxngDS+swA6uLjQv+JbsdvUaZEm4r00zlqd0NtWOK4oqfS9e0mofy1
gpGk9xzOjx9f6LijzTi3EAxIOje6i6B7/SB/NG/MuenJwKP9RVcBml9q1kFhpK9ZLF85tE5wQzkY
iBFo5MfXPdE0oi2FF4WulG4B2nh73RizCdENdKbGosj3ehtlt4Wq6jP9+uN+5frtoCWDT3Ecwd+O
bmPUa5ixc25jjNnSKo0gKsxmtzjurizkCOZeP2crP/HgaGejS13xFkgNjzqkcV90zcCbzRnRKC7q
krLaqOryskWlE1jojM4MlLW59mfXd20Cge5wHNqJaJjF0Tc0JseqCFHl+XXp3iOaNnfd27T12C+q
i0mR1BC33/os//zx43v/NW3U0i47GNugby6Oen4Jb2iTgTsICrJoebqbuQej3cnHsHfPtBdPXsoW
mBzom3pYD96OlBl6vDmup4mC0g1pHTp6E6NlK3xmrLx/E5BVoAxlMHogUVZ21p9vQklJ2utq1AhW
g7s/VxsshPSAlu3Uxhsi6dZV7ExP853KGHu6Dgpl1ewIpDve0VvgTtJqNYe3b4D15KvZ2PcxbHu2
KbSz9JfOyL50FRFy1B4bnT1lxsna6h/TlH7Dxw/03be3JWKF1RCGAUK+02KQl0Q+8drZFwnf1nqo
JvyQK+CyZSuVX5TnTDPvxu16PUEfFxsJ1nHraNwKatF6W5lU9rb5fX+9+M0Gtd9rv//4a72bALjM
2v9e9e0rKOPodSwha1NkYT9GyQrCo2icAOHSYy20ZxaKhMyUcfP/d0Xz7TDyCLsoTArtgcx/tDmu
gpzgRotCodbvUsDsH1/tWF+HfNBeZR9IcpnE6cAfjSCkSiBtSLMIgGhcGTK8tbpiU7OP5AhTRRfm
4u0iYjri+t8sn79lrnyuCv765/pnvldkySZR3P/3P9/82/5ndfu1+Nkd/09v/kz3379/TDr5ynp4
8y/kQCS9ehh+turxZ4fb9/fv//f/+f/6w//4+fu3PKv653/95/dq4HjHb4tIBfrTJYn/44+b/446
EbTV//7P9yPuxPpH/uWsXEERNvMH1ihcFPwD89i/uBOG9Y/f3gpeK5wWSHMYhP92VtryHwJN7apB
QSPJP/Ka/Bs8YZv/sClArvJj10Es4ph/x1l5tNySIGS4Or9IWrgGMIAeTW5YETws98SJxpQ1A9mp
dBOZ3bmxf8R3AiPFZdiuWNwCKfFNHIkT8sm0xiq0qWQlxvAozU7/1EhdI3fcbtpHqM3Di0nV4XoQ
Ff1leiQjfSvdgwiQYijWAqJb9Ne4U+zVVTni9DdUS/tWmjkBadRN2fwC1b/OhCS00WMmv/WmkVKx
KHM2hxWHOvjUJiEevm0ZGtnxhvEEPi39NGbZPOzV5DC3x6TcPiWVdEAfRELfhHlJfE5mZFpgd5l7
5w6WN5zZ7hwtYuuNWSEcJowMuCRs397OCiokXBIDGLaVEEZP6d06i/tkly+R+PrHmLz/18r/H+VQ
kHxBKeS//vNoXn13oaMnsMRZZky0ygJQ2q+qrm6b3PUlNWEP5ir+Dirn81Xf5me+3/E8y7BG/IOB
iGUM1Zt7NOtFCdEeVqkTPKAKepmVN22jlACiIXTCnT1S+zFF75yb/NbZ+8/Nz3pVVk5kiqio2bwe
7UIa3KcEFZLvvlgDeH9vTIiWgaQ/qcK8BzLcsa13ZLabMhMZQtNX+1nZgP8ZxWdgcfa6Xr35KAgY
TV595JIonUH2vX3AXQGbGWSphtCmEvCph1jc4GQyUV1bc0N6W6WPpa8627uFFkj1D5pScdMkKZgG
eshesdP7QT8YwiC9wQpbKoXVFD6SFDU8aOAd1FXdGjTbxyxCcWNrSlN7Ox1UvUNH0jdAtZR10/Hf
bwQpL+C3Q3k/gzOjlWRRR/WNxhHf1tlG3+mFYYws7LZU27ZKWQ2jkbIXCEJwuI5QMzE0ovMAW+X6
vPVEl/7VqExvziyU60g8vmPYvTFz4fkBiHO0NGP6jJZKDYRh1+4AmVM2n+CBqG/1bJ7TEb6zVmAg
xMMJzc+A5YN34ehaRV9TjkwTuIPSyIEw9C7yp27oD5ZWJ/dpr/fkrwK47eiD3mqZVm+LvGkfRFoR
4jpCWQy0SRsOwoqrK7XqIyqkYJs5synbfPz+Hk0UiDcpebERRMIJdtU8Vuy7TjbDISVLZW1T7wsa
ZrDi4URsmDDrx9xGbH5mf33q5mC1QXcA+0gijrXeDl1SCOmCqjEKGt4xElYc92doFuX4l6pbsNhF
qtFnhoeSX9BmgxMeA6bjLFN2xuc+t0Asj1qIvh1PA0qaksos3YtifKGnPMD7ScbOPLOpO1rM1nvE
WUegO1/PWYY82jsuEFGA1PA0eTkeG6vjQGCJkpf940fxbk4T/HKsaKuYd+V8Hg0aBRQZXLvL7AJu
5q4fQKSRrfnUILO9z0kZ9et67r9+fM3j/dz63XgnVq8GSmXOc+v4+OM8LiIHV89QsGfUlSH9hdJv
uhd0clf27FB/sdHvkXPWORGKbBuN+b5TOrXLVlrp88ef5cRtpn1uU201QDu851+qEQiQDtDNiqhq
zQP6gpj8sN3HVzFOXsZk60Nv0NIZYm+/cSFyzkaiJt9sGfXLHOXbltoMqUx485wMFZdt/zVOc34Z
mrWd0r2cC2bBIv5eV3VyW+VuRjXXJYaPppR5xiB08rO5q/uRx6/r7tFqqqohA2nSM9LyuEdmqWuX
bHGiv38VCQtFCmDCgCjY6b155nXUrlCilqCc1OjvnYo6Ldoy6/XjG318wmNk8XZzuNOxQFIkO3rN
YWJKY5m5z4YVFyQ9Evje9NQowsbC8y6z6MKyBzNYCgQ3H195fYJHMz37Tp2TGIC11f/+9vuZyTwK
0vs030477DfkG6B6YLxpD6lNCAJ88OoGS6D2Ga3blBA9GaUPH38C48RiA3aN8ghVIF6uY40yOSL6
YLvrYkNZkXC5Eh1GyhEpyWT6qNFyvqjbPtp3gzVe0jaDIJwa6FgNOaP+cforI59YWSMVYnLvlvHM
THNi0ucN4wGtaADHONb0DuimB4JAo0BzWuMuk3J4QPclaoJrlvHgAvFoz7x1pwYD6+A6sbGJerfM
zOWcWKVlRAHzLCmyRbdc25NWfUPJl6O05byaWI5FvLSrPn/8KE7MqpDv2Gngt4dN93sj9ccE50WD
DmtqJf8MDVux1mJA1nTHvMhuUUSg8d0iswjPzGUnrsoApBCIcJxZ9dgcMZtRS+keglijozzVpyb6
MoHgM7atNQ2zLwAiJQGpV8X+429rr2/V0djHJkF1FQU+sqBjAF87t8U0gGcLErUA3kw13oQLKcvm
KiqrUFCx12tt27MDu4IAZo1XFqF8v1SP9tMnWhPgHTxl/VdihhTViwxfSRBlhVkEAxrOekME2fKN
vLfFvPCGBomHiEYCIpzcpivFUWyZdgYVwWc3sovR72Y2PReGPQh12ZmFIhWzWOg2dDTYqusuU53Y
qSohvSJix7mhLyRfTDg8Q2BqpnNLiXjw9kZYkSs5lClpk70zlMqfvTyu8QdlXksNaxDzFkhWd/Px
nTROvCQchC18jGy0YTKvP/9j4Fhk5A2oe3mF0VpfhxH6pBTglcVOtor3pJ8PQVpk+iYZ8+mgCbu6
9tSs33peal+gzkCHq4b6Mo0t77bpdfNutCYOmB9/yBPrBdM3BS3Y7NRFj2dyZYqoK0dU4aZeyh8p
01mgtGY848I5MZ9S7mGloLqzGjuPNia2186Kp8/Gi5bHZizcuCA2W6JcdHs9If+hUgdM8JbcuL1L
rnrm6GeOeye/J8wMssU8k3Vx/fkfz6KfsiFRSmrEjmjGZwPCWpB6ZnSGEn9qZ8pRCngwXjvmKjIG
3lyGA1yhc26mnFALubNzwtBg8ArUKnaxU2IYcR0UtXdZUSPfCxLgd24zJ/dmh9YWri3EmEK15acY
sYaf6oseeBBeyfZJc+PMDXk/n/KSQx6ixwBagF3T20+qMJqC0GBxLUrQLn1pEXBa6+krvMToFp2s
cQlE4XXudXlmbX1njDRWqqexbty5Mn75o2W91FukQDFU/DJtxEVuRuKuBA94ieBXXHgLgd9OMspf
UqN3W5Bcf4Uqcrptq6EC9RufLWm/Hxl8HKzNrGLr9vz3x/1jZNBSDk29oLFpaYSeFRUWmELR7v/4
PXtn01m/teREt6JGYQXIoy0Tloh6cibMAnNs9lsrm7pNg4AXdDmRDfvCKJd7NPn9l4Wuch206Zry
jKUAo7Fe2QgCLEKSwEMUAU4YwmXnNP5mYi/Yk5pg40y23TOv7Pv9B5/399ET947Ji/t2fEwZxjmE
WMzpU/WNkK8OxKGO/SARSJ/P3Jz3ax0lYVNfD3PQk6Bfv71WVCCiMtRqpAhT925Y2pxAztx6aZQu
X5KqYFshlPx25omsv/XtQgfaaJ0MaL/CJnm3wyoou7Wkd5CGF784dtjs9FAwO5uZXga5ypZ4qxWx
EWgcqVbIhw2Yi5CYOMjmBN4p1MIz/ZxTt5wTNMVOygu8HUd799Kq5oHuGEOEXOYdem+KUFo9tajm
k/kc/fbUgLSp/eAJpg7EpHz0GlqxpC7gcdPNUrMeBxRZCansc8Nuw9NjsEHIPWCAehzDJ2JxQ4Cj
RVGmYGlzF1MquXjESNNtS/aOBLb52aMl3wW5jPv0ziNtmkzCpSiAIQiJfOrjZ3di8sIQSwmG4ogJ
duNomi20yHCygc/ujMb0gPsrvahcIoyqfGz3VWvnN2Y4YBihFnfORf5+KWOuoMzxu2TOjTu6dIrx
kqqER2HGxVkUIHFcPvVp0aeBro2J9tATQX9AHC/ET92alud5RAu3+fjrnziB8iEgmhlMn3AKjsNn
FPz7GT8YH4KQ3+epSQXVlsjx21m8uF3bXYyLy1FBt/otvoXxc503SednhBW9NFOHtlp4q+KhjvUz
e54Td0esHJTfQBCL88HbNzlRtZ5L9NFBFxnLF5znKVnmlWncJKPWLfup9shjmpNmvAxJtEwuaw4X
9cvHd+fEhM5zXSvXq0qAI8Pbz6CIOfU6B/bsEtqNzwApNzPM0TPnkRMvKyYZHgDmdgjdx3MW4dKq
dytmj8nxUAtCTIVrZ6YOMmvg62cW65MXo9JCxYH0ImT/b78SrX+vhwqmcRJFH0zwgPu1LwuEcLPx
6W/fPAqc3LUVnkTQw9EDzJwsQXi0vlllCIe6JDkr0/PkTPH5HcKL1RDjLfZbyoboKY5PN06ejMpG
1cJOXCZ+Wy+rRnPsrMuEZM2/ZAHI5NLJTG8DDzLf4MJMwT9q0Q9zGgaiL/r8qzsY1NNc4fwq0C8S
Cw0cOOCXYaMbKzMhKNnR86e/f3Ood1gcB9cO8DFZiqqicJU1an6OA2Gb9J7ylV7bZya39WEerUtU
CVdtBDIJKgBHO7O8aCh7RFwFE5kkLYn88MTsjBerip0D+9juzEg233cC1lAPh8dAC8wGZvR2dDVx
pnVshjWfcwApKnOjvZpE0W6shQT2qCWgNCnC+UA/ELgQcdYbhK9L6ieTZW7qLCFhYiLsANFZcSE7
N9o1bmviXIrsS3IQDzZuu+6Q9l17ZrN94j0H4sGrTi8eyJN+NFRNIiBIag9JtuWwxLEUu4mGnnz7
9585XVLWGLpFDqz4tzcn7lsN4DNn22rpxFW7COLogMCcucqpF3yF0QrWft7v4wVtiTJARfiyiMEm
2aTFN4X12bNWU11hnPP0n7oY6gLSOOh9evK4tUcaoV5gstf8Oi7iQzIl7WXVUUuyq+gczvXUM+IV
B7DPhMLCcPSMOgvxHQpmdnYCSWJptN0lyTn2w8fP6MT+Ua5ivN+gk7U58/YZZbFy2nFmNhmJiwnY
6re7akHeU3aPM6mJ6Zg0Z57X+++14iQkJ9kVXqkfS29El7S1hQgRPzamREJX6zvRa/OZEf7+QcF8
s34TZH4fWtfV9o+jiYErigrHSlEf1qx0zQlj4tfxfxhkup+r+/C73s46XIvOJLM+8wBHobfXGrA8
xhp6iYBzjL5pgKb6UdMtZ+a2E7tOKngWAwJEGTF8K7P5z6+UqVglhHDhQh877XubY+2YjSK6WmQz
XQwp6uwuzdtHHfrD7VTEzbVI1XBBuRlrUITDDnZBszHaAeFm6T0B2CpvbHNJP3V6iVHo42F14vZL
Eywpp0IUY5wS3n7WfCQsqyALwu/wbPqNBtvPd/rJox0bml8+vtb7IUy1wASfyVTMofh4DrZFSE0E
GWpAKGftWyWdPgUzPigtXCwsfW30lLhTf46cc2In+fa6R98R3sKAA46BrEXUMUVrfU3rOicAPF2Q
UBfiObcsuU/tRbt0VC/vUCd9LbI1q3RFRu5GvCi+Ii3s68e3g3Xu/XgEQL1qIbGXrFqQtze/kIqW
srckgdTjpn4gf1TTXvSVSnvVRoVIn5ZyRIxFCLjxy+14H4M2CWW6cdoeUrOoRxKZ21bTb0tZ52KX
xgMpClRx3SfafBIvj+flzj6JIvNTKtqVv499iG71GEmNnbEntl5NdmIAph6rNNuS2PLdemVpum4W
s4XuvDa7IrWVOFHaWWbjgwGZsQUsC1HLPZkYHA4miXkAZ9jj4HGuQmY+DQ8UqVITUXpbfh8rjEfX
/SDqhJ1MbeMnmyFUBXxKJQI8u0l1yB0qnqy1a+O2r0zyn1CEqFdLYlPdeq3h4AwOF+RUgEjqa2qH
jQrIrdTKTbZk0/fZbHiTXYQmeIcbj6xsDvGrp7KHvKFrU/6ASmX62eo5upJuRkZ/EImO2SxqsxCM
xBimKPuGgW2VToLtq2Cz8BgaxIpPs2M1eyu2cZgXSwVLte8sU20mffQeJgPP4zZuKjAY8MyireFO
Dl7DmsO0r/fjYm2w1Flf8C/ZP7oOsNJmRrN7FYUrBigX47jHzqht8NDXjk+NEPBc1DlYLsKuX743
1lC/yl76SUq0iIhrAFpDN3MUBHNLVv1kdYT2FhhVdqJceQkkZxG5WCAh8HzDCN3HCT2vznkpxo+a
uLE9BloSx9Y+bpP8sUBP/7lDqPF5VsWD1QzpZZvI1ti6YdH+bMiB+I5Du3oNPW25BytAOJhKe/HD
nbBWBVnmpM1tTUeh2GAbHPXA1saquwotjo5BYUpICR35i8/GOMBvzp3O+ISPM2LdLx3GjpPWHtkx
EDCMG/ys2XUoCQ8PbNWCMsUtE5G9TSrxgzRC7aveSoVWA8j1a58o93uKOXIhSCuKn/CQ0fVW8xqy
pYcTemI7mzDdEMPcbjQia+8dWe5DYsDBCfZyKbd6khSfmyZPVgJ6WhJs70bISBnpkfRHIcMnNaGM
9/MxMg6ThJ7hpzPBgKNK8m9ZWky3pHb238gLqdJLBw8TDDm2gks5S8YnOJQnouexCTRtkgifeixk
bJBsxrWqqtbZCjlgJ62tqo530iD/ZRt7eppuJUoQTHFhqM2+8oa4xCWaAIiemjr8apNJgfeJnGDg
KEtIm4bxV+DEruP9rM2Z9D1nEU8Cx9dK/3BwoylnyqONPbttvk8JMflRdimKkQbx6mapoYZimy4p
g1Doqj/lRVpWm7yBn+trNCq/DU4Gy7YuE+wXdWS7C1E7sN33RMhI8jcmr2y3s0xUcZ3oDT6ABopM
caGNIlvfQ2W9Zm2HBbYwFBL/kM76KhYbf2WGUz4bA+dNH8sb5ien7yYQIIDVNgukGZxaU5H8rDwD
S6Kja+FnUCPVgUTYdEIqFXp/6XjOPtuVmzNFLBS8fapb2LOorcGoTTjuiUD3BjBs+LttLH9m/4y2
dvk8rGWKoZVGh1CiJCxe9WYeb+J+6T/pzWSVnAtEd7cYQo1gA4T5xRnj8D5h1saA0iXDIwWB5cFT
UV4y8mxORUmzWGqPRIEVG2+XPV41LvgGHnlrgCQ1SihjXZV/7zuDsJkpXaYt8aC23ESJNj0sbSK+
NWPe3elTBdegBoD2bSJYxWHYThlRsEiNcb6zUsEUTrJfQyv0V5XqZry6daIH1FxJyguNvDvgLSb4
TtauvvgVRFt7Y9KXeZxc6AOBMY+4qtKkc67mesG4YDf2cJMPfSg3wh6b6TrUiM9bERf5c2RNjbun
ymU/GxiMybBrsvSR/Mb4G0c2iuhhaLtf0TJlrwnm6Scby/pyQfiUWVMkoLSJCWrsX8HHhL+nH7xN
ExMFnl9QNRGUC8aHpYW/qlkgK0YukT1Ja8k/M3l77kEn4gRfSl1X33sZZvGFsxp8/HFSOKt7mb8Q
u7IUu5DXdL6XUSLId0XhZt4Z4Bu7nWZOOqgM3SpwY1pwC4J0pgvioyYpDlYftnCxbfcwRbPWshdo
Fkxrhk1EK8CcUr8klwkjIxIth4dbDeZX6sEljrZ0iq5Dsm6KqyGF5BiFmpSb1EuM254Uh8nvhdUZ
F6aSIVOFBZeFfnWIQ9nx0IR5TWWTOkBtMkU8xNS5GRLh3Axalki/byAS+JkG2YioXLMjmZQO0lPR
NOEjfVBiIXqZdfEudnuj2jqtFb9M7tKa+xD1TpuGHYGGUXwVTbxrChAQgRlhClNycLEC0DbXNIPc
ePCEF5G7aLed9AjBi4ZSfmtip+j5mdncGTUff2tgwL8QPcEbvsuIibAkGU3vL+RwTHsdZftjVhpu
smMaSNhBOGWDBqmx4HeOuRN+j5hgPy0c3H/YmkPIUEW4Jm1HOZn3vTRBxdsYu80ty1JDLhXdJUBO
Xo6ojqAtDRnLIhZ3X0y2+9kk7R6qkWThwNurnPvZMOjFznpIEBm+1Nj0q9DRD+QQA+aoda26i5RN
qGgyi17fm6oFnToYo/d5NN0huUybdr5Z2dZkMMd55d3mRDFDq+kLb1P8Fgx1orTvZiKzBE3MGm1e
hP4Nm3itL9LPsmVwNyH2KEzAHgSLXYNhNPUJHhwJTOvcfDiEieP9EK0zfaGKaed0skLnyXOXdATs
kea2bzVN8ZV9YI6FafI6RvRo66NPyJP1Vc05a2XMPk/DB0OelC+dWRh+qoFj8sPBMyHZwPW/ld3g
3Wlp3z/WYRzfyqWJ7uLYwE1WdryuJrCFnNXfmB/bEqIdKRupnQXuiI4xSFWn/mLD5wKXERneslDH
YwvfJ8lIk2pmBapGjN1DpHLzS9boGbMU5nl7kw3SuV2xeIFnDxPd7FjfDHXj/UphmX0dTHqaOrZl
gfaxsZLAYNEMfVAw5c7EVTvuLAvkkUjbqd/Gpoa4pTUTc4dHLG8eZafPeDp6UjAfeT9IJp77KKyC
SjATYdjU3C+TymKyZtKUROXctkEjuQn5BtdOEbfoVMgSbzcdRr/sMsOydTOURWVgKmgG8u3ZRDS+
ibqgvRFDEzasbwXULIzNnrVphqbs96aGH3HvmGVSX81umpnUAdM22mmhLvDtjK2N6GmAfuFpw/yS
t1r6VCWmN29b+gk5wDbNFtjuy/YFFFrGHmgRo8FGJSuYhnoP2/Ms0kxtBqj1ryiibKzZXqV/EoUT
PYtqxsdoOnN8Vc2Ogdc4q4sdmVaowHuGyn3rZDEO8xDMBsR0fHHQUaabkjIZbaoZKQFuaGsoN9My
Jj2uNycnk0t2EHUcu/FQzCTLfFHi3Sw2ljczrpXQnAN2EqPYOjnQm0NekRfjs5ka2K/EmkfEz9R5
j0bhTO6uYl/8YxyJCt0tcx7lQUv8F4Ghg0DHXFZu/Au0echnY3dyk5dKvyVjjKh1ZxUybMDGmd9Z
LudPvEwCFz8S8YfKmgS1kbq4r404Di9rM2y/YFou79BmQ8YrdIz1kFQzdAtmQX+yq41xDiJ28wBw
Irro9AO6A3NJPwYCj3VxaJdBgxWy4hu3NdleF46s0m5jT+wCQDkIc9nlnXK6HV7gzNxUaNKA5Tjg
zNkpRvgO00Kx+69DaCwtVTgp/GzImfbtKV4+oZVvbgXKdSgni9LAy3hdVjxAFsvqrauTc76JjLEB
+GM0BKUiY7DVhbAUf/7/REubWdGAmocURBq+qz0oiPpRg2LIPsQ8U+E80XKmpOHA/0RRg6zlGMWY
5bmnRnNiDVCiRoUMpyoGeVipGKGUa4TcBwinTjbp37p2aK9ifeyu8noOf0o5x3+/qoOTSMf+Yjqr
JPSoWqVQdpUtiaw0Nc14X2tZ99PJgDAkpU1mxplz9KlTNORWRGTooqhjvj1FCytkO231fHGOYn48
et1m6tLuV6mZggDJwjxzbj8hWxMSPwXMNv23RPeoXGphfctqmzKSLWkTc9IrWSi1xet9l/CLMCaL
ToqSKdAgPC3T3PquUR58KEEgeRMueEbj0KsboALzvCdwl+b2x3fkVKFFomOnnIscBSrY2zuCRFOv
ZFcjV474lPNINr3vEe4ULDiH74Ek6MFQVurMCFyf6VF1jarC6nb0uCx99bdXdSJWR94ormpVw7U2
g4+CnpF64F+8Zdc5khq7aw2AoKo5O1Nze39tBv+qU3V0sYbMHtVgzcgLAehw7XZJ1VWVgavsxqL7
0oEgYRsc3hNL0JLVov1tiwV5aFRILTpkNLXpC7790nOiebCfBRsZbcLqRZTslaWHoP0oesYgrvLP
NMPTM3d6fX5v7zTSVxQ4tGYRphLp/faipHZ5+bL81gCn1hUmFk4GC5ufCpvggR/kZ+qmJ0Y8EwtQ
cdrRKCWoshxdUCeZsKmRQnZaVe2qHt5ahNc6WGb2mKxpEhO6M9uslPi0J5sDScOZBiln/OjpWMoX
RLpXxjygTbITLw4m02ZX/PGgP3FTWAaZARGfUPU/1vRN6egSKTpHbEJq6U/4YHd6dYhTa6c3xo+P
r7U+1aMHwCBbBzpSF0TCa+n8j6L1pOk5geME1MGzqg5e5bTaRWprntxaMd7KoPfs6HVYZi2ieKRD
qSH6vTxnwX1HtGbTiZoE0R2lQ1yyxx5ctHVCRqukxAxVX1xV5iJdQqYS+6kwILloTWP8NYcjoM6S
ZcfGQGqyscJb4f7QNB1ywcc35USd1dVXuRMeZEzWiCvf3pXEcrX6t2VhTKFBNfliYwFig1EvmftQ
xBVF7SKu9xH0SbIDF7XJB6vZNUM4XrRpOn4Zqf9th7oLNx9/sPcjY/1cK/vbWtP+jjXWrTl7luoZ
GSmh4Jt5QdLgJAovVORqF/nSnNMbvp+M1khB9PGYjla11dHo6LVRbxiI9MrLyX1VtKf8pO+7jN3D
eiSIFLvrFKA6/gjXnM48hfWXvx2afEMmIjodTIk02t4+BDmkqVWHCmnrpNp929RT0HNEO9MbOnFL
GXl4EDDFYJV8p6yTMl2MVWoY24v9nCGhvgfEYOy6cuku3Vyqcw6c930KVhQaYLwoKJRp4bz9Whl1
CU0TLGlD00Z3otCJO01LJwAm1J0ZLicu5aDhxOG5eth062hKHwuzNXob5w3C2mUDbTTdzqhl/KUJ
53MT6/uJhCswWNjf0pPmi739WpGD12yMdRbpOSbSfijrV4w8eU0vsXRv4hHYg0+WdncoPE2/IBXl
lzkmpAy3iR7UPQXjwamqK7tFVNkM2rKlRAPZfrBrLBmZM13l6F7PfOaTt8fE3oyvjkXvd/frj7lv
9Ga0nxFvE8Wq9Ccdo/HaqCZjl8D4vfz4xX0/o9CM5lmTbsRUByzi+FHgj8tyt4yD/8vemSzHjWRd
+lXKag815mHxbxBARHAelSK1gVET4JjhjnnXj9PrfoR6sf4gZVaKlH7RtOtuK1OuUqQiMDn83nvO
dxhO69WVHMjfjvqmmz9BxaoV9rSRXG0X9dFpPtspUyRTZONTZ2ZFH8tVduBgK1RgkcXIwrxps+BV
1MNXQcSzBw6ZBBGF5K+yAcWu9eI7Wr2uklJfs93KOHB5l4o5NXYT9o1gV9KuBuCqjUt5cI06mw79
bAbLWwREColw4SXRjB1/3iGCkIwqWOL3Xds1uPzabpjYTm58QCY/4NfK3pT7sehgNnV2IszQxJAE
j2tI6um0cix5MVRCFTFZwXOsUj2bT7Qh0Zk5aMW8XKrZJNHl15fn62vuxaFjDtpm3pwBQsJerDVJ
UlGuNuSJSrZ1h0nrtDkqdb94T+/BaiIShqs8pmEIQLdY7BKAre1MTYQqcLnA2DMv5yDqNEBzk+vd
qcHLrfcl84U7S+TLR8/L6RbmgQ0szu259CG7r+F9TtYBLYbRXso4n0WmmCaK7HdFMDQs8cwGPJP8
gcDw/LHs0qQs2G+CgNIp9AIJnLCVIJ9/ff5+3FahGaA+shy2zewiXwYPcKZ8YSQ9QtAhac/zagjm
g6oXlUVlZcuDWH1tfbvIpKa3LaDlST9XA6S9tonGlonmLqudQIvSuceJTacjMePRn/P1FSXTD6+U
zfS28RrY3Acb8uP52XDpbYMQRaLB5GY+pINivEWBF//6bPzsUwDP2D6uru1JenEz0RNxch5WmkgZ
qeEamkh9N665aF+5a39YchHpmwS14IemSObMPz8ajf9vqgp05dS2GQxH14CXt87xUkETPuTp7J6N
0rAQIc+2OpWOKJz9r4/0h/0B34DziSUb8ZP+g6hnIk7M6la+AfHi2l7ZehN6OM3Omc6mIy28fo5t
zQgOJnPB619/9A/vbT6awAbAOxtShBn884OfGbUPugBwnU7duptwnlyIrkluWXSMmzkpqt2vP+8n
F3WrQgHhkExLef7iZCc85chpabb0LbSzubQ/LXjsX7miX5V0z9ehzbRNJbR5M7cd+fOjSqiE+5KA
hJ1wK+cdgQC4y7Ng6+xLdg1ZnKsCqKXSMtw2DH7rMV6xji4tSrCJ3hICjMYarxqhBsBWBuxxmwHi
mTfYzXBkslC+Q00yf0i0DPJv2yi66sqc1lv0a+Zl6Xm9tzcn4UFDXxtLhfSdvfdzawRaPBTFaEeA
oKGfe4Y2JTidVEW3zfGa4apZWhgLJYJIZvwk0d8JNIDJZ39DwkMHLNx0X02zBd+TS4SLF5VwGRUa
ooCot6t+Bc3rVXZEikhq73nRA8xDeuW+MxN81ZFsW/OGmmRq7hvaP8sZWb0rKvN57LsY2fVMmaJm
iHl12xMTX4ypeliRYxlRlrbOHOWgrkbOKH37Q1+sATuK1WquNC3xoFguikmV4mG5SRFaWSG27fZj
gP0lOWYmVpjHllHzieO1vQgpA1f5bbX4LdDJhfgoG9V86V9iTJ6xTq6Is7jr5efP/cVT+/In/y8E
nlC6fveM/QA8ufss5dM/zj9vapNvAJWTT//1z6+/9A15ohn6GzxO6HVttucYirbX9jfmCeG0b6jg
9c1uymYaghnrw5/Qk4DI+ADBNx07pHkIzP7NPHHfoDMGCsa6TMwpECLnd5gnz7eP0IxoIzBCRm5E
hcL3e7HMywVRb7L6J0MZGE8LroiFJtHQfzBsiOTfnZjrbwvA99SN54vP148CTYW1FROOTT9s+yrf
7VSVYeRd182wyW0w535ghbrTvxY09/MP4T1CnDstmZevLSzBXb+K+aQ1XFr4TD1iDXnKK0XdT04a
jATMt8jhidt5qY2eB8tfu2o64eT2n1ynZMBmWtMNQ4DX8iRfHg5eXKKjqSCpSnChvmRfubU+ZcnU
nOT0n5pQQwqLDqBoXquxfv4x7Hjwm1LTfUXWfHdpencKWg+8IaBf6x7WQbLjRdEff339n7/sNpDV
5i7WuaupIchc3Nqk331IHqzDvEz2ES/RckCnb8HXUG7PGsq3OlmstntlQ/fjUcGzogESbEEMPrq6
5x9oIiKRg2fhJE2IfGEkAhZXvtb2+dlR8WgTgUoniTfHi0rY6yG8o8Y4joLxHixrNsOTDVpH20yG
jKmj3z+Jf38c/cbnx0Qs7jqumnHUqsDZ67np8Cqv+qtsHWwa3H538+uPM7et9d/v8q8XzeEkIj/n
FKI+ffEuX13FG2euj+Uy1e+bThcf2mElGMUuDKJtCoGVLSwqv7ie3ZG3HBMk2ivaPDCDA5e8Rovt
jED969J7bNGfAEltko4MZvicpDaUjftWVTirw1bBEx+aQiequRSOdiNnk/FWSY7Sa1FcL59eDA0s
duy3XHpiPMAvqok+qOBidMMxw8l78IJJXlTszI6LlYhXxi4/3huw62hEsxSxHtGZfn6xEqbcG4P2
WKe9HsPk93aDXMbPSI+c3div7fyb69J2ZFvPnX0sMRU/mAXKbjEYM8hjLTwVrZCHD74/T0cINcX9
r++LHx8tPomOFp1FKiYqkedHNucqh5TdHd0VYLKqGf2XtRh/a7e63Xv8x/iM7qVn8j54caGGoqZx
lTRHa/bgBnsAkMVUGftfH8lP7gaoApRSLpgUJnYvViXTEoRtQZce+6bFZtfSCwU9REPU6V6p2376
SXyAg95ZZz3azul3659DfK6lzc0xR0B0DsRCAyFUt3E5ZdbVr4/pJ1fH2ZyN/OFGZ8F9/kl4GHHp
aOTYmgT0pRV0HOFlwyuv858dDl4w6mUaIYjSXxyOQFymI488TjVhTZPjqkPWG7xC6sF+pUr66eGw
NWGURaUIIOD54UxVunTJUh61QCzMoy0RES3hvXKzbdf5+UK3HQl+b/yZPO4vTReujp4UnvKx8YIn
py0X8juG9mJCO3lbg9b8ZLRz+4rf9acfifqdDQSdcHoPz4+LPqNjTkt+LNYu2+VpVu/1CdaIizT4
iNULlT+xOK8xZdlq/XCk7EUxFLEf3exQX5f87+5Dzxt6MBLlQblG6sejO+kktwgY34qHbYqSYiR/
pkeRFwZD2z9aoJw+BBrU+ZBJoiKliB3lZUsz/WqZipWMDbeRpy56ywfaFnmN4jaVAJD4/nk42SrZ
j6Wx+nFWqGDZFTJAN921WB1ugDLblzDN5XCdj80ooDDUhbp1RY3qFDGWTrbMKnvEWKCW+g67z5g9
OeTv6bemgOK1E9w0hLuSaXdFkzj/ImAAIXpdON2xTLTmXpvBXe9HEHsVQQ7TUV97ZAzWnOkXujno
Xqw6Tga1YIXukRw/Yo1okqWxqpIxNgJctydoAv1LoHTJo2stCOoqYzRP6rlIvnS2o2w0mP3yUA6I
UCMqa3/k6+TpZ41ueJSoQUeo7Aiv2KMZ38IkMn05JymgMULTI8iDkQRTOKjsc9cdmUF/lf/IAFVb
5iE/4/HaUBbdwiLe5eMyIbDGzLND8rqgIfRcYe4aItGzOPFW+2HUM4MfYdL6BTxgcSlZzspdgtTu
ruuWRIedn7R7FLBFB0x9Nj7Z6ZjiLFPu+KinRrvG4BrmC3IQQAjVQb180qBb0Y+pEKuGQ1ZhfNLz
sjvrFwNf1jLB5iDJqO5dMqSGpo6aoM/RY2pOhoEODcrtYLvDI/rJ/kPCA6aixk51l/QsOd7ni9fc
oqJGZdpPMx3TI+zwRUS9OSGRCzvh+OcoWkR+XFRV3Kw2uu6LNZu0GG+v0RykT7FMk9fzD7Lt7l2t
KZOjv/DOA9TV6vvOmVyw5SN+MrjZ3rjreNZuIWunwGthD5z2flH8sTj++r5MK+MC5F/6jl3/XNDt
yQuSmrrKWUKJiOk+dXvNQmbfeQ/VgjYy8nijix1SJCqZlmljtTdzEny5IXv1YUlSbyT0xyhFBFZO
PA3EAnxSNJ+NXZCky7qzoTJVZ7QUeMQrR9JUNmA3fcHMzLKmytIko6Wvsqd1JorthITkRLxtNcXZ
Xh138cOp74kctlGz3TkTDaqdRi3ZU7hZXrMbWFJUmELh1+FVowQMO4ggF6lnkhvTVQu1UVp3JGsk
BrFXgS21A/uhVEMWRUwY+vWUaIUBIuCumTskcqnsl3Xva0n7HjGH4EHSh+WQsaapOKMHRM5QKXTj
Zk0MTY8IgZPvXAPpx9GdG5lEy1L6f6D1YhhQZ+Bd9nSQhyx2xyJAi6TPbWR1gnlJk+ro+R09Lfoo
Iw/qbevxW8zoDJWHOc2fOe6yrPpI91zclWJ1VLxMPOiXrUfCTuS5lf2lXJoa0riqyQxYK1rEyLWc
rokCrgXa2cpPst1ISE+Hlb5OPrr4nNwdEYqEq+jE9JX71iWsGhJ7mVchEjjyQWyifD/mPk3AfSu8
EYbYYi5iJ5NUtoi0nHL6Yx5b2wki0gjJptqVG3eNMAqLBtSSZqYbSsMwsgu0S/23N/B/mi7/3Frv
/+N7iO2fvZWNkvtf/zwMov7X//pH3A1PfSPFU/l962X71T9hs8YbeCNbyjuFrb+Nrv5qvDhvKGZM
JDGQnHkL0hL9d9/FevP1p/krglKoeDYK4p+wWY1/j3cbv7ZhzqAlmP7vdF6+9jv+3nHwfXjpU4Ew
u8N/w8CKL/79flDMgd0yXqAoRRUYo98Y3QPJJaglskrUD9qg5e/zoGm6XbsQH8xsqavnQ1Ubvbwo
sd5PUbXtz4GGTiuhQp6TeXEyusVDrTwlds6kz2U4oJX8CFdTe3JYBsozW8/AaqwWzho0/o5GlJ1m
+/d6jS9gF1C6AmAWmbxK7ILkGgfNLukL5H3EGoAtolVtBll2a5n1+eBpFv6E1pav7Sy34uHZibHJ
fmbfam2MeKxpL0rq1F5nhw1C6AXJdKqj/X4wjIEA23LNzstcMw55kOOJTaomfffdffRqi4pLwifj
Q2f2QxnFFX6x08yMwbY4Lh5cFobBbftLcOPtK8AC//nOmX9X3246GmBgN3CZvWwZLFNHsh/rKxE5
yBEtr5umUKyFc6NrxlJYJ04OH+nM6x1S1hAvjDe5VmfCCDNtGIpYTSu+42ge6ANVhO4CuwzVmspz
W1NAQop8oZzWyhSc7VCa5EiBsOq9kNTiwQ6zSdnYVZ3Oe2sEYwOcSvYoV1ekb/bORnRcRkOP52/f
pxavORzzdwURLp8WcA5NpGfIqKZbNHLl7TAZ86PsvOyyyDLzi2wwoERtqi/rKf0E/YmqAY9SZpJy
GxJ4kkRdQ/hguCxd+yFYVfm5rUfigbBZW91pZaV2HmnLrOWxLFc9v5jBr6+svtXU7JQc6zTubL17
JH7HRs2lfPmZYTNBXjM7InTCayK6EKWph1ElLZMeneXg6kdUuWq5Sbjbr4O0xIFQms2Yx3ZrGg8m
maAYKLTBAFuRjs3najBR6I5TN2P063WbvN6AiC8lcqIo2XaKIEr1NinOisQVM0EcuDUxLEoCYlp8
zCgS2O3NvHA+2E5abpa4TKn41zfo1nz+7tnYhDMoPLgxNx0nsogNoP39oqGtjShK9Qm9b3PqdKiu
RyKg2jDDJRBN5YgqAiXjwAE/Ioqdw9K3Lqu61DEuoeItjSz91tT7zzvon6Avvrs2PzT+L56kbD42
6vt3z9df+avt/4a+uutQarHEb3IEXiR/tf29N4jUkGzQpAEZAo7i79eP8wYlGzUu7RXu/O/a/qb+
hs4OiwXsIJ91w/yttj8W32c3ksN9BH4NdSbAMFoSPwTS+2tAYvCSPsnB1tazainM6hJ0KMa8qh66
7iQV9WaNTrHOt3hLWa8dOA1uoDRudD93SnEohVm7aFctpG/L9TT3sk3OCxoTXbDT0SCg2mYY9aWa
F+JygeGlfn+fT5YW4K9qrMZOToAzzS0lkvV1cXLJ7+nekcvWlJa9mTyyWUYdZEya3nmj6URcRmY1
poN/b2tpY4/Ez2Z6X1+geTf7kZQnpxzuZJYP5fWSDoPzwNSjNOO2ma3m2vUEUzsaQXrwhMe6yk9t
3pgsCfUwu3FQzY23K0jbK/eiSnX9NDUVkdaM53Tmc4stvySZpuRhwGMl7xB4BO1tMEx6f9W6Vfmo
dY3mnXiTqeRRr0a9iWrfTZ8wKG4xJ5NJaG/l1rnH8uTPOrUEFib+vzQju9c6FTmq7thkl4sXOoNf
j/uaLkVzhaBR7xgGtrnHxnkptGMvKwvpfm7VxJmMHdVjJlkBDoL3+1ExTgp2vU0FFGbp4I5hURYa
CaS+Uzwo4m0vLGbA+Ap6OX8hmY0Jq53SZ7tsicg1zrAGp/eastxmV6DS/UjvlMAU0q/b6W3r6CJI
QrCjC7IWofureKp0FPbAGGXpf+7Ilc4fgtle5ZXXpoE6Q9BuufGgmqCJs9EbyalbOvuGkNrW39s4
BT+AaKTY7msSkLBq2fqt1jheBnRstE1eYb2ZxAL/ZIHpMSO7UoJ1gtRHEPEGM/ed96RT1HdrRewu
/Ip0vO951Ip9hfSU6ahMvWuPoFM7hMKmFlKVCuxe/BWZRGnTmF8YDPe0sPVxvBNWI0S4ekh3d0Wm
yyvcQ36BQHqo4QnFqJ5U2+3dGoQjcU0WhUXWdU19qPG/7g1dlMFpTxKSJMEPbkpM07pciXnzNYkX
gocZ4qNmOHEm6qC4zAejLfajUaI8GvT2Au9XkqMZauc1zAkKTa/YvplplPo1BKW+dQ1kOEMH51g3
1i/62PrWQVc2b3O90yyXbGRmjoSv6LiI28nwT6ZJc5zDWJpcaT21l/Tg2kLuBYx/hxZEU96WHu7A
cEyQdYRk4BFER7sIZPKMYG0Nl77AO6cHM7Wdo3oJ3wo/WLernZZG7NAujX9EIWM8Cqm3IxeqoaZj
9gEk90RJyjEGb8XIZTODZFbRMAx5EuvTuE3XsZAHWM7tTpxMjZNJkt/W6W1nm1l10HKzuGHM3WqR
v9IR2XWckzG0BxcDT4ZzOI2AwgC/RTeqnZcwhpfQ9zuU5F0hvHxn1GmGU4lQNR8BX7vOYdd4xj3L
bUqMwODNIVmIDIDMBGvyfVE2OkbswZnKS6HpZN6lCC7WcJ0SCL9mZehqn9P2yh7GcTOX6RPgGe5H
rfCjda4ITNScabqeG9e+wQamk0Q9magGgm4cjxw4coO69p8MwjfbExtMKX5m8r6LKEeU7e2ExG0e
k/I3W/uxhuMXEvwuijBvjYIIMpBZtTyKuRnVHsKIUe5NNmoeObbQ5cxorXyzfW9WTX2mI2W0rkH9
KeIESZbD/DUTkhnSThFPq3Scm2r0WMnN2R28AzHDkwVjOO2+eIq00JFVvn1XsZvLYt8QuE0FfS3j
nJxNbBTWRL/kMAxm8LCQuXZvp4qzlU9aO5/bmKQ2heM4ertqrP18Dwps4oav6BcTBJinhBsH7rBk
lxMVsnmRE6oMAUa1rvnHQNX+5JMkMbxTmuf0JEFWkG6TmWiGO4c8USsEpGCJ4+QKwzmxZ3ce907q
aA1Jx41+VwACUCFGezc/zexe1/cC5uiHMQO1HpIg7TWxIYvCutKrbOLaaa0iQ9eCiB3Zi6eZLEso
ECN96Jdlp7pitj+TE2uTQs2EYR1J3DKKdF4gxWLSW0I9KzrynXN7yL0d7TAxFDt3FcnA87ku3mwi
dEzwqIYyG7Tx1C+9NDuzi1UIDOCF23vnTl5p8gOpBklq0QWSEqXHUkIN2GlOlbafzH72wVroqrE/
QvfW37LFXXKQF86YJ/Mu0KqEhWX0zM67kumw2MdmKqtl7yFBZHeX22N2zJdapRFvvqLe5SP6teuR
NutyEPXC+zGy5TgQ0lsaZlJH7ExoKO5MqzBvK5eI0F2LhgaH3IzBE43k7KyXucoMqr2cIR8GdntI
Dw3MWmzizNZubF9408zsz+rSEz3VVuPgGBmNnJL2k3MOwD8jcw5Nd/FQNETN0sQhXGAk2jdoaIWH
2ZD5qt0FeZX1xIFqy8bWZRruxU3SziQZJo7m90/+WtUzgak8YXVkMGRl2KAIXqz/yMt8hgZVrb6b
4enk4rYnZW5Yeol9bIFsFAd9ny0X9Uy8RuzQOxrPbDUo/1RpdI4OtlkJLhyWWh1fllfNAzov3nIq
IR048e14M17g6SUnsR1o3QYolagucHQ6SIuG2hgPzFfAvG0ONX094dZNWZvMJfCyi5JQS/d91zuL
uhgBSgxXUy0nt4P4KRL5DnB565z3NCnMC3OQmnuWYSUtrv2+oI0adJNHIQNueB2vW7fWlvsukfr4
2DMfXclwlt1KhLGgE3aymGkHAC4VlZS3TuK5rQpxQlhfQBLmCZnbkwbF05Fl8pgETtPFVeZ7mMmN
4IIT5yGo9uz6A7OOpLN3azfn4/vJUWVAs45W5Rmhvq59KtgNFPeEpCHmJTS3+kDPN2mPZTOW4/ns
8hifJABTRVxjRZqui6odGXCyyXWPBX3h7GxJLbs6TTR/qo8Yz9b+oeJO5y7URSrfEeno3MlqqB83
Tpz51gUFUxIau0j7gDmqJfyjAASAPq6GiBDALtAjc5zoO4D4ENp9WZbNdDsFjVNtPOhOyKNv00ME
2pYZfKm+m24znUX/WzH2n9rnn5QFv6p9wP394/5pEs8ab19/51vxY9lvtpkgbFsWXbTiWyX1rfax
rDcGAGACDHjG2ZaYzLz+VDyZ5lYxoV4GT4BfDQDsvztvpvGGf4e/tHz2auRGeb/TePvBqLPFDkLH
JoGGqoUJ5ouRL1TDwvRXGCZlMCrjQ8LPTCpcIXN/wbuY8WLJs0BiJzLygpHmzkntmUTxdcxdN8Bz
RbwMKWW8WW+/nsTfup/+X5PHbeLP/75TG/fiX/+7fR4Htv3Gt9vE9t5AHNzan4RhIVz3uOJ/3iYm
8rcth8YGRgKbgGL3r9vEsN8gBaBfij8DpxeE73/fJqjpqJtt+CT8BbcjzZO/esh/9v7IUEOMSDDa
T3qBvAqflcjbXUhEF8KerUiHLPJSf5CXoNF7zLhhWhiNdzpyya/N1ukYqmew8k9l3qcD04+auHt2
/ljLPFwEq/aopJSKBGbblA9dJm2SjgkWNzP8aYMpz4RX5o/WFIzZaTZbmcCrB+snwj3vF7GRta5/
0nd5KU7lgJqfbnBu2Id89ZJHz2mTa9WsCINNMqzaSHOWjqYP1tZPPW3k90UF1GWnCiXTAwDv9U50
1CURG3U92BV10Y6R67cQ60r20TdWZ/XXCY0xLcS65swH3ZEptV9V0F5dOza8zKHIeTCDPnVO84W+
H34pXTqHjlrAeEtrbGpPOjJnF177QAQ4/DpNT2TTB0k02jJN93PFSAcTZhfoV7UNFuNQOV6X7ouk
zuZwTU2fqDVP1ghaDU1WzJ7R2FrBVd70Ky1M8PMCImXSLVMLSN2FPMP0S6q4dVc9a6Pa87I8dhrZ
Mu3zasOeI15idMSGZSjS9c7Lm1TdjwVen/VEUHEo/4Opi3kezupZ6/XhZmTSWqIEHrUsDy6p6F01
3ZpaVa/drlIZW54TkC0O+0XKQbvq1tvVpVAZmCQB26HeULUcgXhZYmJxGIiNhrggA29Pe1YNsWs0
IKQqt7Pas5ZdYH8mhrJ4b9AwyNlHeFnnX08LA6pwnbNloOyS9XiXljwvsc3cC7zXbBr1bdN1VnFh
KYxrB68cgeZbZS61yCVUOYuMbjBxe8ogcUODyCgnsgQTjpMVYGwPkaaYWm/XTF0gjpjwhxNF04PK
rE8Cas66ESNJH4gRYhv2prd3l5TmCkBQ3To1l0xvLpplEi4UXVHfB3Wltvjzor9Ox5HfNCzuOZZP
z0bTDVrq0Kerf03vc0aYPVGchi7/FIQQN79CNVK3cCsgqIBhEvMDtpJJZ/rnT9t96yaoAFw4FPPJ
CJbS3PTORk6Rp7opxlK6mAewIk7KmRH4eeeS8O9octCKvTe1ntrKF7XyYa6NQ3cWzOaYhwtJk1id
jSRt5Y3Bsn4bEKUhjvNI1jGj6CRJlnCUujTeajLXq4OZicnZE7KHQaYgdX04oaEMGzYJyrEk91yt
Tn7hLJ4Cly5EYrsPupE24AUtN8vNOO9tn5KR+re/WkrkjYc+70v7fb/SPCbRpXQ0bQ/HVYOiBrKt
Sa5WYBDWhcPDP17Cmk8TVAG903w08nqdiajL3Gu929hyVrYm8TAWdgayoJKXRtF1l1pn4PA1RsO/
6VY8YMcSTDO+XnTxZxkcKrZNDQFehLgMrb2D/G80O8cp9Bsg+OVWGWWLE/lpAQjU0wvaMWCD/LsB
GtwxmAM5hEBvpzVeSie7SWerOPCp1RwqEt6zcLAzAttsBHyEww/UIHu9AvIC8GJLMS98FxLmNDTD
gS1B+wGYzhLEIplodKx6kBc7LdeCU7C6VhrV3CM3EPi8W+ax2ebc5cEPR0Nlcmc3xegQXeQUdkwu
Ss9wtvHTt3kzLk8KCmgR+zSSSHwSypghwiQ8C7IQJemWQUVTRlv8D/NqdHZEN01/zzSf7PMOJtuJ
zUSDVr5lFKdJovti1xmab4Xj4sCgIh++G3aJypgwNGhQMIsW47SGppvpp0xcKAx5QqovpKaWZ7KX
9tuxLrvsRF+rJGveFezj7yAPsI4sDFs+oxT0nFMB3odE+zxp70W22JetoXcz43DExjvKbSyOs5Ev
l+4M8y82B52SFJWL8g8ZC50KiSmQN6usKoxoWe/KUFpSEelgBdl6XrDmXdeFVzixtdY8UKk5juyy
0XY/uiQIsU7Yw3IjMW5qMTqQxAZY3pqDf7UAEmdvXZbJRmnR0W6GSD+Dvtm1gT5jP/AKi0sgK+W2
MW5rmzedj2r4XYtDpw2TnsULSIg216HRM5sI80WmM6KLKahKHAcy60Eiue6NyAPRW3vbLQvIWTp9
JfQnuf5OaqXWn6L3E1uSZW/6uynwUUMEtW18MnVJFUNrUNWnbUkOQUh7nbdfWUsSXJhukceT4fyF
qqav8mDKYPBCxC894OalQNS8t+ZSurtKq5OztljhgUwVNKKIIDbrojNrEjPpS9jNGGudm1ioT2hf
v52A7NxBH/PcEFFGd80jwLEi5sdYTxLVeFIJGhZEbBrNu9Xk3gjTOYMlaOApKeIcCsKAh3QtTEjF
onOKL0zxPP+Ee6Nd0RE5VkFHvRy3L7lIEuGCIKvrHS6B8g+vUAvWlSEbaMhmjtZe6oK27odcAX9q
QrNpqgZgnpPrdtxDNvHxrPldI2Aorbm+b7M+NWPlt8SAqbxFl6GojGntA4qE6DUREx8yyoIp3CDa
W3YrMtXrgpNHGEijiTTUkt5Ids4YZEVcaEX5xM8tf3hjH9wuuYYR0Czn5R6kkHc5qRKsYTB13YNj
TCYkwHn2rNN1on8drnIKvoB6XtMIdE99yYRZ3AUMJK/pDaK1JEppfQcR1H7PVx0fc02uF4L0xjH0
pGhvAFHLe4s5YRqm1lwM+4pclzocRCDpGC+yKcLaFCPfOmvQHc8+gGiGAiqA6Qqegq0MNIh55wRp
A5xrruwsnqp5PU8U0wr6hRV5XqrvJ3REY7F3RZdWh8y1+9OaQyHnsSjkLbgceh6Ckdp5UJiSXjZS
/D+UP8nLEYsfeK+1zW/9vFWfJqWc26JIcAFR8xspPec86UI3wQG7A+iaHIhxC/rdWE/1Ya2myTth
rEI7oZzwK4Qgsyo0gFbZvKXZ3p5CYJUyMtXUfurXzLFC2t/ygR0a/UkCJKyPLLAzr2LmGPiNNyEa
YINEXmVei0eXVKwOpmPV0O82gkRrd9xN05Fuu6h2k6GKcyT3JhtOv9U/uhuRG5bxRCi6xMSYhsDm
obdBmavvmWta9dlcpYwv8spnz1PXTW+FuGRRfQaZT1cvk6P7qBuFomVlNW59nvGAtrATZc5irw3w
J6resFv64YVBiwNWtx8pr6fhWtpqfBxMO3/ILYMU0KHKFha91S2KHYI9HzET9KAhIn4bnuLgrdon
CVINJp9d0TDFCesCqRRL0kcVDTA7dPvFf7t9/hSrOckAlWHh6vUdqacJk/A2wV3DG6MbrHBKtSxg
jbM649ik01zti3Z1r+bEykykaLPFHCWfCxlmTaVd4O6WxkFjNygObrCyN2+B66oozQb9ONfJpnBT
lR83pUz8fVVpdCUS6IAHungW3H6gn5yxsIfLRH8jH5zPDYek302zGiIm7HP9R2MbK92XxAbMcRir
nDqClLBVvzWwiHj3UsFWi9ymUOcJyRParur79kbrDVJaaOrLd0FX1qV1EIGfqj0AW8mKLLxGc4LQ
nVoxX3TbLIo2Z7215kksXZm98M5enX3hd8GNXAP/ClAs94jIhvk2cRVAycZqjRmWtmvooc420og0
s2EOxYDPZhiT9BW7hY70rMiuVDDs07Fd/vDTUrRndaHRWqYLS/PMrRjEhDm5EU8E9y7cHkvZsDXx
k/JgzhOYM6h2Q46USqZ/8kh+q7j+/9ShtsXI/Pc1+L/+5xcpPj7941Pzj7vhWceGSedfpbjl03yh
CEf8hDrd+9qX+VaKGy6qJ3o2KKK+2dD+bNdo9Gsw7prcdjRRQARuvJO/lFJEdqO4wtNLjY53e/vn
XlTev6rEDecr0eZvSZCDVnmDrW9+UqJ6KH344t/LHmyh6DKNUB+Ea1QmOowJObBZKsDVKG+HR3O2
XXZjGtInVh5u6m5ndRRXYZI6qr20DCic5241dBVGTDk3O8umFs2pobL10iYj2L+BEQCOgMks1Lvb
wqZbfl7netnFlk6EyHGt3PxQOHaanpqs1n2JombIgkjQ8RzvKEZNpstLXVu8NjRzHaIUsLF6Kgnd
mcDXVmZq+NGcaP+HuvPIkhxJu+uGiDqAQRgw4cDhcBVaZYiJnQwFrQ1yO1wKN8br+Xf/3ZVsthgy
Z1kZFR7hDhg+8d598V3F7mHeukG3eG9mn+smQHgViHifZ+xp0Xgidp9vkEfN3Hlr5SBFnroy10+T
JLsEHatDyTr7y1rclHVZdPu8av3swRSGmyOMXpvyvTd6eefGbOfv3AET0cmr237eAouW1VZYPGp3
5YjJ+EB4zeg/DmhxXdIMR78mfWfkVn0vY91kB+0H0wq+VKu6PCJlHYOrsdYsre1xlZJtMt4NqN26
PKvvaMdWgrwwIXE6h/x69fLq0uisp2lmIf3FRoDTaaMBE6PpS+q83QY8BNt646w8oAg0YX8hDnnS
WvkdRLqse0tcmfbXqWf4ZGV5zWQcy8bO/G9/6DUZfUO99l9LLi2KLlqT1DE3Pb2UIc7YAySfW/qv
ym7DpINMMG8BDhNVnMV8JN/sNj2WodVqGTtVWxiFw7ZkCjRvmPgF8U1F40r+8YKAFyOhZlVKpefz
w6a8EWnB5oev7+DFFgPM9usxqIIVyV6gSc6cZ/hMCuU4XLk3wJ29egGnO7c/oEXU9S0A6mgqgna/
9umjHbjORT7Z+Y+4yfUxngIIprl8cRav+WR0wO7HGEeU9THbsZjO73zh3rElq8GdzfE2qSc6krIF
135OLiM4gw1OcZvFtbSfUVWp4bUVeTFduIKSCRcCHMhzwBe7OZ+GEJimHMYKIiAz//KxmOuKRQ3Z
W7tsXNc7Zehmx4cKFMJITHQL0nC5jGk2ik1PN5aEM8xKAjLTzHsFkAp+OXDTLiC3KZhS85qc5s68
nQxkzyqMfc/otoSmpGQRW42zDJfpkqbmPjXEvL5j1VKaRc2cu+I6R/i43hSiycWzZGv7mhcLDCNY
n0NY66W09zXt+I47TL3ypWKfNQPPau0IwMMt1P72irzFzjvB1AQvbJrdqO+Nhl1cskl0gsCX51jO
jcvCxTFeUgzU4/tSBsH0yVYy8I+mVxruwWiKKb1qiYhH4Waa0OctY0jVyZtaINGI+YeBsQ2pDPqm
4zmpD6vRl/ekKNHbakwrFpdem9vhuvRY5oa+MyNKZmcOHTmW0GIWo341xqRNtlluY5dgeyhWxBjc
M7QBgOjWgDeVIZjhI9WmoT7Iin4EKYg0IsRxLZpNHIhBFPtYykQwFG3YoRulEzRZHlKO5faFWqmy
DiBriXIF6FnRPTUxLa2Y6vJlZPXboyIM8gvD7sbbeimNAtn6ObjSbZzizLR1q5dBlOuXqh3vwvLS
NRyHdPqshT9GMbCQe3ZKL6tyl3vVE+VwRD/aMt5JlLFDD5Pvy9zwImWuLP/mlvOTH8Sgv5RmfZRt
au3XepyiFNsHNaLR969zMMN9TEsj/YjVZDxX0H9uNN9zmyPZjorFXu7h8RT7hqZ536phuaxEgUwf
tc1dX+W2OCnZf7Oe0B0wiQqKi7E2r80a1E8Zwo4lNLV11n9YkH0QldgbBgQkWa1sNKOS0RTc5ZXG
1K3G+NtEVP8iC+EVpDujnQQhA/1SAyc+Uf+yDU5994fjMdPYo4CHNF3SoNKgifxSj6VMtqNQ7U3C
vCfyJnUe8Jod6oqqt+evoRufdOeR0CinsXpxKrN95AQQHZIVQ3URFWR+HJCRffrFGFynvRNvmXjF
W7sSy1WBceBtwsxvQQ7VUzQORQeRVUzZjWwzecfbPB+9Msjf+uYscrRqf9iNaIti2i7qtm1cxSOB
rnDtwqq1rObQCMT7TFz9eAuPwGv3cnSc+wL0LaeiTF4qU45X8egbewCfzqOX9N1rZ07DDrebt5tm
md43DraAtpjNwyiN0+In6Saxm0czn9vryQEafrP0Rg5gDDOE3ZQT46nOXS40klz+rg8pvf+0MVXX
HoalMk/2ZLpPEOjfnbapTtYcX+ZJ4Fp0TK7+QYfhcNWbzhXb6Zt88YvHBkPidrHY4A8dc1GCJmi3
UnWpa+GF7qC7u6EYSD1dz6UA/U/5mipQ3EJ4xv2EaWYLdaS+MaFdbwWY0NcgJd6tLeUYtaZrfBer
gA8UtEjMNg0JIXezWbf5EUkMnHi2Woyq5xFiLfTuy2IdvuOUZDqZHisY0q/KErdyyvsHp22NKEs7
57k1oGLYaXMtC30FqHwge7UhZMqoS/MbJ1a56TqUBB2MNMZXyQ+4S2Kj4347V6VzDGJmMmvfn1pw
VJvSBM7K2WPWjPk6wOQBUpbHmbXojiffp8DfijtJ4vBvymEf5Fl90UzVrqq6jMF9X7gNBNguLzZt
Y4702BpgujNfUOT4Bw7U4LJcM2PPoM39QRl0Xm/X3Rh/zh7TrY0JpPU+JzMSbR9U8G1AfHS1UZnS
z4x0bPuEj2t+dH36Ixo5NZDJKuPuzOh0KdYOmE7m8t5azUm+Mq0a3xO/9JptT3bLIc3OVF3tmVuj
sb6bmFTVHYdc+ZXzyL/2B++5qI3stewSjucajkoqTaJ/FXnWF3YzpgeFiWQ7mkisNzMLgNcZcDhL
crO9KqAxha6XNjuJWGAzL3N+WTaL/8KdYSxRZtjunh8eYUedFPGuptT8wcQmNY5Fcz61wclKhOIE
I+ud7JblY0ajXW4CoGD6xiHfkSyrpv1w54oJYtoxaAGl/0bARVmE2vTGrfLOyQGdIYId4uU+yhZa
ZNU0NyLLfMbcPox3SAwAeNpiwY1kOeUlhCJ+HhQRDPTXS1dNbFPKpqouF+XOG2xb1b4WI25Wz5DW
zrCmMVK5gWyTyrlAk9lzntIMxtNuXgWMYjJ+L8EadyHtYeNsujifPhnOVg9Vnlavfo50kPGg80Ir
re9nRAQWo9i13Y3m4j/7Xa8PI2uf3TzUn+SimzjVugKinulfNUxYrmpv6nfSX4vPchL2fsgd85Dk
EzawgMmXqG1AYjjXtq6XDSBM+vR+nBzilhPD2qmpLJ9AQ62ns5PxmcHGE14jViWtD14zW8cvHPeA
qgv5VXM17EeSEEOcFuecKUkqWz7eUyb0PExTpwxbwkhCr2fhIiqVHNmoxVcsarhk/ZmxAdTiK9AK
X2nhErnC9R9sCXFt7zs+TfvUE7Ww7YehfHbs0iBKxCz2Y10k7xOVJF5ynxuuF1b+BL+82Dt9WV3X
0+C8TXVVPPZZ6RCg3TPuwxxvyD1oZMpTWS3JjYOQAVFOltcbUC5uHlY6d0NktEFFbcZuIHQz8V2l
7nCEMmr0BFRjXJwkXDz899KK8UVqHv75BHAaGZh3ZMJJ0VB1FTWDIZxjh0Izi6rSJ26hjTFGnnxo
6CgZZ3/Y91qJpzJL8oCLswFC78cDslclnBdDdO43hrPiXbSgrtNAUy2uTveG/OYsQeuhg7My8UiJ
wXL1k41+ebKqHmT6SsRPiNnLjGJwwNsWxcp4VxYyIUGDZRAlXX9biMm5HuHA7jETBlFZlPpeInu+
1uYZLYAzhpE/EhP2CyqdSKgYWmZFaOROHvMQpIRmx5Vod7KS21lnQ37VZmIIh6bsQ4sUijxkRHue
ubDN3DqiKLZKMiNHFyDNK3xiKRzORXT8SgseWbSUNp0gV+x0zfQ4f5zXyVRYEhLVXIANlwcWdfZ9
a5jLoa1zJzuNXQowTgMzeZoauGUbElzIPukdcnQGiRRq0ye5NT8P/XIFoJzwAYtBakKhbSaHJans
iBLGvbXVaOwJQvA+2L+ZaBLyergFHFEckftmlyTxxO+SoVJ/jM1YyCgntySaHHdhfL54HFp5WrMn
C5hSYYAouhV6EtNm0BrpuAvkkL8a2NcuVOF1j/HccysyO6ZMwab+7fi6jDylsqPBKfccD276PmJ0
iEDKji/AfqqbweF8sryOia/twdTuGGMSlzvEN5MeTYVqrC5+KDsjIZEHzALhCb0f3qEhSjLpRvh0
ap/iwTavUzuX10HtTD8tSspoaT2HNKI6JWYlc02FNJTRZcGheOzQIl36DpPHyg+qVxJhKKcbR7MK
Yabf3DfsJHZtVRQXi6lZ5+RxH1WZ8o6m7th08fhRn06jz3xTNT34dke+RzUwE16WfoJonmT+1nS1
tc+99IP1RvwjH8lEWAw7udJMImr2HCrbLq3d31tOtcL26AY2iZXMIOT5/kn39bRvjMXZAA9zT62H
mmQL8f4ZZ6o6dnpcHhZlZF8eZN5wCezhoq25FAdTqw83Pk8A3T659so5v8d5zLKKhpFEFbqlO2hN
BRfY3P+sgya4S5WpdgBTe/bI/tH1zOGy8MguqwI3tzY+v34IEKt98J1SvWndllei6Wi4pyG9xEXG
c9xgt3HtchWD3z4UqkLR1qeE7oYpnts3F2jghWf04O7s2Ipau37AS0SgAirAegd+KvV2nN94TkmA
SvdTodKTFQ9FaJGbgRV86oofztojY4xXHtCyKrDEEB+IuSkprbsAEf1z1UpCUTxWyBTwQ5yzrVTx
yv8xecEdRqu64UHbrJIIsoTmmukJRXXMHmjGjHfQVE2s4sisDLaym6FJdrXzwvYaSbq1lu7ZteSK
KG4t/weJ1qQqVdkcHM8JV8HFsgL0fF/x9AeHrKXGZx2FwQqVeDvvTHq8fk+p/Fn0oySDoZ9ux8px
p83Y+t+mn42vfVqY/cUMOTG7qS0WUIwAZsx24M0IF+ny957d8/yYjTk37ixSuF3tFD8HWNAPZ17d
A4MPtW/T2TPCScSme7QxdUncEfFymGZISBsTfzhjXNMOyKeHRRv57DWqk+E6NViFNpguz2koWYTx
OyCvYbXtXaAwQqR16356sdnuVV5nU1QkVOOhpJoKJxIqAZMV5pe3LgxBalOATJVEePeY0PMd7Snp
N1zjlkMa7oTLdfbFcslgB9sAQSzlY83jkgn1OcEITarlsOds2qe5c1JWNoiLUUPGUPLKtPwYtOWe
eqyyGzzDD0hikRIQk/xh9iUMTlIwWDrZ8wNLXeeSAtXeMp+SIVkL5rWBu/vOKtZqLyabqLOukiSx
OPOD1FV+zW9KI2aU+avHUd/jLVsIXOtL0t8cdlnXiw9KDhxOE/FcRdcK/pfkAXdZrlqN7nsD/YDz
qc7SdIc8JLv3aty/aV8VQcTeVZghLVdx6xlp3oezql3zypKKyWBulUjDVnO25WlYE0bvHTox5m4t
+WUXTDtYXOSpSMDbzQO7GwoIw37omr6ObzFJD/RtXFkEJ21Ejkv6yynXoXofYkSOu9ztWoBH2u+Q
AnReu9Y/Up/j4wCZDtvKxlf5rF40DhAICiOrSGOP4SUZcBfTt8f7ImO3e9vTjDtHJVGnofOdaGR0
MAXqIoFTsUYIZnjVRLuIjsGZfE8Z0Pc30ILKRdSvOZyiGmNGd4kaXd7SOTjZEzQe74zZI5boSJxT
5u8SpEf+laKvVXeuslW9K+gapiNUmTrbrRoRwDaNS/ezolduYYtCCKixrSGSIQQsG1lj0tnOGyKW
SBlDc6IsIAWSfx+xxdp3iJqa4pBZIw5UXlvv0KIGJLgMo74g60Gnu6nkMXOPFHZcdynuJLU3uZvc
q7H39XqBuBsNNKHUdnJgPlTKi4LVybC3Z+QZbJyG1VL3ho9+G1GKafhbn1803jMpXMYj7pRS3y6G
LnGIE6237DOcwMYO6wdYT90j47+FdBmUCJht1sHe0ov6nKzhqUtgOhVFMm2U+cQs3ePYZZNjU25l
YJ9ySZd4G2DcD0AVrwxq/0cvF59gIamgTi/LpTGtFdWx8xNTenPqTRQ4WNADUEm+6utLaal5DUtC
gvydh2Qfe/AEnHMTu6V328/ldKkGjxGzwiCStNyedCfFYXXU3ptYnm4KzTIs79dyj/MZpGCOZ8cq
S+89JW41QueinhhjkE5ndvI4MD08ksNhXXjL2h3VoPKtEnTxyC0MEmK6D0+Ta+wPw0tcBwNLNtFe
MX+Vj27pdzdwrMHAjkqO0wbT5nSD7+ATKvPT7Jea1/JfugWpSLYGp7TpTwRYqQ3+ZCb3WE8jqi4U
usnZqWDm6LDJwQkTzUQrKZLnbqXiGDOC+LLWgBanjW6nnZW8mCRO9sncGwc5drTCDiVYpbG95tO+
hwsZaR/KcOOu006V5sLmU+Nd5mF56/atCkeBLzZKx4a4E5d8NSw+wkQ25HKAL0gLI7+y0p+9nfg7
d+aUzXMsFUEoE/Z3VytpBoekkBfG2McHkLpl5CCf2bWiuCfM42fqsWHEzOa2d7GvrP2I8u3ogUA5
JksjHnXuNd8LavVrkJVTt+EgLG4LyChx2+Ja8Jt6uLKGoX11TEuHZi+KIzU+S9iGl3ub0EMeErey
tyX31EWctvO3XwX1pnJ7bmyP6KA9nhzvPcnGy5GImB+QCOLnsTE87HuN/LBVJt/NMmVkyRv7Invq
jrFP0geEIOnGmq3x2sKTFHWsiELmZVVU2iOjpnEMQt8gzNysfWdnNsmzVxOKs9cWNLBN105UTiKI
743Baw69l345cJuOabvc2AwUNwihnmAtN1srNziqW0jZzkByUDCrb2ecsqOVlP577fpZWDIcb0WJ
2dgGER3gOyTp8nnwbKSB0gGEOVGtI/NSF6Psmlsk+z8p6Y2wwogLyZOscqJd4tvUX/ytZzGO3cK6
uaMGey+5adn7kjS0ztltwfoG/UU67aw1qV7WOu+qqHAsHTVp0z7kJCCyNM3m4n6tlzskOYqmbTCj
1ZiaYzmAynCKaib3ChXRUqQWian5A5GPRC/Aje22EMKpLfHZ/0R3eL9q+37Ry9OS5wevsth26PrF
kF0NAMQ7pNjxDoS6HZLMnl4ri/AeIpVOah7x1tiOQjvTOHtlVfpinLv6qqz8+WS5jHsm6tojOcf0
PQ1KSosQ9X2wVvF1Ould3PrWV4t+56GHr3seAfvdxmu94Sjt7iPtWF+1DLlOspVt6AOlwnJJEI4O
yPxFD8MKINjTNqLoy+NlC9ltCkXvvXCGsqpvppNTjOqY5ggf7SHzxmhoHcl2IOsPOqhPxFbhmE6a
guki3k6GsJYL916M9o0vJTlWia3dkg7KqU50bhW6JO6XaV9grL6wlfKubY/LtgHkeAjsctmuY/Hc
mBnP1E5ZTyYJ1ez6FnxmOqhOMimpUhDnAjqpnsiNfIE/RI5bqsFf2xXHt7SeS7E6IR/WuWPLZnRU
xcI0LO39NKKDfbYK66P2CCDPS48WzfHKPbVAGY1p5V7iHTM+z46ujSXqNGxwF4VrUj81OR/pPLDu
Ci3meBvM5uLkjZnPjKWNn9e8oPabCU9Ppc0mL89adupe+TqyP4w63O7beCz9sMlYttE4Zu6d3ffT
Xqfng9yO8QOG5RJ/0ohSawgMQzPxWwnnYMN1XMfNiUwk6Dw+LIZctT+srrFCifZyg2OIm9JvMVsQ
u8UzQhpzBG3KOwzxsKebIfs10drZsiAkeKGa0suh9IYTw0HO8GQI56ro75Yscy/4DKsvZ80wxeQV
TQpw7ydnGPrLCdrRY1JTbGAAnCt+NZw8m/Nw+NvQlNM1UtgnsUBBHJzcZ2jC6gh1UoLWxrSxGy3w
d52rruGSRS/ovs3MkI9GAGwgZNDZ62hGGrpBEbVSGA7iwWN5uC2t+T0RBmSAwegUMPNxIjh0yA0T
1HzlePV+ksI+zVmnnxWT1It64WFJ2Gpzx3a7CnMjRRh2HqWFJnLdDeJr8ky9jCLaQNlo1daVsHXx
RHLiskNCx0Xbpp9oIeMtQ6k7qwruNP4/jiM1k2265uuW5IwYWZ3JIDsn6dXJEn1Og80rapAWh1nj
f6SZNlAAm6Qd96nXxlRLHW781ikyOxRNg1hxQZCXeW4SumzSqGpLcYN/ZmIA5PS78Ww3q2Z4mbr2
kJqfmQ9oOwRnUAbhYdeQarpLTDCkleOzyQus4mtYq1Mm54LJu7lcoIs0bjivvf0CVzuiWDW2na/M
R4ideiOXafwXjIs/Iy7cs5TRCWxghGdku+WcNf9/v69HxToZdrUQ2CfGAx3aDmmixYIXe/PfaRn+
gUr/zzZ28Bm2iSrAgsjiYAkQ8jcegppcomVUmYWdXTmAJEBizReLu1rm9p+/0J+hJADhUEHY0sJX
YOFC834nHip/mbKmrNLIZpuKSQ19b4agJVCvY03tuA14U1fKtCB5tGLPHff//OXxLvwJ/HB+/XMw
OKYZ6XrS/p0eOLV+oGovwIFaGYQaKsawDrJChAtOIu1q5xsyaF7QT2TjlTkU1q0JSaZHm+uC3uDZ
m1zGQWMGV5Yeejf89cP9R9qax5q2sPwd6Izb4qNuFkLcE/0//z35zf6rPmN++t+/1fmn+e/vhXzk
Lz/dGczwp7/g56KQvhu+uuX+q2f1+lflyfkr/91//Atv6HFp4A191EOlz9+NoUP197yHs2Pk/y28
2f98/9//q/796//CJnL+cFlMWQHyPiltAKt/tb74f+BeQcJBCAFQWSg4f2MTiT9s3FHUeZ5pOoh1
uOn+Krix/wgQycCgJXBOeGdX038iuPnz3fsLgyM9Jg5Eqp39W/b5Xvg7QqBT+LLtIQ6xx83uAK/R
fKfofude2Nd/9478g9v3z6/km1hFTd4FWnHkRWcmxZ9fSTdyUed227ca8gza6gxcWCE2JHTR//yV
fjso/uuV8Ad5HsBmDqffFER+irR+RkMpklZtRUbeVce6518cEv/g18HyxmeG7w28RvA7ucj1u7aT
iIhS2R7ioI5v+qXTO3YD9b9M4PmVk/Q3TRTvnePB4wUhf4Y6UDf9ZmNTdoM62M0jWxESthlqCuOr
gMz3PGoxRiAXcTNIG/Hae1ERjwwhgY0z/WvTlSfJoLySpF3oMWLbVHFPEDCCpQIJeoefPsh1vT4E
Q2raESgzElEzstPFdZz0+U0+2aLba9OOP9DQM3RBwYou2qhl/Ry4aimZ7M2VhTNh4h/xp3rf6Gwy
d9ObCcIjux7d73RNDcZgZ+zP3VKS/x1acFg/HWNO2XrZAmGvMU2gDvOmCPwTrYuHflVQ8l6btBdP
gx753mehF4Jsq6Sf6DotP2RQyYImT2EamfOgwPOUy+V17s3xJekdGAEBU+Zk0xVjxuqxqmD0a0lI
HHHTLR2jNPuvKp9KFdHmL+8AgubnmR3UdwmT+Iq5PwZfpsTD/TyzQdnlsSAhgjUwTUjQp+6LT8w1
sX7wcN/7oZVPyinzJ6XdrtukjrL8jWBjSO8BfWR4YWQComFL/4Md1p+Gm9WveacrP2/eHFJQ70UX
g60TesouS8PyGew5ck1ZtgT6pXOL/J1dS/rOXTP8TJbARbiz1rgIVC2gMrDV739Kq1+JhbP4ZEyD
lhH3FvvbrW8v+cQ3bqdXUvQsd1+i9u3DVdr+K1Jf+1oQZn/XdTEZDoz1yZ0W7Zg/z8JfWCzk8w0Q
gYQaeND5QzV0QJKqvHR+WONsUCMPS/uewiN8nlUx/WhzQ/nI9pb0A8F7/9DDeQVmsOjpqssnLPbz
zHyPMIN4vvQRflBMjUVJLngzm1/mNGUfY1wXGY4XE22cOXYxzhX2UZSVVW8g3/DHfK+qzDoRXkOx
jwLrzIYowF2yvqQinpGX19updKs7TRj5EMIUtdUWErOAilXHFZqJdS3XOzY+8W0F3/MNfkDyjhMq
lveweuOXwYOfu2n1WZ7ftb6fsCsAYL5pB4Ct/HdRr9HYEhCxGXWnus2cWc1H3/a2wpIiwZc1Jagt
ISck27Wmqmy9cwakp+YW+qWsKXTNzMivjdUcnQ2GLVTUxbyW9xWauUuFzkqE8OidmmkVi8VNBsnl
bWSiiiOFubeN+M1lb9+ogrus4BWLyFId+rGkR5ZndC6OCXqYicbrXJV3aLueco79YNuZXvI5OAW1
cNIn8hU3v3cnOkLUwpogaWZ62suR9MMkvTMH5Qry41mhI1GzSOJB5sH1bzZUZjRrNuFYgVO6rwQk
pR8++9LbpRmyertQIeDb7qEK0CWYEs02XZ3AMKUSxiD1PL6gA6yBXnD/fcxcQPd2Jl6w3PBp5XqY
rrH1LF8+Og5/Q3ZwPoUqqeoCRZTyI9wC1bBFxI7AmEn4YGwZQTk/Oo7MN3ad/gRQx57aLQdOVx7J
Rqx+prRVgCg86JAbk7FytsMfgPGRWV+FXiWhI9soqhoH34e9XLEvo6Y3HQPiLQPpJ9vI+ALLzOby
fKbN5TaOE/t7pdd6QbvEuCKoWTNv51QZDAYLOGAR/WZxJwAUFZFwcKtD+62BwKC/hpeLEIDAKZFv
Hew3ctcjKVUbJF3ZvLPd1G3CCniNvx97WtdwzIQ9Me8ZvQsssNOrhRVzDq2S/mtDBt5UhHQUgsOs
qPNbFyincxBo3aIgbUhpcwqYogQvdOVJFwVRN2lN37hNEXtv5rOHICww+nyTW7Yd7fa4MIm2o9GS
BKvjmTCDjbW07m03lqSCqxXhscPVmmL9Yb+2LRK/KJGyDfYYoqZHCcHoOnkFVpgup7ly4y9QEq4T
xW423joFY2ImoUUjQhZZ8wNCVYTpru+0S1Rmvucc8goe6wbV6jlPnMzAhOH82H+oUQ1JmJiDjYQH
IYaBJ1tbh6CKRQAivErbLVBWB91YFaNTlNBY6fPMr0HVrUOKOVSqzQibwPaXxGM6IEoTCaq2D8Yq
2mPusHUMW8tLLseOKG3S452LZXDPrVQRvBut271ZwGeprQ3kCtup0/EV89D+WqMUtvcBbsAxqv20
tUOoEymenK5InwzZmO9kqc/3DsO/MuTpTstZg4W9LbFkIOdkGf3R5JP1HDP9RYc6GSoL1YjSkOXb
eA6X82T7bnK2RcXg29V2EKp+r6Ziuqs700Z63zHlLNiy9g2qrNCYxU4YUn6g9cegi5MOAR6z9qE7
5P7k3wDBOF/ncXfmwmZu1XD/Vf2jYnFzH5TujMoG8/Znjp3OC60GNSsLOLHy2JWcXyxhmu5kpJjt
w9iToIYWrLN22AlND6qtpDuyujPeW94NHQIjq5n22nI9SIHUD60qDMMq6N2b2apSTDVDbx7cyuKO
HOn0H+IRQEzatj0Ku3WcrhrHw2hgOELjbdNZeeTZ2+8hl4iKVj5bn7k2LXamSERRZFo8QLJhyfXe
tkYuJ8b6SP38JtOv5KgTPrQsKSdA2o34ESoG+zfS0UhrCJ1feaaIJXPCpg3aV5eLL99JMlzvFhTq
34lpN9cDDwquI+4+lK9jnL4Jfb4/MtiRHsafGFWg9OzqWfpW+uZBUeFgZ6B+cJoYY6ldqn5rdDau
zTn1MdOYv0CMBKJ4T/EvPKP5i4ZW/MI2lt08oE5aBkGe9S+040Q1GYCdgfi4dPZYo5m005qTiG0E
76nWPJUj0gXYL2xiHFp3VeHW+R3ysWK86K0WPeqxjV3nTvwCT5qi57ND0Qur0P3FLeSEb99hHBCI
vBosmX8RDudftEMA3Cl2SZBW+QWpWWhNuoRziwuntuxIT+mI8liIej/4vU0G2oJ/bIMWw9Ch38br
xOBEdo9NSt2JDcSy0Vjmjb7VU1mBH2KncGgqMUOhwSiCKtUlaR4C89li4lj5/F4Zk/C2SG3MU2a0
LXjxJC/J7coHEPrsqlubB4kh7gSzbdRaI5tU1DIyE7daeNREgGN4dpmr8HEjo2XEh4ulfJvFJJdc
Iy4qlu0y9xR2w2x5xTXy2vlnl9UtIFSei+ewJxtBJ8qs8bMTjqKCTDRwGkfbwNITB58+D/nzzzws
sd9yYY0ME+NVjydnrvvPYR0XHMBezUQ0jw2rDC0moDD2+q6fwi4wxyY0eo+J1aw5g01WTMepKBBN
l5MsfFb5btPerTMqjis92lkQBb2yA7aK5oiSHxUu4majgTMOShZBimV59rvE6iUjgUfQiVQRCIYU
ndtn9k2qC7EDDyvWY7mMOTdG4vEEWlNdnWzkJLDLchQL5S5VKrU4csToHJQXQ35BphVUZw5QvJbb
mprC+2kllP8bpWhCeC6bWA/e+0Ziu0Rp4vM4GOM8cK5an1wUvNhF82IphPgRwKPM/EHCzdz8TNMs
aG9zZqfythGo3qgsYp7B1HVe/vWfTyz+vXHE/29ADgZEf9cY/1/Yysc6/tNI4teX/2Um8YcMPI+4
COvMpQU1SYv8Xx4gw/zDciz69PMfn1YdaOTfgBzWHxYuBf4Zp51wQAf991jC+wNIMpgk/uAMs114
un8dxvwbQA4SOf40A2M8wCCY708GBHBMvt9vPXxjrosrs2+Z5o6358FnXMoMpsTVMFBvhTTe3fqz
YTN7zQo6sC6TfkZ/M5FwfW0IC592wtmysQtP3cblrH5QSJlvyZQ3TzXaczMSApQltVGL9zuJTVFF
XjDqn7UhcCUak4HDyBQJBumAUSryK3ccbhptKBJQgkTLELLSedfhOPWtXTjdcBBtZzbRYrT2K3ZS
Z/mo1NJZz1jcVLLvety1e5hYyXzl+Xl6DCDOn1Feltc+Vayvgjg0Ysuj3BR5HjUY03dIwqhkRyq7
GRYYUXlZWNUNR6+cmoWY0vr/sHcmyZErWZbdSkjN8QWAQtEMamKwhkYj6WzdSZ9ASHcn+k7RY0e5
jtpYHfj/FUEamaT4sEoqUyRFIiLjg4ABqk/fu/dc5Kd79Lh9tUtqrzS2IxOn5LqxKmX5Le7kVYDA
wj7TwzA/D6skVdvEKRkEpMyb8c8iIXnSkhFxp4t2qQN8UqZfSjT9u6Fx4viyN+hvs9MHhsrAa40i
n7cDu+hEFixaXZZJx1b0zOee8XcXoRaZ6lQGZ1NcFQhZa6e7zQyZ4g4yKbK2M0klTYEGNO9B2ga5
BnJHs6s72YzyIi5QRcktE0q7Bvdoht0V3STjp0eKQe/r1lA8W20RHhDZM89JlDVscBm5GeODdCi3
VW/IfOXm4U8rCLyJMk/CrfR6kFNobjLD3RLD03HmKBJ146Ykbe4QC/TTWpHuBwEgTgP4BKY3R3sv
kLO+YxxSn7Uzo3mmHHh1lrE1+fUS3P/zIjYGOZK2vAVqygLl2xKbKMASD88+muT6Z9O7TbQb6Psl
q6bl7AZuIYIRP7MCLkizxrtDvUdhWk7ov90kn1AxJGik1mFVB/dNhpLZx7diPTrSPcTeWFQ7vkiO
gEXQpTc1oFBMzynKJnAG2VzyejrZhcek8BtG7KY8pAhhwd8D9xrR8g3OnS26gZ7C5OBhxhcLHVmo
MP/JlLDp1+ZsTvO6YepV+aZLI2LT2pV9Mcd1/GuOXTB4DWXblRnnsUBPMpdPmRsOhzCKvHQTEBdC
aZ7LtkHnlxX3ozTbpwTp1+yXUe78MvsYpclEiuFT6CXR5ZQW7OPYLxDeUp8grjejRbHcVzZbONQc
fE1JZcUCV4kd7ilOmIeBWUmSw8DRhS1Fqlnzo7TQvpiFtLq1NybDtE5EO6DzZUaShcjDkchHgAg6
aNdEQ8ST8CvR4sulJc6vWiOd+C48DcVk22IbGFGdgEAkK+UJy0lurSy8IetELx0THF7uEDeBzjrf
eOFY2L4bm2S/4q/nT201074RiUUPwp6r9knNrldvHAtt5RZHj9p5Iw2nZabnyJ076MpEJagbjc/+
GeHgalvtjo20RjTGmfdXpjtevcWKRsk3zzrd/8IQSLW8Ysyv5k6Lzgnz1UBtzCRAj5GV3kWcOdFA
896rVVvl+XU4YctdNdVk7+bEJHgEJUj22HVR/X3RwmFLwlxUnhSsKEzFwqA6RXMKhFWMoX1nekk9
cE53l5mXLGyT4XmhHaw+kL8GHPcNyJnePivRBCIvzzjQreImAtldAWhoTpwZi9KqdPoeGo4H0w3v
etYjLBijXSYzG41EKWia/v8dvp1+h0va7LD//dhh/7/+K//1akxBK/r/+HwlcweBcdH+O4nSNP69
x1vGX4Q46ez7DhGAsLhe7PD8P/0zaDAw/fIfL8gu3aRw+yNfLy261xs6sywBxthYnL3gvghMfd3+
r9rFSi9Te1WyYmg7QYx4dTnT71pQ8i32FogkY45XMazpKZ2ZEsXZTjr5/IWXKgv3toOqYuVaplbv
TFHUHbKNuQUMYuYmp9W8yB8mVAeI96Jw+pZ2qfOAxXWOfQ3R5DeXRg7n+2Fgt0VnBMB58LuwbN3v
VNclvKdAuXyzvlKyYGrrpcxZv2Fr6/s7ww45F4bQXkSFikAl2nNKCFAOq6aPmCOu9DGKUfSnMG2N
00mLTZokZOxocE1EVaZnboBobFs3RXQGhEobzjEaooOYM53WjQNDk2aOmN3mEhKEbe3DKYqoSlBp
yemUblpaPrrtwqtx4Z6ECjcLQ+6N4aAwR5uGg9KfoGhH+CKHfAjOog7tFXYcHQ/KWg6dfETw6Oq3
gRfLkUapEstMIEaJCqwx4ciTf6X1WPffOQ6N6m5p1BpEbo/5hCa1YNzKYB69FhiHMiKa2SFxabqY
MzAXV2ARUBvm5L3sUVD00flI+Y4mbZDoeNRaSI3z5TbkFhLTT/iHcYgOXbRQ8PbpmTS4XKs83Cph
IgXq1iXex0hDbFuxN0EOMRKLjRElYUlKwMqc56Dqn/VYm2S08WaOyaA3iiqK7kj3BbrFahe1Hm0m
kRdOv+olNUt7RpZByr8qC3qJP1gN+/FEVgkkERgVtAFOEoL74ue6szTzJrRCWB2xo5jNax7dfL1q
HwvHTmjuZDokC1CYwFSCJDvUWVcl+7JlGz93ogVrlRSOvAdypwTToNmuTgvwsuFJE5kT0tSZxMi5
87KrIZiaNcrz+qqClYyYKypj3CSDbVyhLW33KGcobty8uzOrwbtv9bx6AoVG6FXlfNPDhIwfOxXW
VSlU/sN0OXviA+toF5t6p+7J14nVlzGxsvsKD+9NHfbjmvAF7wH6WngehiamcFmxhQJc9kq1YhxK
VafdYJ5CrlmX6OxjnNToQ2ULHXSEyxIN1nfTUrQjzchC1ld0MY37bBZbOksGG+CQ+yjb40NaoKtE
gekLcMegb/AQF02N/mQUOtF08hk/Sblpe1Oum1m/7TNKBrcz7TPqT/4REPSu4WBf9w2VuZlZ43NZ
JeowTSWGqiKwAIRZBDYlOiVQkzdl6XuYNWjWmjXpikGKxGpDqJhuHxwUTvQP2yBJT2vmc94hjhnP
rl01tO62R1OdXmS6MSYbYVdRfs97kAw/OQl5Hhi4IdAv+j6HcJfLULMfwgSvIAQaLI9+V2YMqnrg
XAUUqyzXLuYxaGZfYyzufPG0FlUiQxxa/YD7oudU2HDZtcCurnvcX5e4xQEDg1Nj3praToQcq4XW
W8xxeedprrJ3iamhwcvxFfAyeXlRbIDBGpxXUjIk1+Vk0eBohjbCEJYYbQPzWzfvBzyQxcYwRI3J
asBtzVeepM42sjjsPAK2S9Vpag1lgsl55iSegf7Ot/kchWiVRm+I+m/Crl0C5jFH0KvvwiQ6qyu3
1PENqWZmfhrQE/nlDIWZXFpVTdBaK0ql9JO5VhPTQ2G0jMVq1JEHVbQ5T6dxFzzzoigs/0gGskyR
Dc/i3MoBlOErO9PrjYSDnUm9i3EJJqMW+Tg1IPBXlWp/vNhK35lXv54i/3MdscAoBHhIJC6vryMH
BHqO6OHP50b9VEXD9GRAxf1bT4GA4X305DF4crkb/AxAuwiWtU37aLLLKAx2wEDXa+w9cSLyJN56
ZVZcNzY5CnWVNucTqq/rj2/NON6Ml6vaFsUC27th/i4NXk79s6HwXH6hYGXmBcphbcRQD7yx3TB1
TDYdyL2dqQsNmxGd0Y1eVvBfMD45Xz/+O17P0P9+xA4JpmgYXJbG302AF+IDL2McJhrJAKQIv7l6
Ep6x1QL1Bge8//hKb39M4CUWd0xjgRbGcT6wy7rJ9IOGbxsW3i2RDFTnzWR8EgL79n6glEIxNU3S
JpbojtevTOEw5piBGa5sj++hoQNHonvBmRhV7h9/Bb/VGmhhXRoypDm/vhTdkQSRHyIKqYLy4E7G
zwjXyfbjp/bO/aA6QHaAtsuxzOPwa7AZehu5HBNqDQmCD2Ii8NvAbS/BTECg+vhi7/xEtknLhy8b
lSb039d3RO/c7kPoKCsKhntN74P1HNIq+fgi790RdahhLe8Ak4gjEQpEV6HFFiPQWSQldISODvoh
7YuZuqps6n798eXeuyexiH8gzjIHWIJhXn5n9sS4lI8QzbrddFtTtd4G4EO2+fgqyx/9H3UIdfWS
yQqLblkRuYh1JEUh19jDRosiMZKM6po+SmHR8XFjiuxOca/+/OPLcSyAsYeWBy+Wy5Hh5U05rYuL
vSHFgICu+NtYW+Kg0W0+qM4rL8Q0WZ+E6b5dInUC2KHK0JRczjJHD5FZQqLXDXJCx2OGl7Xho2ki
ArV742KyQcRxMP/kim/fEq4IBJgNn2VOOEcPNIxDEfcFV6yh723JCmUyyXPwlU7L5eOH+e7NLYsG
SWT0Oo+jdSXKhh66vbOi+h63WBuGLYrL7tZxVbkNjSS+c7DczZ98a+/dIC8/X4EhaBz9ViC+WHiV
nYWsIJATXQO2vVbFzQb+Sr1tqqzZfXyDbz8BhGys7vxfHR+KPHqWTsgCSNGLNYU0nwOT+aXObPqT
j69y/AksGxrd56VZTE31Gy/98p0sQMelI+Eqi9wnekpVqjGczYsNPq7+Sy614JOV8d3rMbcloYnv
YOl2v/oGEkjKAP9IgPecZFrDektJMrSme0Y1yD8sB7jgxzf49j2hNoDZhVCPjRtv9OsLxt2sMcf2
0CMPqFgIY6L0NiPMyxY0tVMFzYaUVrse9E/elHevy6qiL/eJcvvoRlviUBSoUbaAIbduswqWByqH
8qpQsv1BNmx/o0E7+OSib98Z00br5hgINxbl21HpBQ+P4I7GY/RJw5lxJ6yJJ3Ooi/XHz/TtV4Dw
UvyOd/RA0S/CzJcvTUbtRVsVIYGtRUTxob9nDSqJHByDT27o3Svxk9BwYUxCDuDrK/WJrqZawc4o
af09cJwmURQvLa623sBX9fFtvX03qY1phEBy06l4Fr7/y9tCV6U6w2642MLay2abSSPKgFAQ2y2q
048v9vanQqzMyAcKuymQgh/9VIwUVDBrOLu6odd9HXcloPLynw7ff1slH0mil0pxuQzCV50yeYH6
v74ndDpjFhUOQ4YA0sm6swdv4X6b3bQmDhhgMkMNnmnSg67RelfN65pxA/nPGrPe7cTnATYhYG67
6kLQNp+8SO8+hKWk0HkGi4z29V8nOWkGjeCuobbVvh10+nZC8fXJ7/r2U5QEAUINpTbivfzdYXux
aLvVEETYH13kW6l2Vs5TeRnqIsVQ01Q3k9PW97hBxSfq/re3JpeamQQF9BXL/b2+tUFzsPnO+CDI
QgBMLHHiNOC2PlndlsL4ZQUDcV/nIsz5+MJMhvqvrwJ/W0u1sSFAdyrUDxmTfoZtJ6UTFZtIRtcq
MKUGMRu2xpmUsbA/ebRvPhmDvwDXiTCB5ixa7KPrg2fLl6HHSsGjPOtCvOQrSxkjpM8JE+Pcxvnm
4+9m+Sce3bHBJ+owmJeMTN2jj7QDghdHLPMrYjWt4s4KStK42DtCa89gYfA+2R/f/IyG4LTHwBfm
Bdddsjhergkmww8XeKoE2TyYaw+uzKosxz/epJarsKJSxNsU1+7R+SdTQ+9WkUCYiJlyK4qSoCCG
/L5RmiCgyIr5WQey/+S3e3uYxY0v0dablE9c3ju6KhEzgeotMNaphwEKX9095MivhedcuFGDfbV/
srCDW06PhwnU2ce/43HCCDW9vZTdNIcoUVHaHn0gbTu3gzFlIBE1KAmaRTxQFCaIGWc5Xto1bTSn
bpOruumGndaYzUnny6G2fn78Zxz9vtSPBjTA3zP932P4o2eQGGVReGLOSYov3FXVDqCwhDP6f34V
m5CX5Xxros47utcMg+BcwVn35VhPflxj9XTn1PjkkS5/64tPw+L9kewmVACUqA7/8vW7GhfmwEI0
qAVr7IXbIrC9x7aJGfdqqMKnx8CWQ8KwuJZiM3RTNj9+fJdHn+Zyfc+kRU01ye7PN/r6+tIMKzdi
luczhdOu2Tl6GEzCRmKnqY4W7Z9ejb0Nk4frUCOztS2/7ItV3aZFFhaj3TKzZwyR8ugjOrwJgkob
fl2y/vhqv+vE1w8XdyZoUccmWoXF7milGw3SKGOjYqouXCIYqco99Gy2apwBE3MytqfknnnmujGU
Pd3WHn/Qxi7ozENBzrT6wlLenAwkyve9/YjF3HDWVt8AYHGgnt72dpmj83Vip0qv0mIgaXiKjM5Z
A13Tv+MVhYqYEGbibe3AmFsU0VTO5X2Q6Fby96/4R0al/9sEPUzkXvycbwQ9HCEIQ3/pMvr9X/hb
0qM5f9FHs3TWXWvZsmlb/lvTY8i/OLDj8kHMbQLqZfX/B+3LkA81BKUVjUBeQwq4f8//nL84b/Pv
8j8c9H+Xdn+g6DG4xouvmg7S8k/ihCaY/XHYPS6Bk3YMEfFG55oa1OOYEfOMWdPtfyU0tgnEiXPr
UhqwF9ZgRANQZXD4ygPBtMmTpOiZ9mnbDJ8dAF6vNH//TQb+OpOCma6TfbQJ53lR6+aYnc/TVN0Q
NCkfqmHKvLVtBel3sOXDnQe99V7KzjA+WUpfVxz/XJrTN89Cp5o7rjiywdSC3knOiyrRtkjs5BlW
FBwnZqxftpMRPb14US7//sD/VXT5JR39tvmf/+O9y9EBdXTbZGkjue71KiPyEX5vlpy7GFEZPkQM
j5I6Lr4HbonICIXDJ/vR6zX079t7eb3lbXixqolEs1XH9QxzRu2Z6tXerht95yb8y4/v7PXO98+V
TB6gy2FncWy+vlIUq6okdPhcy4r2HGcFWKFo6r98fJH3XhQTMDY5dks39PgipBp4oDjic7Ca5W5C
2/GsyI04I/4w25sIIZ+62h7WKrPNT+5u6aX9Z7n+5+5cvl1WbJqI7tFzbNJZL4g6PQ9N4SJhKSyx
FekQXruzdK+LsesPI8QaP09hWgbIV//Mc/vP9REALAeOZTM8+kI8SIdITrk+OZWbSsXDLhxq9eff
Ar15lhgQ0vTNj/22qXTJzSmjcwJx5Y9On7Sdoc/J1QgoZ2FctZcf/5hHJdvvm1p8yhBbljqD2cPr
V8YcAR2iLzhPoCwc1Fhp92VsxpelLoIrl2CTB2+CFsWgG69Ol5IN6/DZYGEbimn78Z/yzmfC57j8
L5+lePPz9kXPqhmE5y0uXr+tMqKwO1RyNFI/mzO9cyW0IPSPqFI9yZrz+p47paG7CpyzHrn0PTHP
yZ6NHJArloOTj+/pqB7//Xg5aAB2pyTFGHk8BcnpFAEsEmexHhu3AJyb71QD7lPlpXN3Ojih/dUJ
IpiEHbi+xwCQNvzApBq+f/xnvPPlWOw33KkLyxs39esbXsQmRWUbZ2ZFiQiPkfhvTJTWOWDoapPr
83w+GWH+dZ6yfJ+TS/FJC/mdBdei20NjhFMVW+vye7xYABmuJk4vxFkZQnImKLQlYCpyMMxMagvi
I/ykinzvoS/lo42ilzYT2+zr63WexWnSM88sJKXuKidjBi6qA4MPBgK2tKEX45miffAt1lzjRAsK
8Y356Wenofce+su/4ugtY6EPnK4yz9TYwjWFNnOBCZPc28S0r3TZ6FdFMpGlCu9u1+JD+OTNe2cr
YBymU7rz0tGuONoK7CIlzwtEcgtJ8TRtgeDRc0bp8fGL9c6XZLG1GTiwHTZU62grbRnW6lVlnGmB
3m44zpq7Nsp1v4Hb8klvzXjvUjTVBHNhk8bIsZEZwEev0SE88/DU2sgOJofaGlnjVhM9hLsgCtU5
stphH5uTuS4IZyV8WKvRXeSyvnUg0F9IqxYXYzZgCzSlcj8b2r2zMRJ7wkyG1jRNOv3otXML2K2W
HM8wCE1ng2qsDeCM7NKMSd2dSHK/nh0VQhN3qs9e+OWf/HpnhIVlCY5pbIy0UY6ujApb62vSdBns
pl+CLE7WYWyhOuztZqfLbPAjB2gjX6HmJ2S3X/E35HsEjeUW3TJzUxxywydVwjsfIeo2g9+Jk5Wg
pDzaWMTYDaXrykOvymwbTGl3HuaxdxPnlblG7hFeK8fpTjxj6lGPDsYW0XP/9eO3853NzcAGalrM
G2lniTcN2aiGfV4ArhJxc87I2zkzwyC4kA0Bgko6xbVmQRkak8Q8HS3Y2XkhikuboBf/kz/k7cv7
+0nQN+RhQCw4+hqTDoqJ0VkHMrSTn5zZqzWxk3sDS/e666es8gGGtbuwBf8twEs9V1gy7zledr4R
CZooum2vit5SF+4wWZ99We+8PfQQfp+UTMrG4y/LoK24DGwP0sQc5ntdJNcdk8u92Y3deZ0/grDP
NhRZJKqNfYB3RXd9YLnlISjbqKYdQBzdJ89r2ZCOXmiGjbD+2TQ5nr8ZOlothOpJP4guRtwinBx5
JHLDddVSe4RVlV1PHthHgDyPaGCWqLjS2wdoyK8ihSf1k8rkvXeZP0dyMuRnpP486oJUQ4NdwRGH
EBPdTjmBbazUCIekG4kSm8u2urWsqbweezxLVlVcaIK95uNH8nZxIemIdtMy3GYFtI4+pw7gLsNP
86D3rbON4wwTltGBcGuJx3zomP3uh2Wagnjh5OMLH40blhKGK3NNmjKIXzmjvd5NyRHo9MwxDgkC
thNLa+MdznRn68hMv8qUZ3w3Rlf98vKIBTnV42A/etneSVxrZfJ41nnutZ+sLW+fhaSIoK0qSbul
Ej96FlmhjQFMukNclvOjrgxeVYCfBOilIQ1W0dpYMojbzk/sQHXrjx/H2311sfwsq8miNGDne/00
NBSAKTaxA+SO5LodYCgWOAGfPr7Ib33H6/efq5C0At/HXZphRxWTjNvKrOfoMDtTyWC/AQ5MJgLq
dcwQonWsbcbrQNJtEK9BZ1qrXFbCn5xIgP7qxPyAt8VKVgXmw83Hf9k7j56tRmdE6DEGIc769e1n
AX5YAgYOPB3zZCyN/IJoungbjGbou4VDGkAZFD4f7SdL+fJYXz8QZD3Ur7yJOm1tcfTY0xYiQJFD
8LZTNyPewFUtQLIeTSDEzgoL9kBKDIK/EPXAx3f8+1h3fGnSsjntooKgNXR0yy0SbouYx4NyZHkm
6iVxYIhb6OTG14aATr+1DeLl5/Eq7Gv7MAxKbhH7NlttcTBXmkovVY3LI5NBe+NY9RcPXO/VjOz0
PK97oiL78IfSu9tuSMTplED3KqoaeYVqtI3Nv/ykVnhbizvIAhgkL9UCBdtRVUq8YMaaSvJDvXwf
mQItOEeB2CmJcWoj8Dlfffz83n4wywVxz7FwLgr8o1+O12Vh0NmnowO5JCStEWFHXfgfX+Sdu+Kr
pFfOzGw54RxdBCd0NSNqP4UXElz2DlToVV2EwOAWtONqmCPt5uMLvt3QHQo99BV8oMt6fPSBAktR
VB3qlLSbeO0RfgGI2LC3mkRC+PGVKFWO3n16VMtYGeEILWrmgkcvIMTvDkMfYlocAu0WD7NZ+k2o
F9/0wp4KHDi9RAEU5PM3s2LlArCpKXMDdaMv9nYT2OfmYFDySq0RJ/qQzuZJg+ceSjEYjm7TET76
BZteDMGgcO1d5jDy3+fNVP4kZyr/pY16U99MlpnOECyroPKbOhNfIWCnZ71ovR94uKZoDfm9ejRG
y4EsY9rEshAHLAkvDtzsh6o6J8eWEwHSQwKWXFT8XCDro7bxtiYWb5j1Yy43njVjhSsJHf1Bjud8
htZ0aNYFJHPwuiXMWDZcuC2rocrSS0ef3XRlV6L7wcevnutsHg/pYrfh/3cgupDAk+y5qWDdwF2c
7F/oK5NrTqj6c1OM5hWJUAAAokrhfgghrT0V7RKdpaXzXJHCmdmPSWmbaOc1Pfhu5QZoAiINMrEO
4BIS72elRKpkpC47jqXd0gQwo12ACYjBO2HM42FO4F34irknMjQTgi0hRHiRRugGPLySdMa26sp9
0pEaZUJ7/aU4/Ny1QHWCVTTa8GtrBCb9BrY4yHZQIom9Jdrpm9l1Rb/2mF3WW0yJdU08VBCRzosx
ul9NbYI027QVQvoccMkzecLqVEdXe6+KtB3Wgo0SMj3G83mFf82zwAhMRA4YLUHRK0KAh0Op4YZe
d3R7G7/Vs372oV4y1MCiCM1FFtGwigos7qslcwjOsHCHk6bJSS1v6ygiI0LEOWHLENi+5KpfRjgu
EaO4yGPz0sLtiAcUfDMETIXO3pimOvRt4AjMLCvF34NYIQs3OK5libMtrcatDGDvrpl0N8kKy1qx
i4AR/iAeIrbAwLe8Ww2Z2rBVs6L/ysegoeTW5YRbQyqIikJZ0140In+grDIrmLl18NTJaPlhilDr
Vjkz9n1nOuorS+M4+uE0itu8MCLgSUTKbNJmFD/tgt12JaPaAoyNw2cdtGXcrfN5AubDy0leXNAV
MuUdneTNoFvagxuRsrrpSHZL/MomjCxz60wuIMpAXyFrr9OTsFdefBpHHmLFKE0g4mhNt1hwWkfD
TeOk04/KjsFU1XlWEGUSMkaOB/K5V5Uzw//MFFnP67CcK5JytKiANsUr1B1QLZcxLlty1leeWdbF
Dq85CvdJSUgpgcopl/LBw2tQkY2Y+Vmed926nha7TIoHF68dAvgnGxEJ0ZeWE313Zilafi6R6VuP
AJwza9BnHH32EmOO6uMhgDHvLurl7EtFSQh0vMwNCM6kf56JjKDc9QAKpd4bpRQnIymA+OZx+bib
edJIWABVqw4lGR61Xy6+xE3s6sGTZYdJBXtQd9N1qBoC3uF+a+2JWVbtQ+C6SfvFacPhWo6miQWW
qB+sizxIsoiEG3wtqjQGO5QuAJR2AEq5zqyY5SYYOlLTVU020BoUMTCDuHJ1gOJx36XUWnqJFRZZ
Z75hw/R+VBOC6k1GQriz8Sondwkaq2DcTHU5EOyZGZT8c8LKYxHu+xQC8qQQojX+Y3ZS8zTXa/cW
WyTCMeRzSl+VaarlOyOYTbVRtd034LpwoxAuUDU3NtAltc4UbYJVa7iJoFlWsE5nNcBYRDVLmR3H
ZncHHZPUFIOgFRDCaUJd0hkFdqRcm+/gJbH4hL2Zn4RJObuc6gYNAzn5GdC07NhY2XLUrgCmcryy
gWhJn4xya5m5Nv05+WywcOuqLK9s0UBNdTBGfNONfnggTs8850lJ0u1RQ9/xA/TXIQCxGzPONOG7
edFPfo6uqNyQwWslGxczcL0KxIgIa/SMqNiaYezceJxpHcyVzBL8BuzRmS3k/OB1FGArcLwBcqUe
1SJ2XtKRQKFWergu46EmG713wS9MFjuLPwyB+CldwupEQpyGP3GH1YnU5ugGdUv1rYln86nXy/EH
gsjO3tgRHCP8EixEifK+ahCHLkCdg5IK84K0NoK0UUXAboc3Fud9G/gZ3B8cHsQHXulwKMhxzDx+
Gc8Zpe2rilzmVRw2BuBavtjL0jVbNsA2G05iUiS+mVZv/KIhG1xmDNOwK+mjfV0GLGh+Pc8O0zUq
7bMs4ZdbW0sQ247innzofpjZK1EFBFBTdb1+xiyrd4BiIsAng4mTfoPl2+7WcdukmKd5KfF9dMyP
Txsph3tvaGwJxbd3sr1OP+gef2var/muunY/IeHES+RG2u2kEVai1Z3AkjqA44Vn7iFxNwnXuIM5
hF8FbKD9RSeGKfO7vAqhsYx6a/h27ridn7uI/FdWh3mA0oW2faKNlcJbjezNlzJSEktUoEguGIfy
18jgpvBlyb67hOQoSBoKJPq+GtPidE4oJ9AMpl/igdHKL2n33YnBjtOtCl0vutOxFWbqR7EocXmR
6fZF4ejBDC1ClnSRVuK7RWhCvaYkmsFiF4JQsxRG80Oq7Hg/mA1S0VoIUGYoHbXrIiM8cjWZZkrI
HKG8/hiNJPi6mYWwTlmGCsBb5901Z+45IWhHZJpfdTL/0dj9OGwtB4bO+TDJSezDzLNPCijIxor5
qiVY0DL5A19UeNFifvsBKQDdVF906ZWVO9pTSeBqT0OlsNCPaRWQvBY3XOUbVkbQ3hTVNQuOl9wI
ux0vclZ5ZlpU7WwKXbtA/IIQANxcZ/qpzplkPg0Ch7TAvCRCkoC6yOv2wVCR9U7CGdzDQQaadW6w
/lAZThwrLtFAI08UGjgFsA9eEA3rkTeqJzKdDOUNZBrdBE7Aq7kaM3A10Kzonm8iwuO+kiZBZdHX
cUUrjaEU/imp7pvaSIJ16DhhslWOHX2LdWX/tAO8nX7RU/xAu4vNn1bnDFeg0BWyPbjO4cqSyr4C
pI8FPM1DmIaA83V3JQqeoB+4VNPk0g5s5wTNVCRDOKFBWeQKeR9pcXQ2hbZ7M88hsTM0Xm+FEVly
rxWVxy7KC+9g40FZtnER7kofulR1aPUEVhDcWPENpsT0S+KCq9ZtL+Tt2ETjLfHRggALVHlwjM0A
s6SjV8GXiOnNsPXyrg2ua6lCAg+kbJc6SwYLdwDJHDQbFyUJDizP2C7l9blGrUBGV1Ise0+p+itn
mKLvuVa35FbM1rlrymZTGVkb7ajoWVOGoXGT1SLJudC8gfgHsOopLlX+ne9o79W4xkbojoC7c3ku
u76/naWe13sEI011Ug9TfgXyyNmxyMTFLpkqa96EgU0jIMCtSJ5UaQW/gkjPrysiqTaVtRiH29BN
h7U+zOyTguWTsJRYyzG8JxO5Uwn4LngVOeayLbQ8w9gQG5DOFLqd92w0+OLIEGnydJ2XPT/f5OWt
ce6lFu6byrNCG6pja6FoAMuc4uIN5A3Q+uwOcHvQbNMlUsLvtaZ96KOEIFercer84AYoq3zVxsir
aY7Kn8lUJo9tPOYxjWN+kzVqu+aJctfTwU8OYbFtp5bGT4+wj3P25JZwEFrLuS+1mKaAZs/5rV7n
kjKtp2LfyJ529AYsdfitigfjnPHxTFDImH4FrCFO3ayLCIUzhwkcmHJBuvVNt7PH1IHjVM015c/U
TzuIy3lwIvrmlmQQbyc0laPQTCm2dkKZ2qag9BLnIw/nqnNIfDmpYumesd9aMBdiHaIlVELiesRJ
QhpYtGK4UV5Xs+pvCwsw04rjNLnq7pC2T7lV9g9TVkzXOS8V+V1eCzsDNn+JD7cuWvuE5RWCGCYu
HWttktUHxjDYcz3azfz6U6UM1m1r/KmyltchsprxHPNjNW+qpukfRNhDBUuM0Pw5TuFC0hhFta3q
CZCDJ9rgBptxmflhM6UXTKSzZ4xx+rD2CEW7L03ZRxstNrA1hyjv5CkJAuNAZuE0Did4sl2D41Xd
4AKtoSlC/atTbKDZWNNM9MaWxIOKgB1f6ySI7yjSpzOY0B1vFJiFdEtw0xyu5iwAel8n4S9aWk7v
s/fa7TrDq3dvq6Szdg6hZc+Z0Zt7KSbwjdBfgodlKHERET4S7/kVhg3rO3CGyDTHr57i026yJv9C
WnsX+mq2ItIAXS27wc3geCcOFtBoLSBZnc+p7rk+tR+wqr6eLA4lXfgUqYUfZpGQa6+x4tTES1mh
JIXPyDrfha7SrWwz1y5xZuMZJUdSb9YccobnOVVat1WTAUQFQciAsxF55kPBv3M+DXVzjQfGuMwC
Hs2qMOGLrsjD8e6bjkViWzWtY6x6EP14EO0o1/w57LR7pOiQJqOagfd2EHr+nDqFdlsnLvlAc+cQ
+TZBBuafJLN4KUIXqKonQ2zMAmZK5jsJtdomH4au32q5LE4lQWzRVsmOihnk4dRwRgKCR81HohwI
lEj2MOwl+Ut2Oc6e35KW+R3TctFs6L1UKduKVn4JFSxgH3IoOXao/qsLTGyVthq7mDNlOWrTQ6sE
uMAMmli5xZPr3pKzptSWFLnw7ncb5Y8kcP9vkq8YSbzoKL0RytEvaR//9bP81/mjeo7zV4q55b/5
j2LO/MuCgwzggo4WA0xP8B/9Q8Fy/wKhZ7HdQ+1GpUXD6z+SOf0vx9KZi9CZxXFHY/jfkjnrL0a1
2MX4r2J3Qmbl/gkEC2H/UReMHhv6FIv+F84HfAVHXbAkE3B1Udp2eRC2t2MQQrz1O8i/3S0fBQEv
q6myNfVg64w4v3ec8szrJuxM7LN6WBv/m73zWI5ca7PrE6ED/gBTuLTMpHcTBKtYhHcHHrN+Nr2Y
VrJbEdJAA801u/9/6xbJJHDM3vvbqxoCapmH3PleOqWI4yhtW6v5niuDbty7hbliUM4yp9mQXVs5
08Ikn7pBinZfx259P+kTFztezT8qDM03JxUxZTImg3AHmNC3UEWOyujH3MfhzGrb8gM1MnY9vuWU
miPiCm0AD2LJzoVZ8c7D2xmfp3HLO6/qtNEKtrlCx3dnKguBycoDqGrj35aoYKtSHA4j4EPRiuuq
trnx3GiKVrzr9B6OFwhF2p4sUfVppTT3xdw+2LZACs3rT1prCF0AecFwOGP6aXYKECeT9tqzQ1EE
qqE78P3GRYFyfusYsqbzTGU1CEGqudRgodx5o6i6yTjI90mh+ww8jtqrPmYcADOY9JwO6b0x6ODA
Uv5FNxmjb5bJ/DZm3HhPKyywNlQHw3wtO0GXYKMlgMHJqW2JPydWC1qLtTk94EMpwx0rcMd+p/W5
eDeMDHBn21Ht51NKm9qB1SAZshxOdH6R/FzHkPO8tUUM+QAz01qj4DKuUZaCnao6dTAZWvcdi2TM
opHC1HMFNDbzt14jimHTGUUnGsKEr9Aq9EzFYlX5xmYDUucA3GwXAGHrszAXtp54WVTzr9DBpfoG
VzAHqUlLklPqphK8MgJ3EYySIkZP6F3a73KCS4W3mSQ8PDGMOZ+5pfEXM0E8QpHM5ypsCrWK/YLy
ZUmj1giYhtpWzQ5zbaw/pFPS7ym2lnIygEVcCHtYoa91fZtVgLUYH2Z6NRQvUQQHnHEendjvmIHi
5sIGX+x0jYeCoo4eUJYtFOcbLY+HrnRLOjrpW2FSSHIYz7wyHWJxggtYJ1xpNvc+Tma65Ja57/0V
RhdaKz2Hg9cAr+e23prLp6Poy6MmVfHVt4uCDWknWQZyVo+TaB5VjuyrYUBynZIp/so1l2lim93h
NesGUDuOTh+ubyb8HV079e+5UtUP3FIZVnCbvviXU5vQBQ0Oy59kycyndXbm2Zsnuezp8VIgkPV0
NHoMzBm7PiMUsufTaYG9AdHzM7ACL0qaV6/8ScoUqX1JQzGNwxNhGONcufmtrlQzqJXWqT0ZqB8r
aYNfTDMZgxb59CM37HT1Nk3SooEAOnIoT1v9R2P2lVJqXm6fWMcN1I1MZXu00g1vyWrnm2/18HWi
UitKfh90f10U8nSNN+ZD/7fYhHot+8QWsDXR0f2JObTLvNByFsmuUFWOJ8CJfdguA9KciL9wk3Il
5GQjV68zh/xEjR8XRKaCQKhTrzHzuyCpDJwmyVfwNfX6oc798MdYBDcRg6TBZTOHiTluh1IKXy2Q
4rmAqtUL8zQt9c6wep1DksjhXIDW/lO6tJqyLwvRBaraVA98UTP3S1lz94K4Ia46d4o3PXaATSXa
0J36Vth/mrW7lX52/Hc0Y6fra0/t8QXeWPvEzeUWDVhF/ZJM6vAoYiajl6YrdWK9hRY1IiNwJap0
fM+q2aFqO1nr7thSYtxHVd9bH2U+iPxAGViMIKvE1cNYVBRp60m10gfeOcybtp3a3TGs1TYBWGLl
0hmiaIKEe9pThSA8B2CL5NNYt7cLpzVUJ37uRtKInaKI8aVQOfGvldxnepXuGgqWsNKlU792Cp3C
1J9Msxq4s60CmafzaA4tZpDPLWV4hW9TvjrQANzQBmE0KsW7zMMkfxQDsY6LTCpEAI5S/i1kla9n
MQqFlnCZl/+WKgVXDSo4viAMspZu2QqRaRzne9hHVASPwGGlp9twnmkmTNO/ulhQWeZiGiR+xUoD
qT12VDdx9LP1QEf7EaFRx85O72M5eABbOsRdqRc/emuPH+SPqYOOrR5EZpKoLvoqJI1n5iEEfPs0
GYVHeap+h4LfTX7pNKvu5RwFXgYog488KcjeyAoGKKhmllwA6/Q9SUoU8kWdFz82m/61vCnoheiR
7fRioZEvv2ns1dyhzeg35X0urVXsNLNBlQdRelPoM3t8lb+6PURqzv4D/rXJrxppf/gV+X/1fvNX
+09+fYCKW37jsytUSZj/egX8s0WZriPaBPXi5ifUfTUfm1WhY5KJfP2eiC3eQ2yCL/DMmyVR/7oT
/a9TAVYT16JQ1HkPehMvwzVY0r2R+o8Z4EGN32G17IaLJcfNH34dkdlxVlz3m1HS2tzr0SacxeLr
3rwUWurxVYaF6joPIZ4cNAgvG+iclMfyZsegvKGf1FoZcyH89W2AnTVd6Pz6OZU6V1NQ2MO27Jxf
32dgKLi/G39dodptjRftZhX1ZOCeZxsOvLe59Ptgud0MJpYmPA3+Qqr2tQGR44SjBZqPsz/mVA03
4LmqJl6GZa0sPqpfO2tuU6yt8eZyKdSH0ato6PRk/dpg3OaxxJq10P/gDmGUkWXDNOMz1x9is9N+
kDvyR23IxD/5a7TBxi5+oCtiv+W/Vlx7c+VabZQ/4ubUOb+m3dza+f30a+VxqAEzt205Ft9YDRMl
IX2/nZNeL/5iu2MHTpSihNqvSQg/XroRowjrSIk+PuJAk+XMp+nw+Ew3p9EUijGH9ChhQOq/ZqRz
8yXBi3Gbm29u5WyNxRnih/HK3ifyE89/jDVXbcNdmrRDuysby61O7uiY404W9fIwO+727WqSiz5o
zCzI6tK+GjRSJRiCsq99fAkMHno2zX8tPX8MThrpctXMtl8Ci9UPu229Kad2XoMKS7UVz2C0c/Vp
GB2rOY4pM0C7hvLFU6ZCKwustYQILeXags68kS3ItWiXHCHtjgppmxW3EjhCla1tNA5OjsaekM5d
56c0Dn7oYFFOssmnl6xlaMpXRJ3v6mqbR7/mieEwOon2XhYcIAKWPSoc+d/zqR/18QMx0ulYNWm0
1DlZ0Plg1wjcDBg7DaQSNs1dQk7jrZohHJDMHpVzvugKxjDNVF/S5Yc6SlrlDkuhGl9ikLRY1TDV
g2kwM54btXeeOmbL8boavadxC46kzXtFb5KXLK0ZUZltWScM4flFk6b74zICW3subVdqaCyECHem
OU6JXyMDfVr5iB6/DUrGVhAP+pEmlfkjWVepcKRq6+eO1ebJYioxCxwQYQh15bKG5dzm+1JRQ6FQ
OO6tIPcO6qCX/4w2yZ9ByinqvjAG5W3BkH2LO909EcBB1h5KDcw2OzpT6mpizzce8jYfE4gct/Kw
pDpRoyU4TyaO8i9vbU4ILS2gblA4kl4fAcQujRIzkzsap1cF2lyfJpE70wzLJivGxyqhxMDDh9jO
ziyTJZi2uFeDNJ/oGnfHTaUXEGx5FfVVJyMjpbkzsvqmtcDN6sW9xEpPfjsRhEeWj0O/C4IZUvqU
wGGuOoed4/9fqv+rbPKWi/m/d03+j/8c+0FmpBr//VK3bvWUt//iv+7SGtNi1G5QRqQxDEHn5P+6
SbuUUJJ/dxnNJRODgMdt+b9nz0z3P1RGMDRu0lRfWb+Bkv/unjTt/yBQzEDaLVisk6M3/l8u0jpT
o//HTVowt84QGwgl5oTJcjHMwr//3+L4eZJRZMQJ06eBPz72Y+W78E+pq3+PeQAjMAdHVxIcNnZG
q+6zxaQKa/kUGYO8k17aPnZn+uxa67iCgkiLlzlv8JA6f00WjsvPq075fZpau9iglq4yKDfO8Mrc
ouW+oS+EF5/71aCv0BwOEwEHiTFhN/S/so9AY5oOI80eevE+9Le8lftHyvG46gC40/hmJEnK2vss
YJYgyMSxSK/66B4We6I7V9fv6luFV7E8krjwa/NN4QY5uKtfKuLQVRtHWnW7mnYB8Cm/nWdB+MwL
rHqhhIq8mxXXk5sS4KYe1RJ+kgbsBtz5jtNW1HFOlHXF2S5+n1ZlTwtdCvFmDDNIczL5bGrgPfNR
az+5gNOy67zbNPQhhY3Gx1h/k5L36uUN7rMesJ8aewH4fGKbA2DQH+WovnAX2dX9/DIW5l/42+QU
qF1stqMO1jVzCzdyCioce9XD6mx8xVhObnHDAdfYYW4EbTI5zrrcQD2le3N+RC4BlFkvrwKFrXee
hXsVneTntBw0FPhAzXKVeWr4tVaNu4JT60Za4KEjZiJTdU/l/44myrO6fKZT7j6UiDyvTet0zzA/
xzs1bl6HgcO8HD4TftBeVd81unlLtSNl0R4HSkAbCR225xjN0r8lc+lV6ZAEdnLD+MlmX9JlKNw/
m6PcAW4+DeUyBe3Shj1rqkVSIyjw1qYYt8npsleKtn2GaSo8CVWGqtPcyzV+nc28+7N14/zPad9i
5oTBd3zJgvx77NxTKcmaOPtl93ArF8CIRHeOOeMtCanUtvGrVsicS8h21jeAKdLkuu/2r8tYv6xl
0XsLRar7jE0k6nJyEYOqlpzOtd1iaOjiRiDqybfqF0s4ITZCtkG6sdsT9HIMOzxIWgb8NHcvsaZ6
Mfipfsz20NAfWjd+bRo+UjTbooApq1NgDQvKtQlpVIdbzaid3LX2IaZt06jIX6TmflG42ZBVkXr1
wiXat8R3jtDRUHAtqivsEi5FTKBbpLjHaJ2mExcIz3X7Z6gZT1n5d0tIL+cUaZ74o3ccBMZQn8zA
nj636o/bP2ATHSF8Ea3cjW4bpNpCC/rplrbCZuD719bTrAx/tPjW8dotvpk+xDr/P+dnThEx92KQ
RgmXf7DVdZe9UHF+T0b3DSLEhWxMtFFcrdlYTGgK6YIQII4lR9yzm21e57bPnZ08tOIAOeEg4kkP
KkvbU2xp+8kCUoKAFBcJSpO81lj2Sq/8LJnITpaT32uFvDO68YdC7M9Kjinua/7eJJvYYSaE3WRc
XD2/lV9zDSAisP7Vti5539rWeZjLpga+Ww8Bg4V6WBvac2pO03GDGn+tNuxg2d30MkPj1ZJLir3t
cD525b3eW0/SaB4LZ74rXEkSN69/CmqkXksxw8aiusLr9PgZ9Bd/XiEJ7dMr9Uh/Nxt2ekzUfj+l
yh0DdYHk8itF/7lNRGaGym7Zu/9opdyX8XCSq/IUDzCiRf6BbujnSQ0h1ploAij70VfourtlKufA
VMzUJ+2bdF9kOjzYUALfSue280NghnZ9e3ln/oB2X79sx4kO4BsW3U7S7zlGGYJhQO34Jld33S8F
4BjcDt8QEjhOtamfMw3CZwofYz+tnSbM+mEIBbbIrmes7NA5HKOK3lKCvrsWNIRCFkFjJMPEQc/o
3ivdeU5RjCgTUnp2ik39O2Hi+nQ7cmOiDD+0LRF23RtklvdcUB8Rx++AmhTpOo9waNu+5H0m+F+A
Pll5yfL9xMuBRMP4hCKumXo0YbWNLnNUfxvOaQmvBmqJ0Z3Wsjngn39C/Em5s8X7MjGORa9GBY9h
y+VtM74y2Cg0E4ZGBh3XYUZsLoN4VTEozFs7sbfcHCjijTt1fe9Zz3ShfDCSGeBVcqStkNusrRFh
KRrhrc78qAHnymd51p3t3Fb5Y2rZT4zqJpmvlnTKtpVzEW32ScUZOboR+hs/3iShBMmnTD/3DF8g
4vKQ6OoGMffBMZOPCppSMtd+nDkBDGLTfCLSxAOmQoNKPs0ca+lmqg3FLmng1LjulaO45zSHXp77
5J2h3E+l56XujhRheFbZcYWQ3qSRZqrKICVvVCjJpZuGnWiUO2spPzKxMKX8UpXy3YGzS6RyJfKO
YEJ10hrWKiEkJwbuSKwtSt1BXOw2oVeEw3o6gbDfBo3r6Dydlbl40PnaB/NWIlElCHbtje8sLnUy
70Tq+iBUL6Xp3LzZIFndb5OhwASCMPwdiM7WkPhpWe7GKTsteUdKD7Rjy0HDgL9kNdN0cOsemn1J
81hrFh+N0jzHc/2HZvjTgvvoMX8ZVHiTFU+wwpBnMzQTkpAWpYXzDRfDDvTE/B5s923QqFGak+Fo
8uZj5+uACCppY+ZryokMBW2/NwScWzs+7i1bycdiKyx4y2aE+KyeOZfvGtHBw4LbiRzrIFOSCkPf
B4c8PXcLHcngAWkYzSLi5mEu5LtlVM9ElqEUbVrUDW1E3Mb1pgyfo93KbGeyVKXDFuEBRUWDz7YZ
qA4LefvdaOQE5Vo/R0YZ7OkgKiz+tMXS37Jt8VSdk8nWhPivp6apr2N+gGHCEO+sq7tO8Ol0xJHq
4kg/9B54FvyOmYqBHaeDZjSyA5uY7hd9HOWl2G0VSaUluzZYgKOq/JsM6bWuCNw1e9Cq7qk1qgfQ
gFfdXh6VtAkXI64+DLPwytF+KrrhQ1V/qsrYjc0PAcLj3J+05CuxRp9y78OsAt5WZizXclcMkhXh
3KqSIOFd2t5Nzmesk1991XijY0RSyofm9mitb7Vbh5267mHIuxurrFYTnZkCxX011gIH9quvnNCS
S6QXMDXIGSwJXcI2vzszIB36nJcWEJFlPxPzbJLqE10lJ+5a62+ytAI9tvzGcDxqnZGXlnWvzw5N
zLY4aTe/dEISU8anfHbsEJGZdrH8R2UwIR2LU2LO56xxGk/I6ZKnB80UDKavQMcr9bIsEPlG868c
OyqbVTN08mZPYXBEjolVt93D/SQPzEQDUHcgVCTwcF16BwhU2+1JhQGGmhSfLuAjbvKhRNlr1I2I
rN28OHkfDk73qPV3uuQxSPWHMfsRDAltGn5vox4p4D6C975n4icLtgpukhwK1vnxtUs0zh/McGYx
KSYZh7U1R9TbvJqTPGQcnS5KmbWV38ea3xcsnCaEDZ79uAiBuS/g5NaOxjNkPX4XudM40aASrO2P
hnU3IhSy6Bg/dry9NDM/AsPS5HFG8ejmRry3IbL5JWXOTUcQc6oerFb+sR11gGbB78Re6L7IlUdu
0p/LyrwVTG9datcByXFuvi1KG2LCOJwuzeZYqgA+2W17K38atxeiFKiufKBNfzAKN0g33QAX49yp
ZX/UpHwdzI2k3vpmpfNrIfS7MtNO7BM+bhAKlnrqDDXIdEbvm2av43x42jaelr7T/dac0NTlQr5E
VFGtm1Ga5sixhd6GbZ6eOpuSAHNEoYOfQ9+dDwvzOe+3PaSNgKvO88pHTl940KMdu/lWn6dad4Ie
PKFnT8OLUy2cdUc1Ded82+VmuyI6WNgUw1efcQvAa/nL0RXDs2b9LxZNvSSVbbJ4TPUu6w3yMKNm
1oGSkFCwtUKTSEH66ilKdxLEovaJvu46IDp7RzWsQ5knhAnjp9LekvtyUWp/6mX7IjfJiptiyIir
si7FddmwX2ytVSNzqqvAZfTgxubgLL2LtYl/YzsBolEEjJOjP/pvmNZIKU4T3ys6l73J0AkZDku0
xsYBImm7FyPhK0W5OE7n8sA7PJFtsziRVGY8LNW+NTxueyZ+iqABpeGIVHljeLtnlFWgWdrufa4S
HtItTuyajkWaiy3S56I/lMVA/xMsH98xRUic9Vi48aOQBhHcpr2kWQNisq7v5QTzZqq/s9wKSwkZ
2DZbI+yygnHZqv7S7Dy/z/Kk/9asrd87JcFThqIhLHF0I1K4+bPIlZ3TKP15EGbt2wTYPRi1fpeN
Lo3ubGSSgI2zqMrRmsxnXSnJlthoaiU3LauuA7HoXxNCeQTTs9tnpq6Qc74180IT9cQkjQPnn12r
SRa/lrEW1C2vd3Expj5qa9I99nYduuJASOOhV90rrf9EJekZLaZvsXXebG7kUWQSiE3/Z9TFud7s
qxg7zpq8LPoofKrlknAAQxTJJrP9ba7TK+d4Jci47O4GwpdwLxELW6vqIwB8uq/Rf8edqP9sJbXr
Uns0Wn2/9uLcMJOA+nwl+9SfCoACpvNxS6/OrvipmU0u6uKfnCxgKfEXiYS9Xv113Ndk1l4NrX+S
pflsYZIc4zX9qwj7y5L9Z1P1H0IZHzODn14x9SvNSmUoN/urTXgV1CxkHoEj8zIcer0NyIiSkf6u
uMSfUrtB/otJG04TXXlWb2HcoeA1Rc7Hy0EiH7c3qVqA82hD9rq1DHKnvSiKsnn99qC3S7o3yk80
7MTDjoccag3XRnR2CNS0DOyxJ+mnWBe9LynuJ8ficlHYGvWRuQioMMVRX9pjlY1/0gX3UdRbyyJj
L0GH81wCPdCpmWqS5A3f6IkBkwtGzaWFiWrhvnnt9j1lRKHZeH1iAIQfizToBrbrxebQts7h6qiB
WuY7buWPsJKigcEU9Iz1a1am/bj1sMKc5CfjmKMl+anspvtanb5dGFoB6Wwu/YIhgq1+dzYRAcVt
fSonObTXYS2dd5lXfECqM3i/oUo0YV/osEu1zywf7rM03lub7Rm3jUS3u7B08jK8TaAuSgKLZDuW
pruTvcWTrx1h95zUefTUcnyxSEZ5AJF28SIiBOyg0GZYrAVlWcBDOUoys7DSE73u5bB4KNFwvg39
7caFAiiNvKH1XLOJi87DISXWnQPNNLNmD430OMIPcIb2MBpIGksMQ8Mdid+ubnkGV+uvU6zdS5le
LAKPg6G8Qk8m4qe0HTtu7qgUSs7TPunb8QxRDb22Ww5TuZLtTfNheONENJ7dTv8L2ZBs8xYwOcVJ
O+1R06bEukzrDAiJSJt2YOgou8zidjjBfLJn7HNnIQSaYKnMlj0/5LRT39SMJ6Nrc/7BWN8Z+zzO
LXQqkvJELqa09se8/9MR5naXbyJ8QVENz2m2XKbM+NfUJv474+pk2FtSEpYp1xcSnzOjDUmF0AT6
nSPGuKorRhbudSSwBve50quPXVyf+LYHP1f7Jzi7PAm8JCH01cVbjOU6NUM41b0PFqb0+MPXkt+8
Qt3d3HR35GGjorKbnToQs3BUdhhzuH3mW0lisfMTOpRRu19jqwnxUSganS3rTO4yvUy8GgwtcMjI
1/cWF1q2qxlR19AFhEHMo903j3IssvPIXE0oMpAcjqbvqmE5AkPDrFvE4ll1Xjx3soUQuU5QsOBh
EjgkXhMgBRHcX/5WDTlPrR3u83GNxE2lqAXoT2U/D0zuTFOk4fFF1M0UXZgtPPYDIvmFRb54c3SE
vZy7AOs1k9VDdcOJetZgVwxJYt6N1L1fRqtfXlYGh76UUk1+ihq5c7wwmrLPuuSvoTMlnTDEDxsN
x9KhBm5iMT2WjFgVin2cylfKdcOsiRlmnyD5jNbTCAJDHZZ9wYDgbjIO/WL+GBnaB1ZBWFnZw9LU
kZFv0UQ+dkXa3+7SsX1TDPVQKfJx5iUml50+9rTFM2pm/ZCk293OKIY9h7F6TvOToqlBY5u+afU7
SHbPjvHXGLB8MyhnpfFICGANKkKrYpy/9bljF+2awySLUyaqcq9v8WNudncETXaMMbALAQbZTwOP
fnn7XNIye2Ry5q5igDAiYkTytjOytzL+6PPlrA+kaR/xk/bJbEVVu2lXhCnbStA5y12bY6GSPtA+
tx4iew+WN6SBL8A/udzCqln8pzWesk30ENPR5KTxvrahtN51dDk0vYW2R2fKL9lCIpJtSRmYQ1Pq
ODSp1+Yssr0jehyFUPeahgRCJ9hRNGx/pcZlQOuephjYkplZH4paMXBQ2EwWckJHqPecwnnMsFjy
wQYLZA1s3G5oSz3DYq0Eykp3yq3nPhGBxWI2sMfSqhvWSXYqG415ZdSeDAWoV/N9oq6+wmlPr2Zk
BB28Edee1SWNMk8rJqEDOj6XnhU73qxQz3sb9mhp9vDq4aNXrj2q9JqA86WFkJ1ntZYdB3CPqbjA
FBvrEQiiJFCTZX5Pk4dK+WwGPZxrqLsi+bm9YDagVbXudopU3xlRAYw2F8j162VOnhbhHHthHexU
JYqc+fm0m9y3gudnidWHsWo+Cyrz/IkCCL0tD+7AkjwPTw3LRbw+53YcNJvF5MdtQGS4myZzhwXH
Au3uaoZvtPKzd8E8xe82wgQp03l1sMgyxi2LYzFWjNGlvr2qO1uMx2IZorQK6zEs9Kd0+adXX6Xz
Tnk5JS/fg4M5K6ebI4wv+tFnL6gapP92LSq0am4BusKlLwEowv7LNO1iukpUTGCQrbo/VckPDWle
oVV3kk7iJqGGbSSlt65EKzozADLnE6P1mfqFhJ47kZK+Cbsg8Y16w2XiqKefqW4cmB45KNN9Ca7S
L+xxLytzn4EI6Sz73qqfHOOLMXxPX9MQiMxjVXKpl6ayG3XG00xZXPusOFGrAQ24NkKNWNxiSNA3
qNSdMj7Y20zmO/luNHbCpW/vS0dHvDHvrUo9b6x6XZ0dSodcMbJWfZSq/tZqjFl2b910qXFC4vlV
M7KoTX4W/ASCZ1J/q+frPFhEwl+bdeHD7X2TYPz9pozqEWLCQVkei5vPSPMwYfchLAvnaGbTWZUN
onBCmO4924ZD1s7Ppf7JONOtYBpAkcmkQe3Z+OtafEqsDzNz9nU75fgu4mVk2odASnmu+3yXdeWp
Ga5MwTbPWpaiOSn7jgY+rVm4KbrkZZ6yPD5RAeTXC1Q0fY1yKwk3uPc0b7LxO/5Q33ep8DclZiN8
nM3nmrEYR9erOzsLk+Fz1I8rgu9wUEZm5YhTFXPuTyrT7r4mz9ylTO1UtXebykeHQJkeC+fAjNhB
SY41J+Q0DwsOi1lY16/ldi3tKrLUT4VtPD+3zXFJxD7nDMGgCHy0uzkLS3VlE2FgF8usNbysSAKH
imbgftHtamgqzT7bvhl+C0itPZTgqrvlzQFKlACfnMr+Do25mW/S83bRLK6RsxGpdXJPu0JYasYu
N/apmV1kd2cVuFjwT/3c5KiEupY5U0Cj20F01pVJJjd+YwuAEFaHaney6pNV3tkqQbh9MyAXRYQp
vab9t9SvRo/xFWbAIbVWPHYVf1Rr7uIMSUQvSdkxxQ6vyauUV6nl4ZBhdkyka0muMbO0W1tj38yt
z5QEBs9F6jy3ya5zZ3JGDwwsrDVUMIFonrfnut452cjo62EwWFgylik9MskdmIv2R9ucp1TUiSer
e+C7OmYFFojDJLJLYY+udEFS0e+tm9UdUAh4Hq54W9cZ6uY27imB4Jw4h0WzHcg90n+hBb3GZAO/
RDW9tESFeTdUQdo/K56n1NG5JBB0mtBFrPQQx6VGRMCpDubac0Erz62GaFuOZwBP4CCV9jqk8dds
N58Glv82jG+wP7q3fCrrIzAVjoVa0d6trvwolveNQQ1P7fu/DHWfZbUBjSpQe0ZCXW3opMGgOlGl
XAvA2TeR3F1XOmQUVmHyAes1VvmR10+l7rgJEwLsmuzFNFUkjj1ZB2W/9LtFh5+94treJN/ngvtF
txGKgY8UVjBDq/a8dhz467ByX1fttcsvhh6DBBy8TenChueTqd0o1s+VMd1r/d/ZUA5ZIw+680WI
+jFHhdWzeyq8cGVkKLaVs0wXSZTkojmk5YGgbRq/6/Optp5QuS+yMjh/D5uvWwQOLBURqu+GJzCc
qa8MxodrzUHpfjhTe25tI3BbXDZGcz2GKlhKKKUstzt1Nb7r5I+JeByQ4g5dfWGCIRZZ1In6gl5g
oEW1C9NP03lS+SZ7NfPr2dpX8GyvNUOFH2To7KhY9XverSHM8UnCLd05KBKu8sE9m9dJ4AL140ex
1UxtbBF534ekSltPtbN/MRmavtTvQNlvx2yBj1Ek+6436FpeOKU4SgvynCe501CnkUMDZRX7SSgu
xjKjvK1kkk9xLzXDqHQEmJeycJ2Tkw3T87SZX7bKG167RGVRhxZX/oxDd6DeQyE1mgzYXij+DAMv
DDrhiSzLg+vm6tdgKfa+30bnaHNFEdsAmu6LIcPRozB5QSpCYoE5Wh2Eu971o9GFGh2CQR0nC5pg
2j0oVvy4gXE/MN/+4uqJ4aNEtn4atyrvU5/s80ozHiotiom6cby+zmnHs6XMMxMexpebAolcgUZy
5VzMa8d65DnDOu8b3cRGT6j3eeNiSIzKcLcTE0PDzpld5Vh1o2aFNsNDkUB6D8xK7luxvCULv41u
NpfQlG/z7OxhuX+RLYwKEj0k1fTXRN24gulRXzJUp29Xe+oOOMQRML9I9umh1dXz4KoXwdQUjB2Q
mfqyHHNmglvCpueFhlwmuBV15/Ik3Qt7PWlNMjleWSfJoS6sMlJbQZJqysuS7oSWiWQdlWTXE5ZL
A1XPBWPvlaErrCfJc1bQ2EfkOkW8LFK+bpCv+W7+n9Sd2W7kSJam32XumSBpXIGevvB9lcu1SzeE
pFBwJ427GR9nXmVebD7PqunuLKCBqssG6iYrMyIz5E6anX/5jlesOyn6gyFcb42LI46Dw5+pw3VA
oyUnGdFWTN1NFMl625nVgyvs6qG2MEhDHfkXSQNqK6qsX+fUxp79Tp5zmgdrRs16OftEwC3JbDOy
p5C6DVLFnJg99YNerFH0rfupMFk/rbTX78RMYQfGQDmTmrBhuTVjg0fu0OrY3LbH725YoUUprMc8
kt8Daf38ropsgdgQ1+J9Kv3mN8t1rQXMiwmEDkpTkTft7zmlxx/G8/DDM0iOMhLDZa5bkqV5i7pS
ZpjB0mjO5Y2Vsaj0yFg1G/wWuDEsY8agUGuszF+jpCxUJIV933r+yxgikTky2mWENzbJUIl3LHeM
6VoShLdnY+2YxNe6arJWpjSLjTun4VtMlhhVop8+oIT+JBQo+13lTe6p6Sbx2caY3oSu8h9ZkaSn
hM/N3rTInEzGDpp/SWBsblDavGQ4OTz6O2AM1cmDsDHW0Y7PoufdqNxD1bQ//WjJixsmTI7YkZy3
yl9S30Drj43R4V43mfvE4F4GWXC4Aybjvo1V2JCG67qQBZw3poJjGiO7RdoNssfkrtOsZgsOE81W
Jga6b5Q0nQ8GIWiZgwtd/ECOyR+pkrIIsVIdBspcr2A1fsBeKDdmORc/YUYEeNUhFmHFUmvkNIb+
fO2GmKzuzNXtRmTkQw6Z7ka6XFwsbFYOTva7VQ32pTEj+71nrtlL0JfgX2bWxLauTeBYx9xwJDcq
otmOvRIZMOc+p6GKAB7hfxYsN+S5tupTdqvtu1MSbGWjUnAuVcvn1mKoRLlkDb15zgNWvPNVdIJf
0mUhNI622dK/zu2LWVfhV9Ea1jabDX9Nes49R+y82JjcDw4o1FyiOEsv3WioV39Uemm3tnffWXCT
PHjYiJXS9Y5tK8K7IBf+aiR1fSDYRNU7NNB0VANPgvf/+FXQImm3qWEws0SFuWxFW5FC7ALnpMGw
k04lesnlzK/Zz42dywCmIQkYNaWKnAx6LPruTCTEIcNX6/h+QABeD1Sk73NP8efrqaS8ZZZP/3fo
kzM4Ar4bt+QtjzKjHLuyt7mIXZbWS/M1iKK53YB7UjunLIKPMe9pb5t5OUOWZl3rg50T+/F945cZ
3UqfmY5+lTBiFmWF6eQKCrYpcaoKiSIK78IY1aQtwmEF1SXgY0ndPYHnexU11JkwMdM1XTvWPPie
xaRY+9arU0TiHoGH1GbnycK68/J8oNtJapD5QFrLnBDJ2jCCzOKZtesT2gb6d+aOK7atrAK7NkDE
ZMGVRLXeqmjKjia0lnXNAtdl7Hv+Lqjb/iEqVHqVzBeN7Zd3GRdJQh9T9DuVrZ4WURMHZ1mn9yqU
est28qVVteZm8AVGLtSLnZa2vUxHGb9NEOsO2eS+grFoLvRv1b1t96zFymyx5o9l87OO2DjuDP2x
ySPr7fYq3LghM5QtK/08mSMfAt+JB9pJ7la3kl+rUr5FTmvuHfLmT97gobqo0lqz+JgnDX3iapKV
vKJUSQPrXafTIjDH0Fsl9Eh8Ss8OgMaiL58TnIQomOCrFeV0jHLdH4Kpa3giYmOlAiv4cVi8jEsd
9Jta4vryDGGqNA5fD4tr/q8MQNwZQe6rHnDMaYhvw3nESaYtgRir5urOr8m4LrKO631P2XOftLm5
Y78CX+FJbGFybOYuDPYs/kXxD3zC+2Zz+LPrLQHznTEtnY3VKH0WutNro4fOQsedXjDbsx5UVEF/
CqbhokdX7cq6yV8CosE57q0NIDSb1HAncEkAdKRmxH1nzO9Vr9JNclNjezt50GUrLprPlqq4a4g1
dpK/KxL1kmZBcXW9cDiNjh+91oY2UdzyNwt1YVkanbWalap3bV1uwtGZNtbYylXErfE5dIe30DaD
NUt9EUdrXQwvwSQSn4pw7NGH9XrkpNnv5a5tlLuEa2Cfs8zB+Y9rc8P1Bx+pwJUIHIzKGYP04rsW
sSxYCTcn+ajySVBD8dplm88fCD3oM/WkvqJImJTTFNmLCcyHYgXjWsl2Hunn36LEPI32Wiq6tVDe
ItzisiaWwY7ptT8VADrspOfQ4CJS5R2LlIZxX6LmgQSxGF/m6MOOczAx5ugRGgqZQeDyhPmnVfHR
RTbBAlFCil7k6S1/0aiJ+l1M5qRvyuiniq3gpJH9GrI1q1kYJHmyYmWGNaxtczIPfEHzXWhP/leZ
h4QzMSUvhDgE/6LW3xYzFeTFZNnGnWnTXm/rfBf1Q4sCEyvizdAEGmTdmNEZxM+FbxtzOVihgqxT
lD70BBu5YgZjTa/CTnc9948F/9rgtSjabteQrNMLOGN8LDGovHHVdXbiLZAF1cXOhx7JiBTbnW/S
XG6nSu0zOwLSS7OSaLjfZa/QWwoyX01qr6QVq99T2aQX57aOq4bzsXDzRHWoFqE6kH/F0QGkCyAr
dGeAv0Egm/vc0dFXp3x+dDQ+zYtm/8Yv3dfz77wo6kM4m1T6/djAKRDjzYFV8QcJDPdi8Cbf2AhQ
B3sc05pwjJtcDQ04kAJ8f5wGZPIp6a3drMbunb0jMQUil9s0hcGHcGjSMxrWrRttc4tO1HvB/MCT
WBsIhj0hj6chUvPvgo3L5zCKxk0NQaVc2LYBXMr1zeVgkvybayhSWiNZsGyFdGyR6HnVzg05VspP
7UXF4U5lOTAmjqS9Rzn0YPuc8PmkqnMDw2yVZlpfVE2cp039hwh/cqN8kb0nQd7QQGRsPQ7GwL4x
5a1b+k0fTaQkxdiQeFZWY7n6qn8xO75UFG/MFoGu949gowkoTlfhxW8o8IQRTN3eFU0mtn1lDxdl
RvjTae6Hz603yF3tFSxGgcq2NkA0XVkjz8HAzl5OIb/kTdrPkKvoTxFfmnVwN1N3WPHMGKdEWM5X
G/PDTChJcX7GDTZ7hYwXYA0toniernOWdXx2UA8I+FCVWCqfV0TuZtYrL5OvAVdxjy0cLiBbyvU0
GXpTpSo7R5qmyTKKM56FCVrIpxfq8BrE5yLC+kiOoXsflUl58Ki7/QLwy+kUnRoYFujZC9/ruQKw
tW3jW7fTfDaOTYxO6QwVhsvRHUkdUqkyLYdIbXl0qhR4Rxu6jJPRrHjog9sWehg3/o4LivuNJ+G8
c3JEMFKHIsUs8d3vkA7by0AzaFcgZOCeY9FTxmxNg4t95q18yUaAVVFUNaQt6np2kGxLq92x8fXF
RP6DJzBb8X0gDr7T7toIeV22E+Zx3c77wke8T2PQuKZzzAGRLAd2TUOxO0XB8GLU/B3aKASvUfJd
/fOv5/+f6pL//dutiP8Nha4lr9X/uRvlP//qn+vdb3/qu8/yp/vH3+ovv3P373/+bfZJ34ruf/mL
9Z9R/Ovw0+qHnw4X5v9vaLn9k//s3/x7oP9Jy5///b++66Hqb79bjAn4X7P+9m0L439fD/j4v/+n
/PprO+DPX/G3eoAQf/DNDVxWnFKpJ41P/v5vTXvb/oP8P34q/zeYITBM/9EPMII/bMLHgr/PP+Ba
rPj4j6a9YQV/mCAiLZbZII4BnfH+lYaARSXhLw0B14OgwzYIQc2euREM8z/gqntJmMsAwrFoEa1I
zbAcJkX3KjFM7I7+08JKApd7sNV68e+utdRr00clgIkpteKJzMDkT78UDl+/zYIqRhwtTZMFdv2Y
Bj9uNTgpJamSN+ldwd4Dc0mEpq5f0pDUabGimaT2vA0868MOVV7cs7K0hwmRWYYJ7FKb1znixr0P
jYrQIxfupDrHqYGA7vBYD0hi0xsQZvZToG3rYAPhowRlo8u81AjhmdVygPdKeKtYhmZ7tAtiMxxL
UwenqIyZaa5guivu1QwVRomc6sXBmlbm4O18FMt86803zU40hP5nkPq17YVndJ/kiYF4PCYujqpq
gx46SKremq6QB01qkP+wbnhkhbzcpFH97siyB9FY/eIJzle2tqbjxA8XG8jhbm/4zSeES4KnLkvU
QOsVGItTu3VVnZ1Nc7iQVcD5sulg+GTZl1aYdGtOUWdXjdNw7LqcM8MU7xqi3RLxJzhWZeff2xCR
1pljflVeMawisxl2lQIBphPxCs5lPCJwjIfEMavfCV7XIWqk2OYtuCgZTmLFUUSsnzUXCN5+/+aW
Ac2rHnpkVke3Ahr8KilGpsba6S89Kjgt9qyXDR4qE4fIn5UnEQ4oivJBLVpp1u3V6OY5fGfOzDsK
DR2/hGJixkqSRQt1SmHOhExIBFSIlNBAEW08XrIxlQsji49svbChzOQlPqHLDkh2GEUxyDk4pevK
y9vlWFOnWLihmwNPDB1aj3bV2B45eESTTvVPuUfiOsioVplBSyfLcPTNOZjXWYkIHrXNugrH5mYX
0NZcOJUzGuugHYPwAQhf4W08IxzOXYY8SM+NU8ypiN5oKgvikc1C1FYGSE3vYxsFzk7IPo0gnSUi
O3MU1+mBD/yWrC78r8RMTGdviGjID6400Sgn0X50pLwfa69y/Q3J0ineFjEEyx2sV7kjPn+1Z8K2
bSL7n9nt3X3ues5L7iBHZ7BD7yv35kDragfHVpLsoOlxLAMjIL1E4hycgqjwKqZUb4bYICs7Cypp
310gKPCK/JZpKFS0tUg3zUs27t5yRIUmhkUOzAv3AVwh+57ICPGQ1KI4ynMwn5wxfhC2vGvIAmyd
rP8RnbSxYEDs2XUjXpGM/Pqto5deH7ntZP4KVzo/GFpHFeTEDKt8KBw5rdhYUHgr0HBucyx8r6O3
7Rc3t7F3p+x7ZKtiuETSvzPqGjJ2O43wcRa0qKnDVGNy826dD525uA5IHd9IjPt87IBWWLEFGGxG
sF4kQeOFS8m9pNtbrum+Oqo8YKU2hA7ywfwadSWYE6axTQ2eS6F+8S6QPh0hvwhWAUdHDPyRTdab
uFQpOYHRhuxgzGLsDmmYNnDjom5mqqyS9msEopoiq1VI8rioRAVDfBZ3gRDq1itOjCjcGQ0grHXb
IjuMcnAWMVWyU19Z1pWHV60JXNVnZvBhK+OUUmdczO+azEe67b3JWPojZUFypL+cjGzRIIZh2TXO
Tb8aSKqP0/yszeJi1G23IEfVbe3cmpliip8KhRT0pjY2dmT4R5iO4tgTpzw4BMC+gyGFGonqdrvR
eo1JoBXCwaa1ZhYw+U3nbvxw+Mlj4pVWnuqPpq9eWZDqbpi09aFo2BredHg6aAAgwGr+3LnbLyvh
/pqUkZ7HvggWxM24VFqT8wrokLSRTueDlybtmj60IjxRK6olwhnzE4DpeeVGQ7crKvMnTOvkgfdt
dEJolPA/FUIIRIZy2bIbZUut3Nu7ZQ2SUXrzR9bH9cYgvP3heDcoEqpIdsqKqtizRS6/Bq1THTJV
Xlj1/ls1Zd4v/CBCiifpfir7Zj4wLjPoR679kMNTeWu8etrypg32KR3LA35H9EyBJV67vAZBtibO
tEfRmi4pR0zLuEv4eVnRrs5HN3wXugqxPdLpfoQUftVOs3UCyp2+1YidKtJql5uNcWIbLON6wlZh
MXn8EJGTOv5LfO+kxv7IJgD/zp+6pwqwrrsSTcg13pnd3wH7Rly3cvaZNEeAu9GJTWC3VYX8LMiy
1tL+lBbrJbzu3igHcnGcl2VTwfFsq3WE2Fiq5hjT0vD9Tm3mUFMJTsW8ySSWdyL6XUaEeeNqihcV
sbulifzd0xxeDHxsm9bRD7bmHa8J2LdOQ9Lb9Amgz3gduIMvoTPxW009iy8mMmIJJI8bg8fccOrz
tkiK6OCpEr6CY+ARWcNwYLSwt67O81Uy+vXZKoDe1KW7LG+aHnCBbxhmE5LOvKdg/9R22qFIa19c
GaM21dMTzCkaSKnhTdgYCQQ7Mfyux/qaS7mgZIu6IT66tiXclhy6mlAK1QyiDBhWc/IaN9NqZOpM
W3IjdsYh7QU4qilrswqBk9jS8vCbU5hNB5qV2dpsyfaKoX6xMawIIDKgwVReQDAD1pEfsybUVKQR
wZjBK7216/k5SykIwl7AcfbNe2+i+DGpTViTP3a1x8nbkvQV3S1eMULCwZOBU6LdZJ16Sc57yTEf
kjwKn/KwcZfzmOo3JuT4JSAqYCyF02lKBEjf4aIaM6dbSUUMdhNKTMX9nI7wPRlKRbFsO6/4tMV8
kZUrwaWWirxLK1YBaeBlP9waXlXWwqQgxrZveqs2+7OVi2HRDDfnZBRwQpNS55s0tKiQRbl5BIRZ
vpKj16vQZOTS7YzWMDd+mXpbniC5sXQp9oHuCQxlA122eaBmUTtyONhhPb+3lW1uXKpJxapNO3/j
1KFxNSreLovOYsXRwumz0tsGZqA+R60DooW4Glwk58zC9yedgD0+56k4x8Ie/VeCXk24tvoxq9bp
2MX3pt33l7mzvR2FJXEZWpdcZBNrfJhJN7m3SIgz7KfwFpdk9xmtGmHNmI7auZNJQ0s7F/l6VnDz
xjhHViLsRqaVBecxfPYVyBZn3U+piQvUm2c7QaIoyqxdTc44vLDCsLhOOr+20sYixg1basF3d+a2
v0XI0MygbArQ7vCQsoytcQO+GFzBl04NKdWp1MkZGsxwEefuShV9tSlk+Rh3GV/o3sKmz9oX01MM
gWF4olGUbJVDtqarHXNVsX/swq0FIw7LderM6RLzQNMpNHdmKvjpR/MP1fFPtn8kh8Qfgef56Y56
/b7zsumT9h2hvS4P15Cg+72qG72KkIMI5KqpeuJjHd8BvHQnIw6/lTM3m7GR+a7u3FdpdO0dI5DY
T0REiNBXjxby+NInuZpAIO3atVPzdkVU7xGCZofaB09tcgpczpPl6N4q/GoUrFYo5kfG/pzyIo1M
esLnwtLu1vVUvB8FZwkLtDWokqR6tSIZ4eX5JXBLS2IppOFGZZpoJS7E2g37X9Mgrmmt5FtpUhH2
S/NDgGBeepNZXqPIkGurVPF3mNnhqQ5m881N+m0S19z9vKYmHjObS/jXwcOsqkczrcq3Ph1+Gcok
rIM1Dv4FTg95tGycUppopfNV5119cA05PPQD4W6ArfGX7H0fRqw7XNrEcZ7DHC9jQe8Shjixvsdq
4hGDO9M/DuzlOWIdp0TXxnD47Wo0Edcox21umd3W6H3ONLtjW63d+B8aIsAFiE21iAHacI1PG2Mt
nOJJu/xnB0WtHs1x2hfpYG9N6VjfhQn7EhKq8Y5kWn10eZOsax1Y61wN2QWvMlx2pDMuRaDN97Qs
bfLDRbuyg+p1FAo5Vox00oJ6W09Iu2MaaxIW7KkZnJBMiA9HMI3maFn7M0Fh06+3c2el22ZMFeUa
aOy8kcI2OipqBVvZD+UV/2VFKWxY4rVRX/MovuDREOfS1CwOBvmrZ4IrsHRiz93yoD4kMu8O2nQ7
0HDRNdGmWNVIfSuVgWaa/MQ9Ki7ytApmUMlGs4c+vM6GTL6lrWld+7Z+gqXYHNFN2V1FgJekV0JD
PTV2og/yS40dvJYtIQVDxOEnxU6et2B4DxyV3JdW7B1JOdqPVieSE9QHvBdH0C1ArCGToZ+jOjzQ
NZx2WZ0I8g0hd3zDDBeZpYiVV2i3igg4iqsbpsRqSNmNY5Y463ywunExVMRmLYeBT3PQ/KISnq+5
2rK5sSQEypjOdBn5YYcB1HxnubIJEguJ1Bok8bEhuHCqAF0cwC11C0YYLLLZYebQhuQN4sz3xP7H
o+FOBHGt5mEUJr36yWL2iV1kACCRd3lTxOcAujhtUwIvtE3g3zmgh7RIw12jO34aUCyoz/TdJsul
+1Dd7j/pRFLRseW36Uc8oY2FwBgK8iFgCZGAPX8/TZyptgS0KtruJfuzqJbEzKH9JJm9Zb3TUNw5
iFIVYg44P01cvWVmYj/PCfke7GLMe/Y1fPF5uQej/3NQTt86hv43vs77qKaL6c8ALrPS8bbGOEog
+TOpCkcSYC8RCtpVFoIzYByMMljsIdkTYXawsBJVrMNIiYOTZzQYRByQJclOJA6CLVjvMwtsHmwb
jCCdlPRuSILnOh1Xlsl6KhkGmDQjZbcmgMKe0+DkBngNI5e84UCucm7ST3QS/JK66Lf4qM7RGpPd
UN0spmYGY1h8jKUzEabpu+4ymgDMi9RezlbiI4hXxTEKI6mX2NfFVHwndhXvErcfzkHnezsbseAj
8udpCaidSF85bw0dHiUmwaPhZSmYdE7nXqj1QJT6sYv1qfB8eYosI4da4pdPjZ8/IRx1N8zXdBk4
B1Z4IOIX88FnII272qq+QZpUn5Oid1roHPdEZJO5qxF0iVSynMAw8m7Fkpng4Eu5prtDlcds060f
2OzbsDz3TU2OuTXs5lSMCaVpM4QWYM9AJJpItKS3R2vHEP4hagsAjdO/eVBt+YpEPBaivsjONm6u
pQnAsT6xTz1e16LONm5fOL8dKo5PHqIOdasRCEI44jhp9Nt5gJMdp7na9Yb4JtXcUN0EW7CyG9Nd
VdZYPiucXN7bSXufdbLfM7Kxua0JDKDrJHaltIHaWXFwAA4/r41QQ75wi37jla61NGvTWLF70OUc
A38lQ6t5bkakEUPNDkGViZaJ4xQHecMsNebvWfnJJrTIp9cmzwOVL6N7lHr+lUU2tVtNR7mr0PAr
o+SsDBro2rVdIfu7dCWE6LZYhO0q0KM62nNobuOGcKEXnCZNgi7g8qWdko5JLct9X7TOqQgAdVA9
wbn1wQF+wGCruBomv5XmLC8wHVcdntapz6Az+FFIw4c/HCRfwgkJjfckws9iKdRCQtigbQF4201F
uc3Zs/LJ8hKFF1cXOzhyJVGb+W2YiZYLPfindM7YFFLbzo8RR8bSBPB1LbDGeHpEtCJdVJ7BD4II
Zvw9IP/ajymLBTadTVRtNG9znZgntRwCZkK83HbbpIHDXM073mfOILTgXxs5JauajOzCt4Nyp6O5
AQVSGXurh5HYpvZvFCjyQhQGoXHMi2JynYVJeR9gD/SnMW8tGjfRbxsKxhFMnrcrbZ8FFFZmcvGn
NFXCA/DIEaG0UMievJT2aNCVwDjC6C4MenCBusuw+EFOco1EaCS3aTAxTX0D4Fq4y05Vw9Xw8npT
lLQ/I9BmyKNFtyoUgKibLxZhCWpSECwaWrJ47ZkDGgSIoec1SEj/tnYC8rBXkX5IjA9OPIOQ9mQe
Az+u97FNqBTuxEVX5V6ytIHyrZLbtoZ0CDqeuyPvB2Z7MANggkkRknhPd5lCWXLMwNqKBo4VrUbK
IVHTUUXonutYvUBxGpfIi/ZHXLRfRe1d4GFTyJjd6QUCSnf7bnWEM9NhiwhOb5CgFqmvH5NTdsmG
43w9tcRkpeEDZyg0QThvag4skE5PkaDvQrjHv8+LDOU1Hrcdqfb9HBMUGXuNgugkn+wijMSBmb0n
M0xmTVF/6JJ6m3tlPtI38NQj7FWXrNmQDzNkS5T4RZlFJnW70Y7ForOpsF06MWenVJj8ZD38Yb3M
s6YjMsnrIXlp8NgWxLug00Dkz6o31UFno/WmhKL7XgZv09zVzRKgevFaWJN8ItUwMT1U0lCU1SOe
nTaWNTslQsVMGCQWjs6iE1R/gMWSF1qNrHSkolBKXnmdWTClTFCrJF6d9WP0yHVX38PtOmRtbVM3
r4SAgcK/vrevPZstUKAaMdBDCqNBnsXU2vahsRqSa1xoreQotStGjHlWQ1CLo/1wMDLPHldTDGXs
4Ew8S6TNvFKdSs8ks0602r4QN9G/R8+DdzKNZlMBgu1RP1Ok5XuUf/DYXap3XhU/lfOQbUbtcU0r
z9HgPxesNVl2BQIcxJf2oYrdQ+NYX5FdEbsvLEpFJT1NU/m/xt6aX/giTM/ot9nWMxXgQY/NbK9W
B1A3B3hGjgCzq1Oz7aztvIRzVQXyHJIFjatlnWIwci0PAOobxZi9EItp+6vdDRXfh1b5u7BESF6a
0Vg9pAhIGVVlgvuPVTvJo4kgRL8d2bKjK/WaDwHdsnKSw3mSM7ZEYtH3tZpll7DijS6bQS52ql/U
OL6StnoqGzCdbZA7D0NquA/S0pSME31SNldEyF/VOwBN7ha9+6hidvPEvCRZkgVhb9sMsrov+0Tu
89AgFTIgmb/MXQT8RAYuqJm0fbPnRP8WEV0N38b6pVDm3TZnRG9QMTVBd6JDYowtVnkkLosfaZ+H
7WBoUAkqCPAM6s46B6qVHUCcyfqlbM/mFTJLV3+Wni7tXZmOxS3mhFqwE4OTEOHuojB7SdMO+xrs
nOr2aYILyWYU2bTiqOzMTQF1WBHrN9KGLFhNCZuuGyFpRNzKsfnPXYxhtg5TXgiwjsauhlngQ7Op
B4y2p5xtDwpNLU85VfUaN5xNSau+0fPc7OKkrDquRTH4lFPQTJ9YQUSWbD6bTT+HLBOao3k9U9VU
SX2PNH2IabUt7ET4C3YktjtrRqktzSzYV1hKjOygS+ZJmwc8ipTdt2nArdOtpq1Xee4G15aGJW+7
BUXheTmQVwrpG93hd7CGIfHf4xYEn++yjWpU5daenJg1PJ23M8GWX+Cis20FUXI50hjER8h4kyw9
i+hqJGUAtLgr7WNlzhK4TuK/QcL1T8SI07U1i+kjaYLkoJBIQXgkqLIuvsSpJwW4iUFf7YJGxYch
YfnIZpJ9K/l80g46os1pL5M4J7DJV2aZw81iPVFChHVpV6ZFbSh/8IPwY44j6xFjgPVp1n7SiRw2
rkoAz5Pdo/bFtdyMinzJFZyOle2x4qbrO58VI9qmsBzIy+jy6GJtQ9uVKFUbf+wFeryjUzR8JJ9X
EknEemMDGVdxvX2Hfv/T1X9uo+q9kxQUGPk2ZStuKTGCoV2fezX3X6MMLj00xVU2pKwAt3TI6grC
vEGaEL6JS/ua1OLOC1tj2/Z6G4zpXZN3u1Z64dHyogHogJmxPxH8zdnBHVhOXciGtTyk/1zEZNtY
1IDt0xOWNziinww/usPtuEUC3eHa+HwrTUTAB+FkZ69JN+PMsgLsvNYSfOfZTPTeGBSHK+1/unD9
V46Dy5SEWfxg6cTboQIk1wJU/po8k01Hxka9hbGQhORDtB3mX3LO9l04flaSjAOgox07ygW9T8Uh
TSGLdO8379vydQSlydPYRBvP1BfHgPkS+xSblgYKwaoVRPZo3VrTbiA3yRoYst8QWMtsb0/U9UUG
2VbPuf2EKvszefFz6ZrYXzx3J7fUaufH07zSt3pQWIZ3HgDse1qGFLbS212hcId2PyZlsG8UXlML
M3ZVNETuopGQT90L444sd7uyLFkeCUBO68Th/cwDHRiP0GGbx3HMH9KSS2xUO+MmwNtcJPAFaGDa
M8twXNLMflnvq8F/rTK69qYOoPFMU3kuDZshMGq3he10XzHwCXpc8Z1/+6G2FmFjBrhsZZZCr1Ju
c7I03loPVtoYDVzfsvolyUtWxQQ0PTJr+pwya14GBjf3lU6yAJxJh88pqvIc95JKaux9Vz64SW7F
5lMVcBaIfDx7bsKsRep2L+Jowx8QOdrL/pTK7iozRzuuIBKpyfigy8+eNV5aBxbIlCtrmMtqRQM7
eRodTrFjPo1je6c7rknUINi0eCxR+6OPFqCAu+4LpYZjE7H2aRwth3MXJkM0TbHaGurWhZaMHiHh
2mXjTN6BBY52+ozxkWRLMAWTt6PeXbM/1zST5osNW8RhIy/yUFrtTv5tB/QtOkFU4p5DM4Y/99dY
xj/85b//cymNi/ypHvv256c/f8r/CVENk3jFfx/VeBg+q19/4Tjat1/w96SG+cefUYyQtAVytSVI
ffw9qRH8EfDFC4Lb/k8RBg6/5u8kR8P6w3T4P27rEvgVrCP9z50Ihv0H/7Tvhoyz3J4s17P/laSG
4/Nb/de1uOxk9hw3sALXpEtgkdn8K8qxHpNI07N7JE+KygXQGjmCNZN7hp72xbZ7Z92FXnGXeIBk
CJMHZ2Cj6susepqcWQTBjrNyFQ+iu2v7Ub3bjM6PTDH2E96w3AxTp/dQDrKXWVtwiuL52Zrov6mk
i6+sAJqPTm+660QbarzdR/QGe9BdU87u91wqfBxJqlUiTYJD2UcUtdFyBSeCAe5wxcgcrZukH98Y
YVG8sySRPnBd3/1wS0sNq9iZbbgwmB50oWriz2xe8phYGK28YbqxuwmKAkKQcqZf5QkmGbNALQXE
1KFMxEZKF8IEwBi6ApHQ7R15LUXlJXvQNMNL51lYtg0HybUkhbz9f+ydyXLdynamX6XCcyiQQCIT
GHiye3JTW2xFShMESUno+x5vU8Ma1yPcF6sPku49JM+5UhzP7Khw2GFbV8JGmyvX+v/v56c07zNf
OuuqABEgy0mvW8lmrZic8gz6keGsEjJCF1w/HcocXkpbivOGEB6GSdFJqtA8xlLwwpbj5aAfPLu7
bOnNTjFTa1VV3yqbiAZjuAqG4bxv3Kc6mS5sElP87DijBRj69o6W89pJOuae5BiboAHM0P9i+F5/
XtXDQ1n42VlXgnWr8ULiIoDfYzd6Y8XqyTJH96Jpq3Mu1Qc3lDejV5VbRgwgpQaqLbYwT3HsgCgq
ic60YhIiHD0+mln7RbExXZeZJz6NTvMpqjzS0rD01AFlFNy1a8aW8d6pxuJLbqobOpPf5CzuXCFv
fMc8TD0dYTJbGh8jQm7wv1VWIzddxLgWSzX/9OwXNWWAWx6mDIFtbchrVWa3NUvIRWwxR7AnvtGR
f6jwn7clOZQDul2EhrRLj3YX40ktotsmHmhQ2AhDFIZ/09r6Q21+Kwbul2WsGOjGydoIx5A9RGqT
XpgUe3rhm6jvziq7jT8O0p8IIVbrBIlB2j8QBaVozkdIcvBuByz+tMocJEoN7ZUMEQi97sbaVuyY
F1VIDT8urOF+OQ5ajhVSaJHzm6fuHL6fxdTHrrL+QlRx80jnIb9sGDNtXbsLzpzQwpxSs0VAUT3m
BAvGaHPCJvtoBBVoQzSGJHeQaxF0pymisHK0dwmowaMb2xwG2dxjFd/WdnZtD/jzA+smnodVlU5y
01rlVRekQAXHBkQB8pljZ48E6sjokwm2UllOx1AxJF1TeeeISSj5AVvQpAsPZRddYFTM8C/NJDZK
Mi0VchWY99VO5uYubACRZEltwl1IXBy4ARtILj+gNshPo8aBxUyH3kNS6n1mNR8qwXYKY4Z/kZvj
gkJPL4yWIiTLa7hRjCUW4PIiJkOzFBfBTUZNfpZPo3VLNzm4Mh3yDGiBUfood9p5SK7Dldd2X9Io
uM+i+ozcKZBP4hbjM3nblTI+5koi3Ki8Ayape+TwFv0TxefJFocEa36n3G4/jFwPE4fBtonp1Peq
HjY+8pNVY4TZeoZfgwvQ7SDe2Gg8mUHvBGakvd1I/ST8QO+6cOjX2AqsT9PoXQdJfqBvTi4dEyj6
Q08B+V7sYSXRjvgH4k0cMplpSCghgwR52vS9NMj8eN9JEtKb+BnkyYyRD/1N6ZMS2CdnzBg3bDg/
BmXzLEHTPCV5w3hdouwZLLrF3drPJObZEVSX5TD16065cK4NsHprrEf2Gin/YXTNBzIiDxOS8QM2
NrZn3AOa7Zuk94tVXqcH4kOcE3zF8pLTqSnd5+iUOTY2ANKyDuj9hm2ByDRoMQmR3UcdKfRBhohQ
1byBJWB98iIE6CvSYP3bNp+Dc/yI4S6LmCqPKipW5GUGd6mf3seV3LdmaDM7/qRdN1sNuCHyA9Jy
298ulo/7kPXz0rZL+64cUB/4bvAEX5x3F4zllE1qhQoZqfes+z3kcMb8aS+fh77a8OlZaDOtY9BQ
B7Nkj6FxtM3e7B7BPSHRFV37VIwKqOVoOc5zTtNEYi2XyNfwz9jAaBKzok1V6X0kov6E0ypxF76X
gLyLv2KUsWHsM9M5pV7cnbI+h++mamw1Yy2g99X0A/lyewxriBYaGBYftfA7FxJUwEfDa9JTnQ/h
boD3tjYY8PBiosshhAGUZO8hHHSi6IDyB3uNK/U9ewUys7KT9NtD3QUUvYdFU30A1pcvbj/k8T2f
QNVARu6L4WCn6pvhFdXRHk08nWMKIKsZ3W4XVdI4uO0Q0zZO/B00jTWbkflYEzB02RCdAbKcS8A5
9KP62I4DwokxKq+xEsNxbR77OY52fl/qO2STPvLyrNm0Jm6EImgYUsE93tJrUTg2k+KRnIv5NnCx
RozsG97bVRJ/NCJyfKYkN/bSjoJzfEz46y3PAB1XT1cGW8tP0aQAYYWUIqyek+ufJTKzWLBbhQfB
yC+yyMw/ssXMn0Kh5hvsdf6G8TUh4NI3dy57+cUrvozHTP8Mt9j8/PcFzf8z62Chxa/q4FPUof3+
Sg/9J/98+Y//qIINobx3mhJYukvBq4X7L6D59z/yJBWt5aJA5hh/EM0XVbLnWA5qZsTPAMdN64Vi
2XsHfpxhmG3atsT2r/9OHWzx216WwZpcO5ygrnZQfzHUcZYy+QXRfHZSTQirUd6ZRknzp2emFG5H
2z4n25mOjj/r6oT0kgDtzOIBXXU9FJK8BmRje8A28NbDFgUtOQcXQ004K4tyNnxhAEdCShiXd6GJ
9hZJWdm8LxszfJpJgHn//5+8n4+Sxe349zuwq+4f/yd/LZYXy9/48fBJ8c4jPI5HzHJsUtI8/c8t
GDJ6z/TYTilaISisHTZnP7dgzjsTKyi7LPZeGsOQzfPSEAUS/ud/GHIJrFPL/98Uig0Vu7N/+gRe
bZP/2Db/r7zLLtHhtA2Qfw7y4snTtnRQzzuuY1uEJrru8vNePnk+ObQTSfFPDj0eYT2MImYlJIG8
bYcHb0wZeuNIHgxgMV38FfID7UrApaNx4ReGP2w66c6Gtze1003BGn9jO316cTF//uKXv9D5ix/o
Kq4Fb4apTLm8Oi9eDSvQRekn3ZcxxCO6tQ1fZgSWpfTW2WNRuf36aMt+80dzYYlAcLEdK8Xbbrs2
Hw2M5kuI34uj9fNY1/gGYjKxRQCnf04/lgjdrv7+UXBJmHxbLDbZzpuLHoZTQoZXHqP0rLhqWQzq
EYzt6ddHWX7r23PBl+RZWK2U52o+Xy/PxWVmHxDnxsBWZMw4mKedQPshmAdadUxCw2P6WX6VDMp/
c3qvb9mPi0jjwLFpMWD3cN9s6qvK65tBAleeENntJzENZ3XDEF5MdbX+9TliKPnzOdJBkKihUbWa
b67knI+lU83gORyB46pbyvVwrmAHzt9MOxOrXx/tTyfGnpB327Oloq8iSIR8dUUJz0mZmkIqSqbg
vpWVuXVl83Uix+Y3p7X87Fe3jpYIh5CsR5oejL38kBePYUxGMeVziNxaCIPtMeqxXA5yy1xmWDvm
kIOQ8qcPvz67Pz37LhEIpkM7BpU934PlU/HioL7soxjZLsbwodbZdmaW9I1Ybex+/4XjKA6kheS/
zTfmnN7DBIReY1HFhcWDQ8oG2oUyfvr1URav0dtryKJNg5r/Yswr3hzGiePJarGiQfLBIheWqGdj
Gt/7KEhuyxo0OvvBNJb7Bvh/VdUHHpdDAod6NgvAOAiKRF2cbDVf/vp3/dVVZrNgASZl0Uci+Poq
9xERbqFnYJ2fnRzVPsMxNji/e4D+4kn1LBDifNRp+/Govj4KePfM7SXXOBtqCNAmiCpcJA32l3UK
Xrr7zS39q2ttSXqCNr1B01n6jC8fHen5Cf4YJqx4WozdIN3PonePjeucB04R/OYb/dcHU6YHydOi
r/nmCpI0JLRcmCGDzPIDeP/2SkSFVJAJbboqVlX97lH68+to8RYKbbNQCpeDvj493xnjehC8jr0H
qzIO3YdGuOdeMQD2AslqokRqH6Awwx6zgDqU88bGDq/7xVHUGs1KBvzaKY8/hpgXfnPp//w8WTZ3
GtMct1tiAXr929SybvKbwToGzBj4SebasrPp7NdP7Z+fJ44iuQpMGhyTcvX1UYRPD5QjIQxoTBA1
I3M8dMNx6g/7wI+gW/36cGJZ1V9/ADkeET/cXr4GXPjXx7MHrF25w46zNGv6pT2z/HRdzGHyTdYF
U0/HDoIH4GoxNN26wd5Wkbx6b4YxsSu1PxQ/ittX04WXRchfXWQbLgwFF/W+kssj+eLT2JK77WY1
p493HecGbvRuPIyTHVi/OfHfHejNelbEHUmXIQfKcc8fCsqErRBk4vz68i7P69ury+JMuq9lMgVY
mv8vT8dqB0uqnqub4zSiG5CjHlm1qFY+DgQCYZ/H1DGdIUsHAedXRfi7z8VfPU02ATO0/Ek0FW/v
biFSPUUt38BEQ6Cd+B7uMgaIgLZ64/DrU0XH+fZkl1WAeyYsyTH5P16frNnYBlO8kP1SAPriQMi6
361k7WFFyIY8MOn0ut6thXWKNk7RaDTD4yKdn6UjvC/CF+5dlPm54eJfydF8sJQUM4mDhdG7xRP1
fZU/10sK5cmryw6LlBOGiGuotyD+JzFT0k9tOXXi3EibgtAOMxn8dTMQ3XAFIBzmcgcLAvMDtvbi
fT5glMCI1c5+vjfrki0oxIKBmTmi8Lnd+GiGTyFwAEBrMb9pbcx93e48q6tQpoyqRRhTj/Y+c6HM
rNH2RV8C1OvthuxE9Lx24cEHcAmTDvkJbZLsG8gy6IGyvFBgSCYbdw5U15rGydjCi/XcmswNogY+
UxDZ2UVSpzUwW9xHtDmrzNFEaNn9kCq0vjrEJdNnbCkC+u502vz3DOvZ2F6FRj/V3hGxj6zjT3GZ
CzhAtEeTnqyIMOs9RMCeGA2gOnWNPnDDTLTuznTht4+S5vdlmaXRlXZL3a6bJkOvHtcm8u0qYsqx
QZUz3yReUgV7E7OQXqNPST73bZZ9wYlWMtlJEuTyzaTjbN0PvndJoK2P4jsWrP5d4eP54W3DzBiW
yj0jusZNtohPYE7Tv1mofwNSKuabdvSpN5RZH+ecIoo+H5Y6HJrUgfWDOcgK12KQGp8amw6vxnGC
WhwmlodWjphSWZ37Q5CjSSBWVV4GHpOi84ohRYuCkjJr05UjXvrY9dP9TOwLQX0oAcAFCTt4rBgb
I3aTPmiPIjFEuPXompfHEFrVR4mNtdv5lczwR42+POAHrEHo2kVGtqsoBiTKKJQIcULZgKelcxXy
8Rh/0HVYY0MhP3pyP8Ru5V1lnh6d3ZyYc9KyvAY0rmjhlilZEANe4PexLgzHA5hv1CPQF88NGg6M
cpcnDgrYfdAJCMt525ZXRpGS8zBhvrloGokCnHpI6FtAkaN5PeAfaeA/kau8R6o/px6dcsRNH8ex
IckY4aR5Aw0Zz5lr5UCY2IkqHZyDwzFyJuS9aozojNG8E52xo8mRNKI8QE8RdmSQjWhaLpFPxk+D
iCEeFWPkAXnswQRTIqTuKRQLrE2zSYDkQNAQ+hMhqnTdBDOiG2cagNxFUxN+daYUDQ9G0tHbpjl7
rNXIhIleKCZsEtMdOXs0THtMqnwfIMgmPa6jtWcxn2NqNTNsUXnOrA3/9fJPComUMi5iLl1Xidbn
hRvluCmHbEwOCqGl3Fh09i+YtyHVrjzPCTe99NAylLPXfGAvV3jbUlckj8dFneDb0sQqQ+YN0guV
5Yv6OQ8kkJoyLRPEKzbS0iSLxATCK0ccwwzQNSBxtfMjsdbOfToJOWxHQFZnEdYiUi7zMibbgSbU
p3AYBg/uIKDGeyJs4f23lp88V6kreAtmVA17gtBy71jUhWOfu7UuNSw/neGdW3SiBHln9ufeJ3Ny
V5Uza43tjZUBQMeMn0PXS/s9MyrzYLHryLdlXAeownWiaC9LC9N0U8dVtaMKYOAV0lghR5wXGtl5
2THaIikks9eliqpTIwr5AGIq/la0ynfR1HRzt2YwpW0I7SJ7SHBt0cDPrDJcMz7lK4HTpgm3HeKH
79pIxhJGW2TtHk2ncx10xKMuU9sERdRcxpJMwLiw1/0UhOmRTNtqummJo7DE2sVTKfeWFeaYkyE2
12LXMG+qtx3ATwwaA4kzxqxFQMJqHs3Jx0F5gZscKPopYreEK9Qld7HWdte2X3XsOzV+o9JpqxWw
IYG81Zlq3rCOWr67HPvAOkPqW3weANg369GHIr7RTgWBOCwckjLcfokHzaPCjErUqJ6mZ87YbVBw
saQeArn3rMlMqh+14d/SXvy3U1UsZcC/7+ndFNk//nf6uqlnLX/lR1PPEe8kVQuiCud7CubSCPih
q5DmO8BUPOfUiS71uEU18rOpJ+gE0uTVdA8o1gVwij+aeuIdbSdGmFQn9AmF4/6tdvLrIhKFPH1s
eoTLvo+WnkSj8aq8U4U3NDQYUByFU/0UDTYLExif8De16lI4/VFF/jwMlRW9S+058nvh9aIoRteJ
zHimQFFpjEfObYIz8gzEpjcDQlNwwt28uAWXP/7ll0W4JZct+x9HXBpL7Plojwtr2fHQnnt9Yn7S
zoMPHYhvYxETr+PjCh3RZ+WkpfOyT0ZrrLRZdQFG/6yMyTVoMDieR0ovs33ZMnUK13mm2itU1xl4
aDFKbydlPxXuPnFDWmnr1ssThos9TBxiEKMIk6+zoUIMWmDfMrShjI0arz8CRmSiA0Pu0uj6et9G
IsbqgWcYYBOvHZnyAGNLJ9LDse6RQj0jSMM3vxpNsIdEiUFQ8XpcAPZIWmDqYfInh8X1EILgGM1g
um2qyJQQrxiTGZ3P7j31YGRpqXUt1pYXuRnQpTwNRrDBSW77D6xc7fxRV1Qw9npshG0e2jriP7cw
Wk2qI1kp5OBtP2v0gnliF1Sr/cAIG7E1HwtUbibYq8AHJKiTcZEKjITZueagkzNYV1BGzNpWJA3i
ItIY8awoc0ZnxW/xLHRs0vZx8mFhIuUhqSw3Wkk3NWp86ZEZnmddTzxpmnDiPotQUcNycER6D2ew
UmdB7CUR8K5ZFCXZiXw0PzcBqfRndIYnYr90nVnFtylu61uq15wvYaxob1RIq+vNVNkhTE9HDLBt
q8y1bqVoyhH/agCEPdYqir8UQQxPTZmGNvdcc4NcSLi49a70Sy98HhLLtb/mxSyhBPCYCUJlQJtn
x7ay6cCR3MBrvbKhZ7hPCVsNdP/R1IY7aeEVRo5hzSo01v1si+wUyUE7fNWR3R9Z3/vsupwNo8A5
jbokQeNLlcDaHVQG2iKcE90NQjpTvSfXMK+up3jigNQpiXlKB3Owj4jevYRAKPyz0TpNLOY/FGAE
/JAWQn9qNVlDjycXEWVU7JA/I+NTbVApqFxoZ4m7yvKyOBpx4S0Gcsdp2zOkHGaNhCrNCrkdGWCX
+FWDqMdbQ45VyWYprTAK74J6bOZPVDgWFOk6kZ15jW5Q4X+oXZm8J0AwZgpeVJZ3opAtjRVUyiS7
MSI76k6Oq2xxK3FkZ8kaVyVDBJ/sg4lu3cpRpbcOBcTibU6fKihWavDT/EQaeAZSIZqAAuMYQbhU
MccNqvd9IAlxXAOd8iBMaezI6d4FmTDhhQEEdB4D5ptOEy1FiCW6VGJDIdB3lHPBPId4qasKteU+
qpsI1JUoVf3Jq5oGMVOPmtjezF6d9zd1MkpUG6ZRsRNfUU0mnwsnztqj0SeJexcHP3ogs/Bbf9PZ
ZoXud1IxnuF12EkoPddDT4UIRazpxqDob2Qmjbq8mbwWT+GJb1axRI0OVpB2V77BIAWBZamn2n2a
26p15rPcCv36titJFp9uKrp2kH8jG/66KtARUz72OojpA8/07jeFV2No0TFm5lWj435A/B0qEsl7
UQ5EhmDCFd4H9iqwA2AkozSOcT56moCKhJgFEOl2GexAsKBo1U2rzQ+ejo34fDZyA28tjhqSgV3H
B+Ldwr/b1DHTIq6O2SEo48Mh7ozEqJx9noI2YV+BSuE8acv6yLa6SDaAXGAeagN1BooeabGxw73E
vn+Nkj9n01fYccAWEJckZPrV/GN7CLd22SyiQOnZOsIdqtlIktH2fV85fN9l/npdeb1csqq4Syy1
Z2vTc7CR2W8axQpfcWsvMngb8liNfbJDbUeMWHT/XzgOzXVLsVZa8Kler16s+yYuPqYHRQJ/c0WR
3t9Qx/+ud/Z6Wf65SBJSxBSZ1RLuyuvD6JjMFe1zGKMyoOfN2XiszIokTae+kMTDWrtfn9by771a
lF0mkZaQCuw1DjTvzfH8QgfjrAhZY2e3ZDcyjVzNTlFsci0amN3QEAs5mY/gnIff9LH+3EcyqQn4
iiy6LaHUmztXmFOvfKxUkD39FBhoku7aCsImwsNh8+uz/PNDwknaDPql67JAW28aoCzWTtY7HEq0
tf9hCq3kAs1M8JsT+vO1XE4E3CuTH6Vd580j0k1T2mgbJyJ4EXRd1UhMHcJ550FCll1Drl3I1cRj
g6nIftzGv1XF/89UjvC+vbjXC0zvp05kofX95398jrKnxyeG+C/lI9//zk8Rtf3O5KtANWbT+KZj
yq3/KaJ23lk203h2AdwtyTz3X8W+IZx3TCio6OHKW0o7y5znnyN8MHnSkgivQTLxx8z6/84IHxHL
qzfQWRr8yAHYdYDENS0q+9dvfOXmeBj6gRypQjndYSo6v81vgjLHTvJ+nGey/cI6isX72G/UrhJ2
cVSeqG/HvGCj7TMhttHGoL+KiRT3o6E4I9mzPkZlh3m4LUeCIExxPWn3Hg7ZUTfWuG/KaNhXLnEs
ekktd90qxutWz8c8DPoDDrQVViDnGaczaKiyudXF4O66bvwIlFWva98MjSs3DoqGxbpCfF3KKX+2
zS49mwCqHxZaJwndc34W8/MPeAz6m1K6QbcdbJTUQJ7V3vJxleR+Ya3x6FE/BCRnpgxniYUrH6Ro
n0gQONoqAyFhmqu+cynT3ITatkOh5kq/P3LQyy4WhOPkV7p2T5XNOAG1d3fUU4AnbEJqU+2JIfWj
b4jVwBxnAf4l4Km+2MsCLAbd2KY9r81EXUSdcB6rfmCvRfgDRbu8ySthYGBKhn3rBBZ+Qtfb5oCy
d2FqHiIdC3jqTqd3Nea7XT2gqBy+IyesKNqNc/+cIYa7Kq2p/FBNAbkgGVnsCqvFxl0wgaYLW4E4
tzsYkNMaPlpcQkZyFDUYOddp2FzOHpFmOMLHM2GGzQcBJowJVU8taDhq3S3AF0GM9llstGQIQPC9
7V0fiGfZ5+1zPQDXGqJGPMxZL4+TCu3PgARQFsZ1RqiL35+5QC24gVFrbkkFYARVtnm5aSUeD88H
zo4q5KKDecD2JCMqiK0bpqkwqlbmMEyH0jNLvtxxKWv8IhiinbKfb4coq9duW8C9iLVzRTKfcdBl
HW1GVmfsY2VydCe0wmbryD1VFNdQWWMDoCjVz4U7Fg9unGUH0O6IY8vROpNgHG+pmsYdBjXCyBRN
HzSvxXkYWPWRYlmc4Z6i3cZZn9wI92EUM69jW9d62XYUiYGCVsiLARP8UcUea1qGnhCB5+SIvV+n
xeM0DP1+cgxyibsZY6E1Y36xK9fs13aMwn/warlOPT+4gOdC3guCdp5rNzkWzUQ3NSRBnuE7Cyha
WAS1xhPOsr3OJ0y8cTMYH71U5OhXvZFYk8J7xChT3bEVlTc8ODNPiqbZ5yTjlRSFs6N1CH5Yt81z
MEvj3KTCukaNTjxEHd3nmdR7J0dUXZgEpJvs41bD3IcX9IjJnPUzGz/zLLb0+uudE5jGdsT1Dj/W
bNBgM43S3+DWV3vPy+VRxxNhJDjFrDyPrnLSvPrFW7j0dAFPHxrDyU5jrc7LNqsvPMlmdKjyGwI8
S/gu4Qkx3E3s5Y/YMHF+MIAfVBsziyqXC9aDe/GM95SE17KXT7MTOKsulvU+JN8SNoGd3AjD08WK
WKCTW4sHPUr1kf5KvLNzojqtWh56nVF0wF6y8kKcxjS117ExP9u10T8NfUqejXdbFMUe0mC2YVpG
yGbwIZznuww+td8kVwi9HynVH6Ze3/kgNRqABTu3BQOhi3rbqGar2Ew6Cj+BRFJTmM6DSPtnbTFR
WGjyW1BqGIerDy7cos+RgxivmFMKXWsMv/qqvPZCfcJ3CB9wNO6LSIBKN4t1TrO1UdExG6MzdpUP
Rj8AvmQ/sI2iCvoTPJ8IZyM9zHVRhpeAu87tUhu7nNgAo8tLNqXiQrnOvm/6BiBGuTOiZc8w2Xwu
tF5XTSlvVGs1e+I/+DRqMUe3Y+U430pZpTvC1m5sieR6YNDrplw/khVI8sy9U9BK4l/yMYc+Aoly
0qjS6aEoTN2kZ8ydu3WzL9JOyp3NCGLNN+O9O3UAAAwvPZ9UYZ1n0iIVINSr0gC92ZfefCCt+oLm
w7xq5/QZl/nXaDZwPpCfiZYarzT9G4zraPXZgmonfA5aNihVcOv2+YFhDF1ekkwi13/PPrSGVcia
0tb6qw+qncmKuqKTfZul3pHRAmOM3rIeOoP3qYviD1mvm8MYQmzToXU1QOw3vYFQNOV9SwI6Ck7S
qh0pKjDea+MUR6yesUrIEOUf2M1VNq6VXex1RPBTMLfwBQiJx6Qb9auqz82NNesjtDO6QeF8Z2aa
LXTMSI42AmkXyPVuwqruGJHMn7tG9Fs/dtOvbtqk1x77Mtgx/F2Cn/MRf27b7gX42me3hr8c1Yg5
sMDWX+amR9nOmdLZNap9oQ0XK0g/AOcfdNV6V50m5LKcsQmsQ/pfw47+pH8qaJvBBkWLItYVqJWn
ru2jm7Lif25qM08BNoddj31zAj1CB/6qC/1ia3Qeptk2dCCPVA46KzM/t9LGX3tN1W+zPl6T+5sA
GoyQ2M8+TQxPRmAsgXFws1Huu6R4QLvcExU1r0GbJTs14ZkU7Tg+Vmamog3gRhP4XA1lJGgqMoIV
iM7xvGnpZW/6qOnH20yxDJ5HxRJ8adHKo+Wkxs4oL8c4gt+WzFtIBOV6GES2o4NDiLxPVDSJAVFX
PDpduK1A+sBl27CyrHWZfDKhmJNUaAZr9LL3zL/bMy7Mpdk4a111G2LH2dw71XaIkq2P2dOXycZL
gaaEESvAuhyBy0pSt8nqfSr76QItI53J0bwqYygqjBQvhSCqtTBZWfEXDMDtKs6R1KLCT7JvrjmJ
tS5IK1AiHzfcQnJshtkbNx1RrKTspo+xmuSq8xWWKYg0FENb4BYRBCXrFqU+76ayjWX7TPrMYDxN
xRh/UEVT7zPPfihgDK66xgvWlpOT8WEPBM4U6i6qpvdQCtuDV6G/Yg8XrGnVeSvfzMot1jgaeXCM
V0MC6N13pv4MpoaN697s4fk7PlNXGQzvEyMIj4L59AHUVbKHXsefNvkn2wW9RpdG4bTxiyjalkPr
XxTgIU+yJvrRdQwMTbBUjn3vtTc9njkdMu+pctcgRaD9BrxyV1X8FJNH0sgGZFmhpT7HjdBbL5Zt
s5rrAVAMygFkWvsGaI1o3Y1U430y+dUuHegsAWzHdz+1R89QDw7MmK0ZTPFtlvHC1wWNXDckRAUx
HIugU0VPHRlf51NWTclaabwpFeDgxwrSXastos5a3L4sbKR2wBW0cqyKfWSVHnYnbipOoYwLUCyQ
5STgfmxxYQBftoYxWRJOvmOZRUU1na3YvLHaSImJhTzBBeRsT2KE6hxNuKLWCQZweM92soSIDyN9
7Z0VdA/BFJFjZoQGoOgsdI3svfsdIE0HWQRneuFKm7EAMQ0Tqql3mTlH6aURTLb43KDvOKsczwYq
WKP3xYccN7G5tlsYwSdRmiY861FOmkSiYIBzzYTML889mrztHgv78KVoA90bG2UBgIcuQ+Pq3lzY
2aMIbKaoY1QbTCLDHs9LGljM0m2QRN6m/m71xVhMSUjjVcEUWMzAZet2w2Y0HIxO83fDMECvObor
Fx9xqTrGlgbfs8WTFkYHf/Edz2Yjz2sfL3L33ZbcfLco59/tympxLkfgE3Exp98tzSjDsJLVi9O5
icpmA2Ml2jawYbrjNAFoO+9QckJytN36YIWGA2Qm8zLOGLI3y36RM2OYOcSjq6ekAuMxdXRswGIk
w4VgKAghgYaUdXLU1LMzsYy6P2MykN2ChnWevJimB6ufcEsmtyrutjYWqZCY6qkhGaiTM9BRJefZ
uox78hjPGEQuPMWxBL3QhnnzOZ8MhnaFckEKAi2C3j91UWk9DEFjABKqFWHVQ07jamOjCINHMjQx
oIVgrEfjGn8gkCzwp25znUeq8u6Fbvhg24huaCfgM2j3vGNmy2C6G7oUGUXRIo5kaWtXpQUejmF5
XRn7vChyQpbTNlDvmTRDVByFFabbQERturEM0NPkMiyxBHbfDqw+mEM1C9PoXCS2P7Pukef6kc6F
eGzJUeQzQ+zdnRulU7ZhaciGg1/712YrcJ7Nk0ZfAAixOUQYu8QX1+5dYkLGyeyDdYsMlp1NNXXT
ce7j4mS0LIJ7XjE1nBcwnwCyuEa8Z/jg9h+NpjWX7LtxzC8xPoBvZp7C9tiOI0qCtgQWAbNgoRqR
+Qa47KHIXHVNflh2BugWC+Wy5tAoztjN9tG67scEw07sbZGUjofGXrZ3ltWdubON0KAyk0t41EBW
BjQMq7r0AXu2plV98gZ8uN4o5Sc/DO/YN/F8is6EPhfmfri2ePnWi2DiYcDO8YEmbbckKBu0lHPc
zMh0lI+cmenMo5cqOW1QlAP9QQQDnY5a/J4dX2tsajrkzTlJ1NrchPNEQ3nMFeloTbUD9NYy9q+E
T8qrX7feee+5ebopVZ/cAph8bBNLvY9oI+8qX4BcduVptvpum3ID8qB7DxWKlnMYXzUIjiAvlfF5
prsRfiPKpQ/M7L9NGEY3UJoSbzchClwPthLbqmJq3vcWQ3C6Gd2jQRDkj07Z32pX/XcbOmv6k/9+
5rxt2n/83zdGkuVv/OhCWeQnIJWmVaEc+7tV6V9dKIG5SdJq4o/xKzG0+lcXyvHeUecrififcS/2
JibBP5tQjn6HjtPmjywE7S79y7/TgxKv26N4UTQwgeX4dLeXVtmbTix7OotRYyw2eWdaRz03D2Wg
QHiKGTLMPFGwCXJaked5exf1396ucZeuNHE4dAcYR8Jy93Ei50F89+Ia/sXQ+HU3/PsPcxkt8MPo
0Xm4vF73xrTPPGNIgcXSS62OOR0L9qsNaX15wiTGMQiH//UB/3wlyLige0tzA4cYmWOvDyjNAcjv
mFq0vfxubdZufV7bRvvx10d53fJDXEDnkJNDj4yvAxPQmxG/7PwscMva3UR2Z16M/oyIL2VeDDnG
tu5yywrugq6yLstpCH/To35rGeLYylqwDXiG5HKmb87Qd+2qL/QYbO1ZJZ8DMqbOm5yOH5vgvkf3
Y+f7rFXEzamY2ITGzYlxDYGyZmgWTqlu1AeSENzf2ITEctQ/xhDLFVHcZZuSwV2MUW8b9LqUgWf7
gU/pbRs7h1tzqETRwGI3IHf9P/bOZLltZOvW73LnOIE2AUwJkBQpqm8seYKwZAlI9F2ie/r/g6vO
/Uuyw46a3riDUyeiQiWIBJC5c++1vsVBM7mFO3MlG9Wdg0YADTAbyZkQg/4lK0G/Mym7gTMfJWFr
oWL6w1NhrDfkpz9P4CvCCGYxLvl0wxAEegsqIMQDse/teoihoU4/49tUoSSmyDCYg2vMnrEh63sD
3Rq0XSfZR5NYYwbi/vz3z8/n14JvCyU7awbvquOh6/74lIpFTHPSYTJ0Uo8XMcXUvq3bxNu6ta49
JY7/J3PJr54apvYsQp5LQ5xn4eMVTbfJU0lW65bwyXzHqMg1NxlYw7uWxL0gKWUCengcqfzRylOe
9pdz7WTbyjTqo8bs70Ef6RH8/lv4qOv/8czwKJvERK3+T0YvH/+mqeuchgwMUghd4d60fUQEqA5b
jv7fdFbC1g6QHfh/+Oo/LxCWgTQIlQ+rEu8PC+bHi5qqtpSPZn5buVG89yDp7fF/Vv/KzMNHM3R7
XffQEnk6/tb1AfiHOKcUHOZkFmXbiRYx/u8+RdSmYDD8y2/QMNehn+taSHMIc/ikVy8ly0RG5QgZ
cc4vKuDgh1JwfNwQqhbtFwUiPdUKcf37qwqfv/7D28Rl2e/4aOiwMOB++nQQcX2n0aUdVgW8vzWU
V3unEZWUu2pucPSPRsdx3sodPRy1dm4JBKgAL1EXm2PgeRqR8Bp7I7GvftvfMcNOkn1lMZnw6HjA
s3TMETSJPde3rVu6q+hmmW6hj8QnHiXrKkVKcNM4FhnWNVNzrPNz1J1i1B+QPxWqUUiienSRkLsw
7RXLwb7TU7OCE4WojMIombZ9SYun0UyCtNrJxCsX+x2DFIEm4hF9t7jUOfWWuyExqyPPScoZy0XW
BYI5sZogkxn5d6Zy87uOelrfeEYTmwDRVT0cchPY6c00QM+twRF6ewvtuAyyZci/9o6zRFvfmvPH
ieiGKPAIsYfvmyaGJE6nt4rAooh/0QCstBy8dboriuFx7Ud3o4yax9xOXYzGbdmFv7+nP72LP26p
je+St8Ngcfr4wOZdupgRvI/QNYliq2Qe7bFPiq1oVBGuGIHLhMCY7e8v+tOmsV4UrwNaMn6X99m3
NEZRrKy4dsLCasV2MQt/C/my5mxDCf37S/3i81ETcDGm1QZekk+PbNeR74nNnEvxVpxjhdR3nArg
1li1feQ5hz0ktPwPe/WvLor/a50KCl+QIPDpS40h900LERZG5fcX2TxdRYmbhzYIM6Yz1Ceib/V/
/50Kg/XdxA2GH+knc4dtYQCYyWItpLR32F9FUEuvpCUcu2e//05/2sUMVm+LEgQJwF8m/A+LXJfa
hE2ryqFdPhUhu1Z70Eu6TanuLxdGUUx/uJ7xi++TeMiVnIV1kRLo07YJULEBFZ64IY1HChxcFu/e
Qv9UEjt+D4vGfCJmWI17cqGMJSxaBEF65AKr1TPHIruyhiYvxmyo8HS2+nUTG3VCcwJKFbMFr//D
K/WLp5u5NbL0VWnF3rvuRP/YA2jA1CPKZuCWTemflELq39SRzqwQIO7v78SvLkU9ivQVBQ1b6aen
exiGDh8MHCIDDuZm9FZ5PiG9yH6MP92EX90DeA28sdiaWfs/VfRILzqPtokbdosTndQC+nqhOiQE
q6OLNfZ5em7Z1vCHW/+LD+g7OsN6X8drzD8+fpeV70tALdg6lJuVBJXR2W5NPBkqnsz977/Ln59q
ThDoCjwQMniMvXXz+8dtSxjo5XNHSEqJfzRM4apsm0W1hFHlOglFff6vzG1rqQCAwEZXKwyH7fSz
ty9KrKzwCRqi39Q4u06b+5PPDvuHJ+RXnwqxsM2VWN3FZw9lg9+r9m1IkVLAFtJWrLJFuAYOW78K
YPx7f7gev5Lv6WORwNqChxDYMhoLqt2P32Oe+dhGIIuGvRg0K0zlVBLbZBA1sWPkAPSxrKwkwheU
1MduwlWxUXBcmMXCZRmQNNTpLbphn0mfB0iYiAxBkKQkdSWciTnLgjF3SDPGG0L0WrFEtH3T4ZGq
vSEtd67zV0LyCI+W1vjeIXe9ilWfm0xTFDt3biWj2lWE+K7wJgeCjps18nJaivbrlOLADDXXBupQ
A/NA19rlzw3dLLGx9VgBTNZb9ZZUgH+YoOED2oyWOb5EFeVX4KPHWj3waXPOIU1/tdt6mgJuffHQ
KdU8ZNztdxwt0WWEzQL570AY4cZre9pSBGqURZCRbIPDojNsXPX6VL04hOFFR9/NnfVLjOZrR5Mu
AS4izyMMD3LOyCZMiEPBFEQbUVOuQT70knP4YxR0DqOrgmE3xdOb2TcMwZJYFN9E3TeM18ncueew
AJM4g6EWZPloxCeVE2e+ATYxvURDSz5xV3s2E3qxEIWH7LD/kgwuc85+sTjHwY4v8h1Q3o6hErm0
2V6SCEjpNFm9teGPYkGacKO80n3Vbms0kGlYNRF/yOhkfIWqnYW9i/KYf0NJ6LwWbZS8C3MY+VyZ
jNWulWN8S/B9VAcm7cSrVmj1I6Vb32+0SDIIlcNSQh4rGnPZNERHx8xNiNTYENqWgi1CEM73snSo
0wfa/eu8ptTdU050sToA+eofIDLD/UqUKHGrNXN57M1yBXcvnn/r41nx980kxnPdyEtEKIadzOQZ
+h1fq+yYXgFki865g3TuqT7JRpkZRpQbEIK077i3/KBbG3IhYN5Sl8qrehX4Wuvep3qp1aGsMg+y
ogfzVHPK5LtZAYPdY3qJDkvPFHgLUbw8SKssSQiy9PhmEAuERVqqOTLztsI1Wi63PNcgtKKkHt4a
VI1qz/yCv9Ys2ORI7YiaK0H0b/6HauPnk8BK6tAxOtA9WBNJP77kckJCDvnSDJuEvLSmFFXIFmxe
KKGNTIVLpi2oTeBnjS2tCfvw+6X651MtxZwPAcygM4fbYoUO/XOtLk2jacwC1m7NyKDcAGVFJYsa
nPQCwouK3gFCadcxBYpWhqQC+Ve+XblXJjecIZgaT7WhzX+oNH/eqnid8ZGsVQqVmPNpq+q1whu1
wiBzy+N0YdtGdq1h7ts0iZ//gfTxU9+PvYP+0/rhkZ+5qCM/fn4/q1ZOZk++lilGEpQAIBJnXJJc
IVbN0NR9g9JY4hQfbHgKUttyAKmCGaUwrzM9cJckvvMBttru9zfm5yLBRov24/irUwKtNpx/3heZ
i7GDCOJiWKj6kw5uE/SiqLVd5dXkymSifNT6YfzDw/hzlwcZLE8E9RZnb49248fLLmlNjFyCQquI
hviyliz4tAFrUMLrsCUSaoeofdgILXOvXdm7uCoUPuRIl91XrV6Kp99/C8i5ueCHPZCGsQvaymGX
pwf8+XxutNOkWQMpIs0yqKOd5AtxAoJjIbS3qJYB8xVp7ltXqcuY5Dh0+jWPD8ApHY4ez/B3IiTX
xWIpXQLfDJ1nGtsuL9WCIYhROvVlEDlZWx84MrPWlYwcjnHt+SpssVTWRD5ZziORWjj9GJ4xiTEa
FN9FZzB4S5O4BkFZYS9Fhsc2GpksksE4O+JL4hA+FujzjN6K7FOLNPteycsct123GUyD3IACEF4X
0DYTr3U5scj0RTNOB4sQJ9yCTjs+eF5bWaSF9MDtmS3GB9h68gloX94H1oj6kOFJ4ZFA68iueG3i
yiY9h8wQYlDmifyXjdQ8o5sCl/j1yiYwzyWQz6q7B5hbS78Dht5cKdZdK4iwBMY7Gz3NgmlYtPed
Sythq8wJqshIaM8S9o5+UVStKK8H1pQeK6lrgfxO9PwRx5IVkH3riT2ATRpeSd11kJo1D19HJXsg
QdM8M5mysHlfT1XvfE8rDBV79sW8eCuGWe/v5UKp9wBq3jHPGjz1uMjnNtW3FooqdWTj7g64p5rL
qavFcGpcBrnQK6IF9nQ+VeQsEufR7uekz+TOdYbWuDEzfMVaYltNqFpPx7oksfIEjloFFlXeJVdy
aPx1Mp6O9/gJHAjWCQMH7iYRdWTrtDifK3IBm9DUI93ctZbevSZRNN6wUceviIhsKDCZdF4oeoW1
QVZGhALWh/rJgcZBhZbo3TPnSfCWKC6iNEhI/YrI2huZ5ImOWW/IpJdOgb+CamVGSuF2BIR733Vi
XfqnOd/3mLs6pqWFe181o4sRvM0JIJeySsnuImR0Q/xmlm17bVL6biF1dyTVMKtXYdHgXqWz9MyA
GHfg4m3UJ+OmJA/qkaqh08GdYOhEHCSLOVx4+4xdm8viobcqRv/RiKpgAya/fhtnv4JYateKwWxp
mChqRZYTEIb3n9CXPHFO6dKCBNYl+bgnv1yv485ad1YSd0foVTWjh7LtTuxrAkaQTS7jAGZ26af6
NHWR/pAYmOp3dMi1FzGmrrspfTJnwhY4Iol1dpY8xSQpnOH+8GIkMQh8Q9fIraelnMWz6tVMQCwS
EzswM4YJ4QwVZ6W9Sqmvp1atCeZZnxseqXL6Omo0EkOCQqenRVtMkjJ8njQAona1b9pprWxi70mr
8CshPcn8MiQFqQEDWXf6g+r6uEMpZDVH0oPSN8fttJu40wea9LkcXgyRtKTQuLn+nDW+dj9MEiMd
VaV2U/TWCASeNs0dr3rUh6MY8ucs9cTTYPrqHgZU9s4sdbggsoTAGviicBoKKF4Ppl/HL3nvutpG
6UoVAYhnewqcNjHjDe+ZKrZzOVb5Nm8M4oDpwDVzwMG6J69ITFMVRNHsOpvRnbCqr4OmrWnHZHma
UW4QraVy4wrFbbTO0puq2JeU/URdJZmLYauZSVZlCo3YN04xrmmIw7aqXwO68ch5r91EXgFU0T6b
zt3cBUm/cLK8jqZmfJoKGLEbU5TeQ6aIIuka5NuhmQ+Y/ppkiS+gWaTWxshcXN5IuTyGu2MHOdUA
INswl5kt54yNpU2CsRrNErz9pMtDjepa22ZDAUC1bBtCCHpOgIHlYe/eoutYClKjRHRT18SaG0mi
i41kYr9sTXPovlsoW6hw4lS7GlglY1r6pRqClUqtArJEyRfVpkx/HHsNy7zFW9nu4U743HbTTh71
yCSo01/a0g/IKpz3FeSLJhz1jPFV7FVZduUiGkDm7PfTvF98P35fBRTibKyU9oU7Tah1BeSm5isY
KbOdGIYo6AlDgk4EcvVEiDJKhiZOicPzUloD5FUKmAmZEg8DVn1yWVWVf5cGEjb6nW72pdfj5qbR
GTSEhirLUwPHHoN5BAQEKxdY3aC3IcmGut1rwK1R8DHp8irwucKswC1SNz9FRrO8kF8UDWdJhb0U
o6VFijk3U50mcuWYMRF9BES80mYXThGoDjJMJfzitTojYsR4KlrcU2B5LRGHulkMERG/crQDLdfQ
lE4Fw4O/OoT/ao7+/6btg1LsH9XST7aPE4keffVPz8eP/+Dvabv/HwYXGBFxafsGJg7qx789H+5/
8BxRXFqYNzz+jxLvv+B8ZvTriIsmEbwxl8MA1dh/PR+W/h8MPTiHHIeCjLbzvxq3mz/mN/9b2OHx
YPrKCIkhrEX3kxL8Y6XZubPXEEIE8kGxCTYptAJVIgrEZBBmzIQv66K9NWxsnfOQn3IiYrd9pY66
1XyF832IxHDW0JPmhJ+ovZMNO7PFAVchNAsad0qCXPqh8v0bySE3879EzbeK42+Meo3X6kh7g71L
fBn6FmWw3V8OurxHwdNfachOOA+kge9+J0OeMDpT37RjvouK/rqV+WHo06+x7S8h0uxuk9t4Qsqe
cGjPctrAstpHkiPCxIVZvO5Sm3IYr6wyOW96yw4TuzrhNdwLrbsWmTsGjEsGHL/YJkEmVQMAjZqt
DkoOARsEt745aGuJkeMACwcOmDQTl+F9PUrvcmrTIl5e0iy/EhkfS6vznLzwnpc0/SoEBaxAA0+E
2ru24ItB2PfUtsW1gpYZ+Hq3IfXw1ZEnhN/kDD2SMzJ8pXHTBC5vMys9QXIAgMwgRyQdDP0MnSSO
a+2+THM+E2znvhk3o+HeepmQQd2Bb62hjwROszyJvA8J37D3cNjDnLws9lqsLJ3RYVHsrko53mDj
u7Jg6C8mRByjusgwbm6KqnxeWsgkfj0d/SyG/6+XFygrysBoW0jHWlUTjoaiWxsBei9ucQMcdptn
+X7wQD3Fy40d5RdWW1xqvnVkPKxwb9Z3rUpvqSWTQIu1aid6Wl+25r5qU3StuQImvddhweaHvdxq
N1Y/N3stt4twQO+BV7noNAjTxkYxud8sAmdAkV/mHBYMq1bXZWvdaejc7rIfva4IuyA27nJvquVR
s+NzO6vumnZpsk3TvEh2LxIzLeNdi9YNdRYjMn/fDTprjh6lB7OztBJyB6W0DuY8HlWaLtt8whCD
y1wGc4uqN3WmJsygYQjRXbdt9M6WeoHh6EuZlW34Ay82OYQTy8Y8WXayMwfXxSPUzTsNElwA2P5C
tvPZLP0idHr3mBSts+lndWk46C41nQxZDOQ2oOfxmw1sZYeVWsOblfJ3NckTQ++NZXox3D+JTIrZ
5SlT7VOb+w+6ll+4eTIDj9FbXkFzuoRTwCHRUVTT6fOojCyMWtTWulVzquIg1jBWHGsmlxpwoC3N
wBcrVRcGgt4Nvvd0K4EA+OlFbg/Nhhyp8dBD6AsKhfyYJE4DdvW0esMbCPedmBHQ0ZiQaNI2VDrD
JvHy13GNmSglvhZYdk7Yp+qck/wDKJMh7MfirCB6ux2TBBUYuCM3nV4hKJyGXnWbhHyFXd1pgdkW
R3dC+KZNeI6k+VIO5t7sJDlLKi+ZFGFWJpftjCZ7G2bw9bEbb5P8Spp5swXzEiT9DXGvO9//mhqE
WzZN+hqPp0FZfmjJ9hptu+KEYBLYYLflSQ1zgWI6XZ0M5kAAVUZSg9AENiG/LraMgbudqSO8NJL8
0EbD8DUX9bibgX09Yda5A2Z7muM5CuyJBq2Nv+yy7n0nmCenfK0UMBtVKhGOhZUebKwLwVzSh/TH
Af8D1W7pVleYYS8yCPOUk9OZ3TXZcTDKLQ9CfT362vlcD+dd7n9f3OE+TcfHVXbYFkkVFpP2JsXg
byUTZPTK0VUssMIt5tEe5vPuh07cmRncCU4vs2dxoUo76/pM38zOOO67yiouTGJqsQJwyiAotoC5
DquM3Dt1mVYZawG8oDM1coqI4/FcOd6xQ24b1j4cJeI2T4rUokb05sZsBv0tRcFHM5z1qza9FLS/
WRyRsjM6n6bQW9rppNOU3KOr6vGgl2OYUs8y7HN381DeOS4FentbzdZZOWqwzFJkoDnH7J60e45+
+Xwf5YelWtl6yhj6x1mY3YUWm0dSRXGUlMdkHjlouRbSWPJBF5q29rhTkhwHidAyGJHjvuo0KFHv
i+wiE8mVBh4NtAEacV0lRI7l/bTTSQofi2+wE0BdVCoN3Gy+JIFCfBtU/V3GfbcHuGPBCHHOWoKv
kgqMZa/jrSAeuEYr2ifiOMZo2g15qUn5uDhSbKGdHTMtO0iHxddpieTWaLXS19qQBv+GYRL9fpyf
gyWKDtTwCJrjJQ3KAS4cRwB8SiHT7QvZew8t1v5RReccPr/rpPZRLXPm7FHQeslFHetvbZc/GC4R
cpXdOruk5WGqHEzAIpmMjUxKRVBIlO3mPtr5ZU0aJhnvm4bshbMk8SVmkrVAVyNuKv15ksuuckuG
BVX7LdMph+nKFMFoZYLxT55d+D470LCMz9IlD27jdoZBvB7TNb33eNA9jHxzSyeJUxm8oU7Q3Cm1
5Qmr6RdPKEJzR4SwTo050NLMiUQzpz7DSEaNXk7pMa+S9EXiS9vZgAb4QYKsQ3eiwG2iDMeEkOqF
7IXisMwYC+g/qC8YS+ZHZ56rZ8K6ihumqVsfV1bYOldOvJsdztmOT9ruoN9Zmv2lKLOO3vaA18L9
UgJUOlTg0XDykOgSjznRi2SH7mjC9VtCbpkvkHnl07GhS17bG4ykRQh9d9f51XHSdcInmrexExZR
wh65Z5rThMPsfEtTfz8Q93MoUN3fNXH/xZwFe5l7G7lq34+D9cWOK/olrXYBKZLccrMpj6OBk5vU
6IF2MLtlnpHGi7RyB55hMyEIJtz5qi/TY+LrBzXRDSloEq0BLE7ZnPWs8aaOXgO1VOZWpwLwQyrj
jZ07j65sTpieaE/kQcGBIiJdbjdHRrfLIUgE3RpfQ/pIQQN6owr0LevEq47QxPWWuU/69X3k2FGj
Xs7mJtAbgd7ZZc+s6J9iBCQ3qWQ6hhKEeB51F5vW1xmeoU/yaZG3B4gcO2nbD13OuMkAwYXtOPQx
8ghsMJs1qlj5HK8T49IAP1tGcIxzLVyZLHjC3swu31cmwSsoGuGoEsuM+So+s53ruJSvuVmfL8To
Yg2A4AcFpY55EdwidLV4X0TqLJL1sWrMfY6pkbJrp4Q4an3v7dH3cMtL4NMgRdwwspfbrBSXVkV2
YVaMzR52wUOFmpO/hCQeK1HqrFHjI9pr8vNmNrR+Fleq5HM7+kvsinNDZz+DO/Q+DOMFh32ymUdm
hiSe5NgwLGle8VBT8skKyoWGZ8DfjZXY5gWGROzYML9e2u5W08e72kY21UVhbd1VVf7MKO8LRsU9
5ojdgJJhAQ9TxNoBgfllQ3rbpOERqFKUpdMIII1OM17PBu5LO78zwHlycrYq1oZMNM+V277ZenTu
jNgNourUyXw/mmqvSXufZCbxxngwnfH7MBZbiYR+sIdnQix9IEFVE1PNtzur8E9Wdukv49dhNk9d
fNLt21gsN9Xkn6ucuGi723mQYtqkPQmmh02EySoxWMiqqT1vbWobXMsXKpPfBLVuNmVwiHyPmqku
X8zGPBOkXNXZRb/UUcDx2wl9L+NzlfyaWRfvJbO3DdW0fZrJkO4X/6JpqqvKam8GzdmxflwIwQ9k
3rUzQatuby0yQpjErqa5/CrH9wMBw7zQJZlMrWkhBGMzafBX2iw4B39+xri1i0T+Rcr8wqZQdTrj
nGHHo7STB8J46EzGMt7O5I3kBpuWVNeVoT8T5pKHA2MPtgS89sq6cufXwUpCD97UMnVziIcJTZd/
UKX/2AuKl6ZXx1XvM5lWu1eWdkMD+KGpn9xJnCbhv/IkybDos1siioggFUlEKyyPt2MyvpTJ4m+9
OtuZEFQuyrm29iX+9WUyL9NUvx4Ffjcm2Ju2E1AIFTPLwn0T0pGbVs2PUiNgvlkS0BE48tfHcvCf
J2qllK2M2d8J7HywTA/4//e1hkXFYaAYCHvAODKEs04oEjPF2FTnmIA2CYioDQSkbKMm5xDBG2T+
/jwMV35eX5JDfmFp3p2v4CC21hOyhY3Bssee0baBMusHtRBo/y11tLfFOieN7Fpf1V2gf1j2bubZ
OesWdVE1yrppq/Q7kVkXOGofC1TWgWMzhLQZDfDXJZF26YyS4PD+aNrDdpb1u29UN1M8bKv6CcvC
G3y/syItz2OpT5exgVdxjK5q8IKbbrCObNqc1hYyeGQSZin/m6KdNNTBwLgoF/G9bKosSDqmoZVl
MuZ3zUAbO/hM2l6ayxZX2Vnbtl8ziMMtwfDZnE47R8cd5rWmDDS2hrwYD9oYXzotJemyBqVaHNNp
K49GwJTFC6Jy3Gp6y8R7HLCgJfW7lq7mm6jlNum30LSR4hqs5tId+tDtR+tgjBAMpFsF4EXvozp5
JimEYmtQp9gwL+umeRyYuRMeVY7HuiAWNZqdR7sgG0tluEQtK33pa/uu0rCsln32LTFpl+FlafZU
pg/DMLsbM2oOGhGQG6W1T0PUPDNFRssIOjbokqnA0Je+oq0E4LBM+hHBgbtblKc20hMv8VjdYv1z
6J951/QACQaLshqvYXdl6upiicVlZpM7laawHEEO8UYh4NkSgS1wufvdBn7rs4YCJdQ6uzhzvWTc
p4iwQhQWy1735nwnB7y9Y100hJpOY4C+vDzmKCv5ymX0xTDi+6RxGRoQGrX+NnWVsRKjA6VANttk
x82haac50UY3I+RCigasZavzHIkcFOn4hmziYBpJ+PQQKQh/G8mO1qEzbuHGvSGwus7bBaFAZQSz
G63d+xinM3Si8sKVJoeJJiWQ0Gu0cBrmfpfA4QtEJd07OdjgJlFHsD4cZhPbcBpTrUzVdN1HGT0b
MUQniUCViUWtmec2HchdjY0VwupYBpLZ/cHMkIA6TZN/jbypOAgNloM7vcbAlDw93c02z0bmPlWa
dxo1DkqdeRQO7lL2WmsuviaR7p1Vc5WxTqeYtCZz+FrI8TFKy4NmC47usXVcOra2BX9frlsnc+Ax
n0rznNI03wjWqrAtUJHWwDo0G5crK5xrVPcK+6C/nXMQHNaoJQe2lkJDIhobEZufY1IKV97OLQ35
zcgnAz3ykO99ztb7uKcHA74V9fdQJ9FBpjmxAzoy1aBdw1913j5Wj+g8jaOLubOsDXo6EYDYbanr
zEcVJS/Kh1c6GefoQS5tnkSvS77FPGqlq91LjwGIUePaJRw1b8tdUrYoM8AbOEnPLGdmoNWzLadA
0MhIz9rAiRQ5CwphbXwmjPE8Js9q05IgzJQePy6Cm6ByynPDsC5TSrXCLI/tKN9sP9tKezj6OGRp
+p/bzUsuooep864HstfIAtgpzzy6LSMQ7Hb0k5lVDd3XyJckjRfkKI6XzIDO8/k5dlVQlfONZcdX
05w9aWV9qrPmzKFoExUxYr48Op5+4zG8smBxddAQw1IbT8RtXFtw1upOXcfDl2ZKb1PUhhixl63j
1U90FeyDS0lMwVh1bLGaTYtAkGaZx72xgwQgTygYjuuEUEXkDC35fBFNw1Vu4otgmpeI7h5dPLnK
2ptN3bdY6suYMNWBan0uS3mbTVDgmEsIxpmISlVFShz8ho2ErmZp7XM+lIQAa6y7lXHSUh2nIPsU
lAH/HDPqwwDFPVgY4B67RN5EVo03Qcd0CYLlsh9MiXNuuYOe4AcrBy4DmICv8CqeIhePvEl1udhl
wCzjKV6VRBvTuNX8jizNNn804X702PWPRMdRvit/l8FDy2KD2XCcvHdZWx0iffQvSr+eaeWkltql
mXfWyuwa6TDbosdhV+26ynu043WYtA4asmI+J5iJEN7kgsYQmraCkOWWGSeAACOVe1OnyDEh6qot
Cq9DskBsG2z3Li6nu1TmT0NDSf2jhf3/u/n/B/Pb77r5d2/lW/wt/2c7/8d/8Vc7X4O9igpE1/2/
eubEbP23n68ZGOFMkpaQdfoIpeGK/t+GviH+g7TItgmpJaiJLju9/r/7+Yb5HyTAPtY5YSL3WKFQ
/yKF6aNaxSFFG00ppj4TETOj0M/mIBq0ciJa9EZIzXgSrZU/WL4OI5SEI05udu9NLxW9/j/oTFdt
zv+OEP666spOM1ahjI5C+OMIwaUFKREG3wy2LVilC3kHZkj+K7fL3xdZRd4u4xLUrJ+EOA0lhRf3
3g39VvtpdtvuPoub6U+Sp1XK+fmjID9mvLJ64hAGf/woCnUZ1FEP63aSs+OYsX1je3LYxv6on+ml
+/Ufz9b1X7/4nyTajwqrvz4UwTWrttp0AWN/Ep1lqTG6i3JvCA1vzvXJuotHwzl1yhs3v7/Qr27R
Py70E5qwBOyvj+7NmBPamCBM3+itlv0rk8DfnwZJNC5RxGAwiz9+eSLu2LQScVMgdr3lhwYmjeOy
kD2HXmr20zxH6xkn4e8/2g/Dw0/3zCXdgykWno/P+OA8XeSc5N4NJG+87+TTOpuGISsptY61Wyo/
u1OtH21LRuJfHA/0imMV8YuMgflurEgxQkkJeHdbvzmOSW5EYQ5bS/7hBvzqzXR/jPnQVrlIzj9+
N6ptVeOn7k2lmm5HjsBiB15KMHShe/LdtBb/ukahfvb7r+YXdx0vLbFdmFKAvH/+Zma6lnYymjdT
2htHsx39cMEv/u9fTMaRvPw4hFl2/E/KxRZkQYLU6cYvBlRftBnBygDw+f0n+cu28/EuAyTmEiy9
TEStz0sblnCMRLU8wTNznW3rOMTKwbmpji1hmFUIWJkhBqlargpRdal0a5QLxyW7sQxO17revDOF
jeKQ5PphhZzatbcZS27JHmkLHaC0TaKTaBDKhmNFiySQiy9us3GGFAGzN7peiFHQEAr0U4++SNYP
rijqh9YuaFQMU9O+J0PXo7CJPZ2ek8aUjTkYUjdm+rX1ZRpaypbJ7NP7vta5+YVtHOD+Wf021pnG
kJYhyfyBkb3g727g+vLGTqdYG62bmkYpnixa9t9QpsgpsN0lpZkHa2/PaNR6iEYb2fDMrO22tRpr
2mGjtUhaNtriJtV4BfcZ/wJy69gyDu1GZ/wqjJqWWt7A0eA0wIw3aBBHF4wCJD/S9FH/ZidlowWZ
0WuvMfqzd85i9gETrpuGzug4Q+BRM97xPfoHcyoL/2As9AQDXrH4XDTwYg4VIrB73crMdBeXfXRA
rDwSJtLB0dp0TtLEW/q0YwIfwsDJgs87e+f4gD4q1gwTdVHTL9XJHCXccSlK2nkwg5iZxBSrby1n
oyykO8SwR2Spe4yUDRpw8hzza0lBiF7HnxZEvI3GwbD1Ek4sDvPhO0s6zTW4seayKrgCAh43Z5oq
ODlWnuY9sKnEe347U2yvFuOzp43q5CFoscLGytrrZeic80b342+J7xYp59CkNPainbKnUnZlupOZ
M4igY+Rz4uQwZFsmR20eJEs9Rntd56wXFq4/ZmHij9AlEp1mco1nS9u5hKQYoSPi8ps0yH2h6y07
Jn7LWL8UXeSSbzs71SWu5Z6qPfsf9s5kSVIk3dLvcveUgAIKLHrRNpu5mc9DuG8Q9/AIZhSUQYHX
uY/SL9afVZbIrUyR2yXV67spKZHMDPcwA9V/OOc7E9vmIUpd5q15QKQnkvXkp89YE142Wr0CH6ye
f9qmHa5CSRJq3akQb0EzyGqzpDnKH7wj4HVQs6HM08oB6FQMory0xtD+Vj5Kn01YhOapz4r+DN/H
/Y15Ws73hU9TIxLaDZUzgl7VgyCEu6hRLYOzSxezqgYSaVb1EhU9VF+fTcYVYmHtcn8pUZuTQYc2
i4EOxoEK0NB66Qf7scXbzysGdHVYO6MRMZtfNQ4U11PI2MmGGmdCth2rdgzlzups3huAJHbGvQJw
b1O2dp5vkaZPP7PJ8V5EUXYfqBGzp8AE9DQjACS5FqjOPg34txcvqPyHwl2yr2giGmGTeVT6mzxS
xVFNPM3HqEqnWzAYKttnECiPQ4UWbc3ftfkiloYvCK1e9WXbcfLOb9C91WPQy7Wsl+A0QtkqQG+o
6CMq3dhfzTgQkLFGQOzIbh7m97jul3TL8IjxQZ9EiMBANtkXeN36I/MWJjz1VOW/2Mbh6oydenwm
CVn9lIUVv0PqbBtCukTy0WCweJ1cj10NloT6Lq8hUa/sqLCYjCtVZGu0Uj5ze77x+9DyyYi36iB7
j600vYiO0AmUSzFQlMAsqdyxp9JmZ6rWTTYKb2m9sZLAf1HeOD7b5fUZnOzhdeqIcV6jXIRY5mTE
ciDxa2d7DSrQvDoTiq8WaUexhxSJYHlxGN5CkYIbtK7NmF5sN5OMHazQnxnLjF4JVYRkrDWdDOC9
ws+c30aD3cS/rdNpw7Y9iTZcYIg1UyHMfY9b5cGoeQbL5FtA6rDp4w0Yr9SvwRctAWpWBHWqK2tE
mApI30PBc0/sStiU9Vb37AM6A7V6nfT0YU4CX5R0IlMcxwUC62XiJG8+qkGTFEbbnV03xsTHcAK1
qgaWzDjGr7JzqEnVWAmO46tMzPjVsIAh1cZ98it4DaC6OnHba48lFk6ftNqQ9BSJk0UeS3fpyoLF
BpIV3ly/EWDMA/4/qeC8FdMqiJjVboJoaa+XXaI5NgWh96EBxrQdrUDcOKiIf9dqiDx0CfmyX1zT
JADEWmZbpXcll43xWB6AyNk3BFcJRtpuIt+1X85nr7FDzEaLHMm6dKX1PRZW91qOcYRva5qXfkss
QvYxVFVxD8Zt/IW4wPlF/e0tq6nO+Orx+KfmOMQJSe+WYleztdrQAzKapvXWJXLddl7DrLOfW8Au
aAnnLskObTgl/ZaNZ2FjV1X0w1aqUVamTTWXm56MgGQXlLn7TU6eM2NdAqN+ILDTz9dTkBdije7Y
ngj+bgprK4mKuS2vwO9DH5a5s53dls0gWHcr245NAaVxrLz2LYecOW0EEM43ZlcM88cANNtNTFAC
P4Jc3WJFJCZPlseUiSioqpFg5zB0MTGcaO9xq8jPSRvcerFA9rsGkzS26ygxA7NxuHHl2p+RQu0m
r4LsOvUdmV+uLBprC5ghJdN8GCSPoj3JaRWCSvtJWI+36k3JEBNGO+8OMoi231F6lPF2FjG7EKoZ
ohcCsp36tZf7DPKDyp0N+xaD/ZwxLCLLaFAjK1vaCiKWssS0TLV56nGAxQPMVNcvvFValUkLrTLl
mie6vWsvtphMv+sYAo+wKRU3lSzDOT8QCi0tVvBqTE8TV0HEWrjIp2OFEOANA2UIQrIjGKq3pP5h
UyqwyrbnBPRJwYh1QwgcAL/ainX0XLke98/dgm4fcQiiloelcoIPLE8jEdRRO1OfQG9fhw7DMi4h
l0z7lW+KFhVKC+R/vZCp3qxwz1l3QpYIUsknYA6M8ZDCwTVjxccZj569wwrnYDTzqfcQgNQQYXXg
sWPrXIPxK8gTx2y0Gzu/pwF99kHEXUlP4ohwL+bYmu6z2WXkTsueLtBup8Y6kPRUPUnLHZjazCaw
0OGGAf8RK1wxnrQPduyFgR/7Jc9fomuwmcMGZOASqXdlr4eerzg1yMcg9ANC1VmY/RyZXKpsw+5A
NFvjRB181zFpmcRFLTgEMK/Q3Ird4NhBcTfnxVlNRX0aE8QWR6TNoB2jqKpAIrEqxS6XJ82vjg+6
4FdIUQypocYKQ6hDoznq/RLq2jA756GROQ4RKpWBPeowOOu+ahKQ6hYowHXfL/Iud7hfV1W8lC/F
EuUQZKeFlEl6LS/dTxZ19gTc8BlrlNQ3lRzH/tjkUTFuljLLfwzZGJR/+KD+Z+7E3Inm/r+HNj0N
3//nP/+kIv37f/DH2MlFD8qiGAgQHQFC0ivG4h8qUudvBAHQ2pFIKGGL+P+lIgUOLpCQChtrO2lB
f8c5/WPohCiVPB8g3/B+GKVg8fp3hk5/9JH/1ZsxuKDpDzDHMnCCH8Xs5M/NrRe2JJ308kenl0Gy
OxnbICQ5i72iPuOcS4JfSCE0C7K+XrpGf3g9Ep55m8Tg1A4z5F2bRZCKd9KeIqrjtqquqXilF7Gz
3HceT9s6bly3F7cuVUYtdnEWDgTfpj5JOevKR+pzKCqYyWuVGWy1Fi6aLr8MykvkpoPjw45zwijR
bAYrq692TGUTTLNrZeWkbO6769qJY3cudqGa667fGVSkRXAIOIURxYKEDlckeaVyayUtPU49LZw1
WQR6Wu1DJZVZw+WYMgQDQDsS1grJZApm49fGpJBWMiBUimcSZkBJIoDZlNfvku1h4+PAIQTQvihf
+8NunufM4ZBMvRrzjOhgbjpLqO1VOzClYKKvUdqpvGZ5snhUowA/tdMjuWJtuAbk1F9alVCEh76Z
sQ9XXV40v116MQX6wkcXdi0CgvYrH5a0vZVJotDdUjzV9XqZdcHkBLXeoFe143MvVm0IjinwpjA8
9l0eFr9n5dUIUDKRRMON3VVDsbVMynB+FmWB19l11BvZ7RO9E3TkYxpz0CNWsieQtWXZ3g/Xyn01
Rd7wxNflDy+0Jb1701peUcwEFQ7uhUp8yDZtsSBzEu3E1mZIOnk93q1+VySL4dcTJVOAlersRe8R
jYlv5JMRwjIKsnJb8AA3m3JIqS96Fmj1qbK7RG1xtojvJHbZVLexcsN1MOcYTYkvSoaTL439Rudu
s5gmhoUhhu80vbvLloqhTRpfFz0mAk1JvmWBMgABEx9mbSau/Ki/UnCdduZvGYz0PG/0Pl7A/rEP
rjpZd/RBNlrCnzaw0dMBE8jUEi9TlXHCGg2zGJrKtBFDeCcbTEzECIYWSS1FpbJvE2Px3geydl37
ODpoVj8TrkqXO1glKliNrdUkqKQXlLzHWnWLm+9HkkHBYvZaIW0tFwNmMKH/3yA4dO9q4vNipIuh
StZOjplns2SqIRTX81FPU+uWAJcrFhh79tKs3aY0T+9h0nffHiajhF7zWkQBn6Lwmd2GbszMkvLJ
Scbknjd2euWp5WM0LHFZ2sw5a3crNP2dTgv+aJEK/mE+UihscXkiLYoGt3mPXAJLt2oQ8d5Y1G0b
xj39BxFb9hNiNe9jYXr52rS6wqrOZvpc6kQ5h+vVbM6MuYYAb7fI8E4zQDKbdJCQjXEF8bCVTelR
OGlQZKsI58+yaZmWZaegZ/S2Co1URy5NNVHOTOMjukv9o/QbzIHNnNKDNcHMb12zXgX6nMrxvfU4
YlaBPZfmwCQHVZPGvLQDYV2GH1PKvY8OjASr6Q52Y9hjhEyQHq4ELRXkzinsMGXLDAcnR9WMEV4J
v39SYPfKS530JMYUZlFVtCZ2wbdwhMjcI0KoUEi0kJ3izlzeoH5Z6aPVY2tBJgAgnFYeX9c1NkVj
EPEuictr6qw6oeN240IOz9bj0vjJXkRdGjg8pYWN+ssztqOPEx9HtTFIUTLEok4rb5Bne/2xUH7b
XRgihtYN720anIyn6Ds3JmonvbYCZcu1BbEyXNY9EG24/dhnVPJTuHY6fkxRjNTXNzFWE6onx3qr
wzEXc7opG52NpMRaE5JMzHGspb9AfYVLcaxpK4Exkzmq7fwQmVwmLxBb/bssqaC7A4/1Xgzo4PKc
QJJ090KOWu+bcphsWf1AZ8pBFo1Wzap6nToLwZBPEjuqH3o3YsiYdaB17t/yrigsRL+iGdCnMAo7
pniu4ITzwqRPVTqSxqoXxsCbyc1QG7sqotYP0p6NX5m44tq1E239mFQdKbEgivsH7J2gkfQQo1qE
O5RP+2hu4hhDhalu47EV4ab2bPEZ2mUKU5exM452O61uO9/DREtKEJVwEl0fSZy/ZFEQrkTqN/kA
dXnxiZyyVrknIZFbDKEoedOyuEX9s3CZdn5PiK5kOXPXd2U871sL2cgeMU98DzOZ3oGJBjHMCD4R
Ldmyb391UjY/GFMsM0roPLiMdOuXhLvp+mjY9qlKKh+WcWZH+WHBxwej2nSLfaRr5/ZU3LtiEzsc
KrvAUjLZEXAlS8JEm3FOd8vcj5+WqppvxAlhcbG0aOGdA5RHOZ5HiKcFNC5nNUqDeLBMuthF4uHZ
JwMzSwMR4AK4iuoIFKGQB01MV6Dwf9HByb/7UvxsEwaJc5O5uKsIDmGcGVKiMsjXUYpBpIZ2geov
6DlVxxKCbho2KMTprIoTy+qrnmxhi7vyeVwPRR91Zpfkjf9xDSO3GIoyKmi3YeD0qAoUWSQHuyv7
5VG2HYlYkeu6+3HIpDrxQE3kXUSTXNZaG/kU2m0DNGiy02/YZS2hykM/gzaP63DTaBGqnds0o74d
wNeeEjd+LNtF8UdWpryNItqEVWjN9Wc1dM2zsToZbidyiXAsEC1Vu5eW8IIMQUTtzC8g8VnYNx2j
iUPcCXGHT37qVl2bOzkOwmJRx7yH4LCm+EjJVLDcdxfiUHZgYJrhlbxedH2Vu+LH2AtveKlZICDr
k3ju19qKUoHVEInvvg7Gtj0w9F04gxiH0R14rQ+hXlZtYz1MPqnP3xkeP3hosg9EvjY2zKRYo81P
2yl5al0PyZiVOvbPGPtEtc7KAe2CUi2kwJnP+lGMblOgMtXX/Nww1c/SOPa3pm1GZZMmAd+r7S4/
S9waHLN+VeX0gyVNbwpS7bOY2BWCskgJqqKZd2/snggLkLwzCAzA0IXZYnoSR7/ig1hJ5HgVSldv
vKSJQ/ABOwX7Rde9g02WBN4AYXlPnWgtYC5Wpk3ma65cl3Ec90T4rnNnab/IWgaNQvRM/4lerD+x
aE3frLFWj04qZ7GFwujlnHJqBInrBzbp5Fd7kxclst7ig8IbVHPDHiFnV79H30/PXdDHvztmzj/Q
ongNVGXX38vSRqCgs8W0TKYTLYhgQUdvhlGSOei38audme43tCoVv+GWdAtutqaattFYpOIdZE01
PiuJv6leJ4QbB3uRaQciTEmv4P6L3d+fF6fXFgDlPH5V0BkCfqb4y+4vGltiBflLrVKMJBXfBMLD
LTLH7iELir7iwcQI/u/+TA8cIdg1MhOxynme++e2Q9AxgXZGaxdgUr3x3CbcL4U1bWd0WNuiHLt/
sYS6bmP/1Obw8+CwAl27/kD515/nW4zZiNgmfGNOHiT37ZrPeNg6OcrKxOoNEyzU2AK55pbh/Pjv
gRhdxojgcKVLTiX0T+cqY/hnEsWC/bdPnYLqWUl7G8kejZmov/+p6fyXC2m+Ri+67tZoNIGgkEv7
l2Ve3jd1OnGYr6zRA7c2y9bjDLbFNoE19vn/87OACePnJqksuD5S/4Snip28S3Sm5Gqg6Nr0iVW9
teZqG9E5lp//98/6y5L4j78Ywg3IB5Hn+uAy//zDLKc1Szk1kp6G00fOAfx0A9r+oFt2QFVfmi22
FGuD3qk9MWsLv9DfY8xw27+zkTgXTOi9TVPbfzJBnkk2bPS/Eh/8eV37j9+RUZqU+DqvPLo//45j
kjATNXz4MBlAPoxZefCsPN79/aP4nxHLf/D+//cDlv/9G10PC7j+L2MW/qM/hiyB9zdGItcdNi+X
z0iDr+ePIYu0/8bO3o9IRwMM9Id85x9WXSYzHD3yKhbBwhvwVHVq6NP/9R8i+psLxoYpC6mQf/yj
f0PXQ3f958MH9p7A1A2BFfEAD4fzV0DQgHen8y0rZq9t8rPlhr/mNIH9uyDZy6hLkJee2j5PUdOO
ycka03cuIXsXjv7aFlxKjtbqosAb0p3E0t9ZNTNBqHMDaAEV2x5R8qGO7gefmf62G6+sBMw3prwv
cr8bt23q+a3Nn9IKhiKrfCqU+Ol3jae/fV9PN/QenfXWREIl4OT7irIiGC+9F3wFgzM8UEszgWb0
WdYMSCtTraVdbBMG48dWRqjZ0K9ubCsJH1KPyAIH6b9dNxejkggsnwEDhWmQJvIcATpYDplXrQea
1o0bNsOpCX02o7p0TiMlOjp14up7K7sPEBdv/Lhj00G+e3UNlqB6vknj4WPW8J0GDCMN9rNM44mr
zp1fZ6gSEyfYwDHJN7XQck+RXKwcTFJp597Qu+d79nNIOMb2Gt8U2QRprYlfdartGPvqtVs6ghXF
psNLu3agrULqgv7KqsWtzg5t8hqqA3BgDrwOR5e8q3qCwuzK+T1Y8yWvOvOUtNUtkvsO7E9lZqpU
O9CvWnsrn63vpeOPpNgHmO0cyaLm5852mt6JQmDDI3K2+tXNo+ev27bAiKhFGlErpH0qIE2SC4Aa
3X+1tMbeYpKE5ZZrG64xclVBfbM+V1fs1yuwnPRpiNz+Rqfmtc0M9ZkcvGqHRDffDbbX3Ph8bPd2
3hyHdiEoqLlXoInwOLREUHO2bRItd87YfRaKmDTfYeTN4pc6Nio6UuuAEI6R6am1HUYOFO93dTAQ
y1YIUHarhkdmPJneT++TMEmhoxSuMccmLeeXq4VMbpDq0zgFh5gIJ5Wwt9yRHuGheF3KJt4SW4GF
pRiItSOcyWVDH5pLjD1Q9wVmPszfpnkoK3SUpwZcLQAtNzTElJVgFDZ+TpYHsQ6sUEs6TliJDMXk
QliRYFa1R8KOm+pq8xLESWRpR/I2ljhyJ/xpy2vNpsqzlydWWUwqrMnYm6Ecnh30nXf5MCZXVL1Q
31xE2Y76Xqx6p/bu3HDCXUPr6jTyxizJsOkbnFy1R++ps/mDPOXftZvtG0fBROrPRBluqiL6kgVa
j4IchxXTlDOOwvjVM/R7WHybnd0kaHR9FPod71HWEIokVdzvFeFq1S/By7TjmZ6JMCnyhgX8Upwk
c8AdEeD1E2pfWqtgGhDcT020YNmw6J7U2E73gU3+BcSaa7/i5vW40JKogSkfcPxpybsTM4HqsdYB
CtXRPkvRMDGMG2s+DXq8Ibgov1Eu0XMr1UYQm5jVVERRyRG1llFIolBokx62KNXtw6xnQ5kFdlru
Kb70p91avbeHuNyxJeoY7G49yG2nQQzFA6GPcAi6TtPKsm8RrNzm+l4MLd1kQ29n7XtQ+19j4iTF
ji0t6gmiqQN/LaN57SVeiA2xSn4v+Sw55+Z+U1UuSntTyAcLea8L3qX8HRkv/1FGwxDvxywdV0M6
OPXK0lctfBgXrEFBtjyid/6MpiI6tQimNl3JkorclmJtJa77XJSpOQXWSChJJ9x9lSVoDjAEWggx
spqB6txj2ipVZB/aqPnA29idorkVN0GDlxijUtIb3NZlvu8bfOQrT7cuQAK/vFp0ej0xf0gZITfs
jEtjPhHHizURzNgbO5fHjP2xUqOmB4aydkMZM+A1LxwIe0Ymmqz20llOagiq2xyR1I88uHpNNEl2
xZCir0syfZAqfMZHO6SbyX+2cKWWaHISNpLxpF8ST9yVDUZWlt0HmRMqylop3JOKij6m1CcK9vEc
+Wbt2WPRHRImD0GFqhXliE3SKYNQewJlp/skDjdVm/c7PUmIQbC0N730h3O6BPrGssydH5F7tsJR
zEp0ZkuPRZnCXR5AMsmHwiKGx+2y+n3EmvOyDJ4Ery3Euxu1D3gomOSmCDgq3bzwlBPBNAYPwgMC
UzjegyQQEcRA2l7YiP9iL/AtmO8VeKHxFeZ4IMAO5JJ5IhJsDopKLRAdKxQLa9O69SEPvUeuqPCU
1SXeUiYOl2tn9kxcW42SPKy2rmW3IPuia7hkiTVmia/G5XwQyyeszs3YV+ginAGLG/wHmkeu3Kzq
TkZhLxNZS3CUIyqC1EF2NCjFW1z7Cf0umYtyUzIv3VZRrgGQmjN8mwvj98e4dyCNmc6rOWEzGdMy
1kiIN1leCTbgMtrFVr2HEMAKXFjJocwyXDcWdqaPxRnr5z4LrWMGTvJuocMjTYgd6XVilgHyynBk
Lmup6+c4yFjUlunCqYl7v1MPJHdMqxwRGGyzpO3wo3KNfc59U1WU3W4KjjYL5ieRE+wBf1Li9RVi
+DkGvLg7r4184opZYr7iDyIMqqaDnv2cSmN0AD/1fXYLKIWLZeliOviuXAuaqDObmHzrmvQ8hYHF
LChlfA91HXEReVz9e0H8n7OmK3FCvLlxdS/nwfVIK7PLS1+AZAaQ2U3TqgOKFbVifA+SQgv4WOLW
0UV+35VqzzwL11RZ/6xzG8s0QcrrGI0ZEsi67Z8XJA7TSjrRWcaqwihEiVigv5qXFbFzyZ69UH4S
nRs9I1aa/HWYMPSUoqx3OVcl650pO7ep+5jFAjMKj0nabpOuiu5Tmy9nl8WUqwQkQYxOnB5rTigd
OFXZ0ugeJFYHYSVsYigAoCX4exTC0yQPSTgZ+36SwJV6QOHIwu20Tp6Tnryush4fYmLlq7Vw+2A+
eg2VFdkmHfb9ZZ4b9eo1AfqSnPBDfQVWB58iM/alGaagWnkUpfFtijhXrzOZM47ELA90JRyQvayM
IB31kENtXHDSZ5bZkebZYRfzLPM7dwImfJa2XrNKkevOo3RA2SV2kgIFqkVfj+6u85W8GwUvLXKN
TTrlyZmVenjqCC7aZWp8Q42iMdeA6po5TFPkY1Ebb5BPeKuJJ21TTLJYlcQO8aKQo8VXpZo30FIx
Iia2js7G8+z7zonPtRK4dJQf38SVGAF1hFdfDBavab80g2VvkrRCtzFVaY+BMJtxYkDdKleQRZaj
DFV2Mnkq0DbEmKwHYfDz8co7WfmrzFDH5wW7yMzWwSWeRxQby5wQJok5R9zaXKVfYIE0cShld7FZ
vgFn6DZ50OQPmOb8jhdhTk6e6934hUMUQEyu4eBW3gU2V7qPButJw+RKNmOQdacMPQO+a/0iEqzR
VLHpzyWdD2RTQVGbuu41MDVbqxEswxdbFzIaQ+X85osl/avM5T4y0NRsoMQrPDmoSw1Dpr4JQOBY
bvTRto497tKpy07JaELzwskdDqc+jcVphpi4VZUJX1Lu6XI12g2W67xIzNdo2dmLG5fVh4E7h4rK
7feIlPxkxX7KOkbKLT9T1NHwZsDErETnND8XVTv51nP8375LFbOtadALa0A9gVMU+/EysXI9Dy6a
2FXeYizesDYofyzTWH2XbjDOp3FhTbwn02CJjqGFLseJmQeQqEbiMGmHQ/HsyAWY5BxU/HuhqIb6
GvuIiy4oJ5lcQrH4/iX1vSHZwr3AnKXzpN5CpcE8ONeth2WM2TluvJnjCsefAl9rwq7f8O+N7hOB
C3l/9DTA4K3VtD1piPgJrnrcUlzz+aJezHvhoQ6ERhchouF+XluxyTcinORXPlbjPbarBPCAoeIz
24R3jCyaBOrw8hShR20+dBlQX3utPnISGEjFUdsMn+jSHOcwZMlcnDvWfPj1c2uNC79fBdov2ofS
zqbvgtDSDC1wRBk6x57/jDwuo7AcAr/ZNm3JxTtP86VqcWo/c49UeLXsRMdbS5VPQFgQYfdJuow7
KSan54cQMDhtiQnrvoHpRsPOwDqOTLMP0MC92AAPfxAqo8q11aVEgYuRkz3XJd7u3O70XROo4iaG
h/xVAdZmwwlE/B2NYN1vUzMmGNOrtu53VUdBVWl9r2HUsIlMo8+M8AecsE3wMC2sMijk+n7bESCO
0RpmXoSWq2BInvuxoO6MrNHfViUGvFWjmsza2Vxe7HFtvvu9Te7jOuZWZRPcY5k8qAWD6Rqpjgx2
rGNy8I1DhInQMoUHQDpx5Mc0dq3H4BFc6cZueu81JrGECFcg7AW6LsQOKwxF/gOh0dxtaTJlKITJ
AV/LkWS8FdHq1ze1qqrfGj1muVNR7rxQwWB77rzxWiYlxaEeiZcmtEl9TXBB2pVjZfYbjOKSPmtM
wfPbgI7ui6jxy32WxzVVnKt2NSaUcRfnvsovPp1axHYgd7j4YXjaP8B0pO2qcRrrUuKLOIxqjG+1
TdovS69MvdRsMLPdnPTjQ8l2/0tLFBvN4jKzrtuRLO4Z9WiU2jVPy0Q1W+rGvStt5F67yUGQwP8G
RHRLNPy3uFxa8+gbhBsYqhd31Sw+q8hYsVHf9qjQ0G1E+ImuVA2KyBb79IQfPaQ7is2CvLpA4d1u
/Zh48N1AkN/b1DT6MVriQa5AjWQHd+QQ+KGi2I5PkO9B9OSkc6lNKjoSwnNfXAJr8R69YjyxHCr2
7PlpUGQ7ifsxajCtzPE8dPuUTEakx6woJvx8QEWcxQXk4nR19pbDy6xO0ZjBbOmIU6PoBRi+KeBV
kuzCSo1STU9uxQyFHCOQnjpLn8JyVvNmagk1ArmVzaBzHSPNkaF+MB2YnKDegLcu1X2X5BGyyigX
+jTQbf1EyG3UrkjtmExmhCxo+Jv+PfLi4krbtOTNlIdiS9w4ZY0uc+sBQ0zHLRVakptwfpSa5moI
baJZPHQdgBW9WxHk8sgkBnQVaEk2T2jrSkvWP0CZJmdKkPAY0a88acdNP8pk8igaoDqCYRRg2JE0
E8o1pih2V2DASTcMERZuClGJ89g4qA2rSm2lqLuTHc3LHcQoGv8pu+1T22xghvOVcxxspjqe09vA
JYr1IBzLmZ+u+/rfqTvl7k3RjmUFdcoqDknWBsRUxyOSx4HHXG9qyTrlPuzxaRTrUkkflS1Kzzr6
umbTkn1LoV98AKZozrrlvbsLGoLED1eNZASqtR4OXhxubdcAzvD0U96oJ7avb3nkf1tDbL9h1+ed
dNrnSYGusS19X/v8UTbCYzs5oFDiLx7nM0yPtn9qKLUJJvUvMUwFn2Cglmr3tScwBXXPqR2rL4rW
T/BYD1HXPGrh/Kqc/IwnK1gXebXFmv5JfGi28YL+mMTLI2apaMU297OtavIaA//NcnkbR1/dQ4tk
21y9+9p7ymzrzpSef1bIlxipuVQzqbqrpg61hbkxEQ8ZASKf6MDfVUrqQxhk/q5qmg5qMHHsaeX/
JItUfJcOY+esj1DM6ORzEuRlwd6yooYRTcQcpQxgnF55VWxLW4ZG4vrA9GgVaKlXDlvnNQirQ9Vk
zzZhJcxhqDp52n8Zl6fEGcVjmqtX3dER+R1537IZ6M5JXE5A7eqj1dDnHOzcVuAmQlUa/wX20NJu
62Ye+BUCqb0EiaJL3vGiz1zQt/HMRo34Ibw4y3Tnt9EhXeQjQ52LcuqjqeU2zJl7lD7nlkNP4c9q
A6L40LR2d0Rh4m5iXCmBPd1YXX3rUsMjRYUnQMIDtPyrKDY9G0k2bt3kELEAcdljSV0i+3cWkcuu
0NmwI2oB70vOKj+amjsKrm5tMRNIfaAM1UDmkN33L9Ec3GsnUneNm5wVnRQ5pCxxAmQ4L23v/xYI
y87O7IUnM9LmMrRpb6yiXbB5TLfUWui9guAQakiEfm+vcxn/SmpooqgZPuG3vzuySLemxLKQWdm5
U8n9OKm9gesx9rP36Jb4k2x/1iukOtGp5mk+dsqqD17N3QStDH7vELor+p7mRnRtdvTy+UeUWrum
4Rfk9l9RuELPAoIUL3gKnDbYT2V5q9EioQnOH5WPPZ4mMubha7OzsvzO3brX7zymR12q8Sueetiz
Ho3gnPFpKtS9myovY3RcU39EsXvnWPnTUpWMkcZmvkNiOn91XniUSfw6gF7MIE5WCCD3bjHfMU24
SjLcR4fq3V6a7DCPuKSrmpavcfxD7njOOXW8jjQJfA82NBCes3G58yfRHFBw75EYXOMRDI8Tp/ea
RWn3xI9Bq7Xwelwb6kOgnc+2pPrFkApzpmkAIZNiBWvG0cyaxaUWZrgLmaithqZ41rJ69PP4fQjx
ZiPW/U21wWDAjn+VjGGKyL7Iiso0zrKezxX7fz5ED12o65NC6kc1gioEAVs2AJgOZjD/qev/SGZ7
2jEBuevT8MON2xvl+B8qgDYPoT261kWw6tChr8Lafe8sPFxJttyGAZgzaOfnhBjejyjFgOR52bEt
vZPdtyFxhUge7hBlgjei3xYxPisvBf02JKV/YM7PoLS+epB+urVoy28Uzma/pEV0BsC9PHVKoUZs
UvGg09B9lku+nEkIIwi7sd+QQhTbFDXVesiVtSGrOocX3M3mYMqye5t8vv0aQMg2yHSwG0Q/PxIq
t5xcsm55PSdrB4nRAauhg68Box41FoP1hrIozcHwXn12T3lMILv2QLOFIBICg2kjqVtnF+TIsvqG
4Vuenf4ve+eRJDuyZuettPUcZVAO0cbmIAJA6IwUkXLilhJaa+yJq+DG+EXVe3xVxcfuriHNOCmz
W1eESMDhfv5zvlOm5cXJlzum1peQff6q7mv7MDT4TZO532ZsSHVT37CbOxUGZiaV28qLYrgeNBZa
gZWAzebwcKElp16jM11hILpG7Ktztg5t4iiSB25cC08E96yx1M+NuiS7tI3hGBIp4eiSLN5QwaGg
LmNr5N3JpjR7nafxuU/Ux7m2cJVQEGYinx3SqKq/6QSatmEPma7j8OQ5jXmMi5bcUDTtCrffjfa0
b/NcPoQVVEEg+1rj2amxIzbHcQM48kslCiTDJblhtLiliTE9GdnY+aBj0mM8dNZrXGefprMITPg6
KDyne1y0MbowCqLxt4YNBBlmPyVTswmj9tLYEEqjRt/DiFtV8VCjk+fFsx5fHRl9+REq4UcFXX6U
nOhzMXW02Y8/KTdJmTJiWyl0U0DyYqVdODVynDTQNziS8q+m+sCt1LdXaATAEeJm5opT8VcyKm/2
3MFH0TaCdWQXm9kXBxwe8Iq60eucqEf0QhxyLfDAhDkOKdTyR8usrNdwCY2Aa483TwLxagNLTyS8
PxZnFF/0QW+iyX6TcfHc84U6msZ7roGHTHO1M1OLUgJ5GuTyDRUNIEc95o5H8BBuqj714Y6BGGDL
nmoBFdHcDOI6LQOSgjEQwKIMPaZrEj9Q2T8Zav+SdKLzndp5ojUWhBbU6QWGzJWWV+vdDfvCeY3B
A0WnN9Ya4ohXRCg2/JsPjtVx4JH86JpmeQd9Bc85qe1bkEMBRtHTYDgdcoJm6u9Zgh8DF4oBdCh0
OnoxIG6x6RuGGONvb1NW3nC+pUSgY2FJS/eqt9nnMer4aeLE4xKFGIodAJdRp2xQYGw/jNzyJcPQ
fHL5KX8JVbbvmiJe1KUdW5dwxcyIHHmgPQvmUAoDRyFjj9mee8OOqzC2yyClvpNmA0mrGvkK1pK+
6KcJ1i+I2CTAOTGSbAClR3TOXh4dQyWGOtLWA5MpVCD24amoXLixRjaU5wFVIeQ7FguZ8pVZll1y
Pyz1RNu2Bkw24CQ1Rvc51lpCOB3jmhlHyL5h6fhJkfBPaj8m37rVhUC2wI9OjwJbiMqKYBdbkrPt
PgXhmQGMHAG1nvh0dnSOajMW+wyFNsjRtsJVlHbGBtVs5ioEw12FsVhjQH+b8/yUmhNSK2R1q8rw
H1X6vCY5BcdUlIFepE6Ahw7VfSBce0Pa7ZQDDSebmMpbrcXtZaDvNPo8BIQjkZo7HmuLui+6VgZa
qHyx3NwUiwHts6OazgntqyQ9AQ2DoCdlYiIgQIxJcHB9CYomPW4d05vKunypOdkwBhrPtUzwKeMU
dlaL62wqYOfsv7nCuirAxhMKRiaNUNCXfiJLXZSEluVa0+lpz41yZE8B2CVNZAbyqhqWlt1A0Ro4
vZVMB6Brp0vQI4uGQWVSf14tafqRKAWBVubOk7aKcEv7vZWtHVN6/9/G0M27r3//V6aE/5GR4fQe
l9337wElv/6F30wMpvgFlIi4pjFwumhUGf3dxMDvUG6E9dY0+C8PNxxaf+eNAyGxKDfjb5IYceg+
5vf+5mMgaP0Ltd7W1RCEIG46OGf+gpHhjzax6wtbNltWbAxULfG+/2RxUWrOAnijqLow3GiT4LU6
9laUBiI1PmXn5H8JgHB9OcfiRQysaXg3VOtPrh9zikdQTNX1KCXp3uDcAW6b3dfvvv9/Ypr61Xr1
D2PY316GGKJGKpMcjvmnl4kyZWE2iK6n1a7l45gM9ylBxTUZEuMwJ2FK0q4t4M426GwNybubcjL1
326Iz+nfwu/yn7yLX1/lz++CMCRVTbrFx/1zn2Ez1Wo/VSNZ76opP+j4C+/oMFsSmfyUZSm+2p5n
BJJdu885lxPKjQaUEdQlv2jS6tayU/2N/hptpeVGrm8oDBi+myHP7nrRDJdejMl6KTu2Eq3CVkwt
M+0Ar5RWTrul+C1ypcNa0Ji7cBgmAxMpZCnkP5qDsTkW69pIus9eZCLyrdjm9UerDUqIgG9RUYxv
SzPfmm4lb1hItbWTRSWxvHy82IrOWJz5qpcPbOjWmj3CD//rS8m5+i4euub7uzu9V//taqb6LKu5
icOo++9//GX726/5oVyrAP7wCwC0cTff9d/NfP/d9hl/9bcf3/VP/ld/81++f/1XLnP1/e//+kl4
r7v+a2FcFn+857m1/u9up9N79j7G/8df+FucTPxCxZggL4ad0VaZ1/99kTBYCGzdcmxhqFfLk/2P
OJmCoQlDgutSJ0nLNcQi7t3/vUjYv7BPwZmIm09ww2naX1kkrkZNrG7/uJavKugVIKOSK2Phoe+G
9/F7b2AuE3jrOgdGHOTYggnr1suxpaMqYD9RPkUFIu2KzzD6kWM2wZQ5YhcVaFmxC0+7QMM/tIyL
LhZjy2BKlWbPwGIhflNpx9bVQEFY4UhavUUOhmje7cMpK3dV1c2e5UJW5gze0JMnrBykrDu/5gOA
jEXed0vh8+ZIYpWD41mjTtPOVD2ZzCt4J9g19Nrcc548VNe85TiejWYS3lwV8BBd5rxhBiJESStY
rvNwUBuYJZam/Ci6+9yXacBRxW/xSu84v2XAcwAoVibIXMWq9tUIgzVK4tJfXPBzQ8uwLG3kpa7f
59lYsb0U2x4xIghNi9evtYcwT6nNLW86UzGDRc0vk5VtiJUwQFu21XVAlbBnh0APtzZd92rq+sPY
tmiu0RkUHGS7dkE1Nde43U+mkj5KxW+Ziph55p61LH6OVLjrxgTZMmYwQmbHqt6khSaTdxbTbEP/
Vts2elUR6jxs2WT9hKZ4OcfIdV9nxi4OydVN0l1PruNzHs23c55SzFNEKf6R6GCW8WejGvkhdR3F
V3r82kxbiJL16qfRmeQJxVdUIU6oyh3jdUHCUOTBkPYnt4OAfnU/NGKklgIK3r2jNTd12u6rDj7/
Xs4A/8iBoCAYyMz6WO7GTnvhiipolRsOutvdk3Q7wuzA5TLoIIF765aSo++GaY5ntMXOHaZhK8oJ
YuW8pXSnphww3Y99RBpgyb/iuP8MTXFeLK6lBtZprhLDSWIFrWwefwTX1joxi10uJIzcEQQfJrGg
NPtki7xC+F0kfpNAuEpJZOjgbJvknKghI79wyPYwL496YZuMtcY4GMkS0G9JrlpjymmQs5BxumXu
dtOODGPNrP6UvfZZlKbXz/POSOnxsi1cOS4J7UZD0pAM5KEhJ7d9mn63sbjTmuVHJ7yzssNuwskN
nbAxAlcHI7DQuyoqYAhFGz86ZveYJu1NWKkPpsKfyB3mZt2seTrqgedMhm/LaFcu9T6yio+2p/zH
BuL5PpjNB1CJF8ZoDPwI/J/hO3gouxfGgJ5BEEZT2G5qkU7bZPcV4nfWqT8wVOshbqbitg5p6jKM
AjiG2mvbJNQ/6STV95HSkLWZXHozygr9Vcn2dSre9dHAdrdw7YAcnHeAFVZDfLuEBwHa3m5bryA9
Nmvba7QbyePLmsVel+EGf2FPkZI2IT6IkACp7nDz4zig8RONe1c0G4OYeL7AVG5kME/Nm2ZwzYwO
9PWce4HJDDEilb6RZ6N9AL8G/pLZlJlj5LjWtS89Tanvo7lpiWXb1TMBya+IVhFyNgPZAeT+1VLV
GJRUes360q7eRs4y1BA2Ralo8CYXTIxWyqgR40UpiD2uGIbN9446Y7ka8MJVfE1zLD5FMpgg3PEC
5AmWDyV2zB2WHTV6Y/Zs4cl0ZjqJ71QLk8jZ1qoc/nNFImwbxaaM924DnwVwj51XOO/ImwGE7eiv
PUB4xJbeAiMBO8AmkqT+EGFB4txlfDRV7pxVN4obT6Mh/q6LepMeB2FWu4mwCTM5FEKx7pIpQlDv
6FfZcAIz6HHNJn01zmrVbNrasD5DNQT00hQJB6I2GQZW52SpaWa1mL0CTWzIR/l4aWq4w6GRDF47
zJSnMR7JkmDhecMRCqTSqqqrULqrAlYIXhwjK28XXVCj1DbOJsrM8DWnCFXS95b1Dt5ZLQrBW5pD
Qaal3TEp8cTcpS8YZbL3dtFu6GE5m06inMq2MC6lNGBjlBIzhmnND4YGBl4g6r+WjVN4k5RPhkt+
JR77L3Bm1Zbgf37WuoFbpwPYJPBtuNMW5+keCCT2sSUgIrfupvTQifFkok+5cbjOGRVbpJ37od0O
DJUx5/PFl7cjoKTBdTepwc9d0dYKsprPSjtvw2Wv0WXFUCKAaJqfBndKPIjxlxibDwwe+dqS/nNl
ZR/Hgf9B5c1iZsBzc5WNWrTNY3sLkQUDlXC8KYm7huKDoMcHeM33oM6gM41VL/dKlFEsMm6MfhBv
kAGJdpGhW03CAnDBXYSk2z8xo1g3FAZDK9m3aMHkWUGocrDn8RndW7E8OVUYwG99kKpQ8YMiNIZz
lB+nmZ2lrmLjCae7rFTynZllh7xJ0Tmu3VqWkAPFvpL9NoDssq8IcbbfIHbh1ybaymi0eBsNmDY0
N822RjgDUbVtv8mw0U3V7FcT9x6KgO/IKL8d8xkPK9PYXjmaIU4FTutpo9440athzm0Ak/+Qt9Ut
TuC1YQDSh+WNwL3pw3NBtMwH9vIE6vpYVYTHMpRi9heD1zSgHFR6xroq3WTMPWy1+VERva4cjDN8
NlKH5rJBZ3Z8bSKmKPobuwH41KA1ilUPCfjimtO7HM+0DULaThR3M+ZaECFRucsRKdrri8Eb2C7x
KHWGr1J0TyYzv2uWdd4RUol8Jdexf07GtZeIqe1cPzI62y/RsNwwtN5aEKWPljEHItZvO8EQnBZA
Dv1TfpuLNMW5k1yW6L0YOj9nDsLYdUcxrgbou8d4WO0JpL7mi8pUngwcofWVrHv4YF1ycEoI3Kgq
vJf4Hsc16/HGslmXJzXfttdMclwBcgUh/mMbNO6YykfWlFun5EKqNH+cYMmU87pzayDwNRdAP/fp
hu7op0qvgxkpLlS1bWjnr6FsThVliSggINZsCDzFd4Jnd8xzH4QsZglelcbiZ0N0QGa4F2VxTjPO
Mo0aOoEjpmJniGkDVWY7t1MwRu5Hl9qeGd+28hjFXFs1RTSUe+J/4ZFxubrFro5zqHCDKX2pUsI5
PqMybdXZyp76SuUpeHYX1d3kXbmrSe7pwJggFa0NHIzCtp7V+n3IlU+XiU6THJl2qt+4og64u9eY
ulZXjTWT7gYP1WOu5dIPE1vfIDPlT5z7njV6lB+4J51ViIMa0WeAKqBusJn/WIlxHUbd0wCNz/Tq
FedRSctq1NzjYa5nDxwbYd3qGYrPFV+s+c48FhtRmpI9dIGdm6UQvy87PrlqlRuSg3zkNyv09fTQ
xnd5LNCh8PG0MabyMl7C27Eqn4UT3yB3p9QbmRsuNWI0xL/XsewP6NHseMr3CTN51Tk3bqopuzqu
KK9Imi1MGUKVoUo4Dhmrpu+haYM8aZeXMR4KnrRvVeaCjKs1SgOpy+ntDQ5UUs7qjdkpxdrWDWdL
7lk+JqPcuvGWYteXJbfuMox9AIvMV7f+GDL6SPUIu8OMdV3ad3YVj4BzVFaGa2jAhFqGuQ7/gCVt
8C3jOhY4hZnXZrMORdm6QYHZhO7SejH+VfZEefNYFng+V6plLp9gk7FrctMNR2MaEq+vpyVwOn30
NF1JT20xZl5dmRcoUrgLKnFb5vP0uujt8gMM0It7BncM308J15Df9LduNz4u9GOR593bS70DqwbZ
WyerDAdtrjF4z+HRyOyAiUnQ0KCDHdgXJh21Sm4rdwt2GBLw0fCEP/OSUxnJ1Usf2tj65FExz0dY
GGPtWZHWobHl1sgHHPO4ORwlowzAPTpTdExiIn5ucqMUznOfT59Vm9xExZ3biw+GW9eHy0uNnS7K
HV/2/bU1MfFH2VgXoRXKdrEY8LZmtlNCXMRdeSA7d9LB9LD6j3wORJq4x1kl1AfN0s/0agSTpPnQ
JK06cXAlMl032wqqGj5vPniYlPT42LeVo2wikJ/u3H0OeWltOT1E65YAb22F27ZN1hWm//VQ8eW1
grx1OKTzlkalR+R6DnO5Y67g7l+wJZ+Ym2waXe6MsX9kI7jvgWcEsgW1XdfzPh4z9gTPtdO7azUi
cl20JvVtyn5k/YJn8uHSIOf3mdxgoKek+o7HykXwl8izjj7uPzgSDfgnRQwrAF2EV6b+OTWUNdL3
DaHTZC2aK/ws/g4nNejD5Kl3ewgHeA4hn7+Y7XSiiI97293O/Fgsue2ymR3Hm7QD3GBH3WR7WyYW
z1fV7zKdmgAOd36WFc81rLAnpl8dZWTO1swZ6ddZH5iael5insixDTetApflhcb4bFXGW5GZmgeE
6obCrvd6if2myB8jxh7rBECBFmtfOInWGR1N+3Y414jf0m62dVOra1WBE1CZtyjqzQMOuQCDF7g8
nd0pPtI7wtHBuNiMzuLxJ1waPiKeLJYI0jadzrpK8tzw3Z7g0aS/IyL1q3w2vmRkNatSRHRcTflW
SaciwMYG4aALQEMx03U4fOD5yw/a1LJLNN9Nu2Adcal4CMX84CzGR9iUF473Gn3Pa3uY0BaCru8D
at1Sr03twCzD+7GvAkxi92MS+oNu+2hfsCmMr6Jtts44PViyQuxm+kpHXt9yRioobHUObmYGTZc9
UpRStPmd7Yr6Xgr7ag/eNiYgFMoiKljzC9as8ZkMgX0ifggofLGStzR1KFnU5IQfNKppSKGX99oT
iLHqM4xidWDZzqLv0OiXE0gIDEkqzsgdV5RS+h125GcqMOJVVI7GLoLk5l/7hi+tple3qraoxzTl
2qupL1pj+uuf8yIjKoXeu8PnMnvNzOFZLsupztnimpUNwRLXSMB+PuJEzQUM80XzGIa3m2Uhnykq
NSCt+SFxPkVMukNtl+Ya5nFRT9vapiemGeSbAl7wEflO4UAX6h/ZlNXPLem2TdRATHNDEjWFrBjt
mE7LGK7H+1RoGtR2ZdzSQSS2EvAE3z04wiBi3vxoRAXRAXhmpOKVcNbvxYKrjdcvOeYoCE0XyaNs
XxVwtejPMWFNhjrLPGw7dvXp1QbCXLw88mhJ641NoJf5JTJHm3b9KSIOdC4sOe7zwonzABPg/EWg
lJ6KuZ52rEDlLmyjeQflQtkvDNIsUILrsm1CBINYD2bcjj6Yyuk5dZd8R9/49NJimoWaMpAo63mb
99Y0jT+S/RTmbGFvCmOQW4Lc03mS+fyVCpdDr5rP/lwW1BrAUHEgAyacgko+WXnEixj5Wlktmw4H
4dpuQmejcD28hz2lzq6Y0w8W8v1AysSvF8asjup0k8eTavo2rwD/bhjw+OupZVxGq5vXU1+YR8OY
VHiS0pTbARPzVq3Rp3OO6m3SEN4WFNCuaZXk/FvnF4fnITV7uAuDni//lBdtQfGOUq2J+tHhMNgD
3JirvlixlFhYyKCAgNpfxI2ld/bHpOcJPqGU74uwZbJxVfjQFc3elwGW0KFMKuOYx0Pq5Zp6SJUY
d9piYS6kkYt/ZlTL7o5kivoWiqh/jWxdZU2FZ3ZHcRUHEmfMccXHBZsNvOqKp7O73dp1h2sO3sq2
NicOsbmIxVehZpRFx6RnaMuSXbojw94cmrRN9wL1+piwPXrpQADvkt4QB9rawmZlS9ciqaPrcm/w
qowxOxrBsrIRbNfL2njm/ETeSOEhI1V7F8cF5KdlJ1zrTsN96RWNe8/0/J2Glk3N0HhMm3ATaTpe
HEcjyUVcy8l38HcJzc9tjwJQ2qXjrCn2mw9gLFhG5MDTfzUZUbJQhOaSkhoHj4P8cMEHqnsNQ9Vr
dgtzv8c4WXD2KChz6xR1bXKc3pjXiQlhMFvel2MRbVS+lVnMJEm4BzappDLR62k4br1wVOQGB38S
NE6leThus3bl2OO705XPw+Bqt4o6mewDikNmjKdKgRoLc7XzUiyQd9qy2CfaIe5LkoO5U9zNUzts
APB0/basIeBtmrG3TxOcjtxrspYqsKJ6Swvteqcypt7lcdKaa0OfMd+QU4qxXzDo9buUJTWjMXBT
TeYHRlDoOhri6ykEYITFKMutIztkzS9mBbU1NxjEUpPR1XutKqlULTsJrpd41hq6afWV6dSVrBYb
r9Geu2C61t9i8WOrrRMAxX4i+uE1qq5sxwWYEqsfbtSVokNRouASlPNSF80jdbUV2Sz+3b0MG+oy
FRg1i20O20QPd51r2/Tdqv1p1CvHN5iCXQxzuW49FmfYjaaWoSnact53CBU8XtOqPU2SYqyeCuGj
Xkm9YQnR3MAYOSFyby0aokrX7RBlgPZwDCx61R/CXt009tB/aDUMLdrohhUxpWrV1SXEAOIMkbHp
a0JBJBPu9S7ndN8b6vRpZ5h6RMY+hANzKgiphE60TniI7zhe1d+MheC6OC2ds8sA3iyLRQSoKyL3
a7XIJbqOEXRd9WW4t+byVjgCo36Xh81d5hr6W8gZzF1hwSFkptBDv5ZJeDA0VuwkbYazbodPZl8/
pmWLsNiFd9qAHaBQdMuDj7JmDs0PrF9Mvl5s1yW0TJiRDx32nUaOr65UymN2dQJmdrbXWWs52sRv
hqZEuI6aV/I2t9rUXQYwkCwj65Gvkm0p53DlZmjsio0FmCzTHKFntC9IYPyRWb50Ust80JjjWk+A
ixZkU1RYLQpBacGWTWSYfOQo82Ntv+ql+YCSpG2oVDVX4H5vx8meV+pYbnJBp2xKcRCTyKeWchYP
RG53h850GxdTEKOtJurFWDT7CG/zY2L907IGvVcRZn2EeVbfKQpiOtnv2IesQ91Rx+Zk4E5yFNDQ
NnodeKkg0qX+JucSpCo62HqEj/YYN7ggW+xnvXqhsYcojOOcp5adg3Dzz8wkc2KWMG4kpY+kP+gz
S8i+CLX8FFwrFauyRyH9WU0haUQww5yc8jN7fMgss9ss5LPvh151fN2cjjVgaZwKn21nvXfJI6zq
tSpLP14GY5PZz2XGBKKfJJpTl2P8TqvZ08Q7hHW+xNgG6eSe5gmkqIIA0Mzg1Ux9WdWqhpiSQOKC
rVGijYmwvIVL4Q8tNZBV5fNRA9JfHLVnP+/UgHPzE654nuu5OaxlneypPbqmyoh6JqZ5b9eFRDZt
LmPfn6ULQpAD9HFcjE1MiBoyja768Zx9k+olV9jZ94NaJ9uUfRoxsHwLhCU+pRqbPMcxAshE8pZu
j4RYe/NtkKzfklktbhGI7yd2/Str4KwsR/FgCUHRNeJ2Hduu36mAueJxy0zHfAHhyqmgesosWiKR
6T1m4N9jnIybLKo6jydTop7jpFAeGXXjayVIlW8A9r6iHBxIoDFydigZ1GlJtKdpqw7tXT2XX1Xf
x+tFjmzRyvwHOznylvozFdqzU/eJVxq4PkwTPCgldPGmAY4eoKg8jjGq+bXAPlSra9jXXk5KLOsg
H8M2MLO8WoMthHjUGsdynt6sLNu5AO1AJM+E9PPyghqvrNqcSi+i7htYZCYNhy3DI4YZO0HYsTTb
+loPJmAR9JbhuTikl9bZqIZUPVWr+ebkmv7tiBhmJtByppeZ/kavGNxj2i/6iWhYskrhyd1Nvaas
f2W4RRQrzUtpQqyNID/3XconXByeucuR+MqdrGI8TqF+sXX8j1qS6G+9iMatOqo0OBYhtmaXgsmz
lUB/GgxLpcSEEqep+3KaVtCfmLYP8zKkrzzIpwOVnx+LIuNXcwmdG9nKbdFzuWBe4nhCpTA+wBB4
W73nVAS7CXuldOK11oPOIwTJPeG089ECzx0YIPnMrDzKntpb3KeYOt+nGsEO2UNBkmIwhsP51Alt
NU7jt866XGfpS8QcpmQ8tB6mdLug4rCiSUyspeoDwhMn3eI+rWjIak1yq0kUFDOfmm3eyh5lkBnp
Y9101i7TQBlfU4NaavijovBDIg+icI6TxmNMwTI++47Mmdv9JG39sqRuhFss8eYQgByxWYjfIPIN
img3eqytOjPZF7VKHEKgarNER5xwY20Z3kStNNARMMjDwXpcRrrc7Ziq6GRPW8M2gRIO7JhYc4uk
0m6jEeRBKusjlOn6ZlQ1iX02ZJijs1TDW8BV2SwIUUUIyyymY2xK+JBoV2V1BCm501snY9faiy3h
S3zS+dYERI4fQ1FoKYWMAGLxMsscQ/30wxSLj7uc8UOAcTCvO4ToxUVgAlE1eQaNmLthVB/iJH6c
Gmjh0HF2Ji3xM1hKWWgnASEiYYi1Yup3IOKw58GICS3W8Lky1ww6YUD4NzmK2Ew3CP+hOKruIaPd
AOqveG4X3Hw4vp2VMwltzzjkouDTG/qqXddK/SqZbhPnkyZGMyabpVXBAc8t+NAE/lTjqUxe2/Gn
bhl2KFz6EO/wwOJh/iZP9NZ006qxzW2ZGxoDLCJTEd0tj6Uw8r0gAcC85sYYlksZx++l2rwCqKbK
XlZ+386Y8W4IX/Bjra15tWSRGSQhhH2XE6arKSvd6BVgbq3JtiHUoIX/2np5N9TY/akD3yfxGEhc
d0hU61pVD11IFV/VsToscDPXaalygFBMegpUX2jBaIG6S5atm0PBa6sSZJsqOyz5/U0+5ZqXCfyk
aTztJ8OgeDQ3nUesZzyoMbF4BIVa8GfGZ8+0Y2iVzXXEOSikwzA3R14N99Nrq+VNJOVdkhxHQvp5
UqlAjK8Joqy81HwLxyXVWMA1C8sv729OeOQtKh3ipCRmvmiuOzGoP5b6mQzN+NExPwywv/Hit6ql
QJ8spXtj284dsPZ1ahvnpEIHomPwKdXh25nuwo57eFDYa2wXmoDJoLw3XF/XfMX4ZCDIkpRHpO6s
O1UPtws2UP7YBk2VoUZkMiHn0Y41F0XwXqUKFINGSvth8kj5brmKR+PHWgIalHW5MmmdxFEavuhN
EoyZw2RRxwqUM2wk9LGvw+VesgUx1Yi5MyOSMP8JseihaMcrLIDjRvRsW3nUnCGavtlVsTEc4dU9
QQQX13WRyEM45gejpn/QXqweF3K+TQpjR1qE9kVgeZ88UGjOds0qKJR2U8ao6/jGG8/FwssEN2Zz
kBdnbq2UMrzlnrMQUVeGcpQPmB7A/NIrM5jguj1eUICRu/pqS50PxtcvNv7bPFLIZXC2T+zsK2zH
k5U1z+aVFDMb7nqIbpkIrQeu5FRjQS5bAyd6fSzYFObP2Ug/J42WaEVoalYfUwyaBQZBXC/uNHnv
pNXnaGT37chdplrqzrQ6xMf44MLjT7TwJbWZ4Fda9ZNfbZgzxcEdj5C1psbXUdmM6C+gNOhDfMoj
7aNPrfKk9w0Vp615UMO+97CW+vB5fLcY5zeLvMxzvHQD2FPEPxtRyGPPuO1m5XUyU7+IaiQ6MZJR
InvRJLDNbSiGRFsTeUM2eu0C1CyG6RKZoeeoIyTREsd394PWyTxTldxYcn4cnQSc/1DczhxWIe2t
1Grw00HhOOTUB6frDnrV3xbLa6gu6wofnlrhA8vsO2S7jRGZG7gR/tUZo3MtSqPZTBriXWlTbc95
NcBnvsvgtWyMucWoRcqLMtJ8GPiF0920FY9mMrHYFc6MB2CIa8FUGp9KzbofNt2pABPSsMa7tYKc
djfoLftMLB1F2J+NgpJs4ymnQDFk8OeaD4VN3nRW91F03QqYo8RMbXECJN1U8ER0lBelzpkra8Oh
tcmap/NGM65JjvaYAJnmKes5Q9/uNJ061mGrOjmbSK692Nl0c/QJORAHPomvsmTYQn81a1wW2pcW
LT8tZbbpTRHQtkGwLr0nMPMcUXLdpaEfJVAkaLXxeEBGP0bIKgvQa00kYscZf9Xklr8sWJqonNg1
1nxqtZg7Sx9XdRo+q8qwp1TbSfI7tptjkDAlnpJMWeXJuyDqFJrKpctbn/CQX0lGuwvnBoOzRaMx
NtAPPca7ylo6b1EMVNy8Q2Yn6aU3V5CEGq3FEG+LBScAXFynXTaaxAaY4Kxa8JBn+bvIzOfBns9o
bpk3oe1bBXEJyI8uDy9RR3fEpKTC/Idkr63O6PRJNX/rkqOTnM2fiRaRbOGLEtU91SMPi9i7RecR
cH6Ii+EGaApNOSCafKtq/cmNOz+h72SiQZZRIxHbQeEc7XBlzzwf/aJObwzYmI8t21MWyAjBFTkF
RstezIXv9HSmLtry2bJxipv0AfrEg9OO27h3mJPn7ilZnPpYq31ygyVpOYO8OUz6wlZHfv3OVfdP
TJd/sn7+alQDoX7VSa+2VvhhfzSqVe6wyLTg0pCQZM5zKq16YxZ9+lXYTfZcTyNCalzM9nEaKqKl
GDM6nbQWo17/P3knVzTf7y1z9tV5B6BMONQTYq/9kwk1jtlo5+CEVtj32neqJPhJa2iC1MtSY39f
54ryhWzvXLK+bB+cDmYMg0tC6jBD0u9f38xfYsz9P+eotP7DYsjTe9/8z//xGQM5/M2g+atV+/p3
fjNVWsYvlD84ts1zAwMk6JS/myqFBb1f6LpqGL9Zsn/vvFZ/MeDE2S4ea/77B1OlDnZOF1gtcVWa
QqVd8a+YKrFg/v76cGBWChUjpYb1mxeiNOCPV+qS1JThpAx9itT+X9ydWW7dyLqlp3IHcJkIBpsg
X3evbqtv7BfCsmT2XbDnIGoa9VSjOBOrj8rMOrbsIyPfqgpIIIEUUhTJYDT/v9a3TNDzarx3a+J1
NkVHIvPcDuSSNjWCqXopPbblnHwZxKC+1TUF74/H6vJR/Huovv0pJkBe7spELc14/PFPIcmrga4Y
TwSuhs3BIfNso4y4O6gqw8qf21F7nXph8LVGCPEbEOR7AToZIRb5cXLRxiuCspC+fi8sdWsM+41F
LhgE7QcPJg6HkvE1Gb0dKiLrNxfjlf9wn1yMbAZeHDEMNlCqdxdDX+w6RuoBozfsaTNF3RdimdP9
xw/z1xfxvEW2yxjz3l0k6gkjzhyj2sg8NkkaR/k0o4i//fgqP+IHPeCj/H7eFOBTGKGAEn98blXT
t3SbOkq7fXntGDOSnrC+89X8Gprzp3SuTrw+x7fl/2ZaewuN/H6scGGoh1Q3ELTDl30Pli1dXxth
yy6TYGiUEh2IrGmXYi16BH9nt7sAlTCKglJ8sZb21WiUPnuhABlp3Ze4CjtWnk3g1KD9rBomybTE
5HGI8sfH2OqJN7ClwTnWyE3oNHkte7rIrKNrD7rYXdt4/DYd4ePvekqROnXT4KQupvk4jY6SJ5Je
nqT82WDhLLUhMW91NGxOyBFTkD1o+jrgnWPjoUisB80jCw+W7mhFmG2nyI8mDo1FARcd9BEc7OM/
HYC8aNwAvm8KJTkjLXPCd4hVamalkVIV3tCiAcQNrXCrY1/95io/fVMKwqWDDYJoSwuB+LsR2MZj
k5stMRQDBtON32qQQSIgpnDsBdogBPwfj8XFJPLjkMDXjMnFdBQTrvM+pNWF7IXMUbcbk+ShldEV
FhvvGvnxYtXGmEd0/ESh5+OL/uImXeTowkXhxlLvvMPv+n6Elt7lUKrS7qrRVXpoowZ1p+VfFVOc
/eYWf/qol2XEEQpVIjO2XGw83784MmHNXpseZ6so6da5RlvV+aP+zT2Zy5v54Un6rkC2D/OU+Ynp
8P2bM8lMGJi4NsDNis+ex80jnq8oK9Zl7N15fXVudNolNTOUUOenWuW7IiaRiKOZVHfu1EPmb+i6
/3n7/1/vH+hnCpbwhfbK5+bab+PyPzs0/vU/stf/enn9L3olVfWqmT2/31j88pf9udEw2Fv8YZIX
bSIcBY1Jus3fO423H0GuXQYq3yFLHOPmL5OXyU7D9JWg04RckoWCueAv+wY/kqwdNjJyD6cU6o9/
tNF4Q9H+e1T99Kd770xeftjEXUw2/UmXn0XUxxW0ix7bAMgikuFX5nRERocKinPTNN/X4Y7eLkCP
xNnSdHKC0wUKSXKrWrecG9OD+oq62BYnxLHW9ZUbHAkFqihzIE+dH73uPFEvcV9yFCcMrf1a29em
fR6E9HtOItSAao04il7DAmBJjwZayuoUlmLjXpXeuZ1c9c0ZRDdAiMHZHF82497zOMoEZ4jiEVwc
sTGtFKTvuT0itg8NpA7pM+7RILgZ/AcnviyN15TzWWcfl7Jk45OdQ+8ku6DrZPcnrrnrgzMHEkpx
NzorIHiIEYzkIPVJNHyR5L5o6jocxgAC3OTTbWTdEbNgpI/m/LlPT1R0ETQYyk/ciZrLXvN7hp1b
UTTdO6DlzIDS3IPvbCRkCgod6eU47SGL4jqI/HNz2CbZ2dIqiU7pzk791SRg/26i6HTuPxnlbkHE
QPGykit09QHMA1Qq89PGCQ/GeLr8U+5m+zEaryFkVQMY1uQMy2vhHCGP1M1tkF0k0cFw6FbifdnG
KJSgrs6bNtlP7qk22M7RDb6ozJ2s9nX0Jw79H00Rd2XOPz/as/7vdGu5bIH/81xwUf7rf37Jn+O6
45z1/emC/+vPj94Wf3gWokWo7AtpX9h8U3/CqS0+XhMHFSZjxb/UYsv6P75O8YfNEikI1sTdyaTA
7/vbsiXdP7yFM865gg/etLET/u1Wu/rzY8bo9h/Nh8uO/d+fPL+GQwxdCQzLEDbxj75bSIRKHCN0
yNocBdXh0CidcwAoyXXtNvA/v3s2f137+9D0dyvx27VMtqPsReG5C/Pd9JL2CiJABrvT80m4XAfa
gwkUIof4ShG2P7O8NKx+c8l3y/FySeb1xUPKDoA3sBxovttHOShs6RoBKDPcoaUcNRl4JqP4N8ei
X9yYRzyRdAgYUJZ8qzV8d5VMWXYdwF9eRSHMnRNgtXBocMd1dHcLz0HpWEDB+vhh/uLFeWTdswWQ
tq0YDj/e2WI0UU4L4iToJp8q05TTSoJC1cNS6sL9xxf71Q36QnFUMUlt8JZB/P1jTAILazl5wpjX
iorOG6glZJn1oTb6CnqCptb08QWX9/L9sLQcwvJwNHL0hZvOv3+8IANS9KBA8O4MEXFlE/31oDrr
OlrxCRNoXrhnEbFTH1/0/WBZLuopwRVtruks7srv7zJqkfC5S6l+CTFFyuWSA5mVfyUl/scv7uer
UOdhg+i4nOclRcsfr9KT2W3MIhtXtVn1xxjp8kXdqOePb+X96LBwkaO0XpD3HCBwf/94EcLNvLnS
9LIrx9T3ZFZPV6kkMKsxu99ZtX9xKY4ofNDkuzs/309jh0mUDA4hcGFKDTrLywHyEJmnTzTBu/k3
72gZaT8ODDazzFcIhhTaQvHu6Q0x8TMYdgimSbzgkPhT8BhVffeo6yS8yM1pcS8lnCs/fpzvxz+P
E1c+G0QPXzqFj+Xn333gHGPruvLIGs1Mt70G4DSeJZ5fnFsQ7NbTVAjnN+P/F4ME2hx2XaZJAlKc
5effXRAqXO0J6MTAompv68dWQGTaNP7ms/71VVCwLeVH+dNnHTu2McY5R2lLVhDNaZJsRt8K/vnD
gxmAoIJuk8VaJ3+8lyCjhzoDc1oNWtb7MnWMY4Cg4hQeTf0tgsJ29fHL+nnu8HxMzcwfy42Z3rtn
R+a0m5cVfE7Hmg88ZZgWs1+vyrZ7qnLzMvE4gLbaPP34qr/4DJZaERVlUwgWgndfHBwGONLESyI/
AZOkOzgipXL9Q2DM3f3Hl/rptS1zlFxK2IrqkVDLn/Ld4KhpJnfoppBVeVZzAXY+2RdFnfzTIegt
ARmkjCpkvZyc3z3G2SCT3YYosEqhgubUWYxxU7WtefsPb2aZpTjULDFAlOGplf5wMzRPY0TeVH0m
typX7oChuNDydzEyPz0y4jfeqqfLAu2q98dyXyIKSm0GuV+T3S17oHtNWajNx/fy0xhYyguczJ1l
JiRN9d00MTmoQRGy82JszzjV6Twjo7fByxJquvv4Uj/f0HIpPP2c/1wp3xeIxBjGE3GGNtbDCHHC
lHfCPpkqAA3bjy+0TKg/TLhomdmwLI0Sn6LU+xqR7j10l3JWGNrdwGROn1p1iO0ceZpUExkUMHDT
ae3WKiPjzh4XpvWQeOM/vl+XzQfj3jEFr/B95hDfq5WEMWLMZOzH8HQKSHDdS6A45W/u9+d36JLS
sswebFS5zrvv2ICOiWeKUhtRImQq+Kie5m7uDqFVybuPH+3P75CSNvUGIaFqsW98t6tyZ9OpdT56
q6afq0uFQhEAFyfpf3wV27c5ZJA/Q/PgPUplKkKXtjhKosQrFgyyRdBJN0S/eWy++f7BAa2iSEE1
ip0tOxvvXcnSiQE/9LAA1ujcEUdmrF90PYeoflFeG+hPRhMndP4RdKNEa+MqcFHWanqDGMDSqLh1
NQblHercmunTMDi+azkauNGBaonzOM3nF4WcHXQ2WH/9SiwInBIbqS1ya/Lq9W1oNb3aBazGekvT
ZERAaIZmqk/FGMwBcVgR8RT4Vv2e0DYc4/3kqNVQRqntH5mkw8k7qWXix9dJNNr9boDbhNCN9azu
r50R7DeWrcS3t3NRdOa1Iv+WanBFOMhKUXjDQJE4k9oTTA4AAfFj9YAzT+ytsqcAV3N31WVg+4b6
FOlhyi5Ek1Nophy06MF6N8B5M5Wtf0hj3yyuZt8pp5Oxmeb02ghsqLpmY4zjOftt6FU05DuKEuQJ
Vf6+L4YckKVtyoA1NXVKtW1HGTs3sEmDiKiQ1kOLPTuGfZ3mjo5BvQb1NXl4JLjYgOcR/FfNMK9S
iAMgoOl6OLvOaWTxJMMgFKclsXzWvXRFNGP+HHWcfUFV5EbbCnqhReyOFS3sZafLSYn26hbDTA9Z
vjZLQm5hcYSf02TwsIdq6KSbfDTjexFBlD/x/MpARzcl6Iq11CW5P1Pk3nuRxPeMvBppAjJf69vc
9JgzM6ua/RCpcIkIAuCm1huYfdGigu2i6yUNqVznKkJz5JZpRiUo57dfR0Yf45bLXUQhFtGY6O4z
dxyQj+RZe4TL60LWrGR2RdiI5d4B82ymkwYbvRMwmeUEB291H8LnxSGbhW23GcYmMp69RHe2Rdw9
QPYj/vVcn4GndaxtRbqKfonzaT7R1gTuzqoygCAFWuaevI/FqzkDBpDWjrTkVt9WLXrv50k7lWWt
i0J49GGQnrV4T1PXNyRASQDLQHeKvA5Vvw1rVEfU4JCk9y8gQkR7bnt11rx2dAQr2HkgIudwZ0+W
eRRI96PThhTbcdtr16wP/BHN11R4hbMPfBVfYRKvvxFXCToIfVhrUKryiY5BeFPk5VUN1be1OfJZ
Vv91oRHxVjsiJsG9j7PbP4uBVIz9AulGcQ+yF+lz6pCGANgB2S8xFth7gCuGHt5/1xhPNLloaj1H
cR1ejzAa4US0fu9fjG1UQW0O8/KF3iKCmqjlG/6aN8hX1gB5izMo3WI6z8bAyGh9VwCOrSg1xXZa
IkQ3GYLFYztYYXg2dl6b3cCMdvFz5YmU28iAFbjFjBkSlxxp9IYBvKOJyl3aIzNKXNvfLsGsSG6S
AJ0sMykr2Njh7sNk6c9sScrAvRzTwXyYENv3WN0MYOE2uj3E3SqK0q1Hv6Q8tBLk2rrFl4ggu6nq
YO3hWiYfE93PK7KwmA1wlCGQrfLSNg9ONxTDJye16+Yk4sTjH2JD59ZZ1eShfdVBB3UfyxI58A0a
66IiogAB1Z6YJfQ0s6RxuEOn4T/WZMheiArg81ZmSfkqUA6E+KFqyDJzSxj5Ng3AaWwHYnKy21p7
GUcnUZrLC+qGLzYsUrWCxhfdlcD3YdgvlBSkQbI4YtLD2tmZXjwdVFiSkIQSSjoYEzjwH4Y0AsxQ
NBEFYp+v8alUBoY6AxfHddPpQqzTMTOO6ZTWyDA5FmA39NBcWbJn1iiKBgFllCPprNK6Mtcy9BZ6
5Rg4DX4FL6kup4CYXd5fC26qibVDAKlleN6WhBo0PG0xag8LZFXrdYnxOHgK2dVwdC+RDZ5D5jf0
0Rz8+AT12iKlNB00M5MijvUTUEGcaQWhAp/cjIVzTRjc4NIunyIExESGtWeqiXSPPibClVOTcmic
k2QCCMMrssw9nQcTvGc4CKykLOIUZ0Vb1N3WlqTG7gSka+g7ATFq64oYXORY0JxxrmJ/mk8jvhZz
p41EoNDtirGFMU0awgoJp5Pj3W6s5ATdJTatMMsSed+2mk7/qOzQPxUs5cikh5zjLwptNkOZO/n1
zgKb5G5TWS3s1awGWQu6EgsqRoQ1Hwt+vyoOCMGJFClNn/sk6wH3wMRFtNOFIAJ4kyX1DrKAgWxM
M3cyhB0iqsoGirB2+tKZKfPb4dMUkMa4msYhFevA7Id4NVeK/BRjIOiNSp50p/VsVmwKK9/Vr0Tw
BjgjEeYPawaUyx7ft4YDtH2saf0UwRsph9QJdy1rwOd40sNtYsbEm+SGy6eYQeC9rIwA1bKskh6u
KyIDuuVJ7yenWSoNvZl8IwY1RUAySGicLHLT1yM8I0qNyTe5iKgADpgDaqsun569CsEt6B5r8Lap
riHU0iHzjBVaZZhMfmU23VaKTGYHkVcdYFPK/Puyp8m7xnaTSWztPczPJujdR68touIkzgsD8FNk
khlWkqQCUq2Mp2uqflOxdptqAUpKoyKezaWi39Ltf4sGsR/U3BeE3zaknayaMBOYiPpuEmBmYeVv
VIVTLiLYS/H3RKjIHbL8IHYoN0c6iXlgWqtsBlJPqDMnToEx+kmy9PHJ4+WAJFprBYLFqa2XSOmC
BXCwKGs1Pc3kFaKVWq7SnPx5cEcsBvjOEmyw8ZwWXyYknKitrdK8A4KBDrgk6eJUCw0OGNQzgA23
SKAAh32jjlZjzkgISZ/w2CBlNdl1b4SWzpEEj1agT5MdHrCgvgoDUYeXsO0rf92GHvFBK/1Ggqnf
qDAG8zssH1GU0UX6ho8hUyIZb+UbYaZEOpUc7cSe+z3CgWREh2szdvJocs0z7H9+elaxl2jvisSX
eATDN+qNCw1/8Z9FDd04vMfwcuZd/sbOgUlWtuG5fIPr6IGtAuurrFUIVIuFlDgCRRUoXVeGZVef
2bbIcqMxm2HaJ7M9gP2bd4eYBbHZ98DsnUMcGgiCqywP2nXI4bBadUWHvcotUXiu4fbMTzVRZN2p
zjwSjYocBjdbTzVde11c+xADfAzJKFvidKcDtyN4AMsKWpfY0hWWAG0BJ68TyeOveQRb3oxz2jZW
0yBqbLNrYZQ4lF3tzI9kfCOwhynUoWfEsX6j86E/dZrUQnvMDHUeBpadrEMkLu3aCl2DFQofrN4O
beD3T10orSfEuBgRa+l35g45N4ZMH9dnu+vjqQ1xRfqzXCv8jBapLS/U+l2SdcepI8xLWPVVhIAH
5AV/ecUEyNK4dPqNo9BCkeKKGpE/r5wokffUFMItasrkiUxmZhCi6oja6Cw2iSsSwHosXmaC3JpF
fUBAYkhcHjJvyVbOguGxJq1rZhqWA6wGs3LvEKKTXYwNGWy0zFI4FYCMYyTpc6h7cjw83cMpw7G3
yrD+3TmGxDY39YbT7tj2qSsX3plYWVmGWBphd/IkZazJrHbAIq48LysOblEFE1enObOqu9G7MQei
5zY2TPR6M4sQrWQU1f1r1koX2Sv+R8mQSRqNmqVT/BdLtQ9Nh1i1TDUl09lDD4hsxRm+Fd5UPbpw
vUk3CNhLidRcPNBmUTZklaTN+aQWEpGjjXFZb1o0BUTCLMrVTlXA6DgOfRmMVp3NpA/mWxkmmbsl
zTC6Gpnpqns/1rW7HiMFICMCias2NY1o8M9KGDsduam7E+kM71Hh0+5Isi1ku+5lzaqHqH6+7ook
hELBYnquDBJvT6PF3ASlQYn7ypOEeGmd9mSM2dbV2BB+sfYi27iJE4j0W1f07s6Pug5tZ2/D9HUW
nYeTVuWzjR/kqsexMrLFTjMOw9KtAQx1ESyu3Cwya1kOgmAvAayNJ4nLQeOamsfwGuJK/JZVveNs
cqNh9YydVCJVN8cCOAlkVJZceMYNyN1+WtwoodNyDFZTMcM7qXTBNM3wKZMGGHky+p+Mac71dUqa
6cyfGKXdtFOxJ9J7q8gLpHVAgkM0Mb6FTPsyKoyMr9KoRAPMmg0QP1EiUA+5Hud7AinddoE3OP2u
q6wMXXTrAIaHf3VncxTUa49TqLUxZ/yJDKVkatdli81vNxnIn8eZTTsa/ZljCF9rzKAT4FaR8Eq7
jV7h5zQ2lDRvxnbUdC8o/6J+DbMEqysRFiR3VUaN1d8idwZzTp0WABGDKNqhIvVgSRW5GyxgFnbA
cy4xScSWeOgTZu916WUi3/sq6w5JURB9BktfHAtMklCojQpDI4aY/CXsgtLfo+JJgZdnxIG0bZGR
aGnH1tqVs/+E1dKorjCrD4RFIO1zqucu5iB3R9JD6H/m2U7mNjUGEvGika03GMTOvY8qDd2v7HGQ
rhA6tsSeADPpISPOs32Wq865s13ZjfuRrSAkoJ5qgn9tUM5IziCYeArOQWrYW9kTxkZBtv5qTo7N
3Ib/FO9p2wUOB+V07LcUm9iQl60dVuCIKk4KfTM6B4ewaXdVs98E+mqO8908G93n0PVhQZepMLGZ
OpDnJ37Juo5blop4cPuHIdai4eMQtbNlxLF3oHzqsNZ2FfoyX1FDW1EexhhI3HuY7WvYAiSzQjP6
miNEZuajS0vsnJMQ2di1qiEwr+wIRI98hTnfy3OcZGCxvhhDpOPzwSlxtyRQr/We9mcA2acS3Y1u
8pjwWsMbj4VJ5txWljXKOw13+2ZuYxOmbNHjyR96w4j3lP1Q37O7VVC15sE9KDU4hKL2FJ5XDnzY
+ojBCFNT7GWuOu9zLBQFGSaYp92qIofKyeWdUbpEVk09m91VM2IvXZPLpM/inHC8jZqN5IEt38QG
NGINBRPj8PHXA0mYa20XxPo6hFKJVer5ncI8ZeuvilTYZoVarafOQzw88aGs1dWGccl0WI7YFrdG
mPvhJgvhE2GRjbPPNcZLf9VMcMYRsM3ZPTCk+RKv8viq83rmKycquD0dqr5/YVyGpFygyYy/zVNa
1HvB3tg4DUxcJKuunSP600i4MpI7urbYe+RfxusaSZe149QrxOc8t4GdFFaS1lst2vl5rGPmnQ7X
yFUWxAApU2PWkMZcgLdmH2tPw8pLJyO4MCYPhsJtNHU231fdTcl+qNiSdEdReaQPkx4izU05c1L9
SuEgyQH8ub25DrXZtPsmBF0SruqEs/pdyjauZuEbpGs8ZbZAJkNTUaHaCaB5851Gjsiam8zKgEY4
7kjDpU6HuLrwAnf4NoypMRGBNiJsYfLmtKxSziuxcuPzdPaCV6deomuNrvtU9X4kHzHldNm3ZGT3
vXMVW+iV6ZbSPJmaKilvowjf5F5mXhtBnaJZTRWgTh7bsL0p0mkBU/WtuRDP9JlFLsvGAl/MsciB
XFI58sBz/owS8Rw//iWoy2+cdwkLrNRLkcnxU+J7zTb3Qh/e2AB2ji2nUZl7Lx/bdWoO0v4aevYU
nf33vzX9kTbwjvVNbFwRjASEyZFJxyJZ2dQME4MkScoSDkcZRQl2L5vBufxvrxwDrTn+cUAvCDAM
4cH3NIqS7tLvLPOWk5kJpIIQAvLfBq+5qnxg0Cs2Wun9xxXbnyqpCL3oiKACM0n3Qkz4Y0uk8HuH
kekaHEASZBKUKNdjFfibRhjjPywOczCk70IPCS0BUeX++6LtaI3tDCp1RRpZekHC77ix22k8+fiG
3he6uQotEUHLm7aI6Xrv+iIN0OC2jBI8QrbSpxyCinOELdZvrvIms/i+VcFlUONTSqczZtnSfNcb
bkIMaLJt8BoNRhbsdMqqA3PDLuotpOvpGLe2dxyUwJqXhrVx77HgfROuxdbn4/v91QtESUjBfWl4
2urdH9I7gW0aBi+QjXK3HloF5VIQ7lLUEH/eLvWP1FQXwHTLpvzWvhdU/QDD/n/O1qGs7576AuL+
S2F1/JID2D7+63+Fr/oH1dXyP/ypujIBZdPBcX2F8NxbTB1/q67EH4w/fxkntE6lbynBkP9LdiVx
gpg0O+mq+ViD1CJp/1tpaf5B/x/NLYIi2hyLXeidyOoj0RUGnx+6agwMvCECIYPw+Sr4xJeff9fC
ZS8+xSFsjyDMZH+WJ3MJeF3MabYeau28oMGhXNWQZqYORjWB6CibuhWnVl4Gxt6i2U4hO+2n9Cow
/D7DtU9f+iXyiN+7GjyLw1YCkGsP77qYN/ZQB49ZRZGLKtNYfAVGGD03SAyALRemt4LtXpFBBqv1
tBO6DJ8HaVbhuSGJk/ZkW+6ZzrGfs4tWZ5OAvbMLWLTJjPNztPLO1hdp4p9QOaj0BQnYoE2hjrT3
4BrcfpVRAgKYmxT1vJ0JfsxhQRTR/G2aK7xVLhtzpIbkmB9gE6mEnoKvwu2IoZ8ySEKfQewJS4Qd
Vju4eF8Lyt91saPk3NsebazSU6z4Q+Hbh3xiPw1OKxiDz6D6yE/LnMmyji74L3Md9B1ly1VOZAFU
3l5TglSGE7x0bKoe63SC4lxPATLIySugt/U4INeD6/U3kwqHdC3qiRaAYJ95lXbAL8FrGNV5Wdqc
jkZZ12R0dTGFgVYI0DCcp00SRCt5U+kp37Uk3J8FrgioWk7Z02QaZGNiiUiOeEU9sbYmN/9a9nY6
oAUtoluC5qxVPpI9tSgm+k1O+eNzbiGSB0nsg4cxy3hJJq60Pgkwm+f47CXHhWgSkKFNWFBHGFJN
BaYKk8HGTrpP5jBABOjZFDUyglsxteM+JmCag590b+LKrr7a0l8ImmylMGybxdPEgn0AruMX9GzU
/DDDMXopnNQ3gU8O7oJDEJTjAXSbhPYmpAV4ZiRvc/ixYsGBELt5wKjOs+IIANgB5URY3mV9i7Ee
A4ZiV13rMT0nEHPw8Pu33kjVhOhGCwJf6DbWF9rbuW+u0EE287EiyGrawW3ijKJjlxdryNnMlu+C
QB/R2OXdTL70mV1rf+Ok7nlfjhczCISupGPoQ7ghHbLOVlEWk3MAea+ABLHSsdNtRO232xE9ctYM
YqWjrHhOHH3HkU5vvTAUm64SdJ5G5X0ddFVvrBEIADqCkny83jmkAzsSDW80lDAwoyjrQVqPlEAj
46HNxENqB9a+tFvq2kNK/uJUZXtRd+dj5W/MgYJPyz0fpqxiH6IeiAUiwS8+NORfY0/B3ppOBMgZ
QhPFNIuXZiye4EE+1252FpPRMo8u7Z7B9l5xxb8YVPfRRV1xkpW3BQWXtT3MzQJL5dvHZB9w0NlY
ExV+qHHZJhvUC5U3johUdleRHMKNS6stddjMeZ3JYX5MCEs2GkrsgEewmsXPPe/7DETC3s3DczIF
GTSDA0OmDB9bKEK+H362a3U7LF29gb2577TBpiZTfdOj4a5UEn6qovxaSu8EsaJF6FsClqjTp7OC
mtZWxmUYIewKsscohOqRh3MB9FcsFWQR3OP1d2+aqrp3quGTkbeXw8wZoCH3m2MVTPcO+FKZ3zOr
15TX2xJ+qmnsygE6DS1RJotRjRMHAfcmGTjkZ31fbmkNuStMZEuBueup7thyS+VxTIDwAoXoBZ6p
ygV6DKhrSUvL4h3xcazmEnN7krWfrVgTyOG4L7QF04sacd8RGvoVue4AQ3tqTGbg+ueNJp9qUAQP
TE7jHUVBOFrVOZzaTLztYpeUllj5kZ1et357QLW6hAo5Jw222mQMPkWu/Vz4dbauEkpGmT0+tmMA
sH+EXR7Owtm6VhNdFDHn0rQNto4rkkPYU0KjLbnpdM2+qwLKRZPqwop9fRbS6z7tFOU/QoSrrZv2
Zx64FNWxsQXPc0yrONp0av7qWN5Nzjb51O2J6BrU8JRlYX6rS/IDsmGEFikofhEwLw9msGSB9uPR
0xnWfUXwZSUIWbfq83a0ty3F2W2TGsknvCt7GgrP+dDZsOPsyyxvNgi0OL/R7t8mtenDCoi9TdT2
FYdyfd+M3UuOIz9N4zPCJWF6Tt1DXhKf51FTZ7IxjiPCqxVDLlu3BqDKGDR0LMf7VozjTtjmqRjm
i3KZ6Idsr6BW0s6iXZEiQ4j4ougsB/vYtvdpZ5YHN2p2bdn3axunc+n4m2wyGJ21QakKLrPITycg
J5ZZnzSzME76wr5mfsuPauaeW7JNV0lMDcNxqhcOWfeOKL7JZjp17Wg7sesk66k8p5rq77U5Zbu5
MAh0xmWsfM23PhonRDafVn3TPkdghoCBj2tklbAKpIPmgT4INc36a1lOVzmhX0Br2q8qxKnoRXFx
RnqYgQZnAU41cpeK8GbufIQMZHnnvf9ijPNl22b2dZk4p+6gLmbTSyhBeIGXY48wSbojhkBmTHfo
Gtv6m2hFeteWDEZIaLRA7VXSL+FfPgakHblXsMVKiojl1xFaFyfJSFnN2o/a2XywI0jcQajwmME4
kYypXVO2Ndwyi3o6DvFWmrrYzuabCDFUVkcI4+zFyzo20PBUdwS4p8M58drJCdbQHNNC0XZO7F5L
Ly/pfQmDFaf8Js1OlfkJJtFEztsO5znAsIBqm7kmqJlA7oQ/tmHnxFlPnsXmEM6fbVG3I/x4VHue
uR9F6mdyb5Gf4ST7wCrlWOwb6qwAaklnO9AA6yXxfxR0+uMUGuJUUJ25GuFLXkNSE8+14DvaVKwV
kiIKPIHxVisHU9tBGZFLsyfvrR2I1Tl0HtMBzjjV9xSk96qwGUPXmeQ7NLYlGbiCzPEEgy0tjlE5
VE9nrJDVxhB2FeZPAPwtiAlleS/MfMiMy1jouDFPOi8Vn8YiG/p2EyWtt55Z+BxZzCRqUG+w6/Gc
8GsvX1tBTFjkDZ4ESjmxk4+rNAXZk+zB7SzEcIsKzF76Ccnza/SVGQ5OwBHTRS5FV6PMg++U1xua
Jgr9PsqSwrFWAad10NMllVLKurnlrKH5KOaFdGahOUacrBvo20IzyWp219dTPk1qbTV1vh9batUL
6rWJPxWm/tyyEMT3ZtiU6nY0E6ALuFypFMc2A3XLFupKG13CejKjeNE74sppeDeGRXCIr3uafUM8
D8CAVwlY0KLf44BFDEraOTLeVaHJlXoFYDLFV0Pqje1TW0KqOYHYPeKwoV4GvmHkoRO9GUOJKTOK
gB6tVHcHoWZILmdvEVNtY5JB1K4dUJcWMXLCfTrksHQS1SfjI82k5ibInRBsduOamq5Nhds07v3a
PkY9rLhVnE3xsC/GDHpnS8o8FT8ynA/kepDSGgVE6vJ5A/FFXwD23Mh9FlAUOxTbIMTC0ozY0Sw5
gXm+qSx/ySAwcHiEZMDQWa/pQ1AijKZLPYUFmii6N9mJWRXSfogGqqBIhzSsmSqfG387qqgseWg9
USchiZg0pvDc1tNMcIc2XP1kegQBSKq0q8ZLs9O8leANCVOAE1bNj1Byqk9dltDCYsHCSBxvx8aR
+4H0OegKRtjQwMq7jRWNUA+TxllzOjDOR1+VJ66b2udp3w2H2R4J1G5UfVNmzHbOZHQOqOhh0/K4
T12IlCDaPXlQdDROhce0xV0aWz+ic0utHQwPlNX04NYYSbw5TM+8rMvXKsianRW75V2TGe26ER6J
dmVlX6CjyuDdKeJUIoqUyagEhslQfyumml2iYo//mgGC/6areUxXaOwR/XR011eSr/xIHk+yNXPE
EIA95w0Fdk4NZul17HugyUYqJ+7casTz5MQLCoRphPhSemp53R79INLLuvJc4fNZkUYVgNqvPfQ2
bvrMmRVllTYg/pYpgTIjMbOwQmzIIzGhsnDSnvHoDCdEgUwHR/uEA6ClCtdGN8KuDJkYjZBQTCpi
/5u9M1uOG8my7a+09TvS4I75NSbOwVmi9ALTQAGOeXJMf9Tf0T/WC5TqJhlikqX71mZdWZaWVUoS
CITDh3P2XtvcTXXv07kuHlh2MlBvY/UAghruOnX3dV6F8YfKzMeNn3VngYYnYdGHBmNacTzxNAa4
QDPf4Iqz+o9BGzaghhU0dY5Q5I249vFYd4+tjwtwQdBfk358RfBrfh4RDsSZDMRJ6rOWp3OGcCT3
YKtmeSCxD9b2/aj0fTjY8UlikpLk5+7OjkjsBHzvbsmjEaciIqUmqZX6ljfLQdbLS2i1AsGdFrAI
kxYtC0XRlRzscTXYffWRT8IWdYI8fURIMIkQHCjJNhDznqT06kSHjccH74kFkBOtJuV16c+qz/+V
Yv4T4O+bpRgV/fd/NQeAjeVHfhVjbLLJKKQGFjgA5MpLPfOnBW4JLYNpi+0WLwfSb0HB5VctRlh/
+SSdsb5QmMRTvejpf9Vi7L+oJYIVoBSAup8CjvyTWgxi6YNajIlrC4eFy/Vw28OYeFmL8bJWckYO
OQwkqhqPJhN8D46I0gxO5sycfA4tERqKsVdpfEFzpuNN6eienXDM8+lFV25BY1W6zZ2nC/D/VTpE
w2UA0zBi861qogMjXZs+AVYChcLKllIStIyswKQBCOAsXtW5aahdKr0mOfYmO3HWlZkQ5moXHEnX
U1QualhlMiXmnTGJVenqLgYjmHigwQxRwsPCf4HCIytJVNE0+y9sJzY+z4Zy2bVptujsRb3pwm45
n6WJQsxFVCC8TpSJAKPK3KaBaw8pEz8AD686JtYmxvnLqjaT4iSZZqwhwes7uWNXk2bmDRCPVQzd
2+oJVKDDqypIfHXqTgSU29lD4KVyb8d2KbZwiaPLZu6CLzHpdg9l1PnfAeMGDYxJh159TCeS7COt
hfsQSi75MRIE1EL+HMb8YpJZkJ8CZ4YrVpQs+Ru9uJEIkCmm8taaExd2UjUPcpt6c9CuPfYl85Yw
YHC7iaP9DyUcMXHrlJiRLuhA6PPADX0ggZ2RsUNSrZ5PM/Dq7WXLBiUjFh4RIQc+8jGkS3l8VbbD
+FBEoa93deDHtKf6sQg/UNDuQXIh2iD/hCndWkVgWaxtrdr6azMVJTx/yHDfCM/CbWDKyf4w5E73
yURo6WwF+oQjEF5VvY6rwv+GzBPMGl1K9l7MeKDS2d2V9gr7IA0y34+aswS45NJ20ZOza6iWTevU
VohLCSnpCTnXOVPuKLitI6d1x55ajm6PIfcZ3+PeUBQABqXOcCzHN0an2h84S+87FRFXFbdo7tdZ
51cVIWS+utUDJQgeUFrvskyQ3EM/qyG7Z5bWR1mOKRUiG9I5rXTHudF2n8hVn2gTjW9MQvyqz5Cu
coQYWkxFYz4+jGi/zDU6hOIb0HtiPH2Lvh9scGe+rjPUD6tRCLDt0ioxnWZFz6EeCUrzGMs8/BYi
eLvEYim+KhCdZKVFJQpeDRO237g9zTv+robPMBAQBZnalM1RCDCjWnG+slA0jwWBzIZTXfaWs7TP
KDuhdu5Lv9uYdCQDIjBrnFaxVEl5KrsGgbwyZanWkdPS5zJDsqxWUsGteshS4Db5IGzvCBWnpK3u
IzJi6OZVe0uWOsl2YMZRHPedTK9E4sibcKrScxAlVEHiJjW/13Uv5x0LNWjbtk/8h8SJ3OvO7QIU
lF7G/q4SHrLFzCJqJkabdFlz5iKELqNNxysHUX4ddH70yHnSBAjcYBTjDwckOW3tY9RxwC5H1CrG
7H6IyYVmKouxICVlFn3SyfL9BFmiiCDuhG9u3Glg6hsh6BJA547ko8WWXzNJiai+CKCa3ZuSq21D
L5k+zNNgxZd93jZg21xXpzfNaDfhxjINN92E7LuObRnXw9Hirei2UeOOGaiUoSFwjBDsaGMZWc4L
hRqe8gkR4TApw5xNa6ohH60M+mwEqxdi2dT2SWzuVBHFmk5cuny6QBnlxrBLvPd5BqWvRb9DdjYO
a7YFs1+FG7+xQnc3oU/5ZJhe+Sm3a6kJKTcqhBq1jNhNjgq3DAFhnF8zTUDeyuVcfImhfvjaIsg+
q8ZoJu0xcIqOyls1VpsWFtENAxYuK/TRbPHa2tRQFUnwGfExwMU2FS9csbIsCmTr0NYWSYSunwxb
z6uq+DKMzZj9mk5nhLtedKPqvCdSIpz1rpA1c3Jt8xX4U2aA4IzqNr+A7VaUZwCXgXLWxNAiLWUN
0nj0nSTfsavqgi0k/+Kz8msGhVbRWFCcCLybNjRCjG/oNNwNXD9hMqxH9UkpkiPWTYvAHH2MUHc2
cETY6RxzT8Ncinab0g9FFWZX1JSYTU1qzyZVudVUg1VZdZTaqICKjHCQjLCKdlUmMv8AXJyQF68j
knRV8zdUKqNZfSAeL0BbqFMGX6/MIl5nRe58ipHURGvitNSmcZOZlAOgrdVKeJ79HbKcWa9Y65NP
vkOtvDixh9YZhg9gk3mhV27ciO9Dlxd7Pc8qXdGb8E4QteX9UahkujSms70zus69NNT8KdOy+RYb
zIVrpLfud5SdBpaP0jQ/jCWmUdRlTfnDJocAeYFXwnWd589KSPInkbhCsQiJOSYmKmnKDecBimqq
LsXNRE3jIyINDsm5VwJbGfjph7C2BqgXgZxvUvbiP1Kj60/pMilC71CzHg1ZQuJIjPv90gb1xL7W
xOa06hsy01ZmHRN/gnxHnDjaY8zoIXWZGnlpgOnroUcrrXr3LqXiQKWzCRFaZFBA652dRJXe2GMz
IKZ1UvMizmqc9CPcqtVYV5a9djJOqtcc6aiTt081c+oZ1M+NyB9Ivxp/1tfttFfWF7oNXcwPzh3l
Xer2+Xg1z7lDTV66g/bPo0D06bkbGT1GBibQsLhzMxwwGwCVNmMAPll4rFOjofgfRLmJMsBwMvOa
/A1fIBZssnyD/o9uAvkViBA48GRnRRfT2vHmRHwjcW4YvouJstp5mYUZJr2nLsf41PGYhjS0lp8E
6JFNsfU1yhCjri1zyknXghYG3gcjBR2YeezM8KQlXCz+CA0KLVALADG566a+WLCQCWVRNBoRzSCX
WV6sSWegmRA8dYxirCbhZ2olLaFbT12l8meLqf/ZcCp/tp+ap15UnTKNrYwF2QI246lh1Qc0uoeV
gwXQP4eVGE4/uoDC0r5lgmh2nZX7zYVKo7K5CJ+aZjHhWXTQcvYW9NMgs9Nci4dKe2dRmuAmsGHE
olPt7Sz6CqWK1gY6uSVSKXHybo3MlRuVsQ4RVYcYUkYKRpFlf9djp7PT6KlB6DkBruyl5mIcFU9N
xPCpoQgPcvaOM/pH7q5+6jwyTOlCWrOrxAciTaU6imqPrTAD2Rnv/T4paLk5zkB5EKQC9PxgEOIB
U8Yoj3Jfhz9MDWaCVLOEWJosSidqXqHJkVLODOZN1+caoWWN7u24yJqUQDucg3o9mb0i+bFBxHaZ
MPFkZ3Ei9aPBNvrCH0Pvs1dMpgf9c0rVTjRtS5HO74NpOxSqkODTRTivS2KBnQ1VAuXz0PpyX8HP
t7aTFiZRDa4T0c/kg5HTaVh4+3222jCWK6/+ypxAEJ7Ttz5DHRasvY6sofcvOygK+Jr8DPK3zbaj
ZremI8qooUQg77q++aO2zJQdfEBkCTmec21tXS3RVpfE4IYbV3hjxh6k77IjNgj20sMcqZGEyF6I
oGPdvCfUM+AfoUfc0SBS8U7TxCQiaRjsFqCzGN0taXvJ0kaMfxTSTdJ11mNdWgWjPZ111IVRj7Ol
7jZ4We1oVTYtfS5YgGSJN0Hu+qeEYPKIG8+MPxqC/Ka1dnHp41JpknxdOHqJkKxTM76ydBPpk8Ip
0dP3aHnLM3vI8BRPyDDL9TwYCSXQoaw41SPZxhWkdVpc1GOD0qjMfMA8aVCSyhhZjRFv0aT2ROZi
MzEoW/It0GRwU2drl1Ck13QAioxuah2H6w5xdLsCSVroNXXHydsMSUyR3myD4VtvzJCsaRuXj1Gl
Mpw6tGiTr1WGM6HZUOzlcDG1qpo3syvacl7XpYdflcJq5zZLDGunSXaeHa8SPZHlXQAi1XMi6VAA
Q0EYbslf7oiXTwvPu/SZ88PTueiShthG2j8fMReNOsQSg/JnUQlior9j65lYbBAaSK3zTzHO/xUQ
/tPjzP3PFJ1t9h+3X7L+y/eyea7nWH7oZwUB4SbyC2RjJq53FDWug4LoZwnBCFB0SIfuMfoMAA1w
O/6uIdh/2UAH7IAfWiLOLfQh/9JzWH+JRYsUBCZKI4k+5A/kHJZc5Bp/K48cBwgLhlgB9E2aoCIO
kQOePY8TE6ezS/rwTrume5vCM/xCDM18jH0yzHaIDLutDioa920TJhYtAl+cNxhHrjqcS6TI+VSI
O5s6AApoypO0BZzpU0mP6sx1qxzaJ9Gpl5FPJvPaZD05EQGS6UIJYrqcTBHfbRU3rWvRrIziUlw7
TUQzOxB4I8o8xsAVDSfKkbQ68xHXpNfU1Ms5cXxtKD9vpKNmvSmm3k1oiGTNViNuJVkuMq2PmDWp
CDpOOj0U2FqnTUpz5SImfMva1HNuXCfN1F0Ta+l8r1QBzi+YqZFShahDpBRsgSJOW7KmLmETaLEV
c1YeW5nE0EUuVksikKO84DhZukcUQqTLlnBM6k9N6c3noxTprvYk9qAOuiWdvQyZRGYvOr50coKP
Fca2L/hap1NgyPRF/WL4LPUEkrxqOfzVub1JkAmRyORX340io9jiWFPFLVU2swFfAEnDcdRdZtJq
+OijdSGIR8AflqYmjeKenO7uFMsNcReu/8NEQ34XydyiUNrSVOtn+OMrou6Q6yCyyy/YIif7osqv
bOx430s3po2cLNvdlRkwH629vI3QwBiZeY8NjQ6MRyH/C+11akESpeUxxrbqgVTZhxFfHCUQwhez
PKVJUKH/6Nqh2ZBRzMmms6JNFzkGNQ54Go6BX42uU/QjhMJxhLiTDmki6Jc3+5YG3kUTagsxY2B/
7pv4cxovxn2SafDTdxH6d6OmWEV/d+3VWN507UG4VtWpN7TFjuN3d0HR4mJy9T5qkRjAjSeqJvfH
lofipccBUhDE+kY2XYe16V6kBWD9yFft3ezl6TenI6gDPFKO6LjqQF2nse9/JFTY2sSCdN8laXGO
y2gnyU457izSOlbkuKHEhEvCeta1I2fJDll7EjvUPrLkliCK9Gj0nXWU838DkMi2uVX8YKsar9mP
YJRtDePREYjukGN/IXx6CRvvHgY5ET9Mewp7hSKYsdfnHEs4zSA1YCP1mVM5kkE+9aYQFiILDGQ2
zTtCHwJj57XelkjTwVuFjm/Q+tfTSWSlRIDGVbsrAmweQ+gdj0jS25CYEC8RxV1aB4+tYLD7pSTT
uWyuKmfJOalETWWJcWoI/AbbxgOnP3daFMjsPZsQ08wwtpUtRpyWkfpcwoJ6QN5I6UAOA6myE3j/
lCIVOD15TYGghP6elBvIuGorR3O47LCB7IjU+jDNLS3xcrS+UpqlHNiL1npoIEAygIgPVWieUvI2
KU1yKJ/cYM2B8AqACW8TWnrG6mRtJqcMIHYSJ0A/pliLGqV4A0US9rchTyOCaPCZ2hkLubbXViGD
Gy/k9Ohxato2kx3QpGggpdrE0ZShQI3BKYcTWVy0wQc5euLc8KuJCcic++0YZj458tTk7uyAju9m
rpUf7U00tzt7cuYjw1JWu2GvdGNXqEP8ygu7qxGA+2lQ1+3HKbLC23GaBvuqDAg6roWt1rGhvqbs
DNd0/lLShYbxCn+le1vymdAj00a4SlXsJptIkCWP16u8jaogvOvI0jm2046wtqYjRdoGde6bVbtJ
mDVQQgeKrPjRuKHrirgnHfN5B8EYX8A0C6qrEylv/ZyMl/0wivNyzKqJ7M4xgJ8oSOnFTQ6iyUVl
MkMYOEWdOF5NSUIxgZNn/+jo5Q0b2+qLKmzWjIC64w8dwPm8CiO//sguBYdb4lbubVF7rTjPvM7v
f+5K/pFXdQB2WBY32uKokANH4muCAfKyPi6LQtHG6p1dHwf7KkKcVruEJXbpaa7kqRsVFCYKaI98
SVv4I6Q+pbrYpc1dUdYfEdirjevP7TuQH/lSU/zzrjxhu7DUfJbwJ0LqMwWlldgm+VkKVgHZaNhZ
Q5K9hg9zObj05GrrBBPunQDsaFJ0JKAN20FWEowXG3epcvfgrYnjK0G04tBboeQONrYDWMHs/Dus
LsN6bvWPHBEbPcjkdBk8zzY4Vz+3Bs9ReGKRPL/cMSwCb9oiLrQgpNfsdZ4LQN3Gw5gfQvrXeiqO
gjo+HaYWAXb5xSdxeJVVxDcH5VVWt3hyOYolGXwXBxOnNdZbOMRHUR8S9y38i7dvbGl2/HZfC14L
VK7rwEN7eV+2gXS2Q6+6ownfITsvyByGAUQpiTqc526trj9+uuIf7XqBQfLfN+XL/57I+eixXOTB
7eGvWu7mW1lNjQI+glT3190tquIX/2NbdKqbrvVjM9080nrt/rUtXP7Nf/cPf+mU76YKnfK3Uhfd
8tvwa74gxYqAMfHPm2KywIv//i80/m37RT/fFj/93K99MV0yF/MUGxiTnSdKSDamv/bFwv0LKTNY
DlTL/ANmnr/3xfTdfPDEUO8p9gnrWW8Noiykbg8WJKR5n730vz7/rzH9psr55VDy8NDQprMk3n4Y
T2g0Xg4lYhanXoTJZUR1GEBQ26GEwyVnHoX80LYajebezBqok88e02uv1kI+fDaEn67LZp/xi8Ba
UEp7eV2a0GXdV+oyjra2KC96Ztc4J/K1Gc5dlT+yXm7bkEZXYKUPf35ppNkAmSB9AoL6jbUTemwP
6uaSilqDqruq+20SFCwJiSIYEV1kHF34swLPGmkyUUzXXbLJ8RNGP3vR/zxpL5PywUOwTY5D/nI2
Ai10MGlDKIhcTDGXSwVdUthwZbZpsQnFK3hhvMtEiQgSwt1CfMW737KK5PTA1iLI2AtElh+fycQg
JdXFxV6/8w0dzDHLF4Q7g/kZkT3MZevAHlGgP3DHOdhDyBZ0HdmzNxu7b/L7aezGCViHMMuzXnZF
tXn7+1l+8eFDscEU8R0tZFBxMLk5k2/n7DMvTcbA19LR5dexZGMfUiI/zUQuPvbYYa+MoC4/mC5h
cG9f/eCQ+PSxIXUygVocU+FLHoxL08YI0wb7JGriD/R/uq+S1swu6uR7uM6DtfHnlTiG0jRB9POU
TfF8cQHIM9Yk3e3D2DLvfdHWxyLX4ujPP45De96BG4hd6RBRCBWC2mRo7VnFKvSo0Xg/RibR5aRQ
3L99pdc+DhxEEjXwbJhPtoznHyfrJZATK72kP6zv6tatL2GU1CdvX+S1b4eoAqYr1A4ugoWX345O
MQ+3mbosoHXUq9qJ8xOTzsxNUnbT2duXeu3zsJnysJhYTMGH72Y5DCFRueml3cx627OPbNY5+VJ/
5u3id/OaYYBB0OCw0aA+8vITdcFANTFVPKx0vktyLB3tUql8+7M8geYO3im2YNKyeJsJyjj0dg1V
GVWTH1+WVNONTe3VfbErQvJg2f00D4WVd7eDnDlMwDrBZdsmfg4QqJJEicOTw1j/9v288mzZr/J6
YUrxIQ8cfGjcu6WDJnbfdkVzkiKMPu5Jm9++fZGDzdvyZJla8fD4EuEKrP+XT7bKM6sJa7GXkjoN
0hFNNnHxMc6IgQ2ad7iSr3wgV7J4Oh5cQc82D+Ys6sE5yplxTxB3dIJsedqYVuS8t1wsv+XgW8Qt
xTCh8Qef/hDNTGA2TqVM7oOpl6f50s3ErRzjpkZdXNuwaupQ2viJJ0SAkujwB8edjW3DoeR8prV2
QsJ9eFfXXXIrk6iP4T4149oiKvLG0UHxzszzyvrBHM6ABui8bJ0PHr+tZVWjoSGTHEDMDKDlK8X/
arWcM1f5FJnH5mA6N29/5a8sHS+uKV9+5V1sjjrp7D1MKaQMCqPkOh7H/KzyAW/EFmzEVZEtyB+K
cdO527rG9ds38No48Kg80gNFM0UD/eUN6Ir+N5PKnrMuOC+jaS/GOFbvDLaDXImnOYPXBpQf5xKJ
j3K5i2enqrYUNfwjc8++wrK2eiyl3shY2Ojy56B/cEgS/2RUbXurg4kdDbAZn3ag6xdbm9DpaJNb
GbZHDdgjfefFFq89AF46RGEu1jmUXy9vbRYS2h36Wcaxvwmh79+ITmVf6fHK7Zw26gNtWKwi7VL2
Yx1fVCeO2MaqV/xTEFypcBQ/kB8M7yzrh+fjZTZwAzYyJgshL5B/MDT62QmGNjD3WiXiFC2tTNZZ
2venbd8CnnJG9DRNW35yi7E8a5pBfbTaDhaIqluUXBl7+K0bNfKEs1Z6WsBYuPvzgUO4hRUwZnzq
4Qe351a6NTkm7I3GQdCOMYU4U1+/c2x8ZUYEhAjd3ifDgoPDweoZTSKir9nvEZP16abu7Pg+x7q+
UnOIJaAgx/md5fq1dQfIKtBiNnSQ3f1lPX82Uqu5R4Yj2v1IWe9MdCkCkRSKFMBBeTUg6Q+QKyxm
v8kcxIWtqKMB4uxvwxn35DtD85WRySspeW3IlRRYSl/eSlpi3Yn9Zp8RJbydlf5hyjF7Z8/w6uf1
2TniWbVIpjo8WnSFtMI0bvd5I501TXdyP5u2OdJlbN0s6CyW3rit2UiEJL2ChO+MNanjMTDdxnzn
2b+yWOAXZ9w7aDdNhFcvP2/TNR4Wk2Y/xJwVKBZ+AkvwOPjmV5ggANHmo9az3lugXnvGTG8WCyCW
Wfn0eJ593Sla6dYpYc+TSAh0pcGikpAJbNMFWaGTP7GLCk3YJM/HbP5oLPOkpa/RqG87UX6GOPUr
6OYfD1iv3s8yETHkIWUc4p5nRFKg84o9tMXmhOFdbAJwou986t8vQq3QZt152gHYHMdfjHGjiBp0
+jVRujK+R8LT3omYKPs/nR+WRCbc8swOdK6cg5NiiQEpr51hny/4DWtw09MZMM87n+T33TUXIYOB
N3bJtznU2BZGUBqOO+w7c5C3Sw/ghMyvAlZsv1Td3v5Ah7U1BiaHEsujIr6EKlJje/nYJqxvaMvp
4mZEjq1s346u49FRH6x2HOftMPrjWlaJdQ9lT5+MnFy+TELGp2SZXdDecHDaeHDeEESOWHCGbkrT
bWu11bB55z4PCxU8bmdh5i71EWbo3+YNxwlxu8p9ib+PEtug4QaaQa/OHMdVBUFmjsKtEwTU39wB
OcPK7abpGF+M82epVWwruRPOCZR4adXI3yIoU2uES1ZPexcJ7ZptaIoWRZnvfC+HY4CLAGdABkaz
FKztIbp/QsRqwF7cDwUhv82QkP4L88aeimT/zoNdlrTnu9mnKy3nXnYwNFsPIxZ0k1tDxwCAENJc
z4aLnho/hHeqhsDaKTjEi2bWO2qG+LopSB2GeGU8dkEdnKIIme/euZvlBXrjboKD5UHRenVl2e2V
3bYXLCLFVS0HfWWaw0Vt2O62jqb4PiMamn7SfFpFZb8DEyOOPTeSGJylAV777Vs63MwePJ9D6sc4
zQpiZrNH1oHqjsn2Oz6ZDAuH267CFE15J2xnm9IlXAHY/NNZbbk6mXYWgREE4FCjePl6opEHeue0
ey8XwxpgMJG00LvemXAOzwhPF2GqAf/gYC04RLGHJCQ3WcoQqDp5U3YADEBNXchmPGJ4I2MfivH8
7Yf62wq9XBK6CdM1/Wg26Qffc2YgjAm6et+2vom+c5DyPAfgfOsHJUxFKTpdrKVZghyRvrpJICmL
DYdmm0RrUQJjfud2XnsJHFwXiwLV9diWvHzMVlJQtM9aTixRcDb3eJAwoNkkxYeJ8cD8JlYuR42T
oLCRZgcugYs4+nccDIqrMq/qL+/cjvvKW8C+xcLlQUAe/3l5O6i//NK1OgKmJ2MR98XtJ6FaD5si
u8pkrYtguCjrqa23I6UgtI9e5T5W0dTVp0alAjRItt87KyPU+ihRE1o3euiiP7Xz+lcI7j+u7a9+
k0zMTIlMhmxzlvfn2WaDVcMsxzLf915Ba9ZKoV2vfRNY30YNHmICtPuYjpuojet1QHv9SmP1e7Tm
gZMv32TuvrNSHO4DlpG1HMuoOjim/5tDpcn0GLl9tRdGPat1pU0U1vgy+/+fIYOpxieazmPb4S7f
4bPPTdu1SKRaPjf4sZVkNkdlEVgZm6q08NdhmpcnRV2ioEaFNtewnPHjb6rayvYqjABRhAV44ncm
q1eWjcDGOSQkJMnlTPryphBlR3L2g4vWn4LzCGvJdS/i+DPk8uH27TH6ymMObI7vDkVTTkuHE7UX
hzZSHeOinLzxxM6J/UaDYbwzTbzyHlBltIjPZfajZLasFs+escemPNTSv6gabRNGN9L0plx8naYV
cdpQz7Ljtz/UARVpWdtxSmGxgkVEuYoIlpcXLOawJ4ayv2iVbB9MGHQEdhdDUa0GX9sFVHxiWHft
HECZCJKegG5LDNP3og879c43ybzDtV4shezJ6DehxVpuix7Jy3vh9BSPWlcXkL1ndIBDX0dbWGCI
XZqFGWh1wz17O7oRccru65ttY9TFVFR37RVoMxuLTWTHzkWSh2G7ygMPYMscxoE+AQiHTVCKcjY+
mthI59OpzsxTQ1sLDkp3PFvdOBrp/5xH/Vq63bgXc5XeAu2vv9EPgFzn4Lip1u3sN4smubDheo5G
3G+d3DO+wnNNr2G5pZifWBO/da0Z7cthnL45bhsRdwiEHUYfhPPjcUJSfBLl6dhedG4/DrtaO/m3
CeWEse4ohiab0sr1TWuLJlwH2YKnFVqGemci8gdJIGX63cMaEEHqE8ZNjZ61AMXZ0qk22bycpEk5
fKoKa0o3Shqk25ZAc+uN11vWZ2GBIVnBNKXBFc2zf6mUVcKn7CyiBtG6Fvp0TAKtkZBaGrER3SrI
H0nsoc6o3ZxCzwhvxTwKqkBADfeRzyPdbZSvvnWpWZCIFbGKYGWxWU/kQPbRzkp9WHJl0Pj5UU5q
VwAfoI9T4O/K97IIC5PpGovwVvtkA5BUehH6LllKUzCqcRdqIxivgqL3j6yw5V8P7KbTx60Vih9F
oszFATyMiJPAE8+rLoyGemUu0/PKr4Y8WoV+M+9zCwvuWhLTlBKALaSPwyAb+QLTDGpBKBik9x30
Yr1JbDu9k73T6A1hdApwbVgiRsWMiqy6RsJX0+KOUE/1Ld/OhsiB5hrEAMumdBHauGCgxd5uIeJg
xO5doJhOKzLQRlo3x8DoiFROWpD3nYxbDqpxXoTrRELHZLnScQvhQYnH1qCWG87G+LnUMptPC7Oc
jKPIDptvpZtCu6nVVORrPA5dBqqsK287XBftZrIR26865KgCwaBwriZsRjfRXDOCzAmtwErXpDIg
MR5BjpVNUEYbWqGM6iCsWkhDrY9TYXCAQe/KqRARVV6rl6u4opSKnXDCkKMHMQXbCF9Os41zw7bO
ZQa8dlOVSfTF7uLO3EVW4d2W7jTeWZN0852tkrjf0fAaY5TpY3pHKgLJso2JombNqbW/6sOhvxYl
jbmVZukH1ToG8rubjmRMNn0gt/ms+jPPsaojK0N0AcSgPS5JlrBOQodfs66D0F0NQ5Xc43vDOoa4
KL5TdSHOMYYZZ2Bo42KFAgZ5X+5X2j0pjaK763SgLscuJC5TxaoeMKno7kMH85o4zxEU+1bPg80c
gusmAnfeA/1/mn3/SNzw7ykX/rfh2Sh3PVuIfsOz3T5O3+LHLHtsn2sXnn7op3bBcf9ib+UvPRoY
hC6n8H9JF2z+BE8udZ6lxSJZJ/+fcsGwEDVQ8kcIvMhtOUGwwvyS9JKhy8/RYMVkYdEu4af/RL3w
ctvho35gvhdUwinucDZ8KjI8W6eLSTcyDGS40plt7KYSiGcUDmgoJ9Rbz57M1c/177kY6OW+49el
UN5xFFo6tk+V7+eXsgeQotLHA0biwMYzFk+Al70X9v37Veg2etgml6A+4nkO1t6azXWvamgEiW/l
G/Jo7G2BE+joTz+LhwAa4B4V8aVpdbB11iafIcwagjDwlxznIew19Jtq9/ZVnor9f28klke2nO3Z
n5MlSjqVdfBhCFtbSL04y3xv+g5MC3LoaiQNi5mK6RYq5+ydVqwOWBLOHR0CZzWJxy03pdmszLpf
zeWVrMwLb45v376zl+fO5cYob1G1M21WGbbQy6ns2XdJtLiTc6qgspWDnK67/LZEMoxCNR42jKRp
E7bYQ9++5kFr5OdFqXbQjLcEl/ytFR+jUQ6TMFoHReKfjLjFTzpTgmMfIdTjRqo2g1sPW58gnpM+
6M11I9x9EbvjEaLx+ATZY72KnMjfvn1fB7L4p/uipYTDSCL04H09+JaaQVKHbgsqG4UxTZsymHZ2
I2gTe4ku3ZV+ipBYBJc3czbeuiOs5Jmj3kc/YUNh2tZw7idhc0R+4LLOe9GjoaIIwbgVKbnSdJ4/
69kxzlCbzDe9xJW9McKlI2soextiD83XjaXke/XF31+kgIovNYzlPIIW5eBTDa7XDS0aceJEZpqc
loLnHNnvVQdfbpV/PTsQlegDiXfn5PxyIM2pNbmOspAzO+a8JdGG/JqIk2VVWvVapon3ziT0+3xH
0ZTKA68vf1GaeXk9cDd15SGiBdsOXmqoe+RJ+eRu0NH+YSjv8o5Qn0WYxiFoqQlaLy/VZFNqVrWI
154LmxkKbs97K4v3Rt/LKtfTE3RtjuOosUy+KvvgCQpddXFi8gRnOyj2ajDHS4/T5DZVvn3UVZ65
M4WyEGB62KpgTQGMFhLG84BG6qIPtzg2hxOOCFQSq1U8dflVnAcjxSrDOQae9pnMRAWyxNDE0ITz
liZ+e+YUo7nNEsDwfVSzZ8x8l5wr/B9vv1kvOzA/P5q7LEuI+xgg9jJEn80yZk80LiDieN1lFt5U
z2/XEnjoxgNhtdaINPBJa1hp7XtHuFfGPv3VRdlmoiqzrWXUPruwbCxOO3SagE1a8XFQkxsGi6nc
vP3xXplEWXYdWvwggwVqjpdXGUYvawqJ0aWnDc16RfDpPFrhpugDd413Nd6FTGjvXPS1Z7pgkE20
TJSpDyUQqPLNnuUxXuexna/nMUnPjcBPb5Ef1cfU6tRHbcFq871Cnbz9cV95qKzLbDFoVfA6OMud
PXuoKe/IPEzYhSdsq2ujMAB5eJgM377KKy94wLJIogSLBJuogxfc7+wMWRo5Kxla73Uq5Xjs1ea0
qRLjXfXh4eTF/k0scFs234wR/zCtUU4xG5CusldpIz7j3NvEety4hgHuHAUosSjtLVC4dofqX11N
TXEXQzBYeYhIj6gOZ0eUlOjMAP4gj6BI/vBx/7w5OtUOdBmUFAejKwjtmjouNzdrJ74esDlfhLAU
3plPDwTqzNxPz+Dvyxx8qyWSWAzI0PKKGLOqwASJB7xyYGlM89fUDOOT1gnbc7Psp7s6w2taUiUg
CSbW14oSAofu8NuIlnClFKhsnFx6Z0z5Jy7sbz1/iK6JQRpW0kvyrQW4ZZcnWJmEDh7fHjZPwpLn
Wy321OyD/4e9M0mOXLnS7lZkmuMZ+mYKICIY7MlkZpKcwJIdWkcPuAPbqVENahXa2H+QT1I9MlWP
pn+sQalkliIjGAE43O/97jnmtlZz6xM1fn91sjAvFdQ6zp3It/wg716gXwXfuHFz0I7e9DQmdc5+
B5xNAwiQXoscDIgZE/gphrCy6qEdtdSIbG5edO8GfN+yFB4cxgYsS1UPms5kvmN00RQwsxKVuZQQ
Ze0ZkmKKMs6OTZshb9Adcxp1a/mZ5/ZD5mX7omhIMQK47dZYsz92Wbs1EdKDRBN2k8Hwbk5xhT+r
2qk8C07ZdaDhYeA4osnQ7zjgyNuc8nQe1O4uEVokBsf+ZCX69e4hMu1QeiaLZbJ7+vB8HKj8BKW9
MGbkN+pb5VhvyCQw1YAO3Ll2tXzych/K3T8/AMpxFlVWGhjYeD8s6gh1bMgQ1LWZionUbJyXrjtF
E4qACORZfyg3/NA6YLfq/a5EIYrh1grUJ7elue2b3l9o3BIs+uxfWX2JH72/0JhC6rcThc/Ul6D0
pJcpB3gkRWy3p/Mpg2StGJa/MKuhOYOnAio7QP42isYnTI4FFECy8aM1BctHK8pTGNtjWGl2cDeX
cxePjv1KZfKTau7HRZVjKKVpm34PGUgd1dX792w4DVrKZISN0y8YbmrtuUrJNJc1dL0/vw//5Ss5
Nn3abWCE2PT7Vxq7ru3nTmpIkuo3IUR3aJ1awtnUtU9eafuc330PW/mfoyIFcLL79s9d/R8eR0tr
LwZkOWg+neGcPB5pDjn7RkgZK6ZNPzm7/HKtM5rwM3kAippH70f9MwWbqWOunJ3MsJoHO4ORS0X0
gLEQLN1nB6Vf/zL6KJDICCDwfREBf/8ZBm0HsEuyWCUu6BM0H02/g5fdMWznIP7BjXhGZqj45Enw
oQLP/cUKQ2GC87BHuEi3Plwkyl71cdTqMlL1EPv6dDcLdQHwmyGv4KzI5Wnp2Qem3s/Z131yU/1y
1XA7kdRz2XNT0CBC+v4vruBrLYGk1m5lM9aTpKUaCcSRnTfSrD+/QH/5cHkp2u2Mi/GSlE4+pC6K
BJcpfkX2F2mNhw+RT5gxnrar20GD2AeNV7bduP/zF90Ice8vVhK43IJ8wDjl6PR+WLtmsxcAPVGC
5RzKDh0cypipy/S0kzLFNQ8fog4ir7DaqzYd7XOEw+OVkU7BsU/Lr5+8l+0vfHfjbO+FrA6TOEzc
/D4l/ocbx8/njl7KzPcMNTY2vUHhBOomPXQnic6QjuahhTN61bp7vIGURmsVjvpnUbxfn2cofwKW
I2biPC7zj0kxXdoEdsGzRhq762uWkvbCZY5233Pciq0gfSmdPjlkJBFxKSrjyqU2fBgp+0Il1pxn
JazDzw/mP0XQv9KO/MM18msRdHr52381f3lp/vJlqt7VQbef+70OaqGqoJAZeGT1ne3kbf+jDoqO
wt7Ox5S66P5u6pR/1kEN8zc2ZNTy6CBykiYS+88yKD8UWOxsqcFtcUSXdN7/9wwXs55bPXILhVMa
IOj38SSWZn6mvL56cApDv3NKzEkga6vTpl5GtmUJkjsuevuTBZNS7bs7aXtZYrQ0YUnl+FS0Pl7C
TiBszlrzt6Zv6mKHkzpVh2Zxknu7zcHmI+aRyHsGUd0g85ZIp7LJuyPTNT5Z7roc+pIR7yOzYXl1
ouHUMw7tNDrmN7wSBG9Nd1AvwLfzU89NBn3PKCm/ojBoBe6GaVTpvp2ImB8GNksXaTPN98nI3imi
hNU7F6W1Wu6ONXS5SlM+hsgsmOo5aN60zYVXJdRsvu3ygrwo4YbcV0xmi573wqip1rbs49yZ8f+3
MdeH5IFAv0VLEWiszhken5qCxd6Vq+qbHXO3gOBWvuKhOmLH1dx7eEHMawNHTcjt9CrrmV1GvjcF
z+TrEok5ymzrG/hb+pOUsLSaLGdMHN5D79z6eQMVUnJy+MY/KQBIyg9W3H9dDsmd8BlGQRtk3ZfG
mNQ3DRwFuPploEka8uxo96Dpe/JB3TR7jK6lTKykB5H16rbF8YHhVB/8HZVnfYBZPOknHRfVQEFi
TdjGS+J3h0lt2qa8EdpFTpeopxWkLIiDNUSWWB8a96qRwKz2xtq3xolKtSxgaJ4WbmjMNLh3wquR
6oaOWU56NCBZkzdt7o/ZHbjdJ7OXBEAD6fgS7wWMRsCV7mNbNnBgigJsFQVOsrKh56AajGgZQyQ2
1tGHPaeRbogSsaIMKSG6W6HJ9vEexfn8AOxTrJxkjMUnmZeUYAGIRrU7XaP/FALixiE3qgJuosjX
Wj/TET7sKbW2X1ECuA8JRhaNrASf26Gpm9GiWDKCF26SKnOBcwyiO1H8jmOQ2unZirUbCIFXvE5S
ilcBMM6D1ZdR16WqnL0O+kLnNQUzHgEkreMu416M1qY1TygKprh+BexkuIt2OkVOLxgrAqYvz7Fs
jAuz906GfcJ3lRFaeZK/AMxVZtRZSX8/rZljwUST7Us6pJjVN5onWfSl+2q3Ztft55UmCYxRx5mo
CkrpHZFX1wfMJAFDwpuyw0s6rpeVei0N8qXV011VJsA3bDTEt0HRDi+MseS3Mk0YENeV6C9z32m+
2Yghu92qDfJc6zcJol+W/S2nQTkQooe84WELF4d5bMs9QMBBRk2rvIMB85sXFmo9D0S5JrG51uBB
YTVxgvHhNDRRsPJ64AUtCZ2cECXcEzMHM1oukK8xXssBeQJtxprpDVVOexQKK7qCZurv/D5vbwow
XXNIzHmFciTmB+UMzmOTBut3i2YqCC44oddknfIvBePul3BQViTxvQze5rUJGigryrPgGFekZYDx
d/c20Aioerj0Lo1KLXfLoriJ3XkMbm08zt/Kaa1+cEhGKJ4kI82DqqHczSa1gv6IfX65bmyQrZEf
4C/btRrHM9IMBiF7OBzIagezTo14G4oXEbC2zNwxp1Pq+xLKKD18t3JKn02IU+j2rtPNvH0jPCu/
gHz3+tccsho9AG8dLwJ3m+ywwFXAuXVEDViiqAEogqEwzbCfuNwpNvoQHCl4ChJZGZbx/bosuUHf
yumdaV/W/KkXMJIc50UwoeacUjREqhhj7bCYOl3XhDlPPUUkDcqvD1ouVV2ldp7u/ZVcD8pVMGFq
P0+D9o0vGeLY2s++HUGAy2BiDcgJYMGOyHFk4Rild+LRzh7GvdZ6fC57TQ6+++RO2podXFfkXrlP
AHVL/Da0x1mKTMApcCWyVQ7FRdOveR0PvQToZDbQMU6y2szsikJqP2WhrbqlNvnVljWal6Xt045W
gHKQN7RCIL3h0wB/2cYMcyZ7kp66zsnUK5eTRBtV03NEa1z7dHtE0QsrCS97J93W/9itvghY4xD7
Fnp/ju1ylRcLVBkyOHoxDO5dKuiBgmTLe0PfVtUa7CjIdA++ZGWK+S6Zy8x86PVWqF3fF1YZGyM7
3O8GFNm3xemSb9gBYTNOGu4khAateaz1LUDhVfpU4oCRzgF2vc2zzsn0e1a75G0dZHY+Frp4K8rE
PxYjA51xqml2vc3uYRwsGo6oMFuS6QIkm12QBcGIs0tl3dy6mAW+t2k6nmp6Nv6YBFxT3JZl92Qv
IyrJAvZQEJH6WSCKri0IlrSQqA1cQB2ommdHp0fft/pXFg/kiYsJyY0Vi2EiLl5mlxdszsfeMza2
pq6Be53njiAjZQ3rrDYyZAqVIgUV5l7t/egUBf3Q8Vp7Yx6hzNo7slkh7fLsDwd7Ij+Xl0J/Ydi5
v5tqJn4jiwddGa5V6d2msFDhvC0mhQbTannza1Dpz70FwwyfUJV+CfrcfFIr13S4uJI/dIIXqo9R
p809D12GorJ9W2WZE7lIEFltskLdONL3v60lQ7I7vUOpFINMmjfNt7f0B0UuCK4KUoQsrgpwaDvK
Y/ODtIBNwqhZADRWpIZY6LpOwE4zMu+rJpxy3gfM7LW7QCuNEWk0iZlwbryq2qd+UzxYi3QcguSp
+aK4rQErr1P2I3W5f0Jh1/gqVFq2ilPwNBVxEBSNCUMDl/IezJJ3aSvwHrFurptExy9xHirNKoFW
prAUws5q9LMgUwTmYT2xB2FBngm1BXnrXogZltQWtgdwamosX2xxVko6Qtteu3f11j1CUdYQYpAp
iZx1MfN47UH5hq6yjW4Hw6bpTnyIVkFoBiUrOoWWisGz0gSix7CZQnoil245rDkLE3169j/km4n4
krZGejBIDto7poi86bCsJMBg36X53hO1554yUtGdcJ7V5nim2a+HeTK5rEs+K26P1xVsTJEk59h/
iUeR+TSg9y3JjOJWy7hSZ8dLnJOUWs1AbAxgHAGVnMWXCOUcKmEML9OoecaestVcEwjOliUSTAlu
WCplXxfG7N/Ms9JOjFU3OCoqh/Uj7ShFE5hyLgcrqx8DkckLe3RZu4uqXC+5NNUjsd/M3NsKqEyI
/ls79efZu9KVq49wltL8lQkLdS3pjY571Zbad/5y1wt9RjPvNDiiUwhoz6GyNkC+Qv7k2z8ar6l5
RAXWK8OhLXennRD+LNQoWO0ykV6putAe/cLvnxcUtmihmolRMvru6b1it3CdJDK7kMNSfufbmo7t
DDIm9PwO1gDVgvatzleCb9BZzTuqyYaFxkZ5Xawq1ctDQ2LvAIJ7coB7kweLoDMXDxI+hwjxOBjq
MEs/heCqaXiYGHFCv4QwB5tc09VUzXXE118qRrU58wPVqqFNqJQrtFTVd5+tikNklyUmzNLCZT/I
Vp8VLMe0DOnZKii9m6pIcKLPkxl6LfO1oeVs/t68Ue45kdb11qkIyUUJZWmBzDXAgBE0eXmdg5l8
c8xUO13JVvOQHAzvvuaCvx6qwr4JxtE/zh4ZMT780qYDkKVuxaWgDcMRXq8E9phAWwiXfkVYY1tJ
dumUY/Bai9TC+QbsOBoyzdX2OnnELHbYgiNs0ha73gel6Jh7MqzyvFBqe/T4I2480UwF3vB8pWRt
A0YjEDfXer4rNANrCz/KLrQbKXrt0C70t0YONi0ivVsHOzkCeQvHbmrzKGBDB6DcmKZrrJUi37GT
4RqkO99fDS4Zt6h1aZ4W+Kt5Q7UDoVsawT1x+5l8ab4i2EuXujs2IyawfZEObrPvhKG91l4CAM3P
00mcY40bsnjg9QBy+1UhY+6/zP3i64lV73y2iYpsoliv6IKKLEzynE3e2nepHqL2GZzz3O2zmkB7
5x8lANHrKl00bGLwH8HslTjN6XPh2uEbc4IXI6nye8FN8FVZHRkbDjdMCbYe0+tRi3n+KfU99ZDP
zO7ufaOxnvzVXIj52SbgJ+5v/ZFODvvW1kRvzwpgf+1NI0kikMvNNZAnlIFl0/B+4OsXwKZ03oSJ
reXWaMpE4x23/l3VUQ+NZV95B3uYGTWqmMHgsmj1mS2IMXVdPJhrj4zZqXsMQdBDgqhqdc49yKfW
85Q9stgF1iSRwrCs1mGtDTRFc3OyTkzNwgogtG7OQ0DdmAi5E72vjexcBrjpJQ1Rjl7XDTNb09NT
Fns+3yBYTBHzMA7EThepdj8Jf7kpEnYhNLKbct6NWDT4kGXrZVSyNGjtbBGLZV8wM5JHtbCg6RUy
AxxNCbQ5WMbMExGml/IAieS9H676jIQOC5K6HziK/L3w+J/y0l+p3P5peWkrLsFN+tt//+X1L9f9
3/6nfs7b13d1pu0X/F5n8n4jaGdQawcHRK+Zpsk/6kwu/0IfdMuIW1T8qfr/b50J7Cb0L05HJOo2
whD/9I+4nf7bVn3i4ba5VD069TRn/p1S089Ey/+WT+k4UPWB58UsL+1GWnIfa9W2qVgxJjpwdhTI
sT3q9TpQmbCtE73K+4sy4emBTbcAYY+fPjl6gtkf7u3MOp0zba5iUXrw6lXaXTuJR8uRIO/6SBtS
i7FLNXe2C2vlk6r3z2HXd+96645u7XT+P/n1jUz6rnlvEzHrvQfu5dJENmwY11lOfjgay6GAvU27
MvPn+oalnZOCYLW/4gzevVH+si6syrJPrcGk3KL3xVWliBZFaecbZwqrJMJ6bZYPs2jru42/Ye+E
vi67Uc/dc8JngJN85ELPKAzkq57P7S0zTRiCJmt+KuieXmhp4u3mjOdS2ANAPF8ac1/NG/JXX3ut
jryVqHHop+vwBqLUj9q8cc7JqDsRsAGt+ayo966k59NO+plxYDe1TWfS6Hv/OY0MBVTe9jl5HCt1
4D9Tl8Mzb6BKeJQnDKP/+1fzn3WBdYEi8f+NDuOw8rf/Gd77eH7+yO8rgWH8tt21TJVss/rgdOnk
/A4N835zmANmAIhGMNkij8Xj7zoei38i0bjFYvgCdYAy/1wILGK328goHI7NkMyI77+zCmxtzD/c
TiZpH5+lgA6KDoeMnvr7y6SgWaagumOuM3TxyJYgO13tHO55Ms1f0HpX1FjY23q1Ls8MKBi/tyr+
z9Gv9/0yj5fH8bwNfkHEcmizfmjVUYEbOyIH0Gs717hs6nV6yodEfRm9rN//4Tu5/v1v+mPq95eX
sqmOkWFFVrOhizcP9R8XDqElthqkx+akLqo7NRZuxIkTV6pRBZ/8Vb98qNTv+asgDgJq2qbv3r+U
BQ6h71VAWcFBujjietfCMgCSgfnSAUbGS965sy+M/YIw5HVgG/+pnJ0r9P0Xy1/JCo+GCFbChm18
/x6GfEqljrWMgZ25aE5kILMhcuqKLT9ENMgtBg3ufb+06+ngLXQcUrDN4WyV7TeL6Zxir3Xe+uLK
bjB32Ovafy/VyTdvM/BHUJU+DH3SX6aT88VHAuFy+q+9dbhAgTqfaqITnwBWPkRif74M5REuXhqW
GzXkwwXWTRvEhCYzZec6ZxvpE/UJLUqGfBi9qT94Ks2vxKQNZWTXQq4HfW4DBoE8Yb9IQVHkJu/N
7KZDfoPptZsb9Glp3lcknAv9S4EzUUYTv5oHZVN5+3VNQUYEHpt++iRaT2uEqvUehQKQya5o7ec/
v6i3p90fb19Gvug+kv1xCPfbxGPff8s818XCTYbxG2/n3i11H7mAQ7JkEXI3jJm8/vPX+zDr79Fr
5VPcIsbbpCY9lQ8vmAbFJP1mFTB49QNEZ+qJlhvPCdiapHz0k/5LAw+5YDQmaOwHqbvIAwkS+uOh
duuLdPsQB23+pOvOYvjxU4A5jnaCCT+6cN6HL9lzNJ2aAi4eGjT5l5aVDMXD8roOpX+mbCTCjOr8
eyP8fBDEl2g+c1Nwh3O3f7i/1pluQGoHDPGVPuIgUy/3dTXMn3BePt7F26t4OikdtoukXhixeLdo
MbftDwUAKGiqbR0xZW+RpRjcTz6/f/UqPAUI6Hm0N5l5ff8qi7LdZK63V5mr9Gg4o0t23Ks+wQT8
i1fhGccWkTzyzyzt+1fpAmA79Nm4FfPuBw1H+Wh0vf3y5xcoX/nHi8HTXV6GvInOWq9/nO5Qhjs0
xuw898HEYq9n0kFTma9B+8oMrxPN9Eq+Dyki0JPUtjUT6PLqObvUmFNwarKt5OU0Wo156ZADLMJJ
L73m0kIkNpwMbrGkEcqWpjuO9sjUGUPlTG2aash9wKK4Mm/ErLoKkRmzveepmfKz9tQt7WmWOMjP
rEU31mgekmKbuCso89V9NrK9zmob+zeJO4qhrc75cMrQSZd9EBy6OkcyMfOFdOEiHHA/fVqoJ4bN
yyLuRwlibhWUiLixgLNftXNqMRLZU4nBRI3zdWw8bTiHKjutt5OFLftr0mSpeZinfoTOERj9c6A0
Mql9L1Y/0ke3EMCFCTrHZd5nM5R6Ig4hWRPqGWNjtlrcz8Mi9l3r+Olhsdf+u95qMwPtepKOe5G0
zlXd9aW+W3rfn045685rTI+iMeKxGhIMTO3QZbE0VbPETm57Q0z1K7sjv0l4Y3SywCB6SYopNOwl
kVFXmH53MJnn9+Kk6W16Ylan8fg2BohTksnsNBpmg2OLMeg9dm6I40cYxnw+5eCsR7/0NH5mSPXH
ZhFNuWvzzQDVlo7W7aHgZyJO2+0TdCpRjTvmANKbUSkeeTnP7EtqpL2iutIzFVm0WwtzZnyQsnWx
0qZCN/baS2sedl5alMGu4d1/7anDnplg82+NcTG0K34Z5fUyMVyx60viSAcT1dWyy8tk/V6a+aJf
4EnKxp2hCAbug0XV+8VmlvFoDizCp6a/4LlBt1VW19o8dP3eoNBCf6fI6GaPxqTdG0wfLtQoOhwl
dIgJrlqzeErybGbC2Pby/AJzctqEXuGq4pLB3e5BV3PlxwJufE7g2i/MeNBF9zJb3URFi+7dSW6U
xB/TzmXoVQ7VcGzWrC744MndR1xLi0HhUuOgNfue8Gg0VBU9Akv0I9tGQKlRnYNBd5rG13bZOFLx
VULLJoStuK3OWqOcSSHTkTiV2lQ+dQtPLdziqbH5AMlIUtXoiBql5CFZ92oKzFHeeOmPxesCG/ds
Zfc7sWjmE11/RU1YbxosM0JpW9tWjJeiU7V3pL5Y96c0Spf52qkChzsF2ZDJUIeJlDztevg0elFB
x/dmynD7ecncfJfWrSkjCnTkp8211cZLB+COOjCotnrX0zyYD67WtRRihyVNvhoj9JhTbWkTJpGR
KHCmY/qLtOrM0NRQKpOakczcFkGxph4K8DJUr2Y1N3FC6WbeD8FQPy5BLm+srMo2AH7C8MSOTibT
TENJG3FvD6NLMw5fnYt4ZSnXAzwou48w4qK8MZkAbuI8hT4KDRCiwIlfTyuTUIvfHvN0KOvz1UEa
BYUCrnHk+9mAzA3DjouEKvCmnVX3/lnXDsynmphj62id5vqSmlPWxL3dZFsZVdjrteljvqYX2dkv
esEp+2CrBZWOW6jsu1FRKY7apGxfcmv0LszGypud1eo8hycVIKOA2q9FTE21Z67RuXe8peQiISLX
0F9kBCHsy2qwqFJ33Ule9TO3bdHXFaX/2v0CuNc+an4fSBrmlX1Rtl5N/wpZrQzdui3TOK8K6tWU
x4NTM6vQPpGwZjdUZFZvHU29Tb7YHnESeHVW+hKkk3Gp2avXHWFlLDKy/WrQidkE03ooq2ClxUiz
qWOadlzdo+O2dorDR1L+c92lSkLhDt2P3vGXMx0bRx7ZTUnLkVns6puhRNAgkm+YpsprwyZ1kVnd
Pke6TVaA5DilOiZsR281rlaV5ykNZodue7byXAtTZB1E+G3jlHtTWOfoHbWzGlME1VHiZTcApMxy
31KxpIdMPIBUgmcS6DcLsHBx4RcjJQhlam/cC8P9AtHtR9M2Wg+LuLOc0BNIhaNZjaO+qRSApXh+
0lFMV+lSRlmpcRxs3TSgLxKIaaD36DmPgV0aJvX0GSsA1p8R4/WQjTVyM6FdL7PWlJEuaXZEK6/5
bNdySPad3eRGSFcYR9CQi17f0XxEHDpaVnpf8HCqT+0U3CHOg6Zjfr1xtas0IbgQiwnXaOLmJg4K
I0cPwiKf35Wj8r8GtELfxITZeiMVmPo5pylFiLlc8vqwZm36NvhzBry9tMQ35qU56pjp4Exxpmrm
zN08sbywYxLTDxM06RfTxFSAxk3d0Z702mu3dfE9VMlsfq2SDK87S4n/sI5de0OOqP7alLQEqXNn
cOHISLZd5DS1Psdo9JZlRzDV8m+8tqjUCbkeuzwscum1w/aBXNJza+Qp2LhgjgHY0RJ2nE4+i9mu
+SZcvSt5emqt4DvoJkrlhbNamDnmMHHHDRE6CwTTW7J+U2cBtD6x2PXzmJq4fEld0PidGITfbqsg
377Vue7EpY35gDhCUKqaIb68R1tb9YtGm6yFf3BtpXatvmg4FOgcMjIzeqeEW+xNU2Gkix8Wtbdw
l5mVmy5VrDw1+cduQ2JVcQMij1V2Gay3KbMhk6gu9WuxGyD+w7f5ubH7T3Xpr6CL/rDH/SXUePna
/ngXZvz5v/+9tOT7jGBzhibn/LuNid/0e2nJp1zsgj3hhM1/QILjX/5RW9LJOcLrJexnsxln3PGf
tSXT/c0i4cCBw7WAYW+j4P9GmJG38v5kpm2nfM75v0xzFxpcWDpR/Ql74v6G3NV0lWWJ2MZq1h0y
F+0G4+umIx1nYZD6oYB2MPtBOxSpN902pRbwkG46BEEiOcnxTtCDMTFEiNyNS2cpn6Q1zSds7Ayw
G0Uxv1ZZ7uDIEAC85GTGTJHIvWD6+6AjY//S8Yi5RPyIvSWrO476htVE5iTVhS+S9AuTzesuXQ39
tZSYKQpsZz0PUXIuFk3Hm0AX+WkDGuVubXGskR5M/NuSKMrRxQx7P+MKOBaiqp6QihQPQzmpKu5Y
m/Zuw9kYi6Z/RiubFmiql/6F2SWwTwb2/j5V4VOG77zjtj87kkLwbtGzLpdWJrvvndng5RllgMQT
KCd7X2O0rb3quuY1L2p1QwDMbpgYybQHvEHoYuY+aTeURQfobXZ2RS6c69H3CPXp6dmQl8blCKf1
pEOwezsXbXUvTCf9muNVdHh0BPKkC3Qq6XZmrY9zM45nQrC3C6tK5PcJoRK1o7Tm82i0x/MpN9tH
hTGUBrg7vFlTp10Wtphe2Izo58UQsB/LU1SmmsqQYU/lbBy7YvW/K7c04h6X1emiWjxF5pSlVbh4
TJGTsLP774md+oxXMlj33HaLeEbjUx/XcWjJUbeWzrQxjk5opEVY14zTDUzz7geLnSCnki9GDRTF
Gu/aNLBCMGCcW8rmu6qME3fJaqZ50oBVHvD+2k7FbarXN60dcOK9q9vCjQtHejjqpDhgXHJDLQ1i
l7JKl2b2SWaMlxbMHnyotDcY5rhtcsw1SQGjQGveUuYtDjmzyaSY0i4EvrIDT/bkLsMJgKqDZpR9
7Dk9nJOyiU3Jjmayb4fazskmVOsJ+qJdFqQ7mQc/JPGkqPCvTQ4ib0VNu5LeHvytDdj0Ik1Klria
3tp2lt+oDg27Diw5khv67zb/B8nuh4V6+oQk43cZCHk1WH15xkksVsMT3JEN+DIj9goOnvS0iFGe
UDcfHYO3VZbrLsm0Y14WB7AI9aO5KGfvi1va8O2+1sqv5RwQBLibLJg6IrtoJ+ZtyQ5xpPeiofZJ
OtWAR3SfGJeQ1xKEatiP0wHM44mZ1c+cZTnU+ZRnjOQ7gN6jxQkmyvLVRd1jEyDw9WOvd1d2p+Wn
mZfHaeM80Lt+IYJ0NfW9O4em85p7LvIgBOpCtm1seGMR2wvPRFsR2PHWxI9lpZ3BPjwXa5axezb4
o+W1lwW7jHIdlUInNHrIDLbIb9fMuxGJ13/tArhnCJ/LQz8Vh8GwkkuHRIoy6li4bRGPzE6DeZFx
NVWhJCTO7s0vTlqDK9G1cbKOufiu6yIaLNHtiTFjuG8d+yjs6ovZ1W8Tfmh/1aPEoefWWwuiaO5P
nqscMwm57nRjbE5VKfAyUw0ODDZn2GfLO282fbIlOheIeiVtnTMjl3zVxqq+JuHLn+5jrGEkeR9o
AsGUOJbevOe0v4T5ZOEp0gDTpDe+N7b7XFP6zdKn3ls9rtiglmQ3cRiNnb60LpHq/fCSVi+ipBX+
D4RXhEHIAfWIJTMHa4OyxY3b99MPZfOlcVLtr6TtpAdtbItLNkKEhdJ2HTnW2XrMKSU5LRu9WNj/
rcbXZtbbmN3tll3i+3Vk+7zI1fqhNTJ/XrOgfrWEbl2n/WAf866T+yRonLjycR3A7//mjBqRXpf4
j6MZ3yroTyG8JC63QnNC35k4AASyP11LzpThoiAwuVDk3nxlnfVpY5PxSolJ+HqzJc4fK7+P6Yvj
vtZWdUb5ND2t2QztKgWWipPcpW+lLZNus33XBu10Y9rqrK7ZG+Zq/jEVRnldk9eMvFkfSDg3yVXi
ueI5aRLvuRKJQHc81fYlpdIk3pqoyOSy3sfilS9q52tFQ2KKHgQPrmUKk+FOk/NCJMy4EanxvNrr
uM+c3Ng7iNDuZlzaeAMN1ON6tSqWs1KdVya+kCRbvftRdV86AXKZSdAx+UFFrCU+qnXRXMiDSovz
oslkQs68ZklNhQN4zOeZExjVCbysheO4PPikkGIjHUAq5IqKSrxk2A2iJHP7p9atvROnauQZOZP1
WFe+vPRg/RQhD3eyiPYqwVaxjFWxncMUDEs5WU1ccp2xtTbyceQXzUfbJKc9zUEaI5Jwwk0+Opf2
ObICl2rbfdX2At9ua0VbaIegnkqgEtbOjl0v9zcK82ysyj1fheBhzBReoXmE5QrthC+Rr75cKLuY
2lWv+EMpDsEdMzyqmfD1HhOjxFlGewDHvZLBdyom5H/81ePRwHEbWhYnyohs+EBjqG8ie5yDeG37
HbLqayAdFgHg9KK2if+lVX3IBm2K59HxInTOUecOe6K59305xlLZb0RovJC3DwfdHRI+nfmrbCQP
aZBRF2gdUalzK/n7DdoO8Om0tagj5WzGzujgzpT3GKByh3WJeocHx7r9Vk08lE2X7BvzRfPGeSfS
4Icib227tXMkXMJ3OMknUXbnPnbJSKB85/gsX+GgtUPYa2Sx8lHuTMnqN9t6ToFxNk8szSF9r/II
vNMpM3pRwLAvgVkttjs3GvDc7WXSBhEHNZzLjn66VvQE8+pYt/M3fdEeldsRwkbtEeXsGc6WLRqX
rdYbyKkrZDsVlD15amn2SVAWF0VZE9tnZLRd8cPWrv7slVSb84X6hBfYUe7wXwxpdTvPIkiru5dK
XblOTy/eugYYvBwaS+tOZ508oB+EmdeJ1xGNIMeNmLUoj5q0e2STM55NI3OUU1vmB6xtRrxa8mJC
1n2TTmf6QiiIipBJOaA985a7/0fZmSTJjaxJ+ioltccTTGYARKpqAXf4EO4xj4wNhBEMYp5hmI5T
V6mL9Qdmt7xk8HWyUiQ3mWTSGXDAYKa/6qfEC1BDDA7ksrnspDW8JIM6WNOdAb1mo8L3mBKGc2TI
gGMnyiUtgjFjfGSYK9Jku4FUf5Sj3PRUUZSKeuiyeFqLBxdHP87mDbS/y7yfj3on9Yu0ATjK17IV
cfw14UB5ZdPoWPVFtCXgcitkdJ6T6gqj9c2Af4wCJfswsEYfhJk/L1rm7dyp50jbXbqJNBDm+si5
sIfBb2wVH4eCcAk7gAunjJ86Mrj35eJ+pz2Ck949kaJmU/bZS42xm67S8N1zlgXv0Tkbp3Qz5cOb
XJJbayQ40hTcrFoG2dsuXt0xSc9NIzaZrtf+Yiy3iNhAnjODlnmL7sDpZUY8vK6V3VLjJwNhpvlO
FqK5RFi3rzJ53+TpkzuVR6GNQcOg985S0/eJHhLfXi2FQ6ctx9G1229aIk6UlYIrC8tHOuwfRqo5
iD50Z+7ZjE1X8UIUPmUJGF3M2C71nhyW7awCVxcuxUaK5calXMkX1OT4fZ6WPuZcmGhF/sVBGemG
dhMhKe4MMZo+tecFmYRSC/cC+gTG7KYO6FkGlVydi5pNrZrKOxXJA0gTuu7cBwxg7DQMGd8rIzsw
JZ/YY+AgSyqe6GreqORb6oobZel7us63saBUlVCJnzazdzbqZW/bDQ3V6kZGOc3N4jJe6hz7SmRg
HSyHQ531brUlrHGeF/yRUcSwIDIbvgxQfnNN7GgY6VYXU+bsvOE95ana4bRefHMq472Q6ti6dcy5
Zv5g4deK6DSzFz2qeb4wI4M9FWwo9qYJr5XOxO/JwLS+x7oKJzDT5aOWWReMDcVZr6sTgwaIcOkd
Dpx5a9j5IacuD3rlKdX0h5Ytj9lQ1Tm0nBR6cQ3Ub/RrPLomUlYo8N8wbj7zTjrrYfWkTWBLoeBc
RCzirlvtK904xHkO9ibtr3XjOnHNYyfnW9yuECZLAmLElHhYoTaylatPoaPd4+zzgq6LX7WuuEwX
GjVHxA1A9BSqsk639YPsRmRvvYU7M4whQaCp9glecAwbxjduWN7DcxvvE8aVyM/djhfodyHWFFoV
n9MZWzWzmittsjHt6i9spsKYv63Ypoli4+Pp2N/b8t5JHCwKJtZhplhPg8S8iUa3rkkpt8OSk9ip
cPwP864qtebotd9aiUF7Nviqk3i5d3i3bMLwCR8sUbjcPhT5gzXVbFxz7D8GIaetrDuwr7guQwSm
7RiJZVNi4Hovs2R6VdK7SrSLhJjD1pJRsCAN4vXt/L4fatJRLqCnqGEDBHpkG6fuuHP6du9l1aM2
ycMozW+Z0jLWgmE5AtlFPrP3ZR09lt26DfGandf1/dGtBG4qK1wjGv19gbGRR6xxuZ7K3KVS3pYZ
bbxm0l9XXfLu9NqtYyyHwRHFntoiMgPeBd6iaE8QdzNKl82yNhrxjmKQzUCTN17tK3TKF/qQm41l
Vucq7T/AOyZXtQfB0TbLt5nf0ocUqA1D2O4yzdxrnvEymHq55Wbu7hA5p+OkF/zujjNCkkvIj5n3
mgCZDSqMyDeFWyy3bswtBTSDrntsa066gBmtgS03/V1CDcAGbTPd1EN5tmrZHodatVtYMG+Fir8t
TfzVsTMURvoAfH21MluyfXGqmoql0bmmijfZco6otxEY8w0hhhUQfNadMWUpSskeFLZ7JzztoaGk
90BWG9qFcE8jU0gGfiOJynY6AeIB4YsfDSHSiPYRsxNRTxfWqJPbEkWAYyYJBPH5vMOxVameUFyn
Czz9YXHZ90gfmTkG6BnQ32L0AeTSY963fjk05hZh476zpx3WDWOvaYxR0n44NWuJZRo9GG1R76cm
6fedCaqN9onbhZ0A2YB3nCN+5F2njDcj5b5HKUuc16cfiPaub7Z2gG0p9vWoxFNi3hQe/oeZLbXD
zmu2KcQFHc2c6XGgcRdd2dhHcXJqUkCjWIc5sqWGuzIvNuM4kuShUh6vgt37JGB4UE0nqNN5k7aM
OmNvAXeCbrvoLQ2xWstP6nDsbKCHSrKDyQBbatZsi1BKYpxrTX5Xjn4qBJW22hBd2zpOm47e5WZM
gplv1W+b55ZV+jgaAv1VruWzdfiFpfbK9sL73MSjzKhx62SrlN6O8FZberZCE4P5dKOaMQvkOHbn
OHQv6lp/S0b3Q1UJDpsZ6z5ybLFjc35rlOjkTuqy2QAW7PNe3WlDr25Lq3k2BuvRpaJ6I6d+34Qq
iJXY6xiQtgTugEsVO2+yH4peBWYNpp3MHA9pfNSS5MY2u7e+yB7TrNnYKTi9lo1LlDGNXMrkIZ/z
29ZsvodhtN4pITi3papYZBMEek3baaI8N3H2PXNkxehBu6Mr6kavF+70wtg0gqSmVLx4Ft59GXeP
HYc8t4v2NmqstctMn7az5AIhZ+zeO2MMt4WwqUaO2Y8Kb6cvNhTnGLR+uwvt+Dua/W7sha8b0/AY
tQMF2WxGa+QVmrs4ndRz8wQp7i13eRMMdcfvxL8fpLp5XZCc2NeNrh/zKTSZ/9hafCtz2tJnj/0D
B6dtNCwv/I1JDxV3RdEE8FQCrSna6zCuywurT5rnwRKDb5Ao9qs++aLc5Waeqy5oLRqIARGkizlt
54RNgBmLp3qaOHjMgO5GRB+VNfdpnAdxmLyUTLX2RSsfWsO5LImLpcnA4aC4zMUjAAp3mxXlMwah
IwXgH53wzp3WXsd9FiheojvL1RbOF6oPiHN9KUqbogszDYiq7uVq6GehD3JuRQf8SjVUR1NoBy+1
dG50KygEJLUoj/DNR+GFrCHtovZk297R0+d2XVykTS+2eE7yyqcEKN45Wn3syuXcyWXXusnd4GIZ
mcOYpGO8Kww93Sk7O+FhujKUsRuN5lZF6pIjbHWVReN15S6cOMZww5grO6MLcF3LU2vnRC8yh+b5
cafn3s2Qs+7w7tw4JgOlqU4nX+jVldLcaw9KG/vn7DqEbrfHK3EIy3KX24i1vJ8yPb7Ll/LZnuBf
y8Got8JJEVwYbM8ZA1O31G8jzghW2lLbPobjvmYqxMMd6fdT96xkeSAAsVZ7bJRYK/zQfkAaE/Es
iIAbpOX0PlCx4dzg+JghToq9EYV73DPuzm3ZqHCrHwfr2lvSk2a7Z8errjl4XhS9+BbWCgS28cBA
vAtoAn+KKyQszF1s6udnFSUHYBzsAep7SXX71qmevYydtp6kftfO1mGc7nWsQHRqzuxgE2Z+Bn59
XXWvuWG8anp30uI4sLSwvUA97QBDM3VtaYjnX276dSS9xPNDPs7XQ99f8EidrSV7HCA44UQbn8qE
Lnq6dgnTViDv3KtqcQlaAjleQ323M1RjzlfzRgz9iYdii21hg5f8KeRM4Nsac6K0vknH9iXF5rAx
nFbtMRwBeQRQcjLb5pTFyHzCvk6Eda+bpN+Ve92ARWvNbDul+YejELmQI7ONgUaWNxztzPWs3L7W
tSQxJJFlzXFfRHvdnK8EkOqQ8f2FSZZk25gcoVu4ciST24DC1mbL3NjHHE5j0phQHMTZr5hbv+g6
spnNJh2p/C7tmRhxfhxS412PtSerL/VNU/fVFtPjRxJjiSHHWm70gbVuwKVwpzqVBFrV189oi1Za
hdt45CQTsTuPLbjMs/jC2PJLzmFpm+tjdg6ntGeZbKMr12sPIhsvZLOkOwCWmBcqtlmMku2isw5V
e2+L/oLozvexUvGj1GW7s4XTHpaFL2XA2nlbLowq52RG78SeEcjeHfdewWHVTdUJrzaxzDw7My4/
lM5LxvEjmOk85zD+nqQqgJiYkFckxTYNe02yU2rrR1eEXxjEG1v0F3JTX708etCH6ewO4a5Y7nK4
43Yjtvrgfo/YqdtMJjB5vZp5+17q9S5ekmASXYDL5Vm0zlGaJGDH/OBOA4HI+LiU6beZ73bGYFD0
8b1m3mqc83rbOekyvzX1HFqKtM7Kjc5hWge10x1SXcarnzWFPCArIjbIqYkcGIAnkX2ZyGTctDHf
gocwNT+lZmNuEKxH3rzeTbWkD0ub3zAfYXvrMhSAEx60HO92Q6pS3AXRg2yRoV2PNQXFiPVO0G1m
m3tVxl97PWMbG+5ALlo74hOPMmzxZ3TGTTbh7tHsmhBm3I27ZMwXv+pUtZuRNIO1hSRx36f6rlV2
7CCKYjmZSXaMyD5RH6XAMLl1zTi66uFKZcL5CpulBxxPJ7eeYS9CHHE69iWgJ7Qi3q+cO9J4+lXH
ndXJ6Z4D3LVgneCXpTwL3ICe2QRewt5V2GZ0FkPubNtJe1VtdjkkSN1a8o0t5ZPLQCrIau6ZjP3b
UZsNZx3bh0GG5ScuVg20pdINo8A2KlERDQYEifdh4t3AMZYepji5lfD9N+ZgiG2l6QcT9RuZuP3e
o3VovDm3g52Up5KRywSMPSkq87ZakuTAib8+ERmFTTATntd5X/pa5dXBYHpQx7xk05G+2DOzq3w1
yEPnxhAntJtaATSsuhB9ddIPcWjKXdr0G5K5r5biwVksbRvX6Uk0JGDJKRJ4MgiAbnOzYt8yS02n
H1p0h8JO0XPSRT6UjddXG+Jz9c1kVeI4o/C84uudL9uwrL6KDhGNxS3yCr8zYPIpWfRsSLvY3mKr
Ye5fpXg8o9txHj19q/Aak7EaJ/mAj27oAdQW9eWo0pzBoB4O/Q4zRnNk3UE8MNUOftJbMevUioju
xlNVvDVk+g7b/VwZzm7CqOFP2XJpaDaur5BKZ1fWVwtywVtTh+XNRGqYxzN1byNspuwdZqS03G3s
wh+iPN3XPT1PnC3bryBUSh5x9sDmRm+LbhcaibmtjHK5KDQnJYydTWxAatnsBzoXrrEZ6fdxbNl7
SUB1Vy4VFHYEEu9bbaQaoxuE67ZP3RPD+iTIOXgFoaOaHZiEZN1mGMHSq+Sc0et4FRM/2NajIh9n
i2bGSVW3HzM9BZtZtH3gKP6OWanACU7L2B8owzIvxjzKrhwn0e+cdADYOroY6cKl5OjHzj4kSqI6
U/pRovrjsEj1FmHHOkon49DsNXhwoi7A8sjhX2NLWa89KlUxj2euaL9zeR+T8CfMCP+O7/YAbp/9
bmi2uKSR64tpt9DGhNsm/1EglBTXFNC4ZxwOLoGd2mi/EzqKC85zPDLe6KSPy9CtDhw1oBbphuY8
qxQCc5fV1aE1Z47XC8UqxwLnxalr2Vvt0lDjTSTiMsE/iaPj3EQj+yZ6e9gzRfnOVG7ymoGZ+KYZ
mOSxFiu5s1qDIgFqK3aCjyvZaXsNL1HX+xpNE39ali5Xoo6XHZNazKeobuYXgsnTrb3U5jYcvHbX
84gQiaVQYz/Lvj5FCEGHbMKvB9z1wTA0En0epwzeV+F5wbN35bKfuUHDmI9pNRU7y2gj7DA2KoOo
7aO0VHw3omJdw/zMAj1DgsLWRw1DGVf2eM1Zh7GcSz0vm/cuaZejoUiS+zFP/1sbkzfvZjXdiErz
7lyLAzuYLKldWmg7YP6SefC11Eu+9F7cXtqxm1+PRmWfjNFrv3he2M4XWCz19FCxKz6jsUOO1J1E
6744GdmqZZjYVVYAE75HAB32daSF0y4qmQMSMo+MiVlTOiCKRDPjx/KUl4qZUz5oCdmyHpf5MkIV
3ghzEjcsIBKNJmvcK1M2SXygW7SOtk7NNHscKmnuTPSL/WJr4R1+1LuQ+T0tEC7LInnK4mLpvelp
wT357KLlBk1uqE3uDNGxqbPpsnUra2+6r4XbiL3sjNjzh97w7pMFePsEkCBYYAbUAc3Y8W2XDQ1r
UNUTXKnaItsrlvg7AtkWDRGJrPY87WF0pk2Fo+CYTGjt7jjK2p8g6h5zK1xODWANZEbVNlRLuCgy
O7frb/ANh7jjVHxJbRlTS13T5mAoGmdjhamXf+O/1dZ7CmcJvGeMuawtyhmRw4v6iUxojsFBH/uH
aC2oZyY7iieiZeK5kc6IuOHM44Wy1XRGZeuPfSX0czVP4SvpB4Ekgn6+IYFDwD82wsvW8SzQk6j4
KNXsInTqKApbZXeEUeth3X27pwh04AuuUtpC7AJ+dVmq28Zp7IPlLgIqyTQ9YfQlXqzHt2Tho52R
tCierJ/OFwwD0bgbaSpgIlg6O3uQpX4D/kVp92BdnCtndL7YeaN/KLRi3NUjkz5hM0HBCsB5rSVX
siGm4R2zSdbhjZGX+J6seHkseCnJblo1t/mReaV3PyS2jtqsoQrX8zrmm3VfSyZWBVL247LtJswQ
xB7su7mvtOfEnu1gzKvOFy5e7zUVrGjalfMzl7s4jzY4CrCQYXbSOfhu8hkZp5SwMYc+i88gnMKY
o5ZtfdFj13umRwWZ2S52cYo8FQ1OBFfZEc/KK5xbLBo6nWAx19TX8UhQ1NGPD0U6iosBx0uQyYqz
jBJLTtDATh+sigiyB85gm5D73ToxFzVNGQ91RQ9UXsOetXWarNjieOEdTgvidW4O3WnO8vC2M8fu
YY4j1FCC/pdhPOvM8fARD9upXiq0I6wxEtYdZ6qMEcEKTLgiZplTM1JWVubXJdHizZIrDz8098tl
S3dMe5iZMWb4SovhZpkl0inkPftyXiwiylo5j9tCx+cImLDmtAEOteOwMNlnznl9EDXlLdI2Wanc
Q331lAl5g2IaDlYzZffuyATFaZvxLdTYGjrxNFxXoJV8Gcr6WlQDBsRSiHzLygwzCiSO8zBUOVN6
OOUJ0AJeLF/luDi4UG32RlXRobdq0cq67AzoKiM+4Z01JEmyM/Mqe56xl0Z+jF/lcm6H4avA9XiL
OZi5VWa49k5yw7ykP0ZtlnCjIIKies0uKSyuTVvJ7mB6rb61uMX2S41HwNS8+MqhTHKLSFxeYONu
v0sGVP5YOXhphd6d7cmKjjq70wDOHNjGv++bI7PMP/+xeu3eq5qDYhT3P3xd//y3/Ud19bX46D7/
pp/+n+6/fvxy9FGtLrWf/iUogY/Mt+qjne8+OkAR/883tv7O/+0v/tvHjz/lYa4//vPf37mV+/VP
i5Kq/DlkTd7uL9KYX8vlf/67/BzH5P/5wzNnr/Y3LqQuScg5plwTxH945kzvHxb1hWsJyspx9Lx/
BrM1/R+UaBn8N9jDlE5jYeEP7NBc4//8d8xb/3Ak9huaUEzTwjrn/h3b3M85GdcwHAmGmIA4rR66
B23z55zMkGRm1Gs88CoK0ylIw0I/UL0zRb9JKf4ciFw/xzHWTBzVoHA8xS+1rSzkUG04eSVpDcIi
tUb1bi9L9QyF8XftCr/+TGsj4ppmwnBLeuxTbCwzSSc0FSICnUVrdk652yVU+W/owD+n4f74iRzc
O3RzCDLNP+ClfwKCxp3lFbpnrpNlTrOia0p6t8wkvs5cjMG+S7zhD1fq/zK/yieuKVxumPVmsQ0Y
0j9/V5lpdy4AJa6ejRvaz5Nk2sYADgFWp9F0+NN9/NsE668f9ukiAo8HW291md8YK6KfM5X1CCJS
T7a8g5vdX3/YL9+YB0eX+49Urvcjf/bzTxb3a3cZaSPfqhvtNsVqv41G8fdCuT9+JHyma2TPlVim
PqfU0X2gIrHaUi6GiyAjNEBikk7cDvrB5u//QNb6WdTYkKl2PoVyUW8sNUNAw0tSG0fBD7PhgR5/
81D9q8tmE/tlsbBYYZxPD29eKJHP8yoD1baxz5SbbwzCG7+Jta5YiT8lHv+4bkIisjCZWUPNLEZ/
DjObGnEbXc+YAIEMrfFTwojH1VLXcb8nI6bwVSz9QK52EM3XqNXS+Qw1rzGY+dRx6hckxtoHc+Jp
35RM/tDrJhWSYaMP8ZKiMrwoBrWJDPortumbfuolu2L6w9TGayqmM6GjV5rfjkb0fexQKCiNW6oc
ATL1vsrcadBfS0CLxCWK7s5L9aY5JgCJ3G2pKudLZAvj/zZ//X+fxPUn/mcS9o8rwo2q8wWvcA25
OpH/9OyzGlAPqtkEl2YKHnxcqbrvOVV+W7V9dicHB3pfj+7dTTpQRSbH3vXfvr+ocyBvrROkXG+w
n/8CfTdI1+Co5k+6xqBsJDOmW6P2m7v4l0UbQzdtErrBw0lF5+cljopBbcBwzeS5obrQHExxsnrS
B9gh5Ptf/0C/rKZrSlPokJVZU5kmrPfgn64omNU+EYLcj5215TdnGrLeL4UFDURS83NfitAUfysi
+uNLhEDL25kss2FZ4tM11DhwVgmFOD526XW4Pg27JHHn37wmPj+jHNRsstIw+OH2QpL99CkJPi92
z6s1tcaXi2aUdEjdzji4v3k7/PpBLl+RwP/NRmO9LX6+gm1GFDXWUmwgOEcugOkzEaXL8P6vv6d/
9Sl/bBhcLPvCXr/HP31P1VQ2ccz8y3fpmORIiVeV/oS/2URjkBcw3ZW9Tz7gX7QwFaNh96XJ8Xwe
ZXGqKlDEy5Brv8mXr5f+z08xxAvSClQS0MrCTuwzOQGlQTURNEEEvqW+TYyi2GrKnL8ZxTdzTSKV
YDb/+urRcfP5M9mzuTqbrR8fK9m8/XT9yklGYpTE5sYC5i8pwpJyM4okNRXgIUtKpiGefMZsFcI9
DRugeqw0JJ+Ihzf7paiV7Rt6buaHmNeXCnCpde4WrYIJMINsRfkiWWc36EYG8JtWFfNb5xmjszEK
sy1AWLXZ96UZ6d0YZN8yuK/sNkXhXlDBPavvVjpsGeUXIrNjEmnoJbSEW5Qj0/2I55E+y7LelPgZ
Ea4sa7wXjJBfKa2X0U7Nsdn4eUSKwp88a0QKK+U6Em3JWZYaleRBDuDhA4cKc3JtNCXi4DhWrT/X
jpWvWNMRZxkvTSqrQ4NCxxqS7gsCp1wCw6tTLEBuU1dbMFutChCJ0XvT2MB4NpsjFSteaxnZxQKK
AqpWyXvsNSefTTEqs0l9R1ZaICTj0d4p1HL90l1s582uZ6159HTlEtzrRzsi2VQRnKo2rVGmOFui
kjLkC92jKhVThV45z2a8BtqmcGLNpUk2qTdY80W9J+tB/2aUTyNBw6IrGOfIEc/jMI+Mt7uxdLst
Oh++mbBudbwF3jA5h2gFAW4YLlnvFjdBvtXcQb6REo7HJ60qwq9ONeBX7DUebZ9D4Hzn4ef8NmWG
M/mKgfTDoFJbwzurLw9UE5vJpu8atzhU0hjvI1egOdXpWBU+3sViCVrNa7THxi0nrMxaYrz0cvU6
AfUFBeuZ9ZcmAl0x+F3v0JqZjiN4VdvMsHs1pdNxmjWL0d40xhS5pDBJj+KraFRjXWTDPBAbVdrw
2pf4r19JNfSMygcbgSLNORrs1VJb807DjISbshssnAJdROK1QMTAuU0016QkokHb9nTNedWIXCsM
nCSf/SmOuM+9zLLucj1exxqpbPpvdqKZ86mjiVA7uqIBStjoOcqS5ul9vstgbd9w3Y30GfqVAd8z
D/P+kXlb1x0USb4UeqVW4kEOZ+clmsp19jHU6X2hIVgfS8oytLfSy5vhWMxhRqVDwXx4B8c0szbN
nEGtS7ukdr7LQoeL6RMMSd8J5k/a1YAZ3cG3RCT1wvWaHm+jUkCr7FgO9Rt53CKlO7fFqov0R1/u
QfDE198aHWKoz3axpZtNLRPQYpp46ltqHgiUhDANgL+BLcWVJmLcKpmxOvpLPJH0/DbK7pg8Fs2j
YUY4AEVeF+XJmwbKJ2tvoZpHWInt+u0QsQeubHCWl5JzVHcZJ7BSywBNZIzsPZGCUYptx4FWmzZU
5hBxxbKLyhAklSB7wJXOsgvP9grsERz1OkZbS/U6D5F5LFJUoRuWnLjbmUNrxDPSMPVbqMJpiMm2
cyzV9x9tojjIGAQsUlE5wSQ9tI1D3AKSzJ5SNzNAH4xTcj0MYOp8o07tBQsnwYwo8oIFxCo6P/UQ
5GROiyyiCbsrgOWQy0ooo4ZjHNS16T1ARdXddW6AU3qkbf5pcuHTsvZOUCCXysrLXYWQSbezLdsM
A6cNYZB4R+8xybYwGdm0Kbg+cjSVwJ2h6dCLkaDNg8YcvaXzMZfq27hALcUf0qju1GdrirRkl6rv
52mIwks7Yp8aYBKexaZudOL/yVJgcXQHWM2HiSFVEuhDl2IIhIztC2sUY5D2kSBI7XbQgJvKJaRp
jpZ3k9sI+NumN/jbUxPMml13aXHfT7Ce73QZcYxpgD/S/CjgbTJqtHvW6Zow1UZiIrrVcn0JL+oS
tzUPSh3dpDIvrjmR4zQWQ5jc82cw0RrVpMNQaJMuO1WwJThVzF1Fg6klMcSOKZLtcel0sAF0L7v3
XClqGC1tLF6qOXLCjVHJ/KNvGifxy9Fk4psvIUM+Fp0yubAqN3zTXGemdZiTBGTy1MF2WpM9eNNM
hZO+xzX/QPqpV7spGRr92BtGU2E/0YZLbQxLc0/nKOGjLHLD9WEpvBw7isyfeqcn90GG23yYppIz
ZA0pGxJtE3GU6AqJ2596Lvm15tUJ1B1Mtr6JNbN6LareYDxuGfgom9Vla3achCC0qdXlaBjLk+aw
G9+ZfRyvM+h+PPFwCND+ellf2imBOr9VutLR7cNObGK9iSifrl36+ybmb/yQPeE3lXYMKgsAR0yq
psqOP5KKZ+SRv6aojm0xODk3kJaKFwwasj71SJnqlHQ9dR+FgZkhUK0qy42CYB2+2vxvYO67xqmP
Bi6paNO27oIWKZUNeSTuYROnsMCjezXZAkNIQV5247QmrmtBl4F+2WUaNIxkkJZLFRvDCm7QzKwu
3LzEjKLXkBmCymw0tfdQVPTdEifhcpxTzxvOJS0M6Qk3tcHg37TnNKhCbxavwkyAY/rZgMXhWLS8
kxmiN3PypHS7CYOGxHAYjA29Lld1MfX05lhZ2epnr3OaiXd4Sbv0rYiaun0L40q238c0VPB8rEwU
MFTiZvLpp6iTw9KhwSId13DLNdYW4+DhHH5ss4h5MVTVka71zg2rIE9SzfZF6GlYkqMZ6jolkHOP
z6xXmNBtWaCvJ63oLtK85m3kQLMjG68SkLSAACg47dk7WQ/AZBXGY5gZPOA5Z/9Daa9Oih7rhrUh
3agIZo46UR2BqX0gXzgSd6ks1lCaedmrlbR/Mxrlu2YPQ2R6uBBgZmmvntiUzbGG/TYuKTnwG/S/
qzYRYco4ZqC5YVp4b+1VViGzp+Qxvs8ssy6c1Th6JEaBNQEeTBmeXMtp5Y5nH2M09grSpbzpPEBI
ks7aBqGo2YxGEdpbY5bpY6yTgmCI3glMvXkGBrae1Xp98wYwe7HwjLh5jv0yFbm27Hg3LOBXic/u
EeKbs8V4DVppPNM9BJnfImUDAuZJdYN23TUNNZWo06Si+NJ0XzRwUgKQEqEeDKEZQscKEQ2m71Td
iC+hpsvhYYqnSdvrIfvPjUa5wsxYW7RtQDF4+mxBpXhPhF6X54w05codLUFpkEqeZkyspTJBamnZ
vpK4ZjBDJmSQPAj+pN7zGAMZoynvMW1zmsRzLwaR1k2J/pIqkocbh1cp+8+pNYudVioHxSGsrHu7
KKz2GDFcBancGgUT89bhUO8UMGgx+S+CVF4HcM9feyz4oCoWD9iDqzfbCceU3thwQWFiRdU3FUlV
m+yYJsGBe+5Ear9E14EIPXTOlShT3oEGQOPAUkkWM4o2mwug1zHATKsyHmRfwWGNme58HXqn5Pr0
k/fjRdxq0AEa8IrdZCPWtW2b4YLoXOb/qDHWN9W0jumXYO9K8AuFYfmYVeqXdsymxcfpSJgjKTNv
psykLTO4AAv9d4Ye8yri+J/R8ET/6K2yuMm35qDAV0M+N9Jt3hlMowFOghMXsrOfaqVHHpOpND8N
nG1chtY1tpveprl3I4mv3v71Ucr6rBhwkKLky8IZslJPhftJ/NIFm1NKPgpf69n0XEAzXwvp+zCc
z1XUhnKXxGvuFEiKvWydZGwSgsHLfLMYgPuJtmGr3xGDKedtXOaL2LtTYWNgk9i+bnIgb+WdPXQg
EGJObAxMIy01j9GQml+Y2pVDsGCICW85akfJpphLXP0WrZBfJHFU58FYHOso+lI6W1fV0ZNNF9NT
yozKu55zhp/7NOO+2GthqJEw0my4z0U7quHLX1+jXy+RwKJInJ3xKVy6z/y0uIlr2M+i9N3SMB41
etEOoUeXoy/gyT0y1VcPf/2BnwUjEzkcHj9iP+1EpvWZlzrMKS6mGXoExKv8HRs1ZBHkPxjcS2/8
TXGKzwJSBhCN0D8faH9Ww6U19LmdVL5o19KLpiTpBhHvuMjsd23Dvx7aBRhcPhCyIXLr5/JCrwyT
ThS4Y0O3fvGSbL6c3aT9zbX79UMkgN4fc6J16uOsv/4nZSVtvKKRA1mSIlbp9yI14xt88+Pxr7+h
f/UpOAAZSPHMSOezflO4LUcbDjlYMvLhYCT0XRh6Wez/+lOMX2+E9c9HUqF0l7mi80kmElInd9S1
UPz5ksjBIiBPbBENDOGya4W2cZXeNTdhYizmI546bbhPOcrRhT2RTPbNebbNM2+m5v+wdya5cmNp
lt5KIecUyMvmkoMapJnR2mf2Wr1uQrxGYt9d9txNLaBWkRurj5JHhMs9IhIB5KASyEEAgXBXSLJH
u/zv+c/5jnOgW3WSh8gIU7mGvjN6m3/+Z/17nwgANxcNkJUayNRfP3fTqzSLyzSfu2zvzMrQDvBx
5X+yTfm7v4mQBvVd7PXQBH/9TQyK2UVbsXd3Gq4hzLWVcjcTtobp5wb2HyrTf/rgTfRonlKWbCzc
vD/qS2kh+1q1Idt5p6UyZcAfvoprF/erNZDw+ucf3Z9/M5aby6ptWUHo4o8LqWjuEK5soi4ISMqf
MzBTWec+KlHq/8kP6U9SHecXGJEFrSmAIf/xYBGWoitIJ8HMw9utrKkcDrzNkus4KsMz6B5v1Xae
7v/zv96ffmjLoSngPqNMs8L5I84zdFUnGpflQZxX5GsxNG6FxdP843f5H9bMv3E6/+4D/xNr5mv4
Vny+/bJsX37Bz8W5aX/RdU5aBHq250t13u8W57Y0Ycw46OpsWv7GmrHozUNgx2ciF7iwFCwR/ro1
/0Lp3AI75xGypWX+a815fGn5wv5eO2Ylj5hv2Pw5kKiNH2DI353WQzYlWBK9O265c3FQcYsAy/MZ
YQsOR+08heq+poaTnsYyC9SqqmxxtkvTo+k3K6MXbZDIhwiEmGKU4cTxrhUdwMgIW2641qQ3DaQi
udStmjycCYrYZVMSs5uHZz0r7ekwuMlEfvCHvtFi/33o27YffVG7zMbMb/nb9EMXCUNrrq9qS6+j
YGdGertkbqgsCW69eeYIyUg/FI2xpd8IywwdTISudlGAemJALGayuh/ABmen0G7QvHonh+hkDxN/
1KUOxVnLLonvlRU6aqfjfUzX/dDjqxwaUUY+blaMBGHc1kxmPSIZ3yQjfx46TdIgQXMFoSJhaMxY
UEe/6+gVz7UT1xccioXJPwomODMxRXxomh0GUDGDV18D3lP1loNi9Mgp0C9IZQE4xJXQh6Tw8dzo
ew/IdL8LnCT9QI9SQCSrGfzLELSZse0H3Xw18Yt/rbqG+jU3LBXVVEEt/TIUYhGDqmSX6RafR+02
1VLjakixU5lrEO8BPfvB1SyjxWeu5+aJRuvBexG6Vr0klM2lmwRHnIBr0GfIhoY1+PSs2E9MiCAv
xpjnRIuKCehXTm5jrVsDgSCtyqp0M5C8DQYBYYQGG5AZaU79h5IGF9RFuDe4GNISvXaJ6np+PXvN
Ne4wZCjAnXa0oeoOj39uTfMVxtUFcIPMle65IFnjpq9ZsaLEAdLgFdTgXpeoJ9QVSnMEjATJBtNp
MmN5TvO0pMe80JxgU3m9SWrdtmb4ITiDQedg8tc3RGe59aRjOXi+UcDlWiVTE30zeBuwpw3ZEaxM
NBtKnIOe4iV3oD5t5YVIAujgg3tRQsRgTTzNU5sRoSc6Y/VN342qMG6482T5Dg01/sSkSH669wpc
/hR39A9xLsXdQGUF91YzzRV1iuhtS7mi+7NqMcrSOniZUryC38O8zihkFAOgz0MYhzwd0PqXxkaq
4XGelnzD0zNBCWKHbreExXSuULvoR++ja/TTNe1utEGG86TsM4IfLZH04vTPaqmO9MrcqHY6fWYh
Lu8CHpTMSd6tC2kpfTvEkFMEwc1PLtoSlaFbGipDubRVerKKsj3OcMM+zFMz7diytO9By7WBFMWA
j3WpvjQ9yeoFVYs0MtoMSlyLHEW2sNPGvagELSmYDYkEgYG6EBB1oLmlVbK3slSRjQH8/0B8EJPb
hA76Ha0vvXgBDM2z1Ny62ShTOPetiIcXvY8UR1ftdZMPfDp6HLCyEmcRQKnX0qr9rqnpOTOihK6s
So+qK1o76/quHEyob6bD5tZP3KJ6sWl6JKVR9+ZLxDXwqc4phVjndHbh304diS010J2bwRE8dzbX
0k02Vna4aTw7/UrppRVcsAbhkkM0yo6K1Wy1m1kyjdvMlQrno8bgTSQowgJrtO30nV5E1KIru5Nd
72ylmSJpr4JiyO90aD71CuPb8Ibvp7yWmQ3bI5TRDKEWbS3euG1HuruzWBuNUcORZxY1nZ9tyn0y
6PSh3tpeYVoIZaqhBMZ2E53/65iBtrCipLm19MjRfIV5s1vNLlRO9FjXaDaU0+XJnimG/x+q11X/
Oip0eNQCd+Sot4J4ePfcxGq3ThuNHzXn/LOJaeqdGdy4c4rI3ZoNdycfNWJubhbTdaGA/KhwD5d0
6T7KYu+DDURBBoOOh+HotovgMQE9AuQAimDAIk68mNyUPUODoqLGt+nHq9msJSpc8UeC60mr4fza
grIk9+5FYl53YVYSeHbIsFIaIyB0UvwIplc0VhRugqzDgjzYXoDJwtDQ3LvUoO+u1IfHygNYsdLt
xj2ay0dAXE9RoobhrDF+zrb/MykxKTFa/2OX4QpndhcXb/9r+9aUvw5M/LqfA5P4gpnB49yVHiYA
2oOZWH46DTX7C0M6pEZ3qX9gpl18HL/h+QzGLCDcSwcMGGt+Ef/ot5HJ+4LxEE+RTmDD1nVPyn/F
Z2hgW/xlZJKM7eiWJv/xTFbgpv2Hi1aWIj91hLQk8HrAR309g7qmk6zV6B4iCwlSbC6IBhees8t7
wgxFmGzrPtprHvVZgpufWNVAgCkj8j2ZBJsBvMLKcwlkGZUnTzihJ/avKcfYhHcWvu2+QuBasZSw
Vi0r303bJFiQLHza7XEaamq7Ba8Wjpd631G0dCqb5D7S5t0wNn21CcLgOi5HtW49Z6srQAxkNc6V
Rt7KZYd97fYWtb/QUleGFvPt61R7pyAGb6opuMWW9RQU/QZ40Jrq9G0eBcPWMYLwiWENOpMsriYj
ckgezDo4B0c8QzKNdhUrfhaqFkV5DcW9gQMpNdCbr3mf2NdDK0wM/YxR0sm/55n0/KAemhvKDefv
mIxeITdntKUaRIfKNDmI2Gz8nN/0Gk+5dSrcIb11mKgPOYjaNXDc/mss85JkQDAaRzsIdRbttm3f
WWGurevQvq1iiBKV88r2z/gkm0mysEnAOG0Kg3US4OierGNjBVeuGCHgNKVFoSqhkzM20KL0BxrZ
tmEeuN/ryLB9EkZsFGxIZiDSqjx8Kd0G+DAFk81NSBz/KasDcEldjEpH8j6/wJKLSdLn1cSaB0Wt
Yc9V39DWVZxjJb97bRYTS+Yj7H3RDtNh4iTdgbtyJgzXhEjinRPKcID0VDA3okzHtEAWA9VbcLWo
F2V19CwSmGbvTYNRXWtq+ttzs7HWbZ8J46HWQ/3SK3lLSIWCntlAQHeyDGuSlpBIbJn0+ezq9KqM
uf+WiVm0K5WN+XGEtHbde/w0ojSufLoU5+tAVRdL6IhhNe+tC3s1GoPrfDrOoXxkCBfpMRZWsSsN
aDwlyVdG0on4injNmTVLSMrrFqjOUxyIcDOX4K8SZGhs37t6ts1NIOTB5YC+ZiSOjtOM+59/xQxv
K510a06LbTBYV1YKLzGVTNU9fofpWdbJOZxznOXxCQ3d3dBW7odR6HcstFmXINoU2p5bCXcPCmDh
O86RstWiLZ+lTK/NXu4yai3dNNiMefMgF7A5od7dqAP/gzl9ofJi3TqH1rzry/vaVrsK/lgoPiAR
8Y6Z+Dz1Z7Tc5q5Lu+sAjt1o1TuOo26r4HvogThlyuJqFZxDs6DEnqBoRX63SoTfFnnve7O7j+Mk
2GeEBWdV81PVvJMbV8WBH9WWtfUpI8KBURMKfWob626cAEI45gG9uDn2FjAfO+L3jRKUc2A20q9l
RvbaCK6M5GYKBZSW1zh12ZdQioBQjPa3rjvvYNIe7XH5m9rkWrD2qRCo6K85cW2FXvXd4lSBPB4d
GjMevw7QAFYGXJo8qXdWKZmtMMQEkfwqsyXg1uQ251zzGuA5vIqSqV+Pafy9zLKbjH5lUizsezq9
fq7q4VMLPDZpfBsPwupO4wgMf8wuRd28YQneGWBw9q1pvE9FOoZndq/mZogbGjKTIsChmOpEMrQS
1zDUBsps653U0QSBbFcXvJfrMinjcMn2s7pLqkDbJOT98VhEE5CJjBmCYQ0oJouTbUiEo43SjaZP
JIyz+zBlpanp70D8OeIiN73N54FcFhD8oJ9ZgFm4lGSn3UHabz7RjO50TQ/uwK7GguAiUM+oL00/
yDySN73u9Wc7mNINJg21H6pSOivZZQd4RcYjfuxmRcCifNbKol8jEAW+VszeXZHgyViuuG+pYvdl
mfEW0hEh/1bgfqkYStwShAs3+7MjSD0Git137D5nmtshWyfjYfB6xqdev1JxAhjShO/tckNYI+JX
V4GYXOYsz08qd91U+YORDTc4RDYYfTEQAEe/qoMiuQ6KlrM/+ionvhml3jIOl6RA33CErO0oBO8z
0UZZ6t9AbO1DJzgWTbnHjc9oG/NWMZ3xFPaAooigfRiGOLtp95GPMcCeBg5rWqa3yjA+ak1l6ykk
ptMZ8T4fDY2UkvArJ/U9RUVJgE9oNc+UmrsSd3/ADYTVWmHhWy2omzWdnKMQ8nwUFLCf5+ojMEhI
Z21xHEEMfPZD5u4ATn96RNSHlIuNDNM1MI51lffdmk3oEhi4THl8XWNtwIFGBQQMej+VeLvqalPh
iimsR4Ms3PzSEGWuKSiL+LQVc+ry0FHm/eT1w1WmeKu1VuK33bi3tZdYK3Zmys3JEfOTdNNdor04
anHtDGdpjQ8hrBz8MzWwPY/WyI6tpS13HYhVBSXNKsfDHDp8HSDhW7K/CdvqGuHwFFMOgVm+eJcS
3yf+irOY9UPXKCrPrc2EH9mrra9BHT3TNHDs++6Y8hCXEb6uNjlx62X3bvRrM9Rfaeu5OHl14L69
zuV5lt0TQYAjNY0PmmfhvVTaRUKanPv7upHR1ujxgKKZEF+brO/AJX0zsXeBeCPmRlxHM6DchOtg
tO8RxJ6n5nsus32fh2en5Zih5Gll6smlBC5bBQS1hRvfcH9ZQbS9wVprrTGyLkZkbCcJd2ZJXzbJ
7XNknuCiJn6efdR6fAgr2xdNtUmQNrrJgPhrDVBgXmPXXZv82FfRaJs+JT9nL+h3da5hq9KbQwaD
X4OhlxgTiPyM5PtTNIYnc3qaBjLqebgdAUIAaM5wRAzVUadsY4VF466vvX0/j7fYMED8e4XfBd4n
X9oN6YldkDVwJiVRUxaV1JQO2iculUPkeVs+sPXS8z5l0YEkL69Cd1eoyU9o+9OdB1tTb4pKIDPR
NjPHRqjHNV9AdQl0GC5FeyfwOi6ewoWMhS1tTXJvHWCJMmouo1DB1iJJz4u7BiYCyMPmm5uBASya
Z6Lg266e9lZqb+1qpkUc3j12iI2e7SgnPIQS3242A161IuUhCZn8eHUHZ1q3wb7MUWVdsaq6mnQP
NqQR3nI5paOToHo+vMw5yT4nK/dgM+RpbLSEv6g3Hdv8kx/lIRV8JiUBUK6mi8lgbACxpdYRuCMS
V59eFJRqHDXy1ulzhfI2JKyL7XNFBm81x9JvInEHZAg5STR3AJ5XfdvfaBAL5xGuQzQc1Mwq3tPx
IQ7NzhjtjTN0q8Fs7kdTcJ+k3oXvRF5tGpoaNxaGaFwW1jN2j+KhL+gIN+3GO3kaj5/Tk3EsR81+
AP32bJQP3jxe2sq8pxRjY/di22ntbeTWJ0cIys+HRRBk4rS8jaWaYzsZK7qQby0l7lyaP0YRv+Kc
uOFSvtW8KzGQ65/1ncAl0PHZwy25ygcXe6PVb2e9/VwO9G2Ov5ITtN9lNv3dqv1aF+JAKHi1zKZb
6ho8Qo4Q/KPAV66FbS7fgOTYyukJJ+SKdUO2Rbbpdlxcufuu3Dre9x3gFBLFhj/ZNo965VJ6Qher
Jz5C9V4gHOwY1WkKJm/p56J7LMz8BRsKGIwxONoy89mGcQRgJgoFnoWiAKHgHMhg8XOjriXhXOhn
Sl8NW/DmiFPawWTw1tr9mlDvxcSlyXSylnhOzJxIuzlsKbqFm3rOAQRb4SWIXwsW7q51naXNri+0
A7mjl6VFI8/wfgnk5kp/NUmUE6HlzgNJL5yJ05a+XboAMQsN35faljmIyYA9MGfMW+2YuwRvnxvz
A7G1B9L+h8XVWjnxjnvrHmfHJhQeD8+ADakSu2JBGcYlb42EvSvSip+WMtgt+eTaCu5k/ZrQMgtK
jqDtbN2Zbm76dk1MYUjdbYDyW4dQVGLbOCQ6PcZSXnHB2wagFOOUlgI3Sx9rYArxJPfx6AF4qd21
lr0jKIAcfGukdTPh3DXCj0x3sLpFNcJocuyMJ7MURChnnhncOgpIUY7egzU/AOM9sZO2sF2X4I5e
o8AIXtyQfVhauEmtrQZBglJxkYzF4vNV6l6NMgDMQ3cS/1s4nUnt2ts2rpghMGMcsA7xwoSrvhIW
8xWl0vPiOT6ZVvpOE9LzwPkMWBH2ZKgtj6TT+00Y34jJfM9HMHJjXN8bo9yW5TAfSeA/iZpgvQ2R
PNHTz2R5lwbplabRtWYMOwUy055aHVBXfEGe+mxq7ajinK7ywlnZAJOSQH3W1rCeeIS8Ee67Iy40
AvlNlmprD7bQStdLLMqW34faFWp9c5N4XPdQ39MzCLcEIJ7y9hPeRqbTTHkorlnSefDnk1xduOlq
277wzEM3pPZ91i4V2RhBcA/L9DWgdIPOkRl/lSWaK4dM0rqttPlVC1scR32v+aRV3HM/a94eQz7u
akNUfbNqgsHZttmsXZFyhFdqap1ukCtm07Yx8tn63ldRRdE4qtYlTczuGj8QTEF7Bu5IhQvGcBpu
OpadoQEJZmN0wcCuGVi8cVUy5w71rki1rvT2sAwIAQZtGtqPrCEctV6M0WqnYf9mfRjGO540kBfF
YjWOF8V2ZgS/qQZayAEI45+PIC1dvNgEsyk18uyKzgrsIfRhpVlEdYpQKPOQJSIKceYUN0hVWsaG
D8uAadDTEEBZa85/txgsnjrO0ZifG9o0Temas5/JUDQMcsEwrrO5IY4S4ISLVkZoTfhTMsvZDinD
xmBweDOktnD14sq6yLrKBNZ8J8aQiWdq1YSAsCYl1cnrMo+cLm+CxnS0gpGMIr01xkSe6BQiCsCI
sZSXoKUiJ6bzhZ8g/3DfMf2uesghZ4rR+ctTv1PdIiFlk+sPjTYk13TT2s5WUS87P9gWzuENSwGN
G6RHK8DkGTHgC65r4K6D6bEuygiCjsV3iXLCZewEGecketXAokCR96UMZB2usbBoxofLaxm7pywT
GBiltCGF75M51WtzZRu1UZ2h8RehsYldPqhDUHhFdpUMoz4y7bLTolhpxvHJmmSU6pKxaB8OGWyP
8T4hKGd84wIXyW9xgdupH8DhHyNqVMbnPJ6Hq7a15j3tFXnHDDYO2DZdOFwzLvo7qLcKDTjpjFOA
h4CTKR7raVe0SUbWvnWhMg1WhlBRc5pwnlWFe04c12XZz1LP3vQor8Oq5H9iJPDCnGIvy1kwsnPS
nJ2GFjxq/TS8dX2a2u8lZABYJK3XUmY2Yt6BdzcFBwquomBt1mNvQ74KmPWm1k4MoCC6vK5Gl7Zx
JFftzmky81tRed07/ilxOxlj861smVAyD1pKq6poRzNNc4RXU75UBpsLmDO2gIyrT7pYd16AazfP
Jno46ZDDeCnm+i7CIgxAJwipDg+CaOPWsxOvnBEAnxOPUEinjIbLOoqf6URqTv2YEd5udEVBzSAn
NqItMhbuI+4PaWh8a53AO5D29O6r1nbv6tgtz6Lt7FudnQh3t2IwjqoBkenD9/WeqPawb2ucxMu1
O1mYN3aj2pVTN1gEc8rKj06eQ4nQCRAgiMQ2+CfTgQikJcmhMcJ8VUeyXCygqbS2Iyvnp9GO2u86
6CF6iAId8xshjPtCmuY1Gr+2rdNJnHCDcV8wrmKdrG0jU2YIVj75ASo+J92odOg0dhaK+5Tj8pmY
d3VMjDK8D1rFPGJRkoGU1aO22QzjlzwW3nND0RCv6hi8BpmDkf14kUU7PJ7gD5rG+EhlZmGZ6438
EUSgjcwYaiY1cEDzMCerb0ZYXPMc0bEGBf+7lhABxCY/9+VOtOzH0JlqaBRufNEzHZG04HxhaA+r
7i6BvMhmoAmtFxOiklplDhDwq7ZynSdjrJhmQtmwKzKhQnR4jTHPWhhWeLzIjhN8gdWzKWj4/Irm
Okws1XTMQ96yTygthmTr2nRSjisqr3eVbgYSKH2XbbuRoAUyHF44DPc3ynBJlsxmeaDzI1J3gwrh
/7umfoXyOUk53suevETNt/BoOrO5jSXcEJLpJeOzZsTfoKsz4ozQaY6Ax8KbMHSt+8EsuCBYc7MS
Rdw8jHrExRcJutmGnT2e6euzuLZWd3NqTRfDrmGetKZ7snFbUxhjtbfQ73TGDlX4w/hgpigEAolh
ARGLlYXZbx1GOGQdhSTJz0IfTyl5PoowVL/NzCRY12bO0z2AjOvtAEW1vXRDdAZfuJ/sZMfXKtvQ
jftcT/a90pmEy502eqcxDz8LK9s1kHw1RhvZsC72pn1H9xV9bIwdECT0YO6uBhfOTcnqcF1ZtHxz
ymDMlQjORqn6s1UOwdFSk83lJzU/AVZpT2ygo3yrl4PzmNJ7M5iG34uboG7jZ6eBn06K/H3ElnfO
p9H8PjA4ANyzdIitlUifs3KavmWWmb2QwrOOwaRt3DFSvioCFrgoMlLte4LA3qHF8ZMwEwJf2fF8
5sDBMT89ZxLaG453ovDpbBLzd2r4+FKLfZla2VeqhIwXB/7XxWx0MyRQ0GjEhmsJTUQbD1GUdhgo
iV8RUPL660mE8+1A4QCyu94678BY0iPWfWoJZ2PX2YO+Z3HrfFZGJq8iJiRaGkXav6nWQp4Y2vra
LLJ879a2votnTXLnkvOu0KCymMXtOKIPdcEJwxkc6jYSOOfH6HlSubEbIuJ3ZMOKdV5eh7wCSW4R
PSKrEq6CMPYOekAbDIdprbPf5kXOHtxbvpJjTKvCXJ/7IW/QnuEZw6M5IWuxCzdDx7cANa77EI13
Ju33CF7LHwtzXwkt+mylzZ6wJEoyxqkfdF27LwPH2qSzbW1GTS4oSUCDtkdKqeEy2zb9vllwjQa7
zBRBVGKbXGVl8NURVrLDb5iAF8spQ6xax3fKab6RTfkyxupb0o+bJG+4q9QYeq2iOHZI8eR8R0oV
jPDYt/mjlmm+GdTmG4ENhKUo0bYOuUwCwTviBMGhchOEmMH5ajg8+KoP5HUHU+gUa7naommxsG4Z
6Vw4rAi86tqp7HuI2kAM2J2zLpbBu3CBxnkN9oeWRuRSe6mBx+/LES5fzmPsVeDUNbZDbWdK3+0/
Kc7hcuGJfVWQspva/jYInXplFXwufZZLv3P7p5E+U77H9gXRJnlk/MQabvc9PFRth5uT4DQthfzf
THCokg17oW1I9+AWCmbpW2QK96XZ24cleU8kpOOrXKj+ZaKrkNFaIVbgfr/J7GcAfLumU8cQadef
lssN5J5bI/XabR8mp24y4Y3NozmvXCA3K121cj3mlAemGTDdxhLXpnKQiWmuM1K+SyWcwMwuNg5C
nTt8kOeAuejoW67XpDwErTUTuiGhPOMuo8Gz1WXuixDjj2bUPtuY18kFFFinFRNT1z5ZKdJ5DWwb
Wwm7NJpQbjTwmKuMOWzdaoQj9QC/0WCMh2Zs99hpO/pXYnU7DDwxaYa1wONFgpk/2UIbyK5ylVb3
XqCfPa8xDp2WPxDDuBLh+DmO8lhX9cmd5RV7/Efvh9Q3tPdM8PoqL/E0VNgsP8m20f8UqQsrce01
iVN5jVmUUsFRdXvO3c6n7S07uXmRMHzwlxm6cr6lI+K9/eHM55sWsV3cLPYsIBvgqLsmvMC6+2oh
4utJmaPfA/GuugORHcwU6S0rwn3uyn0UJdmaRTxvp4Hxy8z3aaN8OjauC7v1qzF5Bo0lb6e6W5tq
Km6TprbfSvJz8G9JvrJp4rEdUz07eW3IWEHuhWp3Bdkro5F1mK2VcspiS94cwY0tyw7va3s1SPMo
EPHWvT5cmqDpHvGdRNeB1mxt0cZ3UPmQ3FrCDF01ku7tJ6w4nvtW16wVyXNN4ozRHVWn6YODXloI
Yku1rf46zTUZFCNcubEnEAKH3WCGBmVA5kPHUbIZw1EduyJv38fFK+a0KZz6rrgzgXzroHsxxd5p
jfEuzHCXcSS6iID8RGEaU3zk3acFW5sQ3j4mHECJ2ilMrYMomM+98rWayJwU/WnQ8pZBnApWq6Lr
toHb61VVhrTOwe5lY4pGrn+YPVks/Btr6FGfRPHvKkqiiEZeZ5HaTEk8rpD4nR23pWnvRDp1FyJ7
nBAf+0iYX7vcO3YIeUVKk1WX/5AF+SKMkWgeR2x4T9S8+mnN1sWNmmqthklsjWi2T1LVL0kYnYgG
sCxgww2eux27raQ60Oe9HK91fXiWjXxq8vKe62z2lb8O6Ed7gBrtHuhnXqUWivEYVpsuCa9M+zhQ
55EgIN0MnR6Tebavk/iTOkzgwkmDLkPv61aS0Rq5EL7EvRjflRrt6x5jz2ccDp0DOtgcN+PYLUp6
XHvBWuMrSDuqtmTVsC56t1TxQoxK3dF7DLmCaCc25Nq1ObnFSxna9pu+aG4Zf0qHf2n5PpFvJgfC
3KYa0iWi3lS5luUw7qaWEYam8I5tirGzxYDqHDT9NagPd0OHg342AG3MGyVZSFmkAz9kxIiBHpN/
YxgN2SMm1HfJjJIbNzPC8BSaLC8Rg7/pE95E5qC4LQGaMpito9ZJXswONuY5sMwJcbNJsBbx7xvr
rGynn+bjf8kNcl19K+5b9e1be36r/jvQpJx/6oj1m6Z7a//j/xbxLyaP5Rf95ooVXzCoewAy4LG4
YqlM/M3kYepfMH7AFoA3Iz0dA8hfPR6asL9IwxUe5CBbCvEDQvWbyUMT8gtxDVzO+M0c/KwYQP4C
07r56XeFw/UP3efYOX4xeRCQWJwiEHH5wxgCog9/9N+nGIgWmKIacXiFOq0MVfVgjRoL3wKtctop
m3ega7vS90KWUF2XFNdVU8SnIamZO8kMvI54GD60SC3gIeBK7KPTWhxYh1/3neasppIVWFq07LmS
6Ml1YvJ08bvLcbO1E+tYtHQOgcj0815tktZ+4PeydxjWDmJS284Jug29UadEdM9Ybm4Q8Zz15EbR
xhoF5tk+fzC7QF+bo7Iec82p/YhOMSAALVFMP9CmvtuZmdtGD0kugk8Vc7tG8yLhcD8SIuIrYDho
sRYv93teeBGvMppFdM1G8MwHvb6EBfQ+Rq/2RrOxuKyovMvFDjUDMYybfR0+CkxtjL9aw94hrglr
+O0QGf2nVddds2IMQhldkGusorXFetKDSgADw00+ajYA34xzGRn1FVdsCj66zEn7p44vo+fjQ3R2
0L5o6K4qugh9Af13KVHrwtuIweAcNSk7MQfa3EpVFAlsBCdOTlVwED7MhL26izkWsLypr6PlTXfD
5eoxPgpAo37JgXEeMmPH733b2fi/ZMn2Ppx0E+idBqhuKMMrHh1/SGkinvD5QQBW3kHTMW4Stw32
NVv1gfawAqRs2EV7K8bEE8nFFltLsI0kWCsQRLWenFqVPmCFXfI46t7Tlq65fp5pBkmZZ7T4aba9
6IyVMdmp2PO0dZI7gsY8bjgYeqdIGU8uGISchX4usKK0OSECyky8dqKTwzJZav8wa/3XnVR8v/4G
xzvHHwAIyu/tf4PzjNMEABLcOFxnMOl+gur+sY/t39+nb78cbX/31//mZ/ub4V9+wWKPdY2ACYEA
W/+b49/Qv/CCcjgLLeIZOPuxw/12soHXw5uP2c3htCQsIP+1g+1Xvz/KD4wgA9obsW74a9jifj3X
kC+CQava16kYKy5wfbYgOBsV6oz29CRRxW2V1IIfoiagV9yc1NGsqTPC2ZFXyr1rUjukxNtUPS0A
r/z4FXn6IU5xwapM8i7dsD+35Md/8YO3PMJ/ffL+/wAukkz78Zf8+c75U2jk34v2P/6PauNfgyM/
ftHP54Z83l/eidqP//6b01Fz9C/Q5Sz2CzyqHpkefp+/vAVdbJCEplhnLdm4H+bJP7z1/ulbUDf1
5Xn4+b48fP7vf3MMWxqehZnO5JbNMPXH92A16amoEpctcNShjiqRH9PU8GLXyI+hqQJhjG5jraoh
z/O+/V7JJm71m4C4lXbraDW3hxp7iyIVipECvZ6uIeh7DazkKKzYEWauB3T6KClLwTitx5j8qagK
gwhzVjOVrcluup+t8b6xbCvR/Fmru7E/FqZT5NEldHnkBkZDhZtFWR35DDVorXVdtqMxnqsgoUV+
9vTI2HNVm9Sn3rR0dEy55U0fRHpJC4RhO+Us5GdVoRiGSuwqGBx5eeQyECYUWgYN0NpVULmujhBm
AaZGYwroEmOzmCzmyzEyW7o7p9xIt51nz1e0ytbppWohRx+bOKvQyzXiIOVHM1Le+DSXY3C3QLY2
MDs6GW3Ix4joHDSlNzxB5Zh8A37cxooGAK99OHm8vqVWVbdeb1df+R2KNxAB1WVkUULjcoJGtsaM
7pR7O6COqDFm/HSYT0W0C1Tbf2aeWbenif56LIeBzWZtoWAkV9asxbvUdNz+uQUOc+AiCliicay3
tFVcpuPJicSKGd1Zazl1TrsxpKmeXZrx2Pc9LoZYWjpGGZUO4bTnw2rX6diacJX0jJqitGdoZiKw
2JNHqnwCtz39P47OqzlSJQ2iv4gIKPxrQ1u1vBlpXgjNjC6eKnxRv35P7z7ciL1mZBrK5Jd5Mp3m
zarTzNx8A/GsCWiY0IwH3OakNGounRmqrr0HDJLRAOWPKCnacnEivA4Fz8/HCMqt+m+kXqHAHmBZ
dGNhzAsfrQYjB2uPFfbJQNBPnAMqIio+aTeP7waiJvUfe/baYzQ5IgWx357I/uR3i/D6JAfb8rrM
KJ1wmBAedvDNw7QPautxXv0yHUVEQS3C7i7abjnneK1h9q7DymC+oPIPb+9BSwyYCdqVvTOepAiV
09LN+1AL0BScwxDlMis7YChyz7QKDL8EcQS8JMHGCCBj0Xxvo3F9YgvgBoZjo6T2QeNNstQAXQAr
gJrA3siV0gwfsrwRch25pLl8nHsCp+BS9jhCs2LfFeOGkJbjgZxc3SaN407OFVGTKlwAhuX90sLa
Scg7BDYdB/wRdyVzNiS1gtIjvcuKMWYqU1ucD9W+LWe+y6Fc5EcgySJ9t2jjB7ugGo9CbL/gQls4
mOnFmokf3mAcmB0WgpaPzqLzSXrjCWPR4vFMjABoAO0PH23YBgX5mFqn/ZC5+zFE4x6byah9r7zl
ZyVf9is2ZUt/zGR9LvNcZ4nIDDvNAqb4HgNc8xorzyQZNFyHqjmqeqSxRx7OWQwcgWIzPtYF6Nk7
BoBMk8WcgQ3IoaJz5esRJtOVEt54H8/rTDENpAaTGDq7MHmVo7ufZ7yYZl0pdrgFUghSuFSQwynJ
7WfbnqF7TX4T5n/xog+/kM4bdRfJPtKnHPYIYXxuuZQZMS4osH/ARFpFJx1IW5bIrprW1/slitBL
Vi1/9Usu36dNrL+2eotpRlp8QMjtlKPciBo8VM4xuGIc7nGE7SRdMA6+xwuIeO9IQDynWYjagmM+
j0FO/XUuYYAo+IlzZUVXiRR0L7womGi2jYf7kfTur2iV/A8HFxmRGwq7TkO3dQ0PxAY+3MuZbAAd
0MgvS3g/FpBaU6+NOnlchNvPu3kDjLPMGFR30TxECVZMqmDsum1SRijiwLwcp+9A/wR5ja231N6R
rB0JrZUKCpKZPCqvQ7O3Wk0ckAolTMg+22Ial0sV3q/94n9kEcs3UxCzjGmFTgi0rRfjPaXezLk0
xDL/iyKd6slQWD6nWR2QP/OldnChNNOSXcHlt6+SFvFrNWT6VYYxXsDR0i7uJ995ASfgPXZWnn10
Wdtb/5l2oiIKWHcw7YD75kHHekuEuxBbk6VM2zKRtIbGl4adrETwAEUuTfYxti4+am+L7f6pD1hi
sG8MozysKybuZ1LlVXAS3bocx7L0fxsZFirha6w2PQ8t5aQBFtpTV2g6Mrucj8/tHEaS/mJ5XVID
I6J0HaqOBjzlh+VLMGnrzriqq78y1qcL0BLKhOJMhjpRtEY+B77a2gQW4ZQuiELPEnpsRI7Z954Z
SrOSQ4vNv0K/W9+xp4sb1KhvzA/zOv+zYF3qd6PQ1CCIpsG3zMuU13HUIn6QSCIZVQhsedNNgKuI
Hzwq0kBcJXVV3Ofg8TEHBAspukWEk0IBB2R6ivtG2ic8G9imonIo4P1O4yT/0P97+xJTy+4r6io/
iXpQzmlcbCJ8Eh8nNdX8M4Xc3vl4AXrhVGzvo++NDT6OXJctRCwoYYBAmEfshiEkzbwTE3aIboxE
l/CtDVmLjGhLcwlDn4xDKaOO/I/VqYMOfNJB0cwaz0l3InuxdXa7svK53KCdYnIPnJPMgaxbvCcb
eyOleD0D9RBV1sH8ShNlNI4aH7awgvyczzbGyklwt/6zSoynfdq1bNAJ2D+c7+zxzpNubYvU4ZiH
6yNnpo3lr8KJZyZ+W3kDvx44jet/L63yoiPpPBL2xmljiv6A7TunG3yzS5YYrPyuZiPsEC211bzH
VB3pfc/tc0ymNYMsWAkVH3w+sgdrbdHmE1rjAn6oDqfdkJV1R968InTH8XGkLIwu2LPVY9hKaGvB
ZtNLPiY6k2AGZcy0MRYJYmWXnkn3dFa+cYiu+Nr72zlUQJ3yMB6UTCpmF9je27W552pcP3Uxy97O
FZ3Sp86mn2Yno0Y8i0IpP/EZDJrE6TxgdrznpK88dtr3rN7sN7r1+NbgAMbv9mB4esOm6V4KjLa/
V7CZX5Vbxuo+WxYffDxLVcLYkxywaivCwhOYl3IvhFieKAUh9OfUqxsmUViH5S+Iv/kfBtb0B2fT
TBQNO3PuXWdIXR1Sv+VMmEUGDMEdLkjCOMyr//EnxbdYYtm90AwCjUyHOacSEXnep1wH2wbdZU+M
nBQxtmaPNmU0gTx3O0+W7WOZo5O6Tgq4rfQRxStWEIsaNSYr7HK/FYQwkdCwrq0DyoJuXxaXruxd
QNhyfTU0Kf6jcmj73JzuRpBdNBSx2iE2uwvJ+RCaVHHwvFj96h/HwlH6faumTO1H38Q8vspU8SFj
RNccqnWIr3zEEw5Jqw5OAy/Vs7GU+KYBQqF7LlyHKaaB+AuXssaignupblJ/7Yj4AtjvSx78kCW8
9Lwl2EdFhEg1x1WoLkNAwHlf09gl7wbcLVZ/dA1x7GE3x2smj3Co1jENq2B926jR+zeGIy6dUDdW
Oo7wlbCaFZFJIk8ojuDrFL1Cl7CcS6e9ukxrYNpMsroKQzpkX9t92OBHYfceCxg48RgN97LByMpZ
d8nG+8nx5PcMPpYzCD9+kWzgA/8sAGqmJ7+jlOky+QpbcTPh1OfpQU/z21B99xPGmTyFrt7trYDF
/EWDyuyfGxMYFkmja4shp4h6euWy2vXfe7MStxb+QJqAOE+ULDjF2qMb09GHkoMYTtl2RPkCTAnn
QtrL7RLVd2R5ZrnE7xPGYExoTieuPkcuF4tWjv0qMJas9s66oH9ZVR9gOJvWPNrdePP1Ic99j/Yz
yqFO29LE+tKUzEky11chLa1Eh+Dr6cW8THrU1a6zTHTuOwdWCYd6JudwTEqbuRkrPh/H4l8zQvk+
j4VYa6JppfqPll/rxhYM/Dd521FJT6r8oZpnt/wKLANviUwP2iIGnUI81Qp06iEnxVRQny2iPy3a
IdFMP8suYdNW1MQP9Mzg1tQBBUNWVfzGRLpad2y7Lq2G+RCOTxEksp+BKyKVQKKa73vNPeEc9lNI
lbGx8m8tVXFnliF4bivLKg8dqLllF1Gxfc+1k9EGf/q0k3IUvBYbHbYlNqky9jDeAgq626pWuek8
SuufEsXsXqI5t+s/XjN0yz87z9oZG8Tg0lUry5UTJ87aP1u1bseiX4A/gWu+BHBBOajl+Z+w9omO
TiMJeEqVAIJWtlV8WKEJCCAp2eJlLsMPfmYbiohiPdiVCl4ca9O4MNNt6xB3Zyan98WeREYV5hSH
e1YlBpU5eCH33oktfzuEpW76j9UNxvKtnt2lSEHvOvWLtrd2uLR2UMpUSSqtYGuZqG7OOl9t+37V
PA97pUegIm3Wc74L2Mw+KfQb8yOsnu3No4XE3kOFWXEcDVG1PAgqxX/PONw55jKfmgCcz2bLqWEU
vk5Bx1T6Z7Un5b/roBbjsb25rys8vsdy6/OXmcb2DwfaEJm+YD63dmnUh9dbDGECMX0xLbGi52ro
DDObyF95poOIqrGqxkaaOVGPhWCS5XCU4NAj/Ogu9tUuUjQMC699BC9cn6iPjo4luMQ99ajhESR5
du9oUkZ2Vjsflg3X7Ca5+moXEhpi0ZmRn6uFI1zq45SfdwHXt6fABE5HxNlQmRjBwTDHHrMfbmJ4
Zuiw9WjnN1E5RjiO5i+OoVQ8zjd3u91vG346TkG7rsPARSJsFjerqyxpf42GAI7PPNETzybIG93F
vmx+FTwL3b3yHa4U+hY2OsWAozhuBH711mbtuB0a5QkuwiuNhah11THrRn1uraj+Kznzp7TRtq/a
7jL7odKUCIVYrx/16lAQ70wdFwjdhlzIb5J0ENqQdSOn4eYiunx8hBrnYPGMyu7iS08/UDul5y/p
bvnFr6Iet9EWFndRNC53czNSZOs2YbjHxt4+NLm3HHWcqyppqoWmVbLwFYUTYW1eOlBvy0LgBcdh
EOvptdaVihl/k17bLdSsCeJTxfjP+MXwnrnhElzGQdIRr/A80m5YhjHNgyJ/nQuXpA5xOlQZ49nY
T6xhzo+z123fPlV+r9bqOR/kT/IkH4wFRknC5peRWLD3rcXK0bYXHMoElWEjVhPohxEDuVHcKrSq
KfA4rzU5p+DhlggQva5ohuyK9XHDt3uMF3R0EGqTdeALjtGZ6LpL8A7t4DrjcMyScvBov4h8AbuO
S4STlNVASzuhpAaO5Djau7HIrPrTryw+ODtCEk3rkrP/s9NzioVDGkTZT7dU+SdVCdw5NU/pBUy8
fKFSdV65kveqSzkHTjjgHEyuO1gbsSD2adsXqsltvLy6VX+dwPPCT5CMQZBWMwiZK/U76nZVFfc1
t1b9wo7m/+7dyj5HkAtLHF5l+9nFMtougzOUicA/+MzojVjYXA/1a2REj8N9g84KrBluS2LKdb7z
6brll73KwDtnYSc/oUkDBFVDmT3l5JHofiTeknb/tylkBTv+ycRL9K7Bc1IVt3pbQxFqOC2YJ0ML
A7ew6P8hfXOPWzc7OrJ3H7xyXf4az1PNUaIpYe+L82NYLvkvUh7kpWbBqDtxnVxfc0oZT9MgJTZ0
jdGsXcVAoXWux108l2p84EgcHm40AAdEYm52LKx5eyizNoNO4Xt6eAY9vPapmQerfIUjwJPjTNbq
k9OCZMne3Af+jLzdTXS/oSbMQe0WryVg7sThEXO/qQEa7sqljAACVn4YXpxui15dm7MPb0t1FH5e
nz34sM++FUVPtksylzzn3AYnywabMtGVc4n9CndbNgt50Jus33GWt6e2nRVt0TmX3gOgDpc0cEDK
gFxx43zgQF/FHVNEQOJ83pKRlrtOZzCKWGzL5iZHJKqKI77UEGdH9sr4FdIJdcIkmXAM1XNjnqFv
VL8tCo75jpAbaINsuPzHOOFhaE0xFic7sJaTVVPBuOvXyPriSNXhBQ3i7p9iM0spk4PQuIiB27pl
DZcCPI0FmRwVkpNDLLNL39mhSJATnfuiyhZ/TxG2wtHgUSY2vIdTo+bH2hDe/I9QgH6K2JW2h8ps
qGFBhzy3tm73YDKrWH5VGKi3RBUrmbXQtvo9jImyrlIDUGjYFwNr1ENYuVNDOBvZBJdt2727Ren1
kLr0jOeXRSrYOBKPW5So0grQfPE1/aiutX8X8UABpyKRpw+FNzpYr8DaiPjZMO8HLJoxHnmSCrZw
ChZ7OuQ1l1yy+5Rbb2UQPri0FLi7wV8oeA0I8nVJtI3dlbBcVCTOOmNjRqX8V6GykHwLuf8e1tmQ
V5GQZa8c8tUJXmm3HUpU6kde5e29zbL1ZcpylIChXAtImipcUpy5W3NjEHtH4oyFhxRXl4QerSXf
V9A7PnUY1Ne6nG+rYDDOOnEojS/3a1zU0UmpFf6rRofSJOV51dKSsNdnnwuauhcrmp5csU3vRQMQ
JSFl7NXnyN1UnBByKd/aYhmY2W44fNPBOJtOh6ENlmtZkAHH8WT/bsa69Mgo44YjV7Et6/vmRPPv
RUUQkEiEJqTwCcDhuuCwysToYtmaFEnQr/M7fFrWTPK+BGvdPiLhHHh1l8psjLcjy2knn7OauDAT
1iKsn70mRn6z8pjFW8d99F0VyC07Se48ZxVo1CMEd6gwgep+m77Lr1bQbmlVUDoQE9qC+lTE6EtL
sNJvb2/+qQQUlCcbWvittyKs/819Kw6IacWxIS9zjNzJunbzpE8LvT1nmnSxuMjY/g18Zrnyc6nH
whUWNlFsOJXsRHiEPQRIONgs/6eLJO7VZplwu26BOm5ulv+UuGfe6x4CxD3BBA1Nfd2yX1XbdM/0
0VanbJo6Ltcx8TFndLOaDLkFb9+OjQfiYVxDbIgWODi0LDHBatBF9NdtjPenr63x7CLPnnsgND11
TWV1cOut+ih7gBM4PNdlqg6QT+VvgRjPaxRK53nI/KK8IGlK71K6EaZMWktDkgZd6UQpBXjjaYoW
p0/jaKvBUxQxhuVJKLLvjbdQ55cRkqFz2yo8Nn9Jj9yOgWAR32WbG/zqmM97ifbMivQnKus6V24f
/iA04hjNdAQu2xJUyAL1mZGeB1azXQFuCTQFZ16YwuohJ3rl7ZBjaTbsQZajJ1iuYXTgBUB8qTXg
lZuD/Jm+4wnKQtAtK+R0Ul1cIyaB3B6J5klu8/yZYbF9K/siIO3skXdO/GEF3+s7m5ifPGiUKZ0E
2taJUV6LutbAi39aHIKIPgjA4cFTbevvhnEr7P9Y97JP48+BvARhRean6sUTCjsfgdtap4HC1T4V
lOrABM08cfFLVakv0rjRN3W6zX3WgIP367r/xEdWj4RGI06oxlqik+PCq0kJntjtYVlvsqUNTao7
sdBY140EPY7oJps20A9F/RiYqHludLF1F6uPWm9XBir6dnm9nX3j00XOaMqm2VBl9a05mTq/Xho2
8NHyyDCXHSQbM/XQ0Ou6jthbOk/CjNpWjCnYNiP9OpGFPmIg8C9b34zfhlhAwlvqzvhpA4uygsJy
Tz6MqyWNAqu8IyJ4C3c29LQXU5RKGmOXbcsPyygGJ6090qVRbHB3soZvB9jh1s/sbsgpcNJQtcoB
UYZr9tzvsPS1kq4xb/sTccghoTASH9YU2jw6S+P9zcUsTwZu9wvrik4Jp7TZIVus7OoLq2r2IcOb
4jhWPWEDgzOn2vsglRN6zVX1YtYbjHhxCWwe+sFGJjCNrhId2c37MGdjCs4coFQ12S+59OWvJjf0
O1RLrH6VEyBztF6LwnFbt/7zGEFXZwFx7P8GL9jukc5deXEXwbk7wJymWQ0bT576OK/bhIuOoWhg
Q3l7RhrRA+eIIn8KVVGPd80Wj/quGJeiOHOWmR5B6YnorYMQ3D/5joJulvO3gicvimKixZEbHbcS
XtoLEYL1bvJ8sexAnoX5MYI8lwDD5gigZx+Q0sDYZeZaNWT5cQKdlrMIZ4y7gtr3D/YyRxCtYg0e
rhGtg8/PCOgw0rFcD4usUzkpiifm5ASpIrgbSrs1CQrfSJMlQiZOPm9T0AZWzsh/M0PO9KEZllWe
PQUzJ+U+HNE1SeIyY8mri1+x15OyHaxlfoUMtjjAxq0g5ULJrav0LMnzvTEYCpYaWE1drE7aWzU9
HsRBljTAYbDnTjgRg/LR5EwatdJHk7ZImwOJnpsMtowOgLjvfCtey4WMNepuQowS/yhv/6uxI5vG
Xr4+ZuOlG0gaT1bOk1yLP7FbOgALiz785L+dX4raVWcdob0yW5q/jZjELzset7cIhr9OvawX0652
84nacOUa+MqEobpLFYAD/2jWeLWuUdgV/bPv5Uw9RTmLgEFdIN+sWgXPZC6W7lJXXtulxozhdVt6
mDucIaV67rD1hoThxYijm/zPzU+hwvkrGzOQ/l4+mvbHjNoQDwpDrv+eQ/Cf9AQuomdKjyPAFAVp
NXb9elr/DR0+84SaQI+cm56rINFM8Jhm+ow6KGmOs7/oVMhlHFjWbzXBZzvR+055lBfid/QpVX/Y
VooMiNvDGA/mYmaHd8fOIcWz+c1XMPbBt5g2LmcxqG9wXtnwR27MUGhmgU6udhOQ8OoM54/KFu7h
7mXGp1YmWPYYcnRiqFJdT+F9E5AMBDk9+yO36YVkQh1j7nQVqsgbG004oPIEIbC2yS05oqBqzO84
DzJqbBbZHv1t0cEDRAQK2KEM+1R9u7Del3shyAGeHRTG8RDV+MERaBzrHc8YT6nJl/k/rYQRF1KP
srjwoXp3DBvINPZUGc0UpE/GS+PGb503HSxSX1bZ97ddeZNfGZN5dNL/C+6379RgAhDzdNDrOq+v
HTnFPZ6N7VO1NRejDXBRcYGz4y5n3ZcrHny8COegt7aAaR06BaHitf6DuG7t51gJncZSCerLZ1nf
Q8PBUTwLtab1jN+eT4G7/IBoe2c1sfOyBQ384brgrcYduJxE03v72bb1+YaaJJOguSJkqg/HNx86
QbSfm6607gfLWZuzE8Dz9zUxKexu9h0TWfVrm+qQt1cvW7ylTt079846OC+1FwAZklwfOAdvmx+k
VqFHskDeik9Nd837RHubbSgiyfy0YTpUs9n4+aemffqOoziDM00909Zw3A2ad5yR5tueC8P7g2Ph
g32PgHfMhKItr9RJ2MY5cbixV3sXeGjRn3nTFuUBWn0fPFIHhrDDUF1uh0qSXn3lphqKnQo5+p2y
HE2n3QUxUbTf42hcfyOi3Kryms+6nfecI6oY63JWcIu7trOIiG56g1owsZPUGYL4WMkgzr5CqIVd
SgHCOHl/9CCJr3FgQYOZUDuXZ7tgnzD4+6CankExlkWIWjkpc6FIwsO8HeeeP9+BzpwiCY3T8UQH
EEIt62ftl7l4knIJCTGV2dZgAhi5glKNMlRBl0gDgvNBCG7W6RgQID9uEt/lri3JlB6NYxNB7JjT
gOocZ9q0E4wOXHmTTdhq3VtzPOJgoUYhZoyLME1Z9Kyw4FR6GF/xsfqQTHg1i+rNcamYyLhAj2j2
F1koq6Ylx/c97IOLwudIDsxQkwAMYuC81x9jRGmSsbS7rCd/szjhPXSVG8o/HU8Np/xNG7kvOSLA
32AqjZbE4+L5QFEyTgsMmBiWcUVAw+6fWpKL+gkgT9X2Sd83WZ6Sx2u9MNWe7cGtgR6YVxVhH2S2
k8XdlfYcEmhzDYa1cTgka8R5J4la2i9O5Nv53mdvqcs7ij/64pGVY+I8zWiXcSAAw8qBCQuwg/5K
fo2jT5ydLhbSBuvajOoQd9AH60sGyZGcXFlOS/gjvXAI352IiMyVi2zf7tcOSn5aVzeTeYmETSE5
WEa2RzuLnIn3D335Q1JdN+2j0W26PcN+FrfOxzpyVn3u1A8IaYAg42lY17Mpoik7gtWN4x9iv5AS
UhxMpMpPYO6km3qbv1HXDcrkZgeSpPdo1GF4tYaXQNctzQZY+dAEb8H+mINEoSNu6nprqso9QY4s
xjsMZBP8qoBLMUdn/CPlv6FiNnY7rHcjmFWYj63wwZTSlLDi7lO5Y15je3D9I1YaZvGclCbPPhao
MS6ncSwmwy6PexcYf2hwuySSkBzW+sibQDhZfVHBtcO+FZ6ZXkzyFMa53o5TIG13P9R0rSf9kNfI
UXIiin20hzIYsiNrw2qPp8HmJUpHq2cc3NSbtf4wgiEgeXCjGYgjP58/nAuDl4RgT6nt/6oIM/Ob
x1uh/vTwsmLrP7/sqZm7pcBoPfM5LJs4AWRbyorEu7JzdiLbZwe1yNVag/Uz6B6OS0T6sj42+EuG
g0XF94okjBTMUA5db6fyrcE23Ph8x4UYCn1Zoi0A8zRuYFi1ISf1FLtxxzZaqNryVTKqtZKvfVjJ
+D9rDMrtVAzKltembDmh+hlZKibGZSG+q6C1GXYFqFkO0ZTREoxSfahwsOZpRGUd7IhGIS6PNdk5
IeZdTxxlvl+k173ZgstyMkgnbv5U2p7kYZu2yK/HHbp7g5ZEuoSksjwbjRPhbXanlhhUTUdL9VAj
1ovD0jMo2M9hW9pHS0oV7/GGzfmnbDgEnb3C0tbv24wgOI9s2OEXy6OaiHTB+f3IrHAj/9SrkMRg
S0IZflqjcnMXwwCEwSLIPSla6ljr2C3mSi+3y0QkgBTnpZL7TESFOcRjbntpMzRQh5raFPo7Csac
egrEUP+KEMXheRfDm0PO8wKrOXZcHix9dBw1Gp/0+ViZhhUrZJDMVDCOmaLa+H0a+ACzrQLE/LZt
BswEdjR1h9A4eQMNlmNvfEHLkdPZcD42n8rjXnvprWy2bLxUQx+natkUHC28XWQgaSOK/uOvNKgB
bV7l9BCFTKHaM9IIlzMtnWoFpkLCCDLAmkXVea0ACR/IaursgDmxbl5saecJDDtuCayJFjgVrlR6
4VbhNitdMF3Gr+ahY3wV/woAQ2yAmijeGy9rmLvtZcS6kB2Fw1r9pAP+zym0bVJa0IpGAkQ7r5cR
Z6y4wEHwNPVsmInxhnxA1NnEkJ2DNZftoVmdpn1VHV19L6wfmCqOzNlN+1LRBNek21JOLOdj07bb
NafGz+bsvZQtzNo27OYPr5ks+bO0hZ3/BIpupRdWZMkkSnljlg6sNeI60GXiHRAq6+mDK1iUn0yO
wvQd0kIW+odaoE098pCv/TuBQHqv8m31Bv0Ct2byro2zUnLPEZP52RaY0ql3gRNu7Sc1J0xRN1lt
uaEgkYj8wZtE7cCo02qBSjDRucQkIABD7T2G+SJGLCaVzzf5WG0UBtGlo51ed+c2XGYNu3ayiUsj
B/bL96JobCCgnPlzxvM0O3SdAaLaiuoOGaRYehxcgU/xiYn4nHYGp0lZ/K2j0iwLoQ6pm79kCrgU
IkOVcgqSZuHc717p7vE1pxdUK5IQ/TwkAqgNdZQzfWH7eslnZlHCqR1r31StN714RWPA06y38fyr
qKlNOxUzOyleHN1A+tx1YLSqr2Ax4M3B3ay4NXf4NABUgcthzqMTfr29e59TGAxbw+3bpscrg3Hj
SeLrc7B9YN2qT9hPSIa17OH5ZybEtsK3m9otZ6S/jLfA6LKEkT6M3swXJesnnivIQsCKSgE4iqkG
EeG+b999zwGENED6/FesxfC1lKP33FpFQFK/sKbr3CuCv74XjF1CR1YVP1huASCTmjoWdlwRk2mP
GXkaoDRR63LVblEAp31gD7a85W2X4iUT7uAcCHHW7c+0IPs94uUS6xdxQRGz//S5B+0EEtYAk9Nk
QXvEMkltaGIg/JZcaaFHXh3yMA+6leVhyHrI9BWBNAYcNYY528lIvIxWST2l5XjDUzdm8SmLembo
tEQVJwNI8EHjC6On0KGODvlQptNak6FuqtW8eFXuPRYjYytGMX31NdQVOZXFDS6+G5Qeeubgnh3f
gv8WePznmYXCA0sip3EoDtOSvOA3x01qC2Gt3Dl8GqDmlb8lmp3oMEuGfkHne5fB9inXNJVhrjOW
7lMHduGRKluLNKyZ7XhnkUxhsEiQntwkLGTg3/fxltsMjtGgzzJa2ldba5EEdMu9CFEQvjExKFuk
WpCwjCUw+LFCfHTcjPdhZebPEBsxBYpldwxbBRf2/xmXbB0vFgzfCTvboF65NHWIZ5ZTMJSlaeba
Oj2dVEqoMEFwbD6rqmOsHHb6PzvMg+2R0Q7ZUzM03qmos+LfSFRoSnye8dtqWYi/jWeGLYEGTAAr
2KbhwL9/y7cUIW+FXz5Es1v9bvMZZwuBQf8dwyy+DFoPOR0ss3segi5K2qzIriJwkRgtcEEc+MqW
T3jwnIT1VWG2lDMWmmzKB0yTw5gWClIWmBVxqv7vzUVWjxH+NXwaNgWb8BDXThBQWfhUwB0PqcRa
hzcbiAkCiRmKe7fWK82fJQ9iPpCzrmt0mbODm4TQPHxChqKhUTshLYCF0TCYNLa27SGYaB9m9tYe
YaIX4OgnrDhsKoJHo9fuDrRhBTUckeLUrX1wrLeIXlMR3kBJI3oiU2Gk7oqEI5Afty65qWvs8CBB
qcrUiCZHeKreF1JWfXCB3x5dYHQHpmSIhTOZOgAcVXmmTMx93Ah+Xra44LReLRRpEXEvzHQVhteU
y1372lgM7VEMIuOnYe/T9reV3HZ7WIwUCw5gSRnuIlQWLR6voJ4BQZqa4WwxGI2RIAJwecgEulEC
a33cMyn0uwcUSSB/wmNKUYPKSi2haC3kMt+kuAndcwnS4rTY9UCFK+LsOWPtOc/ToE7ww6dz0aNK
Nl1LZJ+/+Yl5tnstZy6n9OO66TKhCnNniIoTuKn1sV/r8ppFRXxPk+SK7Yss84OzrGjQdhCEL0Ub
Yylzfcs7yUValyzUHmzzgrqtW0uD8s6bkJV9cDE4vMvMat7sepLvJFXji9CD2NMrxmDU2Ux+4tTK
VCNbCr+4TtTKhM3KIZNAnZdPjrkqpJMrDLxRMr5xnOtaFuq+xM7yGVHKIfZDW7v7riX6n9wCDtHJ
m+Khht3p1xfiA7yFDv25jwMwqyuZH5UUHo/7DohmcR2ws5SQqSC66yWa54uH4yXh4EddXzTo6aFm
ovfZkRLf69CXJy7G3WHYjGSASv4WiMTUffE813dlBpIpqTht7Mmc1feqySiHZ3wQPExsTng7mXOy
SzCTOtFRxOsWdFP2hhRtrvQUM8sGVHdhqn3jC0ec6FyJOpgDNQPa2SxPsYr+x9F5bLetbEH0i7BW
A+hGA1NmUqKyLEsTLF3ZRg6NRv76t/mmN9gihdDnVNWudVfmvtpa1rQHRZvmA6l/cx+VK6HslQDi
NnM5OD9ZUBgdEQKTvzY6nJ6gLDGFxMpLDi7PnL8LXtZ2763MVgar3DfnL3AkNYnvXZMnzgtF1f0p
DDXD7aYCI7JdzZx95LxnP7NyoXttKJyWc5NAbSPMNTFUl8Gc7capH5HyA/XTdnEMDqCT7Eo4uLBp
sWQ8Tz6qBxTT1oIxYBVCwaxG23picJqYB1T1bvEK3/mtH70Noders2WXdRz0OjWPKzYXCjsiOb8n
cS0eEmIuCBRt9OyyQzqLuZsIj7Yk39nch+5hiYU8Juyb/2LAVOppnm3/ygbSOockg/OwGzi7Ttyj
CevLdckl8HtbjrvOVPVfBWPqnAbKufD+z7u3Lq/8aDdmwjTn3GLU3be6DWEgk+ClRXEGAzhnacrf
OirPu8l5wUPpSUsptufa/0YZue83R0RIMGYFdBmn1HcnBW1cwtCreKQARay/q77VOTvJmf//xBdf
+jv2Z3L4k8wpML6UQgBE/jHG7SNmj2QIHWzZuV/wSu8dGZV2Qu8ARsalH1kCt32c0ywR4EQsnqEN
d/+f8N040MABFsbIWCSRf8frbgITCx8co0G8DIDJPAe/isXcXWY7IVsPG3K1ZgnNi02E/Z0T49yz
M/MXld2H/HBYEdAJKbHgO28/MJJXnFYKyCF3nMAiOomHwH9Sczw0z05USnFwAIOH54YVl2SA5Fl4
4S04b2c14ACJNTGCnQEzxunJmWb8y0PCZtuBCVf+Sh2XmukkxD5/6HnorJuiH0C0aeY/vIjQKj5l
phkUKeRUByfP2v7PyFC4LaPa9BeeXc634Khhdosa+PR0T2dbi/GTm8vwENkUZiyoaE+TRR9kLnV6
iiEvXVj2Z89JdQuMrLno5WfbG2M+wjTD0bBOpEy3aed4LEedEEGW9xRHYOrFdXY34M/MN3Eub87D
ma53cwcgwOq3VPI1HGFyReZfNY6Fg3WA75+zquGxf4p6a/QXu9qJrhaF6bXSdDjwKmkBJ9qlxHAb
Tai0uz6pFfR1mAs/ZGranrf1ErgvbceS8B7xZajZMsxWu7sKElwDxzol1LQXQ0/SbatoPVFntpDd
G0OplxL6KOqLG8F5wpsuXPuUzlDKXFrapwZLleH9/6vPK+3v2oWkwo9yO9aVha74hawo6AsbtETC
lOq8LDpxBnFaTlCWJ9ROTA1Z5432YhiSjmYfWZOviMm7UfAyk0V+RB11Dorg708H3RK7uhDVd7KO
zKxrxg5lkxZUdZCjql/0WM9QYagc305FbaNT6mbNYRhEMd87LF+JZ6ZQkfaEzez0Eyk1l8Dd4uoO
+kaun2PsN38xIE/5OegrA6qh5AV9i8cRvmiS5Key0vLh1oI13iyCk1RB/jcnsH1BXAuCUx+J5R73
719hdciDKteZX3+CNyFDx/pLVfQA4FNttzQzwQDfalQvHnzGScUDFqsm3aZ8gcmPWaWyR6qSLABO
0u6SwBuRO3vylzQOyq1pFAXxW0a6SJwGySi7Dcg20HRfyZie8MQbZ+ZgIlRYs4owKrOnekJvPlbR
2le/iU0vqHCmi9biMMKkXL4yISiMKTi2A/qsvJG0lmeoywYd2P9ddWTsxqtqOZP6mzDksDuHXalu
XPBopLd0F1AOZJn2uq7+aYWbznf4ojX5jijplfNO1iPyKg4z0xj9aREf12tb9Nh9uinDw7JgASuu
KWU/QJ3HpMhZWa69bY5CsoXZC/41PVj0nETo0Djv51PWVVFEwbVV9X9m7VnmXaYZTybNEIFX2Yty
qltjic1FoyHnwvmSFfDKZBmW5S7QTscWhWPXsHo7E7P5xpwylaD5U0taq9kiEEpDgc7SS0mAhz14
PWzhEBIzyTKgXkG2Lh+Bta199elPyfcBEWUuY04vQUZRjDN25bkoevmz8k2V/FVCJPNemdDpPusO
28FGrUj0HZZ/H1NTp8MF41Kq/bY72An63j4dnWrilqjkUj+6jZz4awcP7t+1H9rZeRZNmgfynWVV
HuxF2KXRMZMs15mQZN/hjl4UXVmwoQmU3Se4lPt4V5Igrf71Rep6P26UomPua4PhV4yU8fj42Z+p
Xkj8C4Ovq7aeZrHz7NkWP2rj+WK6A0Jeua/0zLrzXuJ8HWjLLeRZFVigNqK57acMTMaD27EgxR0/
A1RZyrY5O2Su7ngm0WA1ok3Rb5vhImyT8adAVdwVeJH8HcxfS6Zpyi+axgxx6KJaHnyjIXpia4fq
1fY8g/YW8Fp3UOkwudFhltLyEiWVBrR3CRZIx22bUjLp8fMV5CKc4M+aN8RxVtXlX9rp++M4rdB8
Pb/SilURiwwu0gVtvezS4JZUdSB0JUs4QgufhkNb9t3MtodfwF7Job92JbFHHgoNlCAdxRevVc3r
gjU2Zprs5oeA7Ojv3iIN7BoP9uA4JCR5EWrpDfGBtjdAOgMX+xMO2OGM32KFKucTKsGLW6YExXhN
siJmQwCNs4oa2oRFB2no1iN8psU4fywiirj8HobDE9v9oIFyQ3vCbhJT9qwAIMD6IVd+9QyeFIZo
ZFMfSXTcsvyz4rEeEFJv0ieO9YIp+IUy8ZCwa9mBTMKTB46/DGGERgTzxNkHCgNTg2CMOdQB+jzl
BSl0d+1lHxS10/MVDaHLDAOFZ19iNncegrW0R8ogebTJLKYPMppxwGOBieBa0FE3b2xok/ZQSzcd
rmCmmeKIutkVu0KBFEWQiNJ2Fqtt9DmnTvumU0qttgPpHJ6DJrbrufLV6AKJjqbvpSFrQAYHl05b
jum7Fy2i2YreASKH4aTq7kYcXARB12hnCsovdm05yzPLXj890N50o2mkyG05MvivYMpESLh4WP6m
isTundHR+FKlk7JnrdbxzZ1ocQ6EM+RH1dJSfhAR8+SB/lB5slnuzYzPbiUfLZuUp7rIzMXIyagH
o/uOknGSgirlVN1X3QywuozOE/TGswpK9aMjTVe1TVmPS1m0T0zH/Lq2WTxU0DBJdvzoIclPFWnM
E7cKFXtuOnEAsyzdLhlMSXN2iYUQ1Cy6Nbq28D6nk3FwxByED3wS05mDTurgbMUuE08I61WUqqM2
AP5ExjmVl+Zo/lJtwmjLDB+w+VunFXJ6BviIvTx3c9s7n7RGlcMr1XRy3MWjZeEBFOlKfiNFNuY9
7TE0gA9te02FDHgTpN4+aTk1jYWX7z2FhYBtQTScmwF+yS7iOPDaRTlbHd/E7L8qDXKoaivDyd0T
0WMz2ZjjNUHLzZj5AWDTnBgf2Pl6X9aJWCBVOsNTDPLzsBZArJaReo2JBuezP/TLc0X4ceuAayDk
MXb9w1IW5Fq47QwTZ6mnnTvm3Q44JF0Sla/NYYHQ/Wi45rY+C85d6ImsuHSlF+9cfL0OPn8H7yYo
QGQspHIoVTyYgEz1mvrE0MHelGVjcJPfk4ENsF/iKmLR04hzF/Zg6wPHRNgKhpiSM+Svi4M1h7P3
QAD4gBsGg/Oqc27frICWXBFJJLoExUpsUtGjJ3tDACsrwyBO3noaQk4ZHnB1FwXh1IvJPRR+wZ4s
dWPnD0Hx9BiVQfqlOjy5Gzis/tkbLIaYGsi+3kAVwv7i+/GXJFf0SxbV4Gw7XFMXEmbNIVWD2QtZ
R/lnL1z/VXkqoxC7QKX4ZZwbOs5I1z/UqEVMhnBO+w1XB1gAlaXlH2cYgicTr055qogAi23tO5iB
6Wb7qcyNvEPo8ble4LxUuJnrbWph6pjWoQfJoNCeDWLuEzTU7qnv/TJ+yVBFH9sB/QU7Q8AsVWA4
YpFfw5vxRpuofc34R/2Ai33WioYBcKor/wdA5xIDXG3ie9QE7rK69rXPEJIEhLFZcZ36HNcaLRTY
Th+HqulzQu9YIRzwxtD5hiV/S42o8xOEoGDvoglx+Bm8HWLyzLoMc3ROmcGrVC4DcE80CyMYjR3/
ps72sCZTdv0biuN5qBJeAak5EDJMjb+Ig4dv4HWJF8y1LNTEsbNdmPDYbEAFdwQtfkJnJQ4mKCM3
rrGPInczWnoaHhtbkzs1WxCOHFcSxm23Y4MZP8ycXX5NRvABAzicfEHx1GOXZsPl1Zw3uv5W4Akc
6IWhNw2vuu+Tc9V0PkVO3ZxfIrIU0cE0aPebYGxJJwlZeeYDmSTngIpK151nv5trKrfZC2LeHgCp
77CtYlYgESCuMdeHOeE8GL7xEZR3Vi/qlgcZB7LdkdI7uEHNeAgMvQVOmcsHvB6AkFNp2KYlc2NP
1C3U341fwRxlbb6c+dc+iPwazyy/Rce7aBbQ7rUlrvYwRW56cXxbnZxet7+ZXev+fjHRvABxGxUb
7pa3KGkSLSl6nGAHsSWH73Dpb8NqBdmVBK0VI7zgeerZPIviX2Zrpot2Vt0/aghj+MEuFywZx4ik
1sYpR+8Suxwr3ibdCw4KMkqaYE9TMHg9buD6Uo0GLwTWyfxUhl3x5MhGJsequqUtJ3ciRuWSrDPv
Nl3WTMBzpqoL9vLiqvYPoSkDwhuhdEsME8uktQLaeYlltdzj4eY0IryxN0cSbK3egBwoOAxWgz2h
30VkaoCF7HhrT48cXrvuN5kRkucY1IDvAryMw9Mqx+SyLs78RSH3wvpFVLiEovh3uZD4eb4tkaff
RgcLaTRU3mY7UBjwmS/sL0BzZ+u7i6OGKxqNF/dizDz24EE4F7uCOAMmucDPTh19neFBNv14x0eE
vsCE0P2DMxi/e6tr2ScbHH85NS0SoceFSYAJs1i3svB6fdRoInEJWqBNyGlgnUmIIeIvGm81iOxL
4evhIEHDYSr3E6QJ0rMI7iiep2QmMX2MYPakO78eMd+FK0WXBwvW1tKMOhCEOK5e1v3nBUP73ONJ
WCnmlSwduRRQ/ktMps9FCCEReh7wb2y4u76mfM5px3bP8yXfLV6IV7fHSTa/qRE7hlrz/oiXLjIv
YS2S9C7Vadoe6Z1ZcrauxQJkW4Hw2CcLmd8d8pJ3bytUKodszBleliDwpiFeNiv8wSFi/etbPhh0
ieExxmp3SViM/zggZH53KSACXlpjTFA5xGVTkTU6iFHcHpspLAcGDtmg+GTwWq2ywWnO5bgnLcVT
Z3K8rtoty0qcBAQM+RgrsgHf78B31xCXWPhzue8VH7pBXtgNyRBSQhuDzvw/9RLnHdl5TkxH/BrL
t47tdOrMCFSA4yx8G3nLQTWYHv5yI9Yp6f2kf2Cs9Hx48rJ8ifBF/gE6qrieWLRuurocj2sz9lcc
LYi7dorXPYmA9pE+SjouFo8ymnktMeYODQu+xEO83PO9OK99r8hMpytuVVpIYXrkAAn3Yx/wvZZM
Ans6QNLfVOs0wb9FtFZ8OQuWSa9fMXq7S8apnFxytRv1aB4JHYVn6wqWSMXYR0xRCWXSNNlEQOfK
dWZnU0/bHi/3a8dMc7ImHZlmUlClGRthzPxqwRTadp3jnErtcq4wirz+wSEG1+9Ww06ceHXAb1bZ
UHF8KlauMv4x6RY78fWVUQVEt7ZXMOvFPb4hAmYlhDeuu45AMWhrwmmQz4gzh311YdyUcOnS8I8d
FInUzkp/iwuHMqzJClRSgBuUBEo7YeAkafCmKuW3v/I2lUhKoZ421CqY8qR0SxC3SG3JcyEkKI9Y
XAcd7aDAQg+tC7AYxYl99kYjAJRvbterEEGV3x5SPCrDafS1DffUGtIoPfR+Gp0qVsnNvgTPgvVF
o6qThR2DyLjYuaeUfJAHSQWxGYb6sXWMcJ/ImQ4jvQNF+FilBXNvOLHkfxLa4uDHJClxNaCrHV0n
yVj28Zt3NiHxVQP/o5+Bi+brYzJPlj8iIMhDoPpjRix745yJmVHKNKjusDVn070YFgi6xTR4+bFq
+zA8NKFy7H3mtpF7360ikKiVUC1x8TfmpFjefGBWzb/mqBhbvIUh5ljeRe175zBHCd7dGT4+fHn2
ONVOCvnAVUcysiwfFQop2dd2xpjo5XfFEBef2VTqP34og+cyiZR3Xd1qyu6YBzAy8nan0S1ll8Di
ld0zxW6L/0MDQ/Zo+XU+Y2HvCXnrMg/RxLyZqrhgkG58Bv3i+c8aL7K/9z24tLTCUkMGZYYQwzaY
8LwgXpTIQoKJjII1jt6e3iA3wAQEgSLOc0fdG9uZ+RDzB/6loXqkZwMLe7LXSTYwC3QuUcY87aPw
sGSc+Ei9YDH5pWfs6nAMMbzstYii8zLk4dGXafvYDCajIzcHLrLjpwGMLTHn0S83Ld12WtbhYyrW
9l8QGqjT5RIQZa4DTmgbXQw08jaYCrbzjRW9bXBA3euAtROlguvEt+M3OE5106Eoh6lmkR3HWNiv
a5iUz45uS311Vh8ni+Ki1Udnou/PW51l3yxucCn9MP4RM2YHnsKB1XeqwbJ2hXlVrbtFCKN32HfL
5pKWvXgss7rbIVnGzzQc2bcCSzFVtzGWrzuax5IQYtIqkegKrH7B2pGX2kaVQzEbJRrszSAayulr
GPiCyluQM8biroyoTqjw02NCrcJAEqgCl50U7QlKb35tZk+coC4t3m/E+hBfdcHJIc3xJXOo603/
4jDRyy1Tfxiel5y6X1QtqhHhKsnXRVK19Yg5gomupfTGXiPyFytmPsffVSN5BDtTXrj1XJx1l8kR
8pA7HqaqrROHXvBZurOfv3W1rWd00RoAEXGsyON83PB5Uctd6d/6KFL3jTQPDwYsDp535w5R+FDE
gMUtlYMVO/oAFYRYXkA5INHiZ9z5miHdTXkMhGzxUCrgn5nnSKrV3JEXLUbJjEM4gN9KV/wTHO3k
u1+1dIVvEJGmaNOPIrybpgS+D81sOCqI5PeWJ20YMyJmABj+uHK0Bx2WguJuAzl+JAtlFRmBoVqR
sTbsiESoNpCkPOxWkQ811OhhuXKjmL1SFkZROUe70ouwv2diGI6rw0ZxUxkJRaj2oyI+4NZQl3zh
PA5yN7ivCHYQqgD4/Uxut8Vf4HJICJg7r2XsBd8TRUM1xaIROZUnzyFUcgIYRWIA9AFB4GYzYOsv
CVNWTTleC6rjvL0mB9XRH1LDOy3dZcruByaI9Fj5PSvvfGT9tWkKPxuPfuOQB857o++LjlrmL2Iy
yn835K++jeIHTTuA2od24CFICNpCWDOTe3vh6GCP233QB/a4Yj1L9kWbxQVcfYEXS9pxgkl3P/gJ
9kpAOxKdo54X9TXMU+Cekl4zcON1QuFIbcB7Q+T1sPxZaI157RC4qF1C08BMuK3LgsU9nZSF/kfT
XJN/IECI5ISzIa/+L3zjFTHBLDHqq7w7hK3PtFuoFq6zLYcqRF7X5iw5UaBIe62t1kOHoYtbn6aZ
+1BMVXTHELyOfNZw/b51ad83Q9Z9xKhS2ZOelH5gObQWu27swg4eD+pXuyWP4fytpq6jsi/T3QUR
kycZ2qBzDxR73mPxLAmMahzONNWfANMGO2BCDewPDOw5LtJGeu/OUOH9GmWlvwEU3Aa3Kc+T/NNG
7owoueBtG6iV+W0Cbo0kbtBx4MvwCPE8csy/8NTi/ALTxaP5APcJl6hhfQsnV0zrcJqVB0eqZLH8
4Rc1axUWiwULIjXFWJyq9b5g8wPWy+Ci2vHhG3K4ccReZqA0guM/Nx+Ri5ciyrOjHZOqBcA2sZZo
3clpzqPlc9LInowRHBwiqRD8F69/dlwdY5IMggzXqOU/CTL3Znzp7TO38vwMi8m95GNVPqlp0hT2
iFj9sOGn/SYKetrdw3UhhcLJEnQb9u4byssGvz0z3DYi2U0HTVciaxf2wtmn30ZabYjU+w+tQi9n
dQIoX/2HwI9JKkZb2+SNpHG2ajShFU/OX1BIomtCU8G4X4mbCFKaYjnOklPDca6cWAJpaY3al0su
fln89CwUpYTYl+AD7k/caBo4XJtmFd4kTBPVZVWTvadZdXzrQuzDJEqSqTzCwJmKHU1wVUejZl6/
rMzLWzWl5QOA3nTeRG6otlQXr+Ai8KZpTIPHHrPOnvK94S+3P6kox3qcvmi14FRfDyHNCfMwh6eh
oAP+RPBrfW/XcaLPrJKOfCm6HO0uwbxabqnUgFmAmytgHR+CUfgkXr5yw9okiJ5hbE8rvQFB+xHy
g8/ALmgZQJkFNBkEaUw2NqWL4U7OlubKMbTrJ6b6/pshgQ4G0y/Q4Wg8QipVrBAT7GqHlQHw1U0L
am5uwoI49ATMQNojo97IRtjJ44PvCsxxuYupFGElxTPOi5OGNB5Q7XOb6AznGb3UB1rgzHV2ef09
E2EavWvklvIiKe+D3q/Rys5Y3Tv/znEDeEuRH3pfNJ9RJE9eu26JJDiqauEAmzB9KPFJ578jvwnO
RmH8hGA1WA2BIXOnl7F3q/ew4cxXRsmwR9cp2ruiblYY0gEcmwW4lBQfU9rM/8VV45xm23jpdp2W
5aV0lO4Rm6HyqpvtdjuVXec9ESzwKbFJBgdPYKkhPMk0S5d9EjvtfclZ5go5Ac0g8qU17AmxSJ7D
aoj3OmZhVR6YQTly9eFUtceuZ5jEkL9KtrVOJJ5Ld72lcxe/bPFRTbM8uUQ9LxUu+x38MrpBgmRe
z2McBD7leC5iNjQU7EMCbl9zTuo5OvlNlD0phfcILJdbvzVYsn8i+NdbD+/Tfdba7u+sCt/FazvC
2EiEuPIiHZEvTfQhiFrOm9RgR+LqktN1xLh+adhYbkGOWAKcDRvnJ7QaEoIujT/JJUrZT74tss5w
N3lwT6qvZXXEIZ5JRHJEjwV/tQCptKeIBXmDeQhDJ4f2pr2fEwG3NJvI9xh2HN4+DKL1oyyG6k+x
TM5F1AKBwxipcJjByd1ETrL4KDFT9JohTty3TVu8Z+OAgZgvH8qZ4oYYg1h0uwoWk37LrYMI2tLt
TF5RYWW85S8wDvS9Pteo0ebZ4JbHJ6u78g9sBOISqZxZhvpC3x6UC+oYtLr2v5W+2+c1W9b/0lHL
9xtoW9/DaqydK2uTjJsFNdBn7VH7014JPDbvUyZDXk7sVm5YtHG+Q7jX1EUUvBTPVabHc8IGMDgs
uVmdXUki48iLlaJtzvvDI69iyoXWJKoOYVnRslq0bn7UQznkh9zk4p62LN4PDucgkI5cUQ6IxYga
23yBOBoRvMAIYW87sLS3p3WNWCWKEXoEecvyzI3Z4xvzzbnD7Sk3ZbTE3p7WBnyGeA14FcI3IyqT
lH0T7CykjRRdxs9/hJjSPZZ7fefjA+AcLSO8vZ2X4Ifr+mDXVIZwHBcD+OMkjgh101muLm1N1QJB
XfomCdwSquHghpaGTOSSlDqQFpm3tQzZXk5zNr5SkJOSYqPNBXhU2nM0jxfaA+jdAc43iMF7BMOw
eke3q2x6Xl3CGXC0gvStZRsNGsftTHrlrJFcx5RQCzhSDhE87lexkW0U1U9Ixmv3CF8R5xVEPBve
z51G36uXyviXBlWdaxf0IhYuJzHLXvZjY+7WhV5j/DhOTbbNjwjMx2hddJcHPknq3gC+JU+Fs3CH
d7i/dcyPOCQjkXj1P7OGNe3Ahfrycxu+zI4cT9KZeC4VKUZmV3hzjfjbINNLjP0PeVOa9oBZJnzs
lVv/WhU9Z/t2NNMr+0SdvkRkWaiEqepMjJ/J6kYNcLGQwj38xobNRj8QWR8le4d/YZZU8ksyavyb
yoVYapfP+lM31KclGEior3U6OjRkOfjPfq06xaee5vWNc7J/e2OxsYF4H9hVn0oGrPY9GOOm+1OO
YZL9x4SREW+wa1JcwrUjdI4wxJtXo/etGGXLUB7KMKnBhegq/NdOKvqlkhSABko3r33cFlwXqKx2
fGMZyJ2570lBPChndONHLIcYETeVAItPgiNUH0FYyufZcQvKsU25nH1ZY4DwluZVZiPGKiGpbfTt
BD3KRHHbb0TWLZe8VeFXawBQ/dQkMf6juycOEDODuvuZVEXzVIzPwj/DMlQ1zrKQWcASBmXLUeMx
b78Y68zyhwhVU+yIJXt/jeup6onSraEVaAE+fkhKOupjh1uIiHjIQLmhyjW85Dx5r2pabAAHRHvf
ozcGJz/yMZncigH3fhxwlduhrbdC68nFueF3ewADDGDNHBGaAYKxnnNcUfNvM8jAfMLb8HLOOUsy
flnPTBSvws75wGsw2ReuFLf7BUTQwI6Yo74PtzNbQALcTfHEMwIATDelWD8sK3sTdMne6ii6M5zD
ewBoLkAs4m6DPFXFTH9XmnvJPyztut7xpPaeOLgOl6ih3Zq9d9T/V5iq/d3mM6GLPEnMiYRH/2IB
BRzbsGu/6fQLHwy+CfsaClo1B+zVEQ3W3mw2/BQCsRk/JLAqTj35f+ziKbY5DDlGFYK0fljzx2T0
3qGOqhhsK5Y/fmt+paY/8Zr5QIsbbILDLsrBa3/y5OavXDkwxex+YvlgUianhZOTd+kkogrmp1Wg
ukzCzcROwZv+VcD4oEDU5qArCJtoveVrdD857GlILGlpclhiRIq5omdnSHcapPB0yBN8Kr8JMeSY
AJ1Rjs+i6rj6Nx7JmvZ+IATY7mq7wKRRfWqPUa5HFmYNnqEd8cMsg9ZlCWLJcKzdJ5WNJQdyGh53
TacYG9asDB0ytrZTgFtt6zVnsPK1wvvazn/6muP4fZ6GLIDHjhaamRzEdxahtSf7BOkOj5rw0FB9
cKYz8IkYcJot1/SZOR0nlO0K1DA7z8+xDzx72pJrEicWqCgoNVGAbzqnkvU1q2UF9xVfx9E3SE9o
eDx4ILnFYjd5ZjGnlJcuxmWu6Kr/qqkHuuZEUWpEwyZTf+mQrWjfTuOCsQ1TKdfMDQpp4mdCWE35
XmVQHPcdp7T8sHhFsi89+MSHJG6XfF93eVSDoCji6kcQ3nM/6P9zsTDQ6WTfB3ILxUeIBwFZFM9s
nF5gVnqviH40ORMGxSUmdERbIY+uvZQxuoRLaeKx9nnYtsz01b2eZiLWGU7X58q1mr69yVFPbL/j
bF+4MGx/ei8duEAgiQb9kaMNeROIiwy9o3eOOdh4O2QnHHvh3KXOzo8GYgq4jQheqox6XVKex7qk
AYBTpbOeVi90nLe6B+N9DIc0yW6avZvcr74DYs+vZmnu7MR+/9pz9ZhjYW3EOVCynt0lSdbfc/2u
vwBt2ZJ3UIsZ2fQ4Tho6XJBE3Mz8l87dQEmKX+cFMY4057YIpT8ehQJeRe2aO8FAyxfCFT6TOuSi
ejk3s8hpmM29ch9h/GZ5Rqjj7PoKYroOB7SUyiNCuSnduNl3Pp0diCL5a6VaHCG5L6tfUQnEhAmn
Sb9Rs5L/oHoKKCTTiDUbDye/W1gkW1yRPpApik+qCg/bqkr7VbRLMJ7ymWm/oLBB7jW4nUOCZkEG
lg4EDnwKvN+vG+Ys5+zM3bzvOOtEG99HC+Waarxujy103JH5gkJGzgLuEgummxgPMRLIV1OvFGhR
tPrIIp6Af1bWrKNDnF/4ghSFT6Xrkc6q2RUogp+wNTd+sRoyDnZkoxIHi7D71WNvyXXVLW68C/N1
Cj9bHkhgW1t2Ga8QBZ3sJchYXrwiJHIiiFzw7CdOHUv6vvIcTKhkSwlGMTSdK/RE6DPxeFRpg5Ze
yOWCFR/wG5TR00Lm99aanSNqlO6oCc7c7mQhoNUfeRlmSlAd2LoUvOsOJgvGkXn6L+Q7XO5Zwq4g
21yXRBtu+9qisvZcDa8rl21x7vEjkILrScvilw3C97DMpm/4KH774RCoIMxQ82MkLHUudaApbWND
84/JMsal2NEbDeOm9n/lsRf7J7bb+X3KqMx8Wvhd8oQ5xcMpsUyI08mUXNkXoZflCcKuIge2YX0t
WfCNUj73tQMqUrkzaSPJXnzPE0v9xjHjvDSFhzNUWglpF+zIdR4gn6TgXNHIp7b5bkB03dm6swfG
LtJKksKW04i/4S1NQeNfQ/LNO9ARjoBOJjO5xeNSPqam82hb4wGKeOpOSP9oXzScNmZp9nzA8XVh
uH3DCB+IY0Dkka9pKlrW4nMB+l/p4mKV0c6haWkzDMZeI2ouCR5E7AVe/yuNquZnctlAkzHuGux5
IojvMr2AU0F+8N59hPT6PFfrRHGhJ2x2gngQXxPLy4803G1/tukjUkS3u826vxsN2fCbU6iMHnss
o93rnAyFvgvhVa5vYdRl9rMDGXqg1xcobeQ2hdx5K+eqx5WN7y50u+W355HtvIlf/2AcYkwSBjBt
HWCxioeu/ZLVwjmjrQertlmbF/dQkoPh2Z99NiYNhxuQV0rgqRSqOxGsTbxz13HUGEKFbm4a/sNN
6SzdF73e82+HUiACj5MhjdSPR6AiKuBqMPV5dLyadZ7iR0SFo2n0QYcjfpvVlPnVpf/1VlFsvBgn
WOCdeGesVYLhFQ/LnoVD8ClAWjyT16TqJ2siVkmr9ZgXsVjvKs4LcHOcjOpJFIF8B+65+JtGzoyk
PBbJw9TX1fxt8hCT3RwEi4Z0M9ijdIdyPIwlSODtgCnf33LerT5N4MFYbRsS41OpQn/Drk4+8obQ
ryXTK8YTPyXzUYfFfwBqzRWg92xJb1v/CYpxvqsyntO0ufXrq9QRLdidduqjT5p/X8uYUGnsLgUZ
E0gsPJjEUXDYfk8n4uqbJBjlZ7+Q/2YQ5tc0M9fvXId5738kndlyq8i2Rb+ICNoEXiXUupe83b0Q
tndtIGkTkqT5+jt07mvFOVWyBJmrmXNMekereLNJJrjibOieccN8o0mdfqDZ58cZ2gzD+7I6E9Dc
HD1ggozg/U4yPJ6CUxiGgH6Km4V5E9naJlGaVfKdMxSxt9NWGTLqqTP7xfcj8T2QpLRH+ZP3x6pu
QuAXo/vuMkxgSDQql+NBp+Io3IDFtn/D+CBT4FMyKs7/rYVfvuJSXX7ATFrQLYLUY8eHecW1kVOj
mSzip3mym+vAx/6EXds/U6FSivnggnCl2cVLZabgW0q3wyAQmvghto1YiJfLRXjAaIttZbZmcZgK
ej8USnCyQlw5j77T0HxRKez8HC391lbgd2GuohwlOPHBRXJPpQnxmVU6EjMT5zVrKztbE9/2jEjQ
FBXvba7yt4qun0N+iB/zrhquXVeAzaKeKd/HUH8UfRXwdZUIGobBax6cNPU/W0Auf3JvxgEZalkc
xcxOf/WXv10eTQeZrcEL8T6yPEa8eDuPW09v+sANn1TTI7sRmO7uR5tGfDdpMeLcEuq0KI9vNez0
B/XHsutxxuzdNovnn6CvbbG3YK7sW5gBcpOpgvUosm9UshYiuYFfiyCT2KRHa25iN7G0fY1if3q0
b00WuhGe33wCQ4nAOL5za5lebCYJGy6pKvHZerHbIMHkPHRecWJKv1v8ctrXeUidhcW8l6z6uuhs
jBpBmvgvZs4BwPlLe7bGIntbjLhitbL2Lny+BxvV87FpnOg5xEx+WIkRNieHqKOEs6ijX0Aq3SSk
P7rngt8HghHbA2fje5PPJmZ0KDP8qnlbOIbP4O74bdk05ex4+iJ6b9ljrkcfmcaLz2V1lHlqvyN/
ILoC0TNL1RDsh+jXkbgwz498ukf9jTRzeI1lixSoEvIdIaZ7IukTieroGlLpJWhIJN75L5uifFc0
ut8UYDI3YuBzNTMsKzk66KZpqpLW86BglSGJ2rj4GQe7gV0+YWwYE7KQ40vOsomW3hQZsjBLsLGX
fpWT0wO9C0FFbR/RZE1/zdzN3550aspZ/YXekNS5aprRqtZp/GaRBHeaMutlvf2liCDbhSgM3pEb
AQbbRR0KFgsguAH10sGO6AF0b44lETtbcHXuHXIKGtEonMfbzlPam2pui3OI0YaPukLLrQtkHLZL
qQP2dDsYJto+YGrCZ2vzzIIKWDRzHzlTMPVu6XEcZj2JCEN3An0wkPMy6uE5ztYj33W869SKHDC0
WP9hqf12kQYkvWOs81xMZyzVTCs7oeW/iHC6jaVdLr+Bb3WFrlxe1yUmhHIUE7knEA8GrExqS/tJ
zHIEkOsjo9+9FWxj399WQpSHqKSeydGIPq0heMgDRfwoXCH3HGcOh6oDwvrRHpHxa6hPW9zxEExR
1TxQLFUPJJjjvBFILX7SzuH7Dojj6uIyEnuSQnoH+gZPtOVY/0kFHswtFkCL+Az2zF2IHr4ZTSrl
hc0WgCgXcRTW17INSziXZeWeIqbNn1Go2rs5HLGgUw7/ULk3vzXJ0dXNYcmrmxL9qwk72tiO5XxN
XfXUDir7iOCYbzQb0ac0EvUeMrqTb6YMrOtWBjHZuV3acqkX/k9jOYTosn8+B1Ra3YY0UZDLPdk+
R+VRP1PcQpLzQnAhxO7crtCKG+vNy2wAusxy+QZjfWRKYTOA5GOuitmFWorljLIHtXUucS8gClFJ
XoVMD6htN5T08buaM6wEYxsekQEB4JAVFltZqdehGmg2CQQaEB8FN2TqOhW7VgQFh8z/vxG1qf6y
nIqbnb9kzqMya+ZiaGBmpDMNbV55sLmmovmBuKK9DY/fTfCqdP6nTFP3kRwXefFZmyfVMEeQx6n/
ZwKOpy7cecOaE1xdjzkta9axnoXZsGHD398qi/x3Tl19pdf/7FIvPQwS7DGOeioEVqREENTqi0X8
VFD4derODDLytzlbbNgADOi+Fig7+VYEHTG39kDLr8b+L9PhNBkibwJmNY/dpRB2BHUqLm7C8xoF
UChvaNER5DvucPc18CZCdoK+q76UdPLDivp+K3ufwTZss/awQDJ7znrTXehSOEuE6cxfEj3MphtX
pASmqRm1dEGQbzkXQuJ2APwQsytyvb/JFbZ0ldPWWMCC2kWliUXwa7ISfr3r3JLeBy1rwzZD2Gc3
ZbbbY9ZKEBMPu9YUCkMDAefGlgRsi3kkEUK2kdK7Yu0oZVvUVSRykXwLsJLjZHkDNof+0ZssvR2m
GGvr9N7lWcAe/wbqQO0E+yb7MBO+Uih6MSZflMr5PBt45uzZBccZngrHenUX1jaeZ8p7O/TcD2Y0
+acJ7e4U61iYg1OVBwiRN/lRye+DPdzNn9OGYdg+dOEv9grnzpa0MaQxaU8Oz4QBWxbqBNbNOhUs
HtuDpRkP+iYUV9Lom2voBXkS438jlyuGgRYO7nulBvvDAtdmHarClj+j8ZHccGvVv2UwTA8FaqwY
uDsxXVuXef/NL06xTwJHzckxFo+NFtWdPxHZrUzEqB/uA4YO4DupFrTLLXahAm28f9OxQyotxu5Y
yAijQMGqqyb0F6Xf/F82I4zCLXmWNsbyluoYRZX8YPDCf2yMX2rN5jQu6zMmgXjTRdPwLqHR41GZ
F0bra5kNf0y5vGbprUaQvGmHCS03QmA/SBaYQjuho+qE8Sx7VqwcPmXq3VI36pCx9m3X4M45xyce
J0ouoOsHlgxMNSK7Jl/H7h77CPKnXEr1OsGn2Jal8fotwgTnplPMX29avzcsD0t9Thl6UE1leUsg
EIjX+xWM+o4glOEHA3ZsWGZlDQdcXKAEC0JvoXdzLW/X6Xn+bZVkdznyV/wGU8GTVdREI3cOoH8H
r85XZ8rprmY64x0ogSLw3GzC8aLxgCO4LWqLiS66Erjcv9An5nfmJ/YhquJAEXQ1eC9j1Pb5qXRY
Z++H1fcx8mCEMxsHm9Y/1/G5imbEpMmY2/ovj6/THGo29n9cWUzNl21M87T2a/ccwnx4npCd0Nup
2MHZH03lDdMPwuaEms0nVSq2gfVKWJxTMkBjx8oj3F7UFxpHv2fa0XGDI3KV7jH0mhtFL62nOzNP
c/w10ueFCKUG3Buolqzriux2+asKXoE1DCHNMm1CJjKuOWDD1cjmrlgibl5+QCnrl3AaDRCOtSvP
hRvmMPPa4mdxc4dbFW11sAdIE1TPeADcaTeBE3snjY5ay2CA2+eiaY50h2ik5diET84Eei/SvqSx
rdbommdlAFDOIPa72ox+C44NeDZUE6Nnxh2yh2aXaseK71HAuGKrqzrYFTKwd5Oi70YvCL+wLIj8
29O45ozqkMh4cQdlMxBEqPlch6jw2/h+zZvGPmgz+/+xN23PpacLOkCCPRwU1O50z1t4Qx4TQrCH
WjL8Fsg1n5jikOVTx76PXjj10GZCdGABGWEsMonpzS3yG1YBYx1s/tvRZ6i+D6Jw/URzE5hN6K/i
jxmqpUkyuxHqadKYRwmp61Hj6k2lA3CBQV/IGxmO7N41T7C6KtIKFzyoDx5gvOaVRZa1oM65uX+/
bJrY9iP3URcgMehYpuCroO/nf9652E6D2aopuUhwGrbuwFRKoeTNhuVEr8DHxBwlr9BMmEdt2XU4
fDr2obi8cr8UcKRArW7x+zTpi5eVeSYTxFX5rChtGUAXR44GK3OYkHqZd4nRVGAZRh+Z/4GjKNO3
tB5N/DlhktdnMyHnx7/SWgahtoFG107cRuQUugfUAXo65ryrsmbHkxsLOEeb2sWDm6aeDZwarhM0
t4gMiPJUZkU4k2i1rrYmY0n1c01kli4qSjj+kUR1Lhzs7JQbWYoNjDbEFP/YRtriv6mCgzIBWiik
36HnqMSkLnmVqhR9Bf1xGYDDg/3S7xktgwHn4lkvyELim3+FJMxLLG1rOKoUdBAhKlwnG5owB8td
Z8dJLRSpSBk6hw1GWeZi+ZwxQEYkPXyW2XzbS1WueaDDTUGqQ76gAsNh4m90H6jyONbTqvcm9utP
wjTs+mSVJBU4+IHGxJV2KY9002QnimVa5SOcOxkeFhV60WmGs5Yi6WyoOQHKuGfjjfQoUHpYPAV0
r1fQPJAfN5bfaX1X65QJDtr8toGxFRXzBV8TyuHGCFpol5t9fCz1HAbHum/iaR9Zxaow2LXm03VH
+LwbCqbZv6d7mY4D7kjk+FUf9tf+RutonVtUI5pXh8b5pgQmeDEtMMmjahi2+DwyvXdgeX21xYg4
xAdvzV1TB+5zmAfLjZmlkTcNguSUE+KwaDn1nSfyveNOVX3Pf1IoIkUVglyOA0GkqaXfemsJXxBA
memVjKLhSYTG548ihgZQieepQzPUHlC7mImM4yoa/gB5GQVtZU+c7Xn7h2KhGX9HmD+/BNThhnJZ
jkfYyTDwPyBR6N+7Ku9A2zJsf2msUf+LffwhRzyvSForJKWPzBE9+eQrl8LHi+Ydj13+jbsiHE4W
09WN6DL5JDkOqoOZqrzcN0Tf/QhBTk5S4EEk5oLRZXYs4brl2EALPif84foOYJggqspyCz9Zy85d
/jGPHy99ptrxEC999AMxjuxpvKaSMaOnqaEFcA07yTPRnlpftn8H4CLMlWyLbLphnew7my3bF37S
+bLMnfXGa0v6E2ohEs6iUY7haQhS53Gia/H3jWPKu1zD/qU66zjq+eWlv/dVyYa4Z2CAZQPbPwsM
JeOHChKblWTYMmgVOYGcu6la2zccOoKhP40SqmrHLXC0zKFD3+YKjyaJhLb+kSQEGRLh1CEcqYSr
vlNCOO6DQKTnMcBKzoU9lXBvnBY7oRjYWyZhY4nXNcPWwb8DFwhRoVkLXml0wnvyFPBKCQty4M2h
kxtGeJWoE9RtQflWw0WfjvU41j9WNSNOG5nN8swWs4N9CEDRjy/xqOKjd9LwFYZ5eeUXbdgJ9NVw
JvYj/HACergjQ0AXDdJgEB8XTTTu+6YLrH1ED9weVo8he4Izhe7Ts31/3vdI4Aw+VxuD34Dn+7NY
p7S7qwLowGdEsHn2t+/zWu4sPelsZ01KVacUOGMBKZYQNqwWs3MFdA57W7Dru+V5UqiNmABfwn5U
DESc1Cm3VUVJuJn4MkGFdmDGueUm/SLRb93ZEDeLg8Ot+E2EIj0z+1txoSoBaGqq2yfWo828orEa
4nACWeGKn8aY7UVkUzl4lZzRFtcO57ZZOzc84HOB3MxJibt44OR9wUlQfzhtQOYtTy+GgszASEpI
CoPExpVIPITiIDqZrCiy135h9LwbwWeNW8YH3nMBOKxNFH/Da2agcyWz52db0LHOg6ULG29Ktpb3
rW4ovQaGrvVnH1h9/4dxanNv6XXK8G9NXXGm7fN3pLJP+sBkjWePdVgzgwCFE+kjx79nImefnYxT
w8lT8+3UUYWRplqZfTp46NgGLfAvb89c1pwU+0LUM8SbOUgocffKpJnc/g/AMLH8ddOaQJBN7TDC
+5aeQaZA6emJIwWhEZuhtx0007CY84suG76NcnEm0o98McfQeGImSfPcxsNumXD0bxyop9O2smqz
HOzJSuXBFFHkHbTFOMxVPDubblL6J3LYb+9F1U33DqKc7rtjnlwiaMh6fWI6bmX3HYGi4uAZKQQV
VAVEZmK4cKlmL0Ld1FNyYy2VUPkEriGCTdi6wTphJuvwVQuTTfaRtYAuvtjwjurBF/jNj67rt8FF
Mmy2N3Y/duuxagcyxrx2aoLjYvcyOnFbTAzEixvUVGf0w7BoXPalng1SfWt3XfjaYIskbwooVPat
zdh054zb/x9BLexp+LH7q9Wj3kwGKCHro5819j+UyfPTmE1ApbsCsgvGB8d+XhQ0g2SeoMac+9YN
/6FjYEsnfLsItyGyx+hM2sgafinoockYIYHSUAypHuqqeAx739g7w01s0RdhhnOQ9W6XKg/PaxST
hUxpxQRO9jlQP5jvSU28JIcBEcnOXtrsO68ewLVTBRKH8mFqfucQUfTG9BoNiQngOe+crGE0oP0R
QGJTKf3Uww2hoqwNJXGhiuCVvym9zoENFo47O7bBzKWEOckoaseXAqngSa5s+W8QNfsR+3t+3yrn
w1asehMNv/FpnWa4K2ThqU0AxGWnWnvFjm955wjIYMZBLVC6N1HqvONH1fJlGe0AQBVz8K3Lucsa
xHKfQuhCNs7nWjAIa61nBw36vWSeWm5rBn37zpIEEt5yH/oG0dauYkx+Qi6RQxqZ6/iAbIy9vhfL
+mOtDf7W2iMy6jCZ2Srv+8VDqGQciGFaxXwXJk1XZwctTXXsudK1KlHGrtiRWun+Vyo8UXk9cyO1
bXOrpqLPGyvmkc+gHkG0sUv12LR2SJ2q0t0UUwvLrKmXL+HVPeDdFaeKjTnl7Lvea8aoe5fW0Y1a
ZZwzyimoDW0df8CP+QvryAfDaqZn9Ia8/3JceQmY2wZPM03UBWzwzIHHRHWP6DF705b2D2XEY1hO
S07ORV04MPRz2oCg86oHKAZonZZY/9cFujw3nS1Yu5ZINXdxUdb3sZuWx6GS4q2NKu5AFtn4jnpI
wZtJ4RhHLRjlcsOdEO6KAFky4KE03igdu0DTMBAd8pFEapTg+Ob02hMDXk5t+FA4eJxBaiBeM5hl
2KRAKfH8dRekPjcpMIPHoszFU47w7T5yiBpiOg29KGRkitayUz8j1caYULctr2b1wCBRicf+d8t4
1aPk5Q/bzp7LaKrlsmBQ1h0qHgF7j3I9bfn2FHfHMigIPE1Xzv1Ou2Mxn1jn2mliqloDnqWywAfD
u3HltSZukdFy2e1NmI92EvqqK7/LxbBHCKyZI1cC3gIoUBNR+FqgjEJv0xnYZGijRQ68g8A3EASo
x05AegOG1LPd+mrvOLx+Cc1HvXwMdpc3W2cdov5ptjI93TNrwdghcOz5PPsxyoZNlmJJPWTWjXPJ
SQC1qmOQ4m0rd0IRwNAnRkZp+/HB70x1Y9iS8sP1kgWP0CluazSd/xdnOMpgB3TLLQCIE4QURETz
YD/clDSSPetzgm7RS9SAymJy0Oi5R45kr7ENaXkMzUizG2o0MmYRIX+8Q/d5myMjV9oWea0WbqPa
GRlfQTxDYY5gOmncLLxC02KTxn9evqum5Thborj78lLWfFu4RzE3CB7e7jLgs+XnnYnm3M1od/F7
YUfGlopfFnRIFA7jHrmlf4VGFrOaQ7mRofOTXXHIS0qeHWc2K0qp8ziCmJuirA+5j3jNyWOG6pmb
CRZjDjoo8RvXX454gyaz7ZtZewc8qm588EAcndoYwAvCjtwYRidKyXvcEUoddMmOZecMHWkUsRg6
MCmRNTz54y0fIyJ9/q22OpR8GtvIRfklbFmQgsiCpYmKhZOks+0DMTJMEnmSyJwtSCT27nqyFV2s
XE2f/4LqAMPcREv6ZYMxQ26iVaESGVcV2ycv7V9tQgl/12UAoE2uE/c9gt2WBj/0ndtnM1H4tmYa
7w9VZ4WjroeCe1bLUJAiSACft2+XlbwgWhGfjsmlcuN1JY9uD2hSrwmKWFpE5MmUgaT7mjWB2+3C
5/PkNB87wBb/XH7Yr4axb/TQLNKa7zg0sUeTCudjuKPBeuH1xs8azn3Eziom7oWKIC4sgmrEjQ+A
cuElRusMfS5lr8PzZJenSYHD2pphiT+t1LXcbShvniGUrE0A23TpXVYNQ/eJvBRQGxWCvR9pKQjC
cVEjEG3dx3rvo3FC8OlFS4sCYxwi5k30Mzvd+vCa3ApU1GaMKhgaRrl5eTcwHAkYfLdBcWTjZtmn
wBUo+Eza1UANjYmi3dxpHiF4JGLcsuJqPfY29XAJJBL5m3t0soHlcfhxpniIihvZ0N461PhRwjqL
E6dyHEJ0MnyOAv40ebg7voe2hEyTdv4J8YqXXf0Iad0Tq/aBgI2gDebPwPFatQf26Y6HsorceIt4
RATsZZFjEb4VDd85F8mQgAoIbyNXgva2Obrj61xUBEPi4dPBIRPWFOwownvvTwGe3351aLksCNFh
EWNe4PlMEKJU5f2IDBAcEoXwuRRW/zt7+oYyr+fmQCGYXccQw8iuax185ZBp5ujeFk4R1TCpTQWn
ITDNshNzC282RA/Icl7fVKpUpOIfzGGWeVQOQXReajf9NwejJJOq8orfJXe6+5rwakYpUF743Ve/
SskPRU6JJChGC9SzVWXJAmfsExleOzDGdWEeYXVFrpZnlgUpIyy+mRkYw6S2Q6eUKnGuM6RZGCq6
5co/C19ihLfdbvVQ0u1zBtHuFlP98MMidrYSShUVJKOVD+MTY9syZ5OuGyCszhTQTQ6okh7cLKqD
DyvFxHNaSsmAx+8NAe/QIMdyO6dyvDcTDv9kQXbS7BgxdWqb4fS7oImg+5U9hD4rD/y3agmWux6N
/gBGtgufITUTTUP2htKnhdqUg7Zn2QJKC1kh1MkxP5JWMPyzx1b+WENBLTwNyChPLgZj5xhwW78u
oCv/gSlK1XPjYpTddG69Po4UMU/9IIPHJutYR6QcpsBsptZ6yZaute7rQVXfOcnw//k6IwBMdYhj
GQx0xDKQ/+kn8PsFkjwzECgZ9xZUNWN7PzfxIK+rVchHwULxL1wj5xeNevMcZQviNInZ74DaCWqt
nXkkiLGwggTXkzWC96+4gbXiUIys0bySes13HIpZXKDeO8EtWm4pnf2XSgE435WNQLHWWT6rzb4D
8XWFnel2SY/Y8Kez6csJorC7N4fQsXBLOEYx7PtoYJkje6ZAN81ZfMGHTVpX4MgMqzh+VSgkBdo6
zMLGDpNwyXPWqrgRdFfH36kqemYocJVWb6GkU3xCxapmX3RCPApr8P/AyLyU7fIKiPG5KuT8bM0L
4Q397NyjLYP10+fZE37Z5bHnkSpAW8/lqUKIexKuQXKBWjk/DWYQe26Z8ogYW11J+FkubPPXHR0e
MZVzaH0hYLTvCOnlfHZHsesGMrsk4Km9Ew3Leyb069T4E7oFKbde7oV3M9ahB9EM6J7LyDo30Wwn
9hB8rjwouzTQVwWwJmkA76FNINkOJU/DcpbJI/tYhYkmDnPzgVHhnYV99FthdXqxNKQC6vvimKOk
JPe5ir86ASopcwyLs47h7SZtq4pTdRz2S+yLrwCo0ruVNzd61ejWz40T2g/elKdb5FxfaUQ4DbjI
sEOy2kGAYBSi7rE7va7c+BuNOwC6ltUnmDUkqYZz8dva0OWWZbTOJXEpL7WE0GBX/fKMeJB0jN4i
USiK+jt02PVdWY7yp+sy4B+ylseeTMAny4zru+ClTGhjQxxCwfpFy76cuD+xNuRgR9/nAucic/3g
v7Cz9R1MpRvssk9/JZV8kkVrfxerSN27uJEwzA/NERHX+DYiEWOxO6inWIV01z20SMsO9WtPVBwY
DRwnoHUW/q7mR+ZhvNV97f6xEU1uo0C4Jxjc3tE32ntLZSb+G/G4HXqXdCAkCM6z6wzlnyCQ6sML
Ivp7t8V97LLE7nqrupITpg6rsjE04JLeWSBRRKfkwam7/whfaXZgJBjiVYwk7oyBC562KKMD4/lM
e5FwHVK4Cdhf/IF4HuKNDkuFOJZSBW2YhwwtMWXpPFTKFG8wgSrE0hSOaErG/egIfQxEMz2AdIXp
OwoGAGQRMUiMmS7i7mN3wdjkBP1gQfgip4gVzxxtKJfjZ24WUcO1XsLHyY+uI86ShzJfleBUHqaT
a1vVN3rcC/6R7tMb8eHE+YhMtp1P5DOlb20Z7y2GaJ8B7dDdMtTuoUUQgcGUaS3+ueHIA/SMW/ij
GLicncoa/2EDxLNKz1j58/DMGfcZNmvxXgb+lACnZRTlwoBqiFiE0jwwXWfG9TYXkOvzBvcP1X9w
cH3FuQBhELeqN4TeNiU96VKBkTKANOqd08bVEXSweiZ7DCdoPYWnFW/QvnL0CbOdjWqki2VC6jdN
mx6CPwuakE9+ionEBevaYc37tEpaBsQTzT3BcKTU+GhqgPiNmIkaop6PnZv7xwAUG/HekApZMjeM
bbJp/a2dfEH6r81+dRQ2qml8dywb1ThpsoJtbAYZIZ1G5pQ0AlxvU7FcBdHgROBa2bvoVbpdiOx7
LU1OIOgaqPAHCsr0VHpsITdNv2JRwBPHRB6dqPuTDUOQCHhOzibotIT2n3nd19rVL3kXgBUYxL0C
NorUpiYhg39HiWdM2VsCWvW7zBtz5TcRG+7r8ODgemfAHJi/tm/HH+GEEDKfod0rFdT+bs0Q82dQ
xOD+IppJmjVzXr1FYeIIXEyebkPsKUHYF0e2qLAlDLkVIWco/9CDdIfIreekWivYeAjNu5PIAJZX
HWoFv2UCK1AxKOCYT1Vgsw4d2vXTnskBmVME+SwL3TvWs3rnT6QSOi6CixDa+kml8ccUAPXXdE+X
IouKfww90U90Bf2/XbZyHxYiTHAY4PWgJkyZuXb6xw0ZWlPxkm/DZJ4EHxWC+ms9pEYDhSrmAAej
KPlCiCC6FX6vUucoR3dTipjej8n3tk9jdcym+n8NKZ4MeqL3YrTNBzY/ancWVu2Z0zj/qjLh3vW9
+c82qBPgo30VvuPdKZdo7IlggH0KdG7raNdA+GiyR1ZYWEE9duYJai18/ZW97G2tm0e8KuAnyp5F
ypDjF22laBRWaVZz4PXUt5bSf5CRSZ+cYJZIBK18a4/BGyjY7I0BDCtoFG9PllUVnxOjhZfZ6XES
1jDiFSzKB2IHnkgt8J4rEzqHfpmLZ89yzLtbIcbVpaNvWNIb6tXqojsVyf4Qx0B7KQQ9/F4gJR4x
luD8FaPZMuNpX1vfRg1bTmrXxqm7hetk9szbxHPBO0G1nBODiGQb99waDv/KFAgYMp/Ju7CdSTGS
G+eoGAwmbqXTy1pFoBoy0vHQKaYPJiRemHaadCSEXt43HjBsNfM8UCb6I6cV7sw7KCtQb1BpzG+g
1NosETEd5yawWbXpzPPvl6XoHnAvsst3MjdZGbo/Wlnn3EOZHO7mOVJnvBTqPexpIIUTqh2T4OWr
z/IXIJEoabPoGTzul+0HHTpUhnWb2sWiI/LGvaRgL/Y6WIY7z+24fbgG90KM3slZqsvNHLwjyApC
fela7E70dFhivpAprEa17aaMziwKhnhjUIA9FdgpzwZ9wzUMtPNH615AjbdBHO5S3J560wga4Dsh
A3GMhsY+Ubo7x3npFTkZtPcneiabsqN1P8XqpacSp/9ZrbQ+MWuGpE+F2Y0IOhxkyn3/srS1PjbF
PL/j2G+OkW6AuvHFhhAGWYheZ9WtD3HPSt2erfyuj1vvVboRnzYaZMxYiR/4BtQYn6y+tLallb/O
BaxDYgMAgwp4Sf52sgmIMAbG7IxhC9lrlLHU9xlFgmb18281pG3iTGn6YWz9CD4seHGLG8esDtP0
zhtE/lS1Y/0H1xoy2AqYaTySP8vKdmy/GsmQhm2j/Vu6hKs0uh2TPlQVROiWnAtrTC9EerBRhHr8
Q+y2/w3R5TDRuOLigbdx7zj1cmjglNAoIpFumD2OXjIsxLid5cCe6obcT4q08PKE/RHRjUg1ETBa
7YIMO3X9gi10ve7sSmeHdGYQypMjt410vAXdJbdKqqgLvFW0v3lu9CGYdfimZ1P8Ig9GXwHSKwkw
kv9bGgcZAGdGv9HEBR+K0HvXE+bWTbwE05TgNq8ujElKeOGBbV1dnCifY2MMConASveiDdLHYhI5
Om/ahB3hxm+5VprIDOE/o2+CPMYJXlLxzQ0pAT5eDEnEBrYcNjQfKUEKr7SkaOE8nSWoE6N9XwfW
Iasd518sJzAfN+A6SQA5tXkavPrEu2MCctUV+XIPXTBdAFqQyF3UsyYNmIwe1obVSOU69RfMMusL
MDWL7n4JmexVlTkVkIeo6JaQLIcuSkgWTFFwZuN34NX2vvW65tIWIi64Qew8yRyHxW8WEXfQpi3l
QV/kUJljcSLmOn5UUvffmqvofqrC8A8WrDFZMs1SgMY7IOHJ40FQ/VrGG4bJ7TZlev1ddqTHs4qa
7x2GyccCf8lF5mQkJp5nN5+Steovrsp8TwAma7bS1s9DB4bBLfPit3M9VFDWeAvPSv075HrycY1n
QisXy39r0L4mra7HfRY74U3+10XvCDr6P6wm05Pn1enbosbHtl31WUsg/g2hNz8ZjfMOpwfHxjK4
mxxoxg2U4oDaiUiBdkpLn5FGDv+Fgxn3/P/SVyuyaYdVQOzcCFv/DGM52Lv0+ri7wuVepM58ajLu
7almbcMI0tWPBXVRR3jsjcZl6r/T0oyPDQS/hyDAPYbYE6q6PWMxrGr5y8af073IrRtH16jvcSZE
loHeeQaWtQH5nP3HJKt8og3oPpfZkEyjjNP8WY37hpmO6cVA9uC20xTbcReOTzG04/LmDG8YDvnB
u7HQ2WHKDyeiFgJx7ldmmyblnm3GOru4nVGPUmkDoH5W9Yb8tekFhKLZ84raBC9Y0ZnJeqwPIZMm
xAz/87Mpdx0uc5SZswY5MpxJSRyP5MvUDz0c0I2YaLM2gHE1FLKqsTh3i+yzDEYCkTGiiU2VzdW+
mDI6TEbCb8HQNxhoJXtaKK2XEnTngcixCDKUTf4oppAZ8SncI4PdAs/IxgU997/sCZwcniEHF2kr
fjIqB5py9EN1nqZHVIbxfCHvZBT3/8fRmS03imxR9IuIYEoSXiWBZsuWZ78QZVeZeYZk+Ppe9Et3
R9y41W5ZJCf32XttLETZjlaJ8BnKhsGkDzGpAsO/9pK12xyodNA6VksthLsWsrgpfdCG2f0Fwpnc
6MkSyZeaXb5uE/cEnv/Xzkz4kVqr/2Adku1yPqx8ay+u46eC12KEzPzuAjalIHSKqs2oOYy6PbZu
ZKXRrtEUDOswOWW9nzyj+455qf+/O3G/8AjaFKgDj+QIGfyFkEtxXLSmTVBrPZZW7Geof2S+qTO/
Zd/4FJI0+glbWKhZEzow8Qr7NxJDiyCDJH7h1PG0jeDJIbHSNUdJxt4J2kl+gS2FNF/NFmVDIGUO
FvV6fKNixjZ2DYTj6lnXFtCqkCYdYMj/gKfUxjWtCU9sAQC154WunOexBwtB3iw+e8nU/IvbtruH
XpkRyW3az4RT6USaVu0iilqfqf9Ijx6h3gsr1H6vOcxDSSEwYs62Vvqu2SeHXG/bwvfsur0bmrO8
aUXknOdMEy7GPJyDmBsK3HlIKQ6/kk4P4MTHu34SyckyC/xl09TfcYXqRw8l+iNrUtMnTJehbJed
eMhTrcfYyWTmPNaW1nwkLCo5tJBQ6tCeiZMsdXKYsF5+dlE0fztmvjw2bp/d5noRnAn0WriNbtyM
zqEnWhXlu02d6q4P7b/wrTp6KUCadkWn/dFGym8mSyUHCUtsNe2Xn91kot+vHRVhETtIVyL+zjB+
sAkozbNDoeNmVFZCFp/EGbyOSII0A1/xGMY4pjZgI51jpBwLnE+ZPq0Aro2KqZVyRr7ZqVGD1yBm
1TFrmrn7SH66fyGu3F5L7nj0eWZBPWLjHawDWBhrv+B1QDSy5ysNlOrP0qUa7IgFtT/1FJEL/KZl
2TFKITJGBM0ntzzqvMzI+3thbF2HGkuUjviPjTN33hS3Jm8DTu2dUARpao20yWcY1uqBvPL4tMRR
fyx5tZWkYSkNsR1S5RYsDRy+YB1YuoyuTz/DEgyFk+8TLxxfgaj0Z0qvi7ux9o+A4rCxvLLcZZMI
SApNrTO8uyZwd8BtxpqYkhK4i4K0MhUz3LyJW6u0D6g8FV8MUuMUlENPVyB+ZOPs4Pc2AlNj3Q7f
gFG6ZZG3H2ooybyz7Q+k2pQAdKJGkKDuTOmEbbqXeZwkII0pEajvXTL8ANAwTKxhTsznjhfPb6sE
F483ORRgrBmSwMYl9V6utPsnBGfD8cHDmSf8ZuyAkKELQe2fELrnJ4xIL+waUZ76QrL9S1LK2r4J
LY5PKOCREcTV2NTbEffJdLbiDk8vlXVR+ojzxqRBifvNj+UYurUtchYpVzz/XQV4OE4/USLxPFFG
Gi8b4j4Ymo1sEsW2qPkwENyc/FElLZGLOS0sQmvZCA8RYRwLPs8xvmQqhvApe1wO+2XSripf8TK4
ZDGYtbzZ6GGS2XPm2T1qlpEU7GYylcZ08sT4GAqvjZ5G3Eh3GEoYJOJMIwoNn8WHHMjQLy2rPNRY
O5hQ8tLt8OcZLes9D0zSsdCMlZ8pveUfwQVyQ+7Sj6dWLcZygmVZvwBiBgjXsqwGnlCtk1gqjdB9
BPLK5pcUFW9LO4Y1BKQs0/hti5H8pMftCu2rJMt4Ngm68jAkfUGFkRv1+UEBBQN/PwEFIwFag32D
0K7vR6cjoJKW2ceISZWxkNCcs3qS6YRTVe2dl6Tlt5Lo5gKkD+7vFhKfiXTG9h4HLVdgWXjsPJUd
Q/poNNgW/jS7+r+s06hCISulnxOQANw1qxo4Jf+RJG26ZDbg4xVCnMZxkPKBpE7Nc18bFCnrmtTO
s6GK0Dcdoyx2LWiU+lwYnjxQyaY3xzHLoeDJKTH+rHRTpl/VVr+WGGVQOFRhbFL2Cy+sXruFKhqo
CUFDhdp4Tgzd/tXVwNUlj936CgTCvtHRIt8jDnOusOigL13IJck3sB5T6wusbC+KCpiNx9sVcqf2
CexUP8KnVQitZlG5AaZLw/VlwUJ1h+yFI4Oeo/3Y5OOzid76o/XZKzXB4FsiDy2VLDuJBhtyipr/
gBY+YbrFkx1m5oyttpmeIa24Z640DB4RV/N3zPMUOFCPiqoGZj7MlO8B49zkpvXOzRGBQRXanknb
e0va6Xe20iSgO4XLnjOgrduFd2iw2TNKEHNA/e7jJ3wXVK/iQIj/WQO+Dh4GwNXO98xx/Q7U6SSI
kW4mqrYra3yk0WFbChLiwOEeCUne3TWu6DFEkrt9dzqBd3EaWzrN4eL6BT6rnTE4xPZgHlK3GJkB
DipCrk6dHsyuy7GEuMPepBQRLKXTPJBpkY91jwS/DWnlAl0wjwE5kw8MjuMV3Vo/p1Etj7pwjQ+7
78MTnDwarlzNqz6XuvGumVq9UqH9kg8Y2wfdS/7OXOz3OhlrcrWgRioMNrnHQtpWGzNzL+5kTlcD
4uA2r3QHcigJNjwN8UvDwkxs7B5/KAzEO/Ky8YYg6F7R66qfKDTUo1utQ0p4BTsEwBIHh3uWuVHf
mADcdh2llkO/OvUzptLJNNynGPormCi4CYUhsa60dUGsfrGhVeTAroBEvxdu++uxVw8A24RfMxil
fyFd3NyMlf0ogBoGWVhPG8vVDmzDkL0Llxe2TjjnMjgGkTOn48WTlNVrpImngRHzaMBWCVp6Ih+A
OmSsUzmi2HMdooxUSeeFWlCacb1JEazb3QRU/loqUZy5zKLBuXd2hAneisY5QwkOCcPGesxcOD4b
Sz7bG7eFX5yPFJmWnDg+ijI7B5x6ewwmXBfZXaF3DDgSZ/HZkorY9IP15rJb8lnrFBvi6zdZe+GD
NpnXlNDcZiBzHQBK4qPq8n43L1IF8+TVO5Tg0l80OKKD6OpvEH59gJ21Dzrbfo9n4pCUsm+Z4wFL
gi9mgmWx4OnSveAtdU5CYT9uDSq02hC/nWpJPZvKe8kjmHHUCEOEcb4X4o9AHVVpnSVG6mMZx847
K/GzWDCKG22S0JAs0FQH43Oe1V+zya4dDISuUaaFhKo3Zyss0r0lnSNuVXvnuKJC0wnjA9bk3I/a
GBWxEnNQ9a35iOTvnkUyn4HqoTWH4wtAHZtZaPFVbM9nfJZfsTFIYjctcGzcygGepz9AIFmwRfRJ
YuMEF0HJ12ovjAiGLmY0Pg46WkpO5TunhH6ijQNXz1TLXTvZBhk7a7abjYzL5tPAcxyMTQUduBlx
DZ+p6ZTOVkneDTwZQFkNYzO5WHhZ8Ig9TCTzqVm9DYyvjLNzbvudAjwxrpw8jidc1G3lPDR4P/Gj
G/FOpw8XWY2ecqbVnUEKGje82R8Ii2FNGw21iVX+r7D4+vTuot1bpsCTq7fdAZjLuG3dpLqEVv/q
sXt8jloLqSnF4qjoHe1Ca19La/o2dMF1wnYvEgWMOxjIIBAXbQBzDagWYb0D1KPsoYMas6977VsB
L95Qq9VjEiZr4TpOR1MGR9FBJq38pl4Ql0iWjxVV9MRedcX+KfcM9YCB7EpgmZ5xobPFceey8i17
Do+51LjtMjknp7gckDcABOxHqRusMAgxFJQAQI5MG/praSqwydlSnZ0a1B1qziep7r7HmJYLeBrS
GLiMY8fcwPbqCZAayUMDcSgALNXsGq9OXmND+wbWPownN9FAZ5KO/sVurIOTgVu9x/Nf4ZtOKPnW
ykkES0t5LcLpOB2Zq3kPVtZwhmajHVI51I90saSfXOjxRyWNzWeJ3pbUc/VIFYS8mJYKvPnHrhIb
jaglH7sCxgBRLGQPK2KKjmM6R+WhW6T6kD26uSU2nmtqd143GFfGPw3Gm3Q/IRB+2lbv/FWDi3fG
iOZ5q9KoM4+sf7nWJ59DZ4c3h7fSGV0xwEzgXkk5XIQl6VpNSzsaduwM3kuFEZ83LHiqnmtCQudP
MeXYsKuBCCnffZZkf5NO4ij3mmzHP3gnPV7q+WwsZfSeaPRWu6Eptwh0Lr1Azp/Zmv81o1JPTUyN
uQ2MBMkg/9bdEN9HvFxcGgxuTY3XS4+KS1M0LVtRM8O8nOl+QV3PdsH5kW+EcOtgHgf3lbUwaY58
4Eo50GCyT82Wt1IjvYu7LtmHBPWRdiWgHFGkG+d6ankB1qJ4Yb9C5yyP9WTrFdyOOHvlesWBxMaN
KBvHv10hB6SCHRPYUaeQN3b4t2gdG8HD5ddsGZqTVfZmgCm/eqaaO6TomlqmnalT3u5EBCwLxrUv
/FS0lQ/9a6thiitK16Hbr4KXVEtmKZ0tc+OttBG2z/fJUCd9mN7dJgq8HotVSbhmmawJ7npZs4U2
i7+RNdc13R4axBXJSIiKfe2TVL5lC8Ut05zedOHwympacSrHMMjb7LvTchA3UP49UILOzC+TlBnB
puhvpy3DmUQP3KWR8xqui3qwPc9Cpk/a/Rz368/QRTfHjNeXn2OJi+ZG3T4yku6FV+ns62MFCMQu
+vxDOo7zo09G+oO/DKJKnFQ+HXXVbyjDxyQhDOMPQ//RWctNOSniwsQWa9tTDBAvTnd3zHo/9HBL
ZPsd4UXesqpKCUxN+mEUpbqwHFsLpFegS8a6ZoyVL7AybnmFfDPBnUCSTsdq4aCxiWUfzXYmMzL1
UbLpWkrYBlUXPhJsuReD7pIjG9Z9R/3KFujZabOQREjUnTO9zF67hT3MIBUFnqikis1hlb1WFueq
1CKirpB/D4Pr7cGx/0PrXkBZd34Oc+ycZPgrE+DeRx4T+1pp8X6aSX+NVhmmuw4RfNeWJkTrZBg1
1sDsNUT92uLF2bA3B6tiMPROegGkU9Dbk9lrl3q+iAcSdqPOtRkqdNh9erU6gOEo2K4UFagZ7zFL
iWPJEAcGYR56ueScHGnOS8+MX9F+wjRxUeUHVh5s2MOLRlWZA12kJnWERQEVfYFtso9k5TJ4l52i
qQ3CqAZxbz+M2A3LMTvoXWMEjbSLJ0Ve0K+SVStMCxqgupxhuHBukZ0eDAJ8REun7g/+/WZv2doc
0PbH8G1KWH3DUF/VEt9d6DSMJBCdC3jO9SqDm4aovskoJz9d1j3zABm0dubTS2ljeGfLKn64ptPQ
YBGrvmd13l5Nsoi0jCIdm+7w1QpB2GWjjOQejyYuaseLVnWTISoDuAldG6HGSeqL16sbHsKn2sD0
PNNauIFZ8u2psjqDoan8fo6ZFtXaOp6xOD63Wt0ceyfxdlNEAlGWzG1J9D0XLS9He7IDjBovsVHe
6rrlVYo0OgHhiORhZBy6D2wzyQlNuJDZQ+Vj4u47JbVn4o6reMue2sSguz77xpu14ulSjzEHi2Z+
0ET8tLDewYmTVbsI7/STFvaPeQZll6FC99FqdL92m/Svjo+AY4YHtxdetp8QsHxOkBZiExYln5pL
QQO9Njwlw6Co+SG1scH0m0Y4idbSvsRJPmpBZoUKr7XUuzlHM6tMMACB4uesa1sGBEq46UVgeLkA
A9/etYldHto0huAUwphx3N+wiy82XmrIp+xnMvcP1wHnuEAf2ZujJa6So32vpSSAJ74XZcjLEYKJ
4ePZ5UqLWNqPQR2644sromqXCDd9ofvg1LDNuVqysf6Rq2FVN6Thh0VUd0XtwYCrB9dnp/YWufpA
ypZLkUv2Zp5w61QLiro3ziPrL9zAO30dOnZayNRKMJ8q7ciLTiCIHzzNHlHZYcFkFlUJp4Vc9DWH
n3+SC+hEvrm1/PIK2d1bzXqooRmw4kKaP+L4x58Ye31yjl2I/CYDxwZPe3pbMvYmw0CrQMrT8Rq2
RbKdaqP7WFjRIX9QwA2VJjklQxQ5x0LgUq3QQ5jl0cTARwPqg93DddPMY2tPsirf8axVe0AHLYkW
uH42VXPgmSVmZeZOGpOAkPKhTJN2g2HHJyNy7YMpFBg+0bEtNsmHlRrJJtYsTjWeSNIlM6/Gsymn
4tmeov5VNaJ5qLJID7p4GV8M2gDQ75CLTp2DTiGK+ZwrCnUqs2A2pB/4F4i1xzg5rpkqSbHTDlsg
AKwiSoY8oGepfmjqzgqGzviTeeVJuP34o7jDnQkAGpy9hF8mtl1W9xvzQef7rLAdfIVNAxcgSZew
39PuMLJdDcNH7NvDOVKRk95zxBo7GAVq0NExOo79miszAU9UiE1cd53BaqaSbw3pCd+mLvpRJgjS
2tLj9MbwWNq8A7LuSUr3xxiSGK2qtfY5PC1/cmY8yZnpCbjMzuTbXL2ChUFiX7k8N8UgIShNhIgi
un/wrzfrvk6fgOGQusWwbmfLX9UnzZ+5kH/nsnP2uWozn/13nOEjLHiWUdsOC+iYp1QU2pdbVyEV
Umt+HfswEVPXpI8X2nHDxTQfNsBl/8LuJV9p8rZZ6WrbjAbOPRenftv0lMnww0PDiNd7PXf56tRV
UU22nmC5HdHRhoW6N7eLlx5FmWCWa1qFJXZuLhyZsAhwi2PF1of5vRvMCsAQKSoOS2ou85fBYlV5
kuOYYttoS76m0K0wK/YxO0EEBvphEj6RAMOOI/eQA7pjXmIR2joYyPY411rWmknRvtEKQ7QXpowt
TgXkg2p8kNiz2Plqg4rXeQzjhCLyWiUY8fThsmBfBrziSOEvRfjJtL3cbXLU+oaQunlAolLHAbzC
C6FlCVwEU+BbIxWcfqyIxV1X47jPYg/LZc//Xde76Bf+5OB7VGGeiMR/kdwoDwsG9tVMRyNssfay
azM00QCCSlP6lqzsO9N7f84myGOYrxDwPGVEt9BpHT/x+F5idcegUY9otWb6QU9Md4oVC3wuuC3Y
Usk6jJD9cNLhjbJMR4dk8c96gU15jA2ROj7aMlhhf5MhIytrxa65ATVFXRbdjS4pFsQ1FJMNmkO2
Z/FgpX5uYNzAzB8br2am3tK5RIacZxg3xP4tTHui+e3iAswnkFJUd9Mf5XzL6NndDDE2I56f3VQO
7gNeG+fa4tQFYgyksbFZ/M6CTiXeB38TazCCsJhjNmDjW2RaoFzhzEGS4Q53bJZlwAJSZyGqnJLj
iW76ZZMsKl9pP4ZxHvRYXjsG4QPREItuHsik4Oqp0mkAgGFeG0+TkZDTYhnk5xSzL1a1oCIc9IYt
QOnF8aF3G9LWCYRvO++8XYsOg82Uk/eL6Qoze9jbr2FsvvOprgo43txNpKWXJZTLe2nDL6y6EUtb
a1KnuSTlo5HpynfVjJ86be70kLK0D8E6r40Xxm+E/gELcF3noO8ZBOMhUfAvWRcMiOa8qYB6wmSR
nL58e+Z257ZYeGq9YlJK6Suj8c2jna8pz7SQDJRShi6LpS7z03USDaEVUo0xuSgt2Ox3JGM3lZUy
RXojrVGQwm91Kn/nxf3XE+QnUAOZpNfovMKhlOO27G1MoAv17H4vpMndSeD9hE8IizNJq8B0y9U5
s5T8gYt4JYNGjbsjneSTF8kTIU/6FQxC7MDKGfgp9VrYY9A+Hd5nmCAkFuZ+euD92zxNJDPnI5Fz
iygVf5vxGMycGmiAPZUx9mNqGqce5+sBUbU4pGlPRYhJSR8bPG/HfqBizWlg1TWj9Dxhz7i73rSL
4QrvpW6x/s717yXS9qppabHMoSw2Y46+FZve0zzSqyAnSkfyuT66NV1UmMC0j4gyX5CPrR7yNDkL
5MDG+Cq7Ia4D2kXBhoyQQktH9HuG0PZULFi9qMasb247m4c2GVeKA2VxnqmIEVgeO540PbOd8h5T
T7uPllntbCi4+GM1NNx8NCcKgBps7u3YgY/padR0V9zq/FXTuwZynwL7c19AW1kjEe5XZSkx+1M6
L8VZh3n+LJFqqxNmAfQK1XZHVVQjMNPWDR9Uz2N7Y6Fb5f5UZZAe4rkYxkA4C7HYHXu/siN2U5jn
qV0P70Y1z1M23VNTFzuzUd+EiqZ6OyvcluhDTH71Qg8k0HNCsW0EcwePVISRTYAe2E3cDA9F4vEL
nHTxd+q9+hSi02FrRPpr3fxV00geRjM6uo4dLAadvmkJvEdEcic22tMUoU3mmHsyPcNuoeewiULi
wKg1rZGf3YV+VzHn4yWzc6hvhoyabV67BW/bdNTNLWYFyrjn0XzjWK/+MQUs7zWXy8lvFzk9o7Wq
Z3uBPp4Swz4YKJKnXNPfVkK2T71E50e66b1gf+6J+sQj5nCr71hR6vXJ0Rv3yDAB8iKbpI/dHMHO
pKTlEaLCnJNJblLy0FF4EbyVsptmKWM8swOeT5BVHKxbbt0fsFmMHqsODEwp99SDVGN4NYwFqnQv
s4+5yJ0/NWVCd3vJrTeaXdkKNIVyNyZoaJ4iRXXQlmVVREYkpAe7QBLwABwAm6zt9jXlD35v8qoO
BmX7qBW0JS4EdQN+RJOxTAlC0Jzi4XJyZJjcE2Bs19EFYoYmBkkLRGQ6Bck8EVgpRpFtZ6m6v27F
Vr6TDfITJ1XgOlyyK767WpHMsQ9uAvB7Qx7tAMKu4TvIFY/eWhzN1MqmyQ54FFboxJ13OjGRQ1J4
8qFask/o4pG/ECcmGiebU+y0D0W3vFSgqkzFyggoE/U02tL+6yPUQ09WeLGdEdq3Y0v2i0WubRyn
aEBCxGJY/10vYZnkPwVWEN9rhgYfVuIthFi1LBja0D7o8J3xbObV++KkezspHp04+c0cDgEC+KSx
+5RwAmsI3l/12Ky1GEJSEZ5o6TaKYSalA9jdCB6oX3YIaAT8uuJN9U7Grgz8NjosB2yLlynQuPYf
dWVl10WRtu9Qn1FuWBTVoXfosJAdMm4JkoTb/DzQ9v5IbXLFl2ZGBR4aFSReL87IN1ydZTHsK9LM
lwjA0L8EpgAwYaBPyMke14/crG5ynr0DW2kTBxYh9GVqZNBJ95+k8PtMCRAjB4T1PUcOhFaR8iHw
GAdyYkbA0bqQAnOqj5pNgksN6UL9TK/EVrSDcahc89Xwprwi05I3nxP2HPK7kKTiIE+k+YSz/IkS
B+vUrbiE0HQf3FoTD3gE2WayWKan1siA1sfhU8yWckexpSl3OOl7mkAGy/NhQc6vzdAb35GDCdh0
yUcNaWXc6sFgvmmgOuuH0mudnWir4lZ46bSzSDbdARoKL5j5n8tNZ1kKTjYmpzNLzvrNErJpA6Xi
8TlTufmwpCFfVytJDyQj8xOzIBsSxyQgDrxy3asz3LI6ot951PAkOE3eq/soRf2nbyP7kzmmP2XR
rO1rZaRnL+57B71Ds/dAtowfRPz4nz4bGN4RyfO5K69yyq+jrW4ViySi9B6R8TFP8vtSDllAn8fa
tULoaeuNjgWLV6O8mrKqY8GNl7/YJdhpmqTZKlDMUTX/kgQckNlyrCPE8sIjLs+WsETO2SxlCSR2
NO5tM/GH8MzS3p5/GGnXBCO3lXSr63TdC1uGwTiV1IjR4AGbw6PZkM3nMW5ggaJeVcsMy4iF9KGc
jCgk0tFb2lHjNCcDVjXjvTMbbUKDMcJL05TmcEh7fhfPC+AisJyZw83YBjhNYQ+lmQrWxo7uURwq
oWTjbkOT2QvgkXujC7HtLoJzoRnhlwlKyVDFFclQWoMd4ydma3kDkEDZd81H8RvLJT8O+Sg1djsc
d6VOP4g/koS7ubjIztCqvIBvYP44F+KvIvXnhwYs5FiAMSRV0G5GnrZ0JDw9O4pGdfAT+T9PECYj
M8IavkdD+k3rCEG8N/Jx3wntYIoiJ75XPlncLXDCE2lA0KGwIapjPC+gwlgJGCxBDEcz91bd8KGQ
nHoGtU5ml84g1NF6AkXFYjPAsgdIYypxeDvKma4LeV20oEaECLhIfpgSUUwt14OUVTrVIapYH+Cb
trzlRfRd7PhtK7svVetFTldDMSe7cMIEuyURx0OHOWJQb8CUMNvY1aBfJC3aJy/NNO+ZNjbHl0YD
jrUEn+LTF23+GoSBnxw7CtVmwrq0UxgLPuIO5t4mi23r2oRzT/Mapu8g9ZIl3ONwL1s0oEKtnYNs
6bOpRz+ZzK5PnrkATpYPFhM5u2zcYtdpU/ohYjMLLG4Rzhf38XE4aqoe08DWO6pI4WnhUHM4tc/m
nDRPVQueCvpxKL/g38viMUbAtJ87YbNXAvJQxU+Kl0Hle6FXlzdg24JrHz3SQ31ShD+nQIlUE6uI
Fl+6hCrHekxS65m9JtEWS4/cbgMJhQ7CLfeQKEhCAsvINBRJI4yZFETXS34hJ2pRZl1qLjP+JGY1
ImZQ8MumCgHjWNgyQ/HAFYm9t1JQtBI6md3aVkSyc+5gG1kvU3ueHdPInyfQLdq+T+SohxtDNRV6
CC4terKWP21BO93ZBl70h4iqGeSliJYbvsu09duwi+ZXRjUC/OjsSfnj2p14Yugr5D633ZBo44CA
1BWie9ByPTNoes9G54Ncc1XfrNoQy551AO6WzWKgDW7nGNZKvUFsGiAfZqA/Qy0kDJaYNm+8ihaw
eqtNdj7x+PVI1Vy3dGYvDLse7eaVdSSqKP7YdkqtOTY2seMVQe9rmBrDQ8IiMb9E4Gpx0mAMOy5p
W9gPRgWO90pXQnnn8peJAxegkWM3m8gNhwaY0U0c87NvMhduFeSYAfbjyOtiRk7gbel5Rc7TapvU
DAyyqo0dp07ywXhoUamo18Xr3GZD8w7gTqb8BrHHgyVQ+zZMWbw3lM+GJzrEdONYxH00XVi0z4K+
X65bW+D68XtVtJXcjeFAhEXxwV+KRNjjCc9Z2UGSs9wDFrDOfCPeS6epTXXo3mE2/klp6HhjGdKI
n2Syk8soeiZUwQ7VB96SnWDY9Ld8NMqDvoZJKp02qo1WI7EjaDirtR9IzhuKWkYRZSmj8KtiYh2f
HNzHnGG0S1uFZlPlUnXlet0tBjJMThcm4+9E4LnalSKWTYABZ+q/c0150XdKy/l40s3RzC55L4ej
clBMaRJq8zWLPrZ4krUoPNU4jvQ71uzpTiARGGDbKfqxnWIBak8RTszt5wHzkon9LeG4mKwE+9ci
7CG5lGTg0ge9MOlvjGYzPVlYxmvoNLHNloy7ssoREOlwOJR6itHXaKIMl4wV3SPl0Uwg8pa8/VDk
tET26XzRMHH3LJxF8q4tJUq7XdKOfGusUMMAawHRcmj7ltd0Wtz3YcA7vNEmSuNDJPi3pq7FrpxC
/e5WdXkUidP/iUzPkfBNTGFgriQXdvYWKLNJAt8W6t2syoFGVxQP9OK0SvaIYtTzjSrS471pEXDg
YCduwIlDs0vfhni28TNXX5YTDRaTQqoI/U3s6o91pI8/FEQNH0uGohkTecuHyYccjh7aRnBvVtuF
EdbHsGtMLF15t+AI1xu9OqVgOQCsZtGA2EbRSzGxdoEpDTKIqLy1mMu3MYh+fKN9IuqCdKrS1eYR
J3R4NFPipvt21O1ry1V8uVsGNrgMwpEsN+RuBLl/enmoNlJ18xjPdDHgI6O0b2MMGs0/ZYkI5Ct2
tWiwaPv9udP6wUbQjKT7oEPlDwFLJOZnxWUG0iI8O2Mf06x1atC0JzympvYKVA0WAWUdgwvvdeUp
x9vWYF3NNa4zgcie3AyTfoOElFKonacRtgI9rNZya6OEg2fBDMamwKt76tvmJWvgK4jV4PtWD63l
/SrCwcONvGkFT14owi4ay02sMA/G3OnImZUuc3Fy6XINqhDX5LYdoFddknEwFZ0KVhkfa5cJ4TCw
5/dxLPavVpsARqujisvrarQ5ShtiA45dAD8UWckfxv/Op/sNU1EEXPPRM1ldnmsD6969d1aHYT9X
JlzSltUm3j6agB4GI3fJXCckwGnLomqKDoGpMK2K9J3ycC/nZXNUxmoM1FcnTZDWXvxLQ4bhPiBX
OsUDdksbF6hnuA1hYAPlHSkyFZIwVzry6pGx3huBxc5T3iwvitmssK7YWQus1R1DajZfpp4X7KNe
taheGI2asyzG6o18x8SoVGrde66bjZ8lRW18MLcVx4TphM2ziBygL5i1u9eaaHnM4sVydnrLRnJv
RiEULid2j2nRhn8lqH409KE+g8kOT5Q2jxeZGAWkHH4Cm0bjzmqxd/bEPlL2e5BCBXaCjosYyy7+
BhTPinN4AVJhj+fqGAeY6btpZ8cCMCAeKhv7mGWzgCWtGPuRQVD4XBZevDZe9MPinh3bhME1DmRX
er4LhN8qMeT7DvoAS6JS6q9uuYKbgWAhLZpLUvgZW8pi6zUzuHwSl9zjck6VbaoamdNW11rbmNn5
LRmkd+M/k70ezt1htZnO8U2y3DI35mD18Z7Bu8NETOmGuLX4dI+ay2KWoPmE5xDkKV63qBE6Kwtr
frMM23kzY2U8ZUPG2nxcGwmubmu1/VWn66S89kgw4U/Bho+Tw5Scp/DoKLY6cMVEcURroqUpkkmu
JTuPGGWU85rg+3vQxsTilYMp5SWaCnmRsh+1dEN5jZZfZ507D3SqGDD8xLlfb7pCkx9Mpob2pOus
ST90iKJ7rE7520CgbvzBlAv5jPe5FX/InvFkj4+9Hu9lOsfUv0wSL48z1/OurSkDofVW2mR0ZPVk
AaqdSVZzd905NOjwa6uIV5yXIlX4v1Zm6/ugtanPpbi+850I1YWknvlC9wgN5DqXhmPCdlWy0xbR
B7Gpft7hkPN4tPiVh+cQjiRJzrrxwYAMFCONmtxa3VTabJlMETsPQnFBOoFhLMSyAacy44dqomQF
SFhk/18RNiLs2hZ6/Bx6BGD1uPjrGC5/rIkJ0mefNVp4vhihD+FsekfQ9z0rfh4TX5+HJjpbE/fp
bYbPvriljQP7ASmL2TcfGwfcYW+yxjP1DM5HJZ1Ow+ElhCRT55pkcGWHJxf6pef49Dg405cHnvRB
M/jtmTuU4/FtKHvNKv/j7Dx65EbWNf1XDs56iGEYusHcu0ifWU7lVJI2hFzTe89fPw/PbFRZhSzo
dgvdjZYJMhjmM6/Z4HzVfEErG8/wqiQQUXAqmqugrZwTBYIwXoOEWIoFtmbB6VjXMBIFmpPuSrha
RkdL28I75nHkJGtpcGOsqMECRwwde9hC75qvKQHPX4JGmPW+myqb0ks9YQbUzVhZwU0b1oD39HWO
YB46f1aYx5sE39AZAq/fGJ9Be/pH16kdDkNkq9RDIfNqvI/gexbxOkWdCJ5YUgWutROtKOv7LJwG
WhcooUIisICgsgiqHhkS1R+px/bXALIklskT2iKGZV076L94G6DKFgoVcdGIbxXS8vamq4ma1zHa
JBNwFRF5KRJUTj6chLf0qIpQWmW1KVAX8UijncGauk08sCbpfuE7neLCzXYg/9pBCgw2wdhZP2JY
9zcuq/SAMbfTYuw3F+ODNkzqwdXgI4TewkBBUDiNNfT6moK8rbyx3lgTunJpXYGpBVU9/KBJFIY/
3RK/4RtY0inEU4k74E5SyPRBYcZN0t6HuqOZrlo3T/do/wjrgRo56vWDo/J9WPkGNYHKz6DGYWFX
9pDlD7YJu3QbF3FxBYAg3faV6RyCEdjpJiuoP3WjheaUk4fOojkZMM1zfYMRMbF0YA1NswVYp3aU
0gcwV3QCK3Rx4i57akc3Sa4T0x0KAO6z+csLK/GLQg2KvoWhPMFvR3zwW8WGsTZzjZBNMLbIha8i
O6O13Kb6GSan3kCZ6JATy40rE8IzQR21wcLYlKkrcjTh0hQlEB/JBXA8Mve/z2MzbHtUOjqNHFkw
o9zZ5oY8VYE2F54i/e0OOtqznRql/d1swvoGQPiM6FJZ7IEn4H5CGylW4H6mbofK2Eizv+io26AW
qEPmI5bdFonBmqymbNqdVQFRp2rpDg9EcHHxjHYbqANu2d6BO9gS1ZTWxC1Q9a7trnMNdnMqRnDl
KP4H6wL3TDDMpTEl9xhHz+6+7wjVjk2rfevgFoEon9KFWUTpHQmZ72M/jWgC5ihNxQtyuixPMxJl
0MEdU3bkBHMQ3YMKr/U9AloDfDDduyTjXmigVYOhdTkMJ3QVwxp3vpyw5wntOPKojbQXIczCM6yt
ZUcdvdaZ27EhrSnj8JPbYkK46nqwhAkQ66SAN2fSgsIqBEvKZls6Q/tbp0sfPKY8c6odF50bUlJs
r2RbPRdR4O0jS6hqF0gRugC5LP2UjY332HZJ+yRqL/w9IqpgfrMQZ1ik3l3xC9jhAMo8sfpPBO0h
kiThCCAhsaqBizxE3qfmT2m8gsKp0Qbhk9FNxleKRNODF8Tax2jCRd8W2T6Uv6599OTufZL135Xp
USziLLCfkMPGDSlNhm66SxFGvym9lpdHNEHhuKr7LNjqstISL9QK/6fODot6mwmIoWst0unKiGkv
4kIq+qcxrMPvHggssQPjHmaf3NKEUOJ7sLK21I451cyROCIAffyEPKVhnSbtdiNxT4owN7pWVpEj
9Z1gkELng16d2XneDVyXssTYtcI0KLMplV1lQHBTrFWx2YR1Emqx7fDtuJIlDWgE3PDYppfHvbcF
DuiPnyAFeV9ggqTPtKSHflvTvT46mY3GP4JAD7Ok9XIiJbWzU0Dn80do1v1n1+zdGxgNxkQJw53w
wpaIhHqBGNpvuFpWQ3k1V9SECkBU3FW3UU/nD7dgo+y/YnIDQAUQz0zLDJlBH8qlZwIeQ+Z2pkDG
sY7CuQsgRhdGdTXinlusaczTCgq7ZqAviFEVdr6Wa9eoDYPPG2974fV3fdU6tzIqskcbLUP/zhgT
/Gml34+4JpdO64lNLsqGuM8vvWIrUb0MkdqvokPUldbnUONVd6RJ7zRPDdELpPNUhmLj4SHjkEqX
qOeu4EEOSMwYSPULrAUPfq2jH1YoqmdL1wjcxL35M41T7wQMpvqnjcz2Oo5cfVWmQZDupddjkORB
jqBcN2TRr2xqFtlWNQc9hjuGfev4NLdum9APPXJDQuKryTJreQ3muakOqueNQWyhbOSFOSStYnSj
CjVkaatvum+NIyT7ZvgMJ80zKbuTkCLiXsM6/l24XP53mc6o9dKVmAvvl6UbHd+kQxdTYZLIe2Ek
wJUC0M5XI/eL4O7f5NgHi5WH8Nih7+eovyHtAE0NP54UYYxjJAwxMi1njINnIs2jbcdgYoep9PA5
n/rgoYZo1m27SSRIic+hUneAXYwOSCoh/2nEMoMxphiyjK/c4bbneriXzjzdYR9sl5/wG0q/5nlA
SXXwAhvFh6iMIKAt3w6BWpBKOUzmTQP9xXjQEsGL/CACjEOQdp9qr7w3tIcMshFbCOetes4cWSy2
wDHy81boIenh+FYBKtUZyBJWNE4HA/WO0hrR9uJ5Tz5Kp9g3WGWX9S8GHcFQra22hB5GOSoagwO1
ZuSipZqXzq/G5PTarDh9gDBSkKOMNIWfA0TlStjlxVxv6KvDAaeUMjrPGks0FMGBjsTX2mucNkIv
ENGZcsWV5dXXFi2nF9sfkfJo0YhIqZQUAUl+NmGTGqPpgGzEqAs4zgjAk1laVoJbSAsdU7xkWd0i
2zL1YWDekEa2QPdS2Jo00VWhEzgSEEeAyrl6NqjGw4ylb0Vt6Ei8OzJ5TWEfMpHD1Ajq0cAQz7WO
ynaSBvkQohLUYBE+sR8X2nH5G6ncbB8MVrlXFSn3b8daFkmHQcfR8SSdyb6Msp9jrGRMci/mTY/V
ubPBx5vVOHQVhdaww37txzzAYD2kBenHbWQ4ZXEnpdFVuxpoWLAWfa7To9GMpg39WufWTRIkACZx
44N4gmfPYWT9I4upBtv8rYHkp3uYbBybMan9lT0EqOhGSVrdIVvNVe4n5XhT0DEwvVXdBpX9lEK4
1I+wF7I0WAF+MrZA24ARlihZAfjzhhc6gWgxRJ4JTJ6KUQCWozTkTUro/SyIQbL7Oc6jR5uKLbkb
deOfGHUQ2rk6qO9FU8fFBm8F9ypnX3+F7jijmQx/d0tCRrGIXqYYk5VF6jGipF5k9lVUBPwEKvdo
C+K64CLU2Rh1eUt7LUL7NJxVZX+2hTMdkCbQsGVzTAop5qlV58Qo/OZJdWxUmRh3DTkQEA6hrPGu
4DylI0pLIZs3Y+MENqgXTz1FSAGCiIq8PD1F9M7XHsDkrtwMWSzrG9C0UfY1D0HPftO23XeYGAJ6
X9t+0w7rJDIN/1NoQBCis66JEODDFtL+UiDp4RirAP0x+QIJiCYZoC4vOQI+Km/kqBG1oddgffdw
iPOhJOF8jMkPp5G9N2aKFxlZDsX7G0P4if/bK6hboVXGoYys7reSL2of2FZ1i3NBZorqRjU4IX/u
LQrgu7iTpYCEaTrOlnYUzLmgHeYtLAS8hx36UMi9tHp2rt0J5QPkKWbnJsdjxaENNFH68LYp9Rz6
NwhbPlHvCsGv0QclCHGh5MOEUiRRBSQIJ+lOsQtk6MiBNtsP2HlXAeIoht8QM5f0EVNs+9RdOqt8
XfoCSCMBY5i7zw1VKjL1MnPGX5TPgbGSeU6gFig3lgllSCyxxv638njDtdARNQpv7JqnJA1zvc6o
Bn2ZOItphxp2mBGBTeNTQ3D9KZ17g50VVi/o6OhDVYpuvq6snrQ0Qu51ZyO7EDxrYY4UM2aR2L/I
MTTkNdpb8jENK/dlxiIiCHZSzoh4jJz+yH44IkEXS/vxU14UgX/XwdHfYZmBYHqTzI+dQH1v8Wju
g+5Zj6kIt14/oZ2KZVmVt/dcOzGA5yzLixdZBWxPWDDhV44Y90szDQ4Fl3TGihYfcv1JGJZnQkao
+p6KWjoDmMi0vp/ID8xjizXGt8Lt3OgFgBEKZqNVJzhIu7566AtfwhOqElKicNBfJEb1J3jIcGqJ
V63gqUWvy73HnJRsi53jfZ/6sd97SkBSHsvsqhYL5J4iafpCADsdKP/ConSV3W4xa0YqEWH/FiUw
YAPTTWZN9QtEiWh8TNx0mOpV0Ut+5VIhpehIaPuzpZe9IPdtXK/QqEE5qSsh1uVZ7WxnMmYILwG5
4HpuPRX99hGcvB4nnBpPIvYKenVJa5d72c0EoKjylfsw6mKaMnWFvoskaIVGS9cLH9/R1ut8aNxb
7KEJuWGA0NlNisz9Ssu5vO+07FHYsLK+6bdMv2Fe554z1F8F+j7G8wBJ3FjPML7WJYe0PgpH1Oh/
FY7R48eg+vCXQ3yaHusevQiJH4ZzTTG7rw8KgnK/QWQuAxvlNUl553ruABuOTMuw/qH+ZEHsNlBa
KB9SMNPFVjgOfERkMVHIhl480F61jDT4pAzU3cxoxOtha8xN5T4EcQ2llBjGX9PiRPgD6S5kqyI4
c8aW53PKm3IwC/DHLiczfgqoExY+af3Gny3350xLCatmdsFzgOwGOIsE3WX4FAbGmUSFMl03czZ4
G3IiqX54OQTeNdrJdInR/TEngmGw+fSaUDBAXAgmIOUCWmSPqjWwqajogqL7aNOmHGS2tZDp6ugp
OeQBiHGBOZHholHrmC1UFCq7wW5QkLR7BEzVWtGNewIjbya7mOhk6ZCbk/s9R3AWWatQVvmOprQP
gRUr2NM4FPlz1tY1DY+4mwKQlYtsJ9ktiL5dSIAKw7dDVAVJvSD91nGCjXdu4snkSsRd1DY7cyod
46VEdsv5WnYeuoxtwL1zQnULdF4l+G+KeJRPn1A4SAmMCZ7v5NiZybzSChjXb9O0Y+aNg8VDkBhd
tvkAnL91EWLhE38pEcCeX2AL2AFKOnEWdo8FroGP9G7HAAsFN/gHge0uua8qVyPvDVJhnxrMIVGx
A94JM0/L+4bfk8CDQEXT96nF3zhMA7qs0ELVyp0CMNiOGZBC0KBYdJOCIL4pu6D4nfquRwFAWPwT
uoG9s92eWtPS/p5OwLut+qWORv83LTy3+D5wUWAaCa6b8Mjw6/opR5oB5XhqgA++VVEaSBAI4v6Q
7vw9McISUhyBHcQ+PMnxrCk5dKwOWOqNPZrDIZ3N8qoOB799AuwzqodFJKDet7JFsmBTdtWEm0jn
c47oEMb8I3ZFWfhIi0kyppnAOVUGbjV7zCrs3zgTkYjGbhvSWoq7XeW5zl2l++QonaTaViI2fzjQ
+uDSg8wHjoavTXVtzxKfKspiALRmtuQOnoJpAqKK5r0ocpKgjr3hjsqgvKN9SioUnBDUMK35vjaA
WW10Zg1f8iAbvX2CceWEdpPv4ZmgYqoRayTZc6wIOTyQZ0DF35fj/CWnCQZQVORzPEGD4G5f05Oy
F/FLIoxVLy23fKJB587HAAJoQtIzuUiucS5Wh9Dqa1pHU3lDOzKvoeRYufrZhXb57Bqd0Aj3TIM1
A7wx+I1tPvWf7LzurgHxOAcccwy4O4kEcJEPSBFMnuMtJf8ciVcv7+cX1ZYRIlbmOLyY8KEtKkzQ
Q80+YwlHzKs+ECwFmBLm3iMNJuY4M9zY4CDzLOid+HJZcHKzWBSPgVdmGO5xxAGV7Ariax9tlBMI
VKqLAQrZ6ZZwawaH4elSrRNQuPm+6OiCBmCQNfro4AsPmT1aCfu+r62voCuLuKXaEFfUBeYZ4KQ6
aOgGjBBPZujeg4CNbuYmSwuEDdze+NTP7oChWeXZ5t1YidY8cZZBIiQLq7/VeN98Skyj9D87ZWdY
i+SErI+hL+WugohxwmJ3utV6oidrRPbNRGrVfOlterBrKnHyF1WWInrGjWF+rgyHqI1c0FkXLtN6
jzti9NzQxVmDgy2tX/Qe5vKEd6Z3lXX46qzRPPXoQ8UYEUElxtngCsn95BP3AtQkUgJlbCOn8uhe
xxm8xl2TOTMUliFii46nCsk8RIA1lV+c7/BExUla2Jg7IIXqDfFapEQPEqBLD4PykLSm7cSbgP1J
qJtZnfMYD2SWm6abB7J7NRmfSncy4BlnS0H7egZOHuyHGKYONkqe1X8TyC4mT1MzJgESdGZDWcIa
PGgyEK2oJgdoTY07o8dr01wr7AwyY9Xpkj5M5eIFgph9Kf2pf4AMEMzVP45Zdz20xb6coFFCi2pH
6pYFuLV82vRVmLfmI3q5Mf7fvkFrv3mKFFJ5n1u36McbgDpGGfzyCLZjf0f/jA0G5nsELr93O/DG
OKxlUHpvyfVmbDi0Y3pBipAFQhAH/ESgPlgT2ectNX133nSFLL5FtSj6fayNigaSqJTu9jEXWQdd
b4QglK+dDAinOtAuCsOvYa85sQ4T3qFTuRM5+Dir/eff//rf//1/f47/J/hdfCrSCSujfyF/9QkQ
SNv817+F+Pe/ONaX/3389V//Jg1BpdJyUHQhavMsKlz8/M/vDxEeb/zq/6WSIGthX5Xffbutqg2Z
z7BPzVS82JJ8ArYfPG2I85hyN6Y3kb3ULp37MaGvFQFPuvw0zuuHkQ5FbrwiPDidtrd0UF8/DN27
yR64978mArjHRujS+yLgtLRb2WdTtsdIBTpwlYSEFH85MqR8y5Kmo2yFar/Sr0eWmh6QERrDC7Fi
sq+zCVsWG3Cc49jBNeTIn8JH4OrymMJ7/boKwTnlCk3NHA04B3P314MCm6KU5ID3xgBkaG5c1dkI
R7baylb0Y2k9rQa2DUdz2VjikyXhnSKEb3kpt7NyKAuVdFM3uL4W5sGmTBtTxKo7ggIMNhd8ooHd
dTLGZf84iM53T0FGYnN9+SXOPpkyPYWksGt5WmqQVp77+h0kEzRbQW8+TI7ogSeV4zfU8/ptI02k
uhRBzZdJyuB4edTlT/1j1SohTYHBClVMFool9LKq/1i1xdwkoeXbxSNSj5hYlLmbXfcJzEJoxHO7
phzs0F/GcfYYurhzfLBMrXdGV9rRrFbJv0z5evQOrGzdNGbx6BdD+5BkynoMmgWmiz7iB0MtK/78
RZVrSQUwz/a0XpbQHy/aSGXQENDFY9OSWeYAP9aQiepdl3jjrnZM9/nyxJ5/TiE1CxK8oWuxLqV5
9jktBHuqEfrDA66T8BZCb2mzUMdAWC7KDxT86RvZhMeXR307oYxqUcDXQhKEW+brt6TGwYvSfHso
EkL01WzYP8KGCjZdM2P++ddjsUypjLmWQPf0/IxhbVYmJTb/gda5eiZQRLcEOlq0VKNg010e7J3p
1EoLx5VC02h1zlaKhgRuU7pejIEWOj/qdd+nhY2DFJCEv0ayjq1kGolpe3lc8XbdaAZ2bb4i56in
lgf7Y91YBuBR6aX+A+irU2moOt3VCi3egFoLFtsNEvXRMNffM1u86MWjZ500LT4DPooVNaetDfFh
IJ/z0H/5hGTJk+f1+oNN/M4z2iScVKFtio6mefaMVVgGQ4N4xcOkcSZZhZlNWQ6+tL7KG3wfo7So
Xi5Py/mBy+p2JOcU64wp4Qh5PSsh2fLshoZ+kOxtgIHwB1qKAuCjbRScFSpSB20bdO+hn7S7CIPc
9eUHeGehc14KnoPqlrDV2UJPegFNpAucB7sb5THVDZWkMvUB4/bdB0Od3+yckXqBBHHOAmhDLkO9
ftkgHv3OzUr7AUE7b1PCq90BvycnpJ2/z+PyqiTyW8F/VRshfFQ2igJwQD1nh8vv/PastjzhWTyM
yZub1tkt12LmAo5/tB6MwZPo3Y6uOJZp+gU2PZF+gRRrn5rTBo5s9MHIbz8315LLoK7Llc40vJ4B
bx5qzyq1fgDyQQfUsEZnM1J/2rlzYl3TlLpLwRrt/M5ewCFueXX5xd9+bIvriatRCEIK0Bavh+eG
cuEMNOJBxkSyIh6KEdGncN6oqOl/XB7r7V6yHcfEqE5Ltj2tttdjYTiN70bj+g8mcMad2XhLQhda
eyDS7To3x3h/eTzx5qs6YCuVwyEDI9lESur1gBmIi941M7p8gSHKK8wNY3Xo6XhSGo58q97Z7WAe
M2xuEJGaAmzunNlWxwlTu/lTg+TkjwKwvVrlulHX1pwMXyKLWxxJoxrieVmG8a0XWt7d5cc+mybb
BtTOhnBsk38q4Z2txb6ZOlRjRX4l53w+IBpWHwojExs6culDEJofbcK34ylT2nwXtHs9yrZn45ng
jvBETypalB42tfkAex0lUR+xf7oWSIy7u8sv+J8j7I+AgTcEtGS6DpJeLkeAd3ao9oAmClBM1RXN
5PbZ00a211rmazs0x2OkZvXFGHSCGdwIJqTM2mQ/077emCQxW0vK8YOb/fwU+v/P4xA2sCoRN/TO
9qBIEVXpJJpKgGbyLMTYs1a/hrj0w3/8kj7csQ7HRejHTON9DmoGpWHkUR81LkXuSWF5+vzBBJ0l
PP95IHBIrlKcibRWznYl/ToBZrLlkwRZ2q9RhQapoDFrYoVasXmHhyRIYqqzKBph1zipndUZ5j9p
KaNw02eaduPlJ3pnjQjH8zzLNaW7LJfXO8kzjYHIf2xBBNjpzovF9IjA1LSn+KB+m4Kq0eXxznbu
MgFcCsKzbeDO0pRnazLp8MDpqHVcVchGox2MlNNwIxObDnelAOYf3Kq2x9ua8vYTFpt9/cESlcvR
cLZECWa5+pl/QSB2Frw3XYptTBM2V+GYTscWnzrUQc3xsxfVt0T8Gi2t8G4xr/2VLQ0bcmDF5VRR
M7dxTz3gl4TCOM2dceUAhEIZWLj/BD0qS4E9xCs/tKPHSTnOIVIpcJCMMiO42e+XJ/H8o7nkzXww
FCE1dwz11dcfrdEIGpK6p8eSR8fyxrZQsHGiO+5AZy3wLHi4PN7ZXWK7rq09C360KemIe+JsW4ey
Dh0EwY2j63q9CdOTCvRIs7EKILyt0mziBv9gXS5/5J+fyXVJSbm3Fe8pTGGf7VwbggIFf7c96dYs
Dw5lb3w/JkSLWt2sbasatwguFh8sjrMrm/d0HYtkQNjSWuQczxYnlnlTBuYTUwLXcWkfZlDUrDs7
pWdyqMyynnaofhnGcWxE2dK1B9ywjjvaPx+8vHr7IJ6J7ojkQrVcQoezD5yb4HtqiF8n7H3M4Zpm
W9g+ZGDKM65vu2u+6E7YcHs7qn4bFaDUkyG21o7Tk9NHVnPd0nU1P1PetaiSICVsRl8HtVjmgOhF
dvM2BumXPFTIcvgbk+aa97PRqG9uBbh9Dp6wq82HEuXWkDS2Ai+HqgVK9mCj25AwrZwi3KKjoRTm
sUEfCHefTI80Tqe4MJZENDKj09BlXY+JYwTEfg1Zygie1IA683MMwD79RHyNJuE4jGMnV5hIoM19
ec2+2SMk6J6lFHo15HTSXqb4jxxEgtnDEwGckt3kdEgTf7BXtBiRxJFz+YvCivvBR1sWx+sVy4Ds
EMEPly+3HDx/DJg08LfxI8tO5jC29wjmlo8YowYfjPLmSmOLMQy5tWRTcNOevVeJhEsM6Dw7AdjA
y5nK4bHWCrcW3Sssn0t5NDKEFjEBD+E+4VmSllmzdsIp+SDAPD/JeRDySguMjKAE4+mzQ2FMFKKX
WAScAk8Pz7pKo12ON/Upx42vR2V+0YGMivJEylt9MAnvbA9JacqmXOCQXJxPtUCdrygjgW8I9MK1
nefRXYaW0XZYVuEIseMI5sfBLBIT4pSSzKfLS+udL01So1hXhPVa/eeK+eNLh1kj5ykDTRnkAtgr
mNDslxFl0d+vYAmwzeSaBMdr2mexQj8UnYMbOV96hp6IvOlo3yjXn6xdEA/BC3B+HAAuv9k7m4Yv
6qCVSMyEeMzZ4oqbcCzDLAxPjcYWR/fNFQxCYPUd6DJL4olxebj3FjMazMIEBc4PlvPrPVObydTS
EgtPg51yjY5Jzfnmc3iMY7JD6gGrlLREZ2OKy+vAp0Uwua24M+vq5+UHeRMVsJgpkVN3cuylDHwe
lvR6BEFQB9kJGVWJv/rojO4Jss6YfNEYls6rCt8q9W1sQO6tyaBktLELKsar2bWM4FfijGZ553cS
yVXkWurZNla0Nyy1qYUXSLUqiCXjUxzNQ3k7A0vq7yrhQPf3TISOmnXmd546FLmuQeEAq0Wg8/IL
vrnBuUwVpXZCT0Jhpc9Sf5QiMZGWVGNcEOu/F8XYfdv3SLwCHsIA8PJg5/Uf7lFmkx8WOGIqK+eJ
B8iG3I24JFDOS1W+C9EW+gnPE6nsxJ3sA4eaQ0qKCee8k2AHqsWdq38qseRJr/mt+aMEEOOvHbeJ
bnDNFuUOI1/5MyaGFR8swXdWPDkZdXeHHWZTBjxbgVNhQuxtohN6mLMCrI1frQ6c5tmapVvctHQ2
/rk8O++cmzazwrSQAip5vuZHO5bU243kNExev8FbyAIW60SnmGNsVyrZXDcqwOuwDOLnyyO/WQSY
giu0VDm2uaDovLx+1yYVODNVEevQxmoWKo8MMtCfXXSVAfW+uTzYO4ckAb5F8gXNT1FefT2YsmAE
iLLCSk+547GFZLkWU/I/uIQ4p2gfOVraJFZn0fyAy0MfwXo+NXNCSROUMwBSUxgYeSKshJpCh+vQ
BBjOT7Pt5Rd87zsSmpm2yXm5VKxfv+AMOMdrdRGfcBRKqeHJYt+iO7wJXYbPGpircKT0OpDzsL88
8tvYmL7Dck6zYLkfxNlmBsiuhs5LklPr6sK5Cw1qQFucUcJHGUg6uyN2jfhbFKP/90t3iaWW+54s
H/LO61euS62m2vDjU4nHyzYZSmM1AWm/HsfY/j3iQ4cdRlBAbKHgWn5w579ZvEu1nAq9SbeQqppa
Pscfly748SByu1mebJh064JfdT9LHz3A2Mw+SK/ezC8ZDi1JQS+Ql2SLvh7KAtiRUySSJzydJTQ8
jJ0ccOerwG7G7YT+Hn1fM/vbg4hJXUblFgLkT9z6etA6BbM/mco5pQh4XJFmIWWFMdAqn9to39IA
+WA+3969XAkkOrZLEc20uRpeDyidDAOdJLO48uAPQI/EQTyO/6lsvAiwMJlWeZTx9mWOgnsI3QO6
o9wVI8I1f7mal6tJONQe6BSwrM4WlbbjRPuBr09NW3n7pgXeiTZFvtG1o1bAdc2nHJLaB2//ZvMu
g3JPLfuHIb2z2Y58dDFH01entIntEARvN4OYGYjXVx6h+wmVQySpHStzDjX41b+N7BidfiWRhiT8
4Sx+PfXaFDWne2whu0Q3/qV2cBBAAqQobgFmJQhlBA2Eg7+fZppANmcknTzqc6/HnA18HLOgJ5jD
OgxWShVvfaPw7lwcT/bBovcGKjaLP1jV7+xab4kkaXdpKfi6Z6MKuhxD0OrTZGbKRJKqaVB3Cnwq
siIETHv5HZel8ioFW+YVTUi2EJc518/r0bLU6WLDyPVJl5wMbejkazr3YheF03eFouHp8nDvvRx5
AOEigQcX+tnK7aCzRShAKVQjpmzdygizPBNQS45EwQcpx3vrdamtKkm4TKR8FphXohpmTZfllHZY
RZiq8w4Gkt273MnVsQX3/txGQmwoX6KOePktxbuv6XI6kXORcJ43Mmr0DxCRDb2TQn09c4E4z2Wx
Rh5nrFcV3BJ/60Vg0bb4bZgY7GLgq7GKCLzJo/7VKhuhfh/a/orfGyOUidbeZO7mHOGJZyAWvvwA
E/DeInAQU+B0o8bKMf56Efit7wd1BCN4dkEi9iBAkctwskMek9JMYWJ8MD9vAh0W3QKfYMGRNnnO
WQ4zg8QvqylAYTxr21+YOtZ7WKnZ7eWv8N5HcG1TuDZYRVbC2dLWrTtWplnrU1tU7SMuS9lV2yLx
FDWz/uBsfDsU1QuhKFISwhPgnL0Q9gSWgTSFQ4Dam2s/bOW2qzSCz1GvPjgIl2X7esMuhRIT6rEr
7LfAlySwmhpKoAN+3wVzFaCF7Mio/QxKvN/5ROBb4PT+ZlIlJBkTZZbLk/r2omd4hwY52COgyf9Z
+X/EFArFJYQncu80he58nZb6JilRu6XE5mNHD/ZQhsgIXB7z7U5mTOBFDmuUyNg9CxtRZMQUcFpE
KyjVPZjziJaZMyhMGp381irwWm6GHhZ2Yfy8PPDbdbrETqycpSO5gI1e74vGHcqqAhJ0suPM1jel
blBJRzO5Sj5fHui99bNk80tSRRnhHE/RG1ZfTYrzIkQk4oR/d3kd2eFzbTK1l0d6b/kwjXqp2vIB
z/PMJGzNaJKBeyrD2gDGZrdYUkZ1fCWGAd24JK/6+yR1sq9DZ8a/Le7G+8sP8N6cLkEEBRpbkgSc
3QDkrqVhZJN9Qj5qvvPRCMTNiHz/788Y8jXCQ5edQrfmHHHUx442HIQTTlYYxz3ypm3l7hPKi399
yjAO9yeYPIrONElerxHKt7M7lw7ulmBNvzl6zq/gE9XkcOavyzP3zjYg2HVtCfpv+WtZRH9sPUeH
GhC1Z53GcjK2vimyHTXucd33FQ7bANCIsbFetmiVfvDN3huZ0I8jx3YUH2/5+T9Gps+zYMQ5c+CN
Z1/RTYo3Xt5C9eA+Rbc2drI92n7dBmDZR82nd3YGtUnaXzQkQWCc74wi6iGVhp1zCr0cLpZBd2tq
02TTDW60vzy/b29Bwi0PpieHjUlB5ey+CGOj/w/58gSBmDaWP0XDIdMUVagTI7hiYBd4ecB3zlJe
y6VBxL3L3+fTaqBMVZYxx4sIEFTurWNneQicRAobxaGoNw7aH5eHfO8dHQ4ZwVJlFVnq9Zckbxgq
xNnUyesR2g5A0V5pCYHBdAqN0EzifXDcvPf5wDlQprTJQcHQvB4PWezZnFSlTkpLIAY8EUpkM64k
g/v3ZzVdWZJdRUXqbVkjaqexKs1enebC8l5EH/Yb1xqLD3b7ezsBvQ+LohBHinPeY5ONQAkQCZZT
WSGhXHmZ8RlDgHwT9AUId6uRzRo5xm+R4/8lbpODhTqEclwXsJ8G7ncWo6Fhn+DSR6AuAP/mK7iw
9uem8F6kAGitR8gR9ZKW/fVykYSDaGYuSYKyl8P8z41ftE5Y9gk1UApW+zZIgo32Cv+pQ5lkU0HQ
jD6IDN9ZnxJJRCr3Hh8S8NHrAZEogMU9kGT2baMxuY76o8ylf8SdiFa71Txffr836ItlVlF7JaFE
DRjI39l+MON6siKvUyeUfdq1FcTo3IA33ETDADdhJDZY9ZFCdaPXDqlCX98UC9NnoPeLvkPYDB9M
+DvXs6TAQJOIy4vtefaVR9wWp8Ie1Alf24auuYvB+wpMCjxVG3PIQz145a6BzHCogGM9uHac7i5P
yTs7lpxzQaIgngOqbvlCf3xy7c+uH3W1xA9n8PcR3fTTWNXNNqyK4IOXfef8UwL0Ki1HF+CLPLs6
0RBUqJR28hRnrnkF0wRZ1K6zPxfxHP2enHi6aVVvfnDKvzPDIMcBAJARLKfu2aHbepbTO6OlT7mJ
mi+y4l43Yw6BkMsqrbCVXfXoCt4GLdo3awTanStHD2H3wZsv++YsiOc+Bcdj0Q9jL599ZvQnY5T7
SIAmLBe/Rs3g3899KOe/303gZizKrUubHqWZ19+ySAdk+AqhTsJ36Lt0iJoWZSOh50PLUzmd3r9f
Ox6nL0gVviZH1evxsCkecJD9f5yd144cR7KGn6iA8ua2vZkeDoeUaG4KkiiW976e/nw5XJxlZze6
MCtA2hUEMDqz0kRG/IbuV61o2Y9RMe0TJvLKcwH/YOHuvLNMRaNfF697UkkZGYqEX6DUZmqeVCq3
axRfR9wrW0SUAz1EwPzxuO6cSiQfQHDEEwQEvficv+0JL4nn3ii5NTPQ6p+9nlfdChIgVksGRg54
vXquvxDyzvhYnLyx2ITcafIyhRYTc525+gkCl/pUF1ZJsa9Bws9G4/Tx6O7sCEqZFtXpX60HaZU0
Ec5ufuzj9aQJjI6F/MawCrAG30Cfg+dt9OM3xRjs3YCwAU/MyXp9/APunAMQ5VyabewGIJjSITxF
qZNHfgm/MhxmBY68IaBvKN+gvaGPGiJFIHeSNewst1rYIXdKupy28JxAXvMo4kV7/WkhMldNVYQp
aZDlTHAFfdTmVBsLphkDbRy8FBeRvihMngddi9e9i5+3O4fuv2br2NvH83DnVKCVyhMXqDML+41+
8tsyS0ZF5VWtJudZSbR/WRnZukxj6/3J/O9R5EpqjxxRh0R+crbU2N/o3mji/YE0dOtmxZ+O5b3O
UVmfuihfAnPf+8xcLA47iQ4XXJDrqTZzgJwezPXzAC/MPE81Wg6fvcDSPtG0TL+3o4oWoKOlzriQ
tN3ZS6L5Q7mEhzyCW9I9E7eKbqNOGZ/RgagPbt7o+zjWMK4IoqX7+62RJJ3srvuW6boOHCE5gWkH
/puB3cXZqVMTRxVQrVj3RFmGyUVXdm15xMKv83cBXpGY+445WO9DVcE6nvGPhla0cJ3fHl3gJun+
iJq9zjEpXeckPcnsT1l2jsn7K3xC6ylaq+R8H6fSGj50bb5E9bmdbQHd5rCErSHw7NJxAjUqsFQl
xpc2HLN9nqrRtrKyZuPo5lKucruiDMujPCPIWOCoPenD4tPaYjUEty22q+avUIty5DzZosj65C3E
81DPNurkIZ34eKPeGaIAEnKDg+eBPiMdGr1ddjFmsv5pRJWu5iats0sXhXmxLpOElv3jaLdvDio1
tINZuxrsWjmaAXEV7xHQtajbus8pemhbv+wwjMHpGwndqevatV4KsDrlbv+fx8Fv1w/tPMFIYLwO
1QXpbC6gdzgDJpQnK8qo8KXdtKqtsodob3urNIiqhRTi9gwUrxs6/ZQYuQ1u6I1GhoYdzjyn1q8o
olqpvh9AsWwfj+r2A3K12hSGRR4Ig0naFYOjo+OLkflpIql+KRp3flYgkp/SNveWnjT3YnGtqZRt
KHWT2V8fe07kpCV4p+mE0JAAdmRoUSMBDlk5WSrO3gnFw0lA5tlMYL2k/CvGzr4dEBU/TZ0T/YXh
VvqSx0q6UeY5XliU90MhqUcnENypfM5hy1GqKF718DCK8QVZkfygF2a+RVt8Cf98ZwnCkxCQE5JY
0fS8nkC36THs87Lh1CP5tXdrJLSzaADzUaASOA9ttzC0NyrE9Rlu0TYXgByHpj3Sj9cBoROr4WD7
/QlTwQzHTdeKjlM4+p8Ks7K+qbWv7YNw6uNVnVE6sQPusU2Z6cNBT3Gc4Sgv8aPFeffxmr097CwO
HF4ugJGowcmVsKzGIE6Psb1C8ABpDX0Ktk7nJ6cQQRnUOMY9AqHvZHxRdIBACHqZQrE4zuWEvsvM
IU9R5zwZqPh+VUA0/zlWIfKZSELstAbHusdjvLOqRGoAgACul82xI828N6Kvk0XdqUEs+pQjinyk
xj8fHKfR9v9DKAgxABd4a9Oluw4Vad3Yh6nWnhDrSnluB/7RUAJzF/IwW2iv3RsVx4wpyiiitiit
J2y4O9Sv4vY09lHz4iqatyfh1T5T6HAXJvDOInEoRFM44U3kWHLTM0Jpo1Qrpz2p1YjsvFJ7h8HB
VtUJ4+FSVxOCVXPx/ic1BTe+Fjk0KBdenNdTGXhN7TqZWp+KYQZuskHzxAeKluLdmOFRHaK4jAva
GO5p3SOIVXhG6v9AnaVsFlq+d04Kci/uZQ1QIpUJKR/ouhSv47oAA47K7/SxxfMgPOZ1hSIdjxwF
IdTO9NP1uxeSa3AwCVATceXr2WkmCg2z2ZwcIxv3E95buwglmIOpoJ70ONS98Ykp5hnqkV160rWF
NdeYYB5Fdi5Ud3zV+5HPkb8FdzehY6D0u8fhbhMPi64XtyNNKTroMppW73qejaFVnzx2PpL80Nwn
TDMOZV58xGQoOjTCrwuNn2Zhb94dJ2kAD2CKCDfACxQL80nBofc0Nlb0GXmP9OtgW8EGCQahrVjW
28cDleIB8XyrdsEbEInHTR45Y7c6jlVvnCvUBr/lSlz+4/BefZ30/C8USMuF94iU4xDOgK8KQNmi
205lXDrl8qSxcZo357Nlmf15QC/iMrR2tfD1bgdlgFxE9EFwinndSgdc0ZXwhZMSt7LJSoDITmqE
E4TVvozRhCgLn/7ds0hAKqmkORTYAF1cHwPxhNKBN+v92RzmiZdcqWF9gxfIHuBCsMvrwl7CWUin
nZhIvhxAGWpbqNvJB8845XOBm/p4dkI6/Wu0qccVKpgRxtZZO31Q0drb9JOXLMysdJ6LsIJ0D/KK
b0jVQjrvFJQk9QAi9Lmx5h6pLFRoae7+bGdvCZ1zJ5LNCKncsd9NStXXU9qy/JM8xT/U8ilBoUXp
6RvLTOMEWZewXth1b/XW3/IeMS7+hrcEMpgPKFNE1bIb7TYN2rMfK/6m02cUShV0srSvneG09UqH
a9yu3GEKv/Wt2Rer1utMj+a47iMpZdAC+hykWdUfMP7qq43ZWQngaV354mBMVWyz1urwRW6hj9ka
umPlqq4188lBwsZeYeyAjyeKTt3fZm6ryZpSSPGRRjSGQ6o5TeinQQXN9r6DOu/CfrydZbIpl7uZ
5JKEx5HSZlXVRkuravWM9l27x7PZXfUYzzyTtA8LueXtpqQ7BYePOgq5Mw/z6w9aN71mTfk0ngun
/4ndePLkD4H5luTEKwsv0H8en2y3Q6OXIIgvb+9/jrbreL5a9oMdDvT2Ut38iZtTucU9shp3k4Px
2cLgxB92vX4IRluMGwpKGIvpOpgzGX6Ezqh5tkDcbFAEJHtj258tBDjBQvZTvINjXcNQ0NN5b+C5
tfB4vJ1dJBto5Ly9fsDaitn4rYCWRSiMTIgnnM3ARSS768wSFSV9/uHatfXBxHPBXxjyvfmF2MZT
gfqDy7PhOqKHQHKKzI599qsOV1FICceA1jRi69G8cOrcHnbwhoAZUHGAmQ+C4jpUYPUooGromRp+
gqUBvdtDZ47xuip5fqiQEr67CtIAj9fPG0/x928KQE6wTkEjsjlQQBBT/tuUopHrBy5K+GeQjnhz
V4ODBUcP3mbe1oYyl09U3p2vIRqdOBsXfjXvS2QizTWQK4xdosksUUueC9d4RkPS2ZUqWdEq9XpH
3+F0G6n7FOOOfvv4V8vrQPxoElFo4xZQb+iz1z9az8gEsfGpz1GOUPlHFJtdFI6rzP27DMOyfBlQ
2k0XVsJtTDCo5N5vAAmHx8t1zNkdrb63p+oc4U34N9B2PNMULAsuXhx3zc7z++n7e0cpFF8Yncpp
IpCG1xGdEZ+CCcOCc43Tx0VvZvUAaqTGilXtaKQZS88YKR0U4gGUoDizgCyAFZWRO3zPXi+QOTsj
sjkhwYXNcLsJXCPzMRCAkbSy6dT+Yc+lsh5Q2fzy7tGSg5IN0i0TtXhpb2MppqbVoFXndECec9sj
n+auvQ4DnguKjuo2RoPQP747JjR4SsdkNbpo/lzPsBAfyXzHgtI1pcWf0ahXYKNa0JGW1mQfI1dp
Xh8HlI8T7kiHGjjQKPrpFBelhdvgXO+XujKd68poDmnqzbvaC4INJrbz/nGo2/UKGYIXCycJwki8
J67HhmGp3vBmG89wUo1tZZrFuhAG8kEe/DPj7LVAfbw3MlIYogFdBEYkXXyF0YDYQ7f/nNN8xF+q
VHLh1We2360yem/jE3UakW6gqcBKYSINabH03hRhqofBljBOBR+ZfRnUutygv14+JX1nLhB33qro
v5+SxAOsQIIDrIYrSK6SuqQLgxIM1b7QhjBHz8vwsue2c7121eUp8ripHpX7sYTZi7dRbuCpODbY
aI3k/T+7UAUDB/oCTszQjMWLqyXul0qp6dT6NJ8/qY2n5Os8U8YaO6RRddfIdqRbFF0VDYsupdsG
uYENT9zXebieAnob69DBT+/xipGv97dBgpEQWB4DYK10wpHSwZ3vq3o/IIP9HDRxeOhUtdoZmonv
sQv9YURp6qAhMb53PH9aOGCvw/OqF/05ElQbmTl6Gqp0/+VaikMPTva7abSTg69n+mlShnhr1EPR
IgiilNTCo3yP/UL5LUjUJbSW1Cr89QMA3tKuR0IMBoS0hB2r8oKEYvnOoDq1y/XJXcfarL6GQC03
yFHMl1F3rQ+tnvXHWmuCbYXbwiZG3nzhUr4+iH/9EEgQb0htYMeOlHTg1Ngp3uyqSLb4b6ZEGS28
AABDhwHmyS+16qXqnGCnBKq5cGqIP/q/C52jgmOfywZ1AXJYatnSHMyooKAXG+r7BDr458Sf/Sch
Qbnwqa8Pi7colFO43Cj5CiCedAymUTGrnTkbe5de8BnCsPaqTXq98WI/2j1e1NfH4H9CQV8V6F4a
ZZ60qH0vNwoHe9R95HT6B/y6uLxqbfzmByMuGrO/lFDdDI2KMg8NQZdyYAzLnBJX6Vtcj11tH+W9
s3fVCM5SlSrIGZM0PR6adCoxNrqtAl/jgAChLSBnjLi32zZETR1wfdu+zB2+L5riuit7ooKttvGP
JAvLI+/j8Q/4pzOWQaF7Ud0o+WwjwopudNnsWYfhKTQKd4N+qX2abGRndCeOnqMwU15nPLK30QCa
Bqiyve8DNzvFbxzfwR23ud1VC81rqTb/nzEZHAYcROJRLJ0CmtXglGN2+h615OwTt3O8dmdnPhgJ
jnV1jC2raub9Qe9rBcFjPOHT3K53mq5gsmxM/RbPlfpdr45fP0moKgkNA94A8jRj4KEBU9L0vWsk
1gcAMB/xwpoOdU5nvSjmn4+/qrz5xUclP+BSe8OJmdLmL5BzBU1lGHtYat7nxKOOzBqAD6w26r6c
TZSWh8H8FuPLu313ZNgsJIA0BKiby8/kJCQ/CyZwgCVb8xSi/YpnZOivHKecPql43Z3DZtaPvoJ4
1nsjU82lEIJ+C+cdpPfrXMWw/NqLgik4pAAHN1rb9TsjhklZmPhRem5dbNM0QzahM5awMTfHAzh5
j+EKNJPFo0Ka7b5ETtmZuG9mrDZWZeEU6NEa4SVxyc+ojSoLcyzFo3En4Ksib6HHw+knxUtHfJfM
oBwPnVG6bbkbsHtWKUm0gCbBnYwz3ebMpcTyeIJvwwo9R/J7lg5JjIyCqZ0IcItda4fMNxRIuBCm
0K75YVbDuIvw1lnIl6SrnFESjgIIQ0U/kmrh9fecEiT1TJA9B9hg9abxHGE+3xsI/EXhd0vx2kMy
4kXKTKurjK+9kNZLW+gtPCV795deDP/nOrwNR6dDYVg/pNznpy5xkFOJkNGtyvhDlLXqNo2Sby6r
Yvd4lkVK/dvlKeLygqcuYgt8OZi867hBrkZeE5jaIa386IsLO3dtJkPwUlatvp8NsjtgktnCXN8N
SmmU/pNgW8inkx7RkHC9TD+McKB3SoZJGqor88FsQgQyeMhtqlZbInrf+cCATdguvE8h7MvovGAK
cWLNTP0Qzk2whx3qr2JNq/ZGjN+izbNq7fldc8DmztpQ/td/Pp7o2+VMYR2pMKLDMgRffz3RAy13
PZod6wAGZ9ymnYWBqDPEexdLodWshu+jbFLGowYMmAAqG50SxAKkDztFupEMVWIfYnd01zY2HM/h
kFXYqlf0/Rau9XuDcz1WEDVLcDZyRabBskSZ+84+JKzhA7Ia9bM+WLhNDebwZ8bGWUj53mbretly
8gl9J0DN3CnyY6oq5hFF4cg5zOUE5j02ZozYh+yTXviiJqwZ+zq0872emhDs8EzaT9yBq5g3677P
8KuMfb1/bWLEbXgjFC+I02YvrTNph1LTwjV8qCxa1yopEc4LGKw9XgpSviU+DS8znmT8L/hGGbpJ
cRX/ZD9GQUMbshcLmfO1oYGLqGrEVR+Huj1WOLYFiBy4LZ16ua0z9+gUNk5vH/BhiQ+enuK3FKIq
PmDjsI/STFkj2+ruIvwb/odBIlrIFYUKt1AKuF7vdsMNGbqFcwDAbn2dPX4A0nCVg6uepn1+PMo7
y8/8PZa0t0qa5qi+tA4+SRqKLQ6OI5PT2Sfb7LV1bfbO4XE8CaLP5qJh/osrTNJhUKq4Hlw0l53t
ty6S82jTv2KA94I3SLLRm7D9jF5o+KPy4rPeldaxTzsP1Uok50lUgk2bKEuq4zerCWYCwDbydm5L
5PjE5PxWDXV6hDnUUnEPePaiY1b31gktyUuI4+6nx8O+jUSSKzr4AD7gBcpICDsm41TIbknPvRr3
tVnZDqWjH6NEtxfWrfxFhV4cO5uDGrlqbmVpUB12skWVe9pRt6vsnLfhX4pb/ojSMXvVMnVJ6Vge
mGjTkcIKWA3VUrBK11MIz6JyAtwfj1WBy07dePETJhPkG322ROiSrz5C8UjgyhM8VbqE0rHc11MN
1J+FEakNPotTa4s1Ma+z1te24WT8jXiis/BAuTOZzCLoA1F6FkSW6+FZQs8NiVTriO0Zpk9NoW3g
duOjbdcRZl5U2R6vE/nQEWNEKIC0jRsPfpWUMDaYd8Q5r5Jj4DbVptMwzVDHBp9Y7N3tf3oFVCCu
mN68Tuuerfo4uPjDf78ZfgUnti6WDpzu68Gqfu50/WhZxyqr1G9GWaqbzq9hJz0Oc+87UnXg0QGu
jb+kIweXEKvDB8k6QphTdvY0/WEoY7qFdhgcsTgLLlXgVPvHMe99R/oegpshVqpM67RBIJRtEtnH
2HCDMyC+/mNsY8rC9BRrPRvUvx/Hu7MteEr/fzy5DmHmpW4nVJKOxVj8odZD/zThf/pvHzluvrBk
7oXimUEwcYKxbK6/GirrY4WnJVaTGIEc07bInh0uKqyXG3fhFLs3ix4NZV4nvFdpJF2HitUh910g
AEfX7xOkPoWEYBWlCXkDAI9Vjw7dQrp7b3Dc9YCtKFRR05GuwixoTCNVQ/sIKLfec9Aol073rWOi
udq7Q6EKIvouECd43sv0pWkyOitG5vOIxuSPNDWmZzWGwlT65bgwjbeDoicg8goacUL2TRpU1w9u
Uzidc6R7EH7AaMIAMo72ZGiDh3m8Dm/3GqGoP4lb9w3Ifv3Fki4uJj8QBk56d7JToVrhDu3aHFw0
BZxOPRihvSTxe7tK6OugzAQdS+A4ZN7D1M2QQ93ZP7ZBrWOiGUQntdaqrao35r7EI2lhb98eWx5A
ZoBNPE4ojMm9iMzvR5yRg+DEXWpvprwOXhwzMRbKQpIICOUCevz0jkid6Z5SspGuH0MLUmsyxwDG
ppftnTRtsEhL+9dImabVEGf9c1nRMnBiP3ytcEBak6IO4RoUGS6m/GPVNL1+6EGx0bvUe2fhS7/J
I12f3vw+EmTApOBoboD6Zj+mVp1qyjG2selrAAj8gIbTP9Xd8GdaKM1RSW28x1uaykZbOphf597e
svJGuCLrpx7NzkM+JuYBuXTjqM3JSzXO1ROHSwDI0TXW9Cbrrxas0TVkRg7utDe2imIHW9uK7R9J
PNiXEtfPLYrvw0UxB+eYj9l46MvG21g1iidDvCgGemcr0axHqlZUlNi24uX6WwZX2FlDot4px9of
xlMa4tkyxbl1anklLkzw/VCCI0BTgNaXdDVjLNiYVjEpR8y43Ge9rTEeBctzCvq8Xgh1s2ttgXqg
SQlxA3EH2dQlnfHZw8UxOjl9E26iWNGP+DqrKydslCM2m/XWxPVsITO/GR9BASXRbCOgoHxcT2Wn
0FXXjTE++UbT7KPOavaGG/X7HMfqhR17LxQlT1eg6EW6I4VylCnTQxsVNaUtIASM9ngZdAy3xibL
F8C6N4cRo/o9lHQ7dmmPaenoxqcEq8JVHWr5dgoNLC9V5+8goIH5+LyVhB85JUQ89MsgMwLXpSR1
PYvelEH6qBD967vCWudKgTtqEpZbTOGgWjh58DRYoDys3HF2k2J0h9RT5s1UF+1Oj7X8g4dt5+cp
6MtDj2PuocAo+70pLb8Q5UXelsJ2io9w/Qt9Jy+12EiTE8d/9iHurC+jrgXf8DIrd56ZFguS/xKF
6teMCBlr3iQUJKmEXscDaB8Mk0m8IOvzXZzP9XOM5d62yTFT072iUrBZQk15JnXLV6PZxGcbRt7C
krv3M+CgA9KC4wPeT0b56W6l4v6pJic82oJtoagh7lrlOJvPs55EkF/S2vvLbvqopeKTzf/gXkSD
xbOGcUm7987q57pCA8ei+s2RLS1JIwp0Ky7d5NSp4A3nQMVGPa+yncXuXsgN5cIdq5FGM2kESr28
PmWURd0WfVxAhzyVSao/I7jvrBA1iLeh5gyX0a/sNaJK1UuIO8HZD+BbPd4NdzafcIfi0uR5LZA0
159+9DV6uTiRn3KtH3duo4anIlabbYlK1yeLpuZCvLsfmQIRVwK69jAdpN03DrM/l1mfnnp7NFjg
2O4N+txWq8GzsesdsLRYz10aBus57fR1MaK3x6ZcoqHem3ZkoUWPgxToRljQL2uvh4WRnhxUdD+N
gMB2Aey1k5l2f/Jfhi+G4qVre0LOyW4hSCxcH/cWmGDBkvgJxr9Mh2rnKpj8ck5PZpf6FI1wvm3s
EqvUGa/i935hljAvfyqloGipo1x/4bKv4rIfkfzGUm9aFYMzUB7GZWmMs896FyXFwtBuykeQ/QXI
GlwiyRh0R+n0KjQV1KzmNaexcNy1io39rkEkdNvMuM1jVees5syIj2rnpdveMLp9Y1TuR9qP1hen
N5d6sjcLjtSDeiRLjk3GTSZPNf6Ldjop43hInBTltwqIyCGlqb5mqZWrQJ2z54h5OE5lb36jzV/t
o2hJ1kreZZRCRZ0SQizTgeCNfv0N3BqHyqFoZppM3ggmHMNAyynCMwqs43l0qqXyuJydUBrn8qBC
wOXBs0xOFBCUINnKLe3k4Ti/MUG/bwy97jCCQHq9dbEOToLcXji/pcIIEBWqEkw0iudvdSBpkGbl
twXAdwVX8sI45aMTviitit6t1dGWbXsLq3t3OiGCvlSgvxsZrQDQ4fTfec9cT+84BpSHpkF50hJL
PRWB5+5hajbHvujzc62XeKyrWsjDBgbl480lPWwYM0RNob4AJp4TVC52xxX6JT3dnEsDLmqT9Jq/
i4f6nT1KEYVNBQ6Q5yjPRNnywWqcpvXyObuMsLUOodoaOLeO4aVu1HmNk6pyfDwq6XR6i0e9AtFI
moUqj6rr+czA+wyBNWWX1MWu1Lbq4FCPLXIss77U7r0TCq4tNRGYrgDxZIxRlSE4k6VuduGVy3cq
C99xVtmQeEevQqfp8bjks0AM7CqatEQBSM9Kk8EdphFiOGtUtoSulZ3Sxi8+kcgbL9zQ1efSrL0L
0snGCkUNbSH/lM6CX7+B45jnH7p+gPOuJ3fIEjNJQye7FLWZBZssyaY1fj7Gp9owz5gRZYvsSjGq
356dvyIK1ATXvChnSJ9zahmyMzHHVjBP58SaLvB9vJ95p1SnDh7jR8SdukMZe19az/HVdWBR6aiH
IefHIWy/8A2ks+nXr+GJznsQgXGuiOvxd0JeFemJ/JLMlkLnt07tdV81SOva+DaPbczXyPRgrw9O
tlZ8XK1X2uRXFyDFGJiHZrwp0D48BqVr/9kVYXV22hGnKB8N1e3CTxWPHHnicKITNVA2A8Wg65/a
Dhptc0XNL30PkThpY20Vm4G9RhRffYoUMpUWfNz3ym3MP5oiNraB27v9whFzb77EExNemCh5yXYH
qciWXcTQL8hUzSAiBquneW6Xe6vqk5WP1sLK0ZN39pPfvhK3FVwbwIc8laRV6iuZ07sZXylIDOcZ
4OrXfNQLQC7TvO1Bkq4LM/y3qHDXnOt+Xtin9w6F34OLLfRbyWDwq9ENgia/lDTynttCyzZ1Mtun
SC+/Pf7E9zYj6RemhyiRUFCXbg63VPywKKf8MlV+/h1AcrLFNmmgBsRFjRXLvKSud3tVoZsA0o6e
libANdLQajsuOwo/+aWOqvIDtuvBBgOYbj9M7Yun+NGWDzJ+7vnSC2f6vWUE1gVqocrjig7N9Zyq
xjA1auzlF0WJo32kVpjODQl695kTnlUnCbAuAhXyeHrvBgWAjLEz4GpUp66D1klCDwSn5UuIdvWn
2HbKJyOAD+rUmbXzzaD+GJV2tn8cVIaNvq1d3hc8IoXiPffmddQiVf0gGUuWT5iauIna6oGba9o2
Vdy8Npr1E3a7/ew2ypcKgbNL1Hk1RWTbeJ9YBjmY0HATzFiRGIke3PXv8DF5cVu7yi9Z6mk7c7K7
H3ip05ke0uj76Fn+E0oSw8J3fvuQ0qElSlJAOQmOcqT0oQEluMk0UebX6yk4oWujfKo6a242bjz+
YUyq2q6DSp3/wpnb2gE8CvdO5E18kqI4+n5R7mj2hk98uKU6z53FgNkj5V8uel4iciJe2jRWOzsL
L/RysMfq3GnjWDViurVvrCfN9ffTlL7PhoBvIC4Z0lG2G0iRm+anj0E5GotxdGn6ENl0H0j1Su0K
dNNJBrLnfuiiv0lw7IWvcDNWwr4ZaJAastll34UyMBUrRsjokraa9jNFyeMIXCU5pTkujuJQM8Zp
KReVYgJDQNKJ6gmLjdYKrPDr5VaOTWIM+M1/KI0+iva17w5uugJVW1jFmnae076oftuh6qe3k/2+
khXBRW0X6SxwTzB1ZdWbeMZhK02c7kNRzcWZd9yfVLhgL+FCtsriZFy4FKVzGygkj0uaQOA+BBdM
dontyt62CtNqX/l7X3fwIwcraTdVausHsIvGy+MjxWPqfttThAOKDxBT8HBI9GWLxrpwzNwzBvNV
HXWorjovmCye1a2dGTOJ4jRuB7VG+SZM86ekGJRPj8NLl8Z/wrOkeMmLa0ra0mAIDLM1IvO1MeZ4
i5Boj39WrQKHnLxNPOqfrcG11yNV583jwOIPvh33fwNLWYDRBEYbBqX56sZJsWkGt/0Y67r7+XEU
eeH+ml04MWwU1FTk8mMw25NZlY35GnuJ8rXuoTIqvDR3E8bkh6JKvXNWG/3C0G5XEJ8UIXQqFOhj
gbK93i211ySBGszm69wWww6bU3tjtyCaMVu0VpnnL2E+5Fvp7SNy9AHsot8mPPOuA6aRE+X2bJuv
VV9261yzq7WbIUOrGsW0gS4U7Oy4jndpV7qfcbAQut5q/bFK3ymdzpi5jNmqwthTo+Yrr6akcSct
iWLrNbSDfGt1VXTSG3jcWDt4C9W+O5OMegz8FaFlQvIh3cR2kFagwQbrdey7l8rptZMRWNb3tE9A
SjljtUT2vbOSaPxQRuXVCuJVxi3keuP5c91ZrygWB4c867yfXADKZmi8cOtjA7DODHOJO3Fnd6KJ
6EJ/RAZIAEOuP2yMu0Gc6J396rYZgFIvbo/e2EE4KlrzMvvwKZKieDXVcVFaXL7rxaekWk8aKYpK
Am13Hdof8CTsMFB8LScosKld0cI18xChCt3dTb46bIokiLaWE3UbWuXdrgADhIFw4n/w29jehnmp
HpqgXgKuX38HVvibq7PguIkXHg+T69+lxUkYUquxfwiihHem2JnqZxwX68rb+IYB4LfHL6X/M+uw
d9cXFp34w/97aL0FJyysaHBP0Exk+Fo4GFRXu9j5MZZOtEui2j8xieEmsZ0l+vP1vfAr1JuBA6Vz
6vdync2MyVhcY3R/TMDU9qmj1btBT6eDZ3dILygOzH4vUdU/3D5JVnE9pO+6dSmJElzoE6FrCrYE
htT1PFupNnaUt+N/ixHCyMFz20B9aaqwt78kVagNPq5dfbGkiyRVeEVYiotYAVG15dZHIeo6rB5V
+dQijf4vsrgKDDkvtJMtSuR2dXTSuuybDQAitftkQDd0X4CBqvHz1GRhszJ1H8g7AhL+tvV5QS+k
XdfnDb8I6U4asqQgPFqpsEgpEBkXkD07Uv8FJQm9xkwSbRf7CKdvrCarvrp49S5R8OXVBiwYq16B
ERG46xuwJP7lftHjyvyTckezDaZx+APjw3GlZVn44z33JCVzEUokInx0riw5qQzbjg2HotBPyHqR
8RR7HVg36E1u+lnTY+dl6kPPX7HXHOtdlyWRSSchI4NH5vHICSudM9S20Un0xhi7gt7pzpGbG/up
GSiQRY6tHJAcyJt37mJBNzLENoZ+LEDt0qfs/VxXMi8sArYRbXYlaK11GXCqd2oR7B9P7PUJzvAQ
oxFHN7UOun5squv1rHCGOUpb1cEqtmwfi8OMvn5aDKup1KIPw+yYHxR84VZIjGWHx6Fvlg8QW1GW
E6YXFJDl0PXcUyfEEClYzaY7PWNI428z3iwf9Iom4DtjCXg+rmwkIFzFFLuvh9lESgeoJUfNLe78
+LtdhaW9Ai3WPWVz4zULKfrNyPB+o1oKMQopM/4pJViJFlM0x7UeyU3e6g4oIzzVmzj1vNXAJbUQ
7eYT8vqht4NkEkeTwf1/PTZ1NoM50FM7XKmBqQ5Ea2ja1Vbom/Q/UisRYF5YCZ41FRdjMt2vj+dW
Ki2zhpjZX8oNVAvp6ZrXP2CgcpsavYGcNV0QXcVkzoinTTlkbnoqRi9ON3URxNNWU2v3R+i6frZK
Wk/92rZNu2RZKh+DvLJhY0PVo8UI2Eiu9YRky7PjDU646hwj2nd62p7bouz55E6+V/N5SYrhZvbp
LlLNAtsEcYvzQdpAet8FI4VJyAr50DavdFK7HYrbyspMU/8YYoD7MbCNYYMA7rywgeRUA1sjxJag
+QicHvVRaVEX3ujgy9wTGin77BuWt69VFRh/FLlK99jRp2MSRunCgfEmA/RbjqFzMCHZCltWpTwK
bk+6AXs/4hIqDDVcmeTwzSdVmI1v6jGb8jX/bn427HAsDmM66t/sNos+orLZ5X/ZWAY9NSh5Diur
SKY/LBVVutXoZBP2M3FufgW0Z100FHde6i6EtB4F1qDsUct0xu+chsNTq0I5Xrckb/WLowfJkqW5
9EwRdiqcgqLrw/joGMvajzH6n7Cjyv5k1aaPM2ScpGs85WdnPQ2tGa6auiu45iL32fGzeUTJOAv+
Tmol+T5qSbNwn1+fIeLHkB6Sq9L+4nF4k0eGU2roDURZBPErKqVh0M/PXp9U015tNDjoj/fw9Sr+
T7S3yxVwqRB9u97CfVjHoGAq9aSRJberOIn6YdPOjfHHlHvNZ8/2I47pMU42dZeUC9jW63X8Fhyo
D/1TukK8yRxpHbO6tclyQvUEGrtaO01cfteGOvq3yJVqhWFCh7lxG7t/PR7ynQlmx0IKFIkTX1za
uHFccQEPynwKNL85mHHrfsgznVohalsLe+ZeKCB5FGQpolCJFrP/W1Hfbawq5CIcT0ORGN9zZ5yO
PkCLVayqxUL/QMzVf3fnr7mkLETGIh4ffMzrUAHilW0302sO5qHc4Xdk7VC/sA4ptpyHqQtw7GoU
zOniclzZVZlv3z2p9NoICwsCFL18OLiIbmSBopUntEyLPfBoZzUkerPq3Gipt3dnUrH1w6YEhRaO
X7lD1aiKoZZ4JZ5KXKq3mjeln+gvFis7rZd4+3cWKMUnDnh6QixSGZ1Vo8teoFfGqGDP47uNGM4J
M+qs2QdjP33JSjbyuWa7FAvFt+vb7O1rvgnOAS4DWnCDhsO4Nprg6BYnoxojfAUDZ3JQvYV2tGmN
Yv6n9HhYLUDi7sWEcyVo72A8WbXXK6g1UpSAxjE/Zd5QZvu5Ur1sV/GmcJ4yu8t5V2PHsHDY3Ztg
cGA0aBijYK1ex0SwH1yIi0XEnGTayq+sv6IBK0K3c5yDbpc/cgUtuscr9e4wQdNToxESl7LFjTZO
pj54fnaqK6O52HNT7tr/o+zLluPWsS1/peK8s5rz0HGrHjhkJjXLkizbLwjZlgkOAEGAA4iv70Xd
6r5HmQ5l++HECYcsgwO4sYc1oMOJPvnA9oulzgE1jtfbcjTgzcEvRaINYN1RkHOmCvmbjv0SVAtk
9p7xVij+m55W000z2t0EJRdscvvMDjqOB9uySIM2P6sNYXc8ebD7nlN0+LySz76aD2KVXotOkAx1
Bl5ylPPKsXOPBXFOQXEpoKSwnAkJJ8cqNj+68ijMIA2JkHBcmUrkJIlhlVtyuxmhxzVovjzKAMaC
u8TUg32nfWPCHbESQnZCu5Z96Xeira4XAfML8A4wtTuDuz1KWbfJBCaRuCYouG2wgJN6sgoruMuK
tezEEKR9Bfku3UJjBRh1AY8zal2go+VA7UERiOu31V44UPQ6k7ifbonN3Rdq68jeQPU7xro6OOGt
epznckHBW0RoiWbewPVFFI0/bPTWzpSVx2f8ds9I1VHIouIDYOdo4EsxhYtm5s4lDRct71qWdG2V
UqCdw53CNmmiVKuo9bpMjXW9wouok8OZ7XgctHENmxYJkmXkj+B+HB1PDcZRFkLtXBruur9Cs3af
O0m7G6kAeP34A9+qjr+fhFgKsKhtHoTZBZq+R1WJcbrFVksAjTwEzAxkGVWE0+TuPl7lN+8QININ
Tr3ZQ2PE9z5yJSzgsMha5nKexXotO9mngY7aQwzppDSuyTmI4W9eIuaqG6Bl6yuj73K0XuN2FnfM
VHp4e8vj3PYQyp2Yt2qWEcbCDpIolUsK4jAzplU3+vaZxttxrAZOGdkSUpkEEwuMt4+2USjaiIVe
pUpssmZBb8/na7eLyQqX93aIwHHgFubKJGVebcDA//h5v01E3r9WdAsgJIbSY5NLO86lJg45Py61
KWUDG9/kMEsobrdpLDbTrgHEh/gyhimP/cT9JWngcwFli2SBDIE9x18nv6mdm8Wgo73HvKy2vlpT
U4sdpoYJNGhsKbq9Ghw4d2SVBpfnByWy6e4ctFS7MO0BavW/xcmq3E9gxscmozXV54yqTt8whiQ4
JoDN2BQcjlMov05qGPFWMKWph0dOp7XQI7gsyupgcz4D1TdF7ggdrPrPmEpbTISIIUJRvDFJN3nt
91ur9byh1pDrKW0bFq8NOHMZDVf2+eMX+JvbwyqQEIRCxLZ7tp//LReWaAf3rj+R0qqIC4EyNSUq
0/68QM5/CkS8j0O4NheRbl0omXmsevjT9QGJ3TBYaA6js3cSBaOe66C3ktJARi2bEalkOs0wgzG0
JS8RV1XeVuB2Z1ID/XwmJp1GC6gabi1FbDBkUcfNRN1RkZjFJKWeHZ4vdsCumiFmd7OjnWyIserH
N/ub9YC9AERzE1tBs237+d8edtJbsLRsdFSqdgDMpffQHUkB+WgvlLBQAKhqOJM9/uZkhc4UEg7w
yYHBODnUwpAgAR94VFbgCQFrYBQ1PcoPSDbJNBqINzTpQHs4jMDlrq6RPK+Y0MjFoey6VUnH/zDP
w7wR2xrDcmxq5NDHtGEJ2pkF9yw8Ardz0UvVjwQKRgWZ7faaCas+k+385omjpYdG4wYJRkp79BEt
vIlGPlqgSANkntIRju19tYaFUzk6XW3Yfnz8hk/zu232hWCBRiOO9WNPQe3jWRLWVhdTj2F8asBx
Iynadc5L2BN+NcxBuOZy9ecnkJetOQXQCu4ZH1/D6YmA0wDrAygI9ZWTwMFCODyBlgXjRO30h0kx
k7Y17fKgQ5OEV7196BDu/kxHGa9zE+kDNBj/38rNo+OdwX0GTYIFvMpEJzlDkx6SsBHfsTrodx/f
32nSgqW28mSrT9BGPnqnkKpV+LyAKAppbbk76BFXfRHYvdUUc6egmPDHywGzvRXwYLRtBivvP1pH
AHnaYQQAoWbwIvumslLOwvYrsALnGhO/+1oh1IP2Evpd2LHHU1RBvEU2zpSUdQCugtd2sKwPK5MK
B/x94GD9rNFVBzsyEPpam3lpOyX0z+8XJw7KahQIqDiP5wCkg3SgmJOkHKep3y1LcB+vprkisIb7
81iwcXFB90IdBv+Eoydbd0lggg4A6xnPYx8zbkMW3JuJzPjcyayrGBTy/vRlYvKAQ/UNdoCJ4VF+
WINtzNhiOaXQjnttaz/IQYMdDqyaxzPo6t+8zG06hjYTZtDbx3i0T10I2jiV6ZwSWnroEwyDsl+h
S+p8Cec2BEJoWZMLfx01pILWyb42vtU8Ux35Z0LSaQgEt2fDlYJjtJU3R5Wu6M3ojXMylBriJXBQ
GAm8Ldv2Ou6l3Ji75zbxG43nfUqI9ZCyoJCCxgCq7PcfTD8qj4LpIMoEbC4op4WQv+kvoh7960cz
+gY37BHWvyxRPPr7MfEH65O2IjFcBYvdDr/IANeCi7BerfDTsnbcD1KpmPcSNVNYDdBN9SjEs8hU
s1K7q5h2ibNwJwtqKQh6pa47Ojt3mZnloxHf1mDMrVWVeM80iZZV7B05KLoL/HaGkTZMzt2vduM7
P5zOLFEeS6uOim5pqvYu5j0Q8DWR/ByL4jRCb8gXdMnQANgmtkdVA2QnwTPzcf21EmSfaPPJLCN0
32zKdmqF0a6tiT6Te5xGTSSU21gaPc8Nl3K0pmX5Cgdf25d0GlkOKMKM8UsQpjYM4YuPP7LT2wPx
BWkVGmao9ICjer8BeLMyTjGEKvWwup99kFQ3QZ5Y6YxE7qT3YtYwDzYS8fTMyqfZLMy2QKvFGBjf
NhTT3q/MkopJCTJ0GTozlqvcyoYtHNR5sxbNkBbgqjpCZjcDq28Q485Ezt/c94Z+wUePUxCLH61e
Wd4gcWzpMpiZlzFs+AKdBF3M6Oxc8y4295wuf4Yx2coEfGXb3AnajLBqOvYymuBhDDOsaCojV9MB
RGBCqoPt9nTf+OrPz8LkDTiGbiSkZzDjf/9860pwZ3XUXNqDHRShWlSBBCdJTeOd61OdPEycgmCN
QRoCZMFNW+39UhGULlbd07EUMEE9QIB+04SYlhtd2c4Fb0AR5kl7zuz15CPBomi2AssCTChymaPZ
bYS60l/6WpUjqQBeQjssuAHOIREp2s3V08efybYd3sVJOLQgIwdpwt4m/sca7vXaNEausy4hFZwU
GvOtG7aIJK3ajhSridocYokEXVfe5tob/DOn7+n5tBVemxbT1rLH2PTofGpr+BXSsBnK3gOzdbCi
ZO/zpQPZ2kh6C/hpl62YO/m4gqCTOavnwU275o9dp5Gcb3hS5ADoiIEUdZQ6tgkmpzp2ZMmM18CG
bwoOThdWU9qtfvP48TM/OQy3tRL4Y3kh0EKo/N7vqilwSbj2oyyD1YPFLJS4lyblo2mDHSJKsPPp
QJwzkfd3a4JhtWFykLBipPZ+zcoHf0uGZCgHFQh6EMyh+imUQAhl4JOYT1HUzn86+NmeKVR3fESi
zcPJP8pzSNRpq52CAY29qX8N5zDMQlOFTyskyc+kVKcNZayF5AIbGbkVMu+jZyoaWG8EbJKlhTfc
TJjOCg79u06OCi1bi0DtDwlBwopYiOQJiboICtrWrvpkNWQkTaq8AYoGf/yikViCLwXlgq3LenRR
SQvtEs4SVjZRq57hFTp/Q31PoRsbyHmPvlR1Dib0m9eMJjYKTcxtMW47Vo0S3ASR1XusnOCDozCd
1k6dU8BnzTfit/5nbwS/7kyOeaTPiOiP9cDdQ1MV3w/anVtA+1tHwW4Xrw7QJisNHNcY+Mz4cGqR
BcbxVwA/tjaZSztoN154nqjMfRjyZtkNgS2Dm3WAoEI2BuvS/3BcDuqDCJyxgjibi3GLRacQXRBo
79rJVCw0SfoqA1ZkCVIKgAV9tOGbJQ+DCcW4/+N3t2kqI4eAGgcmtEc9KboZBnBIycAut68P3Arc
Q2tJXbgieBIxbc5MH7b48j4Oo/QAWnZjpGP4fNxoE4z1jqgbVdqY7120elSXPII26sc39cb1OVoG
dlwwQMCRhpP6uNcuaRJYlRmWknN7jkpUuFyD9M2mYDfEEYbcxILJdphra1qsxyGAz9tFhVxNpZHX
8fZra5qhuWMyWMhntGcSetv4rnDWPICOuVu41lQlqWyRKYPFP2gh0s6fx7CEKAVietxAXPpTvw6d
V8BYiox72F/X1iHhIzpuHJoSchcCcuAeagE1x7wdAFJKW9Ot0b09ENtKVwJLim9jryaSLqvhzXdu
OTYtGHF9cUOhEloXnR94S1arEfZ3XTwY/bnzfVNntevOvxwLpko3hjvjdNlBJdaj6epR4yA/p5xb
FzIZwEJPHbdCByUFriNIbnhdkxj9yNVrzqAcTo96DD6QK+Klb54Gx8BgmMzhGlAEgIQeSX1QwoWs
HKuA0MngZa9eP377J4kphFwAOUAuDFALtsFRYkGXuVoTDK1LHXbRQPMpZv5wF0vkPTAt0HX7OoLA
PTl5zC0bsuq6D5ZPH1/Cb254Q9uDug0U36mqnbXIDj7B64DegubPHrzOnyUf3esRrs1/2gxC9o8z
J9iI8NCUPj7xEs6iNay5LEcLCjfPBk7my1cLWsv6l5bN5N9/fGenqSIe7cZHxZgc/x3Hi2WCrgSA
AGHZLY66ZjL+Cp8Cu+wcOV03E+tS2HoGZyLvb9bcGsco6xF3AR0/Sp7g8mGHIERASE+ucDNxp9EF
/Njy2dNcQZmF9O30QBNR/fz4Vk9eIo5XtBW3RhQqDdzu+3iPtCbE4DgK4TDJ/euoStyLGtPqi1rD
DOLjpU7Os7elIMUSwNgEqfDRlpUNJSqwTHhQ1BpefJVASUpB+OnOZaNXgm50Thn8twsi6DsgqaEZ
f+xf6m0ahLFnhYfQN9+Ju/TXC9u0jWPzk7l2/fTx7Z2mv1BYR8AH0BbvEFCA7Vj429Ep2WoY2pb+
obet9t6ZAvurPyGZKJqWh/A94Bwi926zjKR0rWh0UpvoMc4hcuwWH1/KSSEAFShAkTYJGGiD4yh/
fyV2TBQUPCP3sMwd7V+tla4qKlgcL814JXTQgKQ3VZ19YxqAXLJwgBvnrmk9tjx/fCGnuwuY7g3V
vc26NjOi9xeSTAoDzDpaDwuku9PKo/beDRTfz8DSlH+8FMpHDNYcbGcbdMj3S7muFTtciPWg0Unq
0bahnRc+uLIK9TPStDh5/Hi9kwCMFhhGwkB7AG2MrOnoGTeYGa/atqZ92IRLoVhIv69jbHK0fuSe
+qLJfFAWLn1f1PnHK5+OSPEJQSQVUAsoLEH7fgslf9toHTexHMdw3NNI9WkyD+uneub+peURUeAR
ibwbEnOYnWiEA7ETFQ16dldK2XUZTn2TOv485QAmsFzrZkwjJvqyayF7k8bJQNN6noL7QCxVaYMV
l3dEuje+00RnAt7J17ndBaDNkMOKUa4dE5pqwFUqn9Fpj+cUXtJhGEoY8jQw/zHtjsXsHEv8yO0D
qS20iNDOADIBt3Ia6pAMhHwRDUBdvk/FbuU9xQjdIxCMgBCWGdzqQffcny5kRNrqdoIFdodMAXCe
K1D2bfsx0TS29n2ToNWWWqSS/rnK7u1keZfT4RoRPgC7RZllwwr9/au1uDEBNB/kHhBv68JRqwtf
SypTNdR9RhcLjF7meoVtFu9a9wRFprvW+Tg0fsZE0+ydyY5zx694biht7nVL/Z0KgiFXpm9LG2af
V7xTVuH4TfWUjMLdJbIOsg7BsRRUhWkwV2YHyIh10IyvZ3buSVza7g7HN0yPMEFEuvT+7kByqUEp
seSeVRHPxdR0V3Fce2kvpJuTdhqvdRyI3B6n8QrDsHMUmpNotC2PdhOYkdsA/vgAaqXDHUtTtWf9
CsjpUMd7KgeTzaF3ro46jQ4Al2IqALj+mwbZUcXhdMmoQbtvIGZsJ3LOnbaJyG4JpG52nulJfwOe
ceN9IxXl5sVItP/sMw/7JKGApRK+LhBNNhYdMFrvH3YdtIsN6zVcQgtTW1r1KuusQV0HMBOAIAk+
dGs0fwZZxze2LYraB1CDLeAf8zCWcVEyDqu2TKQ7zpDih5wHyyAbAT15WO4Z86N1XZCmM976UsVn
GiMnLzgCGmiTj0QLDACaY87aukjhQqOLHKxlGB+mIAK+e4buBfpM7Zmne7oUOomY4aGJAykRHLfv
ny6k+IOwZmty6FXYHdBCdO/n1o8yY9e6+DjenwRKHDKbHP+GyHkTXHi/VLU6lm1HJDnotq52NoOW
aTy74SV0Hz7L1m3/dLyD5dBrxgwNydEpmbfVvR9aFF7vHZqphW1JL+tq6HtZlCDqiegcSu6NQfG3
mIcZOhAFG1ny7fYwyn9/f+hj2sT3IHHlAybCgA7th+WK1bJud3Sa4wHtQxZVLEU7rZJQsbQF/+L0
y2LvW97AwjRefHvMKYSG+j10bEJ7hzx6Ml8FitJfKClXmNmZAJhlg/K1KfywDdd9AGgAhCPgHtJe
6aW1w52jRUvTpB7IADtKrVeWzoZo6yZJquAOahr+dGig1uNmNakx8fAJkA2HqBGBzo0YCMQvRhIx
lODMMd45pMdRQIGGIvAd2AFAFKI6QLn//iHNQVSF6PxUV3bnkb2U8vM8BuGjR3SURf4Uwq8vAp5n
nc/1vY7CCBbe5PwxHYc2VwIi+9HCDqrYt77yVR1WKqe28+I0llUM7eiWDvWXgzVN4e7jHf+bNeFZ
iRgNTReglY4t2+hEaxHAMPpKV3F4qOpJp3wSMSy5/DWDgmWbA353TtLkLSt+tw9BkEPwAK0LEIDt
DH7/iKsZx3sgA3OJBo4PGu8cG/eLtYxdjxmas9KfPZTnvgzQs/LzqFedn8UBJopVyx33Im7shmTD
ECqVrrC3vfGHgcsdYTSKritRxZ8DI93quW+Y1Y2IxADzwWero55KLUbX4a6HLQXmAklFpLyBgvfY
5PM6RvGjPTgxzwe7H8W9FwvjfIZJ4cyuYIQdt2ipkBVaN7wDhpql3CQTdmKlW1lBY1uqKqigtw3U
6Sd09iyHZfYQCkB0IpHoIQefh8t8YmN7qaDMOe5wjrTPsxhWL8XcfCnbdYQWRI1j81ZPev7ZQqbj
NXHBRk3BOyd/Fuk2v3Aw6Tc0E0ZuCHVHR1YPFlBiYNR2yRJH5vhmX9aV1Dc+2DmHtW68MxnoyTbD
ckgKkQygxkdJerScBA6OaEAaL8cxaC4VmX0MZ0l1QdC22pkp+AnDX/9MmXIUzLdbBBwDnxIw7wAN
HOs4J5gHKQ3BkksxyfVTAHG2L6M7ycvQw7w2kWcHmNumfbepoVAAbi0yALDIcCQeB1d7RMMVqeHN
QIN1b82yuTIQq9wD9HzOBPZkKZz3CBQhZBKReACm8P77MS0ZeO9zcjWg3n6wpV7TNqTj107rc4SN
I6HjbZdghIekCNsELSiA7d6v1cK2zEFpqS4RK3vUYBARYReBu1jfPKvxRQqIJ3DwYPEmkFEJlimz
wNmD2mrf259gq2TUrpaWqA9jjE42GFAOrK/XyXke19H5Dy77f/3Q/7t67e/++2mrf/8X/vwDglqy
ruh49Md/X9c/ZK/6X+N/bb/2//7a+1/69+38KsdJvv7j+kWof+wm/vNlrHt+/Dvv/gms9J8ryV/G
l3d/KPhYj+v99Iqd9KqmbnxbDte8/c3/3x/+4/XtX3lcxeu//vrRT3zc/rUKl/XXf35U/vzXXxj7
/S3Eb//+f35488Lwe+AV/5zkizr5ldcXNf7rL+i3/3NrmWx1D/6HVADvc3n97x8l/9x0ADBDBfdy
E1HBtuO9HCkWjf65GZaiVwdCNdqQWw2u+untR+4/tzwQkzmIYG+tH/+v/3vz717Y/7zAf/CJ3fU1
HxX+4fdfLXrsLty4kd1ugJdNF+CoLMM+RKRuw3Cn12UtvFWAy8GDy9Fu7j1LAccaapiVQBchiOuU
D89kGcILUzG3nDXMIh1S5YYzb8ec+kwT9qhixKV5aDmD+4FpwzbZPm4G1JFa3NGfq71ZHPK1Ixwq
hxYAgzwTntfuxaIqDdSAYmUEI9QO7Z+Et2kY1LS0ibU+mHoVxeBN6tGiswpS1SvQii0A/YSzmDt3
HJ2rRaCNfdcA+CMwhiL+nJmeud/rsEHiNfWEvMKYL5FFQyUjKWmJc2X5vjwTOo/s499u9Q3iiY8e
+fQJW0qB/MtopcmO2lb4qPk0LjtCNM0IIN2HsJ7qB5xUpoyt1tpLa6q/MqR5c6pWCvV1xqP62hpd
2PKRwNnHJIl/wjDKyaZKnDnH3iBt/xN1364UTXFEXLyYLb09ag7RGBYLdlIDMrEYfdewiD1h+FBI
im2Bpt1yCzuh+ElTLXfQGPRvTSLisjFRn7f9WE0ZmVwNyEBfQ4x8Xc5kV0eNSlwdLgjADmgubOIq
J9TTsMfMINYNmINCjQ/9OOgcDIs4W5yOHRgs5z/ba3uLQ5BcKBRcV4FanDMjMlSz7w6mt4uA4MNW
KOI6QJk8+qS46oH+lJW3ixT8p6+5rioPIu2xKBq//VIhiOer162Z6hqZU2TfWWz3bRpVT2aSdd5K
7ly2g3ELFS32lRVMexCVlwwA6D5V1dx/WhQXoP5Y6yHsu3YX8sC9w2xz2aOlU2ei+bYqCZMxtJw+
98HapUrw9jMMYesM+pD7boGFrrSWR6iTi+sB0qapv7pmTkNnqh8p5D+sNKzcGb3MPnppgsqhede6
HWhOLjTJQgD585BM9InZQ7e3JUQ13dbE6TL7Zpdw3wFmDUL7ZS8hDAVhi9HOGhXEzxOkQ2AiQUbg
fYD1qdNuFskume0icZpHTPZ1rixMzdPW8n8sIeu+weB7OKBqgcWHA1MqD8ynIZVGY9qmhm4pli5A
l1DQhb1aVgewEpSE4cqJ57uMEoarorHqFHC++jPoW2tKqnA5GM2Gb0ko/RugrtbLSsTrHmkKKQSR
dUkD8L8tf1AvJFZZw2qONo4Zd8M6Mzhguj2sXFWDwXgHCIbqbzRvWa70EFxBrqTZ92EXfnKChuWQ
LBHFGs50T1eHX6GHTF+TsWsL6OXPpWOJBy+AggCT8xfuenIXA9K/B63NfIGEhShYHya3aHXKvF7m
GugalSTfxoV8RaP7zqz2PGRoZXqP/dJi0hzPj/WiRZfTeE0em8WKf1WdaOiltpLwxoNTSoY8wIHi
KK+K2TKMp2uLZw+ddH1TuVR1mSVd9hBCTRs+L064D2Rf77UeH8DM73ctwO8pnLqHFMSWDtycZHpE
Dy7Jq85ZAWKIZ512rLeKpMZLhOIo3Q2gBZRkUfUrOn1BlmBeXPRL/HU16NJCpONrRxPr1aJqyZhW
9C7w+m8aJhLwCMBDNq29FOg+kz0wIj+sdSwGokE96BZ5S9bxuzO4bqYTEWQYWcAvcIZoQFPNRQB1
VwgqjUNhoM6e19hITGn3cjbWPR2a+44E6q5Vce7LcEJj2GD+6wuyA6lj/Nl2wV3gELNfBnoDNY9l
R+FD+GqZ6AfkWupsXiqewqMz2DU1a6HNV+ONwVYyc/uxTgklDk1d5V7qmdBfnlzVDWKNnaTWRN2v
i4Eibu+0KMahPHOoTQc/hN5IJ4eP7VrKRQaFJZJXHNXAQwTVmGFPLrdibc2uberxcYWNQlr1g383
eEHBV+MUkKeYcyED1qe1s3pXwSAh1hHw2i5wakB6gOvku8cGv2xmGn6xkEp+E9zz0xVmGFeEKdtD
mdbCEL2uEnoIlPnUu4m50U7M9h3qmNt44D9WsT5XCsZwiHfBlRJOdYCZJNlZovc/S8+oB0rJhSGd
uegZI/etjszVyBYv65Pw4Bi0yhqyhl0qIXdzgKqj1aZBE8MZQvR0+tXiG/0GjuGGt+1cdttVujpA
PCLadeNSZd4Ka79+6VDPmWY/Sg/sLNVo8TzxxisbtuBz62BO263TLyjtLje9L2WBgpSboieo79Mq
bJu7RGHQCGDOl0asV6h1o5IqhLHYI0MKUbLhgoZsLljrtZerstqbGACg5xr4BJ4Ni+aXPYn9DRH5
FT58GXQTKAwW4+HGr6ruYOCnSKF+zS9gUIL6OV6SxwUIlxZx1/mk3LHPbVepXRhSpFCAq0JLxdEw
Eguq+raik7fro/oZrSlgYBxrViJn82TuAUlk6VjNlpv6HIOXxgzhvo9GeWF7qs5tyPkAN5SwDMYz
m95OBfxKM3b3Q61YPkSMlswZmi9L49RPdsvtX8C0LNeJy763MGm+hJ+zKH1iBY+66TqQaRM0PZbm
VxIODxgbLKmTTF/MW0YFLUG+oyjqryt4AJUY+UVp74noeogcUObkTG6bkN2Dtfe58WGp6TnhA46p
DUejnWKRky6hH7MD0FJchHK5akJ1G62BVyyrdyPqxEktBU8XaH7JMhJsykENcQ5tbaJL6MNcgO9y
z6cO8GLoRKV9CPhvKuVo3c9BG6MOW0nm6VrntqzpjjTkO19JlFNFcNwNWwcTkOZsmsUzLPD6F2cY
xFPtNl1R+xNGTN4s83byAxjbuzMwQX5zyUNfZ55PvUPYJtCvQIZe6GSmJRBv0b0/xjSnZuh2DOZ3
qcsmlnax9G8n1gxdNvjY3zj55gPqsvayR8b3tCb8oaEM2maudY2+8dPUODqDPvbdAO5lIcFd+LX6
bLrmfsiuGxLVh1gHPItGslTprOvglau6+xVVAHUO81DlUozA4kHCMgUbCzTkJhGqaC2L9bk7QCAx
jSzRgDg0owuQNtWI8AUwljulMWj/8dVc9RPcMic4WFxKDNisgscVTGKGebX9oiWz5ezHWfc2CJpK
d97DWkcSSqw16TgBrx6oDAxsuJsGE9BhaYdRQbefhMd+cBxO3fUwN0t0CZ1NtBTR4THqJ6bHjcjr
YLChBYAN1B94IiRsyzQ6NA+CR+zKId2E+JTwzfAuGMebMfJ69MgGZa0pc1wbUztY8oUArHtyuZ/4
ClVYC9N8pDyR8i4NRpnXjr9Uv9B/SOosoXSB+S7yqxts8wkFjBR7pSm/ChKlb9DPxPNw1xVPaJ3A
JkEC1sxoPYUuy9GAVs+YjzlPkxTt3p/n7kbwGEF3Daw8qlnyYrejd5BR7xW8ASYppbNRET5YQduC
B5vyx2xXGEG2YZ15E/WLCZRhN50BLRcZwCx6D6KrFpllz9rLpdubHmabkPUDsz5aWDZCLuYpav3O
umP+5KcGiP47tA/b3bwuAAguiX1pJtu73iapV8CrkK9RLVGqjNDDFvkczf1aUEg4o/MrG3UNrR+/
S8koyIXFbAJTt2iw89BXvBQ8XB682R8u3GmSQeoCdAW9Qcc9SH9av+MJIE+bOBHIQZvwE+QIyQUF
xBXHGFuQPWlnB2rW/F3AZfliMpYjM0nq+s51iffcC9v7hlzbK/BXzHfLi0xBooonSGD76NWDkSr6
vLXyHyK2PEiSKNRd/DMbZJ+TpH6GBvWakRiUP7e5aa3gGY4kcWZ8Dwkr6O6ZHbiAu7Xq0zzM3lUP
jbsrsBNMNtXDko7chp+iCznnTwRRtjk0rokFilin5wdBZpI5Q9XljdXNYNIEBAPDsQ+aC0YBtiz8
aEIzUsA2LA0IoePBaSfHuqZkVO59bRIKl+xatj+XxJ8AeajCn7Kyhks7xhAanVNWYmjTfaEJcPWh
slJtIsC7glA8Wn1opXVXQQFkThDfIzu5teamLpG3gvC9isWkDZguEKSTekYPCCjEtBE+mE3GrNxP
XZe/LMuivseJWr9QvwtLPxrUlWrl+hO446+6ndVF7xh3SCGV3gNnJum3sO5RABuIAuS2Gd2XhnSs
XF04g47gdhxgavdUDTJ48pQ0u2WqrhXX4oszIzkA+tf28lBM/Ys1wmIMdXQHonKMsJapkML6sIZK
ukkBB9FN6rld85MJdmd3VnOD7xfeDdptmmzC5VepQF8jR8fWw/OrAuQ2YfwLes9hzpbxYhbznrWt
fWFrOJAXidTedYsUuaDBMN4OUOjD0N8PutxHs6JKCe8MVKTUZsWLGV4qmJ/3yuvB4QZVNm1jvnxL
OmbnNmRwPYJ+dcrbeIawJifPre/3gG/yeNyD5CJyUMDZ7dqLA3cN0pENEkqjQaZ90wFcPs9WVtUJ
u4oHiewztvLBq5zMkQkks4T12s2Tvm1VU+LcRZSDguGvWjsaotXRHCeHCY3vKJfWiLGh5mN/GEEz
aYquWxIni9Z22FfOBh4RvlDXeOa/uF1DmCpZg4PXKzvjnlVICzIxMeuyBcSh0gqS8T6x2f0y1l0O
iPpzNWDo66sByaQnXypVLanV4PsKZkH+D3Vnkhw5cub7E6Ea87BsDMEIjsF52MBIJguAY57cAVzn
rd45+mLvFymVqjKlVkn2Nt1mWsiykhkk6HD37z8+pEt1W4rSuFpqr3n0za2vAXvK9SUreCvDKrDT
cO6JTHGravlgR9nO5EjVxqr0kHmRz6uMLhIoWrFpMqOOs58fMjbgOM25f8VW5gMc2aVg8VsOFy+N
8zXIwZC47USF8MRTpXI62nqunFy+5WXb1vmeK115YQ+ZHvbToh4AYQ/VMl0ORl/dr0SFh2ZVr0na
uQxzgszCR5DlBbUwjnKkMCO+nMqmiGOCQ3xW9UwQSmPr9RAugzlcEB3BJt+zmwer4Vwv6ECjjGLQ
ZDSt7JUTJ48DIc2zoVumXVtIPbZb13vX5+Gpq1zv2i1T8UHbx3hRq0AlTl/mXFnHQ1aJe1vzy9c0
l71zhvwggxi2xOfEXRlrmq92BXUsT1xstYs2mI1L6rPU+7yNw8229mOsU4fRnL6zMj90U2HRtNSQ
X0EOt/mpq0zmobF2/q4eXE9GOofBwSap9BJZlBkj1m8vCmGKr+/I5b8F5z60Nf/7GZf9Adn91xDf
s6/2hJCOP/9T/wMhXnDX//gNQ/07gPc/t6/h470Q//V/2j9ivHzNXxBeR/8F6xZ6VWBKnEwkcv0G
8Nr2L6gyILbRzunfrWR/w3dt4xdIT9RVwLguTM2pwe2v+K7l/wIBAH8DCX9y+WMP/u17+xfw3RNb
8Dtch4ILexeSXThWJJgoTH/CoracPXSdcz3xNvThWp+eciOI0P/DE/nrp/6AIv/IN33/GKrhKEWH
7zYhGn/im0i2MIwNwJC7I/751bO7xG2YeF1zVc+rZX9TpqJ5EZAh6cZmPboi6yD9jfLdXaqJDCOZ
iXhqCnfPpf4kzZ9kSBvWnyX//kg1f/82CU/g+7BO9k6SZH7kVgqMbaNZNmYC8DyeYZlqxrDeguxi
npavLK/Sq4JdPp6gjcM/eUKnJ/DTL+LUCglkfwpTI6Tvx49uhKGK1S/NhLCG6k5V4/TMkAwBaXET
32aPnsZ2St/rNAMfyfUJOjXnCjpzc6tdcPZKrn8COv+DpYEPDjEE6D/L7eeKV5FzKdPJoU7WwaTU
ddH0cld5df35z3/yf/Qx5K2AkrP+Tmv+xx+8B7qr7XFakjavh4OYVB9BW/2Z2+4ffgrvCwFy8IHw
3D9+Sut2TW/7/ZIU1RZEhFVoO19PP/75j/IPVvmJlIOxYQm5DOQ/fkjal8oPymJNqiK1rmyCIeJV
Nu2dSTcEeosU8juwq+Sff+jp+fywcNhBiCggrPwUfvR3saAm6QRgi6kJ2qneOjSnx80385BSmOzN
bBtgzrXECltbXRTI1nn655/+d8/19OnsIDRPI5eAiPnxR942LV/GPjATV1ZHh5iCo5vK+U+YHvQ3
P/+QzNCnSF1InlMerP7T/pFByPA2jiLpQbVjLDPqSrgZ5bKbVW0nT7J4TYO1TGyzGa4GZcEJmbXN
HrNVcTWP8PbL9NaBt5UR4y9mEVta6i2bDeIDU0dd5KWqzknyEySLl9IMU34iL92WngviKm6JJeq5
SjJivaa9VIiBSn3EZT86hHkKWSTScfE4kusi3VBm+sxYuBbJMFnmxTg41S2eQxXBEbmvZMRsZ0IE
XgTXLn4FEdIe6BFcd3JWgKv8mteoPF1sRe9Kiiu95qoahAvQtVo7pxu4PPfV15qN3Re16VcWodvn
s/CtlbKKtE0wEqTX9dKOZUilsHehqyogYo+I0nCS1vZtowrznHb37jxPlXgcef/7MNOKdSSH2S2A
bs2lJnKoM15nV6ikmZpnCagUtUVP8XZH6u8lsDeKTHeaCaLN5A5X2kisAtFMO+42XexvzbQLqlU+
UxC30qJcB7EGcHKto8we4mqU23tmrNyJhxF4V9Y0zUedXWzJoOb2DgWmfBmtiuT7vuhQjSOqjwt3
2fsuM3MNoYGZsesPGKusPYkk4uABqcBvO1p/TnGyiNxiecnbQSauBYLgdACGHZt4yCltHAZmq4MQ
rhFvypeH2Z67M05p765b9TcybbcjkPFuQ8YUM4RNRyFmcFU1ucmkA8y2dqnHplIhs+H9Omt32IrW
A6jFrhy8NeyJediKsbmcUXDYUkDQ6bUeumln7wcNGJoOo/lyWuwiYlyRCZjyflrL5VwILU20vh3f
vHnaWy7OyW5mBXWETTXzZU4eczSr4hkjRjyW+sVcmB9zbYC1286xYLoVTFeUPRVEBVCVeHSJzz20
mk00XVtd5G15bTTCSaCj5B7f6Jsv9q1oP4lEvBy1+anJpuFExZynevPiUDVz8DOeWOU6CGZrR8Zm
BuSn8nSNHCRaRVgatF1mgzMnxXAqD1vGJTEYJp0NCG5ixGtt874lenyvDULfBzNAWWnTVeDCHgHR
E4ThpACX9hiXuXWj++K62JQZIwdlfvMagdHk5Ng1gSau7dQwoXiCw4hkNp4Zvu5GbTEPeS/TYzqU
H4vv0py9zvLKzHOZNGW2IHmbtXDWhiqWDS6gul6vyDGrQLukHjkdiYF4vS/WXu17e3kdySvd+0Xz
0oDKhO3i3IitudVoHH8M2lYezUoPXuXcbwehVzfUjwbHpnbWqEBgBCo7bIk5yG8Oncor8S2h6XRH
N1vOmrL4ls4bmLQ2wOWl3RhLzRmiacseyYq6bJ2lukhLHlpgvMmik3Aw63tVoj9m6vwAi9gbo8Eg
813AFZqFOTHIMG/ZcAOJBOSJoZvrT3odzyrLu8j6To9wAaMS3LpnwK9vmu+TjqTyLa4qbW+DfFyP
i/ap5VYaVU1AOa8lrPVm5dJHC90K4l8bgjgfltY0pdpucccPbKe8eW5+RrnqG16zm7Ydnv0i769c
2ld3Wg2V4p42wdU5mA499UG5iLO1cKqwxwldGqkbMp4l9rLeGlvF/Ls5u1ajsFTCgPA6VcdFb/3I
FJbDftBFfh6wgY/e2ThM56oXH0Ks57M3W+dONm92WK/vstcI+7AdFgq/YuxgzwCQQ1iO6yvOk+t5
rpukVwFA+OCkiW01NvpxfeT7CIxDoeePzSheaBf9M6sPd8W/O6uIQCcjhFfSxc77cyJFNVYkbxRe
lwSatq1Uv+Dh3emLtNOdU3nal785WTWGaljhmAJXDkXSlXW/xbI1+3S3TFN+VxQ1ayFdLKpkYM7a
D0WY2DsciofufdQJFJOTephpn/01s/vWjgxN0yj9qHraUPpxXt/WIsg/EHrqWTQiZeNS1eAF3GUE
kV1RZlK/Y07Q5mRpXOezWblyF11VZ6GqNQNRJ4mNv3qVVr7PducSj9z6pO0aArFnrOuiReiXeaO2
k8VSf7DkzJuJhLkjKlWskiadXM4OU2JxbFuym6I6Q3UnU33Gf0EMcX1ejFI50brl3Rj6PuXzsTan
5XVmL/6d3k0QOf5oyu6wULnwnmuYyy1vdrd3NVdLxqHjFNttrmNfSPR+6PS4JbfXjwPEfl64emo4
daGVCp4M4YO3U37afqa111OzDltCb8zQsJnZ6VTf+LagFL5qa+cRnUg1hJo5kVZip+hHBkeOPEwN
0RRpg2ZwqZU5CK5rLssQdpTxgWylOq6qflI+3uBAl3cWam8SQarBpvra9DrS+4wA22mt52kNAjPU
V3ALksZkd8CzOZnWMp3jZCK0YLAUyaW1XgiBOqGxmpDErfJ58TQzj4tZBmWsTVTtxp5JLxdkdW2K
HYEGGKEDjybo3eBM6d5zM8eITL309NCb7cWNStEHK93Ic0VTmnlqkUCM3K2R66XZN8drJOx9mvVO
pOTaBrGjOcUX2fps7/R5N7HZLVUX+lXVcDnIa9s7MxH2L8mgE6HLsS3tNZxEVgPE1658m9cSfXZR
E+2dzCZHxbW7ocm59JzBT+letJvROK982TRF1OjLQCTfLNoyluOyyljLzAIy0pTbU+BLTcUBE+kz
7E9hRWlOaGRC35J9LtzeHuKlMqwlmgXhKdFJb2ElU73Mj0OjsyW3XrrcK0k7W5xzGnRh7yAWCkk3
9257OpiqOCszQp+wiUwTZu2ytKJtHY2kGzYz4wFm+hJhQhrY0Cm6McK19rOO1VUO925bTC+5YWi3
rrEtL/yT6FbKXJSfM8Pae79Wy7u59s6RJT9AxGuFM+9X01sg+qAQblaiUM1wBhuvI2PGqsumZHuv
WY8GK0SrN5ShVJ6klsOgXScSeBUEvwx3uihmtZzEFqP6HAuHzU1L54mj0coV5mHHQNXRa9K5KzJv
APbSWi5QYFZ+sGML99zY6TLxrGk+7eRE/MwFMyUom58p8a6NckzjxTU5wmxjKVbeoVF7gs/mQdCY
sciEcCfph0ByGPi0rKVW3XCm8gaSD7I908yUloZmuWxKr7M4z1TaQo5O+RbWoNBTqFESeTUE+or6
BlkrmRTZ6L8pq+lZ6qY39uFEesNNm5WKOL0iKJ2zcaqD8ns+EfRwaQUvm+6J6sJwqSw+F/lsc8Jv
bg6D4bfCJMFLXw5cTPx3xx6Wx3VoyX81jIpiwkI11rRjm3Ce6lXocifbGuJm1cTGBjZPdWhO9HiF
DfFS3yrCfRLUa2t/sWytdq1WPX3egsp0zwNWR5EY/MIUhzzVcOeLLYKNAPlsZlgoFjailXWo9nCy
gRPDNKspoZVwvVkULC869TK97WHuqogabXpvZcM7EzaSFpJoJWVV36Hh2kDK+eV9Y3+1zZCsB7uK
J6PXT9rjwkYbIrM8WT1rPKJ924obfKBGf1bSc3ItncX2I2r7Cj1E2KzrIXxa2oXENzVl0oFsPARO
YT9UiKIRLbS9T7SCv5Qd5eW9unH7dfgIFLAte7zbV6GODvqWKUO84NjpqrCVjnVj26k5xMZmZB8u
S4S4EcHw0Pui96OAjmE6gYJxaCKcmID+a+qTfm+YSPe91vMyXkZ7aSIA2XK46HWli1CvcvUBE6GR
LAiI7cReR2A9MDKaCldbgrum3SxSFVy8auFGKtmlIt/41g+0/LOzkcvIlcEFHqhBmmNr+qEufZs4
aB0KEzTdkVM08JO9YoLaTIhT0SMBH6vucTWLKU+kUVXIF7EN5VTGKy/gVjQ7zpkxTumn2S/2F+Zs
qmMsS5PHyW+1LxII5oqJjxzbmAoddea35CDGTWc5b3qdtUhSMJo+1+z8VMzovWyTYfBhKhs/3drL
2hjctw393d0MOD9AkbYA3O7q93boYmKjw94jTzP0QKUf2aULJ+Q3zc2xWlP2MWWNmzyzl6x8rBga
VJwXhOocPMCxG4Sx4nbQ855zwGldeKtGH8uog5vKoYNn6KGM68t2KG1ZvRN3u+wypRe8AZnPwRRg
/gtrr8gfJ2eC+2rdspoS9pC24h2xjBpphCZdSPHO7yKEXVMVbR3wUQiysiX9mqsH4mczNADjhhaN
fYyFdZplkGg/mKlSd5M7WzhT/Lo+qilQ3Dc4WD1oLm3iXuQyNsVFUVUfuQyKImopmiJGcxzGp3J0
/RtLCNuKYFYNBtUmlwVFCirPok3m1a05lHCtJdIkOwycFuFDhauArXTJ149OmujBam8rnyc5Mcss
3sSJrmnSRiABh9ufIYju8wfEZTa3fZG/Yrp38bUITV7U3lw5F0pH1wE3GtwNS0OZDxwmCktK4eY8
qma7Snf4rpwumpaq7aMsSP17jgt7iEraF6xIOwnWT9A/IgVNmwmkwN+EeMrsxPuyqLHC7lGN/jOD
UTHG0Jrb9jimltkcyKbKzr2T0lWaLTYyiwNpifCTp8hyAdDuO+EsQzTPYnKffX+2ycQpt2ZT5FXI
NRw3HY0gganDuJsMM31xJrxpF/R7qttqRimReFwg5jCtJwQpZj9JljSXuDMLgZyWFMRdvFoeYcK7
lX604Ap17aaFPrEVFCtq5DIx5Hrm1UgprRNnW74UbPujXu0s/uBsq8F2do259PeDoCs47AuVf3mF
yUGosDxA9ub55oQu9zk0oNowZ0kw2tVXXvZsIGbZZ+7p9iLO86yeuhubWIk5LBuy1+J/Dmh9T+n9
AU87FW/ikiWUyccM9l2K+weLMSE4CxUs2ZSMCJ0fTDvDW1IQ87GGXttVOxRWxkPn1MYljpwuMrpp
SOa6m/vIbCSvSxWM/qEPiKIaOq3TQsdsShXyJCC4hbYY30ThL3/5nv8tXuZfI11uuq/mfhq+viZ0
9v8bmBfwxv+eeonaEbX9XfH5/gPzwtf8Jq43f0FxaBpE9uKnoqoaRPY3cb33y/dcWVwpWCc98ODf
pPXGL3wBHTnEjGCrRwf9N+rF+QXnOfGap3f0lGHt/zvMy/e+kt8XGkkQHiFPIP1o/FEjUyj9I3Sq
1agzqjUod6qFXQedklOi2mo417g/tFFQr23c55V5PVATmGiay82v5cZj1aKlm2f8s9b07779P35D
HpcEMjZPMOupHePn0P4tIxyvlCTtrUSIPeSjbx0GdwzinBT4YzPL4ky6RXDZmg485OlK1Jge0qti
2B7+8Fv8B3QRJO0PMzTPhhEaNTg0jHcypuk/kQIu/bBj3k9mMgUocza/5kVaZHto1sy4QHH/LR+q
JVqGYUHe6q4GWlQcMX4uvWRm0rzcnMY4OrhymDIt68VE4HPWU+QEOMdVnuCu3cy9v4qBhYKrycuW
3eiusNibftc702dqjoAm8PWXsNX+VTrU+XU7rvp54HhTNKKY5R48FMNxnBftzsvb5tpEs3wRzN0U
pkaHrLDijvKrtdguYoU5vaCrrLnCN+1F7VxdtGoaz5S+obvQamriLXSopxuhbMs3vhFrrzn5+o2o
CC5Jo7ZF1OhaUeZldzRvXSxYs54qKsh3Bcrd99Kw892SX1eVPwFuW5+eVr5iT7hWefcITODtesQ1
7E7FVdnm1YsvOm4RpODeZilFJN7CA0b961wOemaFutGDJHPWXm29s8WWSpddmTvjY6OakhrUZiRw
u0VfzfB1CNZtCYtTolDYmMy6RmndBKq1P30M0AnAqzsj6P6se58BbPU1/SadNXWrsFHy/GhVY2fX
169my07AA5dpLpelGU2FM86RlyPCfq9UX1TnDsy2ZuRFuh/QQpRqu3Tddj9KDcOHfKKV8sX1+PV1
WR+EFFK6jNf1h7YO59ZIhaPpvrV9PgG2MnKDfej7bKr0UHbtcCH00aU8CJchzoDPwE9FHBhOHwat
OnQrPi5fOhO6O2s6mx2mKUmOXgg/daGLIH80C78kDnPSsNlWUyw3IyJx60ME6W5cDP2Qmw5owETX
k0Ly8uAFhRuWeX+ZQ0DttW79JurMTehYIF5VEQ5gakqPBjf/MkS3b9fmpRw3Awg8nfZdxzEylmLa
p6Vzny3tTA1bv/c0zt8TXBNVyruxUAdUIZBff9AnXU/KpbtL58FUiHP1yGoH/dhVKNp2Mx6QXUbo
3TFLs3W/bnPwSLoIv1Lwjsut09FS9CgkzxlAjRuugMuxsAiBi/zV6y6MYXSP2C4lqnY1nFbyoOyk
80rHiWaz06p41twNGHBU+UXLbhIXpq/ipqHqMTTn9b3Q9fJWQ6+qOac1uJW25l2NWWshB0UQl164
geyAGaWrRFTUrsZwgUnhJLoh6XehexBjOtlp/WLc6mCo235oh7XdedyAxjNbEZIUzn55o4DTwCNf
mq09oLp/0DHXxpPMimhK5zSiTzgNy02N0eZsOn81784tWzl3q9jAkLa22Zm9yUiicS2J7NZ8r5BW
vLPhlUdKCKuW25KnHyRJNHmUlavzVqOY/dJzb74N/Fl/0GTWXBHQe7pXpV7/TWvTLWq5zew0mK6w
IrIyHPQuv5oMZt5+Wcy9p8Y0ERg+DmlaUItQTdsZBfD1HDlLju6T4ofnlbaiUC36+LiiaTrzA7k3
jVHtTVV4vxLWVyN2NdT42jayv4fDRgE5SOziaiCbjSB1Q10jasnPJKkyp5YLVP2Fg1a10dvmbOkt
GTkrCw19DEiz7y7lXcMKY09juR7rxZme8pLShpAbd9HsZkcTB90hOeRpC5TrPwiGBP8MlTi9UaGf
O0P3haN5ScNmFbBThW2LXYAujY8+1RVbrM2K/alzrrpGp8y5biaXQVE3HlKvuTTX1L4pi7Q5+tDC
uOAz4dMBaxsvmFKSAvCTCoxmmD9VZcwRviRk3xZdTgqgHiRjkmdtF3QWJ5ZQsVgclYj5FKaoF/bB
oksYK/1Mnn0/Lu2uD9LlHK3nBiLRzsZDlba4uno5rliVPUD2EG/ncsRZ/Gah024ivEwb+8TJ+Vl6
1SNOC1TFczGbVtS0QnyunnOP6BJBNGzTcmxIwTiyZJajN+XBZdN2OcgUAb/EQSEGfzjVDjxoBX8p
8CvnoNJxiE4Ju5fgRlNowx3d5/6g9iRk1vfZWlf3pqsded/VIef5X8FmraDiqT5cZdjmk2LUjCRj
z8UPWlUkv560yKLJ3p12xr8xSBa43Oo7krBkbPUWBZ6i8vzLAO18pyzinq1Sdg/D1luvK3mVM2aM
wJjuC623o8lYs13WSlGiCpvckq3PH/QQzq278nLbfe7Yh5BlkrtzxSxVR0jQES80OPIe+omU8Jip
ML3j//VnakAnCD4RXKq2K28RfWqhR9fjDJowuLeoBlGSV5M20KvYN34Cz7HdNC54by5t68xwNatK
XAp+7jQsLKbflY8OoG62pxiUbUAu00O9epekLFjML+zMa8Gsi8SsToLKSHlfpGplpKl5flgHUR4z
MRAxLImtCjZLP6N9ZmNm77SnsUNdp5n6mZbaND4NqXOOWVAlmV32r9XWA/+krfWKql9FQJukZKQa
c2CZNw/jIHpQPt29ymu9O65+Ja+FNgQ7N7PnM7blgGfKe5f5vrtbOTaKkAwmSEOb7z1cDfTfqbDY
tQrxMrhBeTfn3AlbXQ1Jtg3pxVb60z0u9goKdNZpsewqzTrk7Qw5PItZoXg+oWzkh3SvKJz9S7ya
D3ojunek7qzDBdiDl8F/LwFFkE6LNj9KMLUqTpEM7ha9qPYrk/aja6DU5a+a7q019LNCj7PWz2Jb
jDxyq9o5d3JNi2UKxbRJpqZwdSd/iF3SLE4yyXw4d0bsqLE1WuO3CftbXMKv9hizdwS3p8eB1tyd
6pwxIrKzQcFYdVe0L5nf8jLQUGqe3kFzq1gseeNio2BQC1eAxr3guLoQ6SyoOlz1vUmQZ2RhNYrX
XILUFUH3+n2DyIpipmk5SF+3SvlxNQXpdWf0tcUNDisYPs6moM1My+2IldUmKVpT3BPS1rPzTVmz
faW3lfkwTLUfj7IwH9AY2MSz82RpbAig46f7tK+mb4WUbAWuq9hm/Gk5bss8Fo95t+LiCRBe2nuJ
7ebQWVmdx7WP0CZapnQhAynlVucyMB+/H8u9OVaEcqC0+LXJs+AyaP3xWzMSJ9qGVsZEWgqdZ2uo
VqcIYxiMNrY8Q9KX0U9pE21YCZddnWXrcRgJXut8Q72cLL+RLrP0mNduHYTz6XLvWFP3Sv/eeJUG
BqCZDTmK+Yo/5KZxElg6oIYnPhswTlOqeyWKk5Cfdsb+G2nC4Qdo7ZX9Lei5LeQkAX3mTl3+6lql
jT+r4cvwMNgHv8bHkyjkr0ccrd2rX67dy6g01mfgic2IjcnlP7mywxIm9aPk5o8ZoOfDC9Iwowkh
qoHTh3Povpa1uhha9PWJrbMxZevMn/r2nB0DMRDydnr8WSCDG9vp/zKq/Fuj9/+PJPL0QX/zxP/P
MLQzh/73I/d/DvV//d+m+GHg5gv+Mm/b7i/MbLTn0kPk0n/9+7htW79Qou4AhhKAeIpzgTT967yN
1PE0a6MKJJsMy/ApGut3qSPMHflPPlnPCNGIMfw3pI6G/r2S4vcJ1yOviFGTVGzGevxLKDJ/HLmZ
ZqeV4nGR+ENToFbp8hgOVybdhgYacVOG9thCllh40yN1n/6ZWbtvqDdjUZRXuVa6IIZPYN0HPBrP
1uqej3l24bUrnlxjj/ls33b9XimqNlZGv92CYHrImvqp1Mb8ohTdoSQLcKwDHEnD4MZGUFRvFgUv
SGPGnVdtt6nbpbFJBu054kc6NbJ3g3TnBLtlCC87h7mDMmLxlo8sZVu1YWEi7YSIW3l93/v4BoUf
JNs8PmlrQfpJp9Shd4R5zAdjBJ/d7sj7OMsQU14VduPfuaKeb5XYBNkoU5UscjT2y9DD1SApHFOt
vZnb+zFtH0/V3haw+q1ZZkR994IL7bzIkEsQUwntC1Mp2p1IYS0bjqbHUe9usrRzdkFdXnezNe1X
mXW7bbGqj1HqeN0McZDevIV5PbPNNylYvYa/QayveDcd3EiojbZ6uZQmqPVsjDth4DKpCjWdLUxp
8D7ZfDGUuART/3G0NQaHeoL+F4/Lag772pLGrTnObhJYZPnKHjZv1e7G9LWVp0v3At6NoSIkkMGL
dSQ80+Y9d9r4ZZmzjE6lnBE0qR3TIxsrT1GQhgVAWS9NDZ5t5ORQe11GhXKFt6DrSP115nuzaADs
qdlqw6UdHgF9mtDRqiD0vUk/2SsnTLL6Y+Ajd8mv10nGbjm+NB1QsguzZKRqP7jZpTuNDBujjSAH
6DoUjYimVR8iWxV9uMGGP8FwBdeEGiIr2Lo3VEDqg+FkJN65epSDd6dNQb5FjtiOtVgRVhIrGCLf
QDK+CDhYzbw0oVs5IWgpg00Ppy31LmkWGcLUhKfIGu1opOKrwbRVYn+Kuto9t1pobB8uMsRFep2e
buyqAcQv5w+hP7WDeBr8EsG6mOVHTl94mBblhMZeuaHdq/SGJGIiyfRa25WaGvfekssniabtnECV
NelZkjuaVO465WtR71fZ0Wo4EgVYOqAGtu3ZVelXUbFiSK559EkmSwoxWLiXAYLA/tDHVppL5u9m
7jOuk0lnp+sd6B7yNr2G4kBUY0QpV63QRCR2EfRLTyKbV15Jw0wIVrbCWYpIpodTScFVNZ5sWUP1
uOFWjNi/IvoGSZ3MplvO8O6lWfwlok62evQk2Vl5a7A4DRwsa+WzUOikbzjTYdPnOzn4/ZWTEUy4
en1965jrR2CX6sq32/oc4VTDsCYK3L1TT9p4NaGoGVzCx8Gp8LXqjddf4YvD4gYq9TgXjJrUIOZU
aTrNc+mYwXH8zvWsqAuBErs1xE0/f6IHqfcrBzBDCvXfRCbK7ZYdU8SFMRUMSt4mHg0tNW7Kpvdk
XH/nlcAkcUu1zHx3ENrLzYTz6wJkobnzvpNS3neCqgz6gbBMSMKI6A8yGhcx4wXZTCdBgqEegyZn
rxq91H6Db8Py1TE/hyU6LBXO2YbIoBlIfg2swXovMj97HryusnbGarfJ6E9bYqyMC6so872plax6
21/qw+hisoQW1YPEwBL+hJVDxJvvGRjpdO3SBdhwybTk0ReicK6E36vjwnjzOWKmw/a/zIfNKaYP
0bfo1xq8kzuQwOBgtLzEs9aXH/ZMo8nkDdu1QXJ4TsoBntOw21x4a/I3dpszBysSEVc+YYLPLkdn
4ElmW1rGnr15ILObvTO61uDbVBQZW9ZgXAwz+hbJz3vQ+3y5tbbFvVt6fbiwc0d99UQNMGN48Pfr
0FEhEzTro1d02kF9JzS9qeWt8sXswew331ZQ0b2ORPBysHSoJoMOFGwmwU7LRX9BxqMX45cU16aj
+S8ZtptEA6I5g/0GYsOYA5uqibqNsMyk77TXErJZ25V8E8ztN6aZTfu+NMZb5C642x1ZnaVscREO
sCxCLNvtGDiqR6LzNdyKxnxwCUQ/30ib25WcqyhmvtO6qwEnt9aT81UHwric87J5m74TwYTAFHFd
Of2jBtEWobT1QxMRDf94EOY5EAQJd+7lhCboKh01AMEaexO7dGP6B1CPLQrQvYW5OY9nTg4yksPK
onfDloekEqElaACB4MhIkpY77GVbAjF2mNsv9Nabn/0c4VDmgD0VafY+pbmxy1ZJZBL+3KghAXW3
zMKOKRA0kmVqPRLP8vFj1QrxkP0/7s5sOXLk2rJfBBngmF8jAjFznvkCIyuTmOEYHcPX90KW+iqT
N8W0eux+kUlWVgIDg/vxc/Zem5S0o9kLcVqo2QFNhxpb6EgQee/Y1YHjacS3n2RyX+t2tW2rKr/W
ot7bIrAYLu16eLCdpNtTc9u4UUObI5FVwDRz3U2XDpA5XKvbSHrItGZVfc56lIphZuBTHmb4keXM
BLTwtL0Xu2IbZdJ8hZTAuxfNSy+p87amFj7VnHo+rMIozricqsBs/BttLNSDrcHnabGYj0TLGLJ7
CTW27WryOXOA7VDleKBpfmhMdRclZoA+ZTFKc5JwvHe45gHSh02GZzozync5uscRjOUqQZJgYXRE
SGVsqspdJhZpu7GipFwV9dKGbITH0dbexcp5jpQ54s1W4QV/PPS4/rllvBFaY7/xCUfYezghv6t2
ptUkwvSxGye54qjUPoe0zCtXK6+KydEWyCFuPwxnOBGs5MkblU+zrrNXJJXYAd5vf20l8bCyZaof
qSFuLfQj2UC9ldjmzhnLwHA1xcDevSo4YME3XyPy1jfZkAhGkM42d7RbpwAOMtbWbaxZL5Oudc82
+vKC4d3ZRpO8xwOyr/q9GYqNZ7dbC2zNIffCTWWSm1pOQ77tyCv0kLcd8GJ/aHWxiZluromOzFZ6
T5e9xCK6KVpoFla6tzqFPt+h1SYh562d2k4Cr+BkrusV/V2XIiILgwyr31BU3qqe6u8e3y1Gidux
uOvdYe9ZzotPsigq4UtdIfUenQhDz7QtsJ71/rdRTrcN7IdFEMkYlUV/Q0YkG/lwGXvVZU/R1Sce
Edm6um7ZSbNU5dsIEQd7666rncDDqR84vXA3CdC1U5IX20xfjHOt/4BWBaGBO33oLaIHhTeQhpk1
bgSkBirUNNnYiJs8Ye885QT0urIj6pWNkRQfdST4h8MdCekMvl1RQUwwxRas5MfoTA89wIYN072Z
2oj2RBTtEKe14HGLcJOoqiLaru33wiF9E1mIv7MTfA/sfdqz3hnJzoqQafctVoASMMJkb2afQQVN
NICe+mzfegkoupa2SGuFN/TNaQh1pq7vuoE+X2+pmzAx5FVkeyXtCm5XWSWANCbrVDdIxoqYBd2L
GegPGzF5hgzwI97PmkTVF8rpbgICywvfU7zF0Tl32/WA1mjn68kHTkRG5ALIPup19GU50ld3wNu/
Go2BrcOZnyJ/REiD6vGiQvzABIxzCHi9k6+l3r7zI/dkq6IscSdo8mnAM7qKxmI4ILLDxmCpeT8g
loWw0zS7pim1Ne9u+KCHhlyr3Hev+jjuoE1n8tiICYejGBnlJ0pbVTW4FBtyxy7KO8lyGl+5OimX
Tt6Ja8PX1IXp+qDc+r6+DUs7frbY3rai0+cT6tEZjb3jFWep6exp5Tjdh15eV4FQEVJBv/bXyOeY
Zi2WxdEMLQrpcWEcKu9IN9haWw3FaGtMSPwdN1Xfh9Lrd2mPXSOs5+t6rhELm6I0LqXfoVeoqvSI
uNMAohCG66ou+3U36OKpF3N2FrmTXpfUWBujhBVQVXYVdFrKkIje9o0riQQXZq49swR4r32W2acR
u/Dad63+5HXcnkHQ7pym7C00KYGdQiv3WKg1eAMkQ9vdtyIqsSSE/bqvjEevKndpnASu2E0zsI7E
OXrzB/21NX64D4j7WM2JK1wxHQncvjg3SDVFGl2EgoU4GxFmyHDnzQiKNO++K9R3qm0CMo0YKI81
vDRWmGybtLuKs+vJmPeGQz2Ff39X1ItFzZzw1DZhqnbNoEpEULN3CH3UrG3DvqoGVHVOX1D+z2ot
uvoa91xnBpE/0zNtItrJWCSeJcSZ41DMEIBSiflitK+bBLSQayF9oJtIMR5L7V4RXhmyMTjRNz3J
qqBvu3mTOUpKqvCs4gRTuAHx2PkNZAHnKtHUvY0FwcQhDJpr1QizfumFhZaqgBO9DvO6fkc22QZ+
qRe4TNr6udV8fVyZhLzuqnZMdnnbQy0wiuG7KDTOz2UV8h5MQ3vG+DGtssoOL8BZjHD8I/lIiHd+
FrV8yOjk3TFrGTe1gaRuVUZje2ZPZLOIpHfs24HznwGp2qFj7nMwnywXYAYN2kU0ZOlvSdvrBms1
s7/aqDz6c7rcOvXgfYyehX+st8RifHaSPbnh7a5ZVLx2laW7Jsybc5kwsBvtqt/FsF8ONPzlo8b5
dmWk0r0bl3xFNFxqnylGFJ3fVWCDwnBfl7nL6BJ+flTqzS2IR9RewjJOqJNonCq7yHfO4noxFv8L
XTOysAbnmTbxjpEGt003W3djo45bPAdeUPvp8KykI1FdyRmpyuK2MZvFeTMYOCSyxY4z/3DmIJ0y
L+PFroM9cWJlztRTy0qx1RAbUKaoEObc4vUpVKnQMDHVQqogqVgS7yypvzixDwyX3Th/6pngLV+o
8aJ5CPNWcjEXaeHiM2r+9hwt9qOCLe44LZak2Cv0b26I+WCld71/FIt5qZhtfEzIt7RLtZibcHxa
U4AbKjwWY37hMIv8LnBDWYstam5sExPOYpVaTFPJYp9CgpgGoynwVM05bUoCdCdUSI12j6Ay/UgW
G5buRvOuBNv0ggyczUCDkVPmvTgJvU2CfjFzpT98Xf0Pj1e82L143Di/wsUE5v/wg/mLNQz4MS4x
D9n2jfPDOwasO6BzhJ+sGDz6TYvJLFvsZnLsMO0vFrTqhxtN/nCmcaO611hU3zO9F9f14mKzLL++
8BdnG13y9CX9YXcrMUvxIuCBczx72vjT9Cai+UXZ4TWyTRZLTZ66vN1MRe+ufjT7/lG78/9PpZEw
sT7/977nvaz77/lb/7PQ6Me/8m+lkeEa/8IPu6iDoDYTCfQfpREdzX9hs7YxcROPhD3qP1ojzfuX
TYws+QzIkMhFptv0P81PbaF/enQuLAMEoY9B/J80P3+0Nv/T+rRd0tssKkZm+FTCYBA/tT6ZnqDW
cCr9Thg3Zn1VRptwm5Y3kzhJcSLwwtRvq+g8lSauk3XhXFZF0KbbmfbMqnmiiJ7jM07CvmSaeoyc
NkDMH31Iiti1fd/Qd2CRXav02gUY10IN20TWVRGvR+PUOdeqv/CHXTTxKZ5rnwaMdXDQNXigsjhO
96s0fIibFx0eU7Wud3Jcd8q7ZypAugNcovRol9dJ8qoZL055NeoXBHy09VUursq4XekIlz3nwsge
I/A1Ein2ZO0nKq7oDuocnZlVfdXWR/RXf38K9OP/CxmVvvRPxtt/31HBBIrgZQ9Z4CeNEpVGJz0m
eXdI8Z8paZPNGFnuyZzdVzghq6zDQVhr2+FJ42u/cE38DenAnO2n1/A3WqnPUikerEurHQeuQaPc
EYuS7edIlBKBc2W21nyXxeLR6A3v1o70hJroZDMnHDz55lQWK+2orYWHxESvxNoGL3knU20zK+Ph
67/nV6cud8XEPL+4/AET8Pd8NgRL6YloMj1IPQIpew++a9vO1nNnUqykzlGYhnYwPcMI/vnC9P+a
uHHJpfjvK87qrYzyt2/f2/jXNef/Dlt8VhWqUSbAYLX5tpcQvL+1jZ73L53kIQuFIvxrwZLzP8MW
wYRGAD71baa87HuLuvXfwxbBAsZcxqMHuACzCUD8J+vNr4xTVjLCbfn/52jH6sUMZfl4flLRFpGY
cHr6yX5OJTks45Tuoth0Sc4s8x2Aamv70735zWewiCX/s7y5EJBQiQBOYLCDmo0l+NfrlaZBIVOW
0R6vwYgKpA3vLRVDL5pVejF5sc6BALHP1xddPq3PF2XSZSzLPkOtzwmoovWGXkkr2ne1rZ3bPIs5
bDgmuDqoq19f6pPLf/l9DK7AdYAKWYgMy2f30/0soebOlSMStGpFevYJOCeQgKU01LNs2xg2/PbO
pQZd/lvs6cMfvupPl+dDJqkIPwvAcfLo/tfgzMa6C0zVa/ZZx2kUOZK57eSsXcMGxdJQywahTxdb
l4ib63dMs+3u65//CSvsLiubiTyVPdJ1l53yE6ckG6hueod0+bBfHnI2igeGvMlrphK6KxPeYerE
2DpVooY6Wve7uihtNFyjoI+vuta4cx3isj2jH54H6LrR5us/8NP7/uPvE3w4PlF9MGg/Y7ITaQMk
z/V6X3sxSpWiVJvWHp09Go8x6JaJytfX+yTW/XFDPFsnhMVFFARy/tMLrzUdIsuub/dY66HeWpiw
DLIkWSwCSmV6V7JOb9Mm2wATCAlAEx1St96dzqMkz/Xv1fe/7oU/8pV/+hI8VnydDDhWHFgyC2z/
19eTQlM2i4dzj8PCouXaRL5cKVe0xxq+OKeShqhRcL7yOemrb+QZdrt2cOagXXKJV33oxbfwMfRX
xlgNoqOxiWjImon1GHV9dWiWOcYqwmRC36AzaNQM5E/QZvCTc1HW2qGIPQKrBG1rupkyvHCNQn/9
+oYv5eDPH/uPn4iL0OApL9/h5y+wggYOQz0pOC0PnrGay7o1N11XjQ95g/hJutX4KH3IXsxtDP8S
zUq2JUc2Ojc9LBnK/u6AmKx9V4atXc/YQ+5yu9dfR39CgKrS/A7yFjoIaTOBavv0m2kQlgF3XACF
0vDigwRDHFoLZT5azP443MNNvBgKpYI68vO7r3/uUg5+fqC+y7CeAzBEnIU/9PN6o6khpLcUQy9d
/NZOj5cKTq+2/voqn78aXhtDX+b0lL8+8/VPJZSHXYkwcJnv6QtFz9rSrA+79qCa2f7uZTQBvr7c
p/V6eYTYUTxjWcgY233OXXNHvD1zw+XMQkaooZMjfxjsY3NUf1gOPm1Hf1+JZdJks+WrWEr+n28f
6MgyMts2J4Ywii5yemEPqaPndzMxVMfeTPK7Ajnz7dc/7/Mivfy8BTtjsQyxBIlPdxP8EkopRLqA
47ronbGCR5Msq/kSAYwY5gpFtfmIfLZ6ybql29nY2p8e6O/uMBoO7BOgHahJlwf+0zalDUvfjpIc
Pa6rcdyGW75u+xI3KUro8A+xs795e3iSQIiQcpBf8yO64KeLKTNFw59Fzb7S3PzOAnEddMngcoBA
fx/nXffX1/f3szVoeaqmaQjwQchSuMGfPgpp62kC/07udTB6cPQYTndB7Epca1YnVbGetWy+NoBX
bmJ0bByxpJeckSPQqUUq66UHybwWFV/SvvdO078XokL6HQ+huR0SRzsjKfyTq+O3T8RxyCVhZdaR
5vz6RBCwZI6gy0+KTERijkZlQqJ5ecJE8G8t1H/dBX730tP4W46qiNIwi/x6qdJL6rbmJ1EONeGF
IVrjAjrscNRE7R0tMytPsamc/dcP5Te/D1zQQgfCYO+49vJH/fQSzINVZ6KkOTuCeNi6Zhle0Bl0
9sA6tT+Q+3/zfZk0XDjBkyQJte3z4yeqKJ+nSu7DDuHhtnDS9Ex2qxcogPA3PXrYgzC7DhFRL+3z
gMTtDy/8734rV/cXhxqVmM/54eff2uuzOxCfWu4LKyLVATzHGQigf9Un0v8DsW35LZ/Wf+IKAdZh
mnKXXf3XS1GgO8tiWewt9qzjWJrtsXVm9mZPn83HCDYHGktGrEet/uMj/c19pmdiCMB3QMQRkv16
7drL8tkenGqf1LramfS+b+OaoSTiKwhs6TyxdiUD6VyrqSGPhmYt1dbXb9XvXmVOsrZLB8bGFPXp
Uc+tFyrl2dXeinVnHzFjAr0a6gH96Zsi0mgm5ALw7tcX/c3jZcW0BRUG4S0c7H/93R7YPL1uWTyJ
gPBhEiN9YihWI4MhOzLdfn2x5SZ+esAg1zBoUT46Lqe0Xy9WcULywJUxr6ZWu0yK5kG1f6xSf3MR
QjZ4V6lX4f59pgsWKDzsucDr0pFdAv2j0vwUdABN3a9/zG/uHA02RIS8sfyqz3cup5GO1xKC4AgZ
4jFLmHWvqgpwgcrMsvrDu/GbT0Owl3KSIq+LI8mno0hDpoLCX9zsHX7xroj9RGzIL+h2M7OvE4Zc
7TrsJVj7QXPQUf5PB+D678fzM0fxd/fTQgZpLz8W2+KnHR59LUaksWz2eeZom0ZZ71rKrvf1RX7z
7gMdx+XkGni9/9cejsK6dkfdLfY1/NjLcKZomBmdHKNuSLZtVoM/S/zoT8XLbzZzvnX4f/wytqrP
B6jZinFo52Gx17rSeizRk1x7jObvPVNCZXaKP33hS7Pl8wdgcpIlrZPdw6cc/PUDiGipFfmMjSzF
zufswY/A+k8TLf7gY3AfWBjA9va+PzzMlRde++XgA/FOJDCmyE7rjwr8992QCk4BTTm5O/RbJuL/
IX63rYTaP7M7Mg4oCxgIe7VvBia4qr1EyX1P4VI9ff3QfvMFAKcEX7HsvfRvPi1YpqO3nYV/Z4/9
itwf2LTmhlQO7QnFhLr6x9daFkY2BrqfPmfPX++ci70CAUJGcetoEViKYSbKR2MUsvQi/vmlgJ2y
PqGEoXL/tA1NyFLLSUz5/kfHo9URcukhYGUrjNP915f6Yez+dUVkXidoMyzwRgK0Pt3CIolw340h
H9cYcaLuHBMHvOFUO6PJ9deyExjbrcaW81WXT2w+/eQ536A75Hettpgjc94zTB2KdAtSCh4s7BCg
yHQJ6g2S+fvXf61YNoNPfy1rEJU27ToWPefTQ6itqbWnmIYIw8XohFmnwpyWa2cmpnTFhySJ3ns9
bu47u44YMRshMSiNQP7kxjVsMytax4be3TSyQ3nrchaRea82UP3ao5Mo72bwynHH3BrdUegUp4GM
qT8s2hy4fl1K6RdQSsGttPErIXwyPp//0rZRGclBFSg2zUZQ2vQvoRCQyJCBQReympopqWoxcw7U
A9zyLEo4X8/1oDD2KkwL9ehhPKADXidgv0eCGRrPh/9OXLX1SJ4GkLDBEtJfS+m4xS5xzSqQ00zh
Mlqk8+19hIfhtrNwpCJfTplROFPWvMWWVyVBpleQdzi4QfqwEPiREi5PWaa5Nzp+nmONLOZiskY0
Taqp47VtR+Iqjaia1lPrAtpuICEOOxg48h23IO12GTpEVrvM/L0J5EQ/p+4x9DP3wUAEtPCaEPha
0gcEOO5DLH3BWBtQQxno5Xfg4LVvXhWavJoEu3x3iWOZs/JDN6TYQK2Zg3g00Kdkfo/CIoIaA3ju
DcSShvVRt1ZdJt3LXGjknqB5uwdM880nSeLCrHzAYa1OmohF9/EhNm20p2YeOwfht+qi9rS53+XG
oiko05xEkjpHljnxOIYy1O5rOSVY8YAXIZIG0Bvbo/Zhi7YKPNLCFQOaBOS+neT+fVKb4RUh3Dnv
q1UCq/QaECJVh068q1p7DrQZ+V3K0IAsXFd1FygzfdR/faje/NrM9K1i7Lkeq+G1BdH3zosgoU/Z
xfTSoP87tGkN0oxTSLbDxId60GscsnCGNr2las6R2efqhbWz+Avq+nigqWcie86rRz9SOJXtHtJw
6YfQQkRW8YyG+A1D513rqke/yIGSl9bsW1theRI3EIL8q3Yo3FU65j6pDJho1QrsDUCYPCE5Ndbh
Do1oAjdiJlHLk7q81uqyPSfs4E+Jk004mbDYeuiFDppZ6tuysLyLyS8gtJRkor44ltYciHZCwqY5
EedE9exWGJ4Qo8RHWHnf0kbZWxJ7zX2BjgE1mndnjfLNxQIKor7S7jqVNfd26pr7duYQ2gs5kjne
FOqy6HUrQxptxkFrOIrcrFq8c2Rpb2Izq1eTsrIjrTxxiGpnEQobWjBzkj3rYRw4RXo/hyrd9Mjx
j/RrIf04GmLlkviEFVCsIZCwoLEfhnO8ltmITy91CIXbNmjNtqFRY4MmwjWCKEY7exV1qu+DTh+r
xf2Tc4LyJr0LsZu3kAZCbWd0mvc+1knGUQdrmFOipsvGECllGQPKhA+wyeY8OvczWj7XjdVFjBaO
MISEBKRoIf4hUls8dBCUTqYltHWJ5W1lKNt7VUPKYo3SCHZPjxeBd9w4FE26sDuUqT16E/bcOZyf
GgRCcAYS43uC6uYjxAX6oOmOfJ/rmxCuC/s8K+eOXJxoC+8zvRrnsDqD7olBMhZd4q458ci17dT8
b3dAF4eeb+clQ3WJq1h/r5pk3OPuGo/DrOm30E+i197QRKBy9CNTNTKMVThJ/cZmGxwqQ93WnRLf
kfYACaP7uml1IPV2KZ5a3aRLrpU1w4hm7GZEQLE+nTK0RDFYp4rbJUEmrp2qdh/CQeufrIxjXgQM
kJCsyS4LEHS62o+dmP7y3LFE2TFSzZCrXufIOlD5rYoUHCsKYvNqIqGRXKnCGm/K0J+fYJMae7sc
xWZ0e1XhHMeYgEd01N6NdELPo4sYXYQqHqs49k4j6UPruuFd26BcA6FkgvRc6wOMo7Uqs24Xl0nK
vFlL9hbFzNH2w/YeQIKNY9qGsMFLLKpruzRjbY3PD6NohntuG+ldZgRGOy8CyqFWyZZ6yD+PBag8
vUdPm0SVeW9XfkhzxtSyAw9P1FvZky8RZUXxzeGwcoe71Hxvyw+CshkxQM/9Tm/SDFy0g9lw7lgg
sftZ9k1rsviObuiuYzSA6zzX3bvaKPxT1/XeigRrkiftQbGYx2Ydvjmq9a+6Ki2P2E7rYwfCClCz
rffPzlCMF0bROWtbxSe7ifJ9MaakOxhmtjUbI19PqMXXRt3UOz7bfgsfsA/m2eK34r6Diqe0rVE4
1qEm0JUdhBridXAcHfIx7bk7RE1+9kzsBqhjVxBZYhEWw4tfYYHupu+2VvUX2phbhwnK7ovtkEPD
RCO9EZXd7FrPre5ygYe6cLX422SV82OFtTgg8XnXCZHf9K71SJRIudJxB4LYHUcdufY4sXrJ0EAZ
QJ4XOZkcr1+s3LIues+OjoXZO+sZeUy1GtEjHuzJ1NEn08MlfGM2u1NlNcl9WZQG0UnEb50LZQ1X
9eQ08th3ti2QLOs2jNpR8RDiPLqZrXSxb2D/KTTJzkYYJIwxzU7uxeDq2zAyx/tGat4ujD0VeDZD
JOSnl5qlQBHh7KHTXSadd0cupTNtaGqG2ip3Ku8+dsfiBhB7Va8rocXJbugMqtPWNb/HehNtrdxs
9Q3RQwlwQBtiSwGHiwhCQFThRKKWbWdyw93Pz5au7SfGDe8m7Z4DMu2UToZlk+YSDuT6xarJz2oi
GikO6zgGsWVHMFytumIGMnA820QuzrAR5RGAzbz8yLXeuKyc2H5QfmmjDzZUdFZ5YuarBHE1i6kk
dgZHVOUEsnT6GwxZYj97Uh4E0k0sS4k4Tb7nwgF24stqMpdXu59PwE+SHQxGjkfYOTFdOgZGIct8
Q3jgrT0tB7KitTCd4Lhkm8GBMwn8sLjVYSwFFkwF5rFVTba4ob7Hpl8GM9XKqS2jGgSxKt/UGPHC
u9Gmkpo6dJ3v4/eo1TlKGDoApwW3C6EloA88rb1RppvKArGhhuZJb+yRHJzeeE5atPFk0D8alTGv
vayGp5Plegd5DR5AMsKMmCShfGXpp3tnlnEQqYFcktLW9glIiY1hlOY5pEQQwyCxhnF0XEesfisE
d2SkMLlB3V/Hd4zRil0aNfHF3CE35B/jocc/Y15lcIxvTdgkl4A98H4PfkcjcOGEVWF71zCP69aZ
wDMHz4wRqj55B959+RSbjbYBoxE+jmnd3miDTJt1Il25LZZb1LrZtLexVW3cxGn2bjNEgZk9s/ux
ipciMu4tI5sp+6HJrmgAczAxIlgvUesgESyjo97Ob14smpXZYhMQwKP3RonXHXEqvhetQWRIgfPh
aIV8VXPZnPBnk8U5Ni9u47+31USp7bIGGqy/Q2bj32iMV7in8tpkXQjKqJhv3axD2xiiKBJachP3
pBeuKorpXVQXGM5EOa+N3hk2PbpXihAO1o3fFRe60/qB5RDHGNZFc/J8uLGxzCGThMQ+tmlDaFGS
XHAIAdToCqSA5mQgap+jJ1B6EY6Q+NYyi/t8Ii1PtV11nEsNqpsVlmffLPrlG+g2dWi995jRqO1G
7ICC/6DYDMqiSl6SEuddTPG4MRon3KfejJCJ/KhAS8Hb4l7L0dIXPovB2AaiKJdCs7mY0h7HX9M9
gnwdV5lp90cEXDivdFiIa8NIsEcYuKn1LWw3JPOa85BOBVCJSqtTFLVGBe8Fxxhk3sgPyl5zLtK8
i9fGLNVOFZq2w46GF0wVLjamsbgisbb6qyrRsbvleEfs8A8Yr76N+6R46odI7QaOPoGQw33tj4Ih
T2U/5gmm1SaKhqDNhuwi0nyfVMA9xs/pmOuVfhD5oF82PfLTGFDvnqQrb4WjPdnUWtUe5yIy/xoS
U992TtpCA3UpznpvfLAsGMPc/2rtkjh1ZMjbI+s3X5McTjgGzzkgmZE33AgbWgJy3xTpvE5tmPG5
QdLPCq5BeekPXRVkDfxwMdTWlSdN92DE+V9Gm3SPXVhbe1Z0dQwbcuwMrJ+B1dvR+zDBeyasK2YO
amaPrdP3bwhw5Q1gneRZKLjYtV3u+sIzT6ShthuUIs0KRqM6agTh+fukpJcgrZHsVURTPLt8sUbG
qvzAM5wgKoZIjEo/7mkzJ/peF0186TtxvbYiNl1dC7VAi/v62ExU07EK1dY1pL7hkeXruNIaSnDg
qP7g7Uzu6YrNgdhKPParuu3WWpLZgZ1i6cw8QfGJBVMjtnNbDFm6Nlu/uh2zHFZ9wlpI6m4TwOqx
UKSz9jicYTYpJOgLUDwjB1Ov09akqZZbo6txACEwQKUbmSDVKeyT1ZBm6mLCrHLtOso50aNptpNj
zrynzrHBxVdufHOQV0ZiG1clFeBeo6o7eFmP5r3jRNxit7jNOTOtuMCw6TwPk0VSNvEKHPI+x6e/
HvXKYFGpQcSE8zmXybs+6c5lXmOdwCN9qcgMXJEm+82qu3TtFtmFl5DqJgYhPmRMMltfl9MNROt8
K/QYCXMyaacc35bAWAVsaaU7/UOoRHnGhjARhFxedkq9MhPA+dzqT2WGrl3rJbShWGgrUTmguXTk
7DlgT86yXXZTKcm+TRMcUTE8/rwyhxUa4v5oKJFwMK/DHQmtMV/7mAWxFfqPgwHTMU+TvzIbylTd
0q8kOnZeEugYfliqm3b2HBffFLXVtkPVcDBAN14PqQSaKFhzXZ1iZdU0jB/XNdmqr5bK9NVQ5FoA
xb540No2PHmt422zEFkyaGEMstCIVmKMpiskI+9whqdND6gsXjWx+57VxLNxbjL2PkmT9z0SZpId
EUcavYTX0RWpuUqc3GX7SGfSA3haQAlnggESGPO+fyaUDn+VO8jd0I7dZU4+wwOInZINRYYbVZnZ
cWAWHiwENLIVhHOPTWtHqGp78K0Y64yvmreuh4gIeONS5liptZKXGzNkdeNEhf2XntePwhrKMw5P
grwmMJSzNyZHvwidbeqiRyfkEEchLPmedFXZ3k1ZN6z7gvPjeshHL19VY5KdzHDKsLTFH7POhKVH
7E+ujaMDZiZdWQ/pq65UWY3bzozFFlPvvEkLcgygkQSVRx9LQFVaRaA41nnaZ3thW/PHSEV61kIX
stSMTSCBzGE6WbxlxIQsBjncpjVc+Y3kN7k2a62lOuDLo4VkFyuXAcl1ijwARQ+r45ObjANBcNWx
B+J12UWDQJU/vvpZ8z1OUnfrwt3YD3Yz4cv29R0g3OIItc4h4axy1HcNeVUJBUeqh9Sf4qfcS5tv
dv2RNi5nTRubjQjLBvs/AXCumIsX4nyTDfLh/tiowTpiZVDXJE+yhQykJwUC18I+TA0Pp2oXOTu9
MKz1uJzlqziSW/p24W00sHiF0Qz8B9PAHbsrRviqDDcp/Ot1WGUjABHXkttcdnxJGcR6PGp1S8Eo
s+o1LIZx38MQoROVxUHXJ1hybQMrpOu/N3izjs3gh7sMF8cjnWn3aiJTGIRvqkMS8SNoPguMxtKl
v20S7Duc0JsYayknDANoKqBPnPOVxCg2NRmBHSRH6oFtTVa+NiKAdPxBdTVsWkEk2ipnBNduJNmH
DUeQezmM5VbSqT64WXYd264ZyIgSPJ69fG1NWb5OM9yRupyzA5ohAKW1Vz3OBUCyFcUs5EAOeGC/
MapNW6drsnFlo59FkUz0UdAnyS09KyYCaJQ7gC3w98jNpIwel6RxPG8RmdVbLjNchl4b7vBw95dj
mOtrEc9WkBfu2kCJhZ8vu3D75E3h4aSLiAm0pGO2xUwV1LMDjicklWSu/f40kHS3zwfruhkkmYIN
3izOTtWDrixI2voo8Kn0iRZIoHxPDEfQS9ucpKXu1B8Dg643TG7pTaqpae1TfWGmqWLQSJF50dO9
fiZVNWNZoNI2VwXw+O9VFBm7xaTtV6i9B3+BkqMcPRh6lh9czThF0n5CXox5pcAAktT9gzSM7JRb
hIj4GJQ2dm3NQeF73YtyesfbTeECu7bAx6NOIjN3wOl6h5Mo2+RmX+/MKu8vRkRpxwonyDYWVvxq
0nTNVhj2vU3dqupC5GEbuH6bfAgvSS41VXs7TlqwEqj4jj1v6YnKQELacP19a0Xauukc61gUs04N
25kPtBT8N9dD1d7ETnthq9G99v2Igc1AyHAjPepwKFnV1mn5ZDlO4aclT/BmDhPnepzMbDWT3ntj
R02/1GL2qR2VRdGWmf0bFnZIHJ0/Wt5q5B7e6Z2ZaCsdUva3hKkufqIWKiTYHjYM4G6HjrrhGPZR
e8FmjdfEC90TrKwK1jRe7X0vsuKwwCbEyq3p79R2Gz7P8CQPqav0w4KUfvw/5J1HkuTall2nQmOb
+AYtGtUglGv38NARHViGgrzQejicCifG5a/+5xNVVsXPHo1mafkyX2aGhzuAe889Z++1FXpMYb7m
o0MlkQwsrePKERmly3sboTDM0roPFdkh2srCjYP4dNLdqrSyF9nW2gel1ZtzPNwyKItsWmMk+cQc
Q7WSWqygce4k0I0BvsTVwtduzVHE/gJZ+IQL1iK0qpg/+wSXogmKFBqEAnQ5qtbpskpSe62iXD0U
UVk/ZkqcU02UC2fBEVtYk5jjITdBe3ugywYM8qsD4nnNFeVrIh/hCDJbfMjCpDWfmHN2Ny5JWXrw
LFLzKHooDq7dVNkRHADT/rwhSpL0zVR90cmV/emGnJAHfOblQc1sNmbcQrbkSniH78opHdh6OXEf
ZUJAmlNrlRIxw5NhbptGtr6WFAXtyrr4Ey9VbB+ow8gh13T21RnIZERyu3KLiMnb8lCbgD18MGrN
oxQn+jNJof2nXNY13UKS2KBY9sxIJ5aq96GTR38VI9/uQGb5MQac9ZATE/JcOHnzA+BGfuciW0DZ
U1J4J1XS3SHJ6prgCjvG7Wn2ZFh3moQMCHGhHXYc6ejf5+o2SjT1oS7a7rwQe0HmsiD4E4h3pZ+S
TjCrmuS+o17CLKT5yXCTBTvx/FSuNoLJphLodPXfvi8tGg2vqzM5Cykwm7dumQ3HxaHEz4RMpvcg
PXgniuVcNOQlJ2NIiFFioBJtl9man6qIHJzNJBZnDx9tbUjOHXJiv0sLwydan7R7IP4TwUQk49a1
CLz+gYCVdA9jVudKqItMD0UmlQlZJ1rxoMllnO+wTicAGUe71Xw5b1tSCQQ2lCVydDobKk89QC+N
2CMIkDUbQoJoUizo2aB1ioMFM/sB8Hy/qQfQhEFvDXwgAPv4SBXkRjHlf63oIXdppoQMzKgsRMfo
Nu+YeIEMpbvhRdZaPNDSiF9pw3OCdqRaDwdlkt+rzur29M8hFoqseJbnbMwBizNnIl2h30TECX92
09CfFWChe9PIhvTgMO4F7HaLJIf3g3n3NrG0e4f7lBN9BIqDG5Pcax0hHsRYXC1UJk6GHdRCmxuS
MJZt7chkjFtaS/yhSHF2xLSKpmFUbRq0rUnjiTQxDkhBTtNy9GrZuaXIE+BBSHJNoklK5ovw4Xxw
N8aRwZyys/llq0UpPAZNe6YjAFq9TeuWxaLo5l+VYzSP2VT2n/j8VIsWnSb9klRkmUalNY90NSUO
d0tl+jBPSYNF4Tw9tbLWvuAwhG6ulPYzZwbzbGnxvBLf6pyq1qQ+gORrssmXkulaHesVY1Pq8Ygo
I98p6ngIsyRDLdYZqodHhbqyZyE98xz0xODSnM29jLx5qhRwg52v1hHDg0GzMcdhfZdfa4IObOAs
KADpYHFntWOmP9t06EtcwxoXoskMhhKtXHAxYTAdxhR5rra0XXSPwoJ9l2awuKSoW/1mtJOTUzjF
ndOXUREqEX1VF4ZC/wldpqIBSqR6gIJhSfYIxIxnrRHcBJ1ZvxVqb36ZWpIdE6LQaEMuE8uD3KN6
7CXdgrvIyRw245JmCzMGmYenqG46lawmqco3CsN5TAAOMIx1uAOluuEilAOTo7CDS0JOBOg1UiHg
aD3Ho6OILT2q6UmCZbOVEThc8AAV4BvkARIsNy7bQnRKLJOMXPD7j7ljJ90esK71xWFnEn419jwb
aY8EmYJglRCpShWVWY+cbkMdDY+nIuSh8lb6iK/FAtxlZ1W12u1wpCT3bEUNtJ2W+NuduQzZtrWt
uD3GPB/CmxhxvCcFt3bO9OpcQq3dLEaVhwDUWXXzJX5lOsXHaSnqUl6mzl4oOpJ4DWQmRln42+B6
QID2gz2ygrYRjSz3JnwFLOnZ7fnuaw46Z/sm8y6XLg9vYhaDQ3ZJdqeST6z3vAhf1CFetNBIH3Un
R20fcCFNjKKirA+z28pcsgGEzjrPR9mIMH8D5Lwv05JI5lUhkZKinh0oN/ljOs7yRs3K5WTKdstn
gO73DsJNZbznRVuA78kSkyYqffVbh4qLNIui31SQcNhVhTBtb1Ezs7gkPYHdTd9UO1mqK8LaJHnf
rwnXgk2uNj0uME1uKP2k/c387Cdrzto+yWl0KQxgMX66aqxzRlSxiMiNpD1zpJQ3RUY2kxFLyX3L
/X1p5jw6TdhTgj4xxq0UKwzLZmpqT1QrHxKER9EfyIDvCBQqSzqtpWRH0n4RMMndquKGUwn60Eno
wlauqsxc/TJvKLZluqSbhHHNkYHparsZwSJk+ViQaZmYFsibYfM9zrXCs3hjgV3GGrgon4O5jRpH
8nJNtI0/tRUxN0Zn7AEpGgDMbGRFqlIbjzp39wasnwAuWlTGr4INhSoZb+22jqdTJtpuPDIKZcvq
TUTGpY76j+Ih2zozjugBxGuYxQa3ysiE1qttJh/AFdgv5GSZnnS5N6kbWzYpMmDRN2pL8UChJRF6
ZsfcvH3mMKNMakI0vckq2DCpDtUDx/jhsjQjbuw60XEWdh0y/mxWCKDrL4NCTItdYhc3S/YGSZqR
QNeztB+GqdvTmuDdGESudR6tcWk7Q0UgH8EaWeOlsutYqnpDj/9VqPZPmXUf/z+Ma8Yn9Acxzb8J
bL7/78F/Of36/LOX97d/869eXkXR/gY+DJ8s1gcNyy7KsOm76//lv97+BF6/hV6SozriVF7n7xRD
VSU1ALsdEnuNMFRVR6/zD2Od+jdMYjfF+M24hTHunzLW/SZ5+l34I/EqeKAwMNwEQX8QOsf5bNcN
bnMeWj2InHNeaU+zdgLCxS15Fxk0UqOXYQynQ18ec0d7+8Nn9O9ID7U/C45+f13e8x9fV070ric2
ZTyMS7gO+0J5kKfqXMZPSmJv5Ub1LkbfEk1X+2Zs+p01b61qL8nBoDOe3hb8Bbmw8f19y8T8DEUZ
OMRmVOblRiiYdHtrOdWGnPQBkQNCpgH30DJ//Mffu2r/2bzz+zf/F62m5QyjQJHDUSTdzfJ3ZnwU
6TtJHPpCd6B8M2YOgJ+l8oNtefxUEK/EzCzvZCgNznx2ljsmcZ5VnKW39IPfCaruat2u6lFRj2zr
+0Y8WPlTDpasFaGq7QGuTrEHATCY99V785PrC+hIN9kBq9+Wp/K9I5jX1UPZb8J2s2yjwPBrvwvI
4fNXnybQEbydGwdMu3xwql7m50F5kdwP6i0XzzVJQscMIrbX62yKL0Q50CgK1YKp5nlOtlmzizBJ
12QBPJXzXpDqrT3lzcruQTrwi0Mmyy02xS5RTht+MXjdeJHr0I7DUfOXYk/2gFvRZnKN9FJjnL6X
NM+iI0YDhLKsCsHgQIA498zLaJYgbGy0a75cGkKCIs8yt0X7yAuOpdu3AFw706uZCLV7vTlO4qz3
z025Z5ilGVul3poJo+ctDa1muNjxnvQqedxp45cJTZNu7jBuRRXm/FgIplru8UgAzKUn5QrKnaD+
APP11GkbI79P1pNxKoyQWEjaLsAr7mFbcMStA/gizKX0k9mNbr/4entx2pAfyr7CqdmAuJ8bN31j
Ok5X2h1/6Z8yEW7Iq9jOiJ2yZwCzEpMcn6/GDaPcc6yPUKQx/DU/q+hif+hJ8VZuOPgwFd1J83Z6
SF9ntQ8bR3mZ2NPl+ExraOkeOwGgUAHYMzVQrxIv57JLp3Twleog8ttw8ZfJTCD22k1h+HxOSTBb
vmSgm6E/52PEIt2zLH20uPzkBGT/CZ+4zXR5HpYbpvvMIKt3nrsxbEI1HINupwXFvnhytuoeDGdo
hHLg+Gbkyfom/yjT/8QvoPxZv/v3J4xJ9V8kybOpkAdnU0VLD8VdtG/2yja5aGfjpO3L83wu9+VJ
uROH//iB/osT5/dX+4tGM5tb/LEcmg7lcXhuzu3d/FC9Jw+QoYLs3J7F2/JQBu3JPlf/t6/4F3+J
uoBlnRJ7OCgXeR/tzed112ySS34yj/bF2Bdn+Whu1Rf7rD3+J++RCK0/aTx/f5d/kSaj9xmUWTGG
g3YBCNZzebm/Old5Qai/n3fmvnicK8ZPrnhe9squ2ZrBGuZbHoF9Gw57/l/Y+tqu2zMG/dTC8dje
9Zc6TA83jgKIybDotgnnEgfglCulPvGzMfwGV59ClQa8GhDhKpUeUst8ISuNOUaQqKTXclJ01ZNT
u8MHjezpms5+oTIUhEnmA7rKAiWApWN5dE+O5yq8Ykie83BY6FZ5xmt9VDcxiL752I9XeKZyE9ZA
Vem9oDxiIHiIuiNzY0vjqOQuP0vpA3sm82vhN0S70T3NKtf8AfgHyVRsxFU+Ma+AsWr/au6bs3N4
7DY0R9Ce3BIwwQKeenSlLkGWwysJYMvdQvJwSJIMtMCBl9zxApe1cpnXEbbtQcU2NuTxSQokYFcU
vtVvUXIh8W/Efmi+HVbfqv5xyOT4LOq3XntWy58Yap61JUx5/lRP00F6y8FnZb6CinEDNLWOtwOI
oG/5g6TuXfrTGYR2+O1n/LG+cRBBQQd4S3wAur4+p1Diq8Ocv49g/YTfwtemRhU+2lNwdFGxhUDO
L+o+4Ibofiz6Cp/peQnSbbxtOIheHf22j2geF4nO6AG5F9rXF/NevpevxS551F6HAGxfmPBIFqdq
O3gtD1Hvf7We6tNi9OOLc8enr0wsjyHqhZjsSu4V1SeEmtZmv0PYGOabcmuc2mB1dW8N1eu0uJNn
B5rbBPmZxDPZq49jOIfORf5J7g6xn7nIGXwulDvx8gwCd8VrE2BaekZExhVWfAZYejCd2PR2VhCF
eIz2vEWCrN0EIS03v8/ODc3+Zbko5/gddWfvXGONNfm54zmIHxHNcWtWDAy9pfyQv51Dc1+/tW/c
BA0/GB7DZFr9ttva8AGDW3MvaBEFefEPossySJ+KgylBdGICio7pEdWVl1xIwnGrJ8MiFcjnC5il
N0yuci8vDzapZlf5zkYiWt4bsBfv5Z10bX9lZ+PavCrX5WIfpYAVOtCOagBPz1v83gVW6j4yRthW
99KrFRrH24cpeUSE79/7ncPfzsLGK/0yTEJGBl7tvimeGQ6PZsiBK1i2Tfg2e59zYIfLMf9CLpS+
9b/Su+IcPQyvY+vNvKXYNe/yPRii21cDsLZf9+xZPkcZPIq/cm3Tp35Weknjq7PXQYP8IOgZAm2Q
M4Y0D6TMwoXUAzZ+maH3SnnhmsAD4SGyB6dBqVPNuY7rhGU4HnjadDSobvUqo5oqD7YJPwlpiYLe
A3mwGXYP9clkxrhsYOSS8rupjjyJ60YcBYDehPn70Qikc3xNpefq3Qr7I+TQGUGT8Kcf4Gm1gwyN
KfxJGjcciDH0pFo4OyF5WAb40Hc9iLf6XguB2nrIXV6UF22rB/1ON1wbbNhOCYfzuhvOzdnci2fp
sN5N1/ETpfLcbrvE4xzKE9kxZeFObogScrPPrPbFVTVhL6P6Af61IdEhLkiMZgZLlqoPI9/ODwM9
V8RU89XQtm13WPs7VXPXmz27Q4/sWgWa37toOc9LsG5mZo/zvn4pH/JDfOjpKOyr+llV3mrrw8nf
TenFeo3XnAxyawt7mwyDxJMrt3uE5smxFIRV9lQQwdk/dmXxYSGcRiFbQU6VbyvltM2YqbgUqKCo
cf8vi1uMIBrc5Et6HR/HO+dlLBDTV03zDiT6aJE3Uau+lKtEEzlceECQ3+LbfrPu1Tv5brkIQp2I
FegBkH72v+K3/n68xq/NdMf8bSObY6DODP9rYsGoCdVgaJotTvUofY+LDbFbaA9cKDfIWar0SW93
CR3eErEl3cf7Uoq9/sH+7r+AHVI1pzQOx+Nw7i/6m/lAkTMsr6hlbrA0tyPgXaFlCn4VYaVLaFB6
GZFmjjtH3RYo7e6rryw6jOXWJAP8wX6Wx4+8+1qUHVC/5/5Vv8rccSNdoVtcdbGnA+N8IJCkd1nx
+fCIV0AJE68en4mlj8qQyAul4TOk+gTCbo3zsaYUjs345HRfmsNAwNdrv0b72HkNuRpPdTEGVYOy
/kX3rRNB0OviElQsscgCrU43pnMvlLCMDlp/1yhhrV0GacPJqD1QPeOBM4/6Nr80D2DV4BQ9o2wf
Wr9oPLJ+mKMgAhgFjS5KvWBBDZkx2vXjONDHg5wjFQ+IXJrHp1Vwh6We/MbuxluLjrrvXKPP+AsX
CArZ5Lku7xbxZgK1S4awWDxp2Y16SHR9yVg+CaZ4I5PJcFNyuDqDwW/BIQO6rnK/OleDFlHnsc5x
TbMfUiTzO/XYXxfuvXqbtL80jenPUegArd2IA6Cx6+w9ZzulfUrRhNcQ2Z0JZggtFFfUpO94UeUb
ykHLDnPxoSSIeQDFDqYAeukl+bOYO9ecv9LokW3TooCBPXdZnlkbrxa4PJ566aANZ2M451c9SO/z
X8alftWq9+IVUUj1kj5UF+0pgkOp9M+E+lS7zp/vlfc71qSAmOenFCRTUDectBIEO5iJqu0tFJfd
KfZMQkTg1zpbewK8AAeLEKFFeRmy8hAriiuPo0duDLveZg3If2IeTXDWR1xd1QfDCcR4C8Bhklk+
EtLDV+td+wWE/2Nzp7KZrYgYAk4dc+JxuJyv06dGoORNmkkUJgrv3Uo33htCbsj8swqMYwai+8V6
ZAx0VxhetkGqAeRyAXH/0L/bkZuSE6xunPpg6Y9tfUgRCpGaLILBz7ttthV+84Eou3hCtmQfhofy
WnyjS55P3OHIvJiG84vqI/3JjvMbCbVYDsyn5Ji/ROcKRjTB2DD44y09vfWreXGoyWJSoG+Fjapu
kfMXBCqxfSNRCeV7LrPN2Fv2/lsKHxyUZT4e0ihDN8liJA/a1rSzq/RqerhLbBIR3PzbJGdtYEB+
zrqTZBJnvgd9T5H7rM6+QZUTTtLoocvCCuPL8rSpW2KppTel+TUURTAN4lSAAuQ47SivU9sGc/Xz
W/n9TzXP/s9Id+dfY1r+VP8PpGnesC3/2276b/pirLbif/6Pv2R73P7J39tiMoAoWFIYok1F1nBr
/aMtBolKsTSIE7hvb6OGm43rH20xAHe6det9Mc7CAixj4Pt7W8z5m4MvwCDnEZEzJCvabP9MuMef
z583Hg7tOAt3PjZB7BK/dYD+0B5LjKGEk1Zh/LddbfXRZzCYB8ikUij/4VP5dzphqvkbLO/3Hpxl
8yIkd/IflU4c9L6/mO/Anzk4hEt1M8crSuUOg8/K4ziCRBZrKy7OgOE0HAogWHuISn0cFLSEUQcm
63SY1FSmb4PGtXcrvVbvl8RqX3RS6xcvY0D7KU96+8r8qCZ9wIZujdTUWQjTKWsOge2I1DS0hBCa
39R6weltHBaM4jqpcx6eMRTGCmM9VJCLauR0BupE8RsziV+TyqK8qFauIYidsUIdLXRlI6oREn6z
YAdqjT5Gg89Uv2SLRVJBOFlFQAaCBVaFPGex1/lmfolEw6IltTWldDUt0jff8QRfbiqaBwgk0zea
BHZ4oibt3QKJI9rwqspxLjSzJYpeJ9akL+bQXnJThNDxem3TrUsy+Cs6ffZnQp1nd84TmWi3gjGy
X+mD/gnI3SEdBGqOm+uTSoqlrK0MA9XYuLRzrasbxITU64Jr3uIJrOO3BG67gYhG0uHkxy29uC6D
6uxlTTm+1GnUgBlSE/OxlbGtuTg4BebmKG6fOlllLVoY3CdzQRXSrpoFzLeYy4rF0+BbSnRlvU+i
0YRDndbkYVnWbJTEcdXzhwRoqXOFFmmKW6k6Zz5WrOpSpVNLk8dqBcX2qDAAKUTLQVs1UdUAz80Z
Gxo5CuaklsVXo+lzy0NrgUqU7a5+NRmyPhqAKjWQwXbDHmNn2Wk1IXtcRguJIMKDCJyiHcvG19JW
hIcsmTV8dG0jvxpy3dwtywqUdkJDl3hd0eEeYRg4/Fgg/RQ3LiYHh0G3pLui1btpbxPuYOyWSJPm
b6NROFijKFB/5jFTdkVqVtg2VaWQvN6wemyik7p8r9NC8TkOTa67Rj/fQK1jax4ibSTrtDazUiFc
1gErwdukHWzbA0judKS1Tc3FxoHB2mSTXfruswNwyxkCeRSTkshJnLBn5sLOrCMmACJQj5KHadzG
ji3IHW1ipcEaIMnDvWkP2WvfZqrYt7KUvZizSbx1NKbUN4bobPLf6ySjaExEFnkx0P6I0RPgcm+J
8iHZqLEuc4oyx5wSaqqzwsO0PtSn1SKXdwtdcQxLvRlNpqe2Mbl5Ws/3S4dME2X3TSLGTV1eMQlS
AlROYX1aGQCkAI8AD+4gM2YDTiOjO8b6g6o2n1vsPXUG5BFzy4pzwZgqXBLZLGbMopqYPrSxIBZn
FhJVlNKTlCeW1r6xIeSbzjqdUkxhqip/VZqanCybaf5SCDTtJqJczoA3aS8JXTFeSBInKcUcWaHl
wzLQS2cJTebZTCyI16uNtNYn7gf/52TqLBu1gnTaQ7kebVRNW97itsJFVzRWRByNJHfMsB0CXioT
70DUVdOu6nSD5jJEqQNSHvslR2RPpLmFjIeS21COsaTr+5rEgkdH6CSRwWtJVy/SG4nOC26Mp366
2YCaOEOfB5kfCTH+tfEs2/h6goVJxFc3o1fbLSxvtK1yeX2N8pyMcGthcus75Kg+NYU5RxsnwXoS
xiYabpjDwI9DVs6537bckbNvYg184WX5TOGyV7UvQXPfDFxMxIAoudA/qoOKbsOe2mvMciM9jUTp
dW7VxLCia7wVImDeaV0chUxOr60aOlSmEPbkkcU4XDHRLRyha1yT7oICBX50lIoRzc9g4fUqwSu7
izxirTPMweIIvtQm2XE4LJ7sarAokrq651Ano+mSa4lDDhhmnZiqoe4o5DqjxuRo1R/YOLmve7PA
yJSICoOYaDocJsvkqI079B3bTJzVSrEzk4xFOmGu+77mUURFrA3ZSViI3lzwtdkmm2pdDpt0dIod
M0ucRpatrJ/22FV35SKsGvG7htK9LcRo+iNr2hraGmbjML2Nv+n1jzkBvHGVdDv8mNCHTchknGQb
tdZcrSd9gxH4hKNNneYXfcVN7ypQwd4sEq9UP8PSCh6amXZGjsvMwt3ZqwEznMpjRi/PnYGLbKxK
DlqquLdNUce+YNlVObFktL3qWMlo5ZPj+p7PTveainIu4e+bRuNq1TxeYjJlIi+XI/XXmqL8YcU3
enPj9A5iiyxLxh8IkxSVkz0bYyj1g9iBuCy0fRqntXMouXZAXWelE4EBJeDYV1pG+5DcFBQmtYM+
eW4L3QpNw6CgjqsYs+QisVwhI4FMaw82hmh97XQ4dcB4wWFKNRJRAiN7i3nAqmMxzEj1jPJESQNI
QI7mIY81ViyhDt/5OqjyfSXlPXdahaiP0BI5P841K6dfDzOtwiZaoszTWfZB1JHec9UqRy29Dpff
W2zp/a+qbNTxUE4x0QlT3dgDdVLRlAEIeJY1GCoILWbW3ABjWPYsL5EM9aKkNiE8yoyli64l07IH
cF/iZy0i5HJaHEkfMXi6BBtTJBDjTLiGAhOp5BCwNbQk26j2x8oCnQcr4q+LQWUk7zSssXQw1LQ1
A0sdTD6ZLot+TDPVaCob67TV85aMVWRxzQMaqXj0CvyWKj5Gh4Kns1MDYP1EiOhmraaRRuGKiBGh
4dTfzE7qsBCKsJAEbFPKBV2s2iPaS8X+GDGqsS87RbvJOk3so1K39gUyhsOiS5mEVDCjqdU16/KN
onB5qnKWY7mqP8xeh+/SnvpOJSJiROXSeguhp294iaS3DpdFYHEES7t2n+iwxGsjS3bY0GQiYduw
XLQ51CsLMQdoBYwpnDTrYpfber8ne5HzGLZU/rQXivxtmKS6kSNh4WBTu1vISlxZbo6WnBOYFuc/
q8GZckB37U/GhPQdfZJflJGRk8yz0vMGHsRb16TBOCr1ahQc1ys2ZYLBZclbSTvzWOzNJ22xtmJw
7vIRnUoRKVYwyJXma424SLUlcwbswyI2tTshGx1K14ESyB3KYVmpPpI4rFu4THZCXKuwetNB/oB4
VSS3sF8INmTnlqp5r6/gmYmHXlyKlRYtpjmhRiG83eXsgCgUk0gwZxP3sA0BWnVS5QM4Eafeup61
ADg/9DICdogdsMw3W5Qs6rgpBDnP9CHKBrnKEnJzMbc0G4WPBxAYaACyJCZLaXxtxj4ZO+qLkPCO
d2WeGm66ytHrpBK7NVvWbsCiM2+FTIHo5oasfyMJEueGKJutIo3jTcv726Vlv/XFDO/BmvLW04bk
ln2nKyPEdW04rUkMBtWZu+KXGcfOe7/0+8biKE2ayq11n54b4JQEIhM2aqw2kzi0Y1h66M/CZyCO
AoXJFhSmRLO0an1nAolRp/0aWggfr2veS9sqhsDTkiwk1nenz5qHZohpRo74flDqdl6aNvfZ2mst
lWA+Iu+0ch8SH9FqbdEwwCnhk2LasgjBWKuXSkdlizaVnkiJBKXuhPrctRAnqYlAIQzQM5iwNPmj
tmrHph5W/qLFLGQAqsEaWgXK0DxHU7EbgLBeV0576KtLs9otciZtaj33Z5wH/lDhi9J6CRqTYQbk
B5wh1XBDrdQm88jCq60dahnY/O4qjB/0XYzTh365nzrlnQI+ZYyKTmzL2YQusISlZIpLPvpyEL1v
rKPsU24PT7MsiiuEUaq7vHbCQcuibS+xCAxKU/8YvbSc9FaNw0qOYLNOQ0WQFrA6VmzMN2Zjt8FY
jXh6YoHBUiofZZbgHGVoSZeK48G0rURDMLcgEaljfYkljLK1tiFJhii0lmJUBoXrYRsjLaJkecBE
gNnJMInNWC/2kNY0uCz9AMLnHv3vVQF/4Ile091OI9HEXIS0GSP0+ANNbCfdl3H71aVFsE63OAr0
6kGqmPpGGmnrL0OxX5LlMeexgu/RHRTIL0w/Fgwt2ZvTqLtKW38ZuvqxMIVnUphLZPDCtnG1Bu8u
3BoyX2o6Q0lj/GjThDaNOLtAGKQz9NyBJ3quRWDrE/PAm4kEJziHD6voaPIpiDt7e639yprQANyC
Mwu2dAe11VAeqe7UXW0uZTgVFcn1Ux6OuniGsTHtRjOhITUsdMlXEonbtkf1ORKGRNC6K3qM9nRP
Y32TjuZNQbV+6Ij3Ui0hgQ086IUl6T2xxkdzUPrZixP0sP6SlhpJlGj3Tk6Z42zpsGIKylFXKooa
RAwTDNnCFFnmD0Nt3fWpci1bZm4yxxRkF40gjtwy7wgclMJezSi1WAu43zT1ezWWFjmxLTsby0G5
IbqDJXd81jmPl5PKLxrq6WBWSXS3YMkcJGXq32mEfKWW024G+CZ0GEtSROL0yLODMsSI32yJABln
vKtu4oK4648lZ77OMEKpQGHTqgTj0bq/HcZG7Eb6sD7oVvyKTJ/TUxNpW1vNpjBVJOfXoOWdcOU0
G/AOjDQQiw57EucDlfeQmxbvq+xfROcckTJxBNbsEAnb98pmkpDQ0Xa+WUm7odb348rswxH2HQVf
7JcWesWaaDHLYggnFFLdUI0yjkRG4eS36YS+K3Bq76FQfadWzeQh538ZwqSxndlV0A7V65oDR4Rh
UsjIKgw0KaqS3JBa9r6Zqt2MwiooBmmmdqBOOuTEYYQrAlhf0yIS6wA3YM+OOHyVhYfG0tz0LZfc
cJLNhE8w7SYoIaTd1eahcsRbNM+YxS3zs5dQ5MjTF3Hry6Gp+4utEodDUJbjHCRJucbmmp2aBech
KOiQ80LYoj9SKnIKUjW3QAkv6VmNtU0LrsttMMBiwLPtC/V2x+me0jbrpVe15E2ZU9EGdgrdJJeL
+8WKdbaiXKcVTfcfSsQ2WuRH20qv60LGUssIQ0D+IpqjJZ+4AhqBzfAnXqcjzN8YJn8fLWxlxNEa
08JxPJ636VJMbkHLjjAGfcafIJg36QRM2mo9HbHZan65Ki9LP6AUwUJE/SpFpAIBqum2eHMOgAYU
QqYBmL2rll57mGVlEgo47xD+Pu4SLesib2zjlZE7pxbfwYN0EYVcMpubxGuGO+gd5dTiCzzjb9xN
w+vQWQ1q6PTOLjVvKDv6vrFwzit411GvFV/v4nVkEV/b85Itr6QtiTFc+iq75pxdII/YDaPoZPxS
hOELR17dKtf6gAx1CpMp8RstJs+z/yBxcdhMinSqiW5CDRRXr3ViXIcJzy838BF4rfTolCQw1iaS
nMrJ19e0KtZvddW4JZD/6HQTrnoiuU63sDSRoUk8XQ7KJcxmTf7OB/gYU0HKn9pftJljqL1OOCcU
+22Vc2trqXBskoyIwshqQiVd+1dE2bPBKcJs9pUDGENBtYYx+tBUI5SF/pSv8UOfZbz9SLwT8zC5
4Ck2XSw+ora8m6GCZTmYlVKp7vBHGa/mfEsqlMWLUjSPmjxPnHZX8vg4gzTAtk5GQqcsQpY03EYk
Ih2+k0ju9xL9FpgwBJnW+0nRX3Op34yqbmwM5gkCayUma4O7tWO4tXSkTWX5nF+mwZaenDU5S/+L
uvNYclxJs/SrtPUeZYDDHWIxGxLUwWDoiIwNLCSEQ2vgdWY1z9EvNh/rVk/3jFkvajGLtluWWVdk
JiMIuv/inO+gRA48RkxopRq1rUfB2zJ0HmSFvLQfwOjTGk8RyhBhEE6qzAgTBX1GjFEpiJPwDzW3
ZreX3NvXAETRx6+m1WeUtSaD/U5Di5qPjdfvDeuK66pIsh3gKeEg6m7DfnzPa+OHKW2/MlsG+t5I
uVbg/giMnOXS7HgJt9xQfEYxpmasJecM46/hGwW9c8W0Ac5at5EZWLPWg9MQdM7I6pdOajWE3q8e
Uav7Rcv6wEiuAn3wALOLQKFkOsMIj4hWjPH1DX3oB9emi2PFeOe+K9aq5Y/mq5HixuTPJruscjel
ZV46iQ85LFjEMX5IWPFiMsbujKbdr3ECQ8dY/NyiS8f0yEd+j4K8ZJsnrsdBE8UnpGXcaka7ISk0
oMB60i6mwmCM3CE6Eby8PESZfSBBNiZLufcR59jTj+vU49bw+NKA7d6GTQkfQnYHoaYnaGChuA5e
3cBSA1ihcp8vfNcWWzFHnpdiNxSE5kGJ6FZJXN+NoreN1dCwG26u4WUuVoQNhKNwzcFg6yCVWmwB
GHPHdtH15RdgxEp7g+9GBoMVqqdq4YCa4g5VjJ/Y+7hql8BLIhN4AQmUZ7NKbmo1PJLJGEDF3JVW
H5S2M/8Quwz6uWN8scLw520iRt2oJCfz+kXx8hXzZfa6tthwIBBhGSkqrJFJVzAyXmccWMyMv4ah
TN/n2kKk0eRs8quJ5ywdm3pv9OyLiCuOcXq3fVCbKmM+mZtHx47Q3bi05fHyaxaYAARDw17uZr97
bRnTnZWOjOdlJEZtbF4GOXxB5tr4ISfptW3kVJpzxnrCIunA4z2BVxI+Ncp7YLvhYc+xavwBJVxv
YF8jG9aqfx88PKW+oZlBTLFk9B75J2/0aZU6yfwjLF2GtWmPSbSlNwEjsG7tGC2BcD4I+ltOZTH+
YrfdFuXVugq/+tD7HpyYrPsprAqK2Kif/DLbDVP5uvjxJ5wbRJ1dtQ9pGT9mQTmVY8JpKktD4Gna
LXi25eiZ7nNep4cmnY+6WmyU64VYD60VjJphpRFfrfvEdT6NKi/WGfWgrCSTef3G4cC8LrLeeCfn
jXCtS84FnM00mpNNhmxJUvaKSZdkBJDuRNeeyERGJ5am8BM6m/kUccvmGkDwQGNWLCdfxPZRw2U4
1kXzG/odqnpgjG9Z9PdDLxqam2TAN6/n5J0uzdwMs0AeMM83+di+wfUn5mqIw2yVxd59rqvxXHCr
NCMiqprBDCGxyAsqi4heqDaUnc5lYWzwWDbzqccagggT/yBgr/4CNuURAhOf4prIuqvJPuq5ywt/
fjA5U3G13DEmvCRtTJcIqW13JcG+hK75yyJ4n6qJTEDzMvvM3EjkeKlL1p4cwGTq9P2rXaFRjfz8
1fUG99AMUH84Qk1WFOUubdoUk61+myVnTUfH5I8oaoaoO0QOb4ftl+OzO1SMqli/4ZRkHx1h8Ibi
8OTUmaDLBuICh00/+DUELBqJGmTZYu2taG63TW3fk7vpnbx+rC9uZaFZS7PnXMnyu21swrsFdjwE
LXqb+HVJb6gVI1Lng+sZzRHkk6voZM7x6LDyr9v0Ivux25a1ScqB4hTMq7IrVnCtGOWqXNUXI6Sg
QjDof3tw9ehSjb2avOh2NFH/ejirNjn7EzLSE8xzoE0I612sTW2xpwjxo2yWrgQel071juHki4vV
HIt+vQS+8pPA98bvuZz8G2cSvWKkGcH9y7r3vMIPvkaBn2+brh8wioTDjjEBaXdzSCZ29mM7Gb6e
ce/7zeekmXPXDmvlGmQSokaPLmajKkHUpWw9lNFFaJubGLYgjityntc8kBoNYafnV1qIgQjcnO9Y
HVFrKmMyFvI+DY+EaedKnCmB/tZc6Z+zaYJZSon9nLCnr8e+nh8xBcKIt5SSJwYsjOZwuxVv0qHn
Diuz/lqcMXpOhUltyOjcBGFF+TfSWuHNXcZDQ7PLUzRX25C00mulr1nbEVo9PnD/9etqbPQusfLH
0it8tOzxx6ztOQpApIJMkXIaMZayKkIY1bUbh/RzfIc1ORI10cTUtUT6LmaU8JwVy43k1gzmlmKz
UU32KxbvLcUMsS5D21uRAPHdDQgVBOJCO27JAnO6/IlkbaRSZOTt4xS6QrS03VHGfhQM7kw65pKq
XRMz5oPr2j1E1dIFEAiRqUt8r7SbSBW7XAO9DKNtQy71a0EX0lrImCKvCRqS9RBdbIgzZ4U7Gc6t
ShtrX/c8tIMRFgcr9xDEeoT+bebCapmwQr7aDk4ZPla6lX+sJvuJx+RjLqJ7TR4HokkUGyjz9415
DThjRYqlR1inyU1+lxwHXhWOX05YfpqC59WMvEdMcWVQwft6itoweg+t+In14IUs4PsszZxnvcx9
kOmlg+lSv7Ak5I00lkNR2pdhAnsQDfAGCEgXr2VhvzJ4awPmm18LVEDe4nbn1LSNq6T2PuIUl2gN
E44LDDSQmup0hSuZ+1Gl18Gao8/WyNbPwpgexHX/Dsmo3pBU8Jlrq/8xq0rV65488UMxWh9eEmo+
vHBnVQI2pR6rneMUtE5+fBN50D7aPCWiFLh5m6YPDVvAAGCboA8XV/BQXFP+ShCFNh/QFQGnM+Zc
x7gthm6TuWZxmoHrwc3Y6p5JaG5uZa/veqAxd6SeMUxMFr11J/sIvSXbTOYIIZ75Xcv36EDhdxha
5wLsSa+7xuhqxFnJ9DLClVgpd/R3hU+iAunR5brwECSXs3TWuqnQ0HKlb1XYnGo8NiuoYL9TGj8Y
lmAZUEuiMyVVW+Q90Mmj/Rso2OzWibcTz8nJKo3d5BOH6/anmojQcG2EQDxgDDQp6a3DU68hYZld
cgBH2eMwyAhBzSZ5n+TxyY2XfVql9R54DasavHdH7JP2hr2Ou9G9Zs4VssvzMeI9AKNF4j+M4/ye
sZC+BfbAb3uNi40a+5YY2c+ckprtwvii2aeApkjs71HZLLl8t8V02Ffe0XQRl7V+AdFiODgE/h5T
pxRvADNSeGVmQaCPt1AEVWZagNFioIDyogHm58R/7KiKz4wRx4eiauj+Qmo0hrmC8GVsks0Dr7X/
dthmwryq1daOXYHsyGuLT69LDG9FshaFjMOusNhEOHTZos/E2PVmRVlSu+iinBAPHHK6hTjwejGR
Nlu6GOkjrz18YjCfjDXRgFnl0XiTtLnjEzod57nERCPYVnMbM5ZrUVgTUtSu3YTohtXStvJXVZxe
DB0+sPhS1GO2usX5CGC60ob71NWVaXBYWPZOT5F7P7Vlwj3itPLTbhJYuu7s5l8+6tM9azYmODkf
QCKVIQ6SRLImGd0NykLeVHIyTl1SfHWLQhNrD+ukLx1aD0XN6SV5/biI9NVXeGzizI03wld7FoHc
nnZEwWrmJG7nvqZ8RXOZpTT/YVpUz2Awpz8GpsW3Rk5/lhEXU2LnCfKkXqhjkS8UcbgGOfuHdEZC
4KQqPjdLVVbUXcgOVtJbAJ7qzBhM/Dxu+Kec2uGlneFSTqHfvMFRGzo+LcChwNxENSsPKR+MUjCk
ESym3cCPcdqz0km9d1cnqO3arFqe+K5w3EwD0/Q5bihrrYqsrHU5OMWfupaMDYcwdehT4xlOS9l8
udfDp1+mXZICEWxNfjuzlhu9sC8UYGX2C5yiJy15fgJ6DSMLzMxPvmNzSjyONdLao3C6VW1vbDqM
0uvcbquj0KF8ZeeEAb6dX4umzS8L0fW8xjHhRLTtmyGNIKcYpce7lHX2SnQZoYqFCTHLals2LtPy
VEVTDGvPrAM8rWy+Q24ycs91ex+mfXTXO81LGBYcJQ1LYOgqjk7OkgQlcyP0qPamFfc73Kc8mDWo
CUcMFlEsfoRidW6nhiGrGR9MDn0q+RLVrjOi3JwNKphxgcpDH3auQZ1njaaxIaTjID2evhSEVkCh
o2+Mzq0ZwOrwCRkJAVx6jpdD6tT12UKccgTctZUt8sJkoI7isE72QsPhXkVW/+xmlcX+HXqt4nbb
lI7xmfbWvhnN3zQKEa0a0X08mA0DPWBEsQm1EvePUb03E0w9Ht/rbCJHvJ9kffQIjiYNqFCyFWxM
81FbfogWzxha7AlQLrKiPVXJLG4Fn9AfSIfRG7W+h05XFC3fgTjfma0g0K4Y0NuOHtWoyhM8xqEz
ls/wkbqgMHR8IHYFefZokGWOz8LFBcSePWcHv8zRbbOgLBIszFSX3xgGazHJWTxuvH4pf+yuN9as
0AeIHNgArYzppF1jeKE9R6qJAZ/CjF2308XbVuj5WVvEea84WJsgnLI5qJZk3DbwYy6e641fKTad
vYrZDDV+eG3Yw3AVQTL9rEFrwXOxx1cvdexfo26RoIoyfosAN70ylU+/e2Gq/iat3WXdxtb0hDpG
HVNNAsiVzx2/hJxn+8kF6VeXk7cjjKt89hK5pIGCRbpGv6P52n3k8rwAIs7HMAGzQwZyctdrotf9
XLOZTmkXmTkYBAT47zTIzcwRN5sPAL41uoTkt9CS96sgo2mT2uGysmG9ru0JyTuZvnrdG3b2W1RW
/zHMWbzX1HordGr2bToCSQ1n1EuyezLyzj0DSuw2A9MIAF8pNYW32OiZOX3mq9Ydd3nSdulmwV/k
r/jRuO1RJzz5KHeeDZmwcDXmCVoqAF/ugsVCtxTK7nbqpzhnyRyKlzhMUiRYwmyJch2EvhhWMvO5
RwBxorhZTEq7ifVnsixcV3lZhHScsTEeTTmqP87iX9dVTWbTO8T6OIVIX5OY42NNbiJ6riEefHgz
88J+EDh8fOryrnps2pKWy5t8XPaRmcJih7hggGYtlqCLagTM1oRdn0VoEW8VfbrjGPURbQLKfbu1
qV6d9jOrpvESl9b0PId8JIou8m8MAiY2DrgOQI6j92Wlw3Ai9wMR/NhnrFjh8a5iKYAkCQbRNbYo
IaJXc5y7cxMyjYh67w4NBS4owOLgKxpjBlNr9VgljHbxNxFY6xtNIiT47e66Qk1xyaSOKFGPTONB
lBFIhbx9o2VrENRDt5plwtXdYB/qJetDZpHQVuZLHOoHaFT1UTAZQjKGIcXL5QURUQA8K2IsZTgS
0lrsAohzywfTZHonHJLn4MNNWEL8xRv3Rl3O3D/gQFbM/lA5D7RTFrPcdVP05JerTgY2M4414W/v
Leg55FoCeQst2wsriHYXmov3G3o+Qd+yRJy38gxCDnjCdfQR0/kwRPEyCbgnfkplB/rDZ6Oy1iEy
huu8B+paRor4ap599iNDpU6sWXNISLLCIDO7U5DEvbml9qQGRGaCsWdJ8rWCDPYKxpX6apxsTbuM
Au3JCNvpCBEA6UB3VQrVaXJHJm28a4jJ/CD5LHl1nNp4tVBIyLXjL/4f9r3prSlhGXJWmP4LM1za
IdEMt3EXWcwssiuz3OqkFTMjQ9eRhKN9bL3Meo0nET8QZi9XhjTHCqRpa3wz4mzQh2vnkk3+d2G2
z0mC+MGKrR8NSGI/ooKDK4LltjMhLqVW++KSww4OCNMVqrJqa7HRQvZh68+RNWbNsomZr/1AP3rq
+vQGrDxr2SvQaeXPLY2qk5PN7rXfkfQfK8bmhwVA6dAk8e3oMkpyo28wL8M7LPNv2+r8u6SruN3g
8PSBiXaPJVmxGeJ0I8N03kEGe6M4cx+WoTbe/djqufjyYGgImfJIizSKxdx6afhUQX/YSBFG+4I8
35WyUeNXPQ420rZ4SG2gSfMa3BEWL5V+6tDMjuNg/Fly+zfn4jqADq9Qu+MnZOA0235/qXRanqpR
Hb0J0RuEvsPYEv+eCDtGKIskvFe3AKXqV3dWJwO8fdLjqh5mhhgzziNYK4jkkB1Dx4QahUyIZSR9
oKjEDc3obK8bPTMxYZTMIGCSgMNHi70nx9Ze+Swm/ErfzCmx9NOUP8xT/AhVfgq60t+RoudiDmvZ
rwI6TgCfUyYUH5MclzsN5Q2kxIU7vfjWrRX+4WBBPwN7PX0YGZke0qiq7lWlecUit5ySeTteCN/D
oSAsu2OQpO3EvUPRkeY7Zuri1OiMa4e5mjEuR12EJi0In4qV6aripVc2dOYmM+JnqoXsGJbNb1uq
eOuEuQHUzszsdHXNlcOO7Yr5krglkDzmV2+IdoqLM8WWXJlo5L1Nz/hzWfUJKQBkStD08iE31bmr
4VEJKr3b0S70Uy2SlvLIUZy/eZ0jE64ne9qguuyYKBj1KYnbIEGfapRvdnVFsqjKIHyCzqSih0iX
6q6rxltMeZulxmNe9UgCK3uaz5WZq2M0uk11Rtw8gdr1rWZci6mMGUSMid1uI+96n8VGOHcMAFLs
qm2XwSDnUGV9FWXh8JUYEw2XV2Z28lkxn1+4PYaKE34B5pr/VkaW5IeE7oKebljM4U7FbtcEOrSr
ZwAK033K4ane7SovH/0x6Z67qUraIBrixd7mWvA+DLNLdqJnDU29AWFY3LeD7A24mmFRfEMujrPr
keskp2QwyZ0QOsG8nmh0EFuzs5bwULSVwG9dznQV9GAQ+WQ6EYNB+iQsmiadXB8CbdXlgYO2s9ga
iSNseCe+X56LVlrQrjrtiMMw5ZBv4oVo47M9FQzBMsijmJQa6AsvCMOcb2b9Bld9LUvekrqZn5AM
stKIuwWMpB/rtvvJuZm4Lw3WbozDyC4BVTksFkNOR+RbZy6FFzTJoLwTsGuclsbgucP70nJ9nyud
ZY+d8PrHRDes+b2Ga5a7hiV/IOm6rZOTJeG8Qd4u7CdQymoOEEd4C/ssItDXc8TGaD9EqeXfM6Lo
6CmY0oNQjDukc4BX+FgYaMbBt3tWqbaFKCogxV6kxXdiG+oFKWbGJVhcNZI6tMxy7YboO4OGGaAJ
PVHPM0s9SddiR0QYr6eo9/84SHuSs45oaXjFMv+2x7g+u60Vm4hdDYzOfVQyeO+JxPzNUnSRqCo8
fVeaDEf5mC62s9djl/DILTN2gop5UXb0m+bvEwPg20g6Z0XHq3uaTQITxLydEzRK+8Ssom7lIPoz
93ncuPPWY5iEOdPSZn2Z6tx6VWaRsCWeUmKSS2jgjD16+LA7+LRQBniIcN1wUrRYGM0OjCT1G6JS
O7EqSMPjLFqgNwmpGmsfgiqKpOQK3qjGpUt+q6ZhROR2NrKtPG5H5ykt05oxqWUnN1nVY2xUPAbi
0JaVjU/RqRf04PZcxKj7l7w/JYsETVDRuTmXggWCccmSZW73vsiWChuj6PBZoUH3oOdKrfYIXicA
8HVst+l+tIUH75o1JMPFgpClVVrX/mtnDy4MQs+xy1NSRzU3M+pDCBYF3oATwtERYBu2EspuCt43
0G45E7rUclEHstcSTAQyLXd2kjT4ZLWjop10iYVaLWowrG8/JxW8p/1pUnkmUihqXm1Sv+c/HREW
IcqjJroJdTQlB+SNy/RIAVBSjaeh118RaUNO5eaiBw8imTsKxJcJFsTgzhQ7jJN9eku0Ss/Da1id
cxhCp6tuSgjKnxUufWvbIXaSwZg0Bmy6EkncK5JXkh+dkhUP1ytCtDXVKRaQKp2bLGBMHf2JfZTM
CCDZij/zmI33IfyULBiqSi/gQ9H13qZpKucbhwZ15DjV0TuDkwJeXekD0ra70v0dPGuSr17TuBVF
Vp2V93Ed6+Kgzca8zrSRZEKbkrwLiggmkoq4jXg0EyRVQE4JmUPlW6aylo9XUr6xgw1m4wqsK3je
wGjnYo1FJGI9jOkn2rDPy+NLFnM2MCQuVf9aZaRCBgxbxHRsMiebHyobJR83LNtHisMJ9S6jHdYQ
b7NDutpzhfQNt+o0tNlZFhK1ioI/mGx7VJgY4130r7spdwT2NBKNwfd5UfutHH+Ygtas2ZAbY4zL
Lku81j5ETSXHgHH1eI84emo2aZz4t0Mk2+mWIXUfoRgmMxaGHkqrn2GMpvJkGWn7hJSb5RnfSwoY
w3QIUo6jJPTvx2GZsp27KNSWjqIUWQ9J3MQ7xkl63nSgN7Hf2TWtFBL87mPqIbDynb2KUBOiDZD8
oJ/yjk0UIirz6069VBRJ0X4yjc5hUO6a/iZuGxf/OY6NYa+qimvMaS0uaYGGf1yHWdnzgHDlOuu0
a+Y/MRpXsCGxqW2kj+kALYHQqn6ryiaWR2AYkdwSKQJTpzVUSMYungNGHCyLf+hPUUEV/dTBQPEr
Cyu6GS1fDsLdmHuaxKJAdpP37Bt+fy6FhZQyy2qrvp17zxYHnmOdbLu2dD6kyu1sY6VZ21HrZdaw
r2ilv/g2TTX7Ue19lrOdfEkA08iFpaGwWJmSzzJ/1nLxk7bdjf5oj5tMJUl2SbI2nzeMvvue2Kwo
cxEJTvQgqCWF/UBFzqn6r1cX2/8HJ9+l+ikeu+bnpzt/VP8N/HzqCoH6rw19Tz9N8/Ev3z//gvEh
6v/tf+VY+You6ebD9//417//2r+cfbYCUKWE5+PGExAk/8PZZ0tMemSwmtISV4uewnX3D2efbf0N
HZV3TZq2CRC1rgnh/3D28a/YiXqOZ7uug7hauv+Ms88V/ze8ifBsU/GawKM4ik8JKlIwKf/J2pdh
NDCwsrF5tfpDit6AYXpUlZ/QCFHpiAyLdULIkPOMdPFY2dnRXfozwrRM6pOFPQFjvvmH9tqFqIGY
HYVFRKU3E82ODc90kLV6ISKfj7YT70ZIGyMTFrcDOpU1nzncn0jOTQzb9HBMqm8KRQhB5DGHlfWH
kMDx9umjn17gUjQV6gVKg23obeCUlEe/gjqxU6y9vbtLh3bEdc8CuER8QxBCv2OwmttrEj3IBYIZ
yUzT6LZzulq17maGQ18cGHoTVmBKJi93vr4HGJSUjJxPSbVF0qTCAPs+S81VvRP6tvG3jCUJln8k
LCDILmH0Wz/b5kN9ZuuQk0tsYgckuhZa/zbbqlcjDOim8ndv3jFgKVZYv5/An1BiYS5rk5/Yeige
G2/1VGe3pfHCXGmlONOjaA0cwUZswwymOtfpzmy83ZKuW2PahVGCahmjRr4Eh2y6aXzwNP09Kxjs
53XvnkaLASS6PmAu1q4NIFOvcaP1b/OX8W68zyCYrj+bf//5+mP80f3+9WP8Ib66X/H1738Nv+kH
wqed/MK38aXw268gPyLOm28R8obz1t/V+kbQOEuwFoJxts0SzT5CQ3jPMB5vzRGdU/mH7nNxA6w5
6BE+pL0eWNbqJ/RgD5N5YJYWi93KWpeHGJU6YIpoh9N6DC8ahqvaIltDbe+UlwYownJxWJGKe34v
l/EnZp+r8O/ikdsCrgQ8gIM5kR8Kck6MzTQGAD08wM5NtuLqhf/Mr+Zn/TitadmZz/nvw1peVvib
1573UcoNPgz3fZc37KS+BAAirOvxzNm+i66KTawbW5ve5I6vE2cGwypmtRJS+ko+zXfxZ2hu/fYu
T05ucZzEvsCYF2Dk70mnA5HlZA+R8RW1l9y5EYes30bcJUEZv0zTw2S/q+J455jbFAkk+lRJmcmE
looiQGW5NvH2e3O5nVjYRDEeTMiMqAy1DmZUFvLERb2yp7u439sDmum1x/rI2BR8wdT8LhP580RM
Gvv51Rq9kQrPdniubvASMjQ/lt2Nd/9OYiFu7wB4ln9pumNMhg9Xug1X8wkUYws2J1+MFZ1eat6h
wxt/46fk9hxsAy87er/begpK43b8OGP+T0CYaH/NiG5Ztkl8X7XBINftLWUTS9qFYueGmVL2ZFwG
oPcM/+eNijbtjF6Q/JLwmIkbOs0weUWTgWZlI40bxDMUBUa4wVGylqa9Azu84jZcKTgbKFOw+Rfr
hobCXYy9H58yKGNsuyNy58jWbdIbjRiYNTBDCR8ZJ0v/62vzu011Z35QrtJmCHohoGw5XDk2RtGM
tGLCObMqH1jI4xllvrOsKo8D5iIoD1pzX3wn5Qm9rwSvjEvVAFftr2FC8/fe94V+k5fGO5qupoMF
on1FkJzlvmtKidj98UeD9NhtpvYZdjv7lPsb1hQohp5i61V6iq90R2ihLl4K88XMNtVwmm+9Dzqv
VQt8gq0bg8sxO9kE95gMHxwGrts+uzPnpxQ3brUln6o/u68Q80CJlPcIYkysiYw/V8w1+D/FpT+3
57//Y/7ZX//G5Hhl1MPO8Hqg9eU//odvrP0pz8mVaXPgYESX94qBmnNKTyaKVAQpXTCtvLta3qpw
bc2fPPaAhYzps82ok9pbRes1i1fwHJFk0sRnCs5wZ8I4gKqRmQCvliAyHtzGIKHiEFUISHgVbkHo
JJALXMfjmPMJOIZiG1eHRj3nmxBBixdoPDxkVLGND5231uRcJa6heuC7WlhrHGWremQ/zPfmk6gY
/uQAKSE26LXXgylp/B3aY0DSSIf96i0bnS0pi1s9UPMjffM/nJv0sx9hHLUsaM9xeetELyXXI6JL
vwBMxUaV/cd2Ic8LySf76/VEEkAjg46U0gjXAurpTYILLIel5YllM2tx17kef4/hsP5ANLkpjooP
bdK9SjVB9/c3yLe2gsBRbGfbbKx+I5VhYOWIhTiRgo7xuzHQ4jm09CcX+580k/5qQniM8GmdgFFp
evMuxxcWEvtmSlxBy/3VdOTh8IpQXnu9hZrBOrSFszGy6kQESEBpzRIsY5sAOh02UHTjta/aGJE2
MKSDmLNN/TtcOJDKLGx4mM0COSf3CfryjeH5mylZ2E75aE/YOp3AJefTIzJrJCRs8YXcmEUdUH0U
qLBZ89ILbA1CRI3pXVnDrU7xrqvs4mYTVgbnW7BIjuQlLv6K9/6nKtX/bjXolY3wX5egrDT+7X+W
/7nuvP73f5WdV2yEkI4kQZpNlaUcitm/OKue9zdXeSZjOGEzioc48X/KTuH9DbkCBj2BbeFKYOUX
/Ttn1fmb43vXvxximbFo/1OcVfta9Vb/AXn4i77n2bb//8AdIraHEiaB2CuHnVUJBDlIbF8LjJJ1
vidTuDmKa45AUwAJXrOD49KSynGu8B/s2c9J5ukXw1SvsVQpB7dfIafOuglMNd5SD06ecuP7juVG
xnLQHUA1ObgTPEKhgCqxTf8zWVX8PorGefAM38GuJbGPcjTbvUUGUVmRSzi27PI7rN3RDXMPdWyH
KUJl5Vr4ujOCH1cFAtm1Ts2ODRVhpwhumVgf1SCil9oTIRjOAt8xm4Y4BFYnaqiYspofnEbNyZ0h
Copew64zFIeN62P8XWawYa0zdwoiXYv9LZFe8aRzK73Oupc7/C7j0fYxH4R2BtxPgoeBzlCc2alm
73D456OS0r8h/inZOxNnFp4g3MiYqUouQqf8DPu22M7XBXDdLCMjq7g8t3E+naI84xa2xA6HrSTA
GulE7ea4cKyO5EI2peQTq5p6ZhwTvInMr3zmho1EIFx7mEyQi3r7WSkEVZmTOH+yxCj3OorkDZkG
9YkZd3vPwP+xRiq1D0MqKdmby87Hq4g4hsVeJNW5cOzpK0TpSc07z7dSt8ORqNp5k2lDPlWeW1wW
hT4AdQ8hsDbhoUHuDfVrl5nqWGdooAHrde5hLo0ItXXFzZFrOcFvHqyLh/bq2YQ3sqV1wTVd6uV+
4clkPqCzlvJCgVpk0NQ+IMdGQ2IN13V06zPpN6Z42RFfWnLCZpLnx6xPddrtCU8i4AbVzAFFCFXc
oPGuRiZMIZtoeGY6rwYggxO7Snkec9xG4dBjQl8YFqz0QF3WVDXxVIDW1wQCxnvJN2AFkoNo7dx5
TZkjgHaK5d51egSdhFazkSXdgkvJQAAF7zE32AUZarSRaddeOCLs4Ithp17K7w69GTbYaK4O5B0m
mznxLKpqiY2/cuR8ZjN1BT1p9HFL3yPc03OTs3RAxSn2pLUA0md50t+NjhE+JIsizWVRFmVLFGZk
IC0IOi/9PEXNJooz0pU7MsA8xBApVz6hauOpiHPrTKTb8uIqwwUXiqO9AvcYWTdZo8ynxHcMsFoF
ggXmfYjjlEuP/NAQkuAifxI+jFey/CxC3dpBGPzKOkLhoQlnzmNVHsdqmrZFRJ5yYFvSuBeRSxUp
hLsz7b9/7MbaxGWnOqaFaXVOBPmVfJFlj4rAIj3OBR6xszF55HumRMXGGmV6NvoR65Y5FqeMtQNG
dGygKId4i+AQyjre5gtop5GpardBeW88m5YN6nG4KkTGznyQqhQcSnhGcXSj7l3ZhT8eHDWog42x
79ed/fA+ssK8CeaqE08IuTumw1knrCC2iG3YhMoAuMjuvLnUyrOgLoZWpFZITQQoQ7efvnrDBTTg
YYFatZ2R3WH8mI99luILSpOrlXFqW5ewM1uVl0VYxn3pCHfLlhE3iYqjdmfizMRByCQWD+to5CyW
UR2uoMvTLuEPtN47Ly3Rmvtjga6MhZlpe/RPXXJdwaejJ+94uOYbURP3yz59Ya2sncaoV2aT+liM
hEDFnCCVapnvnWyYGXddlvLMOTWhVxnyTYvV4yBu5kGbFoWyJuSyAgOx89vcPYTkXOLZHHVGIWm5
N+ZQw+bJWPQh2ptlkEcKM8EUQ2IUdZ+Tstp2FIgMWA94iRs8ZMX/pu5MlutGsmz7K2U5LoTBHY5u
kJPbt+xJUZrASIpC3/f4+regiIykGCox45nVoHKUmSKJiwvAcfycvdd2wqNjhvUpdbTqU9kMHaQ3
1eFUY45yk9fy3g7t8NZy0+Fz4Vjls0P3EhOBqcld5w39699vj/0HlPjta37xlL7W/wfaYsavMVdV
m72G/7V6qhh3PiVPP3TF5l/9FwXe/M0AoE3zC/gNxQllwL8o8Oo3Jq+OawOFsV1r7nz90RQzf6Oz
qXQaYy4dM0fN3OI/qhN+Rwcp74KmMmBGUPH8naaYgJv1pjgBcGXo3KmGYSiXashRVFVve2JToQFm
F30KN25AD+vfaxX7UGoX5Jvu+NAz8YOXfYq7PUPXeG8zVdpNU3ExutGXNwUdvdrRz7P/YgB1RXpK
U//zHz+WSX98EqouaTGLmc/7x0/S1gFx25BN9kXc71mCMWlIFX42aTp/AN766UnzHUpD4VikMnxX
mWFKMPQgBcrR6B4LWQaJUp4GzzJ2RhUAWPRQnsZ+j9R0DrqYwhwhRpVEm0lSc6DWcNe/PnU13wTv
L4PiMlCn0j6iyKMafXsZQmJrmtB0yR4uNYZAI/Z7D8isyG47xO3rOJiOcdtE6NmFC6QBnJii26jr
R5eh15adSnocBzyxkAf9Gzcwn/yabX2575J6g+5xU4cdrP/oiea4SODsBPVXD70zHr4UgGQxnlSz
lY5sdm0pmUmi3Cg161M7pRChZ3d8mx5CDXx4e98yeoDGoA0XHtCpCbrNWUV7F6f3NyF75AjKaZ/n
tbHRo4uWYD7Eippctf500gcdrSiS1DS6a4dj4F74pFCtMfvsNSe6nTLgrtJH/ukl00XetXvLbrzn
fAIE1CXdrRBDc1S5Vl45KdqWhsTLq6CsovNoBeS8dwh3gqkA8xdU43MwTcmnPLTXZof7yhwD3LQ5
MpQyPZfWdM58Gzww1qlxTB9705NQaBySvcn1rG3rbAXsl9FcJUGKutGx5rFFe+XZxX1vBGptjuCP
lhGvUCCMYRwsUxmA4qnrfJWlJJpWfVCtTZhS7Mtd72hXsCVYB3BoFFhMSU4pLdp1ib7pkulL5PkY
LbvSy6g7QTVofQ9NQQLdbvWRiHDxKZc5pOlKP1Sq0M5aNX1Fq+Vf2EihqEtcJvc+YYOwxBYM3cB7
Sp7kaBTDNmW8S3ok0yQrCdSq9HKkXhWdtdSPqb/CFLK+O7v8Z7VzblSXdQK4CVTbFgrLS+QWF0bK
gzGZ9+MkDpmu9oYM4/WYpl8MW3+oguYRdSQNrwk+ozNaiD6tPtxlKUoXX8cPkJMlfpzwv1A7c12D
OtN3o54yNRzSCQoJmrq4cspz3MTZkrr9DtMkXRJTC06enKKb3KCebRLhPveBr125KS4uRJI0QGut
dw62qoKX2pP1JfQxGw8h+viFxUL8pfYj9+hjXDrwXyxe+54d7AON2z6aNP+TKJV3Y+DwhGecm+Mz
onZ5YUR6cOnqlbnymP8T2qjTE08tjS/NjqV763YB6tgELRVqbIHml8n3s5sSGbMuBplBpy26K8we
w9618Hs1ZlIcSHd19o2Ny633tf6mUfWUrtiElbupDuOnLBqnb1gJPPTWIN9GI3uRrbA+6bqqnqDb
ZFed6/f7llyfm37w+3Naq+kc6qA70ljrzi2B6z7N6iI/mqbpnurCzrfj1DgGWBQmNBfOWDW7YtTH
+6IMjSusid3ZjEa0vH7/EtdWmS6knfaviTTOVpsFt1MhUCqXgJRAH+4EcAPoyu5QKaiwZtG8lKb+
tW3a4inTmydzKC7BXVGGFOsAO802KjVUPmkXNmx9MPPXX7KetQuX4rpwA0jj6fAQp8rbVaIdPtmD
ODSdtK+m7JM1/3wxkZvTtuw3kmORRIwRivreENRm7egQdgNaghQGoZmP5DXGIH1D+mX1rBWTHXkI
jvoy2qO+bVT5la8EyjjtN9xl7TpRFNgFmzd8rIuwj4kgaqqNHNjINYeuHDYgEKasufS6aWfgjwBc
xdaTexLV96LV7jy9OMp0ayKoYKUVwODVc+I17bIRLjb8cCUGgjjp04eRPDiwTcgn/FQQsWQwDAkh
MGjQuftu3/YA1HzjGA7TpsDQ1Qf2aso3ffGJPBYskki3kc/T58RQQT8cdZfZvrR9BuI9brZTqUGg
mDOMNr3cxTbiXnKV2649S/QVUXSQOHH9yMaGUy1L8ynA/5i3wY6AUdJWrYK8IrwwSCyWEZ6ppSLk
ah/UNK+mlk12Wex8o91Nxi1aPkSc2qLuvmnE5K1H0IR+2Sw0VthOb4/0mpc9yape6F21qtqaFVq3
AJ859LdVN+GSIBh30aR8kiwEVJ6R5Uv/O3Kpb22mNUisSo0hWqVouF37IFhcowD5P79ppmmbjHc2
C1obXUaFOrLthUN9lwThs+G8WjnxbyRDJ9sCJ9nKC0hrGM6ovG61obTX2FySpS20q0DWpBFMznlA
KTv4yJBzj6I0RZBWWMx32E5eVJk4soAsf/0uF3J+V/+730MRhZeDbpRh2UoIV8wU07fv8qIcNAJe
pL8vEI4w57HL4YbFmbgPVIb8n21x8OYFYnIwFReV3l0lAicaArQQxf68qHjz8pLOC433fc1x5uUn
+74SRd9XJW1eoLx5qVLzooUvXV4M80Kmvq9pRRlrNxpNIgSrQ/3V0SIsSWJg+4OCKDnUVe0eCa9U
X2qbWwWfqLLPjgiaS4wuwUvsMGc0NEJjzRD9wiKvKu3KBHj27MP0uW8bLbop4PGdsI/gfRftXayz
RsZFSmCGRevfmhf3aV7mJ0J/Np402eEhueUlOxRs3Zpx0q4B/rUvTZx3t5nhflIptOycPteiUI8w
ltxF2vhXcfO9XwraJemeJgudlyJ08jjkMKbszsP7wTqTgrWeDCoHLH16S75sUPG+CYUfLRoJn14j
obqp7U9DUq30zugeY+wIxiL3MzfaoxxoH4Ox7ojGHhJ7PeFthHk/xu4BuR0wDIzlXbx2NBr43WwQ
Z4g3kwtGt3Tr69Rwhtt6XlMJWDau8nmdtecVN/+++A7fF2I89vlWzatzH0w5IvR5yabZ052DeR1P
5hWdplt/ntPbbtp5vVfzyj/N7wAxvw2QqWYvHS8I5DveLp3fGeP89jDm98iv715Tnwv+f9+938tw
RwoTa54Dkpb45R/vXmGLoCNDOt6HGES6PKTwx4qrvGRVcj8WlfmQZVAbzVwj3eNAhJlcN8p5lGON
xGXYst/Z1J1Fb1/k/r7pt0mDjDlNs/giyEH+qIwYCL9c0WTJV72u5TfClOKqzcqad7p6hnR2WU50
f/JIPHqEZK0anSG6JA0m6LBKqnJTW/V9RF7hEiUybwSSRWEYOCwiYCV0pbproCrIkpg9RIS9rQbp
XNAHkuve8PKHqlEkprVd9lnWGiKVKD+MRnCnE1q7MaPuk8b8DhjOgSw6ExeKvBUEZZMQ6gdnXMRn
d1AIu1B6eQFzEFgDCzHEB9GS+UC7ZYfZ1SWCnLoK+c6ID6S9p/Ka2weYkvPUE7esdAjVM1AaOJIq
oyGDYT51eyqZAw3MCk2QR51705d4xUoxjLTnEt5oHU4HXqStFnxuEu0U4lMI3GpFcHNGpIJ7UaGs
dcLiXge5ErSwNKUBc15n6vNiyV5bTFro7Wge5vs2JyrW10FlDTX5Hrncsc167MbmMozlaxyNsHJN
CyoJfa+ZHLfsSwVnw6JjidZmV2QUclFv3LOgbCu9ftY88Ch1mc8UuS/A/ugTl3SPGqxl2BZWacuo
M6WftqjIeD+Zrf8IpUbfdjWTXEgfQLFqAHPKUbdVNfebw/KCzNVk4egm9v0YwRthjldyntqOih/I
rQdbzDOrkSGNHqbOQ9Na9VqO0ReZ6xJ4CRgPbJHQlgq2bJNB0zIlc2XswKSD9ZIHiJDWsuyzR7Po
noraVvd5RXiKLkrEHGZCjki9zLp27bj0UjDu8k401iFy8FGX215DvlHqAzPnfWSXL0rDGhiP14nQ
11rAFgQJIJySwFhpQXMgfVAsKL2OgcjwFnr6Cu/EjafJ61pvifKAfwR740L3GlqfDfcA9D29a4g0
RWmFEPNmigRQrbBHcp/s3EQ+yClkiG6d2dwutY5ya4g+OVl1rMWtdLO9P3z1A3lKSOVAnLUlWQDZ
9ArRNy5KEJ/TyuyqveNVZ9aEdQFaI5SoTIOATM5bn51wThpAhjXGZOLs4M4Z7EeDfi4ytrUsofC2
DB7bemmlp7xZOwOKB3ISkuE6Lt0H2O0tvBrXz69wRUAjY9l7tcHDGAPwnbPD6o6szFDxBesboQho
W4KL2dHekmHW9Wy+Ce6cVjqiP334Qg+vRSRaxu2pLS/jotvkCMmn8ovpjE8qeCrarxqcsRafPJxP
O/raMHNNxJUv7quGZZ/Oti6vMFKshgKJqzZHhSG6+BpldOODb8MEdy3cFM3XsB/Y2BK5jKFTdhun
OKDj/y5JdMW6h0KMNmLEAa2s5iJNWX8EI2AIfyRfIMChjDQYL7o8dV+SYTXrM3ALHOaEeb5dt0by
oHhEKbTD/qIA7O8lfMNMU6pcrhwXlA7cPKkfFVUfFjEUf+oQ6u6KgSUyVqjAPndtl84auiUcCzYk
10b5YqZMWBkot/VWm/g7CPgcZJWSbAH6gmvSBXJpLZsKBWbjreCqrWbylSQOI0XsXOKAkvVOAfR0
Sxh80YZ93o1ZAg72b3ldrTvHgdVdbGmTrwYDs2TZbYqxg/XsY6h7TMUEHXI9uYAouAMTiIvt0O9G
Fys9cbxxxb5SjkdLPnV+haeaGDZXP3WTc/AJpK+2pV49WF6ypNt8llF8qYtuPZhIHPTTmFZo9Ksj
gGkeq3xVV9puIqhwitamggCZu8zIqhNjgwOwlJVlHfHrz6vHOUONYanLSH4RgkR7RvXg467xk5zd
6qnPLv0MKKr/YubOJu6Z8CMZGgh504HD9KTOEUeXtFuJaHdRT3ARmCsTbAQTHFtC4m5pBoI1N5CJ
FFVxgZWcvBPUMmkcAoJzrgE93JFUAB0PrebGb9kFk1xt8VeQyBrByKS9O/cArZakJmNPooQf0vwh
rVBWpc2594PpECb97aAgvniioT5J4vRQdLPC/m4ESkQdcgUPQ7nWVlM+sX5adcxnVVfjbHU0BYBY
8eBqySuh34iS+ZBNCAnBihz1IOoyoeeebv+7tigz7diO96VXVRcTtotzIkv3sSzxWfpkR9NJSDV8
DypJOHTpb9ImdPfYzowrqp3wSyw85xiXZrTFStl8kI5GW/N98WHTAqTBydyVue38728UejaG2dHV
9WTv5T2ON9N97J00XFeF2qPuRluVQ+JvdOv+g6rng8O+q3k0KzbEWI7Jvi9zWLgmbyYR1wbCYef6
10f6SZPz7Qna73IkWwKfk7iCoRwE/TMu962HTZBZlv0VG9oHZyV+LOXmjQjTKJTH83dJm1N/d1r/
vtYBYcfHZL5m7DSco5qvYzNfUVSeLjzF3ifGmOuNeSzda+F8E5CRLbbxfGfovcym3zuwf0ug8J+F
YvwHE4X/8Q/NH+cFskcV+kFT/6n0nQMrfvgfLLeIWa/b12q8ea3bpPlXfsT8k//pP/4hib0bi9d/
/uMlZ488/zWfPIO3qgXFBf+fVQ7Lp/Q5jxB7vP4pr51/4V+5GfZvFh1iaZqO6RqzluGPOYIuf6OB
70hF2W4L1ro/5whCIWVgoAg6HMErreU/xwikZgjDtVE+6PT+lS3/lrZWvJPWgtqaW+kuKF7LYpzx
fU/85sF1yzrFXji0Ox4eIE5lgvzIBocUDhiDGD9UF+y0ciwJJoQJKwVq5yTBw5vv6uqvA4RZsvF2
9Zg/hGGjtFCmjfvO/J48++ZDZA6UW3IICIsNkd4Yo54sNXBWGESC0YZ0Q0ePurronrmhE3w2TY+1
psNsu6yaLLxPY/xlv/5Iv2uK32ynHFtXuskIx0GiQlfAfDfVcE1/ADIUwyQr7EQHEe9Qmxf0CynI
gjJ9HPqZOJBBc6bpBemT3ACI/CGs4n41KFmhmANFT4CekHa/iTWtDpdjD/T9qTdL/5uJ7khfAByl
vsaFbBdbmxklQr1mmAhbz9sTqNr2pS/CCjOvYhoLVsvInF3jO9SRMpfJTjR5XaKTjIduqTWG+zjW
mnNK7OpVkQPwzYDPnKFMM3TzWqW956/DhJpgBfWnH9aj42jWIYtzMFsAMMtoF4rSudDdjhm82wsB
fCZ2Bv8o/N5Kt7k5dLjUMjpOC2wdKNPkRET9IU6k+Go7YKfpvwdI9GTFFnctlZfW6yatjJKYH2K7
UaNCrtp0g5uBizZpDS/yOi9J2x7j/ishwXg+MAl9JtWPubRM4KVuBBJicrFgsUGcrSgnUy/NH7XC
wtTj1i42QbOeWBD5o5CxaUqThVbJyF1ofsDnMf22c7eiLVLiBVO92EsGCDgalcTWbiMMeaL1jnQn
yrN69mLjZuEc8ImyldEY8vvUf5RdPNPDGpJ59TxhAsRkKJoq3MXwW4tTZIi0WNO8pY2BwFXt2XFN
5VXNbDxcul5FUoNMenlJHMD46oVGg79lHHQAGCEmQzQRmlp5vqfvm0rL01M/+upzX00dHLQOIppS
VbwKnczCg2NJ8TD3iJoNTuzoevI646UCM3ExasCIaFj26b0K8NMva5dhE5kCvo72drC1C0LeUP4N
Ef12LgwilU2W9GxrQxHx/Q/SOkrFQI2tQ54mx85LiX7KudC4xKkl1SJqUkAw1SCm57acYcHQQbSQ
RjEHnfssLS5Du78rSGPnrHUPJ5HVjdVWdlJ3Vr1VZ9zXU5TdsZrBIXY9GgoY+cEULMmPwxm41jLV
qLupSHx5CscM5WHFW450h8oaQeV1KAZoVWc9s7M+GmlEaQWJhFE5sCNJ0wqCLh0uvNBD0C/dxAqo
7xNn/EaPczrBUSOfeHQw0iHyy/McwUPT0b4F40KioJYj9HWH1uzobY7VqRlN37weaB6NCzUwiFmK
YnQqPm9uovaFfwol5KFIKbKi/pVFHLIf0RTrlib7E+ao26iV84Rpz9zouRhB+BhQEM59jnSd/C6r
OrSekufYZtaEYoe5DiYcfxy+2eAKsGbr0FyttNpUbr+gO7cavX4MFybPVBgT/+amX/WCEC/bXfh8
QaMZHqam3mSVfS4wLpBBkqysdLi2m+4U2TiTPHGXQ9ocNTYAQJ34HMQbq3jDgGYh8pBSWSdzrAiB
e97pbn3TxoTtwGAamOqe7GEiqbC3eCSwvRFZY/kr0efiWxOq4dFBaSTJgXUcM9ihecnbmgsHeckX
Gvsv/EX2wN+JTsw6D5WNS86ALwrL1FR3js/O2TUxn7ogYlwQSXFmw/DLbb5lvYVRqVyA2WjH47I6
ik5PVmYVgEDRbvScIEat9FGwute509frLBzZ7aWAXqNh+FKlcIkjp7gWOe3LYDQ/1SlcUh35ZuqB
2eqbeIvRCpJhXXjLPIunY6bUZSYfzR69Sih2Ezj5Khb614kqX5LJPNKeXSY5Lo7BGDDbATI6BnZb
nyEHCiKd0/BBuMW9V5gXbp1stAnrNx2qdtWqgqw5d2pigA3MKopgQJmT9nvTgEJFAwWCZ11eo3K7
9yrj2qyzA0Khp25oDjAuim/gbOK1ICHls6cP7N5VKNcol0AP9u20wBSXbA0TXXblGzdpi1jHsOoF
buPb2oe5nnjOnTZImiOFsfXhq9/CGMTwQNSK3q9HgYd0QxthqRtIeAHJI+gfb+D4btwRs00hPG6w
rITRVRjt3h3GS/wdxgKUy6p13Ws4Qp/6CKPDTEJmWTkZhnwQVnrrzfRMBvW0GWBOdnTblqKOm6dp
Ci+sIkKbnmmbYHxxqq+CVJ+yrghYbJZ9Vozb2nPzk+MZOeCECK167dblo9aLY5TjqqNruXML77KW
LaYOI5y653EEDmFXxC5atX6vpcG27rKLFuf1F1SUNBYK3Thl7QThUe/gAzHrUe1ZMALyE6gVuTCn
BVU4LW8o5hs3Y2cGKvpT55efXQI+bOeapjb+BGWdCsM/JfjVaOwpLNnhOterQyzpE9nqs6EP5Hoq
NtegFNEfZ/g30F1HbkYLJ2yjnYYeq4yTU2/7l2PrR4dJuY9iMMptiF8SIJBP/oYe18VGo0l9rYf4
1JqCrT66qSY7RR7x64K9N0vYdsjtew94CrYenBpGDsFZL+4hOk/LBjLCRNcOagxuyiLswi2ISiwQ
0XBTKiADfHKtWjZ+fZcVJJVmXFc2rY6H2QEYFpyax0lz93iwPzMc33cdoD7f6iwcoQJjdGWSMeuZ
hGRYViuvB72+clA6gPLVtcLYsbAaeF5dmp4ProXBQYTEFE3ETFai25YySxdV6G55o8Aw8vd6BLSg
9x5GS4d4WtY7A+3KsdPqezeHK5DShqwHraVCIqkFovBVZXsmA7npqPHPZggmB5/9DOrkfa9bwzny
9Dw+psgZF6U074QdJbSdw4NfKbVkwhZ+BdV9bKscPBwSU32aW2TK8UlrPeR2rLAuBXa6BagVgHQD
6E86SibPcpzV8MQydUsotP269L0QeYQlXjjBS6tK061ryIl3uXmfGX5L6eJ8K7WKlpIBXmjpA40j
ZGoLOincwvU8joV+EFENfdDSLinH7E8yHl9lXx2rEkps1mlnz7edqyFvhx2i0hPLL9ndZlG+uE5U
LYaE8PkEgwmcjo1t2th3qgfkGpspGDBI+C7Ud9JYDepQUF/tjpdXtexccyltD1HJCDvRzL7VdbKi
T6ir7oSemqIIrvsyJy98QLUY44tti7sw6/cishYqznixyPEp0vL4yvTTK5gJkVxVRc+9RmJjH+lf
R1IylP8CtelkR0SLpu3ByquHjNfX0lDdDgnx19FMx20jFKZQw+ehn8ARisuicoPHDFhlpVPN2AWE
Kr2Q2jIl8LJOA/+pBZDGsm/u9cYE7g697VDHznHU/TVI49XUp/G9HTjm7QhLjjI0r4uHZCihP8ly
gAgNXTJ61eqc7nqkJV60adIwuu6rMSjITaYXvkz9qOEdHRvGVtX0vRZJXsLUNTvbJiC40KCw5qnz
ObIHxE157NfLUa8dnEi99i0qwdXu9JonnvQS9H6t0fYMoaQWq2VWR+awT6kYKXswLxfbWLdD6i2g
QLNzrJ4enaxIHx1rYBtgaP1nXzogKEk0erZwoLxmyTTclx7d9qJAe73o8eKfjN5IyWcaK4V+wrDV
rNQoWtBnUc/S2JFqx3fpBPHKbWz15LsalTtsG2bj1mQZ2No0MirCqYZlF8b05Lej0RfAK12mu4qY
J0gTTR95yL+bYG3z1RbnzM5I8u3tYI6mqWYEE4Dv8jZOG1L9bJV1/qb0hvIJzp3+gvIcUQzYmvCT
8BX8AsupcOHl9DH3WaTFl2PnVpeRW5F/1Iok0S5SlzicDRoIItenthlui0J377sGHPky9HT8lr4R
yyMQ+XhAO5HC8e8QPkPvnqCozNNiEI/QZodl7DfQvW20EgxmYl+3oY45dHIH3WlwUY4FVbImfbms
Y83BU+kNlFC0rphUeG4Jj0IfWTMokbKVaWrcd3mA2vjQGMH0SeUeQE3dE9qrALJoLuMsaK/HCL7D
qqYIpCtPrhEoI6TpEDvRASfLKdJaOn/BoN2CvXr2AiM96bkLWLFX+8FJNWtd2FpL0GsZfOVJb1tC
lezKw4RT+iRYVA4mn5R1cVmmVr9tRj99nRxEtgu7H1oiriETsFKRCemtUUPHQMdEH8uVinG870oC
Geliw8DDoVnHUYGoS40XRouafdVn/cj+NK6UQKSRV8+lazIniKsx0i6LyIClKz3snKLssCplKfhx
FNE1vgbDaotgAQPfTXeesLzPaa+5iwmiX7Yg3gbLWqwosZd9ODGjAysaPsdBKMOVk3voHJIsNqyF
3is2DbnnmI89VgQUxpGbmzhy2u6MqCnLVoEfoANCvpxqm9oTsM6hMbTTowka8NYixlEn9shnP1J2
BhMeN3DSZqehDSlXKeXSnR4WwW1J7NhzOvTm5wDKVsAABtn93jfmrI++asvXMnSw5ml16n2pjI7x
xIiC8BtIbIgrZph3XwARFdbKhjL+mRUqatY62xsXYKOO5ymADMVabDrlS5fk3quP8okppNGz7pFC
hxerJGgzW1VaRZJUJ0uI92nvI3ryg7B88scYagt9KR0dSon9y/RjM7uy/IhN8IRvZKG1U3hdOV1D
ZIvdA8VBs1Z3pAFb5YMZWVW/cQDUPfmViauRpr97NINpJN4Y7zRxIJOlf+b4U0Td2FDA/rpZ8k4D
SYtEEeLqSJxWCCQtZ+6dvmnfGFLTGfe1UJUS6e1z+OtAkwSpKWPlr359qB87ozB35kOh+7IEqbFI
aFHrvj0UsB4HlLZFwDE/gqOliQmoZ7z9d49iCmW5Nk0pzOjSencUVOdCIpFEV1MZ2oaXKOMhoLof
HGX+K287TFjkaS1RPdL5snVEXT+ei4YTu6gcxltzd2xRuy1eYQA47dUEVuc+ZPtwR2DkcPm3z82Y
pcscU7pU5LOu+M3FSigW0ob56G6y2NbpFbcaN933UOA/+58/6en99UJBDUCqa5k0Nw3beNfChnvk
tkOsZ7swYA5gy2wmvw7x6dcn85OvUH1vlDvKsk1SiX88GQZ5AaAiJmKtE/SbDE3fneWJbj8igbyq
PFyloPbjw68P+tfb3VT4y8ioIeVXxy3z40FduPG8WEHiSA0iUUXpjD5SIQHrVbP+9aHejVW43VH/
2VK6CDrwp1nvzs+MkG8U+rwXSrT81Yoj+k9K1WWAeM7VrjurDShks6DewHZxhr//sJnKpC0LxAE9
yXc19ptbRYRt12i8Gnf6lISHyB3ohYRj+4Hu6q93Cop5R3cMHmiluDN//DrLadBlWdb1bqwisUGM
+tl3yRr59Rf5k4NY/Gd2G3LtnPen4rNPaiP4zcBnMrbutFI/OXX09+8MVg3a8giLFWgZ992d0dRD
OdpGhQPOUnQ90sa8bNMIh00bxh/off7SM2cltA3dsQEmmngL359RSMYZltWgJr5Ir3rM5dC/9Kgn
F9GxiuZWUyCukYjmhLqPBju3gV7UVyMao3SRs98ol7GNsuuDJe2v9yvXkFGGgWeHrZp4dy2nqGkg
24X1jlfeszOi3+yYZFrOy2j5r8JgL5tiKf71pZ0tFe/WUQ7qcO/wTjGFbb87qGxTUZiEXuwKHteN
gjR/VsCSD1J6wWGIanld1U68lljf0eMDmnOLZDoWQSAvDSOxD45iCxDaZX+ByJGOvUyZD1Ni9ZsS
WPoHT/R8C7xb9DEJ6AZjF84bKcyPdzuorHA0a55oV6puZXl+dpn2Fa4xo/GKswuhJfjgmvx1uULR
KKWcfbaYRN/DU0wqHYl7sNtlwH63WZm7G2HqBCry078/yv8L08H/ayZnJd/clPN08Y9J3+yI+uc/
bl+rUDs9ZS8/TgD5nd8ngA48HB5Uhmw670NAZrwNfx8B2u5vpgSfwx1s6b/PBv9wErm/sSIyW6A8
4Ld0Fsc/R4Dmb0zJ5vpkRuLwuJnq7ziJ3t0fqAUZ2jOaZHXEmERF8uMdWdDZlVg/h7WoOvMaBXx5
bCxB87+O0n7z5mv5SVXw7u7//VjAgpACKKaa7xfIcACCS5DYsLYB7jOz0LLzVGBx9LoC0WgkxQfv
lp+dG9AiR7A6MEx/f+/bA4l1mV3Qc81rcil6SvU05eUyo+w/ONS7Vej7qUE7ApOEfnh+un/8GlWI
V0Ci2Fsr13OvhFZXz603tnd2LwXabZC35zkdD5UGOTD2+tff688OjoPenu1osxPp3TVkGuPWY6kN
a7YN2c6wZ/Aa3NYMUU1IRJMp6itdRs6e3Kfo5deHfvdm/X7eeL50xJ5C6pz4j+ctfQGj0ZbDmqlU
epZWGu+Mog0/eH+Ledz6Zt2cD8OglOAdUHVoQb/7sN7UInYyJuaYNwNCMXSbede0J6fPo21BVsRt
Nd9SfpgRogOFLr6yaiR6yHPGqynq2u6DBfUnZ8xceOYWKLAezvui02tUEw0pQkJQqPFKA9W+7IM8
P//6e/3+Z96f8fyCx6MrsNa572o/H0YrUwyuqXR6QDCpiMVpKhMwMJHSxi/oiVLIHj3DtQ2kz8pa
UK76d8JJGvHBlz+/QN9/EsXnYNVBIg9e4cdLrPzKxRjCJ3Hb2trR7vUfVNOro9YO/kvYdwGZkdK9
+fX5/+xbpsJhUeKSzybLHw/qOCXuGKb9a92LuLgu9cPo+tu/fxAuoGHOLsq/HsTFOR3TRu3WzNm9
RTzb0ViP/j9uGPQ8Fqv/LLZlof/xVCqGQEEfzzeMAfcH60+0bDwr+WBb8pMvjA0d5SCV56xbeF8G
kVZgdUSTrYc49lbQt4slMH73gxX8J/eCQTEB04I9nU3B9e5c7KRjxwfYpqkdYy2E3wGuacP8fmQ3
uDIHMJIWKeMf3IE/WccNyYtOIFwQrDXvzo1IBfKHqppvsCc1ReHRBl3DmqOnsfHBOv69cH53t3Mn
4NzloeNaWe+EH0lZKLyAU7duQxrLQHRC48lxckUY31SRhCCQsmfbQXS08jU6VMkSGGj0SgRRfRmI
yCOTKwa9uXdyEQcf3K8/+R6wqKAKmqEoAN7fPRRTBGiRLmezrsxGHNLezTYib91Dr2TwwYX+yfrD
hWTrJ1yEMCxD76500+ldnQ/9uHYsuFxGseX9chdq3UHo/on0jWBhRvY6LYJjrHnl311jaSXZVLuS
FdbQjdlh/bZL0bVQ+IRDbGJvm/5ykl66zh31UTfpL+UImGdoC9xPs/aIlJx3RxnciozbollP0MWX
ObyLBdIJGv+T328NR1v/erXBHc4f/OHeYgsPwJKukoVZmif1xwNCNpgmjb4+onfbaJbJkMB7INsa
8UEdNJ6xDOCJfS1owzLEiYcEf1pih0hSCxvdstXr8Pr9mrtxI5mY+Qept6AphtJqTwAIJK2kpstf
PJ8R8ap1GI1ukoRxJFy/GoJoBAxWrRsTMQrUJySn5Nvht1zYQBzCjZchbtiqSNk9eW+YoWhBp8Z1
gLg7+n/UnUdz5DoWZv/KxOzZQW8WMxGTybSUSXmVNowqlYree/76Oax+3a1iKzPj5Wpm0S+e6YIg
ELgALr57vqUBavnZCE1e6GPT9V+TJpbkpRywGduY+uEDX8dUpywrSWmkVQidXn6i+qi3sKzSJghV
itORrbdy6B/gs2SDM6aZbh6KXneV1YB9H7w2NfTfEVvg/WEOKEx4NR2ybaq2vAqh+G0eql4KHyLT
7XE1oKQYpoVgWMlD2oZBBQqNnF0O/UXVPLswW0JETqbGW6qeVEOHqHQvXTa88APjCyKslrIoR2Su
kDg2G734HrsgQiAfBqm4hKITPmR+waOQqxnhd7cmFT0ZuA8f+LmGUCHFuPoARQ0uqyHoilvBU5Hi
83YQXIWNBVI54VtrK2F6FMQviazsIjIjeJIR+iD1Rm5G0HUFkuPsSjPysQEMaA7Ya1KCgc/HTcZ7
pQg+TyuVBck6uaW+MMypwmvYOGxDyyW8HFn50Y7izUrcya6QvulKPYJFCSLk63laWj+8DNz1TgLN
gZfpmARrbAFEPNqQvN3ICm+OdU0xHsIlww1XFE2G5n1rFW24N2pZuDOFiBRr5macpSCP4zdj8lCH
TqPkzLGMpBpeWG9WTbuuyyLgicT0rO+5TlnApuxrSjmE2CQx0ep1IOzbqIAVSFlnUy/TWnLB/7aD
61DagY9oMcb4NjPIvFV2oYpZIKYtmQNLWORhlrADIQ/PsQPEHqXcC3LBu6fCaD7iQtVnezNtoPAo
Y1TWmB+ozW3CJVq1PSzePJ43hfwlAr0OTy32fHGVer18G7RucNXHZJ0o9mjSX5wBhheCnZ9uAs2v
vnlDCr8E1C9yn1puFH0ytSq8TZmY5E8UPwveaxLuiPzTof4OtlvDvGc6XC/cMeHZgAjAyzVE5weM
N2ijz4sQ4QZG8OHW8OtirSHd0B96RRAUrKnMcLBJT7j6qpw0M4exH0d47aqc4VdQK426trQ8xzAn
16qaGSFWVbMUTZi/toi7OiIznvgbNApibO4yE8H1UiQo4Cgsx4VwUw9QrN8Nr0BlUvUW3iqW3uRP
uZ7p/avvpdVd34IkQFWlTLECLB7zN3dR4AkaM53F5/sWFjMEriXwbXGnNI2GazS18zXOgbX7gr8K
ZpUcbGJzTSGc/M+c9d/KK/z/ljGQ2Cimi+CnLeK/8gbO9yYg2HyWDf/nj/0zdWBAQiN3AKyX9NaE
NGMb/it1YP4DYSroNHZnjkTkA/6tHlbkf5DpJGVrAkfnljKpeivWqf+//ueE5jV0tiCTP8iex2H+
X6Lpv+7v6K2RX3sf2V///Bn9QWLvjx3tn4w0AxjK7HTgGiG4Z1DmGy/uriudamsREBJ+LvGPqI03
HlY5lF0ueDRcBoGxC7BtafRkn0UPBLjJ8uoO+JOwCFsdCqDofue6I22NmNfB1IyoLdMk6mx56pa7
RHb6OJOX/M1KqdLXSJfXqI/qtlpgzn5lSOUmor56VJsniTJDrtqHsS4msF8ILIl6PSEdVj7gJJMc
vWLey5r/k12HN0qkxaYKfz1M34tE2XkoSm3kauiPNPlGl6qrOmTXTcyysMOEB8/SL9aeYjghWMCJ
0CjaoacjpUJUKlkDXIY4hoyID0HlVR9Cmd9bcbdxqRgyc2xQcW5z4GKhLBpv3UHf8tJr4PeMd468
EkXjYUTMUoevrv+rqZLNmJqvna/JS9QGL4F0WyhavlKb9rvm4sQsZk+lKv/Uwq5fIqe+k0SqijAV
gwcWPkaJKV/zECjue224HbxSWFVejP15ipYTO783CdOKXVBn0mqQu+cE0dpoKN0ew4/81Rh4NeyT
sN0g3i3f2FqXHLQHm7L70lgZAbKKha7hPIT3qwo21JRXITrXjWz8dmAaK/MwdlDE2VL5P0rVYxJ1
1Z5TxRp2V+EA/8o+Bpd6x0SQgyc9IyCSwL6i0Al7vnZoV23p/vMk+7eix9FSg8+VBv/765qF/wer
ETj/n4or9/9n9T+2Wer9D3yjvT+jC3/uX3gj9R9TUgxpu8I7KhCbfwUWSVL+wVmYegRLnvIbU8j5
Kykpy/+g3pk8Gvcing7lKdvzV2DhP0nalH+yAAHxiGhKfyewTOHjPwflv8KKisvWnwdkvNcTECyt
6HgAXaNxb3G9koW/dZv8T+OMxR+XiqFK0kLuRKfTSRQ11XMeeLvWklefxvqLoDg181XflVnzRj0Y
UVSB9jFgugoLVwzO3IqmW89XLTPqnztuinkoN5hiOYhBVlSI4g1bgZSFGNJfy5oApOHjsl9hdvdF
nQtFaOQHlea1VF4Z6rl73bHvOrtpZY08yoGsik4DLqCXsQ0X4G+Y49/Kgfz7y5qze1WgmK1A4TUD
1FP++GTkJOpPvWZPi+GrkZ/fQ+EvcOzJc8mR1HGtYixPjSyKVmHdGdlWi9rbBimS1nNX6r0tJ9OD
AQXcBPfJge2qt7RbaHogbDHlLurrkHIMWSTOUkzaQ5o83cc/MzP/+d1nuZEs17AazyBK4RX8OmAd
lYfUeES/LDXZS1p7JgNxZHLPNR5S3EqcyRlhKX1T2BX78MyqOTIz5ioILxVQQVeseEN8xkRzAcA8
Mc/kUo+sm6m+6vO6wfGDi4hIp5MGjo2yMkaubtK74d+Kpbx1szO/gnFslsxWvkcVg4FLnehoyofe
Vw5ZWrCQUC0psEUtm2xiATBHZthSFu8zUVt7UkPVUgpr2Vp6JlmOAZ8hATcT10U9iwLYGG8Lqp45
PNqABNeJJ6wCNUXe2mGsjtWf25X4iuD6JserNhfWMnX3oypsSs9aKm0MSuO5H17ypl6DPnJ4WUyp
mhAouNBa/2bgYaDB5RT78zV1RNxJ+5sOi0nPxENU22eZvI4LZOdezTtNCbZftAMZuiG2AFXU3QjN
W2vxdln+pPx50UKJUMk+u8bPHktMrpJL3GgXpnofIv6ulfLu9DQ/Nk9mMTDtMMw1x1B0hvShKN94
X5cyYXG67d/ily8CLHvXHxMlDNuSjAZrSIdCmYzJQq3jgDs81ku4GvXDbsBC3VMPAex5sAjrPNVW
CkDqDoBk3lNqhBmnGQuPSultzbrZRxZoSvYyWyDXOzTtmYk2hbOvujmLopiXF00OO9tpW6yY5FcY
P4ty4Dw3LLPydRxNFHfGmTH5Xej2xQ+b80RYlv0oCbXoKKb7MiDN4GinV+XSJQc6WpPx64cUGiwt
bfK1SLiVSranG44S1OigAQ7VHhd+8cWLqT33M3/hMeFLSXNyHSEq8N4ozreGy+XVUnHamYB0gD/C
vYVCFz29xtzyG+FKquSllv+SaKTEJYac6CKMCsq9Gtwhs43cI3nXTahlD530zCuMSymWjgNv9JHh
f50gmDs9R44EQGOWkXQFs+lw2xIdSg8WIa6sgXumZflY0/MILpHGSASJz0qlhO/jAEZSj+cCv+T3
lFa9ICylkn0/JVWIVccWPT3yRNWWyeOVvrXQxxdM7PlXGtuLdBVS2a6Dxpf0VTqBAy77/aeL4KcH
OD0LlYKL5eBQkbv1VHYz4f10y0c2MGNa8Z9atoKwcSHssrX4V9TPIude4oqeFFspkc6cD44ED2O2
EeSdFwZWxyZTC+zYz233XRE+Tvf+2MebxX7gSW1UDcwLy+K2C2X6zIZ7bFRm8S6P8zTMJdrVCSNu
0yykql8UIEBqUMzlw+nOHxuXWdzTMYJupYof0rmHTL8Ji3c9/Ft6w38fS+YF85ne6WPmDaLjl3ZK
YYhmn+7yb6zoF3FpTunCwJHHirYXnRyDVqqEN6lbr/QBVwQRPBiP3EbwreSWKpdoKHf4cy6xfn3s
6pqqAg+Ee2VLINCg6iD8xZcQx0ar0vaBmtiaXK49l/KHsdgI2BcXEayeUt8FzaEK+rvWuCF3QDXC
9wreijDsam0JKWwX4I1GDZ33onrhmTPdkUk1f+cRWqNPBtfgUFSiPy0oBhQubHkWa/R8qMogSKZL
yn04XCnZucrpI/NVn8WH3Icqqkr66CQVifkOT2vIcb5+17smdSXiua//9Q6oz2IFZR+jILsRodLf
CPKuVM8shGO9nz7EpxjUUAvCiuMAEAWQcbyrMXwZh18DdiwA7i+LoPosUuAmVWtB6I5O7L1D13Qx
5zmzJI4MyjxUwAzp5ISduvRXU+HT39N3/3sJz19CO4xjDQOcp6NTlKZLnY1L5K3gnYnJx+b47DDD
81hZKVRwOXBK7LpdK9lfcrSj2ckjUU2b3Qa9SHQzMbKwQnYfKuAqKmbw1G6d+YxHpoo2OwigTvHU
cig57PNQZUSPvXjwqRsL2bPl7ufpL3rsN5it0gB748bop59Rbmv1yYiqRVDrZ36BIwOvzVZqkMUl
7zCsVKqLC9bouTv+sXZnaxOP2qQ2E9ptvsfhElfm02NxrNnp339amnltCgE1KaMD9AGnK3e0L2t3
thx5+/V6XCvx2FapQZQeKv3Mznfs482WoyDzTNNMDXvebSveSdzBlJvL+jzbr3k/Q27TMRYp5OXW
9rP7y9qdrUXZqkLUW3TZ4l4zbjXtsm831995FHB6dT71198Y91mzuqi76mwJIrCsyqKg2Si4pvC3
HTeXtTtbdlHBIbGsaDfx7vA7K/4i7R8NSEemsDpbcTWVea5uEZBi43sfXftUFV7W4dmSEwGMqNQb
jQ7af9QRfnThQMzWHA+loxu36uio+oM8PtTnLrDTQH5xdlNna84PuiE1agYizO/0qL7jpYNMmGdT
4LbrU+PCUZktQK/2Xapn+Cm+6AM+2GfwEC8b79n6y9uqaMcqF50RP5ph1/eX7YVzIUriwyIPIoUJ
HW9BhodnOfVfj/e8CqcR8rApVNoduDQAPfYuO0UqswWojBKveBHxokv2qbp2L7w0TGYMn2N9VycS
+gird5LO1tLtIJyZEUcSJ/OSHTg4GVoQxmG0vnflLzCtm4EiRwXWn1U+ql6xDurDRVNEmS3JSCol
ty2NkXsyqaTmUUp/nG74yLYy2Wh9HpsEbyIDHsBIXTRP76K4AdSX5tr6dOtHQpQyW5k4OFix6HHW
AwezlCa+wdtlDc8WI4YNSp4aDH1brnRj6zYXdni2FOuU0k+3x8Fdx9hnRNJxaYdne+Gg4ErGQYbY
lx+gqjXNGVTekRGea79KrOlCw+f7pXg/op7zh/DM7D4yM+TZaixVr8KejCG21HIxFZY34DO9c9F0
Vmfz72sAwLE/Jp5oyJ1nTgcwKXyrBv/gW/ESK9cBxioVDytLe5rIEAUGhJ6QLgb8GTzpPpY2g7pW
hHwpDeI2CLwzv+tMnvif3sz20gCtqaCU9KZqjaULaV6l6B0efVOrFPYEPKEHy8a4R9FyWcyfXkM/
rztIyvyEJB4cN/YP8HVuyzNB/9hnmy3ovi01P4/5TYxmEyKsytxbzJLO9PpY47P1XFc8XTXTbKsV
aVnE0doUHwJBPvMV5GmVfbGR/34v+3Qoj6mNLKtS7h25JJfS9osG4GRKDbqfvblg9QV8PjxZ2MtD
41AzAfIntHO8tzoVeFNuLNCtrDMpuMlSwY6hS0SGuK/hlF4Uc373+lPvRnQHoOpYwr6If0e464dz
l79ji3gWHPrRKGIOK0SdYSllu9Q4E82OfC5pdmVVx8ytmoh2A2kPyXyhYiYo+sOZ8fi9VL/4XL+X
9qcBAWMxpPoU07oK0SdMlGhAIQa6AJNsQx43faj8ssIXsbVWYfsjNR5VeaPBr9BS3U6LnzFi/1bF
mu9FHZMVCAFIINEml3U7HDWAW8our5414f7015tW8ledncUbACBAf7pkcCbkPJjWCmt6bBWXKqLH
0z/hyFf8LdP9NBw898CaUcTBydRsEca/hvqyGC/NYkWsabkfiOngiLztcTG58Gr9Gxj6qcOjBG5k
yMnawVKY0IgY/ZSby8ZiFiiCOO+lPmS0B6xIIvDZZ77isTGW/wybClylsmwkApCBkwT4DxPk32Vd
nm39RZxQHFugIdZ59MQl++WyZmdr22ohgusIQZ2xsuUD1oEXNTuHuQq8+SJlVwenAyZyc3Gzs03f
CqMaUa3bO+3jGLQ/8rh6P93fI6FInC2/XMu9uqx5aG3xGBe+9QA3MPS87OIgznbvJszR13b94GD3
wZthedkhc16r0A4cjbOUZvsAzsninLnCkTk8ia4+b/29W3t8PppVrrT7sL9s+oqzFYd3QpCXKhMi
9Q9wYd9iAczkmW83zdUvYqc4W3Wlrvy16lyo41L7zWJr1vBKxKdZH3d4uFI+4N2JEKSEEmx3RpkB
VdG++VG5KTBG4NjugyDk6yxzLPOOibvEoROISlS+6FAHhppChRDIcIZX4Vjsekqz0vC9K4WdJg1b
091qzX2NlNDc5tbOxXd0QaaRmj2oj6W6HAoFStcqqWHUjSJm4/i5+9JS8J9K8fX0CBz7ZLPYUEO3
AJPSDQ5y80pfuqV9ul1p+jpfjewsOiDVDIrBEzGjRVejGw+e7yGCF9dJ9+oK0Np+xvGHkDwU3YvW
vnkcf07/3K9/H9OaHQz8Hs+FFG6pQzUKpZ3qcIagcazdWfiIgk6EsCiQcfjeZqAXLtpN/gvmAFIA
pxOISU70CyAktQGnR+HrIwEAmD8XIjueNECy4Qwevugc5uLxXtff3e6yx30uM3+2r+CbCgKDbmfu
M1CiQD2TCp5i5n9PGoq1/2xXV/NUl8ux52k7XbQgVlvEE2p4r6Xf2uTcYfzYp5zFEyuuFU7gJAEh
7Hntws3t04P+9UaAGPTPzheGWLWlOn3LZENZE76lFsU05x6XjvV6tlCjwWwSPaLX+I/U2Q702Ole
/85YfDXms4UKMAVNWd1wuHOvJE+5k4e9BzjWHR5F/8lHjDWqmHK02jrOwkNAbbYg3UiWAKDKX4RV
sdX8cqupwz7l4VLxolWRN7aYGXcS1RaCwC0lX2TpR5NvS4Cp1GekUoWpVrAcPYCbYDNP/xoo+b+e
O3NNo9pKrQmAm2R0pdsUpK2aXLVN3py74mfoSsuM/BIFMTwPJ0tfNFeJVizG3rejHvNIvI4bY9dz
2q/KmzbvkKSltqk2a0GPtxEbe6mvZHFEzOOhUgPMinQrl9MrPcXnHg+KjIAdoWaXnnr1pyKHaG5e
jVx4UKV2rcnJbRb9EOtno5FXFX7A/mQBLOg4h0DZpKJoUN9xmfJ9AUWLvq6zg++/4MJpqsW11I52
j32bqe1SkTUx3rUw8KoaEicebaUGvsR8UvLELvvvcdwsW/FbnMJpE2ue4rHBAkQsDCruJtUSgPXC
S55G7WBQHuBGxkajcCA1XbuLV6P45CLJTzx1FYnajW4+m8pVhAnFMFi2NVgro9sILpr9UDyYob6E
w7gqZQk83S9oCZTqvCl1dKgUQGxFdVnM/S0f/HyKV10vK7TplUVZ8kKGddWZufL1bdw0ZmuJR2UT
Uhln7Tx/zMwr82d2VXoLENQBbnXS1ouwZTizvI7MyrmsI9A8WGcaN0k33lOlSdniRi/OvkweiZdz
bUcrCU1mmfwioiAt9PK7wTFj+BUrV3n8GGc7q9m5yl0de0vLeK+8B9DE+7h6EKL1RJwtfJzKdYCN
EGst9ZpL09aMiwcR7yNfIvVgUAKS5wvXvC+97Bn/lziOgcbq60SWljKKasGinDXaoEHrkNc1KxlU
uQzOXZX3fvgcGHept6mNjZCf0x0eiYFzmUetGr07CCITglo6V+AV/O70jDjW8OwM78ZlUAIxI3ZY
eM8cyvbxdLtHvv5cDo3PmUQZB1/frK7CErjOVujPaHWnA80XYXtevo48vNCGhK2yjVSkgj8LoI9U
Ci5SP1y3ROxBL/adeY4rceRAMZczu0qUDZ079E7kHrTqsYyuVb1a1O2ZX+ZY89P4fVrpphTgiJmx
B7lBvyiFYJUPbxXFPjpoztNf4shKmUubKbsUo2Y6sYipQ736wjJ3brVn6urRmd/hyBwyZ8cKOa0F
HDfYoLmqKc067lane36s3dmxQoqDWImoLnQibd1jWV+fiYLH2p0FwQ4OPWgWMp56tOtB7mpnrqzH
vuXsPJHmeSmlGPU6JFRtHIGRTyfLSj005NHOfMwjc38utS2FplXN6bm1K57j4k0VbspoImhT/kYK
TBwmwfG5g8WRYZrrWDM9aoQ0JEXV1+lSbswNQrPLos4cxNUMRZaqfjU4eKF6gROee208MteN2elf
imJl8KdXwaCurqVuwPYY2mcjMTrxXsRC4fTEVKYZ+EUImgtR9Syo21gmuhkQwwXqVJQrC1DaKB7G
rF4OcbbJrR9AZQS09GawVSAmi9WtBgGjK8ZFaE7W1mu3lBYi7oWdEGxAXS/7fHzMiycMDjZjEC7M
9CNKrgVsJ4SgXBfl0tTN9en+H8nyQkT7M+r0eJMqZsnKSmssRHAhxBckbLhjJ+0q9X9gy8sxR8ag
EThOfgdGPdbvDPNHmWM6y1YXJqiOR0D1UeGM5NUE+LQtnGQAkZV/J0XPyWAnxrkIfGQrMWbhpe8F
cMA1D45qZHe13W6U8KIkLFyrP4fBBMIhNNMm5YFgonY8xC7g9AgfWTtz9aFbUxfnF9MEMd/T7ACo
+XS7WMt8PfX02acba9FvRgy/nZLHEhluuFfeR90bYOwyJU82eG8eLwJx/naH1Ru+gIa6j/NnyXtT
ioGKhHBZkOwwRnGjysHSG351WJyI4WsMzo6qAWRq37BtsKlPrYpNiPWIivNeZ7QYy2mr1lAXuifB
T6awpMenRLiKSwfbBjG5l/JrLXHy9Focr2PNqYePGs6eupaEb3r0EIwHoaqATNSPlYj6XBQG7Gi9
ewNe8cIspZdIjbjf7Uv929DdejhLaOZbXV6VGFm0L2lcBEvXt1ZjXq2S8ZdR36t1ibvO9ajjF6Ny
QcHSU9KWhWLYAHwWvlJd+zWM3PrRGB6D/CB3j0V3Pzb4LHgHMcWI/qpwd6JwE6VbLCvz4nYoHkLV
0ZX9GJi2P3q24TshFbpWdxsBsR7Lp0h1cuVnRbm/Lu0DCpqDcCId/AR+vaL4+tYsqpeBoidff/E7
jPSEO7quNj9Pf/lj3322ClpPwblM5KBGYUlY3wTChWtgtsmqCVDmDMMWp5MpRrkez4Xi32/KX8TI
uSa0oBgEIHNPw6K75lkUMrFl++6dlwgLX3uKJcDxr+HLN3etjVeC8U3Q3t0IU2FzZ5kvevCBf/x9
XsZ3mrDV2mjrGw9SiIErt9PMo8DuMmEUhJo/YwCYC4hOEioMN4embDiid2apTvmxL37/uba0GAMl
DKmMccZY463d9otN2z+B9wdDDa/rskAz15gGhRI1ZVVzfi94P7e5n1w03eYcJVNPU9XIJ6VAhDuM
Hbf26Xa1aVy/GpZZzI1iPf2nwIZi8UUZpivL+O63a5ktJRVAxEj3oMIU470Y9rh5AQlv7C7bJyk+
K+XW6KmXhWhhKDxOti6EpR/lcENKIzb7RV2IVDXZanojVDcYdpbSCnfohejGq0D+JVvhNk0+BDPf
NWl6M7kCxdI+6oWla45rL2gXY/5Ulbexu6qba5w3NOVG08BpaBd+qdlJ39KFQcK4dnSK4h5AGwir
Cxue7QhhC09e9ZjBErz19yY4c0g4EnC0WcCBhqQIyZSDEAX8HfRXl8zV6TlwrOVZyBnMOBcaDN0d
5V3wpJveKM+IXo+cFH4XqH26TKVQ5sQOU2+nwvMj5abs648tjsunu/2bTfvV1J2FCj/1sarRVK6C
QgHiwXDUjmKqGEPiqq7hPXzA01i6Ke47E40niWKOKyI4/SK8qXOZrVl4g/f/YQniZbF7Lpodka4D
R2AgE73+qbz4ivrz9K965AvNZbNe50b43GGeolk4GtuwNi5rd5Zt8Ew5yJWSdhuOs77tf1zW7Cym
BALPVWGEPkbWX0pxf6Eo2ZwDTzMl0Qsho7uJDr9ijYfxmf4eCYLqNO6fJmorhhgiQMZxakBAhoGN
nv5kYj6Xp1eRgZ9c+ysduFjUdlgIS9W/I5G5DHEeMvv71Hz3Q42y3oF6X/k2C6lCiV9x7n3oKKOs
Y9dml3ETKvqkTY/PoFhn22riGL2O8s2YHbxiE8fbRtqMLbf1+rarXhVP3J35xb4O7nPVbijHolLk
DJj6puT74hwU9th0nAWMaujDEbMKEgzRrdduxOrM+jlyXfxdOPbpM/itEkq1pPCOr9522gCxCrcf
C3PvQDUn88afl43KLG54+FQ2FOMRlnAJaY16XRmPF7U8V+3iB6MBfJvWU79tKvssqvbIgM9Vu0Lm
eiN+aWwp4lXz2p2rdzgy3nPRbq8ojTcaLer28lGntjfNeCN9arxVVj1cNiCzSKBg/aWLXkNusE6u
m4oUbHPmOHdkb5mrdbViAHEp03dd+VbglisrV6Vpndlajo339O8/TURFS1U4eDQ+aqtmWFfimXaP
dXq2h8u56tVFwBlUC7/p1q+Y55TS8FeXjfVsVQYuTp+dzCQpqMZ2l+q5Th8bjFl6zhA5NxsZqod6
rfbbND8XdL+OTcpsFfbWEIP2p7sGDCnpSvUue6uZq3WxSCutAkyfw8VQEVdNcVl/51pdc+zJBIlY
DgqSLWPC9fcosP+SxZpzke5gUNipGCEZ5417aJ8umgtzpnXQaKU46jTaXpWrc8CPIxNhrqft4JWN
sfrPnpL2Od3T33nvL05xvxMrn9aaW6XcAaS+dzotX4YR/mZjov/opGaZqdU+Tqpl6k5c83UYK8sI
CE2Q8PqJG55pHnJgSItKzzYZN4zwTkCslqbXRQoa6zVWvS2meXagjXbgde+I5VYFkAgjBr3gNkut
rsZlrMj7CuSBFjyZwSGk4qTcae2NIpNCucXhdNPkGh6FL7gh7BKF9HSIx0W6TMURHy5fQ/6qx0C9
KI1Z9qKBfW2+c6Nk12bV3seHTuuH/Lqqb/Dz3pv1pnbv+56EiuN72yqWN3LVVAupl5G6gr4kcWnn
bgCFK3MCYTXo3RYvNHzyhg4X3HFnZd3OstINWMzN5JeQdtajFega3oqevs2U+LLrwFw7lXljYLhd
xlNRZLvZAvTY6S99JPjN1VOFyCzvDW4DQX1Vya+6EUGeuFCUMJdPWV4T5KnC6sy1n438MCSPl3V6
FvyqPBLDOh6prhjWrSkBcnstmVSnGz+yoMRZCKySshs02WOboY4xtAP1zMPH1yMN2OvP7atMhjJv
JUbabzecxCHnr6dT1OlO/9ba/veCBVU4az2IyxqAEvsMpNdRkex6co0Un0s/wzwTn8WmX1SSZyeJ
DMr2l6C/5uheo8rdqG17hzH6mY58PXrG3H4mNMHDhjqBXjRfhew5uezMAlH6z98vEAPJ8lA7OHL+
jEug0lz2teXZ5i81FXQ+TJAdZe09DT9Of42vB8Gcy/kzuPuKbwU8Cq296+HM/Jl+0//+wtB//xwB
tcqtomn9wTGw8VTJaY81ChlBR/t3JuobR37CbOZrEJOBClKaobj6OgWDJGq9HXPaD6rHeHi9aGzm
0vwAWanahwx4vCuuL3yjmAvyIwmHoGjSgAJ6eCr4n3fZUXnuwCNU0PRV8vBOiBlVotznFFecHoev
wwEGWH9+zqLpyl6kAtmpy13Tw9lES5GE50oUjszAuXIefZ/cSw39TitEOQ+Ysp3Zh451e/qBnw4G
sjEOvtcTHUPjrRDGOzMGVSzHyZlROdbv2XJM3KLqcHvEkXS8rYYb/FNPj/YUZL9YPL/tnz51Wxiy
Hqw6b6mu6eLEzFtnCXyXKprEjZaCKNqlHOBKf3/6px1Rt5rSbK16gMn1tuJVWPE3Y27ZdfbWk2nT
xH7TxdVGxWkUlOQqLwuSsrzKNAc8Bk7/7GMjOFvEip512CQSe6J7nmzORIav+bTYi803L4zAEysn
+KSm5/jNqo6wQTS125SMugtXvRhK0OLaKufsNCQZBFaBTPUuV1GdpOlmMAEhS99oAYfaTWQ+J+Lt
mO0jj3rl9jk0m51HVYqLghC7uR9d+z2qHqLJKA0X43bdG+aytH4Kxjm05O9Cjy+mgzjbLcNEGVJF
K0dHkcj17FUU41merDoQaCDgHVQ4arQboluqF5JqwrDfBfKZuXEkyM7rAUJfo+Q55LaZ+NeNF0C4
3lXyS2w5nXnhu+q8KmDAnKhmHiAJeR7vo/VF82peE1CWIe66itk7ccS3NFbtcG7N43shf7k8jblg
WO3Q3MRZyukWcD1e4nL2Q++uPPHVrN471IWJsvXa2yi3lqnxvfU9Ht33aEhggpbLJjIWbbv1vSsz
72GVvXTGi6nvO+mVGbvA5nRjSpldCdQygluzxAMkYkPZKfyR5pC6KOq1ZaOUmzFrNgICv0zfwnfd
VsDQan9v8b9Yv+9Vd59buSOV74bVLgIcb3VFWrg9rBX1I9OqnWw8CqV5k9WoKNUbUuwrUzM3vZhv
5AAKRBbYbTbcj71sR/m+dg8dRObe1G03dW1cFZelsHUNrlZ6Tv23ieFxep1Zhe111Yon5yWl8nYZ
3ickJpIRi2XoZa3X3fu5uNaE5zT/yA2JB23+ycIJGja8Ga9k9yH19oD4HbcL1r1yGMcrhM3LtLDB
tS4M4TrL9q0qLf1OWdbtr0G4kn3cY6WtGnrrEncn3e0WWZatCvdD7L53vbnAZmIxSOEvPNq3OjRq
r+lWgniDZ63YhauyyLaRhAfCUPYLnBYX7SDu+rHaDCJIQ+GjS/rDQNQt0l+FuI9qHMrNt25S3gYZ
Kdy1xltaKL8kuWN1H4G4q4JnOQuXIk4Ete/bg3DTm+0G/+fnyr2P0PCXZXKPhbo/sICxmOZKuYaH
YHeRbmvNry7L7bTOqVmUN6J2sMJmESg3RTwuBMLSohvWkmetYw+nFaOc/BkWgouXu1XT7/covFZz
aYPL1zKn+kHqc9sMRls1HsiakTFaVL25cYd62QTx0uKdTpadsowWbfRhFMGNOoLPopqzU26gzy/M
CvNmCwm09T3uN+iPbWzqNiOWmkaTrNhIUYNUol1YK3UVqg+afKisR69/bMOrNj60w7rnH+vp7zVh
wkniSgtZ8imPbvhryl/bR2vTrMZizctpaa2WkW+H5M2TriZ3vqnkciFzz27bmxYdis/7nX6TlE4h
v9ZDgaqGQAy3X/5WRe9K9Waam9b9NrjfpOZXzH8zpE0E+i4w8EyIhes4XIXxtTu+ufI21NAJJ/jH
HPr4No9v5HjHcXopMKCS5VK7jBrTdrvrJLkug1Un3luBiDsDmhnhxkVLEfr5ShxuyeOsPaHYFpjH
V8lrGwI4N6mU4nRRviXhLm3KazceABX2a1FO13WBuIKiF1+wtmbabxP1doSRUws3Wnvd6fWyrvFL
p6T6/3J2HsuNY9u2/ZfbfoiAN43bgaWnKJupDkIppeC9x9e/wdOqw1vKjFCrIkMqEAKx915rrmmK
N1N7LJfKNUhnX9rhkaQLlwwoB5e8I3WS10vnIuKGu127EpCevazVVutnfyTYvpJdPWrsRNu15Wir
vKQC0RMzu44ghbZ1Hcw2vsxGZKD1S0mdVTMo2TzyKc3soSPPWIZgss6OKXekaARKSDosayrOh6OV
3Gnq2RDvChNetgshnZmYNMR4J7wZ7UWS50OkyvdzDgtFUW0he07BVVeYTiWzXfp0s3zI+mRjtYKL
fYSHQWopMB+GhZsP90X90c5Ed5naLs0rO1TSQFHuQ7MgwLu1KwGTEAYkc6fANJ9sudDoRwfXmh4t
a7HrTvWM5qfeZihb4Z/XkdtH81MOmDJUrZtKD/jy2po62a31NHRwoFh7ZqS6VjyTbXLKeAJW8ZYQ
bxI1hkPUxoYZvyPg9EGUmaBoBx2mf9U+qRK8vC7ZzPlWQ3dujC56A4hWmdsqz5b+EMrPWP6fZKwn
yYCGhhw7slL7UOu9unuNRnCXsvvRivMvCUafYQnHueMQKNf86p3pVHpBsPpAunHuREq/bemYxgwN
glj/rKDAE2hvi5Akhlxza/Pq3ZT5ave4NFi/D6E/L4PbrglpK5qfLtsu7/cEql/DWQQgYj0o54d1
RJaaeuWwz7sfk3oemmddRsB/EcoXIFSh3mkUPPzGTAy1IryW8WXiDWpCkr0h6V9D1FMo9Zlylnhj
5OEhqpjJy5Gvj0HcemZ1TieAquc0eVBZLHFJMEC4C2UL1/zaKa3U1bPXuap3bNYWmjOBnPlKFeFf
S14t3o+SHKScfKPypBj3awfZMnfzCeVZ81KFaD2tjE/aTtGxKitPbVRgtdgjfu4xUV7LdicRaqPE
tVsIoHHIy2Bp4UArTK9d/aHJW6Wj6Ku3lXapo3dp7VgRB0x0Nmmz6fNfUr9LuaUq2kGW2upjT0W4
HzXZDtPHaQmEcXCX8BkGkVRJrkW6QV37ogH3KnmfEdlZ00Xr3Kh7sJofrekX85mwpEFOtn1/D9jD
EZov0/uqSvbYpp4sCEG+8hb91Mu3jl4qllpAOmM3ssWmNYYK6VZOUVUfy1LCVaGi+Go3EQGCReXn
y6ki9bop2b1it5PupKwKStxgm271yWawpSjyEu0OMeA2j04rCHbebSbht46HIaQdsWL1SwCfrQNM
SGek4dBHPohdlotTF5Z93W/WqnPCrn8cOOS7S5H5S3RWFZcQ5xiZpZEEokLGAzx9hHBJbSe5K0pv
oriZ5b2mPq3DWVKfpfxOyQfGY5eGbPgYAfOg2qF8Hk3Tl5hB4YORchxO8UsfuS3RhUOEqcN9Mj4J
nH2tiZN6X+N/vLaAt3wG0g+rjM5RBJc6FfZt/xaNAgtTtaex3cpD6KYQyyrRGy0KsnFjVMPRJEai
7QtHNakL1uYstyHZLuEpL5hDULUUWeZiL+xE/Zbt+WTU+4HdqaoJhY0iJ7a6QJg0RzYmSi1sVcvR
k5HGD/WDJUR+Nh7TqQusUsAhb7CtxEdHdhcDXsUd8Cxj3yT+FJdjJu+L6jdWkYJ0l8e7fngIi8HW
mp/9GnpRd5c07MHzsU6e1wRL3LV1iVfrga3V5GdXvKSyn03YzQ3+gL7GzNjBIo73IfUNvFqqSWQD
/2zTDUIlJykTXiKDCDiMUdgB5hfLesyNzdqfGq1ym0QL8mFfWcVJqqdTFsHTwhiIDMlDg6dYD99e
SDhfCK6hM/qNcjmYq+6+bhqnDkM3WfMgHuv3fm428+AZ/NGh1TpV2ByKacIZ90JxyFZg+rBt9PxN
LipiphJ36QW3qzpfkh9h/9glIUWreRi1X7K0LcLrc1XuulC2R9ZQ12f7nkeg02EkBMqlI37SQSnW
fpm9r5xvBdXLSk2vmGAQvMQKFXajxP6Uaa68/BI44HTcgIf2tERvFcW0iEOFEW9WnnLZdE6sredB
IwxIVa8LwIqHTdRZxx6hk6J9GG3nZ4bpRQKqsLDc9otoKy05Rbw3aV1tcul1LmtXz3sKAUc6SmTy
hJrstX3iS4nujd2mJTNkzhETClcvjF02HDN9eEj1T129C/X7rLijAO27LmiryVuzvRVBL5EICUk3
mMQ4+kDswTqwv6NGKY65pLmEY9mFrh3VKnO7htqwkjdFvdjdWgRVzsHW5EHXIAcjikgnqEdmeybu
KygHGVmVGozax2Th9bcweBiN+kUxTsr8VC8/qBk2ozi9EgbBxyv7SMoIHQnZ3Cb4W+9LHYiR5qVA
sat+mkfDJmfMmQdeRsryuhnvkiJ3OvlSTp1rksw01L0jUFAN+gxJe6IhmAPJeIkLxV+H8jCWmr3E
M/ZOzaXFrTJupTtV48iZBrtrsr2slPQChhel+6RxQ7AIK7ecbjSdpsAkTFdBhCvbWqluWtPpEsMx
xG3TUi1mXKDgobSdq2X+asy4Std3y3Bu6tKvs+5I8qxDVtkGGrkj4H5hclEDfkZaYxStE+XVmBul
zg4jht8Kj3kV1gOhKU+dqv3M2VBb7HUkiqJV/uwR+ukh6YBVse2mrTbnToOCaLao8DGikbXcU4r5
PlunoGRxmtWICctgj1TycxbfmdJ8XHvMNxRNdPryQzeqs5zs2+qtU0JPN2UOr8nVyZg3yNqS41NX
oXEy93Um2JhQezjp0duic6sCrI3t8JM8Kzfsnwfd2ohN6WNfvlesHX9HLr3EWhzEi2/NnqIQ04rt
0KgES2H+TkescqzSy4zZjSO3viqmD8PU+9Xi98aZYD7bRNVXThDVh+HU1IanT/eyvAQ9GFAlmjZO
fP6cELBdF4emhxDZQmE1aRxrV9ZjhmNPPS1ipD9HceU0kOOpHNMo9Myo8pLVQK46bUez+TTwBrcn
Mh7Z4bpjXT/g3mLr8mWokl+FGt8t7DSoIMsmSFZC6MVDUeCLPB9KaaS4ww5cYtdOurncFhjL9Ep1
ssy9hk4Mgx170ks0WxXsZHMT1vdde5wind3xR2L9wpivtmuMPLMk5kijA0p6KPzs4ngCK4N0mkxw
nrWNHJI1fUms3KxVjhMeA4akuKytoF6fStSSEQevNj1go+jVJlblYfU4afOjiH/3kGcOQx+EjUEn
BbnKB66Cnc3LwRImb5wMn6wIiALOMIVeEw+2nj5KUe6SqeosC/0EjeSUrs7EEpzD0hvWZ6OjJChU
p9D1jZVKHOiWEJSQIAnusbMe7/12vrMUTldJ6t1GC5/XNnMKLT6tquXK4lbMsjur+TQbUsYQcHbK
7K7Ik1e45vOsOiS02YvZndTlcVXO5RTu11725Jr1qO2t8EJWEUblfRBadMFR48q96pAzExAhSPzE
eKgr9VPFlR6X/qa66xXfKE+RtMMT2rakn3LyPMaX0Yptqz+wb8Fmb5NjkwJrNANMaF/HWp98w0ch
Tp0wlJ2syu8Yc1E/kCpn1oG+WBcljTfhYm37LCLuffK1SP7IqFD1MT5MxvMyNkyrqBisAghmtZNW
8a2CIEGksWXG5qELAWmsOxEqVjcuNOQADPi2YQ4t24qCA08R2TW9BENeXw+FfaifFDqNzmCYPD0O
xko+DW2/sSpBpBxHHQHu1cu+mu2cSCvZqmzNrJ2M3U5WpXMixMeJkfEkuipSMIFKp4jQKMkuMUh2
seivs/lp5fG+6TJbSn71ZfLEVOYMKoJ5g7QrY064fDBOpto+dn0YQLejW7gzq+pcx5d0vr82pk5B
MZz0ipNOx7xkwGzIR31aSLnqKc9W+qJ9pLenmrjOZX3DFtExSsWWS8FbzdcUTHFiFYEbwcfNY0bk
42rnTIjL1ypHtn5FcuL7vn1LgWt0VaUyy90m+iT9AlwrcjrWWodR/aK8zRAjZaa+uvUeGvGDSUQw
BbQ2mBt9oFVplEOcKW6tE2hzldK0XlxoQWF5LXdmTJ+VodtCZ2y0+gTi6Eh89ViJB5G5iUuDiOfR
sYTE14He1FGlwWdNEAvQm2i05+vGs1WiboNbkda/hHrLJvu5snH2SD7TMDoVwriJKFpzMggGKYOB
nJJkmX/OdedATSd84HKFRSTOsUntH1J5YzYnhm6oYLA2K38nzZvVhftE7AOp4dyRljuS9Twj/xTW
QCs0Xw63uakEM6F58doGIm9tqlB/ztpGo3qgN5aU1YsX0honUdk2hklfW5ExFm2KfLwrrddSGk4V
aJSmKfYwUqtH4mnl1nrkrR1RDInxo1h3ovEyQtGJhN/VcgessZgPmpt5U/LRyubBAhXKjNPSWX5G
TVVOGSrvV1l7K8LdBNLebqa+DDrV79AiC9kxo5Ibux9pua0AMdTB08RjmPSkAjbU579KjJTTWLdr
FlObqP66fs4ULCvd5YwZt9IdMmnyGgDiFFMlDbkT+Bq07elcTMJLi7HlkJWnlH26yQlPKPJtTNxq
bq22lEJHqy/lOLsZCZgVfek6uwWdNtzvQzSS8RYrGwK3OaQj25pfi37Yi+G5ThKU+OcqMl2hGdze
elM7Fdes5JgyuhC530jUefrjtlezs6A1VMafhTkSvkzMWEP1V3VuNo7uGCXk+oTAlU+EHm4sMzCZ
cemk+iRGvi/a57oMHWultqq0/WAiqRFBcvtrH6kdm3jZWZ2DLsBpDbjpeuEIOdSSrnAWeOpWph7q
mU3cam097ryqmoGaJMQPk1NQFcyNCmIHEZXAlWbkBWwkdC8olamc2up3N5TPRnS1pk/P0WJ4Imm4
kW65WhO6RT3xq4Mbp40Ty9NhMnlRiuwQLSdyH+/TZr5r5xKlPZtYKviqlARjFYIDoO0vp03GVtUa
r4ae2Q38F3Ic0dNRhhCIGsvsG/pLjy5LEqRLo1rPGq4uoBNPqHQdvN6PzWo9ZeW0VTvp2KvjcQnn
oINKK4Jsy8K2yLHdB4C8/nqqClTjpWfMqZ2PwpbjUF7amB6Tciwaj/3ya743e2Xf9/1PeYKKItOF
DuHkR+T+2nqloQcWHuIBiI1YVFsCHNFi+U5sTarfduWAx5PBGJPNtLTvolUHBamrjYhkr1B3hSR4
faUJwVS8rqG616AbLBrRJZknE5WKAgrxPzmjS/Vz7iBFN8tJDiW3HA8VJh3zT8WY7Sx81KIfUWvt
hjrb4233M17Zua0paNfF0VIWiP5ijsTdSJ/N+NKQz6HGBqnChOj0oRdntVfI07lr89k29PiepgR2
gDuWNOrWj7g3dySPvs0T1F29Oi6NtpWyFkcJUcjs1OgZSTGHohGa2IiyFB78xPu1eJMqOEZzEKTp
oLQ84+UhWg6mcJ5TvrJNFxexI0ZPhDRXOmW+1RNTYOJVIVe6q2otYS6r6DTtRcPDbRDIN5QMzVnD
032TrJ+1GtRtTZSKAPrW0WdYbe9P9P2x9SS290ZaXYSm8axM3pXdAn7d+B22PpECG2p+sChXu8ba
tbVMb8YbZo4WhkEkAiavU/dQAFyElrwTewNks6nsvtWomdbKFdRTmm0jSNtXtM6P2mojyxd1PcVw
8c1pcitCGjwlb3Lo1PdahIxlLN/Mq7IxG/zYkhmCDf7134TF+Aqzqob/9gwJrv++akXDavVWisFJ
Mu0amVqflNe+B7ckLlwMEiVijqekeuVjb0XsWpTm0FMwdGt8MQhZFbQYLFX7nMMKdyGsaLrCdHQS
hlf9DjmjmzHWyfZTAQjTUkrPSvvQVUYwT609MXUOZ9GPBvAn6xyRiCxCehnExumX4YEol7faQn/Q
ElRcvIaMXOdPrX00wvd14JgUDJ9c5qBRgYPx+hjrD6N+bIxdYY2cuZ3XTsc5Lv1uSDxlOOum4Bv8
er3+pjv2Rq3eDd0QdJbqYvaKhsKyKQD2/UCO1LFp0yBaXstlG2v7Qi7sojxY+nMjdl49SXa0iq4A
apCKnimi1ZRkJ9ENpPlvHe9+DcQrMWOTLerwCsB4QUshwfqS4iAR2h/JKD/Xk5azHKcA6Ou+MHdC
vcmMyJv67aKtbyJlJ5nBGE0hgIy24bQJm2YzCBh7lqIfJ6BUw+CHkuaLLISFhz2Q4ZmVb0lXsMJy
V9AnjtoPk+zKajafEwWbScvIHsxUcqQMMr0A/2xN5SOGMH6USdTWu3Hac2xsecGDvhW3rcQ+kI2f
OrsUIZebVXqMiC7Ruf+Gp78kAxBjaLiLqb71/QhTLrlYkW4rI2e0VuKmVQEgrWu5KUezcA1Rdef1
QlCQ5FjAffO8eKWSHHBtuZAZc5i67GDq6yZO5G0oiBuxNOnq1EOclBcJIlffd0FITzAWqt9k40Yd
SR5hbCHlx0h5ykgrTt+t9D2d3iKOAAlvk+zQK2/VBNTenyPtNOmXkZ6txCs4AokEMBGE3MvW97R7
sZaXbPickVuVy0kdN2D40ARF0wdBVWLN0zNkCsfr+LqVIiSYdwwUpbbkCneRfDFBZSxxK/S7ebpk
7TGqT2p+lOJjIh3F5X2Wr37eD7yG7lhn/iAIF0xBS7amVUydPESYnE3LjxhhZ2ecRu2cX0/AxybO
7hedhrQpvLwZHR7GR1W9t5pfK9AbO07c2ZtDy5sTh53IxMElftCpdzVA+DLG45PYb6V2VqgpGATu
DJUGDK2ssiNP+9peLtZdJpzbAfSoPAqhcr8q7UHjSItURoEbbMkZvQWdhmyY6n+906ZtWHxiUgrd
4jCI75IQbRSFBTUd09TrhOc5eWpnksgJtSXhBhLndPWp6fayFtSK5RbVsqP9z83r970fDOUkJKeu
P2sq1iVMexmmRaCX+ynblYOp/ExXOUBdtM+rV3m2Dspwr3YzXsyliBuN9TZUw1kjadC1xjdNfO5j
yafT8iMrIfGQuKveK/tf7PmXNbI2qqAcr/Y4+XAx45digNg+PAnJc8G8qH8wazetzZ0a70xK841q
fAjTg/azTLdC23ndogadeJKKM1J+xhpOF5gjdNPIiwjNHTvlcSkkJ2c/nsKG9/ak5OMlyU5GF3sY
pAe5HP7U40vMjiBqGPxQIzIwoPEzE7s0gnZLO1PoqjOYD4OQbwWF/kfkg2qSmR5hSnriACopPNTR
RxEV71ZTeetoHUQl2uvyepBrRs9dR2y2AbcXA9acOtxKTE9j+04aX2f4SBJKAgrwkNGSqmXqTyRu
t705eG0MbylWXHl8IhcQn+COmfNe7N/ldvLhTdky0EcOkKEVottLwsNcfyC/ajqwjJqflOnTMFUP
5vAgiYL3HZ7CfxKj/0lQUuOoa4cJomBOGHnJ/P4v3mP/zqsxrBtmUjoXFecf1zU7v7GOtfEtZrxx
awsmJolYaQvXTRlkDhvxu4TJGwpSSYSZXJswwJYWM2m+or8wqb4Q+BnWDcEoKhpl7guBQ0nRt2ny
OgqjJ+kSZywTWVkNZsKZo1z2C+u3Gc4PedzZNfhrZLVuhOS9/KVn2V/u5Yvv5NbTC5W/lqfXv7HR
GE252fe+6ltbnjGbdDOr+ErE4rQwymIA/q1307xygt7f7pMy6v73f6T/Z666NSZFgWJIcofUS/5G
+Pl3aqhxa7+TKK2ZhTL6Zg6bUisCxTzRttthvv6F/PMfkun/JUwZ5pUO+I87T8SoF8ZEmHAxBa5r
nGHtg6imxmY4PkpbIxXtWSCDUFG2dIz7RNM8VX4Jl5wy9FxazFZG9mGQESmsTmI7nvviL7bfX97a
9eX4x63lY7aKcQTjuAD1Ji4WrfoG74Gorg/Z8MEMetsMm7J/gu2j6scaC3UdFwuhMbBxyOycHoJO
iFTAQ1g8ytr35LvGrd0PX0cFmGBhU1u4YM4kpX7vFboyqP7x1zZmMXSdCNO1ZzS7yL+H7/myX/Om
/+vCU9VWRrtyYTUQepsMn+/d781uYUyZpAqWjmWj7IgKbaj7reveevwYrZo1U9Jyu4vsRrAPNWCQ
7136hhxIIp5crgNKxLLfi7mfzN/b6W/9fGLiBMpoXJa99L6+VB9/vlnl3/mExv9x80lkwdAWg+1Y
hZ0FzWPUrm60wCfzmjC4zs9JoVAChhdLuM6sMQZpmS9O+aFWfzKCEISDmu4Sqok6JRZLVrdMIvyM
pNxm/ShHbGWn+XSdzieiFYzSDzF8G5t7SxYDXXiMoxFC1E5adeyHWUyFdP/nP+v6rP9lvzFu9htD
TmNJBvHf59PDglfJ1I5kMXTTT6Vu3pKaPzEO5++9orc+P0umFXre8CoZ6XltfcN8/vPf8MXpdGvJ
o5TqUEpqwm4fHar02iv8+bpf7PbGzRagq0ON1ybPZhQqNmJSGIUQYMkkAfxvBrH/eSf/7fnf7AZj
Kipio7EGUjl21vJSVgdRfazG1z63QBlDBsjbUTl01cHIX8vuzLFelS+NIEB0y2xQTKDr3Kma92J8
tYSH0HhJ5J/Eq+sLgC2JGiShd9eppYDNTgS0U+V+1fxWmJOShK3LNcf5U5I9a4kLl9k2GdmkViBh
vmQ0sdMbR3kIjOlOBEcUfyXpRZPerfUn6LMzxmdpvlv1axbbXdFaJ6Hdz+kpqaAdVA1DxtcafEdv
2ruoVOBFwuCJ7rEzNNuVjN3qYVZFty6ex3DXwM+2dtGw/fO39gUn3DBudkIdUVifDngSXb05aAYh
PjGqwVtzmQH6dciPlqNFEokblVvTCauA71YUf8t+jmTZ/97eu9mqhAmh135ujlG4mf5Gpf7iJb/1
XJSrSI0F+AP74dN8rP9ypn+1qek3hdKSCJU5NtD1y/FFI14UKijwmIPrlhqh/O2A44bWnyPJlRbd
FsWVhGkmEpHh1t02zrZ0+1MfaPkCaMjDZqphaPIxqtYfYtKdLbWEbaBfzDJ2cRYMJMDlOdG30bop
IsWJi+SwgCdnyqEgmyVR/qbs/upZXRf0P87uXs2ncs0kaoIdDgTT91xojFsbrbFjmt3GXDY5MY1L
/uaY8u9KD+PWQ+saNpAVBW9MqDGW+0A4sdHbb56Ft+GdSTcNbYP33D5Z8WDwivQvhepXN32zN0pC
geK65rpxVDjWCNIBmWT6XnaicevWJBLXUYgDpuXSO9PR73Ubt95KnSCXXT6jFTF+hI/6rz/vNl+8
are+SpkedcIITefqTdKlbvfNjuvWSUmfuiqcrk9g/bGe/ub08cWBpt2s9mLAp10NC2o5qwlaCz46
HCRDhCZh9u73nsfN0lNTNpQpV+Z99Tq45e/vXfSmSElxYxYTk5et/dEYHijO9y57/U7/sU0UbULT
XVEnwmJkzGX9/PNlv3rKyn9fVtaiVphkmRZOGTYGBOAiqh2jUwIl/5sB71cfcbP6MhlvTRMmLr7y
DCV+j/olJajeyv7iXPRFqXvrXDSIaawIUs/+uUyHORptK5/2JnDmIt8h5vlemf4fT65/PP40Vyd9
znDOlQto5hurj/w/fwFfrMlbIyK5Ucdh6SQ09c/Ro/C9F/vWhEhXKwa2IiMCTQq3gPpo2v98t1/s
pOrNotTDCOvNa7eSZJsMkhP1VRWX3p8v/tWjuFmOskWkcIHa8YrWTuN2Ub75NG5WZL2kGsg4j7jr
/OXKF7f/fL9fvHm3VkRYGDQy/mELkXCQgnuM6zM4c5dmSb1QXf/yIV+sHvV2geqZGfUpHwIseuV1
MF9QYX0p3fcOGvVmdSoaeSFRh6eD3nSJrauSW0E3/PMD+uoLvekXIs2UssHkC9VC3OBwfvhL1fzV
dW+KZhM/8WJZuGdZc6d3IQ3+fLv/6Y7/pb+59QRS+0mzMmua9yKasAVPwBRO2hwdUtxZhfljjUYY
j+iKOrQaS+MKs4iEa6vDuRRlW2eclVewuc66bEIARubRxEFaKww9i2Ban9RyuU7697EpO5Alr+6g
Sh0/WYXqmYseVCuorBJI+ugCmDkqFhph+euqjhAyEarC60qTRZrDQcewb17zvSr2UDUfOqjdic78
HDfZwnhjRO9JdFkRUJ/OyCXOy2DN563ct16Pv59ZusKqH/Jo2VopPx5+awxT+6dVivwYZdJY3HX4
+YfqvSnDTChk9KhPGNjBLvj158esGdfv/9+e8w2WglRYkqhNJ5y7e7S2z+H8pME3EiBQVuZDtfB8
wtcpFQLZUraL1ft91u6WTmeGsTP6hbn8tCmMYxniXA4/VcW5fLYYldf2aH5cUYms2rUGYiK5Cq4W
JLPiZdAAInEHVTCIVAQ7/HRZz032kcpvSB9QODyWDA5LdbMye54Hf1bhsawR9obu1BRuAs87md4r
dF9YGDlq19k5ZGFjntEBbVQp9TOmGyukpJxBvfZBarQ+7ZXh55hbQWFOgRYDksDQXn5V8q+UpJJ5
2qbwMqRzn/uCBe+GmW0jOW29neVPYHpn0oenrCvPtdDvl4yh0sikEpFyp1ROC6UshGOSKXjATs9L
B1N6vFugzEcFTyI9GczkEKjBkcIFLcF2Xxjuu7iBA6Zu8lh15kW4r3o4n2+StNgDzWYdV362Zs8z
+d958lyts1e1e0X3K5FZPX6Og9S6Bj+ciueVKORJmy4CCvJG5X+WkxGGrCC6CoTxYZFtlkGtn/DB
sud6o9e93XYXAjScMhk8RX3Pm4O2aG6ql44ySS9l1yBThJPOXY2J8kvHxp2oqU1i4bo+jYMvriRb
o0kp4u5+buor+0vRuvtl7F0TJcUgCy68jWBO7uBNG0Xp5RiUG4LkTMm4HWHhR0buECu51sROxOtW
QGClngjYc3Po6JaWEZRhOhK3oPHRDUyWMYKKdR0werIaumrYbqWw88dJx+nU2klIPa1wRlNVeLHR
bwZmbX0Sezlkhaydg0b/7MfQTxJrU+KtKcfKexlBnUagFTGgNQvR0xPZLfOHpVWuFjGOLmDt2+an
XP5IjLsFKQMgqQMcAjXVIj+vcExj2Pax5ixX3eEaQib6kVv1xVzxZGKCotkCegRBOFppf6wZ/Daz
V6g/FuJ31+RgYH83bGiE7sDLzuY6HSTrXop/zxFqTQlKQg2zXaucWX0Up2lnZQGIEnPRMNDgW/DR
9hz5TOnw4HAsOOjQgqyOCIfjJInQxUpImI035evjYCIIaqCNiqpd8o2p5Us7v4i8iVCjZoYE4Rg6
RVhBlSrsLhKcdsGDhNiX1TJsZXrB97hLYiebkZgUMFPXwp+UnQjNQe9j6GxMLWvYvjkigLcqU5AV
bptUsWNDIScRm78CZWN7SJbZxwUK60EvzR6ywoQ48HtUTJuEGqnbCSXidHCieeQLH3VHwS9IEe81
VNcId7APl7HP6rTXrir8mGmGmT4Wy30nQjCPLIcvA47VXkYxbJXw7S3eY8DIPnsRihZnIgUthrzJ
J/MSadbDaOyhbxXQnutkN+FoXs++3urHgQ3a6H4IOZrADK1o0rlijVlzSmmF4xZjE9izeZx5ef9j
1lifAzQdEkdG5TeOjY4sIsBaVLfW3hrYrf383M9lICYGs9dLZmKbaW4gB0l95gwx2ZFX8eOY7ar1
LHGESclLN8CKT98sXd3UtQ7dsN1Yhgg6N9oVUs5cG21BZNEh+DnrxaXKeI1nzTbh9YvWZrGOoUFc
W2fgGF05Y/9kSrA34di7VRb/FtN8F8UPBfN11tL1QJw0CFDGizqVbJGlt/bRS8i0q4cWXFjFUY9e
zQgqPC9cD39uIh/GXiAN1SxR0XxOYXqUROhU2XqnN+JTASd+KZAXzyX7cmq9FgI7YjxnbZDPuqv3
s9NqYM9aW/1sR307igdIqTFuMXg8IB3GgVQvfSXZ9+MvqT0m+VEWf5rT7KcVp/LMULK7WuZOe1nl
2P9Y+mbb1UqQpfdwDb0lLI90AP+fszNrbhvZsvVf6TjvOI0ZmTf6nAcSnEVKoma/ICRZxozEPP36
+9GnbndZXbZv90tFuGyRFAFk7tx7rW8tba4baTB1eueUMJmxAbYSfW3L8CjIt4Ynj7V57Ou3iol8
OCxb4PVuC8cwLFeT2Dn1uKi8h1Z8obfkJ3HvV+6jk3+z3Ls+eSE3zLexkoQUHV3x5uFjmEneMRvv
tk5uyoa4lPAuqR/zeM0TtRkCXs3J4mOYTjcDmWCxtk8HDy0dKzAaXNiqSyYuGPGcapEmDZ5gsW8K
fTnkiAfyJll1yTlQ7aEv8GmgxXGReVdoN10qEw5TrpQvwXTW0wIdLgKWMLoP5zs+hq8jOtJF/2b1
wVWt32r2wxBvWnrCWKnGeNhl2t4L6AnLY8oIqUTEfsGl5JP33il2nP5D4c2Lp2ydd+NV62F1kzy/
1XMgjd0YMWVtUHZq3KyZruOXCRYOQ7pLpK0Wj5TCA4Xa2el+R9D7CdPC+8x4iwhPDDDEDAc5ndrG
8GPW5qbGGV59s4dkU1BatQhd4rogBAo7O/4B0n9XoasthwjvW/xtNvNzGrC5BXd1nvu5E1Lnmb7i
8UwUfUexa7se0RWG97hd1pG2rTuFKlzi1byTGcrQQq3dFlEVwuBfl1y285OS+XtP9U/nV9VGXVpG
PZ3eHr1ihusdeE11G5ndttEqP2Yxxmm8HaxNVc5XwnipxVc0sAszc31P9YtoxnuJEatE5TEmDo7s
axJGFjO2iGHGQKqtKrs7ICuMx9ukzFYlyHk3vekKTKuJeWguWsKSApVRX2vjivfKZVbcp8ZtC/hg
bgdfKGulB5PPWfVrjglVpvM6DqFSMTSYbglMXyuMnPFuwCcWtzcOKiZrIoNIf+hBM3qYSZLgmEXv
SGmdst8P7jlhn0qGYhVylhSdd0xSFGl08wMqKwxszBlUSkzigHW62UMKMhZ5FWMpX9dY7gem0zWi
IJaDuf4yVweYP1RC2JU99aRroK9pJV4wtJ125VThuWXhmnACjM1aVkfpnOrab+NbU81bPdlNXPcG
N1cQoirW1NYywyXiNOqCfVBugmxnDs3SdSN/ZjlzPPScmC2EjTjbKFe2uC5YlPWqW5itYhVH8omR
yHq1u/OQnyP8Z3Rh1aVVHd+WCOUgZsharuOUAlRsNBefmqVfxdlp1r6wZaDIHHyLyqnsz1PCnDRc
68FxZvOsqzsxCz80N9q4GM5ec6zGeRFcZi36IZxvzeLeM26ctF4RdrywGZLH3bHznht8mdluZFlz
KZcdgzv5oouHJ5By3ef4iwA2kWL7b+6C4VHXb6Pwra8PcfIU4K2OuRdy7j/LOZXhm6zxUvHCyb2q
40viNbUGC67Aus9Ii3yFIBQ3ES6c0UO3TBDaqsOIWOf6/ZjdKubqHskDCG1XIjd30jTWwg3OhHKv
UnkgCEOk9boskd+b5lWrol3B6SdAIq4yF+UUl0dOjAuqR9V8yYO7Jn4wcrnHJAQQ0LoPxu5Z08tD
xiOtvPfZHW97sj9JXiDmzS8IPmvoP3Xq3m5ZIXSMDJHaB6g/rZgvALd0rIV3CLyWDTbRXmcTmG5V
HhBVNi764DSR3lmidKteA+Pcm2pRY8SQHvwC+8EBUJvHuGX19MouH/ps043PSTr5qtuDK7sEhVK2
osKyWRgN61jwKFrlLanDCx4yPPD4mIlu4GF/NZJzR3mhc/XlA/4uckfa4bUODhZTYfOGdgnl/spE
SNzOR8e+ivtxI4T0IYC0+mFi/8jtLwlOh1E+2uLDINLPjdUq7NXZs8OHArN2DGYEBkoLBt7vAqTx
ETtQyvkzhO294X8aGVCHKdrkxnvQTisxUgagCl/W9taONtNQ4WQ/GAwxM5ezb/OUJgpDdIpursPU
Doahbx6E1hx0RWhMFbWcmd1gO1Neq655jgBku7LDgxVtbAnIgCmRiwexb9F55u0qxHXQ2NW928kd
TP3TgKvfm1C1Zn7ugk8zMN4ZcjkQsZNcjuIDpRDu/869cTD/R8Hp4qIBnhKIdTtKZnMs4yFuZcAC
+RytMTRVnAGGSzFHrJ7UxnWE3LcIR19gmvCafaxfmepxpIFmZRNGkXmZBlTkeDkMV5zLmZyQy/WU
06bot02/u2xCZlZ9i+1smwTWEsv5UtQYIuy7iRZCTrdJw5I1Z6GP4QNkxS7ukEG723HcN4m49uwc
Y218tCwguRmiwqpdReEmAboimvwcGPamxQkT1t0psK093LTNFCGdGgh7q8ftbIud1+mHJuN+ZEUS
gJgH50XD9hMULFDNOUTgX9df+jpYezn65nsye8opuJoK7y5Lh60hUB4CwvnNdvaT/sGnRiHOJb4M
PNOHCWMhvuio/vj1C3/nzf1VZ+JTq3AwenewzWo8iK59YDE7BWB6Rpc61AIMQUbURP0vckSf4gNc
AzWIu8Rcdpg14zodxU5v5sdIfEtkeJLBt19/qMt7/9Vnumzpf9q661lW6OddsGGZvUgpgi4S5aFU
/q9f/jv97a9e/1OH0U5F31cZI71St/x21h+GcF+YRBUN32LtLuwMBvM7Y0Bp3O4H9sRuSk6Zd6p+
G7/7Hcj3V5/gUw8SQLlyuQf5DemjzDjszSnHD1KtUJLtg0HiuiBlUl2P5CjEOJ0b9qrcZJcprtry
gNR1hKogTP1/1+u3PrUtI4xgccpg/BBpG2N4mOPf9BfZXX9yKT81Lj23wL/BfnXAfL+oyNilG4cv
cYs04o7DM+aQ4kABRJRHtiyY+hfxe5UBqjd8fW7uFDvKHNl+hUmNvWBlY5Ue8S1kBcff2758sUJ7
7bjd2p7tfVT2q0h7sVGIK0tcS/U8lP1yCuNVnj9Ws7ccUtxw5a5proLpsWgrH7qRxBFrtNd1kixz
oCI1jeYquLHEXrCasqYtS/cK519VPaV6R3sNtk3LZ8BQxureKAxB6bz0yhdQIVmAm23f9hC5dR8V
SJd7FI/Y5LX2KWKhHHEcjSq/dBKWgdYsLpSBqiupKl7TiGIxRagLQCNrcYZG4ti6406zUfRfSB0r
kV1JfYWJ1Z6xK1anSO2aKVg6tAhN+hCjlW8TQFwpxwLVYqY3dnaZLgC64VFV00PSKr/uoh3AVEhb
L55F2R7v0mpf0mIjaikOX+fxW6HCQ4nRp4rQT+NihNBiWhtnuJLgqhW5BozIruY5PtVxzG5M3c6u
OhgJz0ruhyMO8AE7Y7gJ1qFjQJvyuNRYX8eXxDaPhfpmqWqbicnPuou7f19G93E9v6QDxY+Lb9A1
Vhw5l2XMjoNNrynu+/RopkeEosCdgmQtpzcrN1aTnpy99kNG77YZ+eUAPC73aHwknLXSRW3qy7HY
auW59Up/tspvQ1NsW23mzPbi2QeE5Nhd26vcslbwTDjI20uoSovezW9mzOQDfqO6H9eDCmggZVcY
3r4njIdR9iIQFkSZWnXlc0qDuLvYKwEpenNCG8k75MYpmo8t1WM9hQ+O9jQl9UEWH16Eq9bJ/dGq
VhO+gm6QJzuy9m1ovcUWHQiEG1L/0HoL7zGxWo0DtrYkaP0pwbcFXawr1xK+RpHbN4mn/2YO8pNh
jvlpT6nSpOeWCQaqjp6u4d0YRr4mkJBEuOPm3ykcfrKWf+ZyQ2stTCBCw6FNH3Jihp3mSmJr/fVK
/pMz3mc8t5wLDilUUgelb5OQwLxx+t358a/XLfPTFuGFRmzT2R0OY3Ps+jt2gN+88E+mW5+ZuK60
1FB4dMo78BB9MEMGAyJH2HGh/257+8mw4btC+E/bp+MVWZPODhcWJ0eZtmQIurTL9gnIkjh5iPTN
VAjWmXgpbbH89ZX42WX+tM4Xs6F70+XXqqNXy7tUhnj6QAD8+tV/8qV9huWKNIryueM6h45OEvlh
NFsMqEDohq+/foPvN/1fbMifyblJ0KKkdSx2QHe6rNS7uI5PaWm/GSFNeqJ5Y1bW1nj3+pHjbXbK
g2dRcyS5JOFhuIOy5Hcl4LBw2qYlJ1pdvUk337X4LRnereveWCVJdiiopn/ziX92lT8p2XR3CvWg
HBk14jB0I8YKrroasrs0ehnK53BsoayFLzNILhvoh0xh+ngaSLN2oQ2oukqsnQ1mJKF0Rkqvhfae
AIH/9Wf72WP5adrVBIkBXU7QS0R3yCYy0R/89Ss7l+fvr67TZTH7071dcQ42Ops7oS2Sm9yZNlUe
rmQ77Ex32ihsaZpRLhqV+YDrofxA4yjUo8QgZNDUDoutSIZl4n4xEpSUytozbVoEEZrUZKm8tzBh
5U7vqguohLamYVBmkAmq4xAeYEGFDTgtHaRbkG4b0a6s6CUNXlOnXOGP25ZT+qimcZsiN87iG4th
fkHMaie/BIG9bOSmiEE/zOObPdpnUqPpEli/+VZ+9nh8WsmnVEZhBZL/YGSKJki2HAEGE/bGJPcP
/fq/v4//J/xQN//6ipt//gd/flflVMdh1H764z+P8XutGvWt/Y/Lj/3nP/vxh/55eu0xvqvP/+aH
H+GV/3hn/7V9/eEP+MridrrtPurpjB89a7+/PJ/x8i//f//y3z6+v8r9VH7842/vqivay6sB0Sz+
9sdf7b7+42+mxSr2739+/T/+8vSa83P3SPC6+PW//cTHa9P+42+2/XdhIDb0bE8nbcS4bHDDx+Vv
TOfvrmd5uhQs6sL2LomhharbiB8y/27otu1gIHFM03YvHOFGdZe/shxez/Ecj0w327UFGov/98l+
uDr/dbX+rejyGxUXLeaZH+8Iz7Qt13Wty7vrruQtPy3LnuwatwSbuEzL5KWLBsCZkvQ/8FbjwG/8
n1/KH2/9w1t9V+j91zP5rzcTvJht2B5fxGf2fgoBsS0qBxKC0vL5Lk9Ko6TjbsDA6VpFO8EsR9M4
Ro4EKjbXBSHBkTXgmmogeOhNDk0wgkVlL4QBlPJWE1Xn7NIwTJobs3IEFtiYri4JkClI5arJcVOY
VdBWW9cbvKMVZ5W6TqPWvHKauA1PRHzHTKZlPVYYgqawWs/2hWvX5yIk/LCdHbBhmg4FhKzImcad
ORf+WGeXH3JMPOl24Fi4eLu2vYlb1zPWvZUWFgOGHO5oVlRMYyD2BkxEzP56CjteiYlUnyzdMi9f
ZCpILWJ8Y2nEqHogceo+4qtIusa6SVArJcsyHRxaSZx3OQnwApjosz5cSzXrhk/ulw4EWOiRdhzG
Ud/ZrlSAGNthAOU26xg/NoWrjPyqL2OnsKmqdZAfyewG7c6UBQiPHKYvYzoK6pSWkiHrTTQrWuzG
oOn0g0IuIn1OuCsLhzPa4zB1c7GbVW8/ARwC4cNEmDURL7Sh3Za9A0vW5JMWszbCcug1kCDoEcxm
ZpRtXw40AHcXThoUPpF9FziRt4nJu7e1AmOn0bR+F42XMYtzkqV3Rq5R+gZ0KanRVp/0UPlzzeYU
mc9R5927U3LWijZd1Zp5zT1uHpvSFIsMEX7nhes+gO6Y66BFufV31SScncydAPItCM9mlsAD+QyL
JK72sdvt5aTHy34019alH2VY7UblFUgNfE6Jp133wBr7fh78eEAs0BS1n6bDrWlFhxgSMCgMbS3a
bFhWbc5WanqoXbjYaGy/BgMmoRoakGEQJK/T1BuDZpvPuXlkdni2C5PfzQxfI8ZXkxceS/IM/bRB
8lLNQb4ximZtg10TfeYnY4eD1tBOvdGtZ1GfJyM8oXHRtmza+95AbiAYU+kenLs0qTEbIwIxnWND
j5jhyoQTYNrOU3ENgRKGm3Kv0A/cOGb0YUhzieu8vq8pZa1OXzkYtCcLcBDTiQer7Q+6HWw1OwFW
xl7K9xegs5kDQMPts8h0oBpkks4moWe6O18+G2KFdoiXZgsRL4SPFXowkYt2BnYL22thp3mBriOv
/KyInuwaZYEmO/CMk8JHjkFOckSWtFELTX41NEkjTo4nL66STeQ0Hw2gkUU4dSTmBsnKMk2/xsIX
zAbTpxSQl5HfuymKSqeShwHzbjHHN+qCn7UM2nezfoJnRd91cgbeKLXXOcnky6BU4zqwFAxi03g0
oXMhcaEwkTNOZCBqjts+80GvTMGvIlv9XcLZqPRI3cywFuusOQc5pyND9pu6cg9F1j271rhtrRhf
9wWSGTvNW1TLHnMXwfadHdvLSQUasF3rqEnz4E380maGeAO6/5ulUQI0kCQSxCo0darZn9zkxoJx
tZFlCcgvaE81R7RFX81ACxTM5Mj7MJCn5Eoo9DHhuTSY+kajO6xMx+HgVikO7TXtBRDiZFZBdM0Z
x1xm/d/CmHNA08vHOZ3gcM3FwevKl0D2wSpg6Fxn5YeKJUwGbFQLqTlr54LqGRNt0ecxDX+64Vkc
xeg5zOt+pnsPlfDQQM6CxeCurRwBw+SRg5d18hp4yz6arF0YpAc9AT6cAgnR++C2STt4CRVPqOnl
t2CZa4bwzrDsnazFZuA8hsjn+Ls+WpZgURcqMKO1V1GuOYgPnFTcBIwvV21ZmKtEefdj5Xq7pBq2
FXKWphrGZRtW2+QCjB2q3TTzblbtTkuTwzpaKwMKPNv0Qtn5cSyqYJN2ybJWqbdlaLBzc+/rQEwM
SCOgrBaIjh5+HDiAzlpaQcSQwYnpPBl+WQjUPnKEO5t2tNYrc23zxyu9gUpj2z2Q5l7bjwKuTktx
1SzDKtUfozyIth2kzYChkQ3sF4pZcJt5IZqc+r1yuL9VT5clxrsqRbXKGwA7ngj0pT7F97kOX61B
7OQObcSgv25Yd8NTU4nVNNUA9PIIjMGIbZ57Xa0MfaiN45jNcmkMjXatW3njyw47kpWB1sA8xnXt
03XmNnsmJSOErMBB/NMfVJXtK9AIBA1436whZTUw0pR9MTRJxhVGKyC6VTtRaPsqKfSDI5iaxzYV
cafGaGsW8W2Y1S+2aR1Vbty3Vm5ClkUNYOkMrufZeyrgdH00Sa6dCpO52TxkRy9TxyKiFaYsoDGZ
M8HJq95ISbg3B2V/TDkYWcetrj23m27Taso2oxWv2fzeZk+9tKViKppX0y6BeBGYGXPOoETnV5iL
pCgFgwu1K1yNk6MXvE0jyVuV861XkbU0ezQjiR2VNz3pNwfDLdHNGYLOt1Hk9yEE0k3n2UAFwCLy
RXGRCn28zHvoEPfRSja0riDVn02Hat+OjSMGrm95MTMS7VCtj5N1ilMeqNzG6+TERbXUZuQ6sGHY
ZuvuupNNaLLSMVoP8+KpoFZDXtEIHvyUekF2j8GFZuymHkyNyCFLIg+mvVfDksVHvtPrlDN8HuNO
Q6BZhHTKIy95Kdqi25W68yymUq50NX8Jy/xWY3kKbAMbSC3rI6Rr07diMFI6wVRLc+ygI9uV5ud2
QnM23QsV3zqqPgqvuHNETK9sAm/I3jesoCTZ51lOwcLKL0TpWc/ugI68OCNQ0Km3N4FCL6QsPd5q
sMx9o8+726opk4NtaseSlpBPtPZLyBOBTUfvrlyZTKzmrreSQ659HazsvRtHdTLG+Aw5MeXCUfJI
oRmPjvAgRzrxxi6VtiRehBNuDi+ZWhseDxNEI+eyV9pkXVs13I15BM06pwAR9WCXthZD0mhnI/Ax
pHwd7PHIHW5fuX3e+26QrbvsAr935KnLGbVbkyAdpWVzyC+z8pG+BlxAP7TxMqYMA1TRf0UruJKW
cchiByScTF9dINZzLa+TNr4ve9uHK3WsIx0xZpm9p7KCrR+yuylXB3qrb2d4yq5p3bYAVyfTfkbn
yq9LdUEhh8VPVFDcMv21FbFi0uc88tteeNnjWz+YD7pHMzqmS5XXxr3kRsxNvd7bndsvRTZofleH
8XWeExswypqRb1O9lAmT7m4OzJPiw4w7BL8UZXY5Zd1G1CPUv1gkOdsKYCBQp+4AmW4wvXQXRRW9
4nTK8nOom+l4zNl4jGWMbTQCD+44hzLOIaNBhC80ginoAm1t19OL17Se06ch6VQPINC12CHtUFrH
psNjiFJLN5ZJ3fAitldgodRrCyr4r88mP9pnLycTNLCXI5WJg8Y1jE8H5D6UTq+Ztb7seL9D7hXi
MKaNdkw4ItxoZakdK+VBRtIGJMq/fusfu6v/emvd1PlFiToT/PnHhkVYmFy5LKLJm3uU2wlTbl9x
v18VfQSfeEK3Vy8TJ/iduv17Y/XH0xj2GBp4Ove+KQzrUwezrNseOozbLW1DgT43S42O9ZC0FToU
IVKLAa9kcJ1MLpb0xM255QrKVZ1LjIzE0uEcOZbdb7Qqs57x8YNBtqHGLLwcpvactiLzxaTRPUqT
2TlEOlUCIYTwqTQyZUyUnY7OyRqe9DLU+vHmf/qtcqh2LUPojgVezDF//Farwou8rAfV0uZ19tg4
Mnvs9Qy1p0kBoE2a9+xWqdB/02Y2fuy1fb+YlnQdl/BWQ9jiu4TqT92nVJtbK9QHtKtJT9qPXZTW
g1UZNg0+goGA4Jk9jWLlQLMmRwAtlz9OApkrS1u25HFDlPDr7+G/ne+/Nx3oJBiWIxz6Bj9+D0ak
iU5aICUzb0BhEgp6j2MxI+K3zISvvvZmV/ym4/hji9ejlBSOtEyHjoJ0dPnZvz+YY+15gY1SKZv3
ubctgm7Vqedf/2LfP/mfb18S4z1TeEI6rjAt8b0B+Kev2hmsuck9xmXGHdEk/ry7zl1/0yzevvT7
Yq2eoV3esmkYla+by6XYsuivf/0ReLdLe+THD+HqLkoPIRmwW2Axf/x604Qjnhein2qj6iBTdR8F
lF9lysnE8lRwN0bDJXvO2Y9Rel3mzq5sWXpzETfbKUOHSJl32ZfRvlcty5zyUBCPXvTN1bpdEF4I
vjlSChZ2K7016znyDaiZ1Kxw68tLskVllxvbxR4tcZ837rqhaeBM6k5lzt6L3ZsyAedM69nV1Kmt
TdIGGCq4GjCkyiIcE5VGUOTTou0F+7UFEimhRAQQlpoYgsGxDvlw01kByRHBSjr5HV2/99nKDyCs
SZlRwOzd4al2xj0gf5N37lGwDi9mM77offkUkE+aWMREscT5SZusvJIjJfjOXZ9D9xw1oloGE38d
1yjQYSkgrLTHnW5U17K3EQkL8Z6Y2npuL/kwIV2puWkpQ7LkzojyU2mjeI2HTeOJfW6B7h05e0v9
C3you6h1X+MquBrScDsN1jlWcgnCvuZJa15yg+LQqp/4VrDqd4jIIDk40tgkU7zPNeeZCo1TM+pY
wmYmk3+shYx+y+6p9zisJLR9OY+tQ1vDw6C9p+yvphHnbJJIN211z2IpwSHPmyEe9oHUnSVPJ7Pb
4IFUMGshynY1R3B8Y+8cWeazk5L21WEhkGrf5UxSXR1lcYluzgP6GaFEToJ0p2oTsJl8KUYHAzab
VFKdzCl5GsL4UhtvU0CDcdC/5gO5S52lzlY83GVJsKjAWuiN8UVzva1oJPUrFxYi+HXTZIApoGLZ
sJBbIKCz3Q+s0cB91+FccJZJihc3ppkTJnQeXMo03KbRHQXlA0PQyqcjV6FB5S5yHd247TQ6CkN7
3VrFfdhNw7q6sMnjoM7eC2V561o3roJEwTEvDu6FJq4PBW+n535ACIA9e/vxwlcPcq6x0OVMakJD
qYler0YXUKTtpszmq8kBedpZza3WWe2pGMG7FG1yskRz4CB8rRGM57tgxtdaZO8TtzxwNN3Lmees
m7xkXUr0i+RjepuuzqyVFprxNsrT6TpV5VWfpJsg6GYaFAkxHJBkt1nPCbNrKPqsedrZtXbJYtF2
dtVptzRnviVZPzMi1p7arP2i7NZbztrEKDnP213H07aKVfxCUtK9e+E0j5M7+gQmk98xb1gPYIVO
TP0jFo0iV1daAR8kSK/5XtHOqQZcIqIrZq39wpyQnFYKMlt80SDoJqJPwuRWNgJnrwm2mZrNx2lk
TgG7+15eJGvVBKzV6dWTKNmRKtpsV/Ugg6WiTFw4JfzCrB2EhfW7OzRj9S0wHZBwIUnqmopWFbZ2
fAP2UUbyPDTdk9YM5yGql2HDtNojKGfpWbTISp52DuL2s13r1V7D5zCLYqAXQXZFDv8rmVaGJe5B
Wq4y0/CQzpIeFPDpXRh8utufnDEkTcmEiYyp2Ry3BkzmEsZ92zhE3dFrnNV0ijvjOpAwjrlTaoXP
oWz3Wa2tTI2UD/oTGpj0UhjLgjC6borfciQREUPfOLNvRgRztZgPzRQ6CwOfhC7VpkLQ282vRmQ8
gQZJ9lhE7Hpj55kWPTW13m/awSP6C4QX5yGSHIpOY4pTk85RmiEfLq5WnQdqI3c/CAaC5G5LQsUy
Y/IQasbzLnAK2JhuV2qvXoGhJrjI3d06Ke4yL3bO3ZDUtIT50uHTIS8tD4bWF7fImsqTjox7M0lo
rlC5H23Ohtz8DI+kFw3M51DqFaYJq12m1Q1N5K+tZuzmXgtooxi+M2jftA6rQCD60fFdK2b2NadB
sBrq9sYrFZ6e0dK/jTNNkn3UdjQ4g4z+2yj0o0IfmwsGcipGz+nAQF7ANpmJB9EfiKs3zrqeNAF9
Te+hi7VulTR2Awd7MG8KaPByiRkDo3GNtNe2vPYtTO1qnyTlRCtS95h6hWkAHPwCIhLt9TDhw6uy
Zoe1CX6Fbi+1NmgXSswzOFhOV9PgHmOEWJhotCsxiJt2MG2UMUHoey4diChgfw+7ZI8uyMbopxDK
D9SXUVo/to31XI3YsNoaeJXjgbSs3UrbW6BsG/iR2KSu7KkA9el5rXo3p/arhfB5Q0CqsewrjSZw
XgV0t4w4aF+k3uMDYmyuveEUEzkDS3qe/dzCNlfViz6U5b6PbUSKjB/L5pwbc0yrI8/ia3pV9ofB
1GHdGE0VrZLKNqC6uoVDRzGNqvkw2W1i+Qi4OuULYWWPZhxc11Tu2o6lNerpxkgDOFYmsLz0BVF6
yzCwxy9xZL93oe7kmFQG49TKHIueiArf03IENhoNC1JpmqhZx/qIOS9F7X6kf+IuMv57mS7eTiUZ
CyoIOHfVQ6mgEjZjvILoRu80E6a6nshMeQ6rrDqBqAVVXaEw9RNT6PTKlXhrkDCt0j4rzwSjBYit
kysnoJix9PEkoj7WdlBK+wrE0ijPPfXFfauF9b42s7lbyjbOb9MO9xFRAv5I38oXZZDiw7yYIupx
bTckMPSjtxEEJPc0tEdhwc2ZTXDJehGvknFylj1BISLS0qWCuoZOuj4bslPLaGABjHtopFV1yQnp
PfmstZFFgysO7G+FZdn3c17bEwhbvItjcp2bQHKAFtsliO46cXnFSjxWqjQWGrcjdkgUN1U9Jltp
FgzK61Zld5QigNurWeyiwcnOMi+iB33qpuleKhvhs+jDnePp44UFZz8VXVQhqdADAk5sptJ0ujZF
IlPfseqB6LNgvEmMwdmksxy2tuzSduvYGGA5nFYJ7cCeBR1QUryweJ63vSyrVdDSI8Xif1WIcXhm
LuaCf+1A/8J5q1uNFoQegMYNUinuWfevaw/9oHDg2ZJtNtIphA52UciJZCOAJ2eWfmBe/cpX8wJH
/pR05prZ166ey00yE6gSNp5feUNCMkeKOckyag9LoiU+eicqMBTN68QrUKDqjj7u6q4ONiH35WX3
7Gd7bZl9hjaDRbTQ0nAxMxE7MCOq8A8TwRcnvUKx0c87IZzbIHXxaM4Zdkp4wjfKm9D0x81tAXBz
mHNj6/VypeKs3DESIYfIztShG+YjT8i0lCCQVlo10NKu01d2/3zb6cNqiiqxjlX62uIhWrSSOLPK
HG6avPThMVwmArhFh+4jdJ2za4IBK4J6bxbJ1WAOw5KO900q5HuVkJx4yYma6M34vdOGF6fxxGjJ
INErgV1K61eDBbDQwuGoF2gTk0HuE60MmV61x0qImxD3ajw3KYBdSawgenKUnP1qDBnpMctgN8R8
FhYxwRPdPOMkCx7s0EU5XVzyqYoBMSGqPstR7LtFRlKXQQDn0uC4v2iazvwyUIThRaGitMjw2CqG
MDoQSlD5ZWXPfNfSiW8QpxTMcuDxOiXWpNQRN3UWWEev04Db9Y7+TLuy3QdNtiR3lIgNU2artqJ+
XTCf5BxbZQVMXm2sULjVjrfjWyBmwUa13hTelhhMqNzdrL/XdRSRucPs6GtMPOpGo2cACsv6v8Sd
2ZLcOLZlv4jXQJDg8NIPPsYcHqNCeqEpQhIncATB6Y/ud/SP9XJlWltKWZ3V1S9dllaWgyLcnU4C
B+fsvfaD1v58V9aR9yQmUAHdHJ1ao6uDqvz6CxCVW5wsIwjd7Dh5ZD92NZVqqsqXLi5eB5UvG5UU
+IdW8gETwgZrt5swAC9XaU//N536L1EwmH0lhjhngwvNfWOX8Udddu2OleVzUYzhVRERWYiR8a0u
Ew4La5nfVCnPUSK65UJxKD/APGvPZH27n1LmXEbmJAwkDVlrHojbakxPSxKvWxpi5/QE/c201fwg
ZYm0MWz33s8jf9Jcrqo7lqx5VNmMoavhUBfO61qHD83Yc7lboLp2G4BloP9LGnUxue1jboghHfQe
RA2w6iQh/GR2bPQ+IGGgi5nAMmvORUm6BJeZHgu8Jux6OSYBP33yvFFDhVPTazCiFzym9OHtaQya
pkQJiV9sHnSyX8n8mOxCrxDHrqaTzkLPnJTNUk7JHQr8vR1jUJlnODXwacaXiF7MfUCk2QxhGvPp
o/WZVdNbOQoyHA59yEilN/GPvoxauxnqAY+jg4RwJumnyqDkzokDdgLvRtG0ztYuqT6YgrAD2bQo
alYM9ulUHdPByS8CEmhYWr6OrsG3IeRtI/1r1zZXtHc+GGX4exbEfZ6GIAOIZttMNCfxXLb4E6Zu
RWLWnzzpXVvDHQBp8klDaPOYdFaRRFPZTOhBFVFHLXO0MO3vukH2p9mPr+OwLx99bTByY1jok1Bf
jt0EkTrFDMjRq2MU0aGAne22asWnfBlYJVPvch4F8QtJ7ZKULb92WiLzTNQjk3cKKnAKn0MixzFn
4U0canIAiqn6lFRSbaZl+Nw4GX5cqf3LPF+fnSVuYH1nFPq+F+0nFUGsX+rkwONzqQwZOLlM24NX
0BIIEoyRIpjJeaE1dReyuG+LDIN9Q7kYj+ieQlXceEtS7a2ixp7sLRuf3HBPIjCok+BaBqN3kMzC
CZOTD6mJHxOHy96FP3piJbdhET+Ec0C8H2Fu27khMM93OKKr+i6uFwlvmlG8FngP6+GUrfG1Csio
yqltQPdzICq8dL3Sbb7swQEVVzy7OD/7If7u5c4JUvRXu6p+q9z6q2fIZ6mK/lSSKlqN4evAFsyR
wrvsmUJfauNduTXjJddLIx7e/rVb4OANzG4e/ag4lcyZbscUOr6fTg1eenszOlYd05KwLiTEksCj
eA2vuwm6o8naqyVgg/SXdmVXXgzOxlpfpFYuF8mYPjHdcGCm0YenCDkkeIaxhhXOQ96rS+uM1Vus
qJTHAr/U4nh8XlKK+4xJ5ll1PIjxaehIQIpSc6e1iZ5HVTAUL9cU61CV71tNAkYxkQvQ+eZ1Nna+
sJEN8JqfTe5mqS96NSrcj8mFbPJ3f63nb83kY42sFTFb5fouiFy5iptlq7Pic9f5tIHC9nPl9adV
tPV+SAPnMqyA55VTZnZV2T6juvme5CXyMtbYfV15X1Ve1ts2wl5JUOydyaZwHxUzIz0DQxuHdmY6
idE5Pem8xqhf8jUNRNQFfnAXLpgnz50H6Y9P0WzvuUK4IoLqYh6xUVrmPZkKrj2ZkVeBs+3YsRzT
/b0vRmJ60BnF93RLv4hl7TdYal4W6/5g3oi7tWkuhfRPmTv6F7LM8fWr4Mj514EGTMhdWsFJmJUM
jtOkT0taMHXRKN/j6hwFlTMIhcv43hpa18NACA+l/p3x/RPtYgSZbXlvOny0hc/1V456V2HBS4R+
drkGa7rt2vaxxBuPa4sNx8XnU1fjsdSZJTduLq4yQqm/4dmWx4EfGYPizUoeznQKbxoe1Vvdzsgs
aXh3JLChAm/v5OzzTtacxDPZvnT4tZc4PKUV3JK8IQrOl/MuUQ6Rgr58dlV+b1seaEfoB8beX9RA
LRSr4rr15oWkZBJseptfI6KcyaUtNfnEFfxJNbv3qi2/gfOQu1w5u6yETJ/VlIhVJxAf5R4jjDGe
iZ0+H3Mi5WyXCegfC/J+WdlRlj4eSIrC3QUw/8Ys7UvW6ac1RB7RFc6zGfWnxs8uuIqgGRR/s+jT
3NZvFL+XcccJl7MH7cSeYFqCF3vukXjedZ49h9Iw0HYHZ6+69mmc+he90OZxTPdQ5Lg1mra/Lrr0
1oPPYouxv0h0geZZ2FOSkIwso9soNo91Qeptb9SrbyoMZk5WbQtRfaqFotOq74s1ewnBQXIDjAe/
WS7nRH/1o/mlKKCwxoiycq96C3pdvAo/CDbTSMoDF4YA9cnQ0iPgL2DX3kAXupltveCSyJCc9X5x
KZT/0c1tsc2G4uAN9SnHuV9TNCgKVFMgqTQVbOe0xFnaYS91JDHNKx2lWR0Zm98HKfoHa5DPkDxF
0fN1JGJkcUYqD6IdD5OOR/6R5mzTiqexzV67bP3Ow+1f+6AHdoyCNBz8bl/ClaNDBtxfj08hd27s
MmueQnc8RONw4driPpipKB3VYwufHc6BTKyov5jnc7CHZ5OfOBjmnIhWj4olOi1+hRUQTs+Biem+
GoLyLS7ktOk83ZCeVV/4CyNGPRTB3gsq/AkOOAtEBF91am4Q741HjrkkDYtsV9VTtqvn8dQFHTwI
o+5oITxOkXrrCDeqtF/iGyCRto7JdKwOmsBzTLr8YBHToiNAnNKZJMFGo7iY/L7/oub+Q2dwkjhh
rayKM+SWFeUyJ1iZyF1WK/xXLMU76c0lpb44RRy9N16Cu8RJkvtF6ZtFjFg5ytu0oz3l9Wf6upij
R1jAL9M8nUNd7OeqFCXDKu8oguQKTV+xESsbYeNS0Cc23AjiG3FujFBHbPA1si7OSMPLVklLqKCd
Hlyl5GYIUV8p3Q1b9ApXUJNeRZM+N4ZDa9xVN4Hw8h1m1Wd/8RNuiPpCn62VtkjUlukrbdHpNhXd
XTtFRKV5GDkddOM6J/d0HT8GwxKQWf2ED4AwP4ZxKzGSEjbF5eSvV11pqKEyZsBjQhqVbky9Wxvx
Ovjs6uCVqNgl1vpp6WiVS70bpzzcOFHp7NKWEwUyQ0ydzHlnOjQiNsSyojVBBfIg12beayZIt8Kr
n5ZuUmyWaXSRuhwIvLxeuVRS7ZNo5pnSEFn8r1GohjfR0Tjzm4oFzTulMQEIC2yFRzymtLNKCYth
mZNvY4/4QXZr9T4TmHQbEu22tSLeu0T/ocSDXxHUy6NLPNamiwmP7eMAuVNDEKgR8XVGPtyxbiGV
T31+bwpBeywBqsEndfDR2GeT0ErQ2jroCFv34AAtYMja3ifcraSUB8FuISqXkjNC0Wcyp31FKWue
g6Qxp0WL5DQ5bgPtqYbDkARIKFzoXR51lp028xCW2XUq2CxZOc9maAYzJZQJsnh9xFhJ073jPPO3
HtPkGy+L40PfeASF9WrFkj32/Q1pVI/5jIO+q/yvAPqXi3HFt07JxzFfvNU42YwDbqRT6mXtEJyi
xiLrJtLfyop8uqyn4VQG0+e1RPmxZsGpnEm0cKV9RdbwKY+DcVNQQGz+eGTaNt8zMiPdonX3ru2g
EVGMCJ+gOQby6ZEQu3A3mJlW4CK/6NQl2mnl4wfDcDFl82Pv5EDrGaHvA09+j0sXO5d0OWFn+toZ
V9bvCNmVQCmyCd3uE8EqFH1hsxdpBMVLrletk774nOEPSA732OLqPZNC1JEuFbuVc4FU/yxxoS9m
MLFWSQibmxk8IeVgpIKRQ+iINkYDwagyvqkSrxYcb9zudHRQ6VHP9YGIdlbAnqtD9W6xJfv+lG5p
yIY7NFPqbnCH9lYoDNBFjzXNqIxr5l61UZfdObTBdl6Kjzj1lhFVZlmXEh5uz96AGG9bk06AWqPt
7rupfiEebGLh1dohWnzUmjy/tYMN4qVdsw2CnPmOO7hgzhRJBvW+N+iUN25/HiQFHMsryh0VXBkI
YcCGOlRf5w525hpOrGV70cn2rl6hx6gkIIekI22MRr+3HQLv1LVMrFhwLkdSSNqMAhzOyHqI66iL
N2OuqoPXUgO5dFRGl6MtQC69s86yl9V0xfjx0+gE71VLjjffDuHKTfwiOwCwUfzk0D3X6Qv9h/vY
VvpuQWS7s0vcERCYA3yL/Yu5hm60TqS1ycxvzh+mxMkuV8rAwk1oPjkSDW53OcQt3Yzqs0riI61w
2k1K39bKD/E+hCS2OsMl6dpUNcmM4HsikDh+7j3OKeUqP2NAeY2nmnhLDhUBxyQaFotNtgvXa0AO
BSgnG9/GaeUYR+t9riJxcEmGCz3zNHHfhq1dsNucu7cE99Q8ndghRQrAIBsFY64amtsU1nA3OGb7
eNq7pHlFrAJ7p75coGbYUXzMnnzsZ/em9YgCdVZC2uIF4IL2xrsafVEcrrvJ97D6AbiCm/GoK9Pv
ywF1Je/4B2LZOzic5NIk40M5kdFTB6XYrRWRvYWv913sXaRrdJ30iNNUQXVWluNXryKcMRsh56CZ
TTrSGyHubKF3nLzsS+XB9KY3A6sp3keOBniRfGLe/JyY79PCgZczU+YQ+Nh/pAUeTxHLZevk2UUT
+m9Tkz02YcfQLfV2bM/XKc1TI80VB8oLO/df3HXdN2bdtytQLjMwdI0ebXcGug0DKdJ4rMPsfqYz
wF1zyZHlqNr8C3Gk7UYi6LjUc3gxkAFdevNl5vqXVZhlxzgLn9YZ3ZORzfWQLPWhQ37F6XFFG5EX
33WS/mjh+zjdekqUf089/qnM9RlzcG5je6+p0OhKw+Sci4Jf9X51UI6EJD7eRHjJKIkp9nw5vRTV
8kD9RZQg+UQcNq7jSu/8ji6nCJsmOBQklXBh6PpuS7HeSx9KB4BU2mvVOH7uZMCBwNruUaVt8sQa
xXS6nPISsJh7VbY9k/kBeXXutRWB2A5t/jnqd7UTWr3XzhD8MFqmL3HaE8y+Yivq5UB4nhUVWU6C
UAsFyUUu9YvM1xW9rItMjnFvb9FFTAITqkd+7q6OyOaTZUY6R9CK3fn0nkdZQhJt+JGkU/fU1DRI
iSALEhgJiiBWfCd2P65qj2+Aj1vgjQ0guQ39iOBbqTCvt0hUZsjxNGQ0Zuej54svNErJNaV4j9hb
79fQY4lohXukpvsAZxDfR177tvpMc6Dz3Q3Z2QHlDAZpWlQcxGD3aeaLxzyVauctwc2KzAAVxP4M
dBn8EI1127dPeReQbJ9VPHkwW0SJ/NlrnW+yzaNdHSBMjw0ytVm1zV3WugGlSHxEGn0U8zruQ7mC
80zUR89h6W5MfbLosockpIjr1w+amGrvNh3psaQd8olTGn/n448Xpt/sOTyNDNf0csmwBRTpa7j4
l0DhnkyrgLPZbama8zIpqq81QYVraa7lLPRRsz7BtUEI1fr9eg7//qA2wQBicppFAvSPdpL3YmUt
x7DaHdrOi2hYdk6OlC6oYOt6cB/okj34euEtpEMNri670IQp7hhU3WB+wGCGHtppUNgWSVBeZAMO
k4bD4NYW0ZvjOC9r0N6LBbDJLJnygX9i+AhqQTUz/AsV7sOVAawPxmfTTmW/U5ITxho/UCXsmKzg
Z8u8p0rHKKbncZc69ae0Nh9dWVGuNYwGw5tq9UHuqIJ4Op5ZfziR7yXJkA2dg9Gke6/s6jTe7SYt
QFlEilEndeh10eLy8EgC3coI/p/w+6uVEOlsrQ8kTc77QTLybdd4JX7RXi6RBwPQn66Kpesu+4YG
eZE4d/1YXDm+96mqEYoaJxaH3KSn1bPjrbMUn/t8eGmmcAFKj2W6jQpitK1aNq0aHsOyPhBT3Gw1
+L+trUueFOEf+rYM9wBKM2Z+Pltqgt7Ajt21cO3bWsDtQd3LMTLh4+0iV5Pn51frpk6K8LoYnENr
62CDbDV5cs84P3w2b4hp7Jaa+1Ro9zBBUEHV48/fhHU+Lcbyjq1CQsqYZbMkHqC3Ps+OXI0e5mRU
vBGK8D3rveHJH2uMDLVhUS7lykgedcgyU9vXXF9BLpsqkDZ7lUPUdrme8iz1HiUeABBBRrHbML7e
9gittnMPJW9I21eU5zcKRgEKSOruJnolmNoyJuO4WsYlU/SOnbGjg8HMCQ8p7c5L3WQSsVd3FYA3
vSQrgL2crLNwkg9lFQDwjLU82kGgZplKGiVoi856d1trDvcmS3oav604cxgJpz6ixpRAr/hMKWyP
aYWm1IYomiO3N+G9l3UYWaYlTSHVdS445NEPU7qrEYCVa52du13ClnbnoXhftmVZ9fJeaqHK2yVo
eKl6nXHNOKk/btvOivx5ljQo93OJ++SKaX8c7l1VD9t8FLHHQ+MxIy+xQ+Hvt3b5GspwafZD47bB
3g04Ne3VNJLTYpfA7ldy38v7sXSq76OltnG6luW7G/ilN7kKF7MPwSGfjTYkFh9MTJnBMaoovgf5
XNSv9cxTvqmo4M/hbLm13ytt2PRdFGEXi+uv/aeedqtmIPhKc5Srn1qCNaFIDWfvrLeUC/1nRd1U
d67jXcxVTCAJvb9vvvUkUxwAa2y9jH+TEdrzzZxFY3/FYIgvxk2X+HPa17yvORhXfila9/fOHYrl
Y5LjGH3MiE9esykR+d7nSeBt+QJ8RkqR+jhObuPv5FqVt547wvNxC90cZ6wWy62wMfTAiHK9PgZT
CnkARbCHICftkGxEnJfKrdvrUjwpdxyOMglJkhhtFhUX7J4z130VUILKPljCUxz5cXxNwFRkP1P1
5c3WILIkqVSzdG6mOJqct8LkLelXAbNFHtchEDQbMppwjlkbj+qZmTDQtQDzA7oxglQZBlOd9d5K
RKhG0g/i1n32wyTO9xg83PU46toZCCQl8vG2DUInu4ztBLE5wgZYfaMnk83HjN4MKqMisJS42WRb
TK9RWRNbwmi9hMqgp66/V/imqifjBAHFFfPiGQYVk+kr46O63+nOl/5V6ie5vJ1CfHL0Rhh4JG1B
Y6TsPUdsnQWK4H52p/GDLhYpx00YteI2G0OqeiHKgr61APv+6AaLehvSflr2XmdRLHiGAfCD7B1d
I6YrYJwRlc5ANDMucorOlTt7ViZfCWuyHj2MXiDCubZtLNEyowzxeXDWkPcuivbxMdBrQOZHmvPN
MC5GcWrbqAkJn0nRiCCJ7bdcSiAlztwuI/mlThMx49KFc5/X1O43pQwDflcP+6YR9SovSZ5pwrs1
0GwiLOsolGO3GYlxXg3yUTEamqtOhhoAjAj0yi0ywuzJL1faMKIM2pe6TzPFyEyvzW0n2ui6QN/z
zVlay76p0uaCwcJ0g2L/tpAMIKHyOqhOyMobHqq2IgARSGDLPFEtAJmdxqdcKBG00eo759KmYMM2
Lr3rq7GtRoxxSVocKlOD4TDnsWU0kx2XazrPmzkbmM2ijwD7GCqc3AAHA7d6RzHivucFGwuZqj/l
mNRWgCa9QfmvrRqJV+CkFreARop8xmwz6h6pPlfnVLGUnduQ7Q+vNmuNgRux9XYSM1K1Arm4dxmZ
QH5yFE4GcGQhHo9smhHqpCayxSWqUg7whaw0yr5iGNVFG+U4G2zgzI8qyJ7LfEacO8vJWSB2JZNs
r+qgmn6kvG55V9M2od2Wac4tvd+MCcdixlW4M/1nQ7+DdEFTqmEv2wW2CTKjns6F8rOPcO7gPdQF
OwvBS9FX0j/b0zzG5qR8h65OJgumcvSw6DHN6fISFjOPcmzKQZLxzNsB7eXpS1VMUbArCn/4aKRE
+N3PVsvbEanfha8rjDprEIQY4FQ1XFE2lExkjGDxFHNaXtmsLydKNg8BF8WzY2Apxsxf/VxyfRGQ
sHS66KrwOfyUngc5ingSQNEpmDph9tGfleXEf9sdTanuDm8zSySjlZdhMLhePGkC+Dtd2V3ki8vX
EregNzd1NDjPCtNQuoNjBk7Fq7KbgabvqRFYoHyOCaCEESF0hyGs3Ge5xHbkzYocm4qjL00yLU82
a9wTLQ0a5m1Ht3Lbixpsj87blJRRj0dzpAvo06mizXYEUc/KBoZgvEeY1bwhtmUJobME7TBefbNc
eGLNht06payPnKMS4H/V4n3HfeJlO6/HJzjkpTuCz1ycmBYFcm6bM86j71PD7hNwHfp8jQAPxEtz
WcFLfwvGCC25q1z2oX6mudw0DRtuE/E9zU0wfemDpqi2gV9FDacRpaYNrjxzmy2BeEfnRPXfOg09
DHJC79HX8GM+qwRulxnA3KamPgbwn4wCIriBf5xjLd8mk4tTNyryCBbCSk9zz/Iy94e8xj62WbBV
ksRu45HAqJpq5EpEYMM8NCUsoxkYPr0W42dTzEh5o2k+YXWOoh2Vvn5lZEhG0eQa1J7CQS7KnDf1
70obsIa7YoZH3Zom+iFMC0YwxjJGAdyiiTJsnJ67AB+ciir6PDZz+4wEyt7mId7lvuNG2GIT4F6q
pMasmqcmeDJ1gOATASA2Pn+JviZr7r+hsOPP1pIK4hRx3sp2goWdyUviZI9x3zaIEUyon5PM3PiD
NuDknIpq3Qzzcz0s2VtsOrpdIqx8lCYAneqvRsj6YXaEeFca1YEebfWeBy5ky0Jh23ZKl+PUsLZ0
f6BqPzI9QW0nnNbboWwCTgd+ZLwk4Cn4kbcthdQiqEpwIMsDXTj9ijQ1w4ekspRvZkWaU4kRntnk
zurJ6s44Fz6jlju6MONeTm3HJ/Ky6ZHz7vOglWSx8ieEzINaiuelT+rvdtRfLfr/fUAnjjjz8ZGy
Pz1JdqOHiLlheV2EPeLwOQcqHGQxRtw+6Lcdk1EUJmenLqlkwHIbe+M1TbwrdViECKmc4W7NtUVu
nrnZR57GCboR35BspnMOmCvani2jPrJ+8xGHrXDX/gGZRPSNj50++F6CwGhIG7CjrREvvQ3zjwbF
iYOtzsbRYWQszJiPrjQx7Dydl3l0RjpnNLEOWUpvFzmh4NYm0YQtTXpnT67ul6BCxbL2dwXHin6/
ooOej5r2Bg/UT9PEGtnRHj1viWlhVu5JBiv3JdUe9707L3WAQBRctxdpRg6LiVN55Qy1+sGA3rkn
b7CgqS9G2t8/f27MiczYYjfqdqgp1mvUXfEXm0OUESuWtB3tufYxy2zcY5D3iGpn+ttflrA3gb/O
wG9wUnvcxgkqUcAuHnIbEyLoJymdzadhh0ZzpPhj4vw86bRu0GPKRV1KwXR/MiPNQ/SO6K46DjNp
MlNwZyYFapPTK0D13rgKKUpRlO89opqdcgt1LbqAVXf0dbyAvfIwXnSkKWwGFFsf8zJ65jBYpett
hWfgO8eL5LbBebwL83k5iDQsgWN1dkvZwCgwXGk5bmZRRlhjnPl8EKdm7uiT1sWxiuVoNgZzbr3H
l6nfp5rT+465AuYeeO7hwW3wou9jmt4/ECpLUGSpG7xOPMgsZbA1JzjFoQ8JX4bZ/GRkKBnheXWP
nrTDIxJPYpTfhp8XaxjWbH2lm6JfeYAVYkSOIlC39DDTfE1wRkEzsuyd1M9BTzgaFQZXZHBpbvG3
UXKLVtzZiSnKt3Ucz6de5EsBNTeCh7rlvYEZKKsGc1dVpHX8EkRpesRl7j/JhsHpbGf1mgUexWVF
1SU2BSe6N9+da4yNPiHaSzCQc23m9Q6FlXyY1iDtd2Koz4p13KP5Q4BOFhi+Ep2/j52UEqlfsuwh
tLFLLPlQrQfb9e2bZmb0msUhtoK8f+kbVMp9RP6Du3bpmWycv9PhDW6ZAVCx5wLNKtatXvLTAVbd
Dj+9PtQwFeiViZHbpV40z8+acLbbNA0TwU2zNvbRrZb+qu39/I4p5wfJY2g/RerGEXxUqBuvjSyX
YI9pgy9UVyX7SNkPknD0OHP6/R+7/5RbtNZYMnm0cgTuu9ZfSC+0WdZuo6TnDh/ps4zXfspdCnxf
caIMf5rP4vNWc1sbx3iHijul30AcoM388xfQCeeJaHDnIjkoGjOfgi6l5PLi88ktsIpNapIN/8af
Zx78soy5LzHOuyDkgiZzhi26LPFenu8VVPZYHJUQwIGCtZC3AaHb5e2wRHNyWF1fXSs7xAFWmZEL
BMuRX4Ltkw1qGpa5vPB63cV7CCIKWcZqORnLYRrLizab+fN/rAIMZZLgKoIkkHJAKiHPoWEt8Xv+
XMCwGYQLkHhvzCEIDmSYPtjMT2iR6BzfXoZEFkFM0/CSQajKdeKhY4Rjt1FtG19coOFET49ewRkQ
oU101sqrVZWcJUbkdeDGaXQt/hb3L939LQGWFISGxUe8VMNatte0CLzqhD4tLraDRZG4xR8rS2B/
oR9fxFkw9IS5nPWQEw/qcYWUKhBR8lygdNblq0OQutnS+w0Y5qLu4a5Gp/k97tlPNzNaDggh4xCE
WztQSG2WLlkFWYecq7Z5kPNNLqLV9U27zG5xYTWvDVuxJLzQcZr+E/dQQGOzmVW6n/Vs6UwlPSoU
L6CVtJV+nD4Npk8oZuAqX7U52K6NGxiBzzovcXN0UhLTbBS66M261kD8MzfHi75BGCiHF8UJJNpT
FuHks12AUip0zuV7EY769Y/vsKcRbw7apKW9GOuSmPqOP90ACGviD6aUo3ekE8RMWHgGpE2utGVV
iYYIOr8QiFjsjDFIZ4mKDoUXk/QDeap94LyQhMdgzgXmhKmqPryAJidr/rJUW7kutFzVNIjntO79
7mlGnZNccbLn9vP7mTkMoqjy1XgxtzwQsxz+ZlgmqIaKia+3GhLNOTEDzEFzkax4qmt8/LGd6/jC
zK73hSo/eiu7ZE/COBqqHHvNWc3rpOmjQ26umtL6Nc0lcTyNvhsnH6MHIMqCVsQmXqr0MS2YYuM0
G1ArDT9kH3/GPsiKqBSb9WEQ86eftr0/OVF/goh+Q1L99o//47mp+Ot39NQvsKr/O4jV8XtzhkCZ
33/V+d18/IWP9ee7O7Op/n9RrNyzW/V/A5vO7+QXitVl/a2p/+d/m19BVj9/6A+Qleu7/yVcXIAS
+XXoyzNk7w+QVaz4D65wgwgX/Z+Iqz9BVuq/YhFKXNX4ewIB4w97M+LzM8jKcfl9IvTOlmsBGwEX
5X9Csjrj7P5ixURYoDxUO1JEgg6XF52tuX/1g/YROCaLRQjnFRCKwE0pKCVKen09wZmqDsbJsCVM
YHuriy4TlbONBp2u/4Zv6P5mCf35PnC3cFoVeKD5zL++jywUxdwm1j+Mng7lMSvBOd6JYCwhyeSd
+LHUrHIcnQaNkxKozaSWvNkJ3WVPf/n6/rzNf+Ft/X5BQlRYnvQlATRcmeg3C/QsU04cs/EPsms+
HCHFh2Yt/wwzyUWGVPy7FPC/XX9eLuT7jDHEuvTLz67gv1z/REYOSrvZP2RDKO/Kgul8hrKDk5rI
vDt4UiPxXxik38PaVReBn0QP//x5f4UJhhHufdoFbuj62J1VGP7m4Tcy00EHb+vgGx0zLbD60U9N
dfx/eBVf+SpiVhZTMv76MUOvttEyuVxVgo0+NQEC6hRx1L9JH/7NQn3+LIFUAsmT5GoK9Zttu+Hm
TRn50eiejLmaBC1zK1CazfNg/41D/O+XLYAjB2EOyYDE4vzbbWJADawNdASqEF1eA44JSCGg//7P
l+3vH4hrhQEdll0EayD+jTNXo2WPEfuMB9ptwz5oRHg1OD5mT1vqz//8Un/7QNA0fBaV0PMC/vpJ
ofvLjdileCu0IoChXOjliAY0uJhRRPzzq/ztA+FwB50XS8gR/tkE/ut94IE3UQomxMEwWGn2fdaV
oKhN1KDzA4Pz7Z9f7e+fSbk8wZ5Lx0z58d8gEbRUaJu4NHVtzTFx7NKG5tk0DC//+esoVmPJawmX
5+nXTzXOfRNYXDvYZLPqIRKaabtfij92YLa8fw0d/Fef5q+v8tu160PiQfzWJAfrMC1sSng+GJyq
//AbYh84IxKjgMWIvqb326t0WYHdqKwn8Ps4ENOxBLzFYfKVCXF7+c+X7febgZdi1k4bOIr8kB3o
/N//cssVdVoBXBumg0HKjx3L0RjqhBVvYcR68W8+18/Mxb/udOdX810l+FgAHaLgfHn/8mpVFQ4Z
mNH5UOPH8FD9Nbi8s1Al16U32vrVD3qBKIn/wwBdZYm89hl+j3d20j16vIz6i4yDdaLcSwQj5sKs
7Sef0NURbEVb29fcNE33ZNCLntUfJaPRyoWqxIlyaleaOLplPuJQVvZ+3A6XHPfzz66szXT0B5/Q
OIvxCz52tbr1NS2amM40p8fjCtjRHlvMihU1pzNYvDq017uLRZb1qxRjfxO4PZB1PXjOfP3PX9Fv
IIwoEr7LHgcFg/8JSCu/XjR6t3yozJkOS6jxAq3zXbG035Jq/RFm4ss/v9bfbwdeyFPnfRejG5qm
X1/L2gS2RiWmQ5WQw9bNHuynLo9ICdL/Lr7o/Kt+vRd4qTBkp6DWULzgry+FGDerU+lPh5LR4vWI
SvSIjA0MVd07J8YtzTUT9/jxP/58VHvsTDhnAlaL325Az3O7ucnMcgjoP+G9AdyzwZqBJQ/05Z9A
2f/jYvEvLibLOcdmIWJeUchfP6FJDWArP5wJN8NrMyfTfHm+Dpv/xdmZ7ThuLN36iQhwTJK3mljV
Uo/u+YZod29znmc+/fmyfIC/RBEi5H1hbLiNDmUyMjIyYsVaBpiJw8Pr0pl9dHUZ1eXlvjCV6JoI
qmA6UWaXOqVZ8kMMY/Y0MHOy4SLS3RbfzTAtjHA/IcOwvKRUP+iNvhzHk0IbBWBZ6r4pB3t+ikCy
XApVGb+5TIIUOxgelIeDlW4QFS2HD4+M4jJBjfsytZ0sH081iKnkYBSIU/GYrxjSQRYSutVHN5Wj
IC9/1os46dJc5bi1XnQg7fO21KFEFh/hMTEYRckfI3m3OdYG8Fyhkv3xFCEYX38+4UQRgA0wKHpn
/WlaFHZbAI0bceTWHTHCQgj3Qr44Fu5Iwi9auizqqYhAl1W1QPm6C1GMVDv7wYT2ZT2vTC3OdtGI
MoimTD2VPfPtjHaX3uhq4mF3YEFkMkLjM4GaW6TN5ACgJ1sH1s4pg9HMajskFuGm80NRbOzd8t5n
QaYq4zBvRKB2zsJUUyrxrFURWE3XMo55B5N6Cbnpxim+jfSGqQlX1bn1SQBelEZeXY8uchpqQ7w8
6XGcg4cXA5hBKk3R37UG1MOYKNNvmFxxCpPiI2xHjq6rnKxrz+PmEmpWCRVaQv1LoETt2U7DnzTn
68c/Fk9cMk5b+jjPkGtDFgNqQQKw8CTyaPrcQwn8BhYC5KFsVGgfPrckMyquwZnVHGtxmkzmhpMZ
SteTGcS++xSEdql7o9XWSA0ahj8+3Tcnf/l1QDR4M+pCE7xDYO1aPBCyjvm6rIBAsUP5lzn76kc7
FGLjcb7iGldGFm/z2FH1yIBf4qRrdKsY/6y0QwWgTOmm+bNRQ2N5f1Ha+qqYuuYRZ/DRFpuYN+Vc
1cAZT7XRUPb083QYjr7Vz4yGaSHca0aWW84ebj2ds1dCA7aPYJtM9rbN3JWvqckZsE0xHFU+lP9z
Muvyx/2fePsLycgE2b58zVru8tlOYyNyShI7BnCH0Iua8rswRmNj39eMuLIKYatw2BFvrt0W1HtZ
xFYCpYOjVqjI2f5n/lW0YcW4/bzEFnIBjQUxffjy569OvjYB4FLDYDhBHR70kAPonbJPsriY3416
hyJYH2bF4MHQkRVPxVTSN2e8vHpbq3BIfwAjVqLbYDNjQn9dMer+zDhXVSOG6LvNfkSkiMni2jIZ
oVUtfNPNnBJ+RL4gLXzwa4iyCDXSoTK1yr8S1WzfIyvZarBII/34OYFvjpZIOKQ5ShttBJf4rCZR
/0evRanQ60mq+jcPjBKtXKIbZD8BDNdWFyT6wyfb1DSDXSJkOZb5InHxapsCFOMKZh1JcxyA6Ebg
x8AJJN7XVLdM3X54cjEe/YR7zeU9trgtywrB6SqqBijLczhtpl4/VFZk7e778E3NzSGBYhrUJlLR
U+FyufYvvTDhsusMlJXs+O9smMc/+tBkJxG4sCxMjOEF3VRcmhauY0Uf9fc59CFbP+L2DhAaDzKT
HdX4FerCxwfbgBGjrHrG2iLoO2O3+wb8y9i1AhT1/fXe7iplTkqcFkVXudxFrEwYZcwAOfWMVzIK
ohYkwnPgTof7VlYWxF3GVWza2KB0c72pplEreVyxIF4zIOisWf80z7xn9LjS3/wXUxZJt83Nzcj0
tSladw0Y1wZT0CZ+ClKwWfIl+0NV0P/7D6aErhMhBNfbS8R+5fyODXtXGZX9qWqixitgCvteAn95
JwINceT7tm4fZ3wnATjMESSmriG/4ytb6oj2k2uhPFwhFhJBOtclzl9u67+nz1bQT6ZJe9/g2ieT
gc8GSkOMcBf7ONs2wzpCGmTM48CLNz3mKrrdOQ+sh/eR+hrVQgrMhHV7qSFURbB85JreQ6pLs8dJ
q3iXWaF9zMpxPt1flcs2XacGjk59kiyV0orN2breRre2u7CsaJojJQjxzmDVlRQ0s8B+qh0IfMbN
dDlDrU/Ru0mbHX2vO+Y8PViSdcjtoLHjkDsuOAOpyPH6Y86tacJjKBUCqhkAj68wyuFMbfsc2kO/
sbnSMZYrppotXJsDTkq/cBwxpkE75KpxsltWkxmpBuoJ3fP7+3rrLY7OWiwqVtwG4HauV5Q3UBIo
Uakjm1Z/dru0fgpzaiO25QbefUtr63FNGUkoxlmcu2tLkwXQtx5b/TRqSLtBKm7tg9SJNvxkxYqj
E6eoY5u0YUyZHrw6blpuQKUa1crJ1I18H5SW7slK8cOvMtegUK4arqbxgl5SfkY2xB/KgIgdjZ4M
6kjufxi6lWIoNjbt9vO4hiAjxuXA4FDUvl6OlZXAua0g9BqwOm8EU+jHjn+c0V0QG3HjNlBhincF
jTOTS0zK3bzeOZRCDKCFc+AZVQ7FWjl1ZAdKI9l9EOHRvnaD1kUek+Kbi7z9ZrL5J29t5rtpdyyu
MoV5YwiZo8iLydmgCskrWBMA/BaP+gbFP8p+OCCfjMrVYoVJyBWXILpxKhrY7KeZ3rsNQ95GBnqz
Gi5kKrK6RlTk/SkWVnq99yO7oQKR0/lnGgrBAbDv9sYz+iYe0pQlZ0c6yJCttmVziJTSDaHWH08N
CAwIHZgzdXZCZZAD6fq4T54pOLrK/8DQQCdZpnonZ4fcOXyQuZo3DWnkS3Zg6LZBU/jaa/qyrf0+
SfkdZnahzQsewRJvmc/9MCB+cRBusyXvtrK/JiFLhTbCgZrDXORYPS/+dhIUEIzRqbx+coYTDBjB
QyKn1JEEtwzT5ZTn5JGwF1ZEztisUHPhdbBmHHK74kQMQ77hkXJ3rmI8VnASTh0LATSyuE+igv3L
3NnymFUNgZg46I/q9Z88LZTD/ei7ZsnmCU+NhwoP+fj1dxoyOXSJErtnZ/ofQU7yrbAb4I4zg9n3
LcmdWa6J+K7J9qUUk1pE4EoJa91tGMoPgRMBZS6iA1Nr9N+yePoLYl2YYNSpuqA+9nC1gt2EdVoW
sSgs2cscoeyamBmEwvCAfac8bALnifEHZGPj1t/YTrmIm0XagLcoZrFEa7FIIHeMrKmYggUG0C3I
wX1BT+lLCKnZGzH3ye/7m3rj9Dz6qGlqbCnXjrAWn6+dh9yMrcrwYD9sD6JvmMQb4WC6b+WluL1Y
FgGYCgO9U7r4S9buJhh7Xzeo8bS+UkuJqsSWcuxVh/IpHNEGdJw5kNohRRgH8CbD9LM1Vd+ARsPz
ZGcZ2ktE2Dnaa0ABfhcDgHfGZyVYHFS+1b230qbfwhyseLZMYQiHvPeJ7YsnimVAD0sbVveUbIQd
2E/DY+irwdlq4MG7vz9rX8FQX06rbCovH82TG+OA86B7vtKloAum9kkoifp838ragigfUsMmKJjA
WK6Pqq0nja7B6k0hBpJphpLcHXyHKUyWUfz0H0zJ8Map0TV9GeUaXsRZpJWICfXIK6dGgnBXZCje
4A6PPldxYI4JhkwSaOo/14sK+xp+IRgvmbEVMJVI3aMk1bKNvGxt6wAgUQUgASRvXliJkywkyiqG
90JflDCotbPUkKH9MFU2wtxLPWF5VkjOSc15F6vWsnvDJGgzuE1senEh0H0fhHts50k7Aj+FQxWk
7llJjOIimjn+HBf19L4Mh4KBdsKeYgBQ5WFmPh6VKN5zEbPHpDjm4ig4isscK2kWGpdN9N60RvEj
hVLiiWuGqYVZaTcuyZUoKJsFbLTQCbfqInHL9VSrkgDNYYROoFee83cdQ7ZdxJxxHEV/7vvq2uGz
bXq3OhV9wCqLEOh2LuBIJbC8kJ4YTfbQ+NTGrr+xpDUPcmXuxpsI8cXliYgYFJwDiogeSi3ZO+bq
m0NJ1fZJ6QNtw9TKglxdJ8vQNHB04OOuj0Tg5j3zd5gCVC68TEnxndwQGy+Im7ReOHQyabkQuFwL
p7i2YpZxCkEC0SRP7PpQ2MN4NMMo+wwav3guQrM8x6LY6vet5ACyDyKb7CTAvJKujSLq7ahFnQiP
AYUYvbquK//u+CkNdOpjXT/HqZMwejfp/i/Vjucf9z1l5RvyJHO5MG1qwfZSCLiwRqjrMpPcDfD0
0S/D8q9MwGYa2mF1vG9KfqNFEHCBO4KVsQgBoIGuFzoWNbKMLQvlazrWsWEcT+yTlnb8uQCqw6Bk
Ak3zro717oNjDs3oVWWfBKf7v2J1ux28lReHVHORf/7q0RsWedEWkyY8MZUwXccpXBkM1szhWxXp
7mJX21X3iSS9PNhjbmwYX9ttPicCe7KTTYXr2rjU1owVu7S9vtUbr6nL4UlliPbE/EO8sdtrJ+a1
qYUvNz3A7ylroO3Pa7FX51HfafDcHe7v5poVh7KWQfWANHL5EI6GuTdyGjOe7cfTkwmn+bMe6+7+
P1ghh+B/lvScxVoiqG0aJ+WbuZk5PTdG/F2WrTYO/+pSXhmR3+6VYyCPYkNbOwokKgzzpFrjX4wQ
BBtfZS3COC7VI9q65EQv+iivjBgTGFNTYnuSob0Qv5nyS6oLVTGI2Yfol8nE/4bLrS3L5fnrcPmC
wlyeOj1mjrXOeZyBA46+UdtPLgMdrHwj3VvzbBesMwBaOoY3JXbkGiOopVLMRPb4RvCK3qHHqZxC
tdA3VnRritsTdLQs87iqufS5IDcylB/xuTwimZCI3kNG3YoZg+zPfb9btUS+QjOGdIyi0rVLMAE9
jlmiWF6kDxW8Sgrak1oF6VeVbzUPBH/VdXBkUQgggRXnEuJBeG0qNbQ5HrnJPUj8my8jZ20fzvBD
dZ2mn3zRRg8nztjDEoGQMaAb9Dezys7MVUowTlToQngMHwCyD+96EMEbPn/rgS+dLBWMEBADc9kX
sXlWZmlW4BpxCgNmxay0mxbq4f63WrXi6pSrQHepNyfLnku1bhit8OIgmSAvz/q3FVSnG42X2zuM
GoduEIR4NpMhLLI4eDGNRlZsPW02EKYJbXXfDkEPK300nNKhNyBtbphhrQf9adAoNt1f5JqX0Ir5
FzlBBU5uwqvwYbcKlVp7IEYxxL5nPMWFeKSr3vpwwnvOlPgbifvtZelyyBA7Eyp3iaMtLsuiziCD
0jXLsxCpUE/MmBcMoURB8qdG91qTCrbOR1B6/ruGrsNWTLkNltI6IDZgBha5+sK6hvS3g3oux89F
Kek5cUU9PI9DZWaeX4cWGjydK/5AR8JT7P4+rziTbLvbJEa0e/l/1/ucpI0wTF4eHnP6zsEVpX+A
pGCr/74SXjTOu01clsnIsspvxgmDF2loeQ1LxXHAcei5CY1F2+YbjrNmyqAlhAA1R0Nfyrv1YVGr
jCizoHiwy51dpPmzC/3QX+FUphsX6aotmeJRwZQIhsXLitkvHoJ1JrzQRyoiVZL0Eg1ceWU0bg2P
rJoCEAjsBjQxHnr9nXKllNjoEqLjWh0PBZIrO6jqbQ9W3XHDJdaOgiFsqj1AlhhuWwToGtqNRjdq
Mh1mBt/qATpcuh8Y+35wzC8mwnVP6EbNuwhhgI2Ys+aMVIvJBqhH8gZa7OeEIAUqeOTNsxlZR+jv
Mi8WarWxvjUrZMPAGykXW9i73sq0tLNootPhofU0HKuhcQ7DkGw1XFetuLQtXOpQgJYWNyqvCiQ9
Usvy0jqO3temmb1VtN746/Hja3F4qZ3Q2gLBfL2WwQlNk1BteoESMKKhDtEBLsF6IziuOB/Kl9Id
aB2T1C2CRN6VcgTQij3YMMI9L5hob4O8xQVgX31wQVxppB+CPMSiKm0sXIA2akR3uYk9t0j9nTuE
cCrDdnp43IppcsFpJDuE3oUVUnydC41xeIJS9TTYcFm6s5NsVLduto21yERUtlLBeC3HrIJGR+HD
nkKPxAvO3DH1299DFTjIYavNw41haYxJOR6dXNo3VZd+SBrGrABqVX5U/M46WWXvw3Grs3Nb4AIZ
wa7RD2T2lce0vLhfXcyFL3o3aZPIG2VV+EvlxNDm7qaomuKvigHR4SFTGJb/B/4FyDy1CZKevWu1
kEhVhRjHJ2v2VeUUM2saQcLsltX3+59Wji5e55dU+UgviR/cM/SCFs6qMi6aKg3OWo0w8mVGjAyt
Mdm1cXDtsdfqfVhZvfpl5kjBkFLCL/fXlKsRdSP4qaHHYwwZvZSNH3UTDWyJUyBdAnqGc2nSVV7t
WhXHbgZJYuQBnYXpvWurtN+Z6CtNnygYOuJT5DT979rPLO0bvLF99b20bBSd0aCzowuQzjg4okLO
hDfiTK591uyi3AKe32R8/EZ+mSFBDJRpltghpXJgr7HUyAvqNimOkR9okoipL+EbBLqRf0DY2oL+
jNpeD7Sf3TogO4a6+MZeyczy6oHA45pyLWEGmAO48EVMQx0lr+qsT7wiKVq4NJEpg7rO8P30B8KX
o/1ZG/ViQISWgeJQinAYVvqrKNTq7wrpxkQ73v89N5koP4dqLuFAgIUhfbn+dEmkKkaCApIHFwC0
u6GrQds5+9p7LQqmt20LJ899g7e+QvNW3rxkFLS+l4UqQB+dA+1w5rnQQ73PWi39jac/XM+QLWIm
1ABycUroji2WpYb0n8M0o3AKt6COPtW+hCb1dH8tL3nz4mPaoJxMOXhL0c9ZmCni2bTbXI09ckCq
iqmIIK6puj6b4C2Oaj14siC1dPZW6mvWmVJYmT5DyhL97vJyzt+PmW6gUeTAebIPbMbmwfKEXXbQ
WwP1N/hWTT79ANM/lEpGa9dbucLtmaDbyx4B6KD8ywv7epdgCveFVdaZF4kAhg4X0r1oB2eXBaWR
UzJrQhHV7o+KngbVkUEiXew1YzSVDZe4vUl4t4IsovNDKY8G//XPcCk9mxN5rddZU/001DB3ukil
MKi19RJZ8XbATLJjKqh1U8e/ttSq/RyD8U+8FDKAL0x7wuanZsmXRJ/EYe5yZcNBVpzd0ekJ8+ox
cfllIXpOUPqo5yDxYjUMP7STb81HEWtz+vgppjYku/aMfjKXtFgX/ec4GGIL0m1wJMdJFSLcwVgz
Xca4nX/2abJVlbz9ZHwqi9NF5iSfz3LhryK+gsqW7puQIVedlr4bjQl9i5SWQe427cPeQU+QuXLm
yWiw0zO4NjXoLk46x4XXQS5+FJNjMW9aWJJ9PM4fTQVBJoCuoPpgwM/JyO61rSqood6CxdGDmgNm
W9FBuWgx2Qitldi4CNZ28LUpeTZf7WCmKPNk1Qk7iBIW9FrDuLMHHdmzEdnc+2Hq1utZFXMTnHAS
dldfxPhx5LlQiLrwEkQa9hATvYFUrWbCEULnJIEd8765W6eX5qBKYASFHMpdOCMSJdRwqrLwUD6e
z3EDwp8XarORft5in+W3emVmETW6mZxiDPhW8K2Fh2aI/V8O3EuH2UTJNaUptzfI2IZdIOLpDUpQ
7c8hS52Nta59RfogPI6pMvCGWKx1SjQk46wRh5mj7n06gYKfFLV/qk2t3Djja6YA8MFGQdMB8Klx
7TBTWADUhGOIRyNiTwbSaVoNzLofHfd0/wOu+QugRd0FE0GmtJytrFRexRTNUm+uRLUrHT/Zp3Pz
RlGB9Kt++ee+tbV1gbbmBUH7GouLLXRbmkiizDIpvKcfYIzSntS8y57aHrWE+6bWPPO1qYXLJG1g
IysAOXfEyUbHGxhqdugR9xEbcWRtB4GxWuBtuW7EsnRiazVE504AC3g3BJ8pNNT/tNBzoOLbjGct
7sXGF5Nx6ToPMXkegbwDlkx7dbmHsxIHjHywh5DrFgcFmPyzjYTjh8ZVg/+R4s3vIZvu4fZprUeL
GrgICSQ3AJM4OjCra68cjSgeOwWvrN3OvhhjBOHIOGDoP3w6ybLC2CiYa/ru13bmXLFCC2YRbwob
FFtsHxwqXMAb+ygdYLmP5OaUSnn6ydGiayuQGVKAzWyssOaD0Vji88TJ/6RptUbpodHOWel00e5x
twR6RJZKDkTfenGyDWuymCQWKUokQChrGpnHmif05/tW1s4ZDQka/bzZSVYXa0sTE16AhLXBpt/8
soZ0TH+FAUClD1Tbo+Rw35r825Y7CXSXSpfJvA3R4nonOQFqFYVO6g1CT7/ASpE+Ja5Vn3wkZr7p
Wax79+1dH22HUrqEYoJQfgFywbx0bc8xs0Tgd845G5g3iBlIYujMdTe+1PUe/mtFQt8wY9I3WJbw
mDhElpny5TmKbPE2m1Tebq6SDt+jYfS/Pb4iUhEKvcRhBikWHl+Nqa52vbDPE5yKxwD+8zel4Wx5
/Nq+Eetl5ZVyFJXy632r0Lurcoi3z+iidACgh3wfl6a/cU1ee8O/+8aWUWPDG+j0LdbSGPoMMSiA
4CIafiJ68RGmoHJnqh0KM9W0xQ2wtibB/A6oT541jB9erymEtN+ag94563ChPXVFbBxLxdqCQaz5
AqM0HH+L1wvn99pK2esZ6u2Vc7Yte/wyWeXBsSnqDbDQ/3PfExapzr/bB+QI1hVmCFw6DdemGE4P
RMEQxtn026bcGSpSjQfX6drn3EJ760BdYPhe9HqJ4rcG8f+pCNoGiSMxhM5Dcfj//xQXUCZQAX7R
Evs8QKTbIm3rnENF0Y6BG0x7U8ClfX/Fa3v7MjBJrCccL3FmTR1CTRsJFtzHSAmIoUVOBlC+PQ/x
831Ta67p0Llh2MRgjn5ZF4p9RItLI3fPOeWVL3Ik/Kz3Zvct4fftYNJzP963J7/V/wXGfzeQBhyj
9NQMGA1dPGc6fUIzECzpefJBuO4EMhhPxQwVaREW7V+JqDLUH8rWu291bUPxG3Jycn3ykUV4BFVZ
aOM4OGcEr7MjujLK24Gx46MD7+O3+6bWTh+FWscGjKQDlF8scPCRpQp9Tt/cD2TfWov47VxuUVas
WaEvQCEdzDW56uJIVFGA8HiNH2pjMyAMlIRQEcXFhh+uOYdLxJLnjvfTEn8XpEkVlNlIdOzx9iGP
eiQrivztaKv5UxDk5f/u793aZ4J0mv4UoYsa5eLWLPXKheKIg44woPY0Qer5eVJb8ywY4zjdN/Xy
HRaOSMJGLgCohALQcmYuZGaohEfSPRsWowQHfk76AaFqQwOAMZgtgnF2l72r60KjPqkYBYT7VTUr
u6BQ4g+6Whpf217k2pspSdLPaHSmXwPTmr6X5G/fc7+YPphoxv6AJT0GJ94o3yRNjSSGCZF+dIfS
g/jUGp9MlO8yaLFH2KqgxJrtI2dB+24iq6seGidunaOIMvRHtSQzf97fgpda43ILOPEaZCSwjhFf
r+OqDXB07nzNPyOn4aBSk6ajCh9qjRLviZKKpUWQ3bpj8MvRU2H8DGFnhCO1gC1+J0il/bPaUjTi
DhvM/NOQDqLaq3ATPGkIq8dHUedzefKbBhGEXG2b8IOZKuk/99dw6zGwL1mITJB7yx7t4v6uVTup
mi4oUOsS0ecBoeudAxr9MiRJu3EYZIxY7hY9OAn85fVJI+Z6t+gp5UkMS+x51KWaTqcH2q6nbvFU
F5MU1o4G57njBX5kKtEPNjKv2/POjDNoIZqBnHny82vjqmKCDClH9+wUEUS3sVSdzd3H8xTyE8CT
DlBKqvNLcG+SWPVYj0ZyGZNxduV8pQ3ttN612SFGk/5DZXbpFihu5QvCQkBLh4o4T8ZltmLbGSDi
MUgvOXoee9HkzIQh8rRDXvYxGgh590DQSBiTI1QUEZbFflWBr0sd9OwSmwjToZzRHFt0Pp+dYjQO
BWDJjQN2+9FM6EGYNn4BylGJv/5oaOKYbjPJ7UzH/hhOdFOoeG2lJLdB2mR0w2b8jENAJ2PhGoU2
qclUhOnFSiKka2vTm9LI348ZguHOuMV/t2YNxVKGFZgfAMuyuHgG8uTC1Yv00iOJeajUOj7pOazY
uVb9FBkvnPvn27xu+L18M5MtlKQFAE4phF7vYTKC0quigUEzo9Vjr3eCuTkqdCWaJ990svgi+b3K
N6MZ0iUY5wKVu4HXqykpls1fDUwIKKirRZMexQzv7w5wZP1u6P26PJZJPPxdqAagFaQo0UUd3GzM
/p5IFOqDM3TNLxMSaSrJWmd/tjRupkM2Fm70JZxTZ/5AEoPgV4WUvHpEvi1QjwVSXJ86JJbh+Rwm
Hbnckei0N6px/kN/I0ORs2+dD0Kx7RHdgar/3FH573cWT7fYE8UEE/bG9rE71zFLvtJ4dZCpWzBx
yMP3qso6KqE+m51AhNYRIc2LuT9kBRT+962sHGHuUarhMjenzbi4trVKDcvOqvJLoFjWZ10Zna/+
4KN4YUbjhqmVI2VJAB5t0JecRP75qwXp7khQqrr8oga6tSsQEzxarTpvRNvVBZESMFrEjAONrWsr
EYzpsHz2+WWaHPvE5EUEa5GpnDJkkDYWtGYKnCkHmP6TfFVcm1IUemZ9V+eXMPJnT9Fs5WzaCKaX
DLttmFrbOxALQBclNyzAhWtTYe5mSqgY+aWI6+5UC8c/mYxyHh53htdWFs5QlUMRF9mYXxTdH//u
hh5Zyd7WvBFKs434urZ3gncEyDpJIHTzrI7yRoWAHmdo2k/NFHdHt0VvG+xCsPGAX9u612nGIqlP
xmSYwpk0Iwj05EwvL9qnruI+VEx8iXVyXAogGAkGIU+u95VzB0aoVoqWFBcDwqwdb02pwRY9BhD/
1woGKO4yxARH8yKPqfo+Fj1qF5c0Ff5RgfL5WLf5FtRn5dvIwQCogZld5OUl75FXa6FkEEZVruUX
RM80dLuV4Slz6k+opqQbxeaVb4MlwbtOgwyRJ9G1pVBqbrSdw2EFtBChOKgFzzCtOxsfZ31B/2dm
4QJ+CB+71aj5hUrlHy229SceATDpG4l1fPgE4cs8ghw6KpL94npBgMYZHeuU/BJ3kEcG84zuT2wE
1gfgQfHWfOPKsqiX88gj0uHhSzIIEGFoYNWivOhO2ntRlLunoqzSH1D46BtRVV7Vi8vIhvyN/IvL
CO+TH/KVS9hN4MZuFVYXyuMwOqJt+b5lrPtc0Uba61lkXVKnNrcSiBWj3HxEVxIkMPSL/AFCUztw
+ra6GBPa5qdWBH53CBu3/+v+R5NhbbE4hq7IjCRZpSyJXS8OGVFTryeR8/IYP4xNdRa1+ispC3TP
4jdxgSJLMDELrTpf79td8X5Kv/iLHCeXc5DXdh309sbYbxg6dK3sWzV10QcjSvMNl3ypwV8vjzxC
inyD3aOluQTeRmIe0pATfYmmqNXR/0F8ZF8yAjxSW8zL2nNUP+4+DqURmm87mmfDrjX7oN273DXj
pQCrFr7TZ/CHb9pMH923eR/0qPnoXVS8nX1dQVx6nBHPdvuu/woIrPrtunEcvCnMOcjOgiKt7Rmd
PzOVnFklaQwANOPoVpXOkR/oUZ7VHJbBvTo0PIuGTvV/hoOZiZ3qTMH/7H60051W9vDbAhyeP+pW
lvanOTWVT+CJTXTDmjj6x0U5uD8IP9a/ayXAJBR/BtE93f9ityeOrZQUIpQfIPFdYnNgCRzAMaTF
ZUIKCF1nyTpmhckpSczHeBNkqL82tThxYTrXbWRGxSU07OTY9n57RHJee/iIYYWiNq1ZsJ1Uo65d
sIKcvIWaije4HyieFhvGviyF/x+sUNXm5oLq3SCXvbbSmV0YiTCrCBLTbD/1RshsG4KjYgsEKf+i
pasT9hgEg0ocLOQigRlxNd+qcXU/qVBjdcbmUI0DskmmUnfPOZJaWyC0NY8gAsOm5PDBaBJcL42Z
sKhvefRezLB1/lh2XH01mO5TEc8yt7bxBWB3szyb7AK2fJ7ASwyQ7YYJfAJ1demHCoVudF6a8uPo
lOF04vlUf+80vys/OxNk8FSkhJYfmhbRHc/ynehbFWWlugNmoeYHJ69id4cK0Twi/16HP9IGieU9
SkKdg5RPp8M2rbgWAvHtnA6fhdmn9q7tW0RMwnmY013X5pP7icCdTJ4ZRZW+h/2+1T2Lmhik06jd
mF4bCORuC4JodxgAjSnw+0h1NKuL9OKQZw7RfedQoeieVXuck4Oeh3Hy8NUP1Ee2JuWoG/xhC49g
E4AbWzPfJ4rKI0VK5Zi4cbLjous3kpkV54NiCOQytR66KsuXR4H+p2ghR73UUz+eoU4onurGQBsX
6hpvToPow8PBiIYoMBIwoRIaszi7dqCH9A7H6mLFefL3PCkCceGgrAOojSKlfjiNtlgaqTrFLCKg
ubAWVU4rGJ+oLqo6ozGI0wM197UNK7d5BlZAnAGwlDPdy1qZS6GlTkilLyPNmk84afE16arhQJRC
qtgI5rd16Kb/e3wjeWczpk5/j+LI4h42hjnRogijVsqIaq8iJ53Uzh+ok+bDf7CEG5LP4CRw9F1H
i9ytRr/onOoSAKiLn5W4rqz3UebPxdGMuFo2nP82wXjpl/O9oD6mWL5IoKhXMYKgK9VFyv4eDb+u
3mvQ1/yHbyYJ5fhgJFC3k/6xGfswX9UXt1Jn67fla8awS6HqS3cxbObuBS4p0wGKCYXGRlp6m7kx
MET+hPdLVqVlwybRZtG0g11foHHKfybcz2OwA6WdInAbFFoita9b/w0o72RGXc5WEEVL4LPe+Bkr
lwA/Q9L6056ilrfY51rXEOtr0vpiaYV5KlF2/egPZvXemqMtNuG1T0qDhacf9Q0axYtj2EZFiQzj
WF+qxO19L4CWUJxGP6uK431XXYtm4IMlMgGkJPCOa1etOw00h2XxVaMweROkSpvsg6qv3rj6NH8V
yE1tkPWtGISaW3LmcPplQ//aIILnM8jGprqgvtXsIyP62w1zpEkDRDrKRGywOax8MoI0lWSa7Kxv
WU+2/GAAcsG9UChG9TFMqu4YNY3zsTPHraRx5ZPJ+4BmH5h5LMqFv3o7lXFmTPpAeEkGBBtR52bi
JO/Nx7+XoTG8yzgQjgFY8tpKlkbaQF+R24db/C9qHcj4kKDr76xhFF9KdehP9x1ElpwWychrg8vu
8wwmwmWuv7qg4J6Si4QfizT9ax7z91OUvwWt/E/lWhsd6LWt5CnDS4auA0n4YpFdlLOF8Cxf6llh
YGSaZjfbu6GlPV4CIZgQMSHhgDSK4Ha9m5rhR3nL++dSu0WJbHir7BD/g6xtQnL1/j6uXHmYgjlI
zipywy78XokmpfaRC7wwzEUv3VGH6eL6SfSMBEryZor19pip/hYEZM0qL09qFcBnGOZYOKXtW9Al
jOjewjIWPHXgw06BObSnTje7i9k31ZMYsq2MZd0oHRz6fqDhluWeIUsC10z9+pLT4Xiuq7nf6Z1v
PncMUR4iCOj2abHZOVrMHb28pKiY0ROjmm7ISZHFt5yMWBN60Vz6uaqAcSlJ+eyw1R9REkGuQRRN
frZEmh9qFSXHHUM/ycUIDeVAWaPaAsytxB3AEyi/Uo0yQZdJD38VDOJA0TJqAvyYXADUqMZDC9p/
H7RusRHhVjbbhFuIriPwJaQcFsv2+zmth0FrLkMzpL8iQw1+MkyJHHmoxR9cQ6lJQorHWENf9pq+
GR1WqR7HG3ZRSjGrnkzDLNqLYs7JuznP7TfMheTe/SOzmHWTZigjCEu2Oh34jpdr090hI4Kyi6Iq
62MGRek+DWsE0q1WOUG5EjP+ns4HFJrbNzQopwOjZ9NBhxzz1EJbzwReXj6mXUSwgz0PUg32mlY2
5cxFiZ7B/0HErd2dkcgeSbbK/Dme3fBsDfOWnNAiDEpTDBTyWmeKWT7aF6aiEjoSp47GcxGWCiNC
cNvyX28hc9esMNNEY4NYy/N9EZhShNsMdOfHs2qkKJFaan0i9dmC3C+RDCyGxBSnof1JlxD1p+sT
oftF0tZRNJ+NhirwJXXLsPaGerKJhU2EUq+uNU3xVEK2lEGAMYy/IqUR/XfD6WHSDmjh/RFpPOcf
cyOcQ1Slo1b8SKy+NY6GmduXvEcN95joSVAfm0C1q9/3nXFxouXvZwWSD5JxNOMGjEI/1dHKyZrO
EIhS+U/CMuA3dKCyIAHecPwXqpRXl640xpkGuse1hOcvZXxcKqGm2sbGuRRa0QVUyOq0v0zBUOAH
9PnFOUNKL36CWZEacIpgZ31Cxkit9poeF8hgw+n/p+Eyar8MWcmkZ6AmfYLUUR7qb0x0hz0Xxnd7
l2hK97WFcgR+oiEVtb7L2tIxjk3U1snXXpuV6mCijaudjDBxBLYnxlwe3Fhe03KYlfoU4M4bBFMJ
5UhLLZ1qR4+srNF17a61xx/NrHcbudPNJ+T5QFEPHQsqOLQ85J+/CspZa4GOyfTmQumo4gZWf5pV
Taso2KL1XMRk+fmgEJIVB2put9z6qBNHKPck5hkVSeTMuzRuD7OiBvtU962PvRFlvwurVh7dSKxy
sKiAGCyPl+D18oYu6u3/x9mZ7bhtLW37ighwHk5JqalutdtD24ntE8JJvDnPM6/+f1Z77/+zKEKE
4uQgQJCUFtdUq+odpErVzrzAFNOFZG35Syr2it4me9fO9akhjgyA2uByMc9YM+IMrW2dFHLhOUC9
glM5Wg5one0R31ePBT4k5z8IbY4LFgf74XJIRm6oOJjhVzknRfGoD1H4qmW6/c6IleVUq/meHuJW
PACdgrvMFmcxXsaLM2dCyKs0QE+j5AxsqXxSzDh51Hp41XbRtK+31/4quX4bn/3m+AThjVWzSnSD
DiHe0Kjwn8b7/FsTLONDRbvqEWJyhUvworzQn18e2l7K3NuR1+nSr9DIIyCaDk0OMOTlUNtStXPJ
GoxzLcWNy7aMkBedfqJoPTyOcZQ/N4oRH2AioiAVOMUhmB2oPKhhnW7/kKtNyRQ7ot+NzrUsJAEu
f0dXpBmm4qF5DtLMfKDwMHn4G4UHqSr3WsSrMsLbkCFvon7HcUNtdbX/B7gmJQbqxrkhY8PBHWWg
OC8xVR5L+aQ2/bnvCTx3Ob7fURnuVGk25pr2J9LMQuoaCbzVbZ7jGpEZnWqc+3IxvTpWB58txIc1
ks61lyo6Ct0+T037PQXeNTpbDPwi9GqZ9VXTmlIdmeemrsdjp8zR0cLj+r2uVtbDAsLeC5j2p2Es
eq+t+9DXwzuBVm8/gTMeOSOAXdgwrqZZb/sorexEOJjm5kOtYG0etfWem83Gqqb5hQAwtwnKKXT7
LldTQEJfGjhKnWvFnKyHARns1uvqHhnQIUYhDGuHPKpctY2V93pbD9Nh6OiceY1j5Z23mLmzh6a+
nnaUJOmJmOJ9SeNg9YsytS3Bo2vyuY2q88LVOj1prfWO/LkAwGq8YPG4R/m7PpspRAhOF98Z4MXa
2gWM9QzDUecj5EZ2lORIceWo2ZOpud5NHJEkqAJuSY9iXZde0qymtRdo57k3Rq+v+uGxpU55KLIg
fCgBRHuBslQ/ptKmIB8N+uPtc2NjkOJ+FXgmJAGvKYDzQukqzvVzqZSG21ZO/GwBaDj+iyg0wgVF
jvb0Gh+IH3LeZNKon8m75Se+evoZ1S/r/e0ob7iey3yPi5tnq7jnKFGvK4uVXgXKUFTWWS6dbDjX
caqEsYs6eG8dSSXa4kWVqtZ41ydzF76bE9OZXB17yZ/2YiXBh7aqelxF5kRPsbFEQbxbIk+Xp/Jn
MWuqfJJ0WLCGmzeB9TkCAzx7g1HEX2PZjpaH2jBqMKQw5GTrQ61k7ejGM4Unzw7r5G9Ziwb1Ubf6
DtEZCQWRPcL7xjxyIoOugjYnngers8mIgNdNYaKfp9ouXnDPkd2httJvt7/wdUbGDUbHhkYK1jxs
xMtzgVKqXkU681iEwfSap0v3Gtpd/GANtXak8Tw8NFK+JwmzsfXxPRL4Ul5WHO+roLoaWq26zNa5
UrrqpJq59FAumnYir9A9PXLiY4MmiRd1dbonv73xVemMcqHSEaMmub7d1ayMcxzUrXNbOMMhAil+
SPs8825/1e0o3Gc4SFLcXx80csc6BYtunadhzo50pvQnszT3StRvnLXV7qCYRG5L2V0wzVbVhlhp
pEqJYIAlloM6iiSBxxyV0q+mpn2ozST9tqSy9mEa5fjVYWp/cNdFh6Fphx8xL9mdftzGUhJPZWrz
FOepK6/fy3UWpWkrWecYyOoTXZF3bVofRzvOoMUE04sjacnD7e98nSNRzxJu4wJ6BpJklbiEIY4p
1mDZ56GQgndd7+jHeNRbzIMmeScvvJ5SZpPnEbNJRRT9rMuNEvdGWJMLSucMxIPpzj3egofcMhN1
p416PSam0wQPA7WJXb9OCBQ7mGiOtdJZaqbpW85bP3WtulG/BKMT7Zzi1xtRLB0uCtG5opC02oj0
6OQCfSliBQlSBnI26AWubnZZHwBCRegf603ceoPuzJrXtImq7zQ9rr+qsCeiEfHmDQ0K6PKrOuWy
tKFShM8V3rFuRUX9ME17yktbX5RNgho3MFXkQ1YpFvLRXaeHY/hstZXp5ui+fIYOunhFH5k749kM
xfXLiJBNpJp9OR5FYc5Kuw2fyzJXT40yZw91lxtPZRQqO9ttMxSaV2RPKG7yDLwMpUFg5EnUhc9K
X3xsYr06UUr+slhZvVNI3ZojfAredF4BJq2viMrpkihsnfC5a2XpHUIs+Q8l0vd8J69PD+46odyB
oIwOiGg1SX0QT2k1NPkz3q7GKW/64mvTtfVflWO0L1Mbdh/qxQh3put6aEJ2heMKVBPclDU1PZ/L
pkjNGLiiDZYJxhD/CMvO+uv2MbURBsol20sI2CK6t1oVEzwHbu6ueo7Klr5GpscvPVeyf38UCsPc
B+wj8nzxhX+r4kSkOElQg44Jsr7zKqCYXpYreySKq2UnakUUKiG5cWRQh76MImHTBqFHap/VdAi8
zOTuDJUsPRjjvchlwXdHbwprOLid8FXXhwM4uKZKAeSdu6HrXrXFqL4PlXYnsOMtCuk6IghUbdCF
Xu0j3r7DzIvfOethPL4WS2k+LKga72SyV0uAsYDMssk9BMNyrZjcktBwDtmMZcJuYKiiEGE/a08V
6npyeEhTd+IPvS3wqpeTU6hz48w1VKsyokZ/jBczRbDb0caDWqHrfnu9bQWjc0YvRyMWx/hlMFOX
lLHVAueMBHlkPha2OlFJxXclcFWYuV9vRxN75CLXwXSALJVPyEYSWoKX0SppwYEHMMPZ0GvTNbM2
dUsjOkpT/jWai/FwfzThyIa0yVu3dbWXpgHHlCBcgjNIFvX7VE1o7qaV9NjxsgtdIzTubF+zCgW3
nto29Q9aGuuHjtz3siMB4XzWQDQd6qzpjr1RzO2DJXVV4ZNPKve+E6kDkGYA1IKFQDV9dSjFWWh0
YxeUKMMOxs8gjaQPDXXg19sf8nrdiz0Fb5lzFjLUW13it0Mpg22r0Iqqn/NAUz87VVD/Cb2oPv2b
KKRmnBSCTrEaSwEJyQxRLnp2YNsfi9CiQFePe35DV1cU9WEmR9RPeLeQOV0uwTrLs2I0u/7ZKRbr
fSrH9XFAQ+ZJS/rRS81xPmaVcifAkoXBK5DmONkLihIwHy6DZnpjSH0/9c+RhT2sUqbJQW763GXR
dzuL/iobXIVajQ91KUtr6Ak/I4CzvGpmoh/mSKC/FS0+xNmUfnDmKHtMpXRPn/z6JcMxL3o6PAl5
m1GDvBzl0k9GIc9q/zwNbfSYRqDrdDMrD72dht4YWL03tItbtoHl1600KG4BH6iF7wtm0s1s/KVu
L6jrs42EkW4WeQi2POCALn8PH6FamqkfnxV7NB7BbkrvrdgujlNW5Dv5/saqElqHAn4sVO7t1Ts/
rqRa6/Roeh7aJPPhSppu1g2jq0yYKBmwsY9DHWk7G2YzKALagqmO+++aWkBvYcyQMZuel7IsnkJg
Yg9ppQ/PFPrrD9aSN38ldrLXhxEjuTzCgT3g3MSdQd3vCgjEQybMmzIdns0Id7X3SV0YbleOP4PY
iU5LWMxeFpqz2wMYUvzBQJ5xZ4FvzCrJJY8r2Goo7q27GEYZD23VhePzYAT9w2TN8aEeQl45fTjt
nK7XBVd2PrKBvGyQLOS0WB1Jg0NtYZq18TmawrZwixCZbDfs4+yjkgp1Gy2Zgh8Fo1zcXlEj6ZB1
ej7DsqypMAVNEu65317ubiwCuVrgYfP8EbpgNBYvl7SS97nUhCwxbFPl/LUm+a3+lBKYCm6UNUvu
5oO06I/tsBTRj65Kqj2c5OVV8N8fQHYvVCyQwF13xtAdBNE095lf2rP5JCdt9aIX5X1qQr+i0I+m
RUV7mGtndV6GnE4wK5fcx8Dnh77M+cOgSXfbtvItqZaBegfLAjF7tWd5e3GtlirCZ1WqVZ4W2OoT
+Mhgr8JzuWD/NxjRFxCSjez9yzkrNZSMIzxM/VRuM29SZ/WcxqrjtnGd7izYrdlB1JBnkJBFpQl8
GQotWcmK2jH3Qy4BkKtlOfVeHYZluHP0bAbC95BUR3Rj196AMN4qW08Qs2rLGg5fWITvykgaPt4+
wLeiwM0HHAL4V9QYL4fDsyKb8XVE3GyoZq9DWOih0Kw9y5DNKIKngvYpB5qzWgc0LttCkxFvi4c8
ejFCLGlxwBvHdifVvkx+f60DFJgUBJFIoq4Q2vQTJCWR5MJH4L495DI4o0OsU7n1wqlCMHTWsaXw
7v+CoFB5sJCZMrjVF6QJZI9phUhjK6myN/XxeEzj9D6O26+R8b+nugAiHG3E1TE5GTGSB6jF+vKA
pLKkotg5FsqezcPqNP5vGJ4OpG7YmoMFuFwOi5aWIwSNwm+s/nm28tmTdAffufFVDbvPUtee+0F/
KjXjtMxz6jUa9JB/8TkFThv5OSqka5hP0k6tlgPT8TUt746A02pWpVTtbK6tAwOVScpCFvowXDuX
48wXm3dElhV+xoAfqr5qX0iE62NpJntmjFtrn60FPErcpVfcVUOdEjBBTeEnI1W1vjEtd4rCu10z
OGlFxZXGKMREbrDLATVqPyfzULPy29Q2vAhgavdShnMfnKXZKH7eP0k65Q2ubZ60V7nYnMopkuYF
+qfwPN1qiJvnqtBm/3aUzUn6vyjrqhNExapVdFRWa72EyKeo0zEzJgREyIJ3NvFlnvdr3VNNA+gN
OwDtl9W61/ICjW09K30VHvtLHtfd5JZWENAXDGw0CGztlW2x5wmyFVXojIn6ENnzeq1n6IYscSoV
fqUpOeS9qUvaz+WQgZtfcuf7TI7WuFMvK/W/OPVBmfNE452GCZFYs7+9NgmTSkwa85cApo1xIwJk
RCK5R3jYWvs0HGgREkVgPS/jwENbusnCWbyp4xmYZdge8azudyZv89TiuAAYwE6m9rHazfQHUsnS
htKXklz50OtpcQxyrfZqpzU/SzkCblM8yo9ZJY3f9AiuerkMs9/Z6HbdXrGbE/rbD1kvIxhJWJWi
GZ3Pw9cwHHNXcqRPqdT82aVj5U7x9MftgFsfmL4ATWzqmKKadfmBOQyGhAVU+noF4HxEK8E12nrP
gHQzCrVz8kTkXsl9LqMEcVSblcI6Bdk6YTuefpMzGmm3h7K120WB/n9BVmvSxMPQTIqw9A01Do6j
PsMeQ6301FhKvYOk2RwP1E+qE1x0Vw8s7HHj2FQ4WDRTcr6gspy6mhokP28PaIU+/nWoCIbp/8KI
1fLbLgv1OqgUREb8oR9/QEHyKP29OnL83ZLbYy2JRkH/Ppo6N1C7l4ziYyH9pzT35Gs3v6tIhmhf
cz2srzpTmlVTUkryk3kMUF0bykdlSKunfujMne8qlvf/PVx/DZgeGesRRU/RjL8csNyXBuomcu5n
WvcfWRskN5GHR6WY/kjqKNnZa5vBgA9SxoegQMPxMhjwHLuIGjDjlIfbxHWmUqofR8laCm9IAEed
kpS87F/kDeSXuNXC6ka2YZXsWc1gd001C3nlZfEse1K9Np/DYzjK485+2Fqk4jaXYYuJ1vXq7Iy6
jFo0jR4/n6oWc+6l7BvPsIoxeri9TrcWCBVckW0BWaRkfPkhZxNv9QxuqD+RM3xs9VE7Zl1ZerM2
39dD+LVAhGsg5D9ha7o+qIPaAuQPvN7vOit0tSKUHowlM3YqRVsD4m6jPQZFDEH91Qse5mc3TGpb
+OlAwjxMU+TF6O8c21y6T0Xo14Ag10GuxXkFQOBqkpJy7rJyofCM7Hyhu2GNLawXDjWiueqkQ5W+
PVUba4KPJhSOwQGKD3k5VXIKLkGz+8LX04Azf1Znzx71ZeeJu/H9eBFCl8R4FhmmdRtOGZfRsnG9
wtLBdGJ42GNZPQJl1VRPbqZ0byOLH706NUADgcwAwkORYN0fmYbIyONlSMAaQx98h+a9HbpRmDaV
Z9aBlr2UlWNmpzq1zOakIdLS7uy0rfFSpRA9E4HqXJeOQ6Ofo0TVEl/O5/5D18zTYyxZ9kkl87r/
vuYhwJKkQE5Jcd17LJRJAohFcak2lDx6pLJX/snZEe2Zt24MCeaHYPmB5Raqr5cLZTTaHM69kvnd
jP+0hcC9bzem5iVhmN7/YCMUr1+2Gv5ia6RQpsxmFmd6hvqTwYiGKT+BlrpP0ehtoxmsRxI8EmUg
LKs9natmqU8NUZKsyr0h1QwPF8e9yv7G/iIKGStlZvbZWpBa76dGWJwQBXfDv7FWzz0jDaz/3N7F
W5PjYNLEu0k0H9fXZNKbvdxJiKEHuZO8YkBja24GfPgxk+ZwJ9MXt+Bqc731uAXpGH+WtRTETD7X
j2OcUSdu6asXDW/ckpl8QIY1OHYKT0MEKdEdvnuI4B2RERfK+dCQV+fiSLNQduIUf4UsGb0WuWqv
0BDerrRprwW5Aie/LQ1TRBLFTOEPIBKF39KsWkM3fEiCjEeG8pekRLg7VeaPoWi+2mNuuQuipy+K
p+9cMhtLhfIsqld8VQ5/dZXrOH0dJ/08UZ4rBjDQpqQeTa2x7s+o6KW9tXRRtmRhXo7NiXpq1UOT
+bG1pK68lPAOneUxHimgaXnwL/ayKQrCtJZQNgZ3fBnO6q0BgIua+nJklx+s3EQ1J6fUdp/E368p
473y5l+FYOe66jhiQGbrbYkJAXKKqI9G5SP+S3uK0FtT9HuUVdVRkvUpxBA18+Wq1E52EKRnzUzH
u2A//x0LtbI37z4hoHT5zfKorfLWKDhqKyEI0c6VGxt9e7h/Q4mK3P+irG7+wZz46UrGmdEHg2fG
pekl05gf1RCd2tuhrj8bR4UQ/+fqF6Xn1d0xzEUsW4gBo9E6UbkPa+uPQpvsv++PgpgpHQ6RB2pr
LlU1dFE4j63qhzlLIFm0FqByvHcObRwOgFjxqIZ0SWuAUsTl7BRNP6ajFCt+iKhEIc0fIPA+zF3T
ubFc+amavLP09NSauY8bond7iOLguTx7AbGgVCD6aBwQa4MIKYxKHEolzc8k2+of0k5L/9ByKdY9
7M6KpwCa817zamPuhHUkRU2hpU9553K4kLJ5foWEtNG5PuV5Oh3zJep2EsS3e/ByZNSsLBaJoN5Q
kV6tedtJwt5R49p36gQTRkdkZTQl+zb1ozAvooNh4pXlT8iMJX6X9D28vLRHmtUYtSxxxyqUZigF
U9Y9lZmiSadoKFPZ1Ts1bU46Oowh+FQIYm5spUNzThBd+REjwfyfQZmr/BBKE/89KldB65L/NrMX
NUUUuTmli9TLAzVrH5wiadJjW2rp35WBs+YOTkm5vljpwgsRCsSCMIhZVwx7Uree8h2lHrp1YLCB
LYePUg1W5BGtrDA8pPgvjl69jPH7TqvKzhvHZfkcpOAyDqQFIeaLypglh0Qr0u4Aa6bXoNxloXIO
htKKUcuj3b2zIq8zD/GjUdEWEiSAPMXy+e2q1CVE6sLAoaI6y0C7ozF2i2GIHmSlT3dCXa9EQdmh
3MBY6MqtS39Gh09o0Wmlb2l1dcBPofeaIW927sftKPQq6JijH7xu/GXlKAHilkrfzLrKB6bQvUQB
8lW3N/JmFPCPPPPAmHBvXX42Zxh4zMV26Wdh7jzPNLEfMATaEzbZnBwY1NRqwHcyR5dRtKSSHfQq
Sr9IqViCN4g8esyLm1PjO9we0ObiRWWNA57nDu2Hy1CZXRd1v5SVH3dZ826YZOW1bdBWDY1x9hsl
0Lw4boudVFT8T1eHhnBREt0r7hX0Yi6DVnk9qxgPVf4wTuqryeV8grAdvuRW6LihLLUPfUkP0rEk
43R7uBsFYp7M4ggGYwCMa11oRwuklQJ84X01wJjilLYlcBna39RSxq5uv+pGYHzLI3bMaRxgJXhz
FiTmcVrkGmsHWhDm8fYvur4a+EECIwyXmFbbOj/udCuaFI0VBRA6gzTtBNjJKkX3hUJZ9jBWuzrl
ewFXmZ2sRAG8bxYXavof+6Ew3ofBOHySjXR+CYM9geDNaMJhENAcT/q14mgFS7lpeoYXpchz4Vbb
f9Tlwvw8yP0xyMb7lHNECsbXJI8UGG/eb1eQjQUqUxFxrNlDGfzZdsDMxjQe/r49Z1v7k6QIqhi8
Bq7X1fqVk1mzA5ljRqFLeASGLb2mk9a+Q3Q0/Ho71Nb3Q3ddJuFD35EH6eVWCeJKtzrJJlRTjf84
jV2cpEgGDGM7tm9PYb7jNLg1NHp5JpbtMLHZnpfxnBr35zqsYcTkZvauCizVK7JSOypyYuzkDltD
E9gaiqckZTANLkNJcTBIhk3tPaKr0WNluDiT3+cWhLTKGazwSS4lJ9m5rbcOcOrRpCvCGBVU9mXQ
KJDUtIOv6+fa0LZuk1tNdR5leS4+3z9xJBmCbQ5KDRT7ZSApn8e5T/PKt6UgB+sYhp+NSM4Okmyq
R0nJlp2BbX1NCDBc5xCKrnUekmWpg0FlozXUUr2cLlHtFYpZHnIc/56QaJjvk84Ue43bnHUJ3tem
7LMWBIrmZZqdQizNomsRO3LAYum4/Zrzlx4b7p0s4np8TBaNWRYnuE7zqq091VGnjW3tD4taoCTY
TMZhcGbrH0NK7S9TIpkfbk/g9U4goGhYglIRQPfVzquCsuJLJo2vtZJ+1Fu5/dRWeAVEYzh8uR1q
a2yIcwqGLW1n1JUu14qptTpHslH5Feio1yCbutQNAhmFWJUb8dFKk2ZPe+Z6Hwj2Eh0FUejEE0aM
/rf8r24WCzQuk2dKaXw0Jj09IMmr7aRLW9+Quha1OthZFAVXUcjkZQtQX4XqnKkNvjRO84+8luzl
EGhasjNhW0OC+sANIOwFaaNfDqkQIr8D3U8/KgIL5n85HRonje7OM4F6/RZF/IrfPpxlRkOTSGXt
a10XHQo91g7JlO5pKlynZURBVoMpUkExr/fWpKMDiNQuq12rk8d0VpU/eyXWj6PRlB9nlMxGQD/B
tHOGbH5BVGnohSpAINZAM/i8lixlRe2HKGnXrjIYZu/B4uN0vr3gt9YFRgv/P9Dq6C+1UEv1Lq/9
vAuyp7I1pCPKc8MfTqfvSZ5f55p8SV4EZFiwLtQ1Yc9C1dYwBrPyjVmJ8mOZVoo3Ka1+KBSJ3oxu
9/ZDn+mpbw35niDF5iwCf+fxz990UC7Xionk6ayFSe0XsfGYa/LPsJISd5o7v8ZJJQ7HH7c/6+b8
/RZvtQP63nKWuCaeGVT9AU3d2U3VINo5iTejUFeAPCDYOeubbShK/rKYvGFoCo86cg+CT9vTmd5a
IqAYmDCwUoKgdfntrHhRtQw2u18UfXiiW8hRFSrDa0Nd7PX+z/Z7qNUp1eP3NecmS6TPw8TAwQUL
Li+v9eDzv4iD9hbZMBkW6NTLISlGY4Fj6ms/42H+DYBlanrSGETq8XacreuE1EMYiYvWtL0quUv9
NCS5zhEll/X8t9TPGbU7hLRd2awtX2pmbe+42posMgq6TKgRIoi/uitDBXA8FpE1xaY4OmlFY5z0
MpzOaqsan+4eHB13OI+c86JqvBqcFQcatsxT45d61RmuIg/tc9UrS3Kgz9z9XZco4dy/4NF6gm1h
60KUc43r7OU4o0cEbi/PJ/NHMU/IaNm6BI/i9tA2SpSkUyD2RM7IU2j9GLfgNGW6PhW+lPbOJwW1
rWNjx/VZl+vgGayB/Ufa1smDPpm2D+zO+cOYJZyMbv+KjbmkFMDbmAoH76j14ybUtBl8K7BLNNIc
N+ql8mEewih2pcCa7n5tMOD/i2WtJrMIzMQqY4UvO2qSNzupSR7Zld7SGPfZFr1lq+IJRedEoI4B
m19uPq3IWyuN2hK/LOqhjdG1j2oYB1+CqEp2RrVxQAo6KW1szkdS8lXqr5VLny3JXPrIltekcEH5
aaqc6O5uA/zO36KsLhfo9bMV5z0VvD4xT5NVTl8LabB3ttvmWFiLtIJA7UMnvPxs02Klmo7jmI9q
wOjWdqAd4fGPOztsa+XD5QNMw6JHqHHNrsHQmOaJyqLTh/7zbEjNR5XmLr2HyO3N8aluxodRkSZX
MSVv0Zo9t7+NURIerBJpPsj09WXTtHkzdy3rUMqGuHXjanQOetZX9c44N05mMjrIFuJNgTTC6pwc
u7ky4bpT2LPVyHdQEz5mrWy7IMe1x6DJ7jcSR1KHJwzymnxT0v3L2cP5LCU3twtw20r6Y0oc+ZOM
n8Lh9omx9fV+j7K61+Sgs5rGDAo/GoLq2I/V4HV585/7gyC1BVuXyg591tWm6rNJMsrQKny1DtTn
Qh7MI4shuz+7F3LyHPaA6+HVraLU+TgkWcFRj1pPfB6yLno2+sncSTg2clKg5kwJjy+KyWtR4mBZ
zJiCIth6iBJ/pUkyfFXUzPk+dGHdfLJKpFa9ZEntM5nt6Pi3P+TWGkSwEIgXHYtrS4hAHyxjTHJK
2I52LpYAZ5dielHV/mvZkincDra1NCwqm0DE6e5RM7tcgJZRJEDzQKXGeVqd8xBZl6JVkj3rk407
i+o1qRV5AZXUdbML5hT88AE9SaWI5u9jI+leLUOxj+TYuf+NRNmIqQMfh9DeGnjlYFmTtjKLvcSq
5jv0H+UxN8zqePu7bQ0InjTZlBBr5eVy+d0k1LbyJNNYh50qPQdjYxzGfNBekKLdk7LbmiJKRvBk
gZNRNhT//rcHbV0plBE1Qul1mSNgly+HJd3NEEUJ47LkT7VNqAtTnAW4o69KHFFQjkWE+B8kM3s8
TE7sDZrlVm3w3rSan7yqE5fur+Y6c3Y/lEGERuKc1ErUjlbfEpc4S4kqZqxq28ZrlEH9LvVhvrOn
Nz/jb1FWnzFcJIwiGwaYTUYSuTVOPGc9ycPvtxfG5nckPQSmKY6ntX5PUc8AA6qUommBH1lsyHOD
3GoVPsRRP33QpSh6MenYPGV4K58pMPR7FoYbZ5co51NdF6Lx1KQvl0tn9mj+RRC4pjR23pWhkhwH
WZI/zs1oviviDO1Bq7R8/mNnzxZ3Y1OASaGwjeQJVON1CTCKrSxqJeCpnWM1Lyqksa+5MhnfMU/v
7z+3OB1BMIMKp7e7hrI1klHXnRSDGUVs7Bj3avkiJ6r55fZkbqyZiyjiW/+29dowjTQlBQS7VE16
DmUEJU+mgx/Lw7+Iw+HLeYV0GCiuyzgOcq4ISzGafDQ6V4P00bjpHM17tZatCRL6b5QwIYIDGL2M
U1VyaU80evy+K4/ZXOlHe0z+rOryftQQbV5SDoEYAjayJpsr6qKwGAgU43N5Rv3xfYAQwE6CvTUa
oSOskxXy/FuDh9FoLeJ+gbKqyWylrurfm4sZHXKU8/65PT8iQVodjrjxCUc+isA8/lbzUw7zgNq8
QqR68IIetpGnYVV7TPsO77xMsQsXiHu1x7jeWn7UZgWOEX0GgBiX02Wqcs9ZEud+Yk6miyY1YiQI
GXi3B7cVBcoU55Ug2dHKuoySLU6KOizodSPJE6/W1PEhtnYzgO0o9P2FWDI109XSy3qwKRrCUb4d
WgHqX335AfOfdKfAtnH6Uk6hNoq/CWT49Vg6M8OWuxNR0FZ8luZONo48OO2vWFCWXhjV9hfJCFPP
iEIpd+062XM72liTFLbxJQDMC852ffpKzaLwIgfQvixwDfIeDlyq4R011/24UwfY+KIXoVZvh9Jw
Ei2JIIDC/bMOdmP90LjB/1UQMEqIC4LYXK/8PterrKNb5MdqVoNlb38Mcmie7l6BHBLCp5EcVCgM
Xq7ASmmRdw65Mws5AqiEyR++dbuuiVtTgxo4wrQ0jcQ1dRlFy7XcDhO+V5uFRek6cSehjZl1z3Ej
jV/uH9Ev3jmbCtLe6pkSa7XejgrP5a6r6StibuCiCV69/osoNNExGQHAC1rjckS1NDcVYAwW25jY
lqvodeans7z8dTvMxqYC+MfrGwgg5J21x4fc6VOVxAO5btLNH5Y5MvvabdIRwqpemk3r5nLUzwen
b+v6mEZRfx76YIzv07l8KxAJHBtdDzS0QJavV0lbLVE5Brm/TOFfcxIrL7YS5zvvy62x0jHlGISx
CVpu9UnzVgbfiGcIkhKY0mNhi5GHNfxhGN1H9KeetWR4N3Rqh5r+soNS3lqe3GRsNMYH6maVa4yQ
qAclz9nOlWEhVo2POW4eYMDrNDveP6G0rkgR6bmAi14NEoL/UikmfKzA6P6ps+lQtlbzYDnB18Va
HqR4eq/12rdcz3Z2xUZq+taToGHA+/ZK06jrgxD3AUhnQdHWuVcb4fJNq9X21W6kxnqNOjkxH2JI
Os2RYsK87FwOm1+YaxQUtLAzUVfDRgxEwvjKyX2hyIWjniYNnqxkw9EAgbJnr7vxiufDUssUvS2S
k9VpE+tlWlsaubASy8bBlAutgXM0aG6o87S3UsPYq05v3Qdie4jCAU/tNVxjDnQVZ0eW7lQKuYZZ
MvBlDWStc2+vns04PNZwHWBTQiS5PHWgoPXSLNm5PyhO8Zqbw+LZYBXvr9FaYMB4AfHKFpJll1H0
vtIYDmDfMoa+JxlV9Rwm054U1dZYxJ4jGea+JltdRVnaqFQ7lkQpyekhi6vQt/XU+nT7i20tvN+j
iF/x2zMiNVva7IOW+07rJP+UFeITjhOG37NglO9/F6GWSPkIEjfOrGs3ESOX+oo6LpPTt85hrKvw
sADYvf+9gkMD2xjfJ/6syYFyYOPqZPDZ6Oim/5hVHuC5ZGs/b3+2rS1EJwOmP39TjVtNDlWPaOFy
zX2AM98hWH5ShtbxsgZN4GTaQ0JspPgMiVKYIZKqK9UOGAGynaFn4c9D+xLZVfBOys35Ixei+QpT
AJAHvp+3x7e1LKh7oH2CuTwV/NUSz8fKkvABL3w6WrWHjJDhVpGyeAJx7N4OtTU6oYlLPUCMct3x
iJR0qENJ5XKJ+/41VpoiczvVCI9tsAR/dqj3HlETuXt3sQSh+wjjXiLD97lc90syTNFotcXJstvq
vZbmlldmVnO8PbarPUwUXs1wO6lfCozsZRRKSo0893p+6m1tyl7UauyWD5YZZHtieVfzRSBAVWwr
XjDwwVZJnTSAAW/jLDtBomvgqeoRrkBO6SZpu3d7bIxJYDwgQ4CFFRbml2NqY0kdE9POTknQO7Yr
k5Y8NJOm3rvDKJK+sc2FaiKvJbFsfjuY6CaBd6+j9MTSiZ6K0Qi+TUnXeqFRGI2XKmZ1uD1X15+Q
yhT5DcBPOGdo4F8GjPp2Mqa+Tk5GFDWfHEke/w7qsX+E/eDsCOFeI4lpPgNrwiiYty21RfFbfhtc
YczdECVNclImmL7aZIznIVHn98Ms99+aUrOPsoSnkzOM7bmouvSEa1z8IQSmtDPo68nkqEQiVSjl
MJfrxwAO6S1uqjmDHvPuSe7S8iFOEmUnytUWp4LPK0BQSmDsAV+4HO4QTcaAoVN8avCHRSJksj+N
zjB7Ybz0fzWTPH8ox0W+u3YrotJHBStOwfBK995GioTawRyf5H5uXntNnj41VJk/3F42W1+QOLiK
gcC+rr9IY8KNY+jxqUYMzUvrrndrihY7X/DqvmEsIn9CSo4NDsv+8gvaZl4p4WjEp3S08g+NFtmB
WziRngF5r8efhg5E9Pa43rzELwpLhER1kzcNq5SlsdqAcT70hm5WyWlRMSz+w5GadHBNpdG09xKV
4+WEWYyWe1pi5IvXW4P9Y9LNJjjQT5GDo1xhp3NW6ftLvsYU616Td33qLsGAumvPqaj2FOyTMn8v
93Yi1+6ozoX0GuhOF7woozOO5ywISvNJ6XDaPSZBPOy5217veDI4WiTie1IKXJ9kPMebBWMJyZfM
/8fZme3IbTRR+okIcF9uWTu71ZJlSbZ8Q9i/Le77zqefL1sDjEgWiqgBBEOAoY7OZGRmLOecCJEv
RV0m+dup8gDIrRU33x/v5ybBEHEPB0zkwszGWqf44aCVAalNjBJJWZ6tuWUMS27XH+2i6V8ZUyn/
OwEEo2bs9JfHlrceyuQ+3lX0nMCSgXxZ+o45KGXcmHJ0VaTUPplNDgAkrvcGaGzPOKkp+b6YxCUk
xlYeaiR2ZSqNyRkPnLl9IUlUkzPspqZyAfcr/hFcRZdcKzMFSffkAsmZaGtwBjl/4swvF5hpAT/b
l4KrI5m+7Ca9pB7Tgcf22aCI2TlgbEUEBr0b5trSTjRKkWnUc3TV+sT+RLmozHllbfXc9i0YoseL
2px4jAn5asqFEHfhJCyNVULNr9S66CqNyv9mqYXWNSlvgyN9nKV6xzc3BwFbDNAhlyGA0LC2tFU7
TCZlqEp4LVS/PrWpb165mqsXH/Tj+fGyNm5C6RNgEJICNPKIvVZu4hdM8WE8JhfZFCvMrBgiw/g8
JKr9d271YXioO8YCunlrZTu91ztrpH4B94rUEMDw2jCIZTUb9TC69k2vHMyae7pv7eQw2uOeFMXm
wLFGnh1iZwf8PkSP1XaOQ0jrgaOAuP10aJKydn2FkeiPd/LegvB7MnjavKICtrSC2pxuz0ESX+Gm
hqc0kFiLJsenOSn20PrbBbFp8NTJ3Qj8aMQuTQ0Myy6cSQ+uZTb2p3mylc+pU+9BHLcLIvq3gE5w
TVGXXHeAMrMK5toO1UvaJsk/qU3e7mhl/DWo6fg+3rutF2JK6GMLFXDQNKsF5cR5pWxkKk+T8SWr
A6/sos95rvxVTflbU5dPny9dALrE7c/1uGH+yUjRB7AalEsZtvbV78b5EBtq6aV+8TTDmyk/qNaQ
TunA1VABX36qGuBfCPxfuci59WW2k/kG1jxxFakNL4/38M7ngm9AW0ZkAVyLqz3sYGbBS1aUSzpl
2mHSy+5glqZ8sS1wVo9Nbe9CEg48EC1dPhlUsOWi8npKB9NGvLYI+vbQQYJhBsL/kEw+os29x269
4+xCX1EIJgGA0te1XFMLVLkBUHZp6At8lKM+fm1ldKEfL+muFRJ0KL9kn4yfWC5JAUdbwulRLm1j
Tm8RGjknOYz3sty73wgENKGjUKVZA05K+Ns9pWTl4uTwh1w4u5T6KseP/ldVZrPXWb1v7X3egpjz
ty6KhHYA+au0FJQWB+ugDEp9ng2nPKfl81pypKDEbAQ2CNtSKV65ecOsXSkClnKxw5oxmVUeX/Op
flrdWFgRiRGCqRCW1gITTeTYiRMbbF+vDLcm17uzP1f1TgaxvYxwM/DBkFoBC5B9Ll0h9KvRDsJE
hZ0kRA7lTGby42wZ2avqj7ni9hmsM9eXrXjaOVfbD2bQ2QIODSIC2tfaPdBAkqK41hExjAPnJUOk
wW1Hx/bCuXxa/I83CsiJwHGB/uCBXC5SGkdk5fURXnBNf1+xW+Og2FP/9KkS8BYcAg4PxaQ1ygPI
p0wd25kuWZAOrhW1pZtm07QTw2zPriEANOJTMb8XaORyLWWYzZPRhTM0nnA4kOCrx7K192pHm4QB
AjhwCwRfxahOUr+lFamUbKdJxxGqhK692H5u/tA7pTzldhF9r+fZPjahk/+ZFu0eB2DrFtwY8NSB
mhIvkR8tLcvyAIkZ3sulCcb6mvUBgyk7qzplZfw0IkhcTrxV3FDohJAhLU2lfm0NIVT4S2NDiYWb
a9gu/fH0NjVNdZijzjqLXyY7tGOs/PnsFSzGVBHM0xLnEVvn1LpazGi/RSYPmOL/G8GbOgRqW/37
tBXBLBb66Oh3IL6yXKElx1bv552B5BTzZN3QzvqvbVzqe62POx9NzMlgLp0AVm1HfzhZHFZZoF3y
JpRPsF/7Yz1N2TEC2/PcKeN1FGg8kNbi9hAvy3JJUldMgayH6CRaoT+7k9YHwYGBEntF6NU5+2nH
RNNfZUXw5la5QlJz9RaAqW7aZEsHRu/ppxAWxc4luLp+f1px4LxQZmQsxEZChqFoYxhjpc7j7n/w
uqzkEvtBXx/lTJ1+9JmdaLdoso1sx/Dd5f1ieHXAA54XMEFmeStRc/s9pRTyhfkMT6Ik3pfHCHAW
xwKp8wm/+aXUWLSwrxn3Ud1yi2QubzPnGtbS9PdTXr6xslqLZFVl0WRZdTP0bv4QFrbzKUZCY2/i
kvgxv9SkfpqBk0e8JBxwLSyuDn4xt1NS3eKQuRYtA6RY2cHoutkdS/T+nl8ULyNtaCJcIDOrRdlB
6s9xm7U3GI/6eASPVqauOs3yHqH2ngsS3XITYosqxioYBL/ValaRtIicNgCpcgndCNp+xTj9FnZV
n3+Q/TAoT1qu6tP18Rrv7KgBhAtQAe0X4E+rC7jQ+0SnCtfdmhZ40qGXgYacrTFDXrlufc34J8nS
AYTXY6t3FowzwplAXYg29FrJvzAVxsvxpNzSOIjdxDD9i0WEELlEijIDe6v4xZb0ptwxe+fEAcES
Y19IjogcV4n5PNZBMjAe6Zaq0qAyDcWJXrJwVj8/Xt1dM2AMRXuJTyqvzDhdXiZOFNY3w2/8zp0b
YpKvYTQFe1oodw0BIqWAj2Q15Ybl2Ub4Kdf7yORs91bkjgHSeFI/Pjl2QRw6WmW0l7j1uSU18Vv8
coPUU6lSlEnqm6YWr6NkdVdDmf3L4z1bRTsYgZ4v7ilOAeX69clOOkv1q6mpbqPRJi9W2fzTVRX1
5sDOXuxUnctPfuAb4THN1WJPW397BgDlkaBT2YAjwju9XGDhqE1L1am8xeXQfC7LNG9cSRkmJP8s
i/kERtAUT3Y939cr8JoC8kF0t87TDZMxx4PGevWCQORQUcz/XGZQX05lOkw33erbI73P9p/H23xv
qYx+J0QGzAZ5eRXa1VIbQSlR65tC47q+yOMEcjTTCcMQfEgjlaGMhT7tnIftaQfQQorD8yNKLuu1
QhxVGOLMQzfFY/3G7NFO+S1HmCD9IDnoW7mwxKToWhazU//xeLnbAyJKtmAdhftSuVodEPAo5tj0
WXELWj978aUso4NRPsmUEt+SWi2YIdrYZB/raXLQA2tzGobi1lVjcpHUqvqEHtBeq+7OpxP0WJ4H
C8EzBoEvvRScsZ3HaVrcZPTCXswsd35k8N6PpJV5BlgoK5+OT1gW8AaZWhzp/LpiauspuHxVLW51
MCRoo3XRJYyC+vj4E63i1p+bR3DCxYJGDQ/tclkQUwy9TZATL8ypOBSB2bmqD2RPK/y9MtJdb4Cu
IhDm3DLre7mWfUWDGMMODkZ3trshv2npuBc13F0QrRp4xiCKN97OgxoqgCeKmx8TDwVRPR97vR8+
D8z2PT/eu7suwfcRNHdKcetSVRUbVgMlprip4TAPbubX6rkvR4QXlMmwXhW/VJ+rov/8WlS1KWSi
SQ9Wf/m11KAgTmUY023UEusvAxFut5Ct6HPmWMmOY9z7WtyP+IWYAE0WvTTFlAcGV8kTjqEq/Qml
K/MYAuhyH2/hva8FGwAKP9GXmICwtNIIssioB+UN9m/3NU5r83MfOI0XVPIe+/yeKXDxHCiOKhBO
bWmql1qzqlNMhaTch6BJutPU5sZx6vLw+nhV9/buV1Pi///yZJObzRUtv+LmaHFVHKl0m/GxJBDc
eU7u2QEBwpHiBaUYsvpGSq7MyqgExc3MtPGchIZ5qXXUXh+v5t7GgZYAakRPRRQzl6spKoDMVRUz
cSAvS/8VTnGuHxQIDv7LkNvBXjR+1xxCwDTacXJrLd8cy0Nr59aM401dedQDxuXFapW5k5qkOwf4
3v4RI/5kH4re4nJlMDcQ82i409m1+Vho2ezWZVsdn94/0RXlGRRlHbSal1baonWwU3FoW2kwmGLS
td8Q71X7D1R0lGDH2p3XHggSATa1U7R01pNO49gIcjV3uFt9S77GGfKbgTq5U2C7SSo1h0QPkh13
39yDNGRhXwsQmWA9ris5kQRjAmG4/GZlkvzJjN/KkonMc3scEEo/Pd7Mu7ZoT/GO0KiilLnczF5X
S6m2cXl7DomapLSry3OR13y1Joi1T7VkDTuX7sZLSCJIDAlPaRcIvMLSZJkaoe7TwLnJUzR9SKkM
H1KGfvz2eGEbtydQEO0c2okUQrCztCL5o57abYqVwggOat3qb0Ux5dfYqaada+OeKUFlh1cFxgR2
xdJUNBRybuco149jULgUv+tzKa72No6C56Dr71KRAhTAkCLOM2/k0pSc92qeMvX+VmWpcfUl2XlT
Oyt9rVtTfjbYFAV8Xn3R06Htu95ArZTDwpqM4BbEVnicpOpbnkx7sxA37icmeRDKAsUH3Urtbrme
NE99K2p666oa81umKF7kD7bL6JIvveQ/2R/gTqc5RIOKXBmhdTohS2M+eI9cY4rHLSa8P5mtH6au
7cf+seKfPckZejdGSUDE0D9xR0tjutIGYrZMfouNWD3m4ey4s5bvASXfi/OLEhIZJhB72lO8wASc
q8cEHvNQOOBbb7ba+r2b5l1THsIuyvRrathN4bXol4wvAHzTY13yurn5EIVvVai0xg6OfPMtRbLL
hcUwarDCXF7LFRuzmEdj22zvlDvVofMd+Qruz/hux/X4oUE4ZtqJdrYWuZSp2oqIUSiZrl6CUrb8
Nq/a9Ba1Zv1nYyn+K/zfLPHsLrGyI/CZSNkxubm8ECuC1ynKjw5ycWs2rNO2tlGXenqrYVC7WZQp
B3vU94iCmxsF+WQ46KC5wNuCdFp5atjgxKNv9LdhohtDpNK5iHLUh2I29iSJ31+TpQeRs6MrRRYm
0qL1iuyU0xA0VXsLGWT7QVcm5vhUYRNgUY5fnZQBgLZidK7GNNFLqeb5K3mb9fcQGJYb+Xr0JLmC
g0MtDQVthK7AV24YupA5AJBWWX3L87b+Do5QdWunTXacdfsdyaEBZ7yHESoAqKWzyo3iz6MTNLeu
17vwNJqaxPAn5AyeDfZEGk1uJgRt6b+vQ8rZjxiMGjbtzZaU9mNWGOl50prkO0Nz1ePjF2+7JFp4
4KuoBrIwusnLJUELGNJB6vNbESOW7JqzZHxuVHn88tjM1jeJXMET0EK2GKKyBhZPaaUR6M2YaU39
QASDRn1HhhvNiAM/NrU535QGWIkQZAZfTOK+XNE02xU8yGK+VcFQuWHZB24Sa8mRZmXtMbPr+2Nz
m5WBFgPNy7tH5wSk2ioWavQKEJejdbdkZq5xWrYKCpfI7vC470GI75giwIPSIW5tBMFX7ld1gWxP
xtTfii6YjhYrfesypXopSv/popFAQ9M/phKP7jjJ7nITwyY3EcOL1VuXoUiAvFsJC8t8bhA5qub0
tSBC0UMzQS5uoBmzWTplpaQq2WAbnEOmrjMMNYn+7nVGjxl5qb5mFTfqzukSX2RxdwmrFOJoKgtZ
pnVuo42aI03OqN7kXvNPdVjXp7m1o7NTpcObMrf9i5Xr2Vttpv6/6HrsFSw2J44CD8g4oU5OR09e
t3v1oowhXTjTTapN+Yig/4jIYPN0AocV8g90ZcFB4TOrnB5Epp0mCqegycf8OPXmD6Op1ONgKns1
ufV6CI9IFIUMPpLkAmS7dBUfYn+ajI3swcyRPg6cc6/U9L0WnvDtXz/auxUqi8gKCWWh9YMzEtZm
TmTPni/bpYC3fqn14TcVeIPbhsZfoJjPj8/1+hoRBonOKdYSNPOerg4bIxniyUJ630szc3QDKzSP
0xharq6l35o8/P2xtTubKEgXKvkbE7w2koN1ZZSmlVSj10HtP+q15B/aqK12rkbxKZabiOOJRjwF
Wi7jd0rGLyURSUTUwO8GL0jy4l+jUPRjMc79Zaz89OpXjfZnGsf5uS12Q/Z7lhmgRSVJtDjw/qWT
tJpfZYYVD56uxNVxbObmqFZNc+TXmc52ZhWfmhE9G7+qna+Pd3Z9aRLiAfgmSOHRJ+hdg27qdCxn
bRh6L2lz+QQUXzowuEF2c39+9n5mphZtNUZe8X6Rrq4jyzEChqJ2eet15Wx+QeoA5nelhF9Ka9xj
+L3/rOWnpOREAVxI8IsEcnVBO20qh1GvdN6ombHMPNQ5C71Yasz+K49jGh1DfcjiL/ZQB8F16rVw
dpsxi+03pXdC5eDIoIQ8gqpAOk2pPAZHQ2dG0c5Nu917jSqzQKjxaG0pPoOuD4M6jp0HjwrcB6MD
y499bBdnp0v3oEL3bJEXApPAienjrjbE6IsobpiI60WZWRw6SmmvQzaEnKVy/PrYpbaHFUcGks44
ed7+jYRmEoRKDuMcl0rK5nfHbtWvUxo/OaeNdhHwVcaLoM4iCChr0ILsZ0VjB2bj9Z3jH6LUTA+B
qbc7n2iTC76bAeFE0ocV6rLLk6nmqg/AmPExs64Vf8vMM/0xBkhotm3cnpLSnF5CJoKc6UfLp6q1
w5sRDvb18Ybe+XbQ3N6VgmiNwe5f/g6Zb8xjbMuNl8Ry/mb4ZfyhVtuRUlY27ggI3DElBqkQ07Bi
hM5WdaTIzOLSLibHS/s58dQYKE1lSN3FbJ/GtsCRwPVpgIixwmywcKNfblt1ztqm9zPbk9NScYO6
ic9BUPo779Q6mhFWeN654USDmktuZcXSAQYRxnuh1QVn5jTbQJLi4oqotn9umj75qhPweE6WRedy
MpPL40+3vdgpqUJsE7kgefq6rzlnec/oO9/yKvCAH6bOfK2IuG/kNvOZaKE6z72ifNTgORwfG96+
z3w8Qe8VMlOQc1c+o/ptYxhzbHu6lf4ZVmiko2GbIG6ZTm4TyHvxx/bMc9iRl+cWE+3/9dOJwE+d
kH1anhQlSHgG3eA1PDinx4t6n3W3vNapDuA1QhmPksG6KkhtvwLII6meqjGdDrRhaPQecarcHS1Q
zFzczhj+15haoSB9XNnFx9xutfqWZXURgZLk5aFl3qrKxySrregGQt3/Y4joHriTPXbStakL/8Oc
FmhBu7AkjMBNwQUELoSXZk/oeusboIaJZdCy4Kkip126JhXJiSzIUDw6PrBMJr+VNQZ2jenwUaHi
MpxzqTEAGFQSJSfbnEplh2O69RFydJoX+KeY1rQu+g/+3CJ3HaheqjCm2mUEa2t/DXJ7+sMeLWs+
hOxLt3PBbBwFW2IuFEwwU6A5V/epRGAAq7WNvXpOx0vihNG5AQRxfewo96yQ3QpMJSnuRrBx0v3C
oAOUeHophf5N96uuPCCVMKU778MdQzCC4dbg/CxnjcCFANYqyTwkXmqXsOfkvD1VQR1+eXo5QvgH
EBTeIlj+S0+po7qVxjBKPXAZUGKNqTrEETqHj61s7n5qfpCRKBnzY8CdiLX+ciGXdWTo4+BHXjGg
yGTGpfqhUJHH0NT0yVGGxCDCFIUxge+CmLRqajVpwhRyM4490ETzUapG/8AQGuvJuuK7FYHrAG9B
YXEt49bkdVjQpYk8jFWkJkpaVIdkDIu922+TfbEcXmiB4KXKwXda7lxu92nuZHnk9UNt/9Yms35K
48q4jLocfBgsqbrQGlV22hb3jNKWBtolxH5JWJZGqYBXY8zQNy9kxuvf0Dimv1O7D19Dq49/rzRz
+BSbiG0+9hHhA4sLmPRLVI/4aALysS6iykY/6Uqix16mStnZryIZVC+35/NWoP9BAAQBCAZJWy7N
mW2KsnqUeFYcaSc9QOvSV/Q9cO0df8fPCSPBd9PHXT+RYRgm3ZRZiVepwxBfGBGmz2ctacLgkDnZ
Lnztnjmqe9TWGWjD27U6XhZyILYmDaVX1YHvDSNPvt0o4RmwUb5zyW5eFsq8XLJ8JSCwJOerS7aY
+rJpq7LyfEcbyqMDECP9CCHCzA5gl1VG1UZOqRJuzV1/CbQSAcDHH3C7VgaLAFyjZiWivHWDty9V
o7PhwXhab8xHdvpfmaf7EPbz3hnfngIssaHv4pN0LlZXYxDUOfqFbeUhruJ/KCVJZxi7Zf1GLK4d
k9FwroY1R89JN4oUCi0N3m2olahBrEtkYQ+S2YjagsRtHi8QHptDNYIF7Ksk3zlwd3YS5DAKxzA4
6Zjpq1PuJ7LvKL5ZeJXC8HBqLOocHwZ1aJqT0sq+tBOv3tlOOq6EyhCjOHdrJwUhwPQ6h3jD1MLh
rPjt9ArAZvpkwXr8ZM6p8omZT3vzzjYxOhkpd7WYTECgTgNoedwZndsnud/EnkVK8IZam3ay+rG4
QbFTAjcvwy7+fc4qJ3grU8loLm2WWTvbvL3XSCKZOQJnWzQy17/CBOVdG3pbuqGZFjG83LJdHo+9
zuIdKzx5XNWOmHdPsW650GpSabpEtX+bqyD8BLvuGzzW+PfHZ++eEdF5ErVwHll5ZSRR59aojNS/
5VGWnvMpbQ9agjjrYytbv9RgQgARFYgDEpvVN0u4UkJVzwNvUtC0mFGt9IoMVmdoSHvaRltTXJqU
jUS6T8K4hr47sGJyQxsKL4MSNh5M5hYh5GxIRoQez4AM9+OVbb2RFAbXZ5wUSu3gYZYfSUqrfjJr
O/XKJFWPWappXprMQOuDcfwQMTjurFihdSybYDgNwfCkNDcHgWyVJwL2NxcylZSl+SwV767UzR7z
slLpWOgasBGdakfvMnhi2hPT23oL5ijWwI8UIyvX+XEKvz1qrWL2snTSr2Hp2EdGj0Snx3u6/YRQ
gGgDARWlJkQQu1xUS8wwpFM4e4Fv0i+pNatxnTajD+Sj8bVX/btrzaKExQ5S89oU99uRid+SNXmK
XDUXw+yZ8lPhpQ0zmr49Xth2+3jjmG/GAGRwMXTqlwtzonxASH/sKYNrVUAdPI7hB+kgwh/b2S5J
vKU6iocoBotZqis7ORg9MrXe0/xedhmiWFxT9AnObSfvTZW6tyRSNDLT9/r+WonHaZjxNIMf8Syp
y66yk3fnQEL09vGCxMYsA0nx80kAdTHFZPOulaM0arBXFM+SAdOjHKblDOkKmcyNtvkw9meCdflJ
9jFnS4CiiZVBdpBMrTuEVh4qo2+XipeA1DjGDMs+BHVkHToneXK2+bsperpCQFrgQ9fs4zrLZnnO
IsXTRvq4U59m55Cx3DvnavutxH1I6Pq+JrDYS7cw1HJCC1iTvZ5K6akOFDS9ymlvnNpdK0AQ0cMW
wdy6uBNGClI9gS17VuJ356kyZldr6z0tpm1xR2yV0NgROA36jqvFTPOMBkw/yt5s1cF4xr/16MeY
Zmr+ko9qq10sKjL6p1aa+upQ1wYaOb2E5M+JqyccPqZyV4XXMi87+xokBrjM0PBDSXLlrGoMeJtZ
an9TpjzJTjKy6/yDPmdWSdyERKZGUzp7U6vubZugTSuM4kJPeS2qE49qXRMaTpTc4/GbCs/+ReDz
907S9mqAQUT1DSAWjwbV26UPBASpaTt1k2f5Un6Wc0e0jRL7oAXVkyKvOLUgKxG4AIKGpL3O/vgs
fsQwTi5WvQBLXg6Qz1CdcrWqbj49vh/ubB51aHxNtHHA864uVr1UIytr4smTCQIP01SprtXbwfGx
lTt7B1qAeiLzWuHvrc9PlE4BWi/T6LVFXV2nGsGSqMzCQzG1ewMctqZQCWD/6C4SOW2ktQ1dcroi
9iuPq0F9S1NZ+St2Ru0Fro20g8O5Z4pSM/ELCjp3AqYpGh1r1GqvIWy/Mo2lOLS9gSp1ae8AQrfp
AnIvsB+xRbuHEGLpe4y+CNW4qytPVYFWuUmQSaYr1b1UuaAQi+zcj0pYnIEcx87TL6KY+EluRCMR
bPlaE7JoC9voOPJeVUzKDXxie2okxTpnEe2gx16yfauYMQreSFQioOqtOYEBw9j0sDRrr86l7NpY
qXNtlTw/ZF3WH/pONnfS963v02fivSf6oypL13S5q1R6jaEr9MwLBye7gf3WT4HUf3m8qK2TYIRv
Rm+RVimv8NLIkGSZXuVz5uWTHH53gsE6TjBVbtQThtPzpkhIROse+ckNwBb8cySTW2UeTavuEKaV
4aa1HxzzIgz/P0yB8YbtSBZLxW+1qkToyA3+kHmdafynzbV6hVUWHIOy1XcSoK1TEIwB8qaVTe98
I77lTGqRMo+48gY6of9klp4XHiM8uuksK00c0qGgUrhzXd2zicOTOwrEBfCg5TcD+KaXMTMVvGAO
uy8orTXHONOicxCX0V9MY3Z27N3xEZEZ4Pb0BxChWZVpA6OQ5VnKS2909FRyM7W0Zlev5Coh85LL
H4/d5M7q0GinbMQfeuLrGLcfB7rlNAc8snxUrnU1dStb+eaP0m2cx/L82NqdtYHOF7cXC9vi4Mxo
0EsNUTP6VIzKOpddrtQnxgXUwRUYZrs3b/TOmQZCSDuObJlKw7qxanfN7JRpBLbETscvckAKO5R1
/vvjRd3ZQhriiJu8z6/cpCPDpCPT0vod3c7COStmFBIElcalBcN8S5g/+vQrDRhHiFaBxWRO/bqb
o+cR1aEu6D3ABbYbaMbkGWXQ7Lxnd/ZOSOQCn4K4AXxx5fbWkBeaCknTG+MeHFzmNLeYZtX18d5t
3zKoBvx0LigRR60xODGNAjWSkt6TQLF+k+epP+pzYl5a3yqODHNvPkiTpjx71eMTgtLMNnKFoCm1
PNG5HMVmhLyjN9SK9nukauGnurK+P17ZZv8wAvVbDGUjDuV7LY0Ekx21eSj1XjCBTZjiODvkSbgn
jnvPCnkw8S6VBKLEVRMkU7XJkYjNPTsp0mOb6b2rO/NeCW1zbMUhQieNXj46krTclmtBTcfqClTF
6NhP1kfmhjIGwKrij0OeBc9/G+ohIIwph4rXf2UqDqWuypJ68KRBalRPdrJ2PIbMNXqW1sD1Q75D
eZfvTzFmXRZsdWngy+eDxzHTf7ekvnI1pux+fdoL3qk7REvkCpRiljsHo4ER9zWuZozB1FKw7rpb
a5pGtJPZb/xAzNik7QqOmVYY0udLO13n9y1PyehF+PaR5HF8zcKyfvb6xgq33DuKmbarvVoNXGan
p7Mve8qURod5aEK36J30VLa70oYblxOmOKQE7WD6OUDLBcWB1k2TksqeiXxY5ma23xPk8oEIeEOK
MKfH32lTfzTg0tCO4r+Et9Q9l+bGmenXRsTKQDnGZ7nppL/6odO/tFkUnkOCEmCdynjUNP+/Ginc
22PrdxZLfEEdXEzsI5kUX/fXJvAo5SO4FNmLQkV/MQvLYXBYHh0iLap2Ho/NhctCDbqXQpwCLNea
eR+bRtxZsAM8mcrgYcq7j4OtnyQ1GU6Wlb3OWbEnkbx1TUE25EALHi/QtFWqHGlFpk2gIby67sbK
NSXlf9D0nGfBxWJ8qAMkTROahxAd1745aXHMMZA9SStBGvYWJ7uQ+5NSWs3Oo7X9XEhTCaIOYC3R
wlwlYDFKCQlTnRVPznP/v6Edh1NeWsVBKzt5p998xxRJslAkZ/cERmDpGU7ez1Jm177nj0VUuZE8
GicZwrrrB870rAwLWygychoxAh1DzW5pjGGOXP9O7JOYS9EPM9cyT1OrJ8fw0f3lvedMA10CJ0Zd
dWmlTiE0Zn5ieUk05KeuVIX4dF3sZApbP4cmAKBCYPjw8vX0chvUaejLielJVVSckyhIWtccEvsE
oyS6+d0wHigYPF3GZZYADXq4EISb/H3l63kQtAnPjuVppTa4eE9xkfRy2lnbJuDkHaELJAxQU2VD
lzvY6wp4aV/VPK3S1JOpVeFvcUjvJNAk69UOtOLZN1lU2gFpCzAkycJaziYUfUiiguZFqxhcDney
QJTET/948hLkfRRIZVDzvDEQuJar8v18kJiyiZUk8P9qJz13naweXsduHnY2cHklcZ64+kAokWMJ
tdkNcI52o4+ektKdS3vMMAOSTnNHZZD2WKHL4/vTECH0+1xDwclZfakh98kO5qE/146Sn4OxBwvQ
V9ErA4v2mqn3TZGF0KoQaP3V4dWCOKSXMfXnodVOo6Y1Hwul7T938x6A+t7m8UKC8BYwalojy+8U
NHA8ksZmTS1V/MGJWzebtD2RE/G+/79Wxc+dIzWAh0ksyLO8Wk7IKB/GLmGlafXgJRh14yxFWnMA
FGYeUmAHv5mFNL60creTzS0jgXfD5MM8VLgH8MC1G1bMDopVZpCcA0WTLiCqQwLDtpQvsjnWxziu
5CuYQeXMAFrnaKb63hCjO99RBMCig8aDtukuVAz2jOcZ+20u5a48JMmhifLJy/Iy3gk7VoD9/7tW
uq60PkXTeq2jWkp6rUVpOZynHIUS31edi5TX/UXTg+Zoohfvdso8vYgZ42JYpXWKFCYoTHZruYYy
FtcuQzolnxPry+Or4I6LwRmlwCj63CIvXLpYmNTQI/qYPWhz5TQHduH2fe4fH1t5b6GsfAwzlD4o
7SButf7USpiYiZ13w1mvQQPlwD7edLjijOlu/GMyaIkbpI15GY2mPUgNE8YCR41PsVW3nx//JssL
/ed34HagogW0RaAhlusdE6ltgiwfzpYfmm7q2NJLBVMKjJ7fnvtSeo4//tOeiaA7uQLqtuYaoxeg
M5gMFKzPZhSDVApoxHVKUdKSy/dkGbbuLKhlBH+U4G1AGKtz3MyzglC+xtKMYf6opYnzNSvS5BQj
7tXtJEH3bdFohOtCZXzdREWUcorD0R7OsV6RazUoPrigMJgCZrX918efbMU2FnvIwsQsYaRPqcSv
eyUDTWAlSGEKmc3sly9pXwfd2wQddziHodVqf0yJbX6SZ9+JXGMAamzkilEdAsmZy4MWBsiluWpS
EKfs7ML28AAmIzBAgN7mtV4jN3QQIaU2WcPZN9LkNztlWF3oOM9pX/xcPggw8AVgEmnCr75rqmdS
3TpYmfOs8zQzV91SdtqdI3p3LRQBxCsArHetR5hYQW8CqB/P8+T8QOY5PTj6GO9EA+9I3uU9wJuJ
xIHgJQqe1Or41bwppaRU09kZ4q5EsdIPq4OO7lnrjlrjSAdk7+DbFc1glydd9pPskpZaUF98NMWa
F2Wa1OzYyWGifyIWraZDwpjp+taYlODdSembvdrSHUdH2kewDN7Jeesws59nNaxLlH2y0f5jmtFd
18PhO7DNvckad/afoAWZNsiNhIDrfoU2gBPQbX8kdCkkt8ya5JD5456V7fUnJkpR8kaYBq7UGjk5
KNVoNkk9nQdxTuoZiJ+cvWgBGrZGq+3g70V4svrYhH/AMwloBdR1VVgIGDZRTlCIzpmUZgers9Xc
bWxtPhnGFL8kDDg7J00ffX98Xbzn1Uuz5FXkI0hH0LqAXby84vvYSdqOLv65agv/hw+5uLnoetzH
buFUivOdx2f4hmBOar0U0dAFLvLEiXJ2GiVyTpEZ6P9KwND1Q5dOuZhdkWr+W1xbdsxEKr1pT0oz
m4GriEnC/9mdOr/SYEq/tXOVtJ5exAF60UbOrItKzuwXNWPiulvWklZcIl81v82xLzXuOAyh+jEr
y7mhvT/DEhBjiMqr2k0mUxv9cjC9biynQDlpY5L9JyOf5l/8TCtLTocRTfXOydy6nw0ijFLFe0OV
gGq5abE69yaUSA3WzpxfQ+CIB5Lh5+DV4iojEYApxLgbkl5z3csP9SQeLXWyzkomJ28F3CGvkMs9
dsQ2oCVohnSl0vUDUqSLtf5S42mrWkmt1rLOhVRmn/RslM6DFExvIUPbj3Xdh999WDxHHb7MTtXu
jmXY5ZQh/w9nZ7bjttFt4SciwHm4JSVR3W7PQxzfELbjkCySxeI8PP3/0edcWJTQQgcIDARBvFXF
ql17WGttsu0tr9pVRmpELmp/dP2TbYxnd7bzcFHWDwaMPSDY9WZOXBUmyQsrkoxyh+GyAcm3qTzU
9vezIQzpm7N0W+c0la15WKd5OeWNod957PaeECsb4XGjz1G/g7B/uaspriulz+mcDORQQy3N/R/9
UAU0pJ3sRVnw7wUxwsO1sbb94e7ynkW1tRipv5z0gpEaCBSOXxfhr9+edxR7X8iCKPZQYieEQXlm
Hy+lA0NfIT44J9G1jhsN69p+SuqpmMKmm4PvvqP0e3LeN/ZwG/2DiAi1EopaO9c0lbA9F7d0CRgQ
KxzyVpwm3MwRgMs96NQtU9DVII9S2AUNtquPjK5sDW/B1OhZQyhWc4yEDtMrE+s9ROmtjdyOHpKI
G0F/H1MzJxj0ztq7p2yey8hPC/NbqjoGKbhz8m5aay968YejB44H2UbCUpXZfs8f93uVpaOMDQtR
2FMapQ1C8q5RLDFyrt3BIlv8D/YIvGhKE1ZThNzZM+EylAnQsVMjcu8JK/K0VKuKXW9YjpWhyU/P
r+/GpyMdR5ZlExbZwKuX67OFS8i+2SNvlX/VTYk0tSGXv1ufUXTPm7rKS7kEm8rHpoQLKphp6Je2
DCQ5x74pk5M3j+1XJioltUTzd6j6r4OvSv9Db/utg+RVUpvnzOgQg1LwZ6cHx0iXVzVPxojOXJnp
B1MKu93qpm1950fu3ybqYGSonCEaYwFV4J0/tykcqcbWvFPurOXBHpb+UE3dr+d34pYR2lMQHwiQ
SKN2DyCaerTIENw82YK5ATAktXBx+3u1lu1v+TM22Zay1VpouGwF072VJVWlQO81OJXL1D1MZce8
xGzQj7MzjO+WOkkf7NXTj95gph+90eiOL10kbyK1qd+TkTZ8++XXLoRSYzmINBYTOWiRWsbJVcWP
543cOFOczu3lpfmB/9m/v2ot/boO5jTOmURNrAMJCZ4p3c780A5r8N1IWt2Ox6kPjA+JveqJIB12
+uUACRzd6bT2NeoRkwj6p7kxh1/eYE0vG1C2PTEMVNgw1OAwoYLsfRajxhMx2GkWd/PkxpaonHho
K/Ui2cL/t8JOQGHjrlKWvNzvJrFrK1/LLM76vIn0rswohWf1i78qa4E+Q8QBWZPy8KUVGviLt9R1
Flt+bYXuLGQ0UTe84wWvLwiIYsL5TSwKPbM9uLgC4K6QgsniioI4fzR+NFu9vNOFubJCrQRmjgvV
kO9yJd80zkGS2nWLFSPIjx3430gw++ela+FvBk/KcGcwYlsb63LHfCvJlBBaFmulm6D8Fmjfmn6p
vz9/EXbzQ/n8v83QKqPSTtal7x6OVbPceegYZKCPlfvvGszO+tn0MuWEBBzpuyYJyvZRG7VVfxLK
9n/pS9G5E5EIY6fDss+n/NDPICl/jDXDEE9pYBQflbChuY2VN75O03ntH61MTiJcndXJ4hEMdh4t
SqRdqFsSJTtdT4f3nT/Agn5+cVePFGtDDW3j7ELvvhJe3iqTbkLKxNoaBAJtu35VSLE+anVxjy55
yxQt920gMbOqgdldfi29EIx0gw4TO6XLfISKkUY5bZRQBPk9HsI+Zd3U1hhXsD29m+7P/qmRwnOn
qQvg0jfVud+m1Tij8wN3/GGR7ruBYRAv3sXftddNdJ/xUPuESENTUfl2J2JHuE24Mhsb0cOEAUC0
bU/Pm7pxswg4N+APsSdR6G4XRYDGqCgaEavCLONAb6eDU1gvm8fw+8hvUSd9BAZAbsJJl9+qtW0y
YrMXsQaNNkIXXh48o0vuHL6bayHfoYwBp43a26UVa+6XUROUp3Kyv+M0GVMkXHRUn9+xfTbHYdha
E0RiZKyUxXaxkYOkYJPnhohHDzfU2NJ+1ZaVAbXH1ro+NJ1u/LUYTvlgI3//9/O2b60Qu1SeqNUg
sLhzHXU1pYXXYpvspzkEk7kcNFSgX4Q8+7+vRQZEQkJmh7FtB/6IpOtmqhtd85i0gnD1oc7gBq4r
U6f+w1o2ZUrQNjQZ9ulcWVrpOla6iIvK0SNv9eAsrHrw0leQKJY2EkQQisUEWTufXrRDPxpZWcTm
qmXnoBrIwLvy8/NL2bb9In6D0kMznX/A7dNA2BmZcttaxrUp474Z0IBdqcb0llMtIaig/OSp1vjn
eYPXvo+qDNLOzIujd0K36vILedWYQAiheORk/fh2HRbroDTR/OMW5R1XdLU0giAKJoDoaDWC2NpO
5B9nYUJdaNJbs4iNWev0V/Y0GCKUKaLzZ9ukX/w0yxGeyfPLu2WUBgLxES0ZpKt3y0sHHUZehlPy
m3Q+LPo0xT7jIKE3Q4UMe77Cz+cNXu0nqwSNuM1oRs+AlPVylVZdekkC4TYuZ1MFxyTzQB7VmefH
vS2te1Njby2P+JfzyNuFA9ktj0A2zT19wRpCZyEi/v1n1SX+D1y09TrR3BdOyOBCs7zfnWKcL7Ht
vlfQu7BXUkTW4qqdm9daYhjvNWDo31VLUm6k1b2RwrcWCC2CLJymwab0dbmdPRXkYgUPFMtlEQ3c
VW20Dn2finM1ecn7uZnKh5d+QEpD5BZEolwI0ISXFtOkLDUDXaU4kStdYcR8Hws/z99qy1Kfnjd1
vThMBRBVEVihVL5vjHcpNK5ytmTs8aGgYOjqi+PltC2KMU3k2ViUemkZFlrExkyk20XpC9bHfnVU
nnK76gF9DktK7ST4DFyuu5OVXN8ByvKggfzt+WRd23//46YXfmvOOX2keDZIqENNJfm7kcfu02qn
67/P7+HVO8aCwOjAP8JpXg/5gRTUlEte1TGNHTtqC5z3oW0C7Z6OwG/R6gvPvBnaYNrgtDmN+52z
tWw0OX0qToNSfJzcvOuiZPXz+Uw4jBjcMgVFWPt50z1KP+/SN7i69LPycn8B/NI0bwe3sIYfoyuo
zyZl6jBtXIfKFNal4yRvlZDwtMqsnb+AynHqCBJnuj5CyVutxwVkt4vG/9g6x6ExjG+1PwyZDCkA
zIEKPXuqX1pJ3w4KSR9zc4nptuGAl98wkOu6lJ1fxdpM12wsEuO1Evn6+fmvdxUB7axsN+SPkwLU
yTRlYVV8vUAgOev4UV0NTFipquLoi75kXzP1STaqjJ+3vDmO/efEUYMagiW3lREuLSugFF1abuhn
ptye4YjPx8QcmsiYlfsBXZHl3Bhp/smHM/w6HQ2O8X+wD2GOAJBJklfCR8pOJw1tWrnNkqzQ2qrE
t0wr5qhSWvlGdWYWOUyNe91rY/Al59l/aRpMgQJeDQ8HpHVK07uHYwBB4q6y4Iomhf/gWuP6digI
M55f5I6Suj0XAHA2Gj7gog3Zvvu+XVDSgGMcEBOrA9U/6GvZO2GeL531QKNVLaFbmNr4MxssLQ31
2lurB7LSxnhUZufqYW1MPgxTzc0Uqk2FJphsYc5VpCRE2LDzvBld+bLR82gqbZjPXSAX9wG9PSle
DVbRuneO63boLw/N9sryruPdyOv3PVR2iJEKoGyoBI91uJSlF5Xa8AlZmvX4/M5dPw1bsXvzZzgc
E8mvy+PZFlNrI+pex2gVO0YY5Iv2VEtbxo1KVGgNRvmyKT2/PxVlBJCc3AVqoPvwDIEBf52RSYiX
Oi2Pq8g/Ba0WRIGZ3cNbXLtsQlxeWGrP0KEtb5cozlCmBpK3Ok4h5R/HydZPuhrvYZWvXQtFJGIj
AGA+p2/fTjJX5a9DZqm4D5K/eenHyB6NI35UjxC2MiOz1t4tjX0nerjx3bajjhQEJDoqybvvVnSp
UhOasPFqL3lsC+TG2masI3ut0uO4WurL8+fkxl5e2Nu5MaYkZ4CHJxUXXqc/rNbILGvy2uh5KzfO
PYrWxETQEQii96dx8AmAxLRsMhBNkB+6tvQWRjvq1gG9Bu+OZ76xhXRwcUrILm7qpNuP+eNNqDNZ
91ZVq7iuLVBr8/TvbKVfcil/rX3y4/mF3dg+nD/NK1whdL99/IwqqJYUkihLKr2NUuaBHio7uBc7
XFuBKEdtZIPB+ZzuXZ7P4BrbZ/7EEJeB1206ub0WJu5YvxQuxH5tE0sAjAKbIlrZZdujqArfU9gZ
zc4IG3c1zm5aWofn9+z6MFAR+Q3s3UTbrhQIuyxxGd609nFuLmYaJTPP5nF0TGHH7lr598gA18eB
xu9WveLs0a7aI0r6oRVDZ89D7GVwlEK/9Tt5JmYo8zcMvy3qd6oz2pcxbjdnuDX3aYGxTmQW930M
TfdKtzN0hpwbrjz4ba5F5WoZ1L6He2/k9XZu2K5N+5NONAXIXYZD/0zpjaHpcdKPU5QleX5Qld89
9BCy7shuXZ1Dgjkq3mRwNnpAV2zzgsMuZ6ricdo286FPm+a0YSbvPPq/IUsXryR/PekMCInfApJ7
TZfWSIaCKQnMbp9k+5fh4uBjQ6Z5F2XFlNrHQdrt1yWxzT6PEtFOy1Nt1N1ytgrwq+mdX3O9Zhoj
xDckPTQursZT2lUzadaQ2nEwIPqf9J4eTz7jGp6/E7/JX5drBnTG4eSM2rj9vfaGt2S1qwPfisfK
KdZj13tp+0bYay4P9Kg0P8zdrOzDYRKz9go8aGATziujeOoouq1kfLMxGJ/1vJWuHq+L14xwQ/pF
+6sfdOjyPkVb+6N0ASkcEZeZgleZqiHIlA34etXU3UwyUKf9eig8szG/BfnqfWlBi5Z52A6l8qJs
NarlFQV0BJArpph8qXwBQXh0J6VCJd3OOyqlGuPc6CAZXw26MIrjOCp3eFMFCmR9U48iRczYLsbD
2mSm+qeuuv6LVXZ2F46pk7VxIzpjDP1GgzGulAEmIApoBD4yUqvvDinlOwkzyVb+2feWpHy/plnv
EuYni3tMjDbpPw8o83gHMql8et2BPAhOEGqYELE6Xt8epSxFcJi9SVsp5czLdB5tE42dpMzMz1aw
rjq3ZpPrb5gO+a+qgXR/rXSkYL8nVlLqT6XfivLYJoNM/nn++1+fso3bRjRPoAEubI++npUxd4I2
YNwFnTq4vZFGDKlR5+etbO/E/pAhXcRJhmJLa2kXtLdDk2R4Cjdepkz9QohcPonWVcj+qPJpzSzj
WMhGHJ83euWfQP4QR21C4TaB/F6zRATZoqnapoeJIuF5cmsjriCoRuMi76ke3txFwmtCJxhtV9Xi
zLZHGAJcInR4xicJtA39Q13/Dwva2nLAVsDnIClyGV8sqsyavEjcOBjTTWDDLY8VSP2T7Jbxw/N7
d2tBG3UINuAm+7kvf89F3xlK+m7sMYHwTYOW5GPiBOqlbt0nfKGeSguL4qq1R9Y2elsOWj1p8ViW
JtQKLTkA9TNeum0g96BYw7HZ0J1XdbHMX2FxTIYX937t/UVLMznkjROcZru5N6j66shhimOAlBGR
Gf2JLST4IwLUx46HMqh93qkp+WEm1SJQyDNyZiwg4XDngbg2BqeMpdGop+QHNvnSmK/WinneWhBL
6CLx6Gr+T7RZ6yjrmRV5x9bVeQAZQRlvq7ZT8CPnvbTVuqnmdrkbxJx+BSK5o5JUN8E9FPRtM0CX
eI1gk+/1ppTyBeBTK4iraoJv64oayfLEf/GBYDG4XzCdG8lwz1POtQB/bCRBPNm9DiJg0+kSYz8c
VNG092Z531gSfpU6KccbuMP+JsFMynUK2ywpa1QIynhAjrq494zftALQgYYB6q9XjeDMKlAEqtMk
Hms7KQ5pLdOf1GbXe1MRrs8cn2ZLp6j8cOL24WU5uw3KucKNE5HboTDhqEi778+zXth3MNI3TBGt
A7+i/sK52+ufMhtgQvzQDuKuFdOROHuJjDxxmdAxtC8+3S6bxvwcIEAQ1PemoOkiBZV2Qay6Pgj1
0Q6i1LgLzrsq3BHOwXoGxL7px4CZu7xDjecPKDzIJPY7P02+iq729bfKtlId6Cs9pTBfR1UdgO0X
/2Ta1kVbPVO713i53lbgxbCTcYgbsnMvT+cstWYZYg4Y7467VflgR0y+DqJB3GXqXx9K0mGKdRu9
kbRurz4hHSkKjew8NqpO74/ZVOgVs6Fr697ze2NNSJNhiNwbhug+00paJ209vU5iZ6i6qPSpNlWq
oh/oLvPh+Yfxhil8O3kCzVRqzHscc4djtwdb12KGtqEb1ph/TzqAzgpM1sstbaVH0vutuQm75fK4
FGXRMumrSc/dwJgRI1DeEZFh7zQJ7cVJI24JvjA3Gns+IzkuTY3J2MjBMNNzYXd/Fz4437lbtOP2
f90pkdw4EltNi4QRc7BHdm9Wpklg3/mSnlO77aLWWYfIDqb0+PxHusq8+WUEL+AICToBR+6eYTHn
pGOTkZ5VXZ80gHhhkLn/1P1I0iJfpn5Cxk2zCEj9tn1wUTkYl5vnWLKHyjFk5ywZ/BDcLVX4YQ7u
lL1/n+GLEJrYGd9EP4OmIuna7htpZtY5Wt1qsa1ZdjWFYzDnxdtFR5T53WoyAjgcRDu6FORX0YQ1
s48+iDYYZFh0iOduABpZxnXmMv1Y75lN9n0opWcAn8385E7weHVHeCCISAi7NzQc2jaXO2JMKcpR
aVqdERT7S0lBBiWrvyXjwu5U965OExuPT6X+AHOU2s7uOyf1CP+rUPI8B0V28OrOPQa9Vd+5iFen
abMCo552EieXluflctrFWGXtwP2wJrOdI6Qd6j5cR8T3QwSDxvJx5UfeUxG93kNCIF5aAPG8TQjC
XRodXFXSnsh9MiZ0giI3mKhZIgc+r6fc7tN7oipXNFQaZng1fZM3R9iMMvClvWA2gky6qwcfqFpf
59WcPraJUf2rLwiMHiHa5QO6vWPAyOdaZt45CPJ6iixNy7qT1UDuuZMxXj2WPE6kbHg+wkCEO3YB
Z5XkjFYAaBIvefK9X9bYlNqjk6Z/p3PxlLfuX1bjPVXWvS7zdQkIu/gMgniYOFtr+3If/M6SQZ2m
AfugDCM0UmmFfp740dDpxrkasuCVEXT5q7I25/fGoJlfE7tyPj3vv67S5e1H0N4CiwbQCjjm5Y/I
6tG2mTUVECmoXD9RF/HbI4OKLOdclegmh35Wd++KrIIL9bzl6xtFqYlCELrsW/9mr1jBgJ0GFtIS
xIXRqCp0lLfQ812d8b/YwVmSMCNWgS7LfoVujXxkH8Btb70fabEO73Wrq+6EkLdWQ0xAyZC4jr7o
zmfSH82NjrMV18rznmjEM5i9zJfDy/eMIgNXhygVr7ezQqBa+mZKbrQSs1nHSRbGdKiNebrXeb32
CWR6sKWpTpJIMO/xctNmJ6W5MBPkkzXnERg59SrwhuYgyuaeFvmtndsm26C8RsGGqOrSlB0U2pCX
RUJ3ps2/unAuY6eozdPLdw6yzzaHECFQyq6XVmTXJsyLy5LYGovlmFtCPw+acO+8Etf+m237w8pu
2xR4n46EKIknL5dv5erUjyqzzVOfa+Zr+uze8flV3bq9m+4zccdGbd9PYWfgUzBTDSLCNtzhwV39
70UzzhFoFbj0y6Oowck8b/HG19oUXzbuwu8yys5pwQFAh8KokjjNli729VYcsjlY3z9v5cbxg22C
IZfuAnW83ZkomwQ5GKGSWEu6NMb/BeepyvQjp+Pe8PObpmgIUazZlLT3wltTPxE2WEMSe4XzeZEz
lWVPtMQ8srzzztzcOgdc84ZchOSzO4K2VtDZQBs8ZlBrGw6mZh11e3BeftCReNjCQ4g0+Nfda162
rrukQmpxUA6NGyVumjzZ1sYQevEn2lQtCRLxrNuU1ssLxRM/yUBm6RkIRvVWE9X0SmgqiJahk9+e
N3XjVtEkgfxFMA+gYE8TsUq1sqF9dh6kqb/qk8V/kJrWffBLt//meG17r1a4XdOLAJhhy8TAv9e3
FdB3h7zlnUSStMjOzEWeVTg1lp8dzDazIcu7WvuTaDbxT/XkZPKzVfReGyKE0LX/DN7QyiOdbb0R
oUq66i1cEGt6NyD6gRIYzAEnlG09yUh6Xp+Gq69GG7TTkHxPmL3VH3lsZ+prSOepQyfMVIR6sbr+
D7fxko0FbejZm2QycTCG6oY+TvtS+xkgTeDzsLWyPhldnwVHUXQ6jP4Ucg2819HWw2KatCKy+plf
MFlTN0TplIqvEvFwJhMHel7GvlYC437+y9048mCNwdBAtNyISNt//6NI2QLNtdEaAgk8ZfUHJFDF
CZrOf3gVt9AckBBZIkHz7igOo1eD1FvQZa8z50h1pYqalVLHf1jLH1Z2vh36lGuRumbnxBDf7WGY
D4o6xuF5Ize8EYUM5IyAR1BhsLer8MeGITfZZhT3OerFOG2kdEU7tTKOWb2+VD2EYuQGw6V1izOn
TrQzxUijxa7KkoFyzCA5C4ccY1TCiLfG3Z2tu14VPXAive0Pqmf7hFKCcilz18zPIkvzo4f8yzGZ
g/lkreCaX7qBtG1BHm5ti98aF5cbWEL+dv0S3VbEYq1objznGKSe87637fyOB7w+3JiiibvhWMDv
X7H1k7KzGgeUbUb3MOSFbkJjCO4h6m/t3caxhbdP0YTu9+WCml6M0srhnCYyp2MogiEyl/wvhJLu
8eavLW21DKRiN0ktWu27RxdmaoGUoF6fG28yRAQaBAXPTBrTeNCrQL+XUe/N8X229x26DV19AsDd
faLJXUi3DJK48heUR3yzNItznpYpYzL1IVvvlIP2odJmDv4fKS5tE5hgO5/uKLPRvZZqGooQoJuq
XL0yRqs8dHU+xK0P3bTTS/1OHLN/uX4b5TL/3lfAars7plGrQykVXa1uMbKPmjd2x8Vp7QcFgeE1
Ue49/ZhtEX8+XNj7TSTZikQ2S915wgRxhRUiuEZzMEdDSnW/pGl8Kbv23eSXKFoY6lSJ6cGuijtJ
1o2PSe6zFSk34N+V3EfSAFVI6zU9Z6ZVBkxtSKsPC4Dt7jitrrrnim9s64Z7Ippn9A7B6C7GaQY7
aY3eSs9Gyky9yZdE9HnHcKi0mE/TGCzzHQe2v+rbvgJ84tyAC7lWDXe9LNNaicG08ecw8FsGfZbV
vXG6t638lqKklEgmcXnVfb+RFSLo6dleGA/IJLP2wGzHl7I9WMtvWCvLgTFAEebSimGR1zkyy88u
M5/h79myfcUYsvQpc53KDZlq4rx891DdIh6FhrxhP3afS18Yk9rYHRb7vnrLLNMBLUzjnojajSO4
tTyo/sPopkS/270yD2Z/QaP+rJVFfdSz1HmzaKYZm0Nxr+h7w5fQoCSVxFfS3dgTFLUWyG1R6Lxn
jWo+ZBlgDYWDPFpZm5ThwlDkeHAa5w5j4Ppy8+VQWqAtugXC+8vtLGtg1voqzouv12Oc96M5vrJT
x8hPE8rh3ePkDuXPPsmZI1YY7eAd5h5m7QtfPQZpg7/aajYgeaiG7o7PlGuu0WdVce6dvP44Zf7y
cRh69eFlzzhWtn2l6eyTAVK9vzykDUpwTm7Y+VlvuuEV3No1QhPBfJMn0rsTMVzfOkzRY0QUcFPq
2MeoHcz/vja9/DzL+Z+61ptDTXkofn49t4zgkKk+bQwMnr3L9ehOL7SWEaNn5HzkO83TkA9z5fr9
eSvXfpGGIm5488QbHXh3BSiwNDZVVHg/ysnf6WXqfdGcbbxhmhmMLzHT9c6RvGWQ4ikNbmaWUFzb
hQx26xazNS0FIYMjnswyNR6bTNiPTN7oT9JbmofnF3hjG3GPyPht6g1QXHfHIl3AI6ZaX54dJduT
OQ3Zg5kb051tvGmF5sdGhqPxtm+zCH02rIrxamfljyrKRSWyUJ/a4uudxVxVwjnldCyBQ+Hr9a23
c3kqBnO27MaimFLMUrZvVqcck1Og5Wr8pBjz/EujbKa96ptaPMxJawbnhnWvD2KFsky23afWUesh
nDxNne0176thMcs2JGRFVyJ33dY9ZkWaBfFmRh0XkU8lgfcY/Bw552NkSjU1IeQgv4nNrm3tSB9X
pjnURdrIr3rSm/YhRZDK/Zg4E+8eNI/GO/QrwOaH1DLH9slYMySuk2HNsg+oe7nFj1QmSoTpYBta
FY6VZnavTGv1MrS+EiAx6G74Syw6X+s/wugxrIPT6AppnKTp9W+JmS7LsTWnpTtmVe6VoNFQjooK
eD/vx8DIYRib2oD4Krg2EnOR1LaX0XCaBxMmsEqNJczKdsrPsvYa/5dIlTUe5sxojSekMFYn6pQ7
ysNUWVn3ehncRY+Lsq7095nPVJeDDGZ9epVJPSjjAh/rHUZZI2cTaE5lfSrcoA5Cl/NtR3SC0iyc
esY6DWEnGHrxZpPb0p8c6BuIsQQm0/lQMZI/EPSvhrfFqHwznGa9dqJeturX7NHoeTRWbanet76P
hg1NRKbXaIrRModAzDAvKxfGy2Eu5tU79r7I8bl20snXjVZ5w0nTXM08k0dN1cclpW/0kLSJWz60
a+FMh2kTx/k4o45gPgFELBl11hWF8Tcif94Efx9w1/IGK6jQ6VAY2p8aPUf3O+LlCaHHmEp5REIo
lyEjoOvyuKAQn2VhMOOsU9DzxjC98R1afEeFkgtjRssgZRxTy2ObgTxxXPHO6BdLR5DS7RGz6ZYF
snYJPrg/TJ3Rea/FAkAeolaqzAPllmJ6Vzp1GvyCOJwG75tGGep9YI1jGereaBVuuFZaV50LV7O9
n13m9s1x9q2+/afVnNpawqTKZmFEyjK0+mPv9QEfwFf9ND/W/WB1j6XoF+Ophc5Tx6UW5OkxUYNI
soeCyNX8As/YNP+ZZkt4b9wu1S2GvBnm8Hk2qU+fWk2gzpOVszF9XQBI9g8lveucu6YPszhuci/q
AQ3/OYtWpIKEGfZpxmUKx0zUNNPMtp7/pYw2mYeGOKn7WGuJb53oFcjsvbZVxk9VB9DzmIEuEFEa
TBZp3rQY4lTP/filVUZbH/tgyNyIMzO2IRN78UrJqvgqY1d3xaloBkt+A2nOpGxlz572YGpl/351
JQL4oV2ufjKFpt+Nwdu17qT/QQ6I/73Tm8mEYxzISc/XsF19l+In1BqC9nyUzht9pP17rt1sMr9U
TjktB5MZCEGIOOX2N/XIoRyMXGT948ygkfyk7N7Rw95bOj8erdwLjhQIE/lREW6aYddZ+TdVD73F
OLyh660TYqPZDyoHjANdja5IzquxDuo4qnSevmpOn4mjr5e2A7qtHew+qrJxqo7GYHYe+glToU4Z
2Crx1jYbzcpC2o1pc0DE2BWhVfr99GNitNf8YFZICEa2J1vqAHI0W+OQ53ltHKcEGimiRkXVfhmH
wCi/+4uez9G4ZgGCjKAVvF9G1TKFK5wrf8pjmfdGNFrdg2NO4JL8ZvGPltM17yxBlBHJ3m3SQ+26
Y3AQRZZ2EdqzXfNeMLr9FXXAqTiaqA2NzEJ1Rf6ULO2ah6vmFQJgWDD07/0Vnnc4VXLUYLYl6bet
kJvlodtO7RrxMCbdv0ITyafBaPP5cZVDUg5AlfxRlgcvrzI7org5+m2Y0jHv0TZaZmL8cBjzvipC
fJnQXxt5aS8Phl0yR8ddzFz/3CZq5gAkVTmuB1cWGmrMAST3UYaGXejuO3bWXB/qAB78R5QxnOnH
3Axuf5CjD7Q67LusGUJ096Qbt0HlWpEc+knCN3NXyyth+CCGe7DqvBNPYk1mhf6Aajf3bUoX0hrw
3OJdXrZ5FnqNLH+gATemBdz3tm8PudejBr06it/WjZVCRrKbG9d41SRaNjysdumyi6prpS44tknv
hx76kf6jvpq18RgUVf0pANw1PmbG0skwD9bssWpmXTsLdtU5qXlo3HASmDkU0jK+doFdDNHMqCaa
0XY25IeVaQ7u64JHV3uTp5yIOWx0eJ+vfbt1zMem6cc0lp7wvR+iSMT6hjHaY8eL1Zhtd57F4itE
10eC3feJGyTtWzhX5oegLigeydXu//JH2/iZIMvMOGpepiRiiNP01KVD9ZUYInunxsGuwlbRgztr
ue5+hVY4fmmknOeIKv1qPzG1yHMe6R6OeZjP8/ivaFbnVzLNhIS2GJriLJnajltSWadTIAgcxIPe
FJ49L19aY4SlBLgu9U9+tabcIitbXY9tcpPhQ+ksVv7K742cEeQN73HFNBw1u69BHI7FPyWqBLaF
ZKzVVl8M+BMVYP528WrG9UnXHENu3FrFCnBn9SHTM78Piz5Z7XhAR85c3zXbv3wpa1GgwKKVyh4y
zi3B+imQ7TBGOuI5P6WbOAzEG4HRh6ITvfZaa6z+ndFRpX/UvLxJt3DIKULRpOZAZCGlfrDWwfmh
zX2OqJXIhfPTZmRgETHGJVMftMRRZei44CVfD0mWd+bBYaDMv8YkjE/cJy35Ise2yo+LYebi34IE
bI4kcO+X9luJBAO64RsgkFI2VNDLSJAIQudBXOTZ5FU8KEdzIzpJgOZKyz3cCTv5qy5rRJemdjG0
YeXGQgFQnis27/WclfKb7k/3Kv/XKTIZOMLMQP/I4aiTXi6IqbtCzctYnXPINg+VM9AQMVbnw+LL
5kvu9vpBzIX9/qVLo/e6EfZJsjYy1C7/UYPejp6Q8twas8gOnTkkW8in3+OqXZcaEGqh57rVEwHB
7ksNzZjrZlXb2Xmu7PLbWKZthxr07OuHZdW1/5AKQ6hF4Bo9PCB6u+9lQru21iXJzj4yJBrXyko/
1cTUS6SAX91DX18tbYOlAld2KdOgGLBHjspVEfYaqj7PHq4w1fzyB7fSQiazWj8+/7WukkdOB7U7
eIXoqmzo6MsjUigkp6k79ech4ZW0Nb2I8mD6gkQ/UsHWizka6BbCEYZK61I/YVLurgrlqrydp+B/
lJ1Xb9w4F4Z/kQD1civNjEfucRwn2RshVb0Xkvr136P9btYzhgdewMDuBggtiiIP3/MWk+FIX48y
uY6bpQr28w582Pef7GwSgS5YFsBrYIX4R57c63Q1FqQpOFAMSuXtuZ24z4Go8utWVdOfDw9FeQhL
zwK2x9X0ZMkHKI68eWWoKWBFlLOfh3NV5ldt0V2yrX7jqTbMEIo5DjW05U+eSpPtMmf9ZBwNOyEf
weA4zzfR0+Lkl2yy/NM9yqK7QG4O1KTN8fNU/WwY0ksbGgLHWdnGEMMjNn80+uh1oZmmxYuVmcmn
LOVB99Xa5vX+/Tk9u/9vo9MkgBMAHQVjh9cLszbSKbcyRk+5/R64gnscSe4l2tlbo0BXBrJkDDJ0
tjn4T6uPO0jncGU0j3pFMwDDznmn4wpyYUs8/cjAQ0FK8OGGNQpeckoiZkvsNo2rf1waw49bq1/j
yp7/zMjyD/bcXJq60zWCKGVrs7AYGQz7tpOHmnBQ82RTJ0doMO2hXX21061huMqC7JJL3On8MRQU
1X9byxZo6KnDeC5n+EIK6JXawIkqGKnxPAzZBbjzfP42CwO2+c0xmCpqe+D/vKUAE+RAk65/lJn7
fcqM27F225Cr4yfhrumFwc4eifjzbedlo2JX5D9eD5Y3+C0n5modYRZ0YjepgRq0zavix/sL/Owt
2bR9Ec0yfVzqz6qNjGcJEtco4kENmBQWRVtHG+fhOVsy58Iufz4WUCR7E58UND+IQ6+fyfHn2q07
u4oR4VvXIwfXPeYV2o2AOH1h+rbv8r+VDVDxRgVmvwVrAYw8gaZLU4myCbQq7omxM/ZLmZvuz7xP
QDRWM/Eehw5ZwIO5JGVxu2Rt9aRP3bIcPzq3NDkgs6EqQnAGX+X1864bvyw18Oiwxi7DyT6bX4wJ
dkxYONmlsJHz9ULsFr5PvEx6i9y0X4/FFQ2ieZY2cbeSWSpH19l5MncP7z/RmasP80oBBweYYIiN
ZHYyTMKv4Jq1Wcet4KJKojI7807V+lJEAC3+8xQQjxUDWZDY1opBqlsfrev6kFSqsEEe0lU/rsp3
vxgim3B4KInr2E2Iu/JdYiYFwejD6PcviVYIHSlWWgblLsg8Imwbr/P6vdNL1R47qU8Sd6S5F8/4
NTrLbbCSi7S3h/ZS3sT/kdfXS4mWwNbV/1dWgsnV65k1p4qLSOCncWU2lD4H7n5CL2LdqfMNilK9
v3x17G5en8d+lfY32ZmNkYf8n9y6h+1QOjvXQVB7n1fQY+5Q02YychLJuyJyZzUe66yoyuMMTASO
FZCwt28LEsBDAfOz+bVUEHsiBAD6+IDcOZNxm9G43Rte0efRYvZZsgNgyrTnyex8klY71ZZ7lVja
sm+5aBRuGFS6+DvTObF3bWXWXLPL3neOiyACOWpTyxDYb8xjcbfKqslv267HQKx1Amojv1ytLOoU
jDjEsmWX3nspBpl7Z07EEOaVbqkbp0L6g894Tqf+wRs9v37IxtpyH/nQenIV0yGpI0OoFD2Az83/
JqubXntSTpDb1+ypXntjF0Vah6tlqR/c3jt9ny1eI+8Nkhz8GB4A5KvQGNBwHx0MKIa/5SqBMYBE
bRIiGi8ZoqQsy/qQoZUvdivXMmOfNluMUVb53l++UZ5aYHM8x3pR9/NhrVUVRAQrJT+zqsIU08oI
BAqVrzlVKJRLmFg+m8K/GhPT+MGR0NQs9rwZjvrqzN2O753M+X6sJv1JtMp91sSiqsepShxtnydl
+wNVof43n8z0SRX6gCEhVr0g09qWdemUUoy40kz5lxwsNdh5rts/Fd4qH4dWmxFyOlK7ndTkiEND
imqGBxDlXWguqu8ir25QlldO6mVRbS5VcFtWnvNLr0G49zQoKuMrKI2tbtMuSH5iLlokO6O18ykK
yiBbM0yEvNWPysUZnxu3w9CA8IthiPShDvqdYQgBroskM1+uyIMJ8FXXM717zvRANTeYzAryzVNV
L1eiR+F6kyW29Y8Y7LX66aaZXx+B5Trt6NjKqp6WgIOfWBnd1MKx94LHwV0Xa40WQ8uML4ijzee6
VnZxqDCSatKwpWxI/vG73i/+gMbWX4o8K+YrvS2F86BSWqk73e5gbTRrwStRK272T81QjGlUaw4B
VksujZWbkd7ihaJ1Gu1Xs5r8uyZryvm+LTT9n3qFWXU0s9YvlggvTG9+DOTgdb9E0BQvNslY6cMi
m/6z8JVhfG5wZRho9JcKmKqQqxv7Q98h8Nc9Ub04QamcnRoDg6BKMNy/kpb0EipzJmYxxX1PDwNd
0+Vta491f1t6S/6M/ZGeQ/xg5YdWoRL3WYo6mP7mZgKvWqpKz8JhSZoXYefddJ9Oi+EeXH3W9Su/
L13nuu3hY99CvW3sT0WbDHeW3TlYk7ro9e/aJBvznTGizgRM6sHuLDoQ62OHLrh8pjnA11iBTBsh
yyvzqJS4kt05qd89kBxAY8TBWWOIMisxgtDAI7veV1qJ0wGBftimAWW3sUiJKt6bCUju3tNRtUa5
3dRWOFl60e/A30H4My/3f+mas5Y3gHqZc1AUn1k01YH5CZeyytmtWT1VGIWYE9kEvj8BRol0HCJL
bDxKIBv/QdoV3Q/XU+5C8KLq0EbMVrtEuTnSW7JnbVxCZ6rBmLrUHaydDyme0CLPL4tYmH3tbxIk
bCR7152Onp/kVZRnGrk3c5k7eB15ZpFFAy2T36YgpSQcMFSgZQ5aV0ROka6fc2q7bG9Zg/6QGjQC
95aR9/dI+5ndpZyGmASz/pc7wrXd21ZuP+Kf0Ja47q91FSmpr7/6NaNR7+CvFJsWRon7bAp8oCcK
g1BTZMrsvaLr9lj3r1/TOa3MG0uZiXXlgXf/KbWhxmhnaReHvdhK3J2WSe+rhOffR4pjyQirtpzu
uAbV3+fOJJUqM4sFCNfsPxm00n6TJ7D+nJol+2ZO9AaiIch6Kxq9yWXmjLKqd8LkeACk8QBXc935
VQ55+r0ofRFE04RUn0wncxGhtqJT3tG69rMbwXn+h83T6kJYXcIIW1sadN/Qdc67fNG7r868+gFx
QuuKXqbJvvqeltS7XOJJsy9mv4D9uhBPjwVZTXs6s/tPdl8HP4Q1tGYkna6+Gek2rqhgsv46D8zZ
2MmKYATSR8x1DI0gEfk+KAbzJ9ZepFwAEjCfWaClRlgWQaBCZwA0hbAL0eRK0B1IuDB6ltibQ+4H
ESXKCsPFdJduVyGhuElINPlVi3UBpsqLJWRWUXcp8p1/V7le23HpGnMZTW4LW7flivHglAgM9laF
FDPKc8//7Zmd+cWzla6FKUuYJpwJ1jWv9TjAaVsWNuA+1+DbBonj7PJELGM4kTBOrjOb9z/J7HkW
kLNe/gkmYX5PBLFM+2qc5q/LMtCAXTov+FKlyvvsNXNFOPOyVrfJOkMG9Pt5HiLsBiihsrGlK6TB
YvpODpzJvwoM3HfrSPTark8NeYegeqp2M+XpUWsDZgaFJ+ev7w38jrjNNPluTh0ODCCs0eA8a6Uf
skL0T73tdr/HlLMbdlBh1lHScPjse19Tn3hz4us0No4WGsXQfTZJYOrDwQPDDYchte6KVHpyH/Rj
0ex0SFtz2MIdJ44KLebXluTFJSwEGuRta6WlS9OlZ2NYiq7awyTN7gcxYUq7ZkP2pNvFlF1xb3Bi
k8PdQqTt9U44isTNDm49N5+rbvDwZVcVnYPFJN8X/7mJjUYW4GVPQ13XewgzSbWr/Mb53Ht0FEOK
T6uKpFDOUz5qAqtszMf9w6rZrYejcGV901a+EB597vLIH/X2pVLuhPUizq6/W9X6Q4Qof6H5kayI
coyZDu7NMKr6h8ZNx+FjMQK+28TP9b3yRosZ1qT6YdW6kYSZ27bJHo50qV/RxsQuREqTnl6ZZ0MZ
krfHsdx3dj1jXeOuZWT0TXdNl0GV4SCqDLeeBQQ3wqRxfMI8X9Hchq5+h6X5XAJsO70fktOkl7tx
7f086mbPGa/WmTnbl6tdDFFgE3IZSW1Sf7GPd74MeC5+q2kfPzZ2sIz0ypZhCofAXduwaRfFabuU
/R9g3fmPDn4WsGeP1kvXQy641vVGN6+yZelurXGFvo5+kFNzHWzaSG7i5vSAu6b+TOHVfanLZvzu
JCayN8uolk8k4vbNATTL+1z1wvjqEz7ghYsAJgwR1lDmFrXSPnvQDZ4WAsSxAB9KLDwMqWdkC2aW
1Pbgp9btmtveuKudFUv+dlmbiX7WyiQNQ0/zInHcRG790P66pD6eH3KjCVICVaryqdAnH0d2WZvG
cW0rUe8Wocmez4OzL7IW1/xtKrbAXTes4rsbDMkz9sZBy55OTRVOq0lWsI0b4RIao9GbV9xQhJZF
rnRUfSwsf8qvZq3ha4Sbnc/HbnFK8WvG7UfdUYDb2q6wssV4TpTEDJmnHZJj35fzemCWqvpK1qnL
CyVbEnr/bA/Jd+gdmXqgcCjar7ajDdq+8aU9RHMwFPK2gy83fkL77PY7V1+4pfWmXdltSOApm3c4
t8Xk71vdzOsoG8Ys/Sq7oqeZznnyy02CNXlBay9o2TSJ1uwnXRfofZZymBBJcozcQeuz+11qDp7/
kmymdAerM6dmX/tTX17PqcudV2CrsR7cpDT9W5sG3/TDmfxR2+t+aQYHUgZH9xeCupkpMDQFWanp
5orc6mGKkwK5xHenIZLvPkhTbY1XpYQZEyqqvg6sn+GL7a1Gl4YlUqfurkY8697DCrGfgaFMbc8k
FW4WpjJp5kgbiKWLMQkPxht37Lnp4OjezPEgjKa8EZpR+fhlisa/HRySQSNvKRz3kJe0eDmuW8pN
1B9pEenF3MkjRYQnACi7rtkZXK3ET9d0NOsFyy4FeYKLrX/rUYB+6Vt0KluXs+GwbA1uH4XdNlza
NJKmv5FjXKXPs7blJkUa15c2qtt2bF8cVNRGRIOl54xLSeld8MKdZrHv5KK1P1Q9I0klcakLbmxu
q9Y9yZdaddUpM5N05exGu8e8ilRHlqJtsuQzX0+DvcxbWcUN2+Vyb8ia0s/SeuHfkBgugnXn15DA
vwjy7tSuJ4uvCs3EaZ0b+DT5cCjqwFmPyIkcPFnBqJrftZkTx004/LyGqbMkRoTUxa4PDaT1YucL
rrCfK7sbFb40ynPvy7Lz5t0qJ7IbYTKs6k/XS5h+oWwUtnhybOxsDwPS96+bRRb9vk314WkYtda6
ohvZcZPxy7HSr7sMKuI90LPBL7o2Q3DQLFVkIiTmI+iu3aYN2gv40htQFjsmVHwAF4OW6ykWaCHq
wwenjvO5mfdNmiQRH+4XgNAxfh9yeWskD2EBgBmSMNCz1/CDlfv6DB5Zx8Joszty27+vXg7gMaiv
Hx8IqyKEM6Dd2ICeEPhy228NnS06pn0qoiTRCYwHz4gyZFUXYKTTjiAgoA5j1oH9yIigSa+fScqS
Krmp2jhoAucOuUkQldX4guWtjNlRrD0kj7/vP905PgYfnWmkj2DTrzhjXVJQtVxU6xjTE283W+nM
zrFYH35Z3JXoO1L00i+gR/f6wUpdwwqk8JqYSIKc4BcxVdcZSJnaWVgTXFiD57O4Afmo+zbwB8uJ
kzWYOmhN0obb2IZl+jvNbXGCGIx5PKbrmHLtGxyjwgAoUB+N69kSlLA15QfuL2vyBJy2Bx6slHMb
e+xnRVgPANPh1Pum3L//1s4W/9bp5BvD02r70s4k6YbtrjoMmVglSoV2Ao3DT4Im0gBuLwx1hu6D
m6IY2yIIoP+eAe6OgsDq4UkYK9maf6Ws3aieW5fUNaNnR+yWj3ZjNpMQtmxAd/RwrMzXS2XBZdDQ
57WM16w3n02+tBc4B91PX5uLz4RU5xe+ufMPAJaAvlkk01QI0IW+Hq9L+sFK4MvGYtSsyO08/3PX
NM2H2wmMQhWLZoFWHdX761HcJmlXqDRVnMMZpdJUZOiG1tRlUBgxmb9kK3T+ULTeN/dlNEoe9gUn
kyh7GUCfq/LYSlbCYrNgHv7x8VT9qC8GLWmsk+C6b84BbI4nSL7dgfJCZynwS8TdPc1GzjOTlmM9
lJekZGfrcGvIEPyKh+C2XZ3ujV2STJNB2Fqs1W2/K+1gfjaMftwtbm69JIF/icR/9olt4wE18Wz0
oREovX5jk6vsaU3nInYHCopqFaLBbLfRb6e60b6//zmfvS6+LaSfKHVw+6CsPVkdqTVgfaHNazzb
udjrQaPtPLu2L+yLb41ioHfnKMN9wTg1RM64A+aGToG44Ij4q0tK9Q2nmtm70Nk/234xoUWBAZEA
Mx4sd0/OS0c2uSlaR48TgVammII+nis0rmHdlGtYAOqnocjT9c9H53Czr+CYobMFPcM52XuDknsc
YQpDrKZgOGzpt1HXVfmF3el8DrdjkhmElQ595nQOeYfWXMGHY3fCvn2UAF+jVl4iR7wxCuUTE8jO
Djfo9ARrcu6dpd+MsW1r807NkxdBKBh378/Y+Yvajg6GgXMJbH2609ZVXwLt9WOsD9KLigFLU1He
pGl540OujarBvnQyn33Dm+xoa6kaW6ohy+T1N+XmNui/pBTUilk91UM/XQWpHA6tl1jxVLbiQtlx
Po8eHT/EENuyZ/89qacQuU3GqhtLXIxBGnlkW4dQCecPzyObBGcVRAXOSare10/F5Fl4LnhTjHtF
+tfLLTqZOLekfTQvBD8faZUEn4ymtS85JG9/8asO3FbfbNsFhRWSo1Or/WVM5naRFWLFtVV/dWvp
9lPWrDe6MuqjoiGKz25ZOC8G14Cr99fO+cxuQ+NByYpH5vRvP/Q/Pf+prYtiHXMR6wFlY9XMKjYL
UM/3Rznbg7cHDP5NfeUso1v2emazMhvMqV5EnA8GLUX82W6tni5YMK6XTsy3hsKbBn0THCjCI0+W
puGTIkHPXcRmZ9mhLuWwV37uRUPiX2oWB2+8NqoBFiQHDAt0+0r+M3cYd7TU+QWEa6MqvqMlTDva
U64mI3ymSLtJ+jV5MLzZ+bFkcqkiPZ3aC/5l5x8irX8YURCImF5oIq9/hWkgq1BgpxyLDE3AwVww
1P5R6eBxXu1M6kHQmekv6F/fWjL+/7caVNqovF6PaU25Oc0g/bFvg3voM2JHAja8D3/yEFHwd0dO
jOn6WaGlgDSSuWIUDXb8vm0HepLV9Pn9dXlm/0bRDauRm8x2EthI/F4/i0d/r8G3YokzL0OY3Wgj
u1jiKLHeg0LZc1hbk/GIPYsy2Fj1KgmV6+J1V3mpNh4MAO7hKqkG5AlZ24kpnOSQlXu40kZxyaiD
3+R0jyDMnhKGwCE8/k7W9arlvQ2tf4lZyOIpM9zxT9Uu+YVZf2NJ85WyGcBWpGg6vfgQxVe6GSl9
GDo5jfvAkk7dqNRlne9wzHbzY2+v6pcw8YU4EEcy6lHr+MklSOCNFQYbDPQB51CIws5J5WEUvfQm
WincZRv/ULp6f4Nt6bB//+WfH5tbwjNmQlzVqRFPFWkpaZ7Em+Qypt6oR16snhuRHCozCLMeN4+7
LNG04o5udKk+XMHhhGbxjJTA3LlOBfplAvNJJaWMvWCYbkAXPwVFPXz8O6W6odC2N1iFW9Hrtd1Y
ZipEwfNVo8LYPzPqfa+x874/i+f7LS6yHM5sgdvN64wwI+mCp61CqTdRDO4Q3nhF6OH57+w9ouc/
6pSLQRe8Z2hAG318I+++fiibLGtZEkMRG83S4NhWcU/OlWlfJ4gDL/mcnZ3LDIbgk4ssSwQDkZMZ
LJuE2NvU8uKi97u/OXhyczVPo68d9YXNfockSfOeptYoXyxM86wowyW/imqSFDoaUU75PUOTyiVH
pVn9wHHgdY9qKbsvmmkPU9TXZfZEllMgQ0Wnu0dCNS3ddGNOZdlEORjO92UVub8Da61/0+er6rgK
quqrlTm0nAQJCtoOUyyY/46lRBsPWK04dK31Mn8GILdJxKDJ0xwGVwbptxXhzx97nSrzF0mAdRXP
jUqXT2bjc973CL1nEj+13H5aSc3sb2ZuGVBFTMrX/bwm4xTZBlhpuEhvuZQnc/YpMtE29fgW4r2h
jSf1XT3PIityy4m1Sf+CD6fNdrpcaWWH7Ksi1tXrhgsb3dmyZUR2UuBGXu+mon+9jpzc8ddl6t2Y
zqEyDqNXYiSeoprJI2tNlw+XWbDMKRExkYaZavFZvh4ut8VQKYgbceX4GDh0tOmnOvn1/qd4Vgww
CFUkQS/bfZdT8/UgHAxTtpCZHWvkS0ZzY4w5/TRzurXLrH/U69K98O2f7dMMaG/TyF2Nb/HUOwr/
hqDzs4UbYkCMhJ3QUMeT27zwqt4cBYU3Uu8NULJPXpXIygAxWqDH/lIujxLO1xcl0kuqlLdGwWsA
u2qoTQ6w4+vJo4OXtRaq0TizzP5Y6M0a0qC/BH6cLzsk8Rw45D1vxfap/6gZpIL1ljkxWltzr9FG
iiqjoeFpW5eOt/MHQvvyL4AKkAlN+WTJebRc+fhNJx7k1viQSKEKjHsvnGTnDwQaTHuAiyBXzzN0
ZTP7TM1p9WM7kXn1rAclsWuOUXTlb4x17Kf3V/j5M7H5O3yzDgcAp83JUljg9wo59H68maV/hayY
v1SlumS58uYo3Kgty/L4OXWebOZ+7LpE+PFs+PNLv2TzjaHl8uX9Z/n3m39V0QEKwCZlS8bRl2jF
k02PiFvdRpkcxLQ6kFqhQ57yg8KBoI+QalnWtWcp/88kjfKfROuX4ipL9elnk+OvcIDNsBrQLqvE
OLz/a73xQhECbIaYm8UwP6+/A1FXqd8nNRmApZG5jxLCyHisnbpcvyiYIX/eH+2NqYZ5ircU2yIQ
yZkuZkyXrheS0dzcifhenIOLz83u/VHeeiZUMETZ0WTC7GD78/9c1OZsbvUyGYNYkMQL5avQY4ni
GyLfPIXvD3V+khG4ASaF/IAkb66hr4fa6gXa7bxUxy7qK58CLFzxS7nOB70JtdTR/1j5xY/wjVm0
AZnAl+BjbwKB14O2XdXqaM2SeIZKF3V6VUf6LC6Zl54fL0RgbaFvkBEwcDjlCWdwrCbDSpI4Q955
3+Z5+Qt7dgyyF/wQe/CfC8fZG1NJObn5fxu00pC5vX6qTsjEdrBSiKd0DkJNR5qvp27xrIM57gJj
MG9asQyXYg/fmkt8Fwm/JsUCbeDJC9SdcckSUSRxU3FS+77QrwJzvST6eXMUVMQ4SHmwzE89ZxWe
CbatxiS21uoXnjJin/X+h6/QZDKTi8JhQy+LJuT2S/xn2df64JXU5lq8SN/crbapHarKLS9UyW98
XFRQ+MIDCSAB808mLOtRB3KoabG0zTwaTKc+1O6Kbcna/Pzwt/VqpJMTTXcwUEgTRgo6zMw81P43
qe7wCc+tX0OmGckrrRJt3L8/7JsPyIrHZxQ8AsDz9TSaDWmzmcE0Vkue/AQsMMZIzEO/Rq7ohx8f
HgzJGSktW9sdTcVJGUIVTLQdcHxsU4I8WuSghUaj6t086s4F7OiNNUhvk8oCrIzd/lS5t+bWCjPC
S+JcDgmWGT16c+l+1MefcxTgG5SFwxSl4CmikAfEYI3S1mLM6+EE6gUMW3eWxw9PW8CT4OhOebXB
ma/f0aSVrZuqPL1OrLHaknKDfd0O1m1Lw+Lx/aHOt0E6f+yxXCBQMrPuXw81z/kCSXBV8Syzf2yZ
/AkK62nVW8JNqvLq/bHOlx5jkemw+cHqm6ro9VhmT7pXuggVo+CzIGDgGY83vI8lTCB27w91vhoY
anPA5lqNHdBpY1Plbu6XjgmSWLkiGuA67fJ1+qg75r9dKx10CacrANpTWknatVRWSthxrRnTrvWy
X9MauPC7ZHvhID5/HlAdIFGPf0DLznzLRAsp3+BuglXH+kjwXnldBqO8gLGcvyDOeTpwXE1AkDDx
ev2CSi/JM/LQzDiZMvvQjeTHBqvfhJWxXkqSfeOByF1DzssLonHqbX/+n90cMkfj1YO0YuzENlsP
H4KkLL0P1/NoADclL1NHNeGd3CErd1nItHTdmMhVerKz/yOr3Lu1sJcLu+r541D7cg1CC40qCP7D
68fB7ma1Wq/w4jEz/k5Omh/tUtoXitnzEoJBtsdAZUgpf9qnSlKB00Y3ejHOI80SWp2GwKN0169c
kzVIrNhEYK8Ah+2jNoCb9TrRq9BHkFZxKzqpXcSkGeUwQL+Rw9gfM29+0ucuufB051MIz4gKHZAP
TAE94OspTPwK565uolTpuDMMUiah1uvzhT3ojVG4sG4mvXB3PaC116OwM2U18FIS28ppdovTNlE6
QhF/f/sBpuDveX0d2kTdbOGQSEESzZNPSUfw0GddnsTVJL1gpxWLZxzHxch+4q4wvaS9tH83dqtr
ByubNu03rv29vyWZBQp6lQP7NvLKxazuzBzg6GmoOm153pr12iEpktm6M+n4NvvSq5rkE5dV390L
PTGmQ4pRjoayQrfmO7gCnXPw6YFlKMRqQDXDbCGQp005ihs0OUJdYf8xo60K6qDcr13q2Tt9Ghz4
t3k7j9d4dVbGraOcya3Cou3Gco88alZXM9Yd69FdjCrZk1Bp219sTRMvuRhqBzkS9lqfOsy07GNj
aZnYeUMC81VXVl3J3SwXdz1Wq1E5sSUBXSJnrAdaWyrrxydFmLSFKqUf/w61HIe7ti3oGZrDlH4R
Gi7Zu0VP1vRhEhYJBzXCumG3shOvULJhR+68fnCe+e679Ohamgnsj5VTVFJT2vvGgyn9ID2z+TSa
PPFdKkyrPLhYRPfH2bNXsQ/ySmK3YlZ2EC82JlDFDt/8SoVto2GaYxQK/xWvnuYvS76of4puwkNH
W+fKiZbCcKonadHkIVDUEuiCpOumY1jBMyPVCmtXSainxUHEyQVpxMtXwhmRuyw9ght8rOpPCLGy
4C5DzlfTjTA0eQ90mXm/Va/p1Y+xkzK7MSacQK9skqv0b6a3om2ZiKvTrpXpen2oY7EB/CcSp8gO
QuRCHun49tc9+OhXZ2zH4rrpHQzXEFNpNZwVW/q7dRLGfCgaskt2AoMveWXYM1z8uqd1cl04JM1e
ey00zZ2Dd0wftbOctKOd49qwy2AQNVdFRbF3rZmG5AS0eS23XL3Vn1k5s3nvSQPRjwar5cegO4MP
PuC4w3Hthmbae82YYuFjFt2Cd4q1fsqTxPUjiL5Zfm8vAA63zjoa8zU1+VxcuQUOQrsMJgxeQYKg
VAf5lcTOQHV2g/Gb0mSHN1hfjjeylmUSqdqe8I1ozbWOhjnR0nAerULupFs4SDocbVrCtR+xrOlc
cmw376C5uh4TbZFh3pXWcLQG2FO7Elvlcc+ZUinWSqf3EUX7BD9eIzt2efICyetN4d/JSOW+L2+C
wVXWYdbX1MY1bRbTXmRLuly1qYN+ImyC0VweAxpChBOJRNf2GH933reEsNPxNlhK/1s2FfpnbNiC
IMqTLmtu0wV/hVCv8CsNJwsVVFSuA+tp85SrI99dtCRcU4QI0dJmRh9p3NoSQGBXFlEOGqIit0IG
QLFi5zJEQx4Q1Ago89AorfhsGp322cTypXhMCRMzvgxireWjwXrBXJoQdnXt9qX0wqbsx/o7Wttx
3i1Q1bSdLSpou72b+vOMetKp1BBJ4p7bMK9N8q0zS/jfHC8R7VUu7d5CdELH++eUEe8JbxpJ1gBu
KOynasqqf2anM7qrZbBUBVNaX16gHRflk/LgwD14aALEcQT0GJ4xQOL952PQvvTakho7dEEBtHFD
kEfck3LwUEwk5x4CLNV+jI6qkjuD9MhsX/Ady59qMQTBbA2f+82CZyy6VYR/4+08qRkKNxzVNoLX
Xy1XW0qpu59GxxAhXwlTiBYnC76zDSflFYqzeQinLTDyqLzEno5J5gXjIajIlo96j6Dyv3Q2Oj+a
xJyaeBeuGEZqIjCwqAMIXG+9iUDfT3nvIvFqlRjMT64m0vVqThddHKzSHL+uiTeJhxQxTb/P9a7q
dguvksj1XhnDvl66Vd7nZZogLRw00qlxcJpGnTyRWbN3s9AaXPucobVvOWoT5Co1bclD5ohSXhOl
YHc3lRwnEdcYcGkPwdyVdjhkwjNvy1kgYxmtQI6xvyamuqXodqxfienIl0pai/Xk9H3gfSk7X2u+
JmCa+mejyuYyrmY9H8Nslc56VZvNeF+sSLEPboEQ9gtBb6PTR1OvHG3nJosSnPkyQYvMMsHzD/dI
H5ERTjPdTkcUVKNI8Adts7Sa00PT4Ux8qPukFJEctcm8J9hkXQ++6Lo2mrpUsbBWNIpXfje75F1W
anS/sWNN7c8Vd1rNi1q9alAXdUmzHOiKTc+epmwVzZ2feNejRruA7SFds5gP3Pjkrm6r72c5TOYx
GAhh/oFWqBoOWQEGeaCrUBlWKEotzR5zhccuhPbOqWg02dp6kA43bezmuPRjQpau3zMHOfQYmirR
/sfZefTIbaxr+BcRYA5bdhr2BGXN2BtCsmzmUMzkr79P6W7U7EYTc3Dgs7BgVVexwhfekO2thnsT
rkBZiQ8e/dv2DJzd+ACvpC5/qlMThXvYRiS2CXHEv7SvSJu6zF2qBwBhAr+xLgFNDLWutH6ZSUTz
Df2Nqtnn3M20TGGuWy3rvBj5v7w+Ynj2FFfx/LkpMJRQilRLdghydspjm6bQ+LyZ/srBqpC+85Ek
7UKf/p9FUQRTSkJMS1mcnVfN+tfaKhq039oKMteyuM5LpLZ2GszOkqaHJTcVxNkLta0PKm+nerK9
mbgmrVRMtSO+0hhAUzSsHf+Rm39UkLmdj+5ESXNvi9jDuG6Ja07SpPUnMx2V702CMcZHZ8401Z+T
xXjroqhLPqWKKziWC8Is3GZIi7U/hILuV+yzR8rhyzIojvfFQ9wBthDdQ+Pg5g3NCmTk0VtD8tKu
TguszlfMoEzoU/zIkOc+dgw8GyMFI/F5VqTHV5lP39DBA4DD/bs8If5lqsFcp4my72CJtb+SMakw
x26G8gccqBD1WWBYPycITj9H+CnLYUklSGh0ep37OIL9A91Pb7Jjglz4L/xFk+mgQ6JJP1uxl5RP
RVQIneBwqPXKz0eYGHuZ/OEtUc5V8j2d0qz5XiKfCS1WH5BlmNClgf48GuNHeo34gZfztChfZluH
VeHHvGPfLEDo4vNEwi/2BT3aFGpcM79kTtzlhz6b2+p5HIaof3YUdZgeoC2qTzAacG+LnS7NWWal
+dyqvUmHOIX2c6raNnR2LsgCdQc3FzII0SW/CJJ4+SlCbLH6pGKjbJ9cc7L+QcKc3da3cRl/CONq
wrFNQYbsiVLYsDwSHS/NQx3qyfSSu2lT7tDNnp1TqPZa/9NBve5jsUidSuyS7PFULVoyfDSGrvjP
bd1WCxqz074rg2f2/3hhKPRDib3L/MXlXwl/bNJofp0LBWo//uXJSRCcBhoqDtYOVRJrJHZLuSvr
vu6nY1csiFS0ekWRxBdd3eD9U7uoZJ4NRD0BVwhoLTvQ0iGPrRFWyaFVFeNr5FJfPE44tQMdWISJ
yQ2ijK7jF4oJg7M33ZQr21Oqbme4URf/ZcSja3xxY6urv7cdmyFATg43I4t/r+yjVmo6+GBchuLJ
bvKiRlgwLahNslmtT5HZO9pLxYYTX92o1vuDCEvFPJXc9sAw7Nk6khUaSApk0F4eywJSKh42ZjI8
ZmaTuU9QhYbqQfKJ6n9zW4T5oe1cxWY/5zAlB6dAxzhHVrM7Qb4Deonzw5T7ba/r5RH8sKN/0BWh
hIcyiUPUApFXVPunGok3NfMnNSoQq5iiRPkvd8OsOxbdtNAcUqBIHlMIECZSu8nC6YlUqW5IiwkF
LMGVVu2mdApf+lqYXyLRwnizmmRqn/G9Le0gUnD93UWqUryiuMeGyxuvUo9hCCXSH+B6VKexDvvp
Qx5HToE2JhU9dFwGs80/Wc4EL87v7EkqvpfQFZ68ImuWT7Nld2w3ZdKH10ItUZVM4TXGuzBKF8+H
aJepflU5GHPFPIW29A2NftTjGJY74jbgw+HixfvR4BryZ60j7OJxs7csc2R99jKx9Cjok76SW5Iv
r3vvYVmkVhF6HhVIIzolHjKqU2cbz7OB9AbaB58qESNWoRRzi9Ss+V6bG1olYPepqVBMkQynVaEj
6rqhqo0mDICMFH7lKskL7BIs83BLf7mfRP+uPa6min4LDRM6zChGrcX6FDcdHaF4YdCgZJv6kzt1
PyNoGF8qCLmO3+l19qPK4mX0C96Yz14Wqd5uyZTkn/s/5MaSUxPTqCHZlmy4reaMpqVaAQxUAqRm
K39yMnHko3dHtG2aI3TpPvDiAu+HpI33MD4/3x9d/u2rVQCdTAkGtTgc6tZkBmSPBQ9rHp05YYs4
ds3iwLQkpHld0BVFyKeAlrVVv1iPSToDJlqyeEAoXGHyVWWcTO7dMIA7TsbnhOK4uJ35Ys6IOXSq
Nm9UZWRt52KOjEdlHVASjoUq2Av+/M9qIOk/p51dVSZ0JjSrNv/pci7UdJraPbZ14TMB+vBXandb
QkxXJU85sqvR2ZcSg1TAL0dOseBqKZhQp0mrbJfFyvwB8jpCzki7/XX/Q16V7+RQ9Choo9IIpCF3
OVRLz3gsRzqAIDLnN3j4xXFobHEsEEo5xR3pGwAx9D/uj3prafmCNFIpu9NMWG3ehlCpcyfaTJGW
veYe/aU0nh61vv/HqEhmIcf6mY0Exv1RbywrtBsq4vg5IUa5LrO1vZorZFZKIJxOO3RhTRyYO5Mf
4gLwvwxFD4m6qNRSXLeLxxTWbm2NSuDUoXtAhabzZ0jV1BOiLfXQq6KeA5qUcrKngtjg+l0VD23F
MXNF6dHnFgPq1QPa78ailhuH4dYoFJOpjENrow602idKpRYlx4QvRklkX0IC24FF2uoo3NiN0ggS
dBq+yNIf53I3omiUTrqLg29SKum3Dm2GzxMraZwbE+9YZRxdSjIo+OoP93fGjf0oaSo0TVxwPFxq
l+NqS70A4ovSs4r5GzxSkZ/TfkJFxTIRwCy79BBN2vg5izuxcf6u9yS1ZYnrwciGEvO6QwhuwW5m
6iBnRK2nXZPF07ee3HtHwWgL5HWNhuGM0xFCqg94p7zaLmcZKjNCdlNWng3hYYuKhWk2/YimNkpe
MrXpqLp2nWadY3Du1oNGrfjrTMLTHoUbdqh02AYqEWxEtft+f/VvrIHucDDZVZxMADGXv8s2ZKcK
Uelzo2L2QVdriPyWViR5LmHj8f5g11uMiw60Ax0riXu4Oi7taKj007PzMhoIv7RD4/k9WiaPE4RE
RFcMNS5e6rQI5409dn2CdCqdEETp0ILaW+/tmHS5abBNPJe1UKRmB3kBUcu7Lx5G8ShZ6jSE4aDK
6f/xaBlZioSKm+ZnpBGUb1mZhAdjXnocF8Kti+f60EgcH4feZDUluP9yqBbzYAjJFCWtqlbPaZma
pxqlGW6IRaD3kyDHl8PKpoTx7ruIgSkRYkhG14mdvBo411uY5UV+1lOlP6BSNfp1Pofv7Ts6jIKq
G3BSwg78xS9HcQYLqQ4Ehs5IRNi/jAJRS9dYxFvo9t17QZ6/h4IgKglfRLD65VAqeQsHl6FCr9EJ
aug0uG726/7Gl6tyGc5wsSIE6sIXxoVmDblzUZBqGnfhc2W5+xEVYX3ZA1ygLJxlQHJrt7K2KK+3
tjzJAOAYcCtcrPLP/9iMbavZ7Tzm+bmYluKvsc+XRydFEuf9EwPHIXuQtPC9dbREQ0sTVZnk53pQ
nSNWJKQ+88z/tUTe5pCp7x+PPQEakyoW4KL1QZ4bt3aLJC7OSYKL4bLk31t6nX6XDYGnpf/dn9yN
QwbgTGWv8yhKr+nLJbR6u+8QzWNruPvCmapTZeZf9Jg0pzb08DC49UxVTWzcIjc+HKBtlAFoP0EH
MFYvxexFXZmhmXTOlMJ9qwcuQ3bltBUGXl/8MmeDGwQbBqTHOsIWWptmUuXsbGRwYAdq+ce4NLLH
1lk2Cb3yEVltf2JkYgpXYljcNYliWSjrqHNYnwUiOYtfIFrb+aqFbDwVfgeXkpE2w1e1yduPYDCb
H6OohylQwwjHBm7utN1DAZm/lBmiYX4yRp7xMPeekT82WWvoD661KHjLEHUqewwoiv7gJF027vuF
tsKZd7SWIuEcsWNGAu24voqO8nLiNZJW3kPfdT9j1+tSxGb5ILsMrMh8oK6AaGVmiCo6V2UXOTva
gwUWhYkWzwekKMizUTJGApBqepg9KCBPtJ0Fs9cF47kQUCAV1VSPEIGrjTz4xg7xuB1UEm5UeFFz
vdyXodua7JG0PFv0ad5Q/ps+YVez5Vb6O5tefTX6+/TdJeIIjQp5PP64QTR2npv3XXlGhcqoH9Fs
cL1X7ErozmYLpXZf1REdPdMQpE3XxWLsnvTEiIo9fPc52Vf2YPyLJmUzntywqQX12XmKD0tUFz8V
mLRWIFIg/X91gxp3u54CbBTcP783tjh0f9g78hUB4LY6vwUapCG1t/KsKJnylrMHBzBtqnaYbcV6
t9QFJD7SKtAp/IM74urJwszKnjWy1TMGjP1DN6XRIXGM+khHTNmY1/X35zpCK5jcjbQRFN3lh3Fa
tHwMCnHcEIttHNDw7Q3kiIoxPt5fwOtni8oS1R0GI0G9gnk4qZdqbsJVtBAXd7s6z7FFSAzDz0Ks
mqh90sC4P+L1J+N6Jx4nsPn9VK7C0QqJwCab7fxccc52KDRVHDsaadiFa7v7Q13f7hKaDfwM4AfY
vfUqIg5bNKE5F2dNFM1en5/LutxhtkNxUJaTsSItpAxouHG931pTT/LiVEBOxKRyBf44VTluLRFO
IMU5SrLUjwd3n9i5udOE+Tpwz2+8lze2ig78HilyhwQSfPnlaKVEFJeJW5wJFeJ90Rrxoxnn76Z9
UHy0bTkEUTYEndVBWxDj0tAfq8+I5+A/pVNtBd6Cciqfc+Or3ZiQlMmWEHR4eWTflxPqhwgJZKWv
z0MxTR8Tx4sewgyLlft748ZHAv/I3w4cDY/rNbDKRfYbellRn9v62GkDi1amo29OtHUMZWND3JgR
r7zqSJyThNmtsoYpJlSrkNk7R1SDjgK8xTGe8/nL/Rldp16SOkXKxbIRQK3ZGKPBuxqmNus2k+ES
2me0srQc7ptV4XQ2qWO9y/ArWjZW8saBhvjPOwh8EEbLGgfXOqIv0Y2tz03eqMcJWLBvFYq3x1Tg
3aBznipoR6BZZHYJwv1yaxipGvVuG1bnOB2XfW2Jbp+KYSuYuTEhzi0BL8kkRdh19XWJgVssjV6f
lw4MUhEJ90sBgP5k9Kn97iyIh1cD3UdiDh9o7bU+IMCL90gtzohatwciGm9XiNTczRrWive3x41N
iMo9RQBEclAOWdfMJIa6T4dKnA0kDU0Q7p7iHWZD9FtVplsD8ThKeS1cOdBAufxI05QMKYLl4owD
ZIrUxQhNTFG2MvFbo3igmHm3YMADxb0cJc9nc/A6tONQglU/xMqiu+g6AmnbWLbrewJ+ICRL8Iny
Tlrze6q2QLh10vuzF6aR82BMM0rPidpF42FWPJT1ktkRW2HN9eQI+nhBcH1Ayoi063Jy2HfSXZ2r
/ty2Xn4eiBVo9FRVkm2EGdc7XTqzYuhDBg60fX10G7dr2mJS+zOC2OJIkb734ZS1O8jjW9XhW1Mi
PrYdj/+Bi5A/5Y9HsdXtnkq43QNyiNPjYOgTWivKFvfl5oRs+d5DFuGhWi0cbDQH+GM0nHNtLJ4V
B6QBirOWgROBArf7/om6vnDJ4SxpvYR7BEo8q9toMKy0bQATnQe7LbP9GI2eczRaheTBcvI+OVN+
173TnBfRx/ePTGYA855uII+k3LR/LOZi2tjQiEV5yIRR2rsS/dnyZFYeOJZ5Buv01HT4wO11exrK
4/2hr2MqWUZhw9FcQOllreKgmV3suknWBAhPNL5TGss3LbYQ0l3U6GGhQf+xsY1mB94v3Fju6x3E
y4ksIQfDhAa3ZrE0hmjFVGRt0CvCPKV1y8umJ1u45+vzzppyc8knTeboq3tlmrS6A9nZBpmafBnS
At/aon5z4+pf22rDh/uLeb1dYZRIEKr0qad2tBpMS0zgTKqNKlCTIL29RPMxI69AxUPbwvn/Jptd
5npyLImLp54IY2u1Z6JEL0PTjJHoEVHr7EUMJmSPKnSv7qc6MTMJ9QQzICE9yx4jRvWJBsTQf5H+
f9h/AiHUOt+MJyPEO3PqOgS0gdYdE2WkQTpEhvTOHMUALit1oh/31+n3hbf+8eAHKCiTolDLXp3r
MdLTURN1HbR5usRgTZvC+GgaCCgc8rx068Sn3J7Hu3GqcuccwvxMd3lrDO0+EVMGrDodCLyXem6H
Iz7UUXTIOqomuT9FheY+1mpjmPWnAuVp/dWMQTqclMZNf1p8ncXPYm5PnE7IwPdpHmuaD9IptV4A
QmDjOFLNzj/pGE0M+whuL5Ji4N1SjD+ivH67vw639gtBvsWHVOmxrV2U2qFUAZeYGUw1YC7qnL8S
LVi+U9fvj4EcWX/DvpuonyLV6hFHMzcxRgDOwSCLN91oDicMhkcsMaPlcH9S1+faQb0AuTTEOJnb
uqYuWs/jbQvLoOIhfgYdVOxz3cnffXsQ0smWPsJ25Etr4jXJSls7Lr7L/aTme7RGwwe9LrSN2vmN
DwSFla495UvSl7UoW6EArrLiXgTCivO3RtOXdI+Ge3ay9KrKNwLvGwtHR1J2WWRDAnWxy1dgWLTS
mLVYIGXqvkkIZTDwym98nev7EMaTfGNIKejtruv0oMgrC9RJE2CjND4gbLssyHS3XRKoUWb+Cm2l
Fxu0vutFRJiSx4WomMj4inAHQxIh6JonJs7T+OvUmCMClYrXY+RNZDlufLIbE5SvCpodSAWSEa52
ujEKQewoleBAlQx+ZtmiATeIgvoxms3YBHs+08q+v+dvTdGlRQ7Ig6DoimStK7MnOqxpgrqs648Q
N4bPeeWKpxT/jo1Y4XqXQKrjjYH3QoWba+Nyl+RmUePtsXSBiVG25jdF5kKRa5o5O96f0/VAuChC
rAZYgRrVFUxI0TB5K/BuhfPQaf5kZKBPI+PdHG742wR3FI+IQqh7rF4Ct4goMFtmF2AX8yOyxEkr
ppex7uDb9Or7C/UyLiYIp+JB6Lq+NAR2uaoVKx1csi5/68FWH8AGjxuJ+/VmYBSa1DTkkXGkxnj5
hdB3ApKqij4Yy6l8RA/N8d3IniQkcStXv/GNKJQyJ+JwTvO6S+WoGP9QJxiDsc6UHfAMTL4lGP/d
O4EuOBc6wAnqEWvw1KSU9D5M6vvonWGbglfoB0Vblo3g6Wousp0nLyekTuQnWi1bCpXJGWLA6xWe
AC+dKr3s28rduIyurgeIqRwaYEK0KSTB9PLjmHniJXo/jkFmONRPek094DGGg4mSJ6cRM3r//trd
HA/dBVIKOmDGOr5WVUS9DNRiAuzHvM9U2MdDNU71r0GPs5OihbBm7g94FdAzQazTJGFNBojO6v5r
lByHAs8YA0vM5iGJ4odpSd6mUTuRgn7QQv1pKcyt8OL2oJwsna0oB79cVfTmhVovNt9OVd88Z9nR
YGz8tsYUJo6T0ne69sNYjBthpCbnchFGyrlSNCB7AD1EJHA5LKZpaas31RQ0EeD9QVP3ywC2sy30
7DHsFOUzpijD16ksE5CdRWN+toVp/ppC69v9Nb/KHPkdZI3/X+GXUs+XvyNPZwE2256CqDRtBHZ7
UXxSaC9Huy7USklxKpVP0HLJPu4PfGt3Ie7xm5hPkdBZnRlt6ikP6d4U9P0w48Rl/xSAbxvcJf2u
iv6+P9jVvcYsPWJHak7cnyRul7Ok5m6PfYK0Y0wZ/kOPswS4fsV+C0Pr17tHIhcFQAVjlXtnrR87
hh2ehwvKnxO+DWe8dKCy9VoeTINuH+4PdX3rMBIKKbw9CCVTf7qc1IJcbF5nkOc9gO2vTu9kP7JG
WBs36I2lo4tKSY4rWioIr5Yu1nSMPcpUDbBLTT+Wde48FoUSftSHttiID66H0sk8wdpCkaWPtq52
knjmRtmqU+CmznhIw2bcTzoMozip3s2Ypnj7W8CGfIIHfJ3FUZ7WnAn+UFANYvji5OHwSqiXbAR0
14eLx5RvRG0GXUIK7pdfqB7VJBFZNAfaIuadLtz0W5RI2bfBUI5an4DiBgK18RjdWkWwnlykYFkp
5K7CEvh87jyZxRwkEeBHDybS94FV95UqWr69dwfSEUR4UXb0wTutiz9RNjetBgcuSGiBP+QdmFkE
wqf9/VFuTsglWJBa6khgrFZR63+L9WhzgPzz1xn5vwOoNkivOIVsjHR9okA8opIKPI04m5v58nsl
eu448WzMQTY1C85bXugbHayw+/O5vvn4NKDzcEclxr8C/S44yE62Vy4BLe8vVVcHHZ1Pv5zFfzVa
hv/LYBxdifplWmtee5NrlRtCTAu83p0Ru3AW56sJBBi+E1zRs0ewp290Em7Oj6dUxiq/3ecvV1Gy
Ke1yGJdgcqH47Wq7mXZCheoiPL0FylXOG3O83iCmRjMLyDgfjX2y+myI4LvzDNojcMOyCTR0wo+9
52E61njzBoDr5lBgxABWoWZJsf9ybmOL/6q7zFYgafwnMpf/MBKcDtxQzcakrvcik0LtxZGcB9nE
uBypreYwdAUyjrqjJMek7E20m6iw3t+LN+Yj4QOyTkCrDm2jy1GSuRy03qxcElxcj4aiUX6YBbwj
jC6t1/tDXW8LFo3sD7yRS9dsrW2U5X1rFSXqdrVpgUXrC4jjuWFEBw3XKJwpPeXb/QFvrCCiEdLf
GEE0Ws6rCKMxFg+bBtMOFiV1nqMFDEO3mOPGbr81isulwe3u/P5elytoNVALMZFyAqNzS25Zryz/
VrMs37jVbwxDsVRuOrl29FUvh0kaNyMaNd1gzpPooPQ5hsf0ot+/6eRFK0XXqBiBjrgcJS29DgfL
LAy0BPP6rBDeoSeE29h0N+bC/Sq9dSigM87qw1SlFktPPJfUb45/WcXiflCzKNs4qrdHYXPr3Hs8
G6sDJNK40Torc7FAnrtnJ6+8fYQO9sbnv3GAZAgBfoTEmTLb6rWNprRz4GS6gYqAGnJ4QntGkBRz
0ynbEnb9/dBd5gyU13gGKTuoBJdrWSG7TGslKhCG0MiEovYJ8Uu/Ew4QEvDavat9zx1I0YWv4o07
pNWeddmh94BFR4oA5/wlxt1Omb/P7ld1bndF/Nwp8D/s4musvIYifXA8jOuEMf3dKL/uH8Xrs0/g
KC9NKgikr+tXqHeitMdZIeRbgKQ08jo5j7Ue7YzaRAs8HLY8Fa6/PeOxt35X0zj+q5CBNFUZ5hQG
UWW4E5ZHZbWnM7UF6pH79PJ7ALKnMEhdgQoaJePL04LNSwd9Z0EqsK2HgIiMjkMCr92H6ex9BHuW
nY2uEU8Y4pWvZFnjhlrcjVVlZA4rpVfJzlrtcGCvlY0VQHSmuxAH6GtgVIz14p54LeFJSrd0fq8p
cVStLfYfjA3ZuFkLRqttojtowkXnzI3n6T/NxY74KSpBxe4sjBb7UyYRCw8LL42yn2Fq/rKsQgJb
YjN3D+/eUsDCZR2Y7JG3fzX5pE/hWFd5fMYNVd0P5qiftVSBNYLSLD6I3v7+cHLHrL41VyKdRvrv
NJ7XUIIGhTw6N3ETwLlPDp3WmME0jfqjJ1LxADA0fXDtZfx+f9DrD4yeOdQ7khUaIJSFLzcYJoNO
2tleF+BA2nDsE8SIISI6iRNgq4WSXVYt7Vbjmpv4aq7kYIbkyEjE2pVRUhhLbWS6qEHU9q6ySxDL
HnZN047t4TcZ4WkYquWbqxnC2RWjKtK3xet6+2DDE/zQDdStUYNS8Q4tY4wWMu6jOMwKbiBgLhSv
arjHWYJK9Q6qXWF9S5Y6rPw+IuB50fTBaHy7hzcUiLY3s0/NnFfKW6nQuqCXPVm99N+ucGXD2LzZ
j1bSV//kUx85NAPiNiKjq/ui2schrNovs47PNy6pCvVYJ2+H4qCObtxjK4sS99GCPfVNGTu3ebOS
OMsOOBE43sEWveqe7EkqeSAn0PxqoO8mRxFBWHzMwmFI+ZkOTDJ18BzoXuGk48ZoaK/QQbBLRPGm
/5xkY99jVFi1uOYOaa5lO/A9S3XSk05V/1JMbVQetHpZWiRNlXr4rptkipkfRrmnHuo2zLTXdPTc
6SUW5BG/sHTOkA8oonnK/huNsImf9BalmMdo6ZFFzbW8GXd6YiPTkQx59D3N0lg7ZcVSxDs3F8CT
qOTYmfoYq5VLx3RK53Ri7AwFJ+cwuXliHJ3MceqgH5wp/pKpVRTFGKW6GZ4F2KI2kMkJnnywd9r4
wfNynaPgTZnYTUMCg7ChmqufvLR2nAemnfU7o1OT+mO4dJkuZUbL9rUXueIhRaEv9QN+QeG/QumW
4hXKfvSvjSZJfEhQcI+e61pzw3pnlCFc77HNIfbnfYWWRUuhCmmovmqFPyS9pR5CmsGYUledYaKI
0qrqt5Ygt/sKnCTSvszUlpPPoIW7ITCsuUVYCbFr/Mf7CgmYOC2c/pCADRUfhzwb/l4MNKSfecMG
bxejChTtUzX3Fhq6I1pX2OWGzb7PEeM4tFaZJieMNvvpcUabwEL3oZzrI5+aPWbo3H0PxlI19r7J
Jjs+Z06ajUeVtXdw+1YK529a2V70r5i0Pt1ro+UJ6C15Awe0VIvqg2iTuNov7iiKB1E7bfakxqr+
F/b2dvbS6HgzB1U3CdgjbYwTdx8jjvwiYgFvH7mYvNtVoaJ9HszZbZ6SFOWRXT7qg/Wi89lpA3ao
MTw5emo/ow+F67TAxLN9iuh9akckBAfn8wwNL/6WYP+ef0g8QC57sEGiexPRXLygwI5YScFCdafK
0SLlHA8pXG9UVWzte+k27t8ZciNoKhdInL0oKjCJY0xjZD5ljT2jqaK7oa76ZWoU48EweT21oMdY
1PjW9E2cfB0tZdY+WGGNCGkGCxAP1hqhvkTx8USadbxIsaI5Th6O6T5lKRGeJwfRqN2SoJX9XCmj
eE2oUYWGHxpF+lxnWvs0jdWAQHiBR+/JaTrDUnwXqt8brfxwquCQ5N6Q+0iWceXt0VeKo88kYFGC
B3CS1d7ejBSnPba4q7aVdCxVmLUSZeHRAGWmvsw5t7MfhkUfBjO18VfQ8m6CLJVnfSfQRuUfwOOI
7lA86PYOnrFCnTMWrrefqFeK/aQgpYUWStHMHMesn7BF8SoU2ZwZlzAN31sMoV0Ls+1OjE7gYtPr
PY5qXP9rxGzzxwz1seqHoITnBoqBG+ubNWfpLz02k/QN3k/YPLbaNPwDI87FNxnhKM8f1Vp1d4ob
DeZ+saLZPQ08+so5mbAxelG9KTKCWPBtP1sDfgcnJTWcwi+1SMSv0WRRmcPzs5n2DZoYAqEcozMD
NcPtHqidUxbPKg/mjBfIaC2QWLoETdS46sbdWEf1snf6yTU/xEsy/gOGcngdxq5VX4bCzVyk2JBo
9MuknIf/7j+pN2IY1O9laZlNC2hoDT4UKds8rhYD1nyqHuBjTXtlMctnvIHiwEBd9YSGlIm/0NA8
D6ZA+sVFou3+j/iNhL6MJqBTWGDquVyoBa0jeVB0jahi0wiyLsI7clqirDgQz8CdGgf8hWc+p/0o
+hb6z1iQQX01NOHU37VCmT9yGZViXyZLj8SHsTRYwuMonuHGLXSnTOMDdtG54fgczLI/u27bIyMB
Eqb9pWec1XEq3f4Ytu2gHEDSTBhxQ94yj+wA7/ssjIZH3UkBc/lT33bVru6Rbjs2sBr0EmUr+miN
r08mTt++HQ3OP8WohcsHk9b8+N4QT+oxwnEE8P3bB3AV4imI5iXLUCbnEslxY6fw/Dc+5zd2T3NX
o3zW21OuBve/zVXqwKCSoAckm0SY9sxlzBUBr1tQYUrObaQNh0XBw7mquLn+h1FAzcHRg85Nlfhy
FFHP5bI4RnJ28nh8chtKmZnVWhtzuQpaQWOQLcreAFArUoXLUcYBs0HTqUwCOd0iAoADg1W0nj9Z
qdKeCVq9gL2+5Xt0vYJyVAkIxEKApusqJR486hJodZmBQAiuQj0IrxUfosW0UUa4NTsYjpS5aVHS
AZF//gf0MDMoGeHJYgUAQfrhwHvaJ58HnI+NnV5XM/gaI++Gx0EYSreRDVwF5ggpoB7JFMm7OH6r
KVoClTJ2I1IwS/JPX4xPTTP89DLnvzgOt3wPb48lyzIwvJAAkX/+xzRFOVt1T/M5aOCtIaIUhu0p
WVQPBwoDBQAq1W/v3ZtMDgE1ya2g9bsGXCEKN1u6wuTGoqt3nvQ7R3pQbNyB5o1tIjkV2EZxF0qC
2eW8xiZxwqrUvaCyYfYeIHyZul/qAMt2loVY3W5Gl7F5tFDbzPdu1S686fkMJQ9TLeVRJIkeP7SJ
FZn7OI+tBPqchyP5wVrENOxDpynnR9MWCRJXqTO4gSU90OydHhYIqil56ybfO46mfdSRqvyG+NsI
7VeN2mVHtGK03zRktbpvXjJF4ammRdxjKj9EbWBVWdIhb2g72b4AW0rETOKHDg0OOEgjNpGr7oBc
FR2/J1fmc60tkG7zSSj1gxUm6XJAOy98rW0lH3yv96bkvTU88F4SKAJYAAAMyKXLdU3j2MQaXkU+
FNGjZGejDwebH8nNDTjC9fdjHGoPslwIOHWN5okmTe+Fjrq6Zrdp4HVW/ojiWrW1Tfi1Fy+lnA1g
AMqexEGoxl/OxiAFgICA4BASrdNDHrvJzjT6rfMsX5KrUZAYlnVcCmxra2DRNDE5P3sRRFL5KhDp
PZhJ2H2qDC/euJOvl03GHZKbSjVXAkkvJzSxZh3qbfG5Nsr8m64PYjo6CSq8G4+n/MyXU4KCqqNe
hA6KCrpL/o4/ro3ZHHu9GpX0vNClwS9Rg2yxJ2yERtw25jL7DVw3XLIcpbf9PCu6Dd6o/DCX4/+m
7EsAIpuDNuHl+IaF23fZUPLDFXDaoZyL3rGTPLhG/83Nh6339PoD4n5MhUQlqqJSsi6PQwpty75E
wicU4oem5uOxhCXkLxZo9PfejtIlkpCEtrsUo1q93HaERTCdXKL8PKHUVhT/WuX4btgSfzOMW4r9
9CcAsq3eF8euEr1JFIWiXkJaM0wE0GJ4N72NUX5Xk3FZsSmkrW6KPnVc4eRzdI7KKf8JnKA6T1a+
pXF0veEp9lMMcjx0qCmBrEZJwVmQsDvRWc1y6tRlFXpB3NpbTpo3doDUJ+c6or1ESL0aJpqbvs3m
Ij4rZWx+shbDCDDbms7ukOj7+1vg1lAocVF5pRoogRGXWzvt8n4pWzc+Iy867lRa7EeEbNMXJGfq
jd32e+NeHiNXMudNeZAhRv3GEf1xjBujRcdRgxU7ppU57HvPrAe/KWuu3NzqKW4DV27yH02ppZrt
axqKjP6UdxAHrXhGzXex3Dh/6kAd5I9iiRLtaC8lXPMSDxg9MMZsiDeq0je+Nz+X04j6ONfcOrcB
aFx1Xa2l596khvigUZc2HvqlIe28/xmuB5JRCgAHHZgNL9Hqi9tmsTRNFuXnxm0rcoQi+2h5yZaB
1fU9JpefjhtpCI2XdT6QZSauG2gxnPtcjV4QjJR+ye2AsK0GsxYN01Bs3Ny35gWaECkNcLI0S1aH
38RENcVCFdJuvyDLhQRvckjC1Hz/JeOBvZQ4YzYxaPfV+jUp3rNG4sDspz5/pvoXQCsQG8/A9Vmh
LwJ9RYaUOsJVq/e78YSjVWZfnfWJ5HrXuFOK5Fev959U8LNbPm3y5F2eFqmqwh1D6OrQ3tIvT2bm
LHOfdHCD3Wo2X2rYCAuV8l4pUAtpEFzUQFPnP+OxKCfQfROlKO5ztA3evTFlwkWOgJ20hDRd/gpH
CVtyBgr2TmtHvrXkyhMam8rXd4/CSwQ6ALyUjKLlyv9xM0xVIorQtsJARJn2DOmk83EWKDa+n4zC
/1xR2WtEkgbiOg8ScITVioZurRbhCIMcYYtenDx4VfNDVKhD5qM4u4wPsYssql9ZIV699ycol2k1
tNw5FGrIDqAyrLaOakcOtmkOFFsndZGJnTRq7v/H2Xn1xo17f/8VCVAvt5pmyyWxE6fdCGmrXimq
vfr/R36ABxnNwIJ/2MVmr8IhRR4envMtmj50qPE7cevHXFaaPyRSJcmm37ox/PoYMnMLMjYUQUoB
EPhW75PRHfqpKIoq6IpK2XX6MO50dYo2utRX1pcIpi6B5RXHt/yKf74ij+MIK5W5CvJJq7+jkFyW
u7IT/WG0eMag76ztpjSxv793aUE9L9hBcjNCzVqsYpwQmta0sg2gmv9N26l+1opiPKhLFzicnfQE
OGjYdcJ2P7098OWioiEJipAthcYHva3z6Q4qhg6oZ7RBYni4/kAcfGy6St/YtOuYvUyLJh3mhksZ
gjfz+Si1Ms5OadYiwMmtu41dGnOy04ZjqufDbjKN9PTeWRm0yzzyeRAgCPisZiVz5MtAhpeBUCmv
W10PYp5y7MasLs8DBFy4UEv6yczW4Aw0ql03Vt0miEQXdr5uUcTdNbY9Vnsn13a9epPMU9vetlLd
ctJ6veXOz+LCP6cZyJMS6NRaVKeurVQiANIGoZz16J7/++VEeXQ0F0H5vQYuGxEw0SzF3bbUhW9n
3lTfpF002kE6112242Gs6T5QDHwpmCEPoNSD4HdQJndOj549yfxhXqrQkQ9/s4+PhUTl5lFL6um/
uZvM32T/fUUB303R+Y3CMb1tjdxydqqlUMhFALYVhxbb0RwquZaEp3BsJNYNUae+dNTIKa7XBdpK
YDW70Ue0uhp2iuqGkT9iTezshrAw7LspzL3wYR46uzwSUSdrJ6xhyn2CVCpuZNpZGirwpY6yM7zv
9vOIGrf36IWY7/iJ1OnsdW3yn2GMTvy3MuZu/mIoZpzegBurG5p1eFGimBb3n+rCaMtgVBCF3xdR
7Zl3QzWq4d5oojG8Vc0eAwEXr+n+nlaE8TKGHutWFVQo9kgvGHQylBwlWKW2rW8gXUsRjKLsv5nC
qP/ojZpY+xb56mKXiWma7uLcBcudWjxzgxIo3XtlFbmB8GsiPcWhB4jX+i6yK+FFWthQbc69Kcgy
LHlt0Wkvzdypt3gNVB+bFgiFT8l7y7hnnWBQo1ksLxlzORhges/PeuZUhG85tQFpbeqyZu30U6/t
uuFq8KZ+3iLiXMYWMiVE4qjc0pgnLzwfr3Pp7NphI4IGLTL7VA+K1d4bc2Fnu6Rp7E9xmcluo9J5
ZY4ICyAmyCW42Huu5hiBlcLJboYcr3EVIdvY+orBay0z5vdqrLGczA7EoUZIgwi0unT1sJq40CHH
5xb3w9IPa24apJS+VrVX48LgZfL4dvC8sqCoLFvAdRCGXJDz5wtaQG+dZ2rtQawCRAQpCuVuZ8Vt
aRzCyBQeV29lbWkAXFnRV6Ua1hNxHAhp54NONFL1WDh9kLrYuPuJpoYHteuQUMog2W28iC5naL9e
RmyXxal4LfBilbHLM24cAvLe/IlnMIbkMB9OcOGGjzJLtzKXK+MtWk0QPxFxZW1X+WeYjYig6foc
9KbeRH5SYOTjSxXOuj/HRU/TSBThFl71ckXxxYTXxz/kpLC6zleULqKC80+vBoNlV4/5WOan0o7i
ny1ReuPhd20oHmVoNwHGgXW1ut51oXcm5gx6gJ588qNSxIigOg38oLVKuZGwXI7lLOzZRaWEbiFY
9/NpxY3WS2o0RjAbg7wlrdHu4h4rp8FBauy9B4F0heSHgg/ZEYov50OZzYTCSBLbyKLkIc8GOd2X
rZ49z3oXH5Cx6949HkhSItkiYLBoNq7emdUUo2NuKnaArUnqKzFCG0WmH2tdfwbHIjZi2Ku25XkK
seQOvIko0i0kttVLQlpDrClAVIK0R3tvh65An+/ysM6V57DPwxFMUChU6tUZhfFRi9CJHk2zik6K
iovel3hUq/FI7df59fayL8u6+l06yjrQFyhW065abVxKcJkmS1QHxg5bggKHmqOuONFGtZx2zeU4
lOVpilGfhIm0FnhEYUFwV3UxuzYG3VQtYoQ3NjYIxifZpILWZtvZOHeUOIB3pykEdLUXUO0muhx2
U/8cHCOfD1ldS2ePeIKhPnWdi1FiXLrD52rOXf0lc7Pc2LO3GtxfVG20joOdu7R56VAoO/pHdn1X
yzKE0jAmZfOjG4RaP+RGHEZHYlRW7SO9cz/iCZx6h3AxSnqx6UTf0xUmduiolav4NiBOfk9/pcKq
DYG+4S7zzCa/I0GpggooF/1kEn9lhx+V+1I4w/iLxxlYmqmmnb/PdHcwfZqiib0DmxEZPmYkuHi0
o2H9EXnYuDcgZwuwU+U84AwRtdBPWzdX5n2MXWf+JzcxmPiTRf0sb/vYyMI9jXHDDIoQMOBxljEx
XJVpMf+tavyMPsBgBFocI9dYHA2wFM0vkcdFcpJqUXDPhARntO1DzLk6CvIJVx7knP42h+sd4fKu
1+kQ+QiS5d0Nj3qz3qdaYX5wqlR2H4bEs78aTtlOR7zGaeRniBIoR2v0EF6JwXK4SBXUIT1I2wnD
fWsU8RM2eKV3B3oHV56mRQMbZ6No5P01O1+oQOX1LifVEQcen05x64SZMHEiHKrmEMpBU++7XA2t
A/xmoGcxChQwO5ymwCbTEYaDVmQTd+Gx9FTxiI0f8oNA1xTt2MPW+o3GqTLsGjJa9Z6OuxVBHfVw
7yrFhFOO6irzfFBi+mT7xRnklzU0WnNS9bz5MmG34wUFdchvXpyZDW//VI9PRuHl2sHGgqp9mUdo
RxuH5vVJszqbwPeXKqsNToJjcx4SI22sdG3myZMmBooyhZ5UPxNtcR+3kD/+M7ooLB8inD9+63Ha
3xkJn7fBpcXeTxHdnp1hZZV77KXqPZuZEaU0hkmLd2Zual8cqVCOrkP0UG7dcuCwIFXThSdPaNN7
JR+oAYElIGVEFY2C27qI6EzdHFlWVQVGUhSAlcr2g40J1cYD8UqEoZlqLTQBahZgxc9XSxNhn9lt
VAedCQrYntv4ENZNezLKTVrRtaGY0PKIX2oj6xd2XjgxVN2pDqxpKLGmcsaPc6ZpfzzFdjcqJFfi
s/Oqd0WCuJT2VvG5SVvyDdtrgtYbzAc0SbSjGCrn5r23AO0JRPjQxYOMy0V7vnbEsR4zwLwJTCcs
70e3Kk4Jueq7M5dlFD4P+e5SU1uW9d9qj2JaYjLSJqjHZPoQRa0CrDIHQ4hW7P79EzKoLC01LOKS
sVq2IuoUS4/jNqilVhzcwhZ7UsKtVOzy49DB5MlnQDCj1rn27PUUlIIybWyCeawcbm16LX1oxhu5
w2VCyyiuSyZmIHoObOZ82RQKkGYrEqpGNC7vUSyeTpMGcXJq9f4upqZ7ev/acU6p+dNV4M/VeKEF
qgIIXRukNr5beRUZh1rt241ZXVs7E6Fiw1IXEup6Y3dTXkpQA8sXStJDIwtQnrWzhQG6PKmL4QAa
8Ww7lcfA8iv+2XJcJUDXi7Tlbpb2XnWkd1N6Wr+TcxVuTOiyQMVQVEwJCxRPiUHnQxmdQfaTDHwm
8Fq7oo+/un16mgfN8NVZHUlJSgP7Ne357a91bYZIMFKfWij8aMidD9vldlaGtt5SF0vTHSKnKg6V
eLOS1m5txGtD0djiucpwC7H3fChFzj0+AriZWoqFIxoizrSH9k4xDvu353Rtxy9xdXlRwYK3VoHC
9mLFHIeiDfC+fnDQsgKMl0hENIuCiBFuPYcv2ow8Frk60PiFt76oCq/CX9GlSiJUxhuiLL3Xki7/
ELmOvFE8PILNqfT2uSTNVHg1fx2A5T8OcYXfJg6138KoK44SXMMuMiDAeU0mfSuMlI0A/epZfJ4L
0K5CnHLJ00EMrcFsoxj1XEnxJgyLrpqPnpWRk3qZ6iU7noklYHW1TcOj1YBm992mjZV921reSyyG
6ac7Z/bgx4rTWn46mNVwoPxtj74TeQTGRLcQyyqZiO0LbR5Gf4QS3/k2vpFPSccLdu8MqZWi+tNV
8canXvbMel7eUv4HBkjxeO3VTHoYdipg2qBBz2nnxoM8dAWmjO/eUAvYChUj5D3ZU6uaQBK7ilNZ
lQimUO/2Rhknzw1SPJg2tNV3ZE55Qr9/QAKOy5g4RlDYOT8qgHlnS4yuCCIcHIAXYzyZ1qP5pOPm
/VdLw3AjV7w4mtqrwRC0Y2IpUXsVsxtelUCSpj6wXIjvvqHXhO65xY5yZ/eO8ent2b2Kep59NUZZ
6n9o870ysFYHtKpEaDc45aLArbXqY0P7eYBL0BQe+C6zrDU/Hibd3SXwyZ1DZzdW8QvrxwqN9nCy
tVsu1dG5mzo31Q5NnGb2t75CxM2fqqZAy1jYLa5IjeaE877qwt4L5jjEmI6ngJ3ooChA8jd3vchH
uLodutkPWqsMvGeiQcM0UcbSO9VFoclb8uIu3osp8qisT8CE1Y/jWIfid6zwZPxTYirpvZRGxWPI
VNEhvtdjO5NPQ9s5fywtKn9Qkl/6X8DkUZtL8kx+T7k38bNvjMzzc6x2w0Nq587jCEIl/2QkZvoL
CoD72VxIQR+9abasezl3+Xhfj5Qd3xv94dqAXaHhCpyac7Qcr3/utxH+CrifXgsasAIHz+t6P0/A
8qHHv8UBu9xiDIXmL4Iprzqbqy0NacrFYNjWgiLN089NqYg9JTxYBtJI842s9+ICWErpZIioPcFf
5PVzPq1onDCnLjstUEbT+s8buhiKZ+ean9A4jE+lVptbO3odhog/CyAd6btFm3ctvqGYnQK6bjaC
hPDRHMZpFslhnkX6UcSF9l4Be6IdqQg0Qh51dOrXtacyYWs0lbCCLInUPWqhrt+qfewb6vjr7ZMK
tu5yZiwk/jUuNxwqwKvQ58aj5yEIPQdkkEr8U+9Gr3+y1WmYDxTF4GSEU2/EO6F1jfjUQrf5OiPw
2QdFAj9oN7DB4T9Q1cKoVCbevSjNnmpB6Yq6fdRBanmuL5Synz9q8FlmP0ISpHzC3DKpduXY2PcN
9fsMND7ag/tZG1LbVxxtgrA5Z1AlsqHDIChKkE3wazOqR2gpeZQeAb5M2V6wKOWREDPpz/NUxc7e
1SbXfZJmU6PekHWWAV+hcIHp9znGsB0nTNzzf2V+HBV7HJ+I+eG866UFN0htWhF+jw03/oEyIe2r
KJ6t9Bh6/aCedATU7R+FmngGYBCvUp7xPXStg4LZa3S0rBnoKlaUmbdr6NjjHTzjJ39f5a79s+hl
Ee6GYfQyP51HaAkWD+3/1I62HnGi7OwTLkHlsPcSK9FuNSPqO6AEU0oOUUAB0PapU+QpzmndAlZN
al0J/0Jy0Ew/qazR3osSjatjYaRJgv31FH/GGB0zZfht3n/NMCvzQ17V+WONqugzWQx+wMU85fEh
l4rzo6f6B/0vRK7EH6ye14nslg5VEifu72xWJ2onMp0Tf57UWj8Ktj7WvaES/0YXKyz8BuwRbtZV
kmjfI2Xoq4Me59I+pa2c3Z3XJWq8q9w8h4yN7Qhs69FWv5J+dN6HXEf082GYZFYd3TyV6a2LPlB+
VGN03rGM56E4+HqvCfuDFetxdzCV0sOzOeFJBdNzSqGFvH0c1giZ5eDR4OMfAGX0y9Y1AgjmNRRE
m0dH7c1cJG6HwbARuyoYgLy0afTw9plwrej05DQauDDs+mZqt7CHr+/P8wuUZjmFQJTTKI5wa58H
OJhvdJWgVAaaJQ33CVP12LvJZnKJnSkNtT4p4D+0O7fuk4rks8WCkwqK1SOwHUXpoUvLsf+A87pb
nHKrDItTo6iYKi+SNO2eJpwV+71e10hqeaXyvQjryaDo2Wfescb0td/lbld8TWTff+VyxvXMkaIw
933pZeNO7RVVf2qqutGfuiIzftoR6sZHZYpLa1fl9dDdcGqN5MGsuX4wsp/EpPpdWUpQ15XWpBu5
zeVHo6mq6jQgIKTw5+ricYselaI2x6u4ypzMn6wycz55NB3D2xFyxYytDh3vfVKoSoZpeougjC9l
YXXf3t48F6kq1yusb4AO4O0gdqxyrBqeXpSYnReMOBbsOupcdHTNLTmX5W853xlk969ca/T0oOKs
rr7Rw5WuEooX9FmvT0fgozhFzioWt66wsnvDLI3iEPWhcDZS1stl5glJwkpat/C819Swkub/2JZq
dtc2fU9XPjl2miMg13a3DDpjri7KfaUmJ6vuvr69sq8t3PNJL2NTMyNDdxfw2Plx8OLRlYALsztV
hj0VX71vfiuumj3baYTEQ5So4iWtlOQreIK6vxndOK53ioLWBNZFlXU/0TX9Dr3AK4ELl4O+d4Hz
igNCm+PwEEu1S45v/+LLvUATY9HAWaBRgG5XexLwc45BcZzfoZIrMVhvxlNGfX4jXF3uBd4rHq12
5GUBua3hr9QszDlSmuJuFko4Bh48xheNmlNytBMVs+nq4I3j9PHtqV3mXtSceeIDeIF6T5vx/FvY
dafWg15md3gFOIdqtPVvjlEqxMEm/WLadfVeLUysfOi7GxACF1qicYF0yywjGaAn32lI1dS+SYTG
oVXZ4tNd+WSv+iGLaPpCC1ulyjyE43Jyh+yuthBZmyR4vioat8AKl5+MKjcVBOoIqDOQvJ6vnpdP
bjSDUViq8dONVkfTh1449cdJSPGU5Un/y1K78eW9n4wFpBlM3QmwIKLs54PSCDClHkbFnZtn7Smp
I+2ri+7Vb09ptH3V19pGen65lIjUIUitLZhg+AbLU+GfV0dH9iQkzfQ7EF+1n8wUP0kzi93bs1r+
lvOgcD7KslH/GSXTTHpDgBDv1MSMP9hg3JFGxxddgPn68PZQF5RU4IeYvvIfhOOosa4rQPGQdtls
T/ndUIj2PzuVHldq3NUW/bVZZjctdvHh0a7pUB3m1Iybg22LRPlEYSlzd2Gps5HKxBvxa8oLoOhF
5PQvll3XP5LOy/8S0g3kIybagYYwRXsoVdlMgNiQDHikfjYApek1pd1NeSMjvxNmke+KMowcwG30
lvaVpgjjgMd29VOp5SyeZD+k0e8IB/XQD5VcvmCENqaPFO03XfIuvgOFRWuR8KOOju70hdaINphA
yOI4aElJ9laM7oWQrX6oazt97yd/HerV4RA2Cz2v809O77fAby2KA2EnDiqrJvlnGP8syJ9Pb3/x
i2fRMhKXOagpWmFUh89HyhIrNb0KwoTA4cgHyxt/tZ3IujFTXduPzSQhgwzDnTt57UZ8vTg8ryNT
xkdkhCzCXs2xQLPeHWqWc7Q694YTpp46cL4bt/m1UWgYIGKFM8XSPjyfH5Z5UE7nQrl1o6Z7rN2x
fwir1HnvNchcKK4jALzchvx7PsoM/lEBfazcojedPDbVWN/lnbWFyroyF4sOAXFmuQUBvJ2PAoWK
9DiTKP1gG+CckqqpP+rgeeybt/fERewGmAsnnhaVRksNjtP5OGhnDChypFGg2Gr/A+l99zvOBh2e
BnKcnE9DVYj+NFtZuHXPXzlhoGwYE8Ylf6zxpbxIF1JPqEDAaxeYWRLX2MwXLSWB1vOSjWB3bTl1
ipLklhxmHquraWa8Y0dQpoHoHK8/0irTq71V2YSct9fz2kAUN5BrQ6FIJYKcD1SHWVzkYchAHmba
CJ+IG1rN6cv7R6F4/MpRWcopq+lA90QxuBiiQDrKX6/R00Omh1tMpCvhgp7l/x/EXR0n4jsMPNC5
hAt7+l54gkKbFcr+Btpz/LNJOmPXaHZGiDR5yb9/ggvIioQC8uRFt1mlM9FLtwIyXAvv6HAj+g3u
4BuvrGubn4ABnQIVI1gxq4AYIe3RN3EbB5oziWPVV3Lf1M9W84huvXnMSYQ3pnVl09soEC6UU4xe
YKyc7w7aSxheWmoS6KFp/vSMFt/VcbRn/UCDY9oyhLjyAclnKVsvOHXq8cte/SeZaMcIYpbnJsGU
UPkaZqQ/8MGs933u0b9RU+0mpGz7JU3jNNqY6JVjQNBCJxavF9D/F9y8UmmElqHVBclhuEHFgaeL
VUUbp/rKcmLnRMJJzxv2wrqF3yDD2KUJxDOIldpJtcbfBsCxQ90m7vvnA1QPiVgIMZRS1kCLJtbk
ICcnDUZPNo9ZXao/wCOlG8H49QefpX/4OC+0v6X5DWhrfU+OHbFyqtIUNpOj4AcB32yID8JaOhuj
66CURAyn8TVHhmJFu75TppHMCdg7vc9RGfE4bwaxl7pN6W2OB2Q3jdSlsKSjK6buW7P2tLuqjrtu
H8qODpAK7udL5Xrlf7Joeig3XmK+zICjzIe0VRLTn7Ehnttd1KeW/QkuO1lgkfWWfrQ9q+1u7MLI
m49lNhtf40gF1v92GLh4l3HBwkEAAk2DAcuAVToMrJ+bOBqwWMWPFK0cMe0FPoP+pKiPiSy2+IWX
+4nUA/MlkgfqEXDDzw9MHdMxSZFVCUQJV0BN0aXB1DD34exv4UIuDwhDobZGVxEHJt6c50NBZAyb
toZl1aPVemytPDrVVfnn7eW7jG80LzwUHcA5snfXAqytWdlhrqCCOhVucjC9QXwfdDe/r4pK26MD
Ozxmcb+l/Phq5nS+idm/lPcWZAAX4Zpk3JnZ1FDXgOsgsty2/WxQIvGoL/CUWyUpRRr7mTl43qM2
6nHxEYWs2gRqaAkUFEpVDePPOJX26hcl1bP5e1n1ykObzaXuj+zeZEe5u/1smv10X41wCyFLuSh2
RaIshT/UoY6ykVnC9lMrkX3LKmRufYEicX+KI6XYevpehlho/YuMANUxkETrwkHdDiSJdtsGVu/U
lh+7VXc36bH6JKNu+qL2tTx1XToPd0U8CWMjXFwCbMlEORoYzlGz0Igd55tI07MpN9KeFq+JGNt+
cExBu8iYFfu5Tj2Zvcgkr8V9kzVu9czST9GtJrPyL4Du2PhqN2LSd2pCCfb57X13ubkXpy8o5uQ/
VC/X6YlHxup1rigCaVCv0Scxf9DQdfjv7VEuTyusMg/kNA1nOmdr65LE6RPwW3A5nQkIv18DGU12
Y8Sj9gb66bzlVXEZixZsBlrTcHQX5t5qsdF70Y055DBhHVyXB9NVaPdYwGfr3Rzb41crM6zfb8/w
6pB8VpvNRVRaY+7cOm9HDw3ooMXVa9cNqn1ohNsfq7J2D02abZkfXR1vkSgCO8SluiYJ2lglFMiB
EZTGIayP6RCHX/SsLJ5o/HLFJC1tlI2L9cqQ1G7wbodZzwFaJ5lVq2q8c5I6ACEtbpS4bXe60cY3
2Km3+wzRnY38/MqmgaGOpg55A+jXtVYKQma1aNy4Dswpa4+alk8PQ9Y6dwIhu63jubwEzwPhQmYl
uHMUSC7XvsV05sxRtSUIQz0CYZJKa3JgFbj2y4R4qgxSUbsfO3OoPgLLp+eRFWzbndV1ZnFMDAON
RcsR3YTxnRjKw9tb6/JqYA3oDIE4ohwAze88dBRCZBml1jJwm0Iiy2scRJE2fylwFbuxpRizl4Oo
N/Lta4v/76BL3PgnIUUZVsxdCAtOxdvqKPLC22tlhPKmqlX/w3cm+XRflVQpES4/5Z+hJoT1Dbgy
UN3NUjuW3BeBrhZyj336lu7Ja0l6/Z3J6SnmUleB7rCeFs0u0C1aGYSoqye+oyrIRkZGODxyflnc
FsudytelF/439ZU73uvzFH2nfmm2fpjn6Xu1kL1FEYNOHwnM0rJZJ6tKPHiNFkLzr9GK9JWOKtrc
Je/1Q2YUUEKLoB1McbCaqwymU4whRi68DGaRYTRqmQKwptOc3t6nV7YMKYS6LC8JDFHw/Dvagzkr
g9KAo46EcoPO9UzgK+dAhsTdt4e6cmstFQlSSnIWlbTzfCi6wnMfmzb0b9r6wBRqLLnr3HqnVMCy
bLB5qeugc7cgGM9HgRwlBCoWCBYMDSL8Sm08yjkT+7fnAouOv2e1KSmO09ICuUK7e10fL7zeCYEE
DwHmVPn8PQHiPv8woDuIe6OIyrzazQrX97dcZEpBxzepG3Fw+1nvd+WEJegnddYwUMPUZuwPdhK3
Cp1WjCZv20GZ9P+KrDa+AAKo0hPVNhzm9TRTtZ0hrSbazWlsfFbNnFeLAEniPvCYT1FztcdGcw+t
1QAm6vBUsG/ictTau9bibe9TMCkFilykKx9spZ2rxLdSLXEiXzTAPVNflKkSnyZHj7R9PqGtuq/c
3qwgspT57Du91ebgAEXX9T/Uqp+cG2l1RRkkSq4mOx3F7PpkWkNPiA37TkLGi5tiN/URGIgwB7Ja
97oWP/dl4VSHjkTS8w1NWNGjxt0kd2WaTvlzFAHRKv1+TPTET1V97I9oy9o93iGhWd6UTe7Yv8ta
nySsMXeqb1HQLM3nArEx0NI0ep3fqaVGduCklVoc4GEk4R9m21o7Q7ihDV4kNFQq8GWP0HYiPSTD
ZqRyjzVf68GcIhF9cxu7/h4Os6AonTWIkLaUzZsTtqnDj4nSbr23PGmb/ji0+JM7iak0N7GpyOTJ
mVByRdIRP8jWN7Dky0/IQepfo36EZe3bSZ1Oco9wbqf/gUZM1EKXDUlW0efOZylnz0JztwXDUrbo
o2RJiR+dW0gHL4zYFjiwY/+WFw9zx5v9FKphoftaNY/N0QjVRtlnMkycL+PA3e4PtiHmJ7CfjcNK
IeC0A805ad8bgyqu35tW8mM2klKHHNSb9QEJHtf5OumlfM7VHH2ZLmvF/OCpschPHdof4wH3VW5K
35Et3Gl/bLq0u02jSuluRq3ukXZ2PCIVdE82nV8DJyh8g1xuOGJ1p/8ZDHuOvrx9Cq9ElEWMgLLq
0qK66OKbbNuizJSaiyFFoV/MPUrPUdV4G0nUlSDJOGBJF7Q3df1VTPFQ0i2xp2yCfMxgRCPfjUTy
JCEL+dRI6i1k6ZVp0bXkhQyrD1DJ+tED4WTQ8UFsAqhqzV6Nm/BFh5GzwaG98N0lUlKVo6xDgojD
3hotb9ahPcY2spXANbzwCXxM9x14ufacA2zrfkZ05OYPZLLFfDPVJY6PVeo1bNm+lK51WxuplT1M
k5s2O6+moRy03IbdTukc/Ssyfrp47KZhSndRi1fu3k7MouExFIZ/k6jPUSdvFCP9bHWzGn9gxxvd
QzrPtrxtEwCb/mj1EFFVpUMTFaEAN9lXcBSK27f3z1LGXcXwxQp62UHIP1yITmqd5rW2OQE+N2t9
UQpHAiqNXFqCFkB0JVMRgy1s8EdqbEBjsxT7z9s/4PVTrn8B9QNYEbx6wL6udpYFMWJaXAcCZB1s
az/OXv0hFEpa+Hkb4ros48xTd5NeW/euraTznSznut0b/aRrfpUVNAcdV2kNHt9Rme5spQvloTBT
Ye9QqWvikwzb5IdsxvlDAdx8Sx3oyiVoG+jucqsjjAig5vyyzVWcsYaebH8Ec+Q3Vb+vkBTbRaK9
J9u1NnKVKzk1zRq2LYQVjXFXuUqGOq+G2DLKVM7c+ha7el+jYT/TujHn+Y6DtNFWW56c669Dhgf2
GYgXRatl+v8kubwO4iqRGfElm9QH3ZAlXEXRIXOfNze4janBlM0uyLjO3tiZV0IAtj5IrmCQQPt4
3TZSejtCrC6vmSr1xhw1xX0Tdlt8matxDbIMrTZasZeIsdIYURIP68Coyn6nCDwi57JV9q6ajhsh
9NqE8LqgMI9ZEYX51VIKaUbU/xkqcsOh8Y001E5lZvYbX+zKhuQtiHAJSkMGBblV42aEiotim1UH
Mg4fIGiU36Tp/jXQNLs1xyzav318LycFOYbigc434om9Llm4aZ2iwOcI3vNtfpuDVX0YdTFt5M2X
c1q6DJTHQTHRYFszV5rIBJiH6kpQjln4a5EpB0Jj5/WjFpqhujNCT/54e16XcXE5XRwzuI+UvtZ1
zV5DJXzIRhmofdGMB2k2crgp274wD32WR5EPXsBpbirHIURawjXkLlNkGH5++2dcnnfK9MyZZwmw
KGvt0Nuq+qRGatsFfZniJpqr5iPoYn1HLe5VnS75Hof2tHHyrq32IrDGNU/hGL2H8zMfeXofRlLr
II8M6RQ0qSrBqXmpEvn4tQ7RDQjSesv4+DWDOI80C1t+oczjeQVifFUuaIAxyQwSTcBNGivPXiJb
5QVBCik/QiTqo8+VN8cTELSSGhWMZNztZ00qage9BUzmLtdMOVNlKOofAJ+99FuitwCWW9xdo4+D
7Gz3xHPS/KGGXZTA2qEo/JKYveLtraHOx0clnJJ2oz5z5XSAvkMOm3NGOrOWIQkbxZt7fCsC18La
wh7y+WNJ9WLjDF7G6KXUBLoecBQ75bVa/k+M7qBo4xgkZdDw9NqXZAzNLiTx6X1VGMlXqxjzY4TQ
052Mnez9bVQG5xGI2xvVNaQYzjdLbw+dHBUhgxkg/Kmk6OPbDhpSb5+DKwtJ9xRIBPAV3pzra2hO
FFpFMaPYuWIGxqgVX9Vamhv54OVlsJTSF2VbVL4WdvX5XNzRi6oytljIMp2+GHY/PvA61G+MCn+I
/2FCNsfrFS7Dg/18qJhYMejClEEP3xRZAwhnjZHrx/9hFEqQS+kTHu26FClQtIsLI+4D0tB+H9XG
gHpttVUJuPpxwFKC4wX7Tb3mfC46m09P47oPkN/2jqk2iRNeA/P3t+dy7eMsTTqXmw2A0QXsodXa
NO7cPpiLVjx1vZ5wZzsV6DFL2SigXA5FuQlGG/1A8H+wMs8nFMrKEXM6EPylVt4Wppv9DoUOZYL2
3cZtfXUo0MF4TS2dxrXyL+zSqPcEuCieBX8cWsB+bDXUBnplyyH08ivB+aSU9rrjgNiuvhLAqamr
zGQRDEKZY1Kq3PfQKDm8/ZUu747/h/wCUE5CfCFKEOljmOKhMgRS6nLeFzRWTvAsKvUpifi0vJMa
M92/PeblJUlGDaN66eAuUOfVfQXeHtJBzpiuEPbHye4nX5bNYpyiZ4Ft2MlRcauto3VloqCmUAxC
RZyMbt1Hx8UDNQ8Y/oFqdMAZY0R7c1w9nmLXbu7DSt/yN7yyUXgOo0u7iGYiRbyapO1MEDp6dwgU
CYNF2ngreWEVHdO29959a/Hy5mXMg5/yPRHxfPtnqI5AtCrGQLh6dQOHYbyFQbqF/bm2gFA1bLru
aAWp6yqlZfbwH7J4DJqqsyv8QjLccyqpJ1OQ6I58KeZcfz/GYuG+UcmEbkcyue6+lz3tXjttEHDO
QNiGsCkRrclyM9u4rq59LMA3HGt0npjc6mONZpWiX9+NQWhUbZBFtn4qDbTsUQxqNjb/lWUka6JM
Yi6iVf/H2Zn1yG1jbfgXCdC+3Kq2bpXbdnuJ7dwQsZNo33f9+u+hLz6kVEIJPZlgZoAEZpEiDw/P
eRcaTrcfy55peIjKU4O20qynaB7SY9S61SEmOJ4Ho+h3xtuYGnUgQiP4chDf6wZeb5Wq3SD0Gaj4
LPw744KFhKCwiisPAGvnPt6aGxJZlil5RZTm5W/5T2LTlm1Ysyu0YKpL5eQWeHfnZpZ/KBcU9Gux
K5J8H0hoAFDhAhEGq09fg32yKOtqJadtpqeu9V6l5nnUyDe+F2lePgtAp5+yGf2gx9HrPi7LZiju
Crx1TSnPfjvJcgL7hh3UGJB0qyctURU/xMPi/OZReMBL2Ct5NLniCoQJ/SVZ0hyjWrNemvmJ7hDS
EwiG1MObX7mgQVAAYwwAIRRjb6fT2Thr5A3HujF6OGCaLT4uitK8VZUGlBSrRuOfxqJKs/V2FHy5
zCTHKC2oXHIaXvDmUSDU7Jel+VZhdu4UIOyUCcEVQ2Bc51DUpLQInvEUdMDXfViRBb4zWnZw7Kj6
H9YOjIdL+JVK3etublZSgZ46dQoW2OV+L5QULQhn77q8P8GyhssgJO4k1GuEYNGq2tLOqNiz3RX8
LUfNV+Jhutg4SJwe77qtoWDrQ2cn96BAvdp1o2tlplPVS1A5Ll1fMo+o9yFvjOllAP/495tHM4Fq
oAUs5SyhitxuCk/HPozlUqlVeUiNzXZ+bMfRPWPX+FY5dTYFsCoU4gkX4EPWBPG2Sut2TEc1aJrQ
O+rYRh5QtyrfvnwAlzlD3JO8rNbgmw6x6KnClgeIY1Ed6LOjjZuL5WKkyp68410UopfL+0BWcngt
6Gumtm5ACsG7zAlcytQ/pynujtUYp58ef6H7UWCBEFpBFXPhc+3ffqFwNNOoalDIbKa2uVD3X17c
roJ9+HiYu21n4EhHKIXOLMHf66R67DM3G5WUUoLEs+SxhzeoUWOSY817G+HuiuIoOby8aYTz/0BJ
3c6oN/KpGSxvCPqkFV/sIe2PXbZol1nNunPblntg+vupcXSRF6X5Du4JzZjb8eD2Iz+RaWNAg1l5
MmY98ce+is6T1u6cpq2Z8R7hWSJ1tTlXtyPNNTTA1FLHIMGM+kRLizZhPJXnSiurb2ZU7r2If1cK
bgpAMiqRLEnpedrx66k5vbqEDsXeQHRReIhgg1+dHKG6vhTlOxes14+0n60rmnYerGrdu9AJHS8L
kLkg0fEQnI3CfGeo894pvMsKWGWcMlC01PjWlrMqTEWx05e9oUxB5pSzv5jGcpzKrnwfVfl4aFBc
++yk3R479546RSWMG9QAP4QrCL2Z2+WfKquuIYPpQU9t3vskkn7Ov2QG1NzPZQkF6kfoLmZ2Bllt
6i/ULWYUXrraba9jhP7zqRWdJbDgaUiqvcbUPniI0ZkH8FbmQjc7x1N21KtQ/Ooot7o+Vc5M+cdW
QitLsRSdVKj0eZI3h2hsY++pi1O3PvV4BBfveoxZvG+zKKvkSA5ctj7PvUz5WSFdHflxzWk7ovAT
hT6OE7MxHGuqU+JQUiRt3loSYHXAa4DPkyfhjkJFjT0fSGeMwEUCVAU8oPMeirEOnowiaXeCyv02
YDCQ4BC2eK3zbLn9ICJzWiNdHKl17dl/GZ1bh5/qZjSLox5aRnFpTEtkAV3LeY+oc1ffY5q8k0By
kIFQ/lql+LVVeGEyY6eRNK7pG17aPuGUC5St75uXtkcD82DVVXsqU1t8ehxJ7wM2EwVny9MaThdT
v500QsD55JqVEZRIhhxgzQ7PuV3OO8TH+1DDKKhF4YYCzp7RbkfRq2XKdBGbQRTqc+J7pZ02X6h4
Vh6jwVNHuiYfp50UcuN74oEE6BdzD4oV65KipaBHOo8MylNw7g+LjeYXzUalMA+VPindIUPMJgS1
R/x5fryq9/MlemN2Tmnpt5fH6oNWgFkWazTNALyWbRybMilnOpz4CpyiIsqFbzZh3RwfD3p/cwAJ
koxDisTS/Wf1KT23B5gBDRxck+c+t6HJMHD6n5Pc3VOmvN+wsqvOe4aXtglKf3VJGdYUNzXdDBQ2
cT02dPGhzqqv44KGvzlEX1sFJ+dyMHd20f1epcwu1R9IAHnGrd3UpYTHmBjgXmYbqEeCx9Fx6OP2
rQBDCiLgBaQmphQJWvP58TRTYa0hMTE6bnuYKiO8dGZo+RVSpTtf7J6/zyuKNAZbqN9J7Rrm3po6
6LeqcYNcDfP6327mfXBIgVwBWaHX7VwAPwtxzsM8do6iCQ0NjXPaEWiyWLl1mZKwr15sQ+h4kfdU
WZ4KQ5CpEsXbMkNapcICrLOaIt2jHsi9dHuVy8oO8ZIKEjDmdfdsSrwoy+vCC8B5tVOQqqMFtwJ2
aHrMRluLr4Vbac0Bx1y8bFwF46lT2xfh18c7/n5DEDERRkWBSPI1159qRODIgdIlgkQt+z/CtELD
D0bKl8ej3EPkJTIRECQ9ZLY8l/Vt9NLcUUiItgiQleVQAR3DctuyMpyJ8oFy6BP+EQjippaEf4wF
vpUf3d5AvWcG4TU8K30zPOtNquxVhjam71LuxY7JApwHV+L2d5U5vh8L8g5BPocgEngze5U/1vn4
ZrCO5GBIaQOQyLJcvjru3VzGYYWt7hVJ2PSgTW1/UWqEXh6v813Q5AzAW5JIC0ozVBhupxOOWYlV
SUVhgVbwB6+O2qcKAvN7zcm7K2733Z4pw10UY0C0SUBW0QniPbGaFnmushQK5Uhz7L2XqMPT54Jq
VVX6c9yhdl06Rfqv2SwzOkBsrp04c/f1aKkDWefG5/tJRt/tdFEUToVSgq/A7J30u6Ari0aLlxY7
ac3GsnITkddKKRiEald3b1nkKd3VjHpeFy3KOdNN0fp6MpQv6M1FxtkyomnvfriHMyNRilAXLfbf
3bx1HRa9UCy7Z3T9pzGZhkNTJHV6KobIe3W1ydF81+3DfzM894Dpgbk7AousXB8L6uRbRD9eHB9v
rY21lswvHH9d+lfYzN2uddpWkZOTaQaG3cJBsIboWURW9fR4FLlfboIik0aTVSKNicHYy92OMikD
PMy20IJWtOlTVyH+0cTCCzS2387m2di6FNUlawVULnfI6uiLYmlzOvVaME7qcIztxEFMxUKSWpny
g1k4xlFo6vyhscM9gvzWJEEJwgaF3cHQqywjsUcj9JoGiTlklV6A/c4fJAvtV2GPw1vvewhRPBZJ
ZwC7SMWY2/XMu7kF4atpQQOG9Qn8gPOkZ0W2QwDd2Bt01ukSUX6WRPZVUUlBMqXmGcP5SKrqEjf6
T6sVxs4G3Phe7DrijKy/0KBbfa+4DZ0yVnjshfagn8JWr64gW8G+GZ3d+nOqO58zHINORdhOO2F1
c2hSYKkBII0KVnsf25lcEUaoS4BX9rHKkXS301z7uvT28E3FHQlzI0+AHLb3lA83Ig/+T1IzBuQV
FfDVeRCN1cWjWLSgEObwEsZtdB66Lv6BADXerkv9VtdAbmee8SAtqIJDVVz7CQEC0zSpW48yv6O9
5krdH9WlTnBeHMAKPj7rW7tGVsHZMXQkkYu43Zt1F6qUXnETCTEtOSZ5Gp3LiOzn8Si/FWFWIYV6
nUF9FX4gt/zqimpnYQNlNvXAFuV1QkQlq5RnI1LeqWr4NVeskzo4/9SG+bGPvL+0xvUxyDj1lgG9
tdCdQ2Tv4RO35g0OjDoinUpeVesfpE24oxWJTsemKw52J9JrDpX36fG8N4IM16IsjPASp8y3SgWU
Kon6paqRlUzy/HOfhmkQJrF1WpplD96ytUklFQ/UPAt958KmqnVfJw5DqbD4f1KhGgIjWuyvIhLJ
cyq87q1PQzp5wHhIJomfhJzVccyEopqLm5pBm/f5Bwr06dFDgfBQKqo4q3btvD2IyuIWZS10RqGf
r+K1ljRaiLWdHuDcvOD+aujHWDXfLEDDrACIgFKiYcjbd/XBGrtfYjgPFGocpUXZVEuOi44uMppO
eyLXGzsQcXpw6ip/y/N+e/Iq3RDQzPDWidqi/jQ6YfhUuWO5EzU1ebmsTh5NDRBdxEzeZ3edjaEe
zSxUjSBcOu9CP0JAnizEhzmfh8IHLtg1yN8Yka+U8DfSoRenUceH4/FB2NidHADyCW5cotda1W5p
qJmWJdqa2cRTiEppKwIFFgcwn9HDmdRM9uTYt5YXRVyTmINm+V03bJqNRiuRGAUVKOajlbj6oai6
5fx4XjK5Xa8uWBVZ5Obtdqe+PjhNlRh6aAaWNf5tV8qXerZe6Em8ct1/duP59fFwv9+jq/F+ozh4
yAB25jF3u2mcPNeNOawssAjIVV4QnBriZ95Py3jsKGZEx2xJ0Jp3prR65uUWqpcxxLfvkC5NVfyy
oiS3nxW3b16rcLDMzwDuYvcopiFWDlqlGO7FUUbnQwfnSWax8YTbRGFnetApaqb/OWQJQkUky338
0s5x6uG5aHhfLHuZq0MVZWROLc6v3bNYdDW9zFFrQQ9QBjd/gvc/dD7U9Xj4btSzif9NOygKcV4s
5TGaWvN7NWaZe5p0tXOPRqOYwCZhNMGGRXzcPeoNTwM/UVCJ9U0n0tHYmhzxB1+++6Xl2RQe0zpP
opMhEtQZSWxR0xor6lbnDMRN5s8izT+7jtD/nqlBj4dBN+f8OGFQw9NBFcp3u4Ke+sFSq1B/KaO8
DfTQqYpDX5vNH9EsRHUwIrV3fTR7jeyp5p3yo1JUKhJ2l5uRPxMn4T9pSvp3pg5DehnjSf81CDhj
BxhDjUfgGlFfzXMv/TPMPFietZ7n6hELtt7ZOW4bm98G40+yInWN7+pa9GyxtsmRM+4GkKVF5QD8
Ge3l+Hg3bo0iOSmsMTXRu2SwLKjueyObP1R0y1dnaNGKOe/pxGyNwk1N5sWbnYfJKiQPwCecBShR
0LR9dDSGyTlNYtjzNtgaBdwhjyqySymicnuwRm4Wz1UEc7HU4cuipuP3fEjD0+MV+61Vuj6/kj2C
zSCf5S5eTJQXGzyGqG0WJvLKs2yOvZS8UihcI2SiH/E8AxjT2hGp7NKjYnlM8Dr8GwPN1jhqiZO1
X51K7/9WqdEke79u466AH0nUlH1cFZDO7SJEcwmkSoBbtdGm/VZYjfZpThTHQW3EMvAzTVrVl0JF
P+dmTM/05OaAVsPeQ3/rUyABB45e6ordUYg7OyeXQew20Jtcew/5PvoTrQFrp5ywkZrRm0TRDq0I
ChdrFPfimgolExJAws6vORHhZeDsH7J+6HeWdWM+CKhQcYIbIlFxq8wF0gEAk1roQTSNENKswj3k
itPu3ERbo7icRM4J5B4Oy+23GywrLQi4ehD3GjjCHO7bWBKuHm/gjfsOWOv/j3IP7htR/m1GPcjL
cXip0tz+DMNM9/MxXq5a3VZfsqHce3RuTs2EekW+5JFBrN4ofZguedTmTK10e19pvempLhxrZwE3
NgRAUKBiMmOg6LGKM6ESdaZeTkaQCEs/jqH3XVVn4xiXabSziPIYrYIAapMUBByblzq77/ZT4dKW
2A3ANdjigDGVOrPnUze7aXse2iL9YNfK5yJammvSCPPb4++3sZQMzezY8eyR9S4xXB6zGV3AoOEB
fcoI4SfsEvYKkvdUOVkcYHIIdZCBUZO8nWGtzMlUepkZZGHzUVjav0PuKtDk+rOrWD+9OD4myjen
Vt4TDD8vtENRstFfXdAiPknWkQZs6Yf9+Clu59eusZeDtuyd/62V4IIEDYFSgWT13f5Eg1aIo8+s
BO0svInnxT2HCX5qj9d7q4BIPZ8/ypKCWczidhhyRtpPXm8GAjo9YAGzrNEvHhbzQzxiDH1G1jPs
3+X2WGQv+pJSO9V0hGzOJr1GjWQodfYeblsT5/kEEYJID0Rdpur/wSqCrUcmGRZnkPcYP+PikZ/U
xN0TA9ocRcpPUkXEH3ANN5moRHXMzwxqa+rOpT6Y53iom/9hO1PIBwyJyCXvXhmu/jOXeBnnCNUI
k/JsNpxq1S4uNubuO+f1PjJA5pAIe6A6zGf91B2Hmh5SWZmB2avheXDh1Xqx1p2rsnv7ssmhgJZQ
CqVVsWY0zcjkZ0ZbcgOroQWpvonH7060y4XZmhHoHLBaVLclSfN23YYh62PFINYZlpmg0pFQkQlT
yyN/FeXOm2VrLIiEtAjAzGjUfm7HgmQK/txmv6HkHb6baqM9mKOrBHNTejun7f52Ik8kf3PpRJqU
yVeHre9R7Z8UywrKEf91KzTLD4XZFRcASu7PGBS1Xw+durMHf1cebsM5o0LDQA2JmgGd5NsJxnlX
aE6rWqSOvMw+LJTo/0lir6jsYxlVuJDXPBwi3md69aoj0rCcRNa030dgwsNhbvWh8VWcc14F6hAJ
KO9xRBEAcwdYioNkNPOI6quzVZX9R+FF5V9Jg3TEoTfNbDmksIQW38i98LUpy/jViiztK0XUpvH1
NhFfqh5vT19XhkS57EQ2uZjraeOjwHeFDyJb2atpI00RW61nB/C+hU8f13hqiPuHVBBRzE7jQZbY
n9ohMZ4ygZ0PnhVYY0xxnL/DOK88Pv459/GGX0GGIC83YMPrdE7B+9Lui8nGnaYJj/iTOjDLZnfn
XbW1wcgZoRzQONe8dRlT73EMSRvdDsxYmX5Mo94ecMbIn0Qbx8ECtdgfhsrbYXhuTI3uGo1hKAHA
P9adikHTe8PqY+SS2vCHhg3IazMU9vfH67dxZROsIRaDd5RJ6hqKaLWD6S7tIIIiDK3mh+ooOjR7
D/n5xM8cbAGWaUDALgxjV79wZZth0GQY3vqI4mZte6hzPY19L6TH/AUb9fKjW9Z6+uwkIhsh5dtW
EsTxUoRB0heZ4yO/mBs7W3Ij0nAFUBWBh8qVs0YhTNNY8FfoIFk4lkek5/Ak6eAolehovP1KYLmk
1ZZsx921BJalWFJOoUO2ndnnWnjtUclL5ZJWfbcz1MbnB6fOpADeE6fW9hf1kA1YIczMCtQX6jMN
zd3S2UvZtkahoiTrc8yHtOD2NHfq4OnhVLiBslggYQw8XwZ9ETsBemMUKlfcljyI6FX9Llb+577W
8zarukjip2hUnTs7ni7gtvZYcVuj0DXRIbDTKaKReTuXufLMOIlBLRVuj68tMqVPVTntWUDcZ/ES
bslNzWfhGl37Pc5mSnGXg0uZPaeQqqZfzWh+cowFMlkUH2Nhn+hT//v4mMqgugq6IKPo04AjROhg
DYmvHBs5eS+1AofIzvFUoteUs/zdbQoNXYmIz/Z4wI21JD8A2wNvB5rEmjI5DDn4pGRQAtTS40Nl
Gskxbu185+Tej4JkrUQPQJ0HM7FWtoJQAqK7X5zAQKLk7IV9DnWWwtlb5wI9wqK6QRZC82L9xRqr
dTqSay8IKZ6+inLSzzGkibePAh2TxEky7qCnre7FoRkmfRbU+xxZn+zBP/5lpzRH3zwXeLJ8GQAX
gH3XoMA4QdOsBYESAAcIX6femc7ZkqZf/4dRsIWXoEo5o1VUGBtrRu8pEUHX9tXT4mIrFPFQfXNr
h64LkY3CMQ8yUvnb80pGEFbIaItggVrtTwu45TEs9mxG7o8OGANo04BIYKHBW7kdxZ67zqt7x4No
GZtxoI6N8bEKQ+NlBl2jnc3Z8z6/efVANcgHPlUm3sGrVzCSGVipUYkNwK25z0JNh6NdG3u7+v7W
A6BCawwmAShRdY2ewiKqH+IsF0G0lAop45ych7lKg1FP9lwmN44pWRZPIBjUkjW47j54Rl26ZioC
gb3b37Qb4/dVWbs7eNfNUWgSQ1NjZ/O4u/1QnvDKZXRqgUhh3eF8EdVPKnJFXx5/nM1lo1Ym69a0
uNedvsSNcAWtGAUnO3FS9TA6W/GSvYyy/vr2oQAQgL6TR4mwcDuhSPfy0ug6wSep24OmD+6hEA7W
yl22B1XYWjvCAg/H30XAdWnJ6tqxq1SaawWe9e/dZYzPix7vaalsrR09L0rlnCT+e7UP0lrrolEh
V4yEUz2FpcfdE9kYlY1F//x47bYmRGwAoECqha7tajMMlq5Akp1FkCLOB4A9ts5ONvRvj9mY9XBd
S7o5DgyrCKSGWDK6sUFPMlrSP9Ji+gq6Wd9JsbcCEPJV8vZh2Xit3G6DQTHzOKtjEdSVoVzo06Xv
tTKK/XhQ88+OuhRPb186Ci/cYOxv+oVyaf+TbEWIDlYt4Lygs5Py8+BExgthYs+lZ+sDwe8BWQrH
XAJLb0exwfIOCS6oAeWM6bTg2BOY5uJ9ejyXrR3n0JuhWY5aJICt21Hw8KYv2Y4iMAYtPoY4XL+E
JiKYNcaz58dDbU4IGRTZNP7dsL4dymxKlHA9hgIYrv9Vls18jcE17a3b5oz+M8wqKDTYVCV5txAU
yk5/UWPrg1J60aVSsJJ+PKGtfccBko1A8hL2+O2EQk0ge9TqIujb7utgOMklVKbRb8qhOyHGmvmP
h9uaGJKhHCKagqhgrDbEPOOhYuUmt3lqOl/aPq2/lXB8sqPAEWtnanKRbtNhaaOKwiuvCVQF10ys
DsE1aGZDeF0cqznNVDR/tVYvfubJVJhyhjxMp8FBhvPxHDf2CMJYECoJ6cBR1oi+YVygHw0DypWo
DZ4KgtfHbnKMX28ehSo6dwbIWijXa8SrpXR5poGIDqJowReNgsQp7kr97XORxTKotlIfmNrj7fYY
60ZQmWEuGjpVMhiNL2GtxjtAz40VA3zigBrEyofSpnE7ijOFldti2ROIJRmwPZ3Uk9043dvPLvY5
IBSJEegnrMUfrbmq05LaQIAS4nR1I+wwBMqmO6orW3OhSwTMEmoF/1mtWLwkYdxptRPkizn45eiK
U2ftorrvzxFib7wjOLAsmLp+E3nIPdoa1tig9Rf8GIvSe6E/656yqFPffMny58OxBh1Epsp3uv04
OLxkmaJW2KI6k3FUWyQ7uP3LnWXbmhBMWSIrihbcgqt0uK10K/MMRsFl1/Uj1FAO3oBzaIlZ9c6e
vo8LTEUmdRyc34KHtxNSJmXU9Yg9Pffutz5VgiGq/w6d/iWfOUn53O6U6DanJsXP6FBSp1nvbqXD
iGSZmFpUqPphcsfhs1vr1rvM6Jzj46CwN5TcnP+51SsNXbE0lQdJUecvkz5ivJ67xaXNonhnVvcX
B5sb+xUoEwDu7pD9Wl0veZ46Nir/1qvlNH+jO/09bN3WB0z09+Np3Z8pORYID8mC5pJfxYfczhyv
kbW7WPFqH0RRc+rbZS9ubywefSKZRYDGIXldbcG+nzzFMycnKCHBLwf0gq3DME6lfqSK6e6cqq3B
iMlkCWSU+G2tchYEhd2kDW0nCMMp8xXATX6WLb9wqjbeHPboI7Ph+U7sd2obt3sCPWWvGSPdDWZK
0gc1c4ZzQ+9651BtfCJQwnLlKEDxSl9FiabGuqiOFjcAte8dZrTcjkpT/vPmfUBDistICj7wqF3t
Ay77Mc50agFa0yl+V3b5U1bqe84Hvznht4kDrz6pCE7XhiruOuEfcS5XRszJAlyilyYoxiH51ABh
/zJikmf7tT6jhOM5ffJeSTlZx3TJpuhQIaAPTdiobZ1Dl/OvaBnG3t/Ncan0Q+OIpfXtsdOdgB1Y
vWpevyx/hcRd8StD7E7pfDU2lFL4eDdG8feobLT2ALIcuanHqyi31qPprXIwJJGkkJfLE5pcPA+m
oS1PsTENz+NsL69pLr5CsJsoy8fph7aNs5+Ph9/Y+VCSKCTLyiiY5FWMMgtX9KbV4tjsQd9r6io5
RwhyX8PM/vX2kWTjDZwb5D3evLc7f3CFMUfy4aaauGS6g6qcqFo7VEahdT8eamP7k4jRWERqABjK
Ok8SbtKZalwogRLm4UlgHnZhDd4s80o5AoQ8OgZy/cDW3U5INPqiVEWsBEbVzGe3r+Cp1eEPs1P3
xBi35sNdRbXVprNNJns70mDkeZbPthJQbXWPAxoaFoghyPc767a1GfgwUg0V4iEF3ttx6MhEVVdG
4dVxyvK45G3xh+OG5dOyOOPl8SfaQFuw5ehJ8tglYab0fzuWUSsLNdkGsRgUEYm9nxqj/DpXOmaq
GXxt24lU3y6KT0rRXVDU/BpN815tZPs3ME8aURwAnpG3v4GMo240sC2Bkdntv5bo6h/9rC5HF2XY
cyZsz9dEKy5p3jjH0dWbV7fvtENCBN95///uea6iAM1KyVmh2CCv1dtf4nRWoiJlX18XhD+yg4km
gPcV+mYSnedJTcy/1GwSPytzVpbnrg3RBqnIcLCe1JJCEUeSQoSrsBTWUemch0z50sazgqxsBAPn
uEAd0QLAmcpXaDFe9wHn2jr+PNq90h/tzoQintZqWR+yLnday3dmp+4BADdqUAE30N9DsSeWqiJu
TpYXe9n30aymr0ljNMmhczFS8LVuEvXREDHe0DbPWOOsTOrvxpTtLM9q30zKF9iu1AH8Wqmb5R2G
qlH+Jc6rYvhYjUv4WgxdaAVaLuzoMOeF9yVKskk7CD1MvauB71b1RzbPanEAyqSMfmZEXpX7LY/O
9KsFm6m4DOQM5ZGHS4Rfikir7iDKyAOHqk1jfy7drlBejNHJsotbtXYazI7VTf5k5ZrmW4rOq8B0
exxzEVswZn+kd+I8QaboQtenBtj8naha7p1pHXYeaZU2CX7dpE1JcSjdnG5pphbt/NGZs7R+1Zuy
KP5QpmYyEHTonPlXaiZhdso0vdE+TBCfHD8BSV9pxzlxRHEC4hGVvhvGznRprRxvyqNdhZZ5RX8r
z17c2IurY6gvFg/Zxc60PS3+jRCDTTqFfRITivvrDCgsckwnhCYCaWt8xXgmBKoQ9jvZz+99vNrn
YE2hZ1HBQ3BzLRgAsVXJorZSwAfq2lXPzO5rEmnjIRYS4g1aYnhGplJ7jefF+7BUav8FM8j04+PY
szVXHL+BEMpLD23W28NWTUaNaaAnAgdJtoNGWfyU6PW4E0y3RuG1DhYZMXypMn07iqnVtrZ43Kx2
Ermfw1xEtGnrcqchsxGyJQSJegDwDkrk+u0ohl4goqyn4TUXAmKBV+qfZXf7JdJCdY+3tDEjUBv0
SOg5O8DFVuGy6Jp8WYSiBEIlRB90MXzBp6HZszP8nQOvNgmAa2Q7eE8DEVlLVCVOl86uwTjxsLyg
S3NQ7DDxkyJ6R3R8bifvKVHdIy+ed9MYv5+N8Ll1MZRs+/BDZmfHBhhLp80XBH3PRZ7/2WX1GdOx
U5pDggiV8jCr09Fq59KPDXPnWtt4zQLXlKwnQA2s0OqmRqY2nRDUDq/ANb/3hHyfKrJyNNrmJTf4
39J+OyuQAysb9VTxqB2v8Zs5zC78xJvwalhR55u5Nj+TaQ07BYGtq5IB5EVtyYfzuvHn1bE9iakI
r6qLW43Ik0uUZZDHwApa9ntbDCO2Mu7Ppi1wNrQ/jr2zc0VubT7WlAuSsgTo7NXKZlVo5HE0h1c4
JtrfsZb2ml83QLneHBvAwMomBuVQMHerU0t9HKu1hQ8YoVFzTNJGww8i3NPy3JwMx4iHDbpUd62S
eVBGbSlFeM1GM6QuVUI78XX8bo+PZ3O/Hang8BeispL6t4ZalQjK24Nqxle1HuzsRP2lwAh1SVEC
DPXeST5moxd9MgrETXbW8T4uoWYC+R+NfSpj1Hdu4xKA0gxifJledct4JkVIL0h8OuSue/Jv95UP
yaKWECLguff1HJwCOtUF2HWNuf2HQ6VqTe6btRN/dLRpxppzgGa0c8q3xmSXcNDB5JIurzbJItTW
WuqwuFZ8xtc505r40JsdslV11lsf5Evz9fGHvN8wfMHf4l0IEVL8W4VeJ3EN4MUFchim1v8Qdq0+
p1qR7ek53381ygW852mFc8rQh7r9auR2WjfEdoEg2uhhvTzYPJu96VKq1dsLITAd4RhLixyO2jr3
LpLU0OaKoTDJEeXzrMViuoxdmu8cgY0pAblAmZdCpio7X7dTSoomBbSgc2mFs+IbVhWfSi3rwZzp
e7CF+49EGwoME5h9Sovo2N4OBbtC0RYkxa8DHLmfVF28iwsiY08O4a5iQNkIVBeRAwgrTerV0arQ
xwWrOo9XTVmwBnSQDTNe6kgfU7+wwvIHxL0oeVnqPB8u/dgIjICqotnzVribrMRvkjtR+pG+MWvb
ucTC/m2BmXDNsLLW4Mp1GpJvMPPfjN+T4GqG4ITbsl2+avg6uClUIRfrVU2r8dhPyfy57Zf6Gi26
8u3xKbs71yCSpZUebSLECUFp3H5A01tqvc+M4Wrmdvitybwh9MEhYUHdWz21IxTx32zgIkHQoBrg
caF2c5dTYalQdkWtD9dGT6r3mNoWfqpW01sFJzA6sQnGqGPSN+cj3E5MuJiZ2Y05XAe6iNWTmi35
pxi1sD3d4Y0FdMD0Ep/om0u64e04NYYwmroY49U0WnogytCZl6jJ+tBPOrebkT/boxzKT3KTKzIz
PhY1HswIEHxYheKxyiul6eWItdf/k2lt8TQM2nTJrBCpLkOLfhS84w6xPg/x6fFuuYsscmievg4d
VO7wNd6udkrcgbmzrxaeHE+m3sR/NBgnXaym3iMjbg9F5CcmE8fWzyZ1cTp7jobx2gsbT/pKLY38
tGSZ+k6Ll71C3cbJRu8e6BWpCfC4NQYmjEOOdt2O17S0jb/0ojOvPQn/8e2rBxkE31GJ8gL0cLtV
KLHYlDEULKZzPcGHL9IL3tPm6FTvSgXxoO9vHw7VQYo9MMY8FANuh8v0qYomU1DYDCWX2OnqcyXG
7+PS7Skrbp0B5L4pWUuSqrXWKYNxjHRakk5XdZmWn6DBqr+GcNbGJ7R8s/isV0mh7ezEzSEBMUqZ
cbAxa712WuvDWFjZdA0p0z9lhtrYfuEl1p9dNecZBmIh6fn/sJ6/ndKlypGzbnlmWqwmtpNMV7sY
8p+2Ns9najFogY1hu3cD3F94lCIBnPKYptZKS+P22zGKU5NSTddO75NDohCjfaUpoqee9+7rVDjD
+6wrmoObGOWlrKq9VvVWjKHdRfos8UB39QLNWvKho9x6Dcd6wMpL5JcuL9PnZv5p9jQv/dal2Qu4
UF92Vvm+XiKZtXxShBFklXQ99WrMUQSb2bZTXU9dgHF8VB9KAwWKQzGE4t9QDYfYN8Om+Bi27fCq
KaZfUXAoDm/+3Lwt+Q1kNkAsvdXNONfStxNfHi7hpDrXw4LdphL/GizRPz0eaWOxZfqJE51Oag0U
8/Zjx5EODcaJpysuM/OzEpvGj6huy3PeTNr7Qgw93B1FP5Hr7aHEN+IeguzS+J0sgFf8apuVXqIa
VGEnXhLVcJqMLjn3qWh2/Ac2QjlZKOooRCHZB1nNDz/2vOLSn6511VWnQiuLD53Tjydyunjn1t/Y
PVJn1QXFIQtE5rpTqySYnClFCLyisafpk561peODd0tepjxVxkMroqbwjWiGv2hM+KAdFAOK1DkL
6ezu7KD770r0lWR6ijoA8de/pcIqQHOjkJ2sNj8Lr/+jd+3ndpy+NTAAfIrLvjD7r4/30v0XvR1T
/vP/NODx5c09KnDDVRk4oBW4RMQg6nhnx95/Ud7WVDro64LvvmNXuW0Y4ygsL2cnd/6o6tb400yT
OvaFK6Z/Hs9ocywQo9IGXmf/rPaoFjbkNejEXLE1Gw+qOU4nKtfKYYy8t0d4yZqhs2XQEuKWXuWM
RuxkRagzrUx0ytMcJ9mTrebFeXLdvb2x8Z3orMoCBcKkFF5WZ4K8fv4/0s6r121jXcO/iAB7uSUl
rUKt5RLHTnJDOI29DTt//XnG5+JYlCBCOUEQbMA7Gc1wylfeMpfJREaTJvmpo874WhR1vINrkmtz
GSoyIbRY6K9wsVxx091l6YxCnaewd2AuFBXU0ORDo6q5P9dJjYTdrpbW7XnxdnEI8TPben/YStvr
as8S9hMvU4qAxLke22wHhH1zTwDDoOZIbY5DdrnL2Qh4BSArE4oBvapRiWc4/g3AZaN6mGKCAp+U
4KW3SrGZesTlUHGkuolJbSDsBzEgHQk0rKVTfLy/ya/DGaoPyLbDoWPZyCQuRylJz5qq1qawNUew
M1bvYzqeBx2e1345kCH9h+GoN7vAWiRcQv6cn24JrZqMwYbWHaZT5r7R4Zs+drPu/DuqmvJMeWnZ
Ge/WrkBfjTeOMJR/6pfjObWNxFg+zmHU0t73G8Rfcj91h+7xZeS/D4WGtjGX/zZ2MBYBhKtRltBA
SNU5ux2ExUPhtlPHaNOaomal5fXL/cW8MTmZFgGFROMf6rrcrD8tJg1qiiv5qIYUwsEYR+1vKSIO
p/uD3NjxxEUuemYUQnhRNiWBNuoWqpdCDc1Gw1vYTuxPOunXi9m6zZ7vw3XwCZ1KspRltY90b3M3
relKBzIWI8hiuzjNdsYIuZuuR1xhbGkhm07oHU9DkKVK+vsirD3zm1uT/fkHbE5DUQ1aVCXDGHYt
zHwnUzLfGJX5o6LV83/4eD8Ptfl49ViCgcr7MSTqpOPtJYZv5HiR3v96NyIBCQMmmkYnnS7gdkUX
15k0sYxh7rpz0LBj/CnG/bTsliKoEu17NmSe3/X2zq65tTV/HnezkLT310hM0xhqVkab0WjzN6yf
96D8N14ZCQgB3MD+RDN8s4aGwqtvJhR0TIy4DwS5ySGytQj+Uh3/o6hj5A+idQ+PLynv548dSrFs
W0xNkPZaRpfClVf2xW9LMVShmY39x4xu+olHvgtSu4s/0rx7GCkq8S+QkLEeRqKDmOTyvKsu7sOi
YLoK1eKXOB5/c8dGPKf0Q3cCyB9qF5v3G3V7CT1EMIsPudk3k11mlZlSb8nMcn7S034G/iAKFHZL
zz2U8aoFY2VgVlGY3VNaV97JdBPvKYspLxhz1x+12HOPgLtUwu7eOUWr2KPm/ohir34j1Gwwt8QY
9Koul6NZMsg1ZjIhHt03vquV5VtjUmpw8/bg9UaM1WxqHdCPak5FTcKOWZz+iumGjvZarxxXO2++
3N8at64PqIdUBajJAYPeRAdaV1qaGNQxzBorflLcLPlVX1GDWoW3x5O4ufVl94yrnyr4VqJ/KVW3
RN95Cp2VEuYpncuyBuUQF8J3rd54U20lmoJsTvZUWG+dbJ44cjd6+pKBdLnqcMYz01lystPJ7tqj
JbAd8q3ZWs2drtbNgSi0yAIxkKVt0cpWOnXV3XIKXRdBiAynPl9QKdu5hm/EP+T7UnmMXJsgYbOJ
eji26eKZU1inNpJds7kS0XV9nfrcm9hO2ULt9mhVt7aJ9APhs7GKVxpblgBi48qi3zJp3q+jOi4c
s3Q5awRGO/fwzem57ETJkwDztLkhs6rUqqGIxrDyKvXdyCZEWkrdLn11TLCDn5O9FtDNrwawV7Ji
pUWjfOJ/ikma0Va0os5k8WJNo6dxWYvcH4e83tOQvTUzcKo0qSGT4he1+XBwxpDAnnpyXJArum/l
GrH4YCzzb0hPms2pVrpmp5xwc0jiEgJ/crUrTlex4ualpKROXqIlT2Iaqi9pq7ohuufG545+0M4J
uDmeJFKAFaVA/EM9+Ke1FKPI62QmAyiFeVDbbDk1GEm8KHZlB6Y7/XL/8ro9GgRWAAcSnbR5XfTG
8mI7AY5qlOi442W8/tp2SgeNx8ZvsFvVnfFu7RQaJTKJAghFuetyp8Rrpdmp6/EBkf7X/GaqqFEs
mfmfhuHZpLIHT39r5VkNVbZ6KR080fX551zr5g8obM7/5VOB0+EKAYIEhP5yMktij2sz0RrRlD7+
Q0ns7Gi7Tvp7MU31b1Oe7zWPby6ehKeS6YLF3gJ8tUiY08g9EnbTkmcnJepxq+gmtft6f1Pcuqrk
5SHzeDSGt32XXK+9KSmSOeTtdI92lTcnhGn7V4ytrOD+UDf33/8Ntc13k0K3Vqui/IouYBrQ7Wn8
WBvOamS+tP2uovGt95P1I2sikWdzbK6P1cNUpWnZfUjL2c9T1QxHr8OVdEQl47jAcor9jhL58fE5
kkPRr2ZMzrRxuU30aoA5knHGXIy6jlPXx4duEvp5TcBV+AhJ7tmG3sqoOGFS0IrGPyImlwM2Vh0p
48r3A8KjY+FScfj9etSKb33UFr9M8H6ORb4onyQ3UfiNUrn//IcpSwUo+ls8QVsSVeJaytwUNC9c
NcF0Yyw9VQmciRLABC7V8WshbVPvj3lr14IO4HaRBqPIH13OWqksZYBkMofDFOtLEOW5/YkAKXuv
C57JnX176yhC8wUN5uGUw3t0OVgeld4cqXQsVFw4vgjOiBKoijPtRXw3x5Fmy1wcRJfb14C2JAV5
W1DMLjQArRVulUMyip2L7FbCCHmT/i4hNdiHzSuQicRom5FRnHgZP7rrUp+GFqMbjGey9aD1Rv0y
rRXxZWlHOyX0G18NeiIaLnhz0g7d6vs3ueqsBPF0IwBCcDg8K8ByJ/ZXpSsf3yAQpllEwLE8rlug
iiLiwnDo8oQsQ/zNMcql9AuldI5ZpfdPD29G+mlSUQG4D3D/zU1jLT2+O1pKjBetMaJy8ZTXJ6VQ
1+RV10axVxS6cbGBhoQNjs+ctA/aBGDx5C4Ao2BnR6bQ3CAigvqTYEHT/UE1h7+lv9T6ZLuFY+6U
Rm/sT443iFWeI4wgt00HVR0bV4s56GgG588tOntvcVUXO/H6zVEoDvHU4jiHusflaaOpJJS1Z5OA
rShf8l6Pg6VK9/TLb2xFyckF8gN/RsdA83KUyinXqhLDHNbCsr8tetW9dWAQvildxYD398eNd4+U
kVooTUeu6i0dITe7WCi2x7YfHBTJ0960Ai+y0Pme0kzoB7e1tMcPOeNJSTAqv/Q7N3vE9eYUG0zS
Dvr0XYTnY2GvZ90o2jIYgI38PpL7pH5VNkkZUA/r97S7bi2vZHCjaiMF+H84if4U2GrQa1pFLCgI
FE35earRBz0kLTaogd31c7tzr9w4EdTQf8CEKakjaHH5MSk/ZO4C5j/MhTci6Jh0yhBgBbrWRy3X
l/alqbPmg5M2Wny6/2lvbFaZCXFjU8dHsnlz9EvpXWi7iwrHxygPvepkH5zOth6FpaPTylnnCfpR
CNi+sBmeoDTnLRW8omjCUjX7k5VIxUF1dHeGuoYmMxbu6lxlfDnKQ5u1HM1OYKLZa2FqUeDz14QK
KTiSGB9VsEhnVBqW+VhOWWkGFICQgq+iSpE0wT7xs1Hr9lQVbq0wF6uM67GFgX55+W2zZbETKlJq
KJAC9IdMHY+60u/5XV2PgvaWZDCD5sK2cos0F8KayyIb1HBCS+99UHr3WXNQ6b+/W64vArC7hGiy
uEcOsf2OXtKCO6dCGy4eyILZ08q/2nqZ/2hspcfM3kz/vj/ejVnBWZX1ByTNMXWWf/7TKaxb3Drp
QZvhstTLv2jvLsth8YxkL7C/Dil49qiuUH6GRX8F6Ug7HVMNvarCtE6Nt9Ee4rNdKclLkcXtp6yI
rGOWWPqTIazm4fMHcFKX0ll8NQnuuJzhODhaW5mVCMssyo6OtdKBR4TF+/LoQkp8JjrmBJs4zWzx
OblhLTBgcaoc7DY7ARmd3lbD2UvF5Fa+LHdC6MSTSBJcgB1t2SeaLYSnTkMbWordH8rCKXyxWL8A
xDKpflRHB4U1v2urT3yGv+5P8Aa4gbGlQD8hBQ1xdZOrWyIzh2ZR29BVJnDeiSSKlK4jDrBMB7+q
++FkFLVzoA7vHaxCq78YaG89/jXBpRIf0s/gUd4iRo2JQtDaKB2P8prOvkjVIQ/stcv2jN6uD6KM
nmTIRm5N9XtzMFIH9FhXKj19Nd35BsWsXw52vLgedqHmMhyyWG/Xj/eX+PpJJMMmfqLmTg3hys22
yc1ZMdsGOhjNko9grWrnu1iyvDnMJa3fnXv8ejTCXzjIpEgEa7CzLg8GXaGq5Fb40bmon4x+1T8O
XNWoqVS7dfobY8m6COKz2KxL0evLsaw29sw4zevQnbLk2bYzWKdVWTwrq67tvPTXNxqRNvQc9NHI
OJEevhwq5TqbWOE6rNW2O1jN3H9Zh6L7fP9TXW8PRkHaF26ApNZ5m+2h6m0VxXA4w9zRxKGqbeUc
W+4YumuqfC5Fp+1gKW6MR9rMxcLLg8Xh1lwuT9ZoGfS0CQ3Rmwj9p0ax+MoY4+4NSCDPgtiC2Xl6
eJIMRv4AfEgGipsTD3m8LY3cbngcHARv+3V47YFXHKNm6M55Y0c7+//60/2QjmGO0i0XssLlpyvy
ZKBUTFcN47XfMqNXTvHSzsf7k7p+iWiFSZExUNM2gnOb/WFX6IL0BqgUNeu0IEFh4HOD1spTFS+/
O1pSxH7jVO6RjvPX+wNfnwEiBzJaMj3quHDZL2dXxaYeIb4CDKGsxvXdIzH6NWu1ZfwAVtZ4+BRw
QfPqwQmSGM7tgZudKa2hnFOza+M8NJY0CVpK5Ttp7fUH+1/xLJnbgtPcCiMXbQ5Ky03WsJrmeD5A
yXGzAEHz2Xt4J0KWBeEAoh7gDYnl5dql0ZTjhTToYTbP5bl0kzHonKT9mGNBehh5K3fysetvBdoB
PD1NZeRJqA5ejqdYcWZjQWSEpa3oHlaqRtUEcyRa79msTfvTozsDrwWOGZAYihFIolyOZglA2Bnn
OnREpwcrkgCn2JqT975QlZ2FvPGKEwoRKoP15FBfKWaLqdcLb0n6sBqj4tnNdEhUedL/1evw1VEp
TMdD3TvKQYLRPuRDk1ZQTYzFON6f8o2dA8IYFWJJpKQKszkMipclCn8ygHzI60PfF7nyZqODJXau
lOsPidQV6FICMik1s80yUz3KqtbKxxC1IZMmlE4bERS88pL0k7bzJlzPCfwUxQJqSdBnyMcuPyOQ
Cq0cUIoOjTX2DrraTMec8MS/v3LXmSzKcZITSi9DEtM2mwXjpUwfsaEN27lW/pgSd14+9JQDn/Ju
in8F8pYpiCxby55dh/z1l6EnHDXqIVALyRTgxl3OzrBbzRF1M4fr1GpPXTNMT7CD82NX5/kHBS3F
h48gwm5cXLDXwXny9l2O1zu56AjxuMGSpUSOIetPVdeZhxQezU5oe/XhEO4BVQ+BgFNBYrt558Zq
tiZYPAZLioz4qE3OqRvT/NEtL0ch/4BHRtjFI345ocQqbQFmyQjJk/7V3Nb19bF5+HVjEIkZlChS
rq5t6ZZ6SotaZ2pDdK2T9temdEQZB5mTlOmTttT2P+VQe/N7nPd59Zw3RuHuBCo31hJJP2DAlAZk
Cru5Ods6E/lY5Gro0TM89ariBoaeaDt1xqvNKCXSpcsfFQ+DnGvzxWKOBjRDTw1H2kNvqTnDhdOU
rnszRZseF3uKp0e3I1MBzUr0SuGd/ujmcKfR2OCgYWoh7g3J73j4uJ9KNXffy1rP/7h/wm8sITmy
/IRsGPtKcq63SASayNXCQWDPGC09yE+IOjtv940lxNuLJhZcOIzEtho3qVlGxAiOFeadPX9JUlUL
5rpWDjgClkdnMorT/Vld3cQ0Ysj7CRNsgnKS8cvtH/XJ4k1LZ4WIctveMTcajaqb24D611ZnzF7u
D3e9iDzfADooCpEqUty4HM5TW6PvM80KPSIGXBSFjvk4bKX29/8wDvchPV9QmChcXI6jpjOqmjCu
wkHLxg9lKogim7rbecauPxaFNiAHNCrJNbg+LkeJWpiuTVPYIQfvRahlf1CsJmw1VzlkWfvb/Snd
+FK8MDbBMe+ypMFcDqZGbpu69WhJ++r0YHhKga+lXiHb3+4xjW4MhQsLZVnuX56WLZotjnrXG+3F
CQsFQNFfpeFU+F80KorT6UBZaifQurGMNAKB+lA5oS24he0NY+LkFvLwoU09+5XmlyN8zeuLJztW
gaf3QtlrVdyYIItIVMeNwd/blKbxiKBsu3FDux6mU69kwykqcDObRvEwokh2syRFARkuKGJbmGdv
F1ajLhNDpT0eHyi0GeMRTRtsOOu6UHfu+VsTA3YnYSmUrxn3cpMgDVGNy2B7oR6hoDMo7S+pkxbP
na7vHOQbAzExKUnHkwn3fxMHpJqI7Wwco7CEohDOqTtax1504qvZx8qend7NwUA68hcAS1CPl7OC
W1aUCX6FqFHYjemnkTv8oXQFaA7w238+fMzA0MkqBY8YSeFmYlMSqwnheBRmujUf5rqpn4UDRFYR
9uH+SFchIykMJTNDUumk29rm9gDM3zZOq0WhLersN8r61hndde1YtfNy6LJ+fWpiL3m+P6hcqot4
UQ4qtQoR3qdMsm3SrVVhY7fLoKVi6KfcoX+bZu6efvz1ieb+kF4iqsRGgYvdfLCU22kcLV6xtfyj
ntZvwKkRUK2F4y9p+9f9KV3vDgZzZX2eSjZEgs2ez2K3VYaUWzjW2uiotVb1QkG4eTbWLNmBmV2v
nhxKokNAPlJXlvP+qS5vjV4/LJNiQbNOV/UY8X/OoIzJgPv+nG4NBNoenUcWT7YcLgdqYjMR0VA4
MMjN5blILOuZC2bPxOR6B9JHpVAmK3NkLdt7XtCcmme3dGQlovCxwUSEv/lz1tUXq/c+Qhr7dn9W
P7wDL3cfPA/IwMACganCprqcVqm0dpq2kxOm2vg+ZOKQNQsK9hDfxrOnDqfU7NAnojxdr967U01x
0DrGHtFF7oerH0Gc+sNQhct/c8KhiHFlQVMNbTTvcO8o2iLQqU4+lyJBDrNGiPmQJ83iR844fL6/
Ajf2KhhxGS9I0y8yqMsFyHLFtPqoduReFT4YGOUZWj1qbiLfszu7NRQfVapGSGzP1RmsRYIT7uqE
GWj4V1fPbUpotACrKdJ2brIbu5UT9YPVCOLt6s7MmsrBNIYVrUUu/i7h+/wrnPZh+UfCOW4TXhzg
UizeZu1Ijnq7xswrzOck/1g7U/IuskHZCUau58IYWBoSGHDy0M28/EJF1KyFlS/ZGWlfA7YVM1ID
M6mnPdnFGwMRcMt7ko0I5HhzxEH/tuMkzOwMpEZFEkIpDggA6v6jG47KNIRTBgFPhw3K5XRSZSEK
j63s3M/dfERTYQ2G0dSe6GiI/zCUTCMA2QMcveJAGEm9oGRX5+ekcLT8dbadaAxoKqzGc9VG5R4p
/PqN4QrBjJaIQPLVtiqdQ4l4La9yfkbZorb9tTOaQBGW8R53BYi9kjDo4UtZjihFlog1uMTUy7XE
qSDJ83bKzyyzwGbeW44ZCdTOC319bi9H2RRVo1yHHqP1+RkEhIeur50eYEv2ftOmxc6E9obaXMe1
0tYixT/krFpNf3ZXoX8w2qH7uDjL8Gjlm4YFBtn4yVoS2rX176ychiTMYKg5RrEszibH78Dj7lxE
N/cEz4oMttnwWxCnQpE1q3s1P4+ZqvhYWj7NvYM4iP02iL55uPbAlEhb6FvI1vL2psDizsq6xsjP
EzF24JXjcoyiIX11s2nvQ92cly2BFAQe16C4eq7nkisrP6fG+l4U2QGa+uuQaFYgxmiPhnz9PlL0
lsUHHdaphCBcbvNhXEqnonx4rlcr+eZ03Wr4Ok4mmp9p3WT4YyXVNLx5HObDWji7woe3diVCNnKu
3PZAmy/Hb1QIA0ZZ5GfRKgb73u5FkIOT64ORKs/OEbhxC8s2GlEJ7nQQouWf/xTR9ThuFCLjTPco
qL4TcNdPFNejp/u38M1RgDLTtca9Gdzr5Sh24trzgNvZOZ1mD4NuM32e+3Gvynhj4VBHJrKHdOFQ
Ed48Xcai6tRWNC7gGmWvNHJWRKYjF6U7Z5eFdmssiRiRGAYqm+pmkyS1WRZxsRTnsV08/aiVTfyn
E0Xd6i+jV8/B0NS8m5Vjwz9rkd/9t4KNpAVa6ah06ZEEfasVa/13EJX3Xmeup/i87ar5cLwOlBux
M64Cbh36VJfrvg6qNihFlJ9zSlzfATW3x2lShj/vf90bpxOcE/VHKp9gJ7fF1WxW2hTVx/y8KPav
uZE+u+A5Dyueh3Gu733kW1uJGhDNX7AB4JE2C98mSbnWoirOie7Wp3aopWzEAthj5zW/OY7crMSq
ksm5yU5tNqqWu21xbpWoOCTIKfuJk5qH+0t3axuh5ySXDcwDgN/LD9QmU5P2Q1Oc08Z4n01FwelH
rP64xI9nVCT1YBxk6xzU2ZZNVlueUKbRLM7Kmk+H0nOW01Im8+n+fG6tmvQpl7otMkrYzKeomqSn
/lmcK68rD+VSjIizGub3/zAKzwuXo+yObA86L6iRoBtSnAFK1qfJzcXRHMD9/L9G2aqlUfxVGz1W
ijMM7zSYxo4otV/29DVurZhs6krPGN7QbW3HiZli0jBKj0RsUI+5zk2A7vb9udzYZ6S3gAv4m9bV
tgk4WZViDnW+vC5lLLB9w/lgfFNzo/yyzLGxp+98czR56cj2lAoi5XJXO0mamjYqra/dBN/ZdyvT
DiItNw5daqq/Pz4zWwJBKGiS6m31SRKriDK6IMur3rr9E6jhvPB11vN3rUjGnWdM/u7LzFn2UclH
QF/LAsjm7mnUaanGxlpfkwyoN5CCPu/PozupzTG3o9Q85krRqoGL3+teUHK9TaTPiu1JBAqdke21
txZrbYJi119NnNK/WRMaiJkF4+H+Yl6PAssJGVX2igcoeFuszcUsWE9MNvTYXk96tNQvqjY2j0K8
AB3LWACPFSntsY2FFa0Sa2wOGDmiefGxxnL9ZVAa7YRK+t47ff3FZK4sBex+pIFb5laMn+IyO9LB
ryidwGjs8k9dac0Pgxm7B21RtL/s0XgYpMf8sPGj00iDh/rSJtrRIVsvc8786GOmq28P3nDQFz5f
MKYg6J1xHJOd831znrA/KaUyUeqblyfObSIIu9IL3Egn1Y9nJ4GQiXmDwDDzRE138TPb/vLwZiG2
QP8WNR3DvGrqlkNk6WLCjiKd7emsTP3wgYf4YRsyyvhQ4QA7yjI7SJvLmXn05ZyyVBklUcBv26n+
bERq+3R/Lj+uicujjboangE8kJJescUveG5aqbGCgHrRmd30S54YRYVody26LyUQuvRFtvMmv0zr
fvQj6I3DFKyZieqb1arIkhOZl1HQaYv81zo6ze9eCvY2VJPWmXzDq0RxNI2iFz64fs9CdTAthwBg
f773bF1fvsyEjSBb3bCqt0/wihBVbTrMpGsNjNswLjD/xUcZH9MuX+tdlfYbV4bMlAChS0Ul9Es3
3ycaKi+xqiRcrdlWjwOiZu2zp8at+2RHnaadxwnl7HDUzMH7inJeFb/wC0sqMGtKdR9l3KoCk2wp
bWAsGPCWvhUta4xAojJ90QdnUAJ3MaLqLR2E3r/3eTRlgejUWf0jtcsyerHNtp6QFkDk/+vU1974
cEtJCv6RH1G41Gixby59axFrq3ZqHuZNSR7dL+mp8uLivaOMdry/C68DaR5NiEoUvEFSE9hcriU+
J0i6ZKIIe8+cYX2txVEIVwVDwO6J6vVh6xpQ+xAzQP9Rz4G4tzlbbuPlaqSvRThGQpSH1YoK99Bj
XfFZ1zNL3YmnfhgqXJ4x2J6IxgOQxpMYGfnL6UU0HOlQMFyJCUZf+evQGsNvLiA95zDkFLorH21r
z4FwYyIB5ndZZ8XBZKlu8xHLdlAOmTak3w1hI15Lp76zT3kWa8Y5mVvUY7DL8KqvXprp86GJHf0f
fGijEkq1VcG5jw0lOdo9tdpfC51k7KQYK7yMOSG1f7eq0fuHelOb+Tq/xwvXYVG7pwIF53HnG1+d
F3QV6HlJaCIPLbzXy0WAZFplS11l4Tj3pr84SnbIvWIPKXgNqAPpxX6lLCPZvPRfL4fpmn7NDRPK
m8Af5bgIDeFkq7JOmYhKf4wT3cfsBj+kykKAh+7iU7es6Q4c5nqqUHvxg/4BhaHEsPkNSVdXhLdA
8xFj0F+0Kep+0ZKk++X+obm67yirITElEYrkN9CJL2c6eMg6IFYhkAWNmsPiLk2QlZH+ZKnJXufk
xoRgZvKyg1SUzqyb7KaujQ7rC1uETaF/763cRMIFj5j785H/kYtTwnzIOilFw8SWBbbL+eRl0rjx
uoqQo5Cbx2bliB4iM7WMg9J2k/WiUjmwjxOljr9p8eWL33WGsveKyG+z/RVomzA8/DRmurn1ENTq
WsdGbrts6/rdSsfsac7K6QlbRgvQ7uDET9XsFv/kk63uAI2ubkGyVKnLB9UAUBONiMsFWKihmgJj
tjBKhm9jbg4foqH7arWu8apmSbFzK8nztpmo9PjmxSQLk3bzl6OhZxqZSpr2oVIL+zlSDWjnTVaj
qZ/WZdQFy1SN5MvCXffuw+t5QuOUfXa09MAQbyWi0M6zsDBCAKUUKHS+TE7OdFtdS05jOzbFq4jq
tt25fa4/K2PKdggRscTBbQ9LibNbn0Vz2K0jUUtRTYr6Vgk8rtJDp7Zu9zZG/VJ/aJok/1rX3bqc
7u/u69NKnEDGTtyGKBbFs8vllood2jTbUodIs77lhae+mOoK7Qp3u52H+/q0IqXOVYv2MlEqbd7L
obgZ9SaOkAMq9HT6Yg7Z8mEBOrSTzNxYUVnsABQK5RfK2mZC9LAUoRbcovaSW0qAyJfa+4oDi+VY
1eMiQqyjnOiTIEkcfZVKa7lzy15vIwIvkMTsYIiACNtcTnMYNLMrahircEkVWQjJ7S6oY7tM3yAQ
IdIpIA3tcTCuP6NMMkhtEJVFq2IbZHooB4K37dYwzsf6EA+T53sqsED4Hl8f3TDcPhTBYT1hBXTl
XB+v84AKiwaFNLXsZ0QhuqPRavGT1szmTvZ7fRXglUnrjg3KiSTbvlxJcG5mlS+tFjqFFaHTNegd
ZJZF/0xomH42tLF6nxQt2TmSN5aSc4i0KhR8MBVb9JeFBtKy9oBGvalznxH/iBZ/TlvxKanRT7y/
mNebFbQSyyntWrnqtleOI0XQitbSw7WkkI5PhJaQ5idoEJ9a6S4exEk+DB9srZx+j6da2+sg3pgr
mYnkyP8vNHFzJJ1IzyHvqnFoSosvc6ETj4fQ/FJhCLlzLgH38rkub/YfdQZpNklmTIxx+Tm1sV+q
NZ7LEArSWH2olTEb/LizklXz7R4FttdYjGt2iDWt6164LlUn0LvEVH4tqjSLv7QDFNTQBD3wZewQ
JGyCyV5VtMwms8q6Q+9Ga3p0PKlVm3rZWHy1I5u+61j4XUWCmrCLvpJWikAGu8E6x6bjD6aSn9DH
KF9zHnf3lM9t9wsoCCXIbaSCyzH+wzWT0c9ThB+w9nYKDQl3FCF8c2yHoC6sove7XJR1UE62c+js
5e82t+o3WplO/lEzU83AdGrM3qvemZ89qzBfut6KskPUqCdH8dbuiE1eBst87TsPCB5yuL4tIqq1
amNoWcuPF+5HUTSjCEqvjafEN0DgukGneM6rhXknlJ1+OZeGPi3BMCzKv6IfidNjyMnfpTd5FMyp
5r1Xbn9KJ1BJSMG3vjtoxS+iN8jv3HVcjcDhQfXjtU2eDGQmh4B81rV95M2+V5Fm+L2OIG9kT9bR
JWSc/bWp1AU4Gs4bS2SsIJys5pA6McfERcnIjyJ7DiZcQYagr+2TsRRoR5qVenB5RpUAEhxQ8yrD
p/avgX/hu7m0GHV2YslNf/D0vAqMLEmyYy6Gbnh10bGaAgQUm8Yf89Vzngu9h1Rul5HVP6XxWoqD
kSNHcsS1I9aeqTJFv5nqnIgDH2fgBFfDMPNTk3Ut/aRDESLoTFXpXwYtrpaTupRrt3N7XZ0tIJZw
giiBojoIEXbzEK2DNTeYPcJM6NyE1hO4g1/0rMtMf3LU7sv9i+TqbeU9hWQFRtZEzYa75PJseUmj
6ZM5mKFC1fJoZcO3oir3lNivImGoMRD8qCHThkGbaBODxvaSqXwTl/s4RbfRoDQTB6u5dkxpLdxP
6uLWUeCao+BbN0pefVSqRk12AsSr91X+CsxW+QFAxK54/LVbGwrNSzecTZcOd6zS8/NE92Y1GW7l
Hi6T95f2+jsS4KIaqeGGRGXtyspkGnokZAe027QOhVAnntO/kirymgOF9vbT/cGuvyMgZ1kFoN8s
BWc2F7La9q2aUMEJR73KAwd62WGu6j089dUowN2lwqt0aAHfvCU3Uku24pgLI+zqDMdLs427BDB/
VHk73+pq7RBBIBOEy+swInnC5bY06mKMorK2QgUzLjsozDz+Oo6G+Ke35nQH/H5jLPDMPGQSioXy
hPzznzrni1WPyZi6BpY9XbsGCKJ19suSFbp2wMlzV4vlx6e4eM6ASFHqQNuPaJZwYXMalEnWjcqB
kmLcjAMlxdGLfDUvh+mDFyVYni5Z6X0GYpKmz3qrU/O2VrccX63SGvuDwLPCfqtjYrbXFWvIdGfl
r2Infh39PowGZNbKwlyuhiviXPDww6OgGHzEqSl5E0KdQfYpNQWf2WneSgFbaydZvjqcMu9nA0s8
EgibrVbaTO8sxsHLDpc5cZ5K4RXTb/HcFs7T0ERjfSSXXx/tqUOpIG+jIAjs6nozt3kaddkQ19yz
Yx6dctPBVKxb3WnnHriK1cDV0EllZ6FNAXFps6KDWSXuGGVLWFZadEzh3vvZNP7tNbn3xTEWxAzq
yPwUV9Ner/D6tErdVkrH7G1+wY/S0k8b28jyHJ5uo4Rjb9ph10/ZK8DVh2uPVGqgzYImRlgIhN4m
Ohus1BValIHUx++FfWz1X52hjd5Xb9eK53pvYuCIZTakAMm+2SJBvXLo+sppPRLBvPg8DI77lFS9
e2rdqTs4vRr9Y+d7uhTXG/OHuwUfjl6a1Ay7PA9D36fNQocIAHNivJMtFZijTZpTHNxuUZanRBGl
9+iOobpKUxysh0zu2TmXY1Y0KyrTmrzQ0rTmW7/OzrORijIAfoM3sx0XxXObF/mfTdVrO8HHjT3D
0LSBpM48IoKbzVq2E4XY0fTCKI/0I97QxtHLZ+O/jEJHjWofKwrx+nKCELLSTu0sLywpXPuTEpl+
hy7NzjJeX+zY6fFa0WuSVXF300ub1bHPUWH2wlmP6gDBKfcgmkmc7Zoa+YPPL1+MAUhPqI7yPze7
xGlmb1xtIL1dmWl/Ults3qqqTP69P8rVTcIoKLVyNYNKBZ0s46yfDrST1HW/enL/UwNfvzs4eXww
1q6avhdL4naB4hD/nkx0RdA8VLTy+/3hb+0N7lmOgYykuFouh1+aelDrIfZ4KKM06ErMStR1mHce
oKtgkUlypcDtYAxoyPJX/DTJYmnWCZ0SNyzQxzAPduJ0YOfyNRn8oVC9zE9xxfrTaPp2pVcJ0xGU
QD7toWxu/ApQKSahG1V3lDg2R5AYHLIiaVbYDaNrHfVhrj4M6rqofmJO3tnohsTzi0xf1wMK4Yn+
zSwTrIgfXnApzUuzlJIQ3pqbPoum1NwOQ+eF3vI/lH3Zctw6tuWvVJx31uU8dNxTDyBzkJSpwZJt
yS8MW5YBcAJBAiTA3+pP6B/rRZ/T3aWUQtn14rAlS2SSGDbWXgPvNmFZwlks69SZq7yzwmFpQ5UF
0AuStFOc2imTufeHFJMxnTqCDPMnUXqceIF48mzyn2/06MGB/o4lc20znhaqlpd+ZeEmCo3c5F5D
zkH3IOmq62BAmFoSlueEmu8sAivUj1p1bT5D3Ph6OPU1ZYDdqvJqQvAdrAggTqpmnpFkiJczAN7v
J/W6sgMpGIUxlCHInAS99fW1qHHhKoK0zsNo0mUsauyZq90N8lAJrbvgziR12WxjGNv+mgTsCG7i
jKWcOCO8UhvmT1POAvj6F5M399NX0dWj/OIuNSptBofclnR9apPCpRmNbno8XnPjCSTV75YwMd9R
1kXtrp06XRUTzD/cg25VKoralmjRGWSK60LHCJ3Yt5OEj3UwjwiF8CfMZTLJQV3PyqFh7iVL5ZE6
07S6DXWXgBcTDTHf9WhnmNyDEkMVEziTadG0ZRBu5tF0z00CD//dQodgwiQNJ5Fnjhc9TkiZ7sic
qVAWLpQoYN45opJ7G8SLIDKLqYaT/Lo4e/Vi7OXcJbDlTXpUZmfG+NuVE6dPEJjW89EqUTjBVqfB
1aCiQ1qVUvcwJ5Ofx2MTAOTx4LxewW/mdiXmHNHEPhfo/k7N8ls4iXUTpwtQH16PCRS7IIn2mF2Q
XNsNvDfmDq1Jtz5qzfWmToPl1ivrlJ6pp99Zq8FjQNMFspkVMzsZ9vUMc8yZKefKHTI+fHGRaIJB
OPtOe6aKfvtkQdnCwoFzfbQ2hE+eLKR/M/OGiR5YWspPrZxKXkSzss1eDWVaM+KjZ6lI1KUyuZtS
iAXPQKHvfFIceyFDgq042lunUiykTiZTIinUh1pXX4R1w00gpvgMCvneVaDYXK3L18XkVO9k6hh5
q5jKV7MN6YYzw/MwHP/jpgq8N3B2Bx6D2gtdiJOKJcskDiwjRI3jNHQz8ZNm2cNnx9Dckd25OLm3
IxNbOD4PTE4hIQPn7vXIRAJjOEvR0sNIjT5MiGkqJoMx2bQBuwAAJR6RrnUuUfbtc4RWDJ6UaJuj
TnpjCzAsJmvElNKDh/NknqmBojCT/zEbd9Vfw0YRyNbq6XPK+a3RYRgmFtMDH6h3Ebbp+DlDb4Mw
fwbs+vEm/c5jREWGZjIE5gArTo0bATxTMI0CegjrJRexeoY3CvJZhLqIgWIVqXNmwr3d0PDZ0LQB
+XO1Ljn16ONp47GyrNkhm1OXEtrwJkeXMPySSZTRH3+2t6UBtjJ0jddoJiAWp6Oe1sJZJOJvD5FK
0EJZzCMcpX6WsTsRqLDOJSP9ppO+3j+BfCFaDTRqnMvR2ng9Ik0CW6R+KJ2rOZVelev12HwVRxN1
sVlwx30q6wkrJzy+WZ1T0JVgGQ1SmdhNsIRyycgaL9x5dRSpjULP5Qn2xGhMqNkXcHESKnXyOLSi
//nxQ3rnhawmTrhfdJ1w/j1ZamO4rSfBKGOYysNZHh32nxXIU5fcb87U32+XWiBG0CpgNYdHFcCZ
14/HZtgep6yOrxQoCxBBoq/0CUWCmXPmpMENohz0lWllfCtDNj7/Rx8SXB/0YKLVNQSYFSh8J0eP
XgPWj5BreXBa8BKTaMpyNTu7zG2H3cdXOmW8/L4U8tBX3iVCbuBp+/pjxmuHNdbcHOAHYSIYlPRw
8HzymzSCDWRfmcdEUzPmGYcKgkzoqJIIPKMztdxvq/N/G4t/3wX8ALCHrhkIJ3eBSIBUtBMzB38a
a46CKNObPmbZMfLb6MCp960PfEwBLgx/rGp5AXv9hxhy5zVObNxmPuxpoX5W/Y5LFFxnJubJ8eT3
3YEQBNUK/gSHxX/9jLStaBzVrjm0pfajy6jXU5RLJAUnpIns4hMeDQ+w3PIZ/DLhukXADKL2jMXz
ezcBSB9UVSx8aJyfTFcOhiC8rpQ5YPAMpohT1JltLMsLr1pi4Ki1ziV1oaAdmm9zqnCY+3iknKxO
vx8CRiRkFyv3wj01IwLyM0hEn5sDAl4vwqkx1z4Ywnnr9+Fe9vLMpz2ZfX9dDeak2Fqw+MJC8PUj
b3t0oZKqsoehZeOFK8u+yalkPCahpdep2/YEiPV46NEHTs687tOVcb04Vl+oRMHOBGfpFMorecXK
gXX2gMNiux3rOsoXuD4TUzn9rVOiMg9UhN6elCGMn2g3iPvMHdGirDI9+oUAtfIQLPO4ow2yaf0h
/t6JReSwnTuXXb3Oi5N5Aw4DOJpr+gTg45MzEMxb4cVrR3vI8G62eghGZE6E4ZlF4p2ht2IhePuY
n8AeTwCkoJ+8XjDkGYGBx64d3x+2IKR66Hks4UbPtcUGEMlPCAUafjQJ118/Hnmn2WW/38e658Or
bGWUnmZMtitu26MBeLBUm90ypxQJxswhq3JjM4hS3wc0qx8oltQ8jRqdp9TpCWt4iBgtJykSmwTE
0sjLq3qVMw/jdGZynJQlv+8QWwR6GigjUeadDNeRA8cHHwGJT3W8Gija5d5kc6kJC4aB7mAWOT42
zTl31NPmxl+XBY0YlDNgE2AmvJ4lg1SdmiZrD7OT9XmkB5jisdnc4D4/YeyCldoL+AiLMivCZBXi
9O70IPvIXE6gxBAGod1/dvT7645AQYPU7K+ojtd3NM61Y0uIgw+ZCStF3HmSMckc7WkMTFPv5JCM
cBZugUOmTv3544Hy3luAyS105LDAQkl/skSiXATZOa2Xwwj5xYsNgJYlARjno8Shvm8ydmyaOjsj
UX73JQA/AwIAJA0lw8nscCRcTkFQsoc00e7Bph6muh6l6+7qzncB7UTYPYgPUy5Q1BrDPjtwT+ou
6tlDmF0k6mEkzSLTLwKqtsePH8g7a3b226QUN4da5tRZDXYqZcJcrKI0QxwZqSqDEFgPFIuNXQZ6
NIFR45nF870VCR0rqElxooK8/uRQBcq52yF01h6WEU0+xzTxp0Uv7ZkD4qlt/e9xhqbyujhDKwVp
3utxplarmK6U9iB8ZcuihIR741k6zcSZxVhdZIn07zrZh79iyeJfTqIF3Q7cgex40r53rlX77iAI
IYPATgXlBarG1/djohDADTSIhyGoYrPhPexqST/jsJePiAbfujXecApq6jP8WOB+CG9J99ucmPYY
64HqvEfP9QcU4YM996ROCubfTwr6LkCAMITA+exkUqhsRqomU8uhhKLwiwCVxiXYS5bNhHQBU0Se
bQ+ZzkDfbJn+AbO63TI53gXPKNBIDTfWrwsqcRINC7T3wOLPAAq/reJeb2FANNACRfcZ8DHqm9dP
Dt3OJvO61j342nX1pc5K534C0kL3oQxNQxb0Xq47rKMe4U7G7yPTdT9F40RHGYPhPkBb+ACBSIYs
b2sq/P9RNT+9wYMBq4OjD2kbXeoz1cnbQf76ntfv/xtqjvYDAArBcM92bDZjkwW5r5vs4uPZ+/bN
4SoJyi0w3yFsOI0rtyMNu6At3UOAnn91qLE9zpu0g8/jjbv0QXVm6T612VnxMoxdKB2RFrSCIidj
mKE8r2iCMewsSV2TQA1Bj22Toxm+pPVWqeE4qXG+dRLECxDjzWNXDODi3sNlEEheGxiAmx8/gvWS
rwbHiqmtumUcgpCte9oEMWGzVKUfLAeLBoiAh0CHkC2p0RBH24VdOYmYknwIutot2qjh+sELWX/m
IPj2cLLeBB4/NpQA3aBTCsFgYqzY0egeRM+TmMwVyESEBu22ZpGpiQid6eBEfoMzGiJ54TA/XJja
pJuErX5gsInLQ8c2n43lfcHMWTumN4MRt4dm/uqzjdoMXeHXg5FVaFqUk3IPDeZtSwJWNRGBB1Fg
io9fxpuafL0QupUQcuLzAnJ/faHUdZAAiZP+QcAKCYVG+0yN+eoMzouMRBE31TZ2z8WdvT2fAsTF
ZeGWjkbGqpZ6fdG4bKBzmRfvYL2y73KlHf05WiPGCgsPCzCHjR5uUPM6bWFVFVRkaQOkYdqBZe6Z
z/9208G9IDxgbYcDT4Pa6PW92IAhfTOx7mEIVSZvHIYC6tLDLnotq45mW1hQsQqwf2jKDQilfYR2
BHJ3UArqLCAALMIzlfE7rx4VMc4qsKEF+na6C1Kh/X5apHcYAyWvyszVd1Vks3On83UJPpmFsDRC
/Y3RhaF2aqHkgdtnBM7GBzvP8c9Yde6wZZ0z9UVX0wghdMxKfumi6eIVEqfyMl/QsvvGVGYzYrRl
foB4M79HN3HsVNaeWSR+N7Bf3R+QIEhj0cPHKQiD5OS9JEvroAqY6mOF/PRo08+QqN76VcvLEHzT
GQIpz5+Mve3wtdAh2Ro2vi0TlKJXAq3OeuMmjpWbZuB8LCQyu4e9ZCCjftWSWlO0fdvMX3hQhfPW
j2bHuW/KdJIvqRXLeMxKnkSKVD6X4hnawQz7JKhWUTQWFCQJGBg19Rx0Be1GSPBiu9TmR5w5Ab2W
aMLpQ6fq9lzwzNulHDv+Snda1ysUJadOlbyPjS8N5ce0tn6ynQLm/gzrOHgyCzx0cvShpEdCcAKW
wg2dKni0laUpGQJatYWvPNbel6GQwe7jFWR9Ea9fFLZ5mDJDl4oOIXqsrycQHK3KauANSE4Jm2/G
SKlvfSkxl73YmbMblhg3QF8dPMn9xxd+s3QB3wKQh2JoZcPjr68v7FpgS7Tz2VFDgy73EgL7dNe0
MJPdxKFsji7aZkeOZAsJaZunziEKb+Yp6G4uHM6AVwPfBajw+vKwb8aqGsfsKJtslgQM6OnBT4Te
fPwp3z5ejH6Uw9jEV2D31Po6EdhmTOR2xw7oKayadTYPd25txvnZpqz7BRFh8B00GPSJPr7wm0oF
W7S7mnri/ItD9imI2Axx7wvOxbGHpefF4GTOTkAHsQsj4Zwpit4+yrUaACgP/iy8Mk4bUNk0t6mj
tThaiRRbH9TsHSJu2Zml/u1VohWEXy8DwAtSz9cvzEF2KdwkRnF0hybKsc0nhQiQxfXxY3tzPAMz
cf0MYIthWrzBmdS0lFntK3HUIQyEnNTo3QzXhwdI3bON7zkouz++4JtyChfE1g0wBxQynAhOTk1I
AhO6CbQ8otaHe1yHUyqYVUE7lFsbceQ/ohDl4hMU3fAyVzE23m9jNrDBnik1344X0D3AR8I5KYJb
3inANi1ZILOV3AhkV+xd6dtyuwRp7xGdeHAo/vhTv/OYV+8wGKvAkgYQ88kBPfK7GTAtk0cHQ2rT
De2w71Kb7Sca+BXxRqHOORu+8/lgTQKPyJXaBTXVyfCpahHafozkkZoqRjO/6tkmq5LxMUoc8+vj
T/fOUEU9AmwD3Td8xlMOmU6Ny63ryqPHA6nyMKBgI7u+BlL/8YXee4xgqa2MC4DQb9CVygNzEyQh
CQo3d/MA/ChYvHjy2tcKnYF6Nuckne8+RahwYfy4TvdTMok7ooGNnGd5FDMO7NARuZcCCoBLZF1W
248/27uXWiNk1oURRfTJ/pBAUKeXSMrjXGZxmy/WDfpiQH52hmyJZH78+GoAzbF+vNoIwSlDGQkT
CMj50HU5QUlAwmjmDnyNI0szyDGyXCLk6AZksPYAxZ0ogqhqvqbIIXLc+XsFyjbcuLIOSWSA9S2q
zDxd6una6KzuCWjT049wkfELfFZyWGgkOaONd8F0U5EukPOYo1OHg4HPa7C3hEcCZELuZNvAnEl1
Gf/KPHuQKkiuMx17OOQjCA9SawgIILE+AtI2V2YM0xuY/g0bVLsT6BvTYeoVQ5eybOzR1lpuXBan
SHlOAnFYLPvKrScFCapRbyhl6N9rXeBXTVtfO0/tWF3HZWf2vat0PnN41iKzMmkZwlTH4diXnkeL
KkjbT10QDVfzUsNHAJm8uy4aLFYKtyTWpjddmULqD3rAMYVaZtvr2vaaXYxxbejXCij+fek05ocn
27IuepvVhxEZZzTv2TzG14mD2vxTUvIlvuzjBQ8LOSZT9jlCM7sqBs/i9azduQdIWb2JNKLx+31m
E/FjMDNjZHB7EHsE2Lc1PKFiQNSEtX6DN7LAtoLjeYedPMJixVuyS06dpANfQibPaThXMPsyU+02
RLXTPLCjwtZsH2K3jJI9usBh+ZWmLR/jXFcZ66Lc1Z6a91FS978mE9US8h7Dwm02oTDfKW9hY+7y
mvHtkqQ1ajdFY5yIMbWGTemEMQaUHWe+VTOTyyZIEMThWNV+9/XQg0UsUO5NyxDTLfNm3+QqUWAG
gVZi/MKFRZnIo6GDtUJmghrNXnce4X/bT43cq2Zk3ZXJQDrZR4rDQgAnhLZ7mJHwoXainqYeIqMG
SPidhreROFZ96B5aBxSXXdNVLUhKfdX7fl6mDh2/qgYOQQ8B1Ke/VDgE0ecOy9HY5iE6bnXuCXfM
tiyrk2kXsRCV9eQ3mhIbpKME2IY9drvM1dRtPCTy1hs16/TJD9tEHpCthOyWoY970CCAgNWbKZLZ
p76Tbp3D5h/qfmcsuSBhRudm1891rz+HqrHLE2ej5Z+QwCu+wYAGNYeU3FZF149jTBIR9e1dOSat
KwivksGQmME7YBPaCgeAqKpB0yJVrSs/h4YJvidhNzbNt6BnnSToDUyBJtOMjkLuQmd3n65ZMZe6
ps2X2TR0zKcGH/q295o6aJDf6vkKlyl1/wBNveU3NLW0vKQj2E7HaOyTeJ1BZaouVQT69nEJBRDR
EfErS44ckXnemnmwzTW8n5j+7KTC/YUyfWAFi3BqwwQCcW4DtwlbF8HgTsOdCeyg7sdM9cojTdC4
8xHcABkQkCLCCW6pS71cJgKWX/kiIgDfsUzjAZ1jrTPk0FauP9UX6WIwkNKpceIeiOISAH5WyGK6
qi1MxO/EbAJmN+AjNEmBjWASPyH3m7PPrFI9K+QS93HuKBdsUC/Seiogi5ivOgNtzA7i4XT+WXqt
aK5hx6+zzzbyKbx7ZujmfLgYYoPnUlZoEVesqr7QYazabViF00SgxwPtoRRj95VZKgcSJZzpG+gi
bEdcW8/6Co4GXb1zUGs7BU4IkSVzrcPkLraBUPmYTWFC3ASEu43Fe1MkW4ahugzrpNVF47e9WHet
GoV31Ai6aeJwWnbIdGnaQ0kVbFrLKvDlhR4ifz5a7kPKqKMWNBOv5yYibQfbCSLYimTwpXf92yjG
oMh52VLIUUJQwXaua5GaDMQdFCm9AHogiOMbvqzsgoDEDvx4dkimDvUtWBmBS3zM7yzPRtjMHbou
CZxPwvX5cIcbGZ3HeRpR8iZeadimwwCP90nfBEsBLEX5cCZc0oAsQ718jSjy4gReLwsZVgtA33ky
hhYmTbMPojKJy9KPcmgsxqhoW89C39c0s4Z4qbLprrcGga6OK3t+C+G302ERrbQlaVun806GDQTE
Aw6hinRqXOSt9UIREc+U1CGdHLHWjfhlYm8VD/lF51VRe4V3Z5r9MrRAgGd4d3yhcMXimFQSg7Xu
h+GLruBoXQgXCVLEhc/eNwkJ6iNNk9LdJCryxLauQdu86tGQAXWS+ljzuckcCVIRYpN3SDxJLMEZ
aExILTowm2BWH9sLHkF5iskthHdpheAuQQxG8OTKIRxzGTWR2rujMWEBg5TB/STKHv2K2gjLCG9W
EUfaQVJCTMubZWNsPER3dapsdTHWWpmO6AlJx+itWkf6cJSuNDKVFYgpP5DgGY7HHvrSEVzDpoRa
tGdQj8LfLDjAMz/JFlLZzvYkNZ2edtzA+Xg79m24/PBg3t9vY1MiGlpEYixAbgLY67tSGyJVWHYE
0VOJv5vjCqYnnkSiBt4bSPdk9E34aemWrt1GuMP7JfbE+NQvnuIqd0SNEzyWjkZs3Ubwr9xdIP0d
1bJ0t1TRfkXpat0W6FKOdOdMXg3ixsxtv6nwFNYZVMN1yzH9kOWVQWA1jEGVeRrAlDFbkUSS55Pw
FnB3uznz71303Nq7KQSPeiAianmdd4Jrp6DgYKcHEQ3B4zIjevsQycRet1VFux1vgmD6Ijl4LZdq
mWr9qGLLQrJQ7YwXPpjNHeGeAbtjSCM2bpC7XTc7f3YrXiy9jGuC9qNeLsoGmVaPtnNXW2e0Vnle
6kgvxzmcEA/ipuOQFnNIM3sdBX32OQmrbtiXkICO9wYIZpz7fVQOyIlY1Sa9KAOncKCYnO4om6tm
Wzvp4qxGNPKR+jX0cZmoOQjNAEmeASNVDKJZN0A7O9Jeua8hChbXfoXMlScc/1AiBCoJ5k089Y4+
gonndzuagiiXL6OQzsZEoqmxJAWCHsFiaKeNh9mZ7HU0u00uILv2txXskB2Cbse0bBZUKmt3GT2t
PG37CD5DJgiXXQizx+bGD5QAsbmj03iRjYP1LrOFJSWZO28qYQZiMnQVrERWCoOfTly4Xt1PuwZi
G7GTlU+/mBTD4hKjH2pmlwFZ24Dm1dgr0P2mYWu8doHguBas/lQGAT+qNoGwPC6nCstGCdkyqMae
Fng4syz3/rD23bDrBazwW1Hi0yIf9XbmC20RFrD47S70UIRtqc6EvuwlqttNQ5l07iE2CtIiHEfm
1ISn7oRCT3gsK5d8Rp6I/U6zsco4UY1Dbe5MtZB51ciekq5uhNw6Q4+WKmxPKi9PFHTgBVIzHOdL
uJT0B62U7987TA5fPRg7Mlq4kTXjPs4UFF0R48Je8pl7j4MTgvdVaqB1JBsRwbhFEd7bm6wNkfA3
IMn+k/JFll0g6YMjATkWYw+X9jju4JBG2UB4EDUZNq5ef4mA+116VRlXF+UyK76BCr6sd6bByCeT
Ow9z0XRR++zNbhcVplIm3Au9OJ9dFGAJwdBFoIlevLTLTVwFztExLjTLgRTqUgRIe94i2DCwuUFO
XVf0vdMp0jQDloFmCZE/Dysj024YluPsEh5/PVb7stXdRYxxr8jiDYgtQTBpe+v4Nk5RgKH8Pc6B
J4OiwWnPkrieaYQ/hYnzaVRosdiRQVRPgdSHxHEa/953TFDtw75G4JBjsfpc9YuNMxL2Q71OExTC
O7wpXRaAdSbvChY1ob1Sy7jMxKQwySJlJA3GWbJwDJkuk1iJRthjXcKQoRcXKDiUyCtoQizxSjW/
1IufzDtvCRndlmiqw67QqHjY1rLlwWaeEMV9h7lQTTupkaiewwAe8Cq6eYs4dB41za5Fvx47E/Lv
2jrXVE13Affq6kcpl0kX3uhUzORtL+WtoLX8ZlkVelh4eNlLLASBSq8ETGspAYjqQIOAs2RVbmd4
muBwCAMal2EftxO/rt1Mo/0MP8fq0vo4dO2AhWTlTYaCKthmxs1oUXdIsED+cjKUw9HwQKD2Ao+k
2rjWcdleCdAcweIIaBIUkc8XdpzEKGVRtSpZ8rgyKFTx5XZEqHnXBDuUcM10hZox5Zdh14InHvsK
ndsqWcL7sJZzd4yrGWGwfoUS5VFEnQxh2zA6cfZSoZOmjgFnkUuLWUPCjjMIvARx0KuoYwYCBkWv
0X1ssxExcTGf6mcwA5e/Jd7/9Wz+B30Rt38dxsd//Tf+/Sx6O3DK1Mk//3Xkz4MYxS/13+uP/d//
9vqH/nXTv3T3anh5Ucfv/en/fPWD+P1/X7/4rr6/+semw/Zo7/TLYD+9jLpRvy+CO13/5//vN//x
8vu3PNj+5c8/noXu1PrbKBfdH39/6+Lnn3+A07oCf//171f4+9vX31v85PH788vP//U/O/79Hz/F
P67FoF7e+fmX76P68w8/+CeAbRAwMtiIoY2/NgXnl9/fcf8JoBujGNDUqjNem1PQUir25x+h/0/g
AKtOArQ14ElrYOgo9O9vuf9ER2s1YvCTANhP9Mf/uc1Xr+z/vcJ/dLq9FRyV4J9/oIP9CmdZLSlB
RVotzuASjOXvtHPl2lj6TJkGTQXw4PeuZd6hsv4L76/B0HyEsQth1WjzJUq/YW16ZMy5iOM5/o6M
CKQIs+FnRFGDTKm+BTkuaskYR2IftAgkilCb6+wpoI6/bWtvl5beHSAyQDfyFmLaxz7qwxsxK/YL
wxtnz0Fe1OvKHPVb14zXovkVBIa0fTOWGyjt+L1SibhZGPpoF6PFIR7dZWAJbRWRakGPTVCShbb+
JOSwYZgUddruRFzdUKOKzDMKBbLwtzZ1liOzPDvyFg4oBC4POXM70AJh4CeGL7Jdjqqujx7cTXdY
IwnvnG0VIxeWo7rVogs2NhlrWIaI+CaKmH9MqN25XX3RZlPeqhKnleazokG2G0Mfh8rwOVB4gHBC
RD5DS6sbVBcvGcgjpB2XHA6JueOpHjbN+tAm4ifj3k/k3+37qEF16rZfk8ndtCn3HqRcgq2maY+i
IbwP1mOB1g6x7eBsQTD4Osggt3R5kHX/ErC15d50D7VInpYWBiutodug8n92ps0r+FwXxjp3HS/h
6pKBPj+gqOz6Bse9tsmuKQ/QGASnYotAt2LuX8rBLcb+l0Bfk6tkfGk9xy0k7AHAJpHHBT/sYV19
QKctJkE44sCgIx8Jc7KIjN/9TFoQ72JUT5+Y3zyw4VPj4wswBEYKHZfmnqP8yJtsfEBy3nfVAEsK
qy0CX2dSDbjV1lMLzqe8zQOx9CSCFx8ywYfrEYegmyRcwmKyCvV7O3mb0ot73CpF8ajpng1NvGFV
DQ2OSnIEWgEGSdos5y4iZM3srCyNEM7YYEOBMemkxOkEzrZSBwQQ1jfLMaIDB9Y7/ZzcRg7dGDql
V07qpBslO3Ac4nDj+SA4+wHsuaa0DYtWVDQXffuDM3Exe8u4x+lqX/L0OrHLjU6dcG224pQblYTq
cg+FM8fmmOQVh8EW2LyC6L4mri9+CERzF6GaejIsXZpPaEPgY01l/OSn41MC9RonSUYruEvSQe9K
A2+n5K4ax69zE2DL9kKCNvMVjG12GOagoqwHpKR6gOOBxfxo5A9oD1eMZonhsOWETw62Yvwz3BhU
el4VTNjlHW18ktVqKnofb8Bx2ttI3DSsfBLNSOAfcpl222r5qmu/yBhg/LIF41r7xegk7BquSHdj
g6wtJHyWN9WwD13MpQyHA9vxjZsNLUG59eIMITgZeB+bZOyhH8m+0cTNXcxcCHNawvlTNEFY4lDw
avBShjx24WGIRMeiRpQzCg9j93Fi+z28FebboI2SnTA9LdpRNrtg8u6bLt7oDKgcY/vOwFDWHZJf
4RIcM1/Q67pavke2TK5ZD4ZsKa7Tmq7EKPzqmA5FONOtqbLLcgLT3g/2gPy6TYVz+ye9SNT/YD2T
ToRAT+u5JEOEKZYhj6KmwQXctUPgV/pZghHy26WpH6JdnEmRd2DyEtF6Kf7WP1ufBUWqR9SG7ss0
cMSQsFuG29jXODTnvvmeKdZteAuatz+5N3A3LkLPgZnhnCveEggCCGgfmDIU9WXgwAg3M9886TUk
9RcDt6VUrTR0jBU/1qRqEMIER+KvabVAgSpbohe3I3ZJLk0pHwPDdu7iwBansp+m2uK11s4+7qDF
xFf5VSf8HbI3ZmKbMcoRZ31IVwOpSM4FjtvLN7d2LoGXf7Nte2Vcyq8HYDWbJGpnOE7YJ48nRQSm
Pm2cKbehec6gqalDBIGjKZOGyxHMkbaImh7cJRHtqRpvuYZsIBix0APqfHDLicxwR+njb7T3OsJ6
GR2TeJcsziMcO4KcmWUvHUOYO35P4Rms5PRgUB+mFoQc6AQ2rjRPVk/HigO/sA0RnMpiYU52RFNP
Xzdh51w6qSoWXhliwKsqlJz5Juq67llMnkPKeaKYrvN3HJrQbsiWO0S62CLxcFCU3i9vCtRVKTuw
3RP/GfgG0Cb6Zaa2OgboOH/jsm63cRV/7eLII8KUt/H0gCR2gJt+gw64tPyy7OOELI1UtxBP3kPS
HW9d0A4Lm9HuwoCyWzXoMAiHZpsuxFYYx/ImBLgozA+gKsgDoe1TkhlJkuQJcNW0C7mOt+myUcqF
YsYfE4BM/Jp7/S3ihK+4iH/RXtrc/d/MnduWnDjWrZ+IHhwF3BJBkCfbmT67bhi2y+YgIYSEEPAO
+6n2i+0Z1f3/lal2OEbpao++c3crlELHteb6JlnOeLD4rusxn1Hh3x1pv8QohV2+i25Lik7kCGX4
7YcmnYMKd9/vm5rlKU+2+B3qA6cnCPNUoaGcRFpqzppbOqOoLqoFGGhzp0rNA68chUgAm0/x4DrP
tBzCtI9wnJ1fqZrqRzAsl2Lvhgl5ECrfrm3vvW6GLrkdYZjw1Jis/VmHM+wNyMYfJ1aDFN0iQl7l
+Zx+boMVTxai9/gBDLb9NLRIuAgUgN/mk9gP075H3xB+rR8YjhFcKah3UNuK2Rq1RSANw4BxjQxD
M36FWU58N0V5XU4B0XeqXX2EBih9m6GEC5oVf14PPmfDjQp79pbudfgm87zuji3ZsQ/5dkiYTG50
N4tT3vlSQH42qp/IM+fIWfT8EGc1/Yqq3PU4hSq5i4dBvZkHCZRetH318nr+E0S3BnvMML1Hekgf
sVFg213lXU82c5x4b578Zm9L4w9gkK2m3gsF4PnttM3psQeHqSmSUHEoOFpxHyF2V8bJ5EMgydo7
FAV42NelnB8RGppe+Qq0M87YKdFfE7wja9R2d4iqz6ycxvbNECL8u/YZbBnlBK7cMZFSPiF24d0p
gIGhZAoTvPlaswALH5vXeS+mwqOgneZ719yhnrvJz+5RiESBFToWdZeMJV4w5PO8Nuublk5f5zxf
8KydzTeThF6BuyPSN82WINTII9MfGQhqb0kv9rswrae3ncaVbjY0+UInBDIK7IoKmTJvr5p27O6h
7SaId72uU3pfowwqqo8EZ1iuvi4IX1V6Hr6zzT94GzkaFLKlmzzkPGS3KBqYP3So4GEYYgTQ/+gH
hoRQhIOamVvQ6fs3Wg8JIC9NjCuZwKaU/DWwM4pu/KoOWXicJXSAEOxgUwnvxIw6awNTtUz1x3Sd
x6d0HDV4v3sZM/VWR/MhWpKgzBTmLUOhDPgSpkKQ60+yBsiMrCn7sNXLR1XvQNrRqCnmvR1KPbQ3
wFs3p3HM7wFh4qcJOpM3Xj6+GofsBiUAH6DW0jnuVtO71ZiSLuQpb+9NiEW41x4wSglYJ5z7r2PV
kmLIxWnI1scJeXJfvgpGinuoqfF4xkLuPDYegAQePySef2jG4BCH2y3KxgvhpyfBRFfVXvcWiUZw
1Eiznhrj30Fi9nHf5/GYihnOYRsZ7tJVE2jMx/wJnmUDUEp1FVMfUbr2Y0Tk9JAi3YFqwgD5Rs23
z3hUfMYhfY9aTIRZ5uQmzH5OUBa8AV2kuV1HIL+Qy+i/ehyRsZXjlOiA3zkHTSSqX5sp2CGZfr/S
BqpM7wTtoypzCH5uZsi8oy4pW70iNTVAdLdDHEnVpzXn7aHDXZApVIXk+WO47hxPbFzYx+lNnZm7
FBnvIpnq7kduYiQp8v7VNJ8Pl/ljgBjZQ5TRVzzpdpT+1KLoG2SePkQqG4u8gzsKLOi2eL8DJhz0
xhF5UKRE3+WJ16L++A75zw03MH7kQX7HINNbDv68oVgDhVJFYNb1DwrP9wps2/uAeQjuDMBHZphG
es55KSWgkRR1gsWa8Lt4wd0bZ5fXkGLCIkbBoEIQAZp2XDmrGKUHuPeT4MA5ea0Yfj7e3wA4NRQp
Rzfz+dQkcfeJdn30ILep/09JwD8KIPw2NPAipHAx1PD/YwDhXP1wOXzwf/8P/7ODxvrfwYi/Ig7n
/8O/4wV5+i/oHiD1T0CcASno73gByf4Fo/JzHROgHiDknmU6/4kXRMm/AOIBdyBNUISJqAL+q//E
C8i//sJEIfpwxpzA6CX8JwGDl1oaDzdSiEeh17HkGKpea8TWc3LTIsqegH3/j+oF/qddxCJeysjy
sFtAvljTck5a1hb7vm2f2pCsVwS6v+421Fsvm+9TjyK0ztOylZOUb8+c1eZ9s+7jFYnRS7XK3923
VDH5sNNM05qUKC9S+5NAzA1EnqjHjQ5qwCEsYiiO6itSnEt/zLkTz2oqFKgTvWnwjllVhDwj5M7I
nI8ICf/xbDL+J0j0IiiEdv6W3vz9x5wlQM/aT1EhKfp8wzspEPGrIDDx8A4pHZ+gZGvmawXTWyKR
0Z7E29//4KU/6Pzvz35QZL5Y0vMPLixP17uxRR0K3iS67crf/8BLVd/ff9E5+PXsB2CSYyCfiZLS
UJWaOySl6/AgqArbh4S2ffgq0FTTw6QmviFPzeJgOvm8XeTN73//wvRIrd9HQMgkQPoBIMjUVL+F
38ykP0bTnvt3s4cI/dPWjBG5/f2PWQUBf/+14cu/FnENRRO1JaVummU6IOhXpVHwU4Ana2iBTMuC
R96WejgHm4CWOgR9F1nMJguvFZ9d+qCWjpA1GyjFCdi6Bun1QyTHn2liuiuDealxawsC1IqYbJuT
EuW86Wd/3HB/XHR/pVjxQuu29RvLztGXSCYlfAa7Hz6C3g/c61Ay/vuPc6l5ayNCJCsRU5skJYMY
4GMAxEiBZHPqts3ZdVCSmV6IcEpQZezte+mvHqI9UPKM12yvLnXf2nrCtQnwRu6x9YxQ3x02Qta4
mCas26Pb+Fh7T9hvCLyBtVvxcUvJo+pUO38c5tn76db++Q97thOozNe+WZOs2scAtiVN7EnA0Kn6
Z/TJ/117ticAEs8x0xDpViNy0sPJyEAsJTNb0OHu3Mb/jEf7989YSzyKR1w/hZdWMyDy8w0nI/fL
nQdsLeH3aFa3pWaXs0/wRa6jdYAQJaT7eyq39g0KofP3v/8W52/6i3MmsxayQeUXUqlJXiEp2ZVM
yTR6aABCmT5Bq0Sv8fsuTFnbxhpoSkGzVGSVRPTx1ht2/03eBPKadPpS8/aCriEpxuCQSqOOdoUB
wxp/AUVMXDm5LjVvXSz0ko7IABFSLQxfYGbNUMbaS69V5V5q3lrPuov4xrYe9QdgzeIbbNnqFcrf
4Cr3+2986Qes9UxzD+rBFaOfB8PEb+HJwQ3yk+luHt1+4PzDzxZ0Gm6RCryVVLlqu49pptTjigje
NYX1pf5bCw2BAGAvgCCvRBTP3c28RytoABSwGbclZrt/rR2qM+ZQIuuuGgGW/hAuWdHrWF47Ls8T
8RerLLVW2db0jT8YfOIJxBqJFx9S/I+Dty/krpnrgSKTEW78Mxuy6A/NG8MdryF2ESSqEWskFAy2
QpYxcddCNpriZk8hxCgzQH+hAuRzD4FS1xKBEtF1h00XokXRiKrmmWi3AbaJmVtNPCh9vboaUk8f
YV+YVlnKrtnUWRWP/7sTE2uBAn0NL41wyqvI3+VY7gEKTMuk3nd2IwA52940ahh/CshUhpt4h4Lt
9YqyUf4qhKVW/zmjYZK4LbX/IpzwPhGj6eJKpLWKDmTPf4h1Nf/MKPTvP9RayUwigw1pRFpJT5iq
mYOYIe2VNX86rWO7MEoDp55BcxZXjVizLwi1idfK9wa3bdQunZ+ihvceyuWqhOElAw0inEELDTmz
ujLLLqwyu9hKdRPktKtEfmEzdXibxVL631YRYMW1YYu4EgcMaChCSHSb7wLmDKHbhdIuuY4MZ5hE
klQkg1ioEAgeo6YXCSbHHdwuwIAdAkUZuUxLPSEuSbalOe5k9I5Onz2x3v0Elbi8n9a9UlD2VDtI
RgWR4hps9cLubRd3kgDsmxXvrAo1p8MBQlnYlGxj6DapbHdDPETGLOjGvQrxboQWL/jEm/jaRfJS
162TGclr1BGwBvHrdJtfaWgncTxPLXTYbgNvLWeoY2cRyW2vvHrIb1H0S481uLCVW+vnv+rZqQwO
UiJmitbnOowPJoLwVg3BNU+AS2NjPaczHu7ZkuKzenPYHmikF4je0muQwUutW0c+lJzSh5XgXk0B
RKQq50BBJvF++v3InMf3F8exbSjAayTC98BDTN9LfuAlSJdTPFPBq9mkxO0kSKwjP1rShffwMa0i
LNy3+Tz2JYTh1O2FbAPHZmA1YrMTg8LVhNxmeYL8IoyQ3PoenzfYZzMnmAeUjO+9rhqoBe47NqQo
lWWOXbcOaxzUNaVBNFcT8k7BAdUE6pC2K5SPv/+4F6aODVpO6kZRb0fkRfBuvaNzMz/oumZui8qu
8kN8FCpwDSSO1I1R7yLjZ+xNAh3wtSLlS90///uzsadBBwLzEq64Eur9QEXyZcu3a5yKS41bizbp
PfhRZfVSTqxFYZ3SIeCZ0Cq4jby1aCPRgxzWZwtG3vsiQ9zveL7WR7fGrXAWFbv0PEX+0/UY5idF
skA74da6vVqTrNZZC7VAbhA0Ds+tK+eBsVE11F8E1PdoHbqVFuhSqqEOQK2PU99tyGwLngLKYny0
Hoc/pi5mp6ZrHINNNkeRrqB5dw0az3c9VCxFurilZL3yPrkwH+3C9RWqlJptdCmTuYa2OVhQvCHq
axD7S61bxyug5CEfI1+XfNmR8G27H7rfr9UZX2r8/O/P1qnaJWh1LaqEBopiDEAtvniLCh0/qbVO
UVgp4cHmzWWKUpajWruvSu//jH32v4+IyFqmk8rXHjdhXfZAzKMAq4MWSob/DCLxd+vWOk2jHpIk
L0fXcx28UkiPPNaolXNLUf3lPv1s1FcNFh3Mp3UFJT5qCyDEI8kRPh4wuHBaTKF1FwaGBE4yolmq
LR64LDzUE6C+Mpy/uzVvn6xwOJDjOuBkrRW7y3sVQO/fb26XYVs/rGUtIsgzdDXn0R9BHz6pOHpy
67h1FV4VjKe2zYMvXuu9xvb4BaAWx/BdaK3TvOtQHwM3gao3bXbUbfJ+pOD+u3XcWqfwSfBknmld
ed3cHVifPqThdI1UcWETsCm3SAsbAT8Hr+Rs/RM15J9CFPe59dtapVkHw0ic11uFZqFD3GFaSYoN
LHG3rTe01unSJLqlsZyh0cr9z/GMfaBQ3R5cuWJfGhnrQNUTC30oinU1jHI/jmv6re1E7bY9BtYi
rTNU3y8dRLbJBtjHMAh0nV7LvF7ouU0dyTmJ4Ys1oB5czvmrTDXBKwaK7ienzxpYt99wDmc5yw7T
sa0hAx3M5zTr3D7pX2DaZ5vjHo85KqWprmSyREWQrV/YlD269dtao7GJV9NFaNvrFWyWUb+Nak63
pq0VOpoa5cVRM5c+Ss8OXl8/dLvvGB84SzueH9NBIARkqKFXAsr1ZtjSLxkqyt22lr+wVs/G22tx
T5cjxoS1/GlsxlM9XPMNvjQJrdUZC7NFK2Lq5bgvN9KE93HidoLaMBuxJTMZBd52BO4O2bhWMAZ3
y3z61rLs2Ly2WqPTYviAsrBDn350miG2TwrLeyl2io8IgjpwFvlTthO3fcqG5OlpoetmyFxtqg/e
79scVr2O1NGt49apGfF65ZBYzpXykN2H+yasn/PPbm1bK5Ki1gweSr5XQtsG5YBPvgIm5Hiw2T6z
mNjTxMAKqMAwX4sEkJUjOFeL28KxOZkZyDxznCxeOZF3cjxmiGK7jYl1aLYoio2ndpsr2EMMhYkU
FM8Tee/WuLUmDcQj28ZrVQYAvoEpmR/Bz5sdZ4p1XkqtodJnaDxjyWOkxfcu3qTTqMAb5OUeCIna
5k9ZrlBLGz0maHvVi2vb9oUWEGAUhgUIG6Po5kFnTX8HDi5xGpX/AuG1CuR+3GcxUZKdFLvff2Ck
dbpgQa/3clRAuYwNzbHyQQ2Z+4Mfw9j7iLrQ4JrDcYyG/jvKCLXgyx8QZohr5GrmqonFV88sn5B8
+OAyFWF5+bLpBeRXSSKMi9ZNcpw0TCgiGNg63SNQ2PuyddkuKeLRKzq+ro969O/WZXJboYB8v2y7
H0AQTttIVRmNXjEIDsErSEOnzTzIrRWqGwnNpV7myhfsCd4Whx6wIrcRt9dn4vENEF1VgSgYHswQ
yEMQ9z+dGrf1Tijz7FU2zAoCA/KlUetdlybv3Jq21ucqZxiIhZ6stoAZUKHS6YQSZzdlBAwCX37N
MTGoV4R8p0IKaT/yfXydRsot7Q/TvJeNaxEqCsKTrEbIX1ihtPTuvcXf3rqNjLU8DSgA/hRrfNFl
+xNcqKdVZd/cmraW54yDpxWgHFSUNG9XIW794Zq12oVNxdY2LbBNAzInlsCeT225mCY8orL0u1u/
rcXZgeQFQTpF3U4rDjQGgSS7du08j+ovNkNbxWQ8xIMXkcqqHRZ49ciUQKaPIgLwqUN9Ddh4aXCs
RZpQvnI6JrJiXfQHa+NPnqDvnYbGVjChKkExktYS639RN4tC/XCwxG6pOpC/Xk51kLaSTkYhOh4H
n4YFxcSxJz669dxao+06gRHkt6oCCyE25R7pLS54xlp6dPsBa50CKtFkOmOYkqv31A3h+25ye4sD
Q/xyXBgYt3gwo+l6y59mv3tTR8QpDRWk5zn07PHGMlDUpmWTVVQPIWim4fwUNKa74mdwYSbaYuMQ
deKokcVMrOELC7z3VEWxo2AMjOuXXR/WGsZKqpUVX4Rf+Et6mlDnU7h9TesMnWWswXfFkGN7vF+2
8J4lq+MaspZnbmAw1E+NrNK64UW6b/c5cIhu/baVTjlmiQ8jU1kF4/IIHsuD9Ge3ftvqJdkhO0GM
N1WKZJ+6QD4xOjk94gJbuVSDr08b0cuKYGRQ3NmYYtqGzOmdBbeXlxNljvrJ68d8Qt6mnQ4ypE/a
y92uoMRamkC4thtP/KkCnmDoC4NARal9jzgOjLU8QT+DKq3fsG7ybThkmpC3rPN3xy9q3XCXPiE1
tHZTtecyPAQqfo2T1C17Dq+6l6OuUfs2JuuI6TLmsU+x125UtUWWL9QphgPj0Ze/MCGOBar0IKpI
9tkf8JVabzQKzW6cdgBbzQTxLyg7K8eXBdkrPXCE5irwEye3LMV/0WQ3qnUmh1pUmafodFiMGH7C
ucU4PkltOVMwhH5sck9UsgXgZGjIuZCwTU5Oo2PLmdJ0XcHZ8kWlGQlRnA3VOtgxjruvLWeCCzGg
LHBeA64kbQBJ2UP6lW4r/2cWwP+TnYNL2cuZs3YSFoorxmZseyBA5+HDetXn67w0f3HFS6wdAQxy
A3N5jXHnmbjZlK9Oho2t26xMrA1hiZZoE8yIqq+T/ZM/1nDcSTOwOdw+q7UjRNiFk3DDZ83h06RO
qc6iuEjqEd4tbj9g7QpI9QHDKBaMfKTMrZTZh3ZibpH/wBY0pXQIoWCWokrj+V3XqCdD53du/bYO
7abeTMRYM1Upz//gowlgch9fU+5emDK20Gj2vXXbo2SssJZy4MIWVKhvXlo6dd022pCbhxw9Q+vJ
soHHEYg7yq+pmP6Sbv9ittsyo6lbIa/LUBC/ENrUBbLFgOb64HrCfXbIG3oziM2804NitxHqtEk1
t+2UvEeJWzo9xuByynd5OpAbirzkeNNTDlhPyjoE45t1ynxT7HE/yQ9mCj198LeJ069gq3pgoOBi
GYLEglh7mQq9gt0aIEp2IMhSr7d68rK+ClPwlm/rsTfbIfARTfgMKmy/nQIQrtMjiMpo07AOIJ9m
ykEw8Fm469MQorj6qJYh4n+sYFTVj3NMvP6bCsAar7I9zJdKrvh7j+ALJGXvL7Bt4HA/oDAKSRt9
Azx+kz+QjKNUy592kO6y3AB7TOStQKnzXvljnm0nM7AFlCAZN0m5pCZGCJu1IFo0TIAaABhGvh0y
2UXnGu9OBveG131+y6Jgjqsdo20OSUSX2333hteSL358jH1AH4u+lvX+jsGnPXW7hdjSGjk0y7KI
Zaxgwq4/ygw4arBTsms20Remvy2ugW03IFo7zBRyxPIAhugf2h0oSKfZb2trfIwcLLjEWMHVuD6j
ZE1frZPfOV4ubcfhgHfB7kW9qEgzJIDjKa73IvWA+z66/QHWjj8Pk6m9dh4r5Ad+GhHfJZ5yE9IH
kbXdC23kMgGODjeOHPKdWaWgrkV5H/5067u12wPXvUcL7I4qNuV7BobAFCG1CT8StxQ4SCwvD3ID
4wvOBwk8rFy9b0Nvou/ADfWOO6d1lA9rrAnV0ViRpB0R7fTAtIIDp9PYxFbXo7je8IBiomrJ8KOO
6bs67dzWa2x91gUZyJWF6Hei60rl7K5OAreguO1WkyxQZAWInFaom1+L2stpkbNgdBwT69UtwTMm
FMnqqgkBEFvp9JP08r3beFsneI+y7oWn/ljpTYvXKEzsbkDkHNzuZba2sSWdr3lI4B4safwQ492G
ihc9f3Hq+xml8DxKYwRngb82eOn4AZC6YP6WXdc5vnRsNZlITd3vDS4IyAABNqMDchCe8SunvttS
MuOjNjrpQKLmI2N3BEiZuSCTJG7VA0GYvRwbBRM3yKRGTHau07uWR/4feDFvbgkPW0sGr88JiFTc
VxEoW2/ruNZV6gNi5DY21jskjJgGmB97ADiCzUGZqSnA/7lmtXbeSX5xN7MFZbDTXPWKV3jlbTz6
0ULL/mMf9OCmKw1CawNLwogDz09FlZB08W5pzoODXxuTXMlMXoAHBLasDMWsdU1YxqudBZF8L2i3
jIc6BZnuaNTovUc522vPy1l/xB2R5ocmx2P01HpJMrp9fVs2o/oYCD0eDBWuQK/TZb9nU3OFbHHh
49iqmWZF1gV2pLxSa9jeBUzCk7wbjeOisw5elC8TkLxwLTfb1GYHb+gbYDJa0DTd3v+2bo740Y7H
1vnmUM9BfT90DcrxNvC9fLd7W2ht17uvgeJfwD+PogAWOKvpTQxPjnhxPH9t9RwBtk/yED+w6RBq
7l1/QlHDd6d1bYvn2DxsM3iSvBKSq8PaRD/3OXHtuJXJaKYd/Di4VVS48p9YSO/CULllA2zp3OB5
Pih2MyqA4kUdqBcjA2P2t26DYt2m5pbJJjALr2ots1K3YVMMSed4lf2rKPZZIgOotC5baDRUEc1A
3e2zbLprUw1sllvvrfkY5+sYEe4PVZrw/jDl2Q2Ng83t3mNLxqTgTVPnHa8AHDQPSg7gGs798vT7
rp8H+BfngK0by2FzvpgAJ/CZ7Y6rj68AZ2Q+zC9Kgtstd7vs2xqybCN1RqJmrHyg42CrlMz9eQ75
+eh2WtoGbYPXqWnJO+zGSfhOz/7bJqjdbvq+NTcBl5gzX6LviH8lR1g7wJJWg+H5+w9wYa+3ZWRw
5co8ClUg3Bpk/XbZPPGOg7vvthXbMjLW8UD7QAyeN5vsSQxRUs1dkjkOunWSCEQX4IfKGZLhiEqM
U/bkxeAvug2Mda/V28w3vXUMCgEgnA4oPpy+7CwfF8f2rUULRkxdi1myapfpN8SOXg1p+8ml676t
JosXH9lqVAiiaHWs+2JSevlhosmNhuHblLAOcQTe1udhF1mN3IbKbgeSXPMe/fWEhF/5yzvzGPZw
qZDoPHwnEHYKQtjN0NVtK/ZtSVlO9nRLFOJvgZmD7cg76BEOPef94vQIhXvPy+5nCxCGuHuyKoC1
1zFrfP9xRD3fW7cvex60ZyfJRjq89M0EOxp4Pox3PSxAX4dwfdFXev9XaOi/92PfFpaBdB2uhGhM
HQLnqDdTEHB909Flkic8lXR4gkUlgadxwtYRBiy4tz+ItJ+GL2EQAe1Jwv02hTl5At+dWoOusHmU
vhk4qOaHYQKj9wD4b71/G+ut0ycucMs86KRfv0dDHN8vogfRsWsXgEeBb8x3MDDaAuYg8f6+DVDf
8kTPnIr3vMuEOuJJFe/4b6UBkB7Kz9cwxfT2I/7XqnsVwRFxuXJj+vUZ5WfWJ/XrPG1CMdESBjWU
HNt5AlKyWCRCmbdwV6nDK4+KSzPf2s6gn5zCc+Fz2dRB/xqOTPlD2IVgxbvNHWtDGz2awEN3oVW4
+j9gu/mUB82jW9PWXoZX5zZ4xNAq2qHnZWF8G47qGrDj/OD8xZS0pXdg9sOdTK20mgSYILdS7cwc
c1i2SJghLXlzS3LCWqdohp9ZL/ZgyhOYqiXwaBMeKWNq2GkXrPngNE62GK/dao3XYkSrZYzbo1fv
n+Y+vDZOl6bpefye7Q0BsOGaSk0rwjTMH+IkfpO1zfp17QPvSiTp0qewth/IExq9ENaUTQfPh5NO
1gDqMI8Bs75n4QGKbre4DwyTX/4xDUDAQy0Z/hgeehC6kU/YiBwPsMxaaDADC/BUhxFfgITZHJnT
HAVXNuhLH8FaZCmsJrMdNbiA2U/pfJsD934asxyZedIszHdSF/g2EixB26TrUg+YDrD9UOvefM6n
1K201beFdGrLp67bZF+laTKfoLnOiroN3B4rcG1++WWXDsHCSAdt1cVZfBLLNhxhWesUufBT6/Lg
ExhbspTVx2Dp7vw6KuKRuI25bYu8RT5T44ym9z0u63w6DV1YOW0LtoZuAwitUzmFi18X3qeJdz8R
tzgbzGVfjjZkhRgkmDwdBUwL7mB1MVdeEr1z67e1SOEt2y5b5GGyB40qhZBxseUsdno7+LaGzs+p
rEG176q0U+IeqtdPUwNbb7euW+u0IWnjLaHuKraF7KTzmd/4E3OTovo2TMzbViT2BtlVXd9PR5go
PngpeOdOXbdldGsPuxUFS63jPMTdegpD8wGuZNQteubbUrp2zOcJbg75kS/Ta1jQVb0c3Q5XW0q3
tesKRx9ccBjsgGHpyv3DzpIrO++F25OtpIOXzLyjwg+LSC1jAdUYzC5AFHYb8/N2/+xs3QHpUcsM
YrvOhu3AGzHCckJyGGK6tW8t03zYUHNBkxyFViPccTJWy/txhTvjwa19a6VqwmuewpXhOBjYDtAn
qACu9PyvdOYvrme2li4mOxy7eNNWgK9Hy73fDQkKjBqwPN+DlDRWXQKD3iKdliEpCeLJ5jDNNFlA
yBRkO00wmZnKXcDK+OuQJjD6qbOoS51i5L4tutmT1kyzXhTMZwk7AE8LxkRcu3EUfJsfxPI52qMs
UWWXwuovqWdAhOHecGVgL8xnW0EYmTDaGZ1VGRk48KH2/j0KNlfHxq1DWBu4KYGYpeDNFewF9Sn8
dqnj7meLemDiSrxowqjDqVUVcP3+6cvWrTrJt0U93i6GqWYRTOChxz/m8E0/+CGKw5zWic0O2iGs
rrsFW3Uqwm9qiN4NbehWsOnbos3Vm+A3Hs7nt7ucm9su8jMN4zWq+NGp8zaCjnfdDGPpNj2usiU4
LbcejgltQoLou9MP2LJNCUfVfamFLvXYCpisxeYo8tgpvu/bqk28H+AMGg26DM4QOpPAV2eIUyex
P0CkL/dvkS6xqmc0DiNdCqOKeCrGsyu027hYL6+41UAzaK5hPwkT2YgGfYHw2De3xq2jZ6RZBkPE
ei6XEF4n8MpBNeEa+273IFuzCbt36sdeNJcjZF7FSGXzmqXR/NGt79axExshooBMc+nlyDXF8K4v
YYfkODDhy2/aSROMyNvPJYCp4SMfVvqN+Hvqdie3JTDtgJDyKGJdwoQINmgirMsaFrtX9pkLz0Rb
BcMC2O/QMcpOpGbJ8tjqoRtOGwmZPMVS4BR0Gn9bEVMvUR0HsPUukzDzjkuYNAe+ajdFjB9bd2jR
1uk8E7TeNLw7ZpDDHPJx+9Ot61ZICQ5zSQs9oywFfIoP8LXqj2qo3fYaWxGTi9ifhySRJby6F7hd
ZWEBgPHuttnYkkS4YhGySyPLud3ZKVD0ww5LebdPagsS4WIU7yOikaXI2vQwsLU/QJLqJsz3bUUi
Tzd49WS1KL3Bk4d+h7lyJDY3cpNv6xHrOGYygC8RPO2mFhap8ObLQK53O/7OHrDP7+hwT0PIWTYZ
XMb5/n73xfoRvoPXUPLnVn5xzbXliHVkTKAhVi4TCYOp4LzHizC4Fru71Lq1l8HhBuHqLc9PsYfQ
+eJ9H+FF6rSQbH0WDcKghqVFegLnq2bFAlP6j3O7qs9uzVvrNGAjPEZ9mZ8SMXAIEfuVtA8kYDxz
W6u2RkuoTOPiJPJTroKiz8M75jsefrY8CyCuad5CND3EuKyeE//cTRkL7+GXkxH+DF3dplN+2s/o
I2qC+BC3mSmcBj20Lhy9z9p538b4CArXDZfi0SduNEHfFmbhlYNHzQBfVgLBT8+9h5h3T269thZo
AoxQKyMeH2GoOQRVDAs0cduaQX9wa9+6bXARTD3TY3qKR/gZQp2v4ESIUr1rPMHzt/vFFhBai7Tz
qIgzU5PTIDx1M9fLMrxWqd80JepU0/q2GXbTvpr3+urj+sK2YAuNyAaz85ErBuPXz338nixutz5b
X5SwaFmVQrtR9zaD+KdLHAMNtrpohLY3r7s0PRG++stJ5Iv/SsmcXgOIXxDe+TadC4L8EP6G2M5Q
mNIUE1wL5/vBwNn3ZlRSTJUJlx7F03BnCh9XFc78AOgp/PdGbx2voUiDC9c3W+2R9ltEFriiwPwv
b1NwSPlmChPgPz+2YCYf45Hn+BceB5xUnejf93v3PtAsSm5q1en2Wy6btgTm6s91icDALGB7P197
jQT/thn71Uy1bmbpFtZ86SeG5+Vq+HoIWMdCUVKKrZqd2nqlrJjGAbZDBY8mXAjXfpM8vR2ZIO1w
QjSmp/BV3Omy3bb15tVfo8hATcl9CPJpEfXbbkxxtuecHijM4cWrRdUmILerF6dnb/KdNV5X+FHe
wXpRzqnA7XkkWO9FAivf5quQ7aCDIqZpN9xGOwUj/LghCpTCrHVajDzQLerXd+AOmqUrEgqrJrDh
t25VvAhy7ZG4yDf4CdCbQFACv4QBge55gCutZBodVLAE/CDCAQ+OPu2zn4MY8M9ST/FyJChWiAqN
EaKHZYG1I2zL9QqrLupHin8dEelPNZz+Aj+Aa2FGmvYL72Kafx8aDcMmVP/uI2yYgYjrt89nCeON
2IdtLThIY+pgTKcCekxRbVuXO/JvYemF9aoOMHSe+vywELMlwzFc9sS/D7KF5P+PtC9bjhtH032V
ibpnDwiQWE5M9wXJTGWmdkuWlxuGLMvcVwAEwdc5jzIvNl+6+5wpq6bs0306qivCJSuZJAH827fs
q9husF4vp8EfYC3Rp4KPC7+uia1kRirmYM8r+ITUXXYykx1Uk5N1KvjUA5ZbD2WRGYW6XKRoq60F
LMLnqZ8FbIy5ANlogc1kJFBrIADxzp7wtoaySmaJciBRYdB2me16+nkyHVw9/baKF1ttnu1HWAk3
N9tMJX8qJyrEDTM5Y1dbXkpbZO0GYlO0V86GkNHYuLDtNWg9Eu9rrKoRX64gmyrsnkAKGyl8R4at
OXjOVvdlkl01wPV7wQThKMCQVY/hKqBgmbZ9BPu5QgZn7dDWtr0LQH2Cp28B2SVhF7uDRy4qsyON
0X2lR970skwa3qg9b8o+HWCy3MGhPvaBXs7lyKIvidXNzs0IbDd8KGz9uK606CWWw0DtvmaxXtOh
KCMKaeHStxlaV6X8JA3rh0u1bujtlTGx65y40WAClCgZC4q02xjGWApTbVbfh42c+R6qPM162VMX
YhRCDAT5NmATzFKAkke85gY4Vw5lPtLaL7QNQLSaFxGNDzB6DmVW5jquv6C9JVtsmi4alkzX8aBv
GksK/ghM39Ttay/ALVMDGeLTFge0uQpL12xfq74dLGhWczBENxM2bbnrx9LT49iF9fShDDpJKGJi
U/A4EV2kxhtiTBN+ieo8lz6BdW1XXDi3LPGJzFU0fKwd93EKowQCCYPCsVBBDzzm7UtuXAGL3WZq
5JeY8Wn8AEmCrUwxkkTCA5LE4K/BftESvzwE0ctQz8t27Ojo/WOzkTBMxxI76aWOsMwPRUO3G6NI
sSd0kvWtnK3gOyKrsXw3NfClvnNgR8DbtqUQm5DZWb6aH7Uzff+twbivhNPpxPzFMNRtfjFRFc6X
dlKCwuWcRfST5DRSX0PX5DfQHQhOmD1uL+CFdEnt4iIroCoVZGu1wacUxiPLdoDiFPvYqipS2diC
wHovfNn2N2GRV+HRDZX1u2Aq6/Wg/Exgoc3XhnwgcF3O35WTKsZ09CaAkGZNlAYDpeNwf1w2Hc/X
mmyGHNnIx/Y93F7y4dbGSpR7UjaDyMxaLzg7XSzncg9YfDhfT2rhLy2EJPo0R2vP3cJNecZRUg6r
2/F4MHOREYw4l8umhir2Pi/sCG5KIJbisZRaRcduHEeemDyY+ZeyhMFwWvS6MXUi+zAnMKyK2HrU
badNZhwlQWY0fNaTvt3c+IkZeFkvWUyKEBqYK75FBcvoOanXQPe7/qzjlEAFcWtuJgc24y4eZ/eZ
Eu84bPJgq16l8A/h18ixi9ccW1ikMOCmXco7Fw8f/ARTT6hidR108hLWbFt1dAbk50cPU8M5T8rJ
iBXn/Ta6YUhqg9zOJRiTLPrF2YXFT/BtmREQGkgcqXctPuX8Ikdj512sOMbju97RLk5A6e3ji1aF
qtktS8FanxShkdulW3WBxvQKOzJ1ILlHYQH6Y1keNdzygmSbqyp44HEz06yMuA0yTZZQZcJvW/00
E/jfHhazOXVhuyGA66+jub9isCu8I6GuqwcMB6hvkqptjdrDaqAwJ9Wg7L3xaF3JfdRUiHcmz+MJ
KPioXK+6gtRNOmxzaNJonEUAOsqs88qBcrnp8J0hTQeOTR8Zc1etGJkeBuAM6psB8ojVlCwe7rol
xOiTyc0qPIZMaXMb6ynon2m1yvaKt0xjjfVl15ZfWSs3rIQOOn96NxSyWva4s7XexV0T6fe8Wcr8
pAv42R7BjebttZ0pjNp2OI5ansFfi+WvMK+2EMLXZR0fNDzhCyC/QV/CGpEQ3zqVtfHjYaw7BkQ1
BcKa7PQIq8xkMb6nD7imfFrC0qyfWzgNQGpA0XKI0gmanUUa4HzK0zUf14eacsMOUo1g6sFSHgjn
bpllkPrRGlgDzoNbwQtaRJhiCiXLO3zdOL5dnS+qQ9DTCOPGKm8C+9h129CfwHAoN2RF/ba+IGro
voGwLiHh/Xm8x0jKykls1xtRUadxEm8+P8oarx7qxDC09lcOB/J0C8sUPR+JKZU5rIar+By51xJC
EgUeo9aJUdjlBCKHxWaLdKqc9/dMra1K4H4n+V7Aon7F+IW5er4lJpTT8zbrMaqT1ixrfPQRI+tN
hNVffqz1Ct8i3CQb8tsGEw/3TjZ4iKeN1nAo7pmNzQHxPxgLPFzaLTu3CeFgZt6YYcPLnItlv7gm
6N6L0JvubsEzW05TDSzxbb1UZZVGdTnoj+soaPypo8LD2XhdoG4+4kmxtvjaQ2iX3MHqIFLPQ8RV
83lqp4aiKIeKJku7mtbi0AmjYQvelETyIZkC6xEK2xXhA9kedIZ5EC8i01D2GDyAnSL4AisCH6UE
Qb0+bnZqHoXF+t41xLU8rdYNY7VO9NGHmAJMkzIv8zpFAyMScLYchL2grYj5krCVdNPNWE4leOpw
4rYoPup2uGbd6II24eCPPtfDZNZ9HFbRchv2ZIZoM4bz6jGSvSv3Swt7pbuJluyj1LAGynSUo38k
q8DwG9+POYqOuXb0FkNL1r9rG6HhKl3304ADM8LeAGkA6EZ50UB5d77Ou1aNayqjqLjzgEsF6Qoz
9eWd3twEFj3I0tSl0L7Mm1SosBpvG43GZFJ2RTvtmAcZu92DYAuT8xye5dlMcoo3UZVteB3Z8Wz/
y/U5+ZHA45ZFquQS06yzEwlt0myr/1DLFlJbydaB8vc4gprLngrNh6u5t8i40rKogzSsISXoU5zu
SyIcZ+YDtVCzOBTcjYj3YiVI0xlY36NJPIsCc6zwFci9HXojUhrzKWt8afuLZsVW/xST2S17Kpo2
hJ3NDJ28MKqYzFgLTHmiWbjtFYKRM8kc57W+scDBqT7teCfaq0bn/lb6s2vuNm/sUkt59jmH7dGK
MIqUI5u3CMe+a2HRfWx4H5tH2+bh8q6fbZhiljHRz77N3ZLmrowOSNfgftqAYzRgmJrMa10eSjNC
LyUCGR/BlqWwWldjMsBBi58N6OmhQD7wwXWCXRbQ3+oSrupJp2VIeQGhX1RqwxDV/CRd4b9GIHXV
1xRbp7vYar2p6ymg8x1x0AVGCcTMVcEl3ZA7hdF8twQjsN5mFSmH9sA15i5g+MOElkHCHhzeaz9L
+h6W68WuoTVvkq5bzeXStOq2cLBdyBos4zRerUtpmVeHKIrUleWFPxXh2n72xVI/KNbOaUX4fRvP
3fu4Vr1KCjJqYJVs2zRTspJKOZ0UyHb93sNy0B/4QosnHq7jydReqgzLmafdZrd13891fPLAokbv
XSDFQ9E6Bi1/1NQiOOSdWFwLL/ewktBW8CX5Wpncm/dxzLlPlqpbJfC/4eJ8Vp1FJI6tXzdo7cg5
9CPsmKdJU9QxFRvqrOBLGJyWMAKVGaR4R05zGebqRgerNvsF4hDkaeMt5any0WIubTTGxWdkrt20
iw0N6GGsxiq6qtelhWlv0S8tyvFxlk/MtiO5nZhl4w7qG76HjoXm5XEIFtV+CkoYUNdp7Ku4yoiu
S5PYuEIqqowVVTq3yFFckrOAsTbxsbfVyypjNl0t67BsX+Bk5pAOlUbGWN0t9lYM+3rQqeodpJdy
ejHLtqrv1xANo93QR6zbG4FzJ0NFU4jjdEYV7ybRUXYLylEdXwJ0zcIsVGusjiFIZeu3Cgj+7tZq
I0eSelUs5UlPmhGeQCdGYoy51bT19yiNBUUVDPztdonGjsa5UPbChddjhy350KBYdZ+auFHHaAAK
gunOiU+hZk3wucMgFGXyOsRwzsTkokyxOpAsJbldcLrr2a7Z0hWz/MAhBGGepMPZ/lHrSdE6i8UU
IF7lfRwsD9xtNZoyAaWCJcbkc5eqnLX0Rm9y9d8iaES0X+cKXL+drGE/+c635aqgUhEP8x2MweNm
3fULJIEvVBXQ4Y5jl+FEJGyeJI6nchXoMJc9ekCHmpHSHVhTNqTLom1GCpC0nPMC3gED6g9kfPWU
+mU85yLw/jHuvjbzXLgL1RTN/NTqYFj2Qx0YddRa2RhvbFNuzibarsvnRsXg7POyUfqzcc2ETlZB
uiBVjQ0vq6nIeTphYG2ufF1HBV6JqMDx1BjNpPO4TEhKJw6VoCe7RUpC3mHKr4aCojuVr/LdxKhH
t8fE2zbe+rZtkxkerwkoc4VlMKWT9bD3TsY+LWCLa48b0yjQSmXRaTJuCMbEWOP0vQidKL8t8MOR
u60hpMy4O8fVpNAwJjlsvIu/eLgrVnXChkDlJ3h4RzxKdbvVAfJRT4KLdcMKvkDED8XJ4LCvn9VW
lRlifJTfDlTPuyqYNgvYTJAHR+S3zKQEzWedBNJMeQpNLvaeLQagxcWVxXhU5Tli4GmZEJLAw1Cl
iEhj9xRj7kP2dVn2JhuDuHK7ZQX7BUVfgAbkJsqwupG1IyiYK9/cgDxgj21e8R47MrengaDRca1o
YejR5qb9LJGsuJu+cfpkJtG3ZSa9X9M4xsGBVkyRf4ZWSl1lRYezs6rn5toYggRug3iNO7ZClum4
eZjZgDJEDpWYWXs9Gabb6zm3+tKO41A/03mVzW6QzfyIopPtuoCBaITvw+XRbwIudu0auacYCjav
M+UEZvbQbKmwiJFnJK0T3Z7BPdymE9L7IZXArizwU5QrRgI4N3U6TfOathYVIxKbUa0paFK+SMIS
i3fyDW3TEegqMA8gSkOvB9UbtFdMsKnuJNwSlx9Xt0zb1Ratvn4PbZiBXnW8spVODVvG6nKQwF5B
d29dM8JrNEDzJbql8L3MlkGsNVQvclgu94jz4j4sGYrXXKM0Sjj8Ek9bnQcrMKlTu2UN5tRxkeQG
zLOXvIefy5E2SJ2THMoi8nUwaEIgZiHnh5/jSgAq2gyOt+tAqsE8YKJF5ysHNn97Ozv4jN5EFiJL
qZTz6G47DBy/RFsfQL2oiE35oRwKENIaM44tsHZd9NhRZaoErrtl4hr4kKBiht8izr5l/FBWqBHR
kdP7RlsfJjgj1rxKNnTu4qwRvCzbS+8EyswEHK7wMxLsnqUDCtHl1o/F5u7JOAXio8un3t7apVLV
SZaq6KpdZ/OmOi5FuYYlzlsaf2scssnPjS8cEuxNjVCiboZpe48+awdMz4KCvFuTFbF8Pqy1dtjZ
dHqirGR7zFHCS0gMIJDIGDLiSe+4Fe+xH1y7U6Upoa4jw369ctL2zSfXoYBN5hk9tuswoLx/HWul
mqwZ8pk+BnTrlhtPUJXc5ANc1O4lGlD0e9ltb0bNWP8t7rUShzUsWpJGEcSorxDICgTrYo2py3Iu
Vjmm8KECtDbdQsDBHhYoB5EThwoSucTCEs3JchaNsMUja3+tRrSjEj4yBy3xsZxfScyq8oZueQ+E
XU6a/gBR94DegVMo+JDCIWlzmI30ftw7BvW4PYA3Y5eieRzbL73rdADzwM3IY9CiavxI2m5C6s6R
32XhrMYaRE3kmd2NRZukScE9MNomEMwJ6SXhNEYOHZugP1TAICxfHPVK4654bi5cUUmXzfE4NruW
MTllFG4tpkmmufPlHklvqy7zCOJhACa2Z+ssOIkNWV1Waj3lBqD1FCyfQsUZdASIhuZ43mHWizHh
UJz4srINR7MZowPOyQGT7AkhLEG7KWwSkCm3Opu63rb7aLXh9CqquGkDpEhhZBi8YKE0821suhZc
pwbTI6PTpUM4jNKgndUFpyP167EJJZNP0FPuzNV5za0jbryK6iitw5UNt7Go2vVDgLtRQVKGhg12
f1Z6Rt69yG2Jbuy5ULjMg6FZEWOAJYX4ks+L4tZ3oUZONlvGyYKaDKW5SNFSjpGUE92p/qXyOLIB
NfKiI6+zWYJpbyH8irwQ2xxtczi5DPNJq8HK27islwIRUdbb16ZE0/VzXbuh2UdF1AcOT3dkPXyK
+VzdR8hqEBqoElG8H3G0T6/lGMVOJgby6f7GicjKxxBtiArWKGhzGoxJIts8jYEdgruhQF/7fjnn
46Cte9nSVCwTNH9BKRvn9lh2aO9jkUQj288C+R3fwWPQTpdgxxWxSze0ygck9NUsKpGRmBt56UY0
zK+QREh+1dgo0g99WzfzSRTMDcfAwkf8M6YuOUkxzuIgvAxdYJNWUBdcDQQKNveB1bb6GGzw7EsV
EoB+520n55tKG5BAupiI5XFrgbBKJdHoZVes7SGQMheBeZFcj/kjc7pMaQ/t/3rZTsEGa+sZ9dJQ
tkc3FswnSDNqNCvEauzBY7DEDjOaie6ibfhGntA8ieNT1WDgkY6kw3B8B64tmeU5hm8o4c+Ng2A/
zZTalPGuDhLsuWs+ah9hpBJDI2FPQsCOp30VhGhr8x6dbJ+0sB+TiZ/WMc7mUsTRwaxWbYcxWgPS
Q+6MOqvQuijgIzZYFdZXcThr/RRrKI6/iiKy3RVBC1Ds27i06sE5dKCztpB1AeYeoJV3Vd+3/DIv
2r55cBIP5tJT2egTsbCbuV7wXSncvv0W39VWdMVprTFHfI98tsqXlFjuqymrB9mhOxdBv6wiqcVm
HoMUAhDcjxnGHUKqfQNg61neV3yC/h7RYaoU5Bu7XYeOt7ZH0bkZD9aIepzv1hkPDaMhrAQYflOh
/APDYwfxSMVls71Hkzhf9wt28l5tm7hCrcCDSxrkCpMtTqDsRs/TCkkvSM35eNHUYoqvtnYAKzmk
fjCfXGUVlAsaC/2IvYGJsy+T0PFYYJRDAUgik5ZLylG/6c/dEkl6N0CEQ9P9WQY1ROm2xjA+l/Om
ljpVnXNN5rv57LZmNL+J5zzqjxFYru4w9aNlWbH4sb+iGior6AQRjJUGPwu7r9CrDJNAh2GwxyjG
VFkrC4Xsepz0KBLOuoo9rwIO65f5VtTrO8gVRAYtxjKft6+sj1nxZWwG0h4JAz3vSNDcmq7BqJ/N
Ywu55vL90MfRehVGgfbf/BTX45X3RaDRx1ipTJHBoDmONppFC7nSGkC4yUTXlnTapcbDVPM44yvU
md0obVLgxjlGg1F0Rvstcq8AtLxpF7jmvieuKfT1bLawPwlYwiEvwB3m4AEo4+GarkVUf0E3I2BZ
Hctg1JAaRSKW6h6rvduh996gOYCD9FzNuHM+ooJ5YakPgnDGZpHTDCrBGJ+foBpRlRcJmWN1q8XS
BqDiV6L6as/x8auwkBYAzzoujtOgkIoQnHftA5tnarD3iribTDJKDcYxKmmYKImSVCRjNA4APWHF
lN/QUhi3xzEKncCl7avl1dTruF4Nm+jiD0gGeLQm9VTbk/diWz9I0Y3LLaJ2wQ4a6UrSQfFkSmCU
U5x7guO6IOZiTnOH5FiJky6Bwr9BP7gDGRzWABsq+KlBcR7D1DGKzTPIlpNMQLqhbrfysUFzYp7K
d5gGh0W2LDAsflcD9Ye4CP8J6BqqRebqSYxEAfjaE7Ttl4s+n6fBJBW4cFEySIxLWYoR32xfUS8X
6FGhLiXmGUXZVgUJNxgY10mMU9agVdIOYEIkEHAfXbFfQWmEcU6/Rrz8BPaxt3NiHQxeposOJUdV
p26CtrY7oR5e4zCbWYmJdfZzNMkZS/M/zNDf6o0UaDyuVTCL/QBjxzarAKm+Bo5qShGe0VRHh1n+
gnT9J7iS7yiD35FL5kl7HTHG9+BGT+LB+CG32VggrQHBFZl/SsCEb5GErL7/BZHzT4Al38kcv7tk
DagMDg8a77mEPYGBAsduQgflFzf0Z5/+BogzwtxMi1LFmId2X5o5fHJyzH+BnP2zz34DwkFWNnVj
kcd7DweEpJz9sQKu4l/88De4CROGph8sj/forOwwHqiSPEQ9/fMF9Wff/A1SLl+XysSq4vuCBBpH
+JKjzsNh/y99+luZFtqMDDNvPBdUBpApNQqGe9vw8PMP/5MV+lalhc9h58a1xnIphaJfdV91LiXc
U1isSNqNyWgBTD0AYh+P/5JTGViKPwLoSlk4AfmKeA9nyPhDNM36pg7RDfh+Q//+sv6v4nW4+/s+
1n/7D/z5ZRj9XBWlefPHvz0OHf75j/Pv/N+/8+Nv/O3idbh57l7127/0w+/gc/9x3ezZPP/whx0S
HePv7evs371q25rvn49veP6b/68//LfX75/y6MfXv/72gi6dOX8ahLf63/7xo+PXv/4WnmFp//77
z//HD8838NffTs/jf/7v4Q+/8PqsDX43Zn9RMmJnAqp7/f5fKP2LwpQc4G4CKeozGrCHqWL519+i
+C9QUSMwwpCwMkJFhL2iB3v+ESV/ic4tPkUgHoujl0e//Z/v88Mb+e839G+97e6Gqjf6r78h3P1w
Agt8vpJYVoqF0BoBb+bNUuhBvbN+afo7RVD5yWDAbL1BbIGu4bof1nBLkRujT2Tce4jZ3sAlM/cX
86eoGrI25pBoGK4seebtlADYc5Y+hLQExr6an5qu2u+3drtZoaer0WLIq3tF84PzwmWUNKgt1qDL
Rt2tAArEOaDWwBrlnYM3Qlw/YxIQwCQhqHauACIoigg6X10Xp5AowOxblSxt07yo2o+bL2G+U9Ov
8CfrAAWaeSKLW12Yy6oeXsw2k33nMaXamAC5fnygyANTW0ZLambFQHOiH+TgXyLaRQfViPImaMt2
p4el/QCRwe6a6dAealiFNnf1HZfqYFRxtXVXRTRnGKIc1YZRQvEuQG56IRyCfz+HbUaaNdhtRfER
M6MtMSOakN2LGkpMgk6sRVcQE0iVKoa23YSMDRVh9GKbfgRiPkZbVjtMfpnvU0xkkzwHDeDo+iDI
AoE2gauAKnM8GyYk5PQFyKcaeW1IGJo1K6sTqDBjPKiH8NBjumhxYrFvYzDPt5iVAuQRsOhjMAfP
HbRIMf5rol2kSZgi1awhxdt9BZM5T3SRU3T12ZD4aCsuKFnDNMqXOYXrRrDPt+FlsavMtmJQCG+1
Pmk/tdnKpymZUXhm49kTnvSkuu6cdjsHPb0M8BGa5oueHtE2q2+t1AKuKRH6YMFSXoEbJrPQNB+L
yelMBO0XkPq7pMGgcW+WHIXcUtv9li/tRx6pEFs/7G4GjWVrx+lzu3j0Jn1fZyGAx1fMrQJlyPAl
BP47tV586lvwqOHVgt4Juuu7mgG7J4wt97SNH/DyqhQz2OJkIiT/YuLrQShxDz0bJJRjm++maCDp
EvvhIW9EcbE26n3MCIrxzkCcsAauo0AWn0mHpukG4ZI7YnK516WPLvvIFZ+Yi8XOYCieTT1CYYo0
d8tIZ6tnDJowbl3Oi9w20aWYeo5Cp5UJ60m9g+setGg0AISgaLR4BpqnyCNZoidIRyJji67yuoOK
wDqvCQh1Y1KNyFU1IIXJEFhMDAqx7Kp66mN0vKblG/TGluuOM4dm5ybornH5sAs1JLel2FfhHoNs
tyRhs+UZmp7lbYAXuauaGU3gIAAyqUJ3t9kwWKIqEHsdCOzXMAKgTHBg5uABCojwwg5tvsnURIBo
hDP8QtoyhMFHuKnUEjh9wT15vgz1Ou94jY5dgrYIzXA2unQYZvQCmogkPd/a3VKuJq0hkJ3JqrXH
klKdIoVGH9Dmxc4UAzuuau7TYBnD1LMuT+FTFiXNglJYFMv7Hv5TabWwJx648twM8adI4hSbV/6h
MTS8WIdQpKgzvomo0JlZHKTBMWJOMFy/Bfo7SCMYeu8UIGM35ZnPGfWFy4rCtem0qXoXwoYtqSp+
HkQEEqrew3TdDi2kVFTts9iiD1yFa7ejS45hs6I2KfO2OvVDj30iXJfMRbEBdwfmnJ2wf3vMQxJf
oE/Nu+rZnfv3DfoPpwK3mzTB7PeSzP2B5u1y7Oz2SWK8DjCWAlZp2SB7ss4N3iigSxK68rt51OKw
UKhjTjVGWL8Lbv8IJr8PHmce638n738PHQquKpQjeoWAMv+YRQT92EyYQ/d3QrHLTtksxk4go8wU
cBA5L0w6hPkvst7v8pg/XDSOFSg+VPEoZJS9vWjjxoZM6xreRQPqw6lOMa/AEfHVODwZYF86/UDY
Top7hv3Eyn/OiRH3HHOlwjMaOESTUCD6/sCDaUYy2jDPyV19btUlNRbizx/qH+IxBzuTo4XLGRID
Kd5kyRigKKw6we7mpv4cVPXHiUUAzBp28fPr/Fh54UY44QT7Et1igcu9xZJPbVcLiDLEdz0sg/yS
ueO4tllZ/lM10PfLSMWhzw0I6/mSb9ZIHvb5MIGqcbeQHPoVL6T8BXPlf3hev7/AWzUI36mBThQX
0OwamIc6uq+7558/qh8T8+/3oCjBQgckiSLlPu+D39VzjlIeGAiq3FnYwZTLZbS5ZI3uSfRtLF9+
fqkfy5e/XyrC64+4EISzt7IceFwtGapQ3U3s5Pq9+ufUr86fH0Lr4JyGUtyMeMttoTl69BquSHcB
UDVbhkTj59//j48KvWqF1FVBD4DHb9npY8hpGGzNcI9Je2f26gy/vGBjCqDNzy/0x9cOQ1EFAf8Q
dxOTt1zyGvsHsK+lvpcKGIZAA83uP81Ofvn5Zf64S2CMin3CEcrDCP/+8dULZauqY2V1T807tj0V
BTxp7Es5/Uog8u1zi0RM4zDkeCVhLDER/vE6BUM+5UBZuCvH67a9XexerInPUx38Qqzh7XPDheII
uNeQCjRo+VuajQdQKfSyqO5E26W0fQ6qhyb61Rl9LrZ/f0bjIopT0KIEkdgxb3suSzRD1FQCmQXl
v4RYm3icl+q+aq96spw6YVMZ12mdP/38Zb3dPJHg52oJByi2TkTfromyRxnd8Ki+m1Kbv/bBr+Ld
dxrij/eFvFJCswkhD/9/K91cwULEb2Vd360FKAlmWYZr6I2FyCXEmFKS2113bnFDIoXsgPAy4CMQ
9plaHOAmGD5SgJcSwPKHlE51fN/13XL0hL+uUFu4qwbVAapmxAWEzMUuhLsKBC+QQuhyAzUPkbZI
ZIUEGQiuJhkbyXZaxfmtXEKTgIC/7XmXx4eBxu4XTYI/LpnzXUeUUeCVo1i82QMNKCpyBAbjbiAH
NZ3UcBM2d//0m8MlsGclDQVVb+UJ2kHNzPGivuuvYlQ0v2rbvN3FWBgx5gnYVupcb79lJI9ox6k4
xEMe6uuSfQvstzNSDF7nvzj9/rgABUr2iNAo4hxN1Te7WHf1Wio32TvwUxL5iDnZ/+cFzjf6u0iE
iUXQhucLrCSZfTL+yn0bhxv9w95FVCAxxf9ChlD0Jv+oOatJEUziVjSYaf0XZeexHLmSbNsvghlE
QE2hUpFJUSwWqyawoigEZECrr38r353crr522rrNugfHTpPJTGSEu++9l1cNbHcch/lxNDHlqxU0
ZEVN/2YWCGt4PsRhYR6uB6b0Ux7fxQ0aAwMebXU2d3O8Fgzidti9SZvLD3uwnEc2wE9niSM5TZzF
/KnrBS6WlWIrAowmTr2amd3TqzJaWMyrnhdrOExwgXpv6aJssL0LpmwXL9k0KPNk69USsyRhuc5q
rF+kn7eHbVmrLMRw8WftVtyDDXius2u1hMLsmRa/8Nakx2UcYpwto0zrvxNDmWUw1AN7GWdqeaxw
al/O5S6qBDdXS/UuR7JN7c929e3DTPgJPdDnJ5irf811WYOk6/NQkc/dAp1DFt/8mP6wsILj4L2t
8XOFvB+qjsGKNasHD2DJs1vqCnjO4P1i2QjxHIJcpHu9vfsuurW7l6J2zq6T9fE0QIwqG3CJuSnF
e86nevbYeoAlCeKkXXnuJ9PBJVwJTEZZu+jxysgk3Dwjiy3H00+eR0Oiobsmvbd91DmawNDMP13s
4JEopzH2b/a/apPdoc9RJs1MPutm+5ZJzNvWsDpJAXc1XFDSL9mQEWTo5hKzooUEorqKdyoV7b0+
aE08OnMXrh4UcXozwhG19O9VJfZrl89NMtpdEUzkyaKs37pjl7Usksvdkf5UIO9k/XRUcwkvGR8E
ZrQxm3A5E0zwsQ3cd6KsTl1lMkfwKu/JYKeHQ1zCLI57M74ao96H7Hssk8HCrm9qehdknTee2Fri
X4xqEndGv+h3vbPYQVnZ+5mSzj/YqcwTZ65aplG6R2/ua0WiDa0nvorJvqe13DD56rjG9VI9O0IX
PDKT+HJpWEUsb8rLUO9vLJRNT6vXL+fNtgQxrgE7++zvz8ryuwsZsOVPNnnvc83ibIBATjL4nPfE
E1dMWq32MI7b/lQudhl6mSOPsBPL2FOr9eA5q8Fn6loPjFecU+EOViKVQ+vhsjTCyToramz+b3h4
X/0VGzpJqBkvwSoTy3DrP75nmUFrL0VYsz4kJp7oXGifvNNu9NW5xOvDvq6tPTVsxCNgDh/LGbEQ
DIWYT7ckwzOrJOo8lGKwnnosLIjDHoK5ZpM0SecU81XWxtUOy9B3PXJE5YCRbrOn8Aad6sloxo1F
VmUU7XCcdMzrRqYRsdKK+sCkL/tC6Otx0FmSNGC9BW45AQHMu9/eNnpxY+tPytmbyEZFPclsUlcN
1/ypFHKOvWyzyRN5/okudLvrd4MutzWsE5PsjH/Z0SNDjXu0904eONu0FIHYSaA1lot1Er7Oxe/c
PtiMqUiMDA6J6jG2qpb5RavqsHBqg/nQlp+7QTjRlG5nskxN8bt2vjMxudISZGGa5urOoaC6K62W
URVrI5KMTzDwQKAXzYu32BEhpThbi1t/v+TxbJWflEffRssZNU5MJX6Z2dpH7jB/JxOGa6BJjROG
NqKkoJQfMAymxxz7RWCgZJ1tTP2xsxTy1DO3PdaKPZIYacf7aWv3m/KpoqUCaoNPlJW42ljNT307
feBLyaMlHb1HJkAMqUQvotZinUk+ONb9pq3FyRqVHghrKo5TpfnxUhF21FNXhl7Tz1Hl2L7EULzC
aKg3+3lVpYauO91vme6c+pGTzBg1/Tdu6+GCIRViIccsKygJGFDdEk6SG9/T2ccd7HR1XFV1m5h1
phKdCVvAIkP1aCyM5dClq2PjNM79PNt7Irvucy9a/84vNOJluc6EIffLQBnKP08qfcO9hC1d/7mw
fZ2QXOsF5HHzxJ6NDG2z+TBnfQp3U+zhMnoclmVVvq9bPRxX0t9PRrfMXzsytQytSdz2WU7zy9x2
xYVjsTuNQ1pe3dZoHzJFr7SURX7Y/PzZmNw2bvdqDSmOvtmLMR8B+aNmYnA+MS/Sw+E2up1k4R9Y
MLHGWqPyZLK2gsgnuuyi8b5iaPB/5lvTx6rI6hPJovYonDX7aayjGzuqxBxtTsXj4qBg523ahRbo
w2C3s4mM01yHayty0kim1EJ26HZBo7Xuy9I6WVipdDgO5u0aTDnvQhtrRVhhd3ozttI2g9zTFo57
7odgG+FDEy5MKr13jhD8y2++ItwQ2NWWMw5M9fPerfp1rB4Vo6iCaa67fAy1qxM3ZObTF504MPR9
7oigJphv58TAP4j6tnw1CoP3QqLo3Be1IqFh6Pe4ySbOs47oB9tjwrGQX0RJeMSdW/oobfSjJhui
FlqND8XW8sfVtd4heGaf5rxokTWkw4PnFuqdTIBdBNLR8kgz1/bqFpbJ8W1Xh9qahxOWAyPUjKW4
rJ7OWzdRR0yq+JhYOWzF/WBYdkR6sHySHgh6/IJFdkDfzs2Am7yLdCCKh9osSJf4s5iDhnhhoqgx
ropSIXYbqwrxjXdB5/fuAXhpkei1/GCWtwVi7cxzoRF16JVxr1T2rvNHkB4ZmGZvTLOb26q+egrg
Nt3ig5b6hiFYkmGquMMb8IehnTrjU+NOkny3rV+NfKwuHko10U178xAfaz/QCargyKxHcdYkWbdh
dTFypdBNeeaHp7VC0M9S9j6QYGF9Ie4fgnbY74dJH0KLtd+xq+b8baHLONW3Ua7qJT/aNn/p25hh
AlRkTJEcYmzyBra+jeDBLJeom8kAzkPxpxBp/1vaxtdy++9i9xEPzniWAytQwh5z6r2dLb8LB0kI
cBrWLs+sjmvfVV+IWwRfiKAETNo+iEb9Voul/Z7pkpNJQG7TSt18ue2VAGDOpoCAoUJ/LUoI5E06
L1HlW9lxFixrcEdvCXN80eGSt0OYe5sWDiRjY9KEVeT1DeXGMG+PU6X/zghBLYHM+nfD2r+E3Wgn
hnn9yLL5dcMH4OaXFVk6doi/hYszv1uVy9+sLxweIxnfEKcJV6Y2L1cwzXZgEWCINnNem0hrlXcg
T/qAqf5qoSONuoh78dpnbzh/4pwseqAtbhYss1gfCHQ4UTq1f7R6/+o1bWS6O+B8MSyc70AcL1Qe
Kql9B7fI5JjBppYpGjAYQd10Ubedfg4FJNHYdgvtvqDliTo2ZB6pi8t7xclzRU5rcMoyjyUKjwde
6akKtc3pfqIp6JRW+MkO8HyWwwxRIqIhyKK6SLdkwgV+sizbCDE0/WqMsjpCuivDCUfh2SqtCXZ3
7Z+70dG5OTPeNhPOgZVvXlKt9n4Qe8rOHtZZJnnlfFjFzZujI/V7xeRcVLrYB8Pu5HeQZXPQWhTw
Jdy7EwkKpvoIYYGz+/6d1Nxr71d7qJpde82qTcQTMs5rDn+Yryp6ZsdVy+y8YBnAmbAflsZyc3hp
63rGk469uxPe8+YxxjctbWWkshKIF+NHA0qBgOEu7vNK/HYMyq+8NtbgFqUlxcgikGPuVVNAqaSi
vRVtRFYFt1oz2cesdsZ3dhGnVzxW3Z3cWtJCdWs894Ki1uDs59KVJ7IeTzxxItIH33sgT10+VgN1
rLOq76vseWwGvMSAvftT01s/Wm+EeCzrNe7T5hMf1Bg7PplUEgn5wbsFroN+kFOkarE9VB3b01wx
VIHe5nMsl3Q7GYpUZFgBEXjF6EIETBj0Mmg8PdMjlV6kSc6b79mEh9uawbrPffroVPNyP2d2ds9B
tx3nriJ0ZBcA0jo81FSGKjHanJWfGVZFTv10vM87InhW3zqnkigYVmK9adxAkGJ+HgbL/qibsojr
FvQ6Iub0coOucmt286F2W+9F8azEHotas1DY7cSHaNonNegYc2mZzkTU7cMw8DXsMPKeDd37JGbg
xF2D4Eu4Q3LFSBkB9MgSqgQ7bvBdBqkgBSVE7kfbbh7TvQdDmiui0qNq70EH8I11oBJuw7Uyx3BL
5Yz01+XJ2m3vJZOcoCja7Uhg68uuvf3eH3j2RyX9k8xted1Wm3jx3NSB21NLWmLWElk3N8SrmYVm
O5gREpfEt1+Y+7eVfP5Dms6oXPvmL9GMbe04EVn/sPZ1TCw24xy6nZS33abFsdqM+T1vLLyiuspi
s9SnY1c126Nnye21gMNy7nbcVkLbi8AHyXJPQgTX3iaw3G6z/1Y5XfEdEx2JBXdcl0hqGrsHaL4O
yO5unPvWsy03lSHIruzSTe3y2TLaI7FeZkcGu1b5/tKGqQOlmzzbnlXD82IXLn1h+jYjhSWcn83B
toYlagYCqFaTM+NatI3NEVMXjESwklbfv9GOOQjemNx451hBkVLiHbcUpXLPjeU38V/nZr8bHvYG
35plbAUhR/pl3cg+ss7/hrqrBbA3hiBlldOxsgr7fna74tnhWTphXMwOYuD+olAtrmD312u324JN
vuvPfEA4bKguYzmZ28F3+jbe2V8QE3qWIQAWCsJyIplgV84Zb+gQ5Q6FKZgVC0ujwYrJtj4tfI0P
jrZ70ZIbddJzZuK/E0+5kS0n6QHzqKqlvzj6WibzYOB6kLN552IHIJKUyatqnP6pMSvrbDQNiUgH
LKipHCOqhqo59i2fX1es5KhlzorexmFJ7M4wjXyF8n+2Mv/SlD4EqrXtY62RHygJarD6dQ4rQ/xg
w0d17KAVBDphqYtJIoDm03+l3ULfn6mk5lH6sTnMIFv2zojSmRDXnloiNneq9tu2hVNham0ozIlD
wrM4CXLel0bkRqRcAQ05M3RkHwdrwv6CNZG6zOauzvp9uS/8mSHkYPtnnI3OdwEv5mBnrBnKoYOE
olPLkbROGxaEaw8ribUg3bU29ibN/r6ONWbEfM+AthifWA7KsPV9cVcX1fuW2v1pZjlVaO3p+oDt
bD3o5fI1uZN/3VoN6zEiA2ekWuE+YQ2VPYe91IrmoizXP2LiXmJw5TIcNpcNjWlBPyWFd54nV7wB
TYDSmpv2T9OfiBKVaf3MG5fxlq/lR7dqt8ei/iVma+W8sq58T5w7gKUl1CN9jE0s3+SHrTaYlGNF
vaI/lS25edZ8QnNRZCYnj0auwxRAX5rDDr0l6bN5qtCMOWLMhSZ6HTWUY3fHTU/SL3Dm8SsFbEPQ
dHIgHfA8CC/z4mHyp0u6TNnRN8huTZlTnFW2lImXs9wQmUFTxnDSu8Y88sUI80Wc8AjYD1ZZ1i+a
t7Owc2xfS79PY9EQTm/T3cF/kxcJ2074C4yKATxssNjVBnFqC+NNyIyJASVcQvSJ/HJb4mIFnBKu
pb7ct0w2uanMt7LvtVgv6gG52VoOTPnNhPk1M3VXmeuBcRg5e9VI3lS65dOil7cDVmNrn1GSwhrx
joBUbQi33ypVKcpboUryeh+wFiy6ffPwc4ArU2c8CC7GNjPt5KrpjzXYAx7jqYz6yh3iwdj1oPRI
EJezKJ9VQQ3lEgE8SCzRJ23ZhsOgluZYTyo7Oh3u5Vn4fVz783jPn4DzchXVPcvVjLs1XcffRWH8
xCkwht46wmIQzRYRNyI7J8g3dNIVB8hOtO5pth2ZYtG95xIFf8/qO3+Q7YvKCvWANvxHGTRPRoeB
1JnxO40LfhZfFM2R1+mHNckkOFkl78Ki+qvZEgu1XX94zPuhvCxienf5D8cbE5TKzMsH+hjQ57OX
XfNtLymIiO2fOphSCUkP/1i2g7qQ0YBgMuKkkilvN97j4uyatfvmZ7r5e9ytLSaLNgX7sOFP7CwX
NgRfzEK2Lgc2WdK7NEuzsF1tpmoczIFo5++ewd72pivA4fQjEe1hq08u79IDYgXfA6/osdt3xlM7
ejhl9kGnwEzzw0LgLdYMHcNlOvnJPHpDIDAlh4w42Wq6T9PRyao56XLvZyfM8dAwF3tkR9Ea+3ln
JavJs4v7Xz4Udj4fVLoaB7LWXFX0dolLTjnGTkF20YZGRdnzxkYgdTTx35DD5deQe5JPmTDUycKf
co/DhniStXSnfTUdrCJzlXjjim1JYntI27w8pSAFwqLwymjaTIGDIwePI9BxVD0RwlqYLDRjbSTt
xtih8dr+k9Ca/MZugSZyeFADpGwu0vw2RKZdXEKtt5JdMuJYDlJrIy6zPGQFhIL4ZAULjAPWDFfm
XTlX0KVcgyEA1lqquaxpLmRXzCSbjLdSdnqYFektDTJOQb7s7ForNfgsEqoFtIUmcPB73Jm6uZ5d
yZrDlFYobl3V3pneOLCEWTQHdeOO2MJR93ulL9HoOmXYwQp6lNidjkvGvb5rzdeelfWJg3ZKyA+M
0BOn7VwIoErZSKjPzcbqwAeZHufs1ivaA4weKEhvVjV7Ue2SOJKWs54xOKkzOBjzpWPpLj84wwTl
SZ299sM7w3OdCcyuBRlG9ACe1J4FUDRurl+upkkrjcMkSiATQIyC3qxaBsP9q05wJ9rop+JtLdJA
Q8Q+ZZZvPC9bHwyGWAJ25y1QkSjaDHEDXnn+FtJGjsz4aN8ruuIf9W6ud62lvcAsm+PBJVnUZqwz
9lK8RZnuQtzwBgZTe/chKmYHyMZuvOidETTF3j/eZvyhT0JkD+BzfC1yrBk/6UiYltqKMJ/K7FiS
9Y860Wk/UjqGO7NnNpmzxyGivNZvlAyR9Mzq8PQ/6g3cIKG9e7CTA00MftznACVno3WuDDIlIyw+
XGFp27002PejzSxOIyztntbanV7IDmFNzPXpsua6OAxWxraYtZnDsu9AAevkDldz3ALLy9vIt8wu
xBbO0+FM+WVRbK+Za+hwRJL7t7zEg9ZXRv9t6hpCS9PgAXSpyule2aYWETW1Qk1T5isyzEy0gEIw
aFSXIS80NuNSwpppjQPJV0E5VtUjgKIf/XxTAZadUJhka99uLv2d6zM4abyl/yxBEz7ANugeTEU7
Swh/OXh7/lrsKdgFQJUAwhsHh3m6susBCI4buQxx48ak1BFTpr4L0Zhk2nVv5Enxs2BNATosHmO3
0Vb6tVn935uxO4euWAwGUxVlIfCmyCa7djGWfQek4HYHoClzstDYh4xd9WDQtjKxvKa8WwvzQ8Lr
wahqkwLbZknkNAestwYAJNqHHlTcz6lU2nWyqbLGlZiFTjgn4IuTPlq0jHTKlfE0ELyWYe8yL2OI
APBKsqnYI4x3GXNnuWKbGpJeDfuPgUf3YSSrLWkSPQ97YvujmxtsWkbfvgjEPIGxIMVAgV7BZWPZ
efXbK3TzZKRyeXAouALWH83HVO5aZA+58cvza/0PbeJPu0yXK/qb/gugWvFaOGoiC8es9ezAAApM
05XPHbO4A7u9X4SRQ3ZkCwRniJcYxLWuPHiv1qAIdRrLVL/oxLMDIQFqkM3Ywf5B4DtULEWyI7VV
LXF4iHOUOjwrdQGwcOpd+4Eu85MDcXpIrdwApjc+oyHKY8VNwHCXsoGNviKYFeMxOCgE8YmsR/5I
BqgvQBwgshlRtzvlXTWYn/qSVxfaS9SdLp0fej2nJ+2Ab8mBMWIqRRq03fKO/cSJpV3LA2CHGZ98
ZWh3G+JD5GG3jQaelMdiYYwwD/ZML80MwBA5NVXRW3e1vs2/jZ17uRSZ/e46qY76UM/rA+wHLW4t
aZ4NC3qLXmlYYzVm1gOD0T6swawmxubrf/Z6MULpm9WzWVbFt7yT3XeHoM+9Vdb7gaqCpO3gjz9H
tHrTzePql2as+1Erxvkk9c6qg2UFZpIXqeR2yqf30ajEiRnz8lixtAuCz2L5Z06kKizdXv7w87I9
W/s0XhbuxxC60C1V62mkzlCEiZYfTVI/MAwLP6YZ6xlOaQXpH9VsoWpN6wKrazi0XjGGLQuXqP9L
91ADIgmnjNxN5ENf+j4ZXmEinDGg7V0JcsBkD8vojcYBi7kXKFa8RgTCvS9tm8fEUentjqbnMm//
0+RKAy+h+HstdLO2bH+l1mgcCYN9st5vP6MQvq3+/gqF4dPVdEbVk/SsKVw7AHuU+bb67pFnVGrV
xwOPKqsSNZzJyzqCEdQZF7x2miE+i87c8ogMvHeXltKifGB+pXKn5tIvs7sBbvLTVu01+lbnnj0n
2JbpPvfM9qCz1/Se17QH3Vpgwzbrrgw118OlVGKXHvZ0oSfiecFzUWQWDKNy3Q4jH9HBSbP5pyys
4o6VpWzvGZBoGgMbZ147VWShEV6ZcuwgvJw5A8KBCklMTtVodr72QzkaRHFnECHzOHJOmeqTHAk5
mY0GHVHqeyTSUcaeJuUlxQR41mWWHWXKBIWwaEdH40IvWwxkl6bkiUQPeQIMOB/bbqOREXX5TEOG
6bUTc7L6znK0DapokZpAQIRwk3pMs0TV8440zxkwVTsxTlCAJALVDvLLSjEvm1T9majCOfMgJ5UW
LM8ydaJ5YbK0Wt4Qup9p/VRoP+eu3bjJJbM3qytot/3+T675O4yWTJhMuEHVhf2tXrOajFh+tf8m
Z6J/MuTWR37e1n+b4THE05StYcmmgUSW40LnULMQQJf9/ZhWCFDbYkaahxXOHVz74sKxDIUzsu+S
Cwq9O/+k1zYj0Ci4Xm9F2uDXfZQTez1YaDSh3qI66eP2m9UdtNk1AE60QJ8EO+laXMPjtL0vBrsq
+v5GfZmzb9x74jW9BQmYv5Y/eNeND7+rgUv2HY6F0srp1+DIIZJydqnho3Lc8tFCZYrrFaZW6RvV
8zb59ls51uurNthjF80rM1g/q8xoIHwXECscgm5khOyWzps9KFb4NHTPPjhUGCmzeYHXwCaNXAOf
47mIkTREMFpG9watbAnj6gg6vzXQJzIplOaSMgMQEK3l+osNqR7G2EKxH29w5ppStbSClSLkOlkz
FmIKh9Y0mCAaTp+Y3jIeWZU48gKm+VhnS3bGWi8IKrvm21YZth4UUlCs+O7yMHXklYn/youTWfov
rRJUTPaQqsRu2EHKM2dFq2WS+6V/eYFWasPBqr3LNtk4DjxD/fB7nuTC3rZocwQe+FRnm5yOmj3J
pTjXemsiPGK9J1tOUlWz3GQUlhFrixoPvJr1sGkTex0Ijf/om1uYUk/FudhE+60CifeS1ZJqvyD2
6mRZRrs8vkOHnUijNHV48+5G2JTni2yHJimMscZdn0ti4Sw954GlaHJRrlWQT709Rm67VS/aVhUk
UE3vXaaioAZY5z9tm6uERn451KtRfiP57x8Nvcvf1xJyJ3zP+cDAbaGJrMd4T1ugayilz4iMSKoE
/omG+8owS0zq+sNkptwD+owb39rz7Yl5OFItYU+TqHQO7pXpAA9mT/iFoDZV4uYdbLvtEn+y4Hcx
+2Cpi2ZtF0aDezRLF9FuEltiW9XVwqT8ALTOJuhifcJ506kUmV8vVjNerL0GCcdkFxlK3cw3mv2h
TzXjzdbVGQuCtyFxHLty2XuCN/qXpO6HSKlloWXCAXeBtex6E8h5CefcdoKZYDLd6kqIZ9QY/qgs
Lb6x8cx9Lqul+GQyN02J3e75I6IiNn2+Lod5AlSHDRniLY+4DH2C3IGyenmtEPUYw+/6qaoYkxuq
8sFtlMNT080m/ITJfMx1C4GydR5myp4nm8atw4FTseVq4qtKtLm5FcF6bOpWd1Jl1cdGf4SIc8ly
MkblsvFFkXW7RY6lg6ivxprhqGt0xFbQLO7yBnZD3ckaqmmqPgWIJCQVzbo4ynR+ypnlEFtWDZQd
t+qNIiVBCECwczM9RiD2z6MximhGapIOqAnq2q0L257jpAWL1hUZi6fwKeYZX3WhLPMBbcL8WdN2
AQXYKd6HGxQUnQPrQGXn8HAcb9le23YcjiY0L7B7pPUPtbxhT3pDu5b5hBHLlX2sjcD8FoecjVI2
70VqbePB7sfqDxiw9C0dzP2pKHLnlb2ITK2KTGPu2KI8VO4z4WkBPKbguPxnk99fVHGMcS5BAEO3
+cYKhIu/jYQdCCZ9ZL3mIzitexdVeFrz2J7qi91tD8Jqvo+AhXRcCKqd43/+3f/uzLtZng3yFb6P
ddP5y5k3+52+5xxuj/BE+oO//JcudyzVxDwI6+F1RaUTf5nmZG6g5dtz+gDKBhfo5vxXazFv75yP
HU/3PP4AvKf/5o9cG32ZKjN90NfqvoQaO2r/iVZv3l7j/za33kyz/z8IYLikAfh8/tVbWE7bZmdO
311NIzOYK2nObZw4LpeqH8ndOPVA6kfscSbYZWSi+l9TXS+jtqFf1oqh+ppgo9CyzlI/zxnML39d
8+MqAIebkAgeFVaVXxQEqADgNNAg/vkTvgUJ/u3lQzchDOBbUGf+evmVCS99dYFUIiMGc/MwLIfc
Bdftvep8URWE1EEO0T//zv95U/71t96szgwiCKTormXfnrv/ZcjUIfFCydHGa+YMPfkml4FpaVBP
YbHYl3fdYPJSCUF8v0D5Mgt5e4cwnwUUHYzddir4vfXXFyZP9hH4o3e7P5fX1HLJrLVEnSbzNkcm
rPFNMkBJNIBDR922bVSNYqxPuEmcxMjN/W6j4QttcH0x+ugU7bWBvuQPp4ouOWLNL3B0sb7O5tQA
qzLaiL9Vw33Ru0cFDpnBBmMQLWPU3/TN93R1bWo0EpfADE22axj4jygEOQDJBh7SZscz1zZpXE1y
vACTUUnu1uV15AvybZum/uouPKXN3r2Uazo+5IY+XBp4B5t3MtoUa9OaseMRT8+xbVfAwkv7QTXh
B5PZDa/uouE9y9Yx6rFuRIVeeifT688UydTtMlfLWRPVF8+q9yRnD/3emfd716u7k2v4y1uOHsEM
enbcZNuMlqeRbhDssWJBC6yyBHDJn61iKwPOfy2CXlklcJnHqLOH4Zu65V7XcS6uFU6Pp7bNSjtZ
63I/bT09JjuxrNhanfrs+1vWIogaOUjl3Y7FpK0hFeCH6XTOab+ZnDaSvOc6NZwxWNkQiTCzWkHJ
v3Mvq43zlS6GIiBfbd7bqjpp2lY8D6qdosU15thSLU7Feki/PFZwx0v/YHQi9nJiTZm8bDnA0iKv
iVzqi3rcmDB+AbJiHg0gjBdWOgyB0x3D6TCAqseqs91lptklVVM1QauxwtPXfBFyYTOC8SjSL74z
fZJ2sJ78wm1PgwvdzDK04mrsqoKTZ7pEOvz6QNdONbKVAxHEVNfCxRyqp2JQW6wPHZI4UAq8MbOd
igScLAtaDLueLoBJ98gYU3J9ZCudKpi8DR3B2T9mjX/W8PyVAN5KlBHXbNl2zyImrmfQk2gDcnrD
H87t6e7lgXWh6mI34y/Ek/x7pmbmPCUmJ7IV2bUb9TUqij6/71yb6b8269G+jKRppGqhy4E2DDwy
Nk+t9nMbfoxhbpr7ATspQcBeyu+e1T6Cx7/LaX/mOq3v833CGiirCCefem3kYP3qi6z8lnVDdwDB
L08t+f3zZEzy6i+td0ftwHCPV7AjiFT2SpPgOpd8Y7uRQA//ofAkfgeSttX7cOyNpUf9KxojzskU
IBa56xNYIxFkTfqz39YPcHLtu9Z7aQiVBTGRUaV31TCVYCO1gabsGYMTtOKQ2EB1Yla8nHVXbghX
E23/0Ez7AaO6d+i7CSaNOUSFGVd95BSz+cOb8ZbWgrogoEwhl9D7Ofq2r9mIlMAlE2Qd816yjOOc
Odpn65vII0PzlWEwioYKYwsvIYWFprXJqmUzvrZ+AuFBPntzuz/bTOsJ1IABNwxSqHC6e2RLhR/B
0l3OJjcMH3UOSQpYzIvHvglKlvW3Q/X2afSZec5YYEFkuBH3mvR7+J1bE++W6O5StcxxOyz+HYQq
mnu/YxOmTYJyM7WS4T+Bzlq0zIuhhWX/1d4x1xdAcIHbeZBIb5fy35WEMSh7gjbOA4QC64IPDv/5
TvmrUvm3n/+3xd9s1cCgRz1V1RPIoLT9D7m/v0KbPs5+Qv63eCG3BJXYX/dk7qdDWlDIPNp7ehll
drDFdK5mEEkDMf8eTbPhmP/nv+n/+p2CRYqmz5pJMoB//U2sa0v7zBmNR1NKd43xo+0Petrk3+CJ
ue8jqK7vvYeps8Hjn/+H3/2v6RXiYZQyt/SHQKIU/4+081puHNmy6BchAkgk3CsJejnKSy8IWXjv
8fWzUDMTt8WqKEbPvN2O2y2QRCJx8py913Z0a3Ze/XhDz5nxAyr9MtvAxSShpYnPFJc/7SXzJUgT
FXOVRuiHJn7Zhv5xCfALHtDvzrnCxT98guH26hXJd3//Dc9d5KTSmNIkl57ORSQ5HqXL+F4Pl0Z0
pqI5d5WTOpn+EYi2tHeuOPpM/ZUnlgJBZHv4+3f5ucb5wRwbF6XkFwPDrQv1ZA0iWJsgDQchL9uw
XftDX15FY+efWemn38WxNYGPUpemitHNOb3zdazVhaqW0w1DZh/U1Rhv4rDK1iTXo5gUSXxmpf2s
QG0NJb2FdW92J/NsUYb+XGla7xs24470mAdPqNCn/tmp6T3eiPrZCzPkn+f8aD+/oIXtEQskyRTz
xWwDt+jPC8JCDLQR0j+D7mCFBK2BfRwiSFT+3Zb023VO/a+4hOg95OJSTp19TZjHuIJ86L3+fVGc
+zYnP19rJznCab5NAfAioJP3oaBib8czd+nn2mPLtg3UTDrJqGic0JPOH+MfDytIbDB2VVDfEcuF
W75capV9ZnmffBPOmBZ/XsNRhkMdsov4eQmsOJ4eqIl3x5ydzjDN0dGihXxm1/m5sc0nabZTgQ+d
vccwrNOs5kwGiqeWeX7bCHdWoljueM5kOy+gf5xuuISusWXapokMl7t8shvgq5Y6I7ry1qMqC/XC
9YJ9NWwj/ldv/Lug7/n76HC4Zq84XsPZ2//zVyMpK4E+2ua34pXhevXw99V1etv562wCGFI5Aagw
ME+2HKXXiXHy1PQ2VXcckdR/1wDgw+N3VYH74KnBe2rPl//HqjKMQcKkMJTbrifw7YiH48yy/f1u
W4In3ZSYz0zEkCfPOvEWSSc9zbhdj/GjGugobrJ/56RnRixMzECGw4YyVwknjzlhb2wxYKOPVjci
all1+Ns4hvzL+yBYUnhF9Pmb0C05WVJllErZESZztDdmtKJr///78ydPd+3E0lPmP693a2sTiPXf
//zpkw1wgj4M95oCUGfLPfmJhjL1QlX0xVE1+lWDBqxTcRs8krBw5nb/shL/ePTELKnC4M6KpV3l
nCyorMhEHU+xfjSTWueQou0rA9Oj0aBJzdv0epYZMkYAR4/3bxooPfpHXFH/ru/EkoA9amrsaPNe
aZ82VeJCGmldDt2tv/WUTab826dm/vPsXjyOM5bgtCGokfSEbsroboU6vRmF8QwJ6e837LfHnisY
vJWhadF8lKc0jUSrS78TdnsbW8P2RWGy8Pe/P9/wH7fp1/POG5K1LOda8+dzP/QD8mW2rbukKF2l
iQ8Mz1zsREvAOztIviuS+vxza+Onvf63QuMUeYFiOAp6kaXQtCoQATK6qByT5LzgM+5rpIcF0yoE
a3slrw9p0R7//pV/nRD+853/9/L44G0eAmGdupxHPWwQQPpMActqz9vhuZ0Q+aOz6cIwdLvOM+m9
YGQbC3NvttG9wmDpzEf4U6nFNk5lz44LCeakVgjjStcahlhHoehXg9JcdkmERkRM33Y+PVOtEAMS
vBFgdZkPhmuQz7Bg/IoaJnqLFHNbRbNIVVsOqb3URHVAEHxmH/rjB9ToCAqdMlc9paq1nY9vFCfB
MUl5hCewpqXjLJo59SzDxGTmMKLN5gO/xpna46TJ/t93hwGdNm/lmskm9XNF1gUBiTJK0mOMfase
mQyQU0IndpUaDzxhevdq1xfKcGajONmvfr/sycY7MtsJqoJF4cmBntK27N6HnuCUoxE4bjg8ex4O
2voapQ4+1ODMU+78fAx/v/rJ2xFkSo7FLU2PSswsFXvsIbFKg+EOTiozfe9MTLsN2WyLPsA7gTbh
g+HuV9KZd0ZiLTnerUuAw4QSMJ8ydlJlSDxoBX6J8qMPKgWRgnpj0J1ba222KnquUU3pjT1LOOhm
boDRLXmj2uuxa7/zFKOUkfnwBfBi0orVMqxBirmKiAyEml1dEa+0ktP0jOnlYMdIjuy+wNNZu2ke
rMcmc3WdBeOzi/Ri2LZeQadYTx4Sz783M/XGi4slTvVhgfEI+dLoakW2t0ttJcfyrify0slRlQyZ
PS361IxXRRdAwGI2J7ERLz3SEHHuQFHPiVAxxVdXyje8Xlhf+2ZVpeBkaa+F6FIRviC69v37Mqzb
ZVSLJ632D5b9FTPkp1n7aMpZzNt2G7IemAwivFySxoPeqrsYc3k/KP1FFpWrHLnlssPjXdT+7ZmN
4OcL+X9uPPMc6i8KVXH6nLEP0Jukm3hUTfuGETJIM2co0DEp+8EXm2DEI5XibzKnjR6RJzV4D0FI
MBSyBIZtb1mrHHG4nNsh513/5w6J1JVp069qDVrIyfak5wykCXksjnH5aXAA5D5J9CuK9lBGawc5
hTK+Nd29TmrqWG3O/CS/PwvInhiuGZyuzfl//dwAoPpGnQnj+ah2SnaYEIOtdUUQNdLICaHqoH6T
hTS8T06D+cOqiusmmd4RVwT7SYNvriS6uW97p7muyhHTWkiuHuHacq32cfv598+q//4m47NKymVA
NBTlp7AJGz8GCk0jP1bOLuw+w/zJnoBHOBF6gxuJUiVqL331Fe3qIi+vdEt9r6AfGlN2UQ3XHkQU
DDeubr9lMQq/7HsA5J8oFc8uNuqE2SJoCV+/IJiJpnh840T/iowyr7558MeJcr7XNH9O9tow8gtG
amNxnGRz8Mb4hjiPEIqBEp/Z4P6wq1MnaRQYjBmBc5wWYvAetUqgGTxmCSJthjXBJ8qdZNso1ueQ
Del16MjhMjLRASBJx2YQDvJM7fuHdWWzh3FAo5KizXVygjIJE+4JbymOYfk49sZtlk6ocMoFMnMn
+ZBqcuYl//srlK/M+5PGjcFgzT55iBTVz1Uj5sf1M8f8kP2UoLkBCOhbTbA18kE8pHFF2NKg4Xho
kDb8fW3+8evq1L2OpTKLOyUyKWqLahDMOycJiPzzbJNkr+w2bNKUKEh1J/3MbR3zzNP7s179taJs
ElMNGrQ8Ebo4+dK1GnjMSeYfOQBuWtOhsIZ/XyHww/7nGr8eyn+cVUPLK5Spa4qjFBsHKUVDQGBh
PCJjxlBHGpWzyrRwN7bZmQU0Pw0nuyJdUp1WnNRpXJ3WjYVOhIHm2fyimnPf2Rpqs+5hQoP39xun
/X4dynGTNj1DUvrNp32/MkRdLTKrOtaacV172QNhVGilk61P1wefjwvg6R7exq6R1TonRLiW1Qpt
W0cOXnFLBM6ZlTRvuD+/98/PM6+0f/zeSV+k42TbFRUZcaHsTqwc5NbkA1TrPr7/+7f//YU4X8xi
hEmjAJ/ayZY0QCWa8MVhSQvDnZqjb2+bHUkVW/T2Z84hf7iUBuCHxuPchlRP297hyP43omQ7tmF0
Zxq5c4y1wln7kfj2vdE68yv+4a5yNYusGMb7M+z3568IM7jVoq6Zr0axVdRr1cpWqTiz6fz+1HMU
pW9Hh1pFafGbkMPBJkj8ZX0siIuo0/bNAiBg6Da7QLyKmvoCi8qZx+L3R36+JKCl+aGnV33yyCtj
ZSWDxiXjqReQNDTloJZK//T3dfHHq4Av5NCkqvZvhzaCUZUUyzCNkSI7Zp280/XgzG/3h4OhQced
Bg/iZGlgE/x5ixCVS2xgE72d9LsS+bLsyQIuPwebI2CBzmFwZXacsIxFTnBmdfzp6/3z0ifPmI5V
x7ft+b7VxbbUCN61O9xDf/8N/7AE504Ibz8QPoIj/8/vR9C6VSJxN26srisBMOnmJW719DCFQK7/
fqnfny0qNzh20BRpKP52u5Soc+rRjMJja1gTCw9Zd6BDTRoZY7tFGU9nNs2TPQoFnHS4a4ijVEGr
5HTbiH362W3ejcdOAyerZGmxmVoVNnAyFiviw1sOFbV+ZpT620VRFzM2w4gNI4C1f7LyPTLH8Ty1
1tH26nbtkSC97IMxPnRGb63nKMh93CvxuVU6/9V/bMdAVVW6j3MvFTQQw/iTHVIvaZ0kg6ocidbq
d2qlxeumAQXR5hpgIVJ4rxUr7J84UMJNolTe234dp8uqi+PnyYqxZYpgIh6m7ZMjedj+IcWycDP5
IZXKkAf7HCnB3xfDyeIWKOboMFEmg5AHMOWc/E5DFDpEe6T8fRBDZrDpxN3fL3Cy2k4uQJX/c2FL
zMd2Z1Lr+GaxEClyxJDJsyQPJD0HCD15hv77UsjLaPrROuMe/LwUr1oUO6WWH/MJA8NHlCxS8vr+
D1/nP9c4bfp1dQyeBbXxEdOOlE+gGNDNeLp+7jLM907X0nxn/nOl0xrVUgdz9FI9P6pamqO3duyr
JEpbdygZA9SYinY9y+2K7K7wUEvxNqeorzQLwY9RVpFbwNyiKcV/AD7P3lUlCX8c7WdFcEIXeyv1
xsekKZUFblUJq8fP7O9Qy8xt3lsv0B+YAxfTV6wo1jFCvOdGY1kabhtYNIVD3SD9BwnGNksTkISV
H68CvEfripCXJVvILMoPtIU2aNbCN3pSg7GHYTl8SBBxjGD9XBy3xQah8ofdVCQ6cqxa+mX4ijDn
s8dbQKxp2azSsAaBVUucY1NvfiGB47AmyBMeaG5vUkKmlgZHGsg9UXAkOXmfTem2rxt1aQMoULAg
wA4wa2KL8iCTy75si3uiixJxCY6A7HqlQh6EPQUMQyhJvhHQQERsOgtHKzPXMqAysF874GCg1MRi
8LYmeUg3Ik8+9NSXKywA1ouFIRUObZxvsjJor32ilLYU4CVEew2rnNr0bm2nYlWH7DpqHENICZlP
KGZj3NZ6Vx/UAgNn1lIBQMopdjEQ/IUIS7nVNC9/sRq/3hh9W64sgWvSyZHN24Fu7TOtddwpSZRV
hRHVtXSs6V7VvdbSN5eZ0WrfngQ6ISqjfxhLU2CEHocWgBYIqVFWvDWnWVNeFR4mGluPV2HXhu5U
+hoE4rEvF4jOjI1fAjZyyK98yBtybeI084DpAeu6SPpAXAg//S41FXrHlNu7ru1Icx1B0FVTBEYx
w8uOd0UAlOTp70N7eA07B3QQRuiVanvmasxCnWgyvIAIz6vLMLbt/RzstTWIK8eoqibcSlM7BH75
zroglEyM+os/mVhhBISjrp3zeFG3LvxmTFZRNX6K/tDDM++y8b60COSpAppmRRAQuOgV3saIiCG3
ncnYDu34iYRcwUFrcz/srHRNOA2QqhMoawVyxo2ladHKrrNmV5uIrPoCGW540cX7sFxAhcdE0qaE
bsWa2CCj9rdZ3cutl7fwvIBaoLBPdPxXvYyXetx+V73yWo6kzWNr8zaeVRGwK1O6fnURsC+O1jMs
mdFc1EmKL5iYNQR91bSpk8pCNl5r+GZ9sAxhoNxkfW4f0PM0a0KLB3JT8S+0bTgcegA36CeB5DVB
6V/WlvxSHBW5u90YhJbjz+oSzNcytl4HLaJHTa27zFB/rxNmvuSEasNOIwOa16UeXlZx0O1qT/Nu
PX8Kd3WRA/4fyvzaGbHSOhN0TGyLABkzgPKKwF4vJQQWkqn8VZqEGv5a3b4KGxJ/Qlw1GzswPkzI
mXj0EMHFpf0OO3EGyEu5tGOBhyX1OF/kRXXAbs5LT/UvexAXu8yz6bfiBKUFEtzYaje4QW5nj35q
Wgudf1zrsjXcAWjduosmC+NYPtGeJAe1jjx8VEov1sXstTWKrHDLViUXwMGSHYrZrjhgD0qTmWOX
0phCZetfmPzjHEJWL8iyDEGtVcUHMWjoBrQevKK0FJoTbTkuG8NChU/CjV/P4QO2HZAe4SdLvbEz
lLREI0+JCWbStslL6PzcDRrVxHvT1AfTC0mtq4Av9X7Z3vk0yNbN7LxtiynfBzZ68i4D+2DmE9lg
5URnPy69Bf+Gd6NNkHzUoHiJ2lBfkmwKQKIOJR+ZRGVFB6YFq6IBIoduPAhAyUQOUR9ECDirPETD
N0EYW6dKXNJmzeR76g3qkkhNVIulRdYqTksZxp99Vn8VGHyYLUSfnaE86UULf3HQPzIv9cDO8UU7
xocL7s+HYdCzsYRH2n3bgmzVo8idoFyj7SyCO06V8cKzoMpkjXJfxQMfszQTtIcBMsNUnZCrgu7y
m5TnJq3wcdqZvjGhSCz6ksKhk9Jn5gLzKOtGFF1gDOoH/kWexCQc8PaGFecCdoyH0KrxDhll8mil
6YOJWvOJfLT00GPZ249T7h981XZKbLGgpdpZ52rNnAVsacqH9G3iHzMsjFgNEX46PvpOguXWguO+
qwWOuc9860uS5Md3i/OL2nIgj/W1sqAIVumB1wMec454fkUYXWgW0Ub0Uq66KIWXwXOyhpRg3kat
1m8QGNWXwM+aq6KQ0b5K2XvngvaCSpnE2CHosbUa32xChduR5MF2R6pNZ5Lnh/QsWhedM25Auwzr
gEERS7tvaR7hFMM4hp1T6uOSd+20F13bu1Ndi7siCswOqXLbQs4GW7kJEWbjEXKiR+nVvNVFbmQf
SgHUZAHoC1OXrPgx1d4/RsOM5RUdjj2HIZeT229OlDULuJgwQJwJ0X6SE9kYEtaxEHgpQYPK+AJ6
/7NVGy9G2z6OBlQYApvDW9iWMV4GakCjo2QwzdFZwNipDkmr+DdGCHPAweC7bGqdI/kQ430hwXFG
8lQpVqRQk/rWSyJuwugb1T4rJLMX5DkYwIhKFdw1Zg0g4q04I+uGEnfdJFiPspneAwc/WXDO8hYJ
U6WlZbUQUIIsWSREqOwHSw5rUenRrsabd9XFklGjLyHSevIrLZl21ZgS92rTNKteS+xnD/IUfL00
3xKYWSzxCehrG+KCy/BdPNfA1CAfoSXDczMZ99No43tuZYR/xte62xQ+EWtezS41iXGhV5LvYmKD
DCLkijX5q/BWlfB6ypFcp0YXb5mMTNcFc3r+b732LyQRicsIC+hhnNum8Kd8lzeed1c3idz4Ri03
jQoCLMGgjhupLR4zotK3bVraSz6qtlYQum2aDAflMleaCjhz51zjRWcdj6XzYVdYHexK0Vw4bc4N
HF17JdUewfTQ8LQmFE9AmwOMrsWjIF/6zcR9iDcrHlOYi1NqYLmc2OxF3EIwkL161MrSu/daH9ZI
Ww6bONM813eycWX6DNWcbGJX9mzCXAwlnfMxR/9ehWNyWw0oB3u9sHkqmSEFqWftCr/zVhwni3s5
WzRBl9urRmEHAszEVHDQozVyZHsT2mrkRmWH39ehvx219p2Z1VCnPGrIoLd7AoWn8kvHRQSFM+nR
x+K7TzTzS5WMwMqMkraumPKpvIP9RdLF+TuUVmPNJEsldxFBehhNJE6NU3WtNh3648jhC6PuztND
FGrNfemMb2at1pRA7ec4wEcbB7267CqhurGqfQ7GfOcG+mtmIbDP9STTNiAuAHqMwXYYfqVl875V
bPb2ogy0q4CBzELJ2FHtJpzWRWUwIcAnuyayeLjzhrFYKqRk8hmShx4NPMiNqCE0XDNXAsVquv4o
1OBeRS4L6pizOX6UcdOXhAD1cCgW6tC3G5TYOG2iMWaEY2prQG3DChQcma+hl6yQjmEdq32INDbF
72E0NM4NUdLswzApb40yjbblYBLbrdb9Jezq5o0fe9yILsbO1oO8X0XWr1NyWfO1h+RAfFKEyzn2
7rGW43THorjJOMLCULQB01J7aDgKguogIq19anIbrCuaZtcpMvsSLbu/NiZqJr0wmxsIWRwCVPD2
r3XEgWMdV2N/LIBXVFSpXflCUNDFMBivetT3+ic50L12b5RNqDPX1/NkG4Jo89aGWuWvuGznxRh3
kAlqXcfbbnSr0mzmQJ3McMiCH4CVSnvohscaLNKl2fNa7kxpLVKs/TujwTSaWk5wE2fSXDl2kW/j
KTQXhqa8JDUR12kZOuupTPW3uNQ4t9hpEGKHxEW79MNs9gdGKlWUo4YL7DnNwktg9i+TRo939ArG
VZdGwY1WEE6EOaCy7sjEBm5Zybuux8fiB0y+2OvtGzPEgONZMELLqsR5BTncal6QGqKHZNZh7wsq
v53eKeG6hCyxixLG7goltZvodeGGXf8JjMRYjkGNnr+OAXpJ4KM0tVJwz9Q8qhk7OFwLfRcV1pOD
+met2hXfvq/w17KbLbLAe0m8JlvKWApgsSS4xv28D+InXRRmFHBisgFIEbJ7mTakrS4FsaVXKYyq
yHUAzlHV2wqfVEuoYQCWsF0a0XgJAgZsmxYZ06WtFTdxmby0MNy2vYkXc9HquCyVxKngJ0DfsQa1
cgM4BCvUg+kajCWvBki7GCJZndhog0fKABpHgEk/zcAfPizV625GZvVb/sAALacJrmAzImnzJ0MD
/Gx1HhuClj83KU5Vkdk6vKPB2oop0BeKB+2LkqPbibC1rmOv4iHPZuBiR+wCaK8ydat6BMBDNOs1
fSvYaUb94lvWl5LQcBScQPYDQW1PCFGVTTUq+ZszkkcfMsVy8RYUZJ+Dv1DSoMEC6SmMPXWMo2wI
S0MplS0GOXpfDPsWKjB6t/T86sLssUaoOpFfpIbri4JDvVhEOTUe+EJlI/ueWC4TpNuNWg/2AmaP
WBFUqy4NP5oWaQzxkKA12ly6NS0h9WiuE2Rfjg9IpMhBh2uZLxcZlZsbSvwqBLWPboDVB0OUIt3c
aacbYYxiN4UAH8H1jZe+HpucMZyC1llVbaRR+BdVbWC6Tw3ih1F1X8ep0W4QmLWvgNLtgzlEylWP
j5E7FXbrFMz/c8A2cwBPELvREAOJZTmJG4pa6BsEdG9LMtDvIL19dX1V7YKmcxZMxKYLEdwR/07M
X7Tk6MOtELH2QvHasb9Q8xSK0Sz7tmZG3BTWKuB6rvAFIbxkyi96jLIxebNB7Kqj7TzL3JwDcmEr
vE+e9Yarqn/wRZbvGkMhDEBNxzzcMdKAU2SUGrR6O2jM7yA2hl1cDbrrDVGyIhc8JMXYQy+h4XBd
pWOdX9WN+DR1XdmD2RsWydQJLBY4+niuQlgFHc/9RIADfAnzNTOtZjvHkh8nS2qUfhUG81xnwphF
DOdwJj866vhkYUairhqB/dUF1Z2SKBurJcMvTgdweRnVKjoskEhxjpeHpAKeO+AqGH9rEAnTkdZF
h0INqQijZvNa73DchRaDvqgkMyBM1WAbSs/f2mVW3QbCtu74UvrCtFiWoY1qqO5fQZLh15PYtFUK
qAU9XEAhTdeu+jiVTy05t6uxSfTXJhDiyoliES7K2re/pyYhXY3d9NBJNDdJU4MOUr0nzGOoIwKF
lD22UbeRMNeypBLb2ul8F7vt+1TF3Qr0DW5uW2ffROq4jhzLwxFXvA9wwR5oLYGyITNtTYMeWpvk
Fo/jKG8zK3iYop58SUWF0aTbOa70MXXpOeq4Btuvnhy6ZaHFxTZoK8nGw91Tg1bs8tGob40uUw4w
SawDHOXgypLJtE5jO15N0I/p1xZ8DW0+8SsvTq7n14gMqVKbrKKpJ2lb+B6PpfHBW+WLqBboV4gg
lnLENN8oA4az3nBcc5YK+WFo8fKEKl+afX5thQpWxgwqQwY/hM9nBuRniHLlq84bg+NyrbTZwMHQ
qN+mju4jalHKqrpfC5mnV1SE3dOQQc7SKy9YcGDMYRka1cZL23jGk3AgmAozfiE+zV9nWae5YjTS
FUcZQgvUEUt70STRtslhrPuW+Ab1gbqumKZlURqA7KT9XRRqCXc5iffstcYl2qHMlU2PIMr39eq2
TNuBs3vS4OCrJMxbjCVrG1vwUgHgvS5wNS70KH1H/Rrw2FafwQBtBsSBpu/NjNXfTtrHbOtfBGpB
bw6QNKU0+Q9fsYdPLa8N7TrF1r8CoU0jTna62zYzTDSyL6wJKLCOCHPv2GwKdLRa0o5iGz4FYAum
3wC9lEB5TMZaPXa6FhwrMusvndi2nrFJ0pniRLrgx4X6PgE6ABljbKVVj7NnVl/BhE9X0oTsqAoq
NcVvBVysvE5fmsb0DtAIq21A2OHW0+rgBlhj7WbEHm4GbsuyjXpx0DtujW/6bOJqaazyHrBW6kXT
Jo8I/BLgD+D4aXhLdRDwpNHlm19ZIpVfr6dselOC1qLhWgzmrullsMZyAn2Kim2t1RAa6kLpt0zh
4GrZAbcj6UkuCaW56we5tYvwvjSBNQQEb68S2XAYU4Nox1i8vHLAoe8FrdnDBPiUV0qlye8usYoX
026evSIJDho0sE1cQ0QawujTr4eej0/DV05zdqHXtHhlw9qDIWMOLkNPWlRlAazaitVrwPM83wa0
g9F31FWa682Wh1NfE3YiMQGKYq9UQ3YnvMh6Hib73coG1ovKfoOLtFnnFhioQcnsnTTKnL2kzO5r
xa5dISko1Iy8JS1WwpdOWM0FgaTJ0ggVIMkUfUtlInczKhL8iKlSPExhQ+QCHQng8WbjeXfcDI0T
X1I4hIBCZ7C0AiCzifRPq03jZZyMbm+wYcAsHAQ86ErtH3jVybmjK3aILdTroKApQQnUbcfOmjGO
vCJhSzPtlBBg0oK636DX/hmhbBEL+nEU14EPfiVrk/SbliuCMLtiRx7bwby0SXO6pQKvXN2IzcdB
opKOwJiQ8uiRUkJM7VphT+TGs7Kvq4EIc98acvoWTbW0vXEgsqPpjMvWpAs3CZCGBKU+40pFFTCU
X5gt+y05P1BWhr5BHqFiaVozmAD/0xfZWtf04FJUeQ8v1oKM7IBar7CDPJmjfGZ4plKoFa9GHNQg
CUrO/DBsmp0sEXoqBNcKz2s/9dTRfLq4uGCZYBbN3nYAU2V4HHAqNdWzSAVknCqt3Q4vtsieZ6Rf
X9+JXPJqaDLj22bTv7DS/gXFZrEnywcMPz0mWpcvYYroePCJ96Fl0CzJ7+EkSVTMCiYy+y9170tk
QcoSKe7mtrGiu07LK0YDJW2FKrPWXpQF277QBGMHtCAEtKT72mTAyiNnBIgfWzMHndY6h8LRihdj
KioP8not1qMMH1on4Hii9y9BMVPAJb/fkjeAvLPpEsBQbpPQRY4/Qb9OUwn+OdW9hRp5t0XQ95cB
2aXRij50WT+EKKnbddRUzYMuJHH0dehAVKpJPygDXd3DMLV3AyjYJ69Sa5fHlgmkWXs7f6RZLJzg
kQmCusxsnzAUsuU2HsSALQcbb4dHQHONyCe5OScdiLy8Zqn4dbKJ2p7OndPlM/bWcEu7eE/V7D3O
U20JghRDvmHRWTt0HCSrVeK1N4kNjbK14V6T4xJxWgrEqgT7RFs3fm81tsWuSJM5pZkhitpa3lOp
jjlF9OCUW+ItVk70St8s9y6yrLX0SxjWPdrRrgnDTcUI+GrC3YvgSYYbJHXEO4PdIQq1osGVaiQH
mIr5OcVAgDOMPLj/8w8v8edu5GP1lEYHs1xrd/MXQPHs5vnaNA8SfBrsfyhbcoCTwFtkEU3GXVmC
sMg9YmA0vdQ2pgYbt2GIBIIKaHeaFTANJNvEWLTN3kLKPvmdshij+AEDwNxoq7R1lNjGLbFV76PQ
DmMc30888BsVMSMpJ/TiE/DypLldyn7UiCaqSQNRwy9AzVg2rIPV3aR4Dw0AlzQ5RWpSsqeJ9zxR
jV2KlPnO0hqV4LuQfXsfmXb9qgGkc50RuALub23i/W5HchWlTXe0VH3a2yJ8tfX60S9UOPEJyIlG
6+h+EfF+CIa84gZn4dKB9nqv59AnFhJe3XVbqP1B5lDbaAn3izxUMJEpNKKzkHZEm+U+Xd+mIp6a
QykoJsYjOixPvYOHDxSiXyQZeUKJRkefPlHCZINdeOTXWsoexlRXiI5YhDZcA+hCo1yn5LGMWQC+
lQ4NySO81aTV3tcDc5QyDKxDEo0v7OdiYzHqWLLtqddg2SPXQxyzzNAgmzz4mMM5XzNjCjiTv0nM
fAwIxdz34d2zSNKu/koxmiz02M5XeU2tBn6BLKre/xqsIViRyDVlK8YbzyX7z5LBCkQrb3gjoAEK
IZ0hhjAqJQlg6LVQJEfCsBjUT02p60PRAMSISOBZ+PRuFlVH8i+NJ1jvNAqO+pg3t1EYoPbuVE2/
tUSaURpPRbkcs/5VZ5tyE4jjS9hIb+SsM28VZjnSo20l4O1Ivgnf1i6Z1+SXBlsJH8R4zzkKHyLf
HCHNGpKBiYMku9YCTNoaE9nUizmZJy+q75dA/CNnT8v5vQlamr22PU8oPRwikVZ7o5s0XXNXAn0G
URNXcM6gWYYJEdKG5Qf3XeG311lavQHCFytZOkgPI17V1HHE60K17eD2WtXI8KV9kilhCcA400ul
rdLikIo4vVSZIFkoy5sBzG8XreOORC8FWgGv9iC76LzBOxb08IH5ZdSKats89LjpXT1SBnj1xZwi
IR5zSUtvFPj7W8OI9pPlxHtTncvtinvBIJWzs/DLdenHgVs5TbOuOqvaMqghTavMgjU1BySN3BHs
fJm6cGiru15kPJOs+kg4n81DXQerKfTElpQvY+sMgvrNawZ7zYhyvO10FF6N1es7ABrDqq/r9CIf
KvCftT25iGhGKKXQ3GLddwhLMxHASnO4VCbHPlg+/wU5ya95DXdxiDXmAKogc76uiIchuX3JuZc9
E4LuMdCqoHJVz6ycRaXG/mUFYp2ZjCUWjNFhctfeDZuJJCXL0/amlsTbrpHhdmYAc7ghE1KLHA4I
JJGs4gGCNVp4clZHOljApJBxGggMUOpXTAAJxjKC8kVqWrYI54ypgS7uuvHpiXcRrHiHOmXRxUW6
FxRGTDf8eDloZX0YcLgcVCMUbzFpWPwryNX7CqoZYNZ8a+PkO2rUZxs/ao8xaaybyCxJv5CJdtlE
s2hb6p0LZ3U6IJ+We9M0ip1UcDrktkegWRVWr0EYFiu6c8lSUokuJycVvF54DxCFEROOo3Z3esdA
BqBMfSDloALn29QrI5vYSwINWbdmEANXTA3fdCQ7yomnaes4vrnqOhls+qRnxDw9TeV/cXQeS5Iq
WRD9IsyQAWyTJLUsXb3B6pVAayIQXz8nZzf2rKc7qxIirnD3o7odnJI6dJUtnzisZ9ZF+BszjKc7
y4jSU2N2zZHAGPIkLdXeGyfz2GrNkiJvYRvbxtm178Znm8Jzp00WQ7FBs8ELPrbTtv7l+F1/nm2s
FZU7iH0/m/NzoyTTJgqMwKWoqUhFs5KsvHaJ4LXwx5+U4JKPeKxEspof8RYi51xoxvinVLPY5F4a
0T2POUttnf+DeoQhVqN9p6GIvwbHqrYA7qAuDTlL3RgYdp656oJ2mHB/vdW5z6IWDVfsH0Ba+Qeu
ZHMf51mD3rckp6fJgSFwLS99Pm/B0HVravwW8nQzniujzHccIvJRJmoBpCBKZanNO0NrKiQNgvp4
rknUHudkJTLntWikv2XF0x0a0T/Icq1O96swYYiB3NDIJ1GmjgItHadLM8U1wd+P5HHLr0EV+X+A
Lb87ehL209+OBcBJeFrxPlp2flfzPAZ6F8vQ4hK+ApW1w1yx2jWduDpkfu4cCJxLt1mZv2a2W9CI
Gvqxd8yJX8BAFk2VEyrDxoZ1E5o2MSKpY3s1700nit/zeP6phvYTS00SGFQAQVn3TMwUpQA7QVo/
rXNg8TodihZXv8YRkmXfzftN7SzmChyOuU45ic5V0SerfJ5ZkIvpVdVFv9X8BPYOu9PLKKKSNG5D
e4NltUeJeZlrI92wCbhA1/Q2i3L+KXNI1s7MTesZPOJE3iUnn291S59mXHySDO9oV/PAnkiRAk3s
byJZeD8UbAa5pm7NvignQknzuv3ck7Zjzc4/MpKaHfpS5CR+RMi0nKxVRW+8SSCi8ipY/zwsuWwB
u5Yo20dv1uofiz2mJ7+K5IGmBkcDy/B0hZ1kRIHGdCBFcx8YdsXj0mTWHVxcfjYagkSXBIPQkiRt
aKQNzMi6M67mY3XgV3SHNuq4lSMgLWJlLu8iFh5ZDON7S8m+JpayQxTwgDEZvbNbIp/1u9Dsvwh/
7ONFQGjiZm8ksqpgcbUfR+gusZrNpz+RcJOMUp5zTu5dpvHTxBYDoKa339ARJA9P0rJbgPUGYinv
3rgM74JPtmY4xReum9FRAwK5zofkEwUPYdC282Kq1F0bcTK+eLXr8kOQYOzkzJYIoxr2zeAum57o
Im9Qb3XELjEbwUMZnUwJ0vH9NWuPKPA6VYZ+Ygx7UxbDTerRsO3ztHohIs1aQ9cxAyN2oC4SG1gF
UTuKf46p9zvlzdZHTKLIq9Z4MVGfNUhFtiYedrDCobZFKtXTWoVewqxwbh8VUSfIpm+EvHdWtTwp
pfAXMYsCvPBI1TXysyXa/gs6WnViLGWz4nejFzKjeHXbkdjMuApGWgZ2m2zBaD47/TvvPToenFP/
LUPUfhSGt+ymJHM3VmIxXWTzWGt2UPuIs4hWoV7/HerxPdHiFxBkMDoe+pypYBxIdpGHBk2Mb17M
v0BAYx22PQtE2iO5trHuXp1s7P7Th1a9GTqdT0a3uyrqiZBInYApY+CW7T1Nv9AsxmACpBvIfCQc
l6iSte9KI4x9xAdTVMUElgnzxZDWr+74GfJ+gMqTaWWBYbTR3cf1tOqd2gASjy1yECww4EgA8jGp
etCeEu/MumJnWA3LfE1lVysaeeAyqpO+7DK5UiS+fyCDMjepcl+9XphPlt2YOzov1DkibzngG24W
z4lOUdYum3ksM5gx0XNKaumRVWH5OjjIKqrZK06GOKCKgquUa9k7fBA3aGoXvGlN92N7iMlYUOhP
Vv4PpSzjnDtRapQDQcfLqjN8Tklnyln6j29ZuTGQE7E/PLfVtzKyS7TMhCHfYG7j6NfNI2Ma2NPU
LfEPYfRclYx+C5LyHjt97yznV4SMG0d0O1u8QLiBVsZL6Tw3xtFxTm51jZODl+4IkU5ZIemE7Pre
zmmp8k4gNCKgJn5Z0f7YqzL9sAFBWRq/3t1S7ET547t32q5VqtM59CcGkcZCK6QfB0aflQzTjkuF
jCe+ra/Kvdf6q0VPVV2TdNu7FLHOfq7BAxW/5bgrGEL1WmD2LKjq08xUKd0b021gyCTZMBZqYCnC
PI6rrRv+CBGjRvjttTVx4Z08TeWPxANpRpcl/jbKDiwWQB0ftUrSbeL6JbY/tPZkNNneYVEt7Lvb
+htuvVMdPdQ1ddjwmycheg2U9KjLzdT/zMwvnBwZI32VPr7NTKb6OBwV8gIaI6uD5xlAENoZ2cGe
j17CrtUu1o6904t71bxUvDodjfbZGxj0ExCqhmLdWIDSvcAbvHWtfh7fmkj+aDKhj+JsXiBwhI53
rbt3nfMybvJDbm5H4wgVaF8WRKXSRHMySP07S2BNIkI1yG2eSQAcn6MY65IkIHj64QRalSQ9SmZx
dnPoRu4d4vdzDOt69VaLvWASATlzlUbjqrUOCUojnhjukTWfOk82rXHT4Onan3F9K4z9kPw8suUx
FwWjwy/wrJmApc5++dh+fTJjGd27T0xN74CA/7aNl3l6wwK1Ys3R2+fI2zassZC3a4hxhm2GfqZ0
wsH4KVApltyqBJ2niwbZ7FxHl9SGoYVWKz973OMChpXd6+2mpt0lfx/tV1lrHRtcZb8myqn2THe/
zNzML2Rshu5Cd5WfR3jRHnA+iq+hm5BC2TcP/HhpQW8uQPhy6JCmLk6R2R4TUi6NYle41WoEzEYu
HSQHuD6ECSHOZblU5mt3OlvgpmyOPP9VtZy8Pnu1gkFqtLLVK0nlaxKJgpZqMMu3KXvlEVcZKtbd
HKfYGJ8n+F/lWYDWmWjwnf4jIzecyBX2u551zklI8nMy3YarM73q/lMbbTMEmEvzx3xyq3Vv+vJk
+q9xt12KvxECBQusujUetvOdrjLUaNsH28R0SK2fP9P2NYXyqPRdFE97MepBjnSjrXHM+oT0M7Sn
WGCDsJ9R3djI33zYBV313BtvvUV5qe2obfe1+QBqAA9Jf23ps7EvgQTgyoMV2qhqVYr/JtIPy+y0
8G3JFC0II505CpyqYJ6k3RAVrQm8nJxy7fs/wPq4fm+u+EH8F8QJ6fsu+YEM3BdzK0m+yjhuZ3by
+4cKkt1kmZz92aAi4UDkGaBpWmtFFaa99qaQnxHju/Kie+7cpiTf5dY/E1H7XBFDzPA1bv7VKkaf
9UK04uMqnB4jANtaFxpKgGblA6LJCirS0kCa8gKbVqdThGJRzWcbrqSFNWKK3h0fZUYSHSLCld1o
NaQ/rgZQxQq17NiCD/MeWZ3qZpBQqDo24SyMKFk599s1mPhjB0lrBo2YOOvYeqtqgOj8RiYaHgQB
tSA3aMPSky/sRcQ9bscLIcU21t3Y+zeYDxnqdMnnYV1q0X+9atZ5wpKhOot5r5Xvcvx29N1cbo2M
3EmiPf2v2rlhBA5SMoVzi3hUcejoEytnW0GKGqF15Qbu3zv3akrSohMUoxZM7vfCmTu2313+4jon
2ouV03zG8hMpWeigGkDBgOTysmRo2HejdvamHc7yweN9uEnYXOWHVn8ytVo3Nj2u+6X1zzFvypBu
ynJrZm+9+narZjsjsUVsgL7t2SZBp0VfWGkS5nHGkU04Xfllxze3J0213rOfwc3/3Dfvs3csQTv8
360M3Yf2j78YFaP6r3FuD4qir+0c8VRMfyw/6v4Hfe2OzHL653Klmz/lDDLS387tKWu5PDnFByKx
XWSKVrZdyhfJHCVdrsK5cbttqKcDsg2iv5aRyR+BxjCHfweyUeK3TN31+aNEJWIMR40iK3b9YfcQ
FiPPSDmRBEnMGcKlEOLVcCggN2359gfSVWs48JZIjq1V3EbcUXzxyYb6JRDjXY0oByUzwvJi+Ewg
M7xob+kIENT5dqffHgFKRq64MxEFvcQPZlTIwxDM2a/G3sED7DSgrR4Te42CdHa0LcNFOCXvSMpC
ES0X2EPbZRLXCEo3e+3QyPGoo3IqhPycDWvTx/vS+2BfQCtdbErnPYl+xWUgm1Avd/2Xt2+Hq2j4
D0d65ZUqtwMbuUXF+zHZCzAKDYHOyXJ66HnU/GpxquYlZ8bjgLB/Su4piOQES93cEm8YuLn6yQPb
0eR8yZ8cYj7EQcLuqrxYC/DNnC2egftm+Yyd516eMv8XzEKhDvF0Al24EsP58aaxkeYl2vtU3OYl
bZ4ik4W844Yg2PjbfusinKnymJWM/X8+EzGWKFw9XdDFJGGnX1l+btAeEHuwiFB675pzMc3rbOy7
nlZW39mTu1FcG5Z3MDT2Ef3Gzi6CHcm43BGnoku/zN3TPH65Bk/MZ5H+0xKg8x6CeoBBjXaW7Zrt
f0iSaKCrz9E9LvWNhM2axWCTnMYU8OYXsx+tmnZkr5bti26huvzS3aOwn6LxFYRRHe8XZ9Mlx5JQ
q2WLVz2wy4vPYLYer0V2s1HapsO/Ih14CI6O96qc7cQtlsYYVV4d8yXOblKd9BhiPSqp4SMTByIh
5OJRr4QpBlWeUGJkn3wT4ClxlxuhHN7Hj8W4+jKkkVs7wzf3EbtusgjBxkW/k4CvU508CMlOAWhB
L8KOwFj6fHu4Jzkhpyb5x5m9MvSNaLHIoIuKuJz1B5DsXALjiuu9dJ8yfTwp818so21h+oyqoZZ1
FzqaQLgdfU+1UmwwJn2LqRBSYxNSplMwM7umA9CEDouZtiS5wDZZuVzAXvWE4xnx6SsIbk677DAR
ll/03ymq6bIiyL3al8ZvotxVa75nHACmnuH/zAJm0iUF/MQ2MR5/5ZystXTGwjtfs74kBYQpLkO1
kh/f6N/IeOubcS/9G4YKSoJ4s8Bpm6k4Jjd0ScJtxLMpik069k8yBhqw2Jwy8bqLPicH0f74GjXn
InICrYUCxqhqcf5UX66X5HlsvqKEhBIknRnnQc0Is9PWqX7tfee2+PlpaCCj2txYcbkiAgv7hhmM
gIh9E12i4MST5mtb8DTXBXn28bdtsbHKfltVsYtAso+chhsRDr08KExtrLY5c4n6Z+Bc8VdWaFsi
OMAuw6Ose1bqA8ybGK4E4yO+4MSONl31Y7FgJ0OWledf7YVC2lsjikiTzujE233iyo0yftq2I/oZ
OuEjp0eW3b5hBKrjyyFVHD2v9qFl076u5B6pCdPVKf7roq3n7QzUbRo8o3niIkteZpM84boLGfyd
BuzHW3dxkNP/NR4oz+5tENabmbdfiy5WBcBr2/ppy7/EcY8OpIyY6I2y+Bi7lA4dvRtbQHbNiwIh
eGs0Lt7kLfVfE9MIZYemd/lvQhcSvVTzn9+CIcNtY3xKonIlnzjZ2cv+QfKe6RIL8S8G6tqts0Xf
KVedpHgZ241IqVWIn8m0lcFKmI5H737AWcr2y7HuLURw1m3JdGzrTWFcpUsw8t5xDdAWa1wYIeqJ
YKBGFFW6lTA5R1R9pn4fuqO0jx1rcZH8lJYTTIyQB21vsiltGORmxqvrnpVmbBF+rnR6KRImCI3m
m8etgjIgSB8dGYMb+TZZQDMkhNbiPnk/IMf+W+Br2KVNlO6ltl4Qqq7SemLu88sZb0eXTjsa7r7M
tjKHGcpnY23uLE++8yeBPrMFKLpNmbyPbkSSKKcRNqSDxlPExgDsyYn9s+X8VnGDUvSFdUmKzg3j
CkEtWfGnT2e9fXHQqlYnI+PhxCcY6xfRIPvadQ94indsenof56TKP0uIdQzkpGNelb4IybYJvkTT
3iLxmo9OoObL0Eas+ynL3g2UXzO5IC6Ddpo+HoA+OrukTNfVc6netPbZ657Geau6O1zKgOkvM/SD
U/AHmlvXf5p0MLZ/7FN9XzPNyGcqIHyGZfEGoPc6pZdGO+IIBNH+VLjHUnxkxM8v8xC4AvwrKK+E
gGZ4eovBXh77ncVwtaSlTqjr9OxPgddo5C5uzhngzLSmzeX2rqofH8wGAPVtamzBKlomuHiSueN5
3WbAHeNmJ9M3BUwDZxvL6+90/PIHfkJUB5r1UZn/tZ3aJta8tvQ9xAg0XTzHiyfvUoM8TAqrqBFs
EDM+dBU2QbVZQAmJFv+FDTArH/+zEfbNek7Ckjzh6jowbohWWPneQI4ECyc1Wur8EPnM9jXvgmEw
WPLqVNQz+3Jcjsx7gMGkc2iq/tAT3cXvw0Xc4OUPAFd3swh7kYaGHa4Nywhnf2sHeaz/eR2SJHMK
yQj/9GPMQ8xiK/Dyqqy2CCsO7jDvBvg0+kPXBGAMbfxAQn1u6oikl28jMq8dOnRy0WnB/K3VD8DY
HyQRtW4re9fOvOzuPO69Ov6QU/1h29rOX1ToCf1U13BYmyVgHLYSc3Fjnhlaajow4/90KBCFrw6j
ld0hKK7Hcd6kDQBz060JdhIEQ+v7wdNOZR4fE0vbVGz/V2wzfjtNbGQ5PcWzziKfhdVoBovT73ve
mtRHN19anyhfqCUg3XAbd6s01wLSep5tFwVYIvaV1f6bcg+BeE1igF/4B4jfoFWLQJfWqtWscCHa
PSAQG3vf31zeh/5Z2IoSealWpv/o5ooP1kO3Mc03xoRVwJ0PyxLvUMPdCl8LUsvfVp3BphJ0jtGf
q5L1XsWSXna7KYpuZqrIXCFxTS79RS7lsdIU1O9qHemwmBgug00+ehzQq3iJbigKzxNBPlXsvJvN
sFJcmkNu4vRDl2PGR+xJazlnrwaxWJO5vPZLH/r8GR11pJzjwJ+y0ObgaOE5LvOCQAdOT+yjr1i2
mmOc+rrcWT3vKZLKEZBt57khq8vPVvN2eT2eO2MKavyVPXw8tpognOFzv6Hm34luemIc+T4qebDz
aA1bDbwkoGDyUWh7Hn3tWFPb9YzlwQJ5c42E177q8kdGDtkp2i7lPkl0J3RYOQPDY1akb1C03zWH
K1jw9g7zckwKqvccD9wgjJulq1D8n+NEZJ/dr1GXBUnS7dp+gFs1bKU+wS0CZseGD8bt3jXrtcD+
Z+WP94fPzsWMnvnXB4I3Gu6hN5Y1SU0XUVOxKXN8VgyRBrfZxBozOZ3Jz+RM64IhPKOpX332n1IS
iwJHgVOnhvvtar5vrwwbhysKiW1rIjqzKCEhOcP0tqM5JNwUcQ3aj3HI9vlYrP2u2Ot6hbsz27ZT
9clWuYCFnsT8NNqm61jFPDSHZgVyAGbP2h0nkgCjDWtjO5S47pMsJvK/hpoWcRsI+lJTpMfcGwES
xdtITZDPfQ1RURsWU3OsY85yb3m1Ub6qgYK4BV8A5471l3rwjn2mgbreHdEX7fOZeFesfJGf0JCA
u6+XPcohSVsHh1dYz5D01uCqrqCiCmL6l23Zxe8tDy+sCJJv5L2yXGL67LKBtpE9W8Nbrujyeizx
hsAZyK+TI6Ntnp0h/8xmgRYQar1T7aYyhplBZSUbyjoMoQggK0Rn5XpiqRQZxaljG9YMHMlUPzwe
GfdHK5vrjGqyT3gpjCrwUEEgYMW0jQR84ZSPUmBnvAlNS4FBg+N0yaGKhlUWNeuqZreNuwEyHZLI
JuhqLiKizZBdM5xvwqTzdiYDVuIaw0xNYT64KzO3tqAy1qZTXSgzD7h86bQoigctiMnN8kys653A
K4TT0sUEmVbMw2wgoywIEBtkdeAUGLKG9uCDRq0fPVsCCrk0+p1N1dvJ8g+OBpQ6a/kwRtZtaj4r
OsOFsWzjonr2SJdFaewNhHJXnJgC71AlcyZ7Ji4/IuLPpu+hs22ZrtTHnoawr4vA0MYNJ8P+oTyf
+25tos3zx+KtkdlBTpkeoJe9LkkE080un2oHmSIqCjpDnGuZXX30ho0qBANNZKGJzQz93CqG5R4f
FHYMf2RgPUtJ9oBsJ1tsWeGYsfld+BYZjGJNWkfRFBA9trEidyWFh5oALmMhsJAB/x2RhruM5PPG
YmaCH5Xvc0bilI7ZuELoxZfzQLkvUdgQz1UsYxkIzWGukZVrgTO56XSuXUxDibdGsRXE06NfbwOr
qk66h8vY4GSp+wqxkgngW/xYWEuCObeDxEYAoHsop7lKdciAhcCs3/e/NYV4w+fVlpEvtDlOoguj
RQ8txnuNYZ0NRv8tEPVVrEgNjTvzWNnLi5VZO9TdW+Azz+R53tkKQwXHkTyJrdTCya+ZiWbjLoFP
HQ9ii1FqjY8sjPzsrg+UquwhPZyBhHDc3VL7bEY0oh6bP0NfaDiwYYiEzbG/BsUb2NRwidSefIv2
baz2AxU7PExYlM4ElQCCfd9hdTbdrT/9Z3N7KWirPebIHo0u9HBVrgeB2YH/aoD0SgdKYTte0L7b
3zMhXQjuv3j2OGDxDtuojwd3+ChQOlpFdh0Z0A0T9Na5wtsVH9Ou3eLjZ8UzBGLKr7Zd7w2JHa5W
W1NkT3i/mYeynWVxv9eFuTds/68VKdzfHPNNUj3XZIs+VuyW7jOT4aWY/GEvWZeXkX2rjWGNfZ5P
2ZcAS1EbWhxIjvsxawzih969UHt8jkgJQYwqhjyIsvLHX1iZLJb897yJTovEmTYOqCqT+MWvpvNQ
SJyDiP+dBnqDnPkVWareMmJmrZFiEwRgm2asGLgcbIyJCK8fCxUtTBUOx2ms4cnOn2YGGttTiHoc
l/g8nNtmkBaSEnrQDyBPWAVEDUkMDnrujg1rmAwTTDGEaxFNqukvu4d0c3b7M8DqLeFFR1fOcseK
7cebrI2TZqeJKWNpm2ETi3c9VhsZdfZlHGvGhx4hFrVPT+OtXXbKkYB9pEjEdFtvHT9ax3Kml8eT
qtNOiK6/tEVEB26crCb9qy3v1/eWc0fCZwMVz7Z76sLqMHakXXhWMJnJwYGZ9FDDUPOuZw9B2mMI
xExJMIgxzI6ZybSsLCcGWsoAvta4sT0GuQwo48dlqOG2SWlX7W5GfARyu80TSjmwfJkgKaNs4xBR
w2Yy4X83gCdZ229UweK1x0xeTV29txM7MElTaCeHottmvEJcwmIxEx/U1i0qNJYSyXlW2WUoSYB5
0ma8+RluukvdCNJE4Y3QJul3nxe0KcoOBq73WBMp8254deNtYJ0O2zJNsHOqwvvOeu8/vdP9i+60
7CAMIsjeFos1lumc+j5zu9ca3cc7WTnFdpy5DUZHIo0WqIUsUk13kQuPZ9XW+VcGJPVaC2Rg5BeQ
NruNkrg62ZIoQJwMGt2O8yGV3R6h53wveS+3WAxTDOOVwA3X5bANk+hKejLWznhJJt6gxESQxyDP
JKlC996apjM/jDn2bqY9l3kgp87c2sy0A82DumpUTBxyFWUHZTqHxicNw+4wUy/maPyfkLnD51Ke
W3JAtv1i43HDdrljEzuEbe6iWeoR7U0CS/GAJRLxEB4mzGn9uTR/yYpHZZvBybE81/wCO4pqS6GJ
j5uBXV8WR4c+pakvczlhQ/VNVk+YqJ9QpiX7rMNjwIwkbZnGttmLzGV3L3sHMT/y2uma+syPidcn
wsXErnPPiOHwiC+Jx9vYpO63KB1SSmbJ2NMDV5srKMqGY0cgmXoNLfY4P7P638QxzE13dol46GE2
DeBHmEqpsfz2jGXZyIxvTy+I78Cd9CUnbYzRRvUMdxRhA9go1xkMItaK09xzfM7J3V2G+i9fBnrc
tK7oQm1T+AixXYJG8Aub80uOWCIcpf5cTuNPo3fZoXKMc+kUBHMkLvVgVuUE3T/u28HDZOwQrnLz
08bdOsaAPbIbjQ/Wz/4LCuXpjZQXcsvhRfBSzOrY9Z3axBCejrov5OvQm6yC/XLZ00fi60GWdedZ
sW8VKQRhrZvtj45gctsuk9pVrE6JRRQp70oWsd7pYosSfbS0H1dUxd7IMeHKlL4CW8H/H/uKPAqO
tTxrMS23Ov9eM37nOlko/kRKsTVbz6nXmmS3oCChdmly7YBYRWc43TOwduKSQ8pgKMw8sHjDQ/sQ
fy6Vs0Eyl56QxZhrOEby0FSEp7AWHaa9MktkH0LKVzUpnBm+xwxQ9+tXyIaUp0rjjM6xtuirIrPx
zmWY3lEy9jaSEGfY1o81TzP67n9+2hXhwwBGFoBqcSTmZJ+KnrKsaJyJQUZMRZ0mXkDg/sjAluOn
IrXqmX+C48lkA17rpbyYhOlwgE6PXbSIcdkxWNj2Kv0lfDpF3jwyFqpyH7NCy/4raUv+19IAkyxq
Po1h9R75r5BTi3Lmyu1JepgTVLce49Ask/NVA/aWMkA/yHQE9NY90qPI285cKgvXb3ZNnX9b0fJS
5hM+lrNKxc1LCIHDkkkchz/NKP2Q1uziruYoN5vnjDoKdFPCUVp69nh1Iqe655PlcSGRi09Hakd7
sKmPTAnDedUmyVQTmOnGifhN55GPN6QX821wSyhmtfIQ7TJiWE8m1GKfFlZS/37ks1FjtDTVfnwl
PSBRGz56t0/7peX1Z/5KRSjrdQkKDURtEf9YfvyP+mQ5G1NVfxQMhuz5NS4aBt7RKiFUIyLPAGd5
HGA55YAro+ivA236pEsv+h1mYcQsxaN070beNeIOfB5HuzvaGrLCUoOoRsCbz3nyOC+KxQgnJw36
aDtblLS2hwO16Hq1dxBxrmQMsnxN1ZM5gZ6MvkHeshQy7LuCHAPMrs3OwlAUkIXLiHWOZzYkWat3
OHAZtWaTidaRwRX8wTjZ8LXGew14OeAsLmYrM3gAF81wjiNxDsie6BRORfdRdh8b/CPrMaqSc2uj
JTapzxYvYkGrCF4mXF9f5YNG0Sza5UNbWHfbo2bxTDj/5omnZTDTUBGhhDKWpoWw5ohRvsYMbZwo
9EjjZl1c90Hb2dG21zqbwU/WbuTcExzSehHlxmiUlN1orobUwLlSFpR1+Cco0PH2kSyuk1eVRAIf
Lmof3no936CP5f2RJU4i9tyrzky5iCDroooGHC1jnR6mpEKONfdrwfWwLnQJSzyHs0AFR5ma+zbT
wiHqgyadySfSsVdEPuZbdHZt0CddjHBB3GNcI3GQNOglZDdgFcmrrAY3FUXdWi3NuRmHX51YXvUk
qMiQIETZrRutYt93NksinEo2U/TkgsDNpp/QzPGv5Bon6csy/wPp+MMIyw+bsaS1otLPAz9i6+fH
6qDc/yCWoS0oW7Mh5sDUUNYSQcxtXr5XrWPe8TfIDxxHejCSlIDqwPw3DHVmhWkxGhR9A4FjMVlm
exYGw95bUNvYhLPe2ofoMTMZULn0NaE75OWmiLmBMWZhULZ7/9YWJgLG3jgW+dRfcQk0SCvTloGN
0PDYNMWHtxRk8njNF12rRJMU5w2vPVWJS26IHfhFz2nsZUl+JqeA+kMvkDg49nxtFvEXyfRR1zrT
N9ren2ZG/DS17tUX2nSOkghDr+HTJbl6q4aQHDs7Jo5B9DwbD76TnzHUnybx2Jb7mr6z6sz4QocO
ElLEBEfPfnnDQ+mcSklew2r0x4T9pzk5byUa2NAxHgMwIMja2UzQPXoj5G2ShFgP45YIMp24glMt
RObf09hnV21DgJxjwYBfY0ciyGOJJ/+zHZBrkk2BCNtJrzFT7VYaQWx+RANtBEOWqE5YDUy++QsZ
9IkosKfWlgwHG3WzRu1UdXn7FkVOhuShZSAglfViobhmA9Krn9LsdXbG9us4wL6u3PINukBytpNY
vjr0H/TwE4NaC3M6nOr73AAMqpyXwsM/ZeOZ5PrmFF0tbfs+ZJO4lBmVny00YoxSEnVyux4/WwtV
6jd2nJcFi2B51ZvirY0fNrHZZZ1VjZrhonsHdEREUhm0cmEx4HFTeEwmVqUa/oqqJKQjqxhGIQ8S
DivolgAq3pUslipoLI0MBp3HNNoaKQRdQLU2gn7oQ6txwD6tqEeDttWqrUjlP4e0ki35Gf5xHuIH
SsFHvGBnBLZ1CYPDme4oIKWLyLTeMnfSqpHvp8qvjfWUlZbBjtU2iMzP+j8I42VY5IqMhgXBdbG4
3ymTuE1Vp59NU+EomWl8mkJbVhnZLIGc3ZbhwcKuwyPxIqzmpPxuSr38Ih/tIeLOmUqGdsfGzI1d
ZPjCbjivzZntoyXd5skwM4OuXk/ahXC17IVxBh0ntxdyhB7iblonqt1po+/MG9nlNvhTbzL2ECJH
3v7IQGXYzRFBOjEC8Td6D7HvmoZgicFAMzjVUxUaQiVb9LQ6GY4Ae29GPMrvglc7DzVPex9n8V+Z
s+klNK7akKZNVJSrnF9lFbIOKnO8jqpXb47ho3oWPfqoNHmkCJCwSnvYv7C+fdHxSAKd0lwMSeaw
aQvW+JTcCSYH/c1KQJHsEI7YAFC9X+VxOdDouKEq6Zw3LWFMe8tZcAAX3lxe+5nZW+v6PX/IoXOy
2IvDJszOSd7flw57HzWcSUGWt/a9JCKQdeussyelZlrllSQAAEMG6ye+E1CV5TrtB5f5Sfs6i9G7
a+BHNipR5TES0gwpaFrmnETHew4h+SvXTvxNG/ndb/4IZUN2QqGoXO0myZP6IRhrOg22rY7/I+1c
duNWsm37KxfVvgQYjCAZbJxOvpWZkpWSJdnuELIs8/1+8+vvYF3gwNYWJJxT1SgUalcllUkyYsVa
c44praa+GjuXbrCv85+OmtXGyMyWI4jZnXm7inWqeMzAYQ0HBz3Sde851VWkI32V1oTOahVjXB3a
gm6ZUMw3xvxLPbCqZD19NTqUcukVYzeqIZHQxTPQdS5rBnin/hv8GmeduJ19U+RW9T0xm+ZY1V5y
acbYv7ZkHz+ZLtm91mB06yGJpl0/JYybQFkdXcYY1IOdCnGf1NNR2ebLjDjNgPq2MgvA6VnsGVc9
VvODCqxua9MUW8euLA90RtApWCYrueZP80NpHYc8cp47sxLryY6GjQXmYGMa8UPy/xVdKAMxLeDb
I+yi246RQWvNE/5O9OJ17tpvzoTh3ozN6YemY3OSI85tBvDFEbh9cj+bSOnMdBzPKLiddo0ThXFz
k32d7ahlNaE1qQzUY4YT/yxVTWFErbVqvFb9dlub15HqeU0e+nSHgctaj8ynVpjMxIoZPq3V7Bh5
00IMMsr1mJCcHKOtZN2fh3DbdCy5JHPUJNXiG2qCUuz06ImNaTJR7ZqphI1A68pGzpLZ7ZYXH8iH
X7qn2hXW78HC3NyMHcehNjLmXUTZ/SuBwXQ7eSZCtbCi6ofac+5GcZua6hVIWbOqw5bBFKWtR72Q
OCDWFpbN6AaK6UNl3JduYm8SZ8Qd48uclKnBcvSz05XhIzWG9w1z4Y8IHj766kEOT3Wm4n2BgQaX
HzZi+j9V8RRWbcOALknWDRzSXdcL53fk3KkiOfiOPVyqFFDkLgsYCpZewC5hTfWxkkYMFMA0MFxS
Y0NSS7+poQISUeCVoK04RU+k80wcOzBCkm7dkWg/071ZaKknx8jpoYSomqiyOWLTJznmRv4dsF6y
IS74a9oYT8IjSwURdX+GT1U/oHlubhhAS6yHAR0rkfgnDysfhsEqeKFlQ6C9iSVFl379Uk0wRCwC
qVcdh8XvRTGbNKwG+ipzbZ95vEqQFvI1rWp7Ta2WHcJMzdbJtoKi/TW6hhNti1g3584NBN11KzrV
CLaOUECGfdY7AxqmOP+atZhI3ZRY3jqe6C+Zk9VT42Jb8tceR2t5yOHmYvDOEtQbdFX6dFdnrK9b
W436JmjigUa0kKdKYXmcMn86zCjg7xUTUoT2Tboj34iQFmwGZ5HMDDFjp9hYniHIN/CgnKZRuE3n
0tjMrju49JNMRO71VMqVqx2oTIlpI6+d9FMb0XlPLBkkm1zOj3KWDIxgRknao36AznNCflT6ZXJo
hXhOQjamqZyYNDTVNDPojMv625xEHfJ5q0AqkI0hyZ9lB7LJFfJWi7qnyW6pm5D85ItvAl8aeyQx
Y8fsDYDXvM3Cpt7HQ7BcwXtw27T9aQn6a02DDcBCY7ZhQJCt205522xO0l/kC9fnpIx9eHF+Ojjr
RjL3q11HfJlVqTFz1/aubGO9TTmuHbMybJn0MYBqnJzKIBT2DQk53qUy7W7jOS2Ue4P+3IA4b4qA
no5zOj9A2S0OczGIWyENZ+3puL3Fm53vSmvO1lMjCDPk8LkuHeX/THuqDfqS1AqzNPd4XxFrNCzx
URxB28rRx/mQC/epLgRsczrpeMbRZxGbRkiPTcHWDM9D3JRf4jyzXwAHAGuzad1nQB1n/mQme/NY
GfuwccO1Q7mwwbffb5xRZNdzOSFUkAmPE/xC4rt7kDIJmPpdPokI83rgb1rXCR5kzPSNTcOQj2Zt
ZBjXW+NM3CplPVvDnhZdsR8bM9tFYy5ueQuWaRNdzCykAwrojPyBPvMgBXU/usrXKwOn2Z72bboV
ZhQ+je5kHjOzq79mHU8ICosMOaVDrLhhMBNNlWmg1gxLgKfQjTVYE6iyDMCSvP4hwqj6NUzZeE/v
vSPOnjy0KsjKm7wfX0zHCW6oIjKeKxTMXl1VmKLm/OA55XA7l7lzwgkMII+R48ZpbdAyMshxC2KI
6zXLelkz3yj6iszrgFmcF9HjilrSr9OiwY1TAfxFwjcP6I9hI8MdJv05n1YTKIdd0PCyCVr0G1Gb
lJRJsDzALGTTRO+ixVQzf0uCTj00IYUakU/uOu9bB7qj9naprbKDSaNqFUfTE2Un/W8OwrA4HJM+
BZkoG1dZ5cM4JuxMlCkMfyC/YKAf9wpI4u8Q2Rh2lsE/mBnOUTtDc9fD9aDpz3lGRGDylZMMNLu9
aMckTO67IaTA5FZ+WdatlYvHcpWz3W5z4hEwHhegqbr6x2SixI1s/8Z3sLH7Ux5vasBSKFXC3xGl
6soR47epR0xc1748hEP6QJXUrrVp3KeSgm2VDap66pwUiY8YxLlL6ldFsgaMBOz1166FQVZPRnZj
SUyfLQmXX1zI9N+qMqUrrSSiuFIw2gqj12zWDISJhnss2UE2FrEXV+akjKvAVxydmbZua1MBynPd
7AifD9FIOAfWsq+xYdmjNn9ydKV7JA2UKWMrra3B87EOHQq2SglnrwsOwIMU/WMQ5/6Nbrr6XER5
v+VAhIpvyKJ7Bhk4x2vUwBGQ4nA144JazXX008ui4tQXdXpChsGfDjqJI3+ALLroWnFOk5K2im4h
R8kAXCElgUrvIY7JQzfn4sLkBz13k6M+6zEmoNBZ7kMgYqqPubUb2quV/GEPZn7DMwdqIQxfYWcg
VIskOB9fIoWICuLpoqiVm0bSKqXJAVyvxUhjl4a10iqnMocd7etMbkcM2Pu+IjMqqGrmqm5BM93K
KyZDSzxY10g4jJZ1mk0UNTJEa4xeE+lXW2CxQI60GoFn7a25vUtpn9ANye7HTt2mXVBuzSIY9kA9
zWd3EZCD9/KWt4e6Udk1glzbvHZ646dIh3oXNWqsgLqW9TaORX8EOzJAvo+fMVj76ywzUe5aGtdu
UJk7z6umUzgr2go9rCLYcv2u6iyT0xYoXLcLn6HaZLsAOQVws2Q8F3nBwaL1EDAZlP6bUJXU8SbK
Cc+xsn00N+42mNK63SFDYxg9e+NaOgaHRgu9lq5HRpdje/JwxE5nPeWAvHzlhcvSn9yG9Ph/Bvb8
QIMKu1dD5XQqi8IiGC9twZYzLkXMDxGwOVhAzF5F04aXyNH61g9RDtcEKH0hBW1BUuGhZz9KYrri
8VQUyNTR6OI2wkUTLkLyFm3HL6bE9o2fj+EXoXEA5vSPgZiA4LLK9NUMmajSrMbCxxybkXiAqTKb
1WNFmNshhFiyxwiLq98JTHgjBK8OJehTJ5g5Q1GZ7w0L908jaNWilXU2SgbPA2f0g+rL4RKCR9rE
NT4Io6ui9cCqvE5Gzzn1OSlQ7pg/BYSI7gIPW28yFQPOoFBvWzHJr3VBZnk7UFwJo0131jQs0ktu
a6aK73GgEQFrg+e555WSovnFaZYh6mzhoYln7KQQSu6tvvV4t83FhIDunvcDTtHQ9Hg2KHtsRbM4
9YGbZq1sQXnYjXdl00NHJZq5sJwC5iBfJZ74ftvM0fQNH0ez9hpszXAU+5XvLJRyMVHr1RoNhSwp
coY0oXZsh/joyXFaq7y7zysaTl1KxeoOBpNfOFEHy+31eVB4AFaqqJi9VUXDQxMH1shAuzad6ZRF
FojYfoy/+mX2iwUYennuLGOgIr7rJn+8t7OuYFWKsWtqF0W4E1rfJoBrZzVOCYU92h6Pah3GZBg9
5FUMf39Gu+G7Y7gLTZr3yvFNNB2zLPZoD6jstfcauNlzy+mSH0VE+5lAhFM5VoQUDi51XlkDkg2h
3rH1RYgB6DGaDwEgCqRqSHpNQNm0SudgI0dH6FXMTGETVHNED9mQLQ3UKhNrU/KTtbNr3WPkFHcy
ixF6SD4njn7QK/A4RWf9Jh18KgLwQqhXC/8wYyFA44tibizp2Bk+8424Z4Rr+izYaWQcsq4Of6SG
w5SA7tjBMsb66KVusUFfgW46B+J4TDPRsq0a7citoaQFWJicielEkdI39o4fiZxD23slOxXhdxV4
p1TWnLF5ZyCGlzNH7sigaeulNdu+Dws88DGm0rnup1PaV6DzoyLYCw5eu2nqaVeOwcIAGQl38p24
gsUdNFslm2If69i+H6ST3k9RAEzBLeOFUSFXdoOxMhiY7HRUKK7FyT6sre89SXhfJvCxYLMFDmNf
sW9JtRvUlW+9DnSpN2bfOdD2nEDcB2PYPAqdoMDEwEOvvGlpGTV8q8ZA8mC2XX2slRF/VZoa2Wql
Q4ek67Z1jpzMkHH66htxcinaAFQn+/ezjjCoJj1HQ+jg45rOOLYs1VjgcydY1hpZX947ck/vn8K4
hhoJ1Gdk1hePF1DR4mg4dvvsV7a9IMXG+rYXsEAMnTRrkZa/aC3I174TLOdM27aOFXNm1oAaZiNB
roFXAOeLclZ+xeFYdGH27KSJ3HbD2H7LOw4VAEiosQf9IiA7Eovpyx0lBIoWbde05Zuxu4SVG52K
ji6pQJo2yn6xsMghZNURyXfNAJ8DO9qEdqqM2yrU2ZdUO9XFooFFB3XpAAuFo8eZUV2Ok4MYPokI
W4CUj+1jcPOdlhz+GLV1BFUM7iY0rfnGsyklcAfS3wnAmxSK1aqrYDMAuOosunvx+IqaPD9oo3V3
mIenPeDB+tBXZAeYqLGeU2sYZoTWqjkUrBgbNTesp2pMztOA5mMyBVG7MRx6vyJVK03pXUrUHNec
lqHUDzhuIFKx+hXildKHIs1Ol224ro+NQUExEx63BRNJPqaAQnEX5wFnO7cMbwW2chj8YNquOhnr
fecOGXZ1p9r71dyC23Cn55oUiB2eeNYLOIAs/1hXmQ60j2k4gc5SmUP3f/GSUB4cBGOlr2OLVNwc
zPl6rFriP8k73QN5BQFssv0OwjJuLK36HUcv6zDUbfiz9OfmYIsuW8/F+LO3idVriyz6ncPZQ984
NjsRD+VuIF52Z9Phgl8VyJ2YEedmigI3A/y/U2RvoEJFgxYWolH7dKK9GEfWfoTAvZokbuw+sEEs
xH67nWXjoiclHKNoe+dbXQ605pbFdsLDd9VLwz/qkZ73KhrrH4mh9A811UwOC6csrmD91hvHsrkf
kAKC4HvWLfDkysm3jB38gxvjsfGJQ9nm5CVDg3CNQxIG8TYKOoPFNci3ckKGXFn6d6sMAFAL+ovu
DrieMIFaImJ29rmiRwhdg/9Ia4HJZmPcBWahTku6751VZeEW4nqywmiCLqGzxZWfMK8bHEtfmOSQ
oKOd71QW1hnuv3FyQAlSpMCUWktAyhuMwa9M4xa5lOO668h0YS01BSkdSdLBfEy8+Cq1UWunMNMc
74TQEmNbGqff3NwAvVj4JWFeOG1CIC8nIynLJ7sDM+NgMNt2PE5fJCXQMcbzv64dFChpHAfXLhOo
88CjzybVDugcUP/nybzJ+gJUYGj/ZB4kbzGZvyDuox9HfPG+H5x2UwXS2Xsc/46kTYiTtqZmx/5b
7tOZxS+ucw9/ZzYgUlbRLkoa7zvTt3HFOdJcVRkyX88hoCKf4mYd1bRMeADX0Mrol2RoJ0v4ICtG
LvFPmq0wkBD9X1MiJmtO47jMSLNej0WBxtLoaeTrXC2VnPsVEABOCDhBoOYgHmJiCRcT+hTuQ2cg
qzHOi3XsGC9s8pECJ8bCNMSz2sW+G5xRtaL7m+mNshojpBWF2llm9kTDK9hWNBLXU28ZFJxGdKJz
F24nw6Vgykrz9xx6DzUWlwcnNXilfADTF7cbzWu8xPXOSyNqKqxtGOclqbtAilezi36PcDG9qWdE
NGE22ofAQkoSAE6oIXm4zFtvJLiEJxHAieZU0p8sk6djLuZyE8YzFK8Qd2BuBndwRw4zqXg4tCrm
c2SAUoNNKc0v/IqWkaf7JMNJTWmAJ6AxzG2TQv8NXXNYF2ZuXtHgBUKRRuXJdFmH1t6SqyOHyf1i
mCiAWjpCgL8w7CSFux/GRtwAttSrIAtfszKF+8Pc7gxve15Hgj6B50TFwWOEcUBfC9BAUNfsMgtC
wBjlj03OfJyVN7yS8BNdlP0T1XMJ0XI16tbdDGTSbGVeRU8qn0j+oGuIUJMe/lEbtnxC12TvmqW8
6Pu+3LcW3WdaYuo04x8/xIC4dtmIeDaKejgbA4rhUWXFYxK5+Z1hY7Tl7Dwh1KL7naTlV28arR3L
BQw4Ji+HNjHdSxoaxQ75hvuIkhOAR6qZRKFIYNRZCPyqDGjGtIMiD3Z5ZyYQPFYjc9KNXqZCzuzJ
GYhrgmY5FxXSjsaj6axbNgkUpEteoWk8qCQDUpGG9YORjaCxmBHeAIjmt27L7AK+HRiHAh/ZzGWz
8e2hBABu0n9P6vTsp+X8taASO5M3fTsAqdjEeffK6sJZ2Qs6CkOw8D5JJoBEKHdt5D0rh4qRhAza
zLDXaE6QlNGm/VUJIfDsZ7Rv6ormJD8mSuNRCuTDrbkHqf0t1OwPq7wLAR0j/PLTvjQ3rp38BvhZ
nKNSd9RDSb1vGlS74DjEZQyGZ9wkPxqwFlfDHE6PLc3yDfPYfjcFgOuivPUoDULnmolasW/8njMK
9mhICuTjBKQe/VuJhS0aIJtH82INS8ZbJQlDxax0irVsnArGMHtRTWz7C7HZ2bnSEbPDnsLWNOfw
msNdxTEFsdtdqZNsr3tPbfyJPtEgYHyUvYzvkfcN64H1jaoZlU9f6BEsJ/3MJo+QgBe+ex6tEoNs
cp6rS2OCOYHYb363y87+GVkLO8vFC+TAWVnHoE6vhT+4a6dLpl0++85Om179FA8NPQWXIzJBzPDg
7XA8ozAXL6wCmEwbc2RGmI/fgaara8CNbKhW0GDNYfyc5l52Ri+aUV0VVCBVabywFFN1gR7BlWF6
ezK53RMDvmRrjRJaUh3Ai/LpqMSJH+1EFfXELi6gy6RHAY3YDZq1pKXVl91jhJzryaRwQ3eLudTt
6VqtPJ/wobjswgdmwT6leZrcDaSIXDwQ9Cjrp/Ybsm5rB26Ng4mjkNnwb/Hj4Ep1sFFEXFUdTct1
QscG6Xuaon+N0ro6V0le0TepsiuWrPnBkqVxtJjb79OqY52hYhEd5RNCGI6IsYvRzjefYdM8oQm4
dLDbQfjTZEq9h3J4KFyae4JOzpdqdPUpQGC+7lrEc0xdQx6VoniJxZhukyApiEJ2F8c4wX533lyY
V1bWkZ1Aw3YvrST6ai0WMNMV4ZmmWfKaSYbQJqKxG7NAXFqLbtx67ZieOHAUt/OYqZ1ButkOIAt5
BE7yGBmyKtbNIS4IcoET59Gr1bTYSUHZ2AHk5EOmtxKBo7oKs2v8qoBIOp/RSNlaeDpimhEaws+C
RGkfo37BamjQpvWQoSZB28koAOneKKMZqn5dbFlJom2bI5/Ep2HveBbIgiRVc5fXskZbX/jzi1+k
ikdgEXTkUXUMmiBG2mpAZjf57yAjq4s9z5Kh7FhsPNV6ey25XU4NgcD0QXnB9Xmkx2w+k2JkH5y4
uPPHud4ZSsh/6+UwZxMnvhKjR6hRMn7Xgy6v8TWFL2xx4zVSEIQ6wEAzepVYqDqSATak2GS3NIan
p75gLWD6WhyG1H2oqrFe1S4f0gv/Rc7Cqki44YwHbxrxgJqeJs7iK1uO0cVgLrOfpQW2IG15WnjR
TnHHzwAOnoQVjCcdr4cCYrhEqtCKKk8B+vlV5FBneW247SAS53hlKdrD5b+AsOOFw7p1b/skrB4K
BX4HFm8YnLwxUUfEe+XGmSbGnqacrqs402zgrb4ROb0y8vrSfdB5PDC966ECYu7OLJCcjcmrzxWd
51uGGhE42PwnPpVgCys6uHXCShzGHl5czPQQKZGVHXUQ4LfNrGLfS2hyflcHX8bKeYFInx9F0WPm
lYMGrO/Pq4mj2w1xUizL6MdZLzixi7Hw7xwHSWTglnRWcmCOCWNMeiE10yPOPbeji58gEvQf5AB0
qI1LfVP3Ddunp5Y6DZ9HPJoJnUPu2mRiWEoSohN42I0tiZDRIdKoqTi+WQviOT90vI7gbVmshtYj
kzTCeQIro7mzJ03SFJvltRGQtYR20cB6AyWTg2vETqrLn8FSQedV1b9qq+9eMqcLdinxXsDkoK+E
ht/vaWDm92Y/BaS/qJYBF6zZOEaa40pzomUNatBHXHJqXTzWBIaSI2EBE1ATX9Kq21Pj4g2wPTU9
Nm5l0WD01REZDl5wR3zX8CPimJYTgMPWBtdGjjgUTW9vI5W4AdkVYcJCw0GW3bAhtKtDdVHSTkvR
Dhu4p4WPoUynJUEKuT/CeYLa03qpSQyiUMcSBf7Okb13VWVzuTcE4pluNuoDLx5VdUOzvY3daBNY
mT6lCGA3lHesRm33rURFeGgQzNxVem54tshGhJoQ7+hHD1cwPnld3Ya6fTL1gy/MOze1h01cTOo8
u/Y3q7chyKfsqm3OkAKBpb7rMNCdkzZDu93yfFQ2auzU6MID05UYSAPJGJNH/HVdlfDdsoqXhK4p
NZchQdYyd7om3SrcDInEbQNjm7MNDuxmaibW+6Y4CQ9ngOzwhwLS7MA95PkBhpaJ0ruLGYva1TOF
K1UO4lP4L0nasQQqs72CqcWDCw/IQKrEGTb7qVTNTLXP+l3p1eUNz5W8IpBtBhw1uxgHw4YsviL/
RQmEI9Zty+9u0uMU7o3OXQlOqCgULawlNdIP+nqc0l0pWCuRGI1Jjf8owShjoDe/k7xcLIFCbZwZ
l0qvamxVkd881XXdXMyGDMeg0sk+mEbCyUNlbxDkPjP5ZywIZ/NcsO9snTYAtF420BZwZK/R87iH
NAYcIDuPxX6yfnSjW50bRveYihgBNQKlcoqCe9UTTrQZxPBMPpq5x12vdzpT3SvBRM5ReDHTI898
cXuZ7WpQq3fe4D2HrkbMVtNBYID2Cz2v2DK94aAapURgGzDddDmgBVEdkVm9Q+/PLPa2ghwl8H0D
prH9nTvhAFQkdW1UYOCT90jfKkar4I0vZXboDBncWnab3SnOjYjE25HGPS3qIw/VS9UypyizggOE
DtmI/N7cDpaJgrQR5sp1jXwzYtpdqSmHR0j5th5nTJgoAYttF7DztT4TJ9L4Quxw0bgfjdDC9END
hm7O1BKNBfTQs932GBNzseFWcBQPzWmr0/y3RVziBqZT+rOdaHTbbmc8VwR60WyQLY5DdVdRWN4w
YIM5ZfrjD6q976jLHJquWGBINh03dUfjaOjRKsRx8YsvxytdjNg6loyRImYapcuwOY6pUqumrupL
yLJzCEugmOj8mFAwV7VyLOtIcEhRYZBhYX9L7PjGJvh5IzIMsyriBOWOJKWsLH/yrywCTSiw3AkV
MXuaOYOa6Uj6QCSFkqlx6/noeT1841AnT61P51pbDB2ahK3BNgdSWAEmrtMoRtlMGxiCbt2gyxm+
ky1JazlJXWAiJuh+XCPjWBwY0xjrJMHu2As5bZFOa+wjGCfMgXyhOccp6ZHwtGn7Vu6tpMGNXk8E
IjBrPOE1+RIniX5ABhSvq7xy92hbQDlB8VjT7g+xCXRs/ejqMciY6ItdoznbrVMxdEBgw5hAcb7o
pjLY6t79HXhdHzAhHcfluG+ArcIdhWPG3hTDpGj++iiTweDCmIudqTs66NIDCkC7a2vyrAJWubWj
qScZj4on5EZP1ZmYSPpSktCeBhw4sgXP7hm12jAXjaXjF3lN8n3oWpCgjgHfHGAhWrXAPjZlQEcF
wcYvZxi734EDpVDB9jXS8lXTmN2jvSHqetLT8tdlvxuRqU0vGeaHFm83UAjIgQun1GQBXkcaaHcW
wvgxv1aAMldFzYRSp2rYVI6Z7GtkuFeKooo0RKq2VcN2i8fNTQ410U4gTAGaRRqPSudZAIETpz4z
xJofHbIQ7vnfElbQhsY26yJjq7pwwraHAAkFovnL6FBe0pCrfiWOjDglJGQIjBU/jVxYB6rHte9I
zT6vmAbinU+eGnJpY7b1YFELN5hXrjiZ9ngL4uYq6ej3gJLXW4v5HbAQ6UIGie2jJZKILNBxJys8
yCWjUnj1fW9Yj8yz8UQqiw6l4zpH5VNZsl1gaKI83JbZVF9DD7e39ZxVkCGIB3DrCD8ba142SpBA
Nh/i101FxOcC/qBbjQYtitaq7mDWODY6zsA29lr00R4pDRMFPO5MfmT/vVGq+2rB54KmSpvpUkkU
ZgVhQ+u59EEuS57FOpqQC0T1o2YqvnP9Lx4mBmq8JZLEnJG4VgZyGjjIzO4IfNkG2MJQfS5j07xT
PwJqhW9VznRs7lPzPIS5fRtmdGYNtPZ3ZlniThs9D2s9klbEkDXNeZsBL0NwPFcIvl1biJMzYJUE
Uv597ha5pAWH1oywkXOQ7LZtG31XbIurtKdZQY9d7Xn46cypQUGgQbAWwQHfA7JDLWHCYlt4rIZB
DRKbHnNXgd+IWs67tokgQRsz1o+cgsW+xxOOC1r7/rESgvcmJm3OF/F4sNjAUMIa441Lm9s8jBUa
ZCLGEre8FCP2XR9NFesRzTLLoruj0xTqQ6m5bRnBPZFnA8C38+wJPfmj2zosOX1GjHFEhLDjIRYA
0ovyidNvAz3WSTZzNoESI4B45VU4YqeQ1dwY4ZO1/KHruDLsuxmBFKK8qH4iGsba6zId7pPQdthV
eOwai4Eqk7SZmTIIGR1Z6mRZqNnZuwWqFdkxWqWlpRYYQtTkxX5upX4p4pZoTZi9q8BHOfVxnvi7
+etSa4XRVLn861//p3x5vosoc//rX+L/on0jLjmCUwwVDT6h8/Q//XhbWtKzbMkUyLZM8ffHd7yw
nLin4oL9+Wswl+tCTD8+vsQ/A965hO1Rq0vLsZX5JnWdPpvbxVVfXMR8nvQj3jgnwZuM5fF/eB1+
IlN7SmmLfjVarb+/SmmmFvOowoDk9ZxMGyLCGUEl0+k/u4r191VUZc/JYt+6DJ6+580s7p2QJi86
OuNMKS93H1/uvdvPjQdUbGlPKiX/vlxictaXkVtd2HjYwif/kxz5zz5/+ed/PF6QAjJRmV51qX4w
qSHQ5z/78+2/P76kTYkPmz9fTVs33Rf+5uPPF8v3L4BrFvnVr//6l7ZMm9v9x++zPHx//P24iV0c
Zn4FXfdWP3riEvQQzNAQYlldAzEDi9Gg232ajbuPr/zZD/fmvWxRWbKTqOpi2DBgN2X3yTf77PP1
31+sLLMhdEybG4PWEmN5+B/e+Ddv5QTMxDBn7kw+4/2+wwbzH/0+tvn33+96FERFy+cHTJuFwqu7
//gCy6PzzzvvEtIFOEPQ2vz7Ag2j57JzjOqi9X2F7BDcV/Py8SWWe/jBJcSb70CnnQCqIgDGpMYt
GoxV11FS6ScDwWPOCebjq33yhcSb9UsjTUKEz6uIOQY5/NBc1eqTh+qzS1h//2aFTD05LW87gooc
Wziiu/mTS7z/3P73bfn3C/vHCwkwKxAIBasLqsmiXzGU+PhX+uzzl3/+x+f7UMtzpE3VZaCwxbF+
//HHf/YLLf/8j48XBkemZOaWAzSKOqaSyOT+w2/wZskiqjB1olRXl5qqktXpkxuw/N//8dBqZbse
BZ621ZuPL9nsGXc29WXMyACgMo/jdc/ZxZ8uH/9U796JPy70ZgXUjZGh4avri8fYjnR7GE4fX+Dd
e6HJJUe3rzhsvNn7MpdhrWhiCOIL3xh/sFN9ydzr/+wib54n7eM7cwgNvzgRON7ZxsHsMgPMjx9f
5t2lxFNaI1m3pGO/ebm7bO7JXpSsVnskiyjOb+UEQvP246u8e+89zRUEDBBTvLkldt8Ymvwitlvo
ff5JEny5cb59fI33bru0LOkqjxO37b25BrlpbevLvr4Y0P30rsTq+J9d4M3O5zBqrWeHC3jNuqt+
RFX9yQXe+5WUKZRpSUvwFd5+A2ZW/IJzecmeGyIExz2d4rI4f/wt3nt4ldC2tgQeG/32Z/LT1odD
25YXpzsb6bexvmnFJ6Xo8kO8fdOVZSts11ILR75Zq7SX6qDPElQYI6ERXnU2TH1jA7NOguCIfWMm
a2vMP/nx3rv9f170zfJCZ7qvaOSV9MNeVpb38+Nf7d1b88dXenNrJuZqQ9an5YWmuhNc+RHduU3b
fflfXEVRNiiTDCHlvllY8kDHVKZBdaFbFX3R4YtKvs3WJzvJuz+Uw2DII3xcOvrNG2+ZdNdLBOoX
Jzni03c+ufnvPl9/fLz190Y166bHIWVy8xnAx9aFzQpI08e/07sPmOM4y1NMb0C9KbHmrCxiS43l
JWC8yDSO9gikxWVondDIO9jyf/WT/ff13taMSE+ddEq4XkpZks33E1KLj7/Rv0u2f7wzHnfdddSy
Rr55Z9w2A3rd+cWldpGZ7EPkwHoHwY2xNWbO7CecpI+v+O59+uOCb96XKCwyJ6u5IEBMIj1CAEvF
4eNLvPvSeMxGPZv9Rb49+Np2TTJ3ziVIxhQjGNjqV2W7K/fq48u8+zT8cZk3TxyvvT27GZeBwUAO
3B7Uf2WBiIg3PZOygAt/fL3lXX97q2xTmMq2uU+u9ebpq+AxYOsMy0uT3yY+IoNt4p4rCPn9J7/f
e2/qHxeSb8p8xnZ4cjQX0r+j4izVzcff470nwDZpSwib7qvpLb/rHyWlib5MkDjIx0sC4tAwExH0
yTf4509F/0ZQ8dECkaaUb5bNKKxne8q8/FLGX5BsqDLYsA8QSvK9gqr08ddZfva/b8vf13rzdWpY
LhHuvvwyjd/z4LdHUJqH8F+gPEwzLHcnzHEfX/Gfz7dNvrwrhOWRsWXJ5f798QOqji5+haPsgnW5
RYlQ3DAYxGfy8VWWv/vN91ImbSNKJ8/DsP1mU+gEwnc7MvKLkkebyQZs3m+Td0itQzX8+vhS73Qt
6IP9ca033yho7ZReH9cqBiCTMA+6+QI8DBvnK+7odWcguEPmOfzyvPsxQV/WfPJl//nI8wdo15Oe
aQnOCW9WJcK+Mw/7JF3Fo8tILf/keXznjv318W+eRw8xfS2nZAkHP0cVepK9ERxL55Nq958v1t9f
4s2TqD0ttP5/pJ1Zb9xI0rV/EQHuy21tWi1LouTthmi3be77zl//PfTgbVdl8StCcmMGmIHQjIrM
iMjIyIhzeqSU6a0f7Cb9ptX/ubxTC4oYqoLx6eRYdB0LMSgZ6C1idiN7+p7k3zqfFgKHB6PdZSGK
em56ANmopCLzVQeGmFMDj+hA02ugdp7if6zNT55zQ+vRTm6Jqq10q7cPTJkEzqfLQhdCxrFM8axl
skVLwZjOniyo7ZjijQtn79PlkuSu57w5VzFOZAmpUOQ56qTBQPtk0xfWg2KlAxOrjF/eoRGNozrj
b7ojG4I5ZJNFb5iBU6nOpxm3vt9JHXwkBqMz0/fLon6nCUKwMIhGjmlgGw5l7dMdY0Db6uUGjXj1
gzz2CeaBg/nLgGR1+1LqL4bm7bv2NTBuBqZAw4EOSB28m49O/oE3jtCjB+NjAor/cFOGh8s/7cyz
LVW2ZMyIO6Ax/+f0lw1J2UhS4KjPXAa/VOork/u//k6CELya/yRo+VPmPP7l14WVpbfMAQmP318p
zEbFO4lnr8u/3xS9TVih+e9Hx0nlmXTYyUiw6JPMN0zDJcZdvObTi1KYtlPNObzy+nkqpVNAR4EG
XnumK4QpLSB6VQ/w5Y65/bb/V1KZe/TrJ3VIvik0Og9G6dIV9uhHyZVp05TQpTx281h9dVn3c+sw
QZYCjsPmoHNU8VYa596gyHIRuK3z2TRfo5Uqx9rnBaV1GCfing5Wt4LeJT20bz21LBZzPq40WeVF
SRXiSBmHBYNJBn1n03U7XEXDimUs/Hy+z11ddywZpxaOrTCj1cWTFO+Z5r9sY9rv+PmqaVocKBAL
8m5xahKM0CqFJdfWc1V/qCBdWomyS79eV3QdeCKV0oYseE6sa8C+joMHu8fteKiGt+8tWTgxj5Ki
TuQTDimlyI0ikhLfNSEYUHGcNzs+Wb6t2kxYaQQvTfi+FuiM0EmW9BzCQgAdXimtVPqW1udIgC6k
+SD1KWNW2czQ0BnjX2X5Spo6r+/JmYB1mgqwnYpimeZZ8Y0pQGp/Te67TsutCMiNzWi8w0AZlDJl
cgUivD2reBS6CrmIoINkDKj2fzgfVND6LoeH86DFBUUzsU3SbVUWX4MNqWmkkSZflwg0+gdGCzXo
jNW3G+qJFMEPFGmsmkrTQjcEURr48jeXqLjbH2shHIG8HoLK0PH9prppwhsa1i6v0oIhnXxf2AV+
OaltqIfu+MmCQqFcidELm8Bx4diUDXWHNFoIoqEBxzQjEYmbZzsV/pg7blhSuFIIOUv/MFHNobPX
1KmCIujUkuqySphNQIjcNhuPzs7snhGxihJ4tLJaC26BR+h4hiUrTI8LYSkNIb1kHq52U/uBeyJD
G7qzUs+bf6zgeSci5hU9cosyDyKielm7MbO3hyGjR9kGdxJW+El+dOLWrWsDbhYwqOmQS2m1u2wP
S+K5H8j0TyimbovJIF3rAfAgakWPMHMQ1QT3lSn5xkOhWs3HqDDaK3kKIwaUZOOmJuteqTQvmCNN
D3/EC9pngTzJuqRU7qEcvsTSl8vKzdYmrq3OP1y/HZmyuOBMBrDRI7PDlTson6rJLaGUUpgw7m4c
u91L/s1laUvGokPsDcitSsOI+ORjM73F6IdduS3EWSrt46XxUyvWXloXjJ+nGIMzfk6DTNH4kyYD
Nyc3KhcUIK8Ld0P6s+/LDcRidMtdVmhpcwyD8QseZWiAEdt3mIUoS7sfKhdQlefK9G97Q1s515bW
zDCpYnMq4GbimlVZOEx2VFUug5bdM9QT6mOsNBBYRJAWX9ZmyRgsVUUdxlOozAkJmE9XpxxpeeMy
H5vTF/+FGf3r3gTcuWGGMrGUj9Ag7y/LVJaWkDd+lbzvd0AUQhVAPC0zsghNGYGgg9A8BHQsJ78g
qDj4yO/a7nMftY89oA2dAx5/eJ06+qFsrOfLv2RpoY9+iNgO0JR9FdCz17gNmPlm9zTyvp2Xny8L
WQomx0KEJYaSowaYqmrcttlN0sd4vDUsGvoBwJPdKGCee8W/F1dXm/3N4a6i6LPSR7EzjAGbLUaU
kpkDqpqnyPNWjpo1CUJ8sjKvU3SQotyqpFt2MgC3HbwVNzuv61vmDA7A0BAlcIfD5lQNx3LkXjfG
2q2lRyZ0csaKQuXRKb8qWnate9dAqW8UJqnfsVlHUmd/OVo8z6rTLBun2k0G5q67m0z/5MGwNUFU
Q8dwm2xKhlUui/zdBiIGZMvQLBIDzeDRTwjIHhPYUM4EjZslEPgoN2n/NfAeC+8KKoA0uOlCpumk
n8xxr+i6uI1Hcue/H+nqh1DUFH6I3ED/SBv3Zy9bKy0vOhhNTbZs2ZikLXh6kDd1LxVe7WrcX8wP
KVQo6mFl+eblOVu+efFsi2dZIPBP1QA/E0gHIgq8sB0t1nBlOE9m/ai294pjbZX6V259V/yPUvca
FA/pm/vhMFMaGhhhpaGBTm7B23xASKdSwxdgGZEBsynfsUnH3xd8zY7GHqQRvs/cKRM1ertyCVw6
AI6/L7gZsy9xEoM85bYjlWsPaohdqfuwNVhKs03ncc4gGQNXmmg0vrxxS+Z3LFlwNT2A5iCx0SyH
Yncyuk2ar+Qe89qIlsHGcO+hKm7zmnZqGcoIwk4K25ELdbxjfrJrUhz4PX+8VQ9LlrnBWbpB9m2J
dSGapWnBivTaVQ6SBgQOyJ2XBZw70SzAMRT5f4e0YGIT+J3MrncIGJjuuFJBXifvfYeMuajFpB/p
mi7EAr1PhlgN/NrtYcGK98nMAL9yapzvBmpwSSHp5F7tiOeS4w9eBzx97eZ0AjQ72ec03MfxSu50
blWnUgR/SZlhrlpdqtxU/xJpH510f3mhzk9zvu9A4CH/b6WEzWgHjfS5MDggyi+80pG9XDH7xDT/
fVpfj+WDraylS0vbP2dmFh0hxBoxhvIcwgu3atfuyAy/pEHlQY99t7I5K0IcoZSidNpQj4lVu0Hx
EfZ3BwR95fnyyp1HGq6LGIBCSUu2qTydeqMXRSUjF/g7OL9SA1PPtqNzP4LhD8aelai2rM4fWUJs
kQc7ACY5JUNpriyVh6RDZK945fxzT4PLqTpCcIkixu7BQOH0hFsmguC9tXhIMtSN2gDXU61dSRey
hBN5prBDAyh4PhBojRv4zx7RMpRu5cLf1Mqusa8tLFFK7srhdlBWHGrJbY+2TexFiLxy4B/SSU25
7+KPqr/TnatmrTl6TYp6ahyd0VYMnyKFbG+IvvrRfVA9cxZdNsEVszCFVKGAMqJ1AO11A3hZHOhC
t/abe0HnosgfKzeFQDqYJQghI2ZhA/0CV5u6osL8718wO7E0UbVDM3l1iQrD58EDqWLlCXbx+3Pj
gUovjXbWepLnei6D7t648J1ug/xhqn9c3oNFAapuUQjjYUIWHyykCJC/vtSoHkWfg0NUfHrH5zUi
JQemxe1B2OJqkKO265XaBeZfK7fqShBb/PVHn5//fpQz6zx72tPA52UV1rMbqU0Pl3//oiMwYsxL
N6fl2YWc+WdtBMOgci1QzLPpU0XtiWrDvgXK7LKkxQA2V+gdCgDq2T2xteVSAjmItKJnmsv0D4oJ
5m2lwvbctMzNJ9P1ZYELVzp8w0EthtdUMjIhZMYNSNqRqcP3nRg3o95vo7GDWO5Ks25j60Ofzjxy
AC5KK3IXl5TnDWqv81XkrEOMUVMoWqjm9TEcTCAc6t1Dln61jZvL+i1Fl/lpkCKswVuWaNk+FDQj
aNIULWNu+rq3D2P1Jh70FTFLJqhatFRy5eFlXHwzk2yjZdpda1wTCFPYsvqrJJycdxjHsRAhHhe6
1DVSMtPyUBRswUUEcKAuv+aM1Vcrqcd57wwh81iW6LJWCVZFZCErewy8F1ARmUc/jDJM0bIrW/eU
fxr+fyLDbOHtwnTlgFteT4dGq7mid/ZGCBQqk368TbsGA5FT3X4ANenrZctYEgG+I8NsBl1jPOaf
Rg2QI5VYq9PWpay3efRAN7v8/SULP/7+/PejqBT0IajIOt+3tGCbmBM4Pw9Wu8+0q8tyliycXjQu
CSTA9lkxNyktm3H1vHVpxb2GWxeQQm6lbX+4LGZRHYNLyPzo6XCBO1VHHmvYXyRQWLlHbHzzABuk
qm5qanSX5SxkpMQh3mUgnqWpWyy8dP2g+T446m6uF1sT7LpJuenLGyt8UKtduZaTLhgBkwLcDylU
q6TxQvSToqGPirQZXdP/0Wyr7J/LyiwsmkKrjGqYHByUkUQvYvq9g09vIHDDG3yY0ptmAq9tZcl+
l92E/AMxFD1UENHothYCA1juViJ1E2sGtafmv9J3DR7asxQ/6daD6h+MPJipPDZFZG1zGK6BmNrq
TAHDxqDvNIaC36G1rs/VcjIWS3wCznU5N8smHN02vWKsP4ap2buNvl0WsrhzR0JEe4z1TunlaCRA
pZvXfHrH5VthEvQ/JYQ1BRc6ig0/G11G6Xug6dONlqx47qJ1HIkQrAM0hcYACQQVon/BZbDvJZiJ
u7XX5rWFmv9+FIeiQRonKGxHN6ivB+q19dPljVjTQoijejMofkNHuRu1t4xOe92Hybl3rP3fSZl/
xZEWgKxpVhTGoxsad2YgbY0OaBnnVl97e1leLbyVlMFg3F7QJlc7b5SDfARReadYW/XtjWO0J+h/
vi/oQU+DEto9ZqVMh0G7jpKVq8LCaXDy/TnBPFonGKNTmg6q0fWnvaeA8QLCw+HyViyKMOgfYWaB
1wBLWCLN9tMkaIHNhrZWK/bMAZvK/rKIxV04EiGsEtgPjNWl/uim1YMJNnn5/HffF1YpqLTYCHpU
cNqt1e3wu8vfX1oi+lg1Zl8UjSNZ+L488FbYNerkGuZzJP87Fh0YVyv9HfM3xKBvYEw0MXBK0kh1
utMjiD/ZEBayS1MrBMauz7xAFF1b1m3YDStbvrQfxgyMoJOyo5EQqZS6CNK8b2SuJXe1LG2Zilk5
M5buIVwQLdqeeIS0NHEOoQKCNve5o7i+Dvw+Xp7FirwxGg2eKliOogmA/Po7kHC3U7TWULeUc6AX
6Amg7xpnzRONYTR+SXeD69Rzl7Yd3aqMdukHBzicN0MBWBZOLpMZMnAxQzWcblsKFchExVV1W13e
tfQqwtly2fjmjRcN41iCYBj11HRwViGhh2/kIToMv/z0HfbNmz4PZFgedi7YQz9mKTCBuuLK6c7y
tll8Ha2NpS6ZnM2FlCc4HqnOR4g8Tx+AHJ7cHJzSFF4YGN8ur9OiBGyZ526m+84mX6RIKoIpzSe3
gfMjaKLNj8vfXwoCvD4ZFA5Ig9DidKdBntYa8NBG12iiPfw/XiTtpTdP1WBOx0JmJY/ifQhWnK40
xehOEMBpG1V9RyQ+/r5grk0yTlHpoITmX4FZNxi7y4u0ZKzH3xeMNRlVWC8zziuH65FSMPSmPjVG
ui+0lXC5tNs8EVCr51JhU+c6XShN9byyj7vRjSOgHtQaz367KhTn6BtUFJ61ziop5FiDBYxiTxkq
Pii5/EGDujYZjD2tKSvX46XrORM6AJUwRzPPDQrbkqaBBmh42buDV2c72QGVM897UKEyG84qNQ23
EMfXW0uCWaXUC+eprYfyRTUhxB6ohwN5LQ/dSghf2MqT3yRs5WjI9MI0/KYyC7dN+qOTnkv1wZZX
7lRLJ8WJHOFwDQcpLWWl6l0NDKIhfpIjiDPCzVA8lvZTJ+375lWHR++ynZ5Pj1gW09h0PdAPSmoo
JoaGQu21iqF0jqEdtxyeFCt4gXZAFBXDleUnmykC/it7gY2z0ooV6QtnvcozIBVIsFj4EUIokZyk
dyTbal3F+SeCe5auO+DfsvzOM1YeaRY3kckOnmbJK0gvTt2kBkOaaYescyf1VwIo5NwTUwBsGBVv
7qezaIiU5x5SDiuu/KeCoqSewNJvocgGfjbdBNNK4Jo9QDgFabDleLLpGDwvi1haKdn5MPRuW8F+
qulXk1JtK23tOXtJjIE1kD1QfjlLHWRtTPNSLwc3THdpCErfs7I2r7smQvCrqgpjpocQMTiACW8l
5dZaqyCsiRBcSouA+R8mRGjSYQzvGIRT1kx4If5SBiEqzgVfjTeG0/2GCikHv7weXNCCZDDV336Y
H3/+d9A4OgcD1coKWePz/Sdbf2jit1+rTj4vnB662aSDRwzlLN9H0l0GsEv/9or4iQj1dIHg7OoY
+GQPfIg/f4NJt5tsbWBmZRdE956mJnPgMx/cFkT+CHar6OflOLkmYP770T6ESlB31uwP+vBN+g6+
5zs+PzfNU7Kjv0f8/UFT6HYNtKcLoU3SMsoJUt/fSRAUUPXSl+sMCWGxVW+0eP+ez8/3DK44c9Hx
dH3SUdUzKMV6t5jKrRym27W3qqWjgk7Y/xNgCX5W2kln6x6no209AAsMOc/On9KdNGxye6Uh/Pdq
izF2BoFjTAiAKPqyT5UBXnAChHhs3aRyFWPvdzda9OoUV516DyjjvlGv/LBkRnrfM3wbWZ8uL+XC
rW1OgAi+YLDQpCdoWvhallcwq7gqTIVOB7h40m7nMBmAZgul1rS2dwtLS0WTCAa7GlVjsfvRBIOR
PziFq6QAf3rXevBBqiAPgE0VxM4VO5x/vbC2J8Jm7Y8cqbQ1D5gOu3B17vV5dtu1B6l+8pMfcfBq
xfDFDNpKCF1az2P1hPVMSHFa0L4L18uSL3UDmn2gHpp6vNV0E2TNcaNOvXt5CxeiBfWjuZsfcDku
koIBhbVTOoOsFG6mbsYf+crXF3KZk68LvqYBaZq1Fl/vgIX/NFo3SnzlZK+XVVjqATmRop1uVN07
UFppSBnH6x7KEz38XPvhrnV+VfRQwyEpDVdefVtD6H5Z8triCZHKqAY7hVi2cGeoVUp97zhSTxSb
k4YjC5RqSB0mhulcmg4aEFbXXnrmf1+0cJu5GJoAyZxAazr9vhekXcOreu4a9tewvFft2yr+/vYl
YgqQzFmeJ2NEzIkESvpQC5LCTe7hzzOGFY9Z2oHjzwvmK1sRQ0pjWriA73fdlw5ysHf8foORBh51
mD4xhdSv7cFXkiQtd0f9wakfvcpcEbAU0kC8BJmUOw24WYIG2VhrncFVxg3z/G4IwaOP6s1Mde3X
4AYX/colfMkj514D8E10GjbECEptOmuagDmNzn6WcvjU8gQ8HddauVssWJZBKyDQWfQ2MOEiWBYc
hoVf1Fnphr8AE6j/ZbTr8r4shEqmvjkITJ2uCQ6DU9OlwjZJzZSUbgKs9qaS9Nu8j8EuhDQHNOcK
NPRYejOYBB0axzIFd49tw3Fgji3dMoVSUNrNBMSXtVow5xMJwrKlCnwqao9WBQCodnqI7bWZwQVz
O5Eg2HPaQ/AblegQQxEYhIcWzHs4hhhyMT9f1mXJBKiuzhNBHNfAQ53uUG1L1tB7fukag2s3H0rw
/Y2ryyKWChFg7v4nQwR3gNi77COdA7Oqb5oaCijpNQGL3TEfde9j2sHM/Wioa6f04iZxcaYcANrV
WZVJzjszhvGTvMCGSPgKjPzLWq18X2w6DRuVgFbx/cT+oMOZNPy8/P2FEACyzX+/3xEiTtCFlWL6
euEGzfxApdq7OL5nsf5Oinq6/X7Q5b0fakhJtzWA7ZCGNlvPXCmWrK2VEAZiVSqT1kaXrmu+lFp+
7xXR9WVF1kTMfz86hHm9Lf+3XEWwr3keblaOsLXtEHw+lMxazzUWaqp5N9pLkApJm2nNG9e0EPze
87xGLmWkWP5VCptlsfu7VZrjztEqtTkc1Jk/p0JcPZkw9Nv7gZPs02Upi9HryHSFlLyqCwATU7SI
y20n36sM0cuHKHqM1lp6lMXodSRJiF45/SSaluKEDq9DoR9d9ROs8jawaaoW6vvY9or9FKtXnhzf
2FILQmD9OQnlaxgUYX2EJ7ULrK+Xlb9sKHSJni4xpKfgZGQscZ7ug2zb1PfxV8YfLwtZqrIeRQdF
rNJPZRrKSYxHea2i7Eh+ko1X+O0ursN+ExTJBKGk8Ryz2XuQF6uNHYKT1zqQnvrMIq8E+GWr5dlT
B/GL2QjBqpTAdMq+5L7nVYc4P0hr/dVL92e0/SNAMCgH4MKJHL5wI616toBsD3XIEYDFKGtlr6uQ
NOnOoRuM2x4t1cA5UMO8qkr56fKqL2/tn58hWNskxxOvyZxjeXtvddC8FjAfNsDzgyF0WdKyB/0n
SeyXzwKtN40KSfCiT8FdLj9mwXXu361OaC070B9BwinjWF7Vth0r26k78BWAHsQpLuuyfPz/2T1T
OGNiL+4zL+OGXuYQMSqvZv5Qpg+h/EEv4GO76v3vYzDuLwtd00s4DnzVbgoKPJz+zr1WP6Q2l/N3
HZ1/lm7+CUex1GpKU61mERIcS0rVPhlAhI55fah663BZm/+Pu/+RNVvmkazJH2mVKA2O6eChUX+k
+qtlfZrpyuUGvLvi3059dcZviXEFlMyKKa4YvSk4N1wvXdJpWEitXNXNQXZeM6AP2xUNF/fLoF8S
ADiqcmKThpRoxZQ1E/tlQYj7xA1hu3L0zc4p3KJ5hf8jQdDD9gw1Sn2OCqO6cdprPd8axUssHcpg
7yt3Y73y8rgYE4/ECSELRGIHbpieMxDWMBi63j6AODcV/FFHiEXgHPtFaLJgZXz1uVmL6CuLJdYD
aL6I5VFhsQJlR1Gregz9n164sfJ7f/ueTo9jVTQhBiVQqCjarIqhBsyi+ZtgJW6vGJcmBKAyUfTa
hJTJlZJD69Mq/XHobi576Mp2iz0McdINAZD8HA1QUD530bDihcsq6FQQgQ4xz+aECzWNBljqCler
rr0OdFj7yof65T1K/BEiBE1jyB0taeYct7oeo8feeE+Obvz5vhAxOyWt2yzn+6NxMMIbWHAu//7F
UHX0fSFK1kwbckazSEr9FEu3VvBV9a+sdFpZprW9ECKJ5fBWYMfzMvn7CIofk5xqRcTi+W9YBEKa
huitVU/jPSR4DRAglOztYS/1v+LsyoiYB7K+wbu3Imp50f6IEu5mHS+zYW9QAPCj61H/3HRfWob1
a2vlCri8aH/ECLaVwS/bA9fLMeJ/gcJYMu/ieOUMWVs0wbzUFvrazCQN7RvokPe09sNTcuvV9tZ0
3hVR/mgjWNpYZkBu/a6aQA4HF3O6XYV1WtwXU4eiSOGfs4GctC+kgesNAb6Md752b2cf8vKD2a5g
qCwFLgYeABymw0A5G8gZrBTemGgg+MINO1zJa/u+mP0dCxBM2XImJ4k8DsK2uo/T721+lVgtANfP
jfVk1P9aXbLLuxWlltbuWKZg06WuqUMIA5ZrGgdYHL34oFr7tPp8Odws2duxFMGkeeUJYqVFM1X6
XI6Q2dLTfQjhcF1DiVhTRzDstDGjqk5qbu2O56YNHJdldUiUQN/E2biS1c55iZgmHSslWLZltUaa
NygFN2wAg3p8Ow1wa+96+dFWXy8v4Jpe8wIfZbXK4NNM0aGXou7GkAbm62n4EA/vKHIfayRkYlkr
19qYYOGMZlnFThspor7j4NEZxqFDZ+ZxEGcDlVIenNjmRGhN894oimfF7q9CMkuwpd7RPWYcyRLr
jnnr+YMyZ0vVjX8t09EcbdZIxZZjwn/qiKVHCQwZOMIpYdjpldI82Po78oBjFYSQ0PphMsGlQrIE
yI9c/lND/HfZstY0EALANDSwVQZIsFxt2ihf/+7rguO3dEnR+UA+meZXZr3P3nMkH6+P4O9t6se+
6c/mJF9L7SczfqyK72Gw0pUwf+Xc0//ssuDpRmC2cK/Lhevnj2n8SQ6fpW7/dwslOHg4WhYtq7je
MB58bbv2Kr5Y/jteKMG1DdmLO8djm9s43pURjNLxp4AWx6y4k9JHfUgPtB1vbOu7Ptx26ofA+alp
hxQygr9TU7iL5TXwFxZshW5LR0XjH+TKvSxgOVD+31bRFHYaKP2iaDV/vsCoytOgX4fpYQg+KtGn
y1IuOw396qdSPNKzKU+RonHT0661cSUFXPu+4PaKGfZJVXBHUksGI26StU7JRYPW6Cymj9GyTbFJ
gkklE0ryimte2tHsqm3sofruFWtEEItqHIkR1MhDRR1NjVOrrh6r8LMHOv879uFIgBC8wlGNShBA
yGPhnLWan2b+5e8ECPFrspu+6QY0SIedMoHqvhJ9F80V6DMYQHi6lsWm606JaIYC8IX+n21UQfR8
pUj7pF/JwdekzH8/yh5UqNjDvp4PQsYSBmXfG19zUv7EWntJXBMkRDGny8Iu8Fgu3x82tf+iZy8d
qJ1j/+kd20L6AMMIYUkTZ2zHvomtKSLsTxJ9xDr2S/vUZRGLLvKfCJolTtcsj+Uk9CZivuxQ2tlM
3udqrVi/6B5HIoQoklqdB/IiXm78OwHG8POyAmtfF5zPsyR7GEau+I3/TKtcvBJo1z4vuF4lVXqp
ZmyBZF1lGhjpK+u/aEpHiyN4ntdoahVa2GxmXtmH/OuTtvYytLbD89+PvMIvurQ052dpI9mO0QOv
ufnaabS8SCBuWgAzz5RlpyLksaGFyEAJXqbjfhuvPhgs6oADwJ5LWzqx/FRASQKaJnFJnSiNNlCt
bMz+LjQf+kA5KKGz0cJup+TPVvN9Mm5j775gri9y7ul9XNmttd8hnOta35RJ3RX8Du9xbA4mDCxr
BrG0ljZAojMCvqqeTdtkkddkRtenNPoo106S7fT652WPWVLiWILgMbk3pQM09Kk7ab/8/EEvbzTA
Kd4ow6aoB6qHasEsBP6O4DZG4ql9N9b5a1xI4XWQ++Yd1R7rphhNZ+VsUebNP0lbf8syHOpidO+e
tUIOMRBnST7lr2mtbqOIoZ5hC27Jrk2v2/q+TbRNDkV2PcId3cTP0FqESXGthNm9Hhcbz1K3dRjT
nS6vLMFZMYCfZZJ10F2kzQATwhJUcISNUtGVr35tbTSz2UvRS05jrxL9bOyVG+1ZFBFkCVEk6Sq7
tNKhfLXtz4ETbxIt3waRupnZ1d++scdazcZ1FE1G2YzLkrfdV9P39mMQbTDVfb86NLS4eDYTgNyH
6UAUZx4I6anR5mX5Kmc/5aHYpsrH0Pc3cALvsnyN3+bM5Vg9xrExU5P/ddaMXVpeFIJTVLwCz/3J
aMK7Lg5WjHRNhOBzQBabusTjz6vX5N9jyb5uPW+lTrMgAtAXKLz4LzOyv69GRzujj11pSGlWvDax
vC0+21m9osOCkZ0ImP9+JIAHB1WRorx4VSNvE/e3RI3D0Dt7Y+3MPX/cBCzlWBUhv/J5dGByJ2ZD
po+GEoB82mzAG9kkVb2b8htoJA5R0+y0JLhqnWgTV299qgPUxIajBrq6GaFQnLAqjdzq8qDPX7Up
uwlQtpVXbj4L9j03vNuAB9I/esbwaKWFYoxVULwOg3fVReqw8fpp08GMs0lrw9vkdbwiccE85mF3
RacmRaeHCPRtS7YfRB4SM0nlhP4+rGXfSwIgftBArZ2Hj8UxP6vTDD0yjPy1bb6NQbnvnDVEqgUD
dIC8AhbFpqRmihG1ibsmZ7g5fzW47spPm50Sfroc3ebzWzhKkOAwZg752TlcWWIAwT/kcv4awk6n
l/3GDP/NjPquSYatAimuYu+HNVqoZa3+yBRCQzw0WsLgF0flwPCn/tzIL6GSbY3h6rJui3Jm5Aks
ziKVmv9+5L5pV7QgK7QYNa1PPWyZez+iNa4vrG6bAmb59oPCYbp27lZm7pM5l1NxQd0mCciB8evU
lzy3JPuejqRSfjNAIaBh5Jz4KiiFMg+hp2KkNs4kx3Oimctq3OVrQ4pLRn38eWFzVD+YWkD6o9ci
qbKPlaEXt5a5Wt47y8jAq6fpGmqZuZn/DCGqGlNVots/eG364CAF2R4GlH2lrKGinidKjIuazOHq
4PyDXCdsSaUNOeQ/Q/PK/Ncu0q7H+JsV3BrGnewcsuT7ZXM7XzmCgUGz7Qx9ASyFEMNrM20n0ycD
HEd/29Jz/WaGEBuqKED+qYvYdJOLreqdlbdtP0kFfS76weg/5cl9pIM1NH2z+reWdwVRgusMfVg0
VWEVr6m5cdJNuTbPsbBWCn2JUOvRcw10l5Aq+loCnhrdsK9R6vUbWzKTTV1lbz6+sRogVQjNNgmC
CA+GWUVjIzftK9w5cnEwK+bZt/Ya/N2CKowpzFkvk71kNcINqaa1UAn7KXj1vF59qIYs3Rt2WKxU
qs+lWJSSaIYm2QEwQOyGM7iETZVXei9+1Rg7OBWqWt+91X5PRQiBxZYDqVcA63kxgud0cOvrv/u8
EFg8KR7LBhzHl+K31Sbxm2ecuD8yLuLML7jzi7Hg7HpmpN3QlPaL15X78cGv9f2bNTgRIDiFqYFM
WvmV/TLZmKsNheBb32wFDYQIUsF3qXPbsF+GvN7RrbP510nJk6Y3w+iS66nzXQMGGcVkJP30CAnj
Xh6zwk5fs/FuzIJ4o43Uu9W32+ypGMGgxqHPR/CO0lf1qgyGnS6vAYKcOwVdcoztUGDlwkml5FQP
bVTlqeqd+JXh34193cn9m4/0WcBcicTDSfTEHTc8L9ZaKX41ko8MbUXKt7B1LxvV/InTBIzzAkht
kCvnIQ3xOM9qJU9ju4vZi4bx122ub5tgXzjxSjBcWKsTOYL7RYqXjLDRxK+e4WyKf8JoDXF0TYCw
GXZs1UU9IqAYuCcP+lYJVybCziQAJalT85iZqzTSYWE3Yr/URqUz+xeQxLgq7+xpDUvsLC1BgiHP
s+LzgXFGQ5TaTj7YST+86O2u8Xe+te+rlaR0SYkjEaLvcdOKMjNChMLD3EdnDXzgzJxONTAEn4sa
z/Ltns97ym37y4uYBChu8zfPUMxSiLBkomAcnxHrJUacmhBbDC/hrSRDIMt0/Ru9AgHzNZSXTSLV
2VTeIE91HWpT9zI+deZN57164+d2jZ7xfByXk4IQxVzpPPJ5Nh+VId4z7V4FgIATozfu0q7cQln7
OLXN3gTfWJK8gz7qv3JGtWRp7cA9f7v9Ld+gXgbuyIwrdRq/snLyI7tMVdA6kk1hKDtNu07GccsT
3rbXb4vgQzfeh40PM++VBybnEF6bzXO7FqfPbWZeBlbb+M2MIF5ckjLgAhh1qmvl/rYB0rkOkp3F
vF02vDUHmBVWuHDC1Mtyiy2iJTMJclCOqmt8lrtr2XhrFUP4/Ox7Rxe+qVfgwSj4vNYPe9rqg2aN
CXDZZLAX0KFkyr0iRrRRSrVtlwYa9Fzw+nyTM8bthXvdYTZhT6twYR6y3toUq/MQ57GJtTuSPN91
jpTzpj7WkklX3Vq+raYPvX9nh0+Xve48NiGCezLqqTN0n2CPDFuWbR6oqhvWm87axtPu8vcXDE2V
cWlOO0AIuceeqgBoiecXpOw8auyb8jq5q0uYD1YOuoV1AqeZ2iYqzKB5ghK6J2lBqGW6K1X9TSh1
96E2fCjL6XBZl7PCyYywz5y1zd0CbiQx7Y+rQG4UudJpEvva6jeG9qthHMZzPtbqISlpSJLXBokX
dof+KoU5ZdyUKSNBsbKZsszJNMPNw2BbqU9DuVJPXdgealkqoYB7Ji8YgoVNlVUNpReYbh089d20
yb9VtHQWxsvllVvQg3g7Ix3roCgquqCHoU2WlSeS4XbOQZW22ooWa58XtIhVp6Roy+dr+cmg+hJP
K08PSwKgGJ/79cGBPqNkrUonrGTPM1yzyjc/rHit92HBgOeKnwxj+vyYIu5z7HhdlbWJ6cbDaxV6
4DUoO8d6cy4FcYCCCcN7zET/GZlPOvFOlQ+mK9NJ7+TbxP/x5l22yA4wKBnuY7A6T319VLNQGfrS
cnXl0AY7fQ0QeWEXqIGw+rIzUwOI7yWZKvdaQCnPTZnF4VlxH+3fqgBI38wKEUQQwm6cKmC2TpkM
IIC6mrers22ZvPmwOvn+WSLocVAllBNcWblrfib5Snw6d2Y4s2g+mf0YPllNWP/M6WurMRXP7dNw
UzrTgzPUD1b3zVojtjk311NB89+PziW9soMOdHbPjfx9fisN+zW62iVNZnB3FbBX7RxxdVCtoPPL
hKYTJ9sq0VdTf/W7jVLLKwfHuUVRikIGVwzALc4gexqGp5VIL/yXSd9m3l2gu282KL7Pi5sKKwu4
ksJCJcWglnXb+C8UBuPuOloDBVv6/WRVFHGog+DYgsHaPYuUa6H/IvXZs9EMtzHAkit5+YoM0Wgz
MHL8GkK7l5F52v9H2pUtx6ks2y8ignl4BXqSZMlNy5btF8K2bKAohmKGr7+rdOKe3RREE73Pi146
VElNWTmsXNnLe8faOrdLCUCmw5+3LQO3Gmbx/Dg5GXGk3FHsS+MDe91snVau/WfuNqIE18Pzw3Z1
WjU1yWMERezLmO56dfC0TPa09rnRLC/UFC+6392DPFgj6KEOe3dBvtlESck6NXFAuWzvzcbZb+jx
5e2bjy/Mx3QmWudliPlMaJfjh+0n+f73bi5CfK9HmmlKChGquZcat1RPt+8F/39xSzgtNSci08zF
expOQx1NVipd1GlAywHYncXRjo59+OyE0d0WLuJEV7KEKMiQpLQaRsiy6wBRYSffQgusHF8gWFSk
8eE8Iu0o+N+h1VlOKRnhxf5KQM8vx3dzI/LO0txbA5Rzhd5TjnT0O7Ga8FI/FLqzm7R+d3s7Vm7I
TACf4dUNqQCqqKuwDi8KSQ9Raz2gZ4yR+ZXqm2pzDDV7f1veygmeyRMuvCkNlJopJkQN+T1O22MS
Z8eR0j+3xaxtjA7MgcIbc4N/Trgo7cDyKskwLULPYN8wN0K3q8OjDwn8GpzkBUE0yfQEWIEyROeE
7zmK7/O7037Yd4CLwLyEZqWwqoSD1SdKzUw7Dy9VB6DUnql3W7XoKI5Gm8hjgHZnEfpK9HZszdox
Llrld4pHqX97/de2GZ4SDziD634R5+wK4A6i0tQvNMqfU50+qVp7iJhzb9Kfu2RXYsQLHldF38I9
BM+OL/+Wt4oS+SkRdNVseCHIaYBkHAyHjn7JQcnIktSbLOJFBh6qLQLB1fUCYwC0lY0EqZjsa8AW
RQpCDNQkTr/k1PlUozCoIeRwe1vWzi1yfXC64ckClSEo965sWgtc1+ZF6RqvLvY9tf7NxjuIcPHE
DAdSzfUJeCuSEvRKOFjThKY8DFyiu3FLiaxO40qIMA1dzqjedxACPmakZs5Zcm/+jZ+rKwGCV1mS
3E6jCALaMUM1BXH/haEwEyBYb3JdoHiDLxOYxHznk+Xc789w/jHwUvPsNKK2gp6VC0r0OLS0i1ZM
pz6RdlO54XmvHNmZBGGnVb1rQ95A6RJKb2O9q+jx/qME5apBS4GmTwGMSDhKBS1VuUnMSxQOJwnN
BIqBuWq3v/tKoNuCjiIK4BjBMCCcJbVOOKd3aF7K+El/Qa+5+4dHBBQtHcDIhWyDkHzLzDocOjU3
Lz35ar9I2tu/GB4QQsRxOHhYfCfiQinyvsU5QrhY+5GMv24Pv6IALQXQTofDhZwFxjPSnIxOpSRd
zB+m0XkKNb3SGL3C2UqrL4tmARJTFTzXnIIf+C1hnQrFotNktNJFTqad3O/y/FFmz8lwSJTUszRf
RkDcLjaej5Uj/MGajiC1gwYiliB0UitZYunkXProjZnGTi/LI43udgQBGIPt9v9ChKc80mS0XuNC
cuOl2NO7obHgCsbCARHJOdkX53fUZCmewLZ7sVL0wmurT2ks7+ou+wRC1w2XmV8F4TkE9gFQHkBs
LJRpC1cl7at0StrQuUyol7ecX6YZhPSkfSXKFiB+ZWP4cQazkmIgOyemSmQzaSo8LjDcu/FQwY9S
KpSx1erh9vFeviMIvSnobg1kCpCDYlRpkAxjKrqsec219+xglL/vH573BoX6RRttsFLPFViLrjXD
kNv1qzN8tmNPKf7H8QUFGZZToVU1xo9sz/pyd2tWx0QjF/Q/5N8P30bQ770zDdMQOtGXUT5Vxr6+
+4kFJz6WHu45B4qKa+9kIRBHVlK9dkfLzHZOtUWItNzcD/MZVrSuIOopptoldQwRjs7YKxDwTryT
w7sjevPxBduzkSMz1A3KQKmTfsrcJGcbApaXACsPwgOE0xB9VsX0mZ0q0WTnTflaOOXPph09p+NY
fv3H7VO61PFQuFyBIAeLFIeIOo2B8pfzjtavdf891TVvBEY3REI/Y1sJoeWOfKh20wJ7mwOEFv/9
ytd0qirujbJpXuPuwByXbTEWbo3PF/Rq/KTupERrML4W+YPlJu+3F2preOFCDIaNZop93bxKyNEa
P9Bly71bAACFOrwxA6H0RS8ts69LFtpy85qB2Ls6Kegcf78APK4ovPm4EWK9a5F3ejKNNX0l2bdm
l9/dNxUWAm4bUqWoMeBtdefrP5n2aGZlSV5b26/RDWFDW6/ch9nwwvonkQT5BYb3qfGDnfL2+92r
MxtfeN5oVmuh1GN8FUQtP0s73t8ef+37DQeGgMmbViE4PF+ecVTUaZJS8krjnT4elHA3qBvxwWU0
B5gyBdhEjn6Fnye8CK2T2dEkEwJI2audFF5TxV5DwENsWwDp5G6/Vfi6cieA6wQMGloKHVtEv1Xv
ClpNdkxe5V528/hUda+3F20pwAEZDDK7cCWQPBRRnX0donpUMlCAmp5DV2/udmLmw3PxVypjTFKC
QAyGn8iwN4bRLZQGrVTMja3fmoVwM3Dj6wKOf/7K3IL4aA50e5H4yZ8bZvNZCDdjAt8gHA0MT/XR
NfSv0m5svwGLe7f6QJQTGXD4MrCWkaucLxaweaCYSOjwWhWla9HErTaeopVl4jk4lFgiYrfEARUU
XQBbdWhfTU9vz1S92xLnHWaQokTnWVj8ok9cS+gG32Vy/6okT0XmeHGU37/P3NgHokLmDQtFuxXZ
hmoca2d8TZKH6BA7d0ftuLH/z/CCQRmTIYqjDsOr5lubvZq728doqaBgh4EAAzUUaHoHi3i+v1U5
MskwC/kV5PLSQyErmYtQlA2UUFNt8nCKe40kK3oSw+MzDSjDRdcfncIvypg2vTLl9Jkqx9tTEW/E
x+gw79DAG1E1WDfzqZjK2E+kZNOrnY32C4jly0CRaH0wmYwmyzQNmXdb4HI6mIoNHhSe/wasRli7
1rYm1FEkfRB/K+xdxDY81eV85sMLb0cMZDshFYbXRrR6ar6pOgqC9/FWcmZrFsKypXJcKZEBMZ3u
lbY7ORsnbGt8/vuVuoXDETl1gvFzB2nq8bGmG16FeIRhWQJai7sHlDCq28SsqBLC++2GvgsU9qo4
vi3jkp/v3ulrEWKkItJiKa0QfgwU1a2YF29YOStLxLs6oBzG4ddQrJUgjtayVMu6oJUPdv7kbKVE
18YHzgBJBZ7IB+pyvgWtVClFk8RdgAgkmNyIe//yAEHxUYOn4TYoggmigurI1kDiH/CivwS1utnv
2+vPzbDrxw5bjLQLnHU8/DoAUsIZbZKuTgzAGwKjPEkhqjTd0D7hrUul19uCVlYKVX6cJw7WLO8n
NF8pAHcpbnTYBInphpGvbJgeW8Pz36/uQmrZ6HpWYvievkn9D/1e0oKPdbr6fH5Vrscfky7ve4wv
y9+VKiDB7dVZ0UiAHyBmigg1ry4WrGXJNGp7TPM2ALHKD1bWe6uXXKm19ugRsGF3rFzqmSjh2cu0
TEOwP2uDhO2V7p3SXdFGGzK2piMc28LoCtMcMB0l9kPiS3TnMFdKNi63aJ9/7Mk/iybqDnTRSCoU
srfBUPVuUkguWHXcyag9kvxV2KlJtqa1dllg6PGNQtXBovJuNEs0U4wqEpSRFf5Q7AENG+My1U8x
DcfHgbDxgSo93aJHWGCdMVFOZwHQ3H8Y4oTllEoCfERpkaCqUv0FXcfNEK9JboHYokffFcv52zdx
uw+pyZ5KLH3s5lIz1u5gm/1eqlr0uQvJlKPRSJ3tK8OKNt6J5XbjzAKcbPGSRJSU8N+vL0enJUnD
sC4OO9bDruk+mQbxq2Kri85ywyEHUVmUlHAtIrovVTPZRloTEpjNExniUy6Vfg9qywQ8CVkAbO7G
MV6VhwJYlIoiL4pa4vm86g4VnIOWkIBlsQss+4OVvqnDZ8ncheVJ7eMNcUsdhk1W4f9BHyOGJE6P
jGlmDFOMbSb70JW3WgwvLz60C5qBIvqF9A8iI/PZRIrcZUNHSYDGI35uP9b5edpyCtZOgoNnVkY6
HN6B6NTUdalXMbJlQWk1XglevrB7hXLz0lTyb2vMDyin8HLBR5KR4IAg1DkINqJDWUZJnKUBa0p2
sFA/nLhmo5gPZd5ru1EFb29j6yC6ZEN7ZDZKtKmiRHs03/kOfK38p6MT2pRJpfQpR5jIJdRJgdzN
2J/b37lcdeCBrz5Tna+6glKxkKFMKajH+LnV8z8SmqSonXW6LWZ5dnjfLVgK4C1DzzxbEENIMzij
ipdJPVvK7u4eZdBAFnr88LJpAJoc0ZmZksYwh0qtgmYvha9OGdz/9cikA1+GWpJlwj5WlYzpNasC
2nkG9Y3eu398ZNFhxcJQg68tXOSs7yyZdWkd6MkjObbZv1j86+GFJzUktVFoNYYfjVcje2MbcaiV
veUMPDxXBPDKokp2zBKpSSS5DirNt8kusjZC4xvji4k7Vkt5EocYv099PXT7DRt25QZcf74lXNS8
ScqiB71PoNf1ibboX+k03jhZx9t7vFQ9CjwUKB6ARAGW+MiJXj1ChFVjU8hGFeTGcUoMd6qCxKg8
h/y6LecjsigoHhSwmDoIYExUlYo57lwLTRYpTR7gazTPbmzNU3Iz9ZyCqvtYShyvBEXXjkJzPcZO
XvkmHTroJvAYv6PyobpY8fBdC8fs7zQm5AX9R/rXgsXJQeki+4URa9jXBFaMHA2Z6g6VZm0ZFCs7
ggwaZ0HgsRWgCuY6qZcyXY7snAZd25909IY/MppMfhVq326v1Zog1MkiWw/QlbZ4sPWsyCwnqWlQ
l3n3GTUY8qOFzgDnSSm3akpWth+7DuyrDpTwkoxDsweaZKWUB+lwbNNTVD51yXksNyIHK1eFA3H4
A4owKlqyzlcOGSR0PM2sPCiTJ8Xep1uF3msLdj2+oEkYWmmadoHxCTurzidGnu104zpuTUEwJjXW
DqhYhghZOYwvZuXf3vKljYwKIriq3GYykHoRrAwna9W4MbUhSHRX1b8j2wxDJop/Te+35SynwSuV
ZN7eV9N4RHu+E82UZJYBmp+gIMdkl1Yb2mRleODseL9xAGuROBQ2olZZYtd6PQVD+zc+VvdWeKBP
CTdZ8JACN4+zJJyjoTO6VI6cLqjRr0J7y+/G0v5HALidAAtGTHBhD3SgmDQN2gd9/a5a7/TuBxVV
EYj8IigBWwlh1PnqV+OEXLA0IkAXhV56QA+CDQHLiwAB3M0CiA95JE04pb2VRoADsyEwUsONqsCW
L2F2b9k1FkkH1SCQXYD9410VECsUNXXEYokRNOiJCv3XbETglzoJDRFBEISQLKhtkIScr9LU0hi1
WpkZGE+1/NUu6S51ip2hvN2+Cgu4D58Hgga4DVgybuEIckI9bGKWWEEVB8pvsG5L+r76243vYG46
RsWGt7dyNSCN00IhirPEefR5jMD5CGltDH7ZoMj/xbZgMsBKIHmLR1YMek2RYxfykDcBVUz3k8Pu
5VvGcmF8ZNq4F8mBWPPl6tAnporjpgmAQ/fUHZpYbRxerhzmFgJP3OJQ2SpYCYBongsAJ5SVoJS8
Ccy4B9L1pUle6uLR/iJ9LdNpd3vzV3ZjJks4Y3kmxU4bQpZUIICaeBK7F7fLlwucIHDmHB6GELuP
64Okm2M9NYEhP7e1drTTzh0sBaQzW12c1uaChAlYjYBq5yWowrpVNIMLUyGa+rMxD5F1uH+p4B5B
cTmoe0NyZj58hCCJFJGUR6Xc1tqZ9d12OoBcV+MLW1EoMTB3IWmDfHqUiEetDfTj2rGCeYsqK3gC
y2B2WWpoFdalXUD0P8X4vY7fy+oXlX9kw19D2WoQtSDK5NuOagh0K4ZBAuYkrqGv7Gmjk/oJUYQ2
cAbHzfWdTI71eQT3ZyO/mdRz6CmnD+Uvxrxy9PrQJ9kFpdXw31Bhe3vfFoXj4qcI56IoHKdVJa0N
RqtEh/TnTvoxJj+I9JxS3p/DaIIpflGT19tiV54gXGAwiwD1C7NSpJEFgb5WZWkMNfSt/gEEDHAq
twWs7ScoJJFTw6HhSc75Cg+lrEk6qAkDy2p2LDlWTnXqpspT9WPmJPvC/n5b3uqEDF5GABINXjI0
lyfbLKG14tRBaBgvlRT6Qzl+6e5mS+G7BfcC0QjEsLgWnIvpB5IztYT7BeIHqTxIW2Bs/v+idkXZ
LSwzWJgIdgimgT6BTUKKwiqQq6c6Nv1+/NzaT2b50rBmf/+KATjpmDx/yxGh86nkpR62karCsY+Z
tpv0QnXjsWfoCWptEdPyzRZmBRJJXkOOUAsMTkGUERqFmQx9G/Tg9/qWp0O9U+K3Iuw1X2XRFoX7
yhpyIKKK5CqwJjAa5hMzAcyxMpCuBRIDxDUBh/uDrR7jCQR/d3tMWDsch4/CHjyHgiEdEyvWu4kH
6aMdbRqvsw339iatvBr2B8QBcU14HiIFR62ESRaPVhOERYiHyY+rrcI0fqLEvQHmEecAB3rZvd0h
lAyFlPdBE2V7sBS6Fhme5Y4cu9F5Sa3ik6kx5sqRfP/xgysLrj84Iag+kIWbpMrRiFYkUxcMoeZa
7Te0WvaiUbl//bgPgtAhcPW8Bmt+FqqhCTutRGwv+ar8mn7euzmI1qP0GGoUdX0LSD2vVLVL5KeD
rksfYRQ9IpC18Swu1dpchPCst0VthzUUJrgwe28q7CN6kn9C26gNuIjK1eP8FEAOvAXcGvibCwhs
ywZ91GidBDSsC/Q6GzoQ4Ie6Z03ts+UUJ135FrHar9VoZ1dm9MTCdPwZJST/ZaOrxN5Jzd4dQLNy
qEw9AjWE0rlFket+m9vR3qH6FkJu+byAQxXbyVHmiPyLD3ik0l4fpygJEpIdIr3ybOWQT+Ops4eT
CbMXyNTbe72Sp4JEaEnOtscDccJJajtGHRCUkiClsuLpSuoW6pPrN6XjE7nsdxaNeleVHM0ntgl0
WKT9rpg+4A1Pu13fJO3GA7tiOOCDODGYBRAlSseFp2KqGfLRKDMLCPkyUiTr5B1LH4vwwe4/xY3m
UkXeNdUvx9xKsi71K6qvoSw+mDPNRT15PKn9xKw0DQzQ807l8Abi0caNe7ty00Y751rtb6z9ym4j
9IXgF3qxrZhrqlqWGfpGkwCtBd2xfpzK1IudYxcbvj68tfZelz6hX5avqQ8UBNy58s1xQLVq+Ehf
JqOnZt9uf9BSK/NKA7R0hn+F6jUxSppmoOmYwi5Fv+V9HR2jLSdx5dbPxhfeFQZ+SkdO2zRo2Dmt
c7dumZtu8tJuzUI4QGVqOCmK9tMgSoxdyX4qm8TvG/PQBaNsyEYzMsY6DUbbq4rToB6sLUDj6iTA
lMdNPjz6YllTpMFby6oxDbp3Yu8dZcPtWZ3B1fCC/q1hbDoUDEsBfMIOqFhQ5G3R9yw4vsFDypPu
yDDjSEGrCfvQGyaNTElPg2R86J3SbYx91j3hr6Uf8yz109yz2rM+fRvCLfK/lasMshReSQqlD/9O
UGq5oQ5GZZdpoDpPRrpPpsyzYCrJL6jm2HjvV0XxJ5i7A4hlC6J0tUMyQGfYqNKPQr9N3TA8pqFb
dndnfDTwwv0jiBujV75dqxos10sI0pWzXX6qT/fffRMPO4KzCK5ZYkJp6KuOqQ39uPttuu83Dtzq
MpkatgNE0XAA+O9XX1/1DepljSoNJM1Dz2rpWfuJLnb5Vle+tXMN3w9BTuUjmS2cOTPRWUl1PB7j
4FsOcrYuqvlvL9TqTP4RschZFUqmdqZJgijfYbcL9WwnXhfu6KYJy3dUMF7Agf7fyXy8lFdrRsIx
7GPTAURDcRuyp91+RMPOe7uB8mt6LUVQBVVZMzvvbBI0idv3brGVuFqdBdwkOBQA9QFoMN/5VLZ7
STbjNAgnT0MEanDz7GQUwe1dWd14wLAQZgEsewGUAO9ygfyigV1BH2Yz+moNJ9Ch3ZaxppPB5cYJ
zwFhgKj5TGAbtdpolHmAdlNKsu+2sKFrK3U9Pv/9ar/zCrxVk1LnweR8McCOmiBoFwGRnzpbHYM+
nGDhaDkfIULEpQACEnElZZaFiWVHRUBoXLtWr3+nsY3eIqonl8Dot8XRBDYr1eJDXjZuw3S31siu
tu4tIcPhQ+khOh5D5SCmIoZTEqqntkmQ2FLDXWXtbbJhTa4cCwcWDQwaWLZwy4QlTdOhZczIskCl
5XMZhr9TpzllQ7LhzqycDF6xZMGT5RlT0TVXsxq4YVJDTPz7p7GVvd4anf9+dS6SqapQh1hlQax+
Tq1gC/S+NbxwrLUBUIUKYbPAmd6cnUm/3L41a1twDTQTvr5H76tobGoSGC1MjVfJeL23TpMfomsJ
wgQmFCqpNeMS9F2m7/q3eyfAyemQpeFVoBxNM1/+Tq8cmJRQLWpaHdT8S6sqILv/e1vIchPmQoT3
cTSrBu1F8aoAg+lR7VUvtkIGy32YSxCM73AIpVofIIF2PRrZvTiOZxbl3fdtLkRQ9mZd52Ye4f1F
z/q4PE3Fo7zFxbs6D6RHZU7kjSypkDhTxmgCdwS2w5L206S4PeriHfVuTwjzuBIiPIpD5JSI+EFI
T96S+L0KNwIT65OAjcqBg9qCfWYiusHkAeskqalXZQyV/UgFNVtv74ozzefxXzki3BY2YwvOcJgQ
zTfSunrq5+wwNHt731te/Ya2qeoW3nYlsTkXKeyPoXZTgqpnEiR57ZIxBsT+1GVPEnE8ZIcKZU/B
Ips2l9v3h1/C+YM2lypsmDb0U9MPkNpxUjC/HI8WdfX7k10ASaCsEExt6Hq2aLEzVo0VNYWE5ezB
hh8+K/Hv29NYUwNosefA0OfgMTF4LelV0caJRGEmx64Sfg5j/18IMBBz5XSxwMQIuzOFPVoWEZYF
UvkQOpJv5+3htoSlfaxDR+I5VMCbgYiSIGGwRnVCo2EatI1PderZ5KlsHiaSeE5y/2R4fNLm4Svk
O0UsQJYBt22WfRRESrHT4kdrMjcms7IfMwnCZJxoGmkjQULxXGm70trfXquV4RHJ541BdLwwizC4
RBgZy06Og7w+FV6Z3m2w6jaiuIihoewceT/hYcz1KVHkmJYB639ScNn9uv31K0psNrzwMKKzZRnX
JYZPEy/E9SZm75v39iRDDhskmKAigmHPCeaEhxFB0i606664yLpf5KWP/g2+QY6NercJN5cjPI/6
kJaZ1EKOVV36Eg/k++3FWm41ghFIETkISANXImbYHDOjgFmlyaX5bZqPyMzfHn6p/xBZ49gLXAbO
VSEc1JZYvdyhKgjQKvu7KY978lmKqwOSHN9vC1puOgTB9wGrJ04s+lPPraGIpfaYZG0Y1NLnvN1H
097cMtpXlgo9kmC3AwIFfSvORS00ZyiR9r9Ew678VWxVEm4NLzwVeq6zQnUwvMTe7F9lswG1Weo/
JEgAskGekzfIEWHXeVXnaqXW9IKWVZp2ibNvDr2YiR/erzzA2QKvhkPecDd0YR4GEMxWbzTZpZQy
1zAl17J2t/d6ZaXA2IQaETwYiMkbwgXvdC0xW93OLy/gr3YHtHn638YX7nbpdLpEyzC/6NNO7495
v7EVW98v3GkgvHuE3/H96nBMh729sTwrVwHZbDw7Goqp0Z1UMHaZwmS8pAW9EPsnkyrXIAAUJ1td
E1YmcS1FDMzV+ZBXmVLSi+S4xW/z7e4tmI0u6I1Ur+0iM3N6AWPFNOxq/e4nCLRcoEriXHgIwIjg
24712F8noRf0KWXEH7cYVVb34Gp8YYs1JWxSasT0YqGfWgeHwMu2gslbIoRtHiYJaS7kky+qvndi
P7EPylansxXtfb1KIsqDdHQoLAAPL6ltde8jGoEHOkNjDKMuwx1MrOl4e9f5qsytZd72EgQrqIdD
bwrRzBxAKCFNKJ65GMOA3srEj4ZDYfypjdTNtW/VdC+JK2AfIPEHRgzCYDaLj0aqhhlBN3V6qaSf
Sd1vs1gsL8lcAP/9KkTStjHV1JLhmFVnk51Yv7+9YFvj8zNyNb5hDFExDrjq4XREx9BNmNvyjM2/
X9C0RUTY1DpYoCjzS83vnGd6b5N27AF0OLcRDA22uSoo2zw0em1EhUGAICwAWEV2tzLH+IjxInON
8gHYm/MlsuKoyKIsMgO1ei6P5lZd+/JZnQ0v2vpTWVZ6nkpGUFTls61LfxyLPIAyykdI42B3xL+9
4csbCR8MPBxgYYefD/0+nw1ltB2UNhwD6se/ynjf5d7obMhYOVSoRuE1Hcjzwd0THvAM5MxObXRy
kJafh2GnbcGTtsYXTDWGtvMqlTB+rAVl81nVNnacr8FcizhwhDm9BOq/YKdx+deXgnCXjJpdkBdn
TY6q05BUz6DU/YOKsb9sqB5avYkfnPhy59agMgVcjMBB4aiBhUXYmljppHGK1TaQG+IWumtUsStb
X6Pu/V/IARYO0Rne71CcXqW1g2TLKIhOUAhdd37G/FIv3fNtKYubj1mARlnlxi7ISkUfLRxai2Wk
aIM0PyCFGFu+Vt6rvCCC16dz9iAOrRDeSFTqtbEClusAbaknL2n9MXbGjbOwOGtcBkL54JdBQwFU
387PAulsis5SOoCX4SFrjl9vL9LK6KgwRB9QDkhask3bNTi1pDEbAxRrd/uI7f6n4TXh46Wu62o6
YfjeflIOLbnXDEUl5tXXi1B/koeaWXUYvpH20c7Q799eDI8UHpi4ef2L8PWUlsCSm+oYdE9Kceyi
0+3FWTmgs+EFC5GqZtiFFoZHBwHb/qSTT8m9HFpAKsO1B60P4HqoCxI7RZhSgqK6gslBUodu9jA6
W2jklTlAAHBOuM24CCJQsykGtezHWEadYehGkuYOGfO6fitWsXJM0WYSjwXgfzqnJJ1fAsNBAAH3
WQ4y0y8H394qglibxvX4XP6Vwh062SnjAePX8kuWfM6L/ZRsWIYf7CczpY69QD6Y7wNSWYtaMFBw
2ygs1aYgjdrpJMlluVdrlfph3UUxdG19jmv7oNvtN7wt/TtTJwJjopdZ6qapqgSJlOSerqeKvgP7
Z4xKbzt1nbomJxJH1ANmMX+O6zh5h9fqDG6qy720V8G16bdWbz7Yk9Xtu1jND4jtoV3FWNAfKGKm
L0nelwOQvFPzbA1O7SqSFXmp3RtBqql185AZpe9YzG+0kRmeKfd25lv5WO/DWh53ZIykM3xlbd9S
JT6giTn1S7mPY1cDFGWP3sXRL3WI+3M4GD+kuhtcA8A3l8hdO+3K2gLIVo08WRnocXKqibiaSpQn
1BVKblNNTelVkm69xUVMd3qcxI9VShqviml9Lotxeo90rXtEv3mAXrKp9exEiT1bquV9BQ5QDxhI
dslsEnkVLWrXzpRuD4L92m1QWvFb7i1QihSmHgxaOfUu6IlCbxwL8wXNMJTfqW0PxCvpyM7Q/XIE
2IPRGa4Uhs7nngxkz6zoV6OH9hbAdnkY8ejj5iIqhwMPZ2J+GKuJ6k3ZJXqg6eCuQN/AZBeav2/r
nuWFmssQD3zfsqoCqCNQEt95jtndmhPD8yATghygdxVram2t1IpisLTAHKSH2iuAM/wX3w8MFC86
Ri8zUbFJelHlTYSti2A42GrQko0ZmFjk+W3FDK4E8N+vNEKHQp9IGQw9mIw/YB1yKxK5LEW9x1Yo
aFUQYpco14W7uEBUdTraMdCQ6UFqX/rhoIXo+v3NVrd6H60dKnToBYSDq9FFIt3sqNr38H9RoVa7
cfVAAPgk1Zfbu7JwJTgNDO9XgmI4mF0iOoyl6LpRVYMWTIPmT1bmFsMz009K+4Wkf26LWjvAgPAB
3Ak8JXAOwttcF3LfyG2vBBp7HaTP3eH28B/JFHH/0WUHlh3i+3BYBKeOqkOiKGGnBC0dXGf8m7L+
gBySF6cPjv2u1g+EPfVy5Em1tSvLx6H5glIFl5nVbsoDJX/um+ec/dYmNCzeMHrWdvKfLwP/+/xk
TnVra5GDmSfkM5vcEQi8bsN0XltcXtCIIk08t2Cqmoug5kAy0lcqqqKP8vg4fb69uB8+nri4MBdw
wUwTdYEilYwst7KKJw1nXpM9q7DdXKXeAFo1cqS09tSR+kz6ZNlgoYv8rt/T0t4ryZ8QbAJR8aPI
j2p1lLbMseWkUf8KNm1wqPLe6GIoxTIn26zhjJ1lUnluutnefXnR5+MLKrdUuoTUBOOP7G+vWTtd
bXYjPdlNd7fHMBck7h4LNb3sIUjD0wRe5zSZ3NsbuDoVrBPgYIBvLKiAYp7fj1Avd9b14jOIni5N
WZ561vyohi3cw5ooXm4G7QiyowUxaAvnK0zawgQbTf9sNtGhrpDArR3qqWr05fa0ljdL5RTG/5Ul
hA2qImocSiGrld403GZ0RmVb6fS1U4aILWBz6C3DWSTnVyt1+l4Pk9A4MwvtEpvG3WqstjYJUG0j
i44LhMybYD3kMUFfBbw351gfXBlavgz7HS7P7aVanQaQh7yHEIxaEf4lScM4pWC3PTugAZZdCc1S
bgtYnQZ/RtDhB70txKiUSfQ6NJoJ02gpeg7Ifkrq11YaNu7KEseBjjWIf/1XjuCEWWpnAx4oG+fE
Dr2Mw5kzZaexS4sKRLrrutYb5cKts2+a/fX2DFeWkNev4rghdoBqI2GjHIXEqHox5TOL4Dm5jrK/
Pf7KCs7GF/RNHDWDyQaML7We5vh66iVvtyWs3M2ZBP4FVzaSlaROEjWQ0Fd7xf6eAFT5m2wB6teW
SQNjJV4LgJIQZJkL6UKwxtptL58t64XGL3dXlSFeq6E8HQlX1LbCWp0PL0Umi1utk8+Ohj5M3Y6E
tku28lmLrIAgRAishX0pNXKIOSRTDgfiFx0LzzI/K2xPkmPNNrZlbeOvpiRenaqyOkUuBmxLwl6s
3Pxp9+zBruLd7d1fivkgGuOl45C2eARQYxMxOQ0nwJt3SX+KNJdlG8j8VRHIp+ClAbWyLab2YyOP
dYVNExBPB3iJXXpM2g09szzDyJygiI030kHoUzRZI9Tfl1pqTIA4mp5S7VPp2VDP+XBv1zUeibmW
w7/j6q5UOMZTmppToIAC6X3aanO/vCW855YGcjXwnQHqLNySpCBgHZQqEFAwb6I+appub/bW+MLT
yAa7QYSktoI02xkGiJiovqWJV3YC5iDS4pwWlSMQ5ys0NLEapyYJg0GZop91GobnzLZ+UtS6v2Ud
WnimWqGCYwNgUTdrpWnPK2ldh6iPYZyfOlX2Oib9qQy0fxzt19vT5zb13GCdaQmRgnmswO7Xj7jA
U/eohYekDuTkk+rEQBduhbpWRQEJh2JkILDAVz5fhkmVlEhrUvlspn/H7G1SM78fukMSBXlJN2JS
yyXHtExgJVE8gFpe8RVHOVwNIr5cPqMu38/lnyE3wWFdKT9vL9+6HFjWwFSgCtARlKyVgSlKNhv5
TKODYiVeQXaxftHI+20xS3XBp/OPGEHNjvqotmpTy+c2ir1MSmo3NyS3V6KN6azJ+T/SrqxJTlzp
/iIiEDuvQG1d3V2N227b/UJ4vAASmxD7r/8O7bnjKhVRRPu7N8bz4BiyJKWkVObJc2YonjXTcgMB
Nm+Ws72MW4paMU9JaDv7WAuqyXNX/G3NgrQXTHTSEuTySNjYwOAWexEBeLkyivlXyj59PgrpRIIE
/FTkE2www7PHIF8jAFkcA449FEiQ7bx6occjMqokykg4Gd+g0oiI3e1W/HdxCCAynM885Jnk+kse
96XbJQUJq6zzur2DzN5tj1ozIHmUVqjMzBtBwt783G4bsUKJdN1FjcAATS//G8Db3595kpFZNdda
jnUWxZGjfty0uOd0u/9i825vOehJnYpdNDSf89YOqAKhWcPeqCAVqSy2YQY6i1gBtQE6BAlEexuR
BhmrViDVi5OAdMBMloE5luvPoLtPa7NySdglGycOwP76F5P85/tyvBJDAXOMmEXClOxoeuBrJ+ri
7wdGBqS1SL1fKaqiKpHFXaTh91ufnObjp9u/fulsMxxcXPgfIiH52rImNxvrItbmAPIwDa4/Wru2
TzZ93wW3LS1FkWhpfmPrQQ+3nPLSWmHqsVBxWo/0YLv5hhTmYTQcvydK640DGnKdNUr3xdGd2ZRu
IzN3RDoy2ESBzFPcw1QcNZ17dv3z9tgWD4szO1J8QSMrHzM+qeFYvIATwTRf4/gvshYgh/ozf9KD
qyOigaPBBrJPD20/PrQERbEKNZdoDT993QY2b+wzW7NPnm3snLV2NHajGqpDGszqfOze5pvUgm7A
WG0miJzEIBss6i/l8FKpeAM8357PpXWDIiTiB6RhkL2UbtxGLSYdLC2YTxPB0glc+VCw7dZkk5Y8
EoItCFZQxMe/JCtGKUxUpTDKPnlg9FQ3D0r3USQfQRCyUcXKs+aa4xhzem5NOowp16Nh6GENXYR3
JgQkUhCODAb3EcNsiFoduNnty7QKnLr2VWd6HYYsaHi8V3UStPn0Na4dv+F85Xi87su4/F3yIT5W
cZPo81rbrPRc96ceHZiNLF/rqdk+Ya6nErqJ1vp+F1f4z9zLcWLiaGkacexMzRiDKjFerF4JqlRs
YromzrhmStqcDQCxVsawcZpxW/RPVR+UfK+vtU4uXoZn6yuTWPbFOHGo6KhhBNU7SoZtZGVelZf3
pI68MUaHawzu7HT8YBbZtsmKJzFYdyMHowLNtzSu9zVaIWjCAj3OPEqH2ud5vL+9r5byRdD8xnMU
DM1owpcZPfu0cgV1Z5fP7soS+oLKlhiHtr4fa3Rd59F9whF7FtwbUAK9bXvpHjs3Pb8czs4Uh7Wp
BfdXw1ps2B1VNrc/v7iZQVb1lpUHakY66i3UaxU8B3BkZb9cBOl53nopRUW/edWHb0myhg1ZsDfL
PYG2FI8CYBNmrzsbDmOdKxSXIikSbVi5VX9Vw27Utyb5GK+BDOeTQQp18ZiaOft0EIuBv+rSVJIx
1bWSHDNnjb9qZ/IoOE4KJ/3gRCo6tbo8AFRzOyjj9vaULtxqsIvh4YRAHVfWiUQHTVJHeaKGXbyz
aGAmvr6m7r3gFBcmpL2JxGlntgaGpvSFT/hnIOve73YXFqRrM1W72mY51skGSw1YRsDT0/0/TUi3
ZVYofa+NMBGxZyHu0nejZKE/Oev2wKuxgWwZJ6TFcZzlNMObmmpBN22AiQnev9Jg9gIAdG5WvqpH
N52ZtMzVp7DgxivrswDowJ/FKkJvyaEcguc6qhSQp5FzxrROaJMzewoV9861dlxJvQlNf7fHsnDc
g433jxFpNZQCpzCKolPo2JWnlJDLgAI0uWfpyoGzNpj5788OgKzoC+oyA4MxNonw3Rw9jCsmFpIp
s0QJat5ASM9170sTAwowZWO4UxiTwzjcIeTqXnrz3VlKsBcDrok6xQzYuMpS1o2V2J06hSPZ1fWu
LnaA9txekqV4EvTIINq2AWUEK6g0V1TVBa6jcQyppu0jNfZS1p5aoHU6am+6Enhzou1y0f5qdHG0
qeF3de43+tqSLZw2+BnAKSAvBTZiGZqiup3iGFwfQ8unGfONqfRvD3TB9y4MSL6XEKMD5NgeQwMY
5GxTGf+ITPXy+r08fHBvYAfRWoKGTUAvpOmMRFx1qMSBex0cfJ7LVk6DpSgBbM14cxpoQp5bWi/9
DoXkBiRzyohQpgP1Kd1zPfdL+8h0ZYtWV28kj1aUebX5pNrf3z+D6HEFKgYADNyrksu3kcaQtFD1
UFjbxvluVwny8lt9pYS/sLFQNUN9EdImKJnKrDMdkIsTZ0QPaXafN3VQjykISH4VpeujavoXI5pp
s6BdZiHLI8X9Gnhw9bHVjdDpT1P0zWpPGQE6jK5BZJZ8DyhP4H6AKlnIE9SakWTZADtUbAzzTpSe
3npo5ljx8aVNdGZHBsWKUcvsDg1UYe882in32neT2sO7zw1IkRyKTcBH6TCgsjt02GZrEP5rAqrZ
AEjtZtSwASyRFImmfQJCt1I1wlLL1J0w29qrSJt6qHjn93qMPFE0Cb7jVvlNEz3x8HSsfAEsgecm
3VoFZ96rUnCHbQx9ejCEICtiSMFdbkZ6mSi9GZbNPYd4Q3FPmpUn3rIJ3Llz0R6t3dKp1DZNDNRB
ZYaWqL5lRnzvuCUIas3NbUdfdAxgaf9nRjqVehYnU6PCTGqA79Tpg+Ev8pmYqz8W5i1wduXmqdOk
llWaYQYd382gPd8ewEJID8q9mRsMhe3rx1FKpiQtKmKEVhOY0dFIEaRsKTtCK3EVTrO4Jme2JB8c
xYCrApdUWLSal2m+UwHnupYyWlyRMyOSb7VtPVLxZqTxf6rvR2djG6HTwwS7GYJTOXCwKIrbXZrg
wMFa66Vyr9nj4faKLJ5pZyakAdi9phYKT7FTk9I5ordW+JYCKmIBtTCvMoph+357NlL+FiDOuP1U
6fYBXktYrVrAXmMEEFjzdKP1IeUXiPdj/zFhBBprc+EewgXSIWeP1aC4VWWECt9XdL+/PY6lhcfV
hpsAbx8wREtbkelWluckxhGaecq3fI0+ZMl5zz8v7cOibK0xnZelMzYmg5b2vWOswAQX3rwIFv+M
QNofTpxHEPDCCOJiB7x8WaBCsC+UDRqzS29YE6NbG5DkZ9B1yGMonBmhXjnIgD/2hADYt7u9KPNH
5JMe+iO6PZcr0QkjBQKgoTKaQqdGmLLnToH8J1qDY/MfTX+pnCeGY+C2uaW9g5o6ELN4wc8iD5eH
Jfr9axekXQaQJxog+C9WpwRpTyEkuLltaP7Q9bj+GJImLwK/d8Y1GBrRi3cn6HBqEzCTsSR7yZHN
CByur8U6i/4NCgAwVZL5/9I+LV3RV2xgRjgMT06ySduVmG35+wbeqEh+oMlL2p0lG2bpvckIzWRX
ZZ7br0zZkr+B+g4ngDb7uLw/UTznTlZVWqj327bYoiTBspVn3dLyn5uQ9miW9H2GFiAtTEDjPwWD
dlcm6ItYcbKliQLjAwGnAQRzUWS7dLJ2ikGPrGlayBpeeynRJ99t+BoocMnDZqI28MYgbsP77dKK
mla6PogUjIpE36STdXAzN9BHBW/EpN7q9jslq9FxCYJ4wLLfRNGvgTuW1bQUrb3uCSk11XganfD2
jnmLuM62zJsBLA7w/4hmcNvIA6pI1WiJcE9F7tfE70FJZBz46DPj2dAD/lUtt5XuNakPvaVpjYhC
WrMr4/Pfn0VRTjOOdaU37omWE//H5U225dRZE8yWTrsrK5Jn5IZT6lA+c09mYnjtZHukfXKnfZE9
EmohkH5emdL5TXo1pQjdACFCWgSo7MtR9UB4cV73zsmKNICIDKBbgP0CI5sJDt6a1cRzMiGOgA2I
HdG4c8hVVn+8/SMkP/095rPfIO+51BJO2rXOyQQqWqMT3q6G66NrCb0XWpiZPLhtTzpG/rUH1BQY
LNHjJ+fTOmjTQPQyc04GF5uCci+NoqCO11Koconotx30ImNbQDz1KhHcIBWhdRHsDHHxCIZjCJrW
5bFxATLu9OSpLe1v6Jd5bSLTN0S+MqmzO14t7Jlx7XJh1QZl69JNnZM+OQ+0pgeX5iv5FPlF+DZA
QIjgNaiyXyfaGDeUgtW2dTLVJ7cogym664dQm06snLw+32htv4k01ydWvGvIGt2JdFT/tm7h1TED
0kH7JN02rgPQDx9gPe9wmk35L9utt5MZBXnGVxIfi0uJx+9/tqTZZBaYtsvOtU41nrge0o67JjY+
asX0sWmAnYqH8lBV7dYe1N2EZNz7rovfI4WAJLIU81hlDpwkiaJGo4p1Soaj+KSvPXSXXMU9+7w0
ODXK0IKX4PPgXfa2Jv54737DbY3jBc8eLBNYji5dkePrfTT09qmsfhRN7w/53lR+3rZxPYY5IgCo
BrBx9H/LyYl6NJvRtjvrxDxqHiAfc/vz1752+XkpWLNGrYyZi8/rifK10JrHmJf3iiaO3KpWHm+L
I4GIBxZk7n6V6ZqoPmlQOxmt0+Q2kORNPPbj9liuj1uMBSw7SJ3YFgoj89+fXWQKuNzNwmjR8AhN
BNQrOWrmuDa76qg7a0ft4mDObEnzxssppR3Q4ietiLdlLgJzjeX3+sK8HI3kXImomyGxMBqKVlo7
KKCvItyHFkSJVvvTWROQXhoPKNiR+EcQMtO9XM7dlNlNYg/UOnXoV+WRu5v6j7dX53eD+eXJDa5t
0N/ievitR3JpI1ZGZ2iMMX4CBp7bUCzXi32uVW3Q4LYW/mC2JnDXzrTJtb7+2NtdEtCBx4dK6IPX
gWPvaVC4eVB5lj8VBcg2YocZn2lKh+eyaMYdTrD+c+uA+6OAzs6+A1xvX+kWpDwmN/K5KqBbnrKk
8iLUPjZMJXzD7GZ8FoXAGkaJAWhaEt3zhnc70Ox0+wyNXIFjQeJNF4mzKYRNt3rHem9SWXLHMoZu
EXtoUb22u69oQP1lw/pRkEx9aqyabXONuRuSuV8nrja7OqMdBGwAaFNaY9qCzd44tmAo7byId4ju
unI8ZYMVn8xcMH8CGZLPoaq8NRP6zwAVAc8uE+LHld4GBo+UR3cs+nv0LLBNja6rI6kYhEh60N9N
aV8GFqoZwKQa6OLL1NIvhzbytDRJNm5E9e1oa9WHqE1yP+mY/RIpVrmNUIzbG52p7EoRZ8eKU5RF
pkE7cNv4UplD4qNx2PDGcopDW406X4m1xicizTynJvlR4eo/cU+SoBDKMxKj00+Q+d/2oaUdPrc2
oGCDdmIcu5ceZDfo8TWAgH2KOhOyKuxoWrrHNOOTM4pdQbr3JUpxPc10JYDgAoYOOgm53tbYgpg9
MeMnO0m2uVKgRzw+ZvawMqrrsA1m5oKeBVUtNAhJey9uQHuuTlb8ZIBKBqmN5B6Lf+pba3t79pb2
OFqp5nh41pKUh0MjGovRxP6DWMoQIY291uW0dJmA/m3mkEQ/JHIMl8sDVsQI/NYifqJR45Xq5IE6
3K9s0Liau9tDkUtSb0uDTifkTlCtRLeDNGduGQ3joDfxE/rr9y4ddti5xwpZU7zhPIWqgch74COM
b6zJH6JMXUlHLS3ZuXkpsmjjtk2HdMBRNjpfJ1N7MZNm13drOZulFYMeNSg530TK5FO5o0mu22UU
nUqn/G6Al8BrSLQS7C7ZQNIWVoABwuks7am60XIVpVflpI2KpyE1U2cr2ZOFIFN7ky/918Tb359d
zKTNDcQxrXLqrMryYvD5gVaK7dGf+EnjbWjVdtCK8WANON4Uc8X6klMivzbHA6idXyULGJ0cM7Wr
6DTY2ZZm36qGbbLxG51W5nHRDhJsyBZDj+iqAS5tBr1V8yk68QJU/OITKI+81v5gFF9uu/7ietng
gtVnojwkjC43WTVmlbDQT3KKso3OHtgab/bC93F1z60aOJBm4sjL72Nfp+jid6NTm39AK3P+4fbP
X9q5+D5wnACW4HSVcx2pMrlOEaXKCYe5Bo/odL9Q9PhuAuz4odVZF6gidzyIuIo9EA8kKPrB2aOG
v4ZqXRwoCCnwjsVcXtGH9hN6zwuNwStFYD+Ya72YbzAsKdwBsA7IAmT1gAKQs1SlUff6oOvRaWyS
aqOl1uSXpovsWwFeEJqR7MvYF0WgFdzZobES3CBdRHdVqpq4Y6PkR4MgYzuwuPJtwUHdQdpsB2aP
r04dOwEjESIDxkYvLxWo71Xtr9Q1j2ln/mxZazxMQmuDjqboADXH/v0XFkZmzjkGNM1dKUQbnBQp
VZ3opIA8O0r1TZzZoVqU+9uusrhAuExwAqI7BQpYl56IKFWb7AaeojuRV2bU5ysGZIzmfIvM2Mf/
WZCBDX1cZX2mJMopivqgYIA5GhpiJd1+yifTd5ri2ArFq7UiYBPZGXb71JnOcezdfWwVB8ts/Zk8
1xn6B5SiNixP9yRf43xcuGpAnoKwYFYScfDn5SwQk3MaEwduWj1YTlASMHeMK4HOQlw1d7aoLjha
8BqXGeay2uzHSiXKaWw/ROqnIssCTeXe5EKKaVw5ABbeNWij0UGXhgQuXrZSkGAxozeLNIuf0gqr
yr8rjhUkbNemu1HRfKs5vN+JYM/BDkfKD9iOy+mjbcEFuFmV0zA+UiBXftz+/KIL4XE+IznwtAXe
4vL7SPCVotN65dQPJjkqkaX6iakLn1bgO6ITevryxtXCqazpfWQ7zc6Y7CyIm+gLXrFxMLV6tMnR
nv8MBE30fchs4le50Xm9rTQoBHT20ah5vJIdXfIpMrP9O5CmnXFYlz+aI7bU+gyT0jifYgstOhrQ
O9EaBHfhRgS3+39WZEZac1QYq1JTOakEjuXT17Y/UrqSwVo0ArYukH/P+XN5fRvH5NZQFDgkhOkG
eGLmQZNCshg6KGTj8HoNvrO0VfAwx6GOnM8ctF9O3QSZQ7yCSuWkWNSrkNLt3V8Ze2w4dKfVla2y
bAsZSH1W3MUL5NKWrie5K0qMTZkfam3skbwNysnCXQAW526trLK0M4EW+s/c/PdnYVoGCdzKzDC0
iZpeTHbu2Hi2+9JoYVprXl34t7fOojnAVwGSn5FQclFN74lLRTUHngVoZXCCQsDI2xkmWBrX8KwL
E4mTHjqrc7ZuTtddjsxsu6TmBLFZm/SgWklfu0jf9Uq6qUWKgt60cpwuXFzn5mTHr/s0LxNnwM0/
eeAha9+pvzhfWxffl3wws0Vujxa+P5WIk7x8rZwqM9r8NgBOdVcD1BhVNjkGbGaAZtFiAML4odlB
XHrTzuwQnGxwTCfMS3tcfb21UXP3WaP8Vc07zyQZgg37Zej7e15VwHWmK3t9wWMwcDQs4JxFYcee
5/3MQa1x0NS0REQ1RdsOmpsZv1MAwGJJsh/iHKCcNRzAot+cGZTmgYy0Y7qjRidH6R5M5t4VBcbt
IrIax2BSyMqOeAsJpZAR5J5IhIMcAnJr8lsM6JaoYFOPee9M9IYX7YM+FVtVvFrZc+lx0Nz1oNTq
9tVk7JiGdY+rNZWnxTkGFRU0CsF3dpVEHZUmAWvu/IxJI89QHtsBdKNbq4EO0OesWLmH5n13Nd5Z
zwvveHCCyiFyXQGUy+a3GUA2gZGZG4fcx8OP0ki9COdA7viRtfJMexOCuLI5d+VDmg1g1re+rDMn
Ip2jjm1ZR6fE+lAOzKssEqQglpkMIPua0B6+OONOAVcd/ttN17peBwXSakx9QUpfKYTP8tgrE7zx
pgdmq4EL3duaGI+Qvd2Vw75Bt1Y+6b6YaQWivdJrPjWONj+m6oi7IvGUBiz5uadGO8d8pHhzx/1j
mn4zo73JoN37TXE/j+Zh4odk6IPbJ+5bB5s8drgXjlzUWzABkj+LpMdjo0ujUzy8im6Tjye0BHt2
Mnlk+m6NhdeSvWZ1T4r5WAAaUrIEeZRxo4GAsepVz1IpGOOc/e1f9cYoffWr8JOAGwDxAB6el9s6
MrLRIjlxT1b8MGhNMLSfXUT8jKDlCdLs46QAYbytpmNZveoa7qQREkX8q6JOvmlCEYD+EwvuG2nl
T0PYNU5gQC9SjNux+RXRe7c0goivZWbe9DqvfzRiWHgtiGzlsLyJuN1SakIjHL+moBUoAFBxiH8V
/RRo5E7pXwqjwYPvc1M9lLm9YfqmQ/5GS3a6us0NivSlDiKeV9MqoAR6JEq2y+rHyf5YdbvOOIky
FO5Lb+yn4bVrsoNV/Mj5gNSus6+SlRB5odypzclHF3CJmV7YlK5Hx5mKJhGRgTo1ZF6TR0Xc5ew4
1qEJl6fVS8N/GukBhY53i/DON42BIx2YN7S02OCtuVx7UY993cWAi1nRU1s9VOFt31oIdMH4htAc
TBxIzcgObwjWJW3FzROYyh7cAYyeFvJ00zvpUH6PQp8HMCckrxpZbAGV6IrX5glMh0ET3TeErzy5
F0IKDOSPBenqG0Cy2gnRmifAlGMTgln659sztWQAlM/oKIIVwFDko8GwimFoTPOE/jHPs0X2FwNw
0GmDhcCb4Co9phcglBHITp9y8JXu8+9/8evPvi5NT10LV28bfL3iHwvt0RFrNfmFaxGZbSTc5k4R
OK00PW476l1ccOtUdcaDMbQnOjif6FB9pFoUjHa8H0yxxpS/5LxIfQDmBJkskODol3sDaNeedBTO
21GBS1FAcajshnhTQHBlZXWuTGHjz2pluPFx86PecWmKWkiCpLzNQlW/qwtgA7dTuwJAWzOhXZrQ
IBTadZBeCJNi7A6tht7BGnIMp1Jz1mAFV2EbRoP05ZxfAAsWasKXpqa4LGicwJTaxwHvm51Kqe25
Vpmgz0L/0QJDetv9rh6hs0HwIUElBn150Nm5NEh6buqRW7GQpZ8T644k32psoHQtX7U0LgBGQX6N
K+daVg6qCVreti4Lgdqot02SbytHHJ2q/45n295s7F+3h7W0ZDpo2pE1R/LpCkPFJ72PI9dioRgt
UPsl7KOIjVOlrYF7F+1A2wxvM3QkoKfxcvoyLcdre5pYiO4UrxYIOL/zZuV8u9rAWCL9zIbkfjQG
Mp1GKgvxQvxhGPHnSbfugHxAbb35rsXlI6h5zZVdtWzTgIAefAKULrIfou4xloPBcI+inyh5tvoK
vNOvKIQY3RFk9SvmlqfxP3My84iSjR26OnQGcknwmuBtqHYcWop/4RRgmEPAjrMJSzY76Vn8DKRy
zNqszsIMkpTFYIfm6IZTv5b2XNpSgNSg1xHXkX61h3tnjIhOqypkAuzgRjyZnylPdl37MY1w5N52
9EVjNhSbAVlFC4MMnBvNIs6QHijDsa6D0kBpqkwPbp97o7KGlV8yNXd/AWcB7XFUcS6nLzMqPW1z
UYWtwGnUv4wQ9BTTdzwVbg9pyffmDvGZahDoVTl3lJtly3RdKUOexWSrsJncdzKhnEx+WBp9RtR6
rzZGszKRV1EEdhmQubgngZRGG5N0ECYKFapNYbXR7oly764kANY+P0/ume9VLG2LlMdVyL2eBgBy
3p6zpQ10/usl17ZoKRStxK93XkuOd1s3+NZK4XhtBPOynY2AmnXWWvMIpnSjiNVGxrXPSydOT406
r9G7AFKYvfKIJtrbEzT/5xePHiwvutKAgIdyAWDK0gSpQHd0tmVUYaNMuzK/G/ptlX+h5Ydi2Jva
jo9rBhd2Cy48vE6Av0b07s7jPZuuFuzbRUvrIixUDrBuEyv3NqvRuF9qShCP6H+/PcBFe3MjIC4j
lMTlyGGopzLi7QB77pY+o/z5s1hrj3hjgpAmEfcQYhMLMInrZlNzJKmlgOcrzC108Xug5Vf8HnvK
B0gJPepPdaJsaNn7SuZ+anJlU5vpKWMj6BYAAur5k2aialilhHo4ptuP5TQNx9ZJWAzqh7h6xhIS
8Gg7mX6AHYjcV2iQqrpcva90Mw0qbqmbqkhrz8J/cogKo/cs0abHOKGRP9Q9exLcwrcqhRZ+pdTo
rFJjTsE+VydY7dK3YiPIkDe1pmlTIIPSeWgzhZ4Bjd19oqrTPR50ygHIuyjAMtETyAoKstV7Hflr
QFA8lCMi6mk8f+2dlpxUTl6dMvpapQpUGGjeAIOYMnXTKzZEh21oeoIg0TYKT6fOL6J30YuuqJrn
DrFFNnj4f7QqwT5klUFDlSRuFlALesXRlNQHSvTRS0hM7tBfGn1zmaZ1XhtDglRhqeZnRmHe5Zk9
q5GS2iNQmnjMh1EP+pL1j3We25ievl5xsYUtCngiSi9zKhNFN/kEsLsh0/G+wr3Z3v/MBVlJPi+4
MJpYgSdC/R70IDK5o9k4UKowjTyMjdJLp1fCHtL+rsME3t4qC4clEpU4A1A8RyAgv4hoP7V11KRF
mI2glGf3Ve0AxbEC3liYLMQAeJHgqsSjS5eitoTo4Jmt6jzMk0P0bI9rycDr8wyt5cDLz2x7eJVK
l3E5mpMgXMlCO/7Us8iD0MPm9iwtDQC0MOjCRlrgOr+Blj41VZKiCFPum+2LtVZNXfm+XMGu8nTM
ow7fN9yNu0EK8v/1800pMo9dFpnqiM/bR4C/m7XW6/m+kI5CMA+hAw5aPkgAyfeJGLO4TliVhZPV
+qJqD7p+QoiOE++grpJjL03VuTFp4zl9ZubMLTMQWxwdHCfa8+25Wtp4M6oOaQLQDiHXcXlXGSwf
LAeIgrCJNyUTXktLLydBub1tZmHfgY8ezUKIwVXws0hL0iWNjupPji0xxYFOipNRm/to0F7/xgww
Omh6A7GRvDSIE7liGmkeJnobotbg9b22r8w1TqGFiGImrMBDHU5wDbGM0X6Tz5pw4aj0nua2G6un
G4M8JNPJouBq6XovWmuFW3CEeYkQ6iNtC7I3KUiiRgGfI2UdJk9KXmzqsnz/pp912WeqFvBPQTTm
0hNym9aOXZY81Cvk6zxzrWyysG1MHdn7mQQKm0YmAEpLV2es0arQ1IL8w4fhpR6CNXHlBW82gTAD
VTW6iQDfk8bAjZZkNIuqEISQz121gfIWIKmK403v5HzCHYJs4Ew4Ca/Gn/KLyC6IwSmEt8Ihr/wW
/4S3PXlpuWcG4pkqAMJ5csV+FFiiAioY4Zhk/hgM49pULRqAziCEyRAYI193udyqghMe8Og6RD2I
Bxn+ef8AcJ/jvYjjC/e6tOMzUrp2n9eYIFvbt02y1cnhtoWlxT63IF2zjc1J7cQdXiXgmottLUDQ
tFG6f6BlctvQ0lShld518ahHskeGICfpNNYjSA7D+BtP9u4asdDi5xG+oyQzw6lV6X1iK12sjpbF
Q1G+jNzX7LWOnzUD0lLTnlVtosOAke+IuoveJy4/bwWUXZEuQqcP1IDkPITR8tywuFKFIq1/6QLB
vVa8P+TBAwBSNXM1BOeH5ExoM56AVuqrUG8BzQbgbWWFF1zp4vuSKwmitkmT4ft9Ig5M6T8hh7O1
onSPLN/KTbiwGBempOgNLcDIESUwNdaeCsGzT7d9deGivfj8bP7s7Vm2k1bWCjaFDXkex4tQnVrr
+14cAVrHVZCkINEvr7eS1nnSxG4ZGlaJajuQPYo7vlNzZnYqpD4BQ0UHs4N3h3Td5XarlFZUYkUM
vpmEeBWGsW2bfBNVawoHi+OZYeTwLFQT5aQTGewEoF6nCim7n/YtW3naLK7I2eel3WepHHKuloXP
C3aw1Y0gm75mK2fh2hik6SJW3g3IhVdhkW+dbNvvb3vVyudlCW+8BnqeUbsKrcIHwaqyht9Y2n9I
mejogrORwJDTs1rUVCwp4VK86NLHQWg/lTRKnxoWqwdD76eVy3WecimCR/yhAjY2k+RcnVilGLtB
x0sTBKIFeZgaO/E11rlePra2T3BZBRFLnddMT7U1uJo0kyjEgSYdlRDkaQgAwnLpuI9idC0RUFWb
AMd97tZYz6SJ/PfzM+oWnPhoMJHuEq2u3Wkk6NO2xzh6sfNBR6RY56lnjobiu2Zvvs8zfhucX9Qg
XnQA+Zu9/+y86SelJIYugBU17u3q0VxDdUm759/v44ZB3mlGUc3zefb9GqKgRZOraDwnecCTpyj5
Obfe33bvxVlDwQiAPiQgrmTHarvVlKK3MGuV6aGpKdAjdWswoDNXzoIlQwje8XzEUYOYSBqN6Cx3
dFKsftsBd8ZM9knrNeFpBIo3OiONf3tcUsj9Nnnn5qTFQWHconk7mzO/Js6nLN9G2bboPunul9uG
llYJ5QGE99AHA1eTdD8TUHMx3VVA795+sfvXaNrW6UqUsTx1f0xIVzTXIHcydTBh14fU3VTTwRAH
ku5uD2Q+J89Ohn9n7I8V6XYmhXBoXmLGIHM3Ddv4iMbL3t4BVab/Ai3BXxiDU6MfEpz1iKAufbuq
FK3RFWzWnDfjQbUy85mqwgZtV04OYO4AgzHnvRWAbZSqwNsM9soPWJxTJGlx9AI/e4Ws4o7DosTJ
tZDE7QOv2T+DiNBOAC5Nr4vWnHHRR86MzT/mbCfHHDWzUclw8tWb+kdB9+Vacm/ePVeLhxcT+HhA
zQp930sLuZlNpTufrZ35IU0frXLlkl0ewZ/vSyPIkFAoc5VqIXCQntB+1MV+/AvVEbSK/rEh+UQ+
0km4HWyIaBrQXTx9hudrXlp2n28739pg5jvybDk6dANSYmE/AcO9A3kqYJNdkCorHra2JFJcwpMB
cBMDVnC+p6iS2/uocP7mUAW+ACRh+AP9EpcjybtRrzqolMKxgvhBUf36YWhXxrE4W2c2pNmyoWSs
KMDyQ7/iNRm2Ddm33a+/WBBzVuwFXEe7aqjN3CJmpMRUadldEX2d4aRqH63cdIvjODMinaIg7MlI
o0cYB0BZtevRYWOk1sq1s7joZ0akQ5S2PM11E0Y05ckGh+z7OftQWsf7A+kqVLyusjzQvO7o0Js6
HszoAPnWA+B5eymuB6AjOIQcChLsYLWUC3iTqoFsXyF6OBwn9H4WzTuTL7hmcORCsATsGIjTHFfa
FhEZh1pBvSM0qbpxBuYjc3h7CNdHO8ooeI2rc8INNPnq5abgwzCBigG4O70a43t0uH9CJguKKFn5
wa3TlSBw3mGXBy8eg0gaorUZ8S06Ey+NxVHPLAbcSMibYGJf6wkHia/Gr7q+sg2XFgY7GTYATbnG
9gB4mbhp3Rhh9ADdgahYOeCXP48eQeSoAbuRX7ZDo4nOpGBMU9kRgMJUPN9elMXvI1kI1CAkJ8HX
cDlPddFFppJCFVaMftbt0KNy+/vXuxvzAvDJjBCHdLmcNEzsbHCom5ght8ENvU8tKBO9f2ugDw7y
vEjEoBAsv1/MEhp0HJxjIckH8rFK3f5VGZI1gpc3lKDkUYiOwU+DZiWkomVwr1ug8tU0IwmVwYUg
E1Ilqv5tGGzEJS/c/D/OrmzJcRw4fhEjQPB+5SH1NdMt9T0vjLmaNwiA4Pn1To7DdjdFi5Yjdvel
YwkBKBQKVVmZJurP1V5mN82AbhXwr/M/ZbtxgFb2CmAX6FLiSWqBX3lxRPVO44llauSwi02yr7ML
QQKzC/j8/WUNbAIhRUsopL9GfdwlTRMNLPWp1CLgqs9bxdpMwKBpQg0HrBBI3Hy1OotPUqsZ7i6z
GaPvrRiii79PgX/D9Ys8L/oVF3eKbrK8zvrCOGjue3dot2R0Vn4+8J1o8UQ/JOQn6WIjWodUuglw
4cGF4lb/Yl4ecQG8/z/fP6GCTkrm2NI1kPv7GOs76OagTL+/fIlwoaBzEa9kEMkstkCidzS19N4A
1NL2M+Sytl6wpycfmAyQwiO5AL+C4/91jwn6+JXieXfQyl0FeYjMz5Lw0jlgCLDkzokyimamRZiV
pHHZcTPtwVv8HKd50KiNAOj0ysIAWCHQpAHMhgrU1zk4LUj2BmTDD0ZZ73BJBaIOG21XuhvnYWuc
+e+fIl8ONTm9GDBOgjBeaqFh8F1sXVWbtdvVTYE0Idr8gWg4qRsonVblUNMO0o4slIr87lrHN+z0
9/mN2RpmPkCf5kPBITpaud4dmDJ3BlKLJa9/uUb58/wwa8sGjVkUiSElSE5KuDrD23/ibXvI84Nj
ZJAgqUDuNYaNvFxkbYZPAs4E9BRyJUtGFkhOK1s5hjpY9p5ZD513ZSfKd4unPvk55henLubBAJ9E
Ky4o5ZbMEY2lCmDZNXUQ01XqHEDBZDQbV8naBuHMoyrtobh6QpSJDCQtW1G0hzQ3fU6OM3W+y6Pz
27M+CBoVkECdW/EWXhhgqLogpqkOSCyZQ4i+MMvd8ABrQ8wUHgi98URFBuuroZEUADDNhD2X/EkB
n8XIvblFKb1mZS4y/3gAWXO7/WKMXKKCi9JAD29c3Djc/O7V1o53MuSWe31+xU6jVkSQaE4Brxfy
BSe50gw9fEjNlMPBnVrfqa77LLI8Ghr9EyrhG2HT2tJ9Hmvxfoylp3qoHw0Hs3923RfI3Psiezo/
n/Wlm40MiV+IOc2/4ZMfACaFDmjw6g/ok9Oz3ZDf8ClwtxLYW6PMf/80iqUnTM8VRjG1Ya8nIAeD
6KVDv5PmMtgsAiRsD+wM1W/0PuMZ83WgPmm9VBrNcAAXrz8hL1WOG7fy6qZ8GmGxKdbAvSL35HCQ
xu+hvolzqNdtdXWsRLImkNOA4ePc4Fjai/VisZJuOTIMMrym40tFb6bCjkyvhJxa7qPLWlVvaP0I
NHoj6Z1sxcYkl9Q1/9YRsBE0QqCvBLwhi9DATdw07xzaHxqbv3WOcZMz/bHg4n5yjchA9W4Uxq01
Zxht6L1Ntnw/b5b/yw8AEo6AJ949SQ5zC5I1PYXFuPLI6IfedaGsdkK7Ju2rm0ctv1L6nWlcnBXC
ukPz9r9GXfhDNqqxqWyMOlrcFwiMRDhmvxJrw4msHYfPwywiO5GXrZWPdn8Q7pvN3jk4jyH44ezO
r+F8hX99Dn2dzPKKH2srBUagP3hO7qc889MN4NSaL4ReiY2bENick1S0RONFko89jETmPCBDEyZT
udc8N8pI8q45yev5Cc1H62RCeNzN9whKyEtfZcBPjWk89YcY/KZUXOtV7bfDtd7TEPSDfnkhuOk/
D8HMuGaD1will4U1eBVwuEaSDAf+lsfPpr0Rgs230sl0Pn1+YQUlujvcrsbnCX9gbRqCIyUFYT1K
Sr4CENgDPZS20Zl2anizpigeXLObPH11GTLNkL5NUIWvn72e+mYeZYkR8Ozl/E6dmt6cDgEVGfJU
M3R2YXpa27EW1FrsUPv2mAQe/j0/wKnp4eOohQGKhMgCoNmvfn5KKRvyaWSHdOfpkf3hjaiHReWG
Gzz19fMoSO0gzYV/lnEF9IfTKeswCugvfd8A8cmFAD2Y2JcRlg/6uuhKy51H0N1dmSA03linlY3A
yw6IrZlPCfmpxUakjdG0HHrhiCKPVWAkh//HNuCeNee+L/ApLbehsqY+NXp83gE9V6b7RfeuaaHu
hcCThOfHWtsMAz3zs2YbxA+Wp3/oSxCspAWDYOKjg9cEi6COcX6IUwcDbmOUUaAvhrI0tMm/WpXs
LKdIu74+kKwI9fammd4sh+MR0UYZ22ngpj8/3poVfxpvmUXI7XbgQ4kGeAG0PthT/drKHs3K033C
q6uEoYH4/IBrawiVeyTjZi9AlykFZeceeIMJO+Qke6VDjjApD8bS25jXmtXNGbBZ1wlgc3PhOM2c
uVWbOTj+E/Ovx3Qrn7g6Dbwn5iZxYNqXbwqtGyu36jV2AAwIEhXOX52BgmqI+03+99kHf/XRyCYC
4Aq2UoAqsWpfLcIYKFxAmoOiQJa+4teauGbT6BN7iAztyravQfo+tTp+RO3T4b5k0fkNW7OQz+Mv
o00za1uQ6NUHu+A/panfVeCu9QH+3CWSPZjM28DMra0sKsvQoENVfqa0+jpfCuZUtxkT8DCXAQMa
TOnjlcj/H+bxeZDFok6g7WvAKNqg1SnUhB8fz6/ZivXBJgAsRA4FHm/p85rRaFGIruTB8jNUqrb8
0Orn8XE6J7UAZ5uX8NNbBn03corZyKEwlPhN91pvhL6r35/p4lBKAFzcWxweqcX5kEt8P+YvFfq5
n8+vzsoOz8x3oL0BeQNa2xY/P451J2mrHGjnNt3ZREYFmLC3HNvaHGaGXzxg5kt6qSYFUGQjkCwD
fC35qbrMV8NGILM1wPz3T5tAusbqED3xA7Vfhfnh6Y/nV2m288W5n2+0/57AYpXypkt7S82Ayyr2
O2s/oMPLuiX87fwwK8cbCFiglACKRP51CRKu+6qr1WTVh4pIaLVKU/iUpWiiNl7jzn3TErVxNlZ3
Hw0bgJGBQw6B9Nd1Q3dQXSpXrw8WOLiRskapRyTOrebJC/HDc2QDySdAuVGyBEPBUt1vrMGqzQYq
Dlkbjk9si5hzzQBMA6ZF0MyExt/FBnlxUVaujVOSQFHmZhir4Vi36YWA/X+T+DzKwh2ydOxi6Jrw
Q020m6I3v/F2Cx+yMhGQAaAUgigWejhLILdpA9jbJVQdyI+huRnYxQkR1A4+fX5xgUwCDibN8PkW
3JMPE9mfN+DVXz8zaQCCPmerF+cQpLdI6wh8Pvlhtu+Glvrnv79ir7jDEYqBqwVIu6UzzLmriXQs
2wOBZBhBzb6sQ2cLv7U2CWiuop0BLhEV8EXZ28mI1om+ag+VxYMiirNmIwpf8Sao384NU3ivzCSs
X09dXWdV2lqxOoz27cBvsuF2hHacGV6+VsDdzLQzkDdA9eDrKJ5qRJJrWKsRVJwJ+wtALIXY2vlB
1tbq0yDuHDB9crwdAC213WGtGutNBC3buPxW9huqgHhyQ3tqPtcLexqgCCpbojcHLd7nNJBbIN6t
7y/chs6JW9UWvs/VjeY99UYw8Q0Xu+LT8ai3wcE4S9afbAMFk6U+uIU6NNhhqY+hSd8adhzYMWlf
L94MD4QlLtCnkLA+yXaSRuro4Oby8KZ7aE7deNydbjXABuhdAVYGuICTFFzbeJaiGTEPkOZprmK1
EWqufB7hGa4gIKrRMGoufKs+UYunbDDgwRNfytzfwoevDoCrwQZNOV5Zy26rlmiQ+bBGAEySvzdd
+ufStf9PqUxAWFBlPmE8KTuhdD3vrMP4rWy+x3wjAFn58TNOCQ1EeOriDbUwVNNAszZ41yia0ujO
YNOL7mxx0Zx6JTCB47X7D0F/CvvOmdVkJtOBGpR+agXSA5PslXUhGRJ8Ed5/M3kK8ImAmSy7K8cs
VaRqe/3golm0tKPcITtmuxd7WIyCCxRLReCelpxewhSDG2uCAsTS+7VzrY0RHw/E3Mh4ri0ZKNzg
xEEzgsh24f3qxHZGqLPQQ62zK2LhJYg2su/IsULq3L1csx2ZVXRuAgoPh46WuK+u1nWTtNTiRjs4
ICR4TeOX8wZ86grB6AeuiTkXAH76fxn4T54cWtCu0AV3D1mnnlu0hDNp+J6uPZ8fZsWQvwxDv84i
Ky1zrBzhHipag3vR74aNPVkZwEaVBDnAmQLrpPjX2gr6MToOoil/0ydabPz+eZW/vgRwQgDq+5dF
w1tmcRBjI6c2q6l1qMrfidrxN1LfDXRHpl02fFy8VNhvoJApQfX4pKoMYvUmK4QBJFZEkpv8wn6c
+STCEaIWOwsXI2O/CHMmy0injmj2gVE/R/1kK1u6thGfv79IBroZyUeiZ85Bf5Rx4bvJlmD4yulD
WIPkFTBkM5/3Yis6r/GYUyf6gaGdqK8V6HBzX/AK/CFXF+8EwFuIaSHbgDz5Pyr0T2cjL7SqGbkg
h+Ym7x7iLRL6lZX68vnFSnVU5JlWNOQARtLYz+WGM9z6/OLIgXZJkmrA5zMrzNMg26KqmNd5cSRA
KAvQAFgeAL5ZFllF3lpTnuTToWqPrf1gFj+G/HLnhHYkZJUR+c9J/sVWjxrvhFZLQI5z128gcwpC
DHPYqPatzgNvCkSboMrGc/ira0pNUkx2meugcEr8YjgMjQGu8afzprQ6CHpdcf8BLIKiyNdBuOG2
Wi5jcuDV/WT9BYMF2DEuxoqgeQuFSwTNKBgDVPd1jDZvkCK0AAu06U1SKN+a7nu6xfy5cvrmPAVo
tlAKwcFYTGSoRJzHRU4gf/FR07sYNCUaEFfP55drxXa/jDL/ik8nj4yOKWuRkoNh/a3JQxHvzn9/
xZ2DuWJm/5ypOJDk//r9tMwBDi8ZAYj6aOYvWnPtVdcG2MuVJXy21X+0NhsTgQ+gjnhWnpTRewgO
OqCQIweoeEVOD77jdsuIVyrlELmee4Eg+YBK+bJIFXco74pKkgMl4y/Z06itQCg9xfyqRBE7tcSV
O5iRXdsRRXeaxG228SRcsXA0MQDfB9g44sllLU70Y04005sOUnu2xm9Gel121+d3bW0dUU1Auh+N
YvPefd01lcVcYwmdDnbu3Bmd+h573cZbas28AYKe80mIJE9g1noMhVNZzkOIX7QyfO4xvx8tlEg3
DuvqQMgfA6c0R95Lr6OwCxYXPZw/gcQqZ47pk3EI7czIAs6Hl/Mrt7Y5KM3jLT33iDhLxTU3A+eE
CyIstD1kgdUhgZI9xlkanh/l9M2LgOLTKIsbx60zzZKQ9TxUmvWtqltfgT3e6n5qmdrbZMNFnE7p
X+gN1CfYFdA8MBvLJxcB2vFEZkM6HfKWo1KuB7oJnVrt7fyUVkeZKU3mYB8ccIvLIU5tFLFKZzzo
sZZAtXl6mHoGwbU62biFlpphc7YGqrD/PdJJDZhkI0e3HkbSqV9Vj7Hz6lUfVvbUNCBPb9HPl/4f
0hSnZog2D7CzwWXgvyf23hYaMcuejmhn9tsiEi2YrXxIAV2+inPvwuxq8cZYPvJjag/ofRtwqkDD
Vo4jHvoPXv77/CCn3gFT+TTIwjtYrWhAnDVOB60lENfq7yyj2TDwNWv4d7kioQOw+tIasj5vJ7ux
xoPj7asJ6uj3bbe/eBYzG8asQQHANOr1X816KtBl1eRNfbx3penjIbLhpldWycHDAlkp4L3hSBer
BN074I29tD5aMfNdHSK7G3u9NsCscIJEJ/KPzrL9gkorr/AKZse2DEe2SzeO/cbnl1naIhbwpg4+
n9LnZNrZ6dPl6w+hL6B6ZxLWE6hyNkgQDbp6dZwU+JlQ0603IORrE8AL7F//FtJpzsKj0KQq5ZhU
1bHwm/itri9+BwPgATIYSM2hcwvp+IX9EMYddyDiSJkZoD+csK1+xtPYCSM4yMcjZYS39vIWZuag
K73WxRFqYCnxa+82131S3bEcMNiNW/J0sTAWcH9zaQfsGst7y+iyntdESeCe7/h4KyZ58XFA1wCo
6lALMwHvWgaCNAXUL50scUzHIgQ/pZ9uIbhPL8V5BOCtTHj3Ofn1dUNapbEJMoniGDbed88L2zaw
fX1LUnVtoZBERVAE0OspEUlFnKxJeo8fzYqE8eQFuDQuPRiYx6cRZrP4dN8Obokqz4ARypYFfUbC
fgtuenoXYQSUC/+JMkAeY57jpxG8yrGK2iP8KIqbqgYk7appb9SFFDS4Z5EimlOEyDcjpUYWDjYZ
gWWdcMyPjeI7aDAxa+txsbIXGASqPQC+zEC7hYt10jwdvMQVRyN7ZvVDc3EUDGkHqHB4IDVC4nzp
wbW4nvQyy6rjGD8MecAud1D4PmqQszoeUo6nT1WlHK+My6NKRRhbEGrWrs6b0spGQ0oMeRVA6uad
WLy+dCub7FHZ5bE1d1z7ZssbrwhLsXERrYwyY1csnLsZJ+bNl/knc4ptvSzdvmNHzS/k37+F93vL
eayOAAZtpCdAGQBv+HUEu+W1IHzAThg33P2ZZk/o8UfL4cZyrTjcOf8xYxBd4I+WSJYCWejBAvHo
UbOKu7y3Qq03Q6G83UDQhO2L5u389qzY75fxFgtXpiLuZI7xunSMbFNFZKsR4DSOAoIPBx2ZtVlA
YMnM0pF8GorBYcdY7NwYykOuL8yLAykUjIGemVnOAUD7pwHzafuTWgcLaazXx3b8QelfSJCeX6W1
OQCZ48FdQcoNOZevm6+XjtOWLmVH59FQvidvs3Kj8rY6AujFkelESAOe7q8jlGCcHRpTINRB74+b
ZYFnQZYs36rlrlkxcNv/NcySclYU6KaSFoapq8hkD1r+iAagLaWvNZtC7R7VddTxkXimX+cCXjbu
VqpgR+H9rR7brU6s1c+jPIY3Gs48bqmvn5dl5wDjQGBQHiKSvoxA5bix3ysPNBgU+u1huvOzfZn5
IlRobpPr7OgSzdfbK8uNw4T/zfM8qjTQLqP603Pi82GLz2zNDuYeWfiANZ4kt0yZbCarOvLpr+E9
6+KFjh/njXklSIG/RzAH2ABQjsvudTPN2qTqEfXalRfotfHDSYr9ZLE/rgDzdHI5nwtUiHEuIYsM
ERYE2l+3y1R44DRNXB07dLMaHKxgQo8Mb+MCWFu3uR1sThchhbwMHus87cpRYBTR3bnOvhtCutUf
vXZ2QEqKRm+g9GAXi+BuSEotdwTumLa6BbIjykTlN/33pt8Cp6xsEPJEeKNDtAqXvrlYsZ6aDGjH
MT2qanjrmB4iFARNuebbqouG3nm92B6QRgTwEyEGXu1LAXNPKAPc66w8etWBwN7yZ04Nf8S/JH46
P9TK0QUGGfp08A2zPsT8909+uhgqBMidhWDAebX9jl5+maFVBBxg6OZBFLA0gnicYqmwLcfyKWsD
SIqe//UreVdkCmFcwO1BTcxaRktJPWFnJMLi3P6VOEE15HtXVUHR7RTZJ94ubvKoZt9juhXxr5je
l4Hnv39aN2k7zeQYMT8OWv9N2X3oDMZdXcXXoGjZOEhLvbQ5ZsZYUC2cG7gR2i4CNlKnJSiYEJkb
4BlL8u8u/WZ233L+XrVeZLs/be/JyHgY2ypot47YSvSDVCyBbcCvQ3FoccTQ0Zno0nb5kZt/lLz1
jDu0YUTOuI/FVdJPW1NdMUfEC7PHwNPcOlFOlcIbeDL0eOZMDyhCBNwdkJjlQVJUQWn9tZMrkEo2
6HOgoPfi4sEzotp73zCqldOOPCoc/pxMhxrEIrbIuHAKk/by2E3avR7DalGhCuM029HEeDIqumsb
4w2lMfSfQm/ZIFEHbY0ED4JqhOaegl6CnoG5Txr1z/M/7eSX4Yk8dzzPu4Gu5KVyUVK5XTrFRDz2
wz2QMT50CqWMzHRPkoszVRgAd5I30/TMKKqFYzAG3rdStvzRqKpgz5NiY6vXpoI3zlzGQl4XLujr
AbJHbaSpq/B93a8peJKZDJvfjfiZ1r/OL9qJTc1LRfBes+drHJP6OlJZ5MoYmCkf7WAaoirdnf/8
yQnBc81EvmoGgaECuMxhWIyO+iTt7tEyPgr2mA17IiH2e4wt8A+ZGzfDylxAEGmhHRN0Eadq5rTV
emnYtXxkIIklN/rD+bmsfR4PZ3DjI9sDEOPitDdVEXdmmcpHaXwkkcE+Lv88SkfAVKFOBTXUhdOc
c/duYVP5iGbt32or4Fj78Z+/PlvcJ5fM28puncyQj6L6GdjGRmbvJJxBPuHz1xcxrpmrpDNd/PYf
+XjUfvTty+Vrg/wRHI4JxpeTyq7W9GWHQpV4LNm7guxrq5sXG+rcxoxXABKr6Dxa1rxq0MloeobN
Tb1vw4Cw2b7rzT+GcztOV1pz8bsGURIuZeDB8MpEmmRxaWkmLka3zuVjnyLhVqmgYjvLeY63uilP
dx3jgNMfQAgTaZNl7Aysi1d3SSsf9Syqs6i/NF88T+PT5+fhPxnVQEjZsBKfb5u7jD+XFxNwzd+3
0SsP2gwP52JptKaXp0mM7xMIyQ51ci9EFeh6FRAXhL2G+3Teyk6tGKAdRBBIT2PQE+Wx0muUk0xD
/whco6/3fxPnxe43+D5XdmQmxUToD8U2sOEtptRPSYGwMh8ee0jdWLUM6cVOECViBONYMnz/pH8i
iZsSvM9tD0OGzN23VLv8+ygLg4xyfraALGMxASydGF1SWI9q13gceLmLMVQQOcQdPp92KBCfdJxM
VVGO1EmtR6/4YeWPWbWDSO9WT8PKVuPs4aDjTY4OqWXkBqj7iPgmMx+bo2EMoWqqKL2YLxAT+TzG
Iq/QKUfB2jBGltEw61+EsZX3Pr1dMQIAhajKzTnd5RPPrNsWLa0YgadhZXzHxbIr2V8yXmtmVJAt
iMPKmuG1hYajWZl0To59Pe2k7WrAUgz66E7kqiDQP4Z+drI/fwYRrK0ckRl7NrdTgLDuhDFSyHaK
+9g2HptBmY8sIeXVkEHRCkg0ekRzYX0f5z0LaOwYe0lH8KH2aOTyvakaqsAbyAi1OM8W+8Gqyjuh
1K/GdX6RAjg2bpWeivQqcX5Oepo9T9BBlZDcRtkrMI04vjZ747dtosUFWCLjWhTMyXzPG/Iwh/RW
1LdM23vSHo7p0A5HbfTsnyYej8JvS0fbKZ3r6ABJPrhId62Tg6wqA5xBCK3A1yGg3SUOkmTeoF9n
cf4r1wpoeClb+p5ZlNCRSMXfYtDbuwF0gLfMVUg8Spr9SBkaDvx0HClsVMEXlom5myQamwORWj9k
pSyUhpzsTQplFz565x91t38p+6YOJ2cqXivPqcM207sdpm9ANowNQafH01VWFsSH7FcR8VjDNaeK
ZxCHJHfNqJHIaLVf02i60u/URFPfSdzqQxuH1G/tLovMgtvf+ag/QxOqeJYg/b3SuaSBa7VOGSTl
BCX3FA09RtT6kK95bQvlvfWoYjWRW+Vkr/P2ZyG6V91jg6/XI711PSy6zzyII0rFh/ec1w42p7Ym
NGBW1fPIa7x3qObF16NhNEFFc/PByXooa7mSVWXImOEezJb2qAqkVRCLCsiEQpfJg2PU4++MdH+5
TJqd4M0PNiEX5qeGlui+SVJUEsrOfel5+TI07iudpjH10bJFDsopuA8EHmittTEJycRc7lddAv4+
2xtqGbSaxv7YLnA4ZRInQdfE7JghL3NlevIJ2PIflj4cEpanNOybIcoa8lfpvfTj2h7uvWbqVdi4
rVV/a7S63feSfZS96cQ7gPfR0t901pOddaINYo7O71BXBshTk85t3MAdxuwR+Ig3ZiuGu0SzB6RB
+mMhsx+6cA5jrnjjQznurdf57yEVmi+K1Axib0AnH2v7IDYzx8946u4abstrT2ttI8oyzqKS52kV
EvSW3aopzYTPDQF+icSAAF0Wd5Ft59m+zqfE7yzFQx3Nvx+8GPh1UVTPECFLfFIXJiTpkte20YwX
m9H6ehybP8JWTefbPGE3vBy1oFXWjzYxJifUHKNxr6ps0v90FpipgT4dIEGTqYiCx1ceiCrAnSZA
0FT1bQ9yxKJGTJNlYZngAYqazUulA/h+Bf7TJEVLd9Ga9zEBimBq5OQLS9XhEBtFMHSeHTpl9mHn
goVOk7cqql2r9C3V1uXOHboJpmRRn/bkLh8NwnxzNIW4bsbK9EHnpgd23ouAJQIsYWUNgngd9FoE
TSIB0kgqJGNxoCkIQJQ5/AJlrNjbZZUEfWxagUeFQXd9itpW0IzuH2PSmuquL+S3Anz231jPcgrT
kM+0qu7GXDuUTs21/dRxVgWNSTowRWZP8VC+624Ox9NnljmFVta/cTAx9TfSzfI7q5Nway0rOt3X
uPHSDBRLh3wM9IINgo6iwiv6Z0aqpL9WlpZc9RZPHkcwJGhoB2o5Qi2L+YWWGHt3ipNroSqWRbnm
tPEelnpfSLJXMYT9Wlq8OQQ97bgGZWjjBwSNw+sgLbS29ZOEZt+oO6QPcoiLsO+6TkSj1d/2RODw
sYwTHkLo3P1NcVHuhjQmv2O5a8tdB3R2ROIe9o8u7PshN2kMXA6UEJki7neZ0SoLi9qSr640xicU
A3+B9ZncVqp7YCU2Q4Nu+BuASS6USLImDTyIASU+N9Hrm6YN86e+HIIS2J+7xIKuRGmR4WerZLw3
Ord6htzZ88TydzTP8GuXCuuOlrZx5wqYB06zFnRWF/tAZCk/10gWIjsao5GbjbsJIKk7rYg1dmvY
XTf4ZTX9AlNQru0NJLHpH9E4LojzlEnDoh/6sIWz98vUtEMUCs2wtYUABElZEwlKu/b8vjc933DL
350w+qDUOvhWhg4PSDqmevWtmDk17toKcJwRNeomlKVm1qAgt1IvqivQGihKcA9Ru8ddPYAMLuNg
XG+ujHZ8r8fSDaGwkfmcTtVtMsm7pk+Vr7oSIDy9/OW5KXwkT++VM9EQ2o9GZFkg3Cc9HKvVd6bf
mFx7x73xMZpZRgJV123o0lFihTsEeT5rCeeYepzpewfXXxFO0Kcs9uPIKphpmtQQWlFGGqg2K/2U
eeg/tOpnMgrOITeJZJqh4iEEZuQqd7RgKtHjqjMGFkj8RGJUsKqyN/a1ZtAoS6kbZK2bfzOGovLL
ttxzK/ZjHfuiOvww3NTtI4DI5IHKhAVozsUZNTsB/owcvMy+KBV7AaFoueMjoZGVFTGMNm4e7WEA
0WHMxaFH6fvKAPv3HTCSyb4cptR3Vf8xYikDXLg8cFEEe7DR4L+fM4dh5Rl9lHR5jPOoqXfBywK7
EffvogSXGdHzB6BV4ohpuXqHP+zfIS46hnDV9U3tps3RhcgnnIRjiiB2+uK7orEegcatbQIQIjJV
X2VpWRvftFbvf4CqmPqTlEYATCVOodLjdymr33pjWzsbnsIns9RmN9AYYqJtcQ2t0XLvOe0f01BH
0usvlJsCWBDNfXR5buzcNrVlkA2ofxsoViBjY8dXuiGbMOZpHYBoMgvM2KN3Y2rnfmKz5hq+mfks
d+uoyKTzhAtOfO+Nor2xCjBtFBRnpqW1kwcV3mH7vjDbfUyL/tbz4sR308GliFzV5DOXiW/oPDbf
jS5/VdRNX3oFET9rcMVtCc/i0zxHn1aDaIo7AudpQIj34E7C41DLGgw/yQ32p1HECfFbccs3TQkN
6Zj8SUoU+8KOkydTDc1wpdldoe47U09/NxTxTWfIG+nRgzKr7E5MY1ldm21eFL4OpQYZTLW8I5lz
LOy+gIHrpW9b8j1x1QPPRX2leVUG2ZV0jyDOtQYQZA67PI33smm768LWzFDXBvsa3GkqACpZ+JJ0
tNtlNWjLpD7NQCXc48ZYNQFlaBxvrep7MhlJFJupjAZN7/B/NKGX/JSNUwWt0GQEewH/i22EGee5
P3jutMcd/GGM+q+e9zvwKTCAyFEBKLy9mbuhiK0/icEI9ONiYPHRyec7MkOrR14hUZelvpdDQ5za
XAWg1cIqg7o0MHWo2vI+/YtOyHI3cKgqdrR5NQqRBSW136fRym4KZd33BgVVlMs/qpq53/OEtH/Q
qkLuMjdunyY3jvd6ydDfr/X5M0tUHVUxGa8SbvdeNJolyb+Bw1/4WuUlt0R4E6hS0ZXsOn3thVS2
lvKNWkNUVqATIPL6ERBUFzedxdr6B6qcmeVDcbV64yOuQZ8II300QSQ7BlomjJ9t78h3WjQ/wMj6
s0/sOKimtEFEl0NKpH+KoRF/FFIhIEzheu5IozoeloVdkiDP+0EGLi6rP4M7uXuQUnc/EU3IENkc
y6/MDIWUXEkRpYkmIisuxwgyt/kt+tvlPa168tAoO9sJm1vYCrsogjxpKs/n2Rg/F4oD0RfTpnTu
VOvU1E/MbprCxNHoTqPkI05Vd19S9ixtu4rgkvGWIJm40pkdgwqlBl6o06rkZ9YwheBV2hKr03jp
HhrqiD4ACvhharK+xXsCHF6Tlg79HTMrQZ9KbjN2BTbPDOpgCHpB4h3nu6IURVhk6RMKbn/qAuFf
beWBYbUjfGGLh4Y3fXhep+DeLXgcB78eQohWVBVu8QpAlns3cZpHQw4c9Igz/ajsCaF9LdSPjFrq
STO1eyE7oJw8R+FtNLYBsVochTzG04ezVH/Cbrpqr495lsd+zSBlfEvHiqWgx+80r0XUimqCaoVA
LDmxXdITtMe0mv3eYYPe49Kzkm+WQqrZAQDtimRDbV7zTv+OSmYHXsLOqIPKhDp3mVtGG6WuRN4n
GVFAAYDb/C7szEV3Uvmb5hbiXFDvfde9rAfDZZ/eQN25Fr6OBNWL1tbJdWbESR9yCs4KjdngSUIz
QH3jiQpOB04/fR3sxPU1p8Q6AJgDKi1eowtBN+oI7T//Qdp57caNLlv4iQgwh1t2VBallqXxDWF7
NMw58+nPRw8wW00RTcgHuhTA6j9XWGvVD10bIxE8Or6x2puPeV3ldlX6tM2rxmATeeFJlIZgQ/ft
50SsXzKy+teqleP6eWPN229WG9dPkodMTNJNT13xNdXTxzH3cdJEuj/pjcip9jP/SpIRnAyk3Dwg
6SBzmBVzCzg5vUbOUCyf4LbItqm6RXrndX6R3KNZ8VTr4nf6B1XNrevVqum4oojY0Cg2se0W8a9E
a06iEr/IRamxX9X21Re1/MWMKym3BXkYX3O16e/borw1E0/f8ohG7HrL/N4G46tq/kz9tCEOEcSj
p2vC9zANRRvdGeDegVHI/j6g5eKTiyrMq+7x69UsM362Y8MzqCoOos3abhjyb1nYBJs05FwkZvVe
tabHKcte1a5PN9JImOj3RWYbtFI9FHqcbioFykvTW+IJn/jFN9XgFeVy4wcaXv71qEkFz2hlxHbc
u9m9m8l9s8ligtsYIsYupn5/26C9JO6l0XOfMjO10i3NCdL8OKrNU5XqUXcbRJMqZawT7/kWFK6m
c9+ldniP6uamLUKEoPXkx2CMz5kuo2/davQGv2t885dCL3A7KYBT7gq/4VHqRKlBqs4EYmMaKTpv
JspPlG/rjAVHdV2+surMgDyjFldaJv4Ue+2najXhJku5ILVE/ClXcBJlriJ7DJgMqk8JdeDeZ84K
t/42AlHZDKbkcoLi9p9CHQU71gxvM5TGGJOK8L3bOm2b61wRGsWOuvzWHT0B7p4GyiSUW03aRp7+
2ufA6KVgeOxj3dgS9RMFdkHIxWKdStF9FegtbhtarB7GIM43w6jEx7Ez/X0Wug0/LSgcvUtbwvt8
Ihu4YfkdEnq9DUa87zTKubD9IbvvTYUxdHDvojFuT0I3xj8immq9wf1L2yNpovIhBG1syzw97aYz
1OcR5aiXAqWCo9GVQbiRfTG6RVpMe8kjL+CE62UNYo2GRTa+pPJXDtztapT7rtm6mWAU+zRL9EPb
FHstT8VXYuVum4CBum9Ry9xVSVaBvFekH3FWN8Ox9SAsE1eB8PO4KXgFLduqxWJTmdZ4yHvzjal3
bbwS6BMmTuwwiqcsVrtjFJAYMNojQeLeCmrrWiyNjsYHbtDc13VUqrcW/RB3jRbI10FllhtKzeVW
7epvZE2Voy7If1l+0dt9Zr34LQNTIo0G89qtG4rPnVvjnEfeL6PK/8IxM3ajr1hXXUlsaFGp742o
e849v653ZSnGm1LsyngjiGK6LRQ32JYmsU49uD8NJKw2mhCj2afGxySWj3KhHzNhSMoN7nNhG/q4
K3CvLD0+KuWbqRxrvbKlQXuXe6/cV0Uu3Si+DyqRbOy7RlLkh2/UhOap6DVbPZ6kZOP0gTD0m1x5
0S5q2wS/swr3nWVUdtRU8a3akV0dCvGvQQjyG5rEG8m2c/MfVlor11LcVrvSH/V7V1U7pys9l3AT
lRnRCE9JPf4KvUw7tMhWD3al+MTNImme1s8tdn6l9Scztl5SQYx9IFU62bg4aLcR52IT1ZJ1VcRC
sg1RKcpsl4fll8sr8gIUo5WOYxj+ynERbrxeEe8CTy+2fde3tsglczOaufxQS4lKHicRRLtVXTRq
TeHNkrtHdRylQ5mq3S4L6+C2kxHTdaFh2UGT/mP6wnupZaptmeGzESHuleMwb6E1/3TdFHlRFxyR
OwbGlaclun7dI971TR3JhUmNYL31TalH29YrTXOjeVJNs+pwRB5Ay/EDLIFmgW5i2I3U5miFh/lL
kHqY8o3X1pLbbRub0lPXKfl70BR0EXG5OeHKj+NbznNwqBXC3X1PeOiUukxMqet5/qtSIuRCq+Kp
lGoZEV4Eezd16Hf1RpLTUxrp/TWvLAW9wYr72zYOjH3f5j97L+Iy0tuucZpKLt5QjRnROCyTnVcK
1r2fFiJ3DSSOEGKhYZdu0pM+tL6THAg3Xp1UryPIrge9lz1vY5ruyLBwVa51uQhEmoe4xr5zh24j
NiHS8rL5bajK4N0iE/qInNIryCP9OMqDsiEzPHJ5+IO6G139VSKVF49cqjpK7kjq+dGvppRrfn1Y
xaQX2jDYelWjfJcyV/82DCSRArfjArQ85XtNEHojjGbxt9tMKy6qj/zuatuX7lBvChJnW3putztg
QcXJtQhwpdZ6klvf3bRqZtiyknEQ06SzYzVQNz0Xzr5WM+9HCObhCQGD+kmqqnEvj/Vdq3fKI0i2
sLE7OZjCCyFS2UlK33PFEh0XbSkd0mAkFwJqF5RBTqLqelT0/qCKyfAIXc68UzsaZw2Jlh6mi+Kp
Ljtr3IZiatqxJbS2L9Ihx5bqUSDCiFR9U0hKtFKWXao5oDAiTdUNGB1zsFeeqxJ+1aA8G+3raOxa
5Zh1Xy9ooV4CNAEdC4gj6qxMExkmnkUSKVTktlJ49NZYyUvlDIAiv2FY0mfMukYuSyHnpDwnwq7S
NtKa0OzC96cSMiAO8Px0k5wBcpJIdK2ossznWvvJFcpGvFyRWViCj9+fAyL1yuhIwPH9OG/JHR3V
9MojE3fZyMog5l3USdIPJukfk0L1Lc+IsFJVWvo8iAok5IHbQQCb/v+hUC2T9aGViG4AH75+99YU
9z9/Hbk70NwAXehOijbU+dfNwVIEJWiUZzBgwpWZHC/PzQT8OBMzgF/08fMz3AnhmypXPp8X81vL
uGrHq244GOQjLptZG8XsHJCppPwh1MpzOv4a+1Pw8//3+RnkQc6r3KNYrDzn9ZFEt7KywouTRHkS
dQFKoTDYztcAwa9UD3KNXy/uzcgeclt9z9a0R5emCID4pFdMiPhJw8fNJT/KQ2rfCa26rSGzaWX5
9VmaFCsm+UuwznOKZRBWaRIggfuskpsM1F2SfZW1xmb6aMCYzVOYjWGObtZzo7R2Z25dcQ1AvTRJ
IOlpPaHA2cXWuQWhaBVyTbL6/C2nN6LurpEblr6PrsfUwmrCus+L3p1lRoGSN/pzx3uIx250wsoi
THMwO3ATPoOfD9bycwPTJlIpp6q18dx296O3RX6hO5RPVvr1E3FmZgaaEpIw8iwTMzklhK0Xr2AI
F06EDD5Rg8QCaP5TW5MiI93h+5mBg6zdRf1WSw4qleOSJMzlPfv5gUAzC5gi+GhYuxARzhe81iWl
TXKL2EIdg9tBS5+pVWgPedOqK5YWhgT7C7oRpJNJh2hmyfOpXcuRKT5L0js1rU3Xu5TzAjgOzdct
gTebgMUTcBqp3vMxdQGKFGy+4bkeZMKBoivbGwAH8veoC8hC+qb7ZXAhCQ2EIwD2su0QpD83SJ1t
AP1Wq89+tavaXb2mq/2bKjPb1ABJZYCvcIcnYM25gVIxiFIy3BDJIknnCVq8SYLYBDJcVndjMno9
zP6cbtQUfbyt0EsdaAjVsOtRKm5GyYyuKEEGTxIoA9sjfj6QZDLucV2HWyUZROEw6HrzIFGlvVf6
73QcQ7RLP0aSVu9j0et2aQlLKBBzI7VdLawexNHwdr0mCj+rOJKewhDX8/K+XNgtEE4h3tAxHMD0
XAbZohWDqI+l8mxyl1rxaZBlux8PpPEu2/kMQZ+YrZii4ocPwL45n9o+govVBKryTN3aVrrHBjkG
slpDRYKKSrjX3zbNQU6uCAPJM69cVp+5P2DW2KQ6DxMEDC73c+vKlHhKTdF9lh4qQ0Od12OCf+Xq
ixVkGyEn9iPVtqII8fkOZquCzoHAgmF5TjBzGz0zjT53n33PO7iCsHcuT+nC96FVw12YWnIhLzeb
UWMQu1h38+BUZN19KiXXivRVeWZ+9EcL0+b54BFmSW1VyDsGp4Zya70T9C9DI/k+2LIJY4Y0pTlb
lUijLVKjRMEpDPESNqsUv8UZQu9dZ8eBl5uT1qwmb8QYTbxnSQYkkxwQuP2DJfhgYHYhVW6v5kOB
gVzcVydRXrlgP/9+AhaKR+BtoaB/0ikU29pVMrJjzzD7ohxh4S/7OXyfFUAydwod52SASPKEOutc
4TkxblLp0Jkrx+7zowcg9fexm7Rg0a053z+yUNMDQtKikzlepdYp1PfpcP3VFTg3MfMP0r7QROAx
0UkTtrCbkjVZl4Ul+E1BheaGT/vpkHkIF0daSv85VbxKrjPvyyfAQs5vElWZGjl8enDazo+7ZBTC
U/rLB+Dcfn0DQTMH+MgFwd1nzGYnKhI5KQYrOikkx2U7e/365H/8/CyqlttSr42WzyfpjdnclcbK
z5/2x/lzPLHk//v580bGKlXEqFX5vtRscgO4gmyTnqdmvgnMNa3Ahb1K5gT8N5hKGM1zFHgf6rof
W0l6MvSXrGntng5na+Skz4/tpDL7PxvTZvtwnxZJha4K7tlJ2OVdYLc7acpc7r68KGdGZs+Cqadw
/12MZAq908KbMf3yu8YokKGCqwtlDldzNopCc/sqTNMTF/puVIdrN24OfzCGDyZm92pXuXrqunF6
+lYNd3345WeNxlMoACFwo/H4zK+lKG7L3qPA+5xEP+tso8grvs7CnQEDDXi2xURBYZ8tc5yBDepJ
bj734ja4AiXz5ck5+/xsgSMBMiuIf/25Dfo9OmBZNKycu8UBoJaKEgl+C/79+QrHcqCP7dgxQSXQ
R4N+Nt2Khek3zk42SCLeNRpLkU6cx6ehW0kkZE3juSv3AN70aO+2+8vTtHDY6OtBjE3a7/epPh9E
BpRHzihwPqNru1HD+0y4yb1yE3+5hQGKkGQsaeSJcONErjy3kxMgBKhDms9emN+418mql7RwC54Z
mF3ivuz75UCx/jn6B1CRb+21YGPE0EVXDt3cSYZyARgE6SryQ1PwMyfIt5LqVnlvCKfawB+Td1ks
XwvNNwP2QtNcjdawBfdFUcI/Xl6p30SCD7th4pIQQxIcIIdF1Drn4KZ1oEie2yunoQdaAjMzUm0P
/MOLNQ7KIaDHNOWL7FtQa927m8jNe5fp1k2ad+4/iaUn16krfsvpibFPZNeyBWWUqea2INMUgdCi
LiokKobYN5/8uqCNWSP7D4j0dnR5R21/k1y3ygaiSVd4wBD6F8FMgSfk1Y5289YBEER+kBoFbBqA
xKsKrArdPaIe5HpiRfEtyFP/qbO0E8xOcXt5YmZb+N95UUiYQnNEz2WuU+3JVpv4RqucAu3m7ZCl
t9HbZQOzg/6vARWtURpWLLgfcVXVlig2yklsvS24+7KVV4awZmH2WFT0W5ZVnyHQV0I4uH8wABkJ
W9J1+K+TzPr54fNT0mhZJfF5VTgEoX9c8c+UhSWAtgc3U4UrKX6ifipdQB7NLJQTbbzQ/nSj6N4z
pPxFqjPvUdRQOhK0kc41mRtuXZSDNlqUa3cUpD3Nbjuj2htKo13ncqQ/JVVWH0gZyP/oXXfnApk7
inJnkpwRwm0RCvmVNVbSIdQEaAJGgzsoVSDpzCrftzWgqhYWwkFS/X4zBDDjNhT7KzuPGvHvAiFi
u3GhV4xDr9yATFqTJ11YRq4HJkEinchWmb85IVRSX+/VkyL/Y/3wlG+X9+HsOZj2IQuIsCCkKeUz
RyevXdNKTFc5kVO0VWAHfX8NQPyykd9K67NrZiLlwPBBt41K2WwQyWjUfWR56skYjG0WH9zqzTq0
ZG/U74DxQIMr2TZ6n4Dv+jYZ/tYlRze+tyTKhXbFhZqrDvw7YBSU0IIw8AjnkZdsVS4yipl6kpvs
riziXaf6jxI9e1uP/kT+eK+4IJ0QPFAyaSdn2cqpXNjVkyDbf+ZnpxJkUdOEAebbCihlBNHhUchv
PHVcCQA/jZPU88SolJE9muSC5kT4sWoszeX03pMrfBAQC9FzLvMuj/ZKXIS7LoweCjN464WdVEWP
ohqsDFSeShof1xx51n/1NkgZkqmcXxBRpxCjk1t7kBtKvlljSRtZEEEMZvkpKcT4jr5H2ZUfRuqU
zpOv2Ds1SE1OYERGWxOPjRl7G6+1/hnrEB3uxMsBDPaoJpRtdwTyvuZ7zY4CSU0miqCffAUkXpJm
5zdalURpmPRF6gwqggX1sYyPHuCEy0dhyQjhOIrG04MPP+7cSJzQ/Yym4VNHzPck/+52dL54vWxi
+sSHif89jo8mZuMwI7CUlo6JPPihK8FVbB1M19owc4ns7Rt/LcG+aI9cvgKRgMhk3uXVT0YzlYUg
dVqBFn+julFR0BMS+g23D7n/SwivLo9vdiP+Hh++vQKXnp5Pn3QaB3UQYC/4tBaD1JRXW2P4Yt/a
fy38buzxW9hn7iMLrtnpil8AAnb3nvDeGV9LnXz6/uwSCHM1qlPS3Y4aKbbcv0fjyuFbmiKVfKtE
fYj0yVzAralDOWtEgSafyqZkltaKsUu7GFgbpHpOi4K8yfkuDiJRElI0053I2rjtlSDsCuV4eZXX
TMwLAp6bipZHh82uK3Zm0zlSUzwEhbHiei+ZIR5CHUqa9B/mioNBrgeikTWRQ3MVK9539SFZKwut
mZgdeb+x5N7yu8iJ2zE/mMg3HXBl3V1Urbqta6ZmR7+YQF59wfvNuj0anX+v91dj+3R5ZWZP2O/d
O0XvEHqntZ8rQRQtCMGyFSOnSnehchx1Wyw37s/LRpZ28EcjU2j2IWGTU98yPUuOYNxYf8NCG2DK
dCtrv2SDDC+gCIIfmTrguQ1UlSX4NGHsIBU8oXHXBIkXVoMXBWQN8la/VXjOv1/y2sEbCXJHqN6E
vsbNf6qhkXx5os6MzO6SvvTN0JNC2lHWO/DDsrDyYC1M0tn3Z5PkC2PZmRqD0JVwq7VPUamvjGBx
miaZIrwRE6Gp2VIHSdImiWfSw3G0h7/ghEYre2nZALAFgjny7dZsCIYCdSlpx8xpWv1WG/Jrs85u
Czd9vrwSC++gQcXpPzPTTH7YslFLnh/1BJofK8Am28Ooy3jTjT1496r0V+D/ddnc4sKgpTB1SSNK
micDU57GTJQYVRfAgzFMW67+ZEAfLMzmzc00sagqMXOk1DxaKONK+kPl5ZveeFTN0A6St8sjWlwn
QmKafKi4rnMoV+VpsHH0PHNGOYTvMf4zdAW1KVdYcSCmDTVzkAxclf/szJ6WAJx9rhVN5hgTHyKW
Wx0feIAy24Mcb41aeAJslKzEs8uDo1UpMF1jAnqd7w6SIkXr6eyOjuxHcWjca69ZcSvWTMwemqDI
pBwaZeZYYNj1a+8U5n90Vie8HSEpQKZ50Vrr9VapS9SzQu0pbd+t4j7Id5d3weLqfDAxPT8fjlGe
jOAlcty7LBs3keYENWhU/W8/+lsKt183BZIJOR0aJdI3aprQD6ZShG7VuHRTp/GtjZzFd26SQf+Q
Kjse1VcpgZJ42eDSCuE3qZOzgRLxPPhUJri2OtDXWya4DHxYyxkk4mitmduamfmbwJUt+QbjEuS/
w6yzleKXJq9oKi0t08ehzC6HZMyGolRNbKDIXcn5VotphFbYtejt9PHp8rwtuBw0Qv/fvM2uVsEb
k8yLGZDF2qjlN20A8S1nOzdfOUJLl6qKbDr3JTXHT00JRTmhG6zoZY6cajeC4t1CAVgxsbQ4JAAA
XfCHgvNs4gxPH0Jv6u0eWRlEyodR+NZ8sX/85KJN7Yn/szGbr1LqBBf6UOok/TYvbVQkLq/H2him
/384ONqgqxDg+D5hn12N8D3bFrb1yj29tOrIuZDeVwj1QJmeW2kVCc6G3ieO1MsHQX1Ad2OrJL+y
L5Z1/p0ttKjxAHUkXebXQIVWAELYUeK4wlOgXblruZjFcejcMMgd/b43z8ehJF1lBVCpHHE81HFu
Nz753vjw9+U1WXI/0IUCig7MmlTh7IEhO+n1qBtkjjCmGz8/NuN3paBtZ7s1FG+rVmuO5+9a1PwZ
ZYsBNzUQvv2UI88UI0b0IM4cmoSONwbZ2E0olMpW7CXhEJqFetTb9oViU7bLZW3YeYoe7iBNiHYJ
Ed+WCjI4g0J6Xw6EbBPIVnbtohy1vTwtS1uVTgtg1qYY75PsogHXoBtqiys3/RbJOXKQb3LzB2/7
Rxuz+xY1c1GQRCF1RNkRigdIMAhb7C+PY3F5P4xjdhioAaUelOPMQdbq2pC7J0MZJ6LldRHmW7Ku
BY2WopVk6drcza6RRJLbuDOZu/ItMe7LZNsWf2IBgBgx0oTOnF+GpA1HQyosXL4s2RTtld/+TIf2
D24rbtr/jMyG0SfmaAyDmzltmm9UIUBtpbSr8HR5gRYnC+8OXC4lIzzy81NuQH1HrUJngSAxd+Nh
lI2NREhz2crSs4vzpajk0yFVGLObN8wLpekGAx+vRT8JrZXskFilPRQnP/77sqlpWubn+6Op6Vr7
cMmHk9y13uDr9f23rr1XVj6/NF9c7eSpKXlOzbXOP2+kWmxEoKzIvMS3ninvpc67Enzza8jV35c7
8mNIvEyU3E/tAw23IMfTjpxNFfEB2tA/Cqb58/JMLQyFVBjLgYA6CZHfufgPM1VmXuoKihE5Uf0r
DneFtI+Mldmads9sMYBu4pdAvCI8mocPVhYKmqEJkaPn/3QuXEVrYwnw5tMrBJK2kvVQrPXYXHi1
zizOookoIkaLWBuWv7cj5a7wfDsZ9Y0uDit7emn66Byvo5tNseLTJeAHbSIGiP44tZDYfbgvEXRK
zBW3a3E46u/WhTDW2dfn2w0lXH80Sp9kj/emJfkh0o9hVW+lbK1LyuJoQDzqU3NugOfTsfqwGZqy
SJFzYTOowiskU1sy3+pixfletIFqOfBNivaI0Z3b8NC+8EaftaET7ShsFf9B7N4v7+ml+ZricBCc
E5dhnjTRsyIw6aMVk83QNnRjt0Wp34roWjTDyunRFy4ai2YQJh0QKRTh7J2PBnGZdiybMnYsNage
C735XiRumm00JUxAaSXCo5u6D4A99oITwhEQYm2f4ZegKYCuGwjw5I1SX7Sz6rGyizzUCRvH9C1x
h+DYjXL0T0wyf2+NsnUX6aVy3aLmgHQUyiRarlE/EOT6SMOV3gGEkdpl1/WHSFDDLTFc65Q0k7hr
OwFusYhCUhbXwo2eSwLyFpVi/RLzRu2RQjGbrdI08nYci+6fWqUlrZIP3XuJBsaLl2jhLy/LrGOG
0tC1liXC1oTFfgCh8xK2aWtn3ugdA0EfDwiGq3sEDZCcEPyRoLSl6bOrRsc4CtL3RkHpSkAZDDUb
kDsoPK5R0RaXnXNIexmLGGi+7FWI2B8dxzmLxYFmDfe9YOfh4fLWWlxvpJ9ILakaWKCZp5qNsaGg
ZhQ5CVCPezEtd5e//3kM6NYydpoyTM2j5jwMXS+EVK04gcilvKOUsKvL+LXzpdtENlaurs9DAbND
E5uJQCmCg5hdkloGv6PNI0wd3IY6yEoENMfu83pNmCAqoRPKgthhdtCzTBqRYqI8kVA0RDC1wnkp
Roo6WbtHm+/ay/qbvhS/D655G0fjARbumxhGKz9jaUKpjcDMAHRoWvNOAGKU0g/ZIBkPjcfpg/Ao
tsThWlYd0VPcXF68z37uNOL/2ZLPLwMN+J6iBUrkNGO5z9Cr08eraKRvePlkluZduHZdL64gCRmQ
ADJA4/nDilC6oeK/M8Otu4cDeNvK+pf3O0MiecGuhOvxqTGeFJVWbZIApGEpV4X3XiVrfU4WBzG1
8iS1yDjmeaXWF9Kg7pTQGfeWfl2uQb2X1h+kksS1AICDouL5mnhCKWdaSy0u8ZuHOLZ2Uoh6RIBO
QWkaK/7aoq0JijY9nVRlZrY6ZO0ji07JTjiG3RXScf2+NKp+2xqonPlWka9gU6bvnTtWsBmJ+wlA
wNRC3TofW9QOrmWBhnBU+RCZaHORvdpf3tJLqwP3ZspgEBfAKjg3oTeFHmZGhoneM/aeIee7BpG1
lSB0+sr5QCb3CSlteFRcrnPARywnaYWeExWz4RS2mxo1wihcue4+22Cy8DM18rN0tpjrEmexpEZI
PVDKBKQoJt+04qc57iVKQp6+RkxftDU15KMMyO2nzbL0VQ3EXav9iFRz0p500o0bjSCYEhdSuAfU
1Yyfo+trK1fd4nb4YHV2/Vg4HpIL9dGp/f44eRAbXWmkDZLW2cpcLloCDUX3jwm7Os86oRQURVXo
RY6W/ZX2FUIHT7K+grdesMGWRipcZb3Y5rPN3SFDM5S+FTgB4dXYbq1U3qprCfuF7X1mZPr/B4fX
m8ASYYiR5Aedkrch+YjL52dxFFRoWRaN0cxdd3HIxDhvitDJu2Jb1+JrPsR3stes5CKWxgEnBiSs
Tqr5E6IRJHBTBSCwnQRFlxcheL48isXPy9yhAODJXM6RP6bc1jjVfN5FcFk/ymhMXTaw5CwQfU6F
bED2E436fCEQBK5GWewDR0Hw9xYo1TMw/GRf4n+iTIv7bvTZz1LQtDu0S1rUb+v02sxi/TZvQ2kN
IrI4XADegCpUannzECUVBmSDejVwelnYtn1753fuy+UBL7gK0hQATdRGUODzEzR0pVQMAhsvVr7B
IdnGonrwq9sitLYSesa5srKCS/uQAByIGKrglKtn8+vnetymRsLT5JZPiVbeW0VwrDvv7fKwFl7A
iXiDL0UBYqFI5PZDU+dK4JRuefRa8bufuQBUeydo1L8um1ockTXFXFxgVMFmIzKrINWywAwco9ga
IgCF+67aXDaxuA8+mJj+/+F2KCZfX4Rq77SdlG0n6Bb6xPHa3l+zMg30g5WyLz3RKwwuuugoK/da
d/z/jWJasw/fT+q2zCqT749IOCli/6gBQv66CVYd2BZgERl24LmJSlNaNMFdrp90l5TbcMXPWXhO
6bRJkgWwNujGOSfWUyruV9Uk/VUfZf1GNp8tBOX6G0P5urfDJUdugk6rU9+V2TjIXYZ1X0e+Qwem
fWtZO0WJv8aenKIiTJBxI3okBzJ/EMB+1xAAAt/xT4gQf1EK5NPXZ2sdW0OgewFft2rk6W4raXd5
oefQ3E8GpqX6sJnKvBpirZp+vlRsM9oGRpW0EcIB2getoXz0vpKmfx/a+s5T+5c8X0tXLj0UIJJo
7Qp6DxWPeadr7vy4HprCc7xIftBa9Bx/ptBN5BjJ2DqIN6GiHdKavoISwnie9BxJf3BeP/6CuXAS
xHq3UFN+QaWrj2LmvrSB9XVPDoQaZR/2CJywOUzN09Wi60rZc0TrthfuktIZrJUztXB9YgKKs0Su
j+t6drf5pl4YsaJ7TqDtqwR9qmthjVO4vFbyhM4HEINcwAxqiS5y1CCf4TkIzqZ/yUaLWNsgtUfB
rIVbYN/eQUXkzc4MV9h0Fmkpv0CT2xg84SpSaDB2ee8ujnjqamig1TBlu8+3bpdncol2o+/U0mOc
vGnFu5etJGrnZKjpeNAmlBQ3ulrw4OZ4MBoBt3jGaeBw3/5NLfGX76lo2r3XRbOX9OSmScsXhNto
OlHDLro8voV3hOQwPotpMTg8i/Px1SZ4dCUyfcdsg03/Ogb+ynO4OIEfDEw+zYezL5QDvE3oKk4+
3koRbYmoFn6NBPnv/CHVAWICsNsnd7kRO1cSqxxHcyx2HUJwSXH6g1kyUTqBdkeNYO5omlGT1pXQ
Bo4Xdi6djuimnMV0H/j/WZmdrjpUFYhmWAlb2VaBljSFvGJiwYOE+g1TgWQklex5PGvlZmYZZRKQ
5EYL0g7QaXwOUdG+GUc/Og65NDzQ8EPeKka/ljlc8PJ45FGZJ/QjLzAv1yNgGlqdirMuFM213tfX
sTme5K598QZ1ZUMs7rkPpmZ7zu2BoaJEjgtm1K7dNn5+L2djtzHFcG17L54fymwIK9Hu8hM2eNQy
hY4eeP1Gc0ifo3rFDVuaNAifdCaDCYW3Mrt+3CDycqsZAwdyYpz196ZyK8XNpqj0FSdmzZB8fkwV
cURp2MRQGb+4jXojVE8g9qFSrKEoliYMDqtMstrQiTtn17vbh3WYZoLvuPGhlI/DSlJo8fMkT/CR
EF/51DNs8OIoGeFJghq4717c4g8eQEC7v+mroKbmzaMpG+VSOOS+Q9sRaIyjl7/0ntbd6iU0kMu3
weJDSL9z9IE4quQBZrFKPqCtmvey7wyVUG/cFMheH0XlveHWfW4roWT7gX/odVpvBE271UIanuSR
qL8rXbMmMDP5sOe5NpiPIIWmoiUJKmV2onpfz7uGtiNOE4MYpMxRb3xlzPeSmZpbw2iTqf1KTI8T
64XmWP3KrbV0nrGKSwMEYEK1nG9OaEqoGbum5+i9eSPFAc2B3K0fHy5P+OIRMFjT6R0kATfz4/0E
jfOxTX1HzOpfZpihAGy9RwUFt7paybwsDsgETapK0BwhrJwPKONF1joz9B0pstpdVwz5Q0Nb9euu
6Nbaty3d+FMeG++Ca5/FOzc1CE1bDAG7yNeb/qGKwc5oxaNW6cPWg4V2V3qFulXKYlgJWRa3L01p
kSWgLDzVps4NW0KgF2LY+6Cl0sfct7YxxJw6HtACzLc1ZcjYoHuKUVkwauR6i2by3h2Ur+N3TeS7
DGOibohk02aLGvqZmY95nBDw06EAbRLvr2It4l/aOB9szMlBOcJbrmxio28OWdfamp7b+nCldOHK
lbB0uYEbgcJKQktD8Ol8SmVYQVKUypSoo6Ohbozk+esnYFKSAIXE+4wO0Pn3STEP5aCHiRP77aEq
3iiLoif7TV5T6Fra/qjH6sgGooWnarPbxJPp3dW6Q+Io/mhPiodgqgVAPV8fDUEKN6hEYP6pcaGm
eKlnRW3ilDQCktFxuULFTV3r+be0+B+tTGv2wb9FfaNMFaVLnI7OQaVWbuP+R+j7dir8/QfDIVcC
Vpdmj8Y89mpFNU0Tmu85obI1yk1t0Zfqx1D/yV1LxmSKI8mQfUqbuCAgSr2oYqeR6BlllXQcUOrv
jRatRD1LewAbv/XKcETnZcgw6BWrR9reSceKaE7xCluxssOYVC+X523xIvpoabbbgEu0pSX1sSMp
aMb3Ed2FzNtOsOwo1q6CQN/qnrgfR/N51DV6QwQ01pBWDtbSwZ3SmxytSYdkXuPzqrCShHiMHcOs
v6Nm/ZihrbEyzMkdmD/RFDwQvQOSBVxu9khKuUbHqyBNHKvQTmoxbqMxQGiC4UXZhscGvLpaoc7Z
3yrAgKLeuk6y8Kqv1mQYFheW2IKyL8yBz7mWEEkM5CwSJ5MLeukJxZbOEP62AgN8ecSLhnBFfuPp
8JBmt1WUREEAt5yT10eoWmmBt4elibCG25juiq3FBQSMCnhvcg3mr2g0ll5NVz+Q2dXBuq/jP/Ba
KTP+9/nZFk1cw9WanheklXS7ozFJ83p5rqZX/tPmmHpwk4SiNj+vHJRho7ep7CWO93+cXVlv3Diz
/UUCtFESX7V0t9ubbMdJnBchK0VqF0Vq+fX3KIP7jS03uuGZhwCDzKiaZJEsVp06p11++e2RepFR
1UdnIckoh+S8sZMLA7o1ULwAJ/IOPWFRNkwWBQLRD+7RbxKa8r4EE+J5I9ZpKwjWENlAJHjbbi8V
pyVormroQpllSJvlnmTBHnp7O5fpncuhohnOIdTzoEVlL8Ztk1v3WZMfpALd/fnfcmp2UUaDJByy
i2jmWn/qqzugyrKR1RYa6QN00dPZeuka6G/NeCwkU+f/UXlp/IcpRkHG/wvyBKBoPQxeWRTmCM4Z
FDMeZuNmBRVR/tW1v58f1ambjWAPA/boAZewPVBayAMNekLM7wR7u0isfGfTvfNBFdu/yZs1IwvJ
e2TPQfD7diQ+g9JB2bnVAwqIeygb7qGscreUl9gZToXBBCkupIfWgNS335rhmYVQm9LqobJeqJdH
GfttQtwn978qrwqVNV9wz1MHxmt7mwVyoZIG/bsABwYEasgfG1JU51fnlIG1IAA97gDF1a0HNBr7
ryPFek9fcXZN0v/w+ZWvEeEzmDO3j6GqCvTKd1Egbh5DD4QlbXeJou7kCP41sU2JI9cO3ZMACN86
H6qreerKOztnl+i/TmZXES2h4w0FABxGmwcQdvvcmz1gIoRX/sucTfxgcKOKiAtWjanIij2YjyyI
apYZYD7c3dVqhhDO+ek8dVghbY7S7cqJjqaVt+7HdKfKwdOIdowlArDna7FMhxqil+fNnJrSld/U
RlwF8NU2ZeBDGtZaqrUxLcuiGfmA8VJW4pKF9e9fHTwKVSjD5bDQOlFQhlNx+C8jABUFYhjgbczN
90kmg9xvjPJhCW5LyHFeyAyeymOgoL22D6NG/47+q3QaLWSL6Fa7N4EYQs8nEWTHQtwNuXFDhR0R
60JgduoYfW1yc8AxhNq8oQD7DghNgmaKqv7KRhXP0Rem7i/CYHvJv7a0cbLFHQDnqwY8D7l/qPvi
AH3IRFVipzg5jiBICUufHQNQC1Bj+FLXXlwHxieViQtP/5M+ghAUgSyuRNzNb33EZ5AWbUaE9u4k
n2k5HoFEvzDWUybQ4YDyEAI//LMxQTrDa9oKMFF0ZOWfgqzKIEiop8/nnfHUpYEG/TVsQis9Gp7e
DkQ3wMzMwVI8TN4U5+zZFci+3jbkZiA69I3H89bWr22Xb2VxBhIHeBYQWL+1xsyFyakCas7xarDD
aQoVJ3qVF+UtK5xrCirJC1fIqbrsynz5P4ubzUYNifq5ALptFvJWt1Ue1WZ/nPWCroRKXU8d2xna
C+deQwsUmqehP4zx+UGfXMhXP2ETOtnVvCx8qcCt0YeTE+fVhWfm6e8jErVQ9yBACb2dVKIdUAFZ
He4x9miXPxejvTCJp0529Kn8z4C9MTAUgyF6rBqvZgiMNfUViKB/Ou4lsoXt7gawYCWwBPv2WroJ
3kHbzF4XyPWi80EOBkn4ZHWPvJ/mWAsKYkuQvd+hfFPHsq/9UOQepCSccddCo9Rs9S9eq+LCym3O
NbR6ALO8poOBkwVSdhv0OsIs+7Iq+cPI7PqqHYvh1rc4iUoFyo+Fe5fEPk7aA14EFoHLflcKoaZU
Vc8a8ZDncWuFvffgQG7YufqQP/4zqldWNssp7HZeGgUrlvWLLkOIh9J5Axt/eWdgs8t7XU4o9cJA
n62I4mdLP/Y6OW9ju7H/Glkxd6vCAOLdd/llaeU9rSfU6cf5uuDNnWs4e9+A/mqr1P0EyXOLZHHG
sxSRUyjr4Pn8Dzg1yL/cWKBkwo/ZYuGGIeAQhUMNv8xVzLizl/59O389b+SUQ7w2sm79V6GIL4zC
saAx/2DP6MnmIsxnaLQYD4b+dN7QydGghE3xbsbO2wZviowUcqY0f+g7/0fOm19oRQG7mH44b2Zz
2/yzaCgyg5sJmep3XWFWPY0Nr538QXCOJ0mu8VSF4CG3ntpyhGKI86ezPvgs+mvTRYYU2WRE+u/a
LbA8DSIKFCKo94OSg+CfKn50exp2VIajX1xwzFMzidIzEh0I78DXt/79qyWTjSMDNnb5wwjh0/6T
6D+DQ/L8LG4O/H9GtDJGgyUmQP1vc2cX1tiBqR21IkjXB9ZTLT72MFq/7+NZhOkCuGwl4307hNrK
l5lCYTTtBIMC9SdbXQhRTwxgbXq0175HXFhbbyvrWhm2dGlajYm58y+dDac+jzc9mjfX+Nre5t6t
oPVnixGalvruRn8QivF3doDihDyWTQGY2ZJ3TqZTW2bj09TIQeX8BWnx86t7Ys8H6HQC+AgXADqE
Nqen8AzhzPkIGBUJM/ET2Eqbhj37WNCwjuKNlXUOX7kpoxOvR6ZxfJX1HuLW3/2+uABUP7EMMIG6
PrjyAYnfcghqM8OrE9QhD96M1jwnu0YFLv4vc/Wvic1cVUwO7TLBBLOPDhrwSJTX++FSZfjElka1
4C8LFKgJsbHfzhV1dNtpoHLStbw3O49Zd9U9nR/IibkCBBmnL5hbsSO2KSIryIalR4UzHYbI7Q9Q
izz//RNORdcrH1UINJJgFG+HgF7coJgHEzuu+W0aY2jSY6vtaDQ/FirCrbDkQHoBw42WeWCd39qZ
yoAwu2c0XX4OxX35WekPHx0wQJASxfsBa+JsjldGgronLAjSmt3wq+5Sc8X7dVg71VYxNDSW4/m8
cSgLz4UW/QJBCvbf+ZZcorl850nIWKDm+FcgCAIk24TuRIwgK3lnp6q5dn/b47UVJOcX+t0AYMHC
038lXQMF+FZ2sDemrDdm6aZtn4MgBHq5y8eevg78CEu8NqTBnXDCbqbI8HSQ98Jy06oMdXVVBRdc
9f0rACuMbeasrVUo0G2vN6KZlnXWLmleqriCmI3I96AaDg1+rLs5LII7Pj+N5gsjSZ8dsu7CsfU+
slzt29AWQy4VXJtbQJImC0iQKr6kFnl0ezvOMxIt0/UCBWwQmN/3fQz6WvbRoBx+t0JBkfAGNc57
EKZloIs+s6fUq5PauC6GCwfMCc/DV4HqgVOfkBxVpTDcSrVzapZxpm5deTTyj4YNGAIuReBIkYpE
2XsTlmT1SJ3MBY6+tH9ZDo8t4/d5396WOVfXgwWAZDAUh7xjKrMZ1HtZN05w7j5EcyTkxCI8YMbh
3lhS56f3QoSXkKkKZ8kO522fnD+8rUE4AYE+RBZvDzbwCzdmw9spdRT9rGdkN2fvyekvcdSf2L6O
jaArAAmPi2h1M4fVDLlHYPDmVHamxkLx/qosyksSt5s0zN95hGsjKwJXWJFXbwfDaWVILYw5/ato
PuAsMn+bYo6ICcKW+fH8zJ0c0itj69X0KtLwGBTGa1AbpLmEynMVQz320omx3l6v0kr/jGdNB+Pq
QcPDdjxWjycHNQicmz4FJdTlvXKvupfWGsPezqNqZmEld6a8EIefnMYVt4hmG/AcbCmF9YiMAIqR
c5orKUJPe58maIcVXhOh1LmXpXnpZEIOYDtSfw3cEJRDAQqX+VazT7eQiCbFsqTGMvCdzIr5D5it
fQZ5ZKsHy2YB1tYAc8yn8m4p6i42RFnGDUHbQwEtYjAlKR1NLXCxg5ctCTJwM2hSoe+91KpGjQgR
28q/3B00utfD0qnVE1MOJKhV2R94ZQcJG6V7586j9eCAWjEeSh3cNlOgD6XFPjutHL9UrjP9KkhF
D4Rx43Mxu78MfywTCByJRy8vqkROAGT5OOUji4xYm6D+0SoLMtPAaLZVrBpV87CYquyw0LbaGWxo
rjo+eQfm9joclLfEgwc2R8rnOelM0jz7suCR2wkXDHyOfnCqiYSOXTnxqGcIOOdte6uWhoLAx6M7
WSr/mGkIxVtN3caQJgW/NRVmaFXmmPjdKt6nB8Pe2ZkBgnOLzY8+F/xxNHt+T925Cl2X/WkCE9lC
0pf35UTQVYKEVJSZYCJiBdjMGmBNbyuncJO2Kmg8OWSMO+jJJ6ofvqMXQ0Quqay4D2YrxpkKeEhe
ZTcgkjPvKrs2H2Xl3jCkftolUXM9HV2aVQmnhRfmdc+uPDbMBwchO8ox1o55/krpEPwipFpiLnoe
gj6HxaXgZiJMgikdhZFQJYuvUOppbiZSm0haQGwldL3Jt24Gzh/RUOZEpTdlD+j8/OE0xXiYC91q
TL2kUJJHfuBguCoPB5K/0LnHMTuN7Vdr4cEYDY3LVNT3y8vcCyKj2gqqeyMwxhiwfPsHeHmlG4+B
Tb/xgJkvNgCHiTH2hoiM2fef7dmuf2R+ZX2igWxuzAre2Nn0d2/Ww5fFWfIQU/MEx5iTrBp+V8Zk
PGVFttxUbC6+BVXjBlcOJ0NMfDV5sUt4EMIX7eaAPNSfXC/e4yhRFOeMjnEVzOyA2oCOPK69PdI4
+WNtiqANaSfUZ+SM5Q/ech2ZRo68S2+P3zOJuioUKIw4w9ueRcLPjUhPpX/rdOOTb0z5dc/BSHTf
uorteWuA9nYCsQP0RtjVVFU9ODUHN7EGnLL56iQz8Zt4Gue0dRuNeeY/C2cW32oWqPsVdhqiKdF6
FiiKelcZgPi70Wm9pznD3IceaogAHqj8zrBq9qns2m+231ZfZGu/FBkQPvM4t5F2F0jKj4bcFVil
xZjIDos03WNu6RdnHuwIQmxWzN1miCGn2eygbxbETWG+kAX9pPE8SGiccdVGiInxRw+OU1YO9DMY
2XhoqaqOTXSgJf5kym8MO7ONqF+xW7cbFAaKytkQjOhr+eGLHxqnMMi/Q+38ZiVZQgJ6jdgaK4VF
bvEfElWGnvTF3qqEjIKR6njxsiYmAxW7YXbLqAZvS4RnjLVzdN9dOQ1144Ll/rN0hXnUPGNRyWYW
1dJxwUAX0HBcsjJs2WRGSydBPsT9/tir0YhE6YkCJ6GEli8f+R6E7d0XqV3jh4f6Zbi4gseV3+rI
5iV4YXI+7pcyqFDUqt0Qe9iMOBFVZEsFlcWOu/IJDUMysjMe7Kuyb6Je+dMfjeDguscj5odqeHnl
2DkJ6dAUDHI31RDNkB8/4OAxo4bkI9pctfVZOLVsIlST1E3Fu/wHMXD3hBzPqcgR/bKnvaePjujI
vh0NPxlLS3+xVaGGaApaKza0HvZsHoNDS3I37hqhnyB6EYSi6ItPdjXwfc9R5tYg2r/WQHA9TJlq
cYwb0wGl5SASljLvVCHIrjQAjq88b34QpVSxGgIosNaLF6ugaFJtDN7RAB3qYVDGkrDWK75KNlYH
Mc9WNElSAwRr+tczb5qjJzMzzFBBAFClW5rf0ilx2M2liA1zeCDWVEciow/MsLIYoum/ILbGQz7W
wDGW5RfkeCsw6RhQis28IdaVy3em4ePUoPVyV4wDD42gscKi63AxyIXfyi6QEd5FOrRLNHg0QwFu
QjerE1k2Laqgkohj39n4TfhRN1oMaseHQt0utqRg6gn6xIE4XgIumzmCKkET52R2D4yZ1i4D2DIB
pg9BErPUN9y+ZTLngifLhLeQb7RuNHFDJG0Bn9aN6131AIZGk+dCDskAYX8OzNBtp1UZeX1NI0nd
PyX1lqc+YP1jK9pqLx2Y9VVPdkFm1iFlxfS5Hko/7sZhCUERYd5lOXCRjhLmVUGzYd8ask1ynHpH
OvAxKSvt7Xqg6ncSB/9Vv9KTGH3hXbkQWXpSlRojQwKBhcw12oNb+I4sfDvxc+3FSwVJHGNGh0s0
tlDRmRzJYgCdACPMBvemnAMDLe74g2R+Hc05cEi0gS5ENeLQmI2iP3p0shLR1cWjFOhic2TXPvZN
2YLzY1HPXY/ylzUH7kMvLfzoui8Tbejhe6HmPJyCuQupBbVaQYZxXyuboWMWkxXalNUJKWUdFi2t
r0o7AzzUabrrtsabzJkpP/RwYmxpPjy56E//KTwlYt37+mBzOoaZDRIysahfDXFkCD0uEdoW3Gwq
GusaWzaLkDC0d61f5HvwieHsHoLlAAQ+Nhkw+bGoByeaqm4JnaV0r4ba0HcI4j33iBrQPIa5yMTO
kd5TIVh7nLTqkmYw4bPegg72rAFZpjK9Y8scvesq4oeBtqvbBV2GkSdbPzYaUkGAC9EVGH7NyJla
hJCsfilqE+Bhd3GvkJ3Kdh3wMLsxcFVommUQzrUnAbxRwIC1hCbt5FHovno/g0X/7NHc9KJ1ZiEU
5TjylG3ue90I1JQgQjfzFnRzfeteizlnt9LI+d4pVPO5WIwssoka9kVZO1ElaR93jIvYhHLWjphN
v68htXSDqAA+OKNHcVK5uQNzEU2gwvOgWE5JCF4eHpVdT/Y8a6Ab1qBtM57XywasYFjTeUIMMRXu
4+SiYO8WBrQGAKYzIlejUbWz9RhnXjElmZT8UMtcpYsos0MjlbyrFsgKGf3g3WEfzckkGLtvZGHe
9XWTg7LWNnbCMkaA1FE3nKED5YdVaYoY6Yx2J4ohG2KlfPU0g7OnJE1UOuS+Q3yZWCofv3gB13PU
gEbsm+PPMrU6Vfxy26H4ShePJUTQJR7N/GdhFVaYGWMZIQZxorqjTiQ1QlkA6OwDeHXobugzM0HN
PQ87Lf2YLMGUDIpPUVahg1O3LtsJAwQr4BZzD9RSQ1IaFpwOT7bQ0s3L3FB0v0y0ug/QVhY7dY6C
ubvMYGVpg3BC/iRhbmMkuTXzxCMsN6PRam2yd+t50TsQ/Ldg856y0M3ZF7a4aAsYhv4FYUROEhdl
xjR3hb4hULsqj4KKtkUwC9kvFDlVLFxQqpGeyjvK/F9jX4xh28Dp3azNd5OaEJQCwnnI6Ihrp8I1
yMvGS2ahhys0eamnsQGUzmdN/eLYpX+DUsbwyR+M8ihls6SewbgXFuAYbq57thAT5bmsi4SUixUB
KSfu5YQDIbeXKVJIi+BKgboRuFUGdFOTIpWgTHpEZAa6tqwtdzkSqjf1pINnZZVZG4mxVcdpYmDK
GTJz7EKwv/DfoHlQqWugoaBkfnE9dBoNjkIzHo5BMUUD2n+iDhHePmsGY0f7GccD4V4EZq4gXmxr
PJRNlx8aOsrYLfxvA3zhNmvbAfRVWfV5Ah/Qjc4bCKpWa75o1vw5F2reTY7XxGoJHDB2d+anwG55
ajODg8+O53gOdWrvzHWQ2Ew3z7rs8ApfqjqibbEGPcqHWhKhx3xY6qRh7RdD9jKphVfd1EK119CW
HG7x4mG4853unpT99OR7HbsyewFXkU5x1RHxB/+XiPPRURAixN4k+az3FCLeV3hudWnXdojseyuA
lpQ7ZkleMJ2Wc2OExuiLxLGHMqxcPDEqYNeenYzYO68n5j3Fxv40mF6T5HlWxbUY85ibFajvpk5f
m8VS72ZPz4/crYZHF1htHJ+uFdajkru+yKJABFfoYfxcZK4RKwExKWaPRSSqWt/ZE95KEsdhhKYA
ubPt0t2tMvKRI81xnxNtxdlQ/86KXuGw0N2x6bl119iBiEpTxpMHRst+GTVkv4LhxrHy4XtZSwB1
eefcgmI3AFCotuIC6HFc1VNxzM2miNiQtwCVm/vcMkKQ5LahsdjLcUTBLxky0R0NqtjOIRn4twEd
fURpAHAqwNXjaeir6xWIsStbwaJgGYMbqxVF3ApKd9rjuNZBN/HJtepfgg/BvengmPNoi7Bl7AwU
dZ3yamY8+G73VoWCdqZie+iHe6+q3WurpsPRV+Zvz29wQKveOorJAUf7JNwQCblytxBIfuaotES0
HtyQ9M2ceEpx8CkGXmJMk7VnxFQhLwPxx7UVcv8OM+47rxBH3qhqV7DRjFAPzBM5iiXEEW4kssfF
wImsgVgdEIRSSFiiuaxPG4ssB2N2gzAv2iAG06cRFTQvryBHT66nIG/DbGzzEID19mXoQIOABubs
arHRRbeY5XKk9lx8hzKbtwt6a7oBuf2fWRTls+sYmEtSfB6pNHaNyn4qKaun3hFtCvQi1Cwn204b
29chwlGWaNur9wjEWbTyuMbIj4wxGqKc0ML6XCluQF3S64yjYqD0C5E5Me9MZCkjNYxDXFr1XW6N
1lWG/rWE0dm4dwckJTzhNtfIQDe32hXjQ8WN6ZkM1tMyVJDybM2KPmXUvXe0aTyDqsaCbGDZgMRP
0DzNi/GF5vl026DVIxJu9ofWhbpG5990tHVXX7m4siKeT2PYQPTMgSLhuFJ+VjJqMDkGzCvTv/Iy
NsaFEJCVqEUb1dwMwlH2LMo4aa+dzjL3ujaDqGsDvavyrIg6h3x2UPw5LLys/4ACjYTLPKxPrrxM
CsI0nmJ9d+8NYAUabLqQsGmt5dGDoNyVpywRIeI1975f/enLgh603RXxxDzEZVw61x04nXeVYd3k
7VhFAWvNtHP0OoX+fDVQg8ag9/teoV9hX+LxtRN9qZBUcIqotJCAqmsDETdeYOQITMP03ABttssW
Ey/KSVRfC8PovwC16h097I09anpd2HRU3xuIp0JeZCwOug7pLV1ZB0isL3e4UrtQ88p76DjE5vBy
za6LILCTqp2Mgzv4ZReOtswRXfj5zmR9gzCgHELeVjSpkfwMmep+B1x1YYktfjCQZ0ogggGWhak3
kqVt2wcEzEtoAJEUdiY8ilEyhnY/WbcB+hhu8qrnnz+YKV2Te/Rvg79lrYD/t5nSfho9stBgSYF3
9uybpbmQJz2VPFxVEPBldCeDt+7t92vJpAfIzJIO6m4SV7l9ocZw4fvupsg4QjIzsDi+T+/LLJou
wZzfpeAxPRR1J5Crob/oXYPK5Ae446ZsScemRKbw6Ji7WVzCup0aw2sjmwKmJBUZPQ0jRR4VRniJ
bO/S5zdLQAEak9OAz/tIOTYPHXv5uAvRtcADRLu1gqTfLvHsd7NXIPuUVvJbKp3vH/462hjQ5AXG
0GBta3z79awfB6PXnpmCPPKbjfQQMmAfrS6ih3dN46PIgloyrLw1AYnpsWhlS9LMrO5RAkJefXb+
nB/GCUeCDWASUF/BW2TbY4oKAnWAFiQpKLYtmfY1MhWfzpvw8DPfVCTWYThoMQWnGFBVwfr3r4oe
ym1ciLw2JFW4I8HS9ERKjRx9+c1Hb+uFmvt7UNVKCLK2faCZEcm3zbExI9HYLW1NcEFOh6LSxyVT
D+gY/WRL9tOcFdKRHxWwXTutV2AkCLFhE70zb4dntsYUCLcjacNEWB5z9uv89K3bYDt9KI9jjwMm
BLjCxgtKu0A8U2d+ate/Fsj38TlELjWcsPFNC1mgSxQx2w4K4BZWdXnQua5V+ZX85+2ASEtpWeem
l9bat5LOztDH7fVHkiE93ORJwTVStvWnyTGSsW6z6PxwT5wKgBLh9Y5JBf5jW7RHVncwPOznFBCN
aB6PwvugHMo/43tlYXMuaNzp+ShsL2VALVVwSf8/ODx4yNbqFGRQgZ54O4ENguUA2SR4BISdUWMZ
XVRwQM7P1AfF69ZiH9o+MF1/hVdQM39rabYQ94++clKJFFo+hwbyuOeX4xQCAT2EKGEDjeyjY3Hj
DWjv7M2h6+10QcmMqX1Vp3U/hmgqXNpuRyr5xRiqr2bm7iWt9znyee70+/xveOcSKHXjGAf6DhBX
h2xjgcLsCJ6xdE7RSRMVeXWzOPJCOfGkCcjXoNsenfDAEr6dyBZvMeQSnDkdZfvH7LOjXwX786N4
dwyuo3hlYlPOBtJIsLK357QYvls1WIvq+6kuw5zsztu5NJTNrY33RxA0GeygfRxPZ47A+8Ihe8oC
wudVVdJClWpL7ZMD+ACiBw4LayqQoccend0XuxVOFLLBWYxttDK54Z7dnqtz53ZdZY9pL31WA2sG
Letu6gO8+KmUYZ3n3aEUTXk9TzZ/bjwe7Jyx/nF+Mk+UtUFNthJJoJ/MBhPKW7+oDFYLdK0D6oAc
iI8uz8BG4OuK0LFkpIsPqp+s+9l1YGXtWfzb1/XWHNrGbV95zpgS8A+D6nxSkGpDDl+qL+4lHrJ3
98pqC+AxtEkEcMztxvZ7SCNYzTSm02R+tgnb9Z7XhwSFKoQZswjJWMfcK39ayyX5tpOW0RsPTBai
13ew4NF12h4NmmOqIBA+Kh+inlbk1VcZ2I70gxzrKDO65PxCvgsMMFo0UayAIkhgvWsnyDXxUFYK
xtQFNVRcz9WdB5byvAFBYTCg5wWHGeSj7Q+yvf9dUAKaKJzSYN+GG71dUFdKBaYLCj5N3AGVt89t
FgrDxrvWivGvzQf13f7aW4E5a+M3wp9trFXSCS9p34G/ovusQlbwEqbuXbyIeQTKH8W2Fd6Iivrb
AaFgRWqlG+x9PKoDCuKLAYnj4cNRwGoGdTbc/8D/gizvrRlsAcAtbDmli+vH00LuQTJ/dd4jTpxi
MIHzC6Dxtal2cx7ns4EaR6+ntGgb9TAHyCTjPcKezls55XcgXUZtE+z7QONsrFQ06wkxmimFS6IE
eiD9Wk87tkpFihwm/XLe3IlLxn1tbnP4D2rWM8+6KbVyQDim34H9aabebhE/z9tZ5/9NUIr1AUUi
gKeIsa13zWvKbGnOSD2lSG09kqzFITy/iNb97EsLemc8otq/q4Cpjs7bfR+croZdsGTjWkAD93ZD
NaUuSygCzymHsqSVGcgEdQkhEpm6Xx19bhCbMueHe6lP6JTboxMAoRbaAd7jIA2DkkFyC5DE5dnC
q4X0f9pLjC+nQi3IAsAVgbSEy28RsZ7JUb8clyll5j3BCWxLHhnlvcq8iPsytJYHrz445m1u/zHG
q4/3QuEoxqmMP108lkE/93bPuWPTlw437bSrwdCKpC/j+eH88p3Yc29MrNP86ikYDN2at17sNKgk
eg73hv1w3sCJ+/qNgU0c17tOqUiOMVgCpSNnl6urEX3RQrwo+0JocHIsjgVeblxjeJ5tjigw6NmO
QGUw9b2fXvb9Ei7xwuftTQJpKugSzHWJz4etLcKlvJR+OeHSaHLF22E9//CM2AT2XLsoY6F/PKU9
oMPdrKznDiihYzFa5EKDhbV+a3Nc+FByRgwP/g5whG1szY2sF6sxF0D6aWjxF9e5WQy+y5vPbv4r
WNaaWXcIAGxzL6RQThy/bwzbbx1OkMJhE1FL2gv2BFhxkjtfsjEdbAlxuYMqLzwjTh1PsIf2BTgG
EOHbTrzWADlUV8olbW32wyvMHy3EMFDJQukhZyEX9R7N2j+XrLtxNPAu553/hMusCinIGKGTCFo9
G49UtCVBpYDBtNEtA/qzC3fLhc9v6cJ0XfA5t/F5ZA2Qkk6G4M9/+P0I+fHeBCIXj823i8UklyIY
1ZxWDJqxk4mImwWXiGTWj2xdEQ0T/2/E2eyrQZvCpGMHoGoGAwAyP9YFeUbW/teUo9xhmi8GXURY
B9P+/OhO7TcQxiCP52GN3jF49D2KB1YmAKWXXz3E2MMexdTzJk7c/isnzf9MrCv46nh1pedNWlZL
yv3Y/d5b4Fk/SHLBx0+6ARrxcXCA8AlR5lsj0qpsRy4w4iwxmSEqfmGeTg/i3+9vtmw2G2ZLwFuU
ju1O0z2zdiMY3S9l7U6vxr9WnM0ohmBWtYYVp0tMJ+RfnUvjOGnhbwC7Su+8y6w23oxe8fzvex/w
9TLIv5W2vLN6kpxf9At2trxYQZ5Ld+nmOSV4x00g72OoY4ckl+l/sYM3G6DW/ntilayWwPcpwPFJ
c1sDOC1TAFTOmzjpWsG/JjbRK2W9D1pRmGBAOsmiCcklabaTzoWwEQ31NkUEu3FeA8CHRgoPSRiE
j/VoA7PjxVDZHu3+P4wFBzFSqTYUDHGgvXWwAj3R82y4KJ4gfQro3YXPn1r115/fvCtKPFppBVgr
8PZ+bP/WAOS6/+E0WUmuMEsIb1CEeDsC0NA6fBaNmeZdzNuIXQGC4l16l59a8rU0gEQmBKrR//rW
iK+NRTQSdbJgAUbJHNpQBOT5vFudWnRk3tB5iXQs0g2buQrKLOPMYmYa+GNCRX8QWRNyaiWB2J23
dGo0uPkRxSNvRfE8ejsaoGeRgDBmlLT6QO8taFbFDPnGC3Syp6yAbQXtvD7kZd/prZmQovYMjmhq
lDsjAQDp/CBOTRfWwiLoqEbtdcv04FUAR2QLWdLZAXCUdVHp+4lqDt5wISw85cNIykBIFM/IAJWm
t7Nly5q4UM2ZUpT0Q118r4HwqasLT44LRrbHI/DH0lHtaqQBX3L3RbtIilxKV5w0gmfT2o0F+dqt
hyFWrzVClQkr0keV8Qe2wu5S29rJZUeAh8QrUq/v2q5s5OsEOvWmNABI+CiX1t5nTP05v/jrXtiG
R1iN/xnZeHDW+ZnqPTx0qwKpx+6lBuigdV6wMrT5L6ZQPwWBJepn7x4go6sruviA/YtphuqZ2V9T
w3rQzXILidPnHhjo80M7OX8UHWNg+AEP2faoacve7Yv/I+3MdtxGlm79RAQ4D7eSSqq5JFfZZfuG
cNtuzvPMp/8/ep+zLaUIEaqNRncDbTRDOUVGRqxYq9DpjDLyla3wMNQWnPLsyflrQWQGjsgCVjTj
D3vH2oXSZoTKB2DgUgCmzO42cnsTaSuxtsjO7SLzndc6E5f6A7zK9lNnDqs4rt69Mq4f3KYASUPB
hMxxYn+VGmToEyAQq6Tv7V3jNLTXtJvQSpqFwG3urQXF1oRHIDcDI8PpcW5Rz4ukhrJAnpT/JErw
ZOSNv5asOljXlMNWDsIXuyJNrn+HQ4v316ywYwcv70DZ+MO+NLo1sMSbxa69P1y74qEwpjZL9g0l
vT+vvqO42nKCxvHps2FkbkfGE6BaOtjJlmDbfJAHpXpALMJ5BvlOq0UAPqZPpeQmTCKa41F03Hlq
VqylRg+/Xd7Rcxth6pKlqj6948VCjDFCcIkYASeoe/C/NsVG9m8+YAFmB0hK4NQm03e6poFPS1sA
q8xeAYQa2SVA389ZtYRmmTs3CIca5L1o5qPX+dRKYYMkbx18dNwrm3Ss70n2VjX9FleKUkzpcXId
fw0Je8Wz07RuQwy5A8ANOduAjXrpkx5CGUd/vzx1c8dhIjomR0l6CFr/00F1gTfirykpppL0pHao
HznSDm64Q6FQN4q78F2Wg++Xbc5N5LROtLHSmXCWNveK1nftkpbI2H3JdPhJ5RWs5OioXzYz13xM
2PJfO+KlKjtDqJYDUVuEaGlGI1IFIs1BS1mOvljxg5aRYeHAh/dtLN/l9RLn8NzUHpsXovhkKFwX
EN24B7VaDetyfM+qe8XYJOpKthbih7lbg/uQyeRup7dV2JtB1BeB2ag8FEu4R3K9XvFyDBYmdHZA
VOJgrQfoA17pdK/YYWBljse68fZqd5okjY9a4blrV6tJH0WxdRPqXfRaJf4Sa8isZQIXQj2Hf4hB
vhbTZacbTGVZ3ZZqvS6pG4zqW6DoKO3uFWshdJ0JL4j0LeqblMOmZ8XpQMuJKKpxwXwZ0oHHfTJs
8/KBeTWvJt+wJyFiIjH6kSdiHeH06bXZV/AlyHu6HtZj+Ys2iNr/cvkYzGwN2qzZFlAJgBkQFbgq
WRmiASTyPhvf3HFrdHcf+D7971Ooz0tSZHHOMy9R2r5Q9hVSIMOqsFf/2/cnb3J0rcnl6KWNFit7
1QnXkdKv0Ez4gAUYG3GDhPncUIIF8h9JPGjyXvajFeLx18rLTA7dhh8OZgyk+KaiyamB3K66JNEs
ZW8/DaG2kuh8ujyC6QPC1c9WnT7N3T9J2Z4aqOU2rly9Vfd6HFmbxknu3NCgW7d50HrjtjTqaF12
zkgvZPT1suUZXw7vEaiyqcJGyVoYGirEcipN8MiRVoRubX6RnJs2/fQRI+DKUFWm4iQWQbXIVUKr
9+V9LDforAzDXePK7tp3xs+mliwEiLMjgvQZfQ6O5dkrSe8cVZJBlu2byvwElfvr1Em4kpLwZbCX
mBZm/BpF8L+2pj8/2ttSRWer2ke8+dvvcfxdKQ8I54ATgbEigevs8izOxGFIDZKwhpWIe1dkytGs
1LZKC6RpWwC5UdUVHOWr1r9SfOrPZqc0B5oVwrhJQv50TCq9IZY7UlxItXrtODSWX5/aJamAgC9w
kMmfCZu99HR64SEC30+9AsZD2C+p08x5zGMDgsfRzBFYQa2Ne73Ymt19/fv6deBhh6dhiiz4wk4n
qC87qx5cSlrht0G+t7W9u6T9MjsAWAEV9jAlaDH57Vidj64Z9SQ7+ZWnKyNe0ss6vyAhc0HReiIs
5t+iz1dUNw6hFLJejIBWAe/ec74GtHJrfr/pr+a2A2SEMZh7dfh2zrxzltIrqQSD+ZIp98FD4F69
m04/LxzBoINlY0z5fPpo08q9FDPNlMsnpnqybCDQKLaJl4uTDyZd37XxQnuPX8IfMb40nkdn9Z1i
3OWqvDHrX8rUOy09KDSWKv3btbvt1L4wPmcYMtrnOuNFcj4X9DaXwX2TKFe7FoyAuJnqeuCXREBz
63RpMUYMUgk+FQ3tmckqsg6XB/IH6nV6yU2oSnqzwGMRaYhQsGwEbBESAr+Qmy+2ZZuYHbg+zXj1
myB8Z5Zpf82ST85Q1V+aXNUIRPPAX0mx4q7HOKcRv3aqh161ymeAtVQfRzcM3hupsXe13jcPeuB7
+zptkrsx9JKd4ZXRLteAuMkDiAMaxdX6llCkGjZGOvT3PbHjrceLf1WBh7hDKDb+0RaBd6Dy1FPL
t5V3+NSld28wYEwc/Hzf+lBmNuUYr1wzplnBG6NViuY3mkmDtemiRkl3XDwt7W1j/hzS6wiUWdc+
96HzWmf1v0EnqSvJl2M65sagHrfkwfy7chi8bxmM0A/lYDd3qKEGYJ3awvy3B0v2O1YHaXN5Jc4v
kinHIOPkyfDB/yvc+VZKt5WcGKx28RLTNUoz99WEkBz6IxPi002r3DL1c0w42yaiXWp7eQRz/ot8
xCR2htz2WUCRZcxk33jmiyx320C6HYvfeVKvdPfeowvxsq1zZzwN5a8t4QD2Ra3HXomtobV3HrRN
prrwLpuxAEIC6jXybASBYrlIybxUK7j5X5R2m98YS0Ra5wERUTFefjJB+CCyQlpeTrrQU5BN6V8b
nkCFMaF8bvWlLM7cMOBfJYKFgnJiVjy9F6sw8ApJae2XQP7ePqT218vrMDcMxkH3MZHyudQn6X0p
9z3HfFHgez309gh9B5Ttb2Osdc9GK8cLXFOqyu899VfoHXE5AuUEXQ/e4nQ8btN47RiXKSipojh0
+XCn2HRI35RBNMJeZMuwN6XfbDmPbroxqp6tGg6lME39lVtDUyYHpAsqu3JeM1yUfWObcbEdSj1l
8m1rreVq9APFBfUwUR+sMylr3i5P2Pkxnzw6NFmgEKYqi/D7vVipWykZkxdIA+SJW77SVuXVxRVE
+HDq5BOIFoEcnM6RT6yt09AZvlhysR4BylVmD5vE5vJIznfWZIVcDPHQTLiSln6mho0Vvkjtg+L4
62683iVigZCUwh0tCGcdPb7nDb0up9GLlsgrw6LxX25WXf/v9ePQDKgWwbZOb0oxcswGg+JdFr8M
wTo7DEu8y9OCChuWA/L389M0Hr1GQqXu/M7g867xbQxupPoRMo1DUe/CeqcUV7tFHflYIjq8Fokr
ceWppliD3LO71DR+smjuhojt2tmCw9Yi30zZFqJ6sTENqk0rtOuseslVFL92WXZ7+fuTPzqdLr7P
E8QBighEVzwfgS77gaOF1YuiVuFTK9v+myy1/n1kmOWj7rbdnSbJ1qr3u6X+sfP9PFmeyvUmAgJn
nIO+nqtVXBfVS/2rjVfh58vjWvq64IflIYKdIyyrlyIM1mZ9134gH0IphD4TwgdEOPnn6UZzohgO
C1zeSw9fwbAKtaV4dG4IuCxWhWwhMyUcFM1T9FTRWfqhfJbcR1lbXIHpFSssPtpPBvkBFH3ZxsIQ
lEaFc8H21JcaWzde2hlrt4SNaS3HieXcemMTvPHOy9b07+rrXOKVsXbqtuDV7aJ8im8wpB+Z66CZ
KLvlmpP9mR2jICLrtTJtI2azlaijHqJWtTd+5tvbwoklyCCGeEPFIVz3mvrqdbXxbLuGdBv6Kcg9
uNrHz71jDuZKyVTvtqIvJIdJzoJKMQvHh04tus9JzR3emUEHtKSSLGldlfKwScvcuvplNTldE6/O
LWidEaSqnAU0Q3z1xVc3hQZ3/NUe5PT70/175K6CMu+qypyWYHhN9Hfd+HH5HJwHiaffFzZR3Sph
muiS8tLFgbzvyrp6UkBMQLootxrN6r4aPEMsXlzttthQCLZxi6DCc9ZPKxe+2gz1UOyb8c4K3+xi
4co9Pxun3xemrbDLxs0bvt/SrqvgPvoFvzgDL8UCx5oYZso2idmByvf6roeBG3jzpxh0htFDnAeN
Qwzjm/RU+DEKkN+GNNlcXq8/YOOjM0mCANk9DKMI7UCEL57JPPIST4Ek5OAqPvwDCULU+QApYBaY
g7Tq3aF7VqLMvika+VvYRslad82D7If8Hq0FiA3nwV2BSsUmSe1X3qDRRms8WM+SsX5oveazFcNb
dvk3izWqs988Ra1Hm1iBRsJQEiM95HoOg5b07tT+g1so70gVb0utXacouDp6f2snxiOIoHUzqneX
f4OwIc5+ghCDDY4bIVTBtMnjN0m61yDm+98MCBeK0fq97E9jbL7ApFVEC58X4tT//H6CSB6k0wYQ
67JcAkmdw9JyyIoU1qanPPnUYOcDYzgyMk3i0TqVISqKgYwReAQHky7Whc27NAjhPglguqviaRAT
q9+4GWArXBJqFvzZ2TwJWw0mTtsOOzk9JN33sLnTleKmKR51P9uq0hKuUEx7nRkTNpUNjEJ1So3x
DN8r6cE1csgZvqTkapP6c+a8QAG7rfR/W9naBtnX0NteXq5pLGeu4Gi5hC3Xq5keyy7mO2NlaXRg
3sfRZuwWXOmslSkpSbMAXMZihNnFmVvEnZ0exniNSpuS76KG6P/m8lhmtwaAVm5QcsZnLWCmK3kk
Kzg+VXKjKlun2GZLvMizLuDIhDBd45jBUWeb6QF6zqj95lgLb+G5ibIn0Dc32hTtC09JKIeqwleq
DLnDF73fgfzpd2W4cHHO7W+oWDSqGzzmUWQ6PaKQGXlUkBhEbr+044Or0lGTfYm9tx6anstLMs2H
uL2ooVAesqeki/h40RtVS/XIyQ4WVIte5nG9vXndfTX8zOrbxFjAS/z55WfmTPolqHZAQCfy6xcj
GQNPZzfHbt2uzC6HWTVMjfKW35av4h7OQd9oovVI8gD6MrvaAGTsdkkHE44rSfGtA80LnIdcKXaX
+Pem1sTbyLDjNXi3eC35OWRzjVzkb1VudK8KIqs3MApbz5VRpJ/kqngzwiK60av6H2OImzcEtqy3
1DTDTara/V2vBBYMq1VarIrMhjsNyt6fZRDWKLcV7m4wXdqoarIIZT6mbzRLV0v1iPP9a0/IB7YY
9JwUoYVQTYP60xtKatxp/8VNvoENXXD/52fw1IDg/gGP2PkYYMAedrDNbGBolOsl8bJ5I1xk4HJJ
IZhCZAYTWjKatSPvBz3dFGO9HqVPerVw0ZwfRfAM4LAmiTT6b8UqIBJPZq1KTXFgVdaa+TSknyvn
s6tnC0fkfElUhYwk/GPAAgABToM9ujBltfZbiU1wyOx1Yq6HduH755N1+v1pnEffH3Or9vuU70+J
fHvr9DdOugADmR0CDxgcF6rzVB5OTfQGKoSS4wYHv7Y2FT1hfrbgF+cGgfTHVDbhbJ9B4xIzl329
SINDYT8E4S5NN1Gy8ApbMiG49taTIqilkuDQNms1g8OQx+rC4Zibp+NRCN59sFK51nxGYVbbOoHQ
a3PZ2y583xYqyhn6glpmIuqnx/96SQLH7kIEvDBH4j3eW4NZwlgbkFJ7N/N/27Jcy0tJ+iUbwuG2
i9xQrRgbTbGWBzjX7vWlGFKZOdvcrRy5/5CtiGdugBs2lwrJP1gZ7O9KvkYJF8GdEPlH93Oiqeta
u4PPvfF/N+YvyfmdBrd+s43Kant5webH+vd3CGfT0drKhcLTP4zqplG3tr8x2w+YoKGVdx78AeeQ
T4lkyZDXYXCAsVwzd637Wi514cyN4tiEcPytsm2tKPID3hVrGWrC+nZRp3NuwY5NTD/hyIm5vl6V
EpSNh8D6qiQ3UnprFWvT2F1ejrnzc2xFWA5uA8WTEo+5cmlAvy2W1DxmJwqkB1UONFDObt/AGIcQ
NVj/kMl30L7m8DsqNx8YwpEJYS00ErltFavs7Bp+xbWd3n7g+8hT6cSNYIh1IYCoJCUq6sD0D565
kmQYthduq9mFPvq+8PsdLW8y0mH+oXGeKY6H6bMNPVXwkUNxZEXYTgiCGEHpGv7BiLdq+BDh8e2l
Kjw78jQUJdo9MiHspW6AZKtMLBbiK9pttr0GPpt2C0amC+OSEeHx2Nkx8OqU2er8dFvUMrxUkLsa
Pxr9prEOsNnF2af/bf2FW9LofcUH7+If+mELh3i45Jpnj+DRtAlXZKvRmGj20/dRKNf25pXKfTy3
T5ZFrJdLQerYgcX3oc2sfsdLjD8LP98QnlZaHVplGbIgo7oqvpr//E+TbwhXoxrVmo2v9Q91fW8U
20U6jtnDB2cWLW+Ua4D1nXrZuqtsa0Ch8UDd1SjgpnsOoFXW3j8wiiMrwhbqO9/q1BIvGNlrI4Fp
e3P5+7Ne9uj7whaq4HLLPEv2D9V41+7D5K7vFpzswjyJcVaTqa5edYygA5ZGSRlNne537n69ehyU
BegHIVWrTDmH09Uo6ghoee95hzpbFf06z3d9vcCnMLNdEb/WyAeSC+BZKCwFUJxAz/1GonveXTnW
r0LuFzztzFSpNlof/IWdM4laWXfliPeJu+87bTNED074anW3CeS0lydr+qWCJzyxM430KEBQNMlu
KUK4+1j6TpkTEY2D6mQbEz2XvviuZgsTN52ES+aEC0S1vR7pBszJ2tck3Lv+bki+Rfoj+qYLF+L5
bp4wnJTQ6MOC41iE2LuQpo1D5Mp7w7xFVMFKnyGxvzx357tgMkHajJzATNLJ9Hg1QNCk7FN1bXn6
Te0vRYgLFkT4/mjHYZX8sRB8myQ4ltJyc5MEUgXQCiJXZBiF5VBq1F/StFf2g2eCgzI+5clwK2Xt
7vJEna86jeb6hNklwwgeWTiReUhnBeg9ZZ/B3INY004q81+KW9x0wCKLqlk4O7Ojgv3BoVsL8jax
TDPm/ZAMFaNKpPbeCNyVncroY/y8PKjzk0PGRgZORHMFEoDiWwhufQDEPrFC6fcPYdF9qqwyJkM2
/uxc4yEdx1fbvz7NiU2K8tNa8TARu3B8v3XKsItpJEigUh+j5MeA90Fv6rbUomDBNcxtPrCQ/80W
CSFrpGmlEWa+snequ3p8IUK6PIGz3wdxDzwdetWz3hTDbIHdkvjaR/prEPyMKUxcNjC3D2BQVTmb
dIGdUY1ArVKAxDLo3A8Ql7Bd39yhIwvVXauZC1tudixTbhguEGAfYgRQdF2utBJzpZvVhgL82tA+
MltHFoQrB+1v1RsLm+0m569+mL1SWl3Kcoodnlw27C8kpiA0oax+1oGoyV0XSbXFjJnofOshN4Av
P8Kz/lnytZWljPraK6vf2UiLjO8HSAJmt26urKpQWplFfnN5/c7vQHquFAAcKs1gdPIJbkMNmlZu
eppODG1dfJFoAFL2xfiBlTMm9k4apXToq4RdLg+D1TauoexDzU9u7R5lvCK3lloj5vaHASR/4iog
gyL2LEQOwtoynVL7AJ0x740r9wPb49iAMFd27rYt7krZW+Fj0D9ciTH9szGOP6+ehgmlbnhROYzK
fnTBJWyyq0NbVvpoeoRFKMbWaOHFUvaSddvmd5m88P3ZnQTKEIlDSL41MRho8j6NkkZXkNZb18Wu
cl4c5RFhnMv7dXaRj6wIk+QWCS2wqYbDLMKN0gSbfy9/f6aWD0UETYoEfjCgnle5JCMk5gArEiTv
hvKamhGyJ3tffVaD7LFE9tao3U0b98gVvbTdQp53bnQw/0FXCoAPTJoQK2T1iH40Pcp724YR1Us3
t5dHNxckWDgd2iwtQP5ijhSJzCyPFZo/oz5zg5Uh2+XakKLmS0+Asm1VOb0z0JdaCEjndgbumn5r
B+DxGQY1DZWmaoBV7bsUFFqTxeOTUVH9ymqjuafY1yzUEOfsTT2Z1A+hXz1jewiGyNdKr5LxZeYu
qe3bCvUycxu6C7M5t1rHdoS9OAzg57OhmMblfh2j8hb1ly/XL9jUOsNiIQN1FgAV6EqOjgLLiztk
O8MPn+BLQQe17Z9i1XhAj+z6HBdTdmRwmtujt0rsK6FvyxhMq69Ge5+ZxSYf3lq9+4AvpV0dbDNc
ObRVit5Ildyis2QZArl83Threcw2l6dubnUA8xJdUdkHPDr9+dFItHHIKfgN5JkCJGhytIWur14R
2CBAzNsUfTEIw08toFUaeMY47esup396n5sKoo//XB7GTIB1bES81Ya4Lq3Qx0jW0TZLjIyyrQVA
QVW3HzE0dfxNYNuz9uwQBdoomcqvTn1bSb/c+qHs3i6bmFkSbmZy/eDJoKuShfgqipIgsKRI2yf6
V8/5DZTs8vdnDj6PLEgyeWzRYiReQZlSj6Uk0UAfZk9l9bUtdpFvoEP96bKZmSUhXIJacmJb5roT
9m5bFEo20Di/D9DGQSrqK7oZH7BAJ7BK/586BU6nOwvFIWMgVwQTQJ/fBEn3VPfuTVEu9f3ODWQC
u8NjCsaTS+HUTK6Uuj3Y3HWj9CSP6HeO4brMF8qjM4tOYzHALkoUoMTF92/Wp6NWj9xpbvYsD8/x
7+unSoMCi5oFGlh0f5+OwZQc9Ghtuu9jNPKQSdknufN5dOUFXz87VVxf8BZAzoKxUzMDGsR233Rs
rVbdDVK7jfL6a+BHC9XqufAD4gXDVlS68VHEEWJMoKlRaaYe/tdx3ElBc1hrcXAHamMboVK6qkP/
NvUQKsrHx7TMfsIUUa0aGEcvz+pMoMDPYAcyo7wcRVh8b/oInjsh7B5tv+1iJI+N5EsTmu+a65O+
H75eNieytk6xL1gfzi61GwhgxAbLlr4LN25ryBro6tuOuRL+akqnRfvckTd+0bc3gwM+qzel+GvZ
WOYmc/WuXGUoH3/Ah5BFmSjVaGc5a1D0SrukAYBf4vn9ira81eA6ay+hv2+pJ1aE2P5n0JqmwdWE
oTNy+sFI/KJCl3mvmlnz5HvReyT1HvKKUePvYjPLnmNJM+/lUq/WtWvam0ayPvDk5eDzpAbWBZRf
9GWmGyO729DH3Ff+jWbnh1qzrgbYsbZHJoSLOO1oh6o0OrFJCazM/kl3pE3pITjoLQEW51zN9PyA
44suIWDEp4fUHx2klZV43KML6vWr+ErW2z8LRnDEanEwYGkSDmfUjSSqRvgvu3XrPVvyQpw8XX+n
iVuUhCdON5jdaDUUn8lOyBu5VeFYUuIcVNj3IJZvCuU18TxaZD+hV3D50M3dlnizaZ7oCwRVdzpb
SMv5TuqWw/5Btd63UPe8X/99unkNHAg1WZrQTr/fFDr1v6ge9nTc1hvTfx7V52CpCXRmydldKjcM
HmRK2p0a4RHXW0U7GHsIc9y3sPx8eQzzn59IK7jqicPEOdK9xpToiUbh5Htq3AWk7C8bmFlzfv9f
A9OfH0WpqVZJZZxiAFewK9WSUbQbx35TjfamhxCxVb3NZYuzQ6KbnSY6eyqnqacW/cjuBjmIDXKq
N4G3Sxau+5mLkgyagXjUdOp5Z55+vu7aMq3K2kKjCj3xdXtIww8M4NiCMGVRm7dmZVTWPh1/RRRr
As1aWJSlMQiXfRN4EEZWpbVv3BtFuZHLTbVwNuYtgD6F0p2/rGmRjpZdczUjI6tu7f3qntRsFj2q
S0SRM8ebhfhrYvoJRyaktJCHiswbcEpnlUiTN9Sj7+nn63fTsZXpVxxZMWJbHcuRgQTyrRXv1CU0
xLRdBJ+IcCIKAQpE56BThO87ZpaCOo2tveH/MLN7qLLz4If+rRyvx6dRzaCaQKJiKjeIDQhKCuGO
nWbWfoy/VdJvJ78+KXHyfWHF86JRTPyttXftdt3JNxVgSlf/lQ8Lt+38hP0dh7DsdYVEUdsyjk7Z
tfqt6yObvHX/cZqbyws/u724OxSNpkz9DDaP1ok0kPAx95LxT0z/mf0S6esruxinC5dJ+2tE8FWF
26ipbrvmXq7tdz9Rb6EM/XF5HNN8nG+wvyaEx1w4qHKgdZIJM5X1rWijrZe2A31GSw1Vc26X2xAu
6ElxA3Gx04PSZx7qSrAH7KVsNRQbb4lydGYc8H2S84LYmIhSfKAUI4q4/dBCpObsjOSu+WUtUQjM
jIBy2ETFTmGMFmPhqlX1qq076AD3DYLiP4NgYUPNDQDOZMXmbxVEgXBxmIXsoBBrcBPmAOPDYu2X
KBe8XV7t8zE4WODmw5dMVJbCGEx4oWSkgNV91a8HbeW0d5e/fz6IiYFxkmacuB/PcBEjivDIg5Ge
rujuBFpwk6nRzvPNqw85ZpADmehziXTFGqUNTj8rFUndDz34C2lrWodEeayjnSp/vjyg82N+amma
0CP/7temHGUllqT+1SnuE4DaCmBKdH4v2zmPg07tTBN7ZCc3QynJYgc1FQhhdO2lKeJVXu97Ld2U
5WN9PUqG/hLq5YTZGrtZPC22U+oeLGvq3rI8dgGS2d4TEpQrdfx0eVxzG+7IkJhiyYY8tuXJkItK
ct98LwHCXbZw7vCBx8CqRE/RhMgRt3RHfy4kuYUBY2yxGfUIMZ+w+yevo23QRv+oY/f1sr2ZEYH7
IXU7vVLOxdwkyCLbRun7vdVZv2ITV2OFV5dBJh+DcgUlUhL4IjmYomU6pGp6vw+NT/5W9xfWZOaQ
KgRG5vTwIUjVhL1WI3Sr+h6ft96j5rH0n+JoYU1m5+jIghC1GFaT9IkLf7YbRaumfh2Wgrs5A2gx
T36ef+HPTo+L7NtWoKkpdLwo3Oe1uWq9K3WouHtJChyZEILgxLPNnmZMNFiIHOtx05EfjLuFbMtM
4gcrCGOb5AfhUROX2ssGTW0bdlNb3SEQn2qrtNiZ3s6T1hxHY7hBNMFcKnLMzB71NaRGgX3xaFSF
q8ZryyQq65pUt9qt7aqhdfj6ewALJNIpewMuE/Fxrj5USqMhaJB6/9h+Cs5r00a7ywdxJn+EcBfJ
W4TlpvynrZ5ugjjW3LhpqdXk+dNgDNuIFi05NVdyfOc1T152H7fJXZ5dHchilXoH6fuJWUbM55Lo
tf1eJcleRQjBju3PrtBv5FT/DhHN1WlwTNETRkROhYhs+OkA1cBIFLnJSLo6t2n7u1OepSuJVadd
fmJCOKlhlNNb0xTkW2tpE3XDU1VFC3thbrfBAsDv58bmwS3EHIWUKEUkBeQ2w9aDFqx+VuUl/taZ
65PAEmYc6jbEN2Ipyk87bZz0qPdS52wTJ35JCnttJhBSFu7GVVDBDqpiwY3OjoviAWkR2lXOjm4k
hTzzU1ZHq72VQYby1+X9PeOm2UwkjibiCZ4Sgo/LTLsNzNwd9lnwJBcRMtThqg2uv2rg/eDjhLVA
GEVHiiSEHVUeKb0YOqGwHNfJ0kNpZppOLAh+dKhGKWwVLLAi9rdmqYt1+t9P3y8T95lD3wYpHWTP
hA2c016jloZU732juM+SQF+FSgZx/PBchOqz7RXmKlJ0NEiWEj1z46L7kFwonUoQkQpOtOj9MvOb
tCGE6taV766767FJDI0HBeBZ4gCcwOnx11xz0JvBb/ZS3a2M6nGQdn230pyby/ts7g6aOH0nFnPq
xPiaUzuZLAGKkLCjQQHYZFu5Mp9k6bas7017vFVqfxOl6c6zRxoUF7qCZ8JrbUo5cNEyj2cZZepV
o+RpUYMuyWdpjNZxcz80INvi68FRzOWRIeGuGLR6SpjHzX40NRiYs1UYQyB7eSLndoQG1xgNozIv
E7FBnPJQYIV53O2T+F2KgLItnNW5ySLkhPOJkAeQq+BIY7XpvTyixFck9rbGlyqNead5NuoXC65t
2lnioZqubjQYKMWdsUJBFmxA9py2+676NHrdTZT/8CSKF663DfJvl2dtzs3xCAHfyut3whGc7j5d
T0w9rdl9qm/dmj1sQ0mY/ZJkeSFcmLkiKF38tSPsgLFqlQ5diGYf/Gt61VP5U/ted9lT8fMDu4BE
ncW1rYC7MAW3XWdhEmt5X++jdgMb45KK09x0TXxEVEoQSdXE/oYuCpI2rapm3wzxvqcfzi3KT5a9
BG2f28ugOthmMr6HvM3pqpgAFdQuMTkvkb/57SlLbeJzbpukJtxZbGYKrOKqZ0GsdIHb7OV0n4X/
6u07AbzSPOb0Y4XfrXR7eZPNHR22MnVy0puTjO7pcGxJK9M4xs+4FYKD/rcy/5mMFI6X0gUzlCF/
WDL/a2ia16N3vNNR21aryVDyrFXhRk/7x3F0bzUz/1xozUr26hc9yrYJXDVrPf4VeuaGRV7YgzNl
dH6GSV6dh+rUJi9cHZWc22MtczmlavFk1PVTF6RUceV1aZg0/debOkkQxYgeqzZ1VsBGbwNbe/vA
nOOrKIYQwpw9zPNOccqs4cCpjb5K4lu7PVjW18xdkmL84yFEb2U7Ey4B6Bb5WGEvtWZs9JKLBzE6
FKy99CEb+re8a+mALLuVPJibJNQ3Qfpu194/fYNEnJGghD6m61K2f6oyqm5Z/9zYlDSViS03frES
5aaSl9gE5o4uuB/aBXTkyXlBnO6NJvUouQdMSGzeZsVjRBe4HV0PLJuoR6fEAaSXpOCElSeL6xiA
Noe9Lj+lyk75cXlRZ/wCaSPKNoDKoM4W48UMVfUG5r4eUehqlb8bw/UgYx6MuDcuUSCapjVN4tEB
GmEkc42U359FwbogH7ZI3DfjenR0hAl4/qRYxKaKRI68XC66fi/F2tqyE9LRh3r4qRlvvvyPOzzY
xesH5uzI4OScjobk5ZkT2S5v/EJ6lCp1ZSdfP2KApC4ejnUXvRs1TugVPbnfG/pN6Wz6D2xcXqGg
mol0QTBZwgDiwtD70THbfd67q2db/Vy4C1XTmYADC+xcSwUkz2NHmCK1tjOrkFukX8Kv0uhs67EO
Vg7AyCir/FVrLMljz1wIxwb/5BaO1kTXg6gOSqXdWwj3xP0W0ut1HrzK9fVP+BM7gm/qs8iqSrjT
95HtPMmDfV/6zZvvlNvLO2BpOEJwUyqdmqbd2O69joSb+myWb2n7rV9icZo7/QZiMtwrk9ymmDlU
TQiQmooIFO330Xh0q4UrY8ZD0kMDHyh1Fmo5IpgtG7swL/ym3+tDu6pUICxAP6pvl+dqbhCT/A7U
R8RRskgFberD/zuO6RggffopyxaqE3MGSOmRjya+oTlIcMGOn5dy3JXdvvEJLyt/d/3vP/68EGCW
ttaE2Vh1+6LfjNY6Woow587i8feFsygH4OzGju/bOnrAKzfdKcp9nt90SyXnBUOOAFfqysxUQpp1
91q1KWM09A7OsI4NMqALr8x5Q/TeODxuz0sEqV0bku1n3d6EAdrRg7WHil9kfZJhse+bhe01t4fR
XOHlBNHVOaNul0n896Bn9cdvefRqy4+5vuBUphUQAh7eF/81IU4cXQtV79httx+rYAfVWV/TGLgu
s4c4fzTNYNUtbYk593JsUPBiZaorVTRi0Gx/JPFDFzxmxbdYWbgE5mdu0sahhnjOCCwNlg5WVu72
ksOlTPuS7sOlTcvJB84Pl83/NyOcH2rcbgwWmG2XbUaDEClo7i5bmF0f+jzIR9EbThP36W2GYoPS
lx4OoCjl7gE4QvFEmjdeu2qZPli9pZBlk9tbqxqcWz8ajNvL5ufmkeCf1CTo7HMKUWOIyO/3tCVn
7qsi32v9pl3qq1wyMW2Yo+uzyujABaAr75Xs2xB5G8V5dWiVuDyOOT/6B80IoFE9x5mbfZGaSaVS
RLC+VZtGXghl5+oHIHtpdZ1m6Zz50Ha7wc3Hht5qEHpGsUJyI20eh/jnYISrzPyhQ5NrBdeDqxza
Hyn20M0C6bKYN8w0HzEVdZT3NQxza26j+Lk39fZlzKUlQneRvX/K7k+tlghXQiMAJcy0jMfLJAE5
lnvKMHY7bKsKUYID6f4tqeW1UW5qZVzHOF6tq1YlyWUJiQ/53kRJortJE3elK//k3WOd/pQbuoei
u6JYUshQ5k4KTTBTeYBo/Cz1aOfOkJYarUqjvnNra525yovWmGuezZDGPurBjl5XIlMYAH8Y+l1U
HDi8a70nLNAObXtHQLLJ46WUtfp/pH3Zkty2su0XMYLz8ErW2FOxJbWmF4ZatgmQBOcJ/Pq70Hvf
7SoUoxCl82DZEXIwK4FEIpHDWuKAyg4WYOvITljoZsBFLq2bVyY5GB118Yq32VNA/bDXD7o2vbLq
XSuzV3fYNk4VMu9pbp5p9b4QhtbeMayXdp9YwcMw1KHWpqC9Pk1D9up3RpR2k8Jfrm8vlk+0QWB0
VU6ddXkJgloD29tkXwOfhHx50ftPS9PswAYU1aACYsm2tY9J99sun5j1UJcxmQke4+XGNNptW7iR
44HnpUpCZOlf3ez19glecRNi5EHk5QV56scs8Jn9Ja0/zQnD7MPYdfwTB5z3k6D52LolV3U0CK8t
bRnyHRj7EaEpeumlLcvSUXPaDltWa139lHfgO5yzkT84fOwif6m7L34+1J9aLdAU3n5V8geEJpKX
iC6EjZ8p6Zi5Y2SoscSTD6QwV98Y/KXjL2Wb7iaAXSztvW4ReXJk/9DshD5976oAWRp5ZtcZ62Pq
P5r88Z/bW3Z11ePrIJkQdo+KEI7WpTZ80exJzw3UUyoniMohJyH6c4cIDLj0ALzQVDHxcWUikjz5
JpkarZuCqY8nwFHOBTHDUkdHArJzimW7CgKFIFEpQjZKMB5Il7Jo1Mz7aR5ioxndCJjr/iOmH6zQ
1+ibORK+x3qr+pRWF1Pg2GGkBRWcK18fFAOzXLuPjfmps0HAlz0u1Vt394NDqHYmRopoEFH0ozlD
jFU6G93OQzL/uG0VK7uEIh5Ol0jLwDgkG+9cq6gNY2ljbyFfh6UpPpX1YkRWkBjfb0taWTKMZIHF
F5ORovdFOsc+c9HrSEtIStxfwJs6aSw4JlOxHYtBhfm4opWNxn902yFcQRO6pFVJF8NLG6fBPN5r
NbwWxVH3vtxWRyFCzjNgntTLWAURhvbQgTKtMV4m1bzvqgwTCD4uDq7I/1weWYb6JqFNUscd9Sbk
Sti4rY2ieGHJ4ikO0cruwCV4viDpxWCxbAdm2vCgr+oWxdzt4h+d5dCNh7l4v71oK0cVzQKYXhat
4QhkJRtgSY0EnZu1cTAyh4VVb8yHQQPthIFUymPVk+LgDgtVNHZcJ80/7igBKYtKMvKkkodIOBuo
lUK5YnzA2EadPNbeyTNwXk826i3995yekubIfMXhsuWrS8gF+DbKIXgGXGU9lqGYuGZWbez2eX4E
i+4S+Z6vCtmvw13gXOAIo54sJhER1VyaSeOBlX5ylypOh/5LYZjfRtOIRivdJIAVR7tLviFDvTEa
h0cBmENvb+m1jZpo1gImMJJGDp530lEzEsBQzvrE4jQbN7meAuNDD+9HS8I08pkU+bTZFquaVF9Y
HJT624Q8WLL429uKiB96EWdIIqTDRhwXWH6TwWKX/cOrTwMq1cB72dvD85D+rEns3d2hIwmUUnuk
tkwNDwYWEysKDC/U7mUxwt2EVcNxg1lg5Bak8JeGsQR10/k9JFT/tI+F4lRdG/flx6Wfn/V+6ecc
H8/NR25sxuTT7f249kiX35cOLQDyZzA/YD80/6H5wt0Dyw52fbgtZNV6XSSQQN2NPw3pgk3dQEud
zmJx5j2k7RMnj66jKO6vrJPIq2L2QjB8Ob7Q8yyK7MqgzN2MsFgHcmM4ZgqzXf886rlo9UGvj9wx
3WaV7VpazuIZ7J2mFy5ElVa5dtrwKwJV878SxC84U4CZ44iOP8biwnR3cwHXwsihzry94SZPnDPF
vq8phKZfFKPQ/o2AWPJmhA5u1aH8FPeVH05WDlbt6PamX9dy4SSRxhXvUkCXXUWMelL5UzbP0ChP
HueAfk8X9pQ4A/Ct9Uet16LeLfa2MTwQQ9sayxzNTfVM3V7xiBLGJXmci58hLSwoj7ugynUWL86Y
R5TOJ3SNbruq33tA0kPL/d+0XRRX0jUK84fuGPVETAEokSsoAYD6+lo3stgZvXgOigPp6BOIAnYt
MFn5wrYgRHmeCQ+NoN5Y3RLlc4YacnYiQJ7V23zbYF45vL0hK6fQAEEkOBwdNK5f3SHDEHTuYupF
bPAWjRUxgPg3Ra0qQK44eEgJUEtzDIGbLhlW71Wg8/K8Ai1JT9wHA8OJZJ9I6UZ1m4f99KnNv95W
a1UgXiRAbhJzyHIrBMZvtIWNGYvBsuiNXUj4rvGCkJLn1vbCrtaRScjvd2gAtgfZOdhmVqZlNK1a
xqyHO7Caw1BsuZFizluRnljdrn9lyK3/aYXHT+9CL4J0mk8ggf6ki4pAa0WKgGBE5ydmAETC5tLt
+AuysC7zyjgtv83Nt5y95ebb7Q1acTUXIqQDSBfby43JKeNBP/xtBvvbX1cpIP7+zG/2OEyJ3kIB
Yj65aPQFBZiWDQpftnJLXqgg3S7VaGaG1UBIb3zrdba3WA6MLR6lKgxflSDp9DRt286448rYGUJi
bVK0EeZHZqnMV+yq5BMv9JEuZJu61pKXEOMuQ5Tnf3kF2CodkI6SHdLfW6949xrkDsFa50/NvnSL
0GX7cgKHcnUKBi0qEP3qTzpbQld7ahbQ0VU/8LiJptELgyA/8Hza+mYTzsAhLo8m25m0/7IYfLcE
W9CJhIH5N4BDwjL/VoBKuTRLpLQ2jWdsUq5vMnB2+c5f+vg1L9Mwzz5x/X1GYqOvTHQ0vAXkWTdU
t++KjeKoIbMhSujXdGV0nEFnzspa9Bi4ZrXtnEyx5usSBLqmKYbl5WRj5fCydp28jk1jjiYfM4Kq
RtSVkwAd/pUghYop5r155dE6rowvY7Kn8zdH294+bColJG8x9KMX+G1Rx4b/bppPbbm5/f0V879Q
Qcg/O8xj3+q1nuP7k/5cTOiZPfJll/aK0yysW7L+CymSy9BdZ5htE1vhWe4jElthmuwRC4VuvdO0
aRsM77e1WpUHdETw+CFTcsVeb+R6oemmWaGDn0V1WoReFevurp6Sjak9pndP6DtoqcbthNEeQNqg
e+xyER1kTOx+Sqp4XqxHu/tRsLtL6EICav8A7QTbNFoCLyVw08IzNK1rPOqfMi/sVS1pq2Z29n1J
g57rPaZgK5xG57tdvFe5IvhdNTMBWSkwWvCelty5VQzL3LQmDAAEO9XwiZpfiwbFBlVzvUqO5M3t
CQEwTQzIgYej3rBvhsfEf1lUrFerBuYCxALbjdBO7kDXsi4HAI5bx7kbovrTLYfSCOvsm1ZFi2qM
d9XLnMmSjqjBqBWkFdYu4f6uZstmGPPj2Pn3B6sCbfJ/KklntFxq5lMTKmnJ3q+dcC43faaCtJf2
BzUzB63G6PdDNwsmeuXGrzLjTTr2gX1yrJFvequxXkyb8j1ofMsnMg/NnXA5/xEIcBkohmvmChwY
Q9ba0qAgdTKLjaubmK2/00N/SBCU3QJ6CA9tuf6QG76RAoTWPtXEejU4yllaqXCf8sDDf2QgvIcE
hMDoZLw8/iMIqpKmd6wTqZ0FwBD2/LtipbMHUs8QGWPvPDr5BFoZ0pgADkcDtJPA1aW+0yh+iVxo
xC/xwSQHcG/UxlDOkXGmUGXkVhG0XUxRoq/MEkXEMmySbEvmb23yuKR7I/k+uj+TOkPr8GHyMVWd
ffbHt6UnoeGxqEDjx2T/MxfzkQEQqm6e7VGRuhOH/Oy2Eatlik6mAKwD4HiSZ4VJbntFnTrGiVcg
+iVhGwybKt12wcbW77ue/ytK9GV58MwQfLkxXWvjKWnZqAG7QKx8NVTNsR+JGkkXNERj6BlHM0Br
liQAVbOK1GVrnFo9Zw96Zjc7ZxjH18TtjS0aiS0eDh2jbQi6Vx257cl9yLhv7LoqNUNb486TswT9
rkU0/TIz3m4rh6RfUteju7pBKH+fE5HNQ2706fxq7N2h7+K629bapvIOfa5YcqHx5YpcWKAMIEQK
i9WoXHdANfhWUbwHs7BTdcWrZEjnzeOtTVoLaoD/0ax+MqsPR1WHv3SF/HepAJKOKBjFA0f8/Vnk
pXGejUOTdYAtJ9MLZ7p2ypDOD4dgAq/lUlmbedTeOCvaw+3g6Fo55AjEkDYGDz8Gki8FJx3vrDax
rJPt7Jb6AfGekhJHCifEQRDvW5T4USQQUDCXIhaKQm2BGtwpG/cV2XDVG1qufAgBmBUQzbeijo2o
61IA+D95WxveeALXRAfG3qR5Ax0hKcKgqvNPVk7ML0vt/uY8qXYjm409MCr6l8xlwNWpgkSFIrHm
oDFChdFKINFAablvRe89beoabTpldj5s6kEvtqU/+i3aVGb/2HJwfYOYlWx8EgyfMVSkhVPfOQiD
vf7OGqFYmoufIoVaDviYzUbP59PSHrVgl1pPlqqksLK98K2I5YD8ge5aeW4s4x3hUwsRvHyxOA21
8f22ia6ECecC5HA3X7LU0EsIcD4DVLG3D6gwBZPiHCi08KSY13QGbZpzCNGCMGsBBHu3LxQ30P9W
yZOciMuxxWZezidf/8lo7JJ9qSJQkjJxH3stJAATTpwEOZdEkh5gw5Pen9qCTzYImxibQrTqlX81
bpD+djuagv4zWKLZq8wlRKSlotK+diZ4lIjmZDDgoQggl8ksjD8Q2lvDaZ7MIQrS9GS0HqpYSXX3
al4IkitlfFkWJ0/M4aQZG6Pe8GI3u4rg5jpuQASIegBSBVDoqt7o2GzGAwIAsRMPkbguGSZkd739
OqhyHyvu4lKS5PvraemrxaL9KTC/GsvWIY/d/GaWOwd5mLzbNO6e9g8Fxm1uH6tri78UK3lN4D8N
ID6H2MxyliMjrvOAErKqmXRFChh6gZCHrnhR6hImc3ax6Qah9mg0wwn0puGSfWOq5/a1dwDOyJkA
ycOxtJ2XtuiGE8+1JsprbYwoyAPeNJZPwFSwVKyH16cM4b2BtzcOGnCWZYpj3wdPXZ73UOgteTNY
BDbaHA1/kVXu2zsB5XGiRXcHWvnEdDvQTqTFozPIZxYvN08VHvrNnqj4rFbWDjUv1J/wmMAVKpfV
6ilnlWfX5mnqnrJsF3iR0e34+207W3EKmMpGYRZoYJgek+8HrTLSpcQ9eeL6ockemblRYrEqRMg3
RJfqKKa5aL7MC7wzIopWC1txWlQipPuBd6wvAyb6O+fH/OeYHVvVTOmKBEymmeiLt/HHFZYrCPe0
ymrK5ZTrnb0pi/xYmmhvdR0VKuaqILChAOZKIJnJJaLcLLQgy/ly8tv6uJjm45gyGmbcVQUfKy5U
wDojR4X+C5wa6/LsD06XAqG0g0Z03vrLW6cnkUnLZ5vU6vSr8JKXLwE8ugQdGOgfENBevfMS0k2V
FVSxm2Vhav3jJK9z/90djrRKIq+5M0GCo3khTi4PjQNdKtZA3LD8dItjBbZXALzfe3IuZUg2t/By
LhxTq+JSey7Kgz19Jncy5l2pYV5u0Qw+xJIQJCs15yiy4t2sOP3X/v9SB8kGMtdoetMgdczHbA8Y
7AQkFbdX6dqJwYOJ5INo/kDvk/y8MEc3sxkef9486SHHrF2aWlOY1t4usVFYuS1tRZ8LadJlbffJ
3I1tQ2PqTlvPz16IoxzxXDFlzPkgSSVeZOiVlW7mcRhBTUA9EnO2qXx0H786WTToYdO98vTttj7X
zgCtl4jaBRAkZoXlHs9BDOM3xKNo3NBDz31o6zT0VK5tbdGECwBIFCA6EAlcWpk9kqGz25HGID/+
7KiIPFZVOPu6ZMM6hnu6zMDXAd/zyn3+YlTaS6Ind4LcibOC1lH0uGASwUbPm5R2LynvqnkyaGyQ
/Zw9psUxK7Mw1x5bvmk9RWPxmg2cC5OWjDSjNXidjpeC/WNyTvqihWZBozwFDqzzd9IRRbi7voj/
KictIoZ8MfrlQrl8dDdJkoYZ0nNU1S69bgiIqlHsRqO7bG0MuIopQh6KGfI2f6uzpn3wtMFQ2PSa
FLQFYHgEnR94lgpdz2JOWg8msZ2Exs78eZijwPt++8yovi+FnIuV9KykNIuZqb+a7EdfmF9vS1jb
jXMNJJ+mV9ZseQY0SNlRzw61vqeVomPr+nIG/oZg5kTQAV8jFy28kTYzG7Hhbf+lLx8F1B2zzdAF
3Yrd3Ylf83F0zoWJFT3bEd/R8IKnsGbdnTa88iP++/aCrR2XcwHSlgNiz5tSatI40T7PzibNZhTC
y5DVoJkiNKSaojtkzQQAUYCeZQRSAG+S5JkJN0q8P0mcPPAfSjhN1dclAzP1vqJ5MZLY0uzwpW5U
weza3p//esm8+oXxyQjw6+mAWGnYIquZ67/G9HR/1gMFnrNlEtt2tu+LXTIMSUHQadJ++zut+HV7
21ULJd2UmVZ6NLPxfSAPNmPkbm9/fu0YIoUHZgVwBF0HsF5VOtzyC4JJVW+DybdN2aH30FJxmK5t
Bx6xyDNgygKhjGRME09TPx0JiTN/HwQPhv7JMqa9ZlrRnP11W6OVc4K6AUaaYLmAbZRDiyoDR3Ji
8TQuUdQjybTjvfmgz92bUYP43tKPgFbMFCHTyiqCEg0QgEiIioqVpJ6RlHrTBEEaa+lGe/e7vaMq
iq6YgWAdQQURRUsEGdJlmTO/B0Jfi9Y6J31jQOLRF0UVaUUCOurFoB863NAkKp1Iy9ImjdpVGif0
IX0IZoUzvl4ixEUfAD+wNYAnSwfSnKmvubY2xLXhhlo6N5Hvj19SU4X6Jn7m5SMJclzRaiPGhwP5
RWYz5k6mBwSEKvetFzaX4wZ57CZM5srbt+aomvH7SMRdCxRIPobAS5JBLp1FH/V2TseYen6YWFVI
jK3f/6beU1+f2nTeav0S9cbutpVf7xYegDpMDdUyVPzkFoxiwAVqO9OI0dsFtG7liRC2vS1iJWsn
ZICoCi8PNNfKsyS+yT3K6TzGRTmGqQaExioy6kNVVWLiLBrKKqSpH86YwLWZpojWPmom8rrisSvw
wDwwqstdl6BS6huMzfSx37vPMwXGXetvDLcEanD24JKhCoFeFDaWteWlPodpi7Sly7StDQ5cr67/
rqmN/13fYChW4WHWTBnTYhi0EqVKvMUvXb7WcVYtTtPHqW5pEXMy55EQ3w+7pA0Uq7BmzaL0jAwZ
3v0IJy9FZb5VdIDh6UBMuqkIkEOWXYEefRW90Zo1wXMBCkpU3K8Amog/FFTLzC5m7nysCuOToRWK
aH9t0Vzzo5yOgVj0Kl1qQryx1V2CoUjN2WLkKhy7PCwqhcmu6XEuRPKS4FpukcMq+jgonkbzWdWk
eZ0YFWVE7IOHTCWgc+WN13sDxWkT2GGOHw7kb0xDhgv9VdnevtFfjSJu/VRxs6xqdCZSCi/Y4gW8
1g0B/WgAD8z4wiwVU7ZKhBRhoMk4AdgbtNKXZ8N5KO8kPUJkfLFqrrTzdTLYiZvh+2n5N7N+1ype
wNXfj6wrTiNm9jEXdmlZPQ5pZ+s5MG/8KcowKlWqpuBXJWC/kd5FPAxIgEsJRaE7jcu9Ic7a1yBK
qvtolT4WCGj/GHEUPe3okb78vNG1nk0aa0Bejx6YjbGrFkOwZHxiRfJGrOxXblgbhW8Xiy57VzHs
JcAvME8nOxaa2i7pWACZ+T6Yv4NADSMcYZ7a4UTTLe1/5E17sNv9bbFrCykwPgG7iJkN5GIuNZ1c
jxh6pgMIrjiRXzN//b99Xog/i8UJx5z3ECw4n+gX7n/lnWJUas2HITaygfCJfO/VOH8v4DitBYfR
bL9SDLsOzhwq+VFWA4pzKVKeAj2Fg8ENLFLi8+JXodn2kSWp86VpWu2lWowyckGFGaJT/wcNOnIy
Lc7uA0j6sEgBK4orDlH0FbueXYK9r18ALpnbY1jsHE3V57O+kv8TIPfN+KNXeWmBoc3K3WTmxvT3
f2RrZzrIfTOal1J9nnGq7J5uzU7b1H/fb23nAqR9QrIP9IoNdOi9d+c9sf7k8xj4w22J/M4VbnKb
0V5bHIzDpwfDxM3vq/K8a7GFiF4swwOKNZAKLk+L5+TU0AKOw0h+pDzdMj/fu+bRahXgTmuH3gfd
CNqFP/A6pPvFncDs1wzwnnryQh/0+g+859nnZf5ZCzRx//Geus8ehqnYd2ZwcnNzq9f8JXUwHQSQ
uj/YeQvtaRi2F3il0o0WFCU61Eo4z+BAO4agTHXri6WXvDOQZ8CvCZwHjP3J70lwDSeA/gjQbuvp
GHl4zdrj0DRHfQAMSPknPWz6R6kM7yWoI9lBVy+TNiZdEweVDQyxca+b81NZqzIya34NWfh/G8Ak
OzDrQHPcnnaxx7KosTEE+hKU/ZYUZpjZsQf+0DpeyPe7twoDggjagCD0gXJyaeSkaNrScCDULtEY
+WjUf93+/sohAtqCJzjSfLwIHOnKmUZcOeaAZuWs6CLa/OwsN5y13Uj/j3KEQz272vrU8KfUsOrY
tne6GzL3iQYAxlLk/FbcMkbrwNQi+s0QHUjxc205CWuaqY7bIerrY7FsExVS2XV6xkeGAU0nACfF
wK7c2quZttV2CUy7AMSbY3zyqxNwmOf2K6mOVNVzuOJ6LoRJ8UaS6YW++BBm87A2otxUOIK1c3qu
jLT7Nqd5Sgd836hfA/aDN4e0+6szCQoYiufTmp2hewFQlXgIijDxcv9BB1SbSaB3sUV+ebSLStTL
Mmdjtb9v2/PaiuHOFyE7uruv7Nms5xmQQF0XJ70WhkN+JwS7iCxQGIGBAeQZxT8ZcAiDufZSBRmP
x++m8Uir490/H1k4NGyLt8A140gOw5tKtwJbwhNxf3r2tz/4/EdKHG3W12ybtEdcW2fBHKf0W0Mz
4Dn9iQBck5gYQZ/EFcLFjEyMbyxA7x2BRqdp27lTumHhZqW7BZwIAAwHFC1GayzJDftG4c6sA1Zs
NQTGjtrt5ybpvlmkeZlHL/IocD2H9inhWoiC46Ne+n9xJLb8GS+Dajlk4FQxC/eBsvav2nYBDa5i
fV2xwPPfZ0uXK0l1QxuJNcY2cml6XYeqlqA1Aag6i4sVPg45u8ujZPeeO881H2NP88IcPat9rtjF
FbeA6vZH/Iy2pqt0StZUbBpabcTwIzB4uNN89gd2aJo+9EiOXr5u3ty2yxXvAIEA/zUCMRAtx0Cd
aZZFMNIpTlrQEXXD8j75jRdRjHbO3fTPbWFr6/eRWwUAEEgUPiDjzq6i1KxJDtJZ8GqAfvopqBSe
buUOgh6CnQHYeEBMFuLPPm8lTg3MUR/A9vW2zHaTtrFVGY+15RIzkkguCvAa+ZqzrLr3GThnYs6N
k0fY65BN0QyShrlSJVFXRQH3DK3hunk9OJV1mo+ZeDbGmZ19bxaKGaPiiz/7h35Qzdyu7gvubfSg
gWbtCsstRVoy4Toghru6CLc1/ri972sBnEDeQTpYNH0ja3C5M4ENB5AM0xTnFaCy9GF6nvXm2bDS
Q0PM5YiJjN1o5C9OZu15we5/24MMC7aNWE5HNlpKhOVVMaHaK5CHzVfX+ZQpbvI1q0MdAJU8RMAW
wN8vdSu8TG/ZxKcYdMdhRX7p9im5kzXu4+4THEvwO7gG0apxKWNsu5LjDQ8M6N7dvGtIZ9/eoDVb
O/++9CCtF+SuAnDDIz2RHZeeATYz/zXl45cAteLbotZsDeP8xgdEuxg6ulSlqociXZZsih3t15gf
TNX85+p2IBEtKkYY3JAvKYw0zrrfBTihw5PZPlr0NHR/YFAi1/1fEfI9o5G2DXgOEWWQAcgWUP8K
k1rbDkHPARxuvEBgU9Iacc3Q5t7lsZPsfPbCTQCLHfTD7Y1YWyhMZKJGgm4QC31bl0LS3AU3XT/w
eDBfzeYVcMOtqvloba/h5Q0B4IDT/+EWzhyy0fKmAp8nj4HDp0XD/Pm2BmtlJjyf4I//M2onpz9n
oIuOS9EAYtRr2PcJLaibwvbAsEcbK9T7pdwi780f+iV3N9NY1htWts1rOweG4vysKAoUVjRwBYKy
Dqwnl2tZ1hbHULK5AL4EObagD1m7va3rSux1IUFyYvPQTSAthISm3XVtlGqfE+MpR4gzhCx/mnSF
QivTdOi0PdNIMkGioR8uyRzAe6Zd1PNvOrN2nvPi50nokF1CSFTxT2nPd6C+iBprS0kH6O0k1J19
Os77sogrXdVxsHIs8IpB/OyjWIqRKWmVPXBY21SvcSOa1RPzqkPvfm+SEn2Zxdfbq722n4jSBRQn
ht+BW3+5n7Ar3WE2KGz6dowctrXpoHCDK6fvg0UIWPtgY7rqMCIBUBdTD7FKqvlAjngutBe9rRS7
uKIG8OcEqgNeNACGktSYrA7BUof6xpz9KsJq/H73Kl18XrLJbC69zCvoiL6iNOr2VaG6Wtd+P4It
BwUOhNxXvR/tPM4OrYI+7niU7Yw7iZDErQp4tH8/L+ztzD15GbdoU+PzKcCO9BMImhWbrPr90voX
NVjD6iIBnOvih/zHkqkKZCtWhEK3QDL20TNoyBus20hRTTMBeDuJZj/Mysd+ViT0V0UA/QvZfEAm
4eV6uUh8tqqJ53j0tTXdl/CrQJCu/iBjjWo94kOw/brou5debhyUVNShKWhUnIiEpWoqfG0fzj8v
hU9pbxd8CbQpNtJNVUZ/csxQOzZBoIKiPgZSLpeoGL1Bn8wcAWYPkEX8o4g31rYAiXZw0QuMx6vJ
Zo9UCxrFnDkuxwh8lB2LlvuH/1GxQVbNMzGQIIqulyqMZE5yb1qQnnCMcBsgSL/bVbh4OIM5Tbgi
9NlI3/dTexjdfo7NORq0MCMKKxWuRkpNYOgN9SZQRQNZwBMWcHaU8SR0s7nADifp82L1YW21kUWf
/eoxw1BVPivKeSs30YU4abmQLwYlaZJMONjRu/6rAzq4+ycrBiA0XMLIsF+NUhVjO+oAZp7ivtgt
bE/ebm/ISjyBCTecNgGUgneRZLP9WGLwtWyw4bOhPSJx6B1y4nd/m0ttRwBv0EiocZY+pkvlbpe8
IYqmrusjiTQb3jMCpkWAxEsblgealcwiVzPRv3UjnIHRf1tBlQBpi9jQ906imUgGvXLzkczHP/g8
KMlE9h6Xk1wjLA0D0WeOZ4w3obJifzMdhUWL33dp0VigMwHmpUUPgMedEh+JGbvdzeO2zU6zuf8T
HVxE6KI/UJebUiZKGr9vfRAYNS+pdnI2tz+/pgHS9HgnAbsdfXWSU9dsp5/YWI2AYKZP84jRdoTr
FHmz+e68D3IKwpTB/QW6Ufl13LZoUAVA/BAzvdp6jO51/DNzVUJmxaKATuhgxwFiIuj3Lnck4B0t
bQL49P7kAiDL1FXJJZUAKVzoMxNc04UFASC7m/wEKGsKo/p41ElWhTgBCW4EPqAFlgOGMe1JOwQQ
kVVky53X2vlSdP8403fGD7o9hGnfhLzPo7orwoG3G5602+L+thtELOhWMZCtFd0Q0mWABFSpcb/2
T1ozhb7fRK6jqOyumB5etI5AXhT+TQ5aTG/o5mHovZNZW6E1tNuyMj85oEa4beErG4a0FnqfEbdg
LlFWRJ+GwK6Lxjsxx4kM1kTF3N/vxvB0tsBIjqEnpJmk0MVOfPAPB5l/Ym4dVsyKCl1RuVtTAok5
uDEMOAFySpJg0WDSNYMGYpZbjIWM93t6hO7/fl9yZJ5WJU4wZsHJ5lFfbLpv9+/B+eclY6K6N068
x+enOppZGVFfVeVeXSAP2NaCrVuApF2e+ybtp7oANsypZSxiDP17qllQlQTprmpbXk2NCQmkfF2+
4pl9e4mugyPcseBzBB4Symd4JkgKmHVX+gnB59vsmdvgL25oMAIe0f1N/eHQgjbDsP9Ep3Oh0qqh
xxhzx20enOYmi4AxF5WqyYC1Q34uQVq1PjdbHjiQsBS7NItod6T3h62owYgxQ4Bno49WPhszyfKu
Qwn/xC09dHQ0Dt+daMC+wBkDMs5wcN/Ld4pVIToaEu80RdX8pU8/39756zj18vPSjVI70+KYIz5f
Anskmw/EAZbRMVfN+67YL4bjMPIv0DUA7ScdcZpaVjHZLDmBV9WkL07567Yaqu9LBlwtJfpYkd07
LcBJb3bW/e9DvGjQYYxUDxI7V915oCbDTbS0ycmbP2Uhy+5+v11+XlqeLEUWoxzxeSC0DEPoLxvr
/mj0QgFpgYrRKexlgATMRgzb4v6RASiAsAG5Bhgr5sUuHciITFlWen2Ce04Pj3auKy65FTMV0ICI
SfAvQBVJV5BPNT0p51aD/yvbsEydDavKuOutENUhRbC4Kgs9BOI2RS1SfqwbLi2ARDYh3A3eu+GH
Y30ezR+aqh1mzWJxaf9/KXJCwwTTw9QxSFl8tnHHAOXoP9hy3Ec4dPDteChI/nXG3AS1hik5bVw2
RH6vAiJd1+Df70veldfE0Yk/JkBAIWH6aC1/cEHYAuoUg0loiEPHwqVRYZxIy0dMSZxK7ZdPftHN
bZ+xcjucf14mU7c7u0umHK7bmB8L5z113k1NEU2vLZGgTkQnJLDq0XtxqUFX9HVnjXVyKkgFWi79
OQW67W0thIOW4nVULoHZgA5yLJUrfsJZXsMsvMYsSRCcmhxTQYuXRsw1tk4V7D0z3QFd8E5YUORE
BXYeSk+4n1E1lfMCszM46WhAJ0Ozow6Msz7w960ybogi7FzV7F9Bcm1oYXMxjDMEafSTOb2SqttY
PZjVpuCkJSoHv3boBRPgB6IHJsgkWzNdreK2AWO2+q27HQ/F8si9v25v1Zo1CE5IdMEJtyI/d5sk
HQAYhyBuKTJkbMAXl+5vS1hZMgzWIxwRadLrcYUhsTJdKyr3ZPlvWXNogNBGyPdMo6FTKUStKANR
INMSkHQe8Osv7a4acj9ty9E9Dc+++dlREamu7Aeqp1gqtKW51zxnXeNradZmHsBNjQ1lv1lZPfgT
OIFqxc3yYUbSAXKFexGIph+zaJeKmF5vFX49uad5rHhYLtljTsqHwXU3JJ/f52nSj1jXN9OZNpNb
bm9v2JqaGOpEDg+AKNfw/2lZcICLE+80zuUDsQ/kJah2KQvu90PgbEL6WYRf1/lh9Ejb7VBBzGDs
0+0wKGxhdQ3Pvy8ZgzPNyLAk2K0WUMH5vHe646THOn+omjpMWR2OwyFRIZes+O8LpcRhOPN8S+dW
WdJCKe3kBl/RRjZ9vb05K6fpQoAU1CAfNmujBQHzwCM9R9sqklOkpiHaG/HfX25LWzlQoOFB25zg
IsMgrhTiZG6bEMPFgdLoydV+NlSV71xTB9gRNgoFFtAj5JRHWc5+hXlKDUBpblgnb046hY4z74yi
3OV5s7utztrunEuTTCLPEr/Ho1I7paYxgMob4+Vp/gj4WMWyrclBRIiWUqB9CVqySytgJUn0InG0
U90ux6HunigGzfNCVV1fWzx0l2I8D3csZnSkVGUTWNOStlDHpEWYYG70hDQICLIxAKJwSCt2gG5v
pLgQMOA9LndCae6UF52tAb7GbpBti/Lgx907A0Q0QNZgIBu90rZY0bNzMwSFRyubBae02DhBWPKt
wfe3RazpcC5C2nyvbEyH1iUyOq/EBbKywrZWPg/AGjGBjzrRNQ6KvjSaPVS+fwLy37Gt6i1jRJEf
FPe9dCugXPf/SLuy3sZxZvuLCGhfXiV5ibPYSSfdnXkRepVIbdQu8dffowbujE0LJtIfZjAvGahM
skgWq06dg0IXQqtFt0x6LwmEntOQ4kHjWyT0rTfuPFfO1vTR/vVP3D61yraMtTGdG1z+frYqtBKT
b5kw2H1tkzzEHaDwq5WNAqFjHE2oaYNgX97+CR76XOtK0CSAooTs/SwgpiKZsDYGFAkhq4w6G3Bu
UhA1jGwsR9NEm/9BuMB97G971coeBAMe4lxEHOhOlzv88OorRNLpyWlqSjPsOy+o02nPh5/E5EvD
nHi9bW9tOEsWf2kuAnGBfLTU+tROgAyl0Ha9h06ucfcXnwcZwtLpg5NS5kxFUZhOVt9ANc79NXUs
8BU/f23B8d1/v29cetQcF0UyxFCly/gwh87MIxoPG62z2vD2QFSGpL1SleCPqAsMBIXBLg+LPGwH
hYkVkmK0Dy2izIDVLqpUkmsZwvGo24Lko5qSbevyhyKDeNFkRoVnPOSlmwcoh0VoRaqDEsWLVPeR
iZ3RxH97qH8yofK5cPY75EcJS5LeFEOcnCyXtMfWzOxqA5G+Z+ihg6s4t7MNig783poQhHud/TVP
nO5egL024M1s/NQgnXn7F60dVOc/SLr/6iwRmVthYnB5bbU6Dbr8FdzJSXIyFrIrQP1HoXiYycLd
yxMQSFaUzPVF2/aKM65CNFm6DjaGj5UH+8U/gBcFrl5/mtDsH1h8aHfuWPFQ9+pk22c+D4yKuqHo
+yGom2KKtJbXEU16GuFBa0WM0fwehaVm61uqJq3rFQODM0j0wKGyoFPQhXa5DZrYT0zSzPEx7ngD
XISuP8ep+8uqSLlr58bf0iZvglhPqkhzm98DKd/RsJbshTvbRwi2T2+3F2y5+648CM/1BWcMuRs5
194xhq57MP2eIDD3bOfjSy7oMbGzyPe5IpO1ujHPTC0H3Nmdog+Jk5GOpafaNRF+fUuB0IszxdZc
OyWXogEwAoDnAMR4acSdhZaMrYiPbWmEdr6vStXNpbIgRRMknuwYWg3xcehPw7xh3ufbK6L6/nLv
nE1T12QszR18X/tVsMgeFNeW6vPSM2LWHJCfNvh8GSN/H1pc8bhbc6jzBZAc3GmZphWeHh9H577N
511nxWHGnnNLRbOxdv+ipR/ZXYBYUfRYBno2T2XMeGF4cXy040fi3406i7xeD+oM7MQqOoxVW/Ao
NLog7wuk6aUtak4aEuIWwaDSRz9F4xB/5t0MTnp9Y7iKAuTqDC6khAtuFFTL0gzyOtd8nN3kCIKn
DdTVN9yKv6QV+Tkm9e62r62awvMO1MegJ77KCNKh7ktqaUiUtzQ0kwejnTdG8pBTFV5LZWj5+9li
jTZIME0BQ0Z+oNAWybu7yu5AXq64DNbOGB8QWIDpgcC8erZyiDVZ/oAssyDpHS/YYzLb+3ZOFEu0
guQGEPbMjuQQY483U+z3SwXGf00z+m2kaK/qDX9jFuKRUCOs3HZbtea207RdZxZfby/cmkNi3aAQ
hhsPtWrpnk1skpcofeBBkA1ByceAcKjokbccucLy021bf1LP8h1xbkwabOVMkIubnfiYlE6/zS0r
QWzh/uTM6w9mPNBdzTsnNGuqhcTU0cdWggxq7zfL8QWPCoyhq4IRmJuNOxvVT5q6X4he3HuxgxBB
tA+xYxSBP+fGg62j4g4FC7btcmIHgwbeygodRyFB4BLYovOjAgEN6PDL5MXJsviOt41/X8zQxPQL
cDdBksMPy6yN940W94jCrPgpLRmoTGbdv/eT4hvPpuZeAG0VgfeB7cbJ8iAYmo13dWlVT7MztJu4
7IwQ6u/xY5Plv6eebnva90Vgj0UTaswZnkjX8rDJZmhiGiiSzWXb3Rk9qibAmlvzFBT5PRP+EKb+
bIZVjDJm4rBkU1lJsc8G+nUmXRpBQR0/2BHfEbs1QUFncozBq7gVwvKDoR3TnSUK9PKa0/jbpt4Y
3V7Wq4sAGA0NByiqSgj3rxhQuZHaiV8UGSTGA9N+Lq3Tx7+PvjMoB+BVj+tYuolBHJWWIvOzkwWp
rqPIFCCBqxMFP3/JXTsuGgERlsmnZJvW/pQYYCKyv1lVOG59Y+vEr7fHcL3PFytLMwiazdBqJpOq
59kYG/UMK0v6o/k0schh93mCkDEiRA/GTgQzxHdBUXzb8NrigAgMzzC8YBfQ4+V5CeCrDt0nAbvY
Hq9jc/fxzwN5BiDd8o65gs/GeQlxp2bMTwzPV7al9PuHv4/TEZ0lWHj8Vjk/NSd2JzyTgsGzf7He
61qRDlmZnYvPS7OTZXM5Mh+fB/c4s2gEebHo9gCu7hHUQs8GIJ+vkODq9DFH2suJrUPbaJ+mEUzk
dlMpwtVVO9ACABAbqTxPxugZ6KpoSwsaIlrbRK33qxseqKryqrKx3CVnd2/BBrcUeQXC5glaxQOE
vSgPs0Fx866uCSB6GAgY7zWZHJA3Dh11ndFTXQvcRK9apQhcrzY8fNXHOQLaK2TZrsivamifMEY8
xN1DYInnbTgY/3x40Rf4Jzgb8XK4xh2ZMa6RvsMx7JHTOPwDZr2iV9ylK7N0YWL5+9laEA8goFYX
5JjnYSUCrhJTVn1fOnStGcV1auP7YM69rz5+oiPMXurfgN5dH7kdg+qY6cfkqNG0D0TuPhKvUUyQ
rPaNpUXFEJ2QDiq6yNvJrWkibg3UqXEuWRMUb2o3LbeoysYHr7dQpkxGVN69MQ8AIOBhVbB5W2pG
s8s0xkJb5/SHxjs9MmkBcVyBgyIgta9qNrsKvqSfKD2hzAEiu02bJ6fBr39A56vb1P387BL9UdRN
SMte8XBeXdSzKZGuOkebYqFnNDm5NN1YXhrS8cdtz18d0cK5gbojWqTka87gjDg8JShdOV9mXwu7
4t5G74ngL2BMu21qdTAuIgKkNhYZGWkwyWjRQoDh5RSz+S0vrE/Q1treNrFy4GkA6/+/CbmyzQAW
sHsHmVk7ffDLz8QJc/o3E3ZmQrqBaFw3bKw0uIAHqu32Z5/2kQv6UPqVQij9L4aD6wFlejx3r5L/
LmT3Yq1rE2gRQ3KxPBjz7y7+fdvGqgOc2ZDOJY62RNus+gR3BImKGfoX4/eq4UE73E+mqs1sdX2W
tnpkTnGQyMGNgR48xAzY4hAxjBLjn7EwtrUW/8W0QQwH3DsLfyWCkcujFuplHni+8Gb3dLJLpjsb
nF+mu7s9b2tDOTdiXhoRCU2t5VwE1jYJwTH7vaXTN21KFfGayoy0PIQOgmv1Ulb03ubsVImn4i+i
hGU3QtFh0fi4IpMekJ0z+IR67MAHFs6k3+vTwKBkrlr9tQMAaq0ayopL75yMQrJMwAtdC+A5ZzfZ
n0tdcYlfhQmLToCD3Dx6uHUQZS6efnbD8pGAeavHUTbM/pPp6/uEmgc6p5E2WuFfLD5A6LjRXR8Q
F2nxcZhCrTJ2cB/q7076M3b36Ye5pJfRoHcYDzVUGa46YlPggLrUaHAbZruYRpaxSfjmL0aBYp6O
tlu0DsskMXWtWxMkMcmx5Sy9myHBtXOGKd6Vba1Kzi4X40UiATE12EtxXyPIQhZemrDcg5RcV4GJ
RO/nT5lf2EFfJV9FST/hxP7VCCTWJk9Xsf+tWkXlDD0cS2OCnE8r0Y8PgblOP/I+3STajpVTYNef
Wbypxb0A1fDt+Vw5SqHDtciTgzQG3iE5oO3FCRkqXzvG1e+kBHMMjYMRbe+me1+DzPK2seW2vJpR
MO8sHR3LlpJu01ibofzGSohllWN875pI4810yLeNDvFUizAwRrv2xiocGljMVcm1rRxLgPAsCVHM
6zUsCqTAzZglTD8OehdqxtemeYlTohjiNZxneYmBr/lPjeKaqi1hPPVpq+tHz3hOhRH048GotCAZ
tsyNkniDINrPvt+e1z9eL00ssJ5IXSy1Y2QAlqGfHSNdjKRantf20aqyegORRVC5myTd0LrT9oXW
mlFf6G+ZKJohcBvR7oauK0MhuvaX13hT5NBKf/J52gQ+d/sg05xuZzRp8z6YbfepbBoRmPWcPY41
OmRxSxkvRi3KrZ4gstbmAo5aT/S5mZ33aa6L/eRORqhp/bBFOqwIXZA65VGV02rjNFq6JSKbNm2N
/vAA7EhJOOEoOcaCOJ/6xgUFoc5VQM+VY/Zifpa/n81P0pla2lqdfYT8cNTq27QKHZAdIvt2eyFW
XAyPyYV0ELkkvCyl3ZT3ll9Nje4dbW9f6fcVXgPp9raJlaFcmJDCeY6QuMgrmEBCxwQwaDqk8x35
+RdGsEkASgfeAdN/OV9M8Aw63oN39LJPlr5ndVhlcI1UsVlWzgNgYP8zIwUKXZ2KXsthJreLCNlS
3fyVjtFUHzmfg6J+Bwfh7XFdl8JR0Dy3KG2U3CCkaqvOO8a5H4rOC10GwG9MN51fBXFxb8xbEzlq
Q/8+FZve+XhgBMoL/OPhsQgQmeQeU+0m3CC5d6ypfT/Vzn1M29fRU4Gz184gC0qRYJEG/OK6rS1t
ZitzCVoAs7oK/QlkkW1AUtwjpAqc9JuRHUrLDpR6mGvef27WuPSaAnK5TTY23tGtXodmx9LQVzU2
q0xIjkkFJbQXNRr2kuqHOWffh4lupkL1iFnbZOcjkRwT6qSVqyeYQHP6UuX7ekmWa7vR3Nx2x7XR
oDkJD0ugpMC8It2HLkXvGJ8N9wgWnoAbLwN9zT0VseDaWEzgfjRwEEAGW97LGo5xN52AxLQGc1PO
fmgKI+TFt5YqRmOtWgLjEchkEUyC8O5y/e3K7EumJWi3gmTldmKeG3Ihhjez8NEO69Dmq2tRso11
bQ66iY5bG2pfe1bW/g4il2kSYABgvyHEPIy0rO/KhPOwN1224XaaHViTlweHAqYxEssIBfi1322n
mkKn5loAJPAY9VPrbFnt2dAx0MYyCSqbNS/dIJxfLK/q+8nOvS2eiNm25RYyFC6oOts+9h5SSubI
9mizZZU7PemC0bvZZ7ib2p4+dTPaAdAlVQW8dcgja/oPU4QtGVygpZZFQuuw3KOTuKmV5LGJBlFb
IEr4nXX11oK8Gwo3t11uZY3gBQCCLbHtAqO4XCOjcbFIkPw9mfr3Mj9U9EczRG6ngjWtPJv+RHn6
EqVDg1Xap1rfJIUlIPE1GnMU+ymaa1VwotWRQG166boEeYdc5RZ63mhONkNJCuW1wNH43mPlm+mS
PeGqJtWVjYrh/GdLGo4x1zRrCtjKB8MP/DqJQz6TODLsWCh20Ur8/4c27P83kbRAlmiIIATbtR7f
wL1utQ+NYwZ9e+DieSy2H/aGBc+8SA2APRUl2EtvqLJpdBDhOceBQTOm2BfVN7h6MOovt+2suAN6
z4AOgC+gzi3nUADhaxhrLeco7CpM9X9QyVOEEmsWlp6aBd8IHgHZGwq7Z2zuE++Yhk2fBr7yobTi
Akg4gi0OEIc/6jeXU1XEPbAhVYq7GyitLGLZXvP+YjXOTSwefxalmj4kpK3FRKs/Z9DC1MKYPSRf
P74UkI1DIya43a4TGnbOZkswDe0G9guJT0zhvmvrgFbuBemCf68i4NGguOyGFu4LllgnA/PFrFjp
5RaR3joXmDTplhmazmVA2MRH6FSFfBh+4kC9q1ovMFM8KBreKVZFZU/akN1QaJAQBUiD5P2T2Vi7
Mun3iYFifOwfqq5TVKbW/MxF4IbrE1EBPPrSCZjGWhvMgQAKoeme/Bp6kHso8CAqE8sanvlZStrB
LbQFLu0/mvpL3r1UngJXteYGC9hjyZvjbJbzWhajwDjXND7Sqf6HEVQjPZfub3vyWvHFgi4L+GIB
qASzkpTWBqlWK0rHR43NEzqkrqDwtUep0ElB1cX2pKkObQ7XoGwX6yDdmP07h3Sb3o2/5Lm1u/1j
VgeMmsSf/O21ut1YmtpgVjlAEakOji2Wf2lbVZ/d2rottLjQ/sIJhKv1ct1I19SJVRrwRHshQ+X1
tu6tKRBEVwQJq4bQe4lcMcA6eMteGkq7iXsUpFXHzi0ee93c6ln+5AjVU9YwlhNN3ssQbPrXkLyC
lqYnf/CP/mDS+5ozZ2t4NN/lY/wF+V2x1YAoYaQxHyeT1Fsxm/Fd1w98I2Lb2ZZp22w8u24joQ91
0PMMT2LL/mECNLPL5zo5lMLtoy4GYIcYcbFB1xyUFIqp2rmJ540BuKBhizv+uz1WLuTU/CJK2wqI
GwTUu9zV6IbPfRM0Xd5EtQF697zWIe2ZA8VT+sNwn9OJ3vmdP1VB4wFz4cbQTQGqswkHOtvbklfl
oUtMf2tRMW+nesrBl2KXAZnQRd6CX2WXVTggE9aOey1lboCKsnjzZheR6zBmu6mh9p7pehw6GuA7
Y9tpL5aLjLdAKRHcg4HLtflJixPIg9jircD/9dQOfrkRrhC7trDeXSf/LjLL3RoTcSAczB4srdjl
eORuSG0WR1p69W4cpzw067EMJm5C5kgkKOzPjICfKp/DHPRigdcn8wvEFNOA50kTNpzFkeMK/AFp
7Q2EvPsI0rfVm12mTdTrlRb1TpXv0DlnhRCXn0J0VnVPaKp2dhAbdDa9pyV7MBNPEW3QSOMM/NXP
vFEPBBx/gyRKYYRj1zshildAULUcGf6EJo9uxmlU00kEE7q1gtwUv+rZFbj0dW0zVkaNDq2mC8oM
7wdgMfunoay0jTXNeTSbab4xCmu4b0eqo9W3H/Aj43/6xjHeYjboB79xRz+cMzJ868pEt6OSmOjz
gdqT32VloCN430Kb6XcxDFMAKubid9KTb8bYlI8ix/ul80v60s+Egap9HEPAPd2wsjotRM9H9tXz
t6l+GONPU+n5p5QUzk7YXYzfOrv3vLT7KElqdK9AKKmLql7YD1lJi8ci1UQ49NwP5pZ3kVEW/C01
3PokvBzOCFcq78BPTwNtnDTkMCheKTr6VFzSGABsDa6+1agGfH+TvVt599ttmuLJ63szRFHC+G3V
ibe1iiTZgUVjfPCZ6UU9VA22k1XxKO/KOQDra3vMa7RZECPh27JuhwMt8wwqf6ItN07bk8jFTXzf
2qNzQMEMA50KGuVa/mts4n43jCl9JozSEJrfyZvhjHoX+GxA7TZJBu3OrbJ5V/CmDsxETw86I/7e
0Do7dEWaQmRJ93ZVq09RpY/DpuaNBYxuG4eiHNM7arZ8N4jfQ2+EKfy2RYktMkEcpAg7Vg54MPeh
8wuNRktqXjoTXeHGjSFadmqsDSAj1ub2/bFy5F58XjoJtR7c+lrcMDyYYiD52RPztDvD1BT38sqB
e2FGukLidGi7MenYqRWBF//D6Tbl2zhWxJgqK1IMQ2eslh/X7CTIweZ3xHqt2o2jffyWuhiLFMbo
VuryzseKUNDm8hpAA+uh9RXR31rGEFYWYBiEa5G9k9a9aoEn1SydnWau59gB0F0wKDJo4CyaH/sK
KVhsmAxsAYVVhKwvtMiafBYVSaZCX6174H+/RHIRqGqSpErxS9w4MucN0RRDVX1f8o0uTQFYcjV2
MuaNE4Ge7LaHr8TR6AgEEEfDMxBJcmm5xjEjBhuxXFP7XGSPRv8SZyeT3kFCR+EYqwM5s7TstbP4
FoQzeivqgZ0s8gvgAPFhwpwFi3r2/cX9z77fFMRBPys2kd+AUCW2rCzMcGDenq6V3DiMoFy1aPLi
0Smt9jwQEB4MWO0ix/U1hSn5Lvp4szQNtMkQ9MXPVtUaurJCCwLSXmRdtWumVW0c3NGpqvhYOdUi
YN7XQVumW/zPv6u4e3AalWDrMlFy+Lc0Qyw0ldhacsJwSnqzSaA6dKwnf2/WaESrpnZfNTECH0OV
L1rxioWxbumJQExyJeFSzaZXgV4pPqZJhIuHqxqGVr+PCiowxMbCOi0lc/uGGSWjaCUpLMiaN/pz
O5eqLMfKLbEQpeFZiOISiuySZ7slZFH8ljrHLN9pIAxmGzJ+vEZxYUJybvRYZMSeYaKvtl5pBAYE
hssPt/Ug2eni5YYXAXhD8AK43EE54mTdTCl2EKhdDw1TvKFXlgILvPSjLN3HcOXLzw8G3npzZmPv
eKETOR/uqcKvBzoGzbronQciWTooiaYLXngCF0/RBqOLoun8envzrw0ADy/0hAEcgjFI81PoJHXS
GenTNgmbFKxTisNF9X3Jjyaddy0OHnpyvzBrOxGFD60cJMAHI40NRwWptZz95UkDyg4KDC+3/QP1
P4MLhIkp7FxUn7sffzFVZ7akqUI8b5e+aOlp2s7WJ017uf351aGgeILLH6m/K/zP5BHPc+aKnYbc
fUYLCP5r0WqL7FZUqo58lS3JbWlpOnzEE+1koic/nBL2VQwaAHudk4dGVtoBBHi+3B7eyoHioiSK
wGbJJ1yBgog2J2Y3M3ZKSxC7xg8zrQ40fr9tZM3blh5SaO3g2IJTXG7H2DVnbUBQdLL8J7sIclUb
1TIv0jUCgnY0h+DqAiJazgMZPjUZ8lAMKktuMOEN2Wk/9HjcxP7H0VoXhqSN7w3U83KOjW/qPz3v
a0msIG5ebZXS0oofXJiRwmfIaOglLRGIUfFPhSYe3roBig+BnTy3xrfba7PiABe2pO1DPIhGZbrB
Tj0/mfFu4Cc67v7CBJCgf7oRl2a3y+W30rSzDI7lz+jXztowRJeawo1XPQAoLX+poAGkKQVL9lw4
JV4D2KVZPoPXrmDpKwSa05e6pVCaN7mmSKGuPQtArbvQxiJ4cUBcfDkokrOks9MBTCMI/31ESSCh
+OW15GCUVWSn6W+j1TYTSiFB7PqbIdZ+ZVas+BEra3fxG6TzooQOLZh+UZUa9MEJm9LbgEP5GS/4
v3j7XhhaHPYs4BWtYF5caegv8ZyHvEP0JFqPbG67ycopgZ54dBChwII8qtzbXbZ50YnOSk/QuIQo
ikr1R/V5ydFdZ56SJHZQLvQiHVfq97/49YhkAEeFH0IR8nKKdL9vNCMBj0MBYTd01tGHMfGJ4mGz
4uYL0da/RqQx9NDX0cexT09afTLNb6lj7gyjCHXj0+3BrDoWXgFLjWhJakl2qnQu7Hax47t3c7dD
agXZGhXGYm1BgKrESgOPhxSwZMSlHlRm6wyNPuZvlO4TTdFytzYIJEgWPhVEzJaMqB4h/9nmzMOC
l5sqj/xqA9nU2/O0OoQzE9Kip2Uh8i6HCb/eJEnkRrc/vz4CRLJLTx0wAdK2QybO4MmMKJk74E2F
dMTcbYpKkatZniXS5ekDfPKvEel0rrQcInsOIgA8y+32pNEDIQ+E77P8W19/7wYFAks1puXnnB0l
XVa3CUtgrtJe45SC+WJnq3jY15fl3yHJ8UZZTUWmoeAMKdu7zN0RxbIoZkzGahRElF41YFkmW49m
Mu1nOu1rrd94ef/YWsVLM1pbpMsVm39ZiBsLJVd/eA2scztlMEv+Scw+YPHJN06sHHdTWwdA8P5P
zmdIvu2Pc+9oBSYxmcmuIiIFN4kRo4GxVzzWFB5hLKt55hFjH0+4P2HIqX7G6bMDZv5y2t8ezNrB
eebkMorfTQy9afQUydtkQ+m+5o9+HdSq+v2q3wFHv9S+oUEuawGzhFLHnfBWIFBIiDMWdX/R07ZI
lvxrQbrxdWIi+w+Q1cmteDC+o40juD1RqiFIR44zN5nnEThZlx3L/aBizF5d64WUEuIEuFdkXZLG
LZF7dghgQZYV0Om5nr+UsaL/bPmJV/vkzMbyG878KcmLops8cO3rfhWWwy9hv7b9VhNohP59e7JU
lqTVMN02Ge0qQZw+bjrRBBwkAIY+hAxlmjYV29vW1pfmv7mTlsZnnWMmLeaOuHsHmi5Ucb4sv/bW
vEkXAdC9dq4TDw9p/YHF3z32uQKV+ZD9uD2MVTPQjkBOc6FydaRzpe57r3bFhCxz4Z/GtLqvqBHU
RIQssxRvm9X1Af370n4Ozj45T1MNxZx3vU9PzVgI1P+N7mHoUCy3sp7fD02CkhlauxTTuLpMf6Se
UD2/TgNmVWcxDeXzk5cKKBXOZAysUvXiXTWCtzTAgmguhq7spY9POfrhkeCiJ6v+zqDRVw6KcHZ1
o54ZkJwBbceVwxqDnmji7he2wMx3PtlpsrntDOvjQBsXyBqXx5vkDDTPG9Cd4Lhh41ZDgVNFc6r6
/vL3s7OgocKq5hh3S/YZ2meuiidm9fNQLwCp2qIRJ+fo29TtKEiiURvKvljdDuHZX0zP2felfMOE
omPWETxrMxEmwzPG8b99X5p+Y2q546U1O3lj5Bcb1ZNrdauDq3nhPALiXZbDEfbgVmDsQZZX/DTs
OZxK4LOcL6XQFPO06q0I9PGYsCATpy0/5GyZ/dZMOAJoXIu6EwDegU51PbRHFQfJ2niAEEEvGABo
yMBLsSvvpzHOihFZWQivI8dUgCNG2FHfGopbWF8bkAn+Jg2pX7RgyBK1JuPcSKbl5EqHXRqXr6RF
r9RAWAGyNWAfKqh+ZOkQleluzEXU+3NQF+5jFk87EMztXBUR3JqjWxAVBjQZOWmcC5cTnCTIS5Ye
KmrzuH/vRkV0pvq65OZmWTfDEONK6L6ac2SqWrLWJvP8x0tebs2EN0k2I2uXbss2mkvwlL/f3khr
nrHQ+aEogxQn6B4u50d4czGONWIOP7MC/ure90U4NSrk43Loyjf0wk0OJXlguK84JbJKm7rOxX6K
kyzo7acOLZzZfqxeuO+D4EBVbFpdljNz0h3QOM00g92NnXT6hgeo3r3cnrS1dxQyz8BSQH0U+izL
up3v2tRxMhp7yUlo5tHsxzlK43kOWnM88M6KfGQkk7h/7weVv63FBWAQw8GETYwch2R4JBphvg5q
P9yu22KcIrMytpPh7g2j+9SM/ub2OFXmpNNJGMXk8RLmUkCr+ThtM4dEqPpA+nY+AmcX3Ta35ovg
HQFSGSTIKL8sy3o2rdnAQVUqKJhXDfZemxnwoxnqFSSwe5VC19rOQpkKkgY+kJ5XcgaUNKPdDS1Y
Up1oqHcgqAIS6PZoFCZkzlCN+5bTuQs/avmuV5/b5Mfk/7xtYpkQeVstfEkLGz+gpPJh22V2YfsJ
qlVzfZ+1X1OVCtHaEFAQRgpnYWlB38Xlgkw0LRLPptmprPE+sKZ7S3/hngocujYKFFnA0gpboLSR
DlF4GbJEXpZB1fx7mXydPkxLvYSaZ9+XTtGSEwZ/BQEXFBMBHsoaRTJ7zW3Pv7+M78xtc7BVx6aN
77f+J2ALtfS3pv1wMsXjUDVLy1qdWUF3pgeRvjI7je1xfrA7xSDWTujzQUhbPekzVqB4h0F0DyOU
I2r2K4cwQtLfozWFE9VrXTVnkmeRmQ+u0cHc1IcQE6niF3veKdMaKivSPQDZs1mPu8WzrDZg7Xtq
eYEAhDb7/PF9eD550iXquH3a0Baj8fjvBoI4o4q8/Vqf8dKH5cOk1BbsYJVnp8z1991wn/n3JL4j
8VtFfzJtCofypWt+mP5dr29NnRwG1SZSTOUfArcz99NdKrqc4QfEPJynKEn3iUAX9d1fTKS3yKuj
IArAs1RvTXPXIKNRAV1l7yzAURSfX7vPwL/57+elYLBo/aY2ANk8oVuI2dvsV5NtYn1H0/ePDgNo
O/DiAo+0sFDJ3ZHp7OfFIFDWxZs6sJDhHBRh9vVqoBUXhWEIxIGBE6/Qy8MA583kpl6Xn9CHGYz0
K6iRGu0w5SqVyesLADr3IAODIaDGrqLDamao07mgx+P8fZhfGvNg2IqDZ80EFO/BU4FUB3KP0ulp
AQk5as1ATyXp0BkAMUtFOvj64MQT/cyAdHCO1lyaVQkDVdEFwCN0yh67FQtImIC9AJgXGzR/0mow
3Rs6kRbF6X7mb834etuZViYIEA5UTABJwStR5g1Bbnb0a0Kw1nkbdKQEZWUe+KWqUnp9AcChwErj
IC0DCg+5ZOMktSMyO81RiH4u4g3A2M85fZ4QqBftweo+/H6/tCadzKR0GrvxYC3b209U1Z2/siAm
hCIWbAiA4GjivNwek+EXU51QfiLMC6YXrxsV+09lQPr56HAA3rCDAY9FIBSc+s3tNV/Z3xcDkC6U
kkyuJji+X/Kvk30Yi7CbDsz+9HEr0B9CHyXQg2jdlHYGZVNX+xWrT4hb+H4w75pkn/H9bSNrU4Vn
Nw5D/AcBnrQWvNFj3acuP9k/av+zZbzd/vzK7sDP/+/z0kr0I9WqSXf4iedDWLVh0UdeLMK/MOIg
yoaIBmBt8u3rukRQbjF+cvtDk/pBjz5NOisCvNWRgLXHAHYWD7w/PepnN2zlUkrSyqhObjNP+4zm
w7tFWf9mjbUf3R7P2pqAuMmAMrYGWKncPFvw2rYZzfipyu5PBvlwWQzwkrOvL859NpDCEbljZ/h6
Zx8aygNT40EzfrgdAEZA6AndXeCnwEx+aSTToa1XcCxJlUxAYt7N86lCB4tKFXJlplDgxxzh9AUG
TFYLtMkcuy44FU6W9szLU/bxhbj4vBSQEFy8pM3x+Rj7g59Ux9SKSwFBgNwiGhqNRc39cpJAWeO6
9WRWp4GgG6cGXN1GNTHyhd4pIqtVSzaIdJExXUxJV6CtscI2mahO8LkgA625PtBwBGnHbcddVvXy
wbvgbP4zsyzXmWvFiEKH2ISZjH+umwlIQz8w7GOs3RNyMkkXjvOP2xZXB+Yv1Qo8sC20HV9arNuy
7BJhYemnIoDwyFwdSaE4h1ed7MyGNHnQF9OqYrFBm59gb48679ftQaxcJ0s2DAAfCBACtSz5gUec
MsuhZHUy+IMQL6Tsd7Sv9trYKtZnbSTnhqSt7xbMI8BqgkYtpBl62SZV4LuyHNC2WaiwHHSCI4a4
XI7BzTm6TBfqWONdc7edeWep8FArk2VjyyN0R5n3mlkAzOQTnqYDNL/8TxYDq7rzvXPrQIyb24uy
MlcXdqS5Qj+mX/Qt7FjOGFT5e60inLt+7SCiXsTL0MW8UFpKV2OZ0BlQKEjC+EaNneKFPDGCttVD
AP0Cs/k4P8elOelERvUwzkoO1tos+9LYj368adNdaUW3Z22FIWh5J6BmtaAJQJcgeUBXtZZWGykY
NHUw8TdoLy22OoQoOv42uV9dcIZn5WvMp497NswimFwYsoCelPZoBuQP0rs8OaGxs3if2P/4+cVZ
zg42YfSF/3+kfdeS3Diw7BcxggZ0ryTbje2ZkRu9MGTpCRoQNF9/kop7Vt0YXCI0ZzdW+6AIVsMV
ClVZma1fgOe06MPMXHtVFR56XW3BdV4NQPABva0Xvt+B4RD9bGXk0IOWfdZTtB7v4nB7iaRn1EYX
A/oNUVMQQc2IYoq8zMDVWVb6s6H56Ql8hP3JqN9RJMVeuLAkOGfLpeghXeVCvA7kV2HZKCIZ6RGF
o7HBNgHqDPFNZIEkcbBHEKh2P/TpkDWKvSybKDwZkYCGuuBb0sl57GhKClB5Twl/ZYzuCsu/xc5X
BJayUVyaEfwAq0bCFr4yhmvmK8/Iyzy853QApaTjlkTwCiq/6+0bu3bfDTXLzgm9nbvjdNjeUTJP
Bhl2D8R0IBvCXF1/vh+snFLLTs+1u7ItmlGX+1FOb2ianQxLcRtLV+WvMZFTn+i08WvqAqq6FLs0
sT9DiCPgI/m1PSbZqiClDuVhA8GyK3pnkAcYtHRhhrObX7muOO3yr2O+gLoFZkmsUHlJY6HtGJDk
2Yl6fq/9O2//Si379/vC5WVOrMa7C7hqwp59tzuANCMEo4DCK8qW4tKK8HaE9J/XEh2jsOmHvZZ+
dlyFAdnGAjct5FdRdwICX9hYmZ5x3lMcDddEK3YHNu64emb6dMp9bZdquSrJIlsWcMvYyOQgrYZI
6Xojj7XfWG6Mc4JwLXgY8JTc3lSy8UCLC18GoxD0mYXx6JVekgydA+eJ3Tj83gNDOxo9/Cj7uW1H
tjBwimsgvl4qIorHHpaSDGYLO16VB86QHk2tufdsFZGtdL6g9Qyp5DVHIWpPaSDG6aYW89XcFdwL
ssFRTJjcABTiQBEA1yWSyFIfSKvGmMBe1qU7DxLguYq8WBZOIkGxcn2tjwgRKLRkXu7O3gTf1WlR
PsbBQJ6GMY3AD6AYi9wSYj0otSA4FjE9SW94vcdmxHvQsnGrgAcFyBQmR3G9q8yY13t4IWWReC7M
JCPqDsA+tcB3074/eNOn7V227lYxZIHkJ2q0KyPbGxROA3k/c1rYGsAGzDra454Yd2gycwa8+MO4
U9z2EhEaBBMX9oRbjMYggQZZRHKeESjXAKpY3R4Nq3WQ7UvwmEUZsH70HRmGK6PikXXaNE+Bxzxb
ZdiUkaZSOpcdVRd09ishjoMMr+ByDBBzWQaFDoDv32d8jur2NvVUItMqI+ueuQhfuT47eQl6hvPS
fuBuBymmkzurHv+ys4o0IiDKaC/3EAlcG7F8cxoLF49L6rwy/jyT4/Z2kw7Cd9H0iRwDlDeEjT34
lkl9CEadByt7HKb5NNTjmUOdZNuMpAELKQwoGK+87HieOcJkabPZehClhJ1G66H1HN8kbby3tOK8
2FM4z2s1j4SUDwGENsIhHiOn/Heys+vfINysjpnZObXb9Kz5e0+/nbmqwCu7iS4HKZyllNiZ31kY
JB9vc/qqkXrvLk4E/ZCA6ArHJ9sYnqHjsYH9jRBReBIOU+M2Y+wiTGfHpTi5p+0Fk+0L0DRC5BK0
Mm8hbett6yG3lZxro3oaJ+deM8enHh0T22ako8BLAPxYOrJcYl9euyAsNwA6hDTE3O+LXHN/m52d
qV6aMqcKBrNVdNpZARfCykNuZAKvAWLpjiBko8ahbk5+mQYJyMdSe4xs+jLYqjhLdmdcGhV2g8bM
ipnMSM/eympVp4D/vbZpHKa6ai/IFguZrnWAcBMAGF87ib6Ka1CNANgzevQ+1VAy82kWZv7w499X
68KOL1Sq0We/DBZHoxmEVqJkMqJUxcogvY5WrXak0g1Qmb1dKW2KzX5Jz5Pu3DZL8xJX3mM9aIHO
kzOa9z9AsBZYUedcFEOk5e1ue4TSmUTmG8ELDhVAe9czqXt8jvUiXtcsfUDt8Qz940PsWe+5oECj
6a4oRBRYRHeIxuQJGNgRUsbNjDLX74n9chtVYlIyGOxq8BEA84WSuXh30DzhxOxKtFaYEBe1tdPS
jweIvStchWSfw4wDrWqEe+DzFA5XAnKqyjIxZ9nkopg9gdjHCRPtKRl+/vPigOgE7D1QroNWuYgw
4E06ZpRBz8zs8lPCrQMz7NDsHUWVReKTEHQDAwBuEGgt2MIeqAwCugXQXZw175ikB1VpXroqfz8v
svWZ6ZQzc8bzq9FACDczUC3+4KahuB5UVoTroQa+NckKqNj1do/IxA80JMDmWhUDyTKT4M4Hgyj0
KACVEFu5tQ5UZxOyrud8+Oxr5b7lcViSJsrtJeCgPTSKF8NsA5I9be8FyVV7ZVeIWxLqj7bNsEg2
uulSmoIa7mNMT/UCprlUdX3IdoSFwYEUATv9zQtz5tOitXzUHlHu+VpWddhn48d/Hw8Armizwp/o
phYO0cCc0XQItNUM9qUbup0OwJv/HbjySCsVnbaS8+qiJ219MSMP54rntXU7Cmx4m0CfEVG+BzGu
eLcMaLNb3lFCXp2oA9AnmvzRZHftTUlCkIunSGVUc78rFuM4AEzjt/Zue+7+5KGFN9OVHeGmrR02
NDSxgDqdtftYs0Mor+8nvT9k7TO4Xw6WUYYkHkKOLi+UnY6914QTVbUBrH5h61cIfoPl0LkCTx9u
R2YFhNGwKlAxn26L5bMfj0Ghgwpqed4e+jqyDZsidizvjQqQKwQ2rtMjU/CQeHk4Dex+6MyDTcez
wxSJQslRcBFlgAsIzvGtTN9Y5y2rG/RQY4dFRdNHveoBrLAgDmloc4tbzEcwk90DxBw47Nc75gyw
BsDUQM+Kl8/1rpwLqxmR5UnORg2axGiGHIoR+cWHdjyM7wB6oRjw19Y62Is3YjP60A60IOUWz7vE
unXLFzIpMt0STwgTSKdC+AjBhFgbmkyUHlLfxjN0vDXyfVncg1udPLqqIpR0XS7sCNOmDUZC4rXM
aflPSwNJgu/by6IahzBVkAWnoDvD97ts55rHzgnByMt/+f/OdrT2fOC/FVqGopZwM7Zap0EYqsLL
xnGTozfHn5qJfMw4YcE4M3LKQdunuIxlQ8MTByqLuCKxWILJUa+9xp0QwPp2nTx4s59EKXzWykfb
hjlf/L0/FvT39nxKIgAX94kPIV7QOr2JlrqemD0UW2AUAnJN9x2lxe9xorhLpEaQQEIqHzE7/rje
370BdRawtSZnvf/OfC3Ip48gQlJMn2zngS1o7UtD8gvX1rURu56Y08943sR5H0x2E6jeT9L1wYN2
ZY1CmCwGMbXn9hoAhumZBu50m/m3pEWl5fO/x5XIsgBsCL5pgEXEt4VL0ZZB8xpvC/01727S9t8b
jpAM+GtA5DyFsyHjoldIPzg/M3eXVKFVgOwmMMtwsqPt3SVdEzhPFNoxIpB2XK/JUJS9P7AEL2rt
Rtt5nuJNIdtXaAqHf0f9623xi0F/YqhbT3tsHdDjzA36YUAYdDeMsaptShYNXVgSK18QErdYQlHB
X1v2lv6JVyyEFG1Q2v+O/nTR3QweOlS+oKgmhgezHjt8xlXgJVBnAtG+d5suRq2Ii2UBwYUV8fas
7NIfqjVv43rlq2nxBzrYR5PYL0nhHRF7hn7xc3snyJbKQTFpTUJ5eDIJp7M1WdvNzirPwg5VyoLE
DC2imDvZIqGLDplDC1WRN5LizkILAL2AfzCHJTD0h8pAPOX2gWfstgcjM4QqAuoifxQLxdiAa+WY
TxSGYru5iWkSBynRDqCUjRK6vKMwhmt7TXVgU0DXQ3Ceie9w0B+gbZQaZgihNvffmVXXMutfA+to
L6IPH+0LNtfR3D7aoG4GITN/hxuABfBqEaDNISAgZISWJok1mhB0vubgttbrQLG5JOsBmADQfKtO
EVp5hREk9sKYx1ccezqXAcMRpaYbugn/1fXftpde9pQFqHJ9GWE7o4IsHNBqyYshdlBHjHl853X0
l90OYQoKejQ7HpNkOfMuv/EbsmOUq57r67eFOP7StuiFnHLKSEJhe0G5xZruKuD8Rv2WaeOutl/b
LgutUeEpJB4cJpFCXlvd1gzs9eYokQPxkxKp1zYDff18mPQ83J5RiWcAFSP2BtLumFPxMPX16E9+
3KFTz7VDBD0BGe2o9FX1UqkZNGuskpiIdsQcMmqCU6YXC9JclnNjDEboefExJb4izpbNF6oXyLiv
ipiQsb2eLwA0HKqtJJyWe+wTML4rohyJ58ZdBwz0n8TTm2dJ1fKmx65EQaSoQrs9xPwIsjDueAEF
e0xlq5gvJEGPh6Qg3ud4z6ERWji6VtX2el9bBZ6rNJzzAhVtELCYRzdNjp27294K0sOFXpG1Ix1l
uTfMlZTFXZv7bXHWaRJoEApLSz9IuQG3NAYmSPD9Afomvypb9Tz60+wuHi2Uhtdkh4+aqniskZR0
095EDyGwZu4tQE9lkHYduWXlNAVI91SRYzUeylGUhjHyi1CYGIqA2+N84zkV2Oec+i7OurwLWOrm
z+Al6dHs7Pi7lnq/UnduboaRTLsG8asiYJRt7BXqvVKuwcuKEUNteoPt9U2BW6/4QMkMLBPBNUFV
QCZZ/gQNYv8ZEoMGp6DNDKqv4tw6/hRQPTv1bXbn4iVJIdzLj8iI3nVjHU2QyzASutfs8tRDY217
j8gOGFBUSIqv/HLoV7s+YE7dJhycPBVYC9hhTLVj+o4CIEh6/1owry24UzMsgwsLJQ16/XZQqcrI
FgwREMJJD//gVXT9fatrrRLHrToP1XLTlR880EEk5o93TBOeDwSocnBniORYjWEWleXF1dnmKxNP
VKpwLjJHBL7t/wwId27WEittChgACmU/lMNunKGOgdPyG3Wbm7HTq2CutDTaHpasQozsApogVzEl
FOkEfzQBg9x6uV+CFpaGVu6HiQPSqeKXndUBc2+gqOzzR8cp9277MwPUZ9u8bOkurQubbyh5bdux
i4az5i7u/F1lJXuvV4Et1lhY9EVgoUYVA0leiKutv+IiIAPu0YMqQVIhh9IHZKiPUBg9xWkLnpDS
PI3ICxRr5Zt4N4vJP9ezeetN+T0dkl/bo5WFVZ63YqTXxlC4xuvfwSA2PFRFjY3aokmY+F2z0xLW
7ECINgRpYlHF0ZbMLkj4V6pXQKdwvwlvBK2uLNb7tEaZtw6B3Qsz99ngH/55UHDvyHis0spw3MLp
9vW6muYJF2ifA3AEnF7AHKjFQsE6gArkti2Jr7qyJQwIish2FcdecTaqPfGDwgy3vy85gxgGWDbW
HCuE+IRY1BrQaGdPaBXMrefMsHdxc8fK3215P1RfIYOpsGZIws9Lc2IsEA8dQNIxzHnmkwEdy/Zk
gNE1Le9tHfLS0302Q+TkW+MNwTy/sOR5nqaohuju+I3Hv2tnr/m/t8cvnd+/4xeTdNZgLRytvuV5
4vvlyeCn7c8rpvePL7o8hxbEeDqtKEEpooX+8sQ8iCU9cfqcxJ9K/eu2MQk9ECLGi8EIm8WtjZ47
fgZrGfrIly9dctvMX3XtV+Pd9jELtPi2pH0QMzOk+WPJTijPBDVRxPuyM3j5K9YpvxhzayB8wdVe
nrX+ZWiCMgkWFXWGxK1goGtKyFlLzu467RcmZteBgGyPVSvsYWcv2t7Wy2Phm49A7x23J1U+mr+m
hAMyQH3K1iuY0svbKu8hTH9iKpogSYSMZANgkqhfoeAsJjcBIWuy2oa3bjwIjTlf/dGL5rsy7JPX
7cHIdjvicHyQoOEOrWTX81ZMLi40D1dfme8b6Fbttj8vW5bLzwuOMSWMdaaFcbT5MSsj3QPtKUAH
h20rshUBXAjXt752XYkVTGwKn1nMLM5NGunlaeygw6y4P1UmhP1V+v3SUAoTNCNRmdzTNZZ/hzYp
ckxoUACCHB1Rutj9prfOTEbDxYMhyNy7pHzH1bFiqnDz4jGE1M/1YmtePqANdUaw3QzB9AA6G8VD
UjpLeDMA+4hX5JsGSDL0ud3qI54NSQWpIz0s+R1xFN5EFq4hRkRbIp7dqASK7bS6YfK5TjBLTePd
DUZ2ojqw1zaIG8HqjzxaaLYa5HATI8jb+qVz6tCE9OP2lpNtbNADQOUIDIcOzs/1VLZkpM04ViXk
EAZ9D+0yewdxgepYVBAoYw6vX95hD1E3gJh4noCq49oeJ35NuqaszhlmdEZm5sDTLyhUbVsxZLcT
gAb/mVmHfeFG1zYNy59ArZCP7t1YOYGXVA9lke5q4t6moHPR0yKqkR5K3eXGaswTr8FZT/g3m+Wv
zCwfhqzZNZZz77TeB8VvW12REMGicwfd2mhEA0+nmO1dU2SmPsflGVnfH07LGCJXdL4OkA+5SQpw
fvCCFEGrz5C7MfI7p28PIMXmit0nXfiLXyHcZYYeLyYkDeEwZwjvflp0ClnNPujJx3cNF9t7bYTF
qguHNcX13FitXZ6tOb/XtPqgl8bBSnFp53UD3cv0wZnIc+fOj0VVf3RmVaAiH+h/9kXEXZnO4G5J
YN+fXqzpObECvYO4iGLHyTwGCmu45dz1LImuO6NV2zJS1BhlG1rsoUY/s57tt+dSZURw3j2BWqJe
ZvWZ299rdtT4j8VUuFbZhb1yuKJODFjLmzpr28++myROdTZRbtfbu1nzQ92Zjlp503aOYjwyqCKg
pH+tCdcqmNQm0tZudXbTryjtoF0qDZEkD7iFbvM8DZMOHMPVDSH3aK5VrJjMRVzatq5dRNOSRq9M
2M4HO6jIC/fTEASzgYPD1+cfUZtTXCqyBN7VaIUj5yIHoKedV50hzrufepB26i/GVO+G4clbW8Tb
nUEgtDioVGdl28Z2TH+lFtLRnizkVHhHE7dcGHI2aOrwrJu5/GYMKqiubOMg4Y89g8zNythxPZ1j
4/bNnMDjtkv3stj+bVUbN0x3UM2a3FMWq7AU0r1zaXAd9YWL70HdTEewg5+Hbp+1AQhjFyvqvUNW
gAw14OZT6RyZCg+6jkL03etVvZY70Q8vFqAtZxlG8AgAbK2FxYGau+0DLv08sAbr9WSYb1px/JIk
vemgrYiCDaxq7tv+uG1AthVWZOaf1BSS/cIqlQ7z2ZIB08jtZ05PWv8c54qIQjaGP14QhI4GEiSr
P75YF0bZlHsWVC7M+rbin91MEcHKzi0ClfUu+SNSKUT68ZSZNOUYQg0yMerZUTNoT0jQoNthOVsd
31VL9bw9a39aOMRlv7Qp+Km8BOtcmwE2Czb3fVkXIVh4Dskq+dsXuwIUvAmy3ENVRuhw2tM23cdO
FiEljEQw3jpefW7LJQTz9t5j9K5i6R0oSE613UQYTZiy9GdOil1mDrcMNGla1UbewKDw7t9asXtq
ibPTqyXaHpN0J1jwBg5e1uiLEZYJKO0FfLtrSyE/DXTn0kP171zUYI5AdhXPFngEIIaudwIi2Nz2
sgbdvUOEDI/mKE6L1AVcGBBLpyY6rxIOiO7Zsb3Atk4zCGhtVu4d7al0d33/xLQfHcjNdE81e9JN
+HdoYvbPMucWTQRAIA8aiPDboHM/JNO56c8xZWGpYh2VHqkLa8L2q+LRMRMTKPSK8ReWzhEvCtWT
R5piuZxM4T50JgAT/QrFzNgpjnXvBLyzg8LpgiwjJwecem29fAH84SMx231eeU+ljU4j2wrTCdyB
o/Npe3+qxrz+/YUb4QXqRd5aW3UzsFYy1JUWxX0sPQEXs7r+/YUFOsUc3Rg41Ab0i+b4uLBnSwXu
Vu0T4ZQ5TMtMd8DK5ZSHMfkwg6guKU9zwfcF/WH4iphGNWnCTd8XzG7cGAdCG24tSGXkrSIRJysF
4kzj1Q0+mD9V7+tJS3LQ+i4Q/T4nkJjn3Zc4/4Bkgh4/TMZTzR88+1lb+qAtPvLmc1W2QUl3BMLV
xGJByQ+0/GLQ72yCoraitGysM/nGRV/8MMHZZLNbJe2MH1Y4D5zmkQfIfNKd9flk9nPUWAC10/Ng
fl+an3r9jbf7NP6d96eav27v2//POfrfGQKh4/UMofO/NrISXq9cjLDVnIcJ8L4gM+q9jbhkYXrQ
g6snIV2kTeywsD4k+LngnT4asX4DXqef2z9IOjFQtbIBzkN1X3yZ8BlaZs2MRuJ+HgKLndBqcBy1
OOptxcUvPU8XhtazcHGelnEgizGhIYeY802NunRfd7eDUiJAdqSAlUQHOUjIAM4Rju2Ua3Galrj/
Z9sO0VnXO2PY2EkARSdQWiaHMlY1SEv31qVJ4RQvc5p0SwdvX/Y8zIa9732dkIdm/lOR6eGko0+j
SKOp/zJle3QLhaY27ZzxoacIt32VBIP0GQGFLxvUysBZvUFRGL5mlc3ak1Qvn+fmAJnJoBqPQ/No
8yzgzTfCvkzFeXsTyRzLpU1hBhwzLQ2+Ohbbz45NkC7pcduAdFUvBiV4rpr2sbEUGJQ9Nju0e4V1
8+o7WrD0LDLIy5Actu3JnisIIUEub6GY+IahlPVDPrkzdlHXZAfeTtEY2yjQjPfO2jZSmIrhyefv
P3NipGKZPB+IiR0ErrEG2HKuGI7s7Lkgdsf5BloI/CDXZ68uwPjv6nA6JvC9Nj/Y6ALO6v32nMnP
wYUVIUTAXibDAFzDueGofszPxLmtq+IABpqpe6n5M8kfY/MOyqSB23xowGEb988T21fVafuHSDfL
xe9YZ/vC04ALw9Riht/Bl7vqk5+HvA90a9d5d46rGrNqZgV30w+6OeY5bKXpN6184vZP+M8s+1LM
DSQCP7X2mc0HJ//qtQfuNsHaeEtUzIjSQBfyWlhhJLsBuhcmfmH1olGQI52t+klnH/W5D3N2zHM7
AJVw6MdQlXNJ4DhPuepcyoAteNSvjU4AlFioP1/Ptbc0SwYiOzQglWO7Y8Twnhmfv+Z2UwVorf/l
OG2501Mj3tsOywGUzn9ns9m9DFn9fcx7VRJFuvTY5agqrOLEIsLFHSfQKq5Nax3pdm2in1OoW2p4
hWVdsS+7Ihq46vUnIdE2MAV/bQqHC1648xsXDXqAbz4A6LTjhbkr627n6fNeYzwiVf7YV/23KY+P
Os0iuMqoYdkdt8zoHTv/4qcIq+F43KzH9SVAZjcAuXaYrYJ/XeBk5W70jnrzeduedPdf2BNOmqHx
WuMm3KTew++jvxzqOb9nt/y2bUa1qsIh83g66vmwxq3dsbb8qBw+NQweLG7DREehDXtt2+AaDYrR
4uWSCveZXbcMzP7wx1lSv8Rt/bOaplMa06CeQfpLGhIONd+hcKK4B6R2kQTXLXT7InwRkheeZo0l
BE2QP0qHe6Ps72q9eYXAwa4qi1tdq09ZsUQuf0e/oo8nvmkhtwQZEBFVRV3gLo0a/cWmXxyzhZ5a
YPYYsDKNbStmVrpjLkytS33hm2lq0JikOCxWOe+4oT0byxDxvFKAjdYFerOA6GZxbR2dnm/qSNXE
MtLqMFPULOizWxNQimrXqVA+0nv7woywT+p5MBvNhxkzZt8KjfzOqasYiXxL/B3JGqlcTpiVxNW4
wKOBavE+tdI7sxnKQJttDoAdGgTL7vNSzDs6Qzt0+xDIBoexobnJBIsVUHfXlhOwe/Kxh0yQ3RUh
RDuCuFWEJTILPllTPwDHQvpWcFdjM+QGJwD8uvWJPTT5//HzgnfyOy1HcgKf16qvc/YtVoF6pD9/
JdsEDgOPDbE4ykYNP38BpByN4A9Z0j3hCCniC9lxQa3/PxPCENDXVlqDAYA38aLMDisepqpZkm2w
SxNvlpmybLAHRG0svvXB6uU2HBrd82M1D6FBil+4Rh+1pAu3d5fshELvci3CgmoRFH/Xu4smS9LV
6YJ8Uoas3MJ2ljV8ImXyAHCzYhLfmkKuHJg4dE8AUoZ/r03V0OoAcTRU6bAFgXvMvraIRPrYfaLU
c6LtYUlisTUxjzDbssAja4pVey2rFj9ftZTAtx0uy0/AH4JlzgONHvrxs240OEbI9TjZLtdUL1Hp
QMGX6CAQ9Ff1nuuBugNbTBI3EFZyRvSPAscc6mNjHRChdUbggM9GZfHt/sRoUayHnh0AgaZYO5pG
4KUbE4/6dtQ+ghQacrgFEj2K1IF0XCtHuucCuopOnutxxeMSt5CMANnZDAnTwe52pUFuysG/M2cV
sdrb44ARXdgSTpzjaItvd7gLCzcHN752W1RmxGd/33RxlFXVTmftU1dxRZundIi4e9cdA80icdss
hdM4YHpAg+RAoq6e0K+ajIGfsZuihX7f9iaVrRr00hwbMGBk38WczxJPjU1r8OaYzU9/BooTJ93V
FLHMW+8IyiSkH/6QIOpvelPMLjbatEdiyZ6XCUmtFoW3VsUHJTNirrD6VcoCe1C4HV1zmEfCEDBR
7wWdFoFdqTgHZHN1aUEIWMbRLmJ35SpZQItTU1TvEf1lsbX79yWBRBnAuw74h99IsCVmjHaIAZXD
Jb5ptVPtBNOo8LhS13RpY92DF6EEyLkSvWOIameaB5MPiYlPVTdHTn6IhzEYzaeYPcxTHxjkw/bg
1jm6jsYQQVwMTlgl0Doa5WLhWZJb3a6pSJDqrykaTpulQBmTg4BAtS/kq/Z3OoVV05iRdNyGxSaz
PwxVd2h5GeWgSFOcJEnO43powjWWuj1w3jMMVdWhTT7oeR369GiYv9P0e1cWUVvejuQTGggDYt1U
oOQmAw+t4eSmL9tzLHMgF3Ms4lgoJOEgg4Zyhat3aaCP9rNZDzdFV+6H1jxt21Kspy/cM1mbeD5q
68jy+w/GfIf0vq8XQYycp7O8uqr2V9W+9c3rfZv1PCHUxvNv8R+L7JdudmgowoZtfgxQEItrcIDU
K7b/hzE+bQ9UaVq4eTLIm5jmuM5qG+n0M7DSWfNr9M/cw40ev1rLPZQ3Amcs/2/uQIRLGGgVKlIN
Q/bZruJPjXGaBsXY1kO3cSjFbrs2+99DiajoU0HMU9KlxzyFkPZQRoOrKU6K3FP/dyJ9wfks/mTF
xMNMcuM3eLuDmX/ZXivZxX15AAQn46WanfsdPKhmOUGqgRmJgaiWZww0FOltr3kPA2HncXgHTnN1
AXhAIwWH8YmAvamjuVaViE4sLz0URhosRnXoOQ/HmoZLsy/MmzLJIlbtc+vWGxWVLekygiHABAMF
sv0isnkxjN6eKjggX3+Y4siJi5DOL472YQYwdHuG5abW8p699lCKUL06yRvOG7wURhDHmSGjEU0O
qRPZqhqG1L+AwfL/GRJ9GXEzfcpXZEAMQhfjU0N5sAIQq+TOJL9d+rw9LEnFBAt4YU5wZ61d5YVd
r3qX/ktZA9dWUUiUf3SaG9362bv3VX4cW8WzXuquL2wKPi2h6PenyJqBhNY9tN6d2dpBz+5tXxFX
So/dhR3Bgc1WqqfQE0YV20YG8FM7/dyePNVSrfYvYgqS423cmhhHN3W7oTEDq3V3LvejGbQynUmj
tENNe9um9HK/GNP69xc2k9n36hpK42fbOabQSS/Dyoq2TSj3hOCu6pYMelZh3uxleay9LEpq+6m3
shuQCEYV3pKNrh9QAj8a06ywLXVkoE5CBX0F3ohvqhptsjq4F+HI6j5067sEuCAIxaQvcc73Xvyd
/rtEFPY/ynfgQkYJGI1z1/MJ/LOZAr2UgTfD2NPK/zZWeYQ83a/tOV23wpsLB7WCtQ0WCktiEQqk
fIR7NTxVmTfh6H9rXAX0S2VAGEdjUL44CS5NplWfpxHK507yfXsM0u1+MYb1J1xsPU/Lx76qYcK2
58DKnr3FOyS8DSh7MvJPZFLFl1I3cWFP2Op54S5JTzFnrYns0od01ILR36sF1qVTh1QcqJwd1ILE
zEEac5Y1E1gg8iGEvFLsHbbnTXpkL74vuDtNZ/kMvUoAorwwGZ+hSqWK+GUjQNZlDTBWPgSRAapP
wZDpzy5GkDk7igKL3kf/PoZLC8IYhlkb0mL2cCuBtcLHQIjVHFDW3LYiu2TRtqqjN8bzV8T49Q5b
hsbNWa3hkgXXh9kNu3l81ZI+WIgVFr0ikJdP2l9j64+52M4Ur/bc7GEMbfj7LnvUPJXkoNQC0gBo
xUXm5g1gnLWN35Weg7Av94NqAMqvC7YnTGVBWJYmK1nVTnZ2/uAvH3P30/bXZQcQGACQu6J47oPk
4HqGYhecqAkwsec+oNpxHkMUVCdVD4LMq4Am0kRGBvWXN3nwhXAH0vLgrcqqX00F55hlIegWgwIn
vk4CK1fANaR7zEOJCZkGtJOJp91vkzFzR9ibsbHi9mtjkDD3vlCDHGbndXsCpcuD9Pgqc7hWY4Tg
igIQbU810kCt8YUB7/Nz+/PS9UGbNdLv0HCBcMT1+rSxpZVlgc87o73T2BQtxAW5eRa2o8KSbJHA
moAY31xpeMUwv0XV2hx0RAQmt8N+zMNcu6/pbdONaxHyIU2Ld2xsSEOhnVsn0KkQaTWG2eMtCC+R
26ojHpR6uD1zpnRASM/9EXZYZXaup86nZRxXNC/O+TzoaC8oUbVOFuSJLRu1zWlcoiYD0xxKr58N
gNq/8hq8BKkdt7tygbh2lfAlhNy9cRj7fNxpIF8L0IfbgHtkHh8zpxmDJUEPbOwbPwmdKRrlmiYC
OTK6iDR/QqnY0qNSG7xX3sSLYocL9w1BCh5ZcPwPKXgXAGbBi7ajxWKtGsaHoc3CWn/oyFeytIoZ
FAK1P0aQq0X2e9UghT7R9QR6ADkMZU7nh7zTGtxsEMyeO70rgbYwx5uUUe1zQUjybDlVe0tAyaIK
hGVnC9VfZ1WyWGHaQnTQ5GywHZAQn7UUUik69NdwClRlQGEqLbCp6ZdGhKmkU6m1S4ltAv/XFnng
IWE8Wu+4iC6NCBfR7HYZ+DBgRAtqbz+pOmelE4X3JACBeFO+KYxYtQ82/7QrQBvi9Dd6a0PAZNFy
Rfwp80XEA5XWKk/mIht9vR/I3JEE8En0ner5jV5qQcXrHRqlgqUhCt8gXRQQdqEJC7VZ8Ehdm3K9
Phnt1M7POmnm4+SUFEy8sRvobpMdt/3En1yTGLcD3oizBP5pB8zJ17as0nWKUiPoAWVoQ7IXnPNq
cq1Hm9TQlEi90Qs8q56AMoyHXb/ESCBPvfcFU/2qz6wOdU5o1IN96eRqnGDv8CXQ7cZCFtjvHnDn
dpGla6D8Yd34pcwgHpt13XyDXu4uQOG72JMaTzzfo+khnnUeg+SqI49tyV51Pqe3/sSrCCkesvPK
DJ2bZPDuPZSkwiX13HOF+CZ0ZvoFzBnTc6fXy8G2hi9IRX2b9bl4NhJ0feaAVd3OnlPsGBqRQASF
Z95cfNfnNjmwJV/peYBoq+cFqT5zeuFpl0PXeDDvJteOA6ZndgDlogcQgjvHkbp2wEYKL1BWWcB4
+ar789cUlC8h0CTLPi0+VdMHb3miQEuCd+UA8rV5X3QDRGDqJUjjfIxGoLUgeNpzEDjNIU3sMKZQ
C3MN79D4VRW1Pbo+LWqhR5sg/Umtkoa9ybwbD7C3sEVFbp83tH2PKwAaACBCdKG/Zd8ZaLkMBcfj
dwHjh9lV4UI+U65w3bLg5H9Iu7IeR3Gu/YuQWA3cAkkqqQqppauru29Q9ca+GGyD/eu/h55PmgqJ
gnpezdy1lFM2Xo7PeZaPQeZr62NOyitzqNKsAIRcD+Ga/Nms/I2qYTEzplt88ZWddAWQPbu/wcvW
BN4TvKpFvIphrKxixWNhMhE0eTI++pnW7lviJ/ctlndoZHLauJrp3xtcz14Giq5a2OnTeAQzl2wt
WlSHCcWCHUsra6VOdG2jo2lN8CZDje9ioxMLLBzp0+Jx8lVY6W2U66AWla8rexxzutziPiqIoK3B
YPFCh6Fqkq6wezxtcptUM7Vs/IQk8UflqTbomU1Oac3FzsBd80BI46zco4sxzvconLaRhwL4BGGZ
JREIm2/wkjFlMSfNHXflS++74QgBppVPfe0WAKprHieKtXgOnq+srvJKmzFSPRryDfy8ZGUSr+VT
H35+CeKtDDRgVIafl/mBTgcAhl1nK7qNlf9o8v+wLDzA9R0QcfHVls+SYWp1CCqBl1+R5DF10yOB
yDav1tBa12409MKBCwMEGrt+cS3zok0N7jOQs2cEfQNWsR1lrbPV+Mol86dRu1yBHyMtdiGB0zM6
oByRSHoq+KgHXDP3CZxYHZmHwEZH5VAF/jDeWa7ajD6LM9N6I9kUWrK7Y1UdaaMZjePanb5Ym3+y
H+gvzGRC5JLIxs/XTGbqQzImY/XYuz9s+5vPfzlrzk3XDryPIRYJVmMZknaFrKDh/86Gl9Q/md02
KZ9T6Pfd3uZrg1lMcgUZ0cykGIxjy8Cv92yaecwru/n6msGEzTkQiECLdGFQOXRcmwG6MSigJ5MI
XdR6cnePDuVKpEX+/f/f5t9Ii/xbI3qfJy0igVqih5Au6cMiV9bBTIp8m1i4n/IWnrdph9tRl+i7
3p7NK98NoGek31CUQel0OVCoU3UQBa+hhuUA1WMK8qCSYp80zh0tyFtja5vb8a5oSEHiC3VhyFVB
oQIn5flaTCzIzfoinYA1g5FcOd2T7E1zjW0xxIDFaEm9GbIv1O8Dl/4e7THM9UPX//CsF7wdAkwj
iM/5yfDWxA0vzz3khLCmwaN4fhcvO1Aw2NOyNE1k3Bhvouw2hH6RuQUI2S812IfOf749DZfTjume
X3YubsRZ7fl8FiZKSk2zdRl3+fNYf6f11woK3LVRRrrxfjvU5QI7C+UsXsiQzu5bIpWMyzoBFmfr
F5sSWGPPfeXpI5UR1PtuB7y8oXDXgzmOWhPUP9B4PR+bUWlmBq8JFdfWthBRtnJrXP15JLrQikUH
76LO1FXSktKpVNynVdQav63k5fbff6VfjgF4s6ITmpEoXCw+TgXzN1RnNRnz6WQzuO+Ye02+9V5c
su1gP9b2r2p8kg5bOdiuDuzfsH+6OR9yxk4BH9CVhYqBeCP+c/YfkHWQxgY4C1hFwPpg43f+YUTu
VFlXAMdfsj606X2ez6TFndZ/XpnAPzf3+UV4HmlxRhMiOd48BagyDejKFpAAW2fUv1tp773W8AKF
kkFLvvSeW+zrqrP3pU26iENu8FuTqP6761LQjR38efrkDlsG2hsYKJbc1vrwGW9GJwZqC1oIeUk2
ALi7r2mS/iy56/AwV07yQ/m6hCTzNGy9ivIvVu5+Knhrht1Aml3q2OJTbUzFtEkLPz/1rWn+zsdU
DHcEz4F70FDoqyZ6GnacwAFwTLyHvO6mZ1rXPepCGnvKPO1z5pb+E1w16o1ftfqukhPKRGlTZvGY
kn6H3q9TBnBXsDZuDe2jUOSe2IuhhCw1yTQ8NjlwjJWZpoEAKHdniRIsB67BWCK1rW03JPy+zqZu
XxhOH6RUqINNxnRvt7gHCsWynYYFA/l5EOcHiCFsRUXNKGVm8mggq0eDBYwk05bIetkwhKaVp37A
Hd37Mja1dsqKXtLAGR3xffTG6qCrrdfz34nfv9vAYI+5dqcKK3Kh+fKcFaS/H3TxlGnM3jUT5fuC
tNMmawGCAk1Fx0uOylB0NgtdiCudEtH1MUdb8Ktj5trPFoSWbT4V4sX2Ne1e+VSF0mLuN0rmRk3O
6pPTy35XElngCxtKhoZ0sm89N7ynFvcjxK/ynwq6m9tBoYLoETvf1h0dNqafuVuVO23ou8l4QP8H
Hn1WndyNmd/hEQt3AwBfgEBszSk0jLLYg7pD8CujCPvJ/M5br4H8gFSRcrwsQmLGQq0BbiR81XMj
LLWpfNaZW7+qtveeS7MtjhnUrIIWvaf7xk2Nk0gqqHEkfQ1ECOyYOiPt3mjN+U56lRtWUKTfuVXi
HA0rBY8FhAjI0qPKIM0B7pUw0QaP3mWB4VTuoXIa612XlvbbYMij/AJyCAR0131fl3wjWr3Z5VzH
ZI81DDS8sdigWAdPBdmyrasZIjKdge9J0hoHzeL9zk0hX5sneI1r0qAhHRIRmkVh7ohNkVTUnrNy
7l/mTOebfnFs2onWuX1fFicQvLam/4XmOx9q8on/4/bx4l650VDuh+4G+KH2LPp+fo6hzJZOZTPl
p8nKyDt13KKGgZIzHBKLcOwBFKy4nXgbV2fqDhcJCdRo+lFHaH9wjdIPprrUYP39DdXG0IEfyXHq
izo0+dfO1mFu67INz0HFHxVTj1mtj9+9ASvGJPl2YKMZwjLFDKk+2qcGL6UdfIWnTTGColvweoho
X7VHljDrGR0jutNMlWxFAquQyVTjY841LeqG6k36Q3+XO6iMaHbhRoILKLpCMHpX1B3/zlnVbGvi
/5AN/P5Siqqrq3I/bP3EOkqK8lTve1vT4cOzLtW48XyPAtVZEvFCrbK6s/BS3fQl+10PFnxKekgY
WFLnO0HqHlmA1mdhXWFBTBCAAeJBx0sksUTgDjn7zXLDDvRCjLtkgEdQVsJhlVZDfqoN3oXNkNGn
sZFrlfzF6vnn/Qx/bmShuHeBGDj/qBrG7/qSs5j6WRfwtr1HLrhtTNif6L27ogC1WEF/gs02Lqg7
ztLIy6zXL0q/Vujlx27tRJOjHSFb/QinyjpMPK8E6czcwoznp9lqK+n2lTsee1ZH7RykAbRfFlew
kbeV5ggjO+GUayHQBm5dA22ylQ2CqVrevqDh4mwwYUx40U4ykxSoeamykzlGloDK5kYVEVr9BY9u
B7o6mg+B5n//kLEkeaEpnJ4IJE6JnQdNvZK7XkvFUKMD0AINHtD7l9qaTWZIOJZq2YlaKs5k9lrx
UUDxe/yt8vEpyRzUbs0jyB0PQzb+6uj0ujLCOTtezCWKLJhJez5y0Ns8HyLsmAobQoxJ7KpW5kFG
an83QIbg1TFrK6DwAIkIG6o7UTgyGrhLH/q6GjZjN8IUdKLFVxD5jSNMqJNNBTvHUJEufW0Nt458
gRXQw3J2myS6f9cnntrigvgNHg09Ur8a9ilLux6YHaPalg4Vz02lyFMGhktoDJV8GDNQUE1Q8CKS
u1OE4jZKtcovp68SX+UpkcJ9giRp+jvpvfZTqiOTuj05S3zRP9sI7xcbPhh4Oi5rUaWROEya/hDb
/ouu3SFjC/K+iRKthIdklGlv/ZjiyFmprS6eav9EtaGJCcAPGLsXLcWSVm7q6QPsXboISYfA4xiC
BI2G8k7l+LvWrbPdlKxhk6882chcWgWOflaXWhJwhtobBLBU+amy3GObZDAySczP0qUHv6l2aZY8
rczu/BJeLD0CIbjZzAbUFNQXz5deOdG6aXQXZ0Xntg8kZ9MDRYVrMzrc3KjGKQ6YBV3grDT9k8WI
f89Vph3QYE7WrLXmVX7rTzEXfwoHt8kQJDvNkhBtPRx8q3tW1vTXvSeYZ7poCAHM4eJltzwduVO4
onSyk2sYIW6qYCCvVKIFO648v68dXB8DLd4ntKSahIFrduL+WwFpowqg09tf71oEZzYwh+EeHImW
bTRJ/Y60HkepwpgCzdFhELRyyi+2AQpHPihS2Hg2NKNxOC0my1d+OxQ61qPSkEF6Cvp+TdBrWoAu
WAQB/NBc88i4FhFqmgDNgnMDZu/iLKwlqtL50OHzVJ57j4e/+6AcXW2Mhvpx1hHcnHo1ZC+KmWsG
QtcuAug16iiVQNdtrlSdr8BKilL3EmXFpkHlrhgt87WG8teza6p671NgvQj6LbDKIt02LXClZjT3
t6Yy0t9//WHRfAWmCAXlP/qR53+I4UlrTLm04q6qDnndHtaqyFdWzmzzNFPSIJGMcu15AJM2ZZnK
1I2bB8M5NWs06bWfX37EUZvywYJkDxOHqrpD9/P2/Fw5Ks7+/DnP+5ATtMKuDOD93Bj130b8hOT7
sOa+bV65lIFUwKrHBsOJt0T9A4RnG7LOSdy5VZlAGEBzoceUwwoOWgGjSzcuvAme5vqj3NEcEG90
ZruDlgDjOPTpM0w9A9AerW0p3Pap0Ax9I9AIey9pI7/SHIlVgLQTBXvDWYNCLmb/n7sLu8cH1F4H
Y3Qx+6VfqFGjuLuE7IOsJC8AZXy//QEWIeZz4WxyFh8AEqNFVYKKF7vuc7nv+7/DYmMEOoB9OAV0
1C/R01uMwGsAD0hsbsS8hFNYMTzgAf92ewSLJTSHcMCkBmwItTfrAqQkrdaQvqzd2MtMHvhMyz7r
WTLiASb4SqjFZM2hAOhEIjHbn80G1eerFUoC2oi0SqDEkPp1UGU2/55rKKz89YhweoGg7ED4Hg/W
xVktTDS88TYUQPIAc9TmIRdvmfH3T6g/T4o5J5rF1ZeLK6coOjiNHONksjYVROx4tiH6A+Nr1Mt5
CX1IB/7MGjp2Nh7gM014Ce80epaMumJjbBi82XewU95kPRT1Bi/7amDrRX8/ex/DLWaPti4owQTh
KC0CVASiSaUb2/l5O8rlmxBzhscZCqPoSF6wME3euNzUvTEW42xETnaejG17DIrifQDm07d7IOXK
7e2gV5Y6Uju8QGdvdFgiLBIRF+oqU9NPCDr1wWQ+kp4GubWSMF9b5C7QqxASQwMevenzRY5txqwB
ULbYzt1AfU6Gv6SX/lkPHwMsdhGRlNtY42Osf4ZtfWBvbWPNBHH+xssl9zHEPMYP1wosd2RVKYRI
73RogWk/Q5WgELdydl5b2AApQkYY3SRYkC1KWI3OvKTliKJEoPm7CdYwW/KfZmuuXQFLDDiptfjm
qevyYcxKEWeDv0UvI5B4S9jk1+2VdeVxBjwIHOi8ucwAjdrFriHM62lpgOPdDNiY2xxkQ4HCaAZI
z33pQFLts1wTHLu20D6GXIws14D7tdJWxPJotZuxubs9pLWfX3ydEQ9xanqYuCF9YuoE2/S//32g
1WftY5zRQAucr7HOa00DRFgedx4LsrkhsSatfG27z5ZZNvC3+DLLRnwPbaMUKG8eZ8WrmZKoEt/q
6st/GMXcfpuhiFjHi82oSlfajlPyeAiQpod2t1bDujoIggYZOnBoki2vGTYmAzTFdRHXJkru+9Lf
smb3H8bwIcQih+E9cY2CGyJmw0HIO/Z3OSrOq7mrh4oF/pvR44sp6oReekVPeOyz9tCx4UiGZ2Dq
/nYMBgy1YS+DZB6d0OWdP4H+YDRsmuKOHdDKR3Xn9u9fnoj4/T865MiAbUgHnK9WY5Ql50AvxjaU
uAT5zdEjydQhscWmsquVpuvVYC6uRx/kKpQj5n//cPx6sLfN9bSeYt9o9rU8+gAzSj0PdOYE+vAf
Zm72zcB9iEQZ5OTzYB1grj6Oehmn751153krE3flZATKGHDn2bIH28Rb/L6prKYqe22K0Q97tEwO
cSWvCyEQ8gyONgRle//VLssXTaQHZo2vtz/b5e5BQdaYXWrRAEN/fHGITaJPbW5xHnPD/Fx1+idQ
ZX5ZQ7IyyMuz8izMEsdlk16B6TPyeKzd37qEvhIqRbdHMm/C8ysZIWB8hHo2+OMoyJ1/ptKggsFC
hsep+sYsb4uaBzRGhghyKtF/iIRyB3J11FQujNfTwRs0w+t4XFry3qUiDYVDw6xHKlhNwwoXeYni
mk+HGatI0OPXfdwF8xf8sNYTP+mo5U5D3LVju0WkMdRr2j+NRure+6M5bTjRQ7s8AQ1cBL3XpIeC
OB26rX35ImHJu8nM3A+6jqhNy4kdJEKw/e0ZubIfz/7G+dt8+Btt1RpVI8QQ95W+KTMo/1Zjc1BQ
zbGN5k3W3eZ2vGvfGpw6FHigCDSLiZ7HQ/nPE2jSDnFKzTYwU+3OpGIDeuKRVavqQ/PJtVxY0DlC
vX020IUE7HmwnjuNTttuiA3zlxp/5doX13oV8tGA1G6DevJBL7W906N6Tn9O1sr79trMfgw+b6wP
M9ubmuZnnA7x0AxompnjO3XH16nU/VA15M4Sa4zSpUXSn/XmwvYQtV5UlmAcfB5xKmeXOWsY4kpv
hrn9aNxRK4cFsokaQT3x4r6rrOLETehE5L2Thn4P6JTTGzzE3eOsfOlr5xNKK8i1dXsuLS52NaNV
XYlMsbgfwZEYOu1UiurXlK3h3q6tqI9xFrkivJhR+tLReGzo0eBFpFVaWFRZyJq/VJb/Z36RzyNV
mZtIyx6Sl1adlyQ9kLmZln6HbMwQlGWR/by9Q67OGzoDwFgSPPWXADIiBjURabCY+fRRNvLO7aZN
PmQrKlJLpPef0XjoBsyXPjB0S77O0DMrq0wLPRcl1MYfG7VJDGCREqZZQYOsP0oBhghTq6s+iaaq
N9J2VQQ8iwEuQecE1DSgYdQgKam5/pewyfmPg4QRABioCcCgbnklADw8MZmXQ9xAUAQ9ksBKD5p5
EM7b7cm+crsByYSXDeShLR11qPMtMzhogecCcYT+NtW/jL5Zuduu5QhnERY5ggRFuhirGqDEaduB
BebCyFvkNcC7L70Bxsj4GW/3gJgqvD2yK8fPWdzF2VfX6NDXBHGH7jO109AboIZxN5TPRfL57yNB
AGOWu0Ved3mkJ03jD/NB55TvcPnIplg0vwa84dXz7UDXPtaHQEuKHjcTGzqZHHeVCYfshzXDqLWf
X6wFXx+ywk4wjgkwENsXwEKs1buuroaPQ1isBjQ96trS5kuhiyXudrdNwBostzX7rMwmwkoJS6PY
Sndl6q4cKiAUYDv5OLkuFUBNJ9Hg7Z0NUOSt5Ya3NtvMOhUPqQUPldtf6VooyL44MyQClkPL9iaI
85XfGqhM+3754Gb2XZY89M7K5boWZDGPTT2asO8ehzhhCn4yb4P7noMgdXsk17bQx5EsthBxB5D0
PeRGmbdPZ5QFubPNV8f6ZPvR/xZpXpofcgUK/VLWVRiOyqLcDfHSHpwwHY4FWzn1r63xj0Oa5/VD
IGEpYGp1hZZ3Iu/11Hl2S+v77bFcuY8hpPfv95///UOIqYJTsaVh1gjeQmnzPbeM0AQob02n4+pQ
XBf1D5T4EXCRX5iMuhmtsJXKQjqHlDh6NGmq3dwezbU1gPIdKIxAIs/toPPR1CWINySf89Wq9p9F
j25OX+ot0FiWF7G8oQcmVP92O+i1KfwYdLG6s7HIpqTBFjKqByBUMgugiweteb0d5crQwDNyUaUG
JgUGk4tUvM9KL4XTI49z2aonU9HpTq9ab+9BOSoSnmRPhc/X2E3XklQXeQ0QECCfYk4Xm0ro2EnS
wPJQ2hMZ3nuX3Pf5uIEfVAjG2Y4SETnZMcmKY5JMUa9W3jtXDg4Is6PdAF1pXFbLVdNyH8DggvXx
YDXBmNowXPtsrvF3r8wsguB/3Io26FWLMcKdQac1rfs4M/xDngIi1/UPfIJVX3XoxGqKMa/BxTMH
kgJ/QObgAaDfeL5G7XxkdZkWfdzXxZNTJXpgFj2sQst3Z5ih7WWZB6mwX2vRBz3Jwqmmxfb2Wrqy
GecaBDgI6H3ZF8Q8UWVJL2ufopldfPPp13zka3TLOY+/GOW/IZb0AzxQIBM1uDQujTvUVY+FJLDs
eTFVEXSEPdv2f1gp8M6YPyFUemBvez6rVgVGaWrbNM6b7p3w6VXw4UWbkL7dnrormx17D7+PNHwG
Yiy+Hp8cs1eM0NgobLzSjjX/xNkTyb/eDnPtC6G6gjQXqAdUjBfHsvDBDnLTnsbJE3OO3prL8LVR
4I03p3+AkFwsednwEV+CYra0zUjvhXgfXMDCV07jK7sXQAaA5/CqBENyWVEBc73TJWBxcV05h0Eb
QsXhClROK2GuLLVZ3WSGaAEQA7/h808PKHXZ0CrV0UybfnWZ/TVh/k/GvYe61pJAoq4TGPin8PYX
uow6t6nRNAIQzr2EaeUu8+XUST12oJAcKa68iJpaQFIbThFlGsoEVGhDrlXfLhfGHBYFeNRkDKCg
Z4zEh/u6mtRItabS486I7Fdh7G6P6s9kne/b899f3KB4WOL+7vD7EAatAggKw5MehrYRn6oYroCb
srZ3fGQ/zLz9ghfNe9+rbaehSGOoJtSqIYmU4Wwn6cWKa4GfmRAesx+LxLorvOmpEz72ijkcK0VF
pFv8FRrPn6Y0Dc2027We2BgmfSmbDsApAVpcOm0S1OEYcPwWJ597KNTjrZ2jl84+Nz25K0cnJJoV
Gsy4L4XY4eZcqYAvQSd424JUMqt8ozSIk3LZV/Eb4hWkHDHhXVaeVOnxw9gO5rGZDHGXZqbxDAPQ
XAQgFrQn39Z/aBrrX2Ra+iQgfJeQo/o2ZryrIi33yqOfkCYinfej73rUTBmXK7vhcoH8+TNnzXsX
nZplWUmzeesCEkqO0gPT5ksa3V4gUG+/ONkJWkCAJqImCy69O1+nH1agS0uZyXZwjo1H6pDm3sYp
5JeBq9Ayxg3MXPLAoGlEE/RQG2sLluHB6S1oSNJmD0XLd1AdgmFigCb3yZPmevvJLu6apt/j56IW
tiN62YaQQ0DqJhmUGqGM1Hglj+SEB3jvpSedsfIAOiEcYir7lym9+7Q10eE2+0fepQ915T/Rtk/v
p7Y/8qxF1TinG9KCN1Lku8KS/HdqUSDak2KIelhTB50LyeImGXdT5701BSsAJ5ribGrGoDSGjWZU
9+acfOQWtYIxg4ku99Wwpzlcx+rRNgPhVeNmgrl4lJdlZLrab68rwgn0HC9vQNtpYYSp0cAVEKGB
plEelDJn2wT1YhokWfV18siDaNhb7vjR2Hh7u6MnxxiOTlFElpU9M5btp0Tf28y/TyClnxfDAZLF
b+BY7zOb3IE/BLFeHqlBReVYbQ1iHutpuCta+slN+r1y0geVVdsWtSnFvratEY2DsxGudoTHDM7l
0d84YwcLUHnXSveTQZLnKhPoG/u9HpWKPKS9jiokHd+hZ/HWWmOEemlManNDRx8ElypuyjHb15oA
8tybNmaGleCZmyx3vsP86qCnjIeNX6Rho/w0mGSVbVsjzUFJyGNlFag4jsVzPg2RxezvWuO4Wxsu
RBGw+hBsGZtvVur2B5oXO8Jh74Z6FunA/rFkVPLK3jlpvbfdGuQOSG2GoGkBjOwl70We9Yeq943I
pToQJO4YecB7B6CdZSFPu28Tg3QYSZwVPOuVLQgBNACVoYOGYt2SSFg3rTEOpXCOtuZ/M9r2LRMr
m/xPu+j8mCYfQ/ypXHzYhHjJVGyYuHPU/UGPE9tMIX44mm9SaxsZgqOGs8mxIkPfJihgy+gkenOv
54W+6evflu7tGujkatA9nn5RGjEsqmPLB3RFLUriWu/B3yFRY0mxgfu3iqAZrz6XhTE8lPCWWblz
LpMRFDYdAFQsnLV4bCxKwnmS6YBGGNORkC4cpniAz1TfvXhptjJrlyfXeaDFEwp4acdllkLSpu5a
7Rc6Y9nfVzo+hgBM6vxw5M4oNDyhp2MOA4XiU0e3lP11MeU8xOKG7hpwDrt5usp6o+A7qX3T19JD
b4G0xKWH5YWSuY4H+0xaWcwU6CpdAkiwcyS92wAnrfqd6fGXBphOI7NCH5Qky+dlpHQ1bn0jN7dm
p1jU69oPc5CbzuJRUmb1JoX/uBICejI+mS/HvdDKZ400X/jURyCpjXs1VRVO2DR7KBh8ruXE6KYb
wG4sFX2d4IK9J1oR9on2Vafd06jpIIGPz7WynjTZQAPOfsjHsTxOpqjhzCafid9sBLd3Ji4A3tlf
krL65tfZW5XWTgCOlREafY+kwZ/em0J8cwz2YOrdUdpGlIvu6FbdPh1VWGa+FXjQtpEs/4bmDVIZ
x3nI0dzbyjRtweA0Hxj0psvB/qRLB3cZDW1hhXrfb+1MoNAF7FgmjHtszbu8UC9GZTnBWPgPKMy+
3L6SL9+v+FgAAsA7DSjQi+p7VnmgMeWCHB0mUlxmtAs6Lp+5mT+3uhYkhKy8gS5T3xl6jh6dgzYd
SPOLgkcpy7YWpTKOvmqguJJlXnKQzcRextKHMyn4xdhZmWTHZpDt9vZgyfzj5ycfzmgCFj0KPFcw
lZ6J9oXLk/GYQbTtgVo9fXVrVu85o1YoUF3agVOXvaKnqc3GHuR7BeDVAQAfiJCmunWA/UE/W5F6
n8HfdR76nJWwru4qO3DcDCSfieZdAEZe/iKbatqUqfO97c30hcu2K0OzG9LHqdDFM174zsapUog0
oAWjfzY7S/8xJFBAtAXDNYx9AN1iBUQm9P++JrrDtn7r+q9eYuIAklqDMhsdH1w1JA/20Il76mX5
UdNyGqHEzO6kATFiwRMGTQIjv+fDBN0vs3QfB5HIT0lCxlfRdDixkQf/MswBfGmszDAHXzYJaEa0
GmL+JA2LRPTQFJ2sHXSi12qu8zmw+Bg4IFAXwtkNgZ9l17As7BGvZE8crYF96c1sQx0RetSKGpwS
tUO3akye81WF4ysLEGKv88NVh6zJxcPSG1zNy818PLYA8fD8d5u/ZmxfZWgjggTROu8ra+5ylHgi
Y72hoogH7bKTiPeKJzwuJe6NDecnUe8hhm6vneuXWQNawTMDBgRXnLxLkBh1Be1Sr5HHgj7J5vT3
8ENAXhzYVdmwRMfuWRQuRpiJM6rj2qj9sYaLsa0FBk/fdALjm7+fLlxRoDGgqQ149eKCgipr7U6p
NR2N6cUzt1h0k3s/rsHRrmQNgNP9G2VxCGFVGN047yXXygO4JO4q6yuby/7O6+3hXMkazgItJk6j
EM5tdQTS2994QEA2U9ff/rcQ89L4kM1Npjc5pYkQpR+m03GwQ21cob5eXhL4/PMTdga9XzJQWWkn
Bqvn6RpwvMFLMnunLByANMj/Pp0DOclBHJSqzQt5p86YuGKtIY6l44qfea2rXQnLqFNeWOYGMizA
29+evSsrYWZDoQONtxNuwnnoH2avatve5h0RRyh2gt5d3tkYVgPkQjKtmZBfmUWAx4DbNlGSdgxv
/lM+hNIdZcsaN91RDMTcK56rXdN19Ged+dOLxfQidKcRfNHbA7xyMoA7MlfrAFHCIbsYoJVMJada
JY6O3dNNL3V9K1yprXy3K+vcAfYSTqgzpfNC7dixeg6tzk4cjbGXj3SSJeo5qbGR3FqDZvzBDS3u
DXQcZyNxFOyAJlvkl6VupCDplOKYKVHEorbbwIA0zokTOjxmnbJ+lJKpo+s6adwrpb0XWZnDWpiM
gJvVzVemvPyQ4NbedEmmwsEEka8evPTZFz6e462RoJAEWxerUSogtWPyMGV1tanghBFMVQaNjIlB
i5y2dDuJyovGXqUPuPB52PlMD3BxjnfZNPxgnS2AdtSwZ3hLN3Jqd5M+4bUpOkgdWw3kH3FPB5JM
mz6D1t/olTmykCkNgPcLu8JJt/bkoHdRuf4+txhOXpWZkUk1Z88bmN2Qwq7ewCn+ZUzM+eVPioRD
x9iG2QY/mMaYbPKM0V3R0PKkNxy6chy9kl9AwWvHymNmFVhGAZ0R0g/jEyuSsVmpc15bFlgSkHYm
wIBe1JO6OjWVDnbJ0WZ6chzbdvhWQt7lwWCtXKm1XckmUFZHiQ3AdRd13MU6V33SWZkox+Og8War
iOOdykQkJ6rBJBJKTdYmYW314JpV8gvP0Ow/jHQWo4X2LrAR6Dadb+5yKDUgb/vx6BnyR8/B8yYF
XKbSag1wfuUUOXvwLsbJjSqzoDU0HbMkAGfXSyNPPMniJNZcra+cjASgcwNz6qPDtUzPoNZCfa2y
xHFUT2jbQbDzvrHfDO3n7fPpWjqG5AhS4x6kB1CePp84WWiVN7mJOJLWDZPUroNa1l/cqfyhQ7Rw
1qT5rKDMsXIqXhuchxaWR+DIAEjqYhazagSLqxDqyDKgMtKTcr6lRhmqek3L+iIQQLt45LhYGOgv
4IF1PjyAxX1CR1qcbP8B1ioJ+9IAAuJ+vT2J16IQcMwBt4QTDg7H8yhGAuZbSZz8JAQ87keoXxiw
MnAB3MpX1vnVSDbeiRgNwMjLz1WUnY0uSZKfCsc6YC3ubNEGvGoPFfHubg/q4ubC1HkOGiQzbRC8
h8U34sJRI4Hez0nW9+62UytJzcXZhJ/3oRmCVBPkiotCmzQ7M6mB2zz1WrOlbvlJoiJJBrUCw/jT
1Du7ruY4cIBHy881gVBffJvJ11GSmOAx4Ft1ZHUQ9UUJ+SUvjwl/BmOsYC8d1H3QlgmK6RmiQysr
/eK8+BMemP8ZCH0JjPVYW9ZMZ/mJju7/kXZeO45jy7b9IgL05pWUS6tUmSzzQpSl955ffwfznrO3
RBEisk4Dhe5GAQwtFytWxIw5p9z1x7wXvjdoRIRufj/SqHZ70RZnlVfb/5qbRaMQpOSxr0H8Eska
REWRI2lf/Xe3SczGNJtSUe27RBva4Jh2lW0o91a1cp4WRsGuUwxI4pE3Z+Uuz5Png1tQO0ZBZ69j
JZKTqK9Jdnd7qhb2N0agLgb8aFyjZoXI8KEvM2n3j7+5+usaVmBh4cFlqVRxaBoDkT47Puw7sSBs
CY+5SDJAoBb5kHpq+wOSAX0Txkb4wYKnbHN7TIsTh0yASMfH1JA7W5kuMb2xk3AP9Fs7slk4g3Xn
+/H7nZAhAhedgPZcTHPcma4VQt57I+uv+HajntL+NawmzriVFbq6m7j8sDIBU/kDDezlNlATH0l5
zYiO9RtSz+zFXZ0jFAyN02cEpAu7o4PSUcNc29+exjl1AehULNPtbcpk6qefcGlZKAownTRlH5XC
30qCuqeGvUNp4HsvV3dtlv8pNe0p0seNWqSPcvP3tvnrVSSVgOQHIEJ4/0D2XVqHUCw2UYHKjuKp
6p24tr13g0iA5ZxZmFeiU1lM1FzHAkVd7UNdFOmPPpLbtY2yOJC3hB8unhTxbCBl6LmKL3nZse93
6e+++aObp9tTdX2IadaabieedOghzCEdbWPFxVim+VENrcoJO7XciHm31kqxsB8wM+kAQ2EpkxeZ
p0V6OYxKqcyPYhw/u6IMMZi/zaxXJfychuqjOUobX9Jh0KEGWCcrh/pqjMBIQJPwD4+7BcBHp5tj
EUrjsapa664KhWpHZbt6bwA/szL9irPnsTBRLifmJDrm7oMB/AMEVMlgbovkLov36ljbXJ63F+8q
mMEkWSZwLGSkaVObbY8CiSl0c1PxaLS9+5jy4DsmvRtuZPCZG0spw5XNsmhPJrVFPAMTwjyNZllp
NYalOx77MgmcLte2Rpo8Wnn4q4FT7PbYrrb+NLYzW7PptLJUUVzLR8E8H4+mUu3bsv+gj9L2X8xw
RSKVQav4PF8n5B7leRzRMUYnxh7L2ol7M7WLslsJLBbmDrIFiNcgUgGvM++VQGEM+jN3EI6K/Djm
X6LyWal/VKG/Mm3XoEV6bEXuFQjhyQoBpL7chkpRRwUYFeEoZvIHQ+ntMaJlYnxINbQRE4iWWynd
lGWvPfqCWx1aSudbs0V08/a8Xl0908/g5gFci+TkFXOU0A8ZQAxYN8dGskVv62XbNnChj/qYRi16
0rvb5hZ2C+YIFaTp0qEL43LUkaYLcAAw6iC+D02IpD83a1S1Kybm3YVWEQia6jYC8cizEH2V9X21
huOb9vRFqP02af8ZhTLzkjF92GS5OuEYx7su3UXRStyxNgT5cpbMIOPMlsxSG2U2iFl4RmJb7l5v
r8XS0hPUAK4kn0GmaTYKVcwSIRFM91grv3wzdiTrpavvJOHBGkbe+2tU90uTRt5uUhG3oJ2aP4XT
0JcVz5LdYzd+C+DLLso1vvC5VjRdEMjSnZmYRnzm2gehzRs5xEROWvRRT5TXiM7DDsLnoxDnyaEa
esuO6qwsbU0ZX2TLixDjHX4ovbaBINRxXeVDFuhowZlNvnLgl9aUXKwpy6YhEuPNznuphLnqua57
jMeHDHKqnlKwtZa0mT4y35j4++mOAZd5JaaGGLU6VINoHgdSDXef3AdljWKHGuZtG9YMPdD6WaBW
oDOOcm9KxyEmBZu2cBrnHaCZyiTZl/T5rzw0rF1rKt3XTC+ybdUrxl0LdgLaWPMb/fOwIYfe74qw
cCNVsM2IIHEdrbDCTZto7X2GiXuZUvihEOXmzktbgYxlSy6ylo12L4hVtpcSTrgH91Zjm2Kj2yok
W3cQM4cbCq6BPUzY5EiXJMQL8sKR1UC0XS34brS6tO2bNiUrqumbCtRNjNo1BImmsFEDlQ5Sp5Do
EBM/dFSlzaHNHK/sfcTULScRYyh/Q0+wBy8z7LpEEgo2UvlZCVTdjmSpsnNJyRHi68vHLpSSR7kz
uoNIS+E+tPTsMaitxAEyLjwJafC1SA0wrZnZJ1+rtien2wdxtiGhPdD3PZTCvhjzetsqobatIz9/
CT1JOdB/aXxJPF/ZU/ZWNkMT1Pdd6Qb3aabH9CsK9b2AjqYtJsHwUBlidfR9A0hBmwP4hMZuDyXV
qx+gpOJ2hrsdZCO9V8cqPESWVu6bRMy3lk8ThE92Z4Miqw5qp4qP9Ba5TuBqsUMUzXwmer1JBS5i
N2qVbakr6a6jOXZXGwIicSYMwX3vdY9Z7av3gQJqxmuk6NDLbr6lVEBhwkeBB/4fC5rtXkbOVvWd
Ie/7TU+Tre33xvCYD2XDAjXdo2tGid2rnb4XR7H5ZApTsjs03GNphO6uIy91rAwjsLWgC+yYagcs
OaAlVFEwd6rmPituHW8rNwKtDk4PwRlR/Hzbm149g4EaTJUPiiAgr4kfLn1PrFtFFZilDg2h5viu
uYncYS8Y7mPrUsqMo9VWogWHgkHOOFyxXKRzzKck1V5fj7V+DBFlioXxkyqIT72l/b09rkUzUwKL
DC2Vl/mLQMyHkHeJqx9ltRBsQZK/NrJS7zNZyw+3LS06L+ICBZKoCfM9u49iyL3b2tXNIxKqjuED
T+6kZAMq+jVs5C+3bS3dfRBh8+YlY3bd6ROYWk6k57lHq09NG1f6oMbRkyD3gP/MjM6iaCPF1kr3
/qLnpLxNrhFg/lVomccB4k5x7R7l7yZqV9vbQ1r7+ixoKBVrzISMr+sZfS+AMrVmJZO5sMWZL8gV
achgBPMtDpYwtkatd49SEt97ir+Pi3CTWtoLXLeZLQT6yoZYGhFvUdIvVDpo7JklJ0yjC8eWctLR
GpM/UNJvyzD4hyFRBaaZfyoM0CJ8eWoH0lVNq3TuEVkqp1bFRyNDU0H6XWj11hfWtMIXzhI6NPCz
ggrhLTivkdKA5YZJJlmwkNP2TB97pIW7eFxDV6+ZmYVBYdi1cFKO1nE0joFc2EJ3R9C08nBY2gzn
Y5lF8nWidMBNMCIlx6y7S3Jb6R9zMLfVClB16aieGXqDAZ4FdXkTjn1rYkhp9p1x6rIPegK7lq+g
+ve30lbS6CtzN3d3o14LZVANWGutz4oQ7mt9eHC5zG4f1kUzCI/CUmSB2pmnc+ihIo6Je+s4jE4W
vgA+EoS72yaW3OnETAeDIJS0VzVR+FVy1Rwn+l3PdVrRtcFhmVno0Axw29C00vOgkyoNDBwA+5Cp
mcZ6tkAu9M9pbqCqJAA37P4GxFnIuJfu1gqIBenGAPD3f7M4Df3MouwWYeP6WLSqYpdn8OPkp177
jpCW3WUHX85palmrbyxuw7NRTufhzKbeEcuWAzYLNXGiNCG8etUtUPZ5sqviwul6deUVuLiAJMMA
c5GTAyp/aXGg6i56vu8i9bobUd/xNGDm7rcw+HV7NhftgCqe6hBsljm0eWhrL6JAhSpWpUNfCA1D
/t2zqp1br5zkJX8+3R7sRmrnYG8uByQJbQQI0bWOeUk/obkNmjXB2Ov8JS9A+qyA+3EbUR+Y7UUK
9rFStr1+hH/nmBbqPjH1T0XXs0zahyoctkB7YnvSCYCT1d9bofL79mQuHGwKHsSBpk417kqrSYg6
T5OCRD9KA7yvSetlzjAiOGkWwri9bWrBA2OKbkJw0ECg54WXKKrEJiMndtSFL2N/8DpeEpF+CNAO
WaV+WBwWjgr4JO2YqEJdLl0nFlGVDbJ+rMLaNlxlhxL8rivWslFLZqCgm4CaSApTL780A2yqyjPT
B4bdVMdKlFtboWFy16r+Gh0gjMh8a+a22CiKMVEXQHw63yoTNBxd0U47lvAqngbBaGCldiU78Eo6
eJ61tnUQ1hGoFfhFuS30gNoWks62UOZ/ErHNvtBG0xe2XJfSAbYKCPe1pAQFLqmnIvK6B4LKficU
WbDRwwQJ67jLR5vYsHY0xJQ2/Ko/QySBI5HK9qPXZv2GnqX0riua/C7wY92urFJHEMWzHv3CJSmo
tZUDXAnmkkBIi2dPsJQX2fXpWfGSwdEDIyJtN2p7V679o5vVEcr2tbeV0eUlFszarZeMLVLamvYB
oQ39rgCUa5ei2m5ypAJsXctS9Eab8ckLu59pwi8wA8O778B0OxVXImBtEfkatY/uaVOGUkCadEi8
0trnhag81W2FGFHRfvI6sd/3GXeap4XmgwmCaO97bubQpNE/eHFUE/x69IGE3mFUdyEwgkwqHjSy
MwFuoUm3Ac3+PE5N4z6nIHYAsdHuQ/A9D1I+isfBUIdTUnbWJyou8kPlaeJWEMTUDuVItNVeEe8T
vTf+pC4DikplvPcBJm1ilE3uEah56zyxPkUl6ln0+FT7SZxzZ4LYctCil+74r9FWosZzmjxoNrFS
pyDoFc/mMYdUvFnRI+UpNArXk7CQWsubGC3bjeGOjcPhSR0pC+uNRO/g36Y3hH3qBrojKoF5n8Bx
89QWmnqPDkv3rPeggzzovB6LEo0AVw2FQ9R20mvkizUbS+l7O2hN6XMal+6KK164zag40voBsA2U
+bzi2GlmriaVjh6SP27T+LPQ/Gn7nH4I+He6n3m1ViS+ZinheXxucHZlKz6iZYKpafT4HMvkW6/8
TN3nwD9oyol0p12Jo9OuQbWWvMm5zdmVTdTmmY2ATVppvHZT0oun72774IUrDUJeTt1U2QEiODMR
hA3MBJprEPvUm5YHspvvb1tYGgRdkrBSoMc8rdalS4w8mWYgtvOxVX5LLopdYwKSb61j/I25fe4N
Ue+m5jf1S14RZ/Zyw6UK5uwYpZqwQyUrO5Q5JFtCk/3sm0Z9QNxH+RKreugM8J47SKaVm7gMgcBF
Rr5hBNUpTGrz/eE4xMf0u5lsU7z07ELQukhG/4D51Uw7E1unwEvXnvP+KYYVCiA4VAeKOc9oCk0s
hF7Vakev+Nt6iDRtrOLPbRNL++TcxOydmedxrfQWJrTHyoxRhFrDf03bYL5+VMbgCyUNdd1t0IVu
g1RyrFG4zb7pnTsiaN0PthuIr1pZEZGHa022ixsTljSZfDP14nnNO4+0OO2jaccUxl8wcN6jrOjh
VomgEF+ZvCVvNWk2EliRfriGyZBLjvxxNI+eGRYbv6Ofq2mLLyj0yo4YGL/p4Ek2Loj+rVl0Cr0d
YbSv03BixYIRcLRU71lvtMSmyoHKTZAFu1IahceAQJGaF6SJ7QBTbJJE4p1ghgryniVJeoTkSGFa
vZMFiXSX5fTMk63UHzy90vdW0HtbemzS1wDqsq0uCM1Ohf85qTXYg8jybpo04/95cZEWjXpgryBy
Sab2JCV7dcutAkBahP5MpRWUa6DlLq4g2jZLWERuz9/K9M1pLvReVobYlcyj0WnwQblfurbYBLrs
2QCG9uXQOlKKdspto4vbA6o5RUcF5xrWmSmZXtOPjNF2eBzy7BWI3SdEDY0VO0snayJM/V870+DP
3mWWJxZ9ikTesSMrMASBrY5rqr4LDyTIXv9rYpbqkK2YDmmSoEd4z+T4odLY5epHn3Ds/zRlb13+
Z0Mx6I1K1ZKheMVro0tEJ59Xxd/fQui5ozgbzLy+XaBOERN7msc8I0UYpJ9iXbBltXpuquB3lOof
GW0BC4p6iJTgKQxFW8vqzaDlKxHI8v7gXgA/oABOm/7+bLBClSI0qFfmsRViR6DlMaHTHZKR7e05
XQw8pqYovDvaPaR6L+1ovZ9GsdCZRzFyNy7kSkio2q2kHtRB+VZq6u86pJ987O7QsFvJwCwNkaiA
6GCCZV7R6dZiqrQosUzr6QiwsrI3P9we3bIF8L7wSIGKmIcfcpmNSWbl5lFPn8UuYQ4/pNX32zaW
DhixB1wNBCG0ZM0CENGtxZbg1jgizue3u9pbmaVr1khCw3MDsxOsCVZeolNIrrJ4DoVvidlAvXDQ
jEcxejbdbUOmr7MOXYOalPbU5E99VNtN9/v2KBf3yfmvmB3yIqGrsR8Zppg8I5Bqh76J+uE2yiDq
MZ3U/yO58B/9vW11ZW7VWS016mXAVtwCRyPJjl2sv1axueJUlgcGYJvwjffuFXKsSHz0D/zQOIZ9
dCyK4cHMASyoWY6yqftVC+IfPLs/1qX7K5TNlVl9w3PMvc1UOYJTesrgz0+5b4hupUkZ8XGjFKJT
o4njGKNb3ZmN2hz0Ig8c3fTSz3EwuMfK581KX1aKMgj8FmgFomOWC7+q1mMForbdBJ7rH6RWNqAs
77tNPBjJNrfkH8NQ6tSRLWvbWHqIvpIovra6BpwF2P8uGpDkdlP0yu1OBnx9ew2VxUNIYQSgIUAe
yM8uPUxqVmCWfMM4yhGOsvmrV0L62Ha6fDDkXNplYRI5TQabQzFmxO51ae7yRM54aw8W+1lITgiL
CfvEb9pTByMJBczRoJU8CrRtWDVQEg1uYtkUKtyDR3iEI9HF+753y71EtsEBWCk44BmKex7p6qOF
+BAarJr14rpNts2FQnksNAqpsT4Ur1a54h7eLoz5EsMhDyxRp/vmCtLj1TWE/nFFMjYlH1FYP8tB
+jpqAJnr7INRR9Qn3ZNo1kdSHydJKAGlKVC1j54txyNpEOVrIkZ3tRK2dqEWj775128DgOrK2klY
PGykU4nDJ0ozebZO0HRUY0kAcgyg9FO0Zqsrh9tbYXkn/NfC9AvO7rSgVtNBk3itiE2wSaJqIySw
CqTvLyNaOqSbTDos1FcgD833IRw3ZeNo5sUnGZWv0ZBXTCw7jf/amD+J8k6Sy7TRjGPWCPdxo5Mz
1cc/JnoEdh+1R1UKt30v3KfI2Y7+Gq/YUrx1NkBr9lhSa9VKQg75sYfx3lO+GvopI7MGl/nt5Vqz
M0tqjgU4PylmkAUS2GiP1M9ZsZHXKP2XXmZvDSDImrMsV1XTyoc+ukjNY/OajeBfqG0XtqLBzLoS
DCzu76nT5H8MTcM9232gw9GgAhl/HFVHYZ3MFUe39v1ZIOCXegU1Et//Cs3AhH9ZeaYsfX9ieOWV
z4vySvgWjVG6m6LMPEqlC2eRBV21EP1D1EnbErgYEFjUYGdbS1J7X/EiTmhabcTkg/e1Tv9hFXgV
T0xvU0FZn3zE2SoIue/5eqsYZMplW89g/BBa+d3NtoRME3UPPOR496vudSAxFZe9hJE2PYwKrA1r
RPeLiwGN9URhTS1jTlIqR34gJ5HFM8HLdkr1w/XMleVeOhdTPDnBZqan/SzgEgsRgqDMt46eeLDk
n8TR2zC6V8vxEHkr7mzJL5+ZevN2Z2viw+YVUeWi2uo9SUZqV41dKx9vO5PFCaNKB8p7wiHOSxeF
JSLYnkXW0RCHF0quL0NtnP7BhAGXBIUthWzjbPNalT54ktaaR18kMVfaY7BWWF0cxJkF+XLzRuFo
xKXHYylPnCqw/wH9a02ZTKp/lBuvuu79semixCWPQ6Klb/+UAUoN+9tztLirkBei7YPeoCuMiptL
naQnLiYKGt2j2OLe6GJxIyWZ6JRlI+8NGbbP20YX95dp4Hun8jfY1stpa7XaS5V46gSGSrHVHrL2
oTdXngpXl5VCyzSlYIm38luF7NJG3Ieq4gthdPJEQbK1sfkgUcpAT/2Hih7DO8fzZosy34SAvH5W
mqlvNKKQRidkSJ6MQf0UqMnGUNLft81crdXMzOzhF/XmkOhVFp00naelJ1ObgqvPE7ZRlOL/d7et
XS3SzNrM30hiKvSayqBynSYWKNtyisCBvhIO37Zyza2F/HMSZ0l0EtoH09uJ5TFbE4hfMzFzAwjg
/o8JozzI3b76La+RVUwTfxHSX0wV7XWXey0vk7LmRRqdYqV57H2JN3kBvZp2UiT3aHjdx0qWV+Zt
eXtP2PCJYY0g5tKk7iOEEVp9dCpRp/H3UbbzqYDqK97hyr9NA0MRHGEt5DMJAi6tKIreCWYhRidL
+Bq9mNmX21tscRD4Hgg+Jjc3R5Px1G2szM+jU5vLkS0hQEa19dA3w94s05W0yZqt2Rr1aW0m+lBF
J0Ohbn1ADLLTtsW4cnMuHtGzEc0mrPDNfIgTRmS4VghjU7+pS/WxHc07HPlDO4zDSlSwOCyUlInP
ZO0625TAcjWIpReffCSAo1OSD05pCEgprcT+izth6vEBLrLQyY4QaK3LRRKfzP5OCg7vbgicNhoh
LFxMPDXJDFxuNJrkxyL2zWk7/xCFD0r+qw1f/2GzURWEMkeVr/M6bp5XlHwYQZ04o3YXxnabHOC3
vW1lcZ7oTQb5xFuTBOrlQDJPiVtvWo868f5wh24zQft128TiktMxTrBsThr2s50suIEVREYYn6LB
ydAogAxFAv+9srEWfNrEGEitG+AFrGyzgcSp7IpC44YnqSnuGK1MJqYu7aIDF9SbT0YqvA4hSYnb
Y5sulZknvbA6jf0s8syyONYNz4tOoDeeMzD6OA9H1ZqPVTr+lXvhh5A3u8zv3vvMQa8VHUGopnlO
0ds1G2yaa0BAzSg6meZDmUd25T3o3VrJcfrI1dh0jQgeNrCJeeVybF5P4JGYcnQqlP04PoOWDdZo
mhZ2H+wP9MixPShtzlNred3EaY567ymOnQqAwPs398XnZ6fUTNM8kl0+P9Iu4t0XxvudDEhf5p/S
NYgYcfKuZ6tft/4QpyoM+rUCT7CTroCXl2bn/POz+KnJoSvvdT7vJds4/Nwb+cruXTiZqgoaAJ4F
aBtpPr78/Z4pu7IVqsGJrkzbzGjvkf3DgNJQX4z/Yop4nS5ZfNpVy2pAz1AhU4I5GapvFykcWfJf
EYaiHvzy7SO55Ajoxp3a3cE6XGkLuVFYiqnfBKdGy05KrB/EGirNwapsNRf+P/1yV6346qWjwslm
aOLkr+fRzQi9DTRTeXCSw/ilt+SHrio/d8jr3h7a0obg3Y+rxhAZtNltLclZbqpBGJzG4uSNz8r7
jwsEEoh7oGxFoneOjW7HQM7TRu5PcrkzvwX19vavvwZv0ht4/n35crslZlcYwCT7E7xTkabtcvW5
l6F/M20puW+tT175daSfWVmTcFwIcsjY8KqGCc7isp5NW4IEQBdGSndKIIHVul+x8pAId0gE52u1
roW9B7khHZfQ55BTmaefjKRVUtHzutOYnYTmYQiBW43f4QQvhi9itoaGXdh1WCMxj4cmmpo32yoJ
VZVWUNpTYvlPQqi/VKn2OajXeJ4Xdh17mqQab9Opk2K2bH2hjZrQ1i1OukUv+tVqVoLQNQOz9bGs
Wh6KluoIsopNtlPfDcaHc+B8AJP9MzddQVOtqdP3zeSnJ2x6cWt4v2/v7YWFvzAx86ShayaeMXbT
ED6JXbABD4SredbFeGumD3kqbm7bW9jSF/ZmcUft1n6n6X3LQwfiNzmlpDTY/IJdVL+U5oqxaX5m
gQBcoJTXiTloZZh3XAdW08WZlLensPyo7aX20+2xLM3d+edn792mEVU3Mfj8QDtBBJHRxkJAWnMq
f18kX2/bWjgyDAVaGe48/jV31J6lwdBXZO1J6Z6hotwU4yvUcit+dOFaNYFsWwQ1qIEgcnO53yDS
oyO7lJsT9OVwrDjcwRDmoQJidvvbw1laGR4hOqEH7u2KwlAwoxDiaK85+ci4B+qvceVeW/n+fOXz
VGjV3oubU/1SSZso29z++Uurcfbz5332HcpykVfz8xXtLggfxv6+KlZCtIW1ABsyVS5pSoB+ZBai
VVUv1gbdOKdAuuduiRWwIM/JGrLnjcRudkQwQ9mOWjgdP/MM4RDFiSQlFEBNtbVD+hHc4mvq/nTl
1y7+TFfqq39oddt48f8IpuPru0pyNO9wezavh8o7Do5E4IEyfD9v3fNnbi6vLLSjRr8+qfyGWL0L
fXQWfmTZu6NSevthtiDhjsgRp+lyd/Mbsligf4TjCjFcRo5tjeHhetddWpidn17OM6uYLPg5KGw7
j1a23eL3IaIhJEDT+SpNLaRGkYmhXJ2CVxj4++zH7XW43tX8fObmbS9cBwFyEZdtLoY1weBBDRy6
NZP2veeeR6dEnlicdMR5Ns12dRvWg6tBx/oCULFFiYbq5u0xXE3RZMDigUnhBjTZ3E/mrieKsRq5
L/Ej2iXcL7c/fzVFs89PW/lsq9JgngytxufRGpOayg6F3562kkBbG8JsjqomgMHcDd0Xt1FQLI7A
hqz4+SULQKY59CQdr+mMLaXyBMVrrJds+OGa28SP/2Gazg1MN+fZNOmZZSSyVYP0KDNxV1aUZCkb
qo85fOgrs7W0InhJg2Zzak8s/qWpVBH6EHlt60WVniT0SwopdrphJW2xNGFTDxobCg4oyimXRgZY
TFWvyIWXwGj8bSO12UOcCunK4VgaCulZEHMaI5HmvrhNoqjpaP4+mU1/Ui3vweiUvVTFm/fv4Ynv
GZ4bjMFXfDmYAFRb0gWy+0Iy8MVqu+dQ7GwrXVM/vPLqHBUMaBqAkIlndBrt2R7I5dwQ0H91X5S+
JJbsHK0OngGIo+yRrlwgS8sDiIt2KQn2TxzjpakYdhG3jSzvlKap+DEWPfWz5lrvhukwoHMrU0rt
bEDKKA1J1/r+aaNWv5Tq1+1VWRzDm/dFGAo8wezralcMSBWU3ikcAEhYraFvRi91t7etLC2KRQqO
HkDERIm8LseA2MgQ1fBCnyz5bzX8GPLvufi9T3++2wpJUzo2OJJQbs+f+/GgNWFtxv7JNKCmpn+9
lukSyzZ1uJadmVb2InyZsolnlqZZPVsTKMSjXhRD/1ShvGuUyamVh9BGYfZnqgW7UDY+Jrn8+x9G
B1kOjIgy3YDz9sYuCHV5cNltA4QsAentSNuLw1NgrLUXXFNxTaM7szTb1zmsdpVcGt6phhtwo1h6
7IQQlmwrVdA+BoLc2dWAVFYgpaMTiiChs3z07TgulC0Z+HLNqy9sHoZLjR846gLtgRXSXeyLlXfK
LM0p0g/CmNqK+k2x/t6e4AU/SJOlAq0gXeiwSc8uQKkeZKmndH1CSctzFJoc9rJF21uao/t129R0
qq72z5mp2QzXsalbbT54p3FoX4RhSJ1sjJEgrF07LkfokC17HMFztmt0RYsbF7YxmDVxjzxOLzdu
EuaD3NF59hJptAeMQf6XrPmUzqTxTXsVh+a76Zbq+69liVkF1kKhERK+mY/pixAxaTX3Tmix7RNI
GsWk2LhAVW9P6uI+sUiY8aIggTEnzs4zJVEL3fdOcT9QAhoq6TlCkGXbFMPgRElgrtybS4s4FTap
KdDzA4Tqci4zSWldHZU23I1V3Sc8O3e6N2TPbfMk9Nuw2KZSTo2w6NvD7YEubVSunEnHB1ATkcGl
4bQdU9mPJe+kQNnoD0FkF/q4VVVvZUKX7fDqfzMDlvXSDhxDHWEzHkfWdpRryuZnvTaUpTUjMP+P
ienvzxzppFOjq5HnnwrAyIX3qzKeLO0xsj7dnrGFW475+q+Z2dGuyToIfS6wVL4AEjCOfsBY79y2
sThbgEPeVgTg0ywijE2xU1rTxGua9XY0nspR2yaNv2JlcSRnVuTLCSugPWwGiTVRMgQforGM71JT
XXO5a2OZbW3Ulce8HVzG4kHpMABFazMeyTXVgduTtjwcmhkn0keFSPdyOGrbeqRLp/XvrVMnki3z
q/dKr+F4oPygjVOm9eoqvC0opULm1bkvJrGhLVVpsvW74Wj0svgPawPVHDX0aSxXJMy6kaMGZaQ8
Aj3/Y6LqKJ3JKz5naWFkSPtFiNMnWfHZwvgN/kaoM/clKQdrU6nD704ZvAcL8MN7E0FMG88BmqFB
PYIMmR2ZyC3UlFZ596Wa2DwUudT2iD86xKK5o8fmGip4aWBEEsjBAAnmop8NrOzjVmlKnHfZ7+qk
sHX90FINuL3b1oxMu/HM24yqUCtDMd0Q0B7qz1H5FLUrN/uSiYlIi5rGVBOaX0JKD+XEIAX4THer
/3Cjnfbn/WM4NzALHQbeVkh+eN6piVLZSVzU/dRe722tSdcAzmtjmR1O1Goizc0Yi4izNOAC1v6I
a2TsizY4l1BtQzF7hU9MulSTs4KAxOe2RrK1OlX/kNiY4p3/mJjdMXmraMmY68KLCzd62JBhWsPT
Lt1i5xZmZ0X3Skn2egYxRru+k5xgzLepmzpKv+Iul0KOc0OzxR+haZblgsVPLCeL7vP22YrvodpQ
TRtuoWANtbPknSEMIASc+PTQ/bk8L6liUm4WGFdiZwUA/X4tJ7BkAHg+b+fJpyGUcGlAdoWSroMK
A9lvKf+1Vv9d2lx4fYsKBhmnq4iwa7QW/LRGLiAXNu4oP8f15yxYI3KdJn0ezKOEOhG5IrN9RZzS
sOJ1EKTE1GmetLYbi/reMxTalAYYu/vOH/Zx0HYlTBJmssIHsDiBExQBxU/4YeaAEC0S41rSY+FF
RYdzlDJbC1e23OIc8nKHFh9ymKtgMwq56boyEl5yQ09OfSa693GYKYekcuMV37l0jCZmMyJlayLw
mfkbvQ7ytM1H4UWDf7YTv6o6HW7RN87vyj2wOGsmORuQFRaI/tm2q+pspCeebaf4W6Pd+Gt44bXv
z85N1Y5+mXi18GJ5j7AeGcXn23fA2vdn/kbJNWIAYzo23cZqQzsxv902IC3u6bMZmjma0q2supos
BKYjJbYU2OGr8Av91l/S259W2AiqXf5VcnrMbYTi3Y+3f8HitoO1l940Xqkkcy49A7Lrg4IkKU67
2aJjgSictCa0tGCCdCfiAbgH0HZXZcdR6iEZ882XoZFhHxwcd1Sg7vt9eyDTWsy8w4WVWcDepVTU
BlUwXmDoe02sZJf13ksAcZLjJd0fFYGnf7BH3AHKEg4K9vflxBWi4dalnpkvruburCY7aG1kp+Sq
HPoM7+Sa2uptgwubkQcwvJR030B6Nydx1JD4Sn2/NF+MsPsxWMlGHIovt00srRQQEZB7BNYTscxs
TPjx2hwz48Vwn2T/ozIc22KlCLW0TNxEU1A9cWrM48/K7cYhTEPrRRey0E5j6VnwK2jS1OSLhkoW
Cafw7vagrtm56Ys5NzlN7Fk0WslK4RZBAMt40+0FiJc8Ldv6ifncAbuUfG8nhObeD+vXpq2O4thv
uzz+oA+ILsvxneaXd0O+9rq87nOcfhP0Awhnob9zRWJS9f6oWB7vC6XzPuZCcOqSaBu2yX3twl/c
5n8kjx9XpN1G8deo4hZ8DqRtE1McEsFc2LOdi7ZQ5IKpsF6UJq73qu7WDlJ5+d4vvXzbJEX2mPvh
zzC22pUdfA20mkbNl+lQwzqtdpcrEcYRUkGuYL1IaaM+jiQxD32ViE8Bin+PEFSF+wxuqsem7PMP
SV+K2xps252U1H9WtsTiLkQGgH0IdIg78PKH9LoR1EFJnU8PFM0po0q1vTHvHlFIlg4QmrXfkyKO
bPhsmmNZ+eVjSgPvJi1K9f+R9mVNcvJMs7+ICBAg4Jamt9nMbPbYN4Q9j43Yxb78+pPyic/uphWt
8Lw39sVEUK2tVKrKynyJWlIFcZWWm4hP9R78b/Hks0ar78s6zt6u/1DpUp38ztWB7A1ummMSeSHw
HGzDOJ999HLS124eow3vKNuPrW4HHqtUayVzBfaJ5dWhMeoRGYM+icJuNgOXQf5sDjRVwVsSiJBT
I+JHnJzMiY0RzScYEe3KZMvcXTVsFudfYVxi12FjCWiAyFGsdl3m2L02grUzbExr5w3NbkpUKVH5
bP0xscajjIC6lIh93XBcss8FIN1oKH0cR2UILLNDAa1DjQfdKlCBPJ+wcnQ1SjvmhUP8FLdIek7W
Lu5/Xt90sosG/t8EdwiC7Qs0ZwpKrnwx4C/LFAUAqO5O3tN1C7J1P7Ww2lx0aXUSZbBQLQfuHmr6
o3g3VUTBsrNDQR8i+EXBQrFGjTpeWdpN7rmhDuHFpgJkw/tm9P8tpADNfLVxku31QUnXBqkitC1B
EA+MZudrA7byKEpH3QtztAluaT5wBDsN5MHQYrC5bup3+WAd7AAB/8fWyn8VyE7xxhi9cLLcnzaD
1HtL7y1vvq8KDnyN/Qhtt+80IqCl1Q9o2Q3mgYSTQ3bXf4d0HSmSCS54ftEMIv5+cn4H1mqQfZix
UyCD20AIwbTfswZN2uhFKt4XaK8q7nKVQeHXTwymaQOWJXvBxnldzNyvrO+J7teH66P6HeZczC40
3gTDKfaOvkISlaDRytIk88K2d8Yj+jY+L5wYYMOY8vshy6ut3mZz0NTUfqVRbh7zYkGb4pLzzYDe
hDBh0HhYEnc4sKXo9xavm11r9sPGLr1x4wHzuRszFgXVUJM7XC4VBDk8phiE7IYTMD+KbDwYpNbR
YtppIPxYnCjMzHRv0oNtH2wd+sjoxsiH4PqEyVbl1JY4iSerYoxJjZ4AD6iZyuFPrpFHh36O2X8u
q7oNH2qVuKnMQTlIMkMuCWUoQFzO7WnVYKToEo/CadwZ37iqV1/6eWRi8NIH5AAM8OeftzWel1UL
gI6b3dLQyMLrsyUr+xKA1NCnhegFlfqVo3DbyRh4YUWhlsTzMwVh6t3suCn66BwQKDTs+7BE9F6b
bSd0ndL9MWu6HoPQ2hgenSJ1FEGZdLRQ4CNAokPRkK42exdHJcTPkLY3WaDbm0xTbA6ZG0awj540
S7CxrTPpC4joOrtmSDxq1bc6Gj+XvNx21eS3aIj2m4L/SiIVsF5qE7VliBWj4nQBQHcGUna8w4Yc
tTuQ0PbWF14XG23Au/B7rTNFBl/m+B3R2IFoHmSB6/ctR5UjdiIcNXMJF/KeIlGA7iTFNEqX6cTI
yuPrFdWS1najUAd9bMUKX5WzlxlwAU2iHrJCAmx1vuvLdOzMPkEsNm8N8+hWiklSfV78/cRH9EbP
ERPhULHJ/AV+30+oqAXXD5ZsHU5HIP5+YqIeQUZZxDAxG588+yYe91avOLuqUawuvN90kKAfRrHm
QR+eG6b4vGoEq+st7s0kdZwYjk3Xb+I2+raU+oMDyaP/baJW/ppFZWvPMcwk5T4yg6jfgHfsAybg
UVChMYD8W5dnvBZig/HgeOHsBq52GFzU0BSxgHQtTkysRlGii7JrW5hgeAWZQMkohiC71VBawgUD
eXDwY6/cdJHRdJqGAU5E30cxsv+7ZvlW5wrUstQKaGfQLwncDSKp801rpoVXOnqNy6DfsE+F5bfP
RacKF8VPXQc0QE/+MbK60Xr4wgG4wChsyvKBWdyvM/N+mKZnxM6dX7uI8XshdbJMQdy3m5yrpBpk
0cjJD1hfMpNIpHYNfkBRIukT17dTad+NpfmcxxOUuewP1NVBWgG9GEEQi3GvXEGatVMmZI/DLvHR
Ba8tG1NTbA/p9jOhYAdDyP554u8n3ibz0LBRxXiaN8zZ5TY6kKDfdv0Qya4xdAsiQYTrBTCi1Q5c
SAIwBV5oYQOGXWQkUvMVdV2y053OuIn7rDsgWwjhshoNt9ctiw1xsWHAIwBCBCiuI696PjgT6skF
c+HnyiF9Q9Xt0UrNgE/oF8uqrQch8Y3mLJAzSBWeSXoaoLoDvXKhB7uWzW07czGdfkFlH4wmh1yD
PGWLuHo/Qb5xg2R5s7s+Tqk9tN6B+x+AeNSSz8dpdIjF0gRpuMR8iZNfzHvI45eGv163Itv9UJZF
FQQRAjrBV8fPQbia5yNxQ6DetgZCnxGki9VrWiPhbyigzApb60zEgPR7qqUm0tL9jzx+HYnPkSli
UPCov14flewAnIxqvTtJrI90GGFpIIHhbhqF01J9npwvTTY2VOvwrA9T9/tYv/1zTymSQt7vNgLc
UIgQV35XA0MPQQs2MjaZH2f+MG4/MjuiTeH/f3+15kOnmQvR8H2jfIug2pKkquKXLFj4OwKkg84n
KDbceBy564a0ejDp3o62enS8PghpwvbUxsoPNJNj4h0pcih6fKwyIyDQ/MOz6bWttCfXG28Nq3gy
soEGVUfe9FJFniBmae2HTu2vNkHTmii74uYMB2g35O5rsey9xvGH4YHXzGfj4zj/d33Il7SSYmMg
Iy8ETgD/0VdxcARvkHRl7oaaXifDnkOxAuneJXnqm8j6z8Oz85ORDkgO8yRi950zL/u2iVLUS7Le
jzl7G+YxO6AFoP5EkcfeDjyF6jKLpoDl7EsVF/Zeq2iDTM04/XssgRqrDVJe0BrjxljtaRDYWnSO
LDwbRyS8iodthX8cFf5OcjBROBY9GaJl+SKvps+paQzMcMIR4plvbv7t+gJItjWy8qhFehgKTs8q
Bl4aOoOKBdVCHvNnO0m+z7beQqehOFy3IxnG2TqLv5/c301boQdvSd3Q7m9G7veR4mqROmI0q4t2
SwD+17iuofaaOnZi8f16h9rkfoygHFbtraIKQGulCBWkozmxtlp6PKEB8RgyN8yKmzQ7gsfqA7MF
PgyhvydIzsSqncwWq8zaGPLSDWvPPEZN+zqY7vt1E7K7GA/PPybE309MtGRumtpJ3NCKuK/n70hs
bazotptertuRbDDiIe+CRjsqVKFWnjnu04rZ4MUMUSxONzm1tT3kJCbw+Wq5wn9K9wAaCTwhkID/
V7OWmrgGUDhyQ8Lbe94XOyRDboacPS1zfhymf2aZEq7L1UXOm6Ldc/2EjzXNzBm0NJHpPTbpQfmM
EK7vwhsjPSCoH0H8s6aysbVGt5OuQTzaz9nPGeXaTeUUXu5P+qjtjc4jNwvKIAsAxtiANfpbD2UG
nIlfp8bss5ZrYFXNdUXEI11PoIHRWGrjp9mrg5xrVUsHioryQixoh007iP022tP1TSM9X54QIkE3
gaCxP9+cmhOnbdrmXuiAJfyh4yodFMn3cYMLkAzSVmiTXW3KwuqGWm8QTOnfUmB+VEwDsoscxFYu
ivsoGgjRyfPfz6uStMbi4Wowpk92yv4zwaxH8zRwE+2F5QA2O0W7Jc7wVJfmXbWoqBRkBW9At2wB
M0GzMzrQz38AGaBZxSsKeAZ1fce8N6GI0XbPWSFgz8MOupcbVjob3Xm8vnASr3JmdxVBLFBW5Vru
wq4z//Cq+Y0b7gH8vguYOFNVd6rUGOoGBpqWBJ/MKiRD78NUzQ4wKJ3V0SNLZ3BlsiUKLGf87E0p
VbgXIrz66kACzQcyVojxAg6/blWKa9I7vVPAlaG/+sW2WfwpJ73x5BSm8StZPDAWgGzxS1ebRrBU
hDS+jujmHkVxTPvQGs2R94l77yaQoU6huXWsmd5vuNaOPm+sHuog+uR3TeZsWNuMd8xejMfJamIw
fnXtxvEiD0rSePoiN53jik6M7fXFkxxtaPLqSB0LXb0LVgTPXGKoPeNWS4agh/6VXm0z59+vA9hA
zzig6wAnrU9GhVgwql1cB27vbGJv2hX1J7t1Ffen5CYQ6sLojBDAiwvi3EaP+rGuEW2YS+OPzDpE
sfWAFs4dyxLNNxxNEd1ID7zo0APeH+mPi07sxU2slsS9qH5q34bEfKYJv52y4nFeSOvnBcN9FPl6
o22T1HrKvX/miELkfGp/FZBkZfRb5Q53UdffDFl829kqlivZaUP7IUJdYImcC47/Me6WBlJw6EJu
S3KjeaR5nqre3dc0c48mmyzFnMp8NOIf1MRFp+gF5Dwhw2AZDEklQ3+wAQNNY1XJWmVhNWk5Hyyt
xh0fmtOO0K3qppR+XsiEA0AGksD1TckmqAqVrAJ6APBZbe79X9ePq6wsjZWAJhkIDJAaW6fdZk1r
qtGdgLQq9zS+6X85JV6IW+iEN/N2/BHNW15tcifQvl43LG7HtR8kQqoLnS04YevAhEButqtqPBNz
/aGIPhP7xRoqcECALbx6G5cfvWrriYW4MAj1RsGsIWqEq+sUCs2VPhWIOcq02KHkcEe04qYqIPdg
QtbI77LI3mrAVV0fpmz9gGT7Y1X8/SRC9pqSFS0oLsKpMF6KuX/rOYrH121IpxI85dCTRw3oIutd
Qg0wKdCpElqQFcyi0U+K1NeWr0X32FtPfZsG8/R+3aTMy0MkBNQ0aPC+7E0anWRwambDA5e3Vran
zTHPP3CRnJhYZ8Xqrh3RKKy7YZymP7zeeG50b/FZ5CgKODI3j+gGtWMcMEjair+frJBdJBbPgO4O
x4S/mzY/lgO0Fh2T/jRSwOkibun765Mn3YkQXUBYBdeEtOm5RY4kBrb/gHyfE03oK+/mwIvcZGuy
tNjoXadvYwRewWxFtWJOZWNFdRWpU6FtYa/78KK8jmYyWewxWo4N2Uws6Ox9kx2dXBHgy7Y9Ws2R
OsX4LjuklqHToQvYsEfibkbz1rL/HR+GAEOQo6H5Amoqq8Ncunbb5HPCHq3qVssDjyqOlOSeAjEe
BBhAuSRSSqvQF/QLZjwgFxAOw7SPB92fDHtbQplNxS0rNQTHjoyD6SCbvdoL4rFp1MNIw4hDqNxI
j/q0HAG0zFWVVsmKoEkB4RLa1YBfXc9YYteWXumdHfYp9Xnne7Oq8V/81JWDRdnQwYOFALYH3r/z
bd0AojsuKbFDyx7D2sxeRq156fJ/5gwCFwM8Kko4Qn7yIq0xWVnfLSC5CNPxVqC2i3/32CIwAT0G
EeD0Nc40qY0CuPTEDgcTKrv7qnv+59N/9v3V1k3jjBN7wff1cVt9K9ps2zbp1nUb0Jj3vtv++0l0
QF8NTIxQ0r5QyugIzRawZVuhhYoo3vYKX3apyIXlQC0NfTbA7F3G4hp0ijiPRys0lkJ/mKLF++qW
eet3Vj3cxBVcjDPS5s4t8SQwi1JH0dfw9hWys3u3d3HjQ8NwX3t0uvNGJbWdbEsik4PmHLQBCaKQ
8y0JUF+tL05nhdApeEaYdrDjqgocLVIxq0gcK8rNoocWLgl9zqtjXOR6yiNaWqGZDT6M+DYaQxs8
gYwEIgJpcH0LyZwGuHRxlFFwA4xv5Z2W3Jt5MRdWSLQQ2juBCbpV13pdyAe2qo16COBaKCheqIa7
btlaMavtkHjPzCl8ot8v+mtm3VXaba8KCGVrhWQQ9ioIZC97xDnLKlp7uR3a8ThAAw88CHbS04DW
zgeakZEP+2tqlWBwI5C8gXcfLmR6tviTR1URmXQ7gEbvdxX4MqZAsm9wxwaHboRA4tZy5wSS0vp8
TB2IIQ0D9OpEV4jiKEqNQlwLD1awtl10btEi790JqaQQKccgyuNthjDecu8gW8PS9+s7UBLCIF+J
wB2MFbhULLFDT4MmJEfLrHXtsCTlL4vxTemUx6ExPltu930ey5eoBhPLdZuyDYJ3MQgXwcEJ62L8
JzahmjyPXoHdCA7sTV2EBjmYTqk4WrJrUmgIY7vjWQQsybmRMiogN17bFvhPHzjo0ChXgKqko7DA
tApkBwKwNbauR5uQOcWOFXIS6NWuJn6iUq+QvAdQz/trYuX1UiNpHIiqWWGvoQWt0HwtcYKh/TU4
D0MJpGK896a362vzW290ffmLEyVKcAgC1lxJUD9v+8LDNQBkTvdpmQZ2k7CM7i2jtgKbo4BOKZou
lnTRN8tA29vG7duHpprJhmXpT+7wKczA5EzZrgLwGw/1yNnzsQV/R0Ggggz2CDCwX//RsgODo4j8
poe74aLcY9mD2Tij+M3TVsML0DxAcZahVKnCNko3FTJDv+tKxkXIYg1pCfQw/HVcQyyyQCXJolQF
BpSORghWoNyDx946wCN6RTSn7q1w0b/MBF7H8fyh/kEaoOiND5AGOmhFQsAK4TehMXN+TEiOHKY+
LlaoL59c5wj1+etLI5sxAAXwSkG/GYjKVme9zVkRawRBksaT1yYbH3Jd1S0ju0RPTazCVcbA5qm1
kRVmDVl8b9CgIgJniRB2Gw9FcH08slw6OhrArg/SchM9LasJM00thywW4MFxG9NNNeeBqXW3LC23
Y29+03LzPinqLSmTz/1S/jtCBxwiOu4EMHkC17caKV8KzRgbHbarrgmaZmq3gGnAj1rGuLPzuVZc
DjIXh3QpVFPQ7gJnvVo8bltdl/PFQTne8PvY3I8zQSfHtL8+p7I9gkPl/c7cg0ta/P3kPkiq0jRa
2johrcNIu88fP/B5tMCKRD2kutaNElNtOiwHA2Fozfs6KFX03rKOBUDE/n5/NUvG0jqZleL7eWHn
tm81aRHWy0w/uakB+XBAFcx9rel9tbF1662N9BTP3CLyR4dpm1ov8n1OCrZzMqAFMrTrBpY+Dm+0
adLHuZ9Qmqmi7KaaK+8Q18gdmpD+/VrlTIU3ET9z7fhRAjNE8gm7bF0Fi6H9E8OoG/ZesckW02/y
Rw72ysmNbyw04F1fFNmhFbKFeMwA/HUJvSSpDurKGUiD6mB5n+fbJH8k5uG6Ecn+RUEIz3Ekt3Cf
rTNCIGM0DE5QXijy57wcfTJgeVSwOZWR1aHU46wf8hSPIsKKvbXs5wFlDE8xEskRAboamxdRIQqU
axRbQUuXtBwlRE8fXiFbENg5U8mWKGys83RRjF7xZkG1biqj57ib79xseb2+IJJVxzAAABBYdxAh
reaKJnbcWw3mKmevpPzcQYK4/JwoHjvScYBBWghYIDJbZ+U02vQpiD4wjsEn0ElSUC3JPo93KF7L
AMoAn7m6AGLU5RZ3aGg4T345BxVVxJWSoA9URH+/v3rT1EY1cmQuaDjwalc6xe3Qjk9TWQSDicYU
d/mO/oavaElVmBVTvz7+2Fp4++IxDbYS8bNOnDCJW+IlrHbDdtwWZaAfizet9sd2E0WK8F+yCRBp
/LG03mdASLrMyFs39GrtkUX0ObL5IQYtQUpUgDKVqdVaOWaksazgaNsvKnA32sHicj9ZkFiff1zf
2ZJdcTao1aoZJXR9qhTec7aDhEPIWBFHSUeC1zTiQbyrL6qxcznU6KSHK+tT+6YG9afubPvOvp9i
7SMb4cSS+CUnG2FCV7Y+CafZdt/L0vAH7921pgAMZr7Z/peqqgPSiTsxt7o93YhVSWkB8pdT4ueO
eDAofKfEQUM68+/UrZyOrUfF7M1wOlV2mOmOjF9yVQygGsTq8MTpnDZ44uCiGaF+/cOyFBGSYghr
aDZuhMFhDJPEvdfJ/qYnlu/kKhibrDfudKLWMJGibtymncGqYbYTHm/81bKWt9Rt7obKeIaY97Pl
1j95pO1NO9laYDGsiEpWRD5QUdMAJ+IlQ1o+xpC4I5MDAKL3kNbOPvbir3zUFadJZUas58kejzNm
WmifBVYEuiWZR94tw0PRlyiOktSMhbybAB6YF7zDhjdx4mq9Eybxlyr5xuNfeaLICkv9AnAkAmpg
eCignI8kZU5J2QCkI9PubfDuUxsNcOkLyV+u+zcZpgFZ57+GVqco4303QivJCaO5Cep22rhutGmH
T7WW+GT+EhePXe/4bVUe53/W58Bdi3hBR3YKNS+U287HSJmR9TwBOLGM7pfimFibVMXeKj3AJyZW
GwLqsDSpOphoG98e9qz+96ABQ0A6WWAesbFXF5GZg5g7jhGTJJHzlafDF2Kq6KflK4SYRFgR0imr
abJbxg0zJzSM9a9xDC09jdfdpi1BmkaTFnQe0Ft15k9FpR2HpdtNYEu4vkekexEBN8Ynwoi1CERO
Ejwv7NQJ+9qv7YC+5QAcVIroQRIe4XHy18hqJiOul45mwcgIkRN0zQ78R6dZ5Zeqc8YnzdP77+US
j9t0bjvg/qNF8QSXlkngnwTRABQQLoAoOQBZJC24ExoTvWFVtkeHSdChjc8gzQvamvczm995nP5n
Tu0RVCePaT7cuMUA9uzhpuhVCsGyVxua19AlB1yM6Lc9PxvjGC/9UEU0XLQ+9lPWDXdxlRShnrbz
U8s8ax8TrkrqSI0CiyPUPuAZ11gWDWy8+qRnADTmN4l5C51YFNot67DkiqtbttjwaYIzEeCwi/5l
kGKXOX4EDQnCK+j2cjR7Wb2flsPTMiz6dibVLjb6A5s+0DSHhARay9DAj/bsdYE99txEb5YYN0T5
rbPeASGmgJJT7zCrAm+Z6zm1tIoc0yWqaT1rFOjxvRmBgSW4fiplFEwYCoCtuCDQtr+O7PUoX5a8
N2jo5LzgfgHascCYG/ARJC3/vrD6M+78zCe13m5Hpuc3HKIVd6Pd8sd+HIZjl7L5UCcm38zaTLd1
Th+v/0LZNXnyA9cPAspSjZIeqzyb6U1XIU9Stj6nH3DBp1ZWjoNlRqaBqgQF+gK14MBUpW2lo8Al
Dw+PtkeI7pyfxLy19IiZuOyh+/WttaKbiFZvEeSkrk+W7OzBwwPX7kHm5UJHKgdSkmoUEZIH0v+i
5SAmmh8aGr0b5fhmNlzVByndnif2VtvT6Ty70yZ0nMSLHkRF9RDVH4DROBgMksPQtLgkyMQruyOo
R1BgkDZpFLT1bqTbrPJJc2uq3lHSVTqxtXrdDCDcm+0S/pJnrk+r79SoN0QVrssuQmhA4Kgho470
+mqrWZmLXvgECU2NH6uI+VPZHOpU881B1eQgHQ5QhZg7ZNMuWOeLpRvnwh6BsDandz6jgrw4z4hG
99c3ncLM+maHqlE61Q3MGNYc1lZyQK5/a1JVkCndayAE+w0lBNGn+PtJWJ6U2dQk4BcPjWj6GefV
HcktRZuW9PicmBAjPTFRdyXaRGthAskhe+NmW027a6YNV5XcJXsAi4+KO8AUuL+8FRwdKrDTiNIY
DWkKnVmsfbtDybi2Xq+vjGQ8MCNQ/RTX4wUKPTHAYd1yyDwWo35E9sDywfF2b8z9zmTdwVy4AmQn
u03EpoZ2JjiQIHOynkCW6b3mVsKNkieLfOHsPb6j+RLUDmVPkR6zmy5n6LbyehARF0ZYFNkuoilY
/6xc/95nenFEl5MqeSnZoajxYs8gmYwJX3eEk6avOQSzESnQWy36OmkQt0AF8AOTje4eAd8VZB0r
F89SE6onHTjPDfTGiXaa/aLnr0vpfMYq3NioO163Jwl/ILH8f/YuuJB47VZLyuEY4wwhZOD2Qvds
kzqbGYw1ybBpluN1g5IDiPcVmN3R0gPk1Rr5VSCJnnTOhFjECczWL5/+t8+v5m/qMqfUdXze7t+m
G935yOdRuICsCcAnKP6fn223rIZG1/D5wrn1qoeP9Pkhb/n3++IsnviOEeHS3Eb4fn4kxq5Odtdn
R7ba6L4H4EMUf0HRdv75uba1FEGtHbZ50fktdYNkab+iyXFbjsO2hCqd4WY2mHRUkZHMVZ0aXrld
b4Ro2URmYEAgeDNm/WawoU9J3kc3Cq4PUba/AFwBkhSwPHJxXWXlaFGAW2zc9J9T/dFTXFOKz6+v
qbEuypHU+HyqZwBtUV//d7Qq3loi0QvHB9e+WiLakm6Y+9EMLadxNy2QpXsbok8KK7L1gH8VXdCC
ZG6d7+hYjJcH18yQFPt82Y31gbSHOVU8pKVWANsHNFtIR6/HYrj9aORDRUKOxMBkOke3IJDe1toA
xSyVexbZoVV1AYlrtKXgJjTF/X6+t1MAoic0s5Ownc0YjQEjpGScL3VffYVSvenn1Iv9Bg/n69tN
dqJQmQXzMYiChUrtudUis2KgTCcTyHN+WwOm6XJ0DJjpdygkj5s+qd5MD5n6PvdUFDyynQiwnWhG
cwABWd+SaDzLQEkSm6He9y+s8G6zpVDcxLIbDwk5CH8LeXGgp88HVyZTnTOXmWHZHqCu5Eda0LOv
1ydQtmwCaorSuQec1vrpCN4awAK8ChinGFkF3xiL98IDpRwpafmLQDnrkIPcM4gqiKdctywdHa5y
7BfcexelW3DA2SbXcQaMdhq+cbeZPruc5gEno0qZV2rqN84K9WgwL69upXyhM3G02gqjrLpP3OKQ
GewmqlJFpla6Jf6aWefwUcCfGs4amCn2dbnJuCI4kQ8D+wC9OB7gaKsjZqROW00U31+a+3q+6aPv
rvH6gUWBliveaWg6AFj4fMu5Wpm0FWqr4VA1n21rPHhJ9F/du/+bmd8QnJN7dkGdKxobauIeN+ug
IszbzbjxkbRgVPEckE7a3xH9zqmemGJU7xdWumbIgbOwGVJMie9QhacVM792fkDL/d+0/a67nBhp
kb5O9DkGsjqhNfHxAtUOhVNZ27nts41eAMYzmkrklWxoyNHhWYjWbEi1rPzDAukCAU+3Qr3YataB
xfdppkipSE0AigQLuNCBiTrfD7yfE2sqdMCXl/xtjOoHMy+2NkTB/n3bAfj+x4y4yU7mjxpxwezK
tMJZK+qXLLGSwC4K7eu4GL3KlHiar9cK/bzI4MCloj9h9XSfDL0wTRbbIaRELX9IrGHXpkm7qR07
7/0kTqu7YpnnXVXWVeC2Ed1wrk2bFhqZONgz8M5Zlx06yHNup9iwe3+EZu6+7adqQyq9vXEh1uan
tBv9xemTG1rVjylasz/paZNBE8iODjG6jXY6mEODueqhfY52kpkacO8NfaeJO8YoXnf6E2KR3PfG
sd+MjMQ/tYIAgFrp32xN197wWCRbjc3tXTtPiINRP0R7voUeYeTODYgq6uazHcWGnyYsCaxy6I6N
XSU7fYhU+SqJ2wNuHzOKugSARes3vZaROIsdAAC5sZ0DkJxf3xuSKAafR9cCqLgsuL6VS2pAFw/s
3WSHdXuns8equm2bQ1KoWoilo0DgAllfpHMuntkZr8HKFZt2mJsb6BBxXfHSEydlte2gFSyQxIj9
AbxdbfGhbtOsHls7LPiD070u6JBPFMGx1ARSP3gEAz5w0ZQ8x7wgU1TYYcd+1KO9AZd1YCwKI5Ll
gKdDlwFAihjLOu6p6mRqrQ54eU/3AtMEx5bWoNsV3BOZ94H77tTUaspYzKzaG5kdxh6IRO4bJBhU
FMsyx41cK5CD4E1A1/Fqc+Wpt6S5gyu1Gro7kTrmVRRDJc7+VA6utSttFTmkZJsJaTUU8HRw+1xw
lvRWF7e9ZpkhMG3fHWfeAeX1eP3ASLbBmYnVtHlJHA1DbiJsNIxgNuwnbzIOTTkdr5uRRY6CKt0F
mRM0HC9unyqbtLJ3TNAEF587g98szbKnhQUgPuNBBwI9P89UkHzp9MG3IRlqeYJi8PyiWLSYZEOC
eJ8WT1BssXvF3Em+76HK9psEHk+KdbEN2rt21lNuhjNFN6Sb+E2UKHa15ADh1SDqt9By8nDrnQ+h
mqJeqyYEJFCof49Jpz/3ZsG3BdesrTUaVPHUlI4IlUyAFPA4u5DaG7t2mPoBfVWOmW4jYgf1oHim
SAd0YkH8gpPLe9TyxRtzWOhZ9FTa3qHX2G3TLxunL1UhsHQ0UNUAVwzetGgPP7flaVW/iNA4dAa/
drRtZBu769tacnpw7/+xsA7iIXuHHAnBs2ROo+8xBdx3GvkXd4KX+4AhtGUDeI1o+6IvFipcY5NH
kRmOHf+pRQbz3cVkfkEalSUxKeurB676j6XVAnH0mi5kxo7T3rp0a30WygbOpk8DUEUv878jYsBh
JHQNUK5GZVV43JPdAM1q9M0sCIWttvtspdnWLUqgyl3FderIdoIQugHaAsLyF5QfFlmaLqEjCbtJ
z/1ZLwAwtgob3ZltHyadbQdl1eu+1y7mk5m0/YutT7NvIiDvfNqkkx9Rp0YSu9PcOy3NkkOaCEkS
iDXtiN1Nb7k7URD3tu6dyZv2SF2tegHRZbYx4og/Y/Gy22KBg7XAG72ZzZoduiECT0s0F8WORFZ5
G2Uo4vkOB++Owyx6KJqu+QSWp/zWiyMWzNlh6fpjgwZMNw7cPAAdwD6GNt0E5T1tM8VRUFL3No1r
6x5RG7LQBW8CHdw3TwwSlJtK05tbwx3sR7t1418IVN2t7aXtrknHZdfMbrIrh6pFH6U+bviI8LSn
dbJBAOT8misn8b0qJT7hvRZYVjttzcjNd4A2J09OpsWH3OjybTfoi2LhZN7CdgSuAAlCnVriWjnZ
H1a9pDXai9DSAOD5Ux0HZboNrp8sqQn0GrgGUq1grhJ/PzHRRg2zoLplhzTaOhDhTHBTFOn7wL9f
tyM7V6D7+GNntdUd3sQMvRN2yNJXxres3UIwMUvHTTJBoZV3SOersmwy73RqcjV7AEmYVQWagtAb
d4AI0mUXq6Q/5bPn6uhaBQUh8k7ns1fbyDtN3oAoUsfDJKmRnGbmYRnTr5qlomeWHWJB+IXaMO5z
wOjObWm8moehTeFsyQ1pfsYlVzzMVQZWl20+FmaXcRjQxyC6ofPu+g6Qfh6JfGQ90eVw0ak/UIsX
MalMIGnrX705fOorFRmAJEIVopJQcsdOxo4WO+JkMy91YUweNwieq9EBdN9cdw5V+To3j5quAk3K
Wp9gDJoJYAUV7amr6aqGGRIreYFkCem2CI1fwPOzA/nbHrCLg9EPn1Koc1u0iDfARr1cn8vfAeP6
mgLqilJIqCLDtWZ9mbo2A0QPcatZZ82mbazbjrl7gosxhdj60ma2b2QcbZKu9pVMNvWZF+/xXp/8
Igbtg+LXiK138WvQ9YO+EjAyIuA4n3fC+p4tuCFCmt00wFdFdu3z+IdndkEEETFiZAHj94n+47pd
2QG3RF+giHFFDu7crFYVtlEbMwkL95Ysx7i7aQfFDS3btKcmVu6RDwZf7HEi4K567e7zRBEOqj6/
mrgFQV9teriYWf9mOm//nmNF5fLv/KwcoF1zY0BXLgnJZ3vqAhqbwfUFUP38lfszrT6f5w4GiulA
9drHi0Phk2QO1sIbHWES9FbddXO0UWWepQELD9xAT/0xKax9NxvQr9E1cDm63QfY2gVgFKyyeDIZ
4AY431J14SxNuRCCMoIdsGXGcdE3Q7a9Pm+yUQHPIVQ6kAkCCc+5lSLGlctRVwsTo/Qb48l174vy
W5a9/G9mVssTzfUymTPMDAZwvOTJdB6m/0faly1HjiNb/sq1emcPCe5jt/uBjFVrhFLKrKwXmjJT
RQIkwQ1cwN+ZT5kfm0Pdqs4IBC04yjZra+tqlegC4AAc7sfPwUvTiJOFA2Du3AVfwyQig6b5i2sQ
hMvcTWhJDgyiu7ICoqw1oKYF1r5ixEkQ2dvrA5vzOzQb4UGIXjZ0fyoDS+MiN/wSfjeQsKcssHDc
/UcW3vvCT26SvNbcVkqdHOzu0yBeACP/le+jvA3KOB8kJoqfebZFETyY2DlcrAabPjSMLSTz57C5
uJwIussscCNdUKCBf7QRbdUYB0kd+zka/HjtFoX+kg11vypKJ/1s2K6z0kurfO40Ge95SWTISBut
8hzJ0Tqh9QuvdP8e7I705foEzLkMEnvoSsPLFLGTMgH12Jlxz0bjkJjplvq5t9JJe0+ieghYmd+K
erHoOuc0uCxxQaFryLqotiMlnEpgS+E0aBnaiHZ3fUCzn5/UasAPCbk6tc/Oy8GMoNUJ7kAO4L/7
LUmXzsK5KQNzKv5+B+n/CyWE3PWFRd2IHLThwIo/jNgLS8C6R+um7X+BWRs9gz9tkfMTSuZuUzp6
jNEkITRadlmeLszXfPx0YkKpyNQ9HyTA6+RQe2OOrGhR3GsViTB3NgF7mNQ3tuB8VzBZAv6BLnLD
LH6BSxoU5f+O31WIBEDMTKIwYB9S3YBEGl33fOEMnvxYDY2wAyF+hpc3kFLTop4cJMTAPi/MEY8Q
iKhaxdOEbIa08nXfew/3LqwA744aO/ijkGg8t9IMbpXlHngLjJ47j4K7fTCACMAOiDa2ZWD37fe4
K/lujPQxyKUTh7RnN6l935sWuMD7zIpCp8rth9jXwMlJusgKkaqqq6CQBsMhmJuPDWrQa7BaosZD
ZbNOwTIhgshA9gKHhfNd6m6yH5MOd6aUKd3IwXF+L3Vw68a5L0PbksW6MyvyVHasC2JS1n3gFtGD
j7O7bMswjrea2Gau3r4lsmRHMtIfxK7jzwk3+NruBh4WpVkEXiazWxx3adCPRb8hw9gFPrbFTo9Y
9u36vM7tabQZT0xvwPch0D+fVjNrXVGUqXNg4sbzb5ANuf79OedA9wSZKtQoeKjfZ53RD9zC+z7C
Y6VuNIBInT2DjPx1M7PDODEz/fzEBzOjMAW14YN6FbbWqisXXnZLw1DO8pHUacwJvm+TO+gh2OTY
LhGeTg587uAGcA9o7MA1hl44tWPI0AbRZxmoRjIzdvd+C5xKAlSnHMEckAlvuKVD367qsrfX1+fu
cmwwDCIQEExMvcAqkXlmD54BMmUb9CN41kA73mFrHLrXjVwu0LkRZYHGLAeCOIMRVm/zPIy9hQVa
+r6yQB4tczOavq//2dWf0ubT9T9/ptdq+vuRZkauHvlMNQ1iO1mFCWQ2SvrdttCtsK+0IKpdhOiN
uMt7c0sGSw/Axw5N945/08al2tRlRA3LaHJH4tadSlTKMQvSDq1lvWMd9Lrcm3gyQKM+39Q8/xRV
YsElLmcTTWuI25GCQfIbBZ3z7UR0ILfG0rUOjrUpq0/RUsv75VjOv0/Ov+8W/ZBaLhhcEnmH/yC/
yMnGp6vri7Y0CuVsS6zRMsU0itwJ+VO7BA6+3DfTIHC5IhsABK2rDGIAsBXgTQxiFAHSH4K/JNXC
rpk1YU+sVghyAWlTvDpnrd9XcKyDHGM7yMiQocVNrnQz2V6fqtkFATMqwGVAa+J9eL4gWolnjA3s
3MEHa+qTmdl00/URex3jOH6u6vEXyLoQFwMZCkl2+JgalUBEYBC5rHGeRs/2vdl/vT6c2ZU/+bzi
v6Yt9M4b8HnDCIxbslSJnv084hCAHKY0n6fEItYo/cK2CvsACL5V79hSZ9H899G/BUVcD8yiiuMS
h5eoEOHSlDeFBpxk/PYL0wPG6L+/P9k/uS0bIrmuCXzfRlf5vV8s1Bhnvfbk84ozCV2Qvp7u/O6L
JwNb32ZLBEJzFkBuiMMJaWmEL8pZiOCsicYRW6/09qWxNct025blwp6YW4VTI8oqs0jasW3CiMNv
qzAdFlJXs2OYCKYn4W9w7SqfRx0oSjyntA+m90iKu4aE0lp/fJ0nBAvIkVHChq3zddabEnyovWfj
/bFHTFv8yggmrQDovCNrr0JxIhAhAfRaOgedryR9ocXDOPxCXDdRFOCUnRrB1eo4pBNsaVgIT6EC
1W0s4dXrvq+L3fV5mjv9EPhMgGXQgF5gF/CGz3Hx+uAsiyEYoFnJPVjwtnrc3gFvu/oFW8DOITmG
7DbyfedrYg4S6n5A1x20zqtDcAvnN9SI6u2YdcCIETMxj9cNXroxoNCQB0CalEDmz1L2Sk9TqH+M
wjyIZk+93dIle+nGE9J68i8M6ZJFChT9iZUnhXUYzD6EssOKxcbGH5cqN1O+S42OT8yo3VU010Fa
OZaIGLRMuNvKjvKD2Rv885BwcogpSYGaywTdj0UpwYQ/JC+/MI0ozeuQ4gFEWRXga3ItAc8XgAAR
8jh8CHkjFzxjdqFOLCjxRKd1CTJGrnlIniXdZWT/nw1AuVQi8fcA2MiCoQwzvkQjPXnSxRqdDGAa
4Mm1UpSAJOujAwgQScKs2hgNHtM76xUK0R8+FuB0CIq8iaduilLPLZWySBPe4a1k+9+8fWL8cX2q
ZvKK+D6SMMjKg272spCXoyj9zmgbkedWfAZzKfrqQb8ZOHEe5lKiH2sMKMr5DKXdzti0ThI8sI9n
aPFXvOO7QQE0MXGcjzKXtqzqBKXX8Tu3EFw+XR/lnL+h7Qh1dzCJoA1XmcTYr2getdw+DPpBY1+M
j4NzUF2YGhYAbMMlp94+ad+4rMHlceiRdwVRyII/T/ej4m0gjQHe2famGEnlKiwqG8KpLtRLKTI7
mflt3Gl/oLsmyCxIYnVL+f+ZYw5E1OhJxssLeRL1ItJqbmckrXwQgUarMtpyr9z0kfZxv8ZUob4w
3acIbZTLQZelBcIviDOYIABFWaH/eDYQnCqANuK4BrUKHpLnLlUlhlm2hZYf8+rzd1k9X/eomUma
kKAT3ocQkGYqIY0A1NBMueRHEx0j3Yqbf/jdgokZpz0zMd0Tp2dMnrPY7mHC3mi4AeoFto+ZIwzg
+QlKCM/F60RZAE9wcKJ7bX70aLeHYkVoGQcQFSK9H+rj5vpsLdlSzvtsoJC/1Lv8qCVrSjCcUHt1
IXJpfrpuZy53cTYo5eQ3QJSrGULkx7b4ji0VNOhlNat7KuMbB90vcQacWSfLCd4UNJ2/RKk9s2To
VsemmZKM6IxSj7FBAsYfN/nRtR/LwG0Xlmx+eCffV7xusFhelKLOj3q1saMX4t3ZFaiRdpNWnkj2
pbW26b0VLzxyZkeFHo/3GiqiAsUR8TgBIgxdCcekvynXbrXw+VnnmGC0BJg2PDKnrXbi575BzZYw
nh+Zdt85IyoUz6xFGz7k9ob4wwgAdFrgEQ6MIQhJweF+bqsujKqMMxA65UOot3pgJ+3CuTZzMOAW
RT4J4Scg+yquuq4BfaWDh40EliJD3NdImWjW1+t+PmcEz+KpPDDJIVnKMDK97npob2XHpAuZEaZ0
NS5daUsmJqc4WZWS2rVkIH09ggF0xfoXaD7UKEFcH8flawR6DyfjUJY+rXSeVznGEWUr2wsAzLSb
DYLr61bmHOzUyvRXnAyl8vIhjaSVQdS3DYv0RzP4KFl8p2zreAsLM7tDT20pJ4Au/arUKGx5Y4V2
F32tASkJjZZAduVb0sqN8NpXEler2JcHLUObyn82VuWEcMFv41vMyY6yoWGKdE0t7sp6G1c7iy0c
6rOLZ1me6036DqhTnU9rRtGjSXos3mAByGk+1G7YGxvbWTAzd/qAi/pvM2rslqPgYaBCAEdMSOCz
KhBkobY+6+o2gmDQt77XSc8HQomW5ElFMGfDHwLcOdL7Rpa6q2cn68TG9PMTHzRzX6QCKNkjT1bU
DRlKaqDVWrogZkbi6lCdwbMNAMaLvlmzqQrQgmfZsQOe0IUKLR+f/eTDuRCE0CdGlJMBjC26jvbY
DA1JDyn9MZCbYglYP1NOPrehHAwcGU0AGRCOlGLruHe6HyDOaoxNAhivf+u5X5slquO5nYthAYIH
2W+wLKisWHVm8jqtSvgZKqEgcSiiGxHfchQpW+eb434V+k7TV3qyvr5hp12ixPZnZpXQiGUac6MY
ZhvAn0Z4OEqhQ0hk0LdrQdDYthTez3ginhKIXKfnK24Q5e5IbT81kGdPjyRb4YwA9JqNobOksDnz
ZDmzojiJ8EraRNJJj8jfE7l3rX3Tv9Z+uaLgCmrGb9cncdbvUdbVwacGegy1iNO5Tl0VTEuPnPxp
6C9G8dAXC5HDkgllnXhfGJldwERRb1r6neVrfUmvbtYVTkahrAywOk2eudhYeHLsDP6HxT77EMco
ux82/5KxGx4tRF5LY1IWaZBehwZNlh31wl2X5WvT7LneL9xIs0YgtwUUzVTaURkfNKPrZOQNOF3t
Wx5tO5QOufsrAzmxoQwkz5omFe2I0zUL0XkjihU0nD7uYniq4nUBbg8MRLntuJFSDyCM9DgkTxkH
V82n/uP4cyRkkZxAZxQSwRfAW9BdEeh6tenR10DgsCfVrugeo2EJST9NhnriAHGEZAjSpFPj8flV
pKVxB4xLlx7tLqy6Xa4//cJMnXxfuepSv5xayabvD1+65KtWvHliAWk751OnQ1CiLEry3u6ZTPFa
XbH2IaerX+DXx2KcjEIJpJwG8hBF3qfHsVnHvhGY6V7QpbN4ZhxI9U9KQUi6X9YGTUcaOdAk1ZF7
oNCS+qr0biuyBEiYs4KyizcRdgBcrt5sudM6cWQ31dEQN5Wxs6q9TBY24MylggDtHVlhOshRKUdX
p0Ul5AiaGq7brUxrl6KFpqY/Erm97luzdnxUUgHTn2BYysInWl8NBUcLgOXXgZB+4NEWshcyaLTf
r1uamzSoxQEIAf4xDyqL57sEddWcRa1eHyuerkr2SgG7F5wsHI5zgQ4YX3+aUSauGjjxEtFjQEa5
ShhD63IBopoujM11KttdnnhBX5mBrL78Z+NTjkxZa/0otbE+ZmMa9s5DbpGALyXiZycRRHFgJ8Ot
fCG45FZ27BQjlqvuhpuO9ttxeInqj8ejeGejNjdJeILLRTmZLSFKz3JEfSw+6zqyLscInU/XJ2vm
yISyA/K6U9oA4YXidsCNmP7gwr37VO59O1uh7W0hvlgyoZw3iJbMlvowYeSg7I6HHwTYu+ujmFkN
VP18lMJxhQF0qvjaSEmbe2VSHSXLdnWTPxBZbSxvKV30no5WLpgzO4prZRkB2hAvqmOWpfIGQPMf
deeCdK3IzbvUpcYeYBUSAsXmrqXdR0Eaud69sNw3s9PtYxXr9q5M+u5ljEGUyTQO3cDKYuvecd+0
krVQiYEQQa2X3a015tm+tuI31iKpN1ras1NVVtiYjIfN4H2mXYcz1bU+jTozt1rl+rvS16LnsdDJ
vRcn2WfL4DR0Gp8EvS3R4CIJDc0WHDZuFUWBUesUCZbWD7k/FrvE4fWmSngPeizP2sm8GtFpaA8h
AoN4R5zSXKHIUEBWgCbPBUub/ZgTPUx6w/rsW5lYg+PDfQYOscGjRm+/dBVvw8hx2nWc1D5+6uuP
CZitbz2jBAG5Z8RffD120KUo+zSw0GYFcPX0P2NmZeuCrpPiBpJj6Q36aWxwTPntY11Y/CbNKrBr
QN4oGFyGJNdAtG2r283arLU2lJyA4C+rQDrTWt76uo/NHNDYgb6HkhVKB6BSPD82jUoMRVklxdEt
vnbpYzMOQYVX01KovGRGOZ2HEnzJaR4X0+2c50GS3icAuxeb64N5z6OpnoxnDGIlIBUnDenz0cgk
jjV4SXHMrdHdRVYKTT+UrUNecRbY5qBtR5tqK1JxgHO7igYeGfJgoI5xI5xaHJnI6c4ULb3LoawS
tok+3g6OSNcjJC+eRG6ycChNK6RSB97RbOsViUUWFl4zvAzC9rec9mNAqgorWZWvpaBvXcvZth/8
dq3p4E2MKy8Oa9+uVroN1bpSohqMKpEXZDnhoYEnU2CQ/mhFQgac117Q5F2ykJaeZkGdpdNzZTp3
TnIbTszZCP336lixNx6vGchbdFDPlv0+8Zcippl3JRKr75KVOI0vwImx2xh6xaLySIAiceSx0r6Y
KPKC9GHP/Dvj48RWoAAHoACUIuYMt1vpWyNFwa84shqRpkEfmFhiAJo5+GECkAyQgSHivAC+jRlE
B920PPbV2KG1lWkbwZm3WnDlmTXC42Ui3nCxN9UbjNW0oACCF8d6z+I7TNV/9nnl9pJNEpcD1fB5
+/XO59+uf31ut6OsglIkUNXTo+XcwRJqaK3egrM7bgQkaNwiD0B2WwdFpN0hB7kwVXPuDEE/tNeD
GwWRg+LOFq4YqvUJrBUMGZldWseB0BFVsFATSxWjeWOguUNd1wVMULmTLcrNJquz8sgrqNO/2Aj+
Yx8NFFUdNN6iCspU51Z3KjC1/7am3MyaN8Se5sBaj374JBqDWFsJ76tXHWPnU5V/jfUm6PLX66s3
t2XRfTe9P6bFU5MzRtKDeaD3i6PFofDT7es2DyJLC8Wwo8M2d+rwur25MOfkClLjQRkRdzRkxI/N
GK81eTdEQGksNScvGFFhGSKuRasNMJI0+q0Vs32vGfdVNC42g6grBjAE1AkhI48XHEI3xfUB2bD1
xvJLsIrWq84XIRdiWyN9fH3OLtxwMgO5A7x4QclxEUMjDRR5VkqhUeiUQdo+ehCt929qiaqw+3zd
1MVmhilgYVH3hwIwziIlXHcdFM4jKE8fwMsRAwWW7nmiBazz90m2RAh04XqTLROqi0hKI85U72/8
/0lJK45hoYO6XPX5Os5RD950EASlC7fgtHfO9ta7LTg52v0gZqfmuaTDqs6K0+rgiRe94ggPfmGN
QFv8bwPK5h0TkLOMEasOQ6OtvO7WYF8ttFVBtsjcXl+iOW84taScgIh8Cz3SMW32p7RflXiMFpuo
3Y/DgivM2gGcBeK2eMHhgDg/16uok3ksk+oQmzUK2L2+o1mEzmZ+GC1y64/Jgr1Z13PBIoFoDgy3
6j2iOUmmFx3GlZjfuf7d0ItAtN+M+Pv16bvwOrx3J4glARARiTz1Rq8EehrQrp0dRsO7cyEzBioR
MBZ+6qN2m2TaLTO9hSMPsBnV+2DTnbiVUYqDhK+Ko4Z0ghxLjO9A2GBsjNoxwqJBIqZwXFBydrGz
1jIeh0kb8X0kXcSYsi6+eHnU3fasZysN7EI3YFehGyuPx1VnUTQSpFYTmn7GNniLirDWO/zU70AS
x92V1WRf0rgHWULiaBA28zoQ7mkmAPuMfOpKN143YyMCL6r7dWf11U3moM4wCHDTt4M0ttLpnGAU
Cb+To6atCaXtg2C5+zXTM23NwEMmhYDuMhy9TDeNkeE9JKDb+akY7ow+faoLd/8lWY+Js/fcKsye
tL2W9UdHI3vakWwNhvRxXY4dCAKNKSvQoxWnJXYeUr1EoQVbG8Iu+HuHIWYr2tMo9DJwEg4NmidY
KfWAkMwIk7xoAlfzzC2TuQy7sX8xNU2stMp0VrnflJumG1uMCL3yVNR2WAFvsyUsfk756GyoNnph
IRqQV7RRH+pG/OaKDIJzkmdrrRDII+emFubgjwIpXlRvtA6AFTLgB3arsVWTyCKQZm0GZYmIYIB8
+q7Q/beCOjyocmltzKFEYcyzkn3PICFTx5EF+Q+TBFXUgtMxMyQEqrN6o1syCRJCSTjYKKLpHVC/
WkXtwONQtinbMQpMGyNkTkHC1MmyFcef/Lvt2slNm0NjvG79dkMhEfyI9EgSB5E3ftF1yhIIdzvD
tvFFjYqI09360GrC1nLMgLHR2jFZN2vU3UCCXGSMHprK/C4HW//qCVvsKwbSmKRHzn4wzCWK+Xe8
79mRDLFJA8c+momwM4AOPz9fxigrow4tSoekqe/soQpAt3osu6+N7dxBgCRghXYsHfPWZQ+lCzrq
fCsi8SSrra6D56LP1jk1g9xh8IDoPq/9FWvwAASVKk/AcVnSYJTpqmdxkDp64A1f2/xHb+hBbw3h
iOOF35RdvG4hDI7YIE4f4t7GAZcFVvQcV906qh5JAtHWZkvxYiot+8kYmt31o+jihJ1mADULpOAc
JGZ15Z3MZUbrkQ380JQ/TCHCvOPraPwWJw/aYvvtRUik2FLuJ1dAPdRwe34AmJwAWwPVdCo/3Gqv
GFGupkSz0BhawEhjf3GzT4379fqETX/khcucTNh0hZy8ZXVhUBxz+D7yV0FLX/2lO2/JwLRiJwac
JG8igkbRQ4JDaUSz7Or6AC7uOGWCFJ+3LRCDux0GMNQIEp4KaJXVz4294FdLa60EcRkHG3MrsbNa
NwpLUQbQPlg12sK7b8HKe/L8ZK5KPvZOrmEsaRU21VNXfY6shahtYbreUQEnJkxhI604wkT1p+EF
aXGntSuy1LG5ZETZhZ6bFlAwx5pnUUDNjUEfszp0Pkygc77yF+ndnEMTrW/5ATk+m4VWEYAI/rpz
XaLFFRvKuld+3toJ0zl6W3VrnVoa8qw4ZXFjeubacxoIz7gEtESuDp3tQbPB2obLt+BZtuZN81ql
+Xcj8X5HMn3pYJgsX2xcaAUBv0GgV24ofs8N6WeW02Ahc/clrsEy2q8H6yviCxAdhz5LQrNfSNnP
uqePigNwFMioq+GrbMeSNHHKJ7a1lmzQLZu9Lcy3eTkqlGmBhSHAfgNOqJwWQEZ7ggxOenBltffE
LYk3fXyHXE7IgZAs+Kapf7frl57d5e2tM7QLJNhzhxUYvnS0S08NL2rWqPBA69A1JD9E7qE1adBB
/Ob6CJcsKMvWpgPSEB0EBDJzVY+h+HDlBg57OgLFYRHngZAQjeUQDexW46gFRrG9PoK5zX1iQSWX
GbxCZMLU80NMbhLUEaoEVOu6uUKb/sLRPudvp5aU51IjzW4wUftGY9C4LoiztmyIUJIlwMb8gJBy
cBE7uIbabcB0r7I7x8wPbbOpumNs7xja8peI42etIK8KpBrEnS7IYPU2FyBbdLMDAy09KV7r4anQ
f7Ty6frqzPoXkNgQWYOsEcSxzq9b6fJepIBHH8bfNRZ2w6+4Lw4AvPYgnmJZk/mT68OK4qYZAbo8
tPEnxh/gjAsG5tb8NIRVDgDd6o3ajwTCBX/be2DVX+v1ggPPmgAnFxoBQE15kZBB9ptEPDH4oU9C
rwi1ISj0X/BcSGygTjqVHS/yMLlVeqXrI1yIo4cxP5bm15osVIHnFvrUhHKQDEKXWtpNsT5dpahv
LQFrZ2cJnorsMwCOF+mdvBiT1vJjfgDVUtBHZWD5AofJh8E50wULTAgOW1C/XFBjiMpqU1dj/AC0
0boc9qbDF+7wd771i5vyxISyJZo2xu3ZUn5A7s1ZNbUj915jWUFNRLtC3TXZmpK/9Bz7RYxlfw8y
13xny75ZEVaDq1cyLxiN5A835X4w2kgPVU2C0lMWZ+FIDUhpVgNdIx/hrN0epdPBi+TK7aFtCqk9
PBwN98NN5MqkTbfoyS4c0JdJYZ0fihpr0zy2zUcRwu8GkNWz8HBFE79yi7hdmg2p6+UHZr8KCbLc
Yq+TbGFhZj0YHd5/GVGj3Q4VQrR6w8hopEbgaOjDia3ul4xApnlSYMJGVM4TXreIJ4qEIyPaBY86
+nCvn7fT718618/vK9uQRZFgZYOYCK/jmG8HbxOt+vbG+HrdzPxc/TSjLIhuRn3RxhhGm3+L2J3t
/3n9+5d68e8r/m8DntIxyNOir2SDvqs0Km7RPLhKrXE9muwpr4yVPWRrUHfdpJHuhmQc1omDPJhV
rK//EbNHDnAnf62VGl+6ZivaqET3b1Y9Qkg2kNFLby/VhGZnEqh31BZQaADdyvneiWJggKTDOegp
kN1DIsK0l1i4Z8dxYmIKBU62p5WlBEdzzQ86klvD0AaRe4MzbsHzlqwonu2ypBNlh4GARyQEV0wI
hSewSm+ur8nSdCn+TWJpRyQpMV3jCoFL/2HlssnvTuZKcWwf3N7gsy74gQ9fUj9D6vTGL57TJfGr
uejrxIxKSsK9HCc7CLoPKVJBQ0GCMQbxIvk2mL/wgjg1pMSsqDJoVW9hPLUZYTXoXTVq368vycLC
28p9RiNAUZoSY6mNct2lCFdrusqZt1Dinjfz84GpXDI5zOSkxwPTKO5H9Edn5Nmgx+tDmV+WnzYm
7zvZKU7aCzMaK37oiBMwca9pbhhnEuoISziKeT/+aWka7YklKpy4lAlGE41fma59ESNyutcHs2RC
2fax69dSa2GikGMfaHX5JAp3d93G/KL8fIIrax/rI22kgU3fQJPoR1JvxBItx9ySEOSPgfBz0X6t
smFFfIiLlMCBU2Mbgbmd0Aefr2OoI1wfybydiSgIfOAoHSnHV+n3se9wDyNB1aRt81A4Hfj67soP
sxTjhCHoW/7bkHKCVZYmWrt0cILpd7XbhFzGvxBjnFpQzrBBIhHRF7Dg2zdQHsiWhD3mFv3k++qL
O6r1nnAwBx2E+10nX8zqtu4W/GqaBDWMOTWhHFuEGnmJYhS2R7HpcmS1Kv+uwXnfal/xygyr9sf1
1Z/bKwQcAihOTlpjnrJXRtQuOhe1uUPXfbHBjWzxP64bmIvLEFmCZAEST6CSUNzL74RGcz8vII0D
3Iy97ZLXpEtXrf+NA01z3dbs5KGmC/gfmFnRUnV+tvQ9tFyZjQclcW9Zs7JpoL3GW/OVkIU2gNlZ
OzE0/fzkEDMpK3tGYMirA8RHw7j+hYE44J6fQASX0CxUZ6rRL5z8ALLSVWTGYVYeOP8m3T7U+p2W
fL5ubnY4k9wc9FFBTOYqZzJq1qlRcB/5HdT74hc3+3H9+7M+cPJ9xcnS3IE2BJ/iSVSutBAh0uBv
0uqxXGLEnt2gJ4YUZ7NadIVSGwMpqAyK+EnXeFAsoQ6XjCjnGKEe9E1dGKll/QIthQdIGIUG2MSv
T9p0WF2cBGhxBVccsrwXdHERlO2MysyRu5dsk6LMWvzQx3xTuQVY+POwsflaptGC0dnL4MSoslKJ
w+qadFNm2QdvYL6S8ao0+co2m9X10c1OIvo2oB8LlQX89/kOqn2/i7rJw4XxYDcoCm5pu7BJZ8eC
lg3k+ECofIE8HCxRiFI38gNHYSDy7+pKBDR/9Lzn60OZ3T0ndhR/8B2GSKmQ+aHUwi9puTBR819H
w4kNiix0Tip7U49l1Hpxi69Xxt1gyWfNkwuh8uxagGPhbxPKovcUsLUqEXj//06ST7a4Y87CUixZ
UPal3snKHktYSOMjxPK69s6LFtJw8yYwCoCuQOqi4lBal1Gr0Lr80PnfdPa5B2JdfPmVhf5pYlqq
k1MfyibAfUKu99AbN2n+WnYLyZ65HY9OEkt3IM4CvKISU2qJnjlejLgVUpR7p+kDOfor3/gs7T+L
HtxED3b7K6++U5PKNkQKWROM4IVM4+quE+nKGUF+4Rk39cBers/e3AIhmgVUCPvxUhE4LgyBZowR
wRkFtKR6NRszQM3zupG53YIGLR2YJODuLsV0zQYK0QWm0APiWC+dfezxpShj1gaqYsDbTULUakTj
xG2bZlGVHdKAjNtFtN3c56EdMQl7ozhxIUci8o7gkZTk4N16tttHsrDZ5z4/ZVxAJG6AiFTFiHW5
1wHJj33SZEE+BNAJ//gKnH5fOUy0ocxYFuM0tLONxwPAhT72ffT/Q2gThVYf8uoQ3lQ2CaJIo0mc
XtyDpC5wvW9Ft9QYr94bqgVlT5gMdI5GOYj7tN/p5YPjv9R36ZL2hKGuA6zgsQXUPRaBABitBPqD
5kvf7Km4r3rjkZTxRkbxs2HybZa+5vEnL2GHzJ8y18aNpn22za+AeyVBm6cLN/5FwnH6QyzE//hj
UEYiqlZJBvVpY3C99j6q/GOu+6+CR22Q0sgK2pRtdeLsB8vagRNq61b6NzNJk8AenSUZSPXwe/8z
UMoG2w/+Hhzh54er1/gVIDz4MwzIa/muv+0aK1kJ2b8MZQLoUoqyv2fnSWCO0G677lPvNGmnsRY2
w9Qk7gPkakHkW21UjUFrja7Ptr4fgVXeRl2b37gNB4WOJ0OXRlvN0T6Dvte7L2VzEzH7j9rs3qy4
/mEM7UsXA9FE/eiT7lEAzEmuP0SGqDc16rPrSPZPGbSkVhk49YHUG1c11faJPQbJMGwKd7wx/fEB
11noNtEqaynqFAPfto6Y/ocILOnfVmNRBFB6eUNj6p3dGWyFhj0WejHdjKW9pQBadilKT00Vb3Sm
732Cq0JvP+XETULNzb7FRpsuTNml+yIYQWQFCC20q9Azfr5cfhuNpjdm9X3zOY9vzPh/EA7/6/vw
v+O34vA/c9/867/xz99BFlnTOBHKP/7rnn6vi6b4U/z39Gv//tfOf+lff7zxmnL1Xzn7DXz4L8Or
V/F69g9rLqiQx/atlk9vTZuJ96/jT5z+zf/fH/7X2/tXnmX59s/fvhctF9PXYlrw3/760f7HP38D
s+aJV07f/+uHD685fu/Y0jpuaSP+7/8pLn7t7bUR//zN0/+BftapHwUcK9Agn4q+/dv0E8f/B4H/
WgCbo6cbTGlYDl7UIvnnb5aJH4EsbuJl+ftHTdFOPzL9f6Bw6U6nKLj9kGsyfvt7+Gcr9HPF/osj
0CwoFw1+G5EWFv3nNpo2rumhaw3yAqgiQmpQOZulxtOydKxk19QQvw1cOo5rGmXaNmpBLGGWeLME
TmZpD4MY211q1v3ehYo1QLeVtgPhXHnb1132IyuJ9pjFDT0YUfrJSYyxDkHaV60Fq4y9APAA1H1O
K+4ZS+s/q2GEBmRaG9HK5pn1BiHeJg+gNaFtkM2ygIeVLnjXmqSLw3yoQI0/mJ8rT5Z6UJQRPbgD
51nQ2JSJwI+49Xts+dF3o/K1Gwb62DKgjZVW+KAWPfLcMKAiYo8gc9PrIC/inW403qbNsge3SGQf
FMImX0rKrDeD0njb9Anf6CQv9mTwh301uHUW/j+Srms3ch3bfpEA5fCqUNHlHLr9IvSxu0mJFEWK
Iinq6+/y3AEGmIDTbVdJ5N4r5jQcUa5W5E8TLRLUTsR7t6Aq5YMOVp+zISx/lbn7Zyu5QElruTyF
8AmuLUsIUoCNCelrVgh+CefkR0ju1JeeprxdCqi8ko0+eLSoNVUKR2lLdnGCT/m/YYlHWC/l3kIb
TeH4g5GjmBNoQPPxgNn5Lky8RymG7egA1Gkk+ccafGn1sy5tyN9HT/tnwKsAoQckr0s5rY1x5FMH
LLsf9huq6siS/3XrGjZqjJ59Lz9lMf6SK+L9ghindj5plBTHMP6YIapR9AQDYpl3u1CkFtm2obl9
+c9VEkLxvFZVgWDGcea/h0EX9b6UwbGkwy2TydJl+9wwMV2XfF5fCqb8e4pOT1ZlnUB4TU/2Uz4l
+BRdl4b+xHMGOrMcLjQn6UUI8u3c2tqxQkiV6bNmUp/ROHbUs6PmZXCnxpU0gXeypvMuGl7+xWYH
7dzyZGI9n9Yy+2Mk6gdUWtZw72Z1OE1pkyR9hbvZn5ijv2C3e6dZPvBaBXgMazqVpz5Mupz2UTOO
kztDLobjGu+XOYUUfR0u90W9LcXuG7aP8ZdE8B3kzX2F4jAIfAf7FKzQujM0IIyxNucKMf4wWms4
c9ehnfli2slHy48BEg9EOnl67LOpfNUhH+D4jIs6T9nzHtMJebEWH5hy4xenYV5nTq4NfI3BtVpi
cwiyvsC9swzJ1WXmechhlAl9UnawUdjDGKwyrtlEbScSlL4s6QvaYP0v4IrbcXPbeaggH/ezPvRZ
rs7g9VYIU/CK7Xrq3w1Jpo81e86o74/Fso5HwvPqxXLI2JHsUPh2KoflUeL/6SRzCv0LLEnrYCoZ
vhG7vO3oiB9xNbdpKOAwnSJ+WHNpLssYRf+K3pLzGPaNCQtzgo+VPIQ03Np5pbKJ1kHremXjkwyV
vMTpvDelq5I/QTGKNpDbdYsjSIczcWJ6enYEon9Ytv251yq/VWFPEHooT1zgCCm2BcGHHKrycQ3f
QGvDQjQp/ScDjzXyrOEMUjIMrwgGMc1uqvsFRQ+nzBanoO9bVZF75gOCt0TMXclkVW/8gYvpnw7o
XCdEIVgVT1Vm4TlAi+zb6DcoHFSLI8ef8ZNuNxjaPoYVnbVDOT7wUf0mCX6dabEX7YaXyOCDJDZu
R8gjoJa9UF+ehREd53d70T9tbgRetV3gNugSQt89nzMI+l1/76Otgar+c9jQ/e5oOdcTl+8D1GtJ
zuEqFn8DqtBgRoec3apt308cgvUB9T5NZRl+6vB3nityhYlxRP1vk1oX4XUv1qCJlrFdw+AGJ2N0
ZysRXwPc/O0KEzhn87HfTdJOECGgcp7hiYeR2ZLpBg1INwdD6+MAmWLYiI5BGrWuZEUb7hw53qU4
TTwTzY/SM9w3egrD12DVA2ozwx2nwXBJlh3lQYFqxcrMUU0LMnJ99isczEcu2BF2FNmiL3fCF8Zx
+oW0DWBGuwYiR7+R0b+Z0r99sEIEjLOl5Rm5H0vI3hJ09jbJkOqTc+Q5QVjxyaSLetgLcp0Z6yhd
REPQ4/6KMKqPaWTyrsiWpy38Fcw/ByLsOBqUcR2W/rKFBegd28FzfAvGqYFTHtdMlT+MVmYNY7Go
04y0MIH4g8zNeJ9as14mhVeoYp8xdwPeOdUt0nrUGcv108cTxuUy+pdwn3xuQZTX4Zydc5WxJtT2
VxX1ohlZ9llOtCuDPoQVSYS/ZH5dUh08wOrh8QBT+ZxFR1eJS77+09Wm3/F24CAccn+/FfHcovJY
HNmoz4XOyDHTKFIOK9Q/AaZIE/R1+LFFzmv/NlfJW1Gx8axltrVxxnQ72qT46EN3/cm2r6OBfFAX
QEQKh0CaOMSkKtv2ytgLM9IdtFRxo+che5sWlGckawqgaomOJZpi6j7odZeu/oAII9YsbP2lwp7F
Ne689Ihs2bPN844iAeHny7uRvmDNXDnfxMPu0gZJ9EM9M31C5W50GhhFc5QukWopqpYOPUOvwoiw
PDIxRCsXx1LKD17F7k6M/Bm721gvPrnmsV6P2s//Mak+0SWCtndPIFiVDOVZbD9QstyLAvKGOHnw
QTK2hHGkMfb0OBY6beYs+rey8pzMPz4ZUKNdkdsUfxdS3nMDc1o/RW3Poiel5qkRUYAW9lG9IQf8
FJHV1EKr4jbLIn7Jlzg+zBuBwXbhpp0XG95FOG2bHEmdAfJengnsgXe926CQWVeYfPocXV5bKN9V
ovYjpabLpa9XmKvqnhaneAJjgxrzTlqoqaQekZCZdliDhi43Q9rKfK8eWE5axBUdhKzsBUx1V4V6
rquA7ac5mo5xEOQdd9kBfilQsWauuYNONVeRq5lN/VGT/rgt4oA2RrSNsV236Rp+SEBdbRSrYzxD
HO+T6LDluJniUt6n6fDamz2FHkzegsriIyRGNQBSSriLAtKGgH07m1c4wjeU2u79ehJgHdYyL6F9
X58GyqN6lWLGLc7blCGboBT8QNMe0RbRQ18S1pkR8wPqf88ci3CT/DjAkFsBIQwya1IdvizBdpdn
rIDBJrqPCdR4kQBTJ0mPMYuFH1ipeS22YkMvZ8hPDsK2jmAeuZEcU5Mp7gdEOpVDdSoRs3UuHIYF
Z3xZy8K+QhMpm8lNnxbT/lkHNqsRnfAMv3lX7Ca9kmyARSQo1gm2IhKeJe2XBsBb1Qquow9C1NJs
8/KOd+YEUWSLXMa4jRY3/h3DbD0MdChOWTrC7+iBKNAh/s+g0PF5R46ChkizQdhE0WlMWKD0Rty/
P4GORV0GLxhIXbP0Rtc7JNlojDgKQv/NgYmeUIuIm8yK28rVeRcCVqR+qHup/zf28CZcA38IJ/jB
oq20B6i7z8i+/JvvZu0MrU7xbj6nNS6vfdYv3YZ94YDgG/rHIZHhYGweHQSfFyRey9yeclAjpJbh
/qljNHJndOtRSpys12ENUXS0Y2BbHR6rvRTRW6Xyr6SP9VGhsAbyQWS/ZDuiV+Aj2PCIBGR9CZce
6cxJJfyDssvvTE0bzKeMR5/QORd1NvQIgkmZRM9quZ3GfD9iADuvkXopCn83DD7oUjuql2lIbQdd
c/ZtRjo3y5yJu4BVe2MJdnYGPr/Tkqhacb1D1xjtol5V/BfmQ6g6fbXoS5bPF2+jf7pMvqJ9Ni1C
g6+aM/Qfq89smPvHWXLZZbMujlOVzCee/Uscbg2aJo9l6T9WEpYNCqzTUzbP79PPbpILBOczLVDx
aFZ74BDbUD2dKrLtNwyJxwIzdTEytKz6AQopll9FEEadBo3WKa5GGCtCC03Tfe4Ejpsp+UuXHEP7
qk9bOiznsAxSOD+yGh5QWyX0FshJdmvBx6eRrWkTUzz/mX8uh+TV4OO+QeWKf8vPMvxTDUA4CvMd
IcXrkRsk2Cjm3/dR/7eU47MmyX2kiMCzHm1wAsDbjE5LXF4SOpu8EBg6UoAqvSdI6nEs3q4+ytwF
7Cx93EuzPxBh9y5aCb1mpEpOI5xijSxm1S4lQBqD0Fjl1L++Ar8aidu0D7Iu0SpP2IJJDfc5Mbtr
0wVRzfg7Emgv6Hxz8FP+SvoyaDgNLAxOeALDeaiAE2Xm3wAu/bWfSfScWeG+0c/LG4TWuPtYhrHB
YZADjVn6+I4idUl2Ijd959VgMHlZ+QtddOo49nHyNWR2ufIE7Qd0xPhiJfyCfI3P+8AO88KrAzFj
bRL5L5dItUyRg8syfAUs5u80DIYjQxIQTg35O42Q/hKgPTvr0Rc5L5uoJ3juW1uZLKhRWnJOSHn0
NNnrCKtJO0kPi4ccD1Cb8lNpYnvHRnk2FglheOvMvQ2JPKQOGdlEbW0/4vQEXhidikF/rSkSUUQE
I1OFP8/kBnES4xukua5Zk0TC16ZdeNttdM/n4eyZ00cZTPklI0TWcU+auNIYTSrbkUKtbbZQfZOV
ucV8P5QubgCY+k6R/bfYtUYOTpCrh6pn1SXNXSdRQvlRuvEF3VvTGWrmBHufi85u8v9NFO9hDWrl
m/XLS6a2Q6ESXNZjURP8oxVBMFEQsPR+GJ+wGJxHcwpQYjuzcx7w2yDk2SOe8Y9DhUSX0eiDLuUp
ofYeK+reAAX7u0zVYdM4KVfEODEDIEDsESSHBeKWI9+5qCBIoOrz6zyTuMUKqhDYtCDPh2lkKRna
ULVnV5S8bI1G8wm6M8PykEGMw718gF33wPFpvsgcAMoU5ydTpuix3KezyKdrmGGKcXu2XXoaZM0S
hP0H2KWgtm6bdVOgzr6bk4zVdkVDDbI3E7TnkfKSrJBmYnCubqPBpsnmRMGG6p90kbhvLca8VUU2
t5usopdK5BgM3M+OAP7DDwcXz0tHZISocTf1L1UlEXzZ84J3QK/s3aZi+TqtZr0L/UKXBi29w4FN
BX2Oe5V3bKfugG1yPrqKiXPJU3di8963xkZlX5cjmkY1hY16SeNjKNkfHqCNptUkxbsLq6et+9W+
SOCzVxLlyzkLVwwpCT/ElM4dMRm/oj30I8ns4yqVb7jx0W2K7PKiCnlnE4qhF+9wXS0RFg6Ea5Zd
ULjqmll1sYa4RiLU6My2WR7RKGsb4GnjIdxKVRMXDe+9x8YdzzPCrfLQfqcjZppO8rIutuSTJLhV
FcfnjSEAm2tE4w/YmjFuqhzssORViKAm8bn15FgBZEfLBYwPzFyQJUuwkKMyebcmRDZYMB9MZPoG
yilymbataknK42OwT+W7V/6DbhjUOM/nk8MkBpIeLzc6LT83QNXdJOPX2a/XNWaAkxcAM35J69z3
8y0Geo+gpPwCEipoxTaOWPkhi8WSGhy8zIc3jUOtXFSMa1XwmyHfsOXgMiIw8c6mFOdwVBAGFEBJ
Iha/hUamLZ5rXpMy22pAmP4cRtXNaVwEFM3xTSBjePUg2EnrdayOUa8ZxrdU3M3R/AsRPvbgYe7D
1mHCuoDq4bh7eRfjuonHytYC+kecJtX9nMPdp4fpv42H00EAzu1CgkFqLNgl0FVSD8YIOAOGm3TB
F0FISh/ov4azQ8jIayFH+r5UGWsjBY17lk+uRm5K/BRu5JGjLOS9tDmue8fdDwo21T6Is3beaPA9
R8F4REXKW1FsUT1PRdLNYXEgY3lNpvyw+6hqMdH71qfsOnHIM6phxKxDyEtk44dp3m4Dp7QzOnrG
nEprGWXhVeblu0Lp0WEbsBYn5K4foR8l6dAOsnwsivyX0tvzuPkzbv57s6LqR+fI3ZhbGacnDaUd
4ppnkGBxk+7sVOTutecLjPFFvqEZKA6fC+Qg4hcCApYLFE9YXBR4xSn22QQjGtnIXaUI/dOnG6DD
VW7jYeAD+U2QF986ZADUgFbIQScaM9k6YbLIoani+3OkSfCn5yO97V60FP/holxYtLQP3iPgo3/l
jHtnBY2SrfgnFklFo5KEHnr2PW3ijDUwaon22MDsIR9Rt7oY/o6MnhMAGfE3pcghcD1RzYyk+gMX
6UGsgXgFgm7RoFEWP8Pn0A0Vwmp9nKz3W7ZBGzck0XEqtlc5AaMUerEf+BXn85ykv4Dx4qcTBDhD
kXGIqGZx7BFHc4iXkv4VIGkEQAg4R3GBFTZA+vXGWwXAoNYxAIV1t69OAqgKF6wDzBS2nc3mgMwB
2pQDPiPqxUOC7xsIlX+OkxzAINX2CMn1kYnlG0gM7SLuEUaYrbarsNo0mYgAAztmPxWOwxqnzWu2
pCD+xfNYyCeOupDT7gv1hMZxbFQ+/Zj89hj0wGrsYAI4ZqBsXrbQtcal07OZhvh5cD/HpxiOqet/
z5LcDJ5fhJQFz6an8bXQO30q9vWyQg9YB6M/u13Y5qdkp/LzgjSNrUZ+fwDMaxIdjexlsWuX4bV+
Qxxd8Z90mQZIxYHzJQBbU1Pd5aFbHpzA1L6L5SQD+R8iHRoxm2M0m+KAKITbEFcXx3d4zqfhE/jx
m0i2fzjiWY0NS93PwrZwKtdOpghLKJCsm4F+RaI2r2q03SjENBQKt5cMVDMAR+mWsdpOSPpdTwGw
4KFaVmyY3sGAO1+tHle0d7gJm4Rbz9Uk57Nzl4kNl4zCeQKNiK9NFfI6KnZMRTjsa9IDbGI9iugS
1hZwMGeBRhJJpD4DRPh0U7adMdIGTQp24ILf0N7Da4LCCKDVS9z/rEIOWal8J9hU5me+onhjg4sJ
E7pybwioNddq3i/E9uw6lxO5x6CoAS+zN+oAI9IMNT4VjMmvcERldcCCO8ZAH+odRXK2+twdJ3BM
ZcdeZfeqgjEnUPvVs/gPLdbH2Pt/FabcbdirTkz9RYGhqakAjJEDfv4n+uhJL9F1BaRZhZI22dof
1ESSOtH/UlNUbR/gc8W+rttEh89rGj/MuwsPvlqHQ5hHvBsZZjGLfLBQL/01DRV/KLIAGe4qEd9T
CRYj9s8rIUiQdb6txggTu1+lrmVGWTuE6S13fXj0JFbdvuJ4Spkou1ktUAHL9JixFQecg6Fb6Rk5
Jn18IiRsin7eH5jAx45LdTjMLmxWZOEXs7wTyvXIXHRNDwqVF8DOc8yhL3kZyEeCaJVO9Vhgpoka
2N2Ha5jKH6ALm8woflAvlMOTybzwuLjvMWpuM0ByzFEGHAw/GTbPR9nriyi2Cfc5kDuGkyk0T0X+
QKOcdJEOyUEUqI6q5nGrU5I8IjRtulam2g/5AAREiaIbMBfHgd662MX7JY0wiIHVyA8B/vx2XfQh
TcxNV8EZO+qPLtb/Fcn4N1lyBCjG7An3JT9PkhzlvLQDL9SptGvjkveSxuE/4GoMa0PJOix/w98S
4uAeY1C9qCg9LzQP4Y2PTKMtJgY2HB0PnoKMyGMyqvPKIl8jnoYfkZVz3saHsShOiZnvYKLP2wwY
+7qGUQ2HLBaIaBBHSUfSIp0CbDgXDzjFCdi2kJ7izPZ3GcA/JMaTITxWyFsB6PRLjDG5GIA4eAy3
5E1ig69pMl7zGRU7HMGlY6nAQ6yrusN68ZXz5IUMINTwsb7YvGwxpEXoqmBklDVY4/WZQjjUgEwb
usXLti+XpaGU6tZhsKGzw0hlxv7PtPq889JunQL/3cVRvJ6iasAp57bl3WycAxdzqXoJvTGvoFDv
ELf3ECML9i/Wy2c17dHNrG6Y7jOF3Jwa+TPIXo6z84zRafthM/1M7gTJ+2cv57zDpKmBB2U7DqlN
JPU++OXY/1AFauLBsyXqsdDhV4qe+W4bpwlgvz2BKUBIq0pfJMKIAU/uOD7NMatWHKhzkf0J0vAe
/i7k9dyVImzTqQzOm+LYThYBAsiysMKetP0nqd+7foNebxf+iF6mZ4CzOAsMMNzBAgtDkV0UJ/og
p+mx4vMpYcBKXVI05VqGHZPJqWJvUDG3QMaecSYGjVbeIl2WvIoY7842brxhSNDv4nL9Hsp+xa6X
sPcsT7Gw2vFgoShABy3B/Tg9Ye1r+iXaQPGiQlkF4yNk2KaVgX2xLFV1YkgHO9lhs/MpkFHVhJVF
ypJqsfrGzcyRbrqPSErLyP5VYmy7EP4FBQU54BzM0KK4OZAnkOJ4zYJjEEzBvV8zZKkNNyW26pQ6
kAlpMBMET9jM1KOx5ZktyFjK+/0esSrLcd5S/O90RQxGX1U1xxBVTzjlpkzd96X+CEMAd5HPsibQ
5auZwT/6NIfAaBz806BzdoQVz9W6WrILRQPrAh3Je5go0lFcaA1LLLQcj9IsFzvHTysY3xpXTtzp
nxT9aLdl400RYf+fbqyv7mUZPzADXJvasd2xECGvp021gWUxQQ8H0lpPkYONv5SRqO3S62ZHa2m9
0x1IQpAENaiT5KWHNqfdVsRnEY+XvUDlexrChJxGN2z39dLP+SnHDoPzBpFMJfHRXSKSf5OOAVls
mFC4ACeSV4hYQ1hBW5U7PSOSlmMEMkqjnNrQ44whMa2HwsWHpWTpqVq26Cx6DDqgn3pfewz1pI0m
zh7hv0Q8nBrjNxCwV8LiQ75FDQoKH3FlnjSM7HhIpu0O/knPAJcUMLUgeBqvvw/CI3YR/Lqp6CYR
yt9xZuKXjEy/rNwdDCPbINspLXXH5mUkzUoi6F4q69BCKMuxK33U12OVlk/BODxQRIFgaYjXdtzS
+LF30n8uOfZ3LfvwWgbTOxBb2WJEDRoaFMM1GSjKNHNHW7vTZ5ZuY7vl/Z84SO8jDCdO/MI3iygP
zCiZoN3oLFwy5CeAyryNuNpcPHZhgcghM2UnTJp3u/qhBMwlyDPwQNNc9xqWZVCkD7Lnz15v8lmZ
EIAGFHjxuh1nBhCCZxAc7PUYjr9z3Esht4983x4qzxhrzLqpxjvyZZI/JleglQdmSZ1ABxStX1l6
v2GcsllxUH5/KiXQgXFMLoiO2k9VpIeaKnsr4SORw2VgxYEm+paN8rqZqZt8sbYDEK7nYY6/y0i5
W7CNrP3fj8z8d7VzxLLpli/YT/d5wYlk3GPfc4qj3DYSDWA2oF/SzR8kPwlvjxHpcftjc52i+Hdf
KdrCZXTe/Txj5ItcdUA8FuaHXmDPi4AAVhYEBdqyG+S6nCs2q6NIcIwRFB22UB38RhTP86JkF6j0
nm/b55SmwLH1+meR7DKsonP7/Dy6vrykvanqdE8umcTn4XyfXJcEJMcMs8EOqvF/UOskS6CVVfaY
qgx0k0GligizoC1Q5t1WocLRWv3kbw2leffCVW3uqhT/vRfvLhzWps8C2sBIdR2y9bYZcSpz/uWy
BJ1BSJoblQiuAqVifcBKbPZ6wV9mN9+4fLjA7WaAyCxLzREQQ8sCyyt8GU0wkhMIhrUrlxkLt5qL
W4E89i4MEcZdF2IAWIds82/B6ALnPFkOCUQKr7ujEyQ1y1yd0cCUjHUF7eJ5WFTykcYblBQ+t+RI
ohgFd/9jI3iGNLxmKZDZV5tynH6PCE792AxshYTO+f2SQuRxHCKFB2kK3lM+FE++L8Rt1IAUD4jM
uMktSfDUzvF6L7KV3hGTB4+VjfVvPqJ9cJm36ru3yOWp982xO4AN4QHuclAWXhn2U2Ay4+dSdDqD
fOy7rKDJVQ99mYAv6dNXbbP5GNmtAPdbsK7wErKdjO8gSXx+9GHGvtN8d03SF0BxVKzFcUauIdbS
irqjGay7NwnK0EM8docoGfIHLkXyi8Q/vG3o5H2RpZhsiiX72uAK3ZLIfgG0ZY3v6YGDHppCeVIb
XAmzGu/wacm7VczJZ4iWjMfdruawwpSDDHSLsYYTrEwolextTJqBsf3oER5YZ8pnz0lpou8JKapd
JJDnK32PuAOhj2U+Ae3HcnvX8/yjytZ3KAZi0Kj9IR2cOqjUpv/JdD4X4S2stptPe/AZRTR+jpnH
FFE8Ztv0IgJ0nExxXCNVrzhuEkN/lcofgjV/7hG+1434F6tXy8N/gjjyIEaFX9Ju/V21WHbvw7Ir
OBSRDWiQQh16bjBYh29alsS1egvgmFbD2EC0pRsXWN14xIyCJaFgHVQEz+6UYxPh03YdI39FNBJp
wAxVjzOB8WrG1ZX8VG7O7ue10uB8od36TmPFG+z+0MfEEBrgImhHcJWfQ4x11m7WYY/TaxezMXkq
PfAGZMghN3EdT9BFWqBzKCUCaZifAdeXHaQOEUb/sohe6cxt7ReJHxrnMdiAeNAj2Lhy+EuVXh+8
jqL15OQMlFssI4Cb/x+rs1Zzmv5Gkr6FKkSCO8jSLzsVDTrRp1P5A7XQ3aLCswhEC3IN+3BY8otb
QYQVCzDdaUU1JaRpwdkyX36oxZpOZAo0deGDC2MFGjOhk1ybdAr8/bLhDQcbIH4wY1/vGhMz2XOP
uDrsOLVZF+Hr3MTiizA5dSZQ9lo4vR9kPPAjF0l6jaQdulL78GPfs29cS59FUp3V4LI7oA+45lUS
5H/8QMrrwoXAheahYw3GHPwmH+6CjWQ3Y9X2MgOOxteLnqcnnkZvgYtRugtw1t5ZI+fv0Xt9Qsjo
lGAfQMjAJJYr2Q1OG8RzzDeZFFNt+958jytlL1luzK8tRkJhm0oEcDQAN4HXx27vbUtkX7xuce5O
g1mGE+CqsS3I+iw42kd+IsOvCi/+eYv8fF5xLF9F4Za7akghNsqynh0SPW03Forgm2potRZmyH/h
UCK0NZYOnF64Jbh+1wEFeq7fngWNFcIR98l2XG/9A01FfJgCBmqCIRIxXDWuMchFsGjxh2jAN7/K
W4zhGUkKtni3EfmZAovh7BgAmilH5vsiFRQsOfQuaaGiF5Tn0HO2TisoKuw3iMfc5YMAcHIy3O/Q
hVmXIGCY/IHyF5hFJKCWY06eM7QnfEB/p5p0Re1CWGTfOhiWJpNK3sIoWq5RkNC3lBtXtCUJBgxi
9AHCrPBn9vMzuM6C2LMgq/uvMEK+RpBZ3ubZOwTl3iBaw/cdhUEDbS5yh6rB/ibzMv8L5RpBbpfx
6ZSo2NwSiHcANITU/ho0YjibPKgYHGwUkLIw/2jmzX3P9xDpmdXWjQsEcxnCKJ9hvLF1wieIRDY7
PlmeYZVEyNF4Gg06eICNs/4pdjiKdIhXOxxFdIf3S7d7GRY124F5eZSdnBEvkchmIBzfmN5K/AYV
+R2shb+JqoAsDBhJveTLcA7psh+GNVmafRPmgCRpcy3dEmAgpLSlFsmmhOuxVUGxPcmht+9IFp2e
8CexKza7/L8sdwtqKNCLiaT+ZYreoBIYgTpOafZAy/yRFvojHVF8QKG2bXlO4U+cy+pETVQ+h0DL
lmMQxuyB7pW9TaPfP9fJgPJl+/S7sv9H3Xlk161k6XoqNYCLKnjTxfGHDvSUOliUSMEGvJ9RjeNN
7H3QrcqUkDrkytOrjrSupBsEAhE7duz9mzihVag512YCjsJSpmZd18B8KjOWt1pSiesizxGzzatg
1ckm9T+ryS/RTjXdXBPBJopzH6RcEnqaDatbcYpwP6EhThEBc2Tfl4ZdH4h4GysZHYQpt66VtI4u
UqNxNn3pN5u41lYDx8OqbfFVqhWbdTV0xioe7OSopPTYMPXTg5syKvqvgTFQFRzLsnOrunG+df7g
34tARcMtwGg1L0vnexAZxo8kTbvbQRv9mxrl0h6nFBOd1iB3CpfV7uyp/c/JkG2nt9jqIXpkZ0X6
JqYuepJo0G1CaUYTOlVyLYX1U4zr2EpKUus1bod8NV9oNn6Fd8TaVxDU1ZRSUPKeqJAaaXEzanmy
qkXFn0He2fYSsd5RJPVhMrpIdtFX0Cs0b01FBYUL0oo7bWFfRVOO3rCq9etA65ofma7o21HOiSY5
NTpCII+AcmyxF1kU3bTdYK6zSNRrX00pkCoA91JAtzdcXsNoL1GFqlygmdZdoBC9aqE227iBkbDB
/slwo5yKYhfmWXHszIZ4rdewG1k2zVtjd6XmIj6uXBQ6Pc+OKvhhksx27QTA84ZAqlZ0EiZXywzj
aKZFg2pAFRxGZ2ov9c6PQb62RkezrtE3Ul/IL37hjBu6ZrTe6lutCijkc4WVWD3rIBpuS/teGbXg
xkji6WE0jfqyDvs0XDWGPuPwcDYeUx3cZpcpFzGdhk1TgMbDqHoiKKXSNg/6+kLp+tDLENhdOz6J
XYeiK/W0rNwnaVWgNDUYwYUwKM3TTpbWgOGCddbm/XOEPKBb9I48N/dAPEVy9qbFpn07jpb4PhQg
wVdWOodanUJKLeS32OhVCnbCHnekuWgOZ9mPsW+z0q3jrOlIp5z8u9qZ0tqgPbvWTQ2MitGlLzVS
6t5otOU3Lv8gZYATBoV6kKPveW+ucg1M1Dgk8Q+lycUaEuB4NZZmWbu5icOZBTRwXlO41yhpZ17H
vldHQU89VivuncAHckh3WH6MaSrzaRrJeaCrB7a2kMVm7AHRmKZvyC7nZfQuNLUmd1eM6T4CsblK
RjG8FdrseILhzTdqv+EdrR8KwxOkkKDJpeeoJdim/hgCLkk7kKY1uSZMjmtsZGgHqGP1Lveq+hiI
vt0GZWpfjqIlqcC/6sIAXbCXaxxHpLwCySPT1HH7jBBCGzyioBLnya3EGx7BZaiulkiNp+BufxdI
trlttUGeoV4dcaASxVqVAmMdwHPZpCPuLorwh00PYs2k8dawcLtB51iRKu5A8e0waGtJk8u7MSIJ
BiYU88pA69ZTVGqrSgcrftEHyHL1qVV46BGNbtWkSo0jfUtVlBWCWjHOkvcIbOvCzfvauLUlGmd1
NbaPktqYj3rUJLtuKujPGiE2MSPcsckds2EPkr0+6kWVfW91Uk9zbAR3xrrdZeqUcCyUcLJEa75J
PlmwX447KQ+VTcqA66Ad6gvyO+D9Uq0ErilRFuKWEN7JiSEhw09BJrQiJsuB3JwJ23gBuxRcchnJ
7xSkmCl9xnPCOYjJlezBuQ3sRLrNqyja9BbwvCDN0zu5Kb/aNVDbcSKtswIp3bD5nVXu5wOtlCa6
jCfFus/1ubVZoTm4SusCwwl8AVTuUrGx1dI+fglq86j0eXXFPQUxqUIyv3RFEa+7BMMdAF6DDiIs
aA7jYI33caVIIIkbRaXzTgXUizMwTwAF8CJJ/ZRCuVbH+yhq8uu8A8ziGg4uUOveDKLOrSmHkTHX
6hcdcuH30I+ZgcgKvknjQLmu4RoVppG/tW1ARjpbrTrqKiVNSr198KKVIKIMxHuu7NyuDpFfymw5
Swv3Rhpo9d6RqMYPXPdc1M65IZmheVPiW7q2/TQBqjXK+moKbRlIW8TpB43ksZ+G4qtEHe/OcsLq
wqwBA4vEGEGzqgjiQkIrWIOl/YAj1UilRaFdwN9CFHCc9Cb205rWeUUTxaZwjbVVgHmtjsRbd2x7
kWFjiqLNuu4HsYlHHcBeGaAKpkUNdU0ACzRZ4l5JH9sg+GJNXJi3k2MMX4DFUtbJY67fk0EDdpWp
wl4n+ajshZVU4So3Q+OSxe48GfXQeoMoFF6eu6Yr5YJ7iN0oVK3N2AaR7Lf2plEr/dh1Zv3o8+oX
EGJaVy/T5oVicgK6qwVorIHRXGflQPkVvsq9FiHCZtuAdIe2GigWWNGu7MW9rTY3qiH5F20faRu0
7aYLC7Xb52Iy/FXY5PxiUSisY9Va9wHXTi6rGAjSQnlt47LNV81ozz18Nd5XsyWXMkTxNs9AZyXU
fR5SQw9XrYG6lI93xXqQfONGQbvjkAEavhgjhh7DUd22E2jssEZ9ebJC7oYTIFZBWUkaHgIS6YtC
kSRX1Jr6iHmIDoECKbPALv3LtnDye3jg4i3vYCO5ArnrK9xpaPXWIIg2up2ZcwtKB/M0BfJXDYjS
jaj8EYgHJwacU+M2VvR2RSVf/hrXfXep64JDcGzlGzswghVrXNxoDpqVJfTlZy0Omm0NuAZfIBHd
9OQWR9r3VJ3VKpVcjRsbZwdd9cCWow0FAnuTJYZ14/TWsI5HNXgoSayei4IK9qiZ/mWHctE2Lk37
DZEJPDDAHL9DWezcAATOypwQSlB9XWydFM6RmwbCvNbG2vpqVunoYnycQI4ZYe6Bb8nDvR1bOGYF
AmnYyqcujNy0ejcaNSxB1dAOVIT9L7ITp7eBZg+7AuuVl8lMxDqDNPgtKLUcUIPeXMRSb+3rbAZb
6VMwUlruZLeVKCTKEQ8uGVL8XQBXfTDstL3sCqU6jrlWHKNsIgvQOA2lQYJjYyn6Gh7HAFQeC2+u
f817Hw7xBfKJ8fe+S4PNkFSAgHTDcFYkLFAdya5CHMXwvAvcFkzeN1FpBv9CVeAFOFQMC860VyV1
orcqSu5IAId93RuNiyxq/h1Qen2RtHFy8CPLrIH2sU85ZW0Zp3UHmRi7zLtd6BDInNrOt5TomqNN
OWlFOKVD7UMoqKG9zMY03RatSO3Qw1L5SiofvjugGh9hvGICjbmdcZTtgAPKKek0zJwkB0CfCB6C
uKd/3yiSs9esQV+PFj8Rgr5NY7AfdlzS86tBhWwzVBNWFVZrQqwxrZzrkHGQxqRSOa2mZsNFxLpX
ZhMyDapZoPXKaw3j9KlQzGY/tIq2CkyM+ZQo5/o/1AZlyoTiTJmHIM6KoGNCW33wZqg3G74bE+AO
3YAKvDGVbsbqxXdt7Lk/+EcCvUofXfVvIsCPPyS7pErSKDBkVamHaFSWEWtbGaZmXEH1Dt8iI9P3
Wt7ZWxUoNP0YJ9srcVCg1F33JNuOORxLNihZEOTiQzXfsSisjEejKrvvvqP6j0FoYDOH7Gh5OVh2
+VbhSbc1QhBq6lAxGfKo3E3pQK1EnevB1VDd/JV39FdHVGx2jSbim97qtH4Fl2Val1RTH6w2TnGF
wImJ2vmbGiqaWFkEMuor+BZqvh9mri9HDj4baDrsVZTCeENgKeD/Sr88cgCpt5od8neGEumPZtmm
L+Qv9qqU7Wr9Fz1rp8rlMNi3vlPtRaE1P+IJ9A24ZgKlwKzQpaUP1ETB7hzrKIBaUFo3Lb6oK6oq
0i4Lg/pQA9NeF7WaU9ua3iva+9DBM+Cavehp57SZSTZoKxptVV2kDy190HST0I2AJZjRIRaNXtD4
pe2juj7Z0KVstOl+TCT9surne3SS9EfY8tk+brSIq3ZA88W2huh5sgp6l6xCOlakRbdkEld2E7Xf
IicZtgJ3hc0oSeFD1ABK3hQWnfZBA84Ya2WL5x9gexsQ2brL2CB1E0T3YpBezJRMsqlS9YgwQHjM
o6p+HKZwgLEh9NsAqtAxq/R8bcnNsI3jMbz9S2s67uS6Fe1r1EFXWik528Kw7K2Gpg+kZDC+sfLI
+UQ3vplpDo0fAeKqjInbhlQ234PAj9YpJtaxqxUCa9EgY4VZllp9JTpkG64u0xaKMA6Wo1AL9y/d
iGyIipoDLaYttpxdyq1Gx/JSNUIb1r/fPYP6Lx4DgDLrvyLAN0Mu9+YuJvvZxWEIGKTmYvxXg0yA
HWppuB+A5HmxD/5YMsdko+hxv4u4yOxamEV/yxP8D3/4N1rsPxjJ5xGXb4r37L6p3t+bq9fi/wR/
GYmC//pfgvC/8JdXefX//jt6/Y+3/D+uYR6//85h5n/9m8MMC/o/cYJF88CUOcYcGfWFvznM6LbM
dOSfdoRwyyEt/8phlmVCNl5NxGx0KxiOg/snh9n6TxNCtO2gXIDBHL/+Oxzm31ntEr5JBHeUlhcS
Pj3mN8UMh7tzLKpZpIrKLrQn+d+S3vjn6Av1G4zHaOP4pXSbxcYXwbp0RwDNv0z2/yy7X9nXp558
FrP4RZOmVlpo2NQD7ggvN6Cd7HVtWMaZg8+SLr8MrlEuKAXmjbjbx18LBIQpPUJVO+/J5zf6dfCu
puri8+R1TzZIVfgCqtpnaiS/i878c8oXahKOMemUOtLgjmIHHgm9lL+mmQwchp7J4bznX5Dde36C
NE38CGVsh4u8T7ZWKvufSAKd+qwLdRC7IMqDLvVvMemkVKbrT+iMv3784KfmBlmCXye+pjk3jVHk
3FpdTsJVkZZyhiLBHsqfrJvf9fj+MfuzGsGvP6HJh2HKTLrxgVVMV2lfFPvKqBVK0FHDmTeDnpX2
myRbye7jVzoxXUsPjhR7y6GhsHQbt+31BD6Rgov+mYv1qcEX29dwtCzLDNO6xREZEnyHhVllfCIt
9XNK/imd8M+pWuzfBIGB1qrb7rYulY1aUmOYcrzLDmrzZE+PeQUdmGw8uUnKeAMtFfDlPm2/+/7B
arb8mjvfwRz9fYb9pr3xayxZCLX/82EW+50be61PdC9uW78Ejtlvp+BCgg8dX5ncVg3tG4VlPOIn
t1MPnf1icd/P2LJpSUImXwoHntLfv5WdMf8bQZ8w7CyaLyOmYz9mkvzH31uZp+dP07YIHuR4vhjC
rruly3jQtG8jtW+TGdGGC7iESg9xHtKmVNmga7ZSW6zQT3CtdFjJmUNbrvxEROen6tCfnmMRZ0B6
x1KljnT5xMyPcEAtl64tmp1iMkMwv1QuJZRxb8GFUe8mp73MkZTBiw6hvZWv++7QgFMzD0myhffj
kjp9PEPWiV3+U6vjl/AKqCMBJFxEt6Xo4HBV1qGHf4yfOWAlkHVNKq/6Cv3lsCjuFSlt3bTuwMsb
8ROiF5e1XP6ICucyKsSLo0V36ihdtU70MtTBo1QjpwINHzLIsSehrMIR33DpymrBhwxhfWh87ZHG
y7dEyOueagKs1eErkJVNmJZrJwwvWomWp+/vKzsGTTVdm81wT15wBIW1a1vrQgoxDJTk4zxjEboe
FB6u667dTbpyG0v11ygrr7ICwzNNLfcO8K4wSm8jE7mkUoI2k8IZT9OnXuq3qOdvKgMPHlQytmo6
HI2oOEJf3tUdZudpd60p2V2aFtsA0UMwWr5H5fjMKLiI4UovAjiH+HKqHQcccj8D9AsgVW2qiiu5
znTaSlrt+jC5Pv7mpwLVMrAP1KyMkRs9nfCtGlXUKsTmrKGXPgRxD9HSIT339J4FMTUmTMziy3lj
L5IvPReJbRZa6ZWQhtzQ9K9tO7r7eOwTu0BexO5OqmG7WUbpoY6DBAT+f+FtDEfihjKO8+8Jw/0j
bM4p7a/HHZi60dKDsfbG3rlt9fQYy8knAoonPulSrc2qasWB4F0CMZZad0rzuxaY2/q8yVkEUckY
bCnWghrapt2vJCOhcFAn8i4Bv3jmulnEx8GwnaI0lcqD/+thtwlwyMQ/++PnPzU56u/z3mLKhSLH
VHlUFwzXMYJq31dJeF5OsTRApi8dY2+Z1l46pHON2MUt/f28B19sVOGEYySHbeUpQPcpRU0eKuDF
J2fSn2cFUbPfZ8WypbTpesJO6iv4j/HkCO5aZ+1VfWlsGWtSls+FIC8ZnO9TSokij+RPcqFTD77Y
q6lajbGeR40nanuXVQC7a7rDnwTjU4P/yx4d6zKxGVx1/C0VnQnSSz2uz/meujNHn1/OWt8YKuim
NlGmrMI9XDljHfsIPX08+vzh/jXHQOXr99FFR1ukB+3oUSRskd5DGDxN7sskvqBd9aPXo2PWgBU1
KMN+4lF4arIWu7Y2zXGSk3myiuQH62mlZQA6P36bU2MvNq2TW0HSA3/x1Kog2jtIC+TIC348+Il8
DIuv3+cK9i2qeAU8kK6xstdMGNKXyZpqN+18ezOVg7xNWGYI45TqtY1PgO+WMCJXiaHckTKUN1ln
+NvJokM5TKZ2ncqgL7MCxRnJVAwXdE9/SfvyLaFdRb9UMc9cQIuAAIbGGgZJbrzCtt+DAf5F231m
4vbnyxhWfr9Pid8Kv3LAKnmqlUh7YVQWxHHrSUarwMSg97KFJ7NJC7k+fPwNTnxge3GcT00vnIzK
nwdJ01UqmbZ7g+LHeYMvYgROX/4sucRRO5r+Sqqsxq1tYvPHo/85W9DtRZBQNJhVUIUbD4pmBDLP
EBd634h13SrKWQc6znC/f402Nmh0mkmFlV7OjWEwdfRegGB9/AKn5n7+818DUakVTTTYtWc1o0pb
qn4zR1iUHw/+05r0D4HIXoQFhOBGEdEr9RzF0Q9yk0Mr66PvFhZ4rlYW0yYeOghNdphcjfQ/aEVq
5SYN6bZ8/ACn3m4ROnIrJcqaVeVNor7Li+qizT6zXzo19CJu5FKsV5VoGi+39O+FrL/R9Hz7+KnN
+fH+NG2LzQ0kUWv9Wdoszof2oJQjDita5nBflSD2BHBa1wVEhXUSW89mGOrrvlRKNyFYHSV0EpFU
gqfhTFC+oKi395bIpCuw6f62h1nA7WaUUJTyxQpRPo5jP6l2k2pie1rIzi4NjYey88VamfpyjZaa
uukkmkqhHRrAkJBc6JRG7BtK5muw49rWRtALMZmyBIBrFIcQ+pLboPZzLTm0TOiC1muhTvZLQsuf
mx+YaQ0q4n0+Ds2Ln/TjUSmNYk07YNyMtvy9Het4JfdWvB6TunCnXsEW3TKhTJjOi9UJACgQjFD4
69BZHLpvQwQZsRTRmaeNtdgQdS+l4zjkpQeWIlmjCQCmoxGfRLoTB7O12A+0yW29S7rCQ3NJrOjs
WjMI6h0GKzUHJIUgAxd+iK4GN48pD4NPEtMTUcpaBPSuCvU6kM3CI5SHB1gU0J4cUR4GtfvkJ5zY
DdYihKvIWSZ4zwLrqfxLSQDHyNXqM1/DOZj+YTssjeAStc/9Dk6mRym+BXhZAZRzLInKgTQeFLwU
P/k6p15iEcyHKRGFbCm1VxflTVv5X+Usf/h4S5/6AosgPkQJGLayLz3oF9oXu9LEXSZPqPuYyWcG
lqeefhHrxqlMMisaCw8Vw0sITG9xYj+f9/SLWFcVoxr3ATlSlUbqRdMCsx5BvF0ZXI7PO0itRchr
NTWxkD00PTWSUcVCw4oGe1WsihG078dvcWKCzMUuaKXWGqtRNT2TLjvoivExdvpPnLdOjb1Y/5Nl
llFXMLaUosDaxtVVUZ9X2dfNRQaTAHgMTLpfXpyuKmMXnncZ1ufu2a9Hv5XY0ogHu+mlXXMQTv8a
aM55OYu5WO7qMJhlVcumZ0UOKDM/SNy4R8HjvA85f4RfcpbKkSZ/tGFjlaEC/Qqm5mpUwk8cs099
yUWI1vqhQ7tWmJ4h5fG6Sptrf5TyT558/mR/iGQ/D/xfn3woG7UF1ueBhiuue59GSuDAcGgdBcUb
R4edaMF/+XiaTsScpUQ5LBI8szrN8OyhBGIYA+627Uq6BrWZbT/+Eacma7FrJcdJgNgrhtcXEWy1
8klSnfezhjYWuzWIwEoV1chHLqUEYdMaQT8DKNZ5oy/2q23CQUEZlgcf/c5V7Oy+C5XzjpGl20MS
QggEnVl5WZwj2QsWOyz0l4+fW51n9g8ryFhsWhMgRRhjyuUN8WXWWDvZTmA7b9XswQ+ROyquhggn
e2U3iHdV+5Zqz7I+XWgmZDEw6/xXeYymBI2NT+Lez37Zn55nsdP1cMjHJBYW9hm9aw7DykYGRQEb
NDrArf1LGhV6e2OV8SHprrMMODtWAW2p79Cbicu5iVH+m4YP/1tV1Y15lf6yu/o4zifTTHOP5GCb
p4YGwStuP9m6J5a6sYgLmd5EBVfJ3PNt4wpFuGOvSp9F4hNtNH3pCxmioQdP1BaejaDAd3QE2lnK
4ZXifLQF2EINtEQhCUrzt9DvHnSleEI8y74bxklbFQbqUejXIOiWoHjQmfSt8k6J1lqh9jedoge3
ec2/qxvb2ud58SWqgeKKQf1Ks+FKK8v0zBlaZAkDzX+j9avMgyf0Q1Whb+IUN30y+Ly+/7TOFpFm
ErlZwncSXjmkV6hUgYjgYofGjXhVg/68nasvYk5PBwk2aJ96VjC8tnDGzP7p4317YvXoi3gD5BWt
NHBpnj84G+HEgIuKz+b9p+/GH+ZGXyQIURNOJRIDqdfSszyEqNvfF1oeX6kSujIF8kyI2tRFsXLs
slo3gTRcAwNP75AvQuy0L9JtD3h8jRCe+S2M8u7S1jJ5G0SUDhtugmAhlAdDHdSt3/TvQ6WhwtDD
olgLOBdbEZ3Xkdf1RWQLUmRXsZlh8htkD9QQW5Mzi2VL42Aw1JmWVkHisYt2yEA+GU36SUA+9WEX
MQf3LW6uaZN4iZ29O4XzonxmIXlq5EXAkftBseQ2j72gMoKNXpsVRKl6d956VH8PlYZV2bo19ZEH
cURslACnaJQkP9usPy1p/rQiF6FAyySjmICLe8LadqiEkNVQHLvN2gMtdzFTY2LkCvJXbT7aI7C3
yHDpcNQgNVOaS5QJhTBjDVOW+sGTrYdbA9mDwAlhb4GoV+7Zp7ADHhJ4znbxDLCBHNlNNPXe78pN
TXWSn9TYLz1/in7t3z9WCazVeZO3iEW9LKnAytPUGyb5GyKIq3rGmp41trYIQXSjlVhL8sSrupxe
OYYvkXreN9cWMQgYaGBKSZZ4fhlc5mp9U7TnxU1tEYBgc8XoVos5blLysdFvDob08bwJWYSFlAAT
QigUnmEefN0rzzzPtUXikos0U3pzSDwN3DFENhEcQPFa2/OeehEWEh+/CS6cjJ6XiIi3L9Tlns8b
ehEXsrwUiaiQNJenBK2QNkFxEvrA+rzRF4EhNHLbHDo1gQwMULvOk2vdV50zB1+EhSJXTQRY29gb
0+BZMUO4J7MIyXlPvtiV/tTbGhShzBuLLNkGoKw1Kz/vcy69ixJdBv9GVuspsVNvuh49RuEgO3bW
ky+xpBNVp8BUIoG6iI72f/YNNd3PWoGKOW/vP8RidbE5/aBIktbMIk9WpR2B+JJtb5hPxFqjtA9y
WmFxeahxmiFGQwLYhM0zqmwbdVRXYzChT8kVW0i3AZJxWqvtKmQu+/pNSx4YIaUwrKXGpcooJnxM
zWz31H5dDEUOmnIJVwULGhZp/pxz+zSJ7VqCkGqD8NjkEcCLzNjn7aGTt3Oorq3eLeR4x59MLAup
lw+cH6UWIlr7dchza1U1V/ylmugkCMgM2OM323+T7UfFV1xdv+Gye8lhoE32WzUcMIBYE/0lPpYN
q7qMw/lYyNvZq0Df8dNLq0ExqHQHXiQq7mJxSHgfKXz3x4Lv+71ukUTi5zCkQi0YfpPbxVf8Mxtn
MZ7DQMvWFpRwxd/TiD+eXGm7Rid/QQAQqpPoUD/exv572xVbJoTTrJOLo5/qGHLJKEv6MNLKYyNv
HT/gP7fzGTfCExBdepMriHMN5bPvgLQsnlXjkPTBZcu1RhEz+8h85hkC6isBNH1VealqaLiZ8QXy
5IWfIcBQZqjXw4cI4BY0V6p5adFAChFiMqmgtnW6ChC9GyZ1Vtnfz1Oo4BzCpayVt21lwh3dNs0X
FPBcuR8vIHWt0xD4YLFOCsgLWPK0L3ZiIqjvIAksr8sziwo/L0m/XOPCnnavg6iiV8cBnje+8RXS
4ydH97zo/7QZFlE/QGETnjjXCKvpH5Be7ulAISivIbzrRlXYoKsBHf68bb04A+wcRYIOTIiXhMEl
GjWPemB+YmE6D/Gn11icAWVSwtJr68Qz21A/QMBE33TA6vm8B1+cAUU7OCaaatyjpfxF9ChpNOKT
GuxPt94/PfniCChpWhtGr0VextoPh3CFzcCRDRa2BrT17Zzx1MktOmtNF+7DSblWmqeP3+rUp1+c
D+nQZOkQ+7Fna+kPel6S5zt18SBMO/mhYQF9bUMn+eQsOvWaSzxzNfq6WUxm5Nm6U170uLfeZrWP
YBFcF7dtpeEqs+NoFUCzhIOKDiR7UnEOBb4RyD8o7QGirfLJ8XLixZdQZ0wx07RKsYWW4ThfwYdI
r5ErTF8inL2JmmOAd0Van7d2lMVpA/EZraUxzpAc6l+hpr+IMXj9+AOeOMh+Int/iQtpo02iAsTi
KQHahMKxAsQqYMLNRKiDnFTOXnLScY2OY/5JdevENlMW0QLq5+jbQ5J6ahZ3KwAudBvTMxuNP+0+
f3kd2zJUVKpGTGH7/EsG51bI6tePZ+rUcy/CgxZWtWTrberN3giK2X2l3vnJYjo19CI2jK2UNLGu
xl5jyU9+HSNgZHxWBjs19iI25HFdNTIccLTB5GdE+rdp2XySwKnzq/8h7iiL3a/4dt6mjh55laWK
4zDK0K0NvP5qtCc2YaxGgSvBVh/QECvVWRz41sKGFXk0Q8TrEAe6XZ6HKvYHklhLY9ltUMpHTzpw
yjVFBWVfocLt6l1gbhNeYt2rSpYgbl36n7zAqSv1Ek9b1SPuWIUTei2a7YkB4ZNIgi4AhgC2O2S3
5DMjgAp+kzEzTDr6CaRavflsoKAQG96cUU0QiTjV68lTEzSvjzFGfWmMooK85VLdmGKTWAK7HtwK
9M2cOnS2v5qzrUj7KpK7tsbZS6cnX+v7pnuT25eu/eRcOPHp5XnP/7IZTGHJhRHzdiS+0bhTPttk
Ko70f/7yS0Bv5eRVT3U09lKlCO/HqGi3FE+nR93s7X2HVMUGK8xqkygC3TWUk3eZhOzFrO+j7RRb
hqWIWCwZDgZdDlLI6gqYhXhK1JB6hVTr+JrUilhHdV9d91VE0Ts3TbezYnjBbYgpmNN310NuJCjX
AA0rCwNzoU7NYcCbjbJFFyy56JusXlWBUI9yVZCJIG7SbUMwh3whXXq0c+dOTuW1MSg3YYN1gzYg
7YkChuE205iimVJUrhUWs6ZqZuVulnXItEaRdimFjkYmP8L8boX2qPf6tB3VDBXgVIp+SG0fv9qo
ebx3eVe8h0Vc30xw3hGKdJKNg873Fgg38qyt0j5j8Rds2CGWiyVlRnEZDfkoHuRLHxD/1iyG9KDF
kr3ONZTYFONbHGrjxofav0INqIKtGg5HcHZWiUJCjAWOE+ySsnyN7KpDE6bTr2xdvOuaGjyFU/jF
wbXmGVMa4wLTQn/XI0O/NeRCrGSB7YmbaX13k8lps+ubod2PZmuuUwAqq9mt56jD5lyDrSBT7RHs
FHn0BPu1uI4lhDIkjLifuBNZOB/Yhfmqo4B8EzfVLcf1qpFCfT+WerBh7MxVZHzCkrFV+Ad0pRGN
7bGSyZNNalnBjZ/U0U2EiQSX8EaCex1/7QdE2MaEMDIKdDQ7MarrSlK6VYIky70UW+zTQv8BcAi/
LjXIbhgWpEclPbYpgOokGEAJdgiSHKMuGg/jFPlQ82NT+oaekLrWshYTlTpq9ppSSm4wae02Epa6
roOw2wdJphxiXeHrQLJG0a4Zg4OcpdbO1MTwRUZvcu2UOl4l2SDvGgcMFn5viLLhRbORURL3JLvN
vs2a9zCAAQRtYdPGR9+MAxd8N1mZNY4PaZYivSxLIfV9BFEQDMCCvnYrYivwMRR82sYBgYRgFOIQ
CgR4F8nAPl0hEjtdOpyht1WjB++N6eew4FPtmx7oleBe6OOHhrLm1pEQbMePT97lvmqvR0dC8N0e
kB2cZO1ZGLUGB13ym9c41axD1hfBph7TcRWHMsYBatvVP2TdYIXmcnK04du9oqzdrfSR22U7KziM
ipTs2hJlis4MYhQNkGKhggv/2Sgw9evaodlPiK8cKjTpX30DAd+it1AsyNNiYEc0+rG3UHSqOi68
LVcqrcQdTH0xULlx1PBQVcjCisHs92VkTVBlHAdVpTA7Zs6kfanlSLtSpna2EByd6NiyMUk9U0Sd
0Da5DevC2QScJju5t+tyEzeWeFK6TLs0JB1VYkQk6ZhhC+A6Vqq9G4ktzFWsye0WgEl9UbWUayic
Rsp1GDqJv++U2YelkIfkYtIMlCPg8igHZLSzG7uUE2ejOirYUcMQT31mxDsBo+axqWf1VkMrcwjl
oT3gPiDw8M7LCAbNlEOgmkKVuxki5tM9WlTmaij76a02JhgrULFHc90Ygzxu0UWBhGDbQgH8aksc
P6qeo0tlFkELDnxovscSIkkMZLRPrZNQ1Eqq/keB9Ax6lO3shtKpWntrT7W56VRVTJvUSet1q5c9
ksYlKtoDFpGYT05QB/22uC5V0e2mJtc2RtHCrtKtWqynQM2OMaa59Cx4myzE/reqNfxF8IbcVHgZ
Xf5/js5rOVIkiKJfRATevALtW97rhdBoRlThKaAwX79H+7gbO7NSN5TJvHlOjeX20g+WsatbRRGz
DRHEbHCu0UYt+S5q5unBpECYLoVv7oaRVFup5yiRjYP1D6oR3Jug/VeM4/Y1kI2LvXXLAEbLZOr7
JGsZfd+aa4cEp8W8Q6is4YFfcFAZwbEYJjsNDCiaqx8BDpDe7MaZRlwFgMkUf0LdM8k0m969k1v+
FrNUuCmzBczSdSPaMw8+FJQ/qOE2Zq7Jm2CB+XiHKktsCeIezq8DbMVOjCgrISSo1C2G0b+1htb+
hTqMn+M8Tm8z7qprThT32AfTgpArC8snEEXZgxilpmqiALR7SGvSyY4EyJaMqazYbcwFQRQ9G2wL
MAKjCgKY9K0vZ/XGPysosgRgfX87QnThqJ7XZ3fB5+GIhQqC1SDhaHmPBq/vgHY4/p2/ymGJS7/l
eLPSl28y4PBCadSRtnZ3ZlQ3L9Dzm6Ng7P+2A6z4UwifMb1luQuHjHOLHJw7fisHaMMy/8uydX3Q
hJyTEd/gn7pww/22auPNheJxmqfO+ZgQw/J0ASCEqcnaBnU/zgvz05LFt1kHd6JA2FsMlvNQte4W
u6tGxWFNM+qT7Gm22QBqF5poODQ4ICKvSJFddzx5y4R62fva3NWNbQA3SWgvFW4SehihMDZ0CEBc
iMmNd0M9D/GwcazU2gF86CArlBYI+Mqx4c4wOhF3QuA8cTjb9aUBC6ciogmd3EumAD8op9Z4rfn3
ufPVNQVoijpBKVsnGNi6B84z32aDuqnwfkm6dWTcMDmvTjXp2LTqvJBD60LWxd5HfXVahZKHWv3+
RvmY75WwUGfmmMFMM2yQaI7BrYKpsI/Kznyc/cra0bgrd6WbOaR6zdI5SBBt/P8VuL0GNvczpkfH
2beDVXHOmgyInk5gixRhp3nKNrMhyLmq/TT5c4K+x9+vTvih9PTdYn+Dj2tnuwr46MHn7L5zammk
FahcHv6lPsO3543gHc12tr2M+6CcoOxnrTvuWtuL9rrJ/2EhhOAYyMqFatZomcgaDC2Tk1I9+2sI
7ZybQCosZKQwBMvDELXrgcWIGh7mxoNqkG4Wv7OZEhTf2bE0XPJuZmq0U3l00lXvXMmuPboSn5Mr
vT7eXAOvNgPMJB36f78n21sGdacYUD/0USQcuYcekJtEa+cgIIVCmmji05Ne5x0MB7Rp1wh4sSBR
dvVUAB5hJznXrQ0WHKr/pTKid7EV/qmRrnGtu/klNzUOANK+J91bzocfYWAo3PJHrWiEy7F9DTrE
zC4HOUqnJfkQtXnGiwt48YsKqJmozmv2Dcc5jDFAnjwVwdld98ILp4+BHzAZXKu5lYZnHcO2z178
CeDqxvaZ/s534kF8YjGZ09FY9Eu/meI7hG2MAm3ZTnaf93t4lUPKG9vG8GAWXo4hkgenGqJDA+gv
YcjeAI6+OPa1mXW775sAepCjmRSO1IjFzXqCg8VBMWI2thsC/4pRKb90hV9Sf2ycc8HZBDeiakL4
RWr5F2GwDJJ5WFEkZw3QgNhwAaNYLBBx51ZzwIkm4g5lhGsyzV5122Ptufr9wuk3t/SEDXAJn1ul
4OPmtnS+kWhYe1+r/AJ+7o4zo/1caP2KPCZLZmL/YN1yM8X/VD8WZctJg7wI2HcnulOZmv6ZKDLP
eSR//Kgzd04nbeTUcAdjRtuRceW2dRQgYUn2F8FN1cKAxUhC5R0W1XrNeq4USVOJ/nfP7uN20mvM
WpnxwUAZNufeNEBGB81H2eAdSnzw79i+ZclaCMNWFBG+eTncrn0eXGCqy09QgcWBIWc/3uq6SgMp
1uMS1j/U8LnfTIO4lKy7l4kJk/0ywjjPsuZf5QUjODMcfnxg4nZ10D5kFie+ztaK1Km17lXhbUjL
nIgBiFLFLvLCo+U4LIuucOnazuhpp2kDJretoLTCYklWQ0ZyV+I4YsGObLWPlOmOiXDx09DwBv0k
uvfazMIrcFhOhxxiGM0tv9teQzleW8QdiGB5okzIwbF2NybLG5PThYrsyyzyOi5CpGL572xvG6zL
zpDlPxf8y4PjqHU3UaDdL8hZRlSDRv0MgaxmBKKmss7P/Xfqag28LkfZbRfBflGdf4AUUZ/6Kog4
707NHlwpMfdx7j56H+p3J7HKOsGG247qOKAuCbGo7IfU0PN0wMMyXGcINEfA/c3NtFjtUY0alm62
YtsiE58UPgrwSTvui0JLe/VGBeaNKEAcjTxSOQMVKCdZ3gAKVlwGcIS1LdtNYazYmHSLLRyaOft8
FiZ0HYKT73TNa4iLinODb15NfgR4N9Infs6J2F9h1C1NpW4tkY/cYOmd9S5IbXdpRQrbBzNdMJVP
xcpPQOU8ODFCIyTfnREBJoZhFyNx/aiH0XV2YZuHr/0YjEW8rDC+Qyx7Nyqbt7uKw0dSdYH7s1FX
2AAzwSHmHpsNz3pFaxCai/83R1oMlTVQSemD/wuXAAJuLpa99Pz3dprDRJvwJ9zI+HEd09wDhHEA
SmVAwJgKg1TH1PRzlLPrgVmvL7k7+Ze1Na20ayOwZBVYf369bQ8j97dJNPpns7GItXSN/acF/6Ya
Rr4UNwauN4V1N2/YdmLPbUAoyuGXO/rllZ5uYUZXYgeo6u+cCbmrMV/HlW1Nx2Fgxx47OJLmNJi3
3IQ3YvCMVJaq9/ZryQoVTsN6pydWt7UDbjsX+frIVSp6XG0D20whlt1kzDJtTL4gph7gzkIIpQu1
YdPIAiYw3LC9aX7vJJ49RTvsnObJMEN/54CFPrdhsMXoI72nKuRKzyrEJW81dJOEPH2P3dCKXcaA
A4kfHfAm+M5T4/Tg37hyAtFSLRNrdm0kIaG8/WhBxdWYCxPknP1rsSzkNljIMVXLnzxfx0SPKKvF
HFopU0rV3ors5lA0kz602rd2c8FkcGMv+I310t1qW0nA8EP3I9pMvqNJzi9slMFL24/lyfDs3+t6
74JcxYK25VkGdlZxe9ym9gQmbL1towqxcrW5Bwdf4G3G33pYTI01ugz61AqJQWa/ELNuQn7GqNH8
QI+WD78VxnHQ9vZ37R0/Bb1I87aLtnu50v7RTf0NG8t48Ctt7DrV+i/hVmfHjuP3paf6G4cbl4ml
BikZLhunDieUe7dgRophWe+57iACb5WbPWjVqFR7zD/UHE845VdCIlOznEfEQpD6yTed8n5TjAN6
+oWZZm4V3DRO2tVq5/fz++z6jNVBNqSLGIQ0KoPhOLJBIfiS0yWjpRDLNQiw6tJhnfomvBnMqbmO
C0qK0Y9W3Id1ro+rReSgqd2B56JpDhbuWAycWr7bNR9TE3hYZ8rAhW0wfWYSdiLbQP2BKHTYN2iB
lHbvbL1Gh2UV0DhHWdwOjOPFQTvb97ja7xGSmT6E7MU9m62YBgCRJvKbJTDEfuzDV78NLBiP8j2E
IGmbxYj1Z/vHDey9EtlHOVT1D7humagpSGWwmOm0TJjhfNh2GFWWTzPDPR8yBr4rYR8mDjxNXLC4
/OhGo5WikLMfZFfuWrFohoK0vK6ewRiSwauc+2O/42X/Wm1RxtQsPN6p6F8GPIxSGZZGa+QeOzmD
PFPoeihJ4f2S+podhhOcWiBml7jiVLSbBCiLaqq8Z2Ur+9w2rFZuMx/XpZ8erW0x9pX8A+53Y81D
+Vm66z3Xo+DIxVsnwS+eaKrat0Lkd26teZLVMHM785e3cTCDv7iVbd6KqQsfSzrPF7sw7EfhSuYr
nal+xZri3mejwmwJRjXWkBx3OOFJuZcoOCmcWAjhuCC3JkzNwYzeh2m7dYR7yVz6+ABUW9TRNi6k
1l8vmShlOoNpeakpN9yYHE3/FhMeJywUxVGPaxSPSHPLtnjhMwO85nZ/q9HqKSdF026uUUGv7fi6
juETB7J7WAJcmy37S0bV81g3xYkwb5DgW2lQrHpYNbaMrWaZqUKszi13lTHmZblBmZpkc9GgL9yq
EzzxFkmJGRQ3kzSGq8FMD/WGBqJhFa6f+Nt+DxnKSkZsSkjbVNq3Hv6W6BpNhRuXjRFgvskm/gz4
yG1akRX44OfBcVPsjibxakUCnHx4HSvb2Y2j/+573ovresurw+N6lFarrn4t/GdK/RKutBgP/gjj
V9VZyNfppdk0HdohrP9O+YQHWQUzPFTHbM/Cr+CMN6N5dFvHT7gM4HhdfSDBc0P8JPZqItlz5zz8
WpfMJgx3TiOhwgNIORvOAHGA+3za1hJNJfDH1BSRe6zxBWBKqr09UFOkwH0tdhXnoNQ3jADAprsm
Vr/Ub72I/PNk0++dBCqKoiluN3tY4wDi3okYydnsfpVqg2AfteY9rNb1CjDTeAClX7w4BZ8633R0
CW00hVM0cgow7LsgtLgpeh6vVwi9dmi4QXIa+PZG6NiydYfk13TOuoXgl83zpt/cy5S118CSFs6M
nnBFoxVmJwCFmbN+waMUSd1xSPECTODtUlcHwy01J4Dt2/+tQpH2ewrUFCUIcII4CEFV01eS4DbU
t6X6d0P8xhJNeasXon60OzaqpNbDUtUX28ngE+TO61YHYFu6CKVLcO1nhoXsYboqpdDV8JjEQLCv
QwvHHz00GihtfTtsbf3SQTuv0ZGY2uBuMH1qqikOZ1BryR5cL+LSvtXr0ayVfMPiYfzqecRdx4Xi
NK+tfQEq5yVjEPqJH0W/yHZxDjb77A/0dG3r0ONdtKh6Blb/Ino7vMfg0rK0mOEZWw/QSJt73oI7
ly6DZlsOzbT0/QlxYnSSol12AtNJHJS/MgUPhjsB0+LbmnAedeYLTwRboCElRqExiC3bPM4jlCyY
NZz1jr6urpuZfw0OVseqvUXVVcS1sUARfhg2H0rjcpBC9rQnZtIenpGnoeervevax95GnBIYUbz1
ze+57514MGThJkr1ykq/1o96y85haKCNFZD9e46ZD1W57XonuoxscOMY7leywXmzaRCvDQapWt0V
YBiV0cCPrKcXmqf3sHUuVrY8DAPffuNidbJKz03qapuPWs/3OVEoeMpySldPNvdlGbX7edn0U5j7
VMTl9p43dreXxpfqiq/Noa7vQjtIfIi6/FBAV+noyX0YKGQO9XZuV62PAnp1LAseFcExDZNbVHWv
01Q8V/S81Bi8VG6T9gNc/8VoPoKy/5cPFUlqNousqazfqcyrZKNH/WXdGE3+SIsl2ertwVZmfbJt
9AOjTTNt68Hah7V4XYzpp9DO0fFJv3bRwgVIPVIuKA+FP4dpuDUizhd95U53rWZzxKpnHdHqWElZ
ZiIJhqi8EYtp3AaCH9+at51bmJeeJDNLT11ighXR0zaaghwRnxnYZQqhcDu20a2Svvd2oI2evGlt
kklmYKOiOo0UlaRZdEdZ5qRj7RrjbdlUcVNN41uPIGbnigy6wSCuZW8eQcS/M1Vl7maLYxJnvAkq
5hAlusqoPq3LTdcR3rWWP8odjxwkDZDpNZaa4ttXkT5vo5iog6ljuDSHppMfRS+v3M8v3sren42i
e84s59IHfz3PfmtNdXbMPFXLHUeDtJQUQ/yolJeiGEkFU5rnXjObM+KRZpBvjd98D3gsOeqWe+XI
9zkbg4u7hPocjtT87Lx3bmq7faSW68VE1p9LKuyxmrfzMKqRhCpj0IY1G4kdzB/SZnXpnfGm7GiH
euO9u7bnoc0/qH22+Oa+oqalAAbDmth8H4NmvZo9V2olLesklP1r2cTRp/JUS4Zb9GTfQQmF6qvw
dLI2Fad+YlYj2t7qyMQSMHeHlWBLA9cqmeilJYHb9TxntnveMMJigAZqgtflHs57Fy/hJ8v9Teb8
mweM2MSqOe1N23izBDCi3Wr5l7vRhNaSJWJ1jZ/SMY6W7fcnZlROXHmaE0mvglbLVP2Zs7Yyztpa
Q+/AeExBIXvLA5WSC6voaGMg5yDvTDHX9JfOiFb2ldDJWTKDJSLLFqjPwUb0btCaosvpPAhbv2Cg
5osGz0wTIeD6ZnUuhxVDk+zpIgq0GgdCyQC70U+3q+KKXvecILjul8/U9/8ZldEdDaZKezj3aVV2
uLW5/uIUjEvJmKYwTW/naP+D0rif2p31M1TRo0980GqAw+WiGhOKmv3Oydr60Gd/JBjk1Zja1FjU
QPmxfFstGSZuVeOKuZIfNxMTSWU58M4iqcrjAPMWMrVYV92/ifOfacM4CzKr5yTbkJFbTTo/prs3
iKyjnEFd5/mXCt16m3O5wqdWMaJTXzQfkV5RtZkSRrWJhYn/lOleFJ6V+fS7ndn9cplM1dwt/vLI
qMxOOOMhcKe3IJJB3ARj9BfS58H02fAyLkL0xL/z2oLNPq//inKITaQa32aI8EQNDKytoNCM6j5U
+aPZc+XunCagKYley8/2OmyL3ZoVR5jFyJXrRtx40i4OkT2+zoMKktVvbuhxYmBfaJM4GrBJxoGa
6syftiIMN7G3br+KqRwvrbSKD0pd1MZ8UULGo9E2TX06GDggWhTvvi9W1p76yVjKZ9Nz+HyGW8cj
IJF1nyPPZzL043OIxWAnmmlj2nT77K3oDz6fTzsa/tBj3HZGaHeJ1SxNygbjI7hrn6bNvhbmX8tV
AWVSrzi6pKqv01xW8ZaPSJeayH1ZOKzvnEGcLeh4aRPS1CgMp3+EHO+l3dgeazlydRL4ARubuniG
BSE2rL76KxflJV1lvnXaGFOjoOjQr3WdeBvhtN5hgwrspnucBBenHAg4d8lVvXELfMygSB1ADBPx
DJaSVWl1j2FmqEQGuktM1yqP/qRfvdYYbs1MZrsttIiieg0WwqVcniq3L19ReVIYdsXwFAaU4oTI
5xs6f/7OWEL/KZh08NC100cv3JXzR4gngAPCdr+0Y3bD1cZ9qg1pPrMTOI9Bji44wmmEcnWB+KMg
bdsTRxRfBO/mpvtDUA8NnzVreWbOzmPfNfPu/6MqiHMk50z6TNeOLfCKwZc04bC2z87aujvPKx7b
EDOjAZA25lbSpJs1RQ+zv4UXu29YSSBRxdKVX4yyNoeaQzJk+xmUgUUbiwSCfaCzgOa5R/y79fUz
CteRldvRD5XyELYvTRlHE7w+0VL8xhVsjMZwozkaXPwukLiAkES2RlampTXhP8I6f9zmdr9ZPL2r
KIydr5z8nRUbu+U0fCIo91BGIMBhPMyANu61aBH9vL9YZeeejMW2d/iS1gQQw6Wq7SGBsx3dVnlk
UwnMJoZOGJ17FpbbXG17k/BJoFIG5fqA4ocUQGkycOdYBZRGr2CjzGDmVYVzRzBheRC98Zu+MX+c
ke+rbDzn2XWaKvWMkcajmrZ0qY23fqE3MI+V4jZBk36OsqfAdynbaRbOLuH1cHpewWJNqS8YL1Az
KCwtzDjzAKHDDgYP77Q99UdLUzOguuh7qQzD7bIIPkS9euqUZ4g1EmIyuZ2iB/s1TbnyuSmH9dx6
RpdWszffz8FvycGdA/TPVcNBypCv8wQZc1uHCDHX/Ex1ATY3bXSX9TybjkibottlC/OrPaJYyZaK
PME8q4OWPRpR3NXYEjw4WZ0js5tlXIqTv0jnq5fulm7A4a8S27NCR0snC08Cm4InxGGUXEVKemwH
ur4O31lXuxfpZpIybBbG/ezXf7PBBQ2ka4sDIjkSm4T4ZmZ/EFuVJz/y7NPYD9tptif3Ck4ahY7w
i/p75rW64z/u3ET05vbq6xF6UzViP/MH8zFox+rTLW3njICd26nIujc3nJ0/NMl8MjA4iAs6eQnx
LvYKKqZuKrdV3FD5zJMlz+3bJlRR7DlmTQXZp5gqmYC92s2Ci2tC/drJgPG5chhOaqoo5606PNCF
dt5UbVr3mi/lZI/NeFGcbp5LTvKPUV+ov7m2V6SCIMhTszbH32YbeXyLiIscic5Yc2+kmzGJ+4Wi
2Y9riPpgbZRb8ei1s04wx1P4rrKoSduirMDF9AaV/BFfsMThdEO8Gk3YRCwhtnAXnzddFrc4Ibe/
ztaMvCMKmqfupi9l9twv2iY6lqvJyoj54wCg3f3HU48cIkdeQX4xfNz0OCQh+lWw//ChVurRnveR
47y+USps9qXeuOJbLbjdmA6ty5hWOy7isAaCn2EW/pBiw1PX2VnE/djk1jUYciOtZdDuCtytOG5p
2VEMDQ89vyfZHCcg/9Yv4dfk+vXRGihcy2n6xQ0g5jYoUNv2p+8vCKnCpl3/ZRXZULqFNEvzJv/S
RjCfTNMJnoO+KgYQM+6c2vaw0K9h4aUhTY2PaoBvYsNyI8qAbdj/FDy5VtEMt0XAl0kszg2/PHqt
DzRFmy9b+vNPG+kwLoqMApsdevejCljo+yX/WXy3fJRjHaTB5ND2y7L5jIA0SHBG0MmxnGJfuxxz
c7b7a+UOTOCs86XyHXWqfJfoxFL6/dvWsvlE1R+RB/nwW7mpjobdz8ncK/CskZsdSxyoMyl3bN9r
S1XJYG6gnUMm3UNxS1/stezYOdG88ZSY2VMVFd3LplYUhjlVjXZXD7X/7eYzpSWDvz2fl+oc2azD
BW7tvW2V1hWLq5mg7RuJnhHjyah2f5lGlN92gabNVCIopO0b3E2OC+KkV6j6VK8QbW6SNVFs3j/c
B5rxNuosRYEjNAqxxmLXqW8Qj45l3NE1uW+J5e3xD4mnYeiICEiDsACaDyp0DUv9b3B7P+Bc2jua
H8eY8vbUMa+aitCzd0bZc1UPWufShJn4KkqakKao3vK2MeKGlcBIgIJ5Mu2tpv8Mcr99m/lMdoG3
sDswXwxYjQjQqonVxNJoykMvhq+5xMw3uOpThsFyYHZ6uC/7ecCiHdlHG3LlbeX6zmtQjsPRlWtN
F86hNLV0nPQHb+V+o6y92WLiC3RF0sOr5qTeOtJq6Jn4UTjM9u36aXvrr7h2zvZ0cUKuzmGwCwqE
B01hlaTx6RdviB72UWjQL56j8WbYSp+GCb2hPAPBbM3OGPc0bv6ijdeUohFNTQR/Ylkx07LhOzk4
2UKhy8zLmzzwkEOPjpMfbMfloZSNl/oDwiIZ8iawP1cfwlHqrl3Cb3801dWecxaF4dc3jxHzhTVf
74RPzXN8NoFAPblrR6lAtc4pmxA8uCIoLys1smtj0zUfG20g9lA/de3XgKjG+jrPRc/xtoDJOc/j
00w+k766N796S1bQ4DTpb4AIZyC5pFDjNO1ws9nlmloZ5lN4RuXer8Dw2ZCp7jxXffD4Byc0YUvK
ja0+LvVgfpRhps+rmGknB2SXUFyYL4UySHKW3SPHsQ5ZNhL2PBPG3ewNiHGDMEhJqFlc/KqSNiNh
WJmNMgZoyb06H/j1CyKdyE0+p3zeCAT5Dq+FanaBaNvdGCrua10X3RL6L/ZjwGnaoLudZH71V4Rd
eNARRSshTCybqI2ObMbDxWcbaum0zfZFtzNKWoTkj9Je0Z22S3ZwjOw9y0b7sAiMVIuY7K+sV/xj
P67XMtDeSTCmfcDqLk4lyrxD1+r8sVyoC8R69oxb2es5cbWjv0f0lC2/m/sUIWKFN6w38jVCdocg
22jjK/2N+Y0QMbf9ezQja0dnObSuXh4UyerRkeodyz27hH1QrQ+T+irbbOErnLhHIAr+LieruWDd
8u/hdBLML413RO7VdexpS9quXe/6jIKTEegR3Y4zH6j6rbdbYUxpXjdNMm7j9u7kIkhFHTiJ467D
E35y9dzPtdrPynFPIDnxlbE3fMi52ZN4i7VqNaUTkbiSlIVhTo8U0imDD44bY6rr77LFKnfS9u08
pqHN3922KhlrwXJo2cio6UPSr9u5Wup9J3qSwPWJRng6h6tAmDQ0Z/zlfFqzqZ91tfY7Q6/yWW6E
xoLcnr5DalQU3TZ17tfO2wVrxj/mkg4EZ4g29hb3lT86nD32XOyv9rcgRcnnOeqDn8nqa4OL9zK7
5bhnYciuatLi0hD/BDjhRDt/Y+xhtcrxyyJX8Wm4Q+jz5gxZWmvzdeK3OvDpuo8ZHtenyA97EXdq
kru+3fo0W7AHL0a/W3HaXCwNaswe7fWJQckVhpzrpMFaNQ/K6ohClR2ZeLsPi7s8Cr0jODTO3sqa
zgQXlsft13RcLOuYaruPbgaaUm9clblhCtQw38aCGzzJOu5BXRFQ2p7s8VpYer3jBv0SOPV6AKaK
otzKp/6aW/NLt3GvtfutT7QTfmnp2RcFD/vXmhyvNB5LWpGkIpk2fISh8+kV7XeY5QWlAEl9FVgD
ZQu/m39Me6P1UyJdZVFtxpS7KgZiwR0DWp/5xw4y51C3XnFyu6hjtI2WYRbbee6g3R3sRYGB51+j
QjWOq5eXx9DxA7ykzacxr2RANxh1Rz+SaFnlSi4qZNIx6LDoqaZr6L96mGd8eW9lLR2uQKqHddiW
ZxkAqevo1jFyR8dc1OV8KAvjs1rCIiGJ5R29jtZJ+cuOPEBNzC9ViBmZpqiTOjmLA9BR3d+SX35Z
DWznyu2qUwM3M9E4KBHVex8e0ZWLrLXz7oXEUQqhxT5asle/Wv5I4H1pWdfujkAEw4Atj5TKnOyx
LcOj6d3O6KaFL7Hr+bW87UPVPHrKZ6NEjER4xdqkwdyg2GDUk3rP6V3EfmXcbVWHF911/nQsyAm7
+0+BQ3L0Dnn/YDrDeGujU731mU7cJj/fZRi2dmEuohuzWv/g125Sq9MUe4ciZO+aGnZb6nZVHXDF
wU4Zfkc9JDZM5qSpxIbBcnXMYb/IHi4fdYrd6BECHSLSeExaveuhRdRnT0B3zCwwUkK//hOie3WH
P1Pc9yQgPgrZbj/22jbPtkkQIxgn65FgR8lCNDXU240Al6Mu3jxjYOyT3B/OS0KOKaF7UpqGfcwm
ozsbETdApN129TBWC1kiarY9bb8s6P9ENvOxxHW6XUcI62jRgiWnLYFl42MiHlxZCTlYto+5dQ8r
s6m0uIzuXlCaOy2RLY8rQkiaO9ZwhQvOkRIhQTbM9aWqZhuV4ZTRds/z+WkieHcg7MWONVcZIupV
P/dmW6Wc6tdjlxV5YlFrvwpp5gmxCSo+mguOTz8l/h9SmxmUJfKojCjROn/CMaPQFlgGZcRyM6K7
eeEgPudFdIgI2/3t6bFyHd8IOtm63A1aNq+977bkDxW1kGRCPJd6fm8fmCIww4sIS9p3FXeLm3Id
EEAwcClJ2/jegwxG9koYDyO3iZ+BMv7t5BYSQ6uvw5+gCYmoTeR2Mjqih6ze/FvsiZR+pGye5l+B
PfNyVCXHYv0TkUw9twbjhF1J+VB7jONkhS5eNMEpClJ6voyqIwiRRa2/x6w4xxZyIH4REsDGGqmb
geQqpfiCuEFeBY+BWRMpMbQdFwtpPk4q5qGz+3eKj4jcWky5W06EfBP6L0yR+k9kLuMtd/Dspaau
dYj6rT23W7mwn0kuJR0PqJL+euRGZCeWU6tzNDUynbgYvW5yQ98w6JF9CAtqJHy08W05nLWaGQYI
CrIci+3pQ4j39bbJmuhLa6p6yh+yXVAv6ihKTjOtbhfkFXQ4ztus7SMjG5rDq895JuKKJlYylEuZ
bwXl4bD/UJ677RbWwtgv5HINJIOKnIh8xJwcHxAm0N10LNSlONzGf6NtLDJxh7Z9p1xdPy4DsY9W
4pTswR/tAode72YhCxubab4uE2FKoKLMzNTcSX5NYPTAKv8xsMSTMPvsYDYF/bja+iBIMxVJyWYY
Oio7kphtD82cWaexC0hwublTxG3uu08OprnrSmKOZ1+VSc97RG0Ho+CM2I8JK59KvoFXeAYh/MZL
XtxmLuFTLsn16xhBHIjt2V+p34SD2P1H3Xk1R25r+/4LHe4CCcbXTmJLI03w5BfWeAJzzvz090f5
1j1qNqtZ8qn7cOyp/WB5GwIILCys9Q9OK/u32Nb7331+vo/sjldxxOWZFx4yHmPY3qupHR1rJIKP
hePjgNvzzk8Mqho+ymwoWhFzqdf/ZQBtP6CfSR/RD8u/aywzeA9EvesD3N6rytg+dCqmd2XYx+fM
setTODnDH8vwOAsON+gd10+xxyc0prna46ah1B2clDqa/CN0HOJyHSaUavzxC16G1p768M9JtO2x
kyArhfTHYI9uu+LqZvkd/3ralgCMjgB3sEQAlNLDEcF/gzopFA+rHH71xoTRaEz7s7W64BD1YXBX
cgKfRDTBNmpF85WWcXLMYxihE4/Vsxht8z4p7AgkgZd9j+PkW6cKCp0BMUS3IHV4+fhNUfIJaoxu
gA2vlX0BnvdDDIMBCn3CUR4Ny4hBj2BWY/otx0HHf/CZ5vj/wUHtY57y53+BddqsfnTDOQ13kt8v
7dLmf/0ftzTFNP+jz+ZmhlQ1+Kr/OKUpqnD+oyO+r/PeFNJQDf4P2MjPfmiKav2Hn0heM4Y0TY1/
9f95pSmG+R9DNQ0HaS1bF7Ym5GvM0hjkBfnSFKptC7TpTFPXLFOT6oIcLGGsRApOkw/UsWpMHZBl
4Aqt7MT7pGVprn4KsGH++8XKvPuH2vnSmmihPW0KjWq7pZoo40lDc8x5qV5SC0PcyFPPT3hG7976
uw9f3jz99X5Lc+SSW3g9xmJiztjpAKhi+z7eff3+0d+98XYbcpQLJvn1EAuG5GgWKZBDhqiP778+
fnwXHd5N+28kxluU9ZkJ+98M2euB5rm+oGKWOt6zxshAD85OPXwMDkwGD9kNfvhCMPBqGGNByPVw
8ISPzmeJvR6AJv0JsHVTcDIJX5ZGy1rSsrZdB5tUHgYi7YCHG3sP1YqGdq3U7+PUAbrWHm5vl40v
aSw4yFQu/u8yT6e3b5393RMac//DIRYU6nIUBsQ3Zp7uvgf7j83uSdttLe/MTH/xEdnxmi01y9Is
RzWFs3SAKKgCDTDkmzvUyXuKYV5wMEMpd6WvWO9ur9ilrID5PJSpmlIHnUAUWYqr0V6E1eKUzZ1i
ePlH38ARdBoit1f8+L53+oaaTbnlUbUIJLqmqVLQezaowRiEkwXBPR71iIKXkbowturTBJp7Rz5R
ITQO0SulWHl3e47PalAv13MeUNXkHEx0w9DnyPryUHhKVIID1BgwpflDImke9awy9/B6rUNboJSO
RZh3R3PGOQZNaT0YRlW4NfyyfexQevTjpv8BMph6D7DalpdxZh+SMBxopIbDRLPaiz7w+rIpPKfO
I4q55q5Nw9z1K+pExdA1x5D84Ix/Rfqg4FV7BKnE2xB+ycnQEI0Anh0czZhi1WilybHogJLdXoNL
ajYhWzd13bI1QxhCsymUXy5BTuUap3bHP8kC2z8nSeCH0mp47SgG3pxSmoYphaRWugxzigGfTmDB
NpqpBiYNnlGltNXGKMvjoTnkKZblmJquQxBaOvVAuI2psaY6oCWn+lzYmXKflMb8qALCcHvZVoZS
bQ2HBm5lrtmlGqyGRh1Wu7QDRh9ibszIn8a0aY/2pLcfXj+UY5vSwE+G699YnIo8He08lEAVyMh5
y0HJPJDIqycAZa8zVGAzQLnh/lZ1yedSDW0RJiMtm6jRB+aJl4NBc7uA+5NA4bk9oWVokRISsuTs
sRVIT5bWF14NawWLvJYeq6r9wb9tCvZVood/aGwR1qbaKv5y6s5JNiL0vMlennadPEcHWGJY4ON1
KRezExpvlUbvPDpdPs8NYHXVV8AxGHaCyw+/NMgnfgvJteA+q9hWbIy+DG5EN1Ix3RQ2dHcUBhYH
LU21oOh0Wi9qLCg/Tn6uGu5Q5+j7WHC3PmidQxHndSutE0rnI0cGCIPGeVadeHHpI3zBizBTTCoK
eegSdf2vhclTB6SIfJiAwB/9MH+dhgjRxNDhIKr8RWDhSC6CqpF6UyoNG4BGBmwO+nb+CAg83JCU
WB7A51Ecslipmbpgkpdxi24xTyXItm7Z1OmDmlJeoVnQnOJ6UDaSmmWIZChNcEewmCo38DJ58DtD
HQdesi4QuOnQU03ZWRNoyNvfamVCkEYcQjG8Dgs/ocsJRTl4rCnICrfPkJE4ODWuWgiH6RRAypI4
tGHpdD0cd7rBx1IlSt6mPU/6xdZoUZcaYm32XRf0EHJDBg82JMw9D/7kVXbH84awdPJ0muUGt7q1
jCpTqzR5YFAuEZ5XPRleUt0JwJMbqfT1V+JY23hD6+gACFUs8i/FdoQPGmZ01XRUTpSlKlcps79v
f6SVQQxhcV040tR57MyH/MWq1Q2bzVGoBxS5is1Nn0P+icKg/XN7mKtYwWrRGjFoD6sab7vFXkAX
YSh1NeldhT351mpL740mqvKxGKGr1uMw/rw93iI9nr8QkG2DDIB72ubVeDkt1Uhg7o/54JoZutJm
3EA8lDD9ojRFCMfp40MDJf1oR555RpYp3/h0K3vRUgXsYO4F3o9i/vmLVUXhFTl1retdOrfK0StC
JQQ7AAE9Kc3u0+2prnxBiy3PESMkCrSwLsciTUcitFOp6GQheLMxcbS946PesBF61+YkyUEEHD52
v1xsR6+oZRShpOEOo579YEWh/YAZD1EcYrD8fHtWy+cwusroFvHhkHUQEpXIxY6pw7YJLeRf3M7v
pX0KErO03wnFzz9nvqI8IZWc1t+i1LE/9vSeP2R0ce1jGQgAXbOCUrQRnZ9Vuy7uWpMmBhhf8O2a
zTddhBd/MCM96oVwfdah22l4+jh3ipVZyYlOjg7zowFPRMOOpPdAeIeGGwdmV+z1SCusu9hD1+0E
NRWjSJpuUXIIokb5TElyfKcNmYwOt9fv6gDw61ozcsNUuaWvlm8wrQjBjml0I0u1fmUenNZ9oLX0
TyrNeOg1H4pqatePLfjPoybGfiMaL1Midgi3r62yY/h65vJhR8eiMPS0HN1RlvStwD/u1b6DS52m
1Vev08M3GXPf2DRXW5RBqdxI1THg+BNsLo/CBNx40DJldMMw6r5Dp0javR/XubdDXqTesiJbHU11
hEn6Z6rO0hsRQaSh6kxjRCYp7M6UwWtQDXVp7TVI2Bvbb2056eAROjWOnr3Mezj2Xt82HD4qqXMX
MaVZGFEGdp087I+5pQ3HAa0ffePMP6c2y11PZKHZIDSH4L3I8QJVBmjCD6M75YihllOQtHdaI713
MkTcYx+JzE1G+s+FFX8Rfl+81QdElTOkbxB3gxU/dOEjrhUYLWJZ32wJ0V7dKnxv0kCbboygcLZc
FYV2JaQEsI2jDlQoyGpkf1pf6UFmNtWDFMnWy2XtMzgUBQ2bFGquW1xuMM+KQpS2UuEaiZns4zRz
HktZ558ACKJOSKP/DsF5ZUM8c3VQAiHFTcxSyTcuBxWJ7BQj0Ca3THrAXBmGbkeDbvZfNN2CD4EU
eBCi9oQex+0QsrK/KV5Iqc05PkXaReVrKDUeVU0o3LCHbb7HL6RWjonX2b9MPu6X24OtTFKSk+qG
CQSJTGFxYSuD4yWxZY30ioTCLmqSZGeEZvvUBzU4FbNpd14BWPv2qFd353yPkTFqZIyqAw/qcmnN
TuaJrMzJxbXLLKBM6IjgiD6C9/xvBiIazwtpc4VeDmQHgZQJFWU3jUR74EEVu8kA+//1o5icUyal
cWUuS8g0rpCChLHoNhPokoPhAVA6qJZBq/f2QMsqL7ezgfQJ5TSBIg3vokWkzczEAeisqC5wPjEc
weUBsy8cnQ6r9OflU6kDfwS7pNsHuvZhDrpDq2GVBbDy902fCAvsEF0dN7TDVwozkp/Pvx0GVBah
mYLY0jHKczyYPGmhQmmwC2dGlkIaNvVg2iovrB2RlwMtPitv1cSj56e6BnQAQBdZqYhdMZTJB8iB
sOpvr/rVc58Qp3Ndm1znJGHLA1mWTZv3cUb0UYAY+oFUvphRoyGKPaR/IThmvQ1hAaOCLUFw3R56
JZ3A7cW0dLA7UjjLe2D0+nhMLGIBojzZR8OeQDJWpQO+JkclbZc0jnjjK954D+Wdhi4clddZvz9/
U553zN1U+V9t+VDB2b4tHZDQrplGkHiQea77+xCTKudVIqrPA7GzeX/yFsfFdFknzsZkwnygsVzh
G/ohQUvtQDM53Si3rVxdvFDIkLhbxdz1uQwItWz7BtiL5XqGYlK7R74YBmMfpj8JRHBX6snb8mJa
2azWXCYie2fPIqx1OaSGwEBRBgnmOkpvHSrfqo9yHMU9T0Bv4/2zMjugtmx/MmXe5Mt7kszIBiOq
6pShmwZJTj97Jx1P6SBXpEW2q3Kr2vJ0eFZGXaQqDo8GDZwT9ujmsu5r5Nj/qaoPR1mbSutUjxNs
/QATgneVGpQPUw9Dxi/99o/eyD6dRd7V9wgXmflG5q2aK7cKr2nKjeQJKiu9CI4U4Y1UIHsEa711
ZvAA2QgqFU35XhG+jp4Z6usIVBlwiu/C1qmQZAM/8bPxpYNYSNyYwBY7/JqPZmjHnyM/AMKGfgpv
LDgJI5yEpArsYxfJ5nMGZRuebuhpuPp2OqqkIpu8vyBVJ19UJUyfRDDU5Vc5xZV0nViFt2hafbG3
awlJuqOwZd4FfuEVJwVqiNyPmqL3D0FcNvZ+0sGh7J1uBEZpII33q6q65g8JaJm/CTSgR3ugPvHn
Eky/wgZuLOsIcTb/YLQdag3AkMS0K+ra6lC4avSfnWP34z4U4Gh3ZaayJP2IPlTrwEzaG/oQVwfA
Fop9GjgZ4JC6aKj2aSy9t/SHuvxDJG3DO1iyQ4RaoQZnnGRUImWv8whEiL60kd+aMn34jgqE0ryF
7lc9giSV8c4MjOp7BL6P35ha14/ay4V9RqCmB+mMRMfnBgbBx6KBTr6T9aR+lGGk/B4rTf9p141e
3tWd7N/DHYTaEA8whdEO0Jzx4MW87EjDBwOGsWrOxEo0wN5XoUBvbpwa511TFyoE5sz3fgZZM1jo
8nvFUyM81K6YU/cpR3jNe2u2QP13hhkJXIXzKn1qM7WAskU9a9hXsgfB0htZ+r0XtCTuZG0nn4be
AB7qlX37C4L46LsgC8EOpmodqHsDjNRPG7Qi84FAlT0EQArhb04DMEs/j2mJmHqLRS8Ugsg71SnY
lVOY8Sp9L2Astbs0K1VE+ruhbvd2IoV3RoQBhnCjiR5IqexisORpoLlxVeTibtAcqAH5rB138Mse
9svQxfInoBDDwSVHhTyAbkWX3ttKkfwY0nb4SQo5nUe8HaMd2jYVeFOtrOSpsgfvb98W+d+6bFL1
lENGESDWhJId89FWviq+gIKBOgdCqKQRZBGt4Ndgn/lHpBCRLQMA1tfskIE+W58MgAl9Lsk//9XF
Qz/UUSm5Puv5Pz1S/UQRISy2PCxW7mmHe85QLV6iNqWZy0AbycIpFVhArt7LKthVIimRnQOn9rWC
xIhQl4EsINKRQEG9rgE4fvuuXgs/BhekTr1NtUgGL4dPgV5nvSg0tyFMPlV0LA5pkgQbo6wk7Lx6
5/nxPKSNs5jkMLaNzGUKnQAP1HzckR9w89uiBYuI4wuMVOSdrL8Da6zzP7cnuHa7cD3TF5M0crlF
Lyeot7k/pwqaOyZRCdkmxC2rlmL6ADjVuhtq89vt8a6nilQCnUTqPrw2teXN4hVepqhBb7iwrCB9
BIDtwr0Dhqt9UOIJDh8EjWk4BZNC+nt76OutZOnUUDSbGiL9suWdTdNJDUsFcloxAnE85oDz//bD
WET7UvQIeqS5lbVHdC7tHq2qwNl6e66U4Sjc0qqbHy28zZYPl2YMTH2En3Y2QzPw3c60A5SRQ9x9
dtInzz42POngFiioWbr0AQrl1OnYBhP/RfNJB1YabyzJdRpDK4+aFmgBUmC2weXXh/pXygFC7hnn
VvrQTl05D2OtGsARQ/vH7eW/3mmMxVl2aLNZDk+dy7EK3yizXCQg42AYwINGqs5WtfYx0HvnZNiQ
x2+Pd73TeLMAGWDJqVzr1uLodl2ozzbltmuHyJ2DCLJ3yJCkjzICwx3WsQrEXNYbJ3llQecCoWUJ
5ggcYzGohMgOtEo6LpE7gXnVoPQ8mtPRb4XYmN91aLIsi4DBnjDFdeOk8gPTaozacXOj0E6K3sb3
wGO3uuYrX82iOeNolGvpZC/zL9WbeCwULaAcEWGwWXnKX3XQd8cQZQZOqRpsVBE0jW1wmXqSydNP
ozfIUaEaf7lNomHCjpdXG7VhDXC3DGzCH/UMWT4MfSnf52XWm+e+iVGe6FXP8+6iQA3eIsVuvQsV
5Hl2dj/QWoy8SvnojTAKD2ot0+Qx0nSIip4Mp/auLozmfSSaznuyoHF/a7zR+TT5pEKn25twZT8A
BOC1R+vONtRlNxu5MVJLFOTdQWgD0kaqVwZH6bCBdrDvMBj6F8PNEAeor8Bnly8hpYaONoH8cQvk
JxAvy7JUAUFfVh/RQsiVjYfsyg4EcEQgUjUVFvmyrVCOaqVYgerBE6lJL30UG1ozrTawRuujgD4A
akRfZtmTcdCinXmcnpubCjKvCmLW7SekA1V7Y6CV+8GWtkZ3lXtiDoiXOw99tA50e+G5CJlZyEbT
eSL7s1Hpr1sU8SvP7I+FPQRvwnGCDfH6LzeXA3i+su3F0uohoV6MMoXmuUJpwo9kRI32NY5k9gnI
tV58fP1glAbBePKGBTC2qEb6te33ztAprlIhItOVEaYXeVmKc6c64cYJWAkgbHzqu/R5yTKuYDfD
lMW6OiqunyBIg+042nC+1p+aavwbmd9uIyquRH2aFeA+qaTR8F22k2FDN4OTqkCkQcC81QTup+Zk
Jm/qOIEShObDGS0Xc2PnXFd0wKlQ0ud6p5wjlldb0wUNZDtDcbUC8vDOT0Xg7eNSrY1ja9YDOLy0
NxHcCLP+h6IhNqbV9ai/urSN/hSYCkAzGrWlZRkxzgYzNcxWcSlcpkjL5h7AsM43+v4kEwQ3D5Pj
+/C1EXf86/Z2WjuhFjjjf6pJYGcuDw5HMejaOlXcpJzMhzTCf8HnObsxv7VRbM4m/S/SVYqSl6PU
CoynyoaipcdjYCG85imQY1untjYGWtuxuFWQoNH6pkGxmI7ZOYhLwQh1E4tqUuQ0cCXC7pfuU3PF
sGMLfLt2RXAsjDkrove8HK5xwigpkOYGEVPrB13mNe2nBsnuqPsXh4Me+tx7BZbGVlkUU2yDBrfW
Jp7bxg3wsNaO2vciSHWQjGmbgkjVC6YXlY7z+iBAPHX42wDSpV8FAaTwUSlmjlCZGpeyLFou6mR+
SjrqMxRbs+PtHbmypqwl961Fj0C7ymuNhKL6/Jh0E9XASNtTUQgLbEnxEZX+20OtbEuaLIRRAcKe
IuciraWVn0kVrjWcR7TpEy0L7lsTYsjtUdYmRApGNR7oInt/sfnx/0AYikwehcZkeEBUpzni3+v/
dnxcL24Ppa5kYNwNDoQCQprNTrk8aBrOMnBCIsfF9zI/69RXTsOowc+rEFTZC09PDknjZfvEb0Hp
1Sj5Q3uzv1Ry8u+8RLE36p8r17LDW5GANp/+q2cbthdYnw7z/V8XMY1CG+3NHALavU8dbR8qfnIM
K5OMjwut3FiLtWWXkkYBSGfe9suYGgIfs1CN8Vx6LVX0pjcH4FB2poPKNZVh6Db20upwvFEJOwTw
q8d4KMOizaRBtqg4xRmHA2kf2BL9u76Al7ox2EqYc6CFzi0uW+egzL/MC1xN7yEnYHd85skCSq0O
SNmR8cidB/hiVyfC2RhvpahMZkpnEJCyxt/LXNhUuj5BRcJx6wSS9y5tNJnuWy2AmzZ6olJOZg65
94Eyfx3fpX7d5QhHSZQLnXQYk40D9fzYXrwz+FWoRUh2FZfK4kRFvV7D5Ec7o456rB4cijDlfZWn
eQAfvKLcGiSR7R29SekGDITi+KFLo+G3ie/Q16Cwc7QWkANB+W8II5V7AeeGO9G01v1IWR0teA+N
muPtk7n2xebs4rk0P3cmL78YPoL+IFCrcZ2oqn7jrxB+E3GcfwMvh84JdnWGtrH/r88eTzE65WTF
Dk/aZSiwOOdGADsOUMDUl3d63anfPMMrxQF0RdIc6yKs4gOgHP2vqa4dbWPLXMdWW0haZFwdYn7n
Lu6rFpMT1HjgK2uFrBykd1DKP8WoE6kb99P6QDpgR2A2M875cmUDkL9t49uWW/q+jSRBgoJeow8b
07k+3kyHWwLAGsUW9tzlKHXiV2ac14wSIyCnTp1+SKssOIFLHDa29+qEeAJBfgKOCPDxcqhghAsL
Ttlycb6y9g78ALfQunZ/e0OuTog0gsIhVR2ysstRANmKqR5NJJAtJMJqRy33VSfk2VKq12dJrB1P
aYqR6gxIWnwhTfpGOBQ9pX5CBe4yYoSrGQyIVuXqv5kVYtP0m2yuv+Wmz1Be4TJCMHgKhi8qYCGA
2H0NI7foN6626wM9I6wsAZkF+AcJ5+X6hQYow8kcLIBdeXMO1cw+CWQC9oODeGoMTvrVAYQ58TgC
ACuBky1rK14gkbajT+BmuSnuc4GLUZlM9TGTdbdXTTQBb++Plfmx2/G4s22NP0seBFKjUKCjhvBh
ReJdS6v7Pe+2sn7jpZ3xE9HvSNt4ia3sSDgQgDcB7M0spcUR8/umiqHr226gtGj45H2+o4NvIRk8
FhuxcW0oPhzJAammegXnspq8AT8mbXfKJvse4nSNfjR3RaZn3cZQK6eZqiEHeU6B5hTwcp/EDiL2
qKfaruyo0jZVHaNgrmxZ/659rRejPN/fLxIC1O3A8Y617XI0AF862kjPD4WB0cZ8bkhN81/sRjY9
FXGL0E7SczmrnvRtpJvLt8qnDKX1HMs0E1q7j/TYSUf79vU1FpvyCkBwh41BOWkRFBWUjajx5bZr
dZ5/tGqnPZkA8mZd+y02yfxFLrMLisBwX6FVmFSBncVQLV5UJAQZa1nhdNEgzXCIdXZknE7xfuql
cAub7nMJU+FgRJX26/bBW8nhGR94AlUQwHX0Wy7XtkGPIJAma9sjEo78L/a5vxEqaHV0dm0r2aea
WefvxjKu+ju70nBodAaJ0o6p1fcFJTK6zT1SGBv7eCWdIBaA8ITnAqZqmXNlSAK11SAt6k7GiIGG
mauPERYXPxAWxWaRtjPOiLbs2j9qadACvr0oa6eILhdEF0psMAkX+y2dodGlQ8JrVkp9GBI0V6ER
K+fbo6yFBTaXBDcGNZL/wOXKo9GGi41C2wFF6fGparPoGHUj8s9D8fP2SCsJ9UzO5qZ6ZizxXrgc
quFITRR4bBfIQ/cWjWgN6zf6HFjzZYn5Tc9qdFEw3ZxF73hsO2pPt7dRtppIK+sKRdK2554eD4qr
LE2GEoLN6LioG8dPbVxgyTNmr4bmm0yWy4RulQO6cBnZK8QJkNlSHdfLotB7ro6Awh5t/O1uL+u8
aoujOwPToVjQZZjLTZerGqDbBK7C91xIBrl3SBC8LfFJq+LPSeKZ4X0fJeWjVBuxVbxfib8ar3tm
B4/zuvMxVnTeszxhfybo7TWs9j1uOP6j7lfNPkOXYSNHXN0/M94QaB+rSt/5cqZWrpEjxipVEl12
35A6Kx7NOrDpkdA7QJ1mOBohOSp0V+eujqP01GOlsb+92muTpn3A/kEeQEcu7/J3GPRmmmpMHty2
MuJvQ5TXzp1ppRHmd5nEXoh/MMUbF8/KESUFRy6Bhjv36vLioezRy9ThorMbq91XU4C7bu4Up6ga
838xFGNRupnDMFny5fRwqmiz1gi44wAyfEpCR/+NDcasU5riwbaxc1fCK1jV/x5sPqgvLnAh+iEz
Rl4xZhsIfa+QhX9rcTU9D8DHMuSUfPUdYA8bfT8QwoN7+0uuhQGeG3NjX+eDLqORRu9RR3vXRpuy
z59CPe7fwBTQNlLmtW/HG2oONNpclJl//nKOMflE0Y6E1xHLWF2GKLKOJvLjZeFtLOfahKiU0kIG
KHrNmtEDf5oEUigIQEXlOUbI8mBnMv8XowDBnF/XcyP3ChTQRHDssth0gyQN7qY4zQ9TWBYb+3CF
cmMjb0dY0WDA0YxZbEQK2EMxmSmiymVSwLVT6w+jRIiPA05NT0dJsvDGAN2jITzUBQ7EClS3N4DH
aFrqrXIQCu4RllVWT2nk4683RcbGl13EXQziNIrT8Mx4KlDfX8bdctRzqFdmf47qrnnn4/R7Gtsp
/4ReWvkG2TdkSUPx8/aeXR1zLqpSvqV9sdxN4Zjjcej1/bmTtG4O1VgnqK+GzSHEZCo/FrrACIIC
JEjI2wMvwh6T5ckgeKA7ArbF1TZO8yaL42iYt5WBQivKGPtE75Jfedrmv2WEDN9GnF1s5n8GhApL
pQ8C5BVgtdKGtg+0ujwXsVKfJw9HgTQO6w1qzfooFGlnZhfghEXygyBvjjBTU57TfEDi1xlU+70T
mdrGZBZB4J/JzNSGWQ3i+rPhD2fA1G6qM67Lk7830Nu7Mw2MNg+B9Ls/tz/VymBULWG9o4BA7WGZ
NuZqOFplGDRnhMeUhyaIWsRdvfRpFEW4cQTmy+5F6jHPCy0ekqkZlMMNtTyk2PHUGW6B56Koy+ZX
FgUUNzQUm5+yIkE+qgsro7vPcDZ5B3ckeRpHFTGw29Nd+YTgtjl+c3glTZ+PzIsAi3geFbfKr8+0
wNo3VDQnOvvC+3x7lLVFBefh2Crwe0jTi5naIVj3EGTJOYD5joVb+qOK7PSIytZWz2vlpM1nmxoY
oJy59HY5n0E4faAOVnXGbkDctYON/bej6x2yW2HX3jWOiqnOqycHLgJjRcI5iOZlrarI/WaQldGc
KWoP7wo95jlrTg7K+bp/uj3UMoebt4xNU43nFFciT9rF9PTSIQdOjPYM8qXEZzkPcKXGmSsBvInV
3H1tVPnvLB5RIokh6RIHxUe02PONeLbyPdkwACX5FQSQ//nnL3ZNqslZTnZqEP/tpo8VttwpdpQ1
epqp3CIVrHxRJg13dpZruO62W2idmG0YtuewzsYHpS+MT17Zpjg21rwh9nWflVu1nushEWiQhE5q
9+C6ltOzkzHLkjCqz0nV58fBMI8mloUHUST4GWFKc7j9Va/PIMMhL2gyy7kPNCd6L1Zz6kmyAqSE
zyCbsO1BLgErsWzcGOX6mzEKUh1A8qiYc9ovR0myNqe46VVn1OWnp0Iq9h1+CJCp1LZ65YngS0GM
p/XMzcPbe/koVkrdC5xWmc6wPEt8diTPfGHlJ4q61Ub8Ws7qeSgO+0zs5C21DNeQlKa0qhJxHkSQ
uXrWfg37oj/6SF1vrN/yKy1HmjfNi6+kjtKJsVkWZyMo+lPfeuZBV/QtotLyTphHsVFH0LiDHEom
iwPegVbkpmjVs0o2ku1iw/xMvYn+I4DtY9eo0THvNOeRzB/cgDoWr2PwUJ6jWEw0o5pBngIH7HKS
MfYZaRwX4qwhu3yPd3ILIXjaanwuz9c8ChV1AJM8yXjnL7YilG1TD4ks5wzawgGXBCwVxNTjkBU6
+F4Z5cZFu/LpuGbnHEVjT1KavpxVOylkQ/C4z5OfYFZHUS76WlWWHb5+M86tTvI8BuKNu8iHOsvM
RyUztXPctOB4PS+ayrNs/F69T1Fq3VIAW5kWL00W0KaMcF2SNvLSVMDgy3PRGTBeyih6w8e1zrej
07M6wcs0ha9FoBcQhoGszCTTy9XTINUAQir1Myceyfgwp8x/DvS8/lgWij3CHQjAx3mJH5wyvR4/
y6zUNK7baTB3vq5iN634oYpzqN3i2oajUuWyt1WAdvQ+vT3M6BHLaMKqj1ZmV77Pq6xRDp7qm+8m
2qrpcUoUqZ/MPg6db4Mjxvp7QHdL7sRIY+CEEU2g3A/e7K7eGLiu7YcElPcuxX98PN1ei5VoQ+kE
xC8wY87msio1+JrXTjE2gYGwo/MUYXMeKUl+9tVg6+OunJG5aj2Xphweuc+ZwItwE0UVfh79OJ3F
EHRfLPwKzsOIv0art8XvYey+357ZfMcsPjJqXFQwSUVnwZTFjW5XOJlMguEqJ9IEikTpH8/q7E9+
oed7NRi0t1ocp2c8W+RGXH1O/q6GpmBCaghK8QrFmiZ+VJclllFT1PrGQ5HpWAe3mfMBRpNxzm3f
huwRtP5bxGNKLG7b8lR3jvmx9HLtS990KW7L03C8vR4rXxrxkRk5hQbdLNxxuenTAT5cGOsTz4Da
QKKtqe9HFbo6RuRbpJP1oVAJEDyDiYeLpXf0qeg7xeRLNwJt7Lwqd7Oi+WOuhFss59WhmBdFI55r
wDMWs+qwCDUzbssgQGAfOsbQHND0Cj44Stxs9OZWNrCc30+IkdI3u8LXliMpSITI7rnNaU989snt
Pg0woh7bxMaRWdNGZePyWh1xBp4iHAOWfPm8DxQMV9U4m85qX1gfkFEzDkj1Yr7Z+qjfJv4WXGje
A8uNSzccdgkv+plSc7madacgZBw34zkOcGAaNFDRHd7wO+TK07e15f8EPmq+MvMmGION4inFVgGx
uOz0O0GARJ9vEIAzK//gt7bY17JESKZPwv/hUPP18yICNTl+e35nj+dJs6PwmDUjdttxVSKrnQgI
orcP3OpiwtsA800H+Son0FMPfszAYjp1r+LkXiR3qKMnf5AGNV1/KorPguRkY4+unQeNRqsOQkO9
BrzgXl4XfZuPZyPPxdPQBMldU1Th3fyk28hB1gLss6wLr02A7ctTHtUVvj6ZM5y5szw8EfISKBLs
S7QQNR4VZD8t9ma7zLO0jSrN1sjzsXn5HdFZiZQxY5L0lPdlailHjB/1kxiwfNIHtf3VBXiD7SrM
EDeGXkrAzvmkBHvAy58m3KwseTl2aRRd20QxX7WrqpybvPGAHoRj2B2Av2IK0KthQBOdZxH+roB+
z6OeBBAbTc+5LyIF7xWhl3oABET3MbLSEFbcaeOAYRjGcjRz+4ny89sWz5XkeHtDru0NqkAkP3AR
rtEuaZB66pjG4lwmdnLqHUyaiymhlzoJe2PvrwUuEgpIMNz2vDoXYVl0uolD24QhTlWOJz8Patfp
hhzk/Di9CYJ8vLs9tbWzNit3QGJkwKt2cUr1CzeMAAKAg13bSW9l+5j2wPHeoeqh2efUU9Rqr8Z1
8+H2wHIlZZ1lWIA1cNWTKS9ySdPnnhOo+55zPPqKA/IW+o/KEWF0bixMKe5m5Ix9ouUXh8e+wkfq
RNPaGHfDNBhf0VIR2VuzqmLtAFygiHdermO1W6Dm4+/tKa5xi1LTQFD1xiAgnWY9qS5D/OQkiqDy
73EcmT5FZSemHNFyU+Gd6LT69wYfdCTTRYz8Ov2pHJ+9EKmRDFXXjyOKJvpusssB29AW+fYHIWju
ZK/fAVRrDa5EbpNr4umA4ZiJ0+VAKt/m7d7AvEB5iOKg/y4LrG9OdduG5en2x1jZdTNmhj8oZs+b
4fJsFqIks2wUKvC5QNwTtvPItiMyYP+heuq+DjqKHv9mTGgodOPoACyR4ZVPdXjGsnDMLVQaR9XE
VpnYcAKUMfzVCWdjw63sN7pTXJVCkkMDDb+co4U5Y+d5+XD200nnRdYILdwbWN5vNeNWjpRObZou
yQx3IOhdDkQrXIYjGptn3ajL4I1IBMqQQZ0KCFlDH/vY2E7Tm6geox+3V3QlTM0Ct1AemeS1+OzU
RzUU3Go8a8j/4OluhiMWQh4t3mMHN+B1ZIk5nnNyqYsDnTTJ6eZleHGX6OlQjGgAjueymdr7jLRY
Peihog0HHD+kdjRlshWHV64vWhgIKdFlnIs8i+Bo59jUy6DE9rGrnOyxiXGSRpcgNkGzpT9MRXlE
SU4O+wx/k407e94diwRvZkPP6b9q4KS0GHocLbRSeJ6eiSmlS/BPjinsn/vK1qNzEus6iioawulV
hOND0ZXVxmqvfduZSjiDBYG4LaMlJeCU5FwlKjTZe3vo0zM81r+nJkk3LoSlWNnzd51JVHPth17V
MjuJVaPoM7/ku5ImaW+D/8PZefXIjV1b+BcRYA6vZCV2Uiv2SC+ERoGZPMzh19+P7YerZhFFaGDZ
MDyGTvGEHddeKzEoqsa1JRWHjlavBSp7zsWjZnWAx5GuKb5VTVVcgr62v8h5oWWwLDjOv7yCyryL
4Xho/Uy3qSPdvuwbzxl3BT4ZvPwCQVldP9QlWgt4+OxDSJQd4OTrjlqj7lG3vXKLr859GSWGBWnh
8KJm9PaWS6pS4o9jinB4/ewc9Hkn7pvKCe+60hh7b+yHWvMSJJPvLb2cGTkJi/krddxy9toxbb47
VdYXZ9mKI+NiWbXys5ED1fQiOF9at5lVZBX1oJKKcyaGpsJOQFFxDPIpQrDEcRLrX5PZTqToqOur
9+SH2XSxm2oID0yEpQN6MznqxQHwPQ4pTkXmJi3G+qGfpuTfUY/Ee5TRwt+qMHNEKAcllN0ysOTO
qxh2V5D57tFiD2UrPOSSOUGoIAYVcfYmL77ePq/1DPxyr0BnLuDTzamDjAnseMnqSaO7WP2BbRHD
r06LxIsaE+Y8y8DyyXnj3hzuqw7ZZSgtYGXzKKRNv626lvYwaRtPioo+T4n6HEHpGoBiK8I2s0rR
fa2UVQk+CeUzWb7+3KLm+vH2x2/4V3JC+l2A6kH9Goth+8NWykglo+5u6H4sYVsOzEJV+p2dWBZc
h20QzB9oM0R/n9BQRqEGCa86S66NJTJUamyMuuYbDgjOC2EDE56D2oXjPxPBwF63bcPrAaB/ZVdY
Mv11CBGBBtf1WdH8XCtNXwPEd2Y2h/AdHv0XNKeHUy6L97e3dcMfcJ8oHoObwmKt2TNIHa2+LSKd
rjaYOzeyMuSdQZcOz7BqET1XPWWqcE7vnVlHIuf24hsGCF4rqFxhDMckO6szHfK5QeQrM/2estVR
DuP8nMbj9PdmDhZ5GPLplKLKYi2/4o+bM8SqOaP0Y/ppZwxuqFpIfkVKsuPdNp7CAlgFi0J+Q3dd
fbtK0hoOIkyJieqknBwAaicPWg7bL+B09Xh72676ltgBckADFC5DZuze6otqFW6wWNJMv+4t5I4Z
XX3Q7RbxeMmYwfZYwID1vP1H73rtEEl2cpi1XtvZ1Y33uCBOOLn/4YFXv8EUprzwPFm+MSEFmyVG
+8GqlOBU2oPxghh2uNcY3vpqyO2Z9DRo1+JVl1/0xznaTWaK2oEnmWi3+CQXRn4OIbpzYU4SQDNL
yasnp/HSYWQqJERBLqhm63B76ze/2ibKJ0Tkx6yfSzrJ0xjBGejruaOfGPlilcRcZpyC/gDz5S7b
77KNK+fpyBStGQRYQHBXhes+ycwEUVhfC/LEdsfWQXuv1otDaw/V0RI6pFupHX8A+JAdJFteRO2p
90/got2eku8BhTP7HKNr+eX2Tmz9MOqer6QwQLzWpPsKCsn1IKOVDKpe/wA9v+LCtxXulDw2TCI7
/f+rrCyEsZCOxHJs+nKqhEfc3jfbadWXcdC/94U63jVDq+085Neu/3rLF+0SqoKAEK6kYDpLImS3
8bKiztHfEtYip1EWo3hGjwlN87Z0jNKds7KZ3hVN1JSPkQjS7lFNmD98SCHG+Nq25XRBviLov8aZ
pEvPulro6Mkh59S4MKoptQtgTWIkehjSD3AjmL+bVF100DQjHM/Q1I5f6OFIkAgxdo5ErWDO94B+
5nCO0laJD5rczblHk6odDmWdKMFhtiMj+GAHI7ikUlvqiqE5muGhGUx0udG71/dauJsPEroF4tv/
obVXJs8aw3hMwsakFAaC+ZQkBG/nukJYBSUGiBrdBlAjiqVTbF0Us0PQL1BDjJNhoUK3E3NvmN+l
tQNFEXpdzEDLb42DE3dK2UaT6S/iesfEDOHgTlBFwnPLOzZgw2WyFJVxg+nWpWP4dqnUSBHIAjDo
92Ec/UyNAa3zXDTHPKynx9xURijQsumOlr6xU9fYenMLqoFmGUaB5utq5bwCgj/Npt/M/bzoafYe
ePm9XtnWVtIDJUtcBjxpJb1dxcxmBMmBPPvDPGb/gnvNsWyJ9pJG0efbNmRrJSybQ59qQeGv/X87
tZmmaTme2WGaKk3j8jsoZ+0xboFT3F5qy5BQK2Z2YglWaQS+/SipCGpLCO5HPlraXWhI1ScT4ZCH
mKT7QR0H4xt8BTux1ebnkV2R5L/CRlcbGSajliYxG2nBsGYdJYKw3IuNXhw1OU12koPtxcgLZGp6
hMmrx6jXMFoaCGr4MTKbWAYIa0JJSS5GJ/SdB3C9FGkrc3f4YWQ7mDF9u5dTHBspas+mjzrrfF/V
E1SzgTF/FDP499vHdn3jlwxZM3nUuNurZ23oZYpRVQ3fGEoZiTOcfJ419un2Kub1k1YWM6YsdKt8
2DrydvoogJM+0fwBoi3nPNK1UN8bkNxG9/mYF6h4yE53v9yrn4WEqm1j41bvU0qkn5ralD85OrhC
r86TSuldBbGfyNOmEU3dToEYDj3aVqkPSdDaX0bLDAtXidTi9xzH6sdeoMxwCkpTp0I5BsEPE91w
ekJGFH5WFanMH+waB+8mHbVHt541CT3cPjB/ZF1qaOe4ntIfljHaqWtHkvGrjnrtR40mwbsk1+1/
W6erSo8Utmd6qleF7DqV1ZwjR3TWp9aaKXGl81z1H5oxS4r7FBGA93NhoNsT9GL+aaNUkV9QZoZj
chqABHnyVKmfBnPSwCBVoHw9kF2FAlNm2kRo2xeD5oaiSH5kCKhBtzkl7XTAluqPqZBM2dPyqpXv
1EDKv6PAmMtuh8rozCyT1pk7bnwjWabxjgtfCLE0KhyrBxG3sjy1aar5RMFzwwlmTvivXEV4w6HJ
FP2xF9oAjiJNVKj0INW0z6lqDc+4LOUFgSZ0rm7fsldlhreBBe9ySSMVLjODI6sCWN/2Q1kAzSFk
ij7ald4cE5r0l0yjIl8/2pPVHrs60F0poXVVSrpziPQoOWS1ptFjkhBxpqr8aedHLduw/lEUylG3
WGj1ceRvH/Ocl1U9ZqXq69nUpYlr2lLxEBdJYHHbnPDFQtnUuYxFrMsuIsZx4uWOPCP/VcZtdpeL
fExOOjLaey9/Dbqn2EGyBsCOsU2wfFRI3/4w2l/gTKdS90cE53vfmQKRHLNpQDx9cuTuO5rL6eT2
DZwWXtChxupVNLLUxtUbKf+i5u0oX6R4XgTBLSWDETJt2++056d3Ilb6n7e3ccNOwboG5BBUNdHH
WpTDsKYKtetao1meyx/TIpRHb9LMaa+Y5lyfFgV4kMVAf1ltTSjed5bRoiar+fJQOF+zPpQP4FrE
O41QNXeROUoWVoghq45jkyF8XyVBoewAA65dKd4F1L+xxAfw8q8ORrLVykxRf/MN/stH7prtVnKu
9m6ZI8R+rJCJvmTAIndSga0txhHQ1QEcD8fbatkYnUmraWeKX3OvnmA2Tu5IHNSdR7rh22BfAA7A
mCujtes4IcjkUpIDW/fpAlRoOjNS9aNzRPgefi452fE7G59EokEoSUF6ofZZmSii+n4s6kzzS5Eb
/sQ8/fu5TcKduvfmKsvsCohVevPrvLka7CJJrUHzCSvDu0B2ehfCimqHe9C8vpkgN0DrMYhiwri9
Mm7F3FqBNlSDX8RB4Px2BtVMD8wV6JAxNTzAx4Ke9c6aGzdRh6mMOTSCg+t+eMH4v41Q8ugrldZ8
G+QFndJIlWv1ZXyAZjl9mMoq3Tm0Vz6LlcXUCX4ofjB/sjBevDVMDUQYUTxqvd+nQ10/5moFVs6q
I3onwJnqZ7ZHUn3oSZFMg1qHHrdpwaEdGk0kvGQ579Mgoqo6xHmeKIdwbOrw3cic2+chnulzLUCN
RyurCvUYppFQPkUhIY8LGB+iZCXF4H7XojJKvwpc1XepjZTyArcxitlNr8bWaYBvpfRyouvwQ2b3
uekyI66Jnchsa+9f56EYWVs4RlYtOityUD6o2tZHi2n6GEgQYEP8J1fAWVr1NMKaUx1GpRo+3Da0
G9dsac2B1qc/Z4AcfLv5UVFpKYKGna+Mg/OchcbsGaVteaJQ7fcYq3bnMxersj5sapT0IkFeU0Zc
tuGPohMlsI4AGiB5PEbG+6FQmh9FaUfeEBnjMarb+ccrEe1cNMXOPdt4tuSW2CD0i5bXu7pm8JIy
SlbTA+30xnL1Sm3PBqyX59v7ueVmWYFXtFgH1AVXwXw128lQCXP0h7hLy7sWyu7mYiaK6ptigLIq
KUrkgyvblqRD1olovjca5lE/dkpAz7DvtKD9WYeizE8Yul5+DpB9BfcDtf9nVZ4ifef3blw7rCV9
tWV26XqgKBsGGCzrhCYeXAW0h03xPDFaTCDQamnnxnWQ+SWiLXsak1vrLoKa5MPUdqHHeHsPRKLF
vT0Hky+VlrhkXRu/1+ty9Po+Vd7hJhsvyur4y+3D2bjsr7VxKn8QLYEkfbto348mpyNGX7NncUCx
JT1Udm8fx678EiB5799ebuPGIaRCcxb/uhCyrZ50XaSyDnfx5DdNB1u91Ttq5OoC7sfb62yF5gth
ywKLZ14YQ/H2u2ajoh0onME3wEKj+xhq8XeIjeXBnShtB8cxqnVfkSoEnZoujT/KUqSr516vjIeR
BuX0/fbv2Thbi5AGeCpehDnG1c8ZYdXW7Uxu/HggwPPLLLbeC+7xue3U8h6e50Y9KllU/n2hZYkU
eRbacrZX/Z45TeWYlgQThZDfH2HjjdwsDZtLT1hwvP2JG3GjhQHDb1HXoeOyukmTM5GrxqLxy3mh
5Q9hykYwx/HkJG5PoyaCsxLI7SnmLZ0iu5w/3V5+o1S4cNDTTcKWUqNYAzqSGWx7rIrWh6B4Dg4q
xHC2WzRjDu2wyGU0mB0lAanEbT9qcYaSS5so4YscmeqefstGhAcj3RLBMi8IGmFlV0eybCjimdwZ
0246mGB0TFeXFpJ+SNPqvR77xhPGgjPBwLsCirZ2k+S7QLfahtmuoQSx10bdhTSrc52yCA5NJxc7
ae/W18EFsPAlc9pX/JtR1ZVCc5LWb8fGKb2q1uzqPCIX+7W3o0bdEdfb8I40ZUnPcFRcrTV+loa+
aDqzhn6pQdGvkxTHawyl9LtEkU7WOLV3I3Re76uMGuLtG2Wo2Ii3jplyyxI285lLj3Z1jMBbkqDM
GCBiwi/lqfaE6gfFWFj/KWPItMAYHXmaM3v46CAyXrulbk8vUJpLwwEMX0CV3bYDNOLm2bYPdSBk
xN7tYJAP7dA2kSvmCq3xyRlq5WDPVISODQx8ideEgGXgsypH2Y31OTa8UAuU3zmEcp0LNc5kuVYg
rI+KaCSIOpt8fAo6xfidWooUnYyRroEPoafyqQyDXHf7uugAejTdR2ewamTCGdRIvKBFPILDm1rk
VazB6T3KCilgXqUZDgZTib6pRsHwu4zMLvAZ2mstD/Vh6CzrGvYN6KjidIxcI+8a1QuryPzLeXP2
nAK3Q+i3cL6RqK9cRdCTvpsRMsvMN3SeXOaZqxyOchHJzFEZu7WAJQj547Cvlls81x9RGNq9dIHC
0LyIvle+B62u/YQaos9PXVkPppfXenpJRFR+QphOF3dEVb1+dIK52pMhWD2v1x/CNBLkGQuS6Arw
UOrqROezNy/SkLT/OJEC/k2twnepUUQ7JnvljV+XAutLvEEtnhh7tcUwDURmQVEIGWHuQtLI8yGM
0Ni5/Y5W9ul1FYhlGY7jKK0rWidku4bYhtbiEkWT5UeNrR40xEGg1SuL50rvo51kdOVrl/UW9Ar+
lsgW57ds8B8nSRlKtIIm7sXq5+4+6CPnWM+59MQOjN5oGAV6Sc1/IBKBap1uLVBC8rZ1E1WlvRDa
EotqbRa4aSHUwzBIxkXtjHinOLKxn2CclqlQokWq/uubGs19m1YRpxYLx2P8Pj70zDSfI7tJmdwq
2z07eP0y3qy32s+MPmDSJ4l1Cc049ihbq09W2YwwUlXJ5fZV2bj7QGEAcVEnYC/XYB8xWlmHvpN5
yUWSuyESS+8Gik+fSzPY+aitTSSpZ3qBAGkp+awuiaYBD7OH0B/KuHeDmE533djt/TzYiZdQfDjf
/rJVdPR6KRegsIPbZNE1MrCPc0mbmSz0tdqyMh9UffE5KRSl9NJSG77Z5uhkRwJaO3ShlVfv27RP
/Ns/YeO1L2BsLgQhCbZlFYO20SjD92KHfica5WgIyMaowFU7r33lr18/lOAL6AJD0LTCVrfFULM4
qyothNSmFQ+aiPpH056tR6s2zYcwoLN9YIfa0LVaJ9zJ3NfTC/9bHE7wBTpM5m4tp/7H06fdEObS
WER+ZJVOBfMMOl+wDwMfeOiaAUkrpSqhbBgFwCfX6JsouDOyHmbtXspFeWBYUD/Xo6nPJ7PP6iUn
TazuPEi2nR4MW9ShN1PnVT1r0Ks9ybqtjaPdu0xCLf9eZyxdSg1eGA5E/AS5kWupknUKuih6zuK5
vXMAo7h22shHa8rt4+2bsfXscAKkS4uQyBV7dWCVQWa3o3ShXzIcnG5Wz0FujAcikGHnEm69A1Jr
nhxDUYuW0tsTsnh0wE/n2C+6KHXOFQoDs5fWImu/mYGmfrN7Tfk60phI3DjS7YcUZKezE1JufS7p
kLrwh1HmWRd4tMxpa+o7kW8rY3x07Do4Tgx/NVM071iZDVfEzBfUWXSfFz6EZTf+uI9JmoSyPsUI
OdAOo0gWh8hyxp1Uz16UE8m7vem0wzGuhi7ZeYcbBo5hGCaNyfpgB14bHHUg+dZ6GB40+FKZFunt
BBxTX8IxV/LPPjRUnKodz7SxsTpGFXNKPrLkIm8/d4zIv5wklS5ocn3Oqrb4LGf557y1+50T3NpX
dpMAkCTEurqwmWWQCKhlcMmymiBUlhiNnNEOvqsGqweVBJV9AUt/me9xwG19Ieq5Sx5PFn9Vv5hk
pe3abIDsPGsj+0DLsZBdykiJ5lpjPe9kWhsmAW0aTo+x+4VKZ7WfVidluBLozetRqOHZaS3kj+2p
t9tLmRCin0vM/S8AleHHQgqbaecKbS4PgypTCtoC4Fzd3lTqI56rHVwItaTPCgDV8hBaDb3jhjBj
fOhs3Sgvup2UtV/NjMR+uW2WNmzF/9AUIDToyKw/HzRwqUx1EvlJ3lv9T/T72uiu5P71B4bIENoT
tpUUyO2lXeR2oVELV3EasUcusnXm7D65J7Cfa+kXhFeqCZYFHvHYhPeZ3SWunUHB0VphvvOA1rD+
xYFRe8b+EzBzs9cTsWVhZ+ksWdKlhiogfHQEqO8TTeiocHvmc/3SIveO3U5qLKooppw3L04OCsST
1TCzTkBp6+Rsoc97Z4yS1N0PkjQ9jR18wjtXc3NTlvSMQodxnaUY+SDAS4cS6l1DZ7idSMNvEjB1
3YOdqNzrSW4ZMy4hVOcYU0qzK6+Rp4GaBimCOFEBSFoyqtJwdTuaNT/URPg95v3sMQdsREt4xIUQ
hdyTitIqWiI9a0c1lGNfn5T81AjYUObB3MPZqssvX6WdBCo0lxwERpau61uTmdpzPJa2QcRSt1H+
swpTJb6nwDHFbq3O6ejGmho6d1PrFOO5k61Z8stuMBiwRywk8UNVy5KXSqeJ7061Vg/3QdF3T9EQ
m63Xar0wvGlOAMQVMei4OzWxRP0hhh3O/CURhbXukIuRqAbJvXLnhqxLsMtdfn00DM/CPn71fAdd
GVPoC2JfcjLN8RVztkZQJ/QQ3WqanPCxS2RRe2rghLLXzQ07nBt6o540TcqehJMitXrboGydKQgc
3jJIdNK05VL/4Y5NRWrkQTNjX6F+4seVKSipIx9ze5WNp0FcQ80VbAig/nXhoqpUu69NO/Zzy0ju
ZMLh57SdxdmiJPP19lKbHwQ8kj9gz6+iqTlP6rie2WI1BNM5JqrwaNJpO9u24W2Xv5tnvmAfyZ/f
blsmV6kMS2bstx0T85K1ID+HGvL6UqBPKnS1fYRPQ5z/y7exiQsATL1iHs3mHl6SlgeohkqYu4w5
SsmhrOxsZw83vJxBYXHhH+DQYOt9+3XBYDelGWaJn4YRKRHfCClmTOtewMBXUMRzAjsWT7DM9p/1
vEr+XoCLfIcPNJhegm5wbWjCahajTj0RQ1OTljmqzsh3JZ6KWg4uRdtGl9v7umFL+VRGHmkSUxxZ
e/UhakIBWifyc6NNTjMyVBd9FhrQ32h6kcdkj8JiYz1AfKDrYOcAhrC2cC35PqJ3VejnaSOOzIob
LtQxxTkQ8XiRq+I/eCZzcaDMLyyyFOvJOEsbwgyq3NCf+hr9gTYTpwlTfkKueE8MceOlsxQeUIcD
wLmKBjHdyRBVaeg3ZuwgzGKq95UsFF8Mce3fPrXNpZg156pSDr3KJOYxUUBQkR32A+rGcwIRZlCF
9p2Ud8PfQR4Wu21CagI3OdCba0aruVTyoe/SyJ8nYyru+ybQatCXuaEdRDWjaD1FSRL8Y+TtHL3c
/spXlpaVO2QaF6zYkosS+y4h4R8WWjHSSjVgQ6eJxCz4GWYohINH2yl/NlELHBL0T3nq5irQDpC0
T5nXorViniwzjjLPTLpu8iRN6C99s2h+V11nPXQm/8PRNJL4KWRqNdoJUrcOhoFPMKQ8Krp7q9Ak
RQsTeqXeuQyVEVKoD50LVaDsjsxH2nEs6xbX68kseYBMU4Lu6fpqSzr0+5CIg31C1uEpriudQLgc
mBsOQWNUUXQc8mY8VkEcH6o6kr2qjbudlHbDXC4xKgKxYAYo76ziogZcap3I9cLzLfrfZTn2d804
6ofAnnVv0uPhg23kvwKG9nfuxoavI6CgPgHbJynfur84R0YZxyME4ynUopcA6NuzBUBjb49XTZ//
7TEkC9TaFl2Mdf1qnESnjTIKsYTbaeHSYtGDwxS3XXRSc63+iuxC8tLmUv9itD3/Bz2JCnJNAITl
SZqXxg2D1U50uv0wNowoRTtYAIF3LjnC6l1ksBlGMMWjzQSZwmNshfNv0wlnWGQm+kjgFv+5vd7G
KQNgZ6PZAEA2665bNFghPTm4lYeavotj/raU+F1Um49VaL7Uiva9LJBHuL3mcnNWb5/JNuqSdD4g
WF+HGc1Az6pORwSvQq382jBd68k2k23haFGmncVPOTX1HVu38Xp5uiQWPFw+dl1wNrU8agl9Efdz
kq9UmlqPmVq4zeu53nk3ywmtvw4Sx+UPz/eKSMGsDbME0w6Regyw3ZNate2YmUnE6DJyodtuabZw
65WRUv0b1nMTeE5eS8+3t3jrc6m9LXBoOrhXxqqsM6mPKwoKipDU3LVS2XxqLAPuiN5sgXH/h9Xw
I0CLqDlfBcJGMyKhpFMsAfeTeYpRhl9qI0q8WOur//Jhfyy1GI8//EYfS3045n1wiZukOFed9FUT
yXCalHT4Dy+Rgg4cowrN/Sv+3XwgwWBaDo1GoKi+UCP5Ya4xDvZUtp49NntopM0jI+bmbm5BAYWm
UUzLquDCQEcTA4Cd5O6oNm3+S1NmdU8RaOsNkhuRsdEYue6dxYVcyU1roi1oGssc2hjnyRPoUiM9
qNMkKLAkqkLXF2LQPQr0rQ8lDIcIGCO/tCPfHqGjjeYQTRLP3076o8yGPBUluA2t1Kvj319MKni0
lS0mPq7pTsfYnOwInc2qDOcTU3A8ez2UL0oHVOjvlwKaQYVEZ6ATQ/P2q5jylwWCaNYlhfDrOZeV
kLc3WV4/i2pPMXDLxBA40RZc2q1XkfZgOUU6yzQGGdm0nisphMot0OX3SMFBbqm0Q/NImtX4CBkP
XwdaM3v59ZbXANRswHi6TOuv+8mhnkozEAESwygIoCStgqI7zZRNfslZGPyuGBJpDuGQaS9EC9ne
sODWBXIoNYAT4duvypUOPTzaDo51sfIpf9fm5ngSdmO6FHeMnVhkcymbGWGCEbBG6yABQHAUGzR8
L2XXB6c60eZD1cfpndyo/0ETDO1e6vcsxJmu40tNncitJJZqHHt+EKbWey2iKl5UJaPbp/Xehd24
RGzeIt7A+Mh1cyQ0kqKLwatcFrWpBq0RY/5coZpTU4kqw6+TkeK96kI1fpBElHeT2sS/bj+ZjUAP
UAIuGSu7KG2unswUtswglQhVqMKwvLpps0OfW3vYh40jRGGWPiUIC0j31+02zQbBqUbIg3UAvE/D
/yjL1PGc1Km5E9i8hqYr30/YDss58HoVyrxVjhDlNjQkneNcejir+osxxKlWuC29jX+rKBucF0Vk
gQ32tcvqX6HUGg/zqMdPigg08WXWBS0ivRfW8DRogzSehraasi/S0MOanraTpXhSX4b5Y65E+cdS
0Hdxk7qen8y+6SRvgpZrfuiFIn+kAdzWR4kZju48T8H000lED5Vv0KjaSR2mimGyoSm8YWqjGJCi
EhpL2VmZDjWS1tHdNARu7WTOP4o1TON7oxgZhle1WFcuRdxkH5W5CU23QaS8P6hgw343OmOqbioa
0XpJXqjyZUK94btUVmpwqMOOq2RXTfTBTO1pdIWZ6oWftX3V02fQRYzGjFMLT+6SFsELmTbZUcmF
Mbu2sPWnxJmS9KUEqSMfb9/AjWibaSCSbV4BF3D9vKe6Z2hqeXNUtSRvGBLhS1qiuHlhMFmlFubf
B0qstwCdNIVB1fUbjwlBA2NADtkYZOt96Sj5XSsQ+oBea+dtbd16bCBjBfB8AKlb/vkfcVLbS3EF
f2/oR4aelierK8IQ3rgQZL8aJzAd3N7IjXACz0d8TUFmA108VYAdyJ2lSwcw6IR7DD8Z09i4EKWZ
h0TX9QOV42Fn0c1v5G9dmDLANq1fdmXWVQP4mC5kD/CVwwueVKc03yGs3R5vf9+WsUQdhCEpwJ40
6lYPu7FGfRqamr4EgJWejpAaUrQw6th0awnFhIOWMV7mxZms36lMVo1eElladbn9K7Y+GNzR0nJF
4vrK7yOFniPMR7VQREP4GXWmwtNneJ5yCaKV20u9RmFrU7bAqyg/LE3ltYvPoZjS2qSlQUUgOH3s
nKL8Rj/UEq7IYj06Zdk8TKdODYrsfo6l5CFsaaAxW5qa/6SglJ/yTDitr2UGTFUWjNN0bw0QTUhe
SnryPg5Np/Di0YBzR4q6+nOVFSmkkw2jlq7RplLuFfRGvoPdSL4QqhbSCfFv2LodCz0TxpCKe8QN
4v+gbgqeBfIa+FAA/K9R8iM1OUkxVeniyPlnBj6dM3PempvJo7ZzlhvOjzF1hqOoJi7SX8uLevNA
E9UJLKAYSMBnx0Dk2N5S7PGeb1WSKDXTaqQxgzVY9yhKIXSnznWOMdbHhwo2BwapysDtHYUtTgpd
/1eg/X4czfSfoY+YUuuUX7ev0oaR5SdQRYKLV8Xqrdy80lHILByJZ4r6/EXS02xwy1jMR4BCygla
4HAHNLDxTDB7FPhx9joVtOWf/7G1zWymQ9ZM0iXVtR7e1j7zmG6Kz52E7739bZunSAyM2Xutk63s
QjWPWmJ0mnQxYOi4xGY0XQanNnaAjlurkFgvgC7A31dFoRjadpQNAunShPrkwVebHtUWzajb37J5
VxaQHNMDlNQJYN7uW2lLsT1OFPBlCA58BwnmSzFq+rvepPJtOOP8m561DMIdmDuERMYcHUCAme9v
/4wNV+Ioy3QMf6gnrMt/ozPkbSbFlPWBHV8mVI29nimdI6HpTPVm7M60DZOdc9xadMEqAT9Ay+yK
47iiM5XDSUWXOwrBcctScKchovSYRWl16cOi+qB2zODd/tINp7IMtkEOQ/+Zp7kyAXVTxeY4lgDB
olh8UaJIO4ZtBUhx1uLDKNX5/YgwuheNeE6l+C+KfwveBEIJEpzrqo0cT6qAooB3SZPzsWhFcVAc
8SuwqTSS9o87W3x9ialrAO6AwwLS3qv2V6K0ilDVJrhEs6V+srQJOQCnmHbe/lVmSlYKPxCNGioL
/Fl+xR9vf1Krtmrpalwc0djv674W7zpHbQ5d1llPVa5ZiL4KQIngl/460WBpqG/ISqkvLnilt0vn
nRMkzN91l7GPOtmdzaj61gTzPLmQnQZ7kuzXrxVTQEnDoSVFu5a2xNvlwsnWZ0SdhwtoDC4NwxrM
CIRTMofvemuszANTUZbtzYVgtL0i8VDdTB0KYmrDQI/i9lXe2HYSZCb/l9dDoLRc9T+2PUlaKLyS
oufbC4epCYD7+TFkN16SqrP/seWq009ho1mMZUUGycRfL79wpeFgCI/wpisz3M2R1g90+C+ELZpX
thSW3HY2G7dI4/6hKUB1iiyz7tQuf/n7leHTWjJLfPlVs8Lp7JIiSz3gAILaS22R3cuFXo2unhfD
WZlD+76uq+4AtDrwby+95oBA8JrntEjoctcICdcUPoHdBD2UsMMlma3+Lq1bHVqHIlAPah/N51Fp
pAeRdNpXZ+qQVqni5pTIWuBWJjQZ9DBrtxFG9KMLCmfHsF1ZU37Y4g75D5BDEK68vQ2lhhB3lKj9
pRsk84tdmI5biNk6M4OAJpUTaZ+ZSx4+396OqzCD4hsD/RQUWJEK3OoOCMA1jEWr3UVkQpaP2phl
l8aK4neDU0r1CXFcPdrxmFcmban3wVC/dGwW/fj1rR9SHmAo+otTkPcaajwdZcrgx9sftrkK2CEG
o3EWV1CxFuarIgia/lLXnfGvMFKBrIas/YdVyNHwQuAFlh7J2zOrdLQfYIdhlcE2zg0k5ycakHud
gq1voWGPEBxyJrRIViFGMxm6mPqhv+itNHminqLDYMHtf3vHrhFJHAywHJB1+AJi+dUyoqJSYaJt
f9EHyz4zeRnWhyIwleckrAzG+QHHOzC3FMbTHJflc4XYo32oaFlF3iQye8/1XV1NpjfAkejwq4Nx
IYJ7u7el1UbCUqr5EkldqrpaQdXFbaGHiFzTKSE7HYm7ft7eg6udXtakvAaVAboNV022VpRR3wAA
u0iEp8+d3jZPuQiGnVuz+WXIhDIJg1/HIb39MruMDaNndI0QJpy9Une6SwIf+gfat+oZAQFnTzr+
ytHQD+ep0VcjSFuoyt8uGI4t+HjFmOB81pOjA5ztwYLl+eMIc607KqF1hiK4uoRtHP5tB3FZmV4C
/8LHUEt+u7IZ0wwCBQIRjFSJk55rTG1P9BJMB9qEHcOy/F1vku9lLfwZpwdJ7xXs2dbQBm6FNF+A
NuvHOnCmh7Y2o49DjRrHzlrXgQSLKQY2E9dNzmusrPVIh9BqTXW+DJlUvWiDGt0Tj9rxKR/q3nF7
vYkVt22M9scQOvqT3TvjuyShIrgTQ1zf2KVBu3RNQd8uKmRvN9gOW9GHCUG+WqnFM8Ma7QkkWLuX
4v8fZ+fRHDeuruFfxCrmsCU7qBVsSc7esGyPhwlgBBN+/X3ouxm1utTls5izmDojNEkAX3rDpWU2
siEuB/wvzJWXy0xSNVDF2bJssLSMkdYewgSq5HKt9r620Fl0qCxbGp1w9I0lDfeuxHBvLyvx16gr
hlv/eZw/uNP/ZF6bEoPjI+R3g+jHEOf1pJ9at/yV2nradZa9XMm0XoX2bTmHHhicn83FeHvo/yzX
a0FXMTD1jb/6et9ID6a76y7HudRdXE+oCc2SpvDf3mUvFz17k3W9Wp52J30Teot11MMqb7Nutq/s
v9eHDi0tGl78w33G0Pzlo1U21bWvOQepvayPub12exWUzU0G1eHKUq+3Bgk7xnBQMbcs7jzYGkaZ
q8GdnJvaqNA6y0HwuONwjfr2+oG2VbYjTcf5tQb01rEEc9g5N6rMu8RexZzMztJ+KEa6729/oddx
AMAKGwMGAdDRV6Vs6doirQrTuVmx6o7DtDL3qx7CvZKy2M2gcb+8vd7rbYjYEfB5a+NMwGiyX34r
xe7GezR3aQiI6YhOVve9aUq9k1m7SXYiz9bFQFnNK42YS290mxOgr8TXo7/0ctkGinCQS0yoAXLm
O5B6UyIshuWN4VxTBr30RunFbHAKXisQrJdL1VRynVmX7k0nqu6Uq7H6lHW+vtelvf6OVlq2V+LA
dohexhywZiRNRAMizyszQcRNraLNYX/OdtH/EEUVdLeYi0NIcFrZ2KS3g+EdRS+DBOMm41S7dvPr
7a964fVu81yyJNIJMt2zSIRv9CDaog5usMVGuygK2sStUmsfhuU1rZoLJ5DuNoh/HvnCYHdF0L+2
M2zYdePkR0hx/k7zbvZvP9CFjwg1ZjP/QFTqNQkOCqgnJ65RspUuYDTnycPceuMO4mh7nMViXEuP
zh6LSSyBDVcKckyQPzRAXu6aABRAzYRJnOishPdeiv2jcvNr9d2FVaBAE1lAkAAwPq/2RT86EQ7t
Ar5OVb9DJLffadwAn99+eWdnfHsWZBlIXRm4XBDSDNxu8ztdxcm16jFGo9Laj1r8DCZLt7G7OmRC
GUiIvzsGf1YFEENRRw+ZOe5ZRjsqZcGy6MVpxunvY8kQ63ZKnbKM57psoripuo1GPBagxi0vcx6r
kHna//IbNiGXTTiOTHN7M/8JsnhqrgtBVZym1QyfPYeEa0mDIO6ytEz8QvcPhhF1MXr+8qtw+/bT
3794ah3GeRTT1Jtny7eC0S/yJc2JMbOV9OvsfEsDv4vJz1RiG3b9ADmMW++vV8XnEjwLACi6Fuec
DT33qIysXXPSkM2eMvyAjp2/DJ8Hcwkfyrb6XYDB+Pr2mhc2MvuLiX3AkOt198ZqaqF0P9WnqOmc
9+jc4lpgmOLm7VXObtZtSwE/IABvlssg7s86dRNtiQX5iPq0ubF9D3GDrfZzN1ftDZlNj9UHJiVN
PJUo/scVguD9vh3SvrjSVz+7XP/8Cn4BUF6HbhW0xpebalZhNFoelqhbM+Fr6k6/cJ7zYqws7Y9v
P++lt/oHdEiGyEV+HiVzq9XYh8nm1KWpOkQIqx20s1THt1e5+DzccX9CBa3ls6QwHwqUnXpdn4aS
0pMRJLIsDkqjajD+Eu7059UhybjpOGIwgYb8y1c3eF5T1nknT0Gw2J9nR8AIHQ3O7oNvLFsGbDeT
f8rKvGx3NCI9eeVovBZWYyRDZwuAwsZ0wCfh5Q9AiGVeo9ROIVOryovtSEhE/Ce0EQGkN9avCP1f
FGNWKzwpLm6mbBMIu1h7vIt9T6R+nKsy/Gyjx/uvOzez3C3BxERWz0Z/5bOcb3aaHFQFbDCiK5TW
6OynRp3bT4CI0pP08WZL2nBO3V3YFv0ct+RxfqyQKg4SL9ILbsN+lpufrAIVuCuv7HwP/vkZ8Ji4
ySnygvNiEmncyjOq3jj1hKpktn3x6DLiuKIjehbfYRPxsMzKuECAiVK2vvwuSAIHQ+EXxmltCwj1
nhHlz0uGWBR+yU1vHzJVtlcO14UlEXsHiEmWRDfwvOeYiXRGf0ulJ6fyw37XG61/HOSEtVggiuhD
WKjgSjg4P2g85CaDj+HihhMH9PfyIQcrHdFDytJTP46PnSOnvXK8KsbLWV67KLfa+z856PY+YUih
HkzOhHDAeQkGKYQqYlXGaV5844HERQQx0pvaTIp2WX6y4bQVD3Zp22jJ1RJ/19Iqfs4d7OCdUbf9
Dyd1HAKV00W/U99eG9S4fOvBq2bvsXacZQaz1JUW4g4mBtGGNMzh0E9G7QFva7MmDnC+9H5bg9mQ
5GbzssYmBKPopvWW/nkE3VzEm8Vle1SV3X7yig0FBdhlM4fCVbfeb5OYJV7SUf3052l29jYKBx9J
WEj0+jaqH43SQDvVglET+wrxg+fNW+2uBjSEW9vk+s2DjaGieoLSVdsxDGSp8dsWTHZQrNNPbm92
Bo6bURXFvayN/qZAgabm33RWvkM0GGHlrM4qGOTSE0/FbDAAt5sVS64+jBYvMZ0WhyuufCyn6rkd
33em6mVcN0FwD0LN/DTiWfdhLA2mA0ZuTA+QGtss1pLwluhlKW4bGYUfHCf3sxifkuCdg1bS5xAD
ZoDtegnSXdEEnXvIuR0hnWLErTGP10sXy34yl11U0YtNFO9linW2wuTu6pTrNMzRvmSdVIw7R00l
ExNjMQWmUzrymCc1Ah0POzNMsOxt/c1YyryCkjGXn9+OKttV/nIH0tjwNj4IlCOyke1e+U/qNfXK
C2vGtSf0JrO9Mmwcr3uzOphgzvkZ3nJYC0fs3l70vAXHvmdVwLzbfJQ5gn9WV+bKqFakuLCjQV4C
sWxER6xd5zbEZ1yTejP2EVL6jXh3xuimESGfxM77VdyF5BLDlVfw+ry//DFnr4AoyMcxsBpAHzaj
bY5uWON39n4xw2sdigtvGzM3Em0maJAGzwu+ALehpZ/tTaAxAp4Yrubt6DW5BDemo4PmoDwoZ/au
hKgLD+gwM6X3hyPkFnNefmOBskMxSlyMJq7NY+qb3U5XeZNMc3Ylv7yw0qbwReW3BW5yr5crFcr3
UDmfrNOYdWLXKa98VmZu3nWjl19Z6lVc2BDuSMHjJUTTmPjwcikxG0ULPSyCqWA8a17rLQjPj9FQ
REOsnexaULi0HD3ALSXiCQEtv1zOqt2G6XQZncoM4TudK5fBOn4CUZk6iSu1l7x9RF69SR5vKw82
YpTHsmfZ3gzLDTVZDbs8DeSndFJpGwdGY31ta230VxZ7lcNsi9FyoQmySRGch3UX7yFPgNs4eVVR
wM21U9dLRG3LfWf7w5jotVuyeJJAZLglc/F+GHV9pdV06QWT76EyhpAUgffse2q7dDOrCIJTOFjr
Q4ZPlThOg2V3e9sT9V3LFXolszjXpKDXxAsOQvp35NQbs/blN3W5vWXVtNEpr0J/uOmsQegd+lnp
stNmEEw7WeThvrYw66U5g5fGzlJT+s9QzzYmwSCf7/Kwyj61RT4PsdcO1RADxAKk/PZW2O6fF1c0
PxOyGpIUdOJQOz87vkaoCT9GH526IK8/2s0ifgeTcw3xeWnDkY3QQ2GmjCr1dnX9JxBEducMI2pv
p77ulu/A83y0GFdDxdmcXyu4Lz3RpmIHwBS6y6vD1DjRnGoYcycsTJc9OfF4V7SFvXv7vV16IgaC
GwqQESx/7uUTkd1Jma4hu7qcq6TC9OkoG1opadTM/8MBos5EAA16MZH0LJ7586BDgUTaabBqEwUw
b3K+tsTtp3GU6RcRtDicpEHWk7qmCzInftmE65VtcukAAcNnzsMIDXTI+Q0lZleocg1PtKQ1yhel
3wWxaIepjIVXG7BWmuzac1/4kGjwcmopCdxNmezlK14Fmt4KWbsTJU24q2vZ3Tgiy09vf8g/rghn
J2DTRyHd3bAubJyXy7i9FRqlmYUnmsRZi86TBoKyJ78oP0gVdWpf0lkKd9bQDWoH/CJv99qaRf/I
xHhNTwiNNl0yjNLwvvf54D6OaZUHMaAKMOKmpdX6LqpnP3+XBnnzlXGZMu400PwqWaMg+weqnyTH
Nmp9yHQOlsf0Mvvopgb8hLGq8f2oB8sRkOOb9LOqg/KfcKyqD+YyOeEuNb0Vwgd0AS+Z+276bgbr
YMZA3OZfs8Ky9couuLDpNxkn9B7IrICfnm/6eQrxZW2iUxD2/dEys+FQT45xaFR1TWT9VTID4IBu
B1EedhuB8WypWqzwZg07Oq3k2knPqY7R3ip3AG310bMlJZOJIPXbe+EcBLRd2qDcEAogWwV+db7l
mrauWs9SXNpqNg7U5TXlALzUD41lWbcFqWSW1MWkH5ap897roZIPhqyM98qvypOPqbimQ2z73yP0
568pUFw4Dh5v3UI8mC4mmJyX+5TA5emypRdgG37zK8VR8mnNlmtu6RffO+UE6INNUvI8eS6dIVBF
F0bIqdv6hNo8WoupyN3+Pkg7ZzyVxtD86srKGq7sre2Dnh1DUpEtQFAQgAQ6CxFo0/dtX07pacon
5OsjFe30EqXJ6pf1fsa7/VYtItorZsvPos6vWbxeWp72A8klG9x9td+g4KxVVhoRyaU3YkQdQTYu
hbyhPd/eisUS930kx/0wzvahFd61ceml5cPt69Jg2XRpzu86yy+F1RVkgGHYfwYz4bz3sO7l1QdW
XACeZfwshpgCck6WwJRXQszrnhgbHw4gSFLMFPgF28n/T4DmedcQ8kF6ciuKdFTZhvqxDAUuGGrU
9uOibWMj7ffd71LPORuvCr51Xs4kvlSzddxUOpcbVQX59zR1SVJqnJkfl6WLrjW2L11BdLRtpr1+
xEk4uxfWvgoWMZG61gg5fF+QZpJxWK7U4bOTzVeC/IUjB2sBSh1Tma2GPTtyQbYAHM4oA+y5zRIv
UN6/MEbGb2/fOhdiK/XTRqpFwZVYd/bu69wSpmE0BKBK+zfRIq1P+arUwUxdw0xUd80Q99JTMVsm
DSMxRZPi7BVWjsIIu8+j04xQzxHl6qLcB3Lsr7qt26+PNKklyf8fH0q4iS83lbZXz0lLEpfaUmkT
C2v10Za3Rue7ESqj+RCl6/QT2wCJbqfvqR+IoLoG/Vi3k/ugLtpbdLeYD739ti9soBc/avvR/9np
RVYE9oIg0gkxuvWgiy59sgtMjjsz1ddO1TaLOLvTQACB/UeICWWM805z59QBNBScCxY3RRA1L1Am
bypcfpqovZHcNgk4CSfmyBQJQrM0qcZa/KX44hbTtiYy/JutK0Jge/nAbdnpCjV4MnzC7YPrG95u
7pv0ViDBfvj7d7vJIzGXYaT/Ks2vR92vnmRnNa7K/h3UNO7TYVGfA7/5+PZKF/YwG9fcziXkLZD3
Lx+K0UvXFmImJ/YGdy/TrHnWQx5cwb9fOJmsQUkO3fVCe1iHHkOdnqxX57X+bOaqhJCSzY8FrzpL
qmj0f779WNvPPtswVBNca8xHbJ+W9MvHUqVEHtGssboYJrXEwdwV38USlMvX3IKsFbtNlP/QvRif
F4HleTKhEXftgLzun5Hfcz8wZHNIi+FxvPwRVjkEQ1fPwWnO0VjOPDwo+r71MBZEW6yMU0qAHEIr
uGQGEn1/59aOvl2R73evnJ9XDezth3A1Eo8ZC8DifvlDVp0yUB1NjMVy2p/ZGDpMiedqX1r5upOI
3z6tozYSb0ibK5Cic8zrdmg27P02JiIPpAP0cumg1SKYgYicwqAN9N5FoeLQOSl9WXuynem+Sd22
jx2jK26ayEk/5phsfSyjQL9bBzQXd29viwtJWURpTvnMJcJo9Wy3p5RYOV463smWPbC0lO8Tz+CQ
dn7hRwer7dt9KHv94+1VL5wxMAnodG0qa9SXZxkZLV1woB0msHL0v3e6q++CSlyTnb9wHWN9BtoJ
xsPGGz57NMpKgRwnj6aKfryV5tKZcb2O60+NjdFfKlj8/1dFhonpCwQw7MleftWU2SZOESv96JKB
ah0Nzm1bd3oXDbN78/cvj7E7kokkVcx7zp6rN6WfCn/BITqs/MSTrTqsplddOSEX9ylJKwC7zUEO
kt7LJ1pM6czpWnrM+Zeu2odmLZd4laJ8TjsLgY5OW+X9WDRllQSek78bWxuifr3MQiS1KedrYItL
nxO4OJCurX1KTvny90RI3A9irdipdpPfTTSWmnjOp6zamVPoXlPVurRDGSUDIAal87q1SK/SXTRi
FSfGx26imCUlk+mKv49qf/Abm+Qeecj56XMXK5zqhlVQca7jyvHmpHK79QA++hr+9NLrAxFNPGPk
DzDu7HOOJDxeW7NU6DCREdG8nCLAwbs0660redCld8fW5AZlCo+iw9kNlxe9oVsIMSczMOTtxHr7
vlvaK+/uQjCBa0GL0Wc+AFHhPNmMaJWgQ7eNgAoZ/aOW1U2TVCs1Q+la1z6xmmj4hxzJ30eN1CL2
cXOqdtDbaWq9fSJfB3N+CTBHrk86g6+G2Og3gkgvLEyfl655mKpqarlE/WxCLyGQ9/aq7Gv1w6Ul
aSqBjKOuor90dhr8YQ2KjOzsZNdVdmMuadknzD2XAzrQ8nZxxmvd3Nf7h/YA9CU+KtAfyviXx48m
+iSdsAhOhjVOu1L22YF+kreveye4EpMuLkVDAsza1jw+ny5vam9irjz/JAxfHpAcEndzahIlh9K8
oom7vaaXWRFPxcyHRBaEChjOl09FBsagWaT+yWn7YG+my4Q25fTDKhZ3X5WYqQZ5mCbS7Zpbcy3t
5spJubSHmSluiicEYdSGz96qWTpGvjhNcFq8qAcDkfUfzKmw7swpHY5WZ81H7fTNGFdpjRGkU+fz
O13X17AKl174HzoRShdMMM4P7FT2bem5WXAyB6SV7a5cE9dZxQ3CWvWVb3uhD4b+Ph2+rSGyuTid
XQ66mcOgWGi95sPqIvPE+P+XKOFjyzI0PgoQDEfDk9GHvl/804IHsRWPDnYRWpjzXR863XEspvI5
GKvl37dPMZik17uB7Y3KCASHC8wGtwTztULiPKVVFk0/SL9a92n2hGUkjuEE3cHVPjyHIGVMfK+p
ROwY+vq6xmk75jhio4+A7kLtoYPwjBlTWPpPLYL0Q3uP0JxXPZLxD8W+k/x5TKCWpoinoOr+tZol
bH6vta+yQ2dBWLmHPFPa913EdPejV1ARxKO3zOEt+KUMuNBqNvpbLiKUYfzBRVzB8JBe2dMBy8of
gH66eTc56+gcjcCR1o0KLeUkUZv6kJT7eUz/RZvBlyAOlmKZEibZWfkwTDMWHGU6YTOB17hHOHKb
8Yfw87I6qBlbhF0u3cFKMnzK16QOR6l25LfMJAaMUNf3G5GQxr0R4Qo69GV3O64F8jSFrkNEs/20
HmJ/cezHsGiYoPRA3svbqkLLexOsGcg92w6JIVwpp5+9B04rKex8zHdmN/Jf9kWaPwZ20423VdFZ
6U2Wdqa9nxG4WW+HLJqHz9XoSNvfofiRBT9AKVrZocZFM923zmSs+yUs1qyM29DS4gvwjLC9X8rC
qu/m0lubQy8oCX7O2BmbybC4/pTUi+02+6IeKzdu+mLun0zRGiIRWq/f+86rkdisUvFBwUQzfsJL
b95lDfrau7GBRzyfBj3gexSPPo4TD2LtRtQ/XWe5n3qL8NBNyvsZjLaXPlr+QLdb1m33xfO7CWE3
dAm92FI5KCwJ68eMK3jJy85ua3M6Lmivf0boOf9tOWNExmUvy73s7Gg++i3b5xnZCPmDEUfQxXTr
qzyezNz6uqa2Mbyv1LpgKQ9L3blnzuO88yZfz4mj3fKf0fOz9jPGs2I90m+e71WIxeejJiTk+wKS
cBmXU7UOsfL85VaiuJkeZt1MnwOifbRbbWN+tlLPuzPNyvgM9H2NkD1ZV2JwEWBRvebpt4ayzovN
Hu343axWbZRxZNVBFI9FkOskGkXzQzLLzRLXbZ3HnibHdOdLEyb4ZkMfxY4cHQiJTqezOOd++RRg
hPZDDeFo7yJZMrkwweuMdxU2qs4RH0dnvCmmsf4NsrSdd7Wqq58yGqsuriKvd+KWcvSglV/8KDyl
vksQ817smyKs2Ohz9KkYctNi7lVZY5xN4/JktAa5YFm2xRBHHsO5eOz8wjq42PNGB4N5zC4yKMN3
S5oyY82nwKLGK2R9UiWd4JvKgd7Hj3SLh7Jf03/UHFrdzrLa5dOYrX6+i5iRPPqpIetp5/eLEzwt
Fq5xiVOko3dgup5VAE/aXFGdjZb5Bd+kglAp/Ky566PZSI2k91WwgnD0N2Bf7oG0gvfKlurdgPp6
HvIo3WWI1pP5jYg0PCPtJIM7+m0KbxDmfD/CtRLo1w9jmj9YfWn5n5dyrW5IViWopCYfVBF3YpnV
3VJhhfc+sIuifyg9RPmTrFDRHZNyVe4zI1of2shcfk6lpgeGJF85JSXA7ac2r5T5qFGihrnWY8jH
TSrcXxYjkApr9y5abp0Q6s2RQeRwv9AI8FF3qQHUNPCYq7iYAlM9FuUCkjKdMFaO9KaDmDrWBPKs
L+svc9EVzWF2Rz0fp4ze3OPYDuKd0aRABaa0rab9SEcpY9PJ1dvnbtE8tw0mfZlYeWOdp7sPQ4dK
IIoPYyr2GdfLez2qMthJ/MK/+23YvUfhQrmxMwymdermBgXRkbbUGnv4CARxqFSAJq5buCeCXTDe
g7jNsycPOa+vusczPXGysH/offb2ISceABbtUdcx/aUrk8ieujXxHbH4O3Su1vWLY4pqPWQOcLa7
BpX5GRvVpWi+5MagrKNrlf2HfFzrAAVFasd3BPt1TPzcn963aZMtCZjAeX5A7RAo2mDLQO0c1Oor
4PkIfcSiWAcZu52JcnPQiKk7iMr2s0Nbk04T4qxR7B27lE8kJFZz8KTdIx2aTaC/pgr5udFdlBXX
oy1uc/BRVkwjj827SiBowSqa5wXky0/LGIvfQdA7j0LCYYs98Pr/FEM/oyYb+OUObiHWx/NaaHM3
j6v7gU55CTLV0uYYG+y/LwTkQWKK1KzfIqtLP0ygz+8a/C7/XUJ/YWos1vETZH8kWNoa06u4KOFL
zrYW4tYQhu4PQlr1p8AZ2m9tahUf6CXnt1ZRiXbfzcoqeCtT+N2r6BnH/N2i2qF72fyLg0Df4aWe
TyDucfCAEj3l5nvkWCD+1OtcvNNjiDNh1flZGivEV/IEZcj8k6CjGFCUsKuT0gxke1LAP8sdc28f
wmjje19yIEEpcmZjYMZ53y7/ziETG+TXxjTB8ko99Cggu7HXe+ZRCt/L7l2BYETsKABRX5xV9bt0
GrjPvApD7rhQauCTAQ98ksxbmHKqbNGJUZfFL92m2t1TVBTZwVXu8B0XTav9siyh/MxscTaAmjeL
TRqTc9PquTSC07i2mDNleYrfDJyS7/O0tr9cb3QhvXJ3mN/Waem8Q9qnVn8gmTPdvera+p0dyP6b
o0NJkJ9t9YDRkv2VfoLCwdsZxiV2EG+r4sbm7x3bZi2QCB8WYC+wrnUb3galHp2EJ5v6uOpFAUvG
i4Qbm35TP806Wzxa31KMSTqY6YlUMvgKUVtWCS229GNYlwzzwrUb+kdSSJv4Ioq231VRGTW71TD0
rzqYTC9uRm/Mdj0QBWrHwF+d20XZYbkLwny19oshFvNoT15/M1gq8HZGU075vbAD/Yx/U+ce0VJi
jwN7Wj73AjxlMio7GJM8jCrBF+kouPFgQb51kl5VHskX2ndLN+r1xsMhjZo/S/UnleU8ZQSu9lk2
xWwlrj/De10g0Bh50k+p9v+p1dD1X95Oe1+3QsGabP0xE3Er2rJnjYFp4jS4eWXhjiHdU2WU47xT
ZtWbsbNSAsWZmWZ3gzOU9+UIOf5KAXah9IB1ESDMQTMc2P5ZHesBJRRENOsUiWhL0rLiERC/jFu/
lFcaBheWArxIrxdXYqZh57UeF7IUhuIuTgcygYw8KgmgWNysKOrs336nrzsglFFIjSAEAWMbgs7L
srJxzKzJ58471cje71OLMjabZfb09ioXegD0riMatzZdqleT3UbJ0Ryb2cM4gmstNr2x/bxwJ31w
0rk/+KmZ/Xp7wUtvEGAr5dumjfiqWp1wP5eziABkklfurUnZ93MdrIktKid5e6kLu3KTPIKXgDq2
/wousUzzutrwDbh6Gqvba78IEV9b0/pGpcZw9CcVir1Uc01sbK1cXVn+9avdxhPbjqQzgIn22QfE
GaOoM5wJT6PK3ENgFumdLcDWutFk7mgGr1d6upS/F2pPnxMI4WcbOp3355AGNPWEC/3J9XLjR7v4
aRqbkCyz2Ne9IxJERcwqUfU0TYkvQxPxnmEY7jFeMMFl1fMs92vmqua0RFFe8bvL8AcqTkMfl8w4
yhg55anb9SYxlVDhNCqWnRn9WJ1eIx9Lg8PbiaDKMpJEW31xs8lYvswImlVJ69be18msXC4qo6gA
NuvWvxsaJJNiU7q6hP4vrSrWvWrJm6Y0LSgG2sLYV3ak0lv+SqrvcKXhpiezt/pd3jKZqeJwmMP3
KbiT9XnogrDYG5Nsw+PSifyxb83V/d5bzuLE3KmIR5JQWlnS0vDr8zgnwGU7lAsxmjOjwk6PftbP
FEepNTxH0dBUfZLVriXeldIalxugFnadyKJeGLN00vAT01TpuHMLxyluw9I0rCNt5KXaTUbm+Yci
Wqx6RxJUj5/Lye+am24JSLkz2y7bd5NvFf4tbIau/BR4lPhoNXVVcWfDi2v3QYtSaoKESFrtyakr
/5NLCf8exxBCcOkrZ0zasdQab4oK0K8/gG+g57Oaj4sMJ/EAnNv7oL2obJI8UpXeT3lmyb0VZU27
W3z4ZzGIS8+9aadG/1gWbX1OZ+yQ971s2+zesIKhjplvEXtc2cgh7grklo7g+LrHMdqgW4WGHUCe
ZC/b/3Fx+r0dGOuUBDS783hNDR0yBcxaY6+mvlBJ4E4zvYrRK4ekbqPhyXBCSWQgjqmDoTreAa6p
q/Oxbn0xZrGM/FnFqhpF906mRdf/W+q+/uKbmwlW4blreFdgrHrvSz9Pt1qqGhOQO+lt11ctBpC1
ETqHwRTNcC9ne/BuVsOncHENS36OatH50Dhsj3MACODLNI/+bdsudnQcVqu8E1y0660S2PHFLaLQ
G+28tPRO+aH4OhbL3MRaT2gMCdywPoxeG32jzCk/LFFn32UMIo1kzD0p7ltMRjkOTY0EuqDUexDu
OpKUVjoob4SOcAQY8IbrD0qUJA4SMHKzs7x6bGOOqjnHCuOpd1VecnBEXedDPHRZ3Sb+JJsfrqsN
/ptORL/cTOYz50bjikKyZTKPzDLoKcrJLZ3YEGG8XUXn5xnneLe6NwXE7AQUW/rFlVLLBKBe8ZUc
McBwRXj6Y0Rb/N9Jd6bed5lYPlY4mY9Hw1pMtU8NROoTu1yK6lD1k/+c4ccDY8MMFI2g2qvftZPA
d8AbPOcfSgBtPKxzNH6Y0aCGuIY8pLkXYdFV0HjWIDim4VjQ7pGYjh8QdrJ/Y5DYrjBcAArGkyOR
OQ+Etz77q9HVSU6PEVmdQo/yFLV1fywGGUWJsnLdJCYOZGZCCi/ru6UAqJbMkVnwsUaUlRIdjU4D
6dNJ90XVphEWk35XHajoHKq7EPiD1oZ3cOZ8ZLphpcvdaE94eDJ4WGRs4z9dUNSo+eNU9CEjzsge
PpZ9E9g7YAW+n2CGgOGTFaH7oRfRfc0QmbCPXpctu7ScWjfu4OvlicoG81T1zjLtZd8bY1KtoJtO
GNOhj2pNaflIze1/l/aY91dCxOucAgn3zbYUIwA4z+c4LmHNpjnR4jvprYXCKHhAPyyLrvVnt473
y444ywDYIujRe8f99mXqYgU1RUlXuieQsRgrzt4wvI/qssZesZrr30zV6/crikzHKjcsK44wzPDj
olb2rTE45be/zQIAz1ou3BOiMCifs/Z8qCtZBvRAThFjsvsopT41bHu8pe8XPNHiKxMtojEOXXmN
tXopAQAy9wdxcmEyp0Q32MEwOKeht8OnZVwsaoxVHtwxrN/NVvq31NWNIAs2cRtjoQLyCpDg5uHc
zm3nnLZUL24i1ezCzikOIm2+pxh9fqVEkvQq++mvs2JI+yR0G9D8j9DJy+9tlBOkRIw1Tr6AnitR
Sd0tdhXS1TLXK0u9TnFYivYVqgnwNhC6fbkUrY2qLOHin4A76J2QQ/aA5Lv/Phus8lA5jDwnP7gm
5X3h2IAk3bJV+vpA9rdE8z+grMnHWh5RP/Ok3K47RWP6y1vN7Eq+f2G3QEPh9XmbfMQrFAWa7U2x
jsI8LZbyuyQcZ/kTzyT1oFIddfshLLwrjNbXqTjAL6gAG9kTDNE5prXwx8GLMkejvsoNimJzcbt4
dXEYjfCaB+rrGZmNKyRIjYg8mGbv2WcrC2lPqOVb2EY2eq973/4JPCo9wmlzb3uXoQL1Xb//P87O
bDduJFnDT0SA+3JLsqpUsmxZtuXthrCtNpdkcknufPrz0efGogoqeDCYbmB62lkkMyMiI/6ltAZu
+Z2tXYlIF97tZmGMbiPWR+ArdsvnmSi9knHNecyz4aBGILzCLRLK0rWIhsn+Hw4EuJStDGdJZrrb
m/9rw0jBJEz2+qYrr/SoWUV9Yrg7nhFQK6+AwP7oXe6Crc3m3KA3vGDC+vO1sCCaKmdw9bNMak62
rnndj26EJRoaU6Z+BeXM06aFVTVhUQRaEXHlm3uYosp4N/StgOro6WMdKhRa//lyyUCbW6VOicqI
ff8a7Lbv3IHa6zyWufNBWdby0xjnQsST39i/GoPGyZU714XwQKQHF4WfGtLp+8lgW8Lycz0BKQO0
xXnUuzleVmuhtm6GW3u1/WiAtvp6gtmvueH/N0QJCA9ojRjQPP8Ak77NZfO+Oa+D0OJuGJczrM3h
MNW2jAdpolE099YVytg+JLEog1aPrMYYlMv77quDOE+rqqCLOKW6dbSSoQ6DefpXRsW2CuBMaGl0
VxjY7x7NakYN5nZSnQEB26HIGzpslrmGjaaNV8LfC6zQ/6+FhCETezg8e9cuUW7AKA19jq7N1Hyy
VNKCKIeD/r6cGMAfG6qru9RV4xKPjTmLO3CyPooHiwfoHBJMdY2pe+kVu5uiGjsKIce96MRMX39Y
jYWHH+fqV2sCaWMGafxrctmeG1IwWCwDBArI1OfbZ5g70aJQVJ8FPcaHdBLeORn9axFw3wvZVuGP
ZzAPN4bcuYtIbV6aHPC2OjtjIKywouvkxgzCCuNI03C6tZds1pjNacWpNn1pXPm6F94lPSYQvMiN
ImnwJ4j9FRAZKWEr3a3qjFix9Ulz6unWCAbzyum/tIeAhSKhhaI55cFeMRJt4ImIJNU51Wz9MdBU
ct8o3TtpyuiiRtha1PSZFo3j2h/L3ggiU8ztJweSzBWE5vY6/w7KvG6adxQolCgbSHOfcOZBmX2W
qjO+DRV3faf6grBjG/pWOp5eDz+XXu0W6tBfwW0a7s3z/cMQcZ0NCG/nARXqA80Gm+ul94+i6ejI
gBICZQmOj0d74XSHQXkC3ckT4LEqbr8lO42nmYKRM4rgjX5kj3fvUzOZrtVFL55vu6fQtMJNAJQW
X/X58zGD9vWixcoXhdH0g9VzocBQerjSQ760ysZtZnOaWLb88TD9a4MmUKIq34Am1bnUkBVGxeA8
aRK8/q1eblAehnjNXywLSbn9BpVlykRxTPJzOrac8UViG8hERgY0hISckkcz61f9dqJjYR1HYDzY
z0kYjAc0e1cqajsoCvN85Ue9iA38qE3IHPmpP7j43Q5KgPSZXtYV56pZrJm8pTdNuFDBoGY+s+EO
OlzSc6NqxpGZXwS/LPSqQGUYqV68SbJ8k55GHoWRvIH2xexa3TdjwU70uCYy+9SpRlSRlor8mrfk
i0PG76aLDI2WcTawxN0hs4cRolVhiTMSCvObwq3yM9oRyYMqZXAl3V5cCooCVytuzy/ilxYAx5DB
Ks74h4obsPxmONfCu8nX8vH1r3FpJeIzJ4yktpHun2/3VNaYzqAlw0GTCOhYqj+X8GbDgU7Z4fWl
zD1WaTvU0J5RGdqkI4maz9caVQdGSS/EGXUo86m2mfBjNmsFj9o8BUtY9qX83vINvheFLopbF59s
PzTSQf+GLa0qo1YNthW2lD3DW6cZnYe+7B1tE6dhhj+bfvVThzxihGM3W59rn/FTaJYSf6gptZZr
T3Pxxf3R0oWF/DL2my3ee0jkF2dvqkEPm0xxW121Ef3gazK6l4IFlwnL5yDDwNoXX+k8ZQyFCUl2
btg3KyClO8xW0itX3UurkLIdIH2IvsMne/51sNDq0cTxYG5CUoqLTKURN0Q3fn0TXFqFk09uBm5L
0tqF184b15FWU352QDDEgO6sIxD1a/TJC6sQwSFKb/ZUFFO7nZbjMJnVC29sEmb6fvb7LnbcQf57
EGcVKh0Aw/jq7VMFHd6psoaUVfRFHVBxEUc7ma6NlS5sNEi4wK2NP+XU3s1HcYVFr1MQC6p28Q5e
Kro6TGbYuKHbDH5xZRtciM4sh9kBFRk11D6/C5mNrt2vxRlDh+Vm4GaH7WOJj24wBuuX2ci6Qw4G
9IdeFtcaStsOe1bFAMBGlJTadAt7UBKe70AYS+4mgVic60BZMcjSVgtraazWzezr9Vsjm6fPFeY0
v9G08Z5a3Xl6fW9eWh9RSP7DzBVHxN36buKIqlKBOIMZqpcjVZ+v8PsuB//sBkKkbwuzVQ8dhjnD
gYilqhicAHft13/Flkb2bwE6IvNtHduYF6VzCVvDStpenDN9lCdr7gjENtO3D71RVB8zUeTmbWt3
10RhL2wzdElIzOwyPsJ+m8G4hMqOiujZnRxAFAk3eifMIQPhlkUr5d8T3Eac594MF49G4u6mV1se
/glOVZ3rdgI6Yay2+tD6bfo0W4t7raS78EafLbblpb+KLWEnLQpICRp7g5BvNL9IY6dHGaArHtE6
+FonTn3lEO0bQGQ6SH+II0PKJaTuD9GQ9xNkX1ucnVLBcASZNn3qKomggZxz3Q87LZXzlfaacSG9
WghjILOyWXZgc/T8MetOR5ILkNpZ+uh5BX/ghvkMYKMcrThl3npkTiLiuXCNm7SrQbWlrTpQP6qf
HUje8J+38QZcwEnuDyfR3ilTsnvyuQORctadggfWx+F2DkCwDim6BQn3piMSKPU1ZY4LgX8LlJTV
MFM86qfn7wDNG1G5Wi3OSS/Xh77GsqXVNf/n68926fOinUzjB2tAcIG7SlCZKzjCnkJmzXztWGlJ
d+yDov2o8Av4IPLhmu/3pbPJGeFYcl446rsv6/aU5x29tLMOzCsc17k+OBAAT3ANZPz6o11eiroc
5VKSzj4/67M7a40vxdlVphM67fyzsRm/LYFjXLmcXPxUpg+dEaoWSJpdCCi6XNNKbPbO2VBUd/Bu
pluQuPXN689zIZ3RTtqqaAQscAbZfapAV93goVB5ttG7G++rpEtR0QvytT3kQ1Wos5unFjjcZG69
2wpA7O/X13+hfEQosDf6KF0Xj9pqf2tYwXN73UopLyq/ckLL9vWbFP056wysT0xfLZSYyi9VC9En
8vtmnMJcW2QKbAz62OOSF64dF02humh1Crs6VGsl3CMYVOMa1fXCB+GXQq2k/w25Y1804QxWWZni
7EBaSx6AEso3NDeuHJ1Li7CPaR7DXGGZ3VYeExttBPzQzjmC+ycuNiIEJ9pc6YdcOKDb3ZJNjMAk
vdLdV6+wrx2BqWEtNykPhPeS33fOnP9YGr98bKnVyyvR7tKChAJgU2iFMBfbbWYPDyItY5yOUEjd
xn2+mqd+Tpe3vrZ+s5CrP7y+q/6UlrsigUp9Q/ugPrR1ZJ/HuSbxlTnVY3buZVs/WEAN7NCc8L+K
UamvPhpTMtZv/UR3cfdFVOZmGtYRQV57Wm7dZTWZOg8CtGC1iWT/KAqG3ij5g4KM3R71OoDr4Pui
vqhmOxpm08D9y7AQLXSD3IKPNvoWfRhcObWwAqigRbVKRUE+Kf3kCIO1PgZeoanbNvGtnk5/WVjx
NhVFZx7HJO+oDIDD/x64aIhTUGwyY7yU3Rupzcr2MZ5Oz/ViL4fJFxMDcsuKE2ClV5a69LHRQWdo
xrHeGlTPX37JP5por+LoNwfLGZpT9anv6/I7GBrURIVm/i+7i14mbRMIyCT23XZOcEK0ZTpoN5Mx
eHFaW+9Sw+a+aXfjLRiC5srzXTqjjOvp9RO8aEfvXuUqhT5gt6HdJLrexbnlpHFTr9WVyHwh0wA3
RA1i05T3XtzR9LZs0jZwQUmZvY4Za2u86SB0f5isXHx8/bhceqC/l9o+6F8FIJaum5xYgMmlVfaR
rQl58uq8Ov0Pq6DQRVMAkwPd21LRX6u47jpn4+ZxmZYK7C998RO628WVVS4kNGS+YfkyAd+8x3cB
tMyzuTTsKj0nHqjdShhg1sDDHdNhNG+lq7JT6pd6DCMgvzL6u7Tt0e/DR8eGcgYg9fnzDXpv4hTK
CRvmJY86jvypHkvwFILHncAJR6+/z21X72IcrcuAgfFmBgPV+Pl6AUau3EO97CztRXuAx+UfBe2/
45IaSIwhEXQDK+Gahc/FRREk3qZC/G3fo+qRRy8Lx8/Ok2EmBzGtYzSgD3n2gUfHzJT7m4Ce6pXs
ceEoMEA0gYtszVon2PbvXzvH69w20bQuPbNTjXeNcHsuu97wWRsD6/j6S724FM6nKFqR5jniz5cC
PuOOfkn+rfLcPw7Q8kOpyfSd345P/8NK3PGYx5KAkZ59vlJRBRKif5OeARq2Q2Tkpd0wYKvlNzkk
0zW3sBe0VEIVYmUbIHyTd0Ya4vlyy5xmEIay7Nz1w3Bnw3A4enYprdD3U/cjsM28OThyBXxmJ539
3a6t9q5dpbwqqL6Xufn/H7INvzgsjBZ3z502rdfWaHKdc6O14sxoxalJiuE4mU19yMZA4w7YQqfL
jdqPfEcSlZJBHV5/+RfO6hYdyFEG6ZDG7vO3ARy6mpzZSs+dGIZwLrwnaZmwv1zh0Fhxvf9hA3P3
pEdJz4Jh1O6yV9aTbSb1qN1oW38vruchx1C4z372OJpZVxa7EM3ZTcy5NlESpkO7ODTXaws3qNFu
cjnBAzQ6dbsIXT+//gYvHRSqVMaH/ubktU+Ci2zdwSmx656hzY2xg8PKzSIwYg3HPre+vb7Yxc/F
PQiwAH4uL8rHbIIdUpt4BGfIfDtR1dd8ucRgClLURjyt3AuuvMRLKyJxGiDGtLV89j3lxvZmcguu
83gHQlUGjjZgPIDi7jsY7EsfO6X0rqElLn04GiOM8Hmv1DO72NM2Ghc1wLbnIi84htIOsPVzr61y
KYJTllFX0Hl42cdOcANltEcpriptwDrBtfL2pBBcOQKU7d/0TCFKZIuzf5V+3molRjVgHfHoxZ50
VxUGE82lrNLZlk5h3GbAqw7CmrwQmZxrjdIXAnXbWhtwYRtFQY52t6/7V8LQ0OpegmLMkQdMJUQf
mfRtLFGsW4EXmUoDXe207hH6n8xvKtfR2ggyM2A5c00ws9AL3f+o+xlz1FRY9Y1AsvoRcFvhHgsn
cfQrhcOFo/Ts1+4iIqzBouw7mZ8x0QC/voxZ2Ey9GaL+N/57zQCGgtkShARoGPuLX9kVzKCYUdP/
WcdP+gxIt4bcjjZR197XQ2PHXd8Pp9dP7/Zld4UKzX9UsTYcJLf9XeqpxkG1taJm8KqgeEABcAld
zchQLLXMyHdLLUZh0v7G59HjcQjkw+vLXzjKoHJAYm29xi37PN8MY525/VQgBeualVXFKbxweJxO
L81TOqMiFy66B4Pi9UUvlKFcD4AiUehyK9nf46VcdKyThuwcoGP/xhjq7ujAsAlXrTTYRLRYDdGM
mPtk/2iWuUEDiFsoknLE6NLvH3dOm0KYuCadNdQB7mtPbxj4ZQYIceVd+bCX3iwQPsBk8M1ACu0+
rLe4uOvIbRZSJFtJ31rGSbrChLVO5zLV2/XKSbn0VjeFfICLhC90HZ9/ymKADg4mvzhn6Zh+mTrR
ALhqi4NyjMW7zbsBASFCZnDk9q7JK4v/+dN3+xhKFoX2pnxN02x3TsFLJky1W97skOGSYI6a3cYl
zovZrdV5szqkRT0y7xzTDCMFrrxMQTLdDJXlV/da1k2PqdIwshKp2VX3M4nZiZrUSG49C2+ZB0g2
/UOgYA+bCf9a1DR+sx6V70CMfH1zXkg04CChsREhIWLtN+esstYuWrojbVPM987SGKhRZN01gb9L
ywTMTLifMDB60WXCqFTk2lhm5wq1hjt/GLOosr3s+PrDXIieHulsm83TXnoxmHE7Zx3cyZXnxsGn
MrbwjJRhoDUg5Gzawt9fX828sAU3kC4AH4anIKh2aWxEs6oR27AksTo/PUI8nMcQhJb5MZf2tHGz
GwhebNPePC3m0hRAW6GYhT0c8hIWgVOsR54jL+OlWIYnK/GhDdmzqcobr/b4A2apQXAeAh+5mBo+
7ANEDX26t/UsnT72rpsKWB3eqKKhTVINfk3WkrHGoXxjp0P1gBfpek3m98IrBmztsFfQQntpHd3W
INM8tDioliu5Rkk7TicrtbPmPBT89UqOeqEnQwRD3XYTbOWKQP7eBWxU1/oRqU1ecT4aQESLvkTe
WuqbW4pTprBwzV5+h/Ypmjsds3f91KRaMYUujA09wgmq80NtVMg7OEQk1BFW2bRX4vulVwKTESc+
anrAxbvfWOmGXOcRh7yq8Pn+ejMctRkhDacs7StR9tJSIN2BfaJ4jFDTbimUufE5KLHFQ3HGOA6l
6n8lMqmiAU+p36/v7otL+bhmcNlG7MvcTvRfdVO6TbebZCzPel/7x0VYbtxruR+5ovr0+kqXjhH5
CYAc7Vk8FnaXlCkRg1g7WZ7pxnwvJVTQwF38EDUErHaCaYzqwgGYbDTX+CcXghJGjbS9mT0CgtsX
I0nvpLp0eJt13TcHa1m8twvgr3+f31LtbEMCqMKQXndRouzg8neqY3ukeXmzSaoesnn13mqD4V5B
WWxZZ5eVWGqjDwEMYJy4y0p5rycSOxAeCDb/bSanKlIuN7J82IjuE0TzstHrx9c/34WNEoCAYIcA
R3iJd056hCCdEbPLfEFjcki75E1hTN/92suvPN6FjbI5A8MXoMYAR7rf/bkZKKKxwJdKG9dzAFAe
MQqCaRO11owf41rU8/xuBGrqfkxT30yuhaMLVc42jSEok2Bewh76RUm43zqWm7qdI6VOz/5GzFnx
yXCRgQg7rHQ+OdlKp9apGB5/0BbspiAZKt9F48nO782+dOvTaPrOGzBecIGaKU3tzcNJXrPOuLAZ
uPQwmCQjQr/fN5Vyz4YhJ5imNZRkJ2nObljrYr2pHWuNSkl9n6APdcWe/eInAqTJbZL+ElOG51ED
SaFJT7wRhjKsjm9GUJePS12hZLLa2anoenEneb+kN8RZX9+Gl7paVBicYtIxN+b90nSPFiyjTHE2
vSWrwxyyMaS9uoJHUibIL8VkmrKMhxWx/gieiWFFc+NbmKqPrfbh9R9z6UxAAdig4xSHDCqfv4a+
Qiq785zyLCAM+SH3e/NrntqteQQi3c+H11e7EMdQCoAcSC92K39254JbtszqhgQE9M+D5tAZoTST
a9pul56JepduBKNI7hK74JJSr9A4HFilRPgFEK0VZvpSHSBNe1ce6NIxoxiloY2E7NYSff765gZV
Da138Zx1EoGvnvTyyJoz78sskBZmXjBUj6+/wpcPh5IsOCLwVBRzVDbPV1x1gqUKCnnGTcCgEWqP
pYoRiOuRD1lX98pqF5oSVMJMP2ksY7pFpH6+XGXTBtQS4og/+vBxhxrxKOaDjvgscO1uzrbsEHfq
sfRtHvCFyZAfSQLg44tytOWEZ12+0B9Ox+SAIlWRHdzWnqpDW5k9MjMoQtn//EEMY3OR2aoOC9T8
7veaXQfRYgLBiQG8OkCfd24d0TQ3HClx3wf9emW9C58DotB2n4QUgXjILmeCp2vou9TFOVGFFVF2
qKjw1+Cmskbv5vUv/0dL83nS3FpfW4OUZhQ0j91aad+67mj05ZmgsnRxNoxTcuNmI5flmTj1qeba
/i0pu7Y+rZ7Kh2iBroG2jfKg6utVi05P28vMfQMqfcbxIQ2eADGpIVTBrMNjSKcpjTGndpHtKyay
8ZXfb7JXdr+fgQjuzNTIPMX+23hrgptgC4Aqh6f3PqHd9nNKqOtCezFXN1KJY//HxTGABYVVlnkU
no1BjRByuXOrspjDDD5NfqXoeXmCoWWyvwHG0HjD8eX5Bud9DkbQbanaqJtPRq65oTUFwQE6qvHY
DPOX11/CheW2zj0BlxqLdsAuYOSaPk3lmJd43XIfydo6fYcGA4CmwKWpA5XwGmtm+wN3Lx07FZoP
IG4vYGUKrCosTThgf/I+/zBlYLJnXV8OC0S2UyKX4WZTQ7tS/7yM82CaIdeilE/Bykz9+UuFDVDD
YRPjuRE6oil+h25IZXpXEul2xF4+HSNTLrVUOfDn9t1nV+aJPooyOHepsrKjC4slfYcigHMIjEXL
QjlpKBhN2ex9M/qp7g6ZM3dePHXtuITS18YnyYXE3Ghp7td+dlIUyspMvnPabk4jZcixvYNV0nfR
VM1LzZhZodTG3DDtTsmSeOglpP08vu+mqoR+vg4Vd2HUGPs366BLFSGpGvxQeql9tVtHvpdk2ZQ2
npl89dM0w9SzpKxCC9jWfq+IYyx4X471O0Om/Y9lmUt5h+3t/MsxRlyodOWMVWQJeB0Rj5KVYWH0
mCwBGOs+b0c4C2faos6x7TdlzDXwFvG+stvyk15J8dVDNvarMa+FOmVm2X3O8K3UDkaO21VYqmnq
URBMhPiv1NqsPg/0hpATCUokIRBsLvuPU1L1sgxxMxb2aZpcRieBhiDXjzS36BEuS+t80PTa/5lP
Qesccurw6WTmrSviwhC9uhMao9I7CV0qjZERLcUbHKUW/Q2gccv6OZZBjjOGYUzrLyKa6COnLU3g
6sZaJVEeLOVbZDU1Mp5SjfG+rJL2o3S0BHFj4G2B/oRnaFDdaGY7WW8Lq2Y2G6Ido5uEZk+rSoUx
ngCY+mT62eBG4LCqmXrXcp6YLFTuGy7wy0ksa9tFAwRg72am4zTelCihPGWJOXzdDAWrWAJneBz0
xtBv5pL/A3KB1VTFRb+Yc4hhsJdGKZj7JqIdNrURAKL0t181lh3BdyxW3C9k+b1e0gk7dplODC1a
3/9QoP9WggiT2ZfWSRrUEntVfutVbpeR6XfU5AvJLgDjBnDvgCwnhlqgeYw1RFAaqE6psHgNHSS6
ntDRxhrTQBxZB46fLmkMTi0oY9q98+dkyYx3lDH9N0BEfXXIMN1Th7FMJxWiLzAOiFMnSRn58P7b
SDlr95sz7sQj8IqHpQuqPMRu173TqsEHaucxeJS1IYyIm4iIiqRxBwwbsvxB6xRCFE6HNEXo2S06
mFjt1CH/VZ/TVpRvCseqTsjoNT8h/cvgZIrFaOJO1/0ywt3Oe8jRoysQ2jPHOWL74xJGetAR4Vkd
7z9jtJKvKwqrtzUSIvMBVk3ZHCu9xGoVynRi3WVta0IuEY19i5kAVbbeTN2bIS8WkLtemjyg45d/
DUihZYRkXvqxFknxSXfa9XumFR26cHlmLFFhJukvO58yLcxNGMiRgGWJieOCzDeyq16FUqzRz58t
s7XeBw3cc+xPUvF5FqvzGKT2MEVru7jvEKmFspzl/vSrtrUFF5Sxpn+pfB/5vgUtUS9su6ZII8OT
uR5n9bgMITT3UeN/H4JD4Q8qica1Lu5xN04Nniz32iIeutppY2vp8uUXtD2OchfkTobDm2+XN0ji
2HeSkdn9mmRBLPGUb8K6HiaEIQuUXyKMc8c6rhnuyVC6lR/Jsps+aJarunjpJ/PeTq2SvziVwo0C
/bxoXicni1Aurb7mKOH9Fo2GHkqA9hVfd0m9nl1YVe/bpc0w7V7y4QtCrl0aYYAp17Ca0PiNRjX3
Ffo7VftTOGY9hQnBTMZdS/vw2Geu+9nVi+l3h1DOZwvd2/nQo7PlREHnZu+dRnPTE3hyiEBL1aKX
l5XKGYBo0QiMKfgDgyonTbpwSjVs5jAwS49WzRApRNFRvZ2FqQsinZweE9Ok+YUzKa+t9grrV67n
aXZYVLt0RySBfVo7TF8QDkTAL/ZpleXhgILdY6dlyYCKk+t8ob+n8M/TUlR+4GWuvzXmvBuNbfbX
cDW05Us9T5WKglSTN8rmUh1NrTA2QZNWE7HLnglCQ2uq93Dciq8ALMCAjV2P7g7mMP33FIHhJdKr
Wv/h0p79gigOZz/rTPEdPRvsI1K7JDwEU28lIYLWNFKKPN84FrDNHHSU8+b3lAMhipWDlN1hHGfP
i1pfL+9N6AAPBqyEOernDOky6nPrM0xuepB6PvjNY9Lrbg8ibax+oAlGb1qrDE0d1hT9xqPpNVZs
Y02tx6I1exX5XjZ/bmDpUJo6s+YcUirxLhZIfQ+xpxRW3Ksy25n8Z8zDycXm2TvgqeKBwfE04Avg
VBOMuu1mOdd64mDcVDcb489DuLRAJJqOf+QIYWqIP5koURWTZn6mPVC3ISAmAHpDXVtPm5TPW9hH
0A1R+4R/2Mp6qOLGLpcH9HI2DewMZU87VYCbSJHifjHV8mjXYn2skVshgM+5+9tPqOMO9Uo5TewQ
5i2aA4NOpkx99Ldn9M7CoBl6HL8X5JBCrZB2eWe1I4I16ZD9QMsSd5upyDJcEIuxfexs/AeOCBd7
TyNt/vo2b7K1Zfxjd+e56YwfLeZsZTw2/AmDZqLPDUEDgZBKedPvZlytKawh9tBNlh1hUO/q4C0k
hySNl2HxToZZdW1kJY5bRY2T9f85FZ4q4droWXYslh4PMVDSwW9I3GpBHFWhHLPWZMtIAgPMUO7O
2zJkBi1/D7k7rtQWGXrvTo3YVGgAK+gjI1VpiSBEFdxnadbdjvrizNFSBlKFttUWX8dyyP6rG3Ma
Y0x3/YWuNsKfqaXXnH9HsysmTqVDgdElIwAlEqvAksoJbZS171ffHLpooWT+gO7XsBw7Yv95cOck
iGdsvnOkGEHS0ytcBh84de75TAcnsq7rJuoLGtnoaso5FZ/UsgbloUK90QrHXPPvG/QGxtibMRQ8
1GY/dzcCttp/VqVV74VWoQ3lSFtOUer7jYimIhhRfBBb1GKKsTzMaZ27N4VZ5G+9wOqhmKC/Cp7D
UeN7YSJKe1pQdjGORAn9vY+06ExRYCyHepBN8I4rfPGAKjp3X9TtPImE7gLUbdE2uAT5ZiEirymS
r3qul33YpDppJ7VcDDZLlFzyO01LmzrsVV020QTZgvw4zg1HlGj/X7X2xXu0x7n9I55pNhGKX6t5
s/bV/BQYQ3rq3MoJOC/9/Kl2l/pNtlj9J12XpEG9q5g/VG3XJiifEmGjFuwUYmC2TvLXhNDLG98D
d+Cqyf1W+gUnTF+VdZsU0u95AlqfYaIIypFRTg3meRqStGFq1u5b7nI55k6J3zWxXViDfkC/xDSj
OWuJi+hWOU4MSAcYUYk6g8kRCfx7QECFwb+UJSjJT2gssv0y7a5DlAIhzrZDUdnLx+C+LpnbkWc8
qYXJFEzoKvd0z5mflRRehUqT/xrTGXKY+RSxwClREwrLzmSvJMsgngZ+WxKWZmZ8lLJJHzVnCL56
nU6ST9G0/TIUM/K22HMk6qhWpE5C0MGGokPdaHWkutnV2PAVjvS+W9Vfx0AfGzp3YrixF5VVN+Wc
W5+kGkqL+4eRI+6tTDCNwYDe+VFvNRtAtwNGI8Z/CBl/faqSextZUC64NpNisEhO1oTcsEoVNouZ
TceMUU0f1uCutmrX2xSIXUf8HMxqVTeVnWkfpNTzIuwAqj8aG0AkctQ6ckNwgY+HoCPMm0pqM/M7
lYscNeFp+BjkTatHovfH78hGp3eZx7GLEBUr2xvuyYhaQakgk2hcdpD6NqX9TtkJ9ljCz4zbadFw
hUAU2+7C0p+GT7PTOfxq3Sn1yFpc/btoiuJ2chPMgyuvqREta5v5Swtorw8zo3OnMIAqPkfZoMY+
BH+PnnkiEIo/GAOFeIT8nitjtqpRRYyS1K9M2KMRqSD3UIA3O01/a2gAQd5wOfDK0CxMil2EfOWH
Ns/rLqyr0vwF7RxV4zSo5CH12kbis1mxyey8XyYUG6v2fQqksQ5RHkh+WoPRf14bqWb0Df2y4j1t
NwElZ6nicRE9jXO0GVWYMLQEfdO2+ceuWIN7Jjfk/9Vd1HTEyljaYdEG6a8egakfjD3xFnD8Vkco
EE8tljXz5V3NHOlJ2Q4Vdqa7H6QGOTesNCXepY3OAHapnPlHOQXo1wUGPOjIrptuihcqr5/IlKov
qFs12nGiHvmqrcbwG20fLGOTefC3IC2XPhRULz9kOfJ4ZreMdJfhAbxLmMdMR1Mr819c0ebfZVNu
koAenkboNDYK0WI1tlNYZDZBOJkdfvCEAWZjldwxZEeLKUFRCkQD0niiaspfll8r1AMDskZpT9gu
tFm35nFfaPZXe+BuFtmzN33lQksgI2CBk/QJz3cilbgCLkY+ZjFlXrO9H4mkSL+Wy3dndtsmVOPK
3dIxV+s7RFEqHy0f+zkWqC8r+Etj/TVP8unJGVDBCwvJ1QmnlFS7p2J3uL4OeKqcxlYaUzgM/cxn
Lp02P1hN2kFeAGfZkxXn5ZvMRUJ73VM6ovWpX9wmQVUTbZRYfmpTmr+pzbkrHioDKFCtSfczJhEp
qn/TEkBGwALdeuPrbd7EfifTk5+oXsTUnQ0AFmMZm5MckWcIZ7VYiFK6SY2pRWsO3JylbXKs5VxG
euJuDWOZksZz5an/CtH6AgHyNecOSO+vPGxJ+/uqIVuNEUCaoX0oRIKAs5X/dt3eLmKn08oPo6nn
FR4ETv0GdU2Pwr119TaCV2DeWRA2aLQhm9+eJqrHj/7iDirqpgm7CSAhGulPE8OTSFY4aYG21oj1
I11zUxVBi569DNRj6i/+HCGgn+Shhvbgj5Kk8TOZ3fq7sNI1CFHmRVHbc2qHG7FL1WVs/lKEvwY3
yAJH7S9L6Tl5qLRZeUfy/vKx0Ov8BzCZ9sHzZvlduavhnebRaPsoQLUqDTt3acgYCJMjRrrijrCl
bCB4khsOl2OR2T+GQfXvrJx1kQFMxqe5EbLk1r1OCToChUWqIVc7kd7O0/uSf/ahzLVAO7nSWL4l
UgYfkrEvMKLSAF5xElpFZrZp4Id/KEJhBqzhPBbJmkVaOaAH5fqrY8bTVOWPgtr3FEgfRfLVtYnj
KBU6xLvex+kDlcj/0PxpRUgxqNQhUAkGXugi+EVk+RkB9f84OpPlRpUsDD8REczDFoEky2O5PG+I
qvI1M5mQCQk8fX/qTa86bskSZJ7zjxu5qe9MjQ4xxvE+p74MHJXJyFGkWdpj/Idape3LN66+BE6D
GGcsw+2b45pnJdYB/2DSz/Q4dygGy9QBAvjWWxA/ztE+7gcvbOq/zEeJn1JhOFwwZegIlGJGcQAe
MBY3ldzBkRRJnebUJKYBsrcbbg8Sf6nEqFFSnBo2c+JrSZizMMUHlpNXqlP36Fa27VCTIy+4mIjs
5wgr+fWbcZ7I43QHQj2pgDHxrSWN/Uoa5fyI5ZthaKcT9Y6hmXVtq7qSPt1ALX26LS6AXb1bHnMh
Sr+OPhaxqLwP3PKX3evuPNC79mx2pazMSYYhSQsnXkVmiorOmz1ezEBARByTfFttvB0zlgrgssXd
8tivur/74iRftqXpDKjGxIGQHcn0TJd4c8uUKgUmwHmW3otHntlXo5OVboEpNgbwWUn7hr1xNkys
ZqoPpZ5s51ABLJNcGq/yd0kGPc/FMlYPtpV044GJrrKOGBNhO/BBBs9NFZLn27nzjnwRgGtLfSck
8KSJVvEddotWtHtEO3d9ElMl06zFs1m9osggGdz/FH/NQ5u4+AkjpyMOstYrn7Fvrm5kN/oqkGT1
aduwlKVELpOF7E9J+UfT8FweejFKbpiyisdcsrX/53omrjItheBa0Yu3p4G8prIKhMUPhddzp44A
NOroXB12F72Py6PVNVTZ7pZOnmRImDEvsb0DbESTpzMLtHXI90BYPAww3g6xzLt7EbMIfT5wEX6Q
5YKbLe6W/pflO9U9cXFrCKK3ivdom5VP40S9vpjmWkJQlFt4sSZhRRfkx7EDsTTTHcElH4WXwpvW
HxlaBCVL9HM/0t+AZUrfXhJopYSDc9Ld/C0DM0/pplv3jslsm0/91eqXJjUYz2Ed5Po4McZ+DUk4
k1MDGf+a7M1csZCrhlY/UK4vOSTdy9KPDC3FKnHBYSRhF2spnHlKEtFUbNrCpVuFCNwQS1Vk/4YQ
tKabQbNbp0nhhg9dUHh0CPDFUjBazl9rGfR/meDcH6/f4AKq2l+sg5EeQT6yiKjK0Xp3iEoeavsW
D6mcEFYXYs1iU8o/VMlsMRRaUipCHJJQ5Xovp7cFrM1leC9bmTMLAC1G817TZ9RX409nj7aCAyr6
f7SccHx2YLYxGXqC0uthX/sn1TrVDwoddmx3nJeX3VHr4+ZX5pPnw3sOQ9//W4Fy0kqvUIdSU1qM
X7QwWvdlKUr3tLdL+WdjYowPU7PBAyYRy1i6kxj8Xppl+Nxbx/5YBkf+nsgK+rB6NYUng37wEb9+
9Keuy0LmUpH1n40gcEO2ExV8QpeGqpAh0/1vRwX+qQgx+uiGtV8PRB2xuDKput/9Bs6fkSQV8szN
vCRz7LUE59lO+xL6BfF5rVsgKvG5/+00qbRKrhWSyXQI7HVdT8kEwsLYIvQbxLX7q4kSQSRzJW6d
sY7as+5tu8paskFIA+YyIRS58myiz12Kn9LN+OVLYY1bCQ/nNu8mqSyOzdXYXi7EFPw3WNEGnArl
87HXc8+ZQf+DD7Td2jKH8zEXGZqVuFU70m9O6VYjh1rpRaeB5pk45blE8sxfR9QAyc93HEQcb3Uh
CphX6Sw/SAk5VeytipwD5JKwjnxfV7aPx/xlk9HKvqDZcm48uZog3QQ8YioTmsFSRo/la8Q1MKTY
XmKwuIZZNqVcah9SCogptJw1J0zaI8CuoUxmHiyvdLv/FAADeLZjI8aclDccfbSFtEXo2WN9ribs
uNhEOBpHq2Ml3iWpKmkAULhlAvS0RErSdU80IBV8H6YPBXcujVyHshmni3GJd+MjNkuT9VHp3Xcj
Yd6Hrmrtt2Kdwh8FffF7KBdmDPKAvecZpe8EThgIn+NJWUnmdd3w7mrTEydVR/XrMnuL92om4z+P
SMnkcCRAMgzf4azVf/NIa5RhuifdmaWZuy44hXUj74mOpzDLG/vpzqnRc5wJ4FuIuF9E8TVzdtww
Ga79sZFoKA5dqMW3XxfNnouii6c0pEhJpK3VJ6zOYplfR2UqUFbO7Oq0RHq+T7TGC15H5fJTjea6
sbEg/gq2Vj5tNSHIJB1MnmH4b/p7Ix33qV1Wm+42DFp1Ggu1/TR96N2KKtpeAum07z1PaZDt0Wie
ttWb/ohmDN8GiHYQNGLP23Twmvm1Q24t7ghojyc2os6wVo4uw/PSOw2Q0LIE7BIcpPX4IEFXJ+fc
idgjBFSGATU1QPv2JjRNYl7k9iFgwaTKHFZgiJhyGtLnUxthcJtXE51RuXEIt5cjTTEcQWU0pFa8
OnY2cb6+NlbrPcUgp4wbSHH+M7brvs+tsj4mPgs9PjYd6vBCysGeyLb+HWnPh15hRaZLTpjmosG0
ZFYpecUBOWUetO12AheWa8a8IVKdK7lawwvWiME/2hUGoe/Owa2c+pDfmtQ5il3uWQMJomaIgbqk
BmxjRprTIqyLh2D17fVA7HHyezDjOp7dtYioJusbKmcBF2x5dg1LXB64PXncnTeU74OFThb4YgLS
6XZTkfMvkqDJqq3a9a0dlk2Rr94eJdkwhDHVQEpGJhNIMWLGEj0849jYGoj5bUSKHRm+iDaZzG+A
CKEOTdLZ8XdldwGsYFxN9kXNzh6kEbdndVDSYzzTcdHRHXYd008QQ/vZVdfI1jGUY5+NfT9u4KdY
N3IaX20WQFo8SeNKNgQeR9E5q/PkRcmCdJM77t3dihjwfwiuqY7S93o7D/tmfVuiWSeZ8SKNgzmE
ykp9xBf7Iz/f6B50COOW6SWWt1za/ccyGe+cNN34r+UGq84Lytz2GJutb47hOCaP/aL6NuNlAUJo
3GisWDPCNsmFg1s0reeAAbEGYJfH6/Xo3JSmFtF9w6Lwr+j8/acbF+9T6GoTWdM5w5CupLMI2nbw
qpA6tzs/tOUx2aTAYTo8OZF09dMW1PP+AeixqvsdCDzMfcYYKrw6U/6Hi6/cTg7UXX/b7zGwjJir
qH8TZJC6R4dgfS8DFPTHG6TFTXlcqCAUD/4mizUtzR4NNwY4fWIT9bfowHvBEAwaXW+X3vOV88Gx
xUaTSFwIdUq330y7WM0d/LDaxN0+WQnBJ15Kfdmqc8yj3QtTFS2h9tqL6VG4V4FYGwebm/VUMX6L
GijwD91Ntn/SPGgk9NY2xF1V2w6VWXJo6M/D73dYdNUVnLpD7xzHuJzZTXl+oFIdQ4hbXfiL5v9J
A/iFNKpQ3ybXofvVuFW8/ms6a1a8wRw+acv6yPelarU+kL06c7QJmwZYdlbPu4/WNawvbLsUIWGP
aADSjalIDi248cN/9E3J5ASU35eHLlbwI1VQJksON5G8VVtioQUcd/eft/lqfaYcVc25MG2bHKxl
YURVI0zuoXdE7Z6M3EZzT8As/RlWU0PqWRNH75FzbvxZPWuyj4b2j096qpLu2O2O+ZZlAw7SFttK
uWmbOD8L//HlDgiOPH8PEFO/RhVn0GnbB5ZHvh/nUdi4zw4ShwITLjE83sEhXkTfudZQn2e5yCEj
rod+tYGj95uLJaZyQTWD82QVY+zRxERTyJPPACcJa9jn5SEpTAxFyftvfjlinsw9WHXkfzgEgkS5
opQdpkVsrrk0W2xorgpQrBzYMiU5nZoXIvMFLvl0WVRgU1sHTpaREm1vNx4F2PIGWJd0AfT3XCIa
P4Li3OKyOE+BllUWhLVRJ3dGTpTiXNnclw54SKV9a2zAHRso/TBudI/dD5HiLujYY1VmpgGB+kp2
TZ92cufkRihh39rO0gA61d5EE4/0E81qREDqJQF4+97lBseMNl3pnMW18I7lWJAEWHJeLHdDMvIc
QXHva6YZfcTv5mqe4K6qicUh9X62MkELWcvHnIsmydEEhOuhEHr5ctt98Q8Jxug95YHT4bnsokYf
6cQI2SISuytzd1gGfZj8Zm4zRRvNlhckzLlZRRj79t7GvWtDVvpz+BIoIqUvCdwqSyK5hhSuDnzw
shn06zSuBQ4Xgbj9sGAyXQ9Ky3XP6m5ZQmb2Tev1ooqp3rJ19+smx1Xj8meFO36aypqMeEjI2X7m
P84FKfjj3pQ2ysl2PVM6ZeD1v9mk1AMhSDQ0QvJV735xvY4qgs7tO7tabXOUiWGyCAzzJoydxZhX
hWUvL02puRdpQ9gpL9PBDvutI09SkUpDhXdJLO3/9llvUd81moC7FLCyHVgbinl/E5s9Uk8RBLQM
03EA8yuIqC+O9mL78hUighBsyOK+vAXIQAWgaq3BmOG3wrxbK4SI6M4UVHbZOcsbMHxVHve1IG0U
p0Q4ZjLGOHypglivD8McWfcB8or4BjghlKklbaqGKeCLX+elCABLKwRhcKjK4gSbkgFozm99Kuoi
lIcHahETgFi3lyB0Tl9URx2VYZ82NdvkRe4BmcBDWzvPILOsGH03ka2nkwEktZ8K9VX5jtgzYfaa
RuVwlyotRuHXWTOg3/mUdJkA+UBPNWnkdUN3nkSt7MekxUN57Bcqj+4pcA45wRcgAzhNeBKmHqwB
VGwxQhDq0xUm1Ccexn3M5klh7amaDpDXQflrPXgF8vNfwTWR473VVVVBBi+wtblsCvZeao+64LcM
a3vJ5oWA4e9GF/EIWcA52jGfg98Azto86KPNEnbyJyDLB2onmzqzEL56uQ5Mos9D6av5mKAPrH7P
0zoxTuCKG46rRZK4JOVcnI1R+qUnj/p2mpp4ytxa77CK6Dwyr6JC5i7yGiFvuOV6lIa0oZRU+imI
wqn2lvVIqkf/Ad5VUJI7xkWVxkUw//Q7NaYEBHSzfyPLiVCmBSvIt5SOejSQXx9426mxADehYoYC
pc07AhVb7k0NJFS9xGUSb5SD+tFI02xjFWQJMRKvhCBDeqEu8I7DQHTgC9k1SNYj4Q3/NbNa9wud
VMrklqljVCAceTcDZZHUkfO6uc/oL4SwD30L/P2f6EzXnHCctv1hgseOMneIwuU4+tD02MpWax5F
Gu1NW4epbS+LvC+JFV+IKwaiuUPzWi/HsBHjl57QRoFRzTXIYmIPxGcQ7VlwIlKec1DujkG/W/bp
nW2iXx6nIKnucBVP5amatsU7CkBiUIKlhbdVVMkPyGwGr8ik27ZhOhkdo+4JJ0BBNdp+lAa40vp0
tTxzX8PZJ6facJgcHAVleAj61d3O7jixzc2Wqufj0I7ypBFblQev8/bqjiZEq8+KGcfwOSYgCxXu
NrRbRtvHLA/C3a4NRRQIzQc4Bm5srvnag9f2Z+uwBVF5v1IOQpD6YGKQvaStHjQSTpRE1Rzwh9XO
ntNCq73TlgzTJ3Ut5cOCaxktTM3ndggE7o87e9RbVY3hw8bnHg4J7T1s3yUNombt3D+EILTPftDJ
r7JwepQXy+7vT1flTXzveAugK9olRYgNoLc8AE5RJWVIkP2q20BWqUclmwICsZI6LVWY7Kd9tYb/
nJoX+9ithR6Ow1QHwYmXUce5W0VLdyQ5ApGUFhsFkK4VtuspRFGgDqouo+CIIUgVL8vMspxNvn+9
EAZtv/Mfc6Y7zcDq/DFSJ8FJCMtxMzr39uoo41Alx43OJ/k8F0v96jc+r24tpuKzjRMFgrH63hd0
DzquhtgwKpwBDPO1NMHXVGIhSUcWPLhihhZeeQ6mNwXmVh2Kahp/jO/bfVbDDT2ACLbIakJaXokG
mBA3xMFClcloUwHL1FbYqe2J+loiRXcTYYFlCDLe28NrJdbkla5x+YNq2O/u/c2uES/3OB8o2+h6
uooqMLbAriWetpFP9lsHo6jOSLcEM8ACcv0yR1fSgkl7/hWakX4GtDg9YZMxO2tsifEbgq6p77xB
c+EXYaj8W5pClfow6CWjY9G6yj9NFefLxbWAeE/lrrw5G5W3oJlxTY8FtWCxaYCU1hsamvVvonl5
RC0rlF/0tS9/DcrrX1ZCkvNhKAmZ4Y2syujcrMQFZNW4rOpN7oXtX9VZ3nKe0cQOp0Iuy/Oul559
epKEwmgY+iRz4w3uqLQ6DVxX1XQFSMl6i5jDbOqMkIliSmsZ7ScsRqBlohonckXZdyvKs9v+P0F/
G+TUFkFGTyWP3r92WOk099x1d0ExqSi9QfTHl8AgIVM1DPT5eBXtU1m4av+T/QLJACDa1r/NVEVx
g88Ld9IcC1jtFG+IIB9ZuqrKZ0DY5r4VTf1WmbZrs1Ekjp230TyJj2gshpAfzYNF8Vp4s7PtaN+Q
LNTbf3VhEO4gxg92JFVm+au0tZOmMNazPqMUojIhCoIiBnJcOBIitw0ebeZh892NMxjL7EHPHYyt
cBB3g1UJFF5TWB8rvyFbNiFzj3Q+T8o3+m5VdZzMNJkzZ1Lr5fxvB2/CCjfA6zg8z2qkQRE/ar1/
OFVTDCcSfsk+Q7bnUxXGgwrsi9L+telKO7ofw6JEq1Bqp8zXSoOh24kVXjZrloBFVTR2cDjTdUIl
FDM4BFGAYKTEeA64SokoiiQImOFm6BJS3ZYhploL7VtVITORwFiLLPVOzXAMOuiIyHrbKPvVKV/X
p23FCshLYiOD2Yf+zdaFllzEfMCDnMGkUqYrBbduts9dNJ1ryPU/u6qBzyKw44U5rmwZNOpqfFmW
Ollu1mp1/gtVFRb5BP79q9kVIiOuygpnhYzCKz3Zzzm27BBLyVr5GXxi8DIipwlzLA3Ff2QRos25
hug87aHbN6ek6O3owvFJgzvjtudyRciRjTjY6YIT7PPVsWRsjE8BP/yPzfc1Mt/qqD51CJW7P2oi
KT9l5ICTTutocM/QAuUFZ7w13+B1S9qrDmanQK5f2e/pNHPGZxGCpqfuEAPyqSZ21lvOzcYcgkTG
eXz1jqUaRsE5BwS39icWowq3X9lW3QXlcrsiygwUxvQIpO3IEz609w4C0543EJQjx7BfXIZpm+4r
zc9/3MPZ/g15tjxTcZJ8uYML610pbkcbfNrm4UGoaP/UU2K1qYbYrDKIIMc7tskKuQEK36EIWwHC
57GeniPj2yajhHXF0jkPMk41wjmDcFkZNwd1byH9nNpFPw5GX9+2dJpM2OUcXULkg2t9RIMnrLva
YxDIkhEa+ODbLXF1buVa+y80GyBveiySMDOdHdx3aMCq502QbdSkeu/VfECVUt93mr7HR283EySf
2qrk5Fl1fU3SV86zjQ+TcD6rdtdfYyJKzMO21P+tQjfmdgUDFo+MJNs10yAumIcHW9gnqFfGET/U
o/sEMiV0brFJS07XuHkXyrTUhhduML3s4L+MU20JNswQvlrvzjhay93WObBzO+aS4AH4q1uOtAkE
/qslut3LkHVR3piEtRdftxSDdwPRUpUpBts6bU2jLb4mmTw1LGjA1xCj9hlBc/Lpof5ujnr2eW4S
GoaQMnre9m9eko07sKUIFDUOS3bqFrr8seSULM9IxyFefWjV6Ymqsg0VKWCRedq9eflCUEvbJnAT
0jxaDMP+5NNa6ealTixFqvOm1EGs0fK0z427MMgW4lMzCJX4T4T1uUmLYbELXFxNybWh/CXGB6L/
hYDCSMl9ozHHUDm6/t4pDrGfNIARkgl39v3xXJuFC6pEEffLjTbfBwcJkvfB6ew/YzJFbx5K/fm6
542ffdk1yW+3oBMauLJvkjtjy7J7WnfviljFdTyeXGS3aHw9bquDdCF7f+01yNLdNI1jQnt7BL/g
66X9HeAzDR8sPbvNiQmocHO3hUi5KRGxWeBcVkF3VBCW9XrXBOBRuZnD5V/CVbscVCUlR7US9nDs
ubfxyDuOAvsn/+2xQZPYp2EtqTEMaJ60nzYAJJGR9TUUKZNGr4++3LslRRY7kY4ZQPujnLymGbB3
LUwtcnf57RnGiD3194L6zmkTQGHCpUu75HsnumoejWC6CGN5sDlwryMsvsFMbHDfAPtoKC8Fr2By
2GowTCrN+1gwv8hriSNRxBwPibSnHzpNPVoR0UfPWz4lbuAeHGDxz7o1nUnxgHpuPkdV5N+rSfA7
+orw5ntyLZBQy8SV6qUDo92PGx0l16eRUncMyADjhz1UQ3f0kapsSDHZbhqSPNBEcV9zCS5h8OFI
gKYDk67Tn1pLyenWLG394kyyV4dFNZuVzSsqXRhZ6uZSH/z6caeBwzrGAcWU+SDLUl4M9ZrVrR/L
hUnVW9Bo8tUwfw612R4ori2J+Bo7Qbrq2oiGpVMNitE72S74QZru49odeCYxdH4evQr50DpK+ccE
UfcDFxm/0E4DJD67BfL73d3vab5qHzucz09mEHrKV5gKFJ7z5j53DMJw3tDdz/7CJQSnSQQSs5GZ
9KHoXOTP9qyWo6FTOqEFFJYim+NKffE2jFylQABQ446h1UEwhX7SJbtgltgm5HBbGcQ/5Zq4Zd7U
ql0PCOOUPCfV6P30FvLWPOwQVbBIxm5NdO7YyBA+ul3/zlgA3lfFHXHltEN19PextR+djXP+AI3h
TjdePRf7qUWy/olKChOEu/XxixPpcHqUiPQ0kFXkGHCWuBCPc7xxSKt4IcZuWePgT1XTMn4C6oAt
E6WqL160JZgaSLDvzlzqGulpVNp5FERTn6NpRTyn8GDe7kyWG0o7AgYvvZM4v4RW4lwMAkGTOxb8
UVttCgYZYfuXOOo5Zb1JqM/l2rV8jKqG8529nUOWD8mS1NZdOP5xuFBe1yqkc7QiHsfL6dbz4nNf
M+DnuKF8yZQzBGRDFaWI8L1IlGVNaPp/axfP7xtFp/PFimxz0+py8Z9jvcebD7Fc79+2NNh6/MGF
CjBkiX1OqPOD252DK0Ng3gy4cuWYHPc5YP8Cu12r/uhYq1NjYTDzU2VZwzeJH+zDm21PX6LuGnFE
qoVeuVkWoH0xSBEwnw/2ew1jUb3gwzGvbCh46tZ4S2hU495ENeHZuGsm7uGNUf1v509mpdd+5iCb
4qs8y/Zi5M89K+ZDg+bylVAB6DZ/rMZ/EVo1ncZtIm8jTwg/j4sZMEftNCADffD8kHi7qkNcucHX
6pTN21bHdZQqCJMqnTZkHniv631J/a6q0WFdycO7mO6ZNXcKxVwZaQelOKZrpBzGs1wQFLWR/qVJ
0njx976Et0An8S+acTvfRIvZ8VHbezgdIxeh+KGwV288eYxpxZXXp/p1gcjIR6ti+iLBXvyjkDmo
LnrAtgaY6LpdZhmPA3a2hD9xMTPS3vU9lAZK/hFtCYpCBPSDy0KQdyq2VC6Tcn0gOcmEf3e+SXJW
mBjtWxn5PS6phvbZY1VTWpuHxtvacxet/sj3FXBGdHuncfws1VpnrDXk16crgyRFzTZcCCC9FF9k
b2H64qfw6gxu9Co4knby15Yor1KU4139sNuqG3MrjNF2MZH4VBpP/sDZPIxLMR8nzDLqHFuA7lC5
O6rZSTtgzArtq8poFBEJipsNiW/N+I1xr6RGLCfR20XaUumHNjLyPoquPds0X5fRXehtzl9vJbsY
ZnUx/glgad1Oqk6M/NOqSLmHekEjf7mqxWRGLQYYCBBfvGShVeLyYrSI47NyTNPc76Mj/rEcb8+c
Z219wklT31sqnOXJrGUd3CIST16Ip6r/DXreCDlD5ewjCx4m6r/EUFeslER4p320cDWjqhpqthJk
pwfMBtiRoG9LQCbBmngkMY06v7H2uJoR4gX7yTSL9p8wVjn1sXB1c0cM865zxajbPig2jOMwe+Ru
JdY4cVrW1vRDiY/fXBAeLh+JX9QPPpvGmiFH1P+VoR19SA/b1UOcmEmc98nWv6Ju9dpPGwRif93L
xfTnWG+l5hnFRZIN0bgkjAhtpG6aMuJu4fBzXleH1NtD53eccgz7HLvcgDO5omxNijRaZ/BPlpl9
i45lNTwDYNc/wlqsfxIZH3vdDJuIdHDu/1j9wIQYOXQXnOGMwjoPqq5lfGrWKnfr5kp5xV6NQIlp
9m4CURiy0Uami7fda/28dSIrALXfo7/DWkHeOQtOIaaXsd2zdcBlmndRjZ5wIYbNO4cWCpJTM+/u
ZzSjqMochNndyQ6j4m9o+KjTXMwkHsHHPeIaQWo1r8hirmk4aHl0P2z6JgD7Prbhto4oHniWegxx
w/ReNYvlQvNcEwgnLzDraQT7HDkU+vgPHmLvF/IK9y+n+hJetVRteQRsHKvfTmXPEm0/d7T+VbVG
wOCgMi3ypl83w/UT1O3ZcUuXOTvcWC6RuQ8is4DHP8RY+fPJ21i14LRK0d9XLiUqePsKMT/ZVSBV
tozbctcu7YDeFHEkqxPd1uoe44WwkcXWO+R/70maJX1d00JPfzmvIQirc3ZlF9rovFbcPZg2VJMR
CDTcBs0w+o90TlTTMbSuMIxakvqJDzR8oTPm+0l3eDLmtc2pgBQGt5S/vWKF9Jj3RSPzJdIeV4wR
m7o0kUj6PLFRqLX47dDiE1Yenzjj7OVsVQhYEUckitMRsPwFgfrG/ByMbnlfTvOgH0yy7zM+yGhH
vWBjh4C60Hhe1IzV/gSmX0TPfKgB/BbrTnEwhe29FgJi9yCdmnU3qqqkQIw3cBgnFZLBzZ6xnS/I
B+4K1wqi44Dp4bZteeh/RTbJSWf2dAT67FiI6MLRsYqPrl1n8NBBmJ8AIcJ+w9o1rScLmte7IJdn
0AyH1jside94kJq6vZ+FY1CnopF/wT2F+ovnVHTPDJ/JPySPLb7hqJzHA5Yul42VgNDqJRyr8g86
o2g7SqI8AzYJuvlwbPmRexz7/6+dJOV5vHdg7v9cIyeToqdt7sGIJtp3LYAG8rha9bO6FSg3YBC6
/5HQQB6gceDXrhnc96MdzHK/CF7lMuv8un6qy77BoRHxKr9xOw94AVAGlPcVaun4grC89rK5xY6K
WBIaNys2Pd72nUcHLghe/D4SOtWe8A4yycx928ibaHLa6uK4taBdk2IIDDpQTKRnluCBaVnAex+m
zlfy3YiWt8x1G0ItiUujBiEYbK1z0O64e0SoS9p+uG64UzZXlo9Uxwlu3aVbc0gAv8j7xgBxS8uL
X4cSfRN/6WaKe14yJBbXZe63XfrOfO72mMmliGKOiDDAqBRi9o0z5Siu/sSTIryb1wjbQQQMwOHr
mOjetOH+UU8BejkFKJ8ceq+AdUtam53GbZbtqeff4VvBqVDzAks2kdaNhvpgIx8Ico/mDZP3Hr7A
fHB8EApRguul84TS6hCWrt+ekOO08dGt494/rRZkKZlc9NLbcY28dlSbV5/9sKj9I+XD3lU/FjSP
WptCoHFrQ/m491M9/OL9FeFN4VhmvcFIAVzc+fNjFeGkPQhZLQhG+RKZxYmvcm3pzPckBK3xJZHT
8FBuGNpvko3UEeQv7c4OUW8x6pei+dlxuk430JusT0BSSW0/9VYQy5SItdbnaWv2Lut1FYhsgkb9
q3qo/DxSlpgOYwSGxIi1l78UvoD1z6g9OLKaia3NC8Qh4UkusF1nuUwRkyP1CD8eVyQej4h+pswO
3WY4LbO/mCftiDbE3Ndtb5Ehx59/IuxjDAvedBuLtbRPtkb3ms57CT1B5AMH+1DiVwSHGrl5KFXe
vHRtQ4cPWjTwHoBzHXJl2wq/kyoqp0PprlV9iKdtdPKeSOubNeH4PKC2JOY02N1w4v5aJ/WqlnIP
4aloVxIMTYzWUzlvr6ot4l8lFI/D6ICkP7N9XTQHB2ESemdRYXseiG/G1dEFyqRBEY1/oEKg7ZMh
8dhh/QqpIV9ODWbBXNieEZM7be560Q5UE85+DQuGqTgnPqeMjs4E+H+zIaUBtBqQnzKCtbYCDERe
l42Rqa1D0yrutoLkR/9m3RGUn4O1j7/hHDBjAQc1Ze6t4+rlu+i3V95i6ETMmFQeO5twTt5AFi2B
Cov/MqI/FHciMZu+lGOwvPGCXxv6lrnM+0SIb0972w9y3RoH2Wj9j7Iz27ET2drtC/1IEBARcLva
JHunXe5ukO3apu97nv4MfHHkJJdyqbSlutiuciwgmhlzft+YM5owl+BZ9Sg+OTRc/E9VQr7d9MqO
ijemOu9sTO3S7KcwCJZjY9vcn5juzyUaqd8U0b0DGsDVi0Rmuvm6zMOS8OMUsfDIdQNryRDWTxSp
asLDCc2LT+Q+usTlTePuymBh17M9EA97rDdFeaSJh0T/UrMbHaYILPyOoHb+Mniy+2jXVvttyvV8
k4Epim9r8tR3GlLaamIdMd9kNFJBx6vh/5PTCpL7Gg3cVxE1bkFoWVoVMmw2bqa8rqcjTKuAjCbt
VvSNOxpuepjtCGuQN0LeiFzEDucKoR9IB6N2USS4YfFMo7D6G7jb6CWeU+Ob1RcUdnLNaXIPGyuz
jyQqB7lH+O7e62TCSELHHQchlElTPzvVCCTyQIw3axGU0h6ie/LqKOweWmeqfpq0Px6P/eQAIgCo
gGdcu2WozhP9OzwygmuH7W5WHhc8zp4dlyXvc4sWL8Y3E/QKzFAgP0nUzAklGjF90vlSf1FOStsp
2yqjHx273nTMyD//rA0UXztExuF0hkpv/mBKQA7lmmJyL9Lj9ARgwlmJeYt06CPSpOmx9fq2fabP
S4Oo2l6sX6peCm4j1OGKQ6mhaR/CRVcfY+g/9rGu+vA5BiH1L4e5Vgejz2bBRdqyUdYWWfazoFI3
IUGvNfeaZXRQ2dkpJa1mKJETLTbB/FLhWUUb66byRgsuZ/sI3T3JIwGDeaca+BR7YUVUNJwp9GBU
xOCMOgo0/TkNyyHgmB/VV3q4j/hb7Fw+hTrkLmQlnv11CLQQ577U04ckzsLsTiFc+a30EH9tjYq1
nLO2/qRIl/4A8S7Xe9BI0WddlslwU8cLfg0dau/G8GwxPuIPo8/X4E09ekoR2/Otq1CdEjwOZEPK
lB6mu7Sb1Ld5nJAJTL3XBeeUsvSdhWkvPlV0TzEJjdo1bYwh0jkvxjLf93U39r7AgucdVMqlFcfh
6Ok7qqRtziKs+RVGX5KIxqeZpNRAYUocpNUl1WMRBiAumL3mPym7RXFGskWvJ8NO5/YlVX3ynLbz
8svC7eBPFq7KtU4+Y0ccyjo8ocqTC+Ykl4S1FyhP7J2KKMAvVO2YSFEMmHNOHKXhWcJmoCgvnTI8
TA7x5ZmMfGR9n9pp/FQ6g9GeMDWqh6UL8+asQEJ8i3tuFqRXq/wFQWcx7kbJi2MaQCrYc2JC2xgD
tbyUWS/nHYmEGfVuY8BhCy2FmqU3Zq483Pbn8CYkR3kU5kSFP4lzyyFwGep/O+FySeiQFnS7blST
w21nCT7kfW4bJxsDwS8zy2zlO6Ow/9cvlcxJrSjzOVjSHMl96fZf1xbSiEUw/hMqOIUnbxeElrR6
hxryVMCuQspMMam/natBLifM5sWzSwKcUwMC6Y8RAz1Jc1e2PzyVR4bfk177WONPSHZYouPHDhVx
Qg2ocp4tUuHMstmmFiDmMg4e8B/G+DzTxntqrSybzvgyacIr1ooMCpr6o2F1JKbMQnjRUXZZzfIx
mq5/8sZwCo/zmNFKrIX8Xt6wPRFxeblFQ1+mY0broMlNM+aThiUSF2hHopDqGDtR59rnSjgS/c6f
DFG+OkPJbXBM7Wf83XeynAZmXI6KicApohIDw6VHGmhRs/qZNpH3lHC8QYfhIPmusHc1t3EUhOJo
TJr8AwmJ0T5qGCPxAeutfhHBYiF5t6sop11Fo5+7qGaXb3uCPCOvcceCxEG3R+KCgtyOekJoH5Y0
qMiviUqfTOpSaJyKyJb7ntoL+UfTLF8I0gjkxtK0sLq1bFPnRdrzU2axh+6GmTLaKJN4DaEb8s3L
oBIyY2Uc7eMJHfBuCGimdGdXZtaudhRCyZ/cabSGCCLFE++Zs0RKk45h+OnnDw48ri9BWbfAFyIb
Hf4Ss4OcoHZ1za3JDeYlHHWKDV9WMRIhDFXDrkyQoz+QdiARFpat8zlw0+C5C5fgwaRSE9w5pVr0
HuaGMR49b7Ty3TJbar6rQgd+2tSZ+W+6D1bfjKgPPs+IRxc/hcj1m+JHTEOzAgnEjqziABW8jsiN
WYGX34OHZtO1nSH6Cc8o0megcjRLnOdsVlx/wCL4hq7qpyCqLTLwiovXUTaU+vgMUYGPSarAvtEG
Inr8+GpBzdjUDTWI0rUOTpHX+5Rmg/KGshilCtQxSXBwFu0iXkPpTO+NNOuLFzwP/fOc9MMHOy9b
tmkE7S1q/Gj60jjr/QT/yHALiwHZmJvmerxjjwvMj8xGjBRqtosByZqU1jEMSJZgBEW/tuNiuoL3
zW68C9wJraQ0JLRMinf5XrmhZYa7lBZL/6upsK+SNZzGO5L2w7feclGAc09pXqKuQrIPDeeuRCUl
j8FMCQ5uU4gfLbDD+N+w7q3pgGQc9MvKzBC7BclHcJLkXTqAAbb3RQYi+gyqvfyYTjELJ3aK7mZW
pWlShomcOww6odglTBrQ/8Q7yVGmNlSJOTa9c+kl9j1V2a6gGzdp7qeiz9DkkKiWnzrPHdpd1dsN
CwH5T0A6IeTEdAgf28cliGtvFwKrkvvWKlYXd0hcczRCK/mq2qReTjWFlv6Znzq9NBxOgPmN2iOD
qqTdHRfsBugpObsUr0tS4cydpf0M8onqT5a51a/WG3Szs0LlclRkPc4NRBxoRpymQwkYrs0R9okd
5PG5MSeUPkBxaN1BNshuH8XixZ9I9Sv5yETMYIYK1QdHq5acaST/KZ2HPWprkpayDo9mOkKE4T8d
6iP4Y7gFiV5A4eFnBPLPu8VzRfqIxCtoB50cmmHsklML0jbighUNj0IM5goRcKOHZbEN92MYOPOn
fF2MpCcSbrlV6alPJgoQ8AaySu/Cxs1sCDte+3Wg6Dmdczz2jzkHAu3UCtrChpSdSo6GfvzegYb+
H8QE594xcge0kXYDdx86iKhvcbKZEJyrcvKhE8nbpqHl4g5jC6qIhciK+co9X363SIh+sVBoEjah
OSKhiX1Tf1Qis6vj0AwK0g0H8r7FZOQDohjqM38Wpbt2nDDfZEJV5sHGWZSfXKefv2d6JLO9DJEX
HgQ34Pw7SVn3iMV3TenYDXEz1zvDvkFQ2N8O9kAeyXBrSVyipfeD6pnIMOFb0Xo+QIfGL5GN9idI
bObHqRXZL4N58q3Np/IhcsJ5tY0E7KAymItfGPXN1aFskS7zgNj9L8oNmtlRf1HTbub8uvOY6fNd
5uTZs5Emqdwv6IKTndRIDb5Cxghxu9GHGHcaeGby9gs3Rc4Zis2HbqrGlylJlu6lpFyHb8prus85
OUmkoYDov6KwGN0z8jG7RgVUsFPSFFLLXV1z8bwZzdJov1MYN4u9GOO6uievUd6WxFfLuUEWI46R
GRpYGpBwAenJp+gDcYj4boUB0WexIBtBs92hgVvMpO7A6dD5YVdTVypJK9tVcl4Wb8ZRVmQEz5Uy
PeZcVDiEyWyA0ynnCscuULZW9YTMNX3ETNMk92OVSaRAZo7oKg3tArVw4oRHSS65IoQc1jpoDYXx
AxQ0rOvSit3CRyWj7D26rOAHBK4wea562SQnWmGI4tgIb0SU6Yr6kQbOdb2zYpNfjdFGiFvhIv9G
pe1m58zKs+iWBGlJ3EZ7ogFVVjubXzu3Mv7lNl7wdsdSf5hV7iC9nJNG7cBG9vHHGunXyQ6nuT9m
YuLGv4ihRQBrB+UJVV3ybEE6AhVVltXyGNe1TdtZrDY0gEN9G+aP/4cyUBld3I2+cofoFjxnpR8G
EQfebtHzZB3+TwR24yCKzf0lGOiUZeVFVYDccYrsOEIFnk6o0M2Sv2pBlFAm1XxTNXOhj1nPiTX3
fDiME+l4he55ASSqCHDAa0J35Y6y/vlfFHOKnzOFnqr3AUabe0uWNroQ9LuCe+Y1OPQKQd0wIYGE
kGNVoCj534Z5may0UBw9vd+DSTgEQI+OsRLu4wwcZk+GSH83goX7hEccSE0b7VlJNI4RMLGv0Dcv
gSK1Tet4ykKatkwbXKvBlCZdZvZ+q5fu1MPDBJMdD+f3oZsXGJhKA4dzhb12dbA3OEojJI07cw3x
+6D5yAcMv9gozNfaouGTP+ASVWcYst8f1Lr4lgHgW+iZaR607WlSYIEcA5KO/jgM1jMyBvfsCMvY
OxRkTkRdkIvQ1xzzVi2HakzrHc1NvX01ltea8l6aWmC7/v8PWZmkf00taEuNbhQvechz6HvIrFzX
iu+wiw5XWrRe/JzINWgItYLd3xBe1aQy7TS9r6gfn23Xlo8KbNwVZvXFUbSjeVu2jbBt8zkH9Cm9
hULUF3RnJTvlyJtybOTx/e93cdL8NcqGjG13oUKFNfV+hSnap0NFeHSpDn2BxFXcJg1CSmK+4cp6
uPCpaPlj0sTUMjV9hTePRgN5j0Sj0/saHuJRVnP32KdjALwN29/7z3fhLaIFRVWjkCtBq98A0Htg
S+hBkt6nUZ3AP9sp94RUkuL5fx1HMBtMm+43FhTp7WYTFWzniFiYfUlrP5aLQCq6TOGVOfGWq8so
hJG2o/FIviHOAmtEFy6ZeQG4xZNb1uKfwJuM6XaJE+GTBwzEldbs6/d/vYnSj4qWkuxdGoD8dq4L
Wp1oeEStT4jQf44k1wwjydLjVKgQpPLK+k9VCf0tEOIK+PZP/4DN2Bp2sKdgjtNvVa/f9u8VTdUF
I1i8+N1gKMtPEfqCXnIMjwtwVYjSHzS6Q7/picduqAqommuKJW/7HnfCKTW9mntVgKeYGj3cFpnp
Od9jiQjkTYGdFhFBDgeUSqvrhbe5llThK+TduwxLfn6kHRQK2RzmCUrBbHE+6Waxqyvb59vpCeWa
g8FBMePQu2bTfdDysjKOYzH7kZuqT4Ci0DEskfnh/cn5dr2to6zzhR2a5kib9dakRupQ05gpVYEZ
iIyxw1wYCX+slvb8/lAXH8hTnus5IBTBMr3+ZiZW1cUNNUPRL/uYOmRmV+nglVV96YFockEHOVs5
ikT761EASHlN4zk0GURMtJ9bCfpg4VKHZ+Fat8ELC4DMpklulVuPpir3eii0zQW+RXfyQy5I5S7L
R/hQ/bgijQAYiugezGr0Y/R6ZLciM+boysay/v2bReAyvOVoLKvUBTYbGNnUJO+devJJlxikEHPq
teWITI+Mw11dm8lB2eW1JuQX3q9LBlDSqYxths7Nrx+6Cqo40V0z+4kR09JDjdlRN/14tMHe/PdP
yVBrnwSHDh40knw9VKgSIPIpczNxpq+OmHrcXdR6le3kV0a6+Cb/GmkzabraACHT57PfEYS+oN1S
j4VXzlhjxODXUE6oybrq9P56uDioRzXRppGOScTx+vHww3GBdjF0tIg3frJiwl95xeXFLYT1kFu9
+DFTef35/qCXPp/DmefwUh3X3PLCsa2FFHXS0Q/xuNzWOR4rw8HxQIq6ufJSLw3lKuGgxfMsAZHw
9fPBnuaKOlaTPzpAwUenxnwUD//rp9G7chJtR0KnsTZ6sYXQPJErN+F8ie3RkiQhfIkh9gigUxzH
UXjwg1V0+G/vj6EYiS5XXFK047qb6Q9EGiJC1tq+VUDDRt+NtCbFuzsf01542ZVXuN0y/4xG4MoX
05JVt3mwMEEdl0AN94E2tTuWyJrjd+SVoHU7EddRsC0I20b+yYG+WWeJYwJiqkPTjyCnPTRyhSEA
tbiXaEsPODuwmKHG/vH+i7z0aPTb9vCyORw+YjMoiFZu3jENbm1p5netU6c+jttrLXwvPZoWIKT4
ZI7LUns9B90E8hHZUcJX7p1Pomjs+7zu2mfq6tRya48MFh4Dy7tydl8aFuWm4lB12Rm8zdSnDIPK
NO5Nn9qD+QHSqXkaMhmfBpVjK7fSgsCBPCTy0fdf6p+g4O8jAQ2Mw8JGomOvFx69rpS/4iImknAG
YTl+Wis8uZOJKJu6jrt8adHeAevnmhAcWnMQpyqelpvO6vL8kBatjo/v/5S3a5JfIl1+i1AcjtvN
e8XtLFZOvT2elxSLm158YbaSfGRbXdlILwwlLUnLOUai+cl2qEKj6QWk6Pi4ux/JgROsWXi78sIQ
Vx7q7aQVnPiWMrmZSFbNZtJaLcLm1mI6icHD1E21j960ssytKyvy0jhsm6TWeCw2m820RYGRYdZ0
F18idr/HVl8c4MKZh/c/0TZ+4dMQv3OycraQedk+TTjyhmTlmD5uZD0cFhzSw2mC1CtOLp7aYS+7
Pvk5h2UJ7KUt0muL016XwWa2cldBGmbR3Xa9ubyerXCknB5vh8Wxaw0Q24o+HOkeUaCxUbR5oQJk
zqOJd8cQL8oWntpBmXd+GVAyvnqqsn/hmxphqo34R0FD5o8Uc4WGsWs6uBWlsgAykuf7Iay+ffGa
bK53lMqV9sGhh082VpwfaeTKb5XAkHbIQmW0e93q/ntDv8c7u00Jq2LwWMahmhW51Pdf//bGtr5+
h01CcpEhitObTUImiEFT6MiQU3rAAWCUDmj74G/CNce/X/U374+3XSZr91XSasxd7kw09V3//K+9
oaVXeuGq0vN7PHv/aDuig6UBU9nIo+rK/UyKzZfVazMzgkOaphMBsOm8HitegDvOIOrYhxJgvXT9
bmnBrbHqLqljU3SDgE/9bQ6HvRHG0TdksWN/mxjtZB47e1ACoUSJhTNxglk/1pmJasFzJBzI2ov/
bWSG8WLsWhOWeh0pddtlI20A8kFaeHVFKKOnNpokTSSbCicLPTxzcw/aOAihJ2rzG32mkS5VyPa7
0wRKCBlbhb74gO4Zy4lBFTABd5khJjGXpg5v+smcvkhDwDLXqHR7ZLKuC3g/gfr8PAIROMmpG+ZH
J8ixC1E0j7wbZ/Ri+xkRJ8q4OKTUBo1ZOrAENAalc9l3rbrJVDSDjXK7xP3n/Y+9PYH4AGv6ab0H
Qfvz9CZyMEudGayD3o/dyvUtw+yjMxjFPrsbkskdbpq8QpCEtzmcr0zrN2cQQys2fa6VbMmu+pMW
/GueKWQfDsbkwbfdhran1LDjZReNZfjdLFM94FsSs3GrOsvJfaszrM+sTuw+OQ2elys97i68BQI1
lhYZilVeuy7Bv36K7hOKVl0x+C05wENJw0Ww7on6RY8BWLtVXu0d3YZXNu83eU9egMert7i7M/9x
Cb8eVXg2bLGqJO/ZBrwGlSnviYLAQF+7bKzzPdcZyhvAOUvzAWA7hdk6rDsEPEmFpTnGqFFe+Sbb
pY87gfjGRBXBiezyz9e/KCpikECQfnynKL2nsDcS3zVHyvw1YOv3J9726GIo3vY6ASjUE/xvJl7G
xkAyY1yotvbJjUPHnNsK6tr5v48Ck4+25Nx8TW5Prx8oTz1avlOAxGzZ54doSZuzhZD2Svh9YSpz
u7YpSjgWLw9o5OthcI/Fq2rI9HF3WlDrevPWct32qKlRH2BnRJ8mm0guru+oKalHiFvXqiJvZzC/
wBXMJr3eT8UmEijHtoxaZzapVGTBTdy28U2tu/gU60D76UoaQie4XAkM/mQO/j6Y148o+YLcKLif
anP9VX+tGyqXEYQQtQAxUfjIRQAFYW9McF1PfTGZ/gCvy7k3LADYFga2BneoWd+VTRx1O5Le8S1K
UoOytwZLcOW3/UngvPltpPItTjKF2XozlzOq4A4dhhYfqYm4K9Gf5Tsmf/2T4sEy77BD5NMZoO+U
HFrpzO6ulsgffXOg6LU3pwAtrAGvjeYpFeTiHXaZXNw0HdHF3uhERFHCACqwtzvuJYAmRvXFtluK
rE1Fp7YDBaH2WbWqn1BRReW3OG/aiu6UNdh6eijkpHvs9Ik2bQmQ9DV8wexTo3dCqTn+RqAR56jt
NOJv2YXgxrLBjp6dPMy/mX1XJcf3V8k2wFs/o+L0FTRbYxbJTYThqCqIva5d/EZawaMpC32fJyFA
Xwfe17/0feh/15hBcGuVjfr0/tgXdkGbG6XDbse+K9/EyqQ8BEx1UrTa8eLyqGchf6ehHOydg+Bk
2iEnD57qpMdjCgl+KA5r0PAF/3eOZMvpGnllY1rX6mbeCKAS4EvXAIi72es5bVjwn72uM30YtmWM
U4KuJPg+VHa07FkjkYnSNthbs0OLitmh9g3nALH2+2/lwkbs0OWVXJ2UwuEfr3/E5BhoBuFO+VXZ
0JerpQ+daaTBx9XUcWWLvLBzODwRtShbERzbm6HA+QcE98vkL+bsPdVdCrQzX5EVYWXeUnNvD1gU
sisveTvjmGymy4RzKeEosOCbQVUye4I/mn1U5ZXzcU1Rer8xnhN94BxAIx/lTU3jGhsa8q7mnGyv
bA+Xf4DUlCZoa8ut4vULrtkZzEgbs28op0teltYoDuh32/ohpA/zmQZHyaNOx/Zprsrw6/sf901A
b1LgEVQ7cdTZbFCbjH0McTpbUntBjVwWmEZR4JkgFriJZPo0j+raUbudTOvKdgSnE4ucS+l2eWep
ppkIU92PnLY4xmj7UZKZ/+sGmm69/2TbubQdSbx+q5MQRSwr2/Q7EIHHbvJ6rMkD9pAyg84XYY6V
01xfmcAOf+nfC/bPoDTjZqcny81Mfj1ol8zOEEQ8Hp3kov3IEXw7TGnjv/9o4s+UeDMOlSQ+HhUl
rkevxylgJ3e9lljahqQYP9sDQtDvXl2m9o9Kl0t6ZzoRnfxS/iWx6+IG5T33/gQDRYb6CPij8Go/
tOMUb0GWIaiv1NwtBzBVAhhWmcMlta0OtmyGZX6VllRVcgfBNALKorjmUZmq5vhQmXZf+y1tmgaa
8iDTxxnjDv9WDi2NjlHMzXZvRcFiYIyxAMfUKSSHA40mLG9vtRbdwVCfQt8K4TwMt7TfsftnI9Kp
9eTSH2X65FWj8c9K9I2gSoR9eCcHF9wC+MXwd0CuSB+cCh3noe7j9AUGIknAZUSTs1/AwiVnzuLq
MQGbkB2zITQXChqxenJUDg1d2V3xq0xN50QTYOuDW+f6ueHH34nRg+kTRqEJxwX7fEsrPkJnlOpJ
Ut/TpkbCosYN8dnqLNrnRbjzORfADj2OnbUkX9sFcMNOq7DLcDLAEyKjmzfVdzfp3eZnl8HnxPSY
edGdRFMzY8Q1ks8dt6/gUAMaLk+IAb3zIOjx/Au7aPyRYDFPzwCYpvEG7M1SPpslS+ZXgdOm4XmN
Cvh3pFocSt0iPuJyocrdjpxRx2riJvmc1MACiSKkG/8QbVaK29Zt6Otm8GJgYeaNQO8ji8G7wRIT
xD6Ll7z6ghHtFtRRhy0jbaz5FniS6+6LqOiMp6wb1LgHS4W9ysUNF3xTVcKNthM43A3FnoOaNEq+
GhILIo14rHT6lC2V8Oi1ARj6KYgTpzrCVAUyqlE2u5/HUPfj/VL3I43kUKeXP8I0Nayd0E13Yzdc
dXdejacd/C/6uXujC8IRcmRP0mSJqsC5axb6jd2EIFYnv2pNyC3IZQ0i3mJWRC6ortsTUiLEjDCe
vflgJtKuvgxtrMcvrTRaQVMjIX6EkBjauzIucMWFbUSpb2L/NW9mODoTPruMAb3OLp+kVGyTa27P
PGHWMpE6KaSrU97W8PkX0raHLlIeLPeKOCc5dg1n6C6hTcqtWUIF2y+VFN+BTgToTUFLIJTNuvkD
BnOoE26IXZv+iEBR3FBND2WekgfCnQk7NSVn8jMIGsrDmiZJ1V3hevSNIhu6Nler+OwycCZggZGW
ho8bHjpBBr0ohr/jGdUxI84lKWVLsgYd+QFCmcHtLFBzrv2zkSP9RWtcQ8CE8IzB3oO7nh9C0Zjx
oZiMOL+x8t7Kb3HCYmSJoX1/LsF63SlIB/h1ABh/MGWn5NFNQFvfSkcP823lWXF70osOfPbgdHwi
BIsfcOGZ5ZmYnT50AO1YWBrcv8aJPefhvWl1kIehCgNQpib5S7pgtbCkIc3bL1KRfhrHIcRWWhkJ
eigaG6T7oEU+d8aJszzMjVvf8dZ46XhM8CbWyHhoVeGahXVcEg/8iUoC1X+ezK7R/9qmCczUbXuM
8JwLARi3RnD2zrJYcRLSsQ7Y7Nvi3wLfm/VrEubwmU4OxTMBvfUP5YcgPMdkQP0RwIl1mEtM/3d1
XzfNmb/C9gc3ZoqVJOkg8JmBeHr/RLAuHDwkC7juSYeSCKWR1weCm1YyTrLY9YMuDmvcopF7cnLh
/ICVqj7C4bS/V1JmD01lNw9g+91TGwq6OWlKJ9/DoZiCI6wc3BsYcK6VTS7EGBTTCKi5+wD2l5tD
0VCxcIHBal8FwO+Z9tVp8rzprjCb+c4cCvnfT36kMSw8olWPMs0mg9KFoB66incBlN780OAwm3ac
YtlNwFym2UmsvE9zGfSf3/8Glz6BIGdDoZn0IVW9158A9y3i0XTWvtfHMb3o2uE+MM359P4o2ysB
EcYfrQyJdmvN2KzB5F/X3J5MRecFlvaNzAZQDzY6ALSWjPZjAYHxc1NHxR2OguEe2sb4skDy/PX+
D7gQwXEPIjonZcYLdjePibolEV3D28VW2R1aW4L8D6fp44Rv/Ob9oda/ahPlMNRathC2Imhc3/hf
z2rWiTKnnhbUdF/jNAZlt2ertnYYMLxHK5yv5RAuPpqlFNn9NY2wjd5E0rYYemztWyL64YSqvl1o
1QHFejGvPNmlucJSXTMV63zZKj5K5F0U+Vrtkxagj3g2Wo9yGOeX99/f2xCYC6smKQIag8Sq2mwK
waxEPViT60v6rt0lSUiPiYUWr0ijqxtunPSnEMye9wd9+xJJbpG747E8XuX2RqHopBanw+D6Aj8x
UiXsTqgBaTpYDdfapF8eihwTM8R05HYtYGerA3Ns6Ocww3FEJWXTjE/O55wGAleW3dsPZkNq1Qh9
ES+iXdlMRezuMcRmZj0tcrkF9tPyQNRbX9nG3054RvGomruo+yhsb0ZZMsoqyehon508MI9UTMO1
cYfUGKUNUITIvNCx//fvRZ1ZW5TTmHbbSW8mLasBuAFSP7HGVKwCWkNHs7FXXT1e6TH/dveyufWt
9U7U0iRdN5tH27ZRh79U+v1q5qFLbRBGNyPoQnx7Yyj0YZpsWiQpIju4UzTvPowuHM7D+48s3v4M
dEDsX5yXzFOq3a83FkipZTyjjvFHQPrGHpOzfKTaRWrQqYX3qY9F8hvDKo1brdqbqx1+INoBt81Y
KCp+qgb+rEJdnVBHGuWZVhSjRRPYMElPg4so5QDqrHEPIfW+5nnMO9FzoZjD4mNoeIl+mJdlxm/Q
O6stnTo0PiA6PY97vSjXBztM04EqSe1fSz304sru/XYek+fwuJ5S5kJ8sj2L63JY5jHi+OjqIrmJ
4NzcLWbRX3nBl94vaViLvIpNRW37fj0vHmDms5GWKKNf+rlJvwGsgZtqi86yAc3o6LbIcQtBCq/L
MwSF+sv7n/iPnvj12UEDbFaSImNFQsHafGKzjZMGDLsDUh8a5gGPuio+jnRl6u/cwpgQ90yRh86A
K9KnAdBPi6HaBJxmVDruvkWoLcdDZ2DWvqlBPQZHmt2RMq+TUdvH2Rix71qQVoorqqC3n4dvYjMl
lVr12Nv1QTmJRG7VOCQtgDLHCUqIKcRa9v7LubBvrrMZ6RF5L5b9+iv+OldHWDheE3vSL1YWWZdm
ALaqmBm+1BkM9/cHW1/05kMgFlsjIoX6AAne68ESnIldaGaK7BZep96b5q/DMtIN1KXnx7NDkFrv
+0ibcDg7HIXvD37hfdIbTAP/M8mW8EpfD26bQ2iniuYbtSZtR3OydE+TvWuHwx8Z6PYZkQLwMklf
ouvYPOMS5q1u6t710XF2D+60Pt4MSvBDKwzES9xLaB18MM1O1NzSWRSn3Ey5FaSFQVsyO6A5PNhH
tfxwdFqZK2olZJWUydqfPYlpD4cahrx/VDZmdnTTpLmtOnCSe3BC8UPt0ZqU1HTffFMDEQdJ4Mjt
6Z3M6W8eW3qO/XKtrr5toUbZj17OLZ/rn6ArbocZ3T7SKR0NKHYq7z/vNatJZE1oCsJEyh+vXz7Y
/YD/M3F9t2+zI1g3+8Y2pXvlE1+azEzldTMnS+sJ8XqUEj2UAtis/TiC3zV1SIg6nugpASZz5fS6
NJskElJNVE38+0cb8te6GUTGKQrvhfiwNQ+WgQ8nIlj335+zFx/or1E2D0RCL6kdJ+W1iXg5hmWV
n8IpGD4lWG2vDHUhQCQKVWhpUFETeWy+UDDShCmluaDfm9YIlGwGvcLeDf+F3NC9VwPSA6evr0SI
F6IcVP8sR4fqJCq6zWoJlg5jvkXy0omwZ0paLZ0o7EZ7OZXTscFj/Pz+C7302agLokbkNiFJdr+e
IbnZYE8fR2qPvMvHBe4c0CrtXpkcl94l84I6CdsNxqHNKB7N+bAqetonA+l9AycZesBsyKtAA7it
2tHwsVYP1xT3FyYLMkiHCjVaqFWZ8/rZXFJ8NIp0lJ9NmODiygh98AdQFLzIPb7/Gi98NnZvhzv8
KhPgQvZ6KHb3sfDo7OVPc1Rw50yl+GXYxvSI6Dl78FyVXxMlrLvzZltVSNTpscn5TRyx2b0nbE8h
hA7IuFkYPvQAjf41vNT+Qn7K+zRl8KGLtGNDpDJ4SFF/fqiTMphO7z/221gGWSJidUp+6EPenF8E
s2XT6DK8LRWpdWiIcJuXZJ6GA5r1/HNEQOXh5o6gTXuC5na7ziqq+Momd+Hda5Yp+gSiN9Pchm06
yvPCnrThd5ZJwdgzjXzGNm/Mv4slYEuNwNle2b3X+bp5+aRsUD5Qxxer7/D153ZkFDUR/YJwly6x
Pw2Tei6hSOyHeAaSHq1ESy9adgM3ivP7b/zCetXEP9zoMOTabz77CNa08haSl5D39POoIAyAWcqu
rNc/m9v2AeFSEQczmYkSN9tQooUbLl5t4AWaTAsGIdrFgZ5IGoW0ByRau635P9PQ6TNNQJD6kTWO
n0wwPGjzFrl8yqM0gapMcAi1XshleizjvMyRVnhhAsSuVtbeM4YOz2JoxNap6ywd7BsrMXHW9qFH
ohPs4nIcwAPct3bZuYeqzywaGqoM53yk6B1FBztEMPdDRp1hNyAslDeQh61PeOy88cYykpLaRjjY
Ly26nS+NKuOXrqGF+iEFWofmA35Vd54z0X5YVgUv0JOVjddxd6ft91zToA2JDeytIXamjyqlm/E+
rRyTVupzbz3hxVIY+WVOg+oiolMqPKECmkykYZ+4FZFGFxjIDGjGtrZNmHLsKrruNGXawavyfQeg
Qe260ILDIKkPvXDM0I7QregovIv6qaaWQ5+qD7KM8DLjUgKr5xbZJJ6LRJXFIXJsUEJJ6s63BZfR
37nsBCjNUvjVzDs+jmGff0/TKqUVGunsdm+CE/4JO8D+1ORx/pOSZvCNti3NL3jWYr6lcL/8Y5Us
0IPLo9IQJOrd+7SXGhSwNugxFqXc+QLyQwBjrLTKMMgkrvNPbmgVXTl7L+zca/RNyzkKz4DANpvb
3LutbfW9gbAz/jJPQlEdaCz3+P84O6/duJEsDD8RAeZw2+wsWbZlexxuCNvjYc65nn6/0sVimk2I
0CywGGO9mGpWPOEPplnEGw/g2lA6vV0XuULKQOri5q6R/uJnEKioRTF9BOBefijgn1+xSQk3HomV
syuR/zrFH/Abd28tDb4kQF7BvXR0TM4p8jdPYBaMt0cQrkUZxgLm/gLYvL2bbCjXSDo6LkRgTfnG
AtYP6OWqsW/MCPf5U+mWw/7NlxIlA/jO8CFlIXvx0M5Ji92CJkjQZw32kjMM75DVLjZGWVspIkzm
zSNxpqp1+2FuhKR4DPUAGB4GHhIWtMe2+rehjunG9ltbKLDaEH5JjSzW/HYk8MmZbUd8jwO68Iwy
C9I/FcZUr8/a+vf8fxRz8T1Kqg9FVqgUA1Fv91Ovzk40jmK/U1Pt/PpQax/Ee0XZH+QUDI3FAqH8
6KbIXFDH0tBvbCl3/d0qTvLrzaPw/kqhCKjpzl39BGUwN1MQNLqELY6yRl/OR60si7efIon34VHS
JM93GfgkM7ct8g8eJNHYxQVSjIF3Rm9t7DYmbWV9yJgoMjmgbuEJLG6GThVBnrcNPYuq7z/j/ABQ
QDfaCaOFHlf61+dubTBJn3mh1gOEXKyQHgyUXzoSGwsLNKxNOmWftcO0g2+/pZawErx4oJXAc9Oi
wNht8V2hXRC56PRiMsofio/yDf1xnO0S5OxLpeoABAzuryJCJ0Ij7/74+oeuRGvwH1g6UhxCp+Vd
ERlOAISCujuybmDncBwGwhRV5oV+5fy5NY1wYxnXPtellYqKiAn5drn3RUatNQGcAVA7S38D4UIK
amgDsafdlz0p2TAdZtdVn1qMA/9D/k11xaZBaslmhr1YVWFjo9nL7MpNRnHtbPDsx85qnHfAP0x9
435cOeQSUAoLkIwANOVisJYLJBBO6Vx67LAQnvTyJ3wgs41R7jcqcmB0TWhgyBrpcjoHXD4djEcQ
VgXucAbZ0O560KXvJyc0N1ZOkzvxNgpFDAHvNEsC3imML74I7LNGlzoKLgVu9UjYquaMEQtlIww4
BMq4pBTN6COpZI/7tssxICtz9AB3ZmUWCEaZJvHhwZlAe27cQfd7Sv4wisT4F9sgsBdHSMXyxm6L
WMYnIgyP1D3TX3kemke0ubRqn6DnZvr6HDbxLisRDPovw0sgFZ0JLtvlGZrcEqFFVQsucd/jLomU
3IwIfVzM4Q4TkvJhGFXjawgUMj50Y0wK9tYjLButkuRja9Sull9fNsjFFFUWXERo2jtI+pg+q9Vw
KALPeM7DdKtVdwfb5ranbQbmFPA2+e4y3ZImMXRWy+CiGigLDoDQEYVlk5/mHhWgHnLYwdIStMIr
d/yAshfCK+ZYPb/+1Wsbn4QLBAlH2rnrP6maObSt1yiXaBoNfH8mWHBZV2DF6lgbZ+z+JMsHlJKp
1LKwiRhv4w9ET+2wHEvlokNmAdVDPo0rufEfdhE9alcC0SFJLe8L9Gn6CuNJOavJfFS1DIGTDkfl
KcX7C3+/bJ+lcApiPOp2r0/l/RvAikJU42jzxKjLIlfUG4jiCTO4VLFl+zUE8HdhjwOOqyrFe4UO
xNbregeAZzwNdWTOKmPed3vRRDChwHfeRQAPkXlbnuo/RJWF9bMlnZWORd4XXyEeGsggF2bmO2g9
On4RuHGJclvZ/DNUufURaV2qO69PxtotBx7SlluLX0fIfrva4KZxmGpg9SSZlebHYUzTT6qd6C4i
am73dUQYrzpWrVX8UBUvRDK5C4uPRuzozX7snQRDY6WCJvX6r7qv7ABBJRzh1FmyzrT4UW3qKD2l
HeeSxOrz3OePpQb0LvZa6zqHWnYgPPgb9TmxRx42+/b62PfVQuaB/5DD6K55p5RhF3pk2DnVQqRL
3yEYvE8jbLAaJ3vKygjYG4Za59dHXDnboINQhOLZdOmGGLdLAHI/VYy69i4eTpTI9qrDIco09e9K
m9+ObqCyS1DJcwZxhxfkdqi+mvWW+od3iZ1cR2u2wRdS77qN5Vv9IBtsA51G5HeWgQee1QSplGAu
wPSQ+SHxI8PI6uKTGA2SjbfPnuXwFkAFoXi97MyHEksVTKTQEC61PdjTYu8UgYUCWrCVA8ptt4gI
AGNzYfHuSQL9YluqpYv+ttJ7Fxzb+vjcDVDEd8FkJJRSIuSjfRWzVhRhBzf8pCKGsnVYV24uxifM
IifgH0uAD7UPlxCLe0R1FbF3Y1MchNHViDkP6O2O4xb5buUlAAjOBzs0bGFdLyIgLMF0bZbJfN9a
4zuSIfNMULHV81z7KootNg+bTHiWbaIZZzW1QfPrEs4eBvdWiBJnHhtcw2rlBP0hmOK3Y925hSET
ggOXek3L5uOI2Eqrh2Rxzmj80dW2eaxwRHxHJQ734bdvT6lBxWh8291ZmJW8R6E81y9TpY6HQW/T
Y0NN0lcjTIvfPBTdQVToaO8biFEtlksVIGCM2TYukQOK/iBGOh+UzCzlnypqIWy8Ptray0Fp1jUZ
kk+7i4/TWhOjsCzjArIT/9zcgKQE7lhNd0lGjnzCkwrhUqMZxXxJw6YykdseceFOUx111kqq/B4m
Fc3ejRlf2bWwNF1KUOwlqjWLOy4JujrNQ2FdMlNpvgo1/Dphuff8+tevDILmCcGLJN8A5ZJ//6+G
oxoFBpL1hX3RMBT0NSqFFwVpgg1NnvujIQtaoHHAsfM+L0NPHIu03pTARcxqq4+Kja89MvKxDfhF
JD/jOdziKN7fcAxoU3OgkGK58EFuPwvLNsdptcS5YN4UfOxsMz9OsVd9KoEGoWccDd9Em2MxnVjt
RtF/9VPlg08ND2j28hpvtaAzEnVwALnjPgVqrKKZhLStbqQ9nUgjOb51ARHpgMwMi11SWO9undSz
6fDXwHJxED6VWE+fEaV13vy0A2aSxShUnDViwMVe7HVBPwBMxaUJ6TzNqhE+Fo345eEG/fb506T4
JOi0l477YkOa2LekCIcStuRCf9J7D1h010IYbBTtKNTY2qhS3odJdBqldw9vLzHacv4aZ0AKF+YV
EAKsoxM7xvWwsgZ/UILpqiTm7KtD+VY9P7RjeOd1qpZSj8tbIlYAZnj4H1f0VBusX7HzrNFZha/Q
CVF+efP+kIJpYGk5fOQpiyosYJ+e8afgPNlx9HFox+biVtq4pfp1HyoBjgSDQd0E4AKTeXvgZqOz
Kzs0gnPpmgrqCRpWKjpsin6v6ulWC2B1MOpeQGjlCX/RwfvXpaVrJcI4iOaeZ9XOTm1f4RRl18jJ
a/UW0vul73kTKyGWRlufmIRiOaIUi52PoFHr5nYTXbEcApcZza3jHFQMj9Idnjbd7zmv8CYscaC0
d5ibldKRoCt+FsJLCmSNLeyuxDTVXwsEUf6MBUWnYy/6uaTSkJW/IsaFK1aPdeCbVu9kfiJqC4wk
GqTOeyNkzfRdGJoQITKRmA6Kq3GfYWRR2vY5162h2os+DYM9j+n81aiD+s+I0Rl4QoBdvW/gfiVv
9hk9YfwXW5+7XponY6VVHYre6Qa/wrD6vaUISly5CCOcQ4SRfxUFDO+dQH/6H5GEzRlckaXt8cjS
0DBE3QnChyrS50m40GDeuGHlhMORJaOlwHkHP4eBmBc4zoZYS+HtR6sHT24dgMPro9xtIUC2nEDO
IBkXYNHFNaNGioH1+aRcWjBhX0y1MvY4EfZPeCVuVYrvntiXoWQfCaC5hCzeHg2UHiLCC9AZTtPG
B2No9AdR5FsggtVReAekygJlgWVMD+O/t0NLUEzDcfekzbFyKOCvbSQpd6+bITn/9HPIiED0LKve
lfBQw3Gt4EJzUT8ETpf5Go5j3wKvT65mM+GD8OZ1osqNjJ8EvvGgLyaPVhg6uFUcospfIgLTqs4p
AIu3iyK40a8PdQ/o5OMQYaRLQRcTeaZFWlRqs14Dy1QuOGbWX8gsjW4vi2mP2JpgB0pxY8CcHCvY
EaqjGDkqkd1dC3Tjn3Esmp51RAA+TZaBOnyQTQp+saWeuAcObvGL1nOz1fpaWXJuJRjs8r5lORZz
owk7mTqobBcnL5KPatPHPyBXqhtqIS+U6NsbkKoO/3p0q1h4Kk63+xf7bIxObQ9ilavENOGjcPR4
kw1SDBTt9eCcYpQrULOJldCfcUFRztg426jnafjc5zH2VR+xGFeGPfaC1jeLlkgD0LDFlTEtUjRO
6D92WFCrXJ4PQ4p7vG9FVhN91IJJCrYXObozXal31gnTc8SIYB2kP4vJHGa/HSzwinOXFdxwadoa
B8vpsceMDETvKHWrYC3AGYl/qALXcN8CVFc3jsTaKhBq6vyXvMhdItwUK9GssMYjjfs54rKt56sR
1BBKX9+dKxeWJmHVngrv7570MLT6aBXor19q2PK/e8uI3lVahheMHQ+ovL59MABm8mlFCgsBvcWS
D0GhUJ4PLlkypNAOhb5DlT9/BEk3HF4f6i5S59A5UlFDsrb5sMVQInB6DLDpTszxZPojbk7YsWXu
YVbF8NhS2DopRVpjVGjbf14f+a44x8hSiI7LhQLuXX14iHKkGDFzR8oSiOKumnF7wvh32o9qhE2Z
Gw0H3cZvHQMncQCFX25EnmsbB7QEiTtiX1w5i+sGeS4UIvvWu1hFgCQ9RuM+agD5Rn6wNr8gGPBK
B4VJwLm4JFB6FYMVKN7FdBocrwKMdE4ZVqvfJZfvrCjjz2Z0Wh9Q3psrBswvHSf5HNHlIDa83URK
CXgrccHW4TCPvU9jqKcJlBPo4qp4a8WA+J2zzMmgl0btRU71vwJCnCrUsZD7NXCb9LHQ1eKhqHvn
2FTDVma5smpsVbgNqNCtlOlmWaIzMO66umPd/lXj4gvjMx82UPorqwatSuYltJfJFRZzZ2P5OU+m
E16NwU3/CfVhPBV4PMYHbD29H0gIGtxrVhGd8rQKNnbM2hdKos4LXFd2im4n00kV1+3ogl0Ra7JO
8O+Nca+aMK72r58/+Q2Ld4WXFuoEUbXLDlm8K14n0oK2QXgVsPuwQY/PIh8OXtxNZz0sqo3RVmZU
UtWgiVLqYDcvZnQ25tjUoxARHqOqD1nmeEdcx+xDDkT9i1Hr9UV38+ZbB0doY3PeZZiShwRDhePH
NUfT73Y+cej13EjFgzWzwfhNKJKfuixLP8OYNR4y0fwDPz7YKLi83NCLyQXMaQHvQCfVuyt5zjma
mo6TZVeoCRVGqIiPubsCW79254xuPx3QbMyTYxcnpXEOJq0drjmINmBrWNx9zeoEW7a50N3fMPl1
rKvMuKgOlP3Fc6Z7PcYuSD6iajSwTXetqYQnfOBtY4fMtOVyjVnqe0yZteyKn0xXXfFWD7pd6XQu
Jtxqrv/t5jNcAsWLEU1CZ16a4sRPYGvDb7YIEC8M0QWKQzUod2EN1msXdZ7+G7xF9r3Iwzg82G2v
Rk+WNbc/OvTjnmnQiieHDQtZX6g29nw4N3x+fb+uriPnnvwWxOpdfbfGbxO5KTQLqJHT98qF1mm7
HO8TDM/yEL/ScY7d2J/gBBsbR3LlqSKpZmBUL6lRvLBD/nW/odcSe8mcR3gm91l3yoY0BMfYhqb1
jDde844NP2IwnVrvCYt7/bGeAvpar3/+fZ2Uffyyp2Q8zuW0eK9izcj6EZex65ykXfoxs3i2wTPS
sYdIwrWEY7YjhK8EWojTqzZ9mKxpUPdwfNvI12pn+CQGI1E2wq/7tjY/y5QIJtA4UlHVvD1e9jQG
YdtxVZZF2w4oqTpITw11BbNlogmp7XCgi62Tpg1V57dzbWU7rNuwZsd7WdvIKtfWCUixVECmk3OH
VDF7ABOUA8KrDgtvL9ucB4xigidsrLRDkNvWzlMKNJ0mCIc4swa/X18i+anLQw9gkb6f1Ma/S2CC
ecDwwsvDKyZA0lZvth4DguqNc7ASiUpLFnopxIdEvIv7bHbJACFaMUpIpgnsCU0URjmOtdi6OteH
ks1TWrugtRfBC2lo6wReyhOR6t6hw6L0o5Fo4x4Ni3ojDl0fimI7nwUHd5k/V2FPFJOE4TXJx26P
NSn2ozgp7vqh3+oKr25Z0ll8Z2xKt3fHuRmzqCiHTrlkRWo/oDtTHJTAsD4bStE+TXHZXWK1yHzV
EeqxmzSYXkaQ/fX6Xlk9ziD+JYVSMgKX2W4dDDn2GAQyvTY732lzou1V1U31vlWzBCUTUfb5aUrN
CEx3yvX2btbGUuzL0Bi/l6ameDvdLjBaev1nrV2y7GDUdwHmAFBdrniaC4dbJLzytg2/omqYgLJn
ofrFCbr2IeupmY76iH3668O+1CcXRwfRKDIR4nEMfkzj9hbRAg2XMfLbK12XOt/Xrtf9KsGl/yyn
Wf1e6H39PMxOVjzr+DWiXFKrvbqD7Zegr4NDaOsjouY8o4CTfBFzWWc4dAnlp4M/ReEXotc+G1jI
RXh11fWwU41RMX1UbLR+7yJ2SlVBqZrjUJo6nG+Ph7UeK+x1oz5xPiWxk1lXA+5fC8SvSVwfw4v2
B+2LInvIbSP728U9lsw/c6qDiTKThKojc+OjABTx5zlLnpO5rv9WEmm4XsIDACCP3gnaSAjyGYe0
KIOWm3Euf7auVmqYXc61s3MSI/9AaqiU31rXKh8AiLbGp1BM6SE3W9E+1O2U/K7xHP8Th9H498aC
3F9lN+shr7p/vXhVOLtzarA7Ryv9qQ+xgyudU/vYmInzm0eCdA9kHRYnDc7lHdPPJE4jcdB1NgG9
WUM4notxcPZFPFkfXh9K/ujFJpN9DV4ryka4Yyw+qmhr1ymxIbsOpVc+dAJlBBs93/3ro6zcZKis
kwvR95ImGItRHECw9mxMyZWSeP/VDNIY24YgPhbjuNXXu5Mz5OkFCW2BbAFMwJ8Wx5XqrBvVVphc
R8Wrf7ajKn7MMAv/UtF++dRX3fh+bKr8p1YPcXWO1WhEFHM0eozmTDf48fp3r1wdvLvMLGk90hrL
zluEe2U/1MQnYN+aJyxI0SBKY9yLgE8drDLRv3lWZm8s6UoS42LngCYLr+G9HFvjZUpRl1p0rdHa
OkBGgNxhRv1T2Dd4xsD/+fIfPlI24ihTrnDFEObCxJ6vvCZxTI0J7YLkU6gVDn/M4uA73f9J7Eyq
UMbGDbm2d13HI/BDPx9Z8sVKcxci7UTP9hqR7sY7o3CFn4toy8TrHmPGjiJfkbh0C3fn5Ts8J57W
OfocXRvse40dAMHhs2pm5TntAjzunSrEyREO5u+6CKZLO1QZUmtt4xWHMcd2GinLRDvWYqg3Fnrt
VEluIkQGNvtdnzDUoUo0fUT0r2vp06g442kMXO8xFelWL21lqqXgHskicYisTt3efVk0YE5d1dFV
x4/wh9PoxrETsCDfvJM8Fa8a5hpQDGX921ESNa49zMTDa63z4EyG2Md94M9qMvtBCuWqR8Fi//qQ
K3MInINnlpIfJfblVTtOxQjBCu+oAm/VvWmH6snWaMjbCLls3Oor5xJsrS3LCyBAqY7ffh1iYomC
rnR8reZWQd3b7Z+w/MK3PSPq746FUupbSgArFQaSQmmxJNE/NJVvh0S7FAixxglRjax5VxN5f2od
d37I+1a9RnHUP1h26yp0+BKlP7x9ZllI+lny6Nz15wdd2E6u2pQRKyM/mU78faiV8oNe139eH2ht
bxrc+JQxeCphKt1+5JyCMhrk8SxtPXkPXOinCtxgI41aG4SgH7Qy4h5UERczGZTuaAjp06m1SYFv
cYAAeGSYzRYNdOXFAPwCjwx3OM+92ySKhV1x1PExfTd8qilDn+hdO0ezy2JMpEcsXuIGbvXGTbp2
CshVQYrRd7zHYdsFSiy2JbhJFDP40FRj7rvahPdsOTcbZaCX23IRcUj+O6U86bt415yAsWG0oV1l
SNsGU3DU+7ZO3jf51P/TmBbKj9BHUGibutDcG9QbHeyho+5DhdoE4FkRfU8SXMkw6A6qny1Qod9q
GPafiqxDczEvrArfW69ytoLx++W36MvIaAL/PGAZi7PLETLbOZ+RSDfcdlf2gXao3aDaKBysjSL7
ZqqskN33bVyvJ9h1QipkCF7vE3RRDnOdVm8+mGxjg6oNSw2R++5S6KMp6roaSUZhZ0c2fHZqGq26
pA1si7ceTZo10ElkE5imzV1C17iJ3o5jcnUUsPRV1laHpsy3BKTuzwzcKSpAHJcXM4XF4uRz1+dh
lyRXvLP1cad3teh89DGc90FHZ3anV5PWHAYgJ1tQjJcc7HYz05EiLJB9IkiSy9zQJplCWTLOr+CD
pJr63OquP+g9FhXV1GJ7nGjC9F486Mv2RD3WxsZLndSfVab3XwrkQYf9mPRQKnlNbZpNQ5v/rvNO
M3HGDtE0jMAEhI9eGUeAX4GJ/6EMOb230E+1fUgR5nvTi+LnWrPRS6l1rwFJUeYGtuydluX7sutc
+4BWqQGkPAr1+cR6FbMfZ2LKP1jB4GYwmFuzgaGt5Z3vNlKaJWsx6fHLSjX/EkYJXXrwLK6cpJxJ
AE1MihATQrD9zXcQU2kRtxPAo2S47C8AiwdPief6tSq65JSZojpgzpD6pZN6G5f52oaRXHv4v2B1
7gRyqmCORsWY4uuEwOkOxKr9y0wbcL7O0HyCk6L57tS+GYvLI0g/ljuWKhxK0ItdOvSdZtQpYTLI
Ee3czhBe1NLT8N/UFewAp3rj7N0X/oCrkNDhp4XLIgput89i02IwXVhFghFCaWX7OI3M30ljB5ok
A6YoxfICHZ3ZK8YDiBfntx5iMb9xod3HH9TfwVTx+ntrwltJlCoYehB/VEkR+EMwh5+pRWcP7Tzm
j3an1hdTb3pkZfj9G2Pfv2lybDD5LDEKNcuovQGINesjYxdZ5vkS/yg1lE1UcbOtgu/ave1S/bHJ
Q6jEL6c6VWpSnJz9FCAifJjcojqXXt5t3Nv38SPy2gRTqJ5QEULZ6XZBs9kQnFs7vepK7pdZnp8C
6u87tUbaBdjFRiyurcyfht2crHxRf9SXANkQh1jFKsHQhHqvowwwh/Y5Af322Y2KNjjI22DaW2EL
7xg/dZR6mzpVHoccVFETx5lfKH1dnu0R2TDcGWLvIVHDLbGUO3tZmZRx6RP6AQHl4VzMyRRy46Fr
xlsWZsI9CeAvIGHoCGj7sEMe/FFDXVA91H3Vvw+Dyex8cF5DeYj7KvusZn36jwcITjzYmJ5eLF3t
pKx1Y/5wvThxDjYUu2SvDrELATFTq/KSUf9Srh6kgMHHXySqEP8V6XTIA7tNwWYmw1vNj1++EA4R
fF4iePQpb1fdppIRzz3LoKEG8tnMTW9noCO9ocH44mG1eMgA7nBOobvBe1xOpDDiinccoJHnYgh8
jdGL13alTX8MaJ5SNA8AOtHc7uPa0j5aVWkqvpHSvti1lqSy6cDyctS85jHwE0ctPgWhMBH1gJE+
7aZe7SjptmaPsOHglju9jAAVeD3gRD8Ji6zxw2l235GPAGGc7UoVfq+m8e+0M3takcL+lffCeLbK
eTR2GhC5eKe2UZwcUn1y7T02OVa7bzMoXQetr219Pw60d6myONNfZWPkpj+Mc3guS2vsdnmsqT/q
Kg7+5FWAFYw954STgGI/x2Nm/IJCj0RiV3iV9xAUiDfvKgqfwXHGnPZ7I6Jc2XGJo7SQhUoyHvIe
Qi3+sVQHd+U4Ks0eO1LvCxGWkh6FqUWXOc3Uv92gcEYMPJvuV14PWBiXYDdDtFBQRd9R2Yi1dwkG
sX9pzdx6WK7HrkVcMBtb6e5KdYwshpXmKyiy372ysx25okIL/NK0E9LM1Er3idmEfqjm03tZJ3zy
2qSkY9YV73Kl6/cdPRTfcfoth76XzHq540A7yYQKHNc9AD/UjTwdZ/eCaIlhHrxwiKp9nbR18yS8
Cf+LQI/i8CH1vDE55R3RAQr3Shqf22RqrF3XeaN3AqYVzEfDGNGgzx2kVVJ0kK2dRWnefaRtMvd/
VK2JsQ3LbcreOdvli9pbbXZuXREhGR828HsmZVDL56p3h+pYdun4K88c7AHQPdfKd64rvHe2mG1z
30R28yGxlOSbWymYliUZDin836aWX97l8+wrrTMmOwU1ge9xKdT0mDtqB1x8jklMRGTm4zOkcg7M
jDB6cR3mvryObdznPicOBZrMm7X3qiFad+d47LONN3El8CG5kNAejjmBgXxi/lXCHmrEc8RUejg8
1t6p1vPa23XkWPtRYw8oaVvvIyLdjVHXNh3DIlABt5wG07I9F2DgHgKWdy8R8gS7xAa9MaZ5uY+r
nm5WX2a+m2Pp0rWEo6pejQ+objUno523ILYr8QjPM+kIvwWm7x2OBI31hNYHPwRq2X6sU/Gk6FN3
oBdlPXW9OqFqnztHy9oqBK88phigqy82sVKFdHGLO+AGPKOSm131imPQJqqf1J55lFKNp9dzrpVy
JQ8VPUMqISz1XaliKmi1mvgAXNx06j4irBMVfuKCwd61hqAHbOep+JjEA5L7Tq3SyYQQ1sef+1ER
Pwwd8YQacUbYTrswDtTizQgzcP9EMZIhSSZ9V6yZsFwZpZSIqzTZIcU882pMY74xyto+l50z7jfi
gzucF3+R5zMk+0uSJArNLYCzn+fUa+Tr0XvXqU8dd5dYUbwVCb4Y/S5uNclskFbjoF/vEHQg80en
qyPlEmI+PB2MJpSiiblngV3hr0wQ+l2FLrQ1zL8mK57+cBd1z+wbmqtFOmvOromMzjvYWmDVZ6LN
VN8HTjV8nQGa0cxzEuXoTg39+4Sc9Hlj66zkDASXZLOE20Cql30ayskj7tbw0yvBTQWOlJ62lWQt
IAEtNx9nAxsLyJ/hscKi7wGLLr3ZkRdbPnww82nEK8VvlUF57xmTchRur34K53Y8g0VRvhlmi91X
pmxp+qyExQZtDvrG0GIpaixCwN4TTutFQI65R7JLIvLoNFZm/ieZpvRznCvaxiStHGUIMlKJierJ
fbkxSms4JR3jQZ/KfmcwTGq/HPrmQ8ijv8U8WB2MgrjjkczYDHp7YXeI92tZZCuXeeqxSSPe34fo
NJ+RYrOOry/+ShIDV52rUSK07qUcS/TfEInhu2gkT74m0G8uZ8vYyErXVktinNnRfA7rdvtBfCHh
VFSQI2RAT6paZAeTEtEpJBDaR6W+hbFbm0BeO6rgUNJW6qlQURrsQYLLlNv93iKyOiiDXu1Q03h7
EZWbXYqA0Y3RPEp4t59mBoEzZaH8tHjuHmGmqkgvu+nFy4Z4435b/SqAupTvJE/sDhrQjbRZ+1S5
mNUQv+sVb7pQtWx/5Fq05f27NdRiwTCb0fAeTTheiLIcHWnBGsAl/hIG8ZuV7ams8yzggyaxrGAb
bifQAQM4QvMNLgmWPNGun43Gx+xlPE8Ol8jru33lhaAsghKCTKjpn8mb8F+RkIKPYAKmBL552oeH
1hTJU5QPyd6xxI+6j/6YrTZuPMwrM/nvId3FWR4LYaXAILyLZsfQwwpbnz6VaKcOBKftFoRg7fso
F4BZeUE7L0OuWkJsVPw+LpVrF08KDjUPad2aD4Xdoj47hiOPoHA26mprXyjtMWTVhbraEtDK/yi6
tg/ci1Kq6dWOemqvpdCPoTVuGaWu3COmjTsyHn2kZnfVrbnvYq3tCCnLQen2AlnG/Wh02AKaceyT
qtuH1/fL2nhSlFVi2DAOWFaTYAcH/VCg7pD2Q3KMu1H8PbbWd7Pr9GtsD95GPr4yk2RnVHpogxKu
LvnmsRYXStZIrEkUoUls4VqRY7xzQlpyy29kdSjW6uX9vOfRTmUMbxG2wZXLd3w0Cmt+oupjf+hd
uEavT+IKwMtCBw3BLpQ4aKkv+wGWneF6ZgdSfdTTcDDPFb+aCnM/gcs4KZozk4gIiLUQ1J4ao+r+
yse08HWtUh7CkIr36z9n7ctp+9rgFthLd50oo2b80tMhV6F6epghwJ2J6ZRDSKV2o+u1chzRn2Hn
yGeP528RpAzNEIzOALcPL7T5sWrL8KzFinpsRJgdmtb6MCllsgE+kTfzIhQFFcA7RLue+unStlzF
rBNh+1m5JG0RHry5SD/Si2g29IpXJ/Ffoyy+rFLz0sb/QbkMdhKTj+s0KhKvjnfoQgNeen3F1jJJ
8PlwX1ktYrDlBuqDTJgd9m8XaB7OT2FU1mVEimI/BDAECEU940ONY9tDF0zeX1qdmo4fCwMoWR28
meVOdgHhQnYrSDPucmmjIXlPDEKzalaza2c72dULvS1TidXpReKO8A98613GqqiJEyZ5FV5bw5qu
bgaIxrWi7snz8v/QrGNOoQQQJkm+9OL5HUEUJnUNiNadIiCYulecsyH/9PoKrh4EqfpG+YHC/PKJ
QIjAa9wAaHSAC8dudmbcQOwUp8EEGdwhi1u/T6M3erlygxJXMh7wHZ6npWYO4CRtchDIvZpz2FIb
1MtdJZjNNIA0/PrnrS2XJUUluN/4xzIZKbk+M/TL0I+GgefPc4rZRqvmlwD5to14XS7H8ngD6kCk
GwLJPbCbDlpTqjW5GgKt2anvXRXJlT49IqKa7PN+TL6TgFlfunD6DyVpwIk2wSdIFsnmuI2dxgkB
HcSiucWjyjuVSG7tnbifNxoQa9cXCZb6Ek7L3tntKCj0a6PlctQBHqMF0ijqJdX1dOMN0NY2JImj
VCLAbQvW3+0wTq/RbvWQLFMaS4Q7JKpqULTdMGs7G4uq5hw4wvhDg4xGaiO0qdo37Tw0pzwTlqxb
TUO1oxPQeXvHc4DTyr0R7cpM5H+rhWjaA+VNfasVtLbNpIgyeQ2VFELY2x+t6yKaIMgql2JQ56tw
m+y3V+jGwXYm7T8cWAfoPl08RAnv7MHQyWpGtcooaJS5u5cwql1sq/2p6orhmKZzscOlOdngmq0t
youzH9ptVOndxQ4D2ehFjQrcTAnGAe1HDQtMjCAOqaV8tN0ZugKUrP9wdCUZ3iY9hQC2rEx5Ojwa
PYHk72ih+SnFI91Hibv5PTvi++uXxMrJ9V6K3oxCVrrc2XkitKrFG/2qFCgl0U4wmwdsrLUnvO88
7CWtMP9kd2YlTkBLtxKflWNFbsoFryEnKs3YbreOk+BvhQNseLUmwLc7rVHBbKKAq25M5+o41MCo
hEmcybJyYZaBHdWtBUu+SatxN1ijcxznLPj19rmUDpBg91Tiq+VcRjlKEsIcKGKilHSl2Yyo1QwY
lH5vcEV2vvO9EJoglh9b6f7aB1JaJJ7FJlzWg24nUqfZZbcBZdamz4dnGlo1dJNm61Fei3jIh9Ev
R4DG4QwursEAXxRnrqGsRpGUZBVx3bp7yApSY7eaBWXMsaicQ554ebCDmjJOVG+jkWaJMHrHN5rC
qDaC2bUvl0RaMAygNe+K2aU7hVZSwr7PTXV+aqk+wAiYtqLz1S8nwSNZkGBQvv92gq0MgcQKssoF
doR2nqhMX7FFK/ehDcXDyBQdPGgePoG+mXZe1A8XtfPqfT+69Ua1ZfWXyN47tglADO9odqPVKwOH
1r1kCkom+zwCwgAv3IrrfWHPjn1GgqhHxFGtcZzWSVQOFSItzdEAauDuUsUek42ftPIAeKDpga7I
XPROkcQCWtnMVhpc0jnOjg0onUcjmbSjBA/+h9UGkybVLgDw3+kC56IMEBeL2eeOGh2srk4OylRv
EZBW8mukE9FTJpxA2HD5ok1zERhtjS+FnYKgiuoqPA+qlgIBaoJ9JZLfr18ba/MH8o2p06nW3zH0
PJLpMiulM68NxV9tkIaoigEHmSHN3v6WSatGCTOirk4mdruNqU/UaFOFCiJmcXBqjTZRdqbdVI9D
KyyDSDTSjF1qReKv1z9x5Q0lzOZWJDRBaWnJ5S8RU+8wyCVVwofh1PRKc3WdOXwIEhfrCyQIrlNr
bAUmL25Qi6jUg1DCxcCVT7q1+Nqogt6OkSjxfaUU5iGuEF/y4wgtFvofBekYRM7+2uPpbewSI2p+
942LVZdTA5KDihnw0KupqewhoTjzuYOqke56WNClXzfN3B/c/3F2Xj12It0a/kVI5HDLZoemg/PY
nhtke74hZyjCrz8PPjduQBv13Fgj2ZraVFi1aq03RNnwYZodCexJk4IUVeJ+TFysOJIflBdHOuv5
nMeXDvmjb7hvpuEJvm/zXe5gnrxvHSFwmQMEdUuqxrZOghAWHqSUe9c7IQuFEsQsQSCt4pYlRVVc
VxUlZykqEZUfrfSpnirnUlsJlec8asuHyEkd+j9VfL2/6HuhGQi9DT+f8LxRWM0MSOSFUiPirarx
ua+17prHwRGKYO+wOhq1ELBVy1DL1vujeFrm9NflgatPqpPsZsiNDE4V0+egMrA4KbX0oK74G129
3lV/DrjaVU2FayLEA1RPrdKkvt7mp0Wg+104AhDkvxxXnzBGygC8uWqAzpcV0ym5P7W7H00JkChF
vZHH6+uPxlkcHRV4aYSMqn43Sk5ziedQPUm1ZrihUx51SrchCv4OzQTyURvJwN+dxj8mWarbRERo
xuBfIjCQFjrKP7ASzmaQHT2CtqHi1VDq6tPKBICRkyyyzbZV/JzzeTg5qCmd6N1pLy19auY4P5IK
Wirsr9eUj1qkm2nZLRYWqzWtybDpbrKmY6Iyn4EDHhIQytmOg0y4mdmWH9KQ6p8jtRhQZeabfY8X
xjCIUoUjCnl8/fBLW8OeR7WPfE3Lo3fROBdPdl9X80MCuDU42MF7i8k5Qf4AfdmtFFYr2kGVcLL3
0zDMXrSg7XBTCcb3WdklB/f13lC8ClHs/U2+WJcaRz2c9KTJALeaTuV1iY3JEFIF5zZF/fr+kdgb
ivoXVmU2jLMNvU1uikoOO5ix8RRLj5MiZf+0mug8a9LGz/eH2p4+amDUGkjBFuG7dd0o63Np4toB
Ys3bU2q5LQxtCC9pMKQeRZL5fH+4nZSP8Rb7tcUEjdxv+T1/nL6mTaY4HNDMRSrR/iyaInDHOQCN
LOXKWfT9BALN1C44MkweRlfpU4WN1WlMFe2gDLK9TSi1wDygEgLAHHeU1z/EzIZIVIIfEgxd8t4p
DeekmbxNkS2wTvo4GW5cS2C/C2EcGHrsVOtfD71cNn/MASJHmSH6KfXrWZZbkDpt1Rln2UjT59lG
o8+tmjkWLqVnCMS50mh+j6lA5fdZIF9aLuaO2au1o8CxcxtgRYPmBeKHHOGNpMHY08QSvM99tcA2
oiha89pJc3xJxMhzL8+qR020idcJYbNoTXRNykH+D1t/UV/EIY837uYN3+oKdhXsET/tDOsUFI38
Xen77mTibnawDntbn1rP4o5NWXYDKRFyWFNCgkiVVvNXpBQK+WSjRuNJbWV9KqgkHASQ3fklgSFZ
RXZa2/AqtUhHq8KQIj9I+uyiRgoVrnjKNbdXAtMrtUA/Gw1xq1SV6J1RU7PFgqg5qB/sfTWZzILp
JX/ljf1686FTbxdtCFtOqRP7b7npzHdiSosLshrto04GdyQwtjsg84tBJ/igDZXDUpIkyBzipmKz
tYxczj5OUpI/WoMUfcjQhj5I1fYuXR46yC2g8EAEXUWYMupTrcLo1s97lCqsYcBlsBgxqiv6ZOJp
KwKvSXTt4/3AtvuVoDsW/OfvMv/raY1CMv9EoDnUOGL8PlZR5xZSlLwMRkCzNoyPqtR7tzytmt/c
GKhN61tWrZtc7go78q3axH1vQCpGycX3yQwMNPnzGePAKD1NvJbdIpv+uf+xezsZFSck5WGWEM/X
NT1DlJTpHWwsA/pUuAuGCiKXioLa0FXqzPmSY5vlq41qXTAKGJ4pl2kfCzFH1sFzfYmUq1xHoR4L
uw5RMMSfV2tt1sYYZWMf+hn9bDdDYOFTNUjyQZKxOwqvTGDcGodmjd6ymWE7s+kVTXGt/UNl7kuN
JOHXgznduZB4p+OcRZufOuJ632rUPep+sciRC2k2XMpElBHjOe6ee7nCx3miQuDLdmR94+RmKdhX
RFPdQoAudbMezK8rRcHcuJPDZnSxDe3D02ziOY4bRG10Xl+IxVuyTFPp6FJf7sr1MiylOoLonvFX
Rp7txLnCU9zUa+ckDdH8lIxRa1/jPtblW0KOU5J6qt23MJeF4Vn2KD8qQVr9CLs+eDLLzM49coHy
zfYDi/05WRSC7wDLNmXMAR5GVhgSoDIpHC5j3WmXCCz9P2pWyh/GYj4SwtvbKmQuFBTRSVh43a/D
AFvFkgQiz74KL9031ADxoR4O7fv7m2WHH4c2PwkUKCVei5t+GHo/UkQVLPTzLMlsF5Jc9CMKTP1L
O6s1OyEPUDOEmhT+UHtLGZ+lSctvaBY14jTDfm1ftKlMrbOaL28S6J3j98gyQQhUtirZN8vI7AZR
ITF9A+Vv/WxE0slXZeTEe6ad1AgfzHn+qbQDDEVdejp2dxtQFHPOZV/i92ZAQ7XdGfOJ4TKMSDTc
ps6eZnfSy/IRdJ8TuoNQ0k/FVKnmsxwlfUUZtg+bqwpW4m+L/0n6bxfBTwda24TWua1Ikc7wZerw
08FM7mxd8l8VL0Zgc5tIZqlzWs5TB0NXnjQf9Lb5MrRtcbs/ys6dRN+QgEm0oji2jlPCiUsEAOi7
VEkpPzbVUD+aRdz62ZzmL7APvzhloHy7P+bOI4JnEaEEXAjtxDUmuxNVq+YlWx+dheo05nr+UNMD
9mCQxAcBYOfyAzoA6ZheOpLB69DFpZ9k9QxoaKrLX5VjC9Y0nT5h9uG8C0Kn6A+SxJ3x4O1QM1gu
QJreSyj9I4GeAjsEVJIDEQi0CQLlAhm41JlEwSqUtGY8QbeUky/353NvUJoSS8rEg3PTG8SlN6un
XgQPXSwp53lQf1rR3LrmVCHNWM1HlhA7ywd/g7mEOUpgXVfpaytuISjRn+ibciDfDpfozb829FMZ
a8nBCu7ELcCcVG65J3/nhq9nNNS1KpTrBf9R1ihEyJjigRnUDi7SnSlEshMcLOoiC5h7VQ/RdEjY
lUl7tZFpolxqlerEJ3NwIiDQTjOX56opQ9O7v247E/kbIcRbk3It2IjXn4ZhrNGiJig91INeo3k4
S5e0SmgP8tg9mMWdoeirAIVYuBA0WFbfl7VTEiFaBmClFuXF4vn6LCotyk91dhi41J0lW9JcHi+L
uNim/g0F1JTUWct8C93l4iwCBTqmOcuGcA1DNKYb84z81fRW/Hec533u6ooYU2hamf6/NE3qZyJu
NXtaA3P5XKUqGs9jGNkXfbKVv+Dy2OYpcirVgXjVwxGShq79qQhV/kezQxPDlDIZPtm4aR25k+99
F0mWSmWfks6m1KqPPRWCUUr9KnYaxO6nyguwEjmIyHuj/K6tUPXAenV9vHRuImMMeYMb+pzdqgGJ
G0ebjmphe6OAaoQVRoJK+rHcC38GqlAJY1sTmQ8SsHuK4WWd2rI7Mlc8GmUVDvuaYQa1zfzYAEqg
jWZ0Uc1a/g+bewlHC++AFGd9nwDPh8kOucSvclk6DRr1Ivpv5UUHnHoQJ5Yf/DqfBCtAkEAM9//F
rV5PG6iRsW3nJPWVIIybE6+J5hyYuf1RKGYeetpgWBeUf2+alUYHj/TtESbLp2z6u3KJ3crqCDvk
haY86qk/F3qBsVMsu5ouJj+S+ung8bL3laAWaWBZC9B2jQuLEJ8reHVnvhZBcrtGbdL2l8Ya7fCU
FRDof6mWQK9Az7XA78YJAu79wLg7Pn1mSM9kkpDXXs9y3KQDnWhmuauM4lGfh/CF+qns2q0R3fJo
TF6gsckXGGXtwci7k4yoFZh+Hg0bXnenWl0MTpyRZ1mZT3jE2z8NGJ+ha6vV0b7dng5UgTh+pgKi
Z5sHFUOV9S1K/n4MGRuP+Sl6gpnXX+9P5jbDgzEABIm4Bb9/4x2SaMVAn7eAMI2kXoF632jkHjoE
bemKoCa21lEXPJsUXo6aRjsl1YWsgB4I6nUkl+t91Mhh0bdamvslEhRfgrIZn7MsMeVzjlrYr6gz
xIeuLSwPhf3+MdWkMD2lRVZmrmnjKvYflpayHaxqMDRbMn0IojpBUyOjtll9rqPceoiMSPVgHUef
3z7jgCUWlOiSB65ln0AZq11vRrkPMj1DW9iRP0xQ1l0nq9rPjdMXFwsU5EHTeafygcAOyk9LIwAZ
wXV8aEVN7TYPc78QZXWZzBCNCcUY3w9Umr3eUv+Z6t65pk2HKGPWFmdqHke94L0NzUqz06ibLO+W
1bmVhgC9Aiv1Gwrk1762tVMCrvcg3O9+KagEoKQgUbYdZ0m3Q0UOjNQfnSb7gNGpcFxZHZ3EzZQq
WlDmw/RUdmF0ts04L92iMocvMw6GR+Dkbda4AFoXG3sA1/YmWgTqAF0dmzsfT5V0divNGn5WKbRP
pDPH8Fwo6X85zHTPCMoKUOgNDajp0RLuyQsWCjHuOTaX6+PQ0vQ/pUNg1m6fxiI9NapojIPjs7e2
f468/P0fCQPlb3yN2iTz7VKaX/ShNn3Mi5uDyvfuKLx2KVHQpwP9/HqUkQJpmNcBS9s6RuFDAgzQ
OY3D3vHun9HdpQN0gsgT4L+NqG8kD7w2HK64QFfri6H9gxLVT4y+1FPhIN18f7CdEEw0IA5Sg12e
hurrr+o7eQytVEv8dFDV5DN9kvSrimOG+i41reCKEUL5IMv9eLs/7M43Qu2jpUVcgBe8Lvl0+qTT
pTbQfG97ENBi5nVwChJKYLGato9q0YuD6s+29ot4KcKQKNiiHbgRfAfWKaq4odZsFgPVdXeoB7V+
sqVOAhVrl+LjLKtCu9RFnEX/tihSdZd8CDv989s/HLDsIlxIeX+zuCgqqSlDx74NIPoZSmvpVWoj
gMmV4VNk9UeiUDt9M74bID161PDdN1whQUCkNYLyjK31mGRFQeWJeNKfGnvuro1lYh0SpUguTWp7
wiunOWGF+5hKofKdtE4cLPveblvuXdBVC3hrfesi0t7rOoUdv4xSKppZr0v5xWid6a+6sWNP9Hr7
4FRK+HbpQfDO8KXALyxAq3XtI0TFLUhzulZhGOSePheZ19gXJQfuH4sn0TnvtcQqDq69nYBBkooh
zVIb2DakAQqBYBAOrTI5QL6l6qwXZy6PuGA7aSGjoAK4SCgsqnmvD3DkqLnDQwnBU0OKT5Azmsus
TIE35XjW3t+7e0NB1Ft20YJNXpf0CwAtpTUj4uTMA/ynumtwfUo7J0DNWeAgeX+0vRABRQmCDQX+
BdH++sNqCZZxG0mJn8sjTm0x6JYOAMHNmeOfM7iqt0dd3meUxwAjUR1Y5yhhMpd63KiJr7Z5/UCb
2/aKQWsfeCKm5yQw2oPcd28yKcIt5Whe7BtEXIGISK9KjCeGNvKjIZjPHao6Xom80Pn+TO4OtSAz
6djvUE4yZZykGJl0X8pJSqq5UM/p2CpfO3yYDmZxu+chlKlLbR2VT6Lcaje2beg4STWmPqr05Je8
PM9qBx3y/gftpFkMo2Mvww2yUzMCgm+y8VWGQWD4hM1sel2eM+fKCW1o/Zr9Hvmw+mohaepKyqh7
pt40Bzfn9kJZfgOedQDXAYGsY9mYdEgJTWSUhtGzYYjit1FI01PCep+GyhkNl3heurh+oa0zJUdc
6CVjff3eZ3y0BlGnZcduyuNyF5ooDNrkI2rbJK5pNo+p3TbnkP7eqQf544pqnj50VhofnMzdReZg
UkLDu539+PpkdkrbI7OeM/t51J1nZNOvbaFrb961vwvjdEsXoAlsj9ejACct4jpFyGqMpOBU8q9O
Q6NYXtg20kFg25tKBYlL+qFkrhtw98Kjl5yuYqigK2+DZXWXzhgr15JnB97UKF9AUQ4Xo2uNI47W
jkAKn8k7W+VVBuNn/SJra71TJMoYfi0K68NY6smvXBigf5dOhLhSmsScI4uk+JnOW1XfnM6Kz1wE
vWeObfy5nSOwJog7vrmkw8+i7QLgiNR6g/MINSEKSTPIC0OznkBuJcHHGVnI1pOaBtDw/QO9t6Ng
FQAfR4cBguFqR41hlVnYRSd+gHi25qKPZX+u7a59uwQgX8VhBRC7kKzWeyq2aLzPcZnw6u8bcUmQ
dPxiIw4s0Ouwx8eyy3nbQ07OQhQJteDgBaEqO0cW5SH0ZoFsbqX0LV1kVefkiT/Pc51+VPNuRLNM
C+fQUxblwa/5WAmknAolRltsSAZ18jSQbJqrKoi/ubGtVxG+CElRulIMMtAbjdZub9k8t9+6Ua2g
ZPSVQM9xCsxLlU9jfJNloQXuPOmRdhAAt9cKymwL54LnEHt3Xds0UL3NyyJN/EZWcz9Px9HrbCO7
dbN2tD92Az7YcY4JSjqUwJYT/McTTw0cpW6FSPwIMNW7UugaSmWoVJ0n9NnOcR2Pz7YxIOcEwe1/
dheByFOwTXr7LkXDCEk6OHr0mVYRKeniPjQMBGTBGXYv4yykk5Xn1kHc2zsL5Kh40dGFJ29cFVOR
JI6Kzga2kKe1eDCsRrqhGWYfFQj2Vo8xEMJk8dDjWM3oLGxRIjdHd7VRTC+SY/PUdjA2nSy0DljZ
20yOAgTIOHS+gKFvFLcI2gPElIEsZ666ZwWBeCzbKVmOQhHerNmTd3+ddncLWEm6ZtS5qOKsprBP
R7QXFyembNbkn6gBTeLcWYXQHzPFKhSvoRheuxnqgpnrFGlpvY/7wn4npx0Upvu/ZW+a0eRdypwk
RJuXBzXbULInJN0jSEKerTeBHyWOdUlwqDv47N2heMPT4+WcbFQTdVAkkEGB9ZZgBYWnZHKrPA/o
fJ0wb6Hve//D9haVdyWlUxZ0CxKJsEaRLSnlSdUZxWkE0vQYJmAPnDjQfwHCPIL37i4q+BCYRrx3
kKRe3RFqhaI6JTecb4JBzVw0DrNHrdP16obO8ZyehpLqAepU4eepiJL6XAVNeEvHSjuqz+zMM+LK
S/EfPTOd/Ot1LGqZlUFDr4uSyTyecmXGUQa4VXITxVAfXBm7YxFceR/QioXh8HosNetZarxofODN
6s10kubsWPDpUgUSyv0F3Yk7tHqpNzEKLfT1/IZDo0fQiNk+aAVe87ytLoEcHPFR9u5Ach2MRanG
cBX+XuY/Irk2jdB2IVD4Jmqtuosg5fgLXynlb4BN9oumFCVWHUOgFo99KSouQ7wHxx9orSfOGbX2
6kvnTHJ/1pHvv5VNF8reUCVDqriaMmGLquioVp8SXt6Ni7lJugB4bOusT1XmvP1oA4HhMczbG1b/
OnPDc5wOM+rFvmRqWPLWtuJmeZjeUjMzDo72zmFjKEIn1w4Y1PVbIxexJtQhzvwSffFnReo7+9RA
R/oe99J40fRgUg6O997Gg1MDaYiUGMz3slv+WKaom1HryMm+camYnvtWt6+1FHaIJvbOwXNiJ/vG
xQPQKfkvmMz1x1VTOQtofXSB7DB+LxVO8jA3qVlemXz9Gcqc5dPXrLGjhGd4sIZ7m55HDHkMKCNy
/2Xi//hMtKSAbuSMHaPjcZ4AY547I+4OvnBvMhdlLK50wiX37etRSk0oQbd005w6r00XWJOBRruU
/GvOenJQV9jbKuBIwbbzZtqSrtDUTJC57zJ82szkHKtR9ThK4cdKFaVXWPZwoA20NxwwiiV1hxTA
jnn9aQPiQ9UAnM4vylz3Wm6bv8IeerOki/Saa8ZRA2tvKikZk4OhGUVjfZW2GHFqNbqeZ/6MLr2X
qkPgsSULr9Ckt7eM8AmgHETpEI7/BgPDewUtFVBavhyI4FGpRH1Owvyoobz7QYg90DQBJLVROQRe
3fe6TZmrm0LrNFKbfSkrR3dn9Hm/3I/w2+orHwQVBwI3NfdNqTAVJeioKkt9u+nmi0RcpAcW2e+A
zubXtm3Th6wO5DdXQRkUOQvyZeLkBqFbgOCr6zAlkNSkykaoCO6y6p/7X7a3CyGlUJck06LttXz5
n8c4xzJdhTLra6B4oaA3bunU0yWcRO1JSnEwj0ejrfagXhct1wIq2KKMjacqy38kdZq+7zh6p6qd
0vP9j9vbIYDZyNUp86C1vhrOUSd4FUWY+pOAZ9ADOThJEezTsOQE3B9q98sAJQPVQyF2k0Liwzsj
aMxm1CXJucSamt3UNuxOcRLL5yYaxeX+eHvhl30Pmx2U8ZZ2p6mzYxU2hRcnVbILqXzlB4uq8v1R
9iaQ3AlxC67pbY+r0rHydfoSEThbOGcDGu55olJ5C3u1+Q9rRYeBFyrtFpLE1VrZlIyzwSQchoka
X8ogjjRPGufxjPizyA8G21stC0ldGjtUyTbF1jKcrSbUiIVSJENSVKLhFFsIOcsz/TqrbI8QKHvx
A9QNyFRIgwDolt/zxykDdQLzpOAam5y8+NLkXesioBtf4qqVv6AvM5/VWDqCre4MSpLIDcNLmNVb
Z1nsw7xJlzo5E9D6ZYZqspt1ZneazC48mVKOmXHftN/ub5ndUYmRizIUF/dapUmyVDim1pz4bYHV
YcwL+prRIrpkTWQ9ItNTXOa5VN6+TxfBTnqThrLU6lcvnEo4s6iShkGnNn3pizn6mChx6uXqqB+A
xXaOBO9+imHwi3hbrJdStSLdEQG+hKMVKfYlMLP6XZiCnHwoTZ42B0+LnY1KPFmwH7AiFxWN1xtn
xM0j06KA93iaWX/XUR1cRV+3VyMepNal1zocXDp7y0cTgifaIq+9gR0ziXMhBBaP0OKkUxzjJaLq
UXjTIlVcCuDxJ13GCvv+nlnO9qogvzwHlrbu74RotXxqbffCxKbdrwulem8p4wvPWPMSW/hyWlEd
X6ewGK8jZl2f7w+8t5iMyfMA6bttXUopmj4FeEIhDmGv5IRfD9K/+QCLSZhm8B/WcgGtU/Ynbm/K
U5NKyoA6fOxrZhl1JzTyq/ZUaVVEMayEUvXeLrjoD+6lnXuCC5B7HcV20ArrrA/P2XzJeKHDLb0W
0ymyZxsProMF3BsFHTEeWGR8xPDVAiZmDS2qo+Zd50blpdNSbqxEcRC1d6BnnDdafhbEHx5W649J
wmyokM4GyKeQRJwE775vTl1J7xuOYXJKUa0o3Laoi8pVYAJ5YagbkTfHAE1kS+sOKgz7P2cBpy6k
6cUK7fXhhJxQ5iAYSS80sB6hKPNTgX/GkzIX5ldcwqtvBTrleEdJ+S2j7+b1ad09hyOqkfe38f4v
obK6qLntUMYiZ8w4uQoP6iw1mtM06vGTkUgxW9rMHL8Nwu6lURr9MpXG9A7lZvk5avCUx0WnezvP
FZCG7LAd6D+jebSaFayBzbkoqfU2afQrQ3OGV1vSuoiuqtchker/sPXIuoj8hP0tTjjMWiAohklK
qSTzR8Oq03cRUIWDs7sTKDQyfwVXh0Usb13ARnzDnEJ0033AZ8O51exfUxt1F1Ll6uB+2YmFMP4J
Ehyjhbe9HLU/UwUR2KNVyJDxm7L6oUdlMj7kdpu9yLAXKreN8gLMS43pRW+PpnS9v5P2Rqfwi7wr
Wk0A1leJSjjbVZtRrvAlaq80gIHbJHVbXpRmjG5prZvXBt+Bs0ogO1jHvRmmDElPn0DM3br8sj++
uw9DZZqynFK3nE7nxJJsL7KC9EqlqjyIIzv9Z8ADwCOg4hMS1zsUJReicDuEfjq3nS/LXYONSJ6f
8jYcP1to+LsFdmlXK8Ir0qXJ+naWIA/w5RLgxiEwr1v92EYMmHezxJNIzzBU5svczfBsujb2WNmD
id250YmY/EyoB5R512gQPM9LNBib4KFIHNSYJEM82VY0nRq5mbyUvu05GuTw8/19tMMYXBiQaDqD
HuBZuS5WtmTeZZhxI8i4hoznObToCpuzmefnuS5xeBGgxVCv1tJSgTc8mB8To4ug4BtmIE6jVSlf
FSXEtsC2h3/lIcpqT02xYjg1dS49pVUQZvCsVQRqG9yvrKuYx/BDrIydjptQVz0GZTrLLrIcYXLp
mrb8pjelMl15S6WZSxO++0G7qI4uNLuav7CojXUWHcVUb8qc2L4VhjnFXq6E5fsCemDv9UhDZr8o
j/O4Q8thPs9dr4e3sS5D5auqdtNn/GfbI6TEznFEMRZqCu1dJnPddU2RTITgGEe+kQX1Ncep4SJ6
dPAyqUr+l1Q0ZKagiCDjxPLt/gLu7BroCBRwUKwj81y3DaNAqZtioMmlVlHp4ysJe3OM+g9UPdDH
EGGDIGp6hJ3fOZjk7/DosRUB7bzOresMy5zegR2Z92F1duZM9lLksr/Wqpah0pNV1zEsxKm1wJ+J
sey/3//mnSyGasFiWgiMaQFPvA5BpSWSFFooCRpC5A9tbMUXOZubAyWQvVGotADiI4/BqWEV4Ksc
jyxnSpcWmyhDFx9f4ZVZMR6UF/eHoR2xlCNgnK5TsnbmeohALxrDXORuPoX5jyIqj5wtdh4oaBsR
sAlovzPM13MWLjo17HzsHiPHeK5s/IjiVlPdFsEErxzmo3727meRzKIfA2mHTfJ6PG3AKcopSKKL
Tqr8xO6yT2Mmjnot+6M49EEd7mL+eD0Kwv5GH3LVU+9D5d8LJ9k4hWkWq29PK/A7BtbJfUcWvkZv
WAk0dpBIiBcNehe6Qil5b5VWC215kAC5v31/MxLVImhVMuCU118VlYqa5DWYuazA/qypQGRHzaHQ
4F7MgmUDC5i0DFTKahSz6/uqBoHk66EmvXCcLC9B3O1pttMWZcvR8ogoxUlRxreLbP+2poJ3o6LE
sSkhzZIDVywFNqrMNDCnUsaWbpb6D7AGv92fyZ1khQ75ggqGk0Erc7ULh8jWxibPYz80K/G9NIqa
L4vbzyNA6YNF2ztgi9I+VGCaShtn88QRmh13eDrj/0kfonH8Ts2yk1nMf3VR9/X+d+0OxppRD162
/TpXgHBvS1qqY/bdh92zY8SRm/eyfalw5z6PzMVBr2znnC2fhbgAJXyK3Ku9Es+6mg1aiURNnkwX
EonpYYZL6t3/qp3VYhTyWXI36Hbr1DLusmGclBEzbjWe340tbjgm3cCnvh2OUJw7m98EY0NmyQnb
JlumjHcQBiiRT6PF0f1ETrPEM+e+uZW25Bh4C5rJtWGT/uXUs3kQ8ve+E+gopA16SrxLV/dXoZX4
xuAz5I9D1qReMOTKpyAZksqTI3W63J/UvTfnosW+zKdMUXN9BqQsDAqzNgs/Q8PwrExa4KXymLmJ
1UkXYanBLVaczzwU8UA2CgdSshJ5dp8eHMWdLQtxk1+xFDhoFS5//8e7Aa35OmgSkfuZWoYPBUo4
pxGs+sXIHZI0kRzlKDsrvJAIlwC3YIzWn63KpaTXsVX4gzbKDdIicfRNHiW19SwlmMhcYvNdm0ax
N0FI/Of+nO8cF0B+QEfAqtBeW18XtT1wmQd67rc5ED8WODDeh7LVHWko7SR/gNPI+wD+Y1yy5rCr
+dwZEixNPxtEiDKxgBrLfXwuWkB+NZLep7Zp89t/+DgqjmB+EDrdPHzDpEIPrVEKXw/k9jHXm/yh
GZL64Hm992m8SWDBUoYD77Ms7x/bBRyqXqXSVPh0hoxfrZjVW6BY6XenKjXYNCFSTmgPp0eY9b2V
W1rKFEYMwMdrXVxgKsAXg6igKp7257SxYkQ31eEALrYTAOj0QDOgI4SEw7o+FlD4hnqUlb6sVaXs
AuPRvjdJWwpsKcNDU7Odk0BBmpNHbVrBeGUVvOuODE1IASchMJ3+ZltD+0y3RXxrHSUqPEsDOnnC
Z7dXwF9OY2lc72+YPQAwPwAiFK1LHgzrN4oeKCm7xqaLM4+QU+ZeT2UXnFjzo42cBCO+2qjmmyBs
RK6Vhvk/Gq71f81RO/6sO9VOqC13oeJKcK2Dg1t7ZyW4sTlCCiCvHcgV/vFoCJr8tBAtVTm0p4ul
ZfqNl498MA07AZAUhA7476i0IYRJQPhNamAZuVxdecZciifMEXus0RbrdSjXB0Fod9qJtAQhoB9b
R3LJyELYxSA/eifoXtrENN6T+9f2BbfVyb7EoyzN+AeOqey1SD6bvpaZzSfUVlFxt3opkR/mPNVu
YPCRs7y/JfamndfOUg6EloYH4uvTLVXRUCojO6JMjPyXFE9w2yUkPoLB0N8O82bGlwtgsRHcFH8l
1c5G8g30CbT4XyPQnSe76cVFo/jw5e0fRW8LGgolyMW66vVHjTCGglg1Mj+d0tKb5DjmdYXAXK5O
1sF75PcTd9WJoVO+gE15hG9TaFw2jSmK69zvsiD5eyia+UM3ZHPgDqmTPiiDo19NKjCmqyc52jt2
aZyHjvLNm4+PQ2ChxWbzQN5iVRKlkJyk1HK/1pRBP8Es7FMPrNsCapvU5kgmdLttHIr1ZBDLc28h
+72e4TLthS1HoMutJWyW6ZT9NZnmD4RetTdfcoxEh5J8FCLspjguuNWLAPF5X8VByzXkYH6oy+wI
f7O95BgFHSZULXHI3QRGyuSDJuyYxgT6u1/YJ/KNJC79pYG3s1w5MvuzkNGYP1i1bSQCDoarE4EP
XN+mZpRyZyd1MiJKOJvZJ5SAVRjNZftiTnodXoUWK+rl/tHYXquMyGOWmjy8gA1c2SobHmiGHvtD
HOK0PXS5J1WWchBh96aTXQHLYsFBbNIurSTYtbTr/bbOwltTlsp5ynv7JcZb7cJToPu0yHm+/SjS
tkco9/fDjz9WmUoU81BRZl6zcVKobhpw9Ganj04UCqdPDcq2/w50Sx+UvskuiBCGbgVnvDhY0r0J
JsoBRFq6OSSFr09GZesDc0Izh0p6fg0iJ3gkeTkqg2zrfjQN4UVSqTJBKK/DNviOScH6IfErSZr6
6xTrzk3i8v4cqmj5XdROyDL89yj7CAA37k90Upv3b99JIAyptKrsJOLO6w9Fti/scjWCOxCI8EHT
JMUbEMs9qP3tnRCOJphN6lcG+dHrUXomue8wqPFVO5xPUz7279NGRQ89DH8mGWCX+x+1F9cI5iY1
LIDDG4RcgYoLzjzQB2SF4CY1moYrTWQ/dMiOHWyUvTOCi6OyIOSW59hqo4hc1dh+FtDuKKu83jGA
mKNFCsPEMqNFZbkLb3Mx9X/d/8IdkjZVEci7C0eZa3/95u0nqRrkkgd3aNRjcLIB2pzGMZCfQiCv
/xp523QnOPPK1QjTyXF5K+rBuZ5n+x2eWxLtnSK0f93/TXtnZlnchYFLVrx+keYoINrNJCK/HWLt
ZxraxXtd/AdD1+WapgoFxBII9fotKNkSTI2G1oBtdIFvDciwOKqYns1GPpLM/90Qe50VsLBI4BEA
aVdt8Jy8hZGccgjsSRpnmLmi5vBU50M+ubNWt2A00hCbtNBC1uuScIV+xk0wD382YRnBHlHbr8Ks
+ndy1+WN15m10K62xZanRNfNpjtHpa64SDhq9GBGULEXu3OMM445VXuVerk6V62tZ5QT6vhbpznD
dNJaQR9AGWfQW44Sl9ZpBq+ruaMiteIg+u8s5yLZRb0UJaqtUCqi0+R6EgiKsXQ+K31mPmcIsx88
S3dOKoOwh/H5IBauI2CoZWqXdlrsQy7qPPzC6Qmoc/1oiEE+uDN3YhDgXDAhy1JuX01qlFZTvWBe
9EFW0JSfh3dDp0bP1jyrPwp5FAeRYXe8pdfJPt0R8hJWgWS+xR0tZYgkxrH5DR3O7CaoXr5Dwdc+
uDf3lgtdDt6FvKW2LAmpcgTqGBE6dY3c059TxjMM9e5glL314nvQIqbSti1y1+GstCXMS3+csuRR
6c3KKyVVOUENqw4e9UvkXB2+RTKcBGCRDueGen1nlOgx4kICwCFqjOlXitbkqad/fxv7rD9Vkp08
WThFve+SQ9Oq/+PsvJbjVNq2fURUkcMuTNCMLMk5aIdyWCY0OTYc/Xfhv+ova6BE+V3eXuoBup9+
wh02HhLVROqpZSpPO19/ubLWaQwXDcTJPNpA1gldT/GY5GnzLUuV7vn1oLmxSwAp0UeA8cUrvVUZ
shtjQlp5oROoU3LCxqHsgt5kZlyIVmn8pjD1nQJuY6NgzEtVxdwFgt1tABWGMRcyqfLrHCtlYA+F
cV48Z46vP9fWO4ROQHti6TyvHIpsxYKTOCf5tWlNOtxRnFwx6rUDQGl7Uh1bS5FDAeMmv6BXfrNR
0L3qPYxG8ys6XPN3HAWjMGAgZ39N4Oj9ev2xNq57BGEA3VhMS7nwb9YaCM5mamGYWupj9qDJcWqC
MG/1D0moJ4Uvda1ELbXMdmLx9rI00bCK05jxLN/0r+5dv7CTqwkcbePKovd7wkrlD3FmHWNpKlbQ
oFp2ndTR27Pb23q3TGFAfYIjJ0u9ed6JU/L/aESj7O1Dgr/gx8LA+TSXqv7+9Ve7tdTSdKWvvrAR
bzMpRVi6FLnDVdAVFoozCMz7TmVmx3w0gDu8vthWcOG+AYUL9matOjFikTzlNn4c6mjZX9pMaujb
Gq1zsbPGuqRzZdxpsIce0iI190jBWw9Kixl6Fi/VdHTj5cc0Qc5OZkdWYbnQXsranI9qndSnJHGj
nbO+FV3+Xupm32T9mEWV1Jgau3l6KlK3PY3cHr9nI8FzqI7Dfx+1goDGVfBP828hV7x8NkNp6yop
cCHotfF3Yg7hm6xN9sBa3DP8mZu7Ybno2C60hujF3URohFASxgyApsIqtsyPOeXNXPqw5RV4ub2u
nrI5aR0/DHXRBYjpWH0Qo+BPuQyxBOuVosgDR+uV6WzXrl0FU2Sp73C5Mb44bR45PsyatMFPIJfW
QTWz1n47zaL5LaAopb7rNt7HSFhFcefZyE2cDbfWomMbF2XrKwh0XzNNw9Xdy0WoBnEhx9+2Wrg4
sJSu+lWzC08/RKAk3w3DGL4Xgz23xzHXi+pg6xIBdy+NhjeK9NruVHup8dUtFDkcTNFHdVBkxpwf
MsY03qG16qH3MdFVFIxG5/lR6kZlX6qxB+s+KkDuAw+a60+rpbB8H9JpI2aEttDOetW00B+nmT7t
gORcMCWlyIIuVBzpT1bHSH4Gtogn4pQX7SOEI5yG68zNKrKLUv7IERxE4ZreEsiUIpKfZSTFJ6KU
Mz+1nsNcygfrn1m/EJuUSEG0WvytTetkvOSV6Z3zAc7IRdHHNjqSzWtpYAjVzY6hmgn7qOaRiYuE
GekGcS0xlKA00uRxBi+QHfB6av8jekj7Xs9koh8jRWnARY1pMXxKJ4qcw+yaefF2Luv2Q5XW9gPy
elHuz/Yom7eTXcWVnzX2/NW1hPdztOfp5Ek8rPw+QejnTtHsxjkXap2jcDgOw2MvCl08jO04jD78
08g9UFeOpPe5JaLDnA9wR4U3mvOdijde5Ecqt94RmX4nO2hTbzZBNdo4G1b0pto7oQ5a7kdZVZuH
pvOS+2Ia2x7jb+F9RYNsdINOFtan2rPawncA67gPujKOV6vSxgxlYTi/gcpFI++GuJxqZB/c3Eyw
N2lzze88mFMQfaqxO2Tgo+qLJmIb7y0ui9p3h6j7VZvI/Plhptg1dnVMnIMWF3n1vupm63OvhDEA
MCstgqwvEFW0BTNqfwLlFr0dKCZbP3ftWvlcyEa3gwh69VWp2vmDkSJy/7bAZnf2ydnSgU3pTcNF
JnXzaZhaq/PNqjO+VLU+ayeEVu3yN5aUeh7omGnsNZA27krqQvp/TPLIO24r40rICMYfRAyrz423
AHHDj17tuT9zavMPdav9amQ17Vwnq5C+EDCQgOKCJNlZKaW3wh2dGgYBdjpTErQL1q5KlPQ4KdaP
1y+uVcuIDj9qzZSkaGOy1s2FLGnrq9bo5Fe71bNvrvTyd5HR2WCOvLT7WqHPee5FW3LyJvkZvG5a
HV//AatHZeREHUX7kXSVUeJNhJepbOdsrNGNrr3ynYzlhENjOFK2NeL0vyyFdgbQbq6UW5REOhRF
5KkQAcMRvmZeRDP0hMo66Uq4Z1O1/OrbC4VsjtEhCjZrjkISz4Ad3YJ5bz3Wvxa3rp9az6Ts3x9o
0cblhlw0g267ilGCthtgfqonY+DYNrNMvcB1U+v7Ih8772zKrUuSghfjUyB3C7j45V1sdpUxeQUF
lICp/8ZLjPE8MCCWZ9uQpK21l8iLORTasVQ1uXcKt7YJzte0xZg2A0K56fgVNeA7WkScwhbryLwz
G9XXWfdSKF3372q4gGjABaDLC3RtBacp7ETt4pk+qq7B+Rc6Icrt5LnFjGTnnf5Bnr7YKAt0kauS
N4pv7aqu0W3FLpFkZaCdZul4WBqm91PjtT9ms3D/s2OT+0rNXaH7edMUD8JuYvdhMitDOXSx4man
UGbJNzUsVEa2I4Xt6zts9c2Xn4fdGkwEZqOrHYZl52RiV5pf47ApAjzVuUfaeTQOWeV9HyLHOLqu
zIIwLPYIVKtUk5WpFECXLxBSZDpf7rZSS+IxqvucMiSUR8Uo8mNWVcPZEs78Rk+saa+/stphy4JU
fAt9l6rhNhIiPVyHdcyCBa7G13JSJceqeg8lJdtpUv0JNLcfHRYthQmDSFqCy1v/q/zC9WYCoesw
idTncPD1MQKxLfXRig6m0TXci2Htlj4Zy8KqrIsaSdspbZ51kZbvVEycPupWYk6HeYIRfzf0iGX7
RWK18Z3h1c6nvG3tESOISjwDF8i+ZXoIdmmSPN5x0EttPo61Mf8spILYZzWEgBsQXNUyrPOaRv/M
nu87P21nObxrYjp1R6eFVMqUDYa9T9pj01QDpfetjiJL+pQDThLgMJp6Plfh0PlRifvLI2FLfGiQ
gQp9bXLHL69vzFWA5WvBG6RnjQIe/Ej95SssitiWcYGsfcKzHu057D5ZiSL+FVe3rEIXjHEmDJxV
IFCdFPcrNcuvatbpxLlEeWjyek/Vcg0BYxnmU8QvipD1dChJ08zOwJReZydMzlkWjkfyHfUgk7Tn
+2thEGe6+RQnXYLLnDU/x41jPI3MrQ+vv9VVrrP8EMaAZH6QCGFBvXyr9hiqdLKY+yfCnI6YERHs
lZbZtGrIg3AV9iTBcec4bMUYluMomPiPrqh1nDRvXoAn9ECi4r/IyodLqkSu41NfOqfQLM1n+GHp
Q4go9x7hbuvQo+ezILvBH5ABv3xgtlbFIauKq91P432jZgN4sxBrtMHbk//dXAqRY1qqrLZSt0mV
inJvgS4hRu3S4FQimCqIBUgxuzuJzsZndFUGrKiy0pSj3//yqagiImNCr+c6tV55nkxRXSvh2EeN
UUNQ1XF5rzphsbPoxvPRUEIdBtwkE6TbZKQxapvMfM6vSG13zwaOlOek6bveT/TZ2UPWaRvXA/0y
pIJoh2+YXtI4o4IY2DQNZaPfDJZ2sZsm98s2Q5wwmVQfuH56bETv/h4ZFR6qBMydsNX2LoVEc1aK
2brQBesWtcrZD2t1T81oI7Nm3Es3CKEmFazhzQW2KAdpUnKfJJYDfAqBx5xgiUjdCWuH8iNmQO3X
GfzwSQo0olDbyKa710/z5jtaxqQc2WXidBMjaxe4S0OpfZ11Yd+rvfUWgwqUOcccphQOJzu5zNZy
zHVoBjO2XEsbVnZdzEyc8mvlasont2wRHrBylEerITvOztTJnQXXKBvakNBbMJsEo7QeWrZDVXhZ
3oFZDe3qERxRdMy7KkZ3yRLpN7yJxlNWd5UTGIU3fQy7dLjAdSp3cqStjU/LHYo+VdTaH1SXStbk
JiCb3G6T+xz2E7q9Q+13Sp7sxOfNV4xzFnUauRjgsZcHO8/UuXbFmF/dzO6OTpR4Z/RSsjuvipz7
bm6cb6/voK1Ho7dvAowDkcIzvlxPj2U1jnYPHzaK22dWsuYA5WXzkzUMjbnzObceju3DoWPihN7q
zYHpMZuOsLASaC3hri00MZ+1Wq/PJcIkQe/I+H94OKpsHDFpabJrl4f/KwvLtEI44YxTQsVJOc9h
8X7wpDwmWKJ+/vfX+PdKy5P/tRKoEi2aSYeuHUPmA7AwQd+Lvhv+sXsN060vRj2BNdJCiLRuz7ze
4gLjaZSEU1uVfgmO7yFrO1ylYL99+h+easGM0g2F33abLEzwXjHjBR2VqkV3TRwO+6F0iW8jNmzK
Tqm77LSblHmBbBtMDf7ond28QkGrTKVLlF77OOqD0TWm+7hy551UZOvtLcKapObWRuE3tnZidsBh
0amejU/pHIuj7Kz5VM3tXotn64EocCg3qKyW2eDLPTFkHv2kmkFdG2WoEtFOvgLe2UOwbeRWbASS
V64Bpt23QxAMuO1U1riNQdhEF1VtY990p/ZiDXZ8jF3as0k9tGcSwr1QtfUqydChcIADXPPJczsD
VcClhixXmsDXUKc7ulAiyKQoT69vxM1XyQ0HSoSB7Yq60NoSk6nYzq6k17Cdpw5NzcHZAzdu3jZk
UzC+qImZD95cp+hrx7J1lpIj9Ppj2qYzjVI1/jAZc3oiucxSH32k7miImU7d2LcYFjvlDjdljRrm
zltYKdAXuPhWGWvYo+dJ8ZPhJd7p0THVQ1vSS0/N05AiRQCoxM1hBSsQ7f2y8Jr+XJY5isZC4NhK
tZ3nPlCC/kLOvdf02tpsxBx+GT2TNVi7GaK0CHWGAAVw6fvRrhli2I7yNk/KH2Mo1e8eYm3PAyOH
nZtjawMQGigeqNPW9F49dG3F8KrsKtXBfnC6MfmCVMmeNNVWVs0tD3gHvhpGHjffHzMKvRBVnl+d
xIl+5r2MvnpKN/mahOQOhEj6nhR77u5bx4hHWjR5FkDobZDtTCx03A45Jyu31Idcm/LKDz2nM30g
WfqP1w/S1gdcFOBwBnHpd98ipO2mdWc1ZzF+DJRaIxmrM3oRIflxE5tnNIHiR1mr44HudLtTai8B
/CbAL1hl6ktI7nR8FuXqv+7IuMoiRDmJhwyUzPe1pvwSMvN+Y8UVUwP3Q7MzytzYMy/Wu/maTRzq
g7eMwLtMGzK/0Lvphzfr6eH1V7q5DFxoeCSkNKscnPAPvTE2BPz9UnlQavjKDHF3Mpmt0IQAw8Kk
BPphrrTS+Zoqc0tszIZYH4Y7hIZoJWHXbh/sJLO1g2LbieZbRW/rftx0TeHjspNkhxy/sX8eRyNY
hXwrAF/KTw7KzU2tOqIh+JEz1mX+bFgCF2G3twNQp+W/39ZYm2CBQEzGFeR2dKCGZmOkHUKTfZ+X
n7vSpWtVlLADs8n+HzKD5SMiaLkMKlYA3oHhvtFnNOJcdCY+VI6wnuK0Cg+OHJydsm2rHbQ0BQk1
NCU4+TepATYghWK3qKpZrdnDPZn0/ncuqvJHo9bVG5lq4UnL2hoSPx5qRyiUw0U3il7z8bIzdvbv
RvxhR+HWC/IMFQrPe3ksp7apXEUjSdbtOPrSN5MWWGPZXLMsmo6vH5XXlwIo9XKpEpvjYfaAScVT
mARl39cHRKvyR8WgcH59qY1QDm8AJUP6MN6Cv3m5VGtgBtwuCXksNDBLDvwEGafJxZOdONcoo99N
8R52Yh0JQC4BF2S/UsBxg79cU+pJ3aVFQytdhjiwhZH1kbpR3dMEXsdRlmEz0gBa8vLbks2II8ea
PXqJw+BOxyRKjId2VIpDqBT2m6Rt94QEttbTkTaEEsympSP78rF0UZfGrNH2SeJK89tKCx/0MRaP
ujHY4Jcwznn90229RhifADUYyi494JfrFbb0uraGp9qGg/OhVzTx2KlavbPKei9iEoXxBCNJg4zm
toxKTGp5G1GE60jq/xPN3PAk+lg+GKrYEYpb37msRAG6sLepbm7rAGEyz5pi4HNQSqqfs4drUuB0
qnV2Q8lQAN3Si2Uxe01cDCN3jsHWu2TNhfpBxYMvxct3CY4DtrEBqK7EVunSSqm9SWS1hyTd2iF/
raLffDEzjON80gt2pNWpbyN9EqcqnqaTrfXfFIDP59c3yNZy+Csu5gVkhCsEZNqTmMOSR+p4qrqg
GBUn9TGwiO4Tu2/PLf/Pjn7Z1hdkLkrGqwE3W02w7dbQwhFW4rXRaunbsQPEBg0FpP5k+EEBu01T
cki/Yezu7cWxP5Z/L7Mmek7gotg/S9G/qu/A8/cUVPl1TKcObIhDBuV3uIFrwcB85GNVC40oqoJE
McL+KmSvvAG1j5EVZpBfyOfs70isisZ3ZZ7mCFWFw87+XjMLIOUyTOXEklIuFgQvN5mrC2tk2ADB
DyzI+0iU4jQ2Q/gRDaPhDZ7R8x0QL0ysMyxF6txVfTSbjSAaWvchK51452D/2dO3bwxAD7+Iopho
fPNzLBU0VNINsG0h9Bd+b+dhE6TCMK9jPrqN38dWkRwwP8ynkzKWVXlwJQqgfqIZmRsAazJz3w0b
2w0A8+I8HWldnLxN06Z1gm5I8SNz8hnsVRK7dPhl1+jqziMsp/L2CbiTyUEICcBGlwPwd6Zcu3GZ
eHZ+9aj9jiZNpFOPwhCcULd50EPUfbwMobipGgs0WJs9LduN82VhsIk+/wKQXVUkmPB6+KXrxdUd
GuVpVIfupFmZdW7KyQvoCe3JPW4ktxxmA/VFChM66bcRksOlFFGEwUudeuplwqcvqC3jiym9sg6s
aZ6xSapKEAiQtYfHurbyz/Cg5L++dRC6nLJFpAcFjNW9WhY2PvFMMy84yX6tGzN/C/3dXsau1l1T
NfmTMTegwNQ5W/BY1uX1oLZKWJhPLRRhKLmLRvztcIUHs7EKkfbFU+CClODGnpgdDQ+MHuQp17E4
pXm6R77+Ez1e7DQEsxcALReUAxXRuqnJpOvNbqqm3sUzkR18Y+g2JJV2FKa4Ny3pfUZu2kXkKesT
327c+u3QV6rt41qfxgeBrNcTvTxVuQu9icnhHIroQ8HmfVRtdFFns53vyR70vfpjtT/50YgSILZM
ZxfRrSVc/3U8aFRLmZWKexnq+EuKwdzZdCJxaqH6B11r1jtZ68Zy5MU2hFPA72tOD6aAbbgYpl5Q
a5TvQ6dtAybE+H9PkfLDrZuP/7oRIKMCTqCptgh33m4E14nUwcT/9VIahcFAS4T9G2PQvypZaL7N
Ea28Awna7Vypq2wIRw58Z/F8pXNr0rN8+UplXtUDtZF3AWw0XVyzdgNzQl1wHBE3fP35VikJS9Gm
g2XHMBGg0U1wG/pSRmEr2XI2On4HF3W56M4EA/Lr9XXWnw2qAjShhQzCC71VhBssThO9KudSj5l7
SM1MuTg98J5wTpJTV9XazjZZBW30qfhsCCoxU6aderMrO31061xv3YvVR807T5TdXQ2g4i6yqvKq
SW/wFacsH12J1vlk5Hvt83X8QKaDYgctOvraK3BLbWaeOneac8kNNXxC2iH7xtiyZ1WrsJ4RNuRS
9pw6Orz+ltcbh2WR4+KyIEFaJet906EaD8fiEjvKfBbgiwPkRb0TWuLpzsbZ+KAQNEnCaB4x+rjd
OFEeoTpoDArHXv0EQFu/jInqnLDjLg5DJbPPrz/ZxnKL+QdyPcDFOfk3aQRqhXm56KJfUrsZcx+6
V/ttdEXyKMscIf5x+mc8FOgImHN8RMb6y0T35RmcWgh0dAK8izsW7gelrlQ/RfPxK7Bzpjta8/v1
59vYMIvg5FL6E9bYNy+X6/H7o1bVvEu4VHQjXNvHSfTak6E4td94Wn+ZVaM/vb7oKpNenhGhAiY9
C1v7NlWEhgI8ZW68S5ebXnSOcDqrfC9fYB8zKCNxQcRRebayQvte5k2351S8jj0sDzxjUXVbwtDN
N0WLtR9tm1De8NCnyTXEXchD7nSttlbhryPPyj3OYVx21l/3k5saRh92rnepm9r8UqMhei2T6J/7
jhabhYGPBagFbv9tOzWPWhl5CuRZJylowyutfuwrsZdNb5zvF6vcvDG3Mc2IPj+iapPXHmuvAjcc
GqpP12HvWt94beCE2ZPcCXyd24AdlWx7M0JR1+nm+qD1k34xejfcCVibq/BpgHrr9L9vuV8yrrxR
IaNnPpvPF00KsPLR/M++hXwcplUOcxyIFVwIL7eAFmlaXjeIPRpp8XnuwuycN1oS1I497mStVKD8
rZc5HHn6gslA+464eAsZ0PN61GWCZXI7us6TU9bR1wH9iidtVuPU7w2BxFBSJKb0xzJHZA1ciJ59
LgYLSn049DZIyDgG12uOyR2CHjgumDQln2IlS38LPYIDwpEG7rswycRDYqMedojTXv2plrHd+1A1
9PdO5wASLWjr4SyZDuZD7ObZ5Ocm/WdfkNJi4qzg7+GAuk0Cr0sG/ZRpXa1/JCnPVd9Cg2c4Ij/u
kGhmuZoeyhqXwADjV2Zdk1Pab+1ZFCo1j+JkR2U0udm8XnN/ma5QK9gLEfeNaKT51p16aqM2mr3Z
j8d6nh5Jcq17q21QjBykq34vpZf+jmPDeQfFNwoPo4LevG/jfPKf2WTF+yxDcu5cEP2f0EgKy8No
O+Av1V4RRjDg+vIlVYryuR363AtGy8rdQzZU4YgDphN/FC7MmkMH/e5ohO7Y34W9tB/qQZHdteyT
JjsobWh8TTs4GLTqjQWzEwvlOPaGjHwbHUblJLSkfpPLsU2CUSjiOUGwKrkrkP2SvtNqjXfCFzsu
AtdTavCjCWIP8F8kcmO9btVP+Jtp9SGUnV4FZpbX5mVuEXVCzyn9UqILX+PAGENxUZK5r32r7Vzb
t0U8KAcYZU4fpCX/+a5iVU+IFiviUIeQhQ82aZvKR7IVOhAdF/Dj1ICBYlY0GfdO7sjmQdHzqX3X
Rob6X1HOmhGIGtUFf6jruX6rh0KcU7vEXSOiZ6X4YF2anxXfeQjGWYRpULcFnBHTleW72ZGj41up
Vzd3iq7Xv1EiyOJLw5J8Ch0yjW8lbuq9tdNKV5+GwaY1Q2HSviHWIqEAEq4CjeVkznfMUWIBSWrI
0/chvNJyR6tiHVKWKf9CQiQirxUxQhdMlImI8oWL3fo2RGH3mVtl+NfABe8Q0BXeSqTOa6ROFc8K
Q3Dc0nAGEo8pAlLPTmJ5O1ns6lmWVYhdZHKMeAD3vwxc+SCU0FFscR0IvSBlmv4Kmie7ez0NWK1C
eKS1wKwdIBBTz5tUx05qTYWOl1ynLhrvNaMNj5ZdNDsl9dbd5XIRUyWSmq54PRP3lsTXBV2YfkwO
8KFmJvd9emjCcc9kaGspOga0ahaRNwbkL18bpoYojyYZavCzgn8StRqwkkScqRvbHZb7xlIkpdC/
6W1tTDZUvS1HK62VS5h2RpDWTX6qajt6Y3SDt4c1Wr72zdUCTwm3AG5jvE5vr5bOsvGRAwSOJ4bZ
H+1JFUertLLvSh5lb0Z8EJudHH9jY3D5k6MhOL/MpG6S0gyqsF4ORXiZnVYechwqDjWBaa9jubnM
MhVaFPzX4l0d6OoMu1gyNHLPQ1b3XuA1uLe7iIP49qibP62hEXf2lBuH3I7K+6GefnA4s0M028Xd
WOl90DXlsHMsNlJy+tYo1FFtAEK4TRyZKWFhM0fupbUrrAsiLwbZX6vHznHLZ3OyrTMZ7B62ZmM/
sSiY8MU2d82MDQnhcwYQ+9LTZT6EaIechjkCFtArzk6gXG8nmtjLIIQkZhEvXz7LX4nxNLvIClqV
ftGiKOv9OJJh8rlRoU6PRdwm38sx3NOEWD8d24mpPLMCxq309l4uGRVwcWU7aJdEju6hQTfzGOrg
3dOi3gvQANpvjwuLUEzxb3nIFX6kQs55cmtmSqk5uPURx2j7pKtRaAddjGiDP8nK+S0KzNhPIutS
11fN3HFPRhlWaYCav/NJZ5wXHWj+JeFBjhGcUrBCknu2dEpfGHpbH+IeG3OcaEv9KYFeL/FVLsnw
kAc2xUlpR+ut12A4fM6KqXvOgGz/p6Ui/2x5U6SfPbrz3kWNcBN4YxCyzCBnGM2F6kn9l901VnvC
QWP86iAOON1VqAI5x5BO4LcC858E3nLWzqfOyLLTrI0D08CmtJzLwhqvTpqXTu7BHhADuVf6llQl
QmzHPFhmlniBqow9QhW4wITHuJRAhTWyw+cc0nCJS0Zep74OecA6JK7S6X5jes2HtoXwTKrhAmdA
3M/RgjLsaS4gC284qH8PTeyTVpWhr3j2pPtmFgntm8xLuwQE32YQVYSR/rCSJgkDsgDxM2IaZp6K
xPO+KpULh8WLiuy+1bywOTdkOmWQmXYbn3r49j9EroXZqbdk914TVZ/ie5CU0i8gpWV+afTGm3Ge
x/neqLw4evCE4g5BCJ7rqzUmNnls7CA/nXtivo/VacwOLnIuXTCoDd7lZh+Wvzr8aLHzK5EIPGhJ
KBR42kb1xvUyMQQIzEymn8rI+G/O8vxZdJ1xj7dKOR71LJKt7zhpVN+lolXvMN1UO7/3cjAgY6H8
0m2kD12tsZ6n0VPuxKBnP/qmrb82Be4McB/eo51T9mFi3mWh4X2YhDGlxzYiPz0u0RDmsp2nhR/P
6fAfH71+SI1+1t4i8m/bR1cf+uwd7leYmA6wH5tDrSvTxyGRsI3ybBjOSjolxtEM8w5dhirxnpB5
Umr452PCDMWeu2Pu6ml8KXojLANSnuo5yyBF+2bSWN2p9WZV3Dl2aP5XysqrD1SNCqi2mMznkPUz
DFYprPBUq1FVBHpn9smhaPuILaAqspn8UZPt+xAa/+L9XRr1GzWicPC7orWcw6iGhvCxG4R0Lmel
u7OHbPbuGE0g3CgxgH2qldjkNNjj+7kMvYe2NNUPU8xs866Kuizx88HOPjGDyya+phk1x7pz3ejc
Okb7DK0FYlcFnXH4HunzqB1yr9aoPMRk1ec4gRiQJ20j/LmryziINbcaD2415Hcy0armQBDW33da
bM2PniLbb01pez8c/AiUe9zg1e4+jiPKCyVKyvsxtmP3GHXpCNxHGpnmQ4bonhphZHAZoZEr50lB
UQt+ceh9wnRNjh+Qk+JV6ik7nPNJkH8qSSG6D4iBJu27WS/aKOgzatsrX0UHUj93X0KUyqyzWczV
x6ps6vnweja4uvbIORc0EaM64DerbNDNUeqGYcbAv04CCd0RMdbePGZJAzd/bu3jUP4zf2ZZkmgC
0niR6bollzkls0EwDMDs83E8dQk2GVXbxAf6E83FmZ3kMJjptFOqr7KOZVHQhYtgJ4O92ySxqMo/
otSQAmUbfu51Yb6juNvTIFvdeH9WWex5gWrQ3ru58QbNSLA2jqBMyDoPGIZqART8+n1vlnuCX0tW
+yI9/LMUDdZF8wuFp5v7nHKHPjgyyleulSHxx77C7KQRQBcRWQj9Dl8gsE1ldhJGEn39HzbNn5EV
c3G6HzdrlwltvLYHQoV5lhO0VefQXzflMXM6RBVkIpSAi0B9fn3VjZcLdpEJJeMS+i23wK08j9Hb
GBcVjCpx32SYZPu1o6TPCKDuNfS3lmJGwgfEjoiPedN5g/rbFXJ5ufNsimCYUNrWjLw49FhS/GvD
kjYwKqjoH5BzrkdOhhu2pswwudAL7Skh871vEF7YSbpXyR/JEXCe5dB5SH2uaz4wycUi3IbeGkSt
SE2Ho2sxi0nqwvQ9SvmdWmL9Amkwq4v0AZN0urE3tcSoxjjNdzD0o5Qd0SmqcY/w6hxEMJ13XuDG
sy21Mi+P1HatpuwMoQIjFn+7PKrzu1oU4thkXXeuS7UKECfZnduuen5L85zARQVNsQlc+WVaC7rC
srtkFFezS7LpUKPtqOBUbWTvciWdm/90TZAbxYY+MpYV8fS2kLg+DfGkaf40pUjfWGyuu95ZXJpf
PyLrKEcIh6zF2VyEkW+DQmjG+RCbWAkrmdtiZKWF79qw79//L6uAkOcDM3i71fPxjIZ2iHBpevZ6
dVDQ2X4kYxl+vb7KegtxMBbc1iIVxujpJshYHUQ3bg9EHto4xDUxjHw0veOPXS+bHdj/1lL4IxJI
aekj23WzVCjwKxBQJ65hp6cPk8ysd2E+j9LvhByTnaOx/kaLTSo9HibMAFBvASawYA0vGlE61W2h
BqMRJydDa/aoKRuPxP2zqJ5xE6E7fNMUmWwxl3TxUxx1lWfRFvlBKrl+QYN03NkN65VwJl0QkYxf
UVq4beoPfW31VYFinGmV85uwnn5lzoRhe2L8s1H2suNg+C73N+Or2+m8mY5zi0SpQKodEvFQ0KGF
y6b4elztwWJWA+VlKR6GZhyI5BUepQPTpSIHze1aos8Y9Y3zzYNxespQ2fxSlrb9iUceLlUSQb5V
gKHtVOtrIsryAwAs0qtjoI2F78sgMwyOVZYVN9DUObU850Vie75Rq151dKqwCH2DOZ3zrsFt8T+3
qzRx6DymDVh7hkgUZMJF06aLbcePNMX6Z143P47ZCngdAsDaBAOxK89oLRqVZpRq12q2zTMNeeVc
YvC5E9G28lPaIzpDWUTY2NAv3wPKThNpHR8C5124vbmWPdqFLfxxBALixyFTgLKd9yAZW58fwCjI
k2VeumIXd7gFILeObD4+6dYRmQUi+VjbZ4N6/NwxlfuE5vUciDE+a/GebdP6QiOlw2GEFhkw41UQ
d4wRz7+KPKdWrPITnmmKHyFl6Ye5IYSPe46609XcesegmeF2AT+h/7e8jb9aQ/gWqqHSwW+QlhV+
HuJICXDMCX3RjflDX6Xz0veodhLyddjgKf//oiR0LxeFnE+ITBNSLKTKzxb64PdjvTDJ611l9I2I
C+QBeOQSeOEQ3+whMMB178LsvQ5SpxlCb/dJDcXeJbL8lduEfPHSWMQ6Fx3N5bP+9RaNuIcnHfJA
DMj09xjd5qd2sIoA7SxT80uZ2+c0Hr8qWrs3N9jYregUgbPhlgQiuyqoapCU9TRF11row48I5auZ
9RqNub4OXtdHM8yr31WF4/w0pkJt7pEwTfeAwRsvWYeZQm98MZ9diVtog1FDnS4iPMDtCdxmHJ1M
pdzjPW6sAhVlARYRgLRVXtnNpSTTpdefolBw740ytgInrdy93bm5Dm1EdIO8xSvgZsuAyJCdjbYd
bOlEw043i54yGIE7Z2BjywB4xJSIHr+9zGRebhnNFbY+5opy0fu8CJjReth6azM9o1p/dKtUD2I0
5d9GIMf+PeOhOrT/MG6AYtxe2roVq0Pyf5ydV3LcWLrnt1JR7+iBNxO3+gFIx5QokfLSC4Jy8P7A
bmeWMhubH9Q1c5lIRGJUcaNvdDWLPDjAMZ/5G8SNz1HgI1VnSP4eZXZ71wZTuHG6rLxKSrJsdsRH
cHZdwk4CretVDm8scxEueKh7S3mCHBdvjLJyhlHF4BEZ6hc5+/JVTlEVtVLrB+fCxk9yr1SB+sNI
TAe1nyGt7QOElXK4KwJynY3cauUg+w8biz4XEKkl9izNu7qwVVAaoqda5oRJvYvGqdwNuRTe/XZI
TBxsc7igKwt+aHHE9EoTpeDYkJEvI+xOyR9yMIpBdMDfSP0H0+JCmJtqwL6u6ulJlyB17lsBaoZB
i7NKGpqnEQ4qbeUo77cMOtdeIk0X0ikwyJDe50X07PDsa8OppaiJzknF5W6hz7TrK9/Y2ZG01ehZ
W49zUgpWzyJiXdZobFURdqpO5MK5H9xTXhyPktb/vP2lrmHVOMADZCZiAVRD82gxocKpjd4kajuT
HZX7WEvqRxSjsF6ve20/xKLa0evFhTSWzL0f9QbKnONvA2F4hlkYAT035Hc4nS9fahhZbSz7ROa9
nFV3qVYpR61HTb0KmnFjtay9VHb3rMWncAFcrUwpcuQ4R0w1SUNxsod4PA6JHW2wSlffKjxk0GP0
slBvWcyIgiIdUBgEZ7lU1F1YqNahmLLJtaDBe63cprseQTGvQITGrcc2e6x8/bfJS/NbhQ0C2B7Z
tisoZDSOXRrIZQSVtigOEQUQAJdF7wJ6STfe6tquII/n7IQPD/B6sd9DXLDLtqnxcx8C7MLa0XLr
Yai/jM0mwmF1KFjeQObIra6il8rSQt2AY36GdB/vVVTRdtoQwYOOtN+GraKuAsiSzUHxAG7Kon4y
i4tpTqpkcOzb+i3AGesDwiSIJThmaG4kp/MbWgRlM5yC4eiho6OxuGEldrel50i6SKnoDrIst+40
U7DVOpaOcl7aX2/v+5XXyHgM9wuDdrXtZamNA1VGM6ctpyxEfFgVLzXSsQfgWv7G6li58hCPmYea
geNXBN1OL3s4CzPlkTZ5vDOI9XYoJDg5wglJxv+gJ/ERgVvr7e05rkQt8FO4EcDDQFxd1r9ko9BK
xGOJ3NVi2tdqGXG+yelrrWtkNG7jhsZUK7/O06z//aiFQibirRBW5krNYj8MWSaxSwwkEEQ/7Iwg
DHd4I6b7Idv0B147alij2CDO4oxkD4ujpjFHlLxSXMXp8OqVa0XmsC9VZTjEuWnC3tfU6tCahXVW
JYBXu2KoWvNF5Wjtx99+23NoSMmRgur1dVVKRhSkqoS9gd/W96GUNB61N3q9if8jUXHzlXGu2Q0D
LLPbA68c6QxsQoyZdc+vljLO9NpYmmRNYaY691DF9XtRxtH+9igrG4biNyc6Gk9cHfa8yJ9d/HmQ
VtxRVG9VGjPvFLntD2owzloamyKnqxN6NtTiLMArtLMG2o9nMZTmzlGmdGfJ7VblaGV3zM7EOhnZ
rC/8i1P4bEIgXMOymZPppO+zJ2i7wXsV+s6xJOa40+M8imEQGjl9W7PN399+mSun3cXYi/2hamNX
y6S2Zz3J8j2yXBbtJ4qnnB6KG/FuN5bINZd+5utTnqE4M4f2S8RaUcXN2EiISgH8DEJABEF6F4vE
/kjxChfAvkXOym2A/Ozk0Q+YuZNqL42gmO5RDcy2QCBra2mWLKA0jwYxQimXaynWJ74+lnxnrn60
+i26qvcmWIbS1bW+fff77xqKOxx3zQA09Ov8ePadKQQOmgOsAV2h8ktOj+0QxggrQ3KMdqky/DZS
iDeNUsl8r3DUX/UvHRSMQKeOVMMjpzyHut54saVLuzAwjY3a49oKJiMlaiTBtq7stdWw8vtQw01X
q0FXABf1w8deKtBMD1sgL70V0MKoI9MfdiCNkt9fw0Qfc9GVY+E65gGPMA4GcoJnOZpMoDrVD3lE
6sZQy/YxtuJ0YwmvrBkEWbBz4Q7lDFpeKUqv2WMK8vjc1Z14QDVK/1kFffW57KR260RdHWtmllJQ
Nq8hZrZBN6g1EdIRljG8zH3TuFOAot21BvTK26tzbSi4HgTkBg2Aq5sy92V6DwrHaii68NUk9dPB
DLLuXSxV6vH2UCvHKjEuJzc8Firmy3AuyXtTLnz6NOlgxA8DwOATgI9/8J0IS3lzKsyple/k03Su
bHnuOVXh57ERlScA7Nx3baNtTEhd2QA0+LhuSWegxCy3toSEXOyj8nDu7cmSAC+XVr3HE113DgMQ
m8jT6ixuPbhm4KzU3DK/+rmOwG9ca/IXMWHMTGpSjOA1DSV512QDvxKK3sQcReoadHzTgP8ujNGA
ztkTCFtZZiNq1aIdhn/9GHeeEzpStMNtiAUfFJn2Az/rPj7Iho8BQSRskDu3v+LKgqGxMsf+kKDm
ttvl2Qmaq3WGDCIDMqrVHkbXuHcQnHwdNv3D7ZHW3i6GkcABUdIgkZp//uzglOzEb2rkzNFfUVE2
Bo95tAczOeLRUODRlmWe1gYDXnxY4N0eeeV6BCbMR6WvP3MgF3NsLVH7mVrgKdbF2T7mfbhVkvTH
WATCzXK525jpys4A4Uq7XedGusac0OseMW0CA92aerAvCn/6BLLe2QjH177cL774XMBfgUWoYTiB
YYzO/gQ/L+7U/o3UI0yG8O5W5L82FM1v/ItAkJLnLz8ddUIjCGQKCrVZ7KooqA9wRFI3gay/8a3m
uG+RuNFVnFHw8Ky4zOd3+3yVjJDuZdXHnUWPpf5oCq36pEqIWHlO4UeHbIizR2imZfAP9sGMJUAP
jADuqrdd9Yo1BbHNuCHAQPhSw+fMH161vlW9ub0aV18mtw6wJCKIqzoCfVkAsYYRnS0piFGaC3QP
tVHdG5ViK8heW/jzEqSWTcXi6pIT/a/2xxih/TNmnglX9in1U9kznGB8aVUUUG5P7Zcp0vLroe1P
YASfmuWy2Gl4iZlgO1EAsvrQ+ETTQf1YgZx9lEG1fjTKLHw3pBXmPJFVhx1K7L76swA78daGWCN7
cmtJo0e8g0en1VX5HVoE7ejaDX55PQao4tDGVvfUGY1d0vasBmhOg1Flu1otjBf6lOtbRnorHRZq
B0wEPSP+37I8yV3R6SjGxOe8tTsa3VL2vSTv/VpYcd15+qTb1H9qddhNdIjea73dTBuX0tpZggzQ
XHaamaPL/dAY9mDVlQWzfzKKj5oJsqxIgmEDS7O260A90dvmy80K0Je7DpKQ6IwZ2SHVYw5QMWqO
Q5S9d5yhOgEWrj0Hu+TT7cWytg8ous44cTpYV4n2RObZ+Drgi86SvkI5Uu7LJA5PairajYLJ2jaw
Zz4xIRjFp2V+MAUUKAi4QMdMsvTFlnTlSWvSJEDXbCpe9k2+pTW2dtU5wHF+AQ5hCC5eZ+jg12Ea
s2N3WJev2RKj50R4TZWSrbty2YsPWiON+zRl7d5+qdcfUqOYBdESyP8KKKrRIKoUBSe1cPp0jwNz
D2jaHvY21rLe0OJnWWVGuLF6rqfLoOTx0CFRcrsC6E0VEUwc49kp+SI/qZL+tTcT3UunQMXoKDVe
N35h7FSsLzfqQitoCUZmZ85i1fQslrvDHg2tjnosRfSiTD7RcE0Nt4+mCRYitgJ7KMnwneM6QXxA
OFLPuWM4H/ymKV5VeDqpbkMIq3pNl4ZbR++1QA99L+gIMxNCW4FkoX+uqiSF5DNGbH0Ay5GDY0JG
3d8ZSpf/wGCsMGAXSPHrZhT51yyYCIh0oWqfE0Cjk0vnMEs3Lrnrw4RnQt8Gsi9ZJRW1y22uFEMh
pS3BtJy14qR1yJuaNZzE22vwemNTVgC9hTzBmjijlce0vgvCLcfPjHMnJXbolWkkqW6rO9mWq8za
4iOFA5FHMWJW3bqcU6tkkd1KHNFJGEkvstSQXUdOhz3JpHzMZG08tEGhv9CR99kIVVbnSTIFPhnh
0ivzHGgnMB9boFZgUqADdCCn64prTFLQXLr9StcmOetpQ3kE3XdVb6m0Js5gUhLrBWF2F0IAibzc
dyR9Z6dSjhvc6NsfKr8pX8QTkq0by+b6/KT1QriCqt+Mx1nGz0EcmLHOFzxX2th4Yxolj1Zghe5U
9PFRV5Nw486z1k4xuqpUtxFHmZV5Lr8pkKcxqorZo7rT4vtIFX0BB7jMBUSLGvl3bBmzmo8Ls8Kb
ChtyakrH8slKnMbeW3Y7FHdQNMb6DeJuMEYmzYY9G/ZR/6rTJmF/7KJeEntqZnF2P1lqwanYgrLZ
kd8Z0qk2k8E/4jwcJW7jj4qzC3Xs7w5D5TTaPuvAuCLl6ueNS6mi1SAVdNV9b3axwCvKN1H9UhX/
RZZ0UA0KezI/0o22A1cOq3ymyxT6vV+2oeyBi+1KSP2ieJNaEaqi/SBpxR79pSza1xP8CNdKa2pm
AfcijhZ62s0gJA2dsY7Gn8SkowLSDSB6LLfaURvQbTK7rwaoW3XXG4NFh7PuUjZ5ZI+WlzcTVrKq
IWp4bo2U97tJbgSsjKFLTLecjE7dpY1v2ge1jULFTUs5G9i/oV6epRg3+EOLGH51Io7T3md5Kbf3
GXSPclcNnfwg0+GP3NY3u3A3iV7R3tzeAiuLkLQA9c65DMCamNfMs8RgKPFIUUvu1ARLMzej1+KN
Va+/innu72Zgde9uj7eyBjFBMOYSp6Mix7AAR2VKMQmpiuJzWrSq5OnOywxFy9T15UD73uVy8ybr
7HLjJl07UmZp0lnQjU71cuG3CFhwPYMpGONA21G7wnqRGPhY9UJsRAqrQ83eLBya6DotN7WgI19F
ZgqmwJmyA6d07SEq479oMEi//SZXvhziMSQhCDPMN8N8Kz37cgYM/SmLOpq3KFloblub8RsyLfMo
Blt8NSp5C8U//8HLLAS1EcrBFDIp5VxFlsKaOoBRFUznzMoNV/KDCttKifNi41hemxnccwrhM4nz
ShRLNluTXgnm4ZMc115Pz3nXKpVwKTt2ZDDjllra2jej/waXhSI3scXiXBx8HbF0G6sgTZ7KI55R
1a5IuuZNSwN3f/ujrQ6F4hepI74YlIYuP1rAbdrJeRifTbntXgRooJ+VUmv242jq/2AlkgWQ5GiQ
YZWlY0Q+AqVM44G3mOf6XmoS3a2CsN6HOpSF35/VXOmi/2rOJYbFrIRpDlpYohY9ZgNag1I/xCe0
0nyfJBM199uDrZwgcG6R2KMG9Et16/IVRroyoqoxO/tpduJpk2O3LrDl1kWGojwKVLJfUcfYAn9c
p6z0DGEiaYBnyVqX51aZFsiqysRD2aBHX2lLVftEVyrbrY0B/3C6Fz79GBOqFTRXx3wfSK2zGfxe
k3LBZPHrqCTTtUCf8nLqllxz73B/nmGZWZSk8kp6JTk9UqtlWKUvEZuxszcBhOUacX/Q+R42PuX7
TJYz4osIUZqNT7GyUUHFzyZRc4GXJvbl8wxKpnZmVKASPhSo/aEw6dZxobpGWCd7U/hbfIyVBtls
CwGtnEVG7UVevACHmwkcHiFTqMaqK0ZnOFXtZLtxGVq7xKiSk2kV5UEPpmCfTFNMsbn1z5ONIert
RbhyFuJcT/ETsP5MhFs8iNIZcpTZXJtxmrYnyzeiRyfT/cPtUVbnSxmZ5hFtc9QUFxurpt2J8jMG
KbE94y3szDlgXK3j8I4MTNPZ+Z3llPD3yYO82kA/JWgA8ugU2I+3n2Tl3AKARVmNDgiPspwven1F
YaHVcB7GIdghZ8hhYiSTh4v4VrVrddJAVni9dEHmnu/lqsqayI8yaHZn3a+0zpWLxjZguqr1d2LE
8jUMyvh9EbXGyQjHlz3K+KR6uXrXhM2WzP/KUTO3CZk2ZzXA9eX6Vk2Ck6lk1kYjwa0N0+4F3a32
wWyj9kgyXn+g6jBsndwrwyJgALeM6whO57I8FghBhY6K6p2SDxgSFpMdKp6Giumhhq6UezDZkQ9q
Shv5xtufeWVk+HN0C+faGH9rgdIoraAxO5E4d7ohrINa5vmd01vDUdKh6MZo/WAuk2/pcq3sJSCz
s+3KzAy5qgZq6I1YYc6gET4OBzAy6d7sqHHcntrKCsbti5YM1Qlqj0uWFQB1mz4hytEx0NWdVMXB
rta1QwOF+vfPBlz6KENzFlEcW4YTwTSFQBU5EEtQF+6g1eqDCGJ1Y5QVRA2SwMxmBiMy0DJDx4LV
EJiqoPGKWVnv9aKS3sSK3RAx9UEkuVNbmvq9DHJ+ZkSVFcKzYVMELysKO/HvhzV8Ok4oB7EIFu1i
3aAt61u+LIKzT7J4KFAteN8nluGG1rQlLbgy75l1DCqZC2AOBOak/lncS9SbgnkD5W3mmKvmjj+N
3HOK8rVRs6nyYsWpxL4sJ/9tNGtDeHncdK8dUWvfby+o9QchWuRCgl1y1de0qy7sWk7oMxoNPmZS
ReTheqtFLoUyHwZjoxyasBw9NVLHXRYNqqv6uvnj9lNcL2veBkodvxibqB3Nm+v526gKo8T4Wrpr
5RJ9Z54HoSjbRHTYyDZ20OqEWWicENzALDn1cqyyyPSwCwzpLpmNyjwtqGLNjQoNV9gU9MQJWQFV
HItQlmLX8jsjPGRGUJ/RQIbXeHvaK5cEYEfmS2EU4h+aqJfPwnBOIgwjoHfWhMC2i9J8G6Pz9ioL
yu5bLGkRDk6T/mZM6/GuLZC53mMOqmtuPoVodN1+muvg8PJhli9GkUmeJxgjai7nb0LDQtGrV0br
ZRWXvZeOio3gEBQyxw4eSnTBfv8oIBQC2MoORD8RcaPLl1E1pdZ2KN+dUfRGgUEnwv+FjP6KeQOh
X5qUzquxK/wDWn6zwJ3knHkXUr5xClwf5DPUnGgIWqE1e61dPkassxgDsw3OiWGJU2aYo+RNadS0
G+Nch538bdL4GbdIa2X57QthOaHUK7BJ9AEylxWDyzSK9jAZZugiiiY93v68a3ts9hOhtOzo3MqL
mkWIUtqkOwOnW1ZKu2Yoh2M9da2L1IizwbtYG2rm5QGeYXrk95evMLe7ILd7zpTYkCI3oKm3C+wJ
gb4ccY6N6H11LDCZIAVn/5ZfYozPjg4rNvIsz5PgLOKwgQwMKNJo5AFsmbHVblsdaqYH2GSkNFEW
p1SeACAYQhO921QOHxGT0d9nZt+9wuzL+XT7Y60twhkPbc14HZNy/OUbbHwJ93Uzhr2ld/1eL33p
YCVpthGZ22vDzOwYoKQEE9RELofRssAo/H7075yoHaKDFemyuB8hpQcPwlDaj1GdpIqXWRPd566s
xFMEcyc+oqiXJ15YOIXhcUGMERg+J36XjUMTH4KOWrFbiVH+PtRcnW7pD0WDOFAdJfi+iFQ/1kQW
066bRiqXTWgGPyM9rkuXuwgXmlCLhtgr6tTqdqKR4DhOlhGFnkqx5WcO0Z7UwDCGB+yJBt+lQpQO
ryu/YDnL6GEKr3fUnJwxri3rFNhypXtdGJo5V2qqHdDcyCqk7Vqz3nViGJw9OX/S4cUAluheVif7
fawkQ/YSG1+BUDWKmPtRj7FZbPDIOqVWnoEPscowPk2JqX0xU8wAXD9vA3+fDF02Ha20l5q9IgoU
O0u5TO2XhPvjKQjQ6nRn7ZdXmlSAiR57qf1Q22nm34VaXX8nvXXCvSSXyb1aiQqVpT5DOAc6pGj3
Agw5uk9+hDpkjaRB4TZyE7wlYUJ/IgzwnHUbFas3N8+VEfGopqZuFkl68UTtP4o3LoqVfQAaaG6a
yopBBXQRu/gR7WAV/Zu7WO/TF9zruPmmAZCPiWpzuLG/r7sb5MKzMQxXNbIbzvwwz/a3X9eFFuR1
dHbMINrTTxhc9MKnXTbJYo/CwC7PUrQErXBr4OssAuQMFYi5lmZAoFzcA61atFpt2eFZl5PkQ4zz
wsde6WN02FVb3OEqzF0sysDcmO/KLYwbm0GRZtZjh6pzOV9bC/22SnSqvGHRvLZ5KSdU51/3uj29
iB39G21N6VgPHYX4oq02Du6VninlPMrLEIOAFaALcjm6Y0yKnok2OiMjmjvoa3XlEV8m6lKtgIPY
1HpXnFGHVBsXQZLsCzij9qHVHJJJ5FoTd1Bq7RiFbX+6fR6uLDkqFXOjyeb+ugJQW1mQTVEtg5oq
cNHk6iR/jNthN9AU21jda98dV0MOXbIArpXFgouQX1OnuA5RIopMKKVT66VO9kPWgsKNW8fZ0zPe
6syvTY8jWFdgpMzwpsWFGcZjlvY2REWY++qBA0S58xElexlLypbg99pQyImSRJKdz5oJl184EcDP
CLBY1grtVoPez66rlQ5L7Hw83v5oKxEO+TCd5Fm+dLZ+uRzK7x0bcIrOJRaPvuYWqRO87NuiE7Td
Y3GMoIbJG7tnZUjakXM/cvalpGB8OWSASwuOe3aAy1gZ7vEYMN7RfwoOTogoWmIM0saGWVksc5OX
5gWErOvSVhFrPRUMJLIjR+WKboe3eZ0WX8Blm97EMeka/Tj+g5MJcDJvdiZLQTNdnEwpcHDLHBxy
x6hqvbpTzdfSmJM8D03qobssvKEsf9u8ka+omNSq0bBCKd5cDGoiYWh3JjHdYBQIJQaUJC3PZ0NY
/+ATztEIMSo5KTC4y0+oBE2B0tsk3WmYUrs0NEJPiwt7N+vIHYsolfa3V+lKDERRHErPjCSmDrwY
z0/8LLbEIN3VSV1+sey89ezE2Foo81+5bDvNTGQq73TTqIott50UdVNsJbZ0lza5euzHNveKKbe9
pqiN3992dAjh55gsSlL6xQ4fh9FpU4ehdDUo7nsJwkemOZ/iuLL3eHtuqTqtbblnwy0JpTEYZpP+
MLl76ERuGBrKcdRysTPCVN2DTtsq16+9ScBoXI4GxX9rqTMmtLAZLX9w7kZ96l2E6YozuqW613aS
2MDqrg01s48hO886+Mvi1FhC41AQvrxrxmSeS1Ge9HLgLbawyW+vwl+NrMUCYYXMADT6u9d1mKZm
byVWiCdcruYnE6nxFlBB3N/ZNO/vB9knruuT2kn22FjH32u9rXu3p/QMUKkd2ZG6NtrTSeQaat4p
ybP5Vo6cSbxDt1cXex0fGdlDmt6vdlkxycYDpmnq0c4T42Osi6L3DLA5L8I0N99axWR8RA2V2N00
p1R7RVHO8g9c88X3MtUyRDU7W9z75ELBV5vAc3ThfeDsFQ0Ay7xBVcJoZ4Fhl91e8m3HLXUg8i4y
/8L+2kydkPewWIMvEWYlo5savazf2XUu954fyd2nRI379ogQjvGBehyXFBkKKvlaiHidLilB4nZW
M4I9GK34Z0bpnM7R7Y+xEnNShuD/5vyVi2ReF89izsk0YzMqUXQO1cR8kfaJvxsVlNbnBhHJB0mz
BEjkRwrFd2Pvrqw4iq4whyDYIzWzPCYahQBKxokXPwyjOPT8G7s0bKj3jMbw5vYk1wphM4yAEBcl
Tcab77ZnsxSlJMCZadKdhHnfaSS3hSImJSPxNStQSkfJ5fLqvTo09dd6rj2hfVM93n6I6/li5gI+
nfaETlNmWfjLcEJsjRxIYiZKxzOB8Xp+bU3vNJFMG1f19Tk/i/fMTT7ElSFLLY7FLNNzKzBpVfc0
hk5Et9IpTar25+0JrY1iI85kM8RKlcWYwPCUOeE7po7Ky2Ls9TtUbNUtzJdyfeoit4QyD+ATcwbI
LgIdMVRoEYGzAq1nt48KEJenpBsm00NGLu08INaU0FHGEK/JZsV73AWm4xhBi40mxXyCvBp9i/va
Aawsh+9GbAROPcv5/e2X8Qu9cXmoUWal5YQKH8HtVX2Tck2q2nkfnhGwbs4FtZrRldsw+9lJdnAi
rUBoUIUa+HLMg468N5veZVPS78tYsnZGZ8mHzmrN111oTne3H21l4dGtQZqDdg09DmOxGsJ2igZ8
YRBSt5vuiMNgfTJ87G1yU0l3vz8UrAEgvyr5MkJll/vMlmzaYCmyKkJq5Z2ctngu5JW/T7VkU0Zu
ZfkBR4eJwTUClnPZ4M8JC0DEEY8GkL6fOkqomVtQZkyOvtb2Tyb6i6XXkrwGbmX47WvgL13ngvYR
TyZlDfFSBEhfDHrT6UDCqPbshslRv5ZAvHBftiHLuMiwTsMhDGRBaU8qqsStOq15h3tj9NGusz50
Ndq8p1Ed4nQXB74yl16K4YtjAMbdyUbbPpQzFnunmROi6o2koIqaZQM6ZUpglAbkKVl7EvRgKP+m
hVG7HXfIz6EvQtsVCOubNCTGuPJUvEN8qtFF9LYKJ2cLv7OyQmZIJRk21WhaQvPPnx2PEh2vpAnR
VcnsqPPUYcr3KrDtx0ErtqA782JbbJO5CY8rAh0HrEEWi7F1UkPzHdK/KY+/KK0WHifJEJ6dafVO
tRv5wYENscONXnajXIwb6/M6h4EPSMGBdh9iPDQwLyeqgDiw25TCcK0l8i6rHbGDhlx5geNgLAwv
BFhjtSXNszZljQh/dm9F+HC5KYLeyhIJefDzIMf2vqb/cifMZsbStb3/Jvf9EVCKn/nHsCyoK1Rt
DUT41778H9+G/xn8KB7+84Kbf/8X//ytKMc6CkKx+Md/30ff6qIpfor/mn/t//1rl7/079fdj1q0
9Y8/7p/K5o9Dm39/ElGRL3/n4k8w0t9PsnsSTxf/sM9FJMbH9kc9vvnRtKn4NRzPPP+b/78//OPH
r7/ybix//PXntwKl1vmvITKd//n3j+6+//UnDuLPDqv57//9w1dPGb/nPU1PVRs14n//r+Lq1348
NeKvP23rXzRlOE2Q8ZqB1DOWvf8x/0Q3/4V1FyQNEBUgWWib/vlHXtQi/OtPw/iXTvWMX9LBv833
4J9/NEU7/0iX/2UARQCOz4qjsazrf/7f6V98sv/+hH/kbfZQsLCbv/68XLvELZQh6TRQu6Z9SYA+
//zZJs1DHbC66KZDERCmzGXc5IcCkBAskS6pL4SRGa/0qI+2DtrLw+HvceeHZ+XCUlkCJCN8jPze
l6dDg0sArA1AM7U+lSe1T82NvtjlTf+foRyilllbRscxenHTZ1NICUrI46Ere+ucau0HR0zioE5T
5+aqtJHyXIa+f49GzwZAN4UFhr18oX1F/h+LASNeixJjYinBrpNTc1dhEXUo+773ArxivMws3j5b
eH9/2edfcmWaaD6AyZytuSlsLE6hCFBwERcSX9LGWSGEfPETo2Ds1ONJ2TdpU2xUFNfGo0oEipy+
EWH+4syt09EM/aSdDlmYYnaPmGJs7QI6Yo9mbXcglLKUu/P2HC9v5/nlAi9DKIhUkrdL5fzy5TbU
NWK7N+pDl4gY46UcT4BCsY+/NwqdS0AFFk1FNi7yf4sFI9X6YOq11R8MO8UbAMXPUxVTj7o9ynIH
MApkPgzO4M1SbPtVSX6280C9S3lu9sOh82nmeAjcRx/jsgTm3es4L/3+YOQICCoAGJoNNS9fnAiB
l/pmMBxAlEdHMxzeo+RvHbRI/Xx7oOUXmmc1u4XMIBv6SVdCHbjD5ZGVDQeqJq+T0qiPVQg87x8M
Qo+Kc8tgk+mLrhsrmkpUI4YD1hffND0ZXgSTb28cG2vfZxYbIyiYmfFLEBRthNQMbGZCfbY7ltP0
JlKd4mUaRObh9nTmVfvf0QvrjA3LiQGwjvKgzpF4+XFMdextyUjpBO1zd6ugu/jjsMbmm0UGQ40O
HN9+8cf7kC6hkmXJgU5io5Oayn79RjNjRTzinddEp9lTDfrC5MeG22HaXH6AROtvJcvzMM/mOD8G
XRG4UfyHHSUv95TUaPY0KMlByH2C53ThA5oNI6yfvAhNs/KEIYT2ZejK0Py9pf9rZI59dVZVIknW
FksfgLyW1lObHvzITknhcuNAtWf0ahbXu9sfcm2SfE5uebA1QGLnb/FsSwOLyZGHkZNDFUrWeylo
6m+cae1d5+vTcVKz9k1CpLghLLI26LylweQDh+aGuxzUj1U5wjcmPRSRkuf71hLiY+ck5V1uiqHe
DYHalmQYhfbjNyfL+YswHTJgZKYyQcRiXFUucowKs0PgBOKtZFoVBcw8/4zZTnWk+FY85Gqqf7w9
6OJ4oe0yB7wULqlEIMGxLHfoPX4buaNkhwo0zWMvbExotD4CH3p7nMXm/884RFmoT7DzCbUuJxdG
vtM3jZQdZBrT90bS6Q8lpdTHMBi3NGiW32+2Z6f3QX7Pu2SFzvfsxaJJzSEJWuUuFJ74Em2QOKl9
zqfh860HChd4GtcM34tW8DI90VpdiWav+iPKpIa1l8cpP3dhIkfI+klphiVvVwrXqXF12VlFrGJI
A/gEG0wxKDkApgA4TdpIhISUAaT3VjlGjjvEgfNJF4YugQ5AztWtrSYt3c5GyoBEqw44aorK+lzo
aYt4bTEGHkzZ4YcyaY2ya7Uu+lDSlrW8UsqzE3YvVuA1Sa2d26lujHtknST7MaDc6sEA0exjJpn9
R3hxRuRGpRq+AShqfkoaQ/rsYyr0SomF8c0aDeu7DLHiMZXiVttZjbA+R4mBDgWiJpXjJcFENlxP
pTN4IX6aIKiBFkc7UxTjSdAuNnZ+oMsoisDEJSeW/FcIBU7NDqI4wOsoT/LH2py0zOvyTnc8BAOD
O0M0hrHXFBE1O7AMyXCi9BkrrpQ41ru0g8O4H2zY9J5Bdm7tyREG/ZSzQVVkOqTxqxaO6qcw1VLH
HXNlLvNmSTR6eqBWZ0Cqyrj3FUEya7YtmHYpDygbWID9PwWR32Qwb+T0sbJMfJiIK7UXgVH1AUA8
Y/JPvjADza3sfhJeXWFrSr2hA6hOwgpfljinAMTRW807dPrZrhHakDtnDAfQCFg/aB5Sr/Fw8vkB
OGNHOMdUm6qM+CRL76xAClXyXCFhw53a5XfoqNNrI5pk9aCNtSbupKRM78tI8rWHpA76hzHNe2wx
8esSL9sI53lO/r6FUjzWeX7S7Vb5PkVm0SCxlaefh1HVvqhK1AvXDu0+8wLWoLUTHb5qXiCkGmac
HyiZh7tOmt0nRhZhiWF1feUGttYVBzMU2psuScC96tOQ/3S6uLRh9dl5jgBwIj77VlSod1YRlPFD
HcvDi9lxXDrSXCDWU40h+0zQp2jHQolQ38sKSWpOaaBXvTf2IR6uutnwhIPW1/uumTTpJAjL213b
YEdxCFok9DUxhca+SMy02tVFJcl7KTLUwYuzqv2mSb6CU0E1drk3aJ36ojTV0DqUSpsoXt628iOP
g9dsLTdt6fl+q0le31SK5Vnm5MhuXZXodAR9WRZgPc3+9ZQrCd5RkKa+UO4oKQwG1tDgWUVi+DLx
R1EeEeGJjb00SPJRVker2WWK0RQ05MssO2hpIPw7WHhC0BXCX/VRapEg2o2g4c68Cfy0ZhumF/5Q
O4XnF5CxPDs00veKj4q/J+WNnJ99ZWTJTS3IAMijsZD2YBWR7sEGEMKkX0W0JEPsZnBxb51acak4
VE4A8zTwySH+D0dn1hQ3kkXhX6QIbanlVUtVAcViwAb8onDboCWVklJ76tfPx8Q8TMx0txuqpMxz
zz0LmwSV+1OINNP4QzmkaFTK/7C7bCJTmr3tqRa766a69QiJx2U0d6+x3y9Rtg5yjnL/WAsYwjly
tqwaR/YnVRtu71uHXDgVhIm/OfoYxc9NDOGvui5ZbEtPmn9WPAs3wSM++zfTYY4pGVhVkPTt1dPt
rkMh0oat6keh9mK+Ke12LNFjBeMbftNWZisldf/qQnReZkQbWImsZbBwchnLSkO9+GSpLtTpnqL2
ON5IGbOunbZHk4vOpe5qiDukEYD+0j8RKttD2wW6PY/GWFUu1t6IhD/UZwk/VMvXtu6Wkzp1LR8K
+LThhO/9+Byw3IvEdxfxa3CUwwq273gEhskjGSGkpPjPGlf98xrWZFw4bQHb1/aydu8kK4wu6VVY
Gwp3A3Zi89Dv+3kg8FnclNig13yXtWJWPg7OqMApRuI+h3Cg3ao1+qKi3Slyi2ka+ybxT20q3aC7
mbf/P2qT0qfeP+b+ppQLFli3wWaXkuTWLSxmVOHSlOcXT4E/tX9XuVf3swn52zRdOuTlH7KdvmVY
s8ctNYvPxQ6s8FoK0pNT2Cq0JJZmHcS6DiY057uo+P9Nx8Y7GlcvSNttCeq8rNddJA73QHBxdCzF
2YB/7URRO9onHUc8MnnDeaQQ0icb4REZSZ9F4oa7KJIOnfn7MIoxb+FwKwKqZlqFRdzdW+tc/6d8
7x+zwpbWSN8f1UbjcVdvw9k7WlkldFr4eVDqZ6/n+Ml6dI8Lq7Bo+Pg/yQI/W1ArFTLU8snKiWY2
oAI/k9n1XWtqxEOxmpYj2dV6W3iNc12AYxwMfb6I+E9nuY+TUHHeKfWvszpkeH1PiqY1/xPLdLxs
rvxCQX+qbPfi1dELRXj9SRr73YwUXtvyfVYNC1n3mfDAPrX1NCWGrIl7Lzw0TXnipx+11Lq5hh5i
S19JyzJ3qF2tS1/zahluuTQUVpeM20xtj03jtAzPBBDRObiq8Tqu4fjLm+cqIznxSYR7mUdNTQMC
HYvpsNZLagQBEWOomsQqu+m2IaQuWbryZA2HuXFGVT1WKlyvmxmOKZ8qDr50akZiHmHBo6yLev1J
/vLwL5jUsucNZZyvo73qWxXCfk6K6Y4uwtacp8Cx8GzH4u909C7NCzbPGj5I7b4cdTE/+8oDx9ax
ea2dsUC6P0B4Nfwi52Xd7LMTd80jxSXHL6zqv2NZhFcaLtfHnTeoTOFX6vdygJFNnC5qHzU6JPLN
xk3RdT3P/j8dwM5TDrkU9usYT5Xf8IEE8c9tNX8K4d0URjwHuL8Tuc4/Ia4p0a7clzmy+1ROu/vc
DQhvkrow+iZYvfA5rDfva1mnICu90uT2VAE/ajs7EDMmnaz7JYUmr518HO3xvwIo26STi9keXcZu
z+hqRjsX0uuKtOO/rMwrNve3N3n2tXetxk9wd9L5FE68Df02PeH0cLPQzPrBAvz81xTWsf2alSFz
u1bFWObF0re0PtrafB7utN+a/fikRXMh3s1izQ0DkK29Em8rKVf/2tqIT0xrkOS9BFgsVf9rx2jw
Y4+gQ75fER63xg6227WkAifRo+d+DPa64EHy7S9KO3/vcef9cA+vezGzuQCP2hzrh/VlSbVc+7jQ
qZHOexXp8Y3ksjWFWL11qFbcyNQqF46p8hgfNtndNDqO0tBM+oeeSTZJosXvQCixuhD79LXuvZ1o
U6iEkCIXsWJ45FPYTNmwWAedyJtrXmXsD5nsvDL3fG8713puUtupzGfD4uwpGg4rcWzt8i92uueg
3i6xfTxGFpbcRNLEdKtFP0YZharBJ0sZTFVEm3VjMpAk8mcrWjaR3kg/JqjUTkglnk9kEMT5ttlt
VrveaStEyKlfu3mzqTY3xSjqDN2BvGEv41XpLvaBCDPFK+sM+0kv5E6vSxBncinEmA6T7f7n+9S5
xtX+q1gC+TL00wqEGmJzq+2NGjMs+fm+Fd0HTdPO64xm7Bo1BrAq9+CpWTrvtQuL+tlu3JWcPbri
K6L0nFV+o9vH+pgaajNmHioVbfLqc6cl4Tgst8PkVufR87csOJYl2Y3HkYJzpD+bxhEX2vbupLWo
PFpXk/I7V6f9aP2kbqcJvDLLNJ5ClTpjZ8hFUEt3a5fT9AgIHFOhcDsUgwj44lRgocnwLJyvdEA+
NeSj/vKHafcSlodapwUm/XMx6P0D3WKURGY1Q65aLvTTcbjlI2zuEacrmpDwu299ZLvWG06NOTpu
N76lUxU7FOUBAvEEeCY8zSsoMBk7ZB7JdrhVm4rAKo48ZLHHHLKV7o+G0sT50uBd/EsQwlrfKVVE
3o0XcJ3eFz0nZpmset3IuI6CI2v2pQexOJ2XQ//qibihHvwRSa68urecV7+yurOKALYoq6uyTKVf
H1uKVYnsATocfP48JVwzcLDR0MnvsDRBMz8S3dKPuVFBZ9/QsrDcUK0reRSisXoN6PJcfmjbHx6j
yfocBltkxmgn96bYTqdFWCfP6xU/Rjn/jME4n7qPF3WmbCZ8/t4j5X092ahum48FbVA27vKxtliK
IUdzuKSBZWlYRmOY0izLsDlG6M85h5ola5qqJCB1AXAlpoz3j0Mu/pzZk9ed983I084li04PlxXz
5sA9rplfu9qysrX7PmgDCI+qdMKbrnLuu6N5K63SR+NUpLrzmjwA/BBEN4T3oa3L62p1y0tgVVF3
9g+0qqpV1aUsPA+Seex0UgdDTSpmXU9PQ2uGa734MuflcZ9GNUZBHgyB9k+jTVJvEQf8dX8KHsTu
4C4U42WlxSo5mtI+0qUuyycmKlJJ+nFKoGf0xSKYErn51jaPjbLexmHqz15onL/aUeaXoHuKqQQx
CYN3TZqiGsydx/kU4u6JhhOfwC92DTap8iUm2qRjw9GfjlgqH2UT7vGkbP2YAXIQ3Q3QMDx7o8aa
3ou+PAdNdR2b6K97lPENo8u93xnlJogfEAjRC7xewtp6+y74/Vk71voQFZH9VFFgnk+99JL22P8L
dq0eB0eoR6Rd+z+erF8wbSNnplP1STiE1XXd4uBWae8c2XT0sh25CbfaqlPTl3y2S7nZ2FtLk9Zd
/1GV2/e9ae9nh5YMdhiOc/ygz4H53fUO+64po/jilUuQ+hyKlHIp9w3wUL/O7dJZyRjApieVNZdU
Q4xFu53jaS9fIxXEy/eLXT60ZSF5YkH2v7kZK/6l85BFnKUgKQXACEmMaZ3ycbfpa4/GQL9vg7ar
tNnn7qfV9jYfq0tfDbvE4qUs/PU6RUGRsp5VYZAPTr1fK09QK79K66fTGXtPiHCJ6nRVasy2xX73
+d8vbR+Me7q16x8zOT9hmPxTKYsjoRCrSYQn1qzuRna2ROoMpyhsr/VaaCD6SllfR6S/TmwG7oTt
jv1qzXr7JP6jvpRqeJvEsllpZBVY7+yBiIxEhh7/EJjjc4hHDnbMGma6HxXupZ/kCLT/KjEUJ3jg
7qMMR/9tLmOPiFRaLXM9VtF/4W6KvBuDkT/mmG1nToDCBo+KjYcCM4f9WHicyVSK9J/YbepkcErr
PgitSN1i37V+6PZ7dljdxXygTCd7pwREPNAwVqxneLWO5fhmxM+6sshg5bYYf9tR6WeNMu2nO2l5
r4vI/NrEar94zhAmC4TRlveC0OskQM1aZpFLDaxtOW3Ai9ZFj6NpuoqeNu+uqLylOJHkORL207ko
KZdo4S+R+ZwNHcU2aXxUIeCTj8NNimk2I+3b6PFyVfHtp8iro7vGm9395IuD2B+5rkSemCWYfy1R
CdTfMRzeTlMYvPmVDPHeLDpYObGjZcynhXCyROBb6bDqhPo+3McZZ7NY2i2LKcC+d+kqtJLBpdIz
HWmq/rN4IMq0Hsb+if19sLMVQl8HeHKcBsMGJRkZTUb233riUM9iEtfrxNmgUZK2XtRrQzYXIHSw
3YWiHHs7smAzVplzepROTv/L9EwmRzviOZqpRgqH1VUpQizny4psdILHNDvfOWqhxqOzF1WZRLK1
aQmn2WoC34G/Mq39/gylIAeugiawqacNh6+CPfGWFatqaQeFb6IBJoquDXkmS9oQML1k0WrWp9g7
pJMVPPZP1ho3eyJilKAJhduMEmC5fb5isNvHS8cG+kjhepkK3YbhpCpW/3VtJSPKXujDQ7XdcO4Z
fzneIWwo/562ab62fONd1hdiX/F7VYLPdRXlIwIbc1CkZ/MFK2uvQO4juuum2Q7K/Y6lc6CXCJRI
It8US+pPhseEV4sYqJFGvO5mU4sz5UcDDQN6dMS1x1wUw0OFy4+Sq8qCiNkZ8HyOWvrUw7CVYNA2
tO50i8oyD8d5GJKx6sfXtp2CPQl2C6Yq3Nv4v5VQH4f0NvIOEqi/FUbba2uRxX0wPNqNzaXZDw0n
EjqbXiW6hq1Aih/5FRBrVb9rb9EcoJin1nRfF/HlDaV417FftqQDxI2VOy1SsCSwetrMEfiZ++/4
difxJ08/Ug19qFQ6C0pUvwq++oqEnKRYp/JDuHP0NXmI4hJbdfvJsxRmsIbcdnM2scRvO5op8Gmn
YCGYmNrVQ94HG5xtaUO+pVMh4/oUL6H3bmpJFssQWLa4BLrD5FQbK2gyMjPhHaS9mKuYtTN/k2Cw
G8VArGQOs7U+lsbsZMlE5ChndWxZUaYRpMBXC7VH2Qgq4rXvLM2oNuH5poBdlwLGr/V/VDKovZvA
CdojKdeqO4uisZv02PWwJE5vyfApFI03phbkVps3c89OKtY1bwJUXGAnrReY32FYi5/8zvELOV8S
iOV6ZZDudTyOBJeu/FoRPyMXZzhI/05vSu43LY3R77aumOpnxtj3dQZl5MSXuUHm7kvwEjUuUaC6
RFqBFtiZzWPZNavGKOMuv2p7tFQWxHPn/2cQKHsPEfEu5h7U6+mkUfXwuTuLU6fDsTpusuH58a/z
AEWeuswT0Z4QtWb7mZ4qezoXvXbvjLN6/Ct6x71RzbH73hco1Zqi1K4bMRHgUeyho59KGZRtfRdP
zqy4M9GAbn1urxMFfMkqWCPOl1ryseLNEGFvlZee5qCOA4pgHJNusq/6p4jLGFk5tDvT9CAZ2V27
023WstQJchMf0kaSHaH66DywfYZYDcv6MNreevL7Sak32+vGOelpG9PnUuo1TEnRbouMleFE9Te8
Hkru1o7WTKI/BXFzWPObz/jBCJ5p6/B2Whl/Kajvym8q/Aib78Q44Gte6Lbc33FiOsfNt26ygXlk
1MyqPYShdq2tqYgTx9WrEE8NY5z5/hqcK2/z+reZqlTwR81ozePfkDVSedSYfIxiq44723eWNteD
M/R/uEcW786lyejf6mCPh1WpmdPMZrF0gRJGwOBNJeP9PoBqzzKYoi7HKuqVb3AHY/FA6b0C7PYk
2+SdZ2srE8w9VrJL9vjQBGupPyUNjNY5HKNOkCyOQeGjaYnuvUhNoRnMit9VpA9YaEcDMiPfmgZ6
JLX80B+AT0tRZ5bVzOrOMubwbldV+LS6hd/T1uNRKd7nqCwiDIKl8F89MbTfH3a7f5Jkaz8PPknV
yVqbxboWbbG/uWac/bttXez6XDh7F1/9BuKGQ60Kb2mX2cO8XtdwJQw0DoKnRfblM7xvzXFc7VhU
T/ZQIPEVZVTGPFPL1uUl7lg3WclY3d6LzrJLyktWf3ny4RTkOQgLwow9y8chNHSB+eOJKaoTHiU7
gDJDIZDTohp+IYR3YJzhNmL7BJDwmTQXMpGylefEvl3GQoc/dBBKzfUvgdibE7ANt+dmhhT1usjK
4bPrLm2LcleXgVdyPhW7GrrLFur9C9hd+9wxxRL/qLfd23/XXTkUeTk4WKjRdXQ9gQM7ngtC0Rnn
U1uFXvvPpR/QAHSMF+dwmRZhh6paTWKtbMJS9ucVoc3ApyxyzGEYJLZxxNerh+oTfRHZEpRzTy9U
SBg/8RGevxy+7MOEFjvr5SjJuj73XbDu6SzKcDrjMwznVIf73GROb9MYcgjd1DfBNsuMjrtY300O
nezJZB/ek/IH/6UlQUWmDkmm/2JcFc4dAcljnaAatZ4Gb924f5UKXnyG4T8CKyv9ztVRfnl2t1qJ
kOVgPRdIbJ+tTjr8Y/MUxx/G84r9CTp1ezGxq4PbIQr0cUdNzlBeVsMMeV2IQ5Sndrb7+Ix0fyFE
yrS0ndA93kTiUcu6fdmRahOp4RmbtmJ3rH4Rp1BjhRCzYEIvln9wZEzgx1gd0XnHBhCeCk7L7qGo
lpJRnidtTUV7+OpUdYfw04mn+/GYivEBHKYYlSe8FGc9dJE817YJtittrdzwaIXER+3V1sDkyiib
O4Vm+owYZXkndVP8Bbosd4qWuiE5orY0t9FIEvdpL/3qpdQxN3Pc2eBHayZ8Vmrsxdl0gE7zTpfy
p56aujrv7jECUhbbgvXtqhY2x1F7TjmR/28o98nQ9m7j8hZIwOo+84PC6u44U6X7wFTMVsSGqp15
0R3vJOZdfdllbFdZNMei5bE8Ou80uvaKH5vdr3MjDdFVJ7EMakgDR7JSIuCVvvMLVbn8qHhqwkNc
va4B9DczVT+P0rJXiCVaair87iSJvnT4GrZ8LI6Z/QdGxSXt4208Uu125bvqsMiw02RJncQ8qutd
3ynG7BAGwk+kK2TLWL5gvKsn0fym/GVwvpNe499KLWAXW84thtWRfQnwrKL2i5eObr+H0gkMGDj2
KvtuljMcm/CP4FNgzRnSnv/dZIU9LvO9nJc9TLyDnufcrkJ1Oxt2pplne/t/vjqaOxZ5kh3aJO07
1fgDr/y26w+8KSED9ApvDSzcqp+Ozcv5EFfsrdkPSHPmK2F7U/DQBrkDcxhmsTUdl3puA1b5pDKb
tNJHbOWLUmF5HflFQNeeT3ksYHjUkDLVUN3qXXjqfPRF1ySNcYL5vK9l5SbwyrD+mz0wQU/ciVuy
WH35m25TNsDsPqDZYXvgUVhxWnayLu3xs69abd/GjR9t5GYxgN4cUQg6LPt5GHNCW5Yon6KKLKvv
/TeizwZ61A962L7dDlfaaCbVHnk127g/hb9NDo3g9be3Yes+7clFzVgh5zyASVWzJvEw7BQh6aa/
bKIEIY+D2a8F83MJwFv4xtYoMv1F1LsPlSoA2aee3e3Em6oB4DR8UOjRtnFspRxy9ntBEMHBAdId
5S21t/N/Ji53ietOYLBC8vWNv2BhVF4PdObe11yOwwkFK5WdI3fvsxtsXUT9B8gts4zugnNEB1+c
1DGHObf/4G1P7TrwRNqU9Tof7Grd13HhOvJoa44vwSFIE5zKCpckjkPRZ3Mj1fw8gnDYmxXK+jxM
0PkXyY9003ba/QUokSJrudZpg29E8dPvXSMzPuvvgRQzhpcYp/aJZ6Pn2uSRdE1xWfbVN1lbk513
A0vfQxZGTl1NlNSK8C1k+26SZoJEyhF1rHsy2+1MrUnrVPKlxnjOij/o3K3O6kAc4+nYAtH+2eag
mH8Q6FBfi5pJ5LqQRl+mBxWyzHOWW+93EEjidyd3Z86+wWRxowefFYIGQ64n1+9F8CKaMX5cXEFs
Ruv603MkG7NA5rSDgAbDzpeybxw8NtfB9iod22znyp6FuB0t0vwvlAP68WXRpE8lwBu8u6CnYz0t
DNDmJnSObXiUJL/yQ5dM8g9rS+pFFsvNAuYVttekdbGoISd12oFyNSLq06PswmvTYmw6h0sx6d+D
lsS7pqqDkcgbH0LnHUnA9HuvsLukfI4s7JuwD3R+LDq8l0Xj/y112bwefHs71RqGHPWrCHhnc2cK
wwfTftcvxYHpYXSjpUEsIwq1nGuSOrybXjLhs9kXMEC5ZzYCkwHY4X86ogyQfWlbhsm+K7cDpjX9
n9LyUdt2KH5i8pyHhbwPblJ967YWtPihkUXeHmXl278Lp5qcq1WJRRgYu8ILU38wevoVHi4k8RWB
8b4T5Feo8ldYKZAIJsByn2nFidbJT7dQMX85bq22u+owKk7WvVVECYeBnm6GvXfX210y5uXhclTb
JeBOWxVCG9/9LDBvDNlWeXJIxNo6zc00Q8elJOA1f712Y0E6jKVAqrwHY3C3Adb+SbG1FPFq6nmT
Vo8i/IEN6BAv4bRtbWKCsa4ojQjk54pEwmMdwRx2K7//bfNoef9YcMLBjJve9AWVyjKcIbPGJQ2A
6EFaC7HdjvvoLs8b1pQPVn9VmxP+RE/8tK4aCt+u/K9JSst64JVqf05Y039WIth+h3Mtngj8kMDa
dRn+Q8xEx8/mhSOubjKwfqweeCALfL2xHyDMr8rCAXoiKQpWZ0ntOvtXMDZFeeY7DqebphTulnc7
e/H7hnmdv7Gn3CNls+H/BobBN/Tk5qgrVCfACbmNrhNeZvXuGnKNE4upD+n1GHnsoup6r1hFjHqx
U9nS/5A7fODB1YRWE50wkDnjPfLIamSoxTSTUKICN+rt9eqeEERPZarJQuf80/LQJ/R8zXK2euG3
+QDr/653z0WihFsUx8vmlU0aWK7XgalDjmHyoMrwYpelZJ4VtKsmdaV38parNnCyUnatcwE0F+8Q
DdN3SovlHHmAoPAfHQsW+9It6BmNx8LOPUko4ylA1vVnUo42TxSfAJwti/ZzNy02oc2ljRf3uMP2
I2eywmfghBWMPUtSs6ryalyX/s7WDzf37iBNEsZ+G/q7EopdZba/+s+xZbO0VX7c3fHtNzEVByX3
tiy2+V8tp25Me7x6kEC6O4a0pbZNIR3tayvtaujBtF5B4cRNacVPDZqDwjr4nu4a3wH3dm5dIMVf
+KdvqmNtxNnqWGamrUvYTDDb2P9oR3cj/nhyezKn2dYm8Tepw9QaI/b5xN7p60aNlM7sqK3+RpiD
FXB6kW/hZED5IxnfM0tqtpppMzbufVlp62/Jh/YTbYQ4Ejq92i+H1K3pNOsIom7bBV/ZJIx5qDBV
uo9IcOGh+bHqcz3LUCYoAqY6cYUVPO0rCDDrun77vUBHuGkEcnqe6SwVSR9GuoRY99whFaxbW3xk
xn8iSip4mNld/uIxRhezNVvPIFjuGgsbq1kIBDV6r74/9g5rYh5JjvZ5Y8QO+u7Ji+cd4qqNviFN
i2gw0QEW44Lpv0+smGDS733p9EgG3ryjD5M8YO7c6lMd+OYvdinxI/Sk96FFy7qmsQrATwzH+iiP
ffDzsuz+wGiGN3JbdvO2VpH4swV++RnCgXaJ6Gf/Wiw2tr+hbd1new/b6rHDWQx1uPByZQ2E21/L
Jyg0G6OjZuQsVfBXKNPTih57s5NIBzXUxW+K4Iuk1kCllqemU4tCChHUsfbAMONSabjXEPUTR0PM
AGk5xS3hnlL/DiZvhEwv6GFmKyrNljT9xOZcUbi1JQ4xTSyPD8sOH3dZcI2XEz9jUogiVghM0BBc
WZyER+bIyVqzQXYj76q/agmOH8Q9SQm+jUIlBN6hKgZkjMdcf7m8wmvCCehNGSqZeTih6yKRYOzd
gO94wvWbqNJfo8xvjX1pGL/XdFAwW/cCox+egq6OU7cJ3WvVNPF2MnHlPvXKsb9iR84xB6pp+KbI
irgnIuPgJDj240soKX9aiJjXpIHV/8d1tqCmsLAwJLO/bUc+E3BDCaYzN+Mr0RV+XyWTILN99NtG
X49vBvqrrhu7/qsjXctcKarb09nvd5m2Kq7/Yz2qFLvzpf8ujgcBE8O/Ir6q4t3cf3M0c6aWrbnX
iJ8aZKZ2X/90l6ACHUwViWRER5XuX9QF65LX8HPHG3+iCU6dvTPmFH0I68liZG3TY+uQ5fR9pNCr
LLM6dfVBhKzVtjN9TbOajH/h94ALXMUQ9TcqDomzUlMBpU9iIaNG4taj9lyMfPwnoTqtITF+rHgh
4PfYv7G1qWiss+HukSkUwdsQFEp8xDQFH9fpO3kYrUUo8rBB54NJtNv2tFNDXN+4AvXVy+R2891U
rKHMZNT5UMbDgqLKXqymvLD2EzKjhNnIy8FzJh/ierdoV41ihKt+cMB3UJO2FokRpd0C+onDPGkP
HMqkRvNVlW4GfnqA8oVKK0iYAvD91m14HJc1Lu3x12oPvfsIwsGH1XCTqb/N4Yv+Vo2OGO+tdt+q
+p5Gip4NqCP7ffju4KB0IRPlWrLflO3g5hEze3RVuudnRqjXd1eLBBWoFDEZAjHXwpr7e2eZkQ0C
lSLMNENgW3ZGuI1dRokH8FuQwlYd5RuJFCvn3ok9XUPs2LyZWoAirK5HZIG5ffqL8bqZbwfvmKYh
mfZNfldE7d1fsMg6nkbKEj/0TgLZiapo9gg7D8irWpGKZDMrKBh7UlD+2AcNuU8Oypgw3xDrqLvY
qmpSH/ptg/0P/L38Yfpt3N7rmvLce3KFe+Kdg7Gt8247CpSme93b7tlIW7w3Zel9TTzFKtWeoL+z
7N32eym5zj0iD2SRVmJzH44cVpZunwdexSZ1UdVumIM9Ia5EIzVvPL77eC5Ysny2gaqLO2eaV7SZ
hqTI+6Zl4LspmmBEByEa0tV54XuVNiRhy4Qgj9j6o/Yy8rPDwxyTElFECQaXCJXqrLcG7o965Tl5
IPmGhPJyLeY3hGwI37xGsg4n1KouL4WrImhZi2+Xu6NRy39iUU2FdOkYArQUpMB9Ex3detux9Y7K
FGdbOF0OdxAWCHitu/AHqhQFLXH43t8C3rfJ7canwGVFlacSqAwyyIqqm1DB2kRnICFtUXUNWWOj
8Tr54Rq+V7WHRKFRiAFOWo67DxEdDOutaOPOULjZh/1phipRt6XDXuRS+Pw62aBky2VvyWbLnJ30
OQi6paFkpCTOZcpjYazlHM4YBu6QFQ52Wh0z1YgqMB0CIXdhdTmX4xafixh51Yfl7CAY5h8zXlyj
7OoOcXbnZpXB5c3mpP6OFq9ERIYZ8dBgI0LuOPArBvXHxZ4DL20hh2yEXvM43fuuQBfJV203d7u7
zZTSIZHlmMHnub3wNkjn1Xb37wUlBXaU3IyH9aNwhyG4Ohb1dY/reOjjj4y4zG60NS5OEnCjW7TE
RDihxB2ajZX3puqU170XwVjqu57pFAJHK0v+GNzC1ExyHhxQ7w6WepumA54e/Xs5/bEatoRPcij6
6dfYIxC9xm5jMC/Gwz60qdP7dfSvHg92RElTQYg74DEFTe1u/s6+b+u67se09c7ytpR0UnfYP3wL
Xc5RkEWfO76U00cArQjIY2kfeSmu2LbpkgOQw9O/4el+p82pCgCBQ19MGaUBw/LK829T8lnYbTyv
iYx3Vz34uBfa82r+R92ZJFmOZMt1RUiib6avb/x538YE4hHuARgAQ2eAGYBt/SVwYzyvKlPITJJC
/hGFIjXIkoyMcA/HM1y7qnq0whBk5eOcYRpi/ag3VID1PcU0rcxOcwWFaD+3bc+OAh0//moEKfe3
yKlsMDsh97CHhTgw9pUuLXPnbjHOaHCIqGX8aIbScS+tLagDTxcRdcvVLo5Lnhk2QwOuymIZ5nOT
hVlZnv0mgzdzp5NKLzHOeCvtNzWNtOW+9SUcWrZsfXODZBmItzDCRnMWTa7mO6MaHHu1TJrk+upz
b8DxQTNQSgHADmt0npAlKSbEpCi8tYjb6MAFGOFQMMXhBOkxK5JqwC24srkV/aqGFt+gpr6FZRu7
33My+lyCB82/OI82FywrOjAaZuCY3QBrAB08U5750z41TKvtU1IIVk/HYizqAHiJKVzZf8a2aPhE
lhWuxfkctw7RgCXQ/figbXt02SUFsoqGV1AynYdEJMuinX9JatJyb8fRFtrDyZ903sU7Mw2syXiB
BX628ZxF+NVOVy5NOHMqZlVttZyhEa7aNk0YY/MuwA+gqPbpOD1d9EDexlkfWrhwczmrTTMtOTpk
PuiMhgVjeyp8TNM0L/oVEmfsqSMGMSiXlefavCo0X1vy5IUiNYceYQVIckQPxiauatmvjFHxfmi8
4rUrR2RgYWf2g/EW+VuQihlXQWGCb15r2mck7eK3aKnTHwkm3XHVYit+LsY42U+2s/QHSav8D6fv
grfaCpL3XNW5JhAjVdHs+pzRYKWHYKq2JIkcUiyi6daw1NM/WcR/JuLv/53v+UcY/x//9/82m99+
109D//09EM7//yKRT8Ltv/wVef+fEvk3n436exKfX/7vJL5jR3+ElH1D3YxhwsLL+SuJT2r6DxsG
DG8in8ae+Mow+zOJ77p/BNfOPxLk1IqSOSOS9mcS3/H+SNDmiaFBkr+G++P/TBL/79E2i7ggBCFq
uf4RNWsbSyR+KIHtL3cYX5T9f0iXkiT9ewLsv//W/4g+lnlWm360KjZB9Gm17oiJccE5RqQH+Gbv
5e5jAzrj1lF2cnGKgry/qN2v2l0YBqRYBAsPtr0DmjeG6ZXXwi/aLD2tb1HU1LsWe9yysqfAh7WZ
Vt/cFed75VSsVdQc529DmsRb20v03TIM7X0sM/Pidcv0Q5qw/yg60bx2To7U1cXD90IWYGOIFWSI
/V77UFhD8hQPy/yobGne8VtOd7xjc+7zY/rRoTUeCc2yfps4lW3Ud1H+VtbSPYrQ8taNcrynIBi7
nwlL000jBqNwUNnOWiRoOqtQqXo4uJ2uT4tEi98XedAfqY1mB++zQ9suQZquK8bgciPLqHobbHxC
tiIRtJlL+jcmx7Bwwjzxs26TcZvwlt414yi6I8hJsVXhLO9cKGscYcH8RTdMuRnTSTBF8O7wk4b9
rkJ8OhCkDg+dpToiEInDFqf3L9ItinOy1EG2qSYv+yZHaj4pM5H5WicJalEZTbdXbATiNpaU24LN
8rqUOtzgHXa3ydClFwxCkGZE5N2FNNeVxILm6Zdhb/wxCh8FfCiW+1qm5ZY7ZvCIfT7a8OND32qF
+xQVeTIi3wTxIZl1yl0dhX7mJSzZXkbZcbTseTsJiwYhv+64eDqxPPIFBfDeXWc98Xd7wjIcHQQu
2HiFr0P9dq25ZT2ilPOM4SR+sYl2dSu3UiyE+AlmT+MYpPsUXthBly67Ktu3jkgSpd5JPiDP+HrC
Zj1L7d1Dphgvop2YORfIhru4FuqpFJSKN1MsDnwLxfmKYrkZuTJWmyWoJHS7Fs1oyIV9FxTWv65a
cSnZXZn0N/6NYQdHgIZIjUC2EyouD2OcsxePB/OAybPfZEkebNikjKuQHlp7XbRV+rI0c7c2NRdX
Ip4w59LJfxXdnN1TaiZ+FM6SXwLlx3euGa9oba3Kw1SN7i4l8M0mCGv5SxhO8U+j1FivBsbiDXUq
7SWby/y3DoS/aSjSQQdsF5t8VtdE9/M4WUcqLbnqjhn+J+EofDZV+CWVnz+MfS3u2lyKPdvJZE98
vfupotw/F0Wb4tkIMNr2MMh0whcuLerRGwbUfOUmVoIttE37XYT54+Bwc+QKwPf3Ffu9OkpwbYwe
sT2AT3YjZ9MiEGEXqJlFV2DkWrENlkLDmKuvrk4JbW5ehPkBMCt7t4k+3TBxUCLcOc2LsJEnke/l
HW02Fo+sVG+DW/sviZqz24LSv0+N8dXhyhCqXcjfzBV+ZT8FPI/3nau9T09H0kJfEqSMOt2yIo69
U4PMs+3AHj5lLa/pqJ6cO3+WXnduq5E4yxgP3aNFtmkXVKN1wb6XMBXYUjN/1Trx0bYDKgVjrrT3
BpflmUeBe1TL5yucvenBxc5DpqRMvA9HRvjm8Gy4/Aka42gFCerI78hHCiXrA+D99JJa3Dcmb5ye
xzbih8fOeF3qagpX47hMVyNKt8f7FLMetsdbrQgHUpvuvduWmd8zv3T2op+UXOm+D44je6ndFOZE
zSKpztAAo13QmgDDY16dosJCjBaFeU/wVGwcFNQdewQnXOnFMueZmZ6jsRj140DK/6adBsMpBzTg
aZls+3n2QrZMkF86PPUOUyQW0+hY5SwaVrEdTfcFLowblfd8Naha2Xc+W8VvL42nYVO1qthaaViO
K3+anH0mi/ZhEgvmTHuJ+0fMKQGV5m6211mh7grHUg/kYvVxGOfhUI9L/cVPQ9yRbwouOlySXWhp
/YZDMl7NS9bOD56TKTJIZBhJA05uY+MvZK3HwK/SdIdE5/dr2dC/W2VtAwIduOpn4Li6Z2ORYpec
rPFO9D7uaFkXYL4lO6NvSzQhrv9sbveLAHS7m6qif1iSqT92kx88TcWkD9q34pveruZ7Gw/2m9/p
WayBwVWUmtj6ZsGJ8mO2qmWH9GSvtTN7d+ygkAqMzpabhIPgYfCqq19R9Dt+tFgqTfnI8PFDiNm7
naNyhitCxBBjrQ5+h1Yx7QjfljunkMlzWodwBPwC+CP/dLZDDMubBNbfodV98attc3Mc2ADu0qGQ
HzkXohfXhOqUjURZtwXWhue8LM09fYfqqNW8/MSuaW3GuEku41TjF8aKUJN4yQh58MozZwdJc+97
3sQBLBI+rNmCQ23qd0kfizeHwWmru757MsBZf+auy2HC45S/SL90N05nsTznMMtuhrnRNzYoum/t
qyhZ2VlKy2YfJZsRX/DGNqn+aCbP2hf42T+seJi3Bvsp8U+xWGerQHxrPaT2VR/Y+LCIWEnM57W5
Y8OVMsYYaixAUknkOm3fXB2AR82VgF9IIMJVGkg9ybRbzzbF2Ury8AP7I2mbZMG2l3QpL397JiIF
/tgM0OuXaZ90Mn5oYyF4iZUIrBSIHmPTu0fP6qsn007eJfQb/4ScGpEumSnR8XnxkAvLB2wHhDS2
UVY76ZoSFKKdMszfle7nR88A/ud+Q+SZQ6Yuz05tvJR0bJs8BoNXPPjaqZ85m7s9dgGM5VMnFNHO
mXBz6iSYChEpSkB+lE6fUzStS0D1x0kRyryJZmTp1EJRZh7CYZwOQ3JJfe702PbhIUQUE9y5KV1d
gSqGX3g+cCbEYttpB1m+pqB7OyVj+JZPhf41t6F3SZXv31AVEBMFq7hwS+14CzNQOh2wWqCJufIb
VzZqSTqqrVWW3J74Tx6TstDZmu13wyYjTh4JsRfXu3mwLVugEOSm5V3Xy+g0q7gjGhOgcpK9DX/4
WYxGPQ0IUEa2qLKslAACqP6tlGEBxyi0aRaOln2dFYIJbYYAWCTO7wbSEWaxJoGV40RQlKe2H290
GJFXC3ERfNQTsZPGb+Id5pZm22RzdqmqKD3QOIGbalLwYJ1EHYdcq2rlUx2yTthuI/yHc9FdV7nV
qQoCi8/biDEcgztcAr93XmfwRDde70yPgGW9Y9kq/y3ocxc/sds+4DUKDklDdHoftLb1xp52YOSw
xmWP1SrZ55wd9xMRtEdJmdsOO4nOaUlPu6cAEOym8XOyY60iSxa0nZ8RzgMAmLb+0G2mUH8OxgHk
IfVtz4ix5wRLjwtuZcMg6fk7rAnOkSM6fZsc27yOrBefbZVkzyY14qZm8fqDzW+3NWEdHLExk8st
2/A7jTVDia/eoARsl5bwVsO+ZdOKKoXlWEbRo1BusNc8qKdYDGw08dQkt6awaW3A/3cbB3wctpmr
OeJVkFIHNI4vxQLEYK1yaZ5rcE4PwkvLX3QeZJ/4SzpsP0uZsiZ2lweipnJrsPLexm6d/C4X2XX8
a6WoXa4kG70gHOKV61ns6iLD2x4aowxPQ4qZbgXPgbVAWJt5h81ev7o6al7tBh9mAXhWEMxgXObG
U7S/eitML1U3FyUTUIi+AYJ/PrjsJO6XupM3lDBUuJo0al4zKF1vpTPU64RQ7aEWiCfrVM7EHXFz
HpZx7DdjXcS3SIrmjBwfsnPBErbP3ZQyC4q5212KPuGxec/D57iJ9bmtg/jc9tfvKOpktHZmrjvY
1LOf2K36e/96DVxPU/hVVKP/lE+pOkwSaZASc4oitipr5APoBHFb+ku0xtDA4wRr43WeMz6qnqmj
Z+YqYn/kci517sI2q/BEgotHZau1y8aZmIreT2E1pMQrG0zeHiPxFrxoI/hTlP0FvYKuZkt39ioC
rbWbzSJvWlTgPaXbOYT2oQ4pxl7CbTJ6y7OTiOyootbcBzNOKbiZzUMvKQ0GFs5yz9hGbry0H/aO
7tjw6lF1J6Au0cHKB3FuaIsHZOE21iHtnea5WixCk1zT1k1QZDeJRRLT1Zb7OxqF2jeh172LNsA9
NsDjaMvU/WqRJh87vw5uTZaHCwNhPy9bPbXyJionsyfcNb7lcT7xqu4z0npudN+Pqn0izSJwkw5d
jkMgmDalX/j3nIvZlwuP/tVd6D7ZwJ+YaWm2p3zXxTrinoQlYh3FIHVqfEXDChEw2ao+sC6OQkBc
5aWrz/i6vctYqGTvg1FYkxif67Vakmw3FgFXUM92rvL84L07Ttevaz+Q/RoVbcZzFJEiS3X5gQ7b
vKL684Ir4NeuHJ8gXBMG+A4Z6gLSRXZMcEVG39i1p33c2uWapWJ9u2TOciZ0bfNTnrDiF65hJU2E
4xk3IoEU7q3BfoHN9rvF6TOspqvTMEE0eHPJd8JkTnq05Tmon3udmOOYpMlL2rgRt9JimNddjPOI
4+HqEsACmLKCDkaUSrIROJxC535WdvQLSZn4WOkQHA+YdG9hARBtMmEr7yuFzpsR0zNYlOdVwJPE
wA1d99WjZv5nhuzVn4c5cwlM4SljqZ2Fn25RVucsctz7OOchr4cC/QLja7wp+Squ0VyOdLWk441w
yxKzxsBgQWM9P5BhyS6uledHro7BTTBGDNK8yzdlkYhbiFDhB0iC4tNpKpKxZRA+gsbKNkYmvYvC
lQVHT8XVfdNpe1+iQX3FjqT50GXMWMW1fh+RwKS3jKym+8EbecNfa8CFm74kTdZdwsWPLjj27NuW
zeBOmSW6cwOLp6LsE/9u9kaE3B6kydLYzssS1/1+Qp8GFjOqp7Cw7Bv8vROu8wZUqwUZ/GLcvj65
ETZkX3NzNuUKzg3cJ5fntDgGDZGOoJ+S7wg/4w9y+hifF7Vk+D2195wm9GLamSyfgKmQDQgSsi0B
vRUL2tSrR+L+N1gctR9gIt/OBvYGRCf80HEgfxgfoyL2PQs3h2rlOeQNv4lZjq+ZB6obNK4C8gEV
8KtkSYIzP5YF1k4SfU5cAjRX75llNdGi8uzypez9yR53iUi8V3ZM/QrlyTowOD+jQixPcd35gGtG
tat13V1qzr/rS33c9T3zIm+fqD3qZJmxDpCqnRdPrzMMULdYuXkVAtUgx1L0H1EAGGLr9+74kbOX
XQnoK+9sG7iu1sP12Y8nQAzA9d9HlT41Y6TJRznzRQr66nPeeQWzV90cVGiRqLPqiB1KOMw5cqNj
LT+jqHxRdtlsLW9y8t0QjtYD4Bbr0jSqfdOeo74Lq/a/8vL6RXcaljRXl3Rn867azkTY1vD5Nctu
QJRQ8hcuJ8lpchTg2oYjg6ng+n37Urfnq0LFuyCpDqSprAuUeQb2jMJDXpNYQGe3CX+gzaT4D0gG
gq0umdx6uW9QOnfZZDXQ58NqXxTjeFFSV7eajfa08YxNRjO1m2W3kOlSKzxkSN2x3bX3CgkU35KM
1YHJxDlxH2fgIiktnwavzD7ysmHB0w16w4eqfqx0lHxFpDtQNTG03hCeQUDs21z8ZCvn0Umrq5j/
vuP6RSFgdIdC6O6Z8TArlFG3tVvnDWpyztPb1vi3Bn32mhp/LE6LKdtNrKAcXieze3Jm+p9o+SOZ
z4DcdI+ebIM9WRKi/YqhL1irgb9WZyJ+uOvQu92VpNV73nHL4Sx0fV6Hm8FExUEVoBGgck17u444
mAsu6IAPMpdX8wAbb7rCI67nnErpNvTje26uyTnp8xpTi123O1b8/a03WOHNgPhgM3p5Zgs9Y9ww
NFWI19hMwlXcCshzHgWu8gSewfndirJ6g4dCtEVkpTWseihO32GEdrsCoNVdzFTF996ohLOZ8kEu
XxHNlve6iEJw9m6PJ7LDY4CDWJi+WXlRyLNUiCB7HCOHHY67BGKvYI3U7AYb/9WvWnOscYJdDc4w
MsJwGN6yFK3SQRE6B04pT0Cw8h3vUNIwFBjq27YjK5UI39KrYRGB3tW8P7ClYWJ8ExqPBo6k9pry
CuphB4g7cFaJqsMXz+eIuE+R8PfSKYIbNg6R3A4eOvcVSv5QalTfMTTqy1+UOWN5uwZaVW8zEw1B
vaMBybxMwWituUb6L8YKrS/Q0ek+RMm7hNKR5YoBbHjGQYET1JfN3RCl5qMm2ws+xQZwnMxyeWgd
Xz8Els5O9jWnw/we18Seknha+7WvHztabr6lS5i9XKLSXbnh4sDWWcJNX1rI7AKc7ycmaVhETYQA
SI7j2kibkp8hVb485a0asBoIGrOq2rJ+dxxwFf7jpD4FU1TuEsknX5ao3sPMQEsajlugKwgJNXZj
3Zb4E47AABpsmgpZeM6C5Uc85XzuKI6gK32wGEJp5OPTlIyYPKilOIKTSp9Qz5qPEdzDNyvK6D30
dXYYqrr/WkaLjleMuj+WbPHNKmzTfWSb98BZsMnqwutuahX4PxpXzY9IAkDFolF6p6q3qjeAR+Me
LFaJho53TRSew627VZl6SYsOJbuuuuYOt37/yw+xj+JzdIc7Ih3Vxk6ZSVeLFj70qKbhCHXjV/K4
QMzKyL8Yyw222i5BMMziUKrsLsWEQQtHtanT/OCgTAx5+u4OQnzRUOPvIhPrpxTv057gUFuuGm2z
5GpJZm6FwoFmUwf3xu488zm5JNphHON2xnnQxO9N7y6/tXGml1nW4ymcghaVsK+HfZY0PL4BL7WT
a5uxWLPvWz7HPuPI8SU+zyRCWV3j+q0u7EmDX4IPpl41gLQ3ZBiJzjtOSg44SvZFOC3d3sF9Oq8l
38eWpF/RrDNpxi23Peyzlg0RaBUtUwVHYh7is0Uqg9OVJN2u0372ARlRfvRRtjy5rGEeE542lhN1
dhF5gvWG1dDeDJa1b7n50GbvcCfg5sRlppshHY35lNMTF0bj8xjZBVkkKzwp5kbWZeAycOtj2JoJ
4j4HC6dfloWk6tqm3gtfz9vKVuGd6qbhYSZQv3ZtLI2R7sS67msXsbiItlXqmQcQCVA28sU6mIx2
ZPxA3H1SPZ5kWTe3hq3oW2EPI/PwaNXHssBxyJCav5Lk9+4kSet+NzROvwtxealVNTf+J16M7gAX
ed6W/tB+JLkX03CjegIe/0rp1Q55Un8sug1/YfLgLJrEmZ+SujSiurWrFOdiNuKEd/3wFiW4P2TK
CLoFtX+DU7YnRDrbr1VgIwbHGZpuii1o1yOdnKtJyoeqGYgx5GXGXdgjT+PEDaWanhX/rGZuo2sa
uFW3h4Jd7Ef8S9/YcuPLkI9RscGllRFg5oz7NHR/m11dF8575ej4ue4huZzqBkX5SGIttNdhFQks
xnYcvs5RZG4kab2jkxt9Yym/As+OLcp/V7XBvN9pSDY7x21MfWStpF8WbdkXnIrqWdsZzZ8tqzWG
uNZD56K3UeZbpvtQk3L0nE8StOMrm0oYfmJObwpwFW9FmAaXXvs5m2iyFFsbpAB7+gXj2yryYuKT
c15E8W6Ireqawe2HhHSZqA5E7RmZee1YapOQZ30qRgcsjO8MqbUJ1WCeQWI6t4tcrB+17+E86YaF
RWPY+SZBX/OaA6fyOHK+L/1bP8nAkGhw+RU4DR1/j48dPo0VtOVz4/eps/Y5aX8N6azt1YBjPOfi
opoANCEAFs4vD1qRRu/jJCEHLddTCC8GqnWaPNSAzKrd3PSePnCWpfumKpPszK9tzefsOzL9EUC7
0welsF7jWLFo3wR50iVKrwVRKY7tKuz7bSivp7VvAvkpzOL1t7kV5Pk+TxYXT20+oHPQIRopXpWO
aoicFtO3BUa/2HCDU+02iHsuaX6yeMkRv61o1lZpddhnW2Wm4yBi6a27hvMlciKR72Jyfo8yZkzd
8ls3HQ6RyGfLGWe9s28Wt9iNNjrSOqstZ2/bfEgWC2RWGMo5PxT4fKcdHPYeDJf2qgP7QvnYFEm/
TqvcehHCte6ckhzFmpG7eaujuFjORIXax76tiq+FkMueKGx/T+V5i5SZyX0hPDh8GMLg8M0mms6B
5dLMVzfF8lsWVgM9AgMPm+IxJynjEd1dtaJhLrNDxUWpIiD1EmS1jLb9tET2ClOd5BhaXqIF1uOK
1uOIEDj5h0NkSHShWInxXLmTfhZeHaxzuw+PNnyWYKcyPay8iuFqtgPm73wY9nEzjBd8Fu4N59z4
huem3xUuQEACeklxJqPTvZGEWo58butbOuvzAyil6gHBlfa6pGMpg9/df26r2v892lJ+DEZDR8vo
8EDbYiW1HstEdZwonQuKoSP5UU1FQbDB7b8HTskKPEGCXWx21JNw3GJL5kquqOqCDE7r+pMk9kAm
aPStFfyP8amfR/EI6mhes/ZtHt18cs58rAiyx7m8ZGEn11466OcK8ALkqjK8UZ47H6dgQaCbtLsu
y6Xa0XbqkVJsg98BiYjbJKtntI7FQ38TGVJFscTd6wxiBHp3V5607blwBGb2O0PZd2tR1uZ1EDIe
VoLWiSOmpSs0og4/cQ1GeOkqCskn2Ab3wlNduOWTYr0NZYq9Oe3GHO5blumdZwNA0o1fsPcw/ms2
9GO5UWDz7uBS5JfYvTKKbJN5CIhhdws8ghsEKQVrW0dUp7FnzzNvNXgBmr4d0y8rivGGzrZ0HdUY
d2MJqWSFm83eajMua6wI+eZqwP4g0Y1xWjWV/lGkcxlvkX/ik8Nv12MJHCuU/sCZwzv8pA7UC6tz
vvraaTbArpZnvL/6z3a7/5SR5rmR/O+f3pi/9V3sv5trI4T65y+6/jm//ofyjD//3Ktt5f9ZpUWA
9eR/b6C5NHX2X/+jEp9/c9Fc/5s/XTRO8gf+PBfvvn2tdfEAP/+7z4KmiwhkPk2VrkNPjn1thv+r
z8L9w/HpA42cMPrTX/NXnYXzRxDbZCroUE5wQEI//8vb8zeX0/+6zoLJ6x/oZv50OwQMHeI34KuA
xv13nnI6WCxE7Ehecj/Huh35gPTWpIqI3HZ2qcxFAXcU3iZsO6a218lN3GmDCphz3qnYtdqXgviq
/R3mThzf4XOFPzaGs/nJhUFGn2WSNvaBa70ffjIkG2fVdB79GQXmweWEV7cd74kDlTX2Sb/fKBLK
FSiRKmUfWdiU+8zc6jJu/r3Dxqz04PayqQkVu2dLPFcq8NaEiYx8VopYx32INC5vrMSvHrkXhzZ8
1oVpOKtL9UCK2H8lwFNYp5lKu4Z7ZUEjNVLuqK4AtYCPb2lJps8Rb7vnrGqjpLg4WQ+EI2QMY3pM
yPZ1qNITQNlpLLInIPEcpStDOOUrbFFA3cIhSU6icvTAgoz6XKW5gTusnQo3QV0P9UWROWvOkw4a
D483N3Uc62SvwjMjuo3RqGjk8M647Ea3QDtFfnT7oFEH7Luu+kJRb7MjhmXghdZoqh/Z0jJ9l8Iy
d07jCRuUaR6JFwg6zUbaAeleN8ZlGPpG7cdAQYuSA6n5pXD9Z2MPUbfDaYTO6FfVkXOD90mcBS2e
bbRViq2L1FiQEQJ839+CXR42ytqvp00NYHRYZVKRJQWf5nKDDgU9SzwUXO12V5DdbTaMLDOlhyXs
hstqgTt1ykEvbltcPhNrdHg3+IYEB2WK+brHkt7UJHs33L0D9YD23KYnH1Mms23nWodoorvHM030
yJNMdQcWZq63bjSVPrXZtWONT5IF7rwf40gkJd4Txp77IG4ztjqB9K8Py6CxIG5IK8D5ZpsrF4Bj
KlZmuK1i6ZRvnceKnOxYCjUm9umpOcR5mCc2vukxjr8IOJY++LdimoMdYlA7r7QBmY8KzasNOV4G
FNwm82Ae5RAPN4ujjf/h8CR4b4bVMyNp3UtMLXpCUwpXxOmCGsWhdL0X1i12eYLWIsNNkkaATQNd
p/LIVsrk95jBPcDUZdlbAJ20DJBV68yZfvgeW3umXujQT8Mo7eYwU52KhzvM0gzIkI9UYuxlig5J
KpiMkfvAt0yBKxRB2RoWFgJla9YaaZPrqbf0lvPexyMeOEiVSdatHb7zeTNV4HH4kbuVX1zsqGdB
Axs5i2e5oa6HZHaIRGeRfGm5GeYbP/CnnoqTGn4UhNNyVL5H/n7iKFjljQqSt0TbCT4ZZH4xf0f5
1AQ/h8g3jFdwUkrbWRV9SbJwZXc6GChmadrgtY0ZHwHczElcLiu4oGl0ydGZrRgYDFCMXSuvUsJJ
jFeeyGm0olAyzXKnCZ7CRcTTfppN7/1ovZm8g5ewAFtHUEXC55SMnr3GfAWCZZCJrl40eyAgCbWn
xLZC6yMvuAzpY2oD3lj5bupLJGKblWzqsVw5J0BcYGXPgShPoJCi5D5riB6tTQHuGxQB5r5h9i0u
9rkl2fLiq1orzM8dACbff5ZWHfPpqUWBpUrYAYpepIT3HsbNzMEYiL7bjzMOk3cYcVYDXMv2WWCm
7fweggoU+27CK/TcNTMVy/gn2L3Cr/XfZQMiqZuc6eiXedKf0xLqp5oUDAqP0M0NnFfWakVHIrXO
RBbswwbCTrmixcDqVokj9CNBsea9y7Ll1qM3icBll5yDytd3KmnYql0vCXc+y2l8yGqioaIW8NtH
x4tWeYuDiPuE9ZEt1vBRqs47EhLxEtqZ+8g7GIPb3IYO0CNUImLarAQ3PlfHU2gcfYxbpMfYadM7
wADcyVjIZq9USGeoGZUTHkBjdVsxLeWDcYz8hqa5vKeOQF0AoDC3O/SECRVj6bkYpDzEHrd5t+X2
nU/sRCibRBqSYx9ccEo2PymjtN/LiX0h4akOMYSqjfnJZU9wCZmrVti55vY411yN0BN8wFCpGsGU
rKFQUdEeG5XXJ3IBVngBMz82d+EgxqfGSdzq2Bhl81sF3uPsdfkudVlsj2S9pm1ct8Br5gYb49Ym
BH9vL9VzWY78lcwWMmU2ODE3i3/FVXGoAnslJWjWeW8pWmksArAh4+LwNnemfM2ubvMt34O9ThPQ
Puss89tL1zrzh6zn7mhAt9xldsy5kLEqkpmTP05DZZ0AomU33L44f0jKnNEJ+/TJ97V1nqG/kp+w
+AvJgJoY0rW6OprUcdUemxSJ1rIOAPrMnvXBcqLHRugn9zBEWLRUQ3wxJp9PfckNJ1dwG0F4+u8x
i0i0trnrz7gDqX2FpfyiMeutwn62LjFRjbVrAvcc+sOTQpbgIXNLjOFz7GxmuD0N92moNzS62jzL
DLsGVt5XaLUHUVjgRFRWPvSRKp5KpPcDPLDhyC084SToueAjLcTvbEeqD3dmprdjn2eHhMGJ0tvs
w164vK3Gxdy6UzWfU6NbzH+mOtLuTY4/ysQpjtg5CkCdUAhd9H87qsYGdyE4cDaw0WMIGZPQSthx
l4iWcPXfqDuz3riRLVv/lcZ5bh5wCAbJh+6HTOasTGVKqfGFkCWL8zzz1/fHcxsXtmzYOPftogxU
FapsiplkROy91/pWXbXwdCw6JYtYDNGbiGyBKAYoCCSbSgG4ULQ8oYnq3DNhiBBGUXNiVLYPfTSV
2zYbo03aTPFDqHSw5FNPrmMrck6yRzCFs0B78+gXLXo4MfdQNVXIvV3sPOswfRbs6drJYi64w0nf
LEUzkVqQG84J0LD95iPvihOQIYXXWBcUUmIDKqs9FKmubQNLdS6V6sR3XgjKG7ObimtBV4zbzsjT
UxKWAWDA5FyGApkQR01Y3ZCS0PJ5i0JDLNxmloM8KsgOLMYAX2khbiiT1DVzePxozCUP0GuJygDx
bx+cPAi3g9VZ11rzgazRfbsZRGpdlMhLn3SKrr3DY8lySdRoPsVnkUF8KAhSWMtciCd/atAjq7iY
Ia4Cq1V17Zrn02kcRMJrMxmJm4NXOUqHI2mDzCTSCsAmpXgxm+49gP+x8aXhra0kYuKhIbzAbY8j
VvXfGxTAV7ti/heyrW6jNEpYb0d9VRfIc6it90kTqjdFU61bx0jPI7Y8hv019MQwOlkGJLBSIVx3
sr1iU1t9foP0aB6zBbSttLL0wzPPhIHaMjScZGN5mjTOeRRXJ9F6/ndhOdGrkbf5HejMEqJok287
GYw3ETnIEITYLQYWOxtlTorg4yObtOqxFGgmVVM4fPjqOcP8wx0P9b2tz/ZvVhoXPNNa2lOwhZCD
STNNMiYPPfHdmZO+GpPRzxJpGjD4+EV09mEVw21rRHMpOBPekJBlHvKpRU3CR7SOKsg8ZplUJib0
oLOXRVA5B7oU0y6jmws5TD5w7o3OTY2VJ+7aJNgaAyLvBeLrEdQGyR960+VHPEsEpEQ8sRCrJOdw
r+wMLNmDB64BHjqOtgwXVfCpKLLZTJhj5lyH0bxvojrAy90pylsrVO3gJXV7qgwMcPjHinbN/jot
LTz978HYxkuBig7bWVU+8Fjby2qwJSdSnJjZqDluSqudcqhmGD9Y+qmWEUDDAUF9M/j5MTc5u5kc
hzZ5hP1aD6gBwtiJmOPpIE4NqpZNQB9jQT3EqRD43sIPELNUQcvsKAjtQ13E4VMHCIITtuOtUWxk
x4F3rhp04VqZqHcKgSprmos1U2SDCZQ6Ib6gtehRgVBYLBRdmq9+V3oMuuL2MArWmKHr9BemT91O
rTP2DpmlLkO67BNEzQmTKIZANpZjmiWNG1jw6XXRpmu7rIeDNpW3DZG6d4VJC0oksbVLncl+lkH9
kAVYkmjF0dIKkmBAI6R6bqlkNzlHr51vZPRhVCfbwHLK0Gt4SHImO4BtX3f3miif2zhFfKtzsm/r
CrVb2rLgDFnE+1hlbh3Al6bWqu58P0q2JuB8wmARJCEzrU8lakM+pN4b3QquzbKnCYwhGJSm7jvd
ngG7smhImnhu++a1dILkYMahxJ2WSl7y7KVh8sSpcFI3DiTZZGHDV+ldGGuq2xhTsY5kZ99AftIO
QUg/qtNI8cFVJ3dazEOsR/p97NjFNQtpPvp0mJ9Zfl8zBuYbP0wZkUnONooGZ7EEnoH6Cj2lrN94
wMatyulwJUeR3415YcFq57OuDC9Dm+zFZ83BodCCdD2KNhAuhwE4A0NxL9AU0moX495sYFSq1Vz/
pkJ8Jgb2vUlDYjNOVr1UR9KM0w7mUKuwjVuD8txxHsaKygK28EszOmRJQs5KZExbMnTHVT0yJVkY
egoEieHVqe8zjN+oE7y1DZRhr+HKi+bAH9RQSFSgx1oVQO4GHZo1FEe76ONdVst+ZSROeU+VDweU
Y8b8WPcppREQ4iFAgxwV/sXPbeUej5jYTLSuD40Ksgrr9KybYS1FFFk91ErgvDltX1zCnDqRCpUS
GaVOvrRHkoqY68UoEi2s5GoT3BeWFy/pirf3uEzfa+EwxNYL/A6RX2Ioz0PskCbmSj4seEC3+Ajj
C//TcAd+BzegbUQ7SH3ZA8Vu9zLao3r2sBkeYlEYKzy86W0dyGiP1HVYJDP3ndUh3dTZ0J4sBO4H
IxqeBHXBk5OHwautI9jRBs1a8WpatN4H4AyyTvb4icUlz9trzlRcq2IQyF00HBx1KN9i2U17tpl2
q6mFeAlb8sdmJMet3+XDY8HL8lR0hkPJUXGqC4IWOlqlPJbgbFehWSdHusxAqKmj32TAgcAeGcnQ
0zt2lug2+Sj9g5wGUDqzDTSzg3hvWBb6idS8pEMk1oPTQANPdXjEXkIX2cjlMxXKcBw6DUAh1L9q
07AO7wtQewxzquvkNACRTJ2108fFEQ4M75wmOAzkq9w0yH92bVzQ7ZgjZSAbtm7hG57rZNqp02pv
FVjTQ2Fk5arJfJ1VinZCWDW3LNj996kijYb5dMGszTfsHeq6OQIGJbwQprazhuYsklbbWLroHkPs
5iutmDcV6QwYwwGmh3ZbbsiCzK+5Iy9gh7VlkOn+DlIoWOsKWKdhE1MRFgixEcBpRwcNwiLvqesV
VW3PlWVh/owiM6REG510GWiVpL3tlxXAzYTsO8c4WTl4gAri5kpq6lupeqSI2yF4G76JhR51chtV
YbVlLm64SYlVjIFjtmM/bw+M8sbLhOj24tlxdUDwTe2pGRUHjcDcc/PZPq2JWDKNouTgqV8ZwBor
R233oRZb9HTV9oqEMFnafahckXimd6qKCgeuCnAEvxSvfTxOy6zAZBZmHlJwodcWFgQZbkvb92/r
BGY0+p8P5C7BAUXWCEgHJLROufsd0LUxa0JidGk0CPdJWhEdFXJoc3MwaSualri2eBcPs/iA02Yr
nnV7Kt6SqbSctU2n0aVvUxM/IMtzVRXRiWWXbO/MiqFps1r6W8tn4gtOT35ToeItk0ExV7hlJccb
tDAy7Gmil2PVoTvQ1SWBYpELP9BZUrpme2av7VMaVTOPoZfnOii1TaKh+lIt03tkSyZEx5DxW2R4
9cqbkKvklgWxjjnlgRY6fhjVm1wlpLFf2gZ6DnLg0cIUDQWjmSU3WJu6g+glLia8L8upnZR9r0XH
ghHpKgMNdutUUz8jcDKI8z6ZQYjdVWjTHp9vDRMWLo4/S6f9dY2XZ5VodOzAaDvpORxCLWL0jKQ7
qtEISsN8q4KCIIgewG85FNTQ+WTQrHd4b8OozJ4JcRiPatHGW71SyYiLyuZsMu8+jiMBjPWQMafK
xozZNLKbGs3I6ygCUiW03ELu29jj7QAD6wkOOeNWAJNXAahWX2DHqI6JhTvNA5F8W47GuGEDQZzS
dumHxOzrLZo0NWDfTvEL+M7hro7sD8/Sp5t0mPqdHtCWWRSAdzZW6tvrEKQ/GtiQTATK+6OsShun
GzA0Yun6lfQVu6Kf05fMpr3MXkWGolzomdIHQ/h4MaMxvA9ADi3oOpsbtRETgu9MhkR8qUBtpYF5
C9LrBRxic1B01b4LcP/cOLEEXmQx0+mRoC0Kp0PRpwDaXDcZu6ET9cjvqNvXQ9FBQ5I5qmKsh69V
g+emjhiv60io4aWVBjufblQzDk6LqU8hIdCdbzex3fQPGsMgBl6GgTLGs1voHW3gXVC0jSulCSb0
Fc7c5oxhSbInMQv/yBXWv7m3S2+Chg7zOcZbgUvMCOLTNm+rpYHYye3MWYeKl+2eNvxQbmt7CAeX
1xdeV6QmG92nrCXwkqysKPApjoJqpaeEvq1Hq6u/yVTO5+eh1d6UugmuIE5IJWCn6R8C0G20onJ7
g2GR2ZumcvIzC8D4giHjTB+i+eMNJih+3CPR0i/Ht95P9FPbc97UR8GJUrGHe7udY/zAj33P0XJ8
qKEm+DEs7dUPG/K56DBfhCycGxxZikbhzgjWloH56OdU6kAO8PKUVndkvO7vpFRoj7eChrGmAgKF
1W9s4Gsgr6tlBZK/vthJbq0FTyd1qgl/WcLFkZ7+mkpQnUXIoYPsm+yp7gbGeChAlmkJ1boppxtk
QtQnWAxoM0JIA0m+5Wj73Q7bGyXC80TX6N2u2hNImRjhh1Vp58koBOlEGvbJuJ/WQQTaC79P7NJ1
1vcQlxFe8DzOYX8ISKDVzwgFWgv2oxhY0Ac2V84sxUWE+b4I540iUS46KpsFh9drJzNEwMM331de
6hwnCZll5ksalR8+hiKaFbbGCSSCSCT09HYE0Av2gE+cY0RJiJlBT2I0mnvkcpgJnNxOlr0X62iB
InKd8oaSV8bUVTItPptES56mKNzqJoumZBrtBhjXdl0ahAThhCFlf2ZUkJNN7W0sWS4ozM0Ny/b9
IOhHGCDbXJppx6kpOQeqNXQHMJ6XsGP4GyO+4UlWn6vMHx7LwGjcSoVcTcM8ACJNp6NSpvBc9UEx
J4p5R2kbclVq4o4e+kPpa9q6UJQHc2QI69nl0ewxwfI+haAmBvsMJ+uA3mM40baxedKoRYe2O8bE
YL43ggWxtYoB8g8dBWbklEFMv3eFT0UKIU7FLdd3qwZY350dxfarpoE56XWHkxsK0t0QD/Wr0ekk
anq6TqkNxxc1cnZvxKD4pjFGyluV/VpQ7G29KVdme4K+ZmTinKWvJQdppd4CWKR1m5nOzPzq6jsV
Zd3CK6L+Lhe8lP1kE78n/ObRi+J4QSmUPPXxvMiKGCtMqvV018xUM5bwbkBThAovcanr9VYd4TQA
A+o3UYGxbNHOvJgwEK+2RoOVuDou2JDVU2qZ8q2mJXDB90X+BYQWLkMbLVeL+uyLdNrU/hgdbc/s
r75G9uIsgDjVJErQRRulscbP/a/1nECW0onOvR20KyQNFYGho3llEJVvChp2+8awwm3jSCbCtWnu
Uo1msJfHN72s/c1g05EWOUI8BIzeTZX0074lAHWfcVvfJ9v6ZHiDESfxkHowacJirvkOqAoluhvy
gHUtauUaB6z3gDSXTm1U1nwH5CQutanqrxZJiiV6FtM51InRUEt0vAmoXgbEDxrrsSfMY5eYIyGa
Xt/CG5siEuYG0h85IUtjIaJCcrbDSqszrDkyBKPpAjf3lMSm7q8KpG8AXOsXqzFwWKAdNRBIJohL
2VVWYqCLpHYDbe66tc6qYbM4SJvazvOdCN5KcQQ5Ri8Ol6nQ43sPX9jZrD3tQEPCA1mLjmQLtS08
0dclUaBsw2tTYIiusAuxiClAvAy7RB7d0l1fGFl4DbvmvvWS9DbHEoKcUeN8VBMLuGmSAZMr6MSc
FTXJ2fXHfNOFLSlSTZIfZ1HDFkETFTxzqqPdpdnZaWzxpgcKHU9aHsNdRHQRhAybbISs77ZkdFg3
TF2II7NboCixE3xTxvYti0vM57oRVI80piJ/6RgyuG1kiCQZC+C+KNgKwdNiMYlz9NPIMAk8hO3m
TqoOKk7H5prQ/CXupY8wbnU5oCBOQlu71C8I6fv3MgVOOnaOQvesenZ0ipGFapYg5Nv6G6kh/Y7y
bqQZySHJcohglcx9CzM/6ian/Sm2SLuANEP8hTGNw0oHv9lfOi5E86aq4LeQJtFPjktDA2IIm59X
FBeGyuldVPqc/51YGFcKeykwFObyaYzQ6YTL0u+yfFmzbWrLMhzMcKnr0BXe06alo6LoPTMY24ws
dP0Wfv7nrGyJE0M7I0oSp5KCAgsjW70y21B/R1DrMKRtdK87CxxexCZ5+h1mWR2DU0rI7HrINTJo
BhNf1NIJzUadlb5wmfSE8BS/1427uimTfF0D+XrIK3Z4OpU5frVhzAiUDbN1Pkh/rzAG83dhmYXN
EuC7HF2wlPYryhmQpczW+fesharK3gOxly/6qW18hGyTYu/pjrUXlkz6CxqwhIWCchd4VJncK2Md
vFumc8GqbX0bGQ4RJolJp8psAl0FfUhMcIlbM+u4C1OJPttTvfFGy6eCWbhWG1dF1+Ewkh3f7Iqk
Eu2NmXj59zwT/UXtTN76joqt3ymeZV6q2BfPYdCj9W6jIiLFq05imj49aleZ2JCgJyfvTgJT37RX
aTA511jYJO0RcKmYb4YAl7DswdcSyeqQOQL1lLEC6y/lK5gHPsSWDlrA1i3i4lQHjUJHCsnLPQQi
U4KzFWr3EDh1peySRvjBe6MIQo4ThafHxDRAiVLnn/jwRLSVgs91MvTuthv9EPcKR7Ot1tXZy8jm
tcbkGlFFN2YC7jRD95f1bQirLAw7OqcK+iypmGs+MIAgilq5cYD/Qib6h+hZ0Ocl0axgClL3lVub
BM6TSamwG5q+/caRF8StUc1T5jpxYWc2LtJnQdEdV5hg6BbnU69ucXkQEhNCeat0kS7Vzhg/HTaC
+1THfkO2UyMfbNMSl5hD9buKmeY69b39pAKIhrYRWhIZMZNcCNLBTQuCa4/n13vPzQJDBYQyVq6W
PL6xZFTL6N1E0Vwn5Y0kK4OuFxGNrPK0mo8WLPuPri7TbVcynIr7+kl0LYupUe7NvAROUad1eW0G
4luQ9EL8DxLVrev5eNXr+kueD28+qV2HUGrE6ERmswtiuzuPXkCfJ/Q57bJCw30NOGzqUUNLuOrl
XvU6e1NmvLJ9x6k35SlagvDKL6Sd6NtAkfkR6zWPsAKzE/15k7lSQ7agczI4hryVOyKqn5Ih0F9L
qWvfIsnzEyt5cB3AJpycCgZz4TBLKTOAp7Cm8b5OUXy14m7aMZu559iNWxZQVo+6HmZVDBvxiCaT
KVbbjfYBfZy95em37lsgyw/SZyRp5/iF8wwi/iLMjNxtlQIRqd+hYQADD8kgstQTqhljUTGjfbKL
Or764BKPKpo/F9lDfgQ18MCKpF+bEkdhCw0OE1RDzarDWGVmaMys+GgOftCbHsEG7elJmvlD7LR7
tbese3IRzeXYTXdeqX6AfoEy3YQ0HTS6rftMnVpKNNNhvEj8pZmPHqGYnGB4dzNUITTiSqZuC1VT
STzQMqiLlr2tVRnsYpTDVNxGKdcTi9dyYNF9jHtvWjdW/j75OksGiyOEuU7qd2CA8yX06PyK89HC
ZdNN7Xy0mV+6ODmVOWIAKYMCw5XB6+UbHPb9nqSasgqCY6WV+orG0jdCtfAtIo/RloldDcQJEbnb
joKxTmrWW14vfcuo2sRmxSE+4UEEzD3Zd6ON9RAXwsUX0rjERts+BkkSfjb5oOHgNID3Ot2gH5ui
zL8NpCXd9ywBC8VwtGuXNd0nOoXhs3Rya5sqEVEfjMSF0YLKUL3hRtF5zWCm3vm6do6slnAux1ux
K0Co0I1kF3vONz8nadfWy+IQ8jOEm0ypiltGUai3yZJdGIoRL7x+0u+iaKzOQzK8gzR568CZqsB2
nWxLOu5VAp5fd6gQz/QtkVXDEwqvHkBs30auuhLQNA/OMLRYz0RurOcu7EKxGLGG7J/bSs9QinZW
zTR4YBYwDCQKqgI/WGzkwSH2o2c7CAKIP3HUPMYoCpeqiM0rjwYOllLE0C2k3JJV0SDML/mRusm6
adGP0fQzdagyk1ihfnFWKv6NatGluLoWpYNxXqcqP5IIZJzLNNrYTV25I7iBN556BT7S1NxHeRev
GgfFSQBtl9wCsGMY9BxXaxvxNjAz2EqD7AcGQBryTUbm974SB/eMivqrSY9+F5LXelc1HSeEMgbV
auID7HH9ZPpTzigBGpzzrNae3FueIw5VDvNEif3gO90P+rEB1D9SxANe/0VJzHHwkRPajt8rTKfs
xu4E+Le42uUa7+zNxIdxOyj+VN+gwpEE4eakLNZYfeY02WipMGd1ecoYV9VTeT9bcl5wgpNaEjSB
cVu1sqGdJ3QG9wqGZyofMuYRUVs7bWZIxIqQW0LfSIg1ouZGyrANH1O8dHt18meeaWVuYkDCq9rR
zSPpl9Ux08CvbyrGLSO0cTXT9nCQAwGft+h9fGGxAHvKwDQiyEVXlWE/lSg31kxIoPBIa7qBso2r
SMMC162bSRrhS6TSzQ5Ys4aw3zTAopvP1G4lWEsNddOiH5MyuhC5ojdHWZfm1cpR5bkimFqNb4mi
Rn0UENrti2aBK7pRkKxTqTPc7cKVk6pY0WlbgYTb5/5gKtfeCE372Maojg4iNSCRGEqi26sqDtLm
WzPqQrlFS5b4F0a5PYrwUojmfRROFyMDI8syfZ6U0ouwR9q40LF/0JdXCbyEomwFb06havFnoPSK
t2Loyxw2iaetyQl235rlhAy7oK0BZpgcKTIpTpk+TEvVjgacwo68px8zdUsNaeEBLPN4wjplbwO7
roIdcbdO6TYa6pnBKfyVVsKa8VpQtF2ogvBQhXff6PqWrF56iuhwsJDdRIzKP+klVa8WsJw3UzET
i+YZ+XZuFo3DdzoU48dU9Nq+UR351mlGY+37NC+w144UW+uM5BuxH/KSZ26sTczdBAIui9xRVxbK
KEY2HngMpGok12MtGD9lQLk0EF3Lcj3Cr8Ye0TnmCo5MbWLuNLV1Y1MTpX5bbE32kmGV5pXJVtgy
brhrVE//tIEq7MhZpPwZQLxBPK5GjxYFQkwiO0npsC4mENkGPLmOvHvJUMIcb82wyH2X4OxIh608
9KH+3Ja4nTGtafEQfiD6JOAUT1lUtd1ViWWe3ELSUH1EceTDtuW5wOmuRMsoEQlKrsQuW+vUhFgR
9rbjxM7aLwh+jNa23bR3Qi+IREBeqJrJuEQn4tPyD1rwDXwwQUhYrj8kT1al17bbFO1Qk/Xu9Sda
2sSYU0KR93AXGFVDwBfJIaBOX7KcOCysNHPaiOHQRRpdGBoMmlf5KFL/icUxiZ/qmuJLVUWdbOEy
YwqAleoR8tE5AA4o660GmUaS++yZimH4zaqz86q7jYgHiK9oiIyGLJPC65TzP2Yp8r+lxj6G7yS8
5Z/NV631j1Lr/779/w1rKBEy/0GV/ZZ8hN3bz2jD+bf8H1G2ZfxTmhbcQpWxjUH39f+iDS39n9JB
IYM2xLEYoP8gyrb+iU7VEETkGJJmnbT4Tf+rylbUf1oqRlZ+pyn4jSR+O/+OLhvm4hys7ufZ7uO/
/mEJkuIgB0nHBjJh246YRdvvb3chU7b/+of2n+E4jCEuItXlpOHIu5zzGH6FMlloSWIsraoKD5pz
88MH9L/a8P/I2vSMRK/hj/kZqMg1bc1AAU6726b618VMRfzhmp4zBBlqT6biJd5GjWSC5ZjpzerP
V7F+exlhmqpmcdKWX/mNmlekBuZ31YUDtNAtY2V425q1qV5hdRThSx4/xcm2QBqZ7MtpVTrLsFiq
MTM7uHe78oG4Q8Xay+REgLSXL+EDAK3nl8oBi2xFfQk7g4K3JimAtjHCUw6L2gqNgH2jnQZraeWr
vjvMst1qIbUFod9IjaK3+MN4c/KNOS0VQpR0EAnrKHXH9/G97NFou3RjRdARdOiG08FybjKk3/j7
h55zF3yNldXRNHG95Z8/rV+eA74TFksVq4lkudR54n78TvqK3VzreA5KnVmUCoUy6PFuRVF3FwOb
X5qTPyzHSV7+fNnffUfC0hyUiRbgT+PLZZOsMAkc5rJ43oc1VQL1v1MXpz9fxXD46X96yrk7S9e5
MUPK2Xzw8911tQ4SVjClC6xdV7ml5YpsE9TH3smxsuKeXRRwBWT1lmaPdXLSzNs0x1DEWs/jP6Jg
Xw7kje40NK9wMc6V8xQT75SptxbWd4tj721IFhAA8t3Qv4zGg0xpk3Uvfnsa4m9d9pf357e3Y2NU
FHx0+vwW/Xw71RhYgOYi1fVt7JG3qD2WCDHWgX/Tj+oyx+/GyXpjymRpdYM7QDI2+3Nk8q88yYgU
7Q2pGqm6DspDMr2Z4acS7LpSuIkFEqCmprxJqnqFPz0uV0HrWtHJEa5pYIet5mHSRbaI09jF2t2f
v6fZAfL1a7KlpbIW8hDCgv35vjBqeEi0SVYneIBapZzWNPTBwNgzWaTteFuIOf3zJTVMMb9c02Fq
5pgs0lhUv3yWhgm9M9NNsMNCPzrhWxLG3ikwBWrlgj20RGMVxu02d1gO28IINvZkuX/+GeaH/Mtt
C0tIKU1TkszwdaGCTVZYVSYHF2YD/Rj9xsB9m8LOB/aobv79a9kW3XpMQLzuzpfbFTD9VRRPk2uH
yJyGdqHaloXgKkcm1avd+s9Xm/+0r3fmMHZno8JSqqnz6//DSj8WBvZJPJ+u3hg34FLQXqMMW6S6
WdLiqB4hMiyjuGY2af/llf/NwsL+aYFmlSabrPllXxsGgmLKxuQWIe4xB2uizdhJ/y97zG+uwsbu
SN5DTdWwS/18f+jg4GNyj24Aon7Rkha48oQx/uX50OY/5svHCD/OcdjLcHGp/9rpfvgYY0y8mdEy
t8YrsCLrlhY5sjaj1UjPpiUPZOY2U2LUkAPzZgUy6p+/xd/sDSbGLCFYOAXHlfm//3D5yenpa6Io
cqlR5zHyW9kgjVHHDkk5OW173wxdnuC/XPU3i4GpcTogjUvlql9PJvTIkKeR/oVyb4gheGl0sB2E
6+GbZAxOk9YrFn++z99ekVXVUnUG/qo6LxU/3GeslbHfg3R1o5zJiGDORkXnEYY3pdqyUBi1EaPi
/+XL/c3Lj8HOkubsjuOv+Yf64aIkiGHD6YbRTbVbs4JH4cvRxNeTf4628ZfH9bfXQsE7v/e8jHL+
7z9cyxN9AB2QazHSWBPhoazyAXAcKV8FDgDtL6/g767GlVTH5IzLavPl4/QaMuATHhA3bh+6Ue+Z
QedMRWCCIC0Uf/kYf/cm8hly0pP8YiH9+dYM1R+Y9lEz6SFCVx0fE1GiKFj+/IT8eku6akACxwwJ
4Iup789Xaf2p91WHq3hxJ1Zm8tp18bfRZMioG+FfdqZf1k4HtY4QjrBNIQW708/XCkvHaPsa7ahD
vM0Ca0+/bds5OyZWH8caemdFVHINjKSWwf7Pt6nN56GfFhyuLekb6hZ0IBbuL6sn8WEFTXp9PmCE
71OVPdQRLs0B2aRLhAB6edArSNJbxJjrDgq2W031AxKAv70cv7yR/ByOalo65FLi7n95YAdkxXVf
kUkzNR86b8eqUMVm9OJNrCOpCxWmNf8Pt85xlIMA0eG4Xr98xVFpTylh7aprxPTVZm1OXzoXiQmE
FqOAyhHql7DNeyLhSpvWsvgEWkKXaIz/9pPMV/ryJaAdN6n+HBBNwvmyuYDs1GC8o2BHYUKkUtrM
jjhlr0YlSk1Cd+cOA10Kw16T7XSly6qsANDtTSc4KaIL/nLo/GUToOCkSGRIaqiC9fjLJqAiVwnh
7824cUjwcRDMq/GyxANf9pXEnBLs0yL4/PO3IX55rR06w44OTJTigGr3y4Oo+3IgssceXVXLMct+
dhQIvv+cF995Z4hcNBe4KLxspQSrWq6d6TGVJxGf1Po16R7bdqcrr4FzCmcubLG4hLfmPum3PmAM
KJhWtpkRceZ3ZPADr7C9s5J7L8BZsip0IrAeo/GlC2hGXvr4SDDan29N+9f69/P3y0l3Pvjh2ebw
bH550iZFahHuG7abaivUvUL1aZkfo31Ome9W9UuZIfeV+PqveXLwbKrWqx0fmPqmASWMear6Rw1l
sl9eBNqFsHmW7aaxnkkazyhr8w223dFZl+UG3QX562ScJUvsgIWy9FelPPv9qmp2eb2GmuBFu8SA
03fJ2osCbTE5dvrBKN7y7Cj69csQbw3aWtJtJdhn8Feu8Ty8JPq6bZ664D5JTkhhzPYGzJUk7u6b
GTwP4XNHer3CWO5+EjsjWtMkdma3HEbC1Xg3C7onQAVIiBtUROemOpCrppUPuUM/nufq2r9HeEzC
u8xbhf6GMGIP4MsDZNlMPQfTieM4XiKmQvW0cgoXpShltmkcEITb0MYyWDD0mfsHy7sv26Vt3cDY
5Pii2Lv5KIrAoLQOSAhtEpBesPYNODJQRTVkRLndu3YDMFW2t6q+TuMdWd4FDjZljw8qwt+snQMv
XofNbuq+pcG3IVuN1gI5ByBfAac9BYUKx1sDCmQbb6o8lrsY6STuz27lDYey2Wqm64ndMEun/7LD
/7pg8kxZvPO0llSVkvfnTcNmd0ozEEZukBvM3jRSjSo/WpGk9USwOhQ51vW/7Im/e0Ul51/TpqUj
bO1LRYHeOa+qYT7j8w/LtGPeYSf4Xf7yuvyrK/T1deFkpkIOYGfS1C9LwaypIHrOGt2+u0V+hZ9S
6hegzVgTpvca0Y36WlTXsb0bxIchvsP3YCqytbG36eouqF3MFhnDZyx7nUvYMga+Bji+s+ln5Xew
1GpX2s8RfumsXXXdc3CZJ2V3yiGFbM1MYxVcKFqEvgD8NR2aG39vkQexCOQ6ODTHxiS2F07/YoLV
vkEgcSrvdYt4xqUcQU+6EOfyCy2F3MH3u/EJ170p2i3USpgaO/LsMqhw711ztcP7zCGX+BN4uUr6
uEsOJQ5cXnpa7ouxZCxN9odqPhXTO84s0zvU5hLmuj2eQnw8NS6e56o6FcFW11BWu0N3T0fAthYN
U69h005u1x+NCHwOr8giKNfC3tf1C5Pb5uJNT3nykIphIXjLOu3Vxj/dpP2+AdMIi4oh0hu6c1Hc
GjXtMNSIVXnu0v2cwMawc/z48zf+y1mLmpFGNj0Olsj57z8/yk3eJFaJX8vtJewpM+zezcqkvDHF
YfKYH//7V9M09hjwGDY1x5enCxiq6Gp0Qy4g8GUk6OL1pZ4sLPRYboZT+M9X+7Wio+VLL8omWhSt
ODLen2+uiuu5Oz+O2PRIaxtTxPC+gXoYLSkeHZ48GVsDbql4ydj1HtWA+ZftZ/70vrxNHJM5y5oa
cBkkED//AJFV5EEbc78DDFzCb0MUabpT/+Wt/d1VmI3QX+awzJH5y1UqtZ7s2C6RpeQElSEjW2B3
/1sR/psHhT/c0CV6/Pmb+7KP6onTGQK94v+wdybLcSNpnn+Vsb6jDHDAsRzmEhsiSEqkJFJi6gLT
in3f8Tb9LPNi8wOzeoqBoAVMeZ7urGyrqk55uMOXb/kvOwxTDslUYUiJQCmVWkQMLXsSK9/uMhCa
x6JYBAdVUthYhGVRmTtp25VwxLCxPiLx4aiU0ch2Nkgl7rwMQLZlB8XKxb6cJJJcmGUIyv5U/UFq
LC/2wptKCecOI4/+rwILRJqG78T0vUQYbGWCy8SDoRhGEHfrhN2wgBZboxsyHxg4ZW3NQZl0gtMC
csQsnae5hyy8my6sdpYejofrh2L5ds1dAZup0RvQiS9fkpJX2SnqrboAvFpDuuGmRbMo2iCTYdIs
g4Ru9Ts81ayVIS/Ooa3xWjqSbIcwm9R/sUH1QEVxorMorMuCDq1SvYPRtLP6EVC9Eu8ncAKI6Am3
bcsTmrnayvm4/Koo7zAwdR2iWxK986UOEwVYe+zkOwdqjRWNYPtzwqZqpNbQTM7H6wu83LlMlrPI
I02xilh6GRxQXjI9hImLnTrc1z0USRUwqo3TE2QSKzigWvC1yX5fH/PiowqS2Nn8gO8paFstZggp
tZkIZLMdTJkKkA/exhZI110Jz2FbFe3vOM3DlQ38Uhp6fbnZYq72U3QgCUDYSC4OCww2RctbL93l
9sMUHujdord3Z1dPVqnftxW+dQURIwilCvCRM24L8EDpHf+GtujUf43jAwKLAQL16tege6KNT/P5
EIJbkNgi4Mtb3I15tO8dUl78HCoUppHrLh5a7Yk/A9oIf4CcpUJxM47nf1RBaljz7qb86friXmwf
5onDmU7gRWWOVuD59kFOjsa3HWe7sag+eX2lbMvCgNs25N1GItW3slsvLgZqOOycuY3iOFQm5m/9
6oAOfTGaAx5GgBBIA8GIEUA4wD7xmk2S5PeEIP62VsOHLjMerk/0zZE1hie41edy2fnIkwaIr8nL
cIdNwC/U21Du66Xcll2guI5KFFVPCCSD5XVWBr5cYaZMQZCKOcEBZqvnA+MWFdc6Aox0KVV3VGe1
ydAi2RobZ4uh5colf9GMsFlb1hW7O2ov1FwXpyWRPUjlZhog8OINgyE1lgjmMa2Hk+zNEXOV4ZA5
XfaeRpm/M5M630G/Wzk9L6Xx89NDi5Z+KNVmfgvNmPM564Ulh7QaUKIGLpEi1YRNrt89aR3RqFCg
24R7FWTkUdX8x06he0qHNTwZQe1myYkNP+XtwVNjEKr7MQZ6hUgWIq8+1BagaRyQ7FNAZ8puDqr5
4JQnEnvyUAi46FoCLAHignhq+Y3mi5iNrOa/cwg11CgqChwoUk3JZxxVG6hgRDx4JTDYnccfjXwX
kiIre/6tTyLnr889QpOSXsL5anSRhmgpNDjK0O9DbQBnKNPmNiERgRekYTKmblBLkLvKlx/yBtVC
gVTlyie5uLjnZjkwAgqp6Kehbnb+G1RPhjCSSAW0LlE2E7JWg61siu6zNVg+RFesZnzlcP3IXe58
XmJpS/HSF+YePR8zsYFdNVXZ7qZm2rVtC/ImAhPqG5RFDHVzfTCaGPxxZ5tOp9RFsRiIBMPySp0P
12ctHEilb3bqB/1H/pG7Rf2MBoqJKq3/ATaEN+75t8qPDLII7cxql2MsQ9EHFyc89OJNbWzUp+nW
Pw3ZTkt3KTo+8id/b4cvrXMPRCcqXVs7KKLhwoYVqH+b6dZsIWUrJCXWEx54cA0TTPzwXhz/Goxj
HIwb6CY5PVFlm6pbEiP+DtwUrhL03QhnrXKL50KE/VNJQYbqw15imF3u7GxntceZEegAzzsqCH9T
yggOUORL6XrRFsLEHHVjDojO9oN+Pz000C5RuHy0vmjNBgRCgOe4ctSyoxG5juEa/s/MhnToUnue
3jukdN2W/gdFLfFpdqgxj9BXE+d9IQ8VbtvRtkGVUT0VGM1qbqZCyn9fIDYFvNKB2uPyHyLQgIzC
JNyxOaGJJ/2t2R+ir3V0r/s32l+4U6vBNrgT74fn/jfOAl+Fi4PSLwTXuljufXmPwkw/3uV6Ay75
EOtP3vgDgYsi/hGmH1KIpcZGewCm5ms3oNOUcIcEr/MzeDet3NAXT8O8cWbdQEclbKULd75xlATp
+dSb2Dj1yDZwCtjYFkUdrJKgzesBNpKIvodYEO1QmTJPKxv3zX1Ld4PNO1fLl0XaUOJsKFqt2aE9
v8cUcAPff9ePnatAb+Vr4bJGj0AF9wwXte/SdOXJuDimTN8ECkDNxzJsivXn09eYMN7jPltNqW9S
9FlBpbafoE5TFcmGlcEu7iHicgo9krdJna+jxZ1gh4HVWDV8vQjflmM9eu88bAAKSIAbfUy++Q2b
IRrLbuV2EHMGt7gcGBewkM27aNMKOJ9kGodlBTi/2aUR6FOtw/nEyEC1orBouNza6W0o9RkDgcVl
Hw/3TWLKvdKF2pYe6bRLCdP2eRLcTpgw7LJW/AJra98Qtwl8M2WHTUSoUF8MG2/b4Gf2p7e3TgjB
5pwjfEMFZHX+6+E1YZfj9OWuU8rbSraQukB79sSMSAfPJOb8Sx+tpPfzlzhfMcYUyHPNUArp2ItX
Cw6nXaM4hw9lW04uci6uabY3XSluaeQoXKvpGtzqciOCoaCW7QjNEmSpi1niW+9QQgESReGjuUmU
7wnqWHaPEVU/lo/XT93lPpx7QcDI5m2oOepiH4Z53tWIeec7hbfILVWqcWiScM8oe2Dxu8x3nBvC
4uxwfdjLRWXvqRovsLBNSp3y/EM64UxkzHKIoqIrIdbVe+A2qptgWAUpH0G3CJ3360Nehh86G2au
edIKp/Voz0fjVcydSYwfMe5BR3fo9A09oJhbhJqmibncKRPgjxsz6dGCS/GEaEWJ9FCPG60W//E1
iwbsjNIiV3UMsczjYEAhgVDq+MDjyzA0kFExPkEWMUy3Xtmj/cUWHky0guX04foSXG6s85EXqw4X
r7XQumFka2cNtrfvcKiBoCmtvR+tLPflY3I+1uLYFNSfLa4zfJRK5SvuDgh9tDowSGSpm/dTc2eI
qDxokjbg9TkaF8eVcblWuQqokoH4PP/KaQgZGG9DioBIr27bsYadqGT+Siz71koS1pNi8FCAilwc
UX/Cv0sJRLaDPJxtQxXHZB17lsoPYSYGa2CDN7aug5M3yEuy1BfN3/NJRcDFnSmHVx0NyY/QjH9D
TIAhpHnvel6O3Cv3OTF1kFjWic6jf6QVerq+rOLydZ5/guQC1BE5Btl4/hP8imYljyNKI93XIpjL
6ZkV0LePsjv41rNlXofhGYp7m8bQvhmjAg+bRgBKYpj4ALW/QznS3jJEtccFGVXdiJgTzfBiGyjA
tFFh/OMXlh+M0AwbjdSLZTv/wa0uI10DFrsLIuW+6BBE9Y3iYGJ2nZjjgXJVv0GeU1t5oS42hkF/
mZIQYFxK7tJcxFC24sHAqqN4N/N0D2gYflX6AedF64uexvY/GQwxClSqyeSp0ZxPMfdsCGc1jrlO
WPm83pg997H2V1sgV0ff9voOuJwZ+EjkrUneEJ2+gBqDW1L7KqDhgXLj96qsMWm1HRcK7S7T0GP8
88FmxBmxKLb0tKnOZ+bVLdxQCKfYB0K/NE1XegZ+YMSnmyE0f18f7OIxgrZj0UUgHuO9NZaBH07G
gNrg0e4QyaToFJko3Dj2t5lgqaX4+KZBb67cUtramIvHSEEazOpCqiG2B/YBLQc3LzDci7NWxa1L
21O5oI1daodYw7ZFC7ACCYRzExO641XzZZpIzsxBMW4tz0bTQrdWcCsXcQFrAliAOg0NI1NdAtWG
EVI65UiEIAobR91ET+5F873MMSrKW8T64+DBTvpi5ZaZP+tZrAW4x5jr8gw757DL6HQwoQsKnLXR
IfNOCSZk8PXX6v8vbdT/jGJTDdJNlJJmMsG8kZdoKhvskS8EmpdxEhQHNcwB9uJLjghl/wH+VPEd
Yu4HOHDacVRQ62od7Wcdt8+jMd0GAepNSj8Vs8jONy7e4tSrs9iOpn+qK1gs13fm+SP69y+F702Q
QLmObb64TVACrnpPCXAaL8x3upNic+ahulH70akgx3X0v4LQvwvN0Vj5/Nr5l2BkQQmdivosWQ9B
dFlODzLfaGkHcSbC5hjBb99AbzhWZfLiSiJcFVR0LUEUe5qPQ80Q7EPkIPNTJqvqq99Pn68vxKK7
8PJ7TIf6yfysg52Uiwd3iJTeUlGW3iGOYu70UgdkgouOVe2dGnNVP8/dqXGeQd6omxRly5Xzen5c
/z08RSMDdgdR8hJBGXqt2nURw3e4lO4gMD/isAuZQH2AlAd/ulOGlRHPD+D/jEiWJmnaYru0OArF
gFIfTYVZbRF/bFVOFmYW2ym3EcwLRv1YdqilwNn/e8f9f/LRfyF9+GrPzeYU/+tX1oTNOHta/O//
evct+T//XS8cIeZ/5D+OELQq6VVyZbzUsP/HEcJx/sWLT0ykU7aAQjTD3v/tCGH9aw4DwE5T/+PW
4f/l/5GP1H+9fFjMeW2Q6oY991r/wBNCnl+ccw6HIP8c7vB/Oa7z4/0qt8EwF1mJrqhdo52Koy0p
L2IFHqLY6EXHV8vy8Pc9+Zpy9NZQrABwK/D1AnjM+VCIGmRkDBEumnprHK0sfNYGVd2PAkb59ZHO
bz+YXkyKnhfxjdQ1CFxzSPpqUkGc5APXcO2qxoRPodKMrt2FxR5Tv/qQU7v4CGixvEu6qnjGUTh+
uj78Mur+e3xuG7qohjE/R+fjTxi4CJD8tWuVyvBpcvDrRPEmOqAb6D3JMIvcySujH9gARDdWW8e3
pTrqG7RK8t3KLzm/DP69EoQoFM/pWGvLynnZtUWrCD4vryYCNQ3uER+Q8qLdFpgpWJUUsPNoFsFt
4GnVeweNvneYzwUfvV7FrqobAxBrsEsfYxMX9SBq6Fs2ff55xJry2PW58+767523wH8e2Jefa1l0
u4mp+MEXOCY5hEkcDVPjOmOFrq7okPrEVwGGZjRYN7kVj4/XB3xjT1oWLxXtWLotYpn0hbFwhgYl
aVA5yPJmwqZY6hkm+onNWoAvzl/GvydHLd+xoVjZc73wfFeMDuAOta3YFQgJ1NQRsuiE03TX7JAu
Sp8ty8r2JlLhM/VUS9HGqyb7E5pJGDekk57dx8Lu8Ndw0qaiZm36X/DmxrFV8zRnL4MOTSlNb4wb
M4pp6+gIOu/VcWizfYSMMmXkCEfUTQfAJV3ZZJdrSDkJSxmuECZHEHY+rywJO3/EqNONa/SaUTfo
tkZEUcSbsAe9/rnOX9N5CRnKpHZMh862DbkIa2qlc0DM5OyPsFPetwZSd7OOTbfxatu6DzCvggCC
JMT1Ud+YoKTnw3eDH0CxS5xPMBgb9NBt4hYxoSsYJSZ0LKuut4bWhofrQ13skRlfi0ggAaYFQWC2
D3p9c2UVSiNN01XuOKj9TT1IRBGQd1j5Ym+NQieNOpqwqEEsa8hFVhvtkNmlm6GX+uh40j566PY3
K19rEQvyuQBWcIjnbBZsBYWr89lUuDREUanS9amhj530Sol/jk49Il6iV91XOXbFTw8pOmOHcJCJ
fGKMPPOGUAXNrBEsDo7VrU+hByl+BPORrQZDfH29X1D0ZzfO/IxaMKNs9q4N1vz8JzojKgBTrgFD
VsrZtM7KTkVfG98jP5fHaeqszRQMxI2m4u/SjoYjq2odY1v0O7NttZsUbbobvJDL2yb37dvrv255
HcJ/QUffBptmzDWjJYFKS3GxVZBHdRUDQ8qoqj/mXYGuKEe9mYSyss0vnq15OJuAhDa7ACiyrHM6
baOllSozt8/DvaUVctvp7ZPRpZ+reASk0fr4GYBUSQXtrUkD1io/XJ/w8qS9/AJKIFK1KReRYp1/
DRN1XrUszcztmjzd1xjWunGA0gR3oOZeH+qNteWR4YxRKweou2waoXcUFuQyqRuaErUaqWwCFAW3
mGXeirK0VtZ2+Q4T/AM0dGyWFcDfBTUG+n9mRWJMXM2KALMaypBSKtboqxOXlw9IutpHDBB0fY9d
aPcPBqeryxeVAsUvdfHw2DZcisYuElc3YoW8rBjFLrI6cSNSRB2BhNXbnP7Zt96cHHXlqlne2Ewc
GNBMMGdvkRwurgB/pPyiamXiTqUt32lmEB86W+nuCx/ULVyk8XMYiWplG10MSqOHepMjeGhhWeqL
bYRAiu2XOn3VqNe6Y8emnm28TU5O9suLa4jByJCM++sb6uITM6hFZ8zgyEJMWtIkvKRxtDhQhTs0
kX1XVXZ4pNEkjqPEUXtMbc2Nkiz+0WdKukILmafz+g7j6npp+XCNWYR5SzRkX0bOVNQ2ruED5o24
gGV3sqnESjvrjVEMSob88RCD0QjRz8+mSDuyVzvQXdvHKpTnQ0OSeShXVvHlj1lMhtI4/0P2Q9i6
RD7W9kTRQIt0mrdeeegx6sSUXqOl5eMhtDVkrd60yTjg954VJxx2cZFEb2+rTtB0cc1J3qPx0SYr
z8TFvQQ1WUAFI8yBIcgJPp87kiRamlFnd6u0rLkeETkpsJYdIGGdru+ii1WeY18ue97+uaduzbvs
VepSjSaCQVMgIFtaOX6gagBvY1zjBF9cfrBxCXrxFHQ4nJQvz0eBQ9phI8Qoeokqdz07hqsYaLpV
K4xj0wGC/sNZmRpSXzTHeVcoOS+rIMQ7ZThNRuIWlhYfEee1KEyBf78+ysUJZJSZraVz/MDHLWnk
UZf5LeChxG2mfPiZT5p5V9Zprm4i2wxvUDutbgxfqFjWaCj2XB97mXLSzQFD+oICnPHkyxiRsLrr
e0SfXVl3XrlpGzx4dpEG4srLdUj8qS9joh5A+6FIfAAwKGOstAcvP+r8ks0XH1e2tJcIpcaoJy4d
LXFjIpEPdlPpW2x+0m2FD/imb3uxUuq7uGWZMjA5ZotwChtq3sqvtmpYmLaS2nnipiH6ZB7UE0Rt
A/MTzqXJIYli5zhUQXO8vs4XJ/Fl0JmJNtcrIMGdD2pY1YT1VINev13LnaoXneRFaxO51XOlXFnR
RfEQMZbFaItwfIZBmnpe4/7jOXm5HaZa+9ni87BtlKL4nJtWqt3gZzL+RQBcjdveRBb8hBlbvDLr
y08ryD7gX5iAsuHUz//9q6XuAmRQCRl6t5iZ+7HtbCUKwPBDUCZS4nzlDr64gxB+IDUwaaCQbvGg
LUbTVbzSmqJ3vbC1Dkj8W3Rr8Dy5/iUvsgMAMwYHFqQ7dUoYrou0KsPyR4kMpXMbWBodhgyaczCK
sfs+2ATjKCRZMSUIGRXHpM3scNfTVf8WY3p8a9SG8iS00IoQJZysGRMWkz5c/32Xq0AyS3QIzQAS
Kko/56tQtQlyhEGduiJhqW1YFIcu6pWVl+XiEJHL6qQyMN0pCcBHOR/FKDGfQPA5dRubUnmbA4GL
JjHujFk2uanMz9hcaitjXswMPO0LgkBDi0UCqjwfcyibrM8w4HBtIvnn0JPZezjOa9nfm6MAYp1R
m3MperF+ca2SvIixdb2idU7S8rwDBB9zJfa5XD8IuKSYUN/oLWvG4r3kJggwW1Fb11SSfqvomGC1
yijeV5Irn+iiuZ/KeI0I98bUhAq1j3lR4aO1fr6AHu9LoeRUjRrkenYYadHXygE5/eEGhOTO+wwU
U6N1StZwPkqCz6PCX41boPBabgD4A7PVIuvj9WEublSiRvpEdOt4NMGwL27UvvPxfsm7jFiAht0Y
AV4vHdnu0twvD9eHulw3GrKCGeFpBPVh2ZrAendIhGeVLrAEcPmBNPdmrvz4B4M4FgV1CIq8E4v5
dNWU2H5mlm7fYbphj4F35/het5KavzUVrgdCfqQsCSoWZ6iXWRBMSl+6KYqsqANS7MWlRF9JZC6/
DT00OWduQAIkp+h8CwSR7Mq+pgCA2459S1EdWwsyt/dtV5Ur2+ByQi8op5lyD/SXTv35UJqij4Fv
Z7kbahiFoVQ3PI7KpK6Et/OynEX39ObntIz83mD5lk9LQFeeQho04MQf0iNVGeVH3KbeDc3A/mNo
Z+PK9XAREtJ6Q6sNi1EyMo2k4nxWlo8No0AigTPUpW7lVdZHtPoMxMByrb5RBtu5wZ0+2vZB2q6E
R5ff7mzoi6xMjBIjx6RH46oI9iMWWDsMYbV9UA/Jyk1xuarwFEDioeZG2fxiM5oYakuMrrgpLDO/
E3WKk0fSDr80VFqPSIh1a1jxy1tXaoghIJNEgx86yLyZXsUjSp+LscR4l+LJZN6YlRbZ6Lw71l7H
QeQ2CmHyJDIN99dP9hJKBApv7qDCFaNHAMtwedmXXuUhwIi8rR6WXbap+zR5TuKsu63izqm2kR8H
z5iVZ/ZGNbnXQH/r8XCgEzM8tnpWBtvB8aePCHCW7Sab1Mzce6Gd+0c9hR30MJbKaB+MJK/qLRK1
8lsWjCA5rs/hMuqZC4Sz0B/gRcAKKAeeLR2eIehgD1F5bBRZIWlb+KgI4WWA3SmmsDcwvEHUoeRP
A6CPATAfApRpPsuo85Sd2YHO3yKMI8ybZopgQSOxCz1g5ScuthOQAco1s+AHwR9B5xLmgG5LYRqe
o59MUI61K6JkfMT9K/9l4pT2U/cjYoUgiwSIY+EU8W5qYw1U+1CMYN61qMfEwc4VDakw4X3ATQPT
CM+ooaPXsRzFyoLqL5DP8ztl5g7O1zB1AxtsyfmKhp6RIQElMhecjokgRVzZ6R43h+ZnCWQEJH+R
FzFOThC19pEyiOcy9IdfGMGF39EOx8PFaqrR2GdqP/tCZBEOZkYZ+RRcub8iONrd+J6iShfi21Bb
zV5NAsGMTATB0a2WSbyVGJvfFvrsYYkgO5DnCmQT0up2nJ/iQcb7uNWM2dZPsT5HLbLdwpdfVK+2
xq2DFcMhrW3lABLLTze2kVDskCE6YAhz4xC8x/5If4ztYkpQsp/AevqeANYbFpStN/hxiZYdYSFl
bMqpN+7Q4pXascwJn7djIcIHVr792Bp6X28Vdcp+1FnZn5yOqtR2cqoadQLE/NMPpZ+pwx7hWjDy
GUHxQ05G3+7w5vYfDC3FkU1p1Va/xS1hcsM4RulZ64r0uR+p7W+qbnQ0WP1dNRzyKA/eJ4DKnA3T
xpQNNyrP7epYh78eaAPEhAwGvbLLcKGH8Y+VVXQ3F0irHcC7MTgm9RgU7yp0mOWWWyWeKWel/a0t
KhUbYStpQGx3fiGDvVGXaAb6FT4Z297wk79aI2tuS7unDGcgpzgdfUyB7ifoPPWh7aXuHxyBWr4V
iBrZEnuIP+tRq3xTykT/hUc45WCNnB2d36bx3SnRh3Zf0SntNxbO5k9Jl0YmjBMcxfYibKCke5YF
sAV7DfNZ8dDa/W11mW54WxFOrepaGGyjzpv35Te1cCa13OjYtv4wYTM+JwPQnwNq0GnpNjiWqHfm
2NnAMFPfaVB5RBVqm1adM0v/dTHawFPoIEOM7E310xunckTKHJMD1x8yA0fvHnuvnT80zX2V1hjX
xim2QlOso5sRRzrgWRxu4QuomCJ6d13T4yaUhzjU7zS8MbBdoituQ9cG9rpJVBUWzoBW8ScVv7x2
g/K89gF3UVgxIkrDYYMQwfgsxhjPet8Jhtm1Vv00akA296GADM3+T7tPPq8HYg8p/tQoBzZNj7VC
ElZbUYTz4uLLBkga/WYDhplf/cRbUvlaqLnyM0gyC08u74nMEWmJwY62FfXIvWl06NPXfTB9aO2M
7YXppZ1vDDU377Jqyg4wqOJ+J9K81Y94HpZPWtVPGYsuawycEVn92ELPxaAZoV7XkNYwHRS1d5xN
FNgk1kQiiIjoNFA/VbFWYc+ujcXdpEdOvO/zIBr3BJLAqIYM6NyuD1sYj5qaDOjjC8/cNKo/zkZg
o6/Qy8+nCVkY/EnrSI8e2WnRQ+wreb3leWvbTdHlFKJyUstvcRV52U6v2VVY12ja1yHvLWdToT/+
AMhbatuxViNzq1l9yNXky+AWAGeHr2OYBP7OiGdnrUGzA3TQwaeBJrZLHKicIJZPgRCNvlMLTXmu
PVH8qLFlhaShIqRp+GlbbnuJ9jnSqimCLy3v50zNQv/csj0rYCfMD2BpivG+GUQUugrp5LADfBkf
S3Rjs0+JOfUI4YjQYJt0DVQtATLcdDuzAq+rIbdu7qMcjdpPZp+igIMRIcIoVtaWiDtMlfaUWyGP
sdLrhb7xMebYJ5kU3QGl76zfTMBj6l2NdSNUbHWYVNJw7N0Bkg4d/hgFHJQYaXm8pUXiyRvO69jf
DjTIvwiMzX7ovG4WAGFpfbfC2EEuajCnT+iiIOHhRF31xcDjGlekEpAePKVhUMBT6ukvFQEBwZHw
o+rg8DWVbSIhN8UotKd02mX1I2QWFha9UYIjRJ1S5WvHUSb72CmVGOuZqC43g95Nj2MYFgnw0xCl
ji5Qy2lX62mFBG3QqgXM0ixF/ZHm3nPSdL0+kxtjf6eMvY9DrNWZ1p53X6D209b8UE/D1oAGt548
FEGXim034EzUTEph7gZEVhpoiCV2Vx1Vq9seiX7zBqdInjBhR6X5Dp/CNsffA5+NQzAFJhOww1I/
Vn7geff5EKfZXvSZhVCJx0W81QvsyDcWxgocoUYXN7Ou+kdTG60fU+LoSPFGAiqESvASH3o8WRCK
zzSrfkrNVB8f9dTsxr2t++ypVqvt36nu+J+52XV1q2L4BdAoHLqPNfUXQrcGe3A6vJ7e7SI4Zjpa
MIF2Z9T4fmz7NPBjHJu5WnC4t3lwY3/gjkvDRvw2/BJVRN13YoTYeNRQJysS7eBoU11tQqeDA+77
dWrs44Fe9dYxg/xnnVBawsxbEdqt0aD8uR0G0JKbcgqM74XEIWWjxdx0D2qjql9oiGTWwcFcF2pT
nKf6bQ5QJjqi65G1h4JXHjGbrtbVdzpSZd3G9pXWuAsyPZ2O4BFVsZJDvWgEvAp4XuIzCpM6ruBQ
mcBdnAc87Wg1GXaXxmlk+7zjdkstWnm48m6K0oDAG5dUZLFmKRuHYwP0ksgjR4cr6/vHuqGcsTOG
glgjoxo/bkJQF9oeeof9bixC39mhdGlo+EQk1vdKsc3skEbOcJ+NRZFikOzwil2PN+efezGdudvj
0H0GOryIiJ0hCvOszI1TI70WxdwKAHPT64froyzSsZdFowFL6A3mDq3vRaFNZo4MjLIwT2pCiGD0
6EVbeNWfbKdfa6S/MRT5mKR9TSYNR2qRtQPp7K0h9M2T19P2wKNAp1BZ2zbRPcL5fz4v6kMCZwCE
V4DczsH8q1SsKzutLOLUPJE9i23UIqWkjBWXhYRL8MdL+DeAnzo0KN9l12hU6eWOeWOebIGORG8M
6i6RMDi4XoKV4usbKQiEUsrvbHNK3ksEXVHqlUCn3ziBJo+fJgR4jlooFMjAih8clJlNcH1ui0LB
vD2kmEGDkPX4a6n0yDMYW+Cl5WlIxmeCp30T10/YGN7VTfS7H8jJnDFcozq9PSgCL7MoCAiqRc2l
rxw7AZYnT55qB7flVHf7oNGdfQRvYN/6CrFtqKLP1nrGGqbpjUMn2aRURODvgX5b1E2dSavxmi3k
CVdDvDGbunITaU0rR/vyJMzVS1QswYFThrnQ/O4UlFcyXJUyb452rFL9a67G4KnprJ3vywnBZiFZ
JSQAXMdHPD8HUHSyGOvkAVAjSZMBO/ZgN92X67vkjfmgwEgt1kIDjXKcOB9knDCJE7XRnJq4gDZV
OIIqZuHc141erkAhl41wdiRUQxq0wBhosjHk+VgefjzFWNjtqYua4Mbzc+0mw3T6a5U3ys1QK8MD
XivWVlhdvrcd3zkmhoOHdBq3p2YwmyOtP/nHh4S1tYHwAumAfrksFfvg3zpt9KpTamLpkeqK9pyZ
SvuukInAQNDCOtJsktsktuUfbyQ6UtT5MUngB+jLBrKvZb7ejEV3IrAcNtNYtjcESUhvTGrhXv/G
lxsJzC6DvHQXgaEuLtQiy2Ws2a1xUgdB3A9EAS6av3aXLvnUfF6D2rTkKqULTxNocQBrp/HiouTs
OwnAGN8vwq1pKs2G8uhwoMwlThTsbQQGLPHDrDpv73hNhXxvm9+oThtvew3mFom7tomGQNkFsg+f
hl5H7xFD4YPUa8+dCq3Y4LdcbhVTKntNhc74598FBWgBtJ2yLriNxSwoRoeBqofGqa5M9anQWlLR
JoLYkM3M1OsfZt7wr+KEGUI/A5i4m2n+QtRcHD5NL1EAGLoSGKaZb6Xta5/KuiF+p8vtGrgZ55sg
6fsVBeXFdqDmCLyGfjoNdSgV5hInNkDKk5niREfePmvf0g3fSsdbEzV+Y5QXhgDXFz1XlCPPD7sl
g2GIhYV9bNZrYJ7Jqo6AQ0S2sobL8uPLtgNNCM8QTw5KqIswqC+T2nIiqZ8CgPqhK0tPrbdTpYvm
xhMdLmRhO7NuLS/ZeDruPDo5jrY1JhxLN5nVtdF2pDhJgZXn+TcdIgRBr3/lxUrMP5BC/dwvpJhN
crv4yoNvR9FE6eBktEgOFjoao9loZMc/H8WeiXt8VQCWS9x3kVKltOfnLw5qH9tmT4eQ265hDC/n
IhEbgIo40x9nZMr5V0VZ1q4ACeunqrO/giCgw5tlOkCQ65O5fJUI/eDEgxqmcgsG5XyYqXK0zpx8
/ZRHtfpI/oJ4ZSHDI56fYn99qLdmRPOY/8UlAbTJ4nI0lNlVEZDbCXxAd5L42B8AK63J+701IQlc
GHoqJGn75e58FdNWRYeNWtoJvIpT+R7ryuFBjmiJAFpqVyAe89q8ulTYbmC6iJsB7dHOYLjztWtC
kfaj42kgdPrA3lX2bFU+6MPRMALsewtvLKgfFSVahnXWrOz1N+YJQYW9Dn6eKGwZu4PTaUSQk/mg
alDeZR0CdFD/xxuzRVjr+od7a6gZjE3KSNHjIqBW49qA6GIwz4lymq5V+NUFBuXOONf+fI/MUuGM
Nv+LxuX5klql6Kup8MUJCHqEsWrlo3fs/4M9guItVH1OF9Jry3s58UpD9wZDP/lZmxyYnLcdOrVD
ex5d8Otr98amZygEwAk+gBgse71CaW2rJVw7jSKjfGnZyLDm3nC4PsobX4jXBbQsVUq6W/pi2YzU
LyonS9j0cBzeU42acCIq2o/c5Wv9wsVLOm96hnpxdpiby8vsKgucIazjRpxaE4PnkIIxxnKq7PXT
YKb+EZe24SnErlFd2YRvjos0A7hOvhug4POdoSZTTGeoEqesCP6qqI5vcLZzncH5bhhjtVE7+/Ef
rOks2zXfi2RYiwEHabQO/m2Cx8ShkeWEtKnAsmOzEv/5SOzGOZea9z0yoedT6/o2qaMk1KH3ttqH
UjqIk+DNfE9V8A/hWQ7JPoxWOohAhixHvjDEX92OVu/ZoFJ4IUXvD4CKp/pd7Uz/NpPDBs7/lT/8
fQW+ZutdfKt5FIC+nC3GAYF1PiG7UspmTNj0OPMMmHCMZfHQWNhlSSPDqzWh2SHJxoPkr+ufbMlC
INbiEFB8n5N/UmJ1sZKaSKwUBn1+arrOQhsezPijLbPuSTEKjE9jWduUWzstOjaq9M1dqqJ/dWsH
nU/hMqvgDVz/QfMeOXshKEBAKIQpQ9pB5WhxLnMuOdWZ2gx3pmTa5th0P/aDrq6gBeblXI4CaAUq
KCgRepjz53j1UZXBk6Y/9jka8PjJKpQ2j+OQewfNj56SaFBXLps3JsUzACd19q7jLlhEWfaIKa80
pvTUNAEMyUJvD0nprUmrXuwhIJoEciASDMoAun7+Ka9/BrSTLt5qyp1EUshfztgr3s3zNbLNVIu8
1guOJYjBz7WX0iUJVLX91XZx+YtiOnbWpWNCaaRTUjeb1HC6epvSEHio/V557olsnnrYoL/lYGr4
akdDXKEM3g/enqfKqt1AV+SuyDLUIoLM0NDHkB19oCLQWjR/JlV/V4/5iDVymNUfnY5G1bbskyDb
Tp6K8plaZsWNnpuwxIrCoLSPfB2uyEkYVPzjA8x/dApjavCOH6Sq65t5jnfwVAoP65dh/DZYCHv9
X/bObDlua9uyv1Jxnwu+ADbaiLr1ACBb9p0o8gVBkdRG3/e/U59SP1YjafvYTFFiHT/fCIfDMsUE
EtjN2muNNacft0qirsqiD2u/wTOSQiXVx6eqq+YQ1YYlFCtXMwak7/II6sFVQu3FRHMpXSF+UX2R
Ga0tfpJQ4sf3MxNfy27cDHE8q17RiM5Zx5mDBsQ4zuZ1BYCZ+TRWdchjpKoJj6ApGXIWaKSNiVjm
6wnKAxbTcfBx6edMpp7eSwoYg20MNzTVOhE6CDbCexCHufBnkMPdYpCx2GCjGl0XPchCQKAXnU9W
XGarbGyJpXSKGM85pnZeOjj8uKcdRqYtlnthFtLY2JGY9pd0rm8WjW5hL4orFFYp29uUqPtanNW2
gv68BttXe2rSVDdtW9DCo+DmcL9EZXdlRophrxSMSAGg5YzrdWVY1UspjeUqChGMQzM17rEKtCfq
Jo1ZoIBLxgW8guIjufFlXrLQ6was4ZVIGwfcfA3X70yZ+ZivTui3L7EMkp6bDhxC/Ibjkmk/uNLG
AmGgy2dCciMfEONvYAkCQovsVElnBAirKrRvJlvR70TlkKJJ266/x0VjTlZON+oPqZFkr2EH6RC0
sSkfpTFlFsX9ZGx5RqHFAB1s5dDxUHK3A83GXJsVM8FNubN3tLFpCo81Sr/IYdHwkRg54QGpOcYK
1GO44KTSMSYthrRfdQnRJ03B5Qte7YgoJmqc8BI46W1RsHCeTbH0J5EOCBJMol+QnuY45fp65Boj
Tic4Z3tjpvX5xmqcbPLSChMCasKKJC3hqljtTkY9IzSaNPo3jtFTvGqoOrf8Ev6Wfjxrg0YJr6r3
Xbjg9j3j93YyiabU/VITzpOztPVV51KJKYcsHklmTKlJwoM+5VU7g58HhSiie1W6yymGvdQ+IkV2
V7MV1ffwBFCMYxYDa8i+n7ijYkKsUS7a/GonixudzFXZGtTOZbqjKDag60NmiLLaICbXR9RDopKh
ms/4ZDoUHXV1/K6VUY4yVUdxjipyhJpEjoUwVB471lfFdZdvehLWL0UbN1exngx3Ofs4mo5KUjyk
ZdqdTTVtz54b17idSHxt7116wq0gGgCO/EzBuxtV1ih5tVMpjU1pqLl+gu74ci+zSImpLRlAJuVU
QELIznWecxQ785W1VM7OKikTbxcksp9jjIuxKKinMvUE6ZlLXCOnl7EQlPqhiurnPu3I4kWjkXqG
FtfnZWEu6coQjXoxI+wSrSiKLjdmXKM7q+qUk1ba2GiZh2V18dLS2xD5tqmk1cYcJXXnogMS8iuL
tCNgWJN7ajNGpqe08Ek4ujj0KpbSakRgdLnNnYdzh7vmgG4iok9tRSmxjwvdw1XNptxHu+fEf8/O
hc6Iblg/zbbxKaB0C2iKMV/MhVZuxeJ22aFFPTODiR7ZK4q7WkQDXx2baEfzfU6kHTvPeqmyF1Ce
I50wG06OjLqaMVJ0s7bz1SD7Ol/hbl7u3HHGRS5V0lrblpbBt1iWOnqRggZrzwjpyvU1k5jDJ1tf
V76TRzRU66LQv+hVzYeHnelcmW5psIT3jTz4moTM7ygqMK0WNUu1WU/RE2rx6vPopJXuLW4szzBh
NTHGU5TDu1HG+cCxGa0I6kW6k1+2bR1ShE2wYKkgOPUvskpbVi9jse7rEUBhS1mmVj1XHax7xWFq
eC45JOrPi1N8b9osnFYmW1oEJdSY8XpeNMgEKtnFg0P71kmdI2gboJ5LMIDBetoi62gtOF5oVVZs
m7IpnzPdjhl6iC48lGORoVLatyCFieZ25sbOM830oDuW88Sa7ad5aMp4M0yagSC128fBYC5UJiPK
3pZXJEr71ICcYPnZmiZKpabymNA6GHuTNK2tJYHF/HlMktcO53IWmj6SRWCoaW1vIXPk69TH9dep
XQoTRWIloYiHiILA0rCkFJqmWaP4s4qTM0QBX6IDWJMBiUsNp/taV4aTwZ5MNo5oaKvbrI4sfUu+
VSiBUSn5ELQzN+jriJFlvlE0jb1RpoFWX5iQBfDOMeoL8maZRhe+hf2XRGRU3R2cV7LYx2Q+1Xec
fpCltuzaET7u3b16a41aPGyxe0zTIDWk8zJp0LxejP98iI+twKx96BTlPsmTVmzUbEDuAAHPlKyt
g4Y6Y6kMr2MTfGGeOvvVGIrpNTSlBOnBjQAJp8xuMZWhKBx6C9AO5ie8L2yxIAvvSWroV3plT1+5
ifkrjRPzdWrU6XeAAvd1GDMGWkeh/gRdTG5EKZ1y1VsTjkZ9Fj0oABPftdHBjbZrDzXlMY4VO1Cm
JHwdwza9S0thXkEvOldLP0mim6RUEZ6sjHFr9w2YBWlIMg1ug7ZFcFDZp6AVCawKIS6B7TqlUR38
XEzxWBf9HJ+h9N3csEqp9qocrB4uqaJQu8J3pkuDduiXFzTi+nYDLz2UdP43hevlbQGNExppHW56
C9sQPxmjql9rtVtYG2NO9XOmcDji5K0lyYqi7/yCfrcVbUaN9hN/oa/mTu1kgjyGs+BqmBh2dVmb
WfyYhJK7zDQRAuphdtZ4FYWXnnbhMcZui83/i+KCAQbOROLN6lO38CeJ4TGdGyA82LL12XXS5uMp
DpX9c9MBA/I1Zjf2xrzheTZxm0++cKcJ5ePcCVX2ecRzx1FfhB+ORZsQBx5mC4U8QsWCNDEugXGL
5pSTtfKqrs0BvASt1UuHsR9hDotwAK57eINxnIYxCwgJ0ZPTe+EOwWz3CcOoPVA9B/rmphvHlDYi
C2sQD4oo/t5zZFB3hK7jiVNH9bR1hvZZneRznBgy9ghSOPv1GJFtWgLO2za3ULsNTaCdg698eZ6K
GDaRYWaf1aYheUiJHtsBuTe1Dwyns2qfRlIR+os2xedoRQgSiH2/SO7Hrnrf0Otw/ELvY/SoNpl6
tqhJ+W1QlOFcIWx90XCA1bbDhLREkJUgQn6ZaRPC//OCO7TFtMU6XlN4q3GeZ00gEuSGt22mc++2
WxkvVrjotxJWvFnXRjXsk2S2zgf2uXllL7VzPoW9BseYJrP0oF074ntInXDdx1Gfw4Ak7tdFw5l+
36Qlb0s47KDB0CvospOH0sYTd0FrNmj0lkV2VCLlZZaj9F2bpK9Z5pnY1xx8h6BOimq8Uyy53Ihe
dhAaho45V6QthoO4qEXQkXY2/ZKyRey6FTrvEC2t9iJWxfAc4tSMsGvlttR3lq46MzrMzH1jqG3L
72oTWLPHrLD0p7oh1uuSpILFTIykXlVZsjggHm60nbQwOQVd1AH/YqhlP7fV5Dk1deXBAKgi5CWu
Y1TiQKbd9IVr+9msnyhZ91CLcVsnM8IM2CB7spoCOSsM9yhsPdNuLitzWZuGs7LA7edOWc90ON2F
taDvfOnnCIGTumFPrrPxiaaUs8Yd+4e0b5pVBFtLEMh/Za17YxIJXCRqoj+AqOKktkjqvus+KZ0r
BUDJK2vpnKMUYK6aoV2ldhksaXclRrZAQFQTVGpItBXZCoi1pN5Xo30TG5kVIK2/Hl2Ew/OQOedD
gnOIUsxTwJ/91KCsX3SAwGF+Lmw6nZsQ3zMTKNcADfe1MXa90DYu9LYGAk2t4VEL9WVlY9hymyuR
zZHNHvdF3KiXCRq4l1pv41fu6PF+dst9YnftSokN+7JX+h5/Q1F6cZO7944BD1WFt4JEQBDX4XLq
umF6PePSHqj1E9rdcTeNV6NunSdAYPUSbwfWx0O/OTVQVFDUp5El0ZT9xbikT6EOFDoOyAn0GFJY
im/XzQoQ0XMia4f+6LbPxwvbXgJE+a5VeQZDGiSJ/CY5JabpTtX6mm7O8TZD8HVYsgogasBs3b5t
CBMVHSm7FI1UZBJG8uNyLvxICA9Sg5RykFjx1wXbdIxyOKngyKVkcq3ANXgcP4JoWlZZdIqTrht0
Ii5WlEexUnfpUa14BeRGB2KBqbt07ImspCbt9YzHl1iK9EQRebvqtOrFnjlaKBSPTm30b+7Z8ZkJ
ANlo72pJxbnZ0qJ5Y2ZTsFgW4k9hty2iJTDY03B1ZROos8skrb41Il05YY8r3tAZl3FtnubR/BJn
Od4aClZxFq1dG7err3NHxrdqFesnQ9+q3/oaxXYgOSewlqjzU8wMi0krV7HtdL45mlcWrU5BrtBd
kmTXkSWUkyapCl/k4kEjYPUjyGyvKsvG4xBwRnN5e6HWjfts2+WTIJkXaFZmrhbO5L7ZZGfoS24c
9lnM7ZfZ65v48aCHeiLrKfdzp9laanmji+R6ZmUAVhy9CZV1pIS+zXp8K+ovuVa/OP2y7oS2rxwV
pLML3BkB+ti5Bu/cZKq8U50lBOOjD2KwOMWwKrgIfASV4mJ+wY8quIDK62bnMY3EA94kj1Em7gVZ
T3SID+7gViTRBeg5PwJl3s0T7XgUhs28utMN+Wy3lXyVyTpj6dWtlP0rDYNsROV/yYorCoug7+VX
qVTzObj2dGMUkX2ipWbhWa3mM383qWWTmsYQaDDbXaNVhHF5O3vhUNXXogRL1u2821d2sWWBhkDI
UnXxTWkoHBidV450rC+mHiBjjFh/0q1NAh/PqFAe76p1GXWPSexW/gGaMzk5hqdEyuWLEVvuyxA6
yQ0zH0ckFVqVrr+vIUfw9eSKs0zIm1RH+EjB/vY8tMqDE+2SqplPcnQVJ8D/hPknk2KfT7rhC1DC
yS4fC6PFPyPKa/w7neWSbW0tcufciMdtQ0jfA+3FrZw8syj0nR1NdeA6k/Z9cpcYy02Xjpd6HY3j
BWPl21zieUMepFZuK5kR+TfGHWrNF1IJbdipalK5uerEmHZTYoTslioFhl7rrb0mSrF3jUfG+RKA
zYvCp9lwYKcmjUP3xFWdJXnq4XKL+5vbaXu9bi03qOLE9UNHAEfVSCGEuZyHwM1Fv3GzUgpqMEk9
rXWUXpO8KWx2Gs0lAlY78i0qOQffyHqyY3IghFqz1WY7G2E8y69rRVV3TsgajNRVlFy76pTlZ2qb
6MqNkTV0iXmgsJb6wLLW2r7W2ELZNRlOLRdRVnf3JSguD3SqWuucdGGirMe80NvbuYhK8iNLVe96
MhjZioYhOorLEPp/Q3lOwuLyP0q6SO1ofG4ontBW0KoMzMw1YayLqkJErgozp7gbeRPNN+FUs2CD
RXPU6Mf4m6FXs7Lm11nISZeFa85fOVroKWDGKkpauHGnGEYYzX4ao00biapYp2lTvtIeiwgknJS+
heXRyKLA2L8Wo8WW13XIOGyGouq+6Ejof3MLEd+LIultL6mHkewL2emvixzta7YB+iXGwSifyKvo
Ahn9ZcJRk/T+bacC7uOTUsvhlAdVsV8gzGr4hmEWl2MkeGdgVca8y3TaqwK1LxN5QTI0zFjb0uYm
ipwOXZMoWnHyH7Od3ro959u6RIBsIl06+IjIpeNaZ+15Du225qOXSaG5Q5swJjCqtrrRxzw+7y1c
AaRasYjlyXRek85Yu2pVP+g0MlVbY6TZYR21Cng4VD95faUjzvSGhRnoC3NeTpoIHorU7jKMl2Uf
xc+Q2HSUzLGacsp0tKhlx49bgt2+Lx6UVhK1L8ZhDsyLU33lPVpoLHe9S9uBiAcI2UXU3+wmVAX9
SY6d8mpyYli3zlTSya0CF0uxgbQT459dMtX66gtbQvZqzzHMcIOdlrvSMj09W2xE/rChz0T7akyN
ReLMFIof6bSw0CnXT89Zl0aal84ZqRSJQQAmqiGGTUlTVD37V+Gyg7tNeJs12figzUUYBvpg6S+5
QZrCT0Ix1/5cZmMeZAXau9tY7ZyRHp0svW4X+0yScn1K+mLsLwT2E3tM18KJfdKZWblaOyVPHZNK
ZfWLYxLSoVBeO4zlH0Q6i1MtEpOyUieV+Mxp0kpbNVVotfRDWMt1nM/KzdDEbu73o1GRYdcQDfEq
O9burX6xb9ywqIu1rmXDVRbCPnt5orUPemRVd1Wz5DdmaMWdR56e4Ex0sjp4Ci0HqjLMaLFQ6eDa
4C01Zp+UVX6sczgGoPSh0U6nrnJcukXPyGzrNOx2xqSEyK8W/cViWO0nV/mxZsWpCE4PrQRaFLEg
eV/o+J9ZPOOorjbqblYqbdgQuqMDnJRfG9AFnHFTDaFbK9zqlStuYP2y/Ugmbi0KM/ykrvNDERkW
GHpIUEODXKOO9r5EkhROSWScgeg2UWp5QzKRNCyUajxdzOgzqecfa1bIuh/0hUEhXd05LiNPUaal
Kep7u4p03qbjGHc3soWsZstk5lemdftJCejQuv2+SMbb5GXCzB2EPY95Wa1nfHGc7XdO6obts9Ya
1hOCeeBvRZV1pCF7DR+/PDZmEsNDYo4bl5njyRK5xM2v7+WHgUU9C42+A4+GuiYF1/cPuq/Hwa4x
Sdzpg1FxmandlHrxmdr3B1fB04aMMJ4vDoW0wxv4W1VQa/C2mU085qu5HTZukWanbkFZ6tff5Ycy
HTwPCBRHPOSrLKQ43l9lxGZKJHG47MLa0s5tjn3b2hLDnQVOxHFL9muB+5X/64t+MFLpRATYRSYQ
3Zxj4QvALpTZC3vZtTGW1Nh20K6oIfgBOrJ8Mik+eopwWLguQooc2KX33y+NlaYRvbPsJj1fXrWu
EufSMdpPRsRHTxGxVwTemHoHruz9VZyQZFmzqMvOMlJxQU8lNsfZgLFN3zXlOhccJVWcJj95jG84
6rs5wRc6KIjA8+FMRvH4/WXNqJ4bpbGWHRWrCCHFcCbCtLpUfyEbO3KCQgSjP5SzpjtTjPP9TNbU
OhyL3JTUWSsmShLjIYxWU+NUb6RCMrdWqVG22qHt6tcv/YNnBEADjIEiJMeFY0picuxGdacRHnwk
42UcPBawGA6aRcE7Kp4AOCsQ2F9f84dViiL3QRUNdpTXrx43fsQZnYAlVeFdRIWtxUwwyEVCXS5K
vhaUf399sY++IIHSQbqZFcpyjoZa7dRjTMSl7goxI3BXygFFtlqJu9VoR+p1Qefd7TLH2tOvL/vB
ZALiR76SLmhkAI6pzshwJ7qJbTJ3XZaehCb0RJFzOigxVvrkcX5wKUAXFOcQ7jmgjYcn8LclyZoz
oM1an3aGWzSr2h3oixbS7nd5UaSfsCAfXYs5i2UTDd7wLoef/+1aDnLlDo2+y87tjOpBN2cKqYJk
kpdls/sJ5/vBMEEAGJ0fAH+Elo59PInhI6M1exbB0rIkB+0M/VwnT/eS1+kQxJHG+/VL+2BZooUa
XUY2tIO07NGy27JNT+phBUzDEs8gAw9Hqrni+tdX+WiBQC4LlFJn5YMvOaJDB6UEM9f4YpjoNs8L
o/eCLilK7V1U6veKNahneUybMERsceWymZ5Q3LWephwK0dNFPJ2GYTyt+jgEpiBlKDfUnedP3vRH
zwLdO6J/unDAX45uso2LsmoMZdkZgGlBu+Cq2fVd/8nY/egqB2FdHsIBkz2Whhnl7E5D4867cHH0
TR5TJak1+Rlb/NGoxT+URYevgyjcEcsd5VoXDmGz7GYbC1s9N8b1TEWGYz9wydvL/W/R/f9gA/3b
OP9BdH+XRU/t/7h8ap6eXzOk9t/0+Hcv//X77/2pvK//htjpmxAQLNkbFz2+th1/SdN+0xD1OqBb
FDTe5PX/UN7X7N/g63AUQn+WjZXg7l/K+5r526FbCkCfRdbAKsr5d4T33zC9vzZuWksNGEjC2aMt
QgllXKbMpb3ZJOcJ2lR6mO/TTj1PSyNYJns3COVrahfnE/u23ojIc/FNpON4q4VW79Ep/VxMoa9U
Yvu3J/gB8WceJtlHd3SkmDSZnU7H+dzuk0rdO0ot2ZUrygZuXsDV9WskBxwvbFCAEHN36tB079Wo
SqBK3r/Uif6ldjrdn4xlD83xZNjYS2uKg1FYq5vUYex8rRWYarqdvc66maLEAsJglcm1jqbntWYA
AYS5us/6+MEQy35ZytslT8658y/z0kqPZsNxW1Du2uaNQlLUKbsVyQLU0ozl1XTCnczLgJ6BS7Us
b6kg3GJbfm7nqe1FaPN5o5l8FRQu/VrRnsdG/aL1k4VNrnozm6X0yoF/9Z11sVBT+vUDfWMkP3ig
xwcjIkw6eepp2LsJXrFD7fg9GQRfRk68ckfN4xiIc3AU9LHmxSFO1lXyUBb2rpSp4RmTDIaW44Q5
kpgNy20urVcq914+PPa2xmluuuwSUwmo+Mm1U4z5boQJCDod+RU30YdVM2PdOi5DT715yny0IjIv
M6xbWys0D6aSsqG9+/VXfaMgP/qqRwu3NXXqkCrusJ/D8TLD37EpkitIjzMe8rYbcOYdjCHzIzO0
70PB+CUofTDiLFkNCzKYZldvRytZx5W8SUbUM139uXc6epdawDlbZl9FqeNaXIniKprlZS/rz9qK
3iLkj279KJJJS3eg3K/W+yaUmLOOm9zcxxTvSO8FhAqYR4TXTrNOJYIttps9DJb6xUo7382jIG3G
oLLbzM9Shq9W1+hBMGjhArRTFz1l1y6v5TTe/PopH+3l/1ozjhWcI3hpHBeiZt/jyqDFxcFecZUO
ZDSGHnVs6rONyfBxyttMJDdLw1kDN2aVniXLb8rqNGeqkBb+LAHwfqf763aO4jL0SwYcSvNm74je
60klmT0z6zMjm6M+978+/rCN/y3sA0+3kN9pUGtFfqPOatLM80jNAg0Gc9Bd2MOi8yOVIgLdNZvi
zQQ9IgOf6fmNzJH6SNToIpTdSd/Cxsks3QiTpJadxQ+IFdxoerstE/v11+/mfeT/180enb9sUrjT
TCFnPxVZYMhXN284zRaeiZsvtnqfLClHiqR/XeYoWEQbpI0BFuu9Vo473So9q855PnIzUKgxtDKw
mwpDhM5zzc/cVN4M1j+aIEc7VVjItpiyot6P7gIZ6pwkKei1a0QZIizWdyDYMIA3UO5S2cPyJdvE
MteTriyB0nSIPsRd4lG57bxMql+TmhJP2wzf3HJkLXPgnGDAP1NmfNMT/+hej/Ywy5wVK5ydat+N
A8bJyEzpVHPYp/qFwhKgVowGuSXdO11v15G5TL5j5PeNTjrWkSa+za1czWr3Ne+VIJTyvNPGIHfD
YKTzOo2Q05ji5zrWr6l3Lh4xhxqAWa7aXP2k7fcnqxHJmPeDfnHamhOIqPdL3CIAZhRBSzpJF9at
uuj3Jq7ctd5vciP1B9kE2HqtEX3yehOLQrc9mwGQSH9eYS7lYVJ+PZbqSd7agIDJNsxptBASRuzX
I/4N3/7xWdOS+/5Wi0LJ5jx0633SKoav9LpzCoSAXEsaD3jILNZKzkQo0dTP3jBCrEgtvS6tSr0w
NZCQPHOQFRnUGBkP5LpyvfLMsKNlNMzFoe2+3SKnc6eMyRfIuzvEhx5dhEvgFrNNjw+T2mqI3opY
+PGk4slqzydOjlIV+gi3ovjsyKAd5u9HX/JodwjrtHPQwaj2B9bRKuITywr3uQU0hbwWcPZ52nzl
dZ2Yi1gbTXeCmty6yArlkwn/1oD20fWPUn8F+s09MmHVPi0z1c+WGeY6J+ixEEa5rAgpKIXCNBW5
hqzX+C0VxnNFywa4mE123hXNhkMhCi+cmbPZZNr2L1NOIwf1GCqYbSJ9I9cQYangkz3qi3lQLd1V
VaXGdpK+neN5UTUneTacGIe2YcqxY1BEjrmiUu+uMXA+deii2YD6bjHffcKOwiE0GyiZ5EDBmkI0
parL3eJkO0GWyWNToqW0Vq/p/xlBRZpHkwI6Ek4hvX3A5cg3nw9Fd5dm9n0k0oeBRRzjj/I0l2Jb
RXI1jQdoJzI+OXm+Na1/9ICPNjFbbUdIHL3fqxMBbSvr23Yw6Dgln+v1giQDnY7dWjQQGkrfCS8b
C31lsSgG7MTpGjNABHpT4wmfQcJzcP91FKLlh3LYvhkn+qAnAuFfz7ijDog/V3+07t7PuKHsULkR
/bAPjei8Gc6QAKV8eGkI5KWwjvWM3tybo60Hk03ZhriAOhgcKNo5LgFDK7PNBPdaRsv3pGgu0ulh
kdmZrTibGrOJyqm31QTKAdPW2sa2WcQmMyTfFV1OqNUstYKmpvOmfAwdYACho0hlN9fU40+QM9xY
Q+7PIW4A+lVmnbL2eopymg8vk26vJTh1HGWrXz+Hn76zo802pA05jsah2Ztwd1Qc4uw2LVI76MiU
7zSnsalKc6gv0YryS8vBxYyFWllwG9XM5Yk8sNwayVLD2qHg1qrI0IsasUBNH3JPGJGxbWfwlE9u
9rA1fzTAjrZsxCQ1FUm/bk8J3QRoR0pqF1vJfBYWUUis7FxQrKd6d5iAqiD/bUAl+NItT+lYlddt
QWOeF5lRfOnESX8z5g6w4mI0Z9CLAJ9F2R3QJYVWkzRZWe0n8cxbXvSj2z7a9edJlrECxrxvTbUL
FgOVybRLrS3uTtoaZHtZiajqVnhWjvDU5RgMOYKbJIvIJ8v6lL6Ia7sOL6p+3kJNRX5lEjODnUUr
nAkNf6BK7cUk4IBhkg5G2M7WuD6pnq4nFgXFHDoltSe/1eKH3pWXGMFIX5f4EhRKmm6FXuskVIGR
sogf1BpsUIxeuVd19LA0c3JthgR9h6gxbLMyiNJ2O8zZA/WwyxhtnMoAKGAW7epQnjsK7lihDVJh
g0mupFBBdCyj3YVzmjKPDlG9WkybFrS6SzuCaruUqwGJBl/PsnFlj85nMiY/CXppyXo/xbU6tXoO
r9Ue6zGeFx3qXtuOVFrHPJz8oUsl2ld16ttl/zoZegM8WyE/N7XVyi36cVUiILeqS+1ea819uoir
IRGnYolqTifCvJj04dQoCn8uxGfGZj85lfyQ6CrHqjDspMr2aercR0P32B36iEx1hK/Ro0v0nu4x
5bzP9ehiytpug7IqK6WlQPIV2AihGneJVO3TnMTXv55yP72jo8hEsORGk12Qyai1+EKbE0xv40Hv
bkJRbCPFGr+YuosDNf7iq0gztCBOinGb1cq+McrI3rDAwDgt5IzOZLjEm6YP5Sfz6id5H1TN3r9g
HfmIru3Uai8jeGqVhgDPFK3ciAwkgiAKGUHK5rZiXXRIcdIb0EED09m6wmQAriqbjIuoL9W1MvY6
+QTghIqB+MkO85PzBf507+9OW4rYqXpt2BdGutMXDZMTGaiKc2Y75c5iqh/wMUQy/FyLrv7h2zLf
XzPXc1wIsnnch7G26dJwo+YYuJGVxY3QgehWN63rBrWJyt9EU1IS3rWomugxNEPl0vm5iOXSibpP
lL3fpI8+WPiOC3i8dHOsNW3aQy7eCWzefNENs1em02WYABmnLXkUpJZfkXE9gd/aiai8oYcS5NhY
zBVqnMkKXvG5jBFDVJrkyXKUT4oUbx3SH93bjxufWvXK1O/7yIoOORz5GBIzf9dmzd03Q9ludVlr
YKFiHcfDSUo2LGvbR9UsT2HMB3+gMrAdnKFakzGI90SX41WHz2cALHBtwokuVvKAAWGIKOu8Kuru
E/Ogn+3YztEmGGYK7EDn9HutHu5MOpZWLX0uU6fQVdnkD1raPdJ+1fkGTsSG0T3ZrM8QxWFETiE6
p7nqrI0lGp+9LdZyYbzzEHQ/quNXWRDVfjISD4esjx7v0Z5nVcoSKaPZ73Us6+DjkjOtntAMVosX
UWN7Jkp5QVQG7bPUp3CKpxoiQR5cAHeWc3ussLeLw4ZVh/d2Q3DWj4FS6d3m7f7+rXT/bZnzz/86
/M5zWc1NjH7im//rX386i5+bsi2/d8d/690vtf/77cd0gx+y6+/+sHpLp1/1r818/dr22e8X+ONv
/v/+8I+k/O1cYZL7XPZFd/g0ktvFu3z9YaP7zz8NbH/I818+1T2tuv/3/5Q//NLvSX7b/g35PKRI
4CNQCsGf6k97XQunXMdAp4smeeqx2On+y15X2L/RmGwh9Up5gHLTIZ5uy76L/us/dPHboSTH+Zsy
ID/nR3/e3OXvI4Xn9tMm+kNc/sN40tHSfr+yackCfbOgL14ibudnbgSot2Trvz2JPy729w79n334
0VJtWUi7pyEfrin5F2zpwWub3wfav33fRytyV+IQl7i5uYIL7D3afBSEUpd/j5354xTDUzk6xaSh
Fo9lX2I5Z00XleGewOl95tT1s4dytEDOM9pUSAAgmzcoj/lk+lJFheqfPfCjNSwakzYNe0oPpW7c
ZFP61I79P3yXRwsPcHINKJlbdJ/EKqwl8D+K4vk/vPGjmFIMrTIaUEmrsKJVUtrlLp9VK/hHT+VY
tlNUpj0PZWiucJSV/tib32uEcvx/9uFHgZzrjmOfsnesJFY//pIrU9AXyj976MdaC7be9JSsQmPl
9qVyNXSqc+h4Qr72n9370fxsZWQNWJ2YKzPvH0K6iq1K3P2zjz6anyVNW21e8dF2PieH4slpbvx7
DnT/mp3Hfj0gp0W26BwiqkoSA+sc05qme/1nN/7/OPuyHblxZdsfugKoiaJelamaq+waXG7vF8Ej
KVEUJWqkvv6sNA7OtWlXJzbRQD8Y3TQzxAgGI1as5bhn1cwbxBswqQMmv28NHme1Gt77Le14J04J
5ExOMYvboQRA+7iO1ZmU8GTWv4TxxPFOwIbpGIEDHZMzU1BMsdjf8ZqbW4TfM2XfN8KWK2cmYhGA
Q6tOywhjdxkJbvn6zcsssVtPTky+r0SkGNymNyZdPvf8f9OR//aWiB3nBKZtAA8CRylQkfUasx/y
dg6jMxnjGxZxtZUoqP6rFgLZ5RInd3RXV6AxLv1M4jjmvq4p0Se/B498CdayGwluVb+lHccMMUNE
UAHFCzyg7IZnwfgDrI/NB7/VT7b6pSEGcM9C+garR5X9mMzmAbVuT5s4jhlRNWNoqLZlQKJvO7Ri
ijQIz5RY3/qUjmcKCYbZbea2XNlmL9Klz49RnPx39NH/F6/+kMpmPcU4w7iVbUrfV3kKRYHhxc/e
zr0ZdNOOYcUtKUEx/2FNk281xg+OXmu7+i8twKF8ruetxLTZLZgOHqBpcAaO/oa9XR5AtdM5AEuG
BVarjYtqah7aNf/mt20no7WxyhcNhZSyw4OkYMtymcbzZ7+1Hb8EEZUYaL0BKa+S8TBk+Y9A7Z42
cRxzNKvuNZ7xpSHr9z4YX3n8H79dn77CL06pki3c8wbWNqF6mPX8QMBN7ZdC/GwS/rI25G+THjo2
W4kulLrtMDvyMkea+2X5LpEqNTaIZN9v5Rqzr22aPKs2P3NjvnUEnRvTYPrNynW2ZUQtRngEOIsr
wfySwp81hl+sAjabOg4XvZXVvF6GY4QS+Xb0+pint+KvH1NWGwvmvLdljC5GzCBbUgm/0+0ybUOY
Yh8MJjXLJUM/tE7rOwFSC899O27ZcANCoN6A0a6W4GJub6HU43cz/Kyx/mJtDk7plp1OiUS/95gD
Z4CeQ2r8TrhLjVqxvhornMSS8SUqZgG24KZZ/FzzJwnuL1sHJYticsBBWebguu7ifzg6DX4Hxbkv
eSCXJIBMTikTAqRVt4kD5nL9Ull3EANDZt0QxBOutH76B/NvKagWyBlFvDc804UdttC2MEmGkKIN
+rtdFh+hlOZ5qf2sKv9i8EFnJBww2FhS2z9NXPwzS+pncBdL14RoZwrYuYyRzD4FY718bFrjF65c
bPQQxxKkFMqWoupe0o0+7aL1C1bE8cyt0dkIIrHTPS8VtHHY9yT1+5QuGizpQO8+ju2G/lN8ozDI
CKz6i9fxdhH3IgYx+hzJrQTpNSg9evUi5O659ulk/nJIuEz7IKxhEc1qcABM4aFttfJ707uskcgE
E5bmoPacTfaj2UC5AEWdznNxJ5FdJ9AYcCDhyzhagMAAGd/Q2Uc/izs3pogGsQ4EFhfhdB9jUjAd
a7/8mzhpbD6TuBWswRHcg+/bmn9NyO7jOKiuOvel0OmISefRllAjJVBBi4DkCM618f4aqrC4+74E
qdWU4vVQQg/0SeaooABld6aT8tbajluaFnCjOsTVAP7x4WJLKdB06qwCzFurO5ksRJRNwyoc8UmQ
vOQghQWPRFf7XA+wi5PLZrIJ4r4Z9nIFydunNpzyz+A1Wq89DiJWd9yzoVuooKm+lbtOPxDaPGWT
j/tgZefOBOkEJOZ4iqpyMF3Uax0XJoaUi9+2Hd8cTTsQdGX2MuqTx87WRzAOnHk7nL7aH+Uf7Ntx
TcivLLQmoAYic132CynJtH6BjNkxrOuj3+4dFwUQGl3FWe/lNoiLMOUXGDX1uYDAL+m4KE2rHBIy
2D2PMG0d9POHFRUVr22fZjV+C+VbxDPoT4I0ae6DMpE7NAHT4Lvf4o6LSmIsldrsgDRMr41Z/zP8
dxIf/1sygEkc96wyKHcuUYw4vrbfWpCp4S17TtPnDdf/qVL6y+0moBdjmm3fSqL0Jx1V74n44mcP
xzHtDvrffK9wtTXT+7HpPor9vxtF+/8GcTyzJdDI7HbEq5GjSbzlY3qEdpRPTQzWdjwz3uPWYqhs
L/faPkM+8xlkBT5JIZZ2PDMTA1uyPkCnuldX4Ct8HpPeL1gx1yNVTxkiSlQOU4AMq6JrGfnuO3N8
8sTzV0HS25bDEN2Qirzk1isFP7GD/+6SYp/C3EA8oEz35SOS5hs6JX6RxOVdBv6UrSDpwIdU2XPD
6eddZ55RKnNcktaos2U13UqDxn6RUNB91iL54OU5mXNhAi+QSEn6CASY2+3GyOOezz6Fe5jbdcra
9DVJcAJV3L8EUJAs+QwGV799O27ZQFcFjCWRLa2u78E9cAVS2ye/pR2npBNYbsApa8uwi/6pk+0Z
MPhzwPA3QqCrG11jblRGKVxniyBTTFF/zNj80W/fjlsuZAQwz1o8Hmr7te33TyyAWobX2q74DujL
6xG6m5B3tfKd5mqBfIp68VvbccsWsi1dVEGHJYNKRVctV30szkSq0334l/SEOvckZbLbe7ojPWna
+Eu9gMnOhFeYqYOgdXLAjK2nG7kkKpGxbTBqVDqzuP20RvOxnapvfuZxPLSaIpB07TiOBA9vuiUf
dsr+8Vv6dEp/uZCB795sBuGiEgCaJ7l1h0Dnnks7/snpvGB+FNVCTuZ3HIRYGJLxXNrxzyap7TjW
2HUP6tODTjF8EGufsthJz+R3i5gpG0chG4g0N6BshKr7dt3pwJ7Jlk92/dtxdDwUAzQLazODiBjY
6RMAc+O9qurxzGF/Y/XUuTk3yyCEwfHg7Gj4lU8NJhIW+tnrpPyci/3lpCQqXfvplCn3Sj2Cir4p
oMzoF7dcJNCW5NlGc7QzUeeEoLIcloKA085v487lOQJxiJlXNO+yJbuPAOXncex3v6WOY8YnRWvR
wSZrCya8BVwmZpQvftt2PHM9iUbPuUBC2z53bPispvyT38qOY+K+H6uTwnQ5rR27VHPX3FZ02s/Y
5PTb/3LCU8c3o2TtSIz5hnKqBQgKuGi3dydl6KdR5EIcvX6C27dvToPYS4qfkLLhtrfsY9izS7+l
nbtI9LFBIIdI+2TDz4EJHhob+ZVVXIodEOl32cTQjK2GEOyrRH8FnbNfSEydwDIRqjAngap4RKbL
JmQX4Fw/E1Xe+KIuhqkTEMnbNW5+Njb6OgXJ0YKJ8YwGlV9QdHktMDlPQQ7WoMCs5bOIgg+7Zd+8
vuYfKKZMgmNddGhZdXN6ncQLB98mBIH8VndCCziPE963qIy3Yvye1ynGgHZwTPot7gSXBLTjQQXS
Q9z6/VBUe/eBA3Lrt7YTXMaGxba1p5NY549QT7msQMvkuW8nvGwB77SlCIqgC1YgkadfQdJ4jhjr
tMG/RJfEjS4NhI9Yio2DglYc+NZcKChMeO7cufrBzaZDblF2x8wdpgIBBRqgie65uOOgIsgnyI3g
rHQYvj2MCryV4LDwO4guHmgcwwlU8PD+ldgrDt0PZZb3XkflJ33DL/f+ClJZqzJ8zoiA9zWfbxbZ
vPot7Zxw2i4RcPhItcBsJQ4phV71Hgm/4nvsHPFJxhCgQsu6BDX1OwyVPJjUM145ik3/DyIj4HLv
YO2BNl+gbw9e6fTRzyTO+QaSjtX5gF33orrc8DFbFlz7Le2c7lB2mMDP1q0MLdDQdr4FwsEvgLuU
QZQuW9Z0Ic52sl9A8uBhbvIzl88bDu8igXQ11jOzHbjDgxgsx3UMcYr/jv/y/wp7LhQoMBqgyDq1
qCsvUMCqnkfMqngZ++cE/i9eU0EtEFKnyCIqAGevoEclrtm8HvwWd64dDdbtqc9zBME0uOxtfjUE
vPRb2nHJoddggBYIgWuy9Q/LWkfX7bD5hRJX2VDscRMmALmWswUn7KhAi9912s/fXTQQHhDBIDKG
NH8I74npbittPI3iOOUm0O0dTIwEKMbIMvDzP7LO83Xyk1bil4PCIBXRTAPOYL+mD1M93uYANPz7
t/z7WBGYV50rB0JxgoJlB9I2VPIdw+0/6T/DOr+B7Pb4vIBM7T7bNwgFQEgMnHXrPSS9948iidZb
DPSMQ5G20Py7WLY4mS83ECzfr9E6vgN/ILh/zUSqaxTHxaNdSaB9kK0nRsLfn996mkYQYZ9sncUf
k6i6hSzP1b/b441Q4mJ1ogqy6EC6LWUTtq+RATe9hKaE39qO31jRg1w1Vku551/6gT5Ou+c70IXp
rCH6uxPo6UqrwrK26zFijadBnEytBWXULMOtL7NO3vVDjAow9bvaXZBOsNQdWJVR+V0Dqo7RAGkk
mZ1j+nnrQzo3mcgge6THvS9PJNqHpGJtgaEZrwEcnEDHazA6zzHGDKsMRKmLvcKEJ5PRmUTtFKL/
kr+6QJ2orUhYKXzNDQjup1wvH9lkDxIkAFBiyf0ajy5gZ8yqQQO62Jf7OtWkXKspf0AB0aR+8dDF
AeZgTO2hH7iXdK3u2nS54fk5eeSTv/zFPi4OECiPfoB6GNw/GJtXEyBlgYITAxN4BPJDv/27qKMK
0kLdGA09hjgme1xWKByAEMgLbRiCW8+JYHkzJjI1fTlWsi7abLrUbf3iFWZc5JHF5HUYSeyczMGl
JNFF1wx+dU9ycrZfLiIwxYf1NmBQfs9bCHCON9BI9Kt7uLAjFfAak/s5Am87Qs0yM6ch0Q2wWj+j
ONdzZdJAY+MJgIYZuH1RyT6oIDrHOfBGsCFOsBlqTiGBAUx3bNePEcZyhQk92+Eu9miXOxirUFkt
d2JALQ8CwZ0kXt8TjOu/f0/L+5R1TGJSSc7gkRP1eGi31HNxp0h2kpqzk+nAD5BClW6q93uTaq93
CnO5c3mWbAs4r9ISAulfx6W7hk6bV1bOXKZwiKEPYGHAGDoPghFcNeNagNXZa5AwZH8gj1TcYowc
q9cR5H9sc1PH65lr4++HkLmwIw3e8ayZwceAAc6PgtI7tnkNymLXThIQghF5S0DnW4p8BpMKz79X
4FLwirTM5QtuMM0Gwhnsm8z8Opuy+yX280vm4o4gczLKWGJsMzZRUA5Q7hCZYkefkMJcnpEEMimz
WnpajvvOrkgdPa+JPUfQ88bHdDFHco82wDIaLN73r/MSfty7xSujYy7kaBmipl97gMj2tX4BTz2I
cvx6Hcxl5qhrcCDHNc4J7VQNSsXkIklbv+IYczFHyZ7RSI2Y3cIM8X6IIZoYaWr8PqYLOkp3DmWD
KsMh5OSBdQS6p8TvfLtsGCsuhzQdwOW2oYx1PZkpATJVRH5R1iWCx8ckS8Kx8a1aXlEj/9gb+sHr
gLuwI7GkFjTfEZZeIdKbaXOoTeZ1HzMXd8RY228WEnJlrftbYofbdsg87e3k5qtlTTM2KwbYsxAc
Q0Y+Tm0Uer3hmIs74nJr50XDJnIPbutsGYs+IV7PWpC1/34bCyistNuMjUNATB4JatdWB15z4GCC
d97MWc2h9FNvKfRTILsJUuRUaa+SDYQvft/3NKdU8XoB986q76o9gICgH4CZubgjEUCmG6LamAaF
d16eAgoPrR/2jbnIown67qNIYJJ0Na/VTC4jo7xKtChD/G4SCs4um8RrWmI856TOetgWEFB5uWXm
pLLZTCK5LrAJswDqqoa8LkL1//gt7mSy1Toy0Wb4lgY8SeDoaUlh+nMcNm9capnjmSwMumWTGLoP
BnavbP6y+jERnIR7fjc4wQCeVmqhpZr1ZdPU72vGLrxMQh23DOqMBEBZn6gCIIlXQCQjx7ipFjd+
yzuOybmYp+Z0xG0CJb2NtCU0370GFGEWxzW3IMxGbbH3JHiNpg4M6AHkxvw2nv5u8hAA+npqUTCw
VfJ5kygvLyr3w9AzejpCv7w0UzaRNT8dlTlY95e6TuklIRCX89u6654R7JwGYGgASdVDnLT3u18D
hVHHOcMNeAw4ES0DM9/sdr2qpt4vb3NBRyO0ZEao7NEyaaP7JeIlcGme9nAck6DLVrNT7SdLqL6K
YigqgnTT713iAo70Fk1QKBO0hHjwbTU3L1Bt8zOJizdSvKvDbKqR34O9N5bSFo3k48HrkLiAo/A0
+Fh1SFGyGgR2+civLXTM/SyeOo656GwLoh4W7yiI5ZXe6i8Qwcv9sisXcyS0QRhPQPrS99DRBTme
eo/eW+X5QR3f7KGsKDiB1cPGphcVypXvZqnTL35md3yzmpdknYEIAGVAHB1GJqGCbUe/uoELPKrs
JrYRzG+gYK2+guJ1LtS6e54X5+rsI/Spao4nGzQgIJZAZIexwvTcq+0UVf8sejIXu7MlQYY2CgKi
SmJxv9cNx7CvimNo/NKl98vkXBTP0ENISteYOJWVeBCQpJzI6NV6Yy5+h0KfA5fFKQqYNDwoA4Xb
ldpzFLGno/cX67gQnijSqF33OJKtQHooq6E9zNue+GUAieOsfYfFpxDkktJA2GCiL1uXffI67Ylz
iUrFM2tSmCVeaPIgqOpfJ7mKZ7/VHU9tMGaVtxJHMmbpp6XbL/tu9KrXQgXo9wu6CVokLR1owsCu
rQ9tHSFb7CEN67dx5xrNtj7jOOe0xPDsdqgmCbkWunva3HFUo9tl2jATXs7VDFnmaAMElu3CLzq6
RESB6SBRFKC8IhqocLPpiqZ+iCzmIhrbtQ7WnySn6amqEoKRF5390K/jAZG/37/ounEz5j1qqpQm
4BUG0z9mDSu/D+qCj5J2r2THkYjmPIHOcRR+brVfH5G56KNmo2KnG97klV1uQ3CzQbnPLzmPHfcU
QTr/71HJ1cW2xD/Isjx5HXEXe9RuOVSlI+xa0kpdZNDf7Rh4m/0Wd7xz4HG/pG2Mp+0EzbcaUMww
0T/+fe03bqLY8c00sEoB0gwOpU2I137vqjvcTvWFXhYvfhJoDToeukEJmLIOthkTDM9HMptucjMZ
v6zRRSIxyEvWXUdg+bl6kKB92yjzyy9cJJIYZBQHO5aG4B/m3tiXRi1ecEzmApHCDDC4OoNN0pHc
Lyj0ZVUv/VIXF4lEkl52c4auRDBaebNCcPsC9Lxe/Cchi5zrU4CJA0I0MEobsNetQyEkJ5kXwQ8W
dzy046lKMbqDhkpr22sdAUWKt8zod1RcNFLeVImKTqElr+PPXK4GI4zR4Lm446RrIpiuJywOTfBj
PcW3TJ6Dlr3hoy4xEZR9OQc1a1JyGcdZ0SXR+HXrArDsxtMUegZ1F5cEaZKhgoB5Uq68ae5MFywH
yGR5EcTgyzqPUq0b8PlHOJRbbO1hXuh65FF6JtN9w0AuPEFnmSTKIECuwdI9WfE1g5ZrO9LkzPpv
JKQuRqHNepTlq9Pm+fxM++Eaqtd+6YuLfkqSKlB8OdUWe5DX6yG6blg++l0cLv7J8LCyU8jTcuq7
+1zvVyJmj/9+b7xlEsdTAZdW/Uax77qDXMk4TEOBOqBf7dxFQA0aUEfboZZbAbBWqo7cdMHuBwpj
P5VtfilGNeEwTavGx5y1vp/C7h1tc79Rzz/kr6HwC13RJAAdXF4/0IRfZV5EcyFzeYr2dtzJRE5B
nSVPc6ruWZdJz2Pi+GYUcjYmCcrEm+izopmHj5uFKpXXQXHxTxtEpjGqD5Msq30Wk7jOIWnqubaT
5KZJ0A82wMbHbT8pMT4HWvqdbxcxFIbQG0xXRMOsi07Y2P0iAI2g3w3tAobiBHI5C9RpS8ZAOkVJ
UM79uHsaxfHMUAwbqzqcFFOJx0XN73oRfvD7ls4LFC/nRKcGfgkwwpMlZCwbDNsc/33xN4K4ixmS
UgGOAMAKisTRxyoSBWbhLpXZ/e7nP2WFE7EYA4JQKiYLzoVueurjVfqlii5maBqGpa8mfNEJghTH
hecAbIlI+ZVbXNRQQEknyck0Sg5PaRxfU+LXsMhc0FDQjesA2VWkz7Kvikak7/mSM6+jmLmMRTlH
Al2veD1DMuam6dpX6K54dcr/0NsONmCWZY7POSvo2dX72h82SHj++1H8++UGQZbfH88dpDlNaJDL
9WtwHCZ9C3kYr0+ZuZAhGmi85jKkKrHeuyIeoX/apPa7374d/2wh2kNyqHmXUS7v+fBPl8TPfis7
2a2kZNmb0xuO1dMx0+kOmOPqh4jPXMwQYXEA3Wg4Tx8G96p73ZL+xW/bztMTMZbQLIuxck6/NCb7
vu7ZF7+lnUtzCdtkNSAkLTHmlRcxZJDKxY+iLMxcwFALAdGY6+SUi2dP6EJdjLXxm3nLXMTQvCxU
6DFCIIQMLbA9MioA7vVzSxczJKB7v9EZVuEpOSTd9K6bqVcAz1zE0BTVhkc2TKDJAmUqOZnHcZu8
KkOYJ/zd4YkQJmYx7A1tTmhm9XFhY31OhPONaOJChhI2SwiLnG4eOZjHRsbtC7NT5bu845rBIiGs
3sMujYL2o4zuVe5XiM9czJBZ+KxCYB8QT6wOiwCSBrdsBWzQ735wcUNjDtGmNiFJCZnhh2QUx1ww
vzjr8hWFJtkliw1acnOgC72LryK2r16u78KG9jRHPzWGxSHh9bAQSm5ZqKnfUXRxQ8sQkpxs2PhM
swfoAT2DfLz027cDTkhPsn9mBrAZsmkLKSCeOF832dacGz9646C70KGUWp7SCtCvbFxeoTos0IFW
nmfFBQ/tFNBpJYBG3CpWDjF/qFY/2rbMhQ6B+DXokgG94X5Yohs6V+QQJuqcXvDf81rcNr/HlimA
OPbaG+AEI5FAibyPv/Oo1nWRT0J4ftno979DzAaETtAEwTz9ChX6bC2WINMHv2PjXKJE2B1vTaAg
SDsk9zoAJzEGZvzGPTMXRqSZBc/IDPOgfHZrZfwlH1Tnt3MXRzSGtKnrER3QITXsQCS7No1ejl5m
cZFEBP1PlbdIbu1Ij4uomkMi6TnprTdcySUxSiGnwQQ5TTjIsO6LZqwxTzXz1S86ukgiNY6LGqIB
kg9zfUG4et53v1EkqEn9fhT7JQxWsOmglVgxWfBa6aKyfvyqeCH/vrhULYeyJTqJQW6nA2uhpjuy
2veLOp5KN7ItawYhDJrxQ27yd4T6NcyBbf594+GA8rCUIcpltOUFDua39ZxG4VtHxXFPNaxS8hXw
ENXkQ7G3jSxbHvg1QJEv/75xy+mQb0BbliJZRRGT+jaYZj/Ci8wFE3WtzCwPCS2h/No9JB2fS0O5
8fN+F08EPfs5TrcQq0eTKQhEuPVgnryc34UT7d0Ggc8JCMVFWSgj7hMr6q02fjmAiycaUhE3sTql
6OZr1OT/tMxLeyTMXCzRsHWUD8MJlWyrzy0VI0pnwo+MKnOFzPD2VMOuW9TM+A6gbFZbcxfQLf/g
Z3PHPfM+UNKgP4TxRoBZyJRegRWo90tFXSxRT6Hv1lXDqYUQX4KwtJzPToC+4aAuCVDVsw5SqqdH
6JxW97uavrC4kn6vIhdJNCG5kOGMXDSeh6Akev4x6mn3Qj9kfyCIlpFPlZEossx5XTZ0aIDeyP2Y
XTIXRCQhJWlyhtU7NR5lk9hi1Z7j2dkfGKJJaIt/UHraw6lowvhTLBYvtAxQlL/HRK1nmUPYGR90
IrdyiD4zLj0t7tyeISSB8vRURwyr6v1paZquF17u4wqZ5TzvyDQgkk9bfmR9c8+T3qv6mbnwoTbu
aJCuDE/zapkOG1KhvCWDXxh3CYD0qOZhHzBn08nmfdUN9+u5d9zJqH/izDJXx4zzMad7syMzr2NS
Qp4u/TKPAao5u1jzFz+ru/enrkgQ4IlVAvJwXY2xLGrUQb3WdhFEAVlVL5XAFxVyemwl5IkBh+qO
/776qYnyF+u4CKJODWlcdXict9XW3HW9qV5SswBgiUGLoC3yNsruWhj1x9bT2LM45SKLJlUtzbBw
PK1HdbefajAVWM7OxPj8jV/k+K2hMTTaalyrGB4mL8qkKiqbnBnMhG7gZSuHdUuDojP7qA9VlSUg
PIyD0e8guOAjbVU+1iyApDBQggeIrL4OUxqf+VbJG7/s9Oe/9DRJjZHiReFb9RH9qM0kD2FY+VE/
Zy75UTybNsl5FZfbuEqogCfRsc3nzM+9XQASGutBbS0OcdqQd0m/R1fUDolfYHKhR2Bn3qp8wtYH
a66XHnjPKvS7eF3c0bZ1SReEzanjgwITjuv6CLxwe4bQ4Q3nc6FHFDK8ed+MrNww2NCVNQvZByI1
Wr7LVEOSE1cmGS6yrrXoe8yKGb+rzcUlkVFv0IpECSefkxRiIUmQ31VhNxK/g/oHNgn9SAh5wAto
s/RF14drEYTSLx660KQ9h458VrVZGfcqelmSuXlXL6Zp/E6qC06Ka8JlUOMwZVQcRs72YuxDz1aZ
i02K+ilaOYdh2nVtjlbENz0XntUElymJ0iBvmcXiYd4MFyRQn6fd+uGGMhedhDdWYJbgFNgEqy7b
7nWMdeeXDrmYpAWwkl5YXAdVPj5qqdS7UJLQC4OXuZCk8RTca95CxpRAz36l7D+nOZx/vzzfSC1c
RNKmQ9tKkgPfJ4b5C4SIGlIgMR/i49S39vnf/5I3or4LSxplLyQJYB0ZbK9IoKci7EK/B66LSyIj
xojsgrBMqJEHVQOY3LWp52l3gUmUqFxvI4InTWNeaDBIXphINWeM/5ZdTh/ll9twi1VNJ0hYIXNZ
v0SVvANLul/8cqmCwCgVBwz0CeWyhQewLz9onvg9+l2gTBai56xj2GTfCYrDNY9ARTT6jShlLkPQ
lIw60y1qW+0erwXDyzy0Xmq9YeZiZfROiCINsDLBNL6Az/CdzoL6TM72xrd0oTIKavFmmNWpPCwD
zIKysq7mcwWLn4Cyv+S4LrvOXk9TUy8J0A/KMHU1c7JmRZCLILlU7di+70ilbKFzRNADE3X2IQCC
dDmGKZgQikFJMR9ngOBO/z8UlC7WvorOcRiE4c9g8ZfduTA4nrOd8AUtD8wgseqOj3Scipo1UVDM
08yzojaKPtV8luIQUp3qq07Hm+4vo2Wal73o7Q42XACjGhvizzZMdTRJKK7rObM/bN1leQH0tDxy
ns/Xi54ieyHSQE7H3nZAI1tI3M+gWZ9BF5euQQeOnbnOior26lXvDWVlvtabOjb7UslDNHfVl3Sx
fXespVw/bKSX/B7ww2wuKjaI4WDtMj+tdtmzH5FUlQABViPNTafV+s5C1i95aIRk9A5kXDu/21OI
MtzKoBMcMra76V7RfczWW7s2WqtiDdOp2gtmTL9BCJ1AEDDbJgXaSAhAse0C0tq7BD5WhwAQxm01
XUGmVdaXekUB7ONoI5tfWsva6GBGU/EP0HEc3iuNh9+7naVtW8iYdvVNTpKGPHSNCeND3qOafRdo
odb3qRm6LS4EaHFSBLBQ5yiKtlBrVYdWtvFyN5t8q/+zhlHYX3Mr6RxiiIya+jGIobJzJ6J9ButS
OJNMP87JzHu0bUPAtItoXpfw0cykG6+R0XNWqE2zEYo/rd0voC4L0e1jaqp2LBPBdfqfqQvWIStM
M0etPY4kGxkD47kcVygezErmX9d+qMIfUFoww0ucAfl017fp2r0LkizIb80a5OrdzPYFH4AtspoL
qDYvXXrAuL7dT5tEG08dMkw1iJelmVP9jjcpa5JDMkByqy/UFOrpDloClL3KyKDxNI9yr8RVQ2Bl
zIjU/IKJvdJ9QYHyeuJzGq7vJqVQhMg6sTSHVa3d+C3Xa2Xmcho6cPvHZhhvgXRmU4zsOmWUYNx5
W567qkFfASRNbfjSViKOjr3m7GjGnjTHYFchvnqaEKj0dYkWB7KvzY72jJoehiwaHvhSJ7rouMo/
VQnr+Q1lmcFLb6y42fGDgqbF229I9IEydTJOf6lhhfAYh6sZj5NM649k13q8jHMV3KAiaQKUaYUi
pTV98j4cVHg9sSUeDp3STVSEVs3ZhY65ZEWeQE66YEMLjcw8SStdLEuL2nQLeYdPqu5WWzDOeFio
AP0qORJzySCScQEKuewTRr/Rs+3Nrg+dmOr2mFSrsUXIVH9p+jX+ZzXUpsWY9r0EULlm6xFax3y+
7NMk/lZPSwAl1IY+ZybXGqrQzV4d0yzh+koPPbo0i9l5QZY0f4ltOh67nK7bxQi6E/Gw8Ty4CKDs
0F0DXjh+GoaQ39SzEJ8jGWJXUoKu8NCudI2vp7yq9VMfQMLrIEJw6hz3Vg15EfYqN4+DZfKx1ZiT
L8xahe+3SjJxHBtC2JG2rIFym9LXOt/7x6oP8FizaVAtx6kbn9pxoFc2g8LWcYuz1VwEqrP9xWRC
u5bInlNZgGpj/m54F5N7IqQWBRAoQ3PL1YwemsaA2HrdNVIfTBW03VW8V91Y4s614z1QwdcdW833
cOewjuLNcQwWzhFnhvha6nB67USC/xwdi2E6NOgTPQpM47MiIjZ9vy1DJm+gv5QCC8CbMb2Ik409
yyGU820y9hgFErpf5cU873Vwp9tmHq+gN7Pddi3kkgvWg5XpsPA4Wt9HcQOOw3jY2wtl7LZB+ZnY
/UPfse0yQ4/krk5E0x3DGAPGaYKixl2+05YcNmo1piW1HO9autLuh1nbLrvg6ZxtRS6ZiYpAd/X2
OOQCvRAe7wr/TjCxjA6gZGEZrmklj1Z1CxBBW17vTzoVa3wEjTAm68hs9qckRciAxETey09zPoEq
G4p4S3ysO7HeV0D3osHNpq0tVxvF9sBqUEEVcqZyvqzbFtq2RRovbRFj0vs2jEV8sajGvOYWWoar
NcxcDRKI3htjrTXvV9X1FXpOAPnSx17bZr7HXVSl9+OU2w//w9l3LcmNo2u+ykTfcw4MARAbp+eC
ZLoqlZXvG4Zahg60IOju98n2xfZLTe+OiqpVbldEm1CoKpmE/c1nFt3SfO+tIF4fisCD5kJUdhy2
aDCpkd9SJS3445rwBHTAvNRXxkGc71RDnbcswyLteBu7ASpYN8OY6xy2UJQU11hR3U0W5Dlo7VOV
ovsKq57d0mV0eqjPLml3XBQNj1zZ0j98BeU5lPOqFBLzZ92Ut0Grusxc8xTaJzFkMEmSQ3VjoHHu
B2Q3NOm3ovWGdyjYrzHIKFjomdZd5Clo2SE98NWDQc/qvbTN+FmvZu5CWjilo0Qn4tTmvIUG/zTf
+Ja4x7zwAxk1PSQB27Lg13Ycxzr0p6a6RsUmjQbQ6CLaGnLyba2v52YdSDwFEk6GAX6o+NjarP3D
B3/3vmzabC5CP2llE/sN1v0jAGLWP/Z8JXU4K0uyfWFKXUTFZEYRd8zJjzTREpV1b5jXCLva98KG
uY6+w6ZySTzr0utepWbNIKFXrM2+tEnuHwCzKtoQS89eG99CEZ2stDhlHAbCkRc4vwshvaeOTVas
QwQpij47BqVWN3CR61zY5J6ZDyIrcv+K5yNtXdTP/TJMYU8Wy+/aMlN+NNUwLIp1adIH07Wyi1tL
8jcp660JSTLxIbKFGcLawQ4s7KUsp1uv0MpFudXlqalNVV3PSq3mMKjSs4+M0dVFgOOg3cdThCBp
sOR8HwSt1xzzolCo/Di/CqHz86WiY13veyEKG2uR0qtybor8EMC/pts1E8ljIwMbcX9EOGVL0bwf
4W48hoPFHRAu1Hw0Qa+vczDCQ2jh3hdlByPbnBcMJz0oNGWczTSwe4aII5yxGZOQLxSX9EiC4nY2
WRXmpJwIvMDH41Aih1ATVSFvKA/xpCbudXI3u/zD0sI2mM+CH+d8DFCFaSV63nzAPeb8Auqe3gxc
+sNAXCWuEpeJNBrn1rqbYe2TMZI2haFS22We3PO2A700BcWPuRBBTDqdKKlVF5mhKspwZutc7ttA
Dt0tHzPnomGoeHps1hKawnOuM3U1KMQjYde1o/u2MCN06K8G1n4jgvAptskUmLjrUkainCJ2gP76
TPr3QZZ4Nu5okLi4SWHUiS802zeok7V5tEJ8+hWCenD2uUjGL5MLoE/T+AnJo6nEarqWqtO3qMiu
ycETCK4OprFieaP73gisZTaRqE6HpbrvspF/aEXLsEcWr0GEohOviwJI0Fboi7Mmj62FxNuBe1Ah
2PNE+/QEL0ijYx6QNH1MwX0it5UWqwoRDqTHqqYewwhUbLgFVyqp4myaEh21RtP3TnlzidpbLsv6
6Dm4bIZ1jrg10iKv+K0BQiGLytyCdzPOtrwb2YA2aOZDxCGUK6B6R6Gz0lx3WUDfoDY/qgjnZn1Q
jAZ3xbyQIS5km9vHlfbTI743+ZMHCUQRG4ge5CeywgslhEhtMH5exyVgO7h5o043V8O0xIXKrXoH
crHsjxKzX6qoV1Snf7pqgDPqmqNLG6Zzrd+IoJkLiDpnkuw8mOLm0eINpN6nNdR1Y9cPbrmGxpTr
Iz+tWRcbByW7CEE/eZWn9Twi+rWmvq6gc/UeSikBCZvWQXuya4cZwqKqnT9pVs80A8hkmuqjHXFA
H60Z6mZn+xLsOHzXUcNfvhAZwJG4eneOd565wzlezq8bB47R9bpkyFXZvJTVaZ6FZnGv4NkUJzNd
g5gOzPejlcrOP+YTC3DejCyDZPcwLMORrhJp4FTA/fgd5pyLaziJV/3XtsYVehDSX7tPJQO9KOKS
pvP9IrKFPvDRc9kOMkFJENcFqfbSV/RDw+hwm3Hc/TGjnRPIFqoB/AcOUnFs/C5ZY103zh1bOxc8
Dvyi9k46A9ruAYEodxGMNvP+bVCtbXtTQu0NEddYzyh9ZEO/J/jk2zpZEWBWVcbN24KJyr0qaqH0
B88Iv/kwsorIOzoPU3BcwOJ9M3LBW6wz0941Yy/yYw9/HxEjrKZl1EHvv97NTtcsAvmB6K+cA1vY
hDldJ8D+Fue98pRMhiu/RdsjWk1nWuyYtlnDrhAaCF4FyJ26wqrXGH8I+Hh3OUkS7x6+UAgHisTD
DsJkF5k0oFNhnvZ8IcuE1gnEz0IqB0fAV/D7N/5gJBYdeONz87FtXDF91hChTD4PZULXL3rEyrXf
GMNGJWevRtMjRYULahI5w4gLF9XMfGe7s0Vcnuvp2pW2L2Iz4/YKyz5FcpvmQ/7Jr6T8MMPA61yV
b1MiYRevsAPQJZrSvatwZy4x9/D/BCYApZvm68Sfuma5p3C4zJZIj7wc2xhnQVZjUl0ASZQCSVMT
s8IiexmyhUGWDz1IvYPMry1jnpeLjeCDwEgIJE7a4lSYoRIyItl+N5YgnaMIDWpipWKEjWRoQqkS
gIHDYDSL/4GygitEGg31Ij8zeXo30omnX3HMdnU8aaylfeY6FZwCMbZwWxB67vVHnfXMProMFYLH
ulGtiayQdYosI3UwEjYch5/COZrsBKVprgHwGvh6g2mV+fUK35PXrJZ5caAjH7s7z3LK4hEnTHHV
NN30GgaocGxta5f5D21ejohOUSsgX53gPt0pAmrhEaCmcY16hNzja7tYMoZirSpztdgpGQ+ZpRxt
rpV9A7JnIuHUpPMnAhLB68ClDnQQr7U9lE0dr2PTOL+9VtOUf63rJbFtaBm0xRDCNyVWIYXFYbmf
DFEF3jKA1r9tb6s2aI7YhO5DRkwShHx0wZHJNfhWEIV0VRKjRLSgWWJ3vMyVuRkwK20Rlp1DlTpc
hqox4VpMHDPhVnEP92uQ3pbVn0OC6Y0nO/hjzETH7qUeWH3N0a7jiH1wvYWpqUUPAKdxDNLDFpce
nC8137MOmqo73TJefp5pWrsddEWtD3vDjGrsLQTYUdv26KsMHgG5ZBZG3DENe7t7AcesJuIoQ9fR
iiTZxPk62Ox6nXNhcb6ZjIcAS4MkniP/HE4cAvQ3i3NpEcJVagpeWX/pkUN5Dc9tCFdZ+V4YG3zh
s0eGj4RaO99lCky8PYq6EJVljUjwCnMt4AQGdFoWSRjRP+AjOvFqDLxgwDlEqcOQQ0UOesJVV5RH
IqcKhukuaCSPoF1B31GCylM4Q2ridUkVqjKwdEmQac6yCU64b0An9AGWOqGy3kgYm5Vco54DCYaI
eF2fAyqAYw5CL+OMNEC2xI+7pAGOzVVpl1z3tF7hRE5VwiKkeMHjlHVahURPQR21gc0/SIiinYYm
6VmUsip4m7gAaOmu1dmbLu3k+9KpUkSUlPkn0L/W1wFsIvAlJ1zoyHx8HY4Z1/dyTPI/FHGGxt5U
1ic8ZLnnC/d2OFjLhzItBoZgaZ6qyCWBPYh0HsipKhYgqH3oKSRRWwoYlhRjIOx+RRiQ7iGm3aa4
5xzcp6YER+aV109N9jo9A3//aMsWYQ5DJ8b/Blpumr2uAK9Hi4bilkK9BnqsUZ6g0HZb6sG8sosg
u8J5kPHJMRzdru+LMniEKC6ZIuUxnLoJbq3axWifiyTuHYL7DgvMoyileaYPxYwqUrTOWQXRaVRH
QpHPu1I3t0yo5e3ESndMTUCW6yFt6v6znUmCy6IahvTKW2wFFiQJcq7HsACl5n4mnJtIl13Vhb7i
nnfPuyW7GXgWkCgdWnVag9lLTraeof/dlEmav61SuOfdJ0HuM8SodJwjl6fpA1EMDkzauupW2JHD
gMQkzXIzI6k+8W7qrpeE+S5C7gSVIZHgIh2QkpX3te8Hf9LKmDwuFSKTsBG5fs3hLnqFVngLGSs3
9ogyx3x+hxpNjQjaA9EVqU3RDNderyQas/20vCfNNJ0Sr195aHRS3LZjU30zVKmuRh2C4rRIFrNW
19WIhO967ANdhG6lbo6WckaeL2rjQRxKYM4OQWFGm4WQ0cmT10qkbXDtFV5+ZdrSTFHvl7N3xRLn
WoymGr7CRLBMQ+GGTIV09Zfu4ENk6qML5nmMEMcldzmb2Cs/0Q/OZQCPQvAumGMcm+uN5XnLXhk0
ub+CSK8eIAShPy4BkourOqMmOfbUEHEgvlzcATYv/RAO3ZQ/CtATH/whybqwT9TyEbRF9YHVU31V
DrzekXrcLxlqLaL+PHFsidC3dvqA/oEfAh2DaA3depycDblNkV/ecdS/4Z1lARHYjQif3mV0nU8d
7s4HcGisd6rkjBKpkcn04Gu2Xo1WiTxcEm2u0vbwuV2ncFjgdDb7ZIrVYdCQlojkuRKc0SJ9zUya
faABFlce5DWwS75wB3hHgpbXA77YRkNVYioK2BDdLqlhtzJdl08JinxvK5HYu6XVAz3qmr7TZAmX
qf8m0vHNagxFYXlI06tCrNA8CwDpvBZdlp0wMV7YWpisAEczVUs82H6qQgy/eJt46zzGEsFzHznP
5MAKocb2ja8QmMNu4KhBw8lRP2okzXe5dsGdx4vK4tZZUhtSLFvsU7uYh4JM87hfW+6XuyxfUHcd
id99hIsLYbi5OUd1vvIeqPaGE+VkgLVLMtWffbEuX4NlbAkKkIvocCVUwbcaSmhffDEW+FXZjWWU
4NxNUPdAaR6VyIy9ZikK1KDYTe5jx+qKhVPNIWZg+n5I4karog9ZKpIZweEyv3LznBeRQH3+DVAw
fIYSj1enSErt9AdKhG29H2UXfMXGYkcp19va49WtLmh5w9d+LEPZcnfXSZ3e4LhWf5YVzMgvoC7+
H82mrTQAdJ0H24ocsHg1shO4q0vEuX6ZDo7aOqQYgtIGK2sgRrDEvRHhlmHex5e1gjcg8DRv824s
zs1DWhyLEccRZdPLrG7U1iiiG/28sTAN3s3zef20cA7PV+e9jIuw5X1T3ixZgmt0B61NGhxzSdYr
ZtEJfRnucUv8Blq9QMEbkMppko8kecV08eFFg74lfS9LgVJLtgJ15dtwTeW9J9nLVuKW8Y3mEggf
NdZKmiZ/tlP1kfbBJWDf86tcbinfrlYm4Rk+W6TJexusUaFeZsEnt4Tv3OZGFDO6tZlX/yEq9LHS
8Y+XDLbcmkRwnK8cygAQNKvh5CAmydEE/fqyz94AA/nQZRpZIUjZFfu6osGiOzq/qIEN4NZTMAJa
RyDEdGd6pvL+hEncENPU+C8CoUEC6OmHI7OZKy5A0IT6TREXSKDfoYXWvQiRIDV/+uncX1BAtOdF
6GjyiqJU0fL1pR/Onn54hlN8qsoGYExnb+VSRKy1L5KPkVujCGhFovAuQZ7yh/kdSotwUM/ev2yl
bOC8wYBemQc2zy7pF36fl5kfTmvqXnSgyC3tG21RqdcsA8veQytn6ryTKrKXKTDJLe9bTIRoSVoI
d3HUZtG7AHQBefWLxmXL+x7TOVEr5LsAvdPvxg49KRToXvjZm91ZzVDmR6Ub8JKeHY1yO1PTF909
csv7HuXaJSrA10Ytdz/VxR+6bD69bEQ2W7OHfKYUZ2E9xd0aTbxcjrm1a/yyT99szWABsCBNIO9Y
OG1hGN7HFKYUF25MhS34M+5EbmnfAnUcSPaCC2Mmh9gx5QmMVHsyA3bBW/SFUdYqyvZYSTr/ZaH1
X5/n/5F+be7//en2X/+NP39uWtQM4M20+eO/3jQV/vnv8+/83595+hv/Onxtbj9VX+32h578Dj73
r+fGn4ZPT/4Ay12gZB/QDF4ev1q4IH7/fHzD80/+//7lP75+/5Q3S/v1998+N64ezp+W5k39219/
dfry+29gQ6BaqjWEpqDzy7h/3tX/9ePz/vrh8wv9/tvJZJ/sP/7X/zSf6i8XP+brJzv8/huj/6SU
AAEMgXK0V8iZBzB9Pf8N1f9EUoB9zSQjCKbPKuM14N/Z779J8k8hgkBILX1AjvgZ6WsbpIK//yb0
PwP0AqhGd1RI3xf8t//zdZ9M4H8m9B+1q+4b5EcWH/xkESlCRED98/MVh8EG3aJm/R5NcGgdrjGD
0WgIx+XpaAd51RVoviXoPl9Ys889ThCBcYZCBEW9/um1MqBSH6D9gf6qptmubQIGxDS6fT2pkp0t
mLpwKGFsf9gj/3492EppLgKMltiyU0rLhe6EIbHy8J9posONWIy7R967xIu1Bvl9swwo1Zt0jwT1
78HP//18jaQaZRABH5BtxFUC2kCDtiKxzFp56kjnRXUhzAX87TlI+c9J8P0pjPiU+RLRPyJGLJYf
EZUogreUjRST2E51XCA837saFY6K5Mvuh+X+1/r5cb08M6Co9gdYMgIrJtjegX17tioHci0ufcjt
Dtpbd5UAfiRYGnOkeUYjoYGrHSZvjXkyNRfedAO2+/erMmwaLHsYr+KLPH1VP4AuTyemNQbpaEXN
TRr6KPGVOHAM2GxhJqr+0PWuKEKC7sRN5QPZdJ5jAMBqGNK+hioeqkhl6ZdvV1TkiigdR/R9K5TX
7lfmL18AYFSfSVsBS/froaPPTRPjBC2h8+jJLRmwQPDgqp5g8VethtBV1UedG1AzBkDivppJEM7E
u0nqhMZZhqxcjoU4YXGjeQZa/x32TX5Ek8vEHhoxp19/ufMS2S4hrimEfAiHPOiWSDznwQA4B9pY
Hs1sCMRae0idHaIR3WS0FPu4yxUqix2bL0Svz5wIjGtBBcNBqHEWP53Qxs/rZFF8jZNWub0alvXU
QYsuhnvJFzLaC1jsn6YA70Z4wKgW2vfllhZiq2bSXgkNsBXCV/ua9foe+rpVqNn49/QYsFLPj/Kh
VC4E7uifki2aSNtRu6IA2jaHOgnWOzd21YX3eRoD/PshjCuBhynkF1sE/pq0PtBtiR/P56LPQodu
V/j9Fy1Q/FQAo0Xriojs10vlpxnDizGf4Gl4QQhmnP/+B/y2R50twNsQ8dgk0/0E9uwNelxQh8E5
FAc1vUTJ+i6e+GRtnh8IH01fa/AXfvInOZf4fDi7iziv4Dph2hrVP5ggxRTQoXhYyo8WAe61k93w
usKmQvve8p0n6ksk3ue/CBaP4njrAFP79M0FGiDLHHh+LNClOToAwW5So/huMkASVYDQXXnOG/ap
NU24irk79eVU79yIS/XXU/DztFNfSlzdkCZGE2+7WyW8ZDPgmyGo3lVAbSKxPDT+sAt8SJXrnLTQ
X2KXbG2+8xWeTgMeqrCSESYx9ZP1lKxR5S+V9mPmuSEqgySaTbOEpGYwqzZFtuOTXx9S7/wdgnRH
KiBwS+HrPc9WG8mkqI/j1JE4U/yWd10PZ+2Ux9BgG9787dHRHMaL2N+YpmAr6eI6H4RX3yexc+ZR
SrM+IEauHk0rPzZD3gOjYILswjN/uhcl1T6iqe+Dw9g5lPtxU/gyT5OAUIJ2R9ddj5Z4IU7ZPG5w
qr4h2fy58bBQdNAl+9S/qF313NwAkYqTBmuCS77VPJKsyZbaBhhcYhWGOejeQgHWByrE92NruNvn
xoNdNdBaEIRvqngo/OawEGjZQtkNPJjZsr0DNC9Gm8ocAdFxO6nZEGpUt+JfT8+zQ6UkVFKRYUm+
FWdYUPDOzbiSuOBMwxPE629XoNtjOqL7Xjb5qUsDoK/MV4SK5YVM8qdr7jxNGssC9w1AyVuBBQUs
IZ0spgm25u62TPoM3cqlv2qtl4awgir3KS7CN7NoL1FSfr55nj55c2radnFs6CQW5dSXMK5HeObq
sdh59XIhpX3mcNC45CTuA4SdSGueLsWuQWWvWx2JZ9IMu65vEU7MKtillGYHwVh+lbDVj/7+pP74
0M3r6QmN8hp2aXEe8OpA/VYd66T+DPvce9kqPwzKpYtnyKoCgdD+3RACkyoA1UJ6FQjFtkRx5xR0
GhPs96blHEC0rn8lCKlPKOaP+5rk4sIiem4qhY/DEFELHrzVRQHIQZqOKRL7Va0iVSblISnlnwoh
66WQ8XxsbM5cDdtHpI+EMGzvTb7kef7a9Lj+47qqoFtepmMM9FKH1MWvDnoB8LGTjTrMwVjHs3cG
UoH6u6shbnphjDccnHOkgUGG+KNECwztz62+HzD7VVNnjMR9APAG4BQC2u8qiOq6NDvVtOh2ufHc
kHPocoCYE+oFLdR8sRnMohqy99kwXzXIlC8Ert/7MtshkpJi3pmPyG5LIs4W5+eF5jQeBdpsaHid
+qB9YAtAj32yrmG+VNMpY7mIFdAJ0dJ3Pdj+OAJryqfdr3fBc1tPQlkFwQGC6Z8EpplxEh3QkcaT
ouMewXa6a4HlOxaLB0B6pdO7BNTgC4vkufMUZ7EESBlanGKrHCHdmCk1UhpXhURG4Y/BUVbLDZQS
mlAQk+9qgV6T6523g7j2JSmM72TA7fgrJGQ+B0cT99/m5gvyFSlJgN0A6IA8MWSHqEUDd+pPQRV6
icl2wqDdX59zNMBz+6uBJ/MtfgxSBfCwi1u06/dja+RJArkS1cjaLpxNz+1XJSi+nJBIbrYDVJWy
h4mWo3FR1zRyqsj3/lCAPSEGfaGm/XNsTDXMROEyj4fhjNicvUxJaU3JsV9pKb6O0NmIjDJD1I3N
tAeEXl5YcD/fZwzngqS+wqYE6Zw/PevhxCjAXlI0hj1IApAKAbagr+cT1LabkHX0Rss6Mpam7369
0M9p9tNJx3PPkQFGVCNvO3+vH3IAP2ESWkJIVGFbmz+mmjTRCJebw6+f8vPKxlM0BzbTZxqB4OZS
YZ0HckwiaOxw7t8HrUSfnTsQV4wPtY5ykWEHutexFcmXYA4uaVP+PJfnpyPWR2CHmGo7l24sqqkh
GFvtZRpRq2AxCHDpW1MjOEi7wruwj38+PBjhFBrPyK4Q3G855hMFsLrNLItBTMp2HZpeQNXVwKmY
qohzAb7DavO/15o6H+uoHIEgicARBTm5zSQ4GJFVcX4oqf3pJkXUFtvSuL+9A3E0UIKkEXsDt+Zm
mTrQiANbOxZrpAg7KhoF1sYCeUsTXCq5/7zZz49SLMC/OIK3NyYvpjxhHV4oa4slplU7HtBwGmLX
/P1iJsYOJShBAXxE3LS1+bXpCIykWYCehGcZQIrln9mYpDHYzSiALWP6kkHUqFmgTIuy9U/6CTJZ
h1HUDAhVCzRkhxQUzfI0YiX+8+uN90ymy4g8T5dEosf5di2ytSth2DEy4Ikd8JdJM8I4xUNICTAO
cDTVHK+BVvdl3bRxqtMRsI8FUOPMI9WFXXHxq2yPVPCLdDU0LLYTcQCqtqBP4vre84GAwuTVcwwg
D6D1KAZ8gCkrjVswMiMKMfkLg/Lc/lQURUSGigvqR5tFPOIqU0Fd0ljNrDie/aNmdgdVBQKbWtB5
R0A+LzzxuRMIFzuV+FfgeN+8OrxphxZ4N7ySDwQgVBvZzoKhE5M2e51A7OLCZfLcC2qGNwtwk0hM
/tNDPQCijeYJDnWo7eQnTuZkV5nERZWrH0TpjUgo8ktKQs9dYIihUQz1CeLpbfkvl7SEuqB/vkiW
dOfBg/uKsWw8NNzvH9CcGEFZycgBkKNL4gbPDq5U59uFIFTbCih1GYeGSluwuGiZBgWjX3bVROvY
ZU22w2Re2lPPHUw6ONcAKMCJfFv9nYa58CdwJlEWtwWgDE7sc1Fne5iosQsZ9ncdps31jIQBEQHU
mVGt2TaTeUJAuKxz7BnrzTft0J0GAh4F73MdV13WQ9Wl3RvwRbWh+mZpiX7VM0jYgDOFqIg0IXKc
4EGmkw9iJFFhRsGwX0W75+tcHCdmkgOBp1w88vwtSVJ+JAIuFsxbs+u8Hcq9GOCYCSLJdEgaUKWs
0egVgCEbessynfIiU6eKrf01VMnATlOQZ0w5dftfH2LPDDglOCaRrBBfsW2aBswoK9cZSysDkiGW
LbMPqHI0u6xLLylwf9fb+GnA//Os7TVa5hWBIAxDEmK596rSiwNsu1xRsZSwPCvmPtarHQDQ8Px9
knCxh3af2RdFaU6oInZh0XF3MKAPR2M/1teA0zp8z/FSy/iZNY8hkWgoYlAEFB+f7vDEsL6EfDry
E6zTKwi0vunLvnwHUg/H+b4CcP/rKXj2ebBfQ4+RB76/1VlRCsTB6RzAaTcmDxWZhqNNtNj3ALru
QU8vL5xgz045KpNAsSKaQcT/9P28tA70ID0a256mN8UCyL2HovJutMt8YY99P3y3U45zS59Loki/
tnKanl9MXnEus1R9NcA6IzFFCFKb9ziLcUqjpszy+xJExXs9kMepBHRUlGV+5Imnb3MwHz+0ADFl
HftaOEtv+lmD/1hZX/pR1poKy2TILGSG2llHXtJkqIy1w06XpI+9WQ9ThBRzduFazejSAHU/iWiW
CbjBg1evdQSynnpHBrD7oi5LwBH0ullF1Kugi8RWO92DQdxfaVNXK/pM3L3uFKolISqm6jZFTO7v
Ab7P7oxhcKU3KZOfYHEIFuoiOB3jSTSmO1DA6cU+U8ylIW4pF4RiSasyFKocPurElN/oCHpHPEM/
4dD5uX7vweHqfTAN06MomLtVtVw+VKwaxxDHWL9vhWsY7vSBva+Q9Zi9nkTvcGC2Ftr5XjH8MRVd
9xqUbrqfOoZfs/B5uG1r1X7US04fhzO4CJCfBLa0/kp2NQWJLBokH+aoSjP7BXTrHJwwk0BE3PfB
g4osko9Dm3L/ksnUM7cpigA4hTWycqiubfLiFTGEch2kuVBq7Y9lLT8AF53vIARK4wDcQRA+Lb+w
355b/z5q88gHcYH/ZLuSMgARKngWxrxaQabHyoWHSbZARba0F9b/s4/iqHRIxKIIqzbRkOi6JICQ
CYpuDkdJ3RJ7yGrXfFhXTM6vT5FnSgwMWQNXFEU35GRb0X2WkRqo+ZHEYACrmOtBXJMKbMI21a8g
nOPOYhWghJCg22soFu96vugIhEtxtSBABD3MTLvO8PU0rWI4JMzpw6+/4XNzLRCUn1EGqIJsHWnW
wM4QGphJnKRVEy9lb0D4keB/D0MPrlw5vRqLS4p8z1Tk2Bk2AuYgcAUgo23Ctcn5IIeOlsY1L9Hu
XnH27AyIQHFWj+1nqLdIUIB5Ub4VQeogtgAax9uxCOZ3y1Ilr6fOCMjVlK65B6uQXtJ0/y5atjke
QVhFiUsQxFboLD89ikGdHbqWJiQGjculkR3noYQSSz+PYcbn4NpNlH4okc37UcXA+4y82RRnimUH
AYKA5R/qrAVcX9bVqxRoQdBIrU9u17kvQ2Ri9mPmC/3QrhloTwkClT87z6q3c5v7Xxxfevn3I3Ew
EFHcwjmP04+f6yE/1DsECGK2rmbU2Dyl9pBO/sO2zo/mgOR7bQX7++uJMbSSfB/9To3a1dPHYZxh
DVhB1gTSftCEUjMQgSmBF1mSyfuyVKBk1tjWv17Ez+xoVE/R0GU4s3Clnf/+h3fs12DsajUg24B8
C+q1DahnAJucBvD+LzzqmaItkiiUOYCGQgiORt3TZ4Fe04xrjhcEJMbE6ZK2uyTA1aGmgYbcYwlc
jMDT1BCwidcquJ4nUJO9bin+gKrHfGFynykzfc/okNT5yHa3UUphJ90nAvSvrNYdzhgvC8cqW6/a
vIZIBZnq6zEoukhmUx63ohguPP5nXIjE2iIKXkegKwAsxJ4OxgQGNBsyFHB5LxU0Clz+evVXcQ1i
fXnQleAP5RCgtA0VrLdBULrX7dqiZTWASMozOYXwBocheC6RxViyXDh8nwnhsARRsgHcBnCG7VJc
Z22SokHty6s6eoCKz43fzwfmBdmVSeHG8+s1+Fy2D0QcxVZDSkb19lDTQEqTYEFNZbYJuLhgxJzt
j7pDTkBdA54XM4A6UqggO+ShFFIDug2lHfYX0PEJzvFHmNN5P29OLwB1zoAx1FuAPthMCRNtlfpo
IcTpeYfnk2FhPo3s+Ou3fWbhcWQouNWEUgowmKcTL5UZKRQUWCyMpA8NVK/iNl1cePZM34uA1XFJ
xv5UQ6Hp5LrJXLjCn3s8RcNAIxRhAds2jdEpyswIYY4Y2lL1LlnnNa5Jc2YkV+UeJmsi1grqBIXp
3rSgj97/+uWfW/bnyhJSM1DVA0DKnr59BnsBAjY1i/ME4hpgoMtrR0YdL8H/pu5MliRFti37RVyh
b6ZgvZt5E95EM0E8mqQHBRRQ+J33KfVjtSxuvap0S5MwuW9WgxyFpGOGKYqec/Ze26g2cvTn3Xkq
QDtS+Wu/hIPjeNCfhpjSMp/cdN2I8mzBdj75YhI3bs2VFzolhMlrle42B6mLDTgLRrIU4f2sZk+M
q3QxjUc4Cvbe6hkrERE14hZebnUIrl2UKQoCSJY/LeCLTVENJlIoN2XRzeuh64p7a6iXTeZZ2a4c
Fu9uvpWn9fuQdrnMOeay51GfGbS5P/4EuR2kYEO4YjBhzXWCOt+YCIlXU9W1x9RLrfN4ccBknFbb
hSjPcMwD9VIE3XsZ5HgqHXGLp3dlu7HQ0dOMRlzo0fX6+InKqnYHRPzmyiKv4RlGwbDVRvHai87d
mhVW1j8vwivvPMrhgNcddTEt4wvDQJHQ8LLKGkSS4VTrXDjUSANnSRf73q1t/vy3Lm82el3aMgFy
W/RaH7+aw/NWJkFprRgfy7vMEcxMUgldTRkgZUeoHs3UO1HeaXSrq0XuRerWN3bza0uMfRzdJjcY
6cXFOz5LnL6vdT7DEtQtzz0+eH3xXms96MLOyLVI5M33P9/iq5dEqXTWpfBAXfa9ciNrlLIVm9yS
yvvamDB4xvhRgwSyAqIWPL9yCm6VJ1d3F3aWs1DU8JlcXyztprMzwnliFlJhxVhSC7Eu1ODetcTd
bP02M8JixMVhuXaZhpDY/M2CkC5MZN2t3LkO1npuk2VxNmNALshv7C/XljlvezY+3vxI0M/vn7+d
tWS5+PCVUmtlzwZqkKCsdp7AgjnT4V/buQr+8/E9RxyLbn5gnvXel/oklkJP5Jr5+1fw90ZBX8DF
tLmJfYCUOKZ/gbNRhyKpEjBNTb+PKzYEMfr1iaDnKQziJOR0OO3/vDauPX6MGDBbMhg6T74+3gZH
TENNUYwcE9HiEpvIx3ooidKDDPHnK11bhZzvEJl66GLQg3+8UgLdPcvQ6q1aLfGOnl0W9HgXHMc2
iExQ7/pdYmW3ND/XLoqSh1nNWZtlX77fcyTKWWJLe6XZ9bSeVbJdZFdsAgPiRuc3L0iUXv78Na/d
UHRvHls5WV3w3j5+TWWMZV53uc05wiujqbWZd/dtEhZ9divA+IrmjBMLszbHILTUZOr98VqZlSYO
iCKLvpZufXOTMds5enA3ADUExjmcsZHEksCP9LdAe8xI0Tw+AvnQNz6m9zs7h9+CIF7sSUno1jWY
C0S/9KZnuJB/vivXDjocKFHgB8hYeJ1//KR50idF0Uu4PNrsMRZP3s90sUPadS3khKI4DM4yhkaT
GmvEceaNq18ZcTBkMAObQCzetZd96Lqx6yEBRMxZch43pWTPHUCmfMJSLbZ0F6EhVvmL66v5f/B0
BdRWLEEGKwwNP37tdKLZ5cQlF04dmiK6n9x5SptgXBvyf3Ip3+bVBkiI+3yx7mwAmsCOWOl9XHeR
r49VCO5pXvttdcsg93v2ePkepZ3IyqMTdDauXHwtv8TtoOgrYkLu76HMDYjT+2UdaMb31CeBRKVB
fmhV+4OJmskJxpkjZwnUtlxMdIUDMTyavg36HipubeEhYN+F7qyHLuU8+qAShByvi20CITBs0niK
NA1L4Z+X5LWtIUCgh5WHTcn+3T752wtg7sjpS/LRPs/dofx0sEQsUg4PrddCF0j6kWNBZ9w47fzm
X1/cOkSqZ5EUHcKzYu7jrbO0mbDTfuLWtUN2V7BzhVWMZkR5QNI6Bqorq7TfhspNoCzI8m5sGuPG
03Blh2JzcjxeynyAf8QKpUy74sJjpQhtAu+JfvlB+N5X0LzZDXP29W/rBGyEDMLOY76P35bObqBy
+CFYeke0t5IhvXDUXwXEnI1bNHLrDQoyVzVTebuaFqkgMG88F9caHZT2NFMQWthsPReL1YFDMugx
vzNmjmKPEMeC8ACXdHSmacfq86PUa7ONaxdwRyXt+ypzAtR+QXyossS6cfy7/nHOa86HgX1W9H28
JU115qkV1MwkUYrIkh7uDqPRwsmUzqrmHBA647hsLE5s64me6760rC4SfhBEM+/WG7/QlVMQGgOd
FzLvED7PxacBRhbDnAP7U+T+cLcYbFDL3GgnRxu7dd4YN8RZ15YeIpTzKAprAAaGiy+fEgeZQCfD
4+I5oW9qxT5PA0pKegA3bvTVSzFmO0/bTB7yi2/WJ95cT2Znrzo9ZhNxUrZeB/STarVbS+z8qS+f
6bNF8L8vdb7Jf9tJ6qmcmQ/xQOVNkIa6CcrU7Kd29ef96lqpaP/uyPwWvQDs/ngZz48hV08c1eZ6
lu8ujaAIxU8R9kgC9/0I20QzjHqvJ1a99a0ZaphGqzkbUFv2sky3xCznt7azcxX+j6/OuvEYqtMJ
vxQPpKrrWwJReLiYFiH8RTmYWoKWgdm1G9Otuh9ZPNuhXOrlNGHD2addn27zSZrrP9+dawuZfj5m
DLYZHq/Lp3zG79U158cKSCIzuTY/UVGXoVujEmnSwrl1nD9v1P/45pTtDgd6cPaXoT8CZqbTKsxF
Qn+0rXICOqS+JdrkbIc595k7VEBHW6eAx5/kZHJ1abDJoFG+pd2U3nisrn55nDkIRn6PIy7OgSJr
nHJpehbgMmRRELvLti/bdtX2XrNxUsDmN373K+9OxkAMPs4GgnMl/XEpilw6JVRDitgu1cN6gjrZ
iwVCbQNgsB7OpL7xVijVtQf6twDboCPIcrp4oLV5bATcX2ulW2CDqrKeVhhLOzhN7a239O/30uWP
i82JHZqnlVboxbU8eyEw1OgQGdIFJuED8FgKC3DN/gW1rU76ldvQow4KGawI0QNVNFRGhARe23Sa
3q5oaCdr0N/ewZFC7Ou6rY6+jQHSZzy0Kdoawh397nC0zXo3pc4M/2eyotkum23rVGCDwJdtUs1r
H0qslBtIgyZaFe9Wk+3Kwdimt4z3+jwl/UdNtth+nQ/2YiF4rLIVHNpgZaapu21pMK3I76TNXKTz
vhsWeWM3u7ZkOYtjRfUZQrA/f1xB2JbIFbNTG2Gp128H0fSPiUtO1GDmMdWJrv8PHhH4VsARGREy
DL64XjG6HsFmLftD782RmSkXBl+CvlPEBthky939eT+6dmf/fr2LR9IS+uKkyKmxHw0qlGNnrTst
PSLGkfvenor7oSMTjhScW8FU50rqcumee2n852FDuqx4U8DKdaUjwEAfXPzlO7V/yGdOtP4yT6+M
a4tTxWqKMmiem4lwtxs7w7VJMQZo2vZOcNZEX+qSNXD/VUHlsFogL4CTbrKvEEztQ1MGap+CkI9k
b8pdpex4M9nS3LW4Kd6zGdmZV3fHYEgMGv3A3qepK+/HDMTvn3+Zq5/w7LKlVqLpz236uPRyI2fN
z61JywMVoTvWPy3VUih5Tr9tzwJ44cF7hsZZoUlT5saXzB4wV+vH3gSUNs1efppaYd3ridsDXfOM
5xuf8NpbFSYwt48XDDLAi5eZ0Wut4XFVhitaBqdyITK2qcyf2WLNm6kTywrxh/+5TArg0hptYNdz
ywc9Trsbb9VriwnDZ8DkX2czvNwHz2h2qRycYbZB2S6RCpJxUth7f4kJhhhcdzuM9lfA6fommxXT
wz/fiGtb/t8vf3GwqlKnm5MAEZ0C4/ka06XA2EITE2K9/vrnS/0WG14+N/iDfu8Nuo4g8eOqyMac
NKq0QZgF02c1mXO1HiYdw7XtNPsB98qnxDf7oymWmnNOPm8TvU73AqZ5pOrY+UQ187My8+eAcvKA
VtNZOQZkP86FyHVrzblnBDS/a6WLZD4HrVvZFhjQqZDHdFiMrzo5B2ty5EoOkaTTO07RbFUwotox
k/oYMx3dAEvwN21dWUeHUfTBGcx2A6B3WJuGO0V/vh2/x2uXt8OnS43RH93HP4Sv3Au7Nga0krys
hqc0xeyLcc9DApzEEVAA6ziKwTvAjmxP+bgI8kvEdEdeENxMy15IOMpHsiAQMlqt560GMSxvxCqb
D+Bn663l5jWPeT7/Wgoktc7o3RqsXFs6mECM85mIN/mlHJBe1GQAJDVWEvYlmQ1pt0VvXWwZeXQ3
Xi3n/eIft4rZMR5pZI6YpD+uHMeGDz+MTNHmClIuM54s1HJwmoJOfuipoV7N+HVvZLJd/X7sEAYd
QM/0Lo0ZoAoqwx6Y0jheOWys0anepsl7h3F7i7B27UrILs6/qX2lhjcqjwJK40pdN8k9mvVDHIzm
Y+FZt84EV6/EnJtJKGIzhFsfbyRmlxafLhvzJEuxNys45Ti54rXpTdqN9X31Uq51Rs/QqWVv+3ip
BSa+hZCO38wGuO26bbnxeo5AWerf4nddWR54dJix4obAGuZevG4qoOZdFzMG6QiL3svESraO0XQR
ElW81wUD1Vm7Oeq68v0cZku0eXj4se1c3MrAJn6xFoG5cic/WIvELlFjOSq0y+BWa/daN5DhDhM8
NCuUwf7FztkDGQliAhlXY9DV2xnoUZihHVnrqe6etMzq1go/+Ab86/QtT8HxEoMIq8BPixVWlX6r
lQ1N4CBBzggqZMVb29ksreYfvTHRPzVmbiKNtppfwpR0J8q43jI3SrZZL779edO7djJAD8NojvGn
HfyjN2MIM/u30gLXEckVeC5CofXJsSu75DDGgtPxkJPb3pf5pi3meesqvTjaZUUcrsirlT7lctVV
k3Xqx9olJ81t3v78Ec/r8mKvceljUeMi6qLyPL+w/9ZqoJNlnI22yMpnJNS2p7pDnsJs/PNVrqye
v13lHw+iP2b5pDc8HUOTaoc0LfPIhi+wK1Iw8n++1JUTBuuGgfOZZMGKvTjqQHjNIPd6eABicsIS
rxi3fTsINEAeJFrXjJ84z+afgtoSe/S41Y0y/to3xfPFcJTxAI2wi7WrDzPregaCoLou4+tm+WGx
5Q9t6vrtn7/o1StxLIcZxbwNptTHX86QFhqSs4onbZLmubG8adsNxOO1xJ39+57+R4ywB/Grfpbd
r1/y9C7+P6CAMb762/08U8Y+UL9e3vOMhngv/9d/NX+nfv3+3/5N+fKcf/3WSJ13IIxTdAj+m/Ll
ev9i0Is4lK4j2iU6RP+X8mUb/2JGp6PwY59EsXv2afwfypfl/gvbJpQvMIPkkfAX/xPK17ne+38P
LuwZRpBMP3mFgsSAKmZ+/PltJ2NosljB1vZVvUpiFBWy76fPMcvl5MHtPMq8NZ6CZriVSn0m61xe
nPY3E25EbsiPdftyh8aNp3tLrsg4nLwCRlQvXvnO3kCKD2Yj0tMWxEc8nPPKjV3JhEzEd7Nbk1+x
zOWP/kxWRWNsPZGBN219FXhvAMSSZz3w+yGs6skiS8BJfRSLWfKUNoGJQcUan0BdEGA0OE6HsE9S
7KNoV+Oj4Sv3exyT4puXmRgj0IhHztEwnmM2TcPsw5jj2nfXVnKnKjrwHLn8d1Wa7RJqEtHqZmzZ
hzrYEsg0VDXlB7jhoaZmVUA5UOi6e6cK097Ons+07DuFMe0v2fTl+fVbGd12nvCv0aMcKkjcDboL
LyiPYoqTk6F1hN/J0a3DqjDFg5UrMpzKQbQ/UEKK5wLyPj0Lo01/NEUdfGnzpF575SxXfk/IS2TL
xAEIyNAhWRPdhg9doDx71aax/2KjM8s3RbmIPrK1vCcGBpdQtCgPmPaUV9UbOMAu6mYzUCFJjsXa
myv/REpMvff6OF+PlIo7XNTpijJGRqKbNTghRf5IulSzjYck25DzmP+FGktbkx4R3/tx3lmhnZjD
0Rk882RKS1vRy1UnI4jFS+ll2mZadMTxcVE8wh0B5s6ra4M21CLcfVJfpZNhP5jVWP1UhSq/UPgZ
d7M+2KdxTECV51b7ZtP82uBVTF5lnGsrkS0IxGYoBiG6GipDOjIFOSGi/UlknvNAaJVE0AVLX2iJ
yMKFHXFVagOxg7neHTT03fdi6IGjlLFa+UA7NtCb+3fpBysxdPeB3q0xeC3kB04kelqq37u+3j5J
YVoPtdGq1TlwzClF8hNNpXYovYY8lsVINmmty7taw9oBXVXb59Rcb4igoOU2ltw2mcEostSrb4Ut
vSf6RPNfVWaBQ7eLOUPymdZLBGgddllmkwFqzOORKEx/IKFTn79iuWCavvgJsaMyIJ/IcuSytuDe
bKo6Eft+mfd0HH5Ia4yP8OKaFQ/G95ZNJAQWkAPSFl5kjymjUG1+dFzN/2X58gSGLJJG0FAkqU3r
xNra6ZP2IRmLtUAhF8YkzTxOvoG/ijSJu1ZRRiZut8WNfpCJ8UmcOxpZtfx0G3s/YCgUkGWOedBX
mxqZ1ZJotDHBzBhzO36eTIPTvfmjK3HlWXrySzOe4bneL8BLKrBPISKpJ1Vmb1S1L53bHeLMetFI
T8B+9clM211OME9gEe6QT1t3yE4W6S9xrJDO5kTBVZKHqajJH0+6l7ru3uldvHVoq0OPZx8VuROi
B9uW8escUD8X4/fUsl/Swvw2p7M8uZrbPGgEdEWcGazH3sx/zhSmSSiVuhdSOxazexjJzDJ6Y2eT
YrF0vyqL7EpS2g94rlz6cAnYur6DltS/6AT0sEFFVlyzCIeWtoLwjwRHxtRv3Ys9l8eGbDFcmOt0
6sNkcXZ6S5IawiVuapqRviItRJvWD4r6PCIgTJ4GC4R92VTFrvbrF7vA99OBstnJNG9/WECfIc+B
uFGGsyqK+cGQzRctT/1fWmBpO7dzDvk0vUxnwrruyObZcMa1WZfJZ1O1RHCOBCWZJvCk9DDiGrLz
zxP+hq1rDOvGxceHxSUkVTtaxDdnrK1wtpIoKfJfpEd9yivCimTAbi/d+3kquzXKmCp0qldsry+p
f38OLyVbAoxWUf+MC/4+pVgbCjM+SW8IbUlGTj5Mn7zKCWu3Qg88RAYwyYhcpUOJUXlI9W9Loz8A
QT9BPgvJxzpSyWmn0Z3G9ZwJgjzAJHT+jrgwsdGVB38y7T9JFObExqQE/PVr8ywr1SQAvHjZa3Z2
ajvYSMzAeYEiwQ8U2STtcm+yU5Fz+2SCviB0xUtCM2Znc7MvWBW+mEKc7IDfKuusz7lkBBPUT0Na
PRSd8WQMAf5dPz90rkR7pwXHXOvTqIrHhuAS0hgTlYV6nj3klvbAQ/2s9QTmePy1BLRElAVotxj3
NAS4hbzLI/So1RrR2MPo4x/LhHiYxvEotOErKMj72HciWhDv0iJV7RxWGaeBB/aJHCC/18I26OlL
OCfaa5Ll6hL9OtyVsbivFz8acu3NseqjMWnnIKclTKvxqeBl4RpNudI9XEWpJPeosfZTMpGRR1Cm
TqFOEAwhHpJYMrWTzquJHy0qNY/kJPKo1gQFEnOcBPFOGt1RVc5JCTff2uIXz1cKISizosVS3l0s
hzpykpyIBDb4I1TuNspnnc5yrV7o9jA01vtZkoqm1491I9XL4rvaoXbtT6VDVGpQ4eiSNVdbcmte
BVWZsOgnVo9WIe5zdF6DHos1kf4uXyAt9w19McVB45Dp9bwdSVUL+2FeS+tdTC4KTXuMSWDSCHoL
Zi9qs7i4y3zt5CWzxsLB3NJnOekIRZs8U3cmXR8JtbyP3vApbqo3Q7oPi1VZb8orlX+cY//Vx2FR
+OVmnLyQIefBt7lTBN73Qb4hiwA2Vq5OvnWU7Zsviox5DT9Tr2WPmE15pokdaeZ7OylXEwEXnua9
0leOlrHwo8DOv5pVSh85TnHjkuRLK6iuHmRJ6upk9d88t3tcFPGdZLQieXEPycIbCfypZ8g3IGUB
CzF/J1OUXcv0N7IXP1sjpfikRKJBThndOczYPGH/HGvvtZmBvgkHqXQvyu9eRTqMRMWaVdgmeqn2
i0bk5ZATkpMk5fOQmHuhubu6zR77Qjynefpa9tldrNmYgVNslPWj8pzyvu6eB73flSpfqSrgwKJQ
FdUvc8ssi4TFhpUSbNMpPRQOgSZu1R4ggZphEzscb7EEEs03xs3e7PRNMcmUe6N/UalaFVlzmAv5
Vx6LUyDbQ3eGKZGspfKMaFyNr+WvjdxxtmTwfLIaXKQpUjqGcNm31C/7sLFHO3Q178CY/84YyKyq
JvYqycqftQoWn67vcF26UbcYkdDT1aLIbaHBEzQVNk2vPvYq7mDSxkskWKihjSlape26zdsjUogp
HNnB3JYIajefiGTTukfTrr93uuTXsutsmwh8kVreuqGYSUeT6jnpyHozJ+KXhO5u/EEQzk0e4+Ca
b4njIZkfsk/5KEcAXZPYYdrmUzM6HDF60wged6NOfqKetfbGBvRExo0O/NM+C4GM/FU5BJK5ZbcZ
BmONrGxt9Hq59RuSnHLT6EPNT6xQ7w1zl4FBjEzO3mukJl+kIbZpWR7I832yU45kEzsKwQDetwDs
SAiWB60tc/JEBFmkcbxYjW7WbmiNcZOz5HsRCydELU3KtWGug7bVI8zebyCjn0A7nfBVTKvGa4Pz
1Jl738a/lCDatZqfmmzqQtF52rbU8k09m9xgxZ6Yrxz2JmB5XyoUoYfJ4gDO2roznLl/qzi67ZLE
38dZpuPEJplP+GcLPJHZS/qXEeRplNTdW6ENj8Iz35B37ZK4jginZucwi0ieFyUh2oQ7khpDaumD
KpnGowDYk67YhqajnzRwoRurEt9MxdlWp4UMsmdm+yjrJMxLYKRNReQRoS0kl8fd0yKzt1ymO/qI
J+jWkeO2USYrNl3vcxsz7g2q0dqmpioIU9N3WD1fvYV4KUsQ8VSxUI1ZvrnlfLLNKWzdBUb7+Jmc
nKiqnEeskLusVa+T8nmha9tGOj9n9y5J+hyLOtqJcVrullHdZZb+q+39ES1hdj6b3Zmx/Gr1HHMC
0pEwu04RSpCC4QSBnr3Tv4shXnukv6/H1nQj6ArfIDuRI5wv73zWd39Kvti9ft9mjPCNhnxW0yIt
tazH735VPpEEdex6R61Il7HIw3QESaVOIuF6QO9NPCB2Gu6x2E/20jaOmY4OIG+3RFUdsczVkd0m
L5iL0y15MSospoKoto4oLns+5Qk6HEGEakLsKofpIXIrNlf0mb31yU+6Q+e5K8PNls2Qw3dZuwXb
jt65bPT5i1XIgUl7vloc6y9DJ8WxGo+5SteuOb9oujuvW09urSZ766zuU1m0nOvZcgdJpGYPzMIG
D3r2gm+HvElfSosxDnhGh2Y2hrxmR+ZfN4RFOlAwVv6XwKv6vZEOxbb05bRpRjMgmml0n1qO3etO
efhMSQ9Ue32Okd6kXrUxsyzZyn6xfgnpmJ99uJCEzUzesqubZOchr2UPYYaVK/JYDXK+HvLeLlpO
MYACQwW38pDaQfwDR5L1RXfGTJ6PGaSmCRFnj1RURoI8oKWK7VMIN2WNQSaqfMd6cceKco5IWGi6
yrB+FVQa7BmZUYacGrq/Jnc41xNEVp/LdWPf2Fq7noQwsDq1nfagurH8ScR8g+ow03YaTbN1MebT
fpLLsCP7R7v3BtdmIFkXfahiBduTxssm9hTHxqbFYJ2Z/hg5hQvLsTKmBui27m/qoPc2s+e3Px32
+mOjE6tJc9SMX92uHX+YSzwffFmIL1BY3NVULgFJ5eWsDkx3iFOCrdZEHmCQnQmp+DmXjb/JAs3a
DXqS/jTVIuco87pCCy1tqgjI0Ssc5knQ+lFbNeovSdvyoYK8gG01PihFGnoT1NV2zJyFF2iAUsof
Zw7lvdQ5nw22euRkMRCU16T2PQmS5ExRwjgHVWRsXC7nZFkQwNcaLkwNerVvBFEY77T0kHFm1a+l
DrxnBE9ybfYFNotWJffSsgDbF2/kg4mwlZm+VX0vtKj1G3NtNWlz0oJJbbt28Cm2mnGb92gHBkML
dpOj4Y8AnqQ9yyQ/h12fY6xQ6nlzmNQBYAExmOk29qzuNaOr/mtaxvFb7ipr3znVuOlQV0aO3Wqn
Zai0E7lyvBXjSR7SwGg2yTlpNKDe36qRuPqSzb2lEJs5ui1jCcjU94rHovfyvdE45LoOidrMKFb2
3YR5eTSE2k1+HAMYIaq5Tarp3e3l5x6hvWxQ8VJWbWs4RnM4JG72XSdfMaF6In6XwmnIKqgDpPpi
13bnUI0lTRN7yH/YaZPf2Y094ay0OD+CAEPbhOk4zK08fnR1AiPoQYjD2I/tqbVdJgnU/nxs9ZK7
tbvtDNluvMTvot517luLsg5jZjgRKH8v68HlCdcmbwc/St417tRsFpInvmu2Vq5wwKdfmtFQW142
5VM7JvFXwmCtvUtoL72q2vzUx0Z1aodxpnQmGug1YCfZdXNGMJ10CS+NsJDNoT33HmWY59yrAmpx
aMU2UbYmvTTG2lnUmJi5GkQpv+iA51+pJvyfUBrmzRxP8bERdhu2STp/LmYzeYknT8G1dbwHW04+
oBA9WwtL9mt7LOZoMbtSY5MwWo44SXGAcJg96F7BBq7IQ+w6lX+2gYM+FqZePXgJUdWZnesPNpPm
p6KfRoxmy/INUSo7cTo4TymMKZQ/xnxnj8HwEDTz8o1Xhc0h2a9dOBj2sJ7SQta8TsvsJEackiQr
N/VPBPWcJjm+HkXQ1o/g1Ijf7C3ztTU41aWmFHdIXuYXHTNMxe+a9n0U1IkWjYsmIgRZJgnJcR81
ej/eUbhk+8AT7kMAvH9llhDtK4dsZ3/RzRdRp+UuRVCzaXWnX7sqyHfD7AOoygkZjaRuiHeN53rF
W1Vf99iuV4nHn5aNhNM3AqIEmVh9nv14uauMxgKKpsV3nikfAO4+u62XbYMYbCK6yxrBEA0dmCn2
8+KhDDdJ2lsxd3MokpuESySL/JIuC/HeY5DddU0tX4XS7YNBICYg7NynhPQ5i9G1nI2XWNMJEyxJ
Kt8Zkz88ahgm3hLVOcfY9ADi5s1s7BD0+SsEYiRR1mgCTlnh0EJhMK++1qru282YJF+tKqs4+xuV
doR2M5fAQJu03mY8v88+YLm1PmG6kFNVm3BPDG88FEMyKc47tXypuqZ4zeKyt0PGIOVD68zYmOPs
XBZaPJCTaukMGKJ9gq1BhmDBv4dzMfuAidPuzpsc59O4KPGtpAP4Zhrt3sx9ij3NCS1+xB3vSYLy
yuLkBMBRmboBIspQy656N3UfbKcfwIvAJCDMB1UQWt1+V7UuCAUywt0hpiIMGr/bl0VVn+xWTXQJ
OLM4JrmD5IaWo7YbXQIOEZxy/NfjRyMV8YZYXJK8Zz9ntUv9ZbS6X4Xb4+yTIvuRMojfNtUEq9sj
qzwpviNXstbucib+KERTamGVrQm+LuRB+Jl2cGHJEalJcEDJ5wxqigL6umLTkjP85gVVNkKcYPum
V9LxOEyGfxrsgVo0I+wRWIsbaN/8Mmne+zwtvxNn2Yl1HpfdbgwSaExzJmNqxCnIdiSSBy9lpS0b
qbw+e6x1hZrY9hKX0bHXsjeOM/z6sJzqeG8HFfuZnvSCYiBLhjW1s8UvrqbtRDLhY5qb/otH25LX
jzUMx3rIzM3kceDExB6ULW/nLt91YxK8IRPz1rK0jA3hC74bBkOr2F2EGA+LA/SWWiuFj9QPTWyu
Rxo9d9Pidzs1lCoCYDVtSVG1v5HnbH61tRGGUmXUB3vBUY97jXHq+W1S/UyMod+r2ogfJpHbbxoH
mwcHMT4qEP5+VDWZv++bnDeCAR7ptW/pO28C3FsvojTc7ZRmbRNVS+5G5Xl9lbmBrSTRtkaNJ7hu
kVKFs3C657YsxzUDIj0P4TPMD90itFNWu+pHYqUm/a6lec6UaPxzfLV5jxhlekzmCqnV5GFHAZ7T
EDJfkmerAq0OQgsB5EurBdpe18vh1ST3dw9mxOtDnzbsFz8ffibjDOd1aAK6znO+FtPKPWqaGRn5
uIIK/BgnidhpiY4/plkoQwyBzoy4VyyZBQdvDXYxi/2+cIV3Zyu9rOnOZN2x7QzzLsanxC9qmB1T
Z0oPvVUYVnI6R2x3P9HS0MpuDOtkOap76UUrXptEp+WUatNyWCRtvMjTMrCz8AvW/lB5BgkzyHMm
L/ZozqWjuamnZtl25sQxwOZcVpNyvOqXIgX0ZxSvFIPx3eiOzR2FabcxaymeCXAwDgoAs0FDxHKe
aLs1B0tYczQWtrrrAoK5S2mf68C0niOjr1gVFj3NVLTec9LECbWClg0vorHczzlgyq0Gx/C1g/uQ
bi06xe8xKdnaqZkcrzo5aeUREFXnX8purtfksAJYKRlghTZEo/MhxG/DsetJSOyywdxaNMjV2zC0
7gMViVGfZgxA1ipe5qVYL3g8N9XUNe0D9tTmwdeRMYVWURecArWm+9o3Tv6jbX2ylF3CO6Gp9fLN
zDX/aYC2EJa9gKmdi/qvyuzFhuPK8DpVgkehDOyvYz9kY+gVTfncp26zU1blAVM3aNwyt9dOtZmU
D305DPex3Wj7npDPqMzs9KFxiARrB7JrOx0LSlHq4oGmFAtKBuZ75ucYM0s5cxDE6CjXUKjHV7po
fRHKLPnf1J3XjtzMtbZvZd8ADWYWT8nO3ZODPumEUBrmnHn1+6HsH1Bz+p/G+GwDH2zYslVNsmrV
Cm+o134Way4GMPqacjLd+FIb7LGuVY4xedEL2+JXnZkkDzSjtl5kN49SYzfPU93Rqxl0qXhIiTDB
Spk0dkCSBtmDsJlSyDQ6V0pGft3lVYdJcJr9YuhQbvtsTAdGLMq4xm+BI1OXrS07Ok6tWOLS5Pes
9qFqaZYpKB8/N0Ehr/XMVg8MFevRaYSGYnXNJw/i1toQ46qtjjL/KsRRr16hXef/QJhOTdZqmJfI
0pfr1qTJlJdN9ZPvqlHBFc1vCxm8VdNIMh7hw3TbyJa6UQIYttZotjdZL1Nr6Vbd0FVJDPK5Mifh
6qt7D+XG+0ienu3Qfq4gnz2mVpGuDcls0AMrZIAIA2dpw7h+eknkWUYosPq+dZCArci/e11UjopL
9x5vj3gn1Yq3UnJRPFaiotdQWdUqEX72LQ1F/Y3Y0p8wAZ5u5IhZJAKW5SnM9OnFV7m3GsssvsVB
pXKtyabbMzL8kcC7ec68+hdq1TR14b9tCjowJ1Vn5ObIJdoHLl9ictsu7Y4K5vZ3XTRo38fW302a
GA5qxW9NYgQVHb+ryz0N7OHezITeIERMwxCF5zBOqMej9ORRkE3mkNxHhkzg0dPimMpW0TNLyBru
ean4KWVm90LwoTdCRbulEiMDU6fjqEAfB4yf0S3UfsXJmECqStWAYUqsValbDSNia1xBG3PCL9jJ
8iR/lSpd+W1CuLqH5tls4I6MG6rh/qaapm4djV6F13mdHYZKPSYY47JNzC8oUVo7Seu0zQih/D4E
fUt2HOrettQkqXEBQqW3bc20Qs2l2yQszZ++KX+PRRC82jltMuCTTDrkZmukdP0oy8xTEdvWDQfu
Sx63deYIf9TdXAJo6ph8bFrlI+2jiTRNFIhJh6V49eGyrfx4stwBzQCraxHoBMeFwchNj3QN4wLp
sasr7djFtO+olnsnAJLryK1yV+A+8CXDcmszCNV3LMFjW8xYZ3glr7qttlbVm0+D6u9R0Ke1aWsT
hevk4o+0Uq30xfeqlxLO+j7SR3lPbnEYteGb1DXzb08a6cGPxF0SFbd9lOGJmpy0XP7mZdlRlLIz
qMl+UOzHaMgeor66maIp5VVoyU7Y3oPfVtarok2Ji2yV5/pCGhypMvcRuarpyP0gf7FTuqGtpNMd
ah57s8Qv2ZBkuA7DMwUJXQB4CyZeeEhtm+nPie70YYpGDaEos+p6J+os/UeId3ZPzmVbCE2F+bbW
jTRxcrx4iw2ts/EwSFq1AvpdfOkJfdspMAp3wszgix3GjevjIuUysps7U0X/2HCkUzduDYamGnh/
ispYQ+dyjJ7rUdg9nXsvOmE1ldEL6VM86g2mxkKk35iJU3cndbUpNYOZUWsysB/0W5n6c9skY7Gz
qe1aB4vmt6gYeAg59ywnn0gde00iStZB8hBz1d1SttIbruwx2ypoA992xMLtYKUHLqzuS9QCLayZ
3K+muKHzT/W+V4fAe5VLkwS3R9bHaXSdwiKW6dI4assRQ2es3yj4tm9SqauLBz9Ht3yHIpvvIJsf
85JyZnF9qmwjEU3rAVxeuzLnca6r+H1DN1puZo0ibXKbboqPo1aPJypKPHhHmqg4yAyJIwV9+4/N
uPFXnAe008bSb76h6Zc/Ynw7MGJSWleb0vFI5ziTV4aRG3voTKHBsQiyG1nC4dNtjPrEVd2/JFJd
nWpQNd9NqUUMjWKVmt5QmvpXWWA5MERm8AVTwPo4jFbOfHgMjb3NbHqbyXqnOTVIDh8rg0Ij85L9
kEDR4s+ChQr37RQmaGHLJBs0YcZeeaJV173Mvh0TxXdqautat7PTOChSvvZRW/QOpa9JSEYgaJBu
GPtnEfnUZDwloosOYrL0G+D9MRiBWNpLY9wyhBqUR0aNJS2HbNqSinrHwFQlk2alnx48OSwSt4NM
d5N4lGRhiuD6Gvsy8Qq1ioqIGWbOicmC/DWZzHiD4qK/68oye1AGRTEcyG5UBpOt3JAn6nv63FCH
ND9XeRW5TF4WyGNlb9KkN9c0e/O13s9wzcRW0cEAG3eQC+s5SQT9LFiM0W1F7Yp4CZxVT1IYW1EB
h2ODmWsmI9MLtfcNjdHwfkowaXOpN7Q7reUAup0mtexHMzlamRIyXmrKu6ggAjKj6zahlEgrMw5V
lxub52MOCVqAxwt7vXvovIzBc+CXEjyJfnzO0Il8MT3P3+HtkDuInTSbyTS8W1nxip0XPARq/k3L
wi9GadK5EIFwIOh2T6ky5TuZlPUfbDXU+0SNmxW5V/etDiR128SRdCqyukvcWM5Ntyjs5H5qgvBp
rNvioRPTDzWkybemO1jQoIoNWXdkZUyQokLSFsxOb8SkSFMUH3HFMO9LHbVCK0xLy/XB3//sQwO5
1xEt7RyEHkMJgphUytKbwkd0ZSMKXlNzGDfEA23vV7rsoscBTwflwoBxqmLe2HUeAFmwu0PRppQs
RaX8KCTPWjEBNk4yM4ZDju7t7ZiWYs9o0d/4VvYj8IqnxJPxBy2oE+nGskYZGxEdvpwX0GoG8UsE
rl6JdF0p9lsdT9NzpAaq24rwt1aU9VGykmRNmT7eiDSM7ugyi2dG7fJjINr2YWQKdBMmMe1SRMqZ
hTBJcwI5tp80WGS601qR/T2ZYKmVZShT5eG1/jBgRj8iW1hVrqpGFJSWGLNd0ENaNEZh/Gb/gxAp
Gv21Ro15105aQD9KsjfUoTs7CnHgMoChOyI3rU2H9vBGszOGccgDeE4ZMD4ymlnSRYC/v81szO5p
rJsPcjfPPCnopq2FyZ8bxmjGIz9loFKoIMHkO4niG3s6Xcp9mon8vo2C9rYfk/wm6gOt5zACCpg1
b/dhkjKRgLLhIuhav2G3GHxpJWOEjxhPEaORXhLrPElfJtpjX2jZ0V8rc/3kU0o62VSU67wHTpT4
aeEyHLVOoZY0d+jKdpsCoV5XNEb70yv1YlWFonMm7OlPHbYL+8ROmGCq+Ls1ttU8Il+R3WpjFKJk
0oQw2jOlQ/KD+1OT0TFbqWRyPahzR5T2gxbo4ypEh+gxL2JsQlBPdftClK8WIplgGQATN/em1w9O
C7pBLgrZLcBCYQRt6VANzc6m7zarP5GfeMds0uFXjDJStI1mhccE3bCj2TXjqtXCCOjDXCr7DX+r
pg+HqqyzLzQggdT4EZO7nJNCM+dOsYpwS0WLJ+OkNXej0UfuMMr4qlPdbf18Kv/x6kB8MUPJ/KWn
1ZxQ5Hg7q9HgigG6VxYoyQumvi99ndJG0bI7MdblQU4767aVJ7o6fqnfqDq6ai2c5ONY59KWET58
+6TL75kR8KyKNijtygIWsKf57L1akTxs4xi19RVpmMT1XBZ37UR4rBSN9qvRZ+1dXVr298APrJ2i
lY3vaPSONIqw6Emr+F4OozHzhvlHv7MbJW3Z5FV/Un11QCKY2FE5WFJpv+AItPCMxhu7S8FXV7pv
AZ6gW1Oo88Rdikfj0HbkmU0NA4sxatE6JgOyZ0UBZqBL2bqTKu9HjEQlsVUOh19gp7P7lgJerJRE
RpsYrfNyjfqKA6Dyd5OShgTT+Nyh+YDQRHdgHe0Y045be0GjAkQx8/JbDexl60k+/m0onASPiKi4
NmXzWmHQfDNk9AdBnOfGLyPEk4P2RjTdVpoS3XbgxdYoUJVrraxQX7KgI/vkP8zWdR2MZOzrzPkl
ofQuBwbH+L/guff/Rrb+z1+utgsCEYBXNIV0uPdA1WUIHUuvhLxLVGssJxtCQFAD0wQoNHpW8k8y
dvqLZdZ9uvOEpD5UpVcePINiYa1FsoT0aJ2nO0kObayUioagXjOhdTMG6wclUDRIeUx9fLyMdl3j
MxUjkXoecTNbySBow83Hj7FUsIBKjpI1SnAo5BlIJC3x6U0qY8zZtuGu9QLfxSkty1FPV4mYSEXY
G6A51VoHYLFGpF09CdEGvtNW4BGvOF4tgP/L37EkdISh4g+53JtbIxg0ZBhxPQ+1Ovo3SP1TyPGb
8GeV1/lbs0SNn9lN/5/Dl8/Q/v+/qzTme2BIs+/1Gbh8/v/8G1yuqOa/cGUQ1F2zihejjv8HLlcU
81/Aw+n1Y6X3H9j5fyykZ99pVQGPDnUSwIQ6y//8B1yu/wtPCTS32F6zMBAmJp8Bly82BzouDKCQ
7ERuGkUXNE7OweWxodYjovXyqQpiaaNSmq59w672f72RC0f6/SqI4UL4R/KAKQNKLOerKHjm6sWQ
Tie7M7T1GJYgiwJ66Z9fReceg3KKQA7qCuerjF0jEoYo4ykTHvCiRppcAQzhCv9rqXLKKwN3jXK2
YXCmERWeH/YvIo0gnSdpKYaT1jMZXAHKqynL9cB8kRS7uptwGn2Ta6N8TkrFih3T8wWIVLyOMQKS
YjoNn35qaOkChpgGjdBc6rC08LWMQQ14ahx3VzJgp8Poafn641UuPbUJ0YV4LCD44Bp1/tRmmQ5S
4Bf9KWykOKEu5SZ2lKluUxeL0EJx/V5TPacbMnpMci3SV2ZarbnSSgrFVS6p/f3Hv+icmQCBCR6T
zXGiJ83HAPN3/oMyUVZeE9bdKZzyH+jfw5+s8l+kkuWVQD5Thf99S/3xmJ8XwvbD1JikYRIBv/B8
IfDezH/UsjuNTGt++kilrSnW0jXF4nCbi9y+st6FV40t7CwEJ6P2CBllQWzyEzx6Q6aYp87ClC8P
EqC/MYB6I8/rL1I2exVI5EZvTEfqXwr1x1sS4q4l2UzXP7u58EDGigHgnYpUB1SU82enOiXfHpgu
AIdC6sGnn9twBK8cqXfhYT6zKPbCoEVtXJ3pN3+fKCUCQRYHtnGUIHcCjzPflFy+JqtwYRFgl5Dz
dBPb7Xcy70LLFLZlUZxKg9ZbYynlC1xD5cvHu3KOl2ebRYesyS6RUVBQhb6MQVWLHkWZezTRFB8U
UpAyR1i3VtWJ9VRG/ddC1DVdTs8Amvbxykt5KEESZ7E9gVkgm2VDTT1/i3D4C+wL6/wEcivHOwP4
bYbpt9CODXhYiOHMnx+npKjUHd0HEcFdBQ3oVEh/Tis7HoMHSQD8fPz4Z114IZg+GypCHao1y3Wc
/6qkSysVlGkFNHKiy6eBk9bA9snZWxJFpdio6aS/lVFTiysR692xhTYFqwv1PvTSUIed//yvMB1Y
morqcpicbC/Qt6HFbCpthbeqZbk5lbHuXzm27/fXvB5pMWpGsMaXNK3UrCu/BHF/Sv1eRQBO7de2
lV9TpTwngxH1ZjIY3xgqK3KsGAicPxVYjKhosxJ+QR1p6m0MOytwLIiHwybxgB0eO7scntEyjH7X
VkM9/PHXvPCQ5CPc4SaS4vyzuAXyDClnaob8lFc2tytQGKcrAAl9vMpS/3V+Sm4yfNlw7oCUtnxK
xNZTPy9FdlIniTFyLyWx6ehTJn0LogRVHLw6h59ABEIJZ4G8fOkA232xGUcDLxwtsKBmAW/IrCW6
ayVGwcwkovSqMuXSxGH+mcjfwMxkb3PclyLYsZYXRpyo2UlidvTSN0AWKevTlcXMeWvZWfda+P30
og5htDXrud0cMcWlmxV+kZvM22kTehx2ZiZXgtCy9BBwEjUZd2aU8wTSvUtR/LEHeoce9HhMpCa4
bWPmgkiZZwWO0Ep4SIU5Hf1RbnZA482dPtE9DMYw/vXxV3y3V/78CEwG2C4UQOpir5SVj45CaQ9H
6uv2Gf/W9CBHydW9orLjzyIuy6AzYc4JGS3rZR4wgGiKlbofjl4fYiWX0KtMHOR78QDrdQo8wBPJ
11bOtCc6Jrq3KiYQf64qIxqc0+hpnXYYkmvn5F1ygnIEcqFo9dmCtMxcBB+EYhGEH4bhKA2G5ga1
Xe9HQ+03eGXIVw7LhaVgaKKyYHBXmyiFnkcEFXJO3zZle4wMDQ6GOirHcJwGbA9C8+3TXxS5eW5p
naSIrb9YymBPFb6UtmD5Ju2gGUjkIc1bXHmg+d2cf1CEQ+TZD5g1UNdc7Bt5imSoV0NzbMHr7pJu
zqELady0vV48lJXmXSFyX1wPsKkJwxWHW007f4FyRr8B1kpzlFVoD8NQxGttZEwnebpBl3W6Zrr7
7kZEcgNGCBWKmEPoMqdqevpzpW+VR3+QJ/iYxQMqLq+NJp7Qd72nW37N/+T9DjHRFyRMGej8oru6
eKFKBd0UjGV1HFOyOZKP2vs6iibfoScqP3y8Rf58nfOvNwcfcmauKKz5zDkq/HXt+sjueJ6RTUep
Iu1wdBQqLexrcqwX+6rE9THvR/pJHZCucG8NIO/hSgDDcMlINBBD/dQ8A5VBtiNo8cN24TnMU5wm
w20vyHB6d2PDgwMH0qbJ6LtnpnKqZID9blGXJvaSzTgxje4GKXaBXkwj6uwD3XPDGMvUAeTBcFZC
yNx3wW/oXz9++vchj4eHxjub6lp47C5u596ewOZKtnyM1LrYpf6UbGGmfTrTmIt1PAY47/w7nYPz
VwwXo88yX1eOdl4Ov9MJL5sAp/OXj5/l/a5hFYZMhFayWRqdi1XGPJMKfVKONbIUzK9sWDBt2q09
tN2unPhLr20WVyMqI/1FKXC+1OSbCWyUUT6Cwg1cLYTKrJmhdyV3uXAr8kTUcXNDhXp5Gb7ggw+e
rEgyfIjGcMssZwDemAZEiZGJ8ZrhVPKVn9LeNlKku03h5SurbrPbj9/rpYdFE8CglOaQ0Bc5f1il
MmOygFw5WjHo4XjKeyfO0Tb7eJX31QCbhL9cFlSQJl9//rx/nUMVSCkuj5lyhAlc7HsxtDCURT0C
da6iCiA5Xl0wJfUMPj9iza4+SbICjaRMIMGkTW0+aEnUXrsXLz48trtAjcB9CnvxpdWCe7xvPOVY
BPjc2b1tOhkKMFe+9KVVCHmIxSKaMNsCnT/7aFQaCoSqcoQRUjtMWYAOTpr2ub4qSRbJFUXrrA/O
xTF3/P5+w15r+60+iOZoYQiHO16hHfoiu3Y23t1OCD2TCpNdku/jxrV4FhPTvzovRvDUmBJ+lzPV
+GbQYYN7aFuPDcCJ7ccb593thAsaJgMkjaqKTIy1uA2jsOs7ui39UUpCQNO2Z1XP4ZRk/4StVp1y
bfTcpgrLK4fi/XYVCqtx5YPTVogCi2VlYLdo9jTKMQ2n/pgVWSmv7KqWH6pkbDew0+BmF2oUPqi2
zyhK0dpXRe0ajWl4CiMOcub+4/fwPlqQOZN8UMmxT+f0/vzzdiqoPCNJtCO21+A8sk6vV2la6g9W
XVmHUjbTGzMq/ZuGTHo/lRUcx16WrM3HP+NdvTf/Cp0kgfSWl7NMhuo0Yjorcu0opXCtcsvTbcaq
XbHxfA+fcUVF2CLQjB+y5MW7j5d+d4rmpRGoRRBB4cCqi/3NPDbGOaLTmPmb8TdvGIIfqRQ+fnoR
nXNKUqJYnFhj0R4YbBGOoP7U45RmzNOQtZDdXMuNH59ehlYahuKzLzb2oou4k1MfTDTK1COw4uRr
Akdpz2UkrT+9imVY7BcuTnKfpf8N2Gt4VWGmHs06Sl6jqkw3MtVV/tnwNncz5hk17XqabcudifR1
kTHNVI+YE+qrHu8LV+CMufr8w5gov9DQoCOHlN/5/g9FpmA3E6nHUnida8ogV5Dbmq7cUxc22dy0
motEFN1JZs5XifGSUxurZJVIFwcqRVSwJiFfOczvgxrBZfZb5N4lK1vqdprZ0KRp2mr4W3jFY2TY
47dUlQ3g0DQw1C71bxLcya6kwu8jN/EDOyTeIDYxBJLzR6usYQpVKUmPCgj0Y9vG5ivBSto14Fi3
viWp16SVLwRRhqZ0HlEmpW1LdXG+ogaT2u8gWR+tOurdyCzzm0T3wUcouJ/Z0NCF04CgOjSTrh8B
zdZ3aSV1O6xkyn3q22lzZaP+ea9nxQDFLzb0szEeArq0dM5/0JAApMfUAUotBENYEH2RP5pVZp7Q
BOp+C7U370CWJ9mauTtUeM0HtIS1j1x/r6TC91dSOJThuhZaUGxjuy1SFCIb46mvh0hx8GXJrsmG
Xoj63EFYPCHjpsw2xItAgdreONWemR6Toay3oRF6JxWuwxOTG+OI5AzaKXU99G9CwaXUSzuIHy1g
+Gt50lySLV4cFfafNjUWtHAnzl9cTKfXzGMQtUbvYdsup8LaNHaR7T2sCIQTAZvM3Bw5m5vcm0J0
8aA4t1ei2bsCgDCJ/B8vg44mXsmL0IyartyWzOsOpWm1sKp7e2WTGjgARrwr5/N9FJjjGaeFYIOT
0DKiDSNexrFdqHDNvXqveomCvrH2SbH92TYL+wwu89n3eV5p8VLrVArqItAO7HdrWwZdufciP70S
0S69tvkG0Czal7xA9XyVPpDDHK0LlCgqC0yb/VPCoM9RvHLYfBygLyykcnXSsZjFxnDkPF8IXcM4
UKrUO+iZ3x76rDFAx0vpIez8t49XuvB5NBrOzE3Q5dLpJZyvBOknwA0lsQ9CCqut0sJmRO3ymoPe
5VUQDKbcpOn7R2b3r4plJLlQDZ9bIOjMamfUNuo8aFB8fleT1Rjq3CwjKi3zadgSmAkj5nsIUTxw
QLQVuzCzJVixnvj8TmAphpNzBOQmXbw2JhtQxBArP+SeVvwMy/oHYmtIBIT6YK0+/kIX9sKcsXN/
WnwnsrbzL9SgDV5LQSQOLRP8n4iVWxusraITejPXbKrfZ6R/sAqQHrW57S3m0PXXZ0oVMKV6MmJx
UlWjk9hx9hTRaCVrk4p0xZCtOTaQU1d9HfnXjCz0Oe6dx0UWt6iFuMbxhjEWcVHKtVggtewdengI
QP6AxSKiPKn297jp+nCvpKH+3YZ//20scPODsRRLv/PcLkDeCFwvJDbFE0qLhYRaXJjUrgbisttE
dVz+MCu03V29RhZuC/LOn4WtkBVvLLUDiR+p0szR1Sb+a1/tf+HTBU6P5M5LnFpwMByR2vZLM6WT
sRqx4z2FeSuEyxURgEPDrhMNBJLBVYFwz2OJRULhdp7l3/K/D0ASi9nGs2wK+bEZCsyXiiI2vpd1
jQpRUJfxMYdNjjBSWSDv8vHeeZ8c0UnCccwEd8WUd5nolUUFpLHwxEHL7ZekyOG2wJJsM+keIPy9
FDTbj9e7cM4BvSD4Sitm3kWLb4g3ZBzI8BEOZkFi2Y2iP0CtCK90dS+tQiVJ8135Y20x//lf29SQ
5dEC8C0OfRzGuOPAbIuq1Pqc3Ol8pVArW0g3U5qje7hYRR2MzAcsL5A+MyxEp7T+Xs/Yd7p69dxd
+kzEe7pGf17d0nWwqCrwaiDbD2kzoTgBEO+WJocM8tGswx1NUWOT18V/9RpJnRG4nAFC1iKwiMiv
PCkhhnmxyLdxGNSomA3dlY/1Pt2ZsSXzxUz5z2ucw9tfHwvkYaBNrSwOAi6ZG9d2uxnHot0XfdXd
+xPS6kWp9QcVHfVd00bjlUB9IetjIkqNjyOeRS2yrEKqzOjzasjsQ9Nl9Qrn2mRbYVXrKt1c+kxj
cUDODRRGn66RFwzvbM0T2ZVjeGnDoifK7+CyoMJbZCdNC6rfAnV9IO/LFUet0TyOjT7YfHz6LtwU
KNvM8zKG1UwgFqcPBzsPLLPOMlNpO9izotaGJ7l2siTdvtIhu/RZMYf6U4ugnSovPquRqOjjIfN0
gFvlfU2Upn/omBv/btGD3Gla493g//YjKBL1Dpiq+fPjJ73wQhmB0u2l9phnoIuzWaAXkei9JB2G
rkbBIy9wDvKHyLg2Xrm4DrQYVAABnXFMzjev5qulocWWdKiKaryVW9lakUQZj59/Gobh8jzlnAEN
i2s3VBv+ehtnMTUqiiP6c0COW+PzPR+QiOBXyMIIakzEzp8Fik5q953wDq2SilWrThW2joOx/vhZ
5j22uMX/IIoA4yB8z6zkfBWYmnJqtIimZSHZ+ASn5HdYCfu+zOrgudaKqyPFC5ueiSUtAJ6Nh9MX
GzGTU6v14TEfAgwxtjWtrUPfFlDyTOnaPPrCbgAXwAHDqpW+2R/jzb9CGaLzAQz6Uhw6rdF3jFXE
nnr2Wpf2wgPZWE3QAGLE/P5kBb464p9giAOeFmKPeZZ5WzaBfQxzdBk+/lgX7h2Ep8EUGfQyyPcW
x2jsWoQFLd6dmAxYeqWQV1FUjfdxIaHx0oXKs+a15e7jRbWLDyiAWKLDxDMuZzVJx5ielqd1sJFM
OyCdghYkIKa3vFaVUyxKq993jRU/Wa1iScgGIXBJ7ukNR5mxjoY4mWr+w3gftKU0Akxy6rqfvg5N
HjNMNkxPcZs2kV816AIFNM22QUY29ppZyUkojQNZdUDb1/QNc0txIE72qKA2UXRtiMwwWplftSEr
7kWQDa8SQqXIRgJjcuTOhxyp5+UIDtIHnP/xS7mQeXNFMltl9E4x9gc189fWCoax9SptFIdGalPs
KATuIrqa7rOgktBcsZVDHDVAIKChGVc8Iy7sapYmV7OBIBnyn8/119J5Cme/zBVxGLNJdkorFrD4
++bzdxMwEbaZwaSDFudiq+EL4Ym45AE1VA9dSI0JUlehD+QQ3amP3+Wl/TWHOKZwNhrd2jLQlXlW
xFlBCGqHaecrMbJ4BfKVRmUZV3LES+8OEL5NmU7daeuLyN2muSwyD8cTkXjWHYpqBvKoVvH5rJrH
4J3NiAly3sUtpEt5FsUUOQe/HapdVUX2WodD/vm3BuqcDTBjxalpzwM3iVlo9ZFvHXILcTUPmcW9
UarpNh5U5eHjpd6jYEHMg37HLJaZME0h9XwtwjMp4TAQAZpgRAmILQC27RSaPoqOQ606/gjptdKz
Xaq2q2kaj2hzvP4XP8KUAYtaCnhByonzH1Gkfi0VPUk3KHmqiDKK1nreeivZ9JIVnTN71drmt3Jo
0xs+rLQ3PB9NDtFBiPv4l1zar0CBmSrQKuf8Ld6GgNjZIydGgY/S9xafz2TX4hjo4nc3rT5e6sLt
TAZMB4aBI2Dcd8+seDZ4bpJxjf3qMmD1nxBEtGEST9VRT8xw//F6l87HHOZhM5Cqsej5O0YyPTXD
jJ07WUazsa2oWNkKqMb/ZhVwhZCKOPHLjqohV1YT+YZ1oPi0duhOKTgQqdWVCHbpWeYQSaLBWWdw
e/4sIQzjIGfgdailTnYZz4TUEMa1OdOlKxnzO047yQwlyyJ/kiJ19ENZ0g8oQqDMr3q6W+sicn2Y
824Fd3eNPnd9xavo/Q4Ez0MtzUlkHsQVdP5oYIWVMB8D82DVcLw7xKZWVoqYH0fnWnBeupNTVrMW
kUxhaAc7xlrsdqnpLUmosXEIii73HFX4NupeXmV1jprQP3CK3I6fq7hDLUmxWsDNqebVCNV7Mhbh
fkJvXpWDdOvrvazBwChha4o4Q/O8qzO01idZ6jCRLUrlSsXz/uxgE0j0Ja0F3IH/4/lLkjQhBUD3
sfFSfWam6Vjc9Ho67frYRKC8MhA3/Oy2ZkGaGYzP5vastZhXJCEyRGNR6odxhgA2rebvB98QV7b1
hQLZYjhr0jalZgRouIiD6Nj2IqPpfWiED3zcxz3Tsc0Wk6Cxoi5G6Wg/mBIK0SK1DpjL9W92WCVX
fsX7w8WPQBaSURqgFoqg85eLU0Pm2eiMH7RUoIJYGj/Hur+WZF1aZCZWkXPCsLKX0aiT5dKGAW0c
YJGiyGKIadXoU7D6+LNd2ifkUtzVJJ9MvhcxzwP2I3W+gnRzj/QTaBtjQ4REjJMUfEM5eW1kfOnw
Chmy0mxXzr8smguB0ihIbSEpP0GldpCZLQ99Kok7oA/JldT9wgtkME2LltYe53gZAvXSbAe/IEdg
utQiQlP25bGB/nXNafXyOnNtT4CZuaLnu8FTqzIYO888pMxhbmodWEgkxY8ff6f3kZa/HBIBs0D6
UsbsNPN3Yyob8YoVWWOiUVVbaww5GUx4snlqULtYNYYaHMap0q+kcu/bJmwIai7OM+cNKsf5olaB
oKdsljaCozCr3LyT29epKumUDB1CkSp/fIf/+hisdKyBvyWjqlb3Hz/3pZc702SYK/HoDM3Of4Ip
vBAtrsk+9HBun8pAse+M9uo9dmFXzkGFlJjcmKnrYldSRua20tr0onr9CUavdodImb+WmzFfffp5
IO1x2HDBJntdcmMYxRh1qmcofJBWuhA1lZWfWdKVD3fhrbEKr23miXGDLbZkoWLdXEa4Z0SUo/cp
TDGHKVN6JTO+tArQPlCZMv1YLIbPvw2iXxOVBNsD0WEP5QA7RUI1yq9ULfMXPu/RgPIGYGqRg4Mx
WcLqFT3in84UeKCU5U6P/RrV4D4+mnZE764rh1NfyepG7Qr90/kgK0OwxDyUsfMfvuzfZw6JQHQE
7JhOVyGU21YrqtCp+rC6dnVeONvzfQJda+bTUPWfv8eQiXOaYKlzFGGYH7UAbzT8TGa1GBmAMHoT
cb0ukbz1P78X2Ynw2ylwBKi+xbpIHGee7iOVnGToogeSDDAT2uqVMGxfejwqQcAgf3aKuczX9GaU
usGLjgnqddK2ykKJnU+LH00SoRTbJu01xPR8tIoqSeiP8qBFndP2aIYXBgxXd+wyrDICacwF+nah
qrmmXGK6Q07WxDs/mXDhGyP0XSU9RiMiLAtZ23RtgkZoHJviGZyEJq8VmCVYM4gWb8tG8xpl0wgs
DVzGzGqw7rFHfZ28aZAdD9U7DbERW3+TgKokaFcJQ3JQ+QiRq5SCuL8vmXgjKI4mZrwfIq+KHBJs
bzbVMcUT+ukNAslV0vpfwilAiCstbS9d2YEif0OCQZFXTMfldocjZZzvm7HPQ7flkgKDbwZdswbZ
nVrrooF84GLri3uENdR4y6hTGH7zjVZJUKNpysYJPX/4NjaF1fGgeqe41tDnT15nIMgiPEu+MwoD
6/hkqLVdiBoLQjiIFtxJjYz8hp8p0Zc6rPrEjehP0xZPVXQnuZvN/k63MuOfyEo7/cZHGzRxoMDK
ITaBKFS5UpYWb+jrPlggzESmwaaLkVMcuc5ROtrlZoLcTKMUtoki6oQskJA7ZVv4FeZSCDx1SPB6
SfKmpal0nCoDgySwI6kHeyz0vnwcbv+kYovoMSO6QD+IGdaxbN8hEJ+2QWS2x66rskfwQd6NyHTt
KWprGfOqoG325hT1O0tCLsUcpHqjtZJ5qzWVQJoj8T1HKyL7SUE480rCfPGnEaTJmmHec/MsgrTS
5g1vPxuOdWrE9+PUqke5REMYB3qomyCgW69+q8AJjHs55j8gEBs3+Z2XtDG72UqyH7luKr88hH8r
R7O7+prB6Pv4PlMn5puf8g54x/znf/XatJ5bLIdIeoxTT67cli7/rWEUKNF//JHe376sgw0sGhUE
W8rv83XkFkvvPtIQayoza19nkvLwv5ydV2/cyJqGfxEB5nBLdpBEBduSLVs3hNMwFjNZJH/9PtTu
hZtqqKG9GQzmHKiaFb/wBq3W9QNlJPvb+0O9IvhP98OKWaTMhpwBTqZbNHrtInSlZmoXOomWGzsU
+scnb4yx41hw6ECcaPbadD8mPRIBuk4/XHajdYsPi/dVX2Xw/XQhZkUbsS3vp3KobL8rh6jxsZxB
hH92Z9j2o+VN+xktpJslzkrpA95OHwytXlWGhMAYrdFEaQYTa5YjnJdPL3KwkQeg24ZxgNstSG0i
AdtaF+b57UVMF2DFwGFpTjK8jXLsZRqQVC+GUHIh7HQ8kv6r0z49ymUuDxLSSuCUctq/P+PnFpc0
eoXtrDz5LVHT0Ns0I3wYwjkv9RvHEuktuJ7pkKWxciHnPbNfAVRRRIVmAGxuWxjA0YTbUku6kC2N
avqiR9f1qI8fjgqoRoGqclcsKoH45lRgwlJAcNdaSC9atZO1Vu8iM7tErz0zbZCVeVjW2Afqy+ZM
DKaGj6eWtmFujegloQkeDKjR76sU1e4PrxBAHcJfla9x2CGnx69w4sLum7INlcpGmzNXEVtUYSY2
pdIG7w91ppZKLrtKhhBQUWPb9pbRsGhSew11oA8a/lRkqHRNMaJ5yph8wXWl/0xTo8NabhWeBpUy
Ln4N8nwf1ygsvv9b3iY3tEphbBL3gJF+NeH893bjuVX6DB1eAJZKc2NllnuvwEzF4Q0lSIeibtMe
ajHHVwX3xV4deuXC23TuB0BEX4u53Hlvypv6WEE08LQmbKUmDyWqdtOuy/W53EWiHH4qisPHa513
KDlXhwTY/wWww9vzspaH1j4KISAdps0DhNnbtFRww0K3Ngu/FMOylzilXJjnM6OsnU6UXQy4YiDD
TrdXNmFN1mKAHOreoAHcsNqr0lb7D5/KFddLC5JuExf7FjjhofWrzySgYaUOyt6m7o3Q5sUb9My3
gFajDQCEm57ntl8M/yJPstk2wgzPzRWJOux5R5QLEfPZUbjJ6KeCRSWJO50xupAUvpPcDJMm7a+X
VJNfMiK7S8/uuWFWkZrVupja7bZ4WyCfbGFEiCoDVigP7ZjEd8uUOReqtedGoYnPDmfxDSKJzcdU
tYNcv2KEc4Hm+WQV5cOgTNrj+4f59e06fde9NW8HTLK2199AaovGa8gFUzOs1TIb9qYqlc84HHi7
1EH7XrE779M8iWHnSjHtu3ms/5iKRPJcNCmam3khDgMGcch31SMZxYC2XZ45+7bEQJbwUgnMUVb7
wjSTg2yjek8lTt7pEkO9egUFaWqTHEUv4p0ABX3h0nz7FNDxJodH3JEwER3g0xkcHYMo3cn1kG4C
lhwC+xQU1XAXpF60e38azwyFugriSBTXgXdt6Ql4R49cQxq8J+m5L16Gl13NNf5Vj1PlwlBvgxE+
hdr0KlzAx20DsWWiZD+R+7D7knJPyIvAMKy1p7zBHlHH3+O/0hPywi1x7vtARJDWc93BwFiv5H8i
2qiQzoxKP4MiRni1jI11Z0FkE3iCauqFusVr5/ZkS9L9BLC20nxetYE2O9+odUUUqOuGIqntPyVa
B8v1kEd6F0jUmiO0uvMYpDRq4ljH22hz73NXcfZps5jpDhHVJQQhZrzovWZnYYdq8K2HExwSsoXW
SkT9uwT3LUxH/+uTvNF2xH5N6OX4tfm1VXW4IqHXh5ZuqUMLy2YyOn/QB93D9qvBKUq0fZwGpexQ
A1es0dAPYyvnL+/vpzeHn+yGuhAoATYVlYbN1u1VSuVOrkyh4eD7BCRkIbC9WI5/s6oQE+Afw6hF
k26lm2xWVcFMoISIEFoNgqhofMV3DayFA/qoF8l4a7Fis6iU7SiIgqvhit7W7xJH7T0Pod0QpVqU
QFS9QxhRS484C+hpYA+1/KS2crzORGZgmjIgLI4IDl4wmnXh9X5LsuH1BjtOO3iVGHvTl07SBbM+
FD3CBiuHz2T2eBk4QH9DHBJy7A+x0yuPSBZbv1tXm/CJRLMFc99a/TnNC4UPnGwpNL2/4GeWgkI4
yAkCV7oj2xSjTwYwtdgtha02x/sCfcFDMZUZUrz2B9UE1/YzUCDWAboWrYvXstM/ZznFScQpC5eh
xmXEmHBOg8w00gvX1JkdDJQBJj0zvabC6//+zygQ3ByCMStHI6FwfG0o8qBzxLJ/f9rexsXUx1Cc
4g0Dd6mSCJ8OA6iFhLWZs5A3OUv3+mgMdz2q/9ShXJbYj7wCzXZgbPEPPLytDE1fV/mNj039CHFg
Nj8as/FzwMPRXgXebmBZdPpzciF50RUF6e0G+EYte3Gc+uZSe+Hc3K4Lt2KJiILNTWFQFaJT3KjO
w2hp8Ah2K4kofDVcuIfXqducWLINwyOzAUnALbH5Fg/5DCS1mxBQPd6ZpPJ7gPvdNfIsZVBalb57
fy3PHAHYylD8gNQR3q8qi//umBmPQwxPUdVQk1m7jtCe2LcTyrqmotcfDRTh2K25Na2Elcm+LdBI
5NxdrM/h9OlO5beRV90UyFZcuMTPbU5YsSvi07TgkWw5qzrq+UO/6t0q9eDB+cL26muc23OBSYUX
/9FXewITqYI/DhbAjd+31KL8wZvqNjBljpTs+xP8JnKgoMfGpPkLJoRXbfOIV1VvF00xibAHfbMf
4eQhy5pX/bHR8DLyB8YE9WCYl5LXc+PywqxyCeBrIaSdLqzr9oCiPaUI1a52rl0DzyxFDugaD8uq
3awtzS1ed5hIv/+5xvo9mw0MsZ+bYVUQWxtyp+NGS941+lCUYay3Ks+/M4LKLiJNe2RXJzg8uF3/
aaSgqXyLm6T4jVxEXfgyMe3fimjKYm/hgxFqpb3A+GmBGAZGnhQvfEX+suDj8jkflvoY6cnkBD0d
ZzAMCFjisqqk2g/Q/enPttMRh6C7V+yUSs3FFSKM0If6ulrEvtKnbPZBpctlR3yV/+7E6m7b4I+i
78ZGsb6OZRmp/EyIMshoz+4D+KLoWq0lXvXvz9WZG4Vk1qGGyMGgBrSZKiS3kbOWskSjwIoCh5rq
vnLwdXx/lLcLgjQIzw6IbjqG5nYjFONEY14vszDN4TilcIG+AhNJHxH9NZtDj/1R4itNvvzJhYkA
f580397/AWvx53RH0G0DdQMDibRa3YaxyBG0Wqm4GeouWKP7uo3Lnu9hqPzHtYr+RiBheJN0/Rz7
i61cunTeHgNuG+I5DfYT8Lstt1wzKmhOS5GtmhaFPyXZlal3GG/BxvSTEZ9Qgf7ch9eVbc9YVAYR
gQH6enoECq3h0bV4HvO8tz8ZWQXLSWBM8vz+vL7KkW0mlhSSMUDMUZDZAjsq217qASubEHtLb+9m
rVciXzgOfyLTiZpdO7ndGrer+CO743qe1G5GzTkppfKrqTpwE0o1RwQ+6AjG/oge6W838ZLhwENR
DpBjcT/mP6vtz9EEHnXhpnj78qD7B+EasAgQAaQ6Tmcp8sho9ZpeB+LO8SHyuj+Ign8hJtIvhAdn
ByJEcDlpdCy3xUmjx9Vc8VpquhDxcRnBbGeHrGUUitp1P1o/IAphNVBLYMMR4Gyeb6uuzUQgsBEm
I4LUskjUay1Ve3HhTK9/5nTl4f4T09P9B/lHZHk6d7JNI8/oPBEmGQ4ThQZFzo+UCSs0XFd3aaYY
l/D5ZyZxbfoAbIGEAUxv85y0WTHU7WSJEMOIZTd6FuZU86TvF0udLnzc22uRj/tnqE2gJZfRwjkF
Lrlq4Tu2mJAO5+HjupOADf8dRT+dwjnpS81IHBEKktBAXbCxdJSLWodnp42Lz0ZIgf23rYaYaiZt
d2baRNZ/FehcBQ2mn9RdouX4/m1wdtaowKOuDN4Qxsvp94CgJcbD4CfUVaO5dhTR7uFKuhcO7du7
nFn7Z5TN2pjzUAzUzEXoDI56yLzKPlR1E+8aqgqfc93DatzRu2tIRB+GbxBFrbiGVZedcuZr3PFP
apNmML3E6FWh43XWvtAKe6fPyY/3J/HMcrFSqyAsSTPR0+bzEtHmBiUlPm/0MJUtcGzs5lzsKlXP
9u8PdWa9kCgiOkNBEhkkd7P/hIWVUw1II5R63P3CFZt/wwfqo00m4j+HFaeYzZ6AinC6KyTXfNTG
jDKXA68Q0I01tqqcp49/DBcRh3YV5gPEdjqMIyAAJlEMklJ1NV9ajtwhcFhcvz/KmdUBxE0xGy1t
iLdbATdhJW7tmnQEi3ZIvmmjt+yFN8+PiEl/PJFGwojgeeWgUxLaputGgz+DpZBEVJGrH4febfcR
Qh8XTtOZaxzhO76I/BSQ6Lb+UBMOJbDq61BWpfWM9Uh9mFPduZ3yInt0xNBf4CGc2XPklEQkJvwp
MGqbPTe2bq3Onl2HYzyYt7bQ58ARVXYhhT07Cvvtf/sbyOCcboakVLK+0Oc6VAy9PiQdqExXlcOF
uXsb2NGYY8+tu9uC9rluln/ug8J20QmYCH7cTqSfc7nQz06GOcgKp3/AL8w4jspFEbozyeXKswVF
xlW6Euk3o84WnhD24gF+Yu/c2LrM8O4WdbzTBuxVYzuOrzUg7HfaqDZHzD+sO0c23VPWRJfgDuf2
zqpSCzIfZj/XyOn3O3OEJF8X1SHe2PC5sHQ9NtmQvogB01BAFu6lmONMBY+1BJrCmMTzFItPR4Tn
tka9UxWqRR06Sm/tdWdOd/Nk1/tcAWPgI+umPCSD6+1Fbky+gfHsUXUnfQgmEV+4P1/jw39iIEpP
iGe4BFr8Kvro26qPrTWKPrWxFTbo5fqTY0YdZoQAnTrFjG+bpcClEHWxxyyezEdbGgLnP8T8ktSd
nsCZ2X6yeMrHwr/X38TzS2d63ZdUxk6nCNdyyfKPVqip5Dh5CtWr0wfl8KF78HUUhNXQBwYsDCRn
M0ot9MxuHc0OC8qKq1aDeyiQRtxFvaFduHJfKZ6bWaYTyj0IApT2xxYoLzJV65c5MkMY7cmDHPBT
9RcC3zZIGjN9SvuOZBlpRvfXaHTgvRuzNbB/s8cmxhJrSQ/SxU0sUJQJK8LWEc3vqlTLxB8FStz+
1Ev3aR51ZEjLqPeSHZWb7kax2uLvrCvqU9xqVoEjawJePZ9LTOuA3s7OoXMqoQY9r54Mmlr3rl1n
QudNGtgaQoDDYNyHCixkQABGnRnjMLpluKJreUC3pXoR+CnjQxFNy40sllLu8nzRQmtM2s+6OXT2
vu8NumUpaJBLyeGWE0AdmOueyp7JLDGxW1UYIdzMnAUyZGY5VYAmReHdtYWO8x65g9yPThlf2/Xc
YAbF6VqFoKrDUniXsEVnfwfIIjrQtLTWzs/pXqXAGSNw4Wlh2eqAy2ozxYdCalWtHBBh5syCJvQw
w4IqhvL+siAauCQm2rQ4CmoXdAw3T8brnIBroC7Iqw7IYLOj0SdIqhTYQ5jM0vyUG0nzaUC24UIP
4vwopEygt2AQbPvhIDP6Hmd6uu6TWx8cHfrnpFb/5+iDF0/8t/r0v2fjXx+m7T35+jEsK5uPf2Db
snkjSsCjoyF0PVTkPGFpn0nNOo7S6H6DJWmfXbfTvs5skhZ7xTb5Cc2xBVE5y/SZ+7N8JC9uMv/9
G4MuC6u5Ocerrvaq6UEfhqbz6WpjQR65YEyXsBvH7kVhEf5AWs4eJYAHj2pX1CE67EUYWCEUKfyi
cmPhC8Uqy2OEJfnoq3acxvhkOfVCra0zxkOu0MSmppCAPy1iyo2Bno9KhV/uotLgU8xo8m2zWbgq
DGdyjlpbyGynWlN+bc3O8m0ZBGK1o94XV04+yc/2kAAnbHP0qgMLnsdDLdQmD1IdO8ggZ68OgYOl
aR7IxEuTfSuz6B5oFb4prdF1D0mbLC92O8XaYTSzFLxO16BABolJgfO/LEO2w6+3Qbu2apTHeeHP
4vps0vOSRuP+jSxqNvu2jUHTdJ3m/q48iTSUiIT+ueWzzb2BgkflA6iIMvwYPFzH27XztmMls2fs
GqzvYoq5qPBRLFFknmo5w6Eys++u2wwrSs/pFbJ0t7sTKsi+vVRsal615Q1PCl1VPKiNrj8IcBZ1
4OFkZuzToUVrJ42EeDSkk8gdHvJMcNObLXah3IqtDxdgrHYVIjwc2LSnlmWp2Gh4hafdd/oU/dSq
6q/sdP1rkqQ0WGWVJPeqIbvDMqvNQUy0GfwUD5xHM3PK+yZvx6eIHvdzY+MZfUTWVLseBtGyO+wo
vWrtbvgP/x6jOtjW0ps+9og0dnOvbx/ieMC3ocwMVKkL1yV3MpW8027cKauui8HSs2MpEqqNUjbz
dEwsffztzibGXlOzNM/quHhXidO1f+x4mXS/hcsOnrUv25+WO9fsxmgoH4t27K8j3ej+JG2GSa3t
FS4QRWtRf5eLpty1dVzoQTW1811PD/FHr2XNkd4oNxyl98rarZjxJEjUpvpFF53agpI2Tkg9WfZH
0L/qp8JQkDgUltf/UKsm+9XE8/KQDfXyU6Ic8GXGyAST2cwE0bwwwb41JyUKnCId92lql9c1/rJP
Tdr1FTIhkf3V5Rwsft+pPf7mkW6F+jxLN5ByLO5EbFePXm+YmEiKZsz8xrTqOuinpX6QeaZmfjeY
zmMBvWnYK0oaKYTSVWxe9YWVfPO0Uj41Qo1+otDmPmLFqSeH0XPyZZe5uvLc94M6+2XdVjLQldGo
AjayLj/P9Ha+CMvG97CKUjwXFz4pP7qdMUx3cQJYcVdWcrgTeWs+YxoKvHfqSpOABszK38mOQaLU
sK26qzhvNfFYmELr7yT20r8wExifLHBp6U6bG2QEHC1WY18TSdJ+GntTfUTbuV+BLYr3vaN9ZgW0
61wt0MepxdkhlUsSzE7llfe56LSaZ1wWpW9h39nczYnZf0qwoEViYxTcUlPeO9woZaXczYVaoneO
6gDBhkyF7fdWDaOE57UNoAbhYGpl3oIcYrE06E8t7VcEcqgJtrn1ONuK/Rsp4VzlyTecp3yMqz95
Y7IP0mnALUMr6oF2taTQetNXafonHyMZf4m7WntSJ9dM91YMn8rPNcQebrRusonB+0bgvgixa/X9
Vkd/7t08CWgxYlcpEW75pYNZxnRwkvpPsIxL/Dm1NJHvo7HqPX9WzA68ViqK20kDT/hp1RBWj5ro
QO63Xeekfp3F+X8AMrzIT4Q1Jfu8yty/PPayYVeO81U3kFwGql1i5Bxzkf2njXKYDg6uyYCHoEpV
vyeMAG9pP8gfuaZgpjlkFqbtHh9GYqNH9c8ekjnwVHh/Oxj53t+8y2mECCMVFa6Zk5R+1FsdxrpN
ApuhR6db+M7cefYOl81k9Oup4h0wUgVJIAP1gCvTafrWZ1OyH8WgGlcGno896PXS/Z4s3RTosDza
QKqxclO45fgd2q7ztVPl8g00iuLez7qn/FDVIs8O06T3WKCCe+oDJWu8xS/1dlhA5GAGjMd0Hj0v
i+mBPhoEN3OP2XsezPBxv0aUGV6ypl/uinjhTelkxgORIAJICjn1Uf1kz7MorppEauVdmQJD2elZ
Pt0P7QQVZKiU7Dscl+hbCh49NGOrg/USo4/vgyrWfuip8G7qVuEZUtol/YLjixLvU4A7oSYb1QCe
3k/mDqArws3B2JR1Gg5JUssrBW5ye8f5xppm1JLJus27YfZ86LsZ/kuIa3h+qpTuj6UY3SmozKUh
bF4i96pM3fhzXxotZmpo91d7OwfHAum/jkdWVNhJ0Cuxrfs1pB1OcNyW7g4kQcnOzoXtHd0hW50c
Up6nvdKVXXrvagkgmNgrh2zf8006C1nn+I/O2fIltiBKENN3ZhYkmaojgJ72822RGAKgOLDZbLfq
+2QYg2vZf4NOPOtnSpnCIcMkmsDd7W2PsxnVz4uTt81xlpFSHsCY8tKLFq+HADuS5crDl1W9L2ky
YV7uZprxaEYlftN6XjTptVc36pWgKn1oXDtJdvzXCOnWnlb9sZucRgV11I1/Kq3J7uJ+iHLfiuGt
BAMhcU+eGrNfx1zmXaBVFuJ12PhZMlBaU39uzanxqP3Vy50JyLbkMfIW/CDTqLoX3dhWX5KOchRS
wjrC+FrU4jI9skydHy0jqCiaAflD4klsUpzRUEh0xvSlwVD6ASawYQcqGjH4MojExu06MdtHqB6t
uqPZknj8Sm1RKBSPmgsPRh+vEPc2m4CWtvEfTFXcpzEYHqfjVM2168eOWV11VsUU10Qot6U2lM8e
pXMcHEpz4bzFWLJ6uZnxl2vy4l3rNskvQ7HN/0xHodvDjaaoX0aWamI+UgVzUCIxgq0FK66gnvMo
9iMuJs+vxnUWq6jyjADyzvi3TMX4X2SZbefXa2veBxoo6fTa7rRL1bb7PLkZ5HPK38VLbSrxtMdO
2YHYXXnTfCVw3fs2kytOIM0iK3mJ7K6Ud85MQ9efvILThlBOTQ2FZBBD1dx8WqI0QkxCOmriI4Bd
Ywjq4ZO4o4WVfJa5l/+agf3Ag0jG2wpw5c88hrmFoGjb+v2SZl+ixaqToEylQd8kmobKj8ba+p6Y
OQCLyOoV3VeKXrvFNzdufaVDVW3X9ekq/Z/PwzXVkXZE1iytjMOSrJKHDSFL55vlmIMoUPFS3tlY
hn0rOi/vr+eynH8TG+XZfsTV76bMYo0ceUVk4CzUZw/oKwy9P9WFkWPiPEs8xtVq/rsgV5D6Cm3d
apcOM4b1KZ2G3i87O37EGzLJkBSKleNgT4a7p5RohVbZ8aQiPTXVwZT103WhtpiHqHaOr8fQJO1+
xLyoDCAatdVOjSJ5n8fenO/5a/KbhEbafMbkncCu6pF+CmSmsJ3NXiAt61ZTRPBWjCsOULEqAOhu
9CMxPT31Yaih8Bilsfm5G7zxNp7qtPPh6FGU4UntTB8H8pwm/Ciyv9DxRbvLWl27SQYAS7uoMCKO
y9wTMChKjUAkbOHxBdxKb5LOq+Un3Rz5+xKRK2R0ypyDVqa6TB8NQUszwFpDKj6QkBZ5k3jC6LYu
3ASPNi91X2wjtRwftfQZfQc5pz81W6k6gACNhwGIiQuSb7Yo0geOMYoutIQ5fsonvJoRHhgW6itx
6z0WzbK0h4K0r92j41f+KSca3jtDpl51jdxR+zxrWVXvigRjoV9zv1Tm0egSHtG4cYs6aBOkx3xv
coX0S8XGUgodClrQ5UR67vPkWjrXb1f+FUY5fEYLaY72RVInTxbxT33EsFmZHnst936WvRf/xRU1
/6FZghM3TzMq93HsfE0yGf2229E7Zh5soX2SuGTrYmJB7qYxn3GrSlCG3nWNbaJAmqTccyCdIjWY
8m6BUlQyybvFGKW1j+FngUag2tfsa4Qg4t1YzDZO0DqlzIB8cLyj6rkqRA72/NXEBau+jlALl7eL
HMeHUTorxKcxOMI2L90ny+0c6U+zosWADXAo/2u6OV+eqct0Hyt505PVIYjn40jMFVMDhv7KDU7P
mtOAB86oFUbv25Nm/xkiTRyJ+iO5i+dZwcLbcLNbpFmwWMCRfHjQI8k1qFC2+qInneMdO9DkyVVt
VvpXfODMe6P1rO6vA5ZL3+VKh/BcmaXl11Lp2F0JtEBjL5MoiwiRovqvUlaUNmVbQYKqQCHzkwDr
2nsFyaN2Nc22qx0ic4nxqXCE/QPe/jwGNdFwhIV15z7PBdPuxxQzvzlV5zxZWZypvle683MSu4sW
JDmNBelNOcUWZSHmV5qoFQh0qM1PMDTqbe2qfbpbZk396XRl87uWeYs0sj5b91ZrQzD19HmlZxPP
RUHj2OUvl9ThHowPQSK0nTH27bKJ4qsFwsZV1+tuF1T60v83rY5nGMeIKLtW+siI9waWFerOQoqj
hzBa9saFqu2mf7jWRkB+QSEEnLhiMtaq9j9VewUng2hoayNc+P/dlPVYr/XzmXKMFEs+7T0TU3qi
td5L2TjpfElCb629nJRBaCBS3EUtklK2RgfhdHwKMCjoVYCVbbvFfx6B4UDEav9HLnXxQfGI9Vup
AYEXfEUUI4pxOlbciRKLuEoN1dYyvqCSYKGuYtlXnKlL6pSbZsA6FGLnfBUgX3wb36AG16pMAbg5
7GvjU6tP5S21i3QPeFN7GbzyQpX77GhQINcevUWdcFM5NIFed3VsaWFU6w/FtJpQzdRJa2ovx7ae
L8Fc3g6HIhBwSJUqNI2/rfNP3/R2M/XpFGKlq+c7axCxcpiaMT/Al1azndLHMW1opSsIJhx7aAOF
O/cZc3bju0YYK/0hsgv1rnWTGBRes8jvmo1Dk5+UcXSJKPB2gwEAWffYavcLWHQzN8KdJ6zIxoVF
hx0/k7QFUzRRgh4V/WN9NhYdoXTK/JTzABbQb9jsL1cxkrUhFSLop+0nZap2ljsYny6UDt+cGCTS
+RZ2MZ+Ec8bpKEnkZNWstHNowzi9mQHKPYxmVfmWordPGDBpu76Tl7SV31Zq10FXJAM9ZUTnNyVU
KARaJ+p6DrtZ1YJIG4fAo+yxe//Tzo0CLG41maebBxfr9NPcqHQXSs1zODpuRQjpmVciWT4GKXhd
JUNF42e99YBgbD5lWJXazLSbQx4DNUShIdmPkCaeMZgYDu9/z5m9R2sOw/BVGQSlw81Qzax2mSDL
ClEKTa6sapFPro2/zmDQHbxQUT431ioqxB6k34+s2encLUPjpIgKLWFPxrnDAZASV72Ue4bKLnzW
mfMPa4cLDk4RHOitU3dUOdoQ23gcNZQJ9L6n3ovJc6RoEdUhU7uwKTZ95df1AgMCAJuTxcJtPqzl
6S2dEoUrXswZa6IJ4UYwutF9rWZUx5euQHJhGi/sknNb8d9RN2+F6mYOqbbA3QyNqKdSb568Lm5+
fXx/0FthE65mcW/a//S8op4QXsPDZJZXutWIY9Qp0cs8LcN/7w919ntWkSYPD4y3XjtzlxolFRUt
1BVtJEy2rCCKxuXCDXhuZ4DPAGWs2uCNt2sFnjsvZwfnznZUxX7prfg6o/KdBqthxug3+ozK/Ac/
jK4zPVdALvA36YpuFkrPI2KTGB8YLRXdsegpV3pto124dN9M3zoKfF+g+aA1IPyenq7OnBJA1B5d
10IkB02MTUAAn38Mp/raR16XiHNM8AD/63QU/HXKKl9HkQnWOolWt75os+H/M4rpAhzgZQTwuYEg
ubHbO3VlmWGnTc2+KGoV6xe7uv7wuqDwDPgNRj1wiK1si0UcnxuL5oQpqO6dneciGAuvuPAtW/zH
OmXAiUEfAe5UgR1s3lxTuJNH08gJx9LSvxitwFGzXjyCc7M6Wi468skCW6OUpr73itQ9NljjHOcM
WPoHv5eLF1w/CFo6yfRNNz9EiqztO/QmQ83GtLzpx2+600UX7sI323AdZA2VefxfyQunGySPRNXE
+BuGDYL9AeVQxU8c3NHf/5RzTwnoJ2JlAieT03w6ylxWBW0QTQuVRiWDprGwI+qM93ZqVReeknOX
O75ZXEx4C/Mcb4bSTcqnwFW4ATWd2ifo6ms1MuabHCbcA1/qUtkV8zReuDTWN+M062D2VpjSq7kN
QezpF+oVV38nMXd1c81GCa2VR6qjHilWW0SDb8m0+FbqS6kHpUaKdGH0Mx8NZJdAxzNQc0dP5HR0
LAGTNILOGWpx1r3ECD2bB30a4oMKiiIN2laoRVCbdnNh3Nd4Y/PZuANwZLhkdKhZmz1atxreC1o3
hrhqFk9pm6Chl9ZRmu4nzWjUYzl0zQ+BZMlEJpbk0BC8ofpsWiUqSsq8sl0zO4aSl3iluEJg0KJz
b5g1gjyWN39HbwUJr9HV+mTXmWb3WABHfclS3f6FUAK9tLmcq8xvszGO7poqQaAqdmkv7sxBLZDv
aeb5m640xc2QUebYLXBY58AQkflLjaUl78BG1LFvYLA2+8aots+UcJV0V6ij/AGMngSV+rBu7tp4
piy2xAkac1EOLjVQ27m/FdU0T+CKneQH2kaUhiw3QSi5HA208MyGUmJBfjrt6GnFPxyt6ItDhPEN
+pA41H9Nxmqgws3n2v4oJZKNhtm9dKOZXLliJcwgkFai9DVFzm6hCX5XsHGUEOENPb9rRsX7PSmR
cVcjEuMEXaSMXxGqaO1DuhBFQ2Oz6hsCYtzAZtRwU/wEavO716TUgvQh154NXYj+WqdJFwWy1OrP
IndF5qu4qPzKO8MRR60yKWK5KpYkfl1r8isvlfsFS5Q+u3PnstYopwv5IOe81vaDAs19T4fcMPye
FuElI4oz9xQxjUVGCpETx6BN4Jv2BW1SA6J0xpY4pJ1sn+TcsQXev6jOHSTm0lv9BLhEtrgrN1aQ
NeN+COtppDwHCeCISFTxSVRje6eWDmAGFNcvxDjamSCH/ezAIgPwBfp6c3yNQqO7moxTWMDPvZ6l
VxzqrG1+G1Kv993Q5QHkGnXvtsZ8R7fTPaCCGF95Rml9LjshEdSqUQlwVa1G2XqpdqY9Kn/en5hX
3c3NSed2AZsN2YZO4FYTyVHjujDzZgpBZ9U/VGXW7+c5jn8pet8Gy5j+zoxJCSKaHiFbL95P0hzu
PRF51wP2Q7R5XJsem1oGcVzpx/d/3Ln546b3+FngXgH2nV5/XerwaKcksIBHtIdc1vqXWNVXKQS1
/54YXv39w+OtUCZ8egh40CvZ3HpyArmm1DqhfF1gOqqXngFuQ0a3dNDHCvxZHF8AeZ95QCmmEdgj
FrUKSmxG5EaxOpJlLTSj/k+euyXwtaLZCafMPlz50dmIIORXKtfKmT6dS1UXHcusmaE+aC40oZwU
rJqmG7FUve+Akrkw3luQJ0E2hZ+1ukVGC1jtdEBriElqaR+Elg7MoUbv5Wddq1R+Fao+vtkp2qHW
YtOhDZQ5t9jSFTdqbZS/kmZqnwHNVXQmlIu0+pWatNnu4CEhtKF3S8V3S5qVKpARa3TMkKIOk530
+d7GDuo/L+umH4ZTa98m0JJ0pEvxgPNVjzB/ZwEXqYzy2pVGe99ES5Z/PIxi9YEWrraRQBM2U1WN
TYtJW2KF+UjK2paU0R0tnXxayJcI4Gc23Krzi/wSTDC8ztf7+J8qLl9uDLxxZthExu//4ew8dtxG
tjD8RASYw5aU1C2qk+123BC2x2bOmU9/v+qVRQki+gIDz8KASySrTp3wB9nIzPveMb7q7dRuZPVX
zi46k6LNxaNhc7x6JmcK7SRFgfS0xIv6Lanm4lFV030Muna/ZEqwcXSvPNcbHl+07kQBtnquCqVu
bYBBd7In+nZRzvQNmZSFSabcblQS15Zi97CDBPwSjZ7zVxgGeg7BtBhP/czMPW8ng5nVEO1bJdjq
n4hffb5bNbJdSgWNLrHA/p8vFffivYV4fCDxaJwaxhG7uO6bjTB7eTnylWQqSdpcUE3X5uHTYCQo
UcXzCXiG8yLTJ3kNYdl+gUirf49k2Xyt7IFx6+1ge3VVuIOm2CFk9uKk/rMTlaWItFC2xlOGoD9G
c4vcfunRHP5hNEX+I7Gq4n6ZExjIt5e98krReIXMzWl7s3U4Xxb78Mhox6GnJd3ae6WrELnJmy28
6uXuB57LnS/kBgRzXl2tYo94bgUd6n8Qxvc1A3BGqoyKX4km+scxCLaUwi83pYaqKzGEPhtfc61B
HQ7KzEUyDScLBNVd2U3OPUyR9uBMefn93W8QnS04XcjpcJ2so5Vj9IYuNWp3apdcvjOwoPHGydTv
b69y5Q3SRGEZYLhvbtznb3AqQUo2RbqclqhVPhr65BwydYjvEh0D2mWpgKq/f0GhfCQYGbQJ1mz/
uYSRkpT2fMIYOWpcWh/yXaA3wU6aM/NYRSAibi94ZSdik0yfnDab+G91ANCLUqQYsdlTlY/hq5IM
sz/Elb0Rh6+AxYWgE6vAtOC4rXlkU2n0DIC1mQHTCE+equiD3MMlc6JC8cJp0e/UOFIPwhDXD1WY
X60cvNOCVEQVAQ6n5cEsDavw1WUwoAVpZtK0nAbCwXG2LHk354hRR0DX3/9WqRccTO0UHQz3Ojpr
TqhYI6jUU9CV0sdiGD6RmDYbt82bK9gqMMNgEUpgBBHIRKtsyhnjkFLNnE9hO5R3s1zFnzLAE35r
2+mL0QDaWybUASx7kkA7B8ZuKisVWZWsv5+YPg9uhFanX4GsRRNXc76pVTrej5rcfAgqJvlzkqG8
Ityrs1INN6hkVzIzxDUgFJLrIpQMvfX8aOVVvKDlm45QXSam97jQj6UHaDj5DwY5LHM4RKAxyiSQ
x+ehAYN2By1M+as0YWgfafkE7akaE6Ajqj2aw6fbp+LKuTdMbiKyYgob5OLOf9xg4v+RLPoMGdZE
ncqM6zttAPQUW8gkJoGlbmTgVwogMXARYn5sTpZcLYiqMNxELZtPeQ0+DcEhVJRAsjN5t6qp+qAm
LYDrJnXql9mOrRAq0ljeaUE6lg9tFCi/JJAmf5jAA6ecp9H51lkjrYD3vxSyKZjwBET0TVehAiiV
zp3lzOj2xo6rDmHsKtP8Ovdps1cjpfTevZyYaNgYEdF9QsLs/BtgNSSbEcink7roNVL1iGnXYRA/
ak4if1QKddxY78rlRRcRLQRU0IWUmfj7f1KBcGx64FHJfFKmKfdUa5p3RRiXHijFLeudK0sJ2iEU
SkYPJLurR7MSSZ/aaNZPmCNWJKJWDWC6GY5SMUYbT3UlvjPSJ7BDbILzuqY5jnKgVk2g6ie7Tn+2
C1IJTF4d9dftb3V1lTfeMx1uFKpW2xcOlxlEOmWWUqn9vUYr47FrGu319iqXr41/2haDZIGB1d8O
0T9fCEpAngCD1U64AKXAVUI4WAKrrAWZvdE1uXwg3ILAmkB2eRMiXD2QXHVGjwWaeirKGBYDQ1j0
yJt6g7bksKXOAzjjSHHwhZCFIOOdbzlzlge9n2wFdn/11Y6iRxi1T3jVtPQGEfjKZqtyO3WLpH7l
2cgsaA5y24v8c1U6GMUiTRn6zKciC8pdM7XzbhxMeXf7Y4nfvno2E8Vsim9BVOMWPH82HTRWXCiM
rINJT+glVH5saiPqWmpGR0fZJ7b93tkacy5iJ8ASrkQC9xowMyYkDWqaOscqdsZHur79LkdOcONE
rT+aWMWhfwGoBNwEH+78wUIg6omiYv+YT+kC3tJMmp8qxMTnQlVbesvSYj6XalIcdeCXNC27LU7l
xdXJL2D7W6J/gFSDuv6AWHDrRSFlwdEqzaQHm6XBSw3nXD8iwA7ytQ2nOxve1GPXj8WrgvdmSgtV
Mb+A9R0hjvTWcwPfZ+ODkxevPvnb7yK7EyquJh2XVT5SmlKM4qQSHIOqlz4Z8L06d6DmC9xEWXrN
s1BSaXwr1xFgyvDMg9fRplim231fQxkrFCieWRtiCgn0V492XafH6FxNfZVyy3dG54WSmpu7Av2S
n6kTOZ+kZJycuwUlXl/JDKacPfjwyk0iJgNwkxzpMRLoF88Ablm7sDtkuBm9+TMzFDNDnjy2TWiK
eh/ck0/IR4gpunOQQytR4aQCXLgPNEt6nNowAF5rkT6Bpp3Lz7gIOKrbJ0sACFiOILkMqFLt5ElS
IsCNyZJ5aWBbO0VL2nKnSY4BL02eK+WYJ0Z2H9da9LGpe+VDpVf9k5qZcIMmPbW9tqzSP5VCx4qu
/YLRQpwh/rMPKinTd5nTlgY9q8aAYBH3DriCKk4/VXoAtHGpu9JxczUmOsKc6UWPtxt9CwXiFAcR
BUF9SCCW/GrmSTw82EusxZ7a6uPnKK6N1MsrXUXuPazi71Ib97FrZary0zba4lELYboA8VexVhvs
vFGoVWtzgjg/L3+MMNMeiyitkI3BDeVvDXEAzHhpDI+1uiiZV5pVcWozqUiB2WKf4nVJhzEXLmO2
5xRz8g3oZPV5MebgRxX0EdS9UMoOKoSL4JBV1CNe0GpFhMNDaGtuakN8q/RQ6ZGsBoqwQ8t5/m4t
mvEfblEz4TIYJt0zsxF0cmyp08EZimBwIVjAFWCYkn3IIsCPaac5L22KH/p+MlTpVykHzuDCc9Eg
ggxR9rntIHu7Wt/NrTeVodK6NpC4dKdAfnpuuir5bwIO8U13erh6WjA2xq6cZGy6O0fqg0O36Ago
2n1XD57Sy8sP5G8QzwTf3fxSoEYixVvF0+ccIBgaZ2ICtgsma/kxI0uXuE7WZjkZFqkzbmkOnco6
GtTxQMGpZTQppPCFXHFhzqlgQLlvyjyLvF5Ly8feTsvXSZ8MuI7BvECSCKR48KSoaH+G/QT5r02H
7KWemwXWZqNE/xllrxh70OFa4GnN2PyXIZ+i7KxR1/6AMy+nO0WRilOE+12xj522+ZPmefi3DVPh
AIBpcOkqiaR8TfSg/GFUTv6p4HaOvLbI1KcpL8ZvMMW6125g+AN7MUkFXQ8MEpEhTSoSfGOC+NZw
Jjg5U964cTmOnzrdVh8SABSNa8wtfNZqtqRlb/ElBs/Ow0Q7KG0tLa42lQAvJVgCX/Q4zv6OqT71
e6Dd8lPt5HPhtbZefguDuqhdGmR2c8RO2v5l15b9pOtZ8IkpIKQb2l4avM9p6tudptVp74XVNCa4
V9dpyMgDmNcDZomYToQgkZ9keZyknVw56jMOLYS5OGqs71YgzcM+l5T0uW+UYNmXgzakeFhF1bTj
a0Kxl5zCfAyYEX1fBu33CIK84pUV7pIaQsWOffWTntOUeLNahK3bovD/Est5+JnyfABiLpeq5OJs
UIYHCfh88WDUYfwC4yCEcdAHee0CVqZrXSPD+q3JZPXPMDhJs2+CMvw0x4Lr02l5H8JtmsOvkBOo
Z+YyAgoV6ZKku33vsF1yxU6epUhCzDA2u/CzUcVGBb001gH+Zk34NdSj9kVJ2TS7InawQMydPvvW
B7Fz7AjA3X7ICWquYkK7LM3JgogixVXpZkZWf76dZ6xLNc4AWTR9BVEr0HhdXToNNK8ci15oovby
MDuZ+aU1o/IQaWp/LJTI2ugIrdOat+WwNRcKqUI7YXX7T/2oamEAK1UB8fuM73PwkDV68JpSoe+Q
fdWht8faVutinbK9rQoX2BGsf2FfcJ5zJMo8UpFrim8tSufXULwOPUTfjQLv2ipo45A7iR4No9Dz
Vaa6LFtZyhRfqgLoxUnBflDSbCO1Xmfx4lmAP5miwEbO943+/k8Wn2S6jYLDxAcD3nyKHHXxiKfg
JzswL+/dGxxmVHNBhlBWY4By/kBRhCCjUP84mo0x341S1P/o4rz4XdOQf2qiNPl7e73LzcGIkFkh
iRBsT6Zp5+uNud5DbVaQk4BT+iu3uvYOCkL5aECZ0dy5axBnHEEUb5QRl98NqKFADYuWEwae6vmy
jjouSGN2ztFIiA6alEw/onSON2q8y+/GKqAnic1UKnzF81XyAHbVJCdIWeIyBfHCctxogCspJ8lW
6X/1gf5ZavUeGf/meUrz+miWy7zLBI5H0bItb98LMJbIV5GjEYIGNDUYuZ4/UVilSh7jNXU0M+Ar
rgzy63HixfUusU9oLlayEXvlTIPKzfSGa8JOoQp5CNPrz6DFq3yjtLjy3Bagb84GHVlAWauaiTte
Lm0ndI4xDO6jPdvKh6wspI1j/rYN/y3NeG7GyowEhGMqsNhVNKFpqGAi31lHZ+nAswR4ScSHbI7x
hIprJd5Nhjl+aLoCYoqRm2irk0Vqz5oMmJW+SBr+KkGbBp6sGzhE402toZNSo0YAEAk2zFHJ9On9
O1z47lJ0vbU73yqPf2IGJGMtwrXIPkp1ru+UcbZ2cwcD8PbxvXz9jKQp69ARoWJlm5/vh5h2KJdv
ZRyXMh49fOpiL67UYOMjX/TCRQDk4kBQEqoFEMDVFYIMQWDYTar6GaTtJ02W4lMNsO1zWlmUxnEY
+qFjQLwi975Xw6HeDWjebgzGLw8zTVcQSNTlGNsT7M8fNcULpRHtT78vYNAkzhz818Z56I2GlH+7
/VavlKsgGbgqKZbFqGGtYZjKCbKs8yz7RipzhnCTnZ8wS9bd0QpAT3VDcC9VcXJQFSv3U7S/HyZT
LTx0Topnp07LJ0sr7T+3f5Q42udHgL4LtwLvAJrARala4C8iRVYj+2rdT0e5zgAZWY2zc4KKXrQK
P/X2elfeNzRLen7ETo6fsTrZJuqDvQSTG6HaHA19J9fdbl6SPYFuq017AfhhZ8HLYZhJq8zgol1F
T/xUeh0b0clXpCY9OXWNiFqgOnfqxE4DSRt785zkewAa86M5gPIK8FpHdqIdX0OMInbNYlBTj2Hy
Wvat7kFMdLaOgNjiq9dP9IGfQfOTtuFa0rdLIimDD9L51JtwVSd9P1TZJ6lX/krohdgYtBjN9LmM
4DxKnfIoYQ64v/1BLs867gnMfRF+x6oRkPT5ASgiYIJdZIx+lUHstywYf1MAovL2Kle22VuvEk1X
mqIXZACwrlOyaPXkL3rQv+jaUn0gO1a8ZirjQzov00Zude2pRGcIOzBdXCOrTw+wLgTnqE1+maTS
qwrzEKZt+l6VMhG6iI5AmBmD0H4Sm/2faLwoSVUZk053wVz6Y2fUw6Gp2v7T7Xd35VnQV2WMTPEL
cm39hXoUhNQJxVPfcApjB7fS8kq4x+/fB6wi0A3g2EXj8PxZZA3PxiTgC+Wl2Xtm2lWHVinfi61B
oJtOHXNAS5xJ4Kznq5StISU4DvV+jbrODg0e+c6K9cLr6ZlsRJrL1wa0SPCExFSNP1YbO8/KRMhG
qH7Qh4U/wz51896INjbaZTwDwAUylzEGfXJ9DRlDPWaMU6vX/Ip89HFQ6vBu0uv+rsZm6+69+4Cl
MAWn60r3H5rr+bvDtrV1kCfRfHWIzN2gloWHBPgWIuPypLKKqtKIF/AFxPHOV9H0KbCHmVWyRjEn
xIOm+Dm2lMLDwK12+6aMH28/1pVrkRUtxLeR+xNjxtXO09V6boOZD2XRhXuuxzY7FVE5H8MS+NVc
ovqHxouEL0YaP9fojf8Z8pmOIaT/H/LYpydjzJKPG79JXPvncZnXjBAGtBEk3y+uxWQmIs5zq/pt
ERkvBZO9h0huujsjFO0xq7LNfVPX025UG/MDnj2VpxdqEu0yTUMbSu6U8amSmupbOETqU1xo6SdN
mywXyd1218jZFhv36s8F1meIKThvcpXFWFLqTBOSjX5qhOGu77TmO7ed/QK/0rxTE8P0Wklg06Vy
CzJ5bbuARWD0DlSJRsBqU7a6MZYd+qQ++bFlu2R7iZ9kauOiyKE/ZvVQfrj9aa4vKCzBmYYyJF7t
lspeAJ3HtuqP4SgfM0mSXJmL/mtK5+ygIRn3+fZ618IIAyJaHORHOAysHrCesanvtUH1ZxQUn4fA
UQ66E28dgithhChF/km6zV28rimRBkQuycw1P4m4qvKuiQ5goWglj867bxMRqoAaiP+B71gl3SZ2
FjlCvaqPBlHmZxKN8zwZtvCmV96aoJOxDERqGCKrDWlUedUFMroURm3mhyguE99Baer+9re5shdo
IoAVYIRMALkgZDhlFBTM0HzaTfqJEjZDc6Qy7wvU51BOq7sN3cMrX+lsvdXtNdbFEhodLbYy77p9
Euqzp0joGPQ9Fhm3H+3aCxRUPHwtKIERaz4Pw2ibJ1jURYpPg3HyIlsdPMgAW6YO1x6I9BgfLTDd
gK1Wn2miaUpKmSv+lOcxOPJhIDfrhrsiqd47bOXmx8sEIjd1PTnGOhlPkOaYY4hL/th1zU5GuMRN
SpTGbr+2N3DCKnBzhgSJmw0BpUs7f28NHPfUbmXZl7HGNncyUvQ/afS1rUegrw9mh0G31yBt8j2v
q9Sgr2dKKG/h+ql6NLflJzp+hlCqGcPZVZVsRlwSRsDkIcFnH/swq+tdF9v5b33Jpd+CG4XcSFAJ
iPCo8Q9hKCrtKGiYBuCrvfTvT2pE1kQWBXOOum0Vjcaqj6BIG7af6r296+YhYvwzbgkuXDlXnBix
7URlQmPo/CXqeqUtcqo5viTNqDoyhyK8O7U349R6yKsg2UgBrmxDmIAU4EQERhlrlJhZSnoF+Nvy
J4LKQW6l4W40I9kbW1PbCBnXlhJYMfJ2QMNk0+ePFjPfHw09tv2oabXDyDjD1ZnyHQIj/3t7K15Z
ie+kCwUDLg56HOcrwRmYhrFzNB8dLqhDPaK83MnSw6LY/fH9S6HcLcbgND8pr1ZLhclcOcz+fHks
uh9FKztuADHqR1LG1vs34JsQBzQCoWWwJmWEkmXKUpRZft9mCfNU1dl3lMkbMLAr0c8m62JqB7oA
xsnqFA8dxoFNWMt+0RbWwUS7EqFJ1O/e/drEoMQSWS5j+rX8RteO5qLLreynQLp8XZHSfRZX+l1Y
Ld3+9lJXThQe5/RXRdPDBoF5/oWcDD4cNGXZ77I8vXeYKe4dJBL2hTIg6p6aP28vJy6i8yhoU8UJ
BwtCBKdqlcR3aq5KpdWWtBWK4QDmID2OqhzuS0lm+EuQnpDlohNye9XLHQ9xBhgNMCswNfB2zh8y
FaYPCfNFv9DNch/Iev2lyLX8q4VU2cZSlxtEuI5QdvGUTEDX9b0zqi1jwSr3O4pWEt6KYWiL0O7t
B7pYhQQGZQYh6sztyE48fyBDXYy2n83Fr4Klhw6WdSejbbZaYperkPIxaUI7g2ey16cXX/mC8WYd
+IEF0RGaf4EK2qxv7EARA862hFCzATBGcolzAQ91/iyamuBTmzSOX5dQCGNnbmLXTkxjB/E/2zdo
fGauJhf5oxlr5kaRfLH7WRvYHXUyGDKqlFXOHgjFQqPMA3+O0WvLQ6dxTaX5qqrG69QpH29/tItd
+LYQxB0LsQsedPXR5qmt+1mbbN9CRepZRljsBbX15ICCYrNxb135cijUkWSg20FHV1XP3ylOr7h/
wl3zA5DTbhNLnadDidv4ctceiESQASHDd6ERcr4Kws+E4sBw/DQNpmNDpH9AUrPZjUYxbCS4bzf7
apfAbtHBAokPdjHVHZfEHAdE6H1ljqb7OkQItJ+V7KFTzfAvguvmPUoNGWoKqvmANJmQeXWcj1bU
J56tpvlz0DnGsTDSyGe8uBguglvoECJwHQFwKJrDuz81s0yaPKKXzLRxta/ADBWYNFuWL9nSfG8o
deVr/J5vdjMu/8dSTGkNdrApRi+rK3ZqG9T6mpqPAI1/F+ajdQ9oB79DO9piIsACuDirwvtKdB/o
W2v2el/hLBKBkdCJCKM14JLclHIH0nkZ0ZKUBfagmIxAocIBDX7gHoVRPFZNY6HcV6q/p7QZv5rT
kGluZc5FcpcEQVR4HYaFjrtIsfExSNqcCRZU7tGVwA19jZCJe4BXrxXklHMQ+EokpSDKgyjodkhv
G4tndFzXiMtG1ucJStwHc8KUS5AWy2fi2ozA91Tnn9TOpnlelFHsTgDon6QoVAAxyZUJZErNG9JV
ZD/+AsSrvgVVEzc7mj8GIK8pVJ+UaCie9UXqHvTcSb93vaKkroLkCbLJRW2EOykOhy/mSAsAXcNu
/Mr8qPpgSlbxo7IbPSeqhdbfOMzrZD8y11FfK0cpix3cYrn0smTu7pn1t38Kx+4cMM2OhM8XwJbs
OBWz3vliDvI8lkZr7TK0HEI3xwqj8tq66llQHwrZhTMQhfcTuBg4Urgr/LViTYI6kCUT4NgypkM2
Q3pwy3Gwh4Mpz829bqatijxyq2leHE/Sh0UFr++qumTswLXG40Gre+OrJmf9a8SYCpxoqH3VUFSL
QTg1XX4wk1ipd2FjoNRsJ2o3Q1135Mcc4AtD4cLpVNfB+KB1na5c7F2YGMiNmkWYfkT6NWj3es+B
RAxPa5Etl1v8n/sa0xcPb5lgebBqLf1udgs4QCldylcz0ePPCeXcn1GHiwVirFD/s5D5qneRhDcg
NGjTOlha3T2VOAIKvGJt2n6nVTUgwEFz6n1YmJWzB7WryR8kIxNqF2Mk/55UiQ3nGAFy4yk5gnZX
F4hie1ahQ+o0Mg1ShhYpxfDuAEpjBYElSguBkVk3nQ0kSqHNKcUJ3Wqkak22feamlY1Znqph/HE7
KF1O08E8kPVDAINBT8K3SoMmYIT08vPmtHSV+irPizIhxhEEliuRUP+nghX7oy5cgjt74YWD6Cpm
WJhpYwNXKnO0GLZ+0GU8EcRFpGlgUXMnrq9EIAOA0meElBs7NcxdzyRy3vWBbf4qHTMtPXuSpZPU
Z9B/5tSUgiNdX0t+0EP0E5E9V7TBVfOhmPaMBymOrTZDxUTmkk0Omh2rP+MJD2NkIoroZ4NdTHOn
Rnb/BThp/yvNRg3C+lym0V6Nm+xXPXQJyoxhG74gJ4qcFsL5qf2xKFFBbxfErLlHFyX3B0ClX2sK
zuCUhYGcUEEZ9Z9cd2rwqgAvpLtYLrVkj3yonO6H0QabkDY5GhO1lJa2ryVp8mLhTji4NBPNu3xo
22SXBaHzW6bfFbr9YpXfalPJe/jEtdLvUsOqX2KlqH9k0Qz7UYP/f4ca71x5GZYnCJ9bWubsFw2V
WXfOsjZ1tUKWgjvTTnlPY+I00z2eBTpc6RrNUFexc/uhLQPMGuxu1u4QngXbFpVBgqRnSr3hkVd2
yRHx3uJL1U+YTJOGIfHaRxl61wUWzxZI37YvPcT20Zim8yu9NEpuhrvKHstpV86lHXl0ivTfAx3E
EHn5CS0Kfr9U3IcT94vbGlnjuHWQ1OUjlSj23HkjATk1E2dK7xxERF4mYWXlTYpdwMHWaunzNGFZ
uXM6yf7a8SV/YG4QRV5oxkvLZ0+a13C2CN3USr1P57SvH8OwGRheh2GNPYMm/0qdYZx9Jw7C7q6w
i6oXxKquOA6KtICCTelLbxT2FyUP3VM6FeSYKNChfb/Kb7sYBf3RKMtT24U6gNmw/ULCpt834Hm9
CYeDQ84fxcbZuswAWRVXYBsnKyYm69nc1LXVkDpGiUVJPBwK9sdH9ISrjQB2mT+LVUQdRzZggco4
zwAZP2hBYbQlNHkhE0IvQX6eYqs/gIwZHnql20IEXQkYWFOSWlGAa7Kx9iXPin6qTTmqT4ipzSew
wPkp1BbnuU17eeO7XV1KKE5RGwtsxCqH1uQJ6Qi0x0/jYFi04DAJWBKZSXSHxejtQHh1KSa1WMjT
1DKM1VJNXiHrYi71CSoftkhG6S1yiYPuDBLg9kpXtgVwA7hTjLQYa2lis/47GNbgvmdTXJ1qwxiO
ublY2COZ0nvbPlw0Yigh6vw3U97zVRDynSzIcmyLBMnbhu6lq+DGskuh6268umsPJEZhiBRoJnj/
VfqrqHITDIFdneZekfwp1u3HUja/3X5rb22d8+oDKqRAbJCGMUxaa491ZcbwT2+jUxFIbe4WZS7y
Ak1ZPpkRNgnA/GnmuNNiJKc6bQOke7Umek21TqkY1BWjfD85ToEyS6kP8h4jNXgUKt444LbGKvNr
bLER/cYuSiP9MpPfWWCOP4xQDv0opz/JsFHFMuf2Q105uwaIOjGgYMx5oZrSIG/RquMcnXCq6X5r
cqS51pLlHzVwzcc5BlR2e70rXwopM2EBhUwtXfDVJp8Wp13MwYhQekg6txt75ZuTO85Gg+naKuh8
OrRHKOepiM63no1nmeCFxKcikaL9PGZYa8loVN9+lisxHcUeOJZEP+zE1n1opevkIY06VsE8xF8U
0gLVTHUUtuehOqiMpb8wUtiSUbvybII1BSaSkRIRadV8xHI1liY6gifFKmxsk7QFdkVMW29jZ7yJ
vJxvd+ZwDu0r0Rdhz6+iRK/PetDYXXjCz6DWXWXowuVeD+p+9ELFiMKdkcaJ/mk01fBbMLah5tpI
m6H+vTT9l9LIhq8hRlCYbfTj8oicfGN78RhOulsgKjXfO0pGrlTUdvXaZXPgYPLBXM7tBxMHKQTU
3V7OBSx9mabfCE70kWePi/0dSW/tW0J9NXhqpI+fGPEljyY0wD+lQjXq9mghvWIUii23wiB2crtU
6oA8OnjYukpajdVDGLVLtyu6MPmxhIPZ7gzqvYFUZHLyp7Ay4nFX1j2+J3phm6FnBvQNvckKu2yX
lOnwq+zzxdzhkaA+NWptf5qjurV38tzPr5OcwgWcSGqQ/J+UMPd0WN5YuAQpHlgabJluXwODLnY5
/XfnsbfqLCb5c5QPZSjFX0cjV17kcXDMA+4Byb2MKdtDWoWVc+/gkWK5XRcbsTvIfabtC6dYOk9z
Sp6m15Xst9xiag+VxDaaUzxj8eaS0hUjDnh9+EytWf7q51KCBeHEquJiloBV+qxnJvGmiJfINcum
7wW2cH4xpyx8MqZOf+IntRhcVQ5E/6JIdGJUxOvHPiVFMuX2ibqIRvTUiEU0G00kWZkgnZ/bmvEB
RspT4ku6k9zFkVa5Y6HqWAHMwd2QbUGlLyGeQnFaTIEBuakCjXe+XlTWpdyiVOfbyWKd9MppvoKt
GH4HNYSjXMvUvdaUKZYFgSSlLl8g/EnjOt9oa12eaEYjAqAg5Dg05LXOf8USLfaSVGFyQqi4PyRD
vTxQuG0xjC/TC5qBiGYK5DKyt+tucWxELQevVn2ncsJ9G2Bd1AX6SE5vme/9jEB0dCSDuCbhlF7K
+SRhiApdq/ltFOq/c2uWnzqDEwbfOMed3Ry/3N42byiHVahis6BJRhEJEGI9jk5KbC4klKp9jUz0
nh4/LRkotUe5YrcauVMe1Fap72rMOZ6k2Jw/OkYR7HIsVJ6VQKdSSvPyNenLTYyn2LDnP0xMeQEr
k2mBXVtnqgFdA0FpTE5ToilfliAwFa4jUnA303Qt8/oRycF9vCRYZSZmr+8ta6DOnhSpf9l4R+LO
W/0UOgwA20iPOF/WapflzBEWqy7Ck5bFJk8cBfMXZuL2X6Ob8t95rqtfwYsXj5gV6gNcsRG3JEvG
isO15F77RYVJGHBgLtwHg7X8zhKE/3ZwQeZ+N+Q93jeFrHQ26mDLYP2+/dsvDwggDZm+psA8oWy8
uolwKlzowC2BnxYJu0g26x38F23jwruyCq9HF3x/OEMXxRLS+jk6I0Xg20GO7F8e/JZD8512vnSt
wWQy1gPSQNrlrE+hDXo/xnbF9u0I+79KC577FhbnEjtfs6LcmFNeWFTScxY8fJah/czIYZUXp/wc
GUmK4DjnZUY9HjSJVzZ5/pyEffIXLdvMZcgZ7EsaFscOMv2u7Q35WXXmMnQzfG/Swzu/JENGohx5
MER6XvEq4MLBDiZn7o1jlE0QInWibjMWwUb8ufiSPC9jUxJAwZtA3uU8oPZSFJhOD2g9hw+3bwb0
tuNB2hIJvrYKWHGheCrUNtaNtLGuwqXjbfpaYM9o0gWhF4xKvzGcukgyiR0CwktvENOMC1nlSutC
uberkGfp1Lsxs1VhKRNyB+f1Lg7nbB8XersxOXrbhmfBQqxKsSOacsRwefUGp4heqKE2oR+DSle7
6XM0OZ4+Vi9wef3OQQaoGh/KZLzLpuq/Ae1+K0yxlGmfon55agzdW7T02PXGAaG6Y9OG475MsWCs
rI1yQmzg1e8kwALa4SfyU9cUGSfHm8VohsRHzy2OaHgNxo9qMrNfE9IJBw3CwI+OzAjDKlw9N17S
xYUq3pEFeBuNcMava6wBCABx2Dk4dCmcQ7XE6V6XaG03pRp8uH1sruRFnGQ4XcyTVDoeqwDYGnCg
lj4I/SFC+NTCVAsWRpID6NXjL7GOteDGe7226xAdQ3iCepoKYHVZBIHKIC9gTtYjrgjESHdceZYP
8LVTF28VP6+D97oavEEp/llyteXMEqHkEXVgP47zb02uqPs5hdST2uFWenJ5cBF1RcaU8oYaFBj+
eXiYnZ6NUUy8zUVZjlkQ/Bjaqt9g7lzihoUOOokQeQa3Cjfu+Sp93YyybdSpn4zEWLfWI6Y8Y2TX
hFel/xMoTjbumQZHpqt2cTK6UB51inwpa1U3VgJEiUmFzUc5A/C0u72frmxdjAEEJJygQiqweted
Igsjao4NxUS4B4PiPFLSMVfrzOzP7aWuvGyKcHFpawwb+PP8Ncw6vKlMWxK/KHK02KDb77s62eoI
Xl3FhCgE5oL0b93oZBypceKtxDfadN7p41Q8h2anvJfehkQlmjV0mHSaZtTf588yVqYS5EaR+FRk
+ARb7cBAfTQ28pArh50ZN3xXbkiSEXlVBBHn+6iRzNSPdLN+DCLZfJCnULqfVKx83UjWx40r5tqC
oiKw4Vew7prpy7AVpq+c5j5AN9SgB9kgUqOECfK8B7OcDId3bwkmT4zFSUngMK/nPS06r05cqpFf
su+9eEEsb05S/f2vEbiKIKTQgBTjpfOPVZVtnc+xuDhHJT5IrXpMdTXaB2X9YUiYG99+pjfk5uom
MgR2BQqESVhZE1SiQRpMDXFsP6rULLoPm7H+H2fn0dw20q3hX4Qq5LAFSEokJcuS43iDsj0zaOTY
SL/+PvDdDEEWUfo2Mwu73ESjcfqEN7zg+Rd+jcTcn2a5iCOAcdJ+W42SSZ+B6/A3rvMIaXhFVCIi
62WFflh6Dfm5mCeEVrB9bbVHVmpfFyc5tABaW40DBu01FvZ9XQdhWklmptZC1ysx8AFbP3Xjg1RH
NTtDLlOtgJn1aO+gNtU7A9tLe99OmiN9kYT5jx5R3jdLz7Jp4/a4PlBL1wg0CPh39KzXXyMj67hL
nFA7Dal0AsVpwZ8WYEGpCVFQR5t940BdU+mo/hhaklUvut1wDC7f9RyLDtdMbz7FpVKZQdfb+Y+4
DusyqCJjGH3dGSrLb5Wy13axYVYmZsKpbhxkJ70I6K1wlimjXn/Uq8QID6mKw6qjJ0y8U0EP6v5R
uY5V/NilmAHIQkPZXjUn41RWFKf82AZPrSfpJs9tEY7v7SksO8INTgd0gdmtSyZd7zr0YJT5lNKO
3tkGzu6adMaNb+z6HllAvguTjZYNAWsVqkK9RLGmtvRTmkhzh8Np9YiWb/+yQHHe6xW10CkIhiTC
NBfIulc5UKyVSItM0jwNOBL5sWXnOx29oI0nunFtQ54nNUDCASgYgePyKLnAIXrmlu2JdDvIFZk+
JI3Y9WlxglXjV6k4LNNU2VrPdIOe5qg9xsvHNXv5Flj8xjmhL0W5iGrwAmpdbW6laMB/Y68GZkOC
jYo6oiG58V5zGLYVauUSsyjLltHT5fOSs6faJPUGoQzb/daQCQVjlLybpsIqhALCMVAHEGn65Soo
s092k9rNCfayd4iUpttDZo3ef+iZrqIDS1puoy+2CgNgK0RjKGF9sl3hHApXK45lTU/i/vd7o2uI
7iuzJiC5wOr4hi8fxtNFZ+VK0Zy6yAqP2B+Uz9hT2zjdZ9kHJW/jB22UduKjshMdZsrhZ2UYw8f7
v+LGp+fQMwQ+QJJAkrk6HU7fTDVGFfUJawgrsHWRHxXbDp80vU82BnnXkBG+tuVzQKCYBJ007vKB
a0MvdXa0PkXWhHpWke9As5iBESYfsGFVoIonYDQVjUFEbWbQpscKfbWh+3L/ka8/CGq9Bf+3NGcc
3vTlzyBXrvNyMhpwIkb0kDWy3ilwpzciwPXl9Ue0bQHiMOXjm7hcxanxxXZsLnKriRTa/rZ7MISu
Is2ji+dobuONy+vWUzFcpoBFYJLx7yrgGPGgqFE/ACkRcbwrkDvZjb3p7N69d4RnNOMXbRpoH6sz
y2CcrpOi5CeZZ2HgzhVKZx1oqfurXB9KiFsQtvnQF8G7df9e6xUn1zK9OFkSUYB4jvV9YmPuKfBa
3aivrpcC1cAlR+1NhCRyXb6mOHMl0kUqEWUcDQUYWGwFbjeEe/oAm4qF120GYuRifLEQ4KgyVovN
httbJvjqkxqH/UfwIhrWY1g92GXNOek743MV1uAAvca1P97f0uvjwSBzaW0sMobL1l4+Z1g4SEyJ
WnI8egND7TJ/zQvberi/yq3dXPSEQHpzE3CZX64ykEHFZWbLk9d53XM1mvPOdCfYNY5Zb9U3f3jn
l6myxYjHJFlj6gybexVOaDplptXnPWDVSt9luMacZQoeAv1i1XleDAKOdJFdxLZ6KXx0+pBugxOg
fIkQivqnSEf8qq2UANvRyiwOJsLvGzHgxnb8wRdjmUao4cu83I5pXIQr074/Nd0IwMRM84feBv2O
dVT2dn/nb7xfSHR0+MC8kwyuOy1mKctRH1V5Qqyy2FezW/kOAOH9/VWug9qfMTi2AAYBlIbU5QNJ
3MpmPSJ0Iqb6GmLwnBRt6M+NcchyFN3uL3brkWhvM9PiuuB6XC1mVq500fZqTrilmS+dEroPlci3
4vTNVbCLgMuxJBdrFZisjtGw1LXm5M7T9DbbJf6Dpuw2ovOtk0BCQSWD1CSNmVUHPTbnuQPbxCq1
NwapM35DTTHZNc706f6mXS9kE8sMWrzQb8inVwvBf8QEHZm3Ezj17JhMc/+AuLN6wKl9iyR1fRg4
0qS2yFjDokf79fIwKMwhF1x4c4rGqDig4zj6tpECmNPmbO9JsYVCu/Vo/11vlfyhmNegHM8eYiPb
fDURvvBlnYSfe9vONyYexpL2XMYWLCIQElschC0AEqu0KKFFMulj0sKXKtXmRwoC4INtZLV3ROnP
K0BY40IOErklRUlFNv9dwEQ2ETOcw/QhpagWuKQnGIFLU1Fn+iCh6Jioa2ny5JQoWu85+IYbGGru
mAfRmdPXiJ7KYl8uvVcNXSUw7Lk1fdfrQpwymJ6ZP9v28FcYFyq3u6yKbzg76+PiCia0d394XL8u
VftiR0RcNS5fbC3abGaul5947e5DkYlhJwhbu/sn9bo3DA6YVgd9NqYrV4SgetCjrBBVccq1yfg0
0Xb7uFh4R37Y2+qDdNXsdwW6++v9VW8cWqjGGD7CWqQVvtZsw22hNeZYKU6MlrFV7xGAnIFo9+Sm
fltuMfxupLwgEJgh0RJD4IxL4HIro0yvvLq0CyrbKHuiWsSZGNTNR8tTsgeZQYuLG1Q/lQSqXNcJ
eUrxaac3XmbFxku9+eAUNAhdO1Qca6Imt0PRUcwXjCVrNfJTMzbeqFGLvcxE6YDXVdSN1GpJKVbf
kLFEVQZoC0RwHb+VHisNKzRSuilsbpwWf6Gm9toUFoBg+VeLzIeve+ZhMOb39+wWxBbp4zKpXhoY
l7seql2sW7PITrbVi4dixpYuVbRiJ1Hm2yMCG23kq9d5HWUvmQV5zwIdWDuvUJox2cA/AW0PrUiC
hmkH8oOT/SOkj1wGWpEKFIYxJnobtSnbONHXFxiLc0FSxVFmEIwvH3YckxDWo5GdDGRZvkUg3Z+0
PHu3WBp5o0UXgZqbIh9xo8tVCsWZhdkk+Unp9XjXNGX13JjDtNFCvvUsxB0TIw24QVfgksotM3eA
03NqAazvu1AznmJh1o/vjwEQBCDEkguDHlztWGT37ti3CZ1xrMAeVHPMj1ojtENCn/nR61JvI9Ld
uLg4GAtwmr6TjtDB5d51RjsLfNaAI/0Rl7H7rPJzB6zXFEb25/c/G2QMZomLWBOrXa41lCGXGZSf
U10rOC5WoEQOUR4WI9HNmo4ItiHUen/JGy9toSFSsNGEJJlYbadH96KbIeOeQM96O9dovZ1AA/f9
q5Bw0pVhQrocxVWDKQaeVifg8U9prNc+5LvhY28Ia6P1c+NS+pOgAeNaFETXCKDImdUhacg5VaPN
X4ShKUepdtPzjD/UB71W4ycVqY/j/Q28cT44HAtezeSEUYdevjMsiLkG+7I+AbPoH8ndrR2ct2ZX
hOb7y10yaQNLagDOvLK1EGDrxJbeqVZ56g01DFqz+I0VnwHBTZTvP/RLiUCnjh4XvcHVqUj0MUO4
PapOCJDn+x6dgIcMXtlDnnRbzKdbL43jp5KvMU/D4uBy/8ZCiMkbTWiRoht2cef0Lw7KVJBu0jKN
/Fmr+kMuxVZj9daycEiximI/uWpWy2pepEOd68rT8s3vlCaLgthpPnZDwpDNU6eDqpXvZoSj8sZN
w5OyMmqmq10tR4Sc1XQqT6WevmYouAZCTu7Gq7uRKnCZAeyn17rYOaxiiDV1iOSl7KcyNPmxiSem
QK6iPmHzlf2Txp3YmIfe6IQy114sjehOI8+6NoODyU0ZXTbVyR6KbPIJ3NqrEffqC+SeKNsp1aTE
j2kzQAkloOnH3o3H0seLfAs8cCOU/UFTQUIGB3KFxYEPZo3xYFcnWRvaE2rvzhMy8++mwi9qyIvr
4iKWsFAaLs+rXiaT0mPJwffeeo+1IYtHu+nK/f2ocut4/neV5Vn/w86YysqIvUqvTs4U2ZMPiLjd
22pCD6TIzKOYIDMPEJ636ulbwYycC5I/3N4loF0u2zP6D3VwlKdoKS0QeQI7XfSMuCtzFFszsFsn
1aGpvPjD0FdbZyUqsr1qrDJ1iBMo96MBFzsVQ+WLGtPPmsR+I4m+cT74HJiHgdQhgq4rowauIA6T
5XAqRs/k2aZ65yrx1hD4xlPRq6NKYRfRszZW94FuNE4j+qo/kSg1j4kA1GnXMtwlqpIH5bwJJrzx
yhbfQMp4mvLA0JaT9J+TYnWAsZOq6Rlxk6j3OAY8tmacH9zOtg73D+XVBi4XHa6B3ELIhFDSXi7l
un3SGbliHjN0/jK+dMM6CBUq9XuzhdU6q8OfgbFup8blnNd1erZzYAFh0oUbn9hV3s8qC1eNKhnk
2JUyZmEU2KiSRB5Vp8itpyq11dfOHlucrrWiferNzgA3HDXNl8lqk42zeGvxRSV5kfdBHGDd/oSv
kfdzn5pHN1KL75YcMWKsGzvTdjLpPe+xT3TtcexHTz7mTS6rT+9/k5wYtK4WJQUqg8s3qSIY3aOe
ZByFFGhcqpPiW0b0v7xHaFLkLNQddJVXR7N2YawTRo0j9Z4IzDi19iiUGhun5SpU8p3BAlwQavCG
ga6sn8UKHa9ywqNVqeJhihLnxXBHeN5588euRgR9lsi3+xt49dUtiy5NeQyuYCCuMYd6pBshjeDw
6Fli/KSUfNuINYojBOWttvw1sJ1wTKJCkwXsOLnz6gHbxsgaYyycY29Xxk+cBPsHkDrpF62wlGcl
ivIPYZOKZ1Tuy4esapSHRNj2Q+bl1SH1VOVr32uxfBhiu934gq7jAT+ME8Tvo12FjNTlzodyip2e
jO1YYTJ/yERSfZwne0vo8sZWg6dZBv4LmJcG6eUqg2620u1j5yjoCP0lZq17krT//5lTqW/kMn+C
80XX48/Nh7oX+tULh2B1Yo3eceeu0llL4B9uZwlhrgM40gVDhauuPyiF3vkqCJMfZaQ2Lxbm5mOA
XFZoBTTTdYe/kUTP+L3U/Q6HavGVZfIXplgVHOjJi3/jKdLWAf8munKz0qDB5hX6iDtfTcewhTVk
pInP0TXDoOC2sGAB6uE3ujxQq0Sey8bHAIQ+UAKpwO+Ac2w1hq/zOfZgQevBhiEvB3aw2m/L46Sk
hn2cFYmms0Nv5IvspirxpWV0B9dL80duNfNZE8P4a9b0ekZjVI9297+wW4eLggBs7QLEJ9O6/BmJ
ISG55RiECUyAFi2NBIbbIDZWuYZ68LTL3BVZKB2dpvX1OWaxHCL42sdZ4/ugG2VIv8zrBl+VuDiI
rB0/h7DOgRNV3gsC0emEb32Dwfus675OoXcC5SP+fv+zLwpICAMvwXPdeMyyRNWGDGdXPQaxrpeN
vm+G97fkeXSX0EUtia48wKnLHe6zTMSeNeHQCRA2MOYaHb3a7YJEeltJ881DxVWHVgwTP4Z3q6be
ZM1wbArcQJusd1o/L2FITsNknbpexcurjaxA66cCdo7r+TJ10UhwpNM+3t/XG6FkEcon54QQQatv
9SsUEJVVHRbMAZza/I5/QP/mTB5SB6DB4m/317rKAxeyz6LszIpYFKzXmrIQVzBGPSRLTYe+mavt
kUc2U190hhWYc9a/WyuOFRejFhhQ6LcBsbl8n4Y+RK2HKCQgJWRvIquWj10afsen6N0KhawE4RXI
ECKWYE9WKyEgEbl4mCnHYezw20YKQoGj3hsKDkOz9j+8tKXzDXCBMp1v9PKxyIacac505Yiam/HS
hcWwL4zefE3Ratm40G6dj+WG4WIH8o53+eVSZm4LpTa96DRi9nh2FDN+GChi9yHG3BuB58ZSJH/E
V7oPXO3rVl+3TLzzPItOySLvMipINOmogu6aUtYbCdKtpSi68TMAcUiHavnz/1QIxjDARfZmcVIn
rXqc3Nl8csXsPbsASDfS2mWDVvcn7b0lJYKbTFRdHYzYtSo9saP4JHu8m91GOA+ojNS6X6nK8KlT
y/IncFDRB+Eo+y9CeFstluu8mrYwbB/rz8SGsHb5rHKxTJhDOz5NcxcenIXAK0wEwhDh2k0Ky5Fh
BCQ09v7dX7uzNJPQI0fGBnDN5bpWQRovlTI8Vlmb/EyixnxSEi37kGWz+9FAsWAjU7nxTh1A6Mz5
MEVgVrt+Tq2XSthJ5QgF7oce1zG2pJ0gB02Uh/tPtlz361dKhbDQKvkK0SC6fDKqoAiWGtx2rXVn
b2canVc/zp6Xo4KTGfrn0mtm2H/cjH/dX/hPonG1MuC6ZT+Xgd8qERFN54QDuetptFN9N4CY3s+a
RAKw7MNdlui/Mxm+Er+Rh5peUGDYO66yRzISXI4misNsxQV+m1F/iHT0l73Cizdewq3TTnNUW7hZ
HLU/l95/PizKx9I0BoOA6zXaKYuE+bMYjOybLXv1Ieq92ndRvDnD1ApfqxgRn/sbdOOGAfLEeAp8
yjIIWSXGOZ+BodacubZVq4CvInvDba99Qrkm/VZaufj67vUc5h983zT6OHSr6Ji7GGZR7IXHXMXf
qUAGfA/TP31J3KHYOHRLTF+9+v8utQY2tvjBpmhHhMchw+jIrSbkw9Dze38MZhXKcCoreuprXIdX
jgTghFUcrYtex1x1d7OilB+nEc/b+3t3jU6nJ4v/BiQg3hkJyOowFzTvi04vwmMyK9VRH8PyHyh0
2Kp2dd2Bf0rQBZ+S+YEWf0mB0dSPZe7OD1jRd9iZSkcc41TXz2GVmn4C+virEzXe6/0feSN4AptA
DJIu0nL/rQ6UKuyhUZUxPPJzDmYJomEoy1dnHE4qrkbMe8OXshMbQ5tbkQzeHnwdchfQYKtTJdmr
qEZL9zgJHEilUdhvMbCIJydpzP9lKfotoJwpKHgdl6GspU3mQWVRjsxcv9hWCtEKKN+h08Ota+hW
vkvIWlBWKHzS818lLfOg9h1mZCHxWZ/38ZDPz1oBJLFwcsiBZtS9qG7ZPYaiHg/ukEyP7QCf7/7r
vPURLTIrC4kIe5E1N3X0oqqq0f061g5qdlzL4Q7y/ZaR840oBKULUtTCcQOdsbqJ1DKDfpm63jFz
JoAvTLurx5Yh5740+I52CICWG6/x1nMhLQ4WYkkJuf4uX6MM+wQseQ3nEgD0Dn9CXKCEssW5vfVc
SMEuhTBaHDCULleBtlNMMxDv4xDCgGbqnD6pTp8ex7yOPyV2r7w/zeUah1mGXzSbuZZ0QcVyTCqA
YUd0DIfvUUqXp6TIfB0QCtqIrrc+ObjKdB3QzdLYx8tHi+uycRXbUY61OZVPdpUW3x2sRHY4R2wt
detdcVtAMOTmoMRcnY4WtVK0P9MI1n5sn6SI25OVFVtopJurcA2T3ULzopq9fCA8hyqjQADiNGDc
E5TSED9h06Sf739PS4heXUpwC1lCJXNHtmiV3KoFanwYRNhHs3Dmp1bxvL3TSIGifmkOr12GiBv5
QL71gV29LapV7idIpMvaV0SqsO5EauYjai5J7+zGOjIeE6Vy94WdzxsH42ofl8KYc8FHCnOC2HW5
j5QpSVgKpTm72eg8Gx4CNnU1bFENr4Pj4nvAuILaGJwjkPfLZewBFeK0j5pzmGkaTroI8FTBJPQ6
xjoqz0amGJXxAaPcpKcB3+uA78022hWmq/z7zlfKLyF3W5hYxOqr3nFHa97DOJlfYluD3JEFjzhX
aanzkkyNGB+MxPGA4sc22oL3V77KHRnfLwxkoHoOWcEaTe6VFTnArLZnYPHoP8aJqiPy6Aza3p10
/bF12/Bgqbn9r5m2inNoc9fcgElev2yGlx4MCmI2ueu6/VPFsgkbsyzOWlF5v0Hom59SmBwbYe0a
6E13bWli0btF7wEZlMuXHXO5V1E9Fmej7JqPXhka+0Yd6m9AbgzfzkXikeRMPekFPfyfk+1SHHoa
7lGTdLqDLUuIBKnSPIEDz6FZZc7GNtw4jZQYJPHktYQppDIuf6AxZFqrWlF5FnAhETHANH4HKTz9
VAl+hQX+4K+eMeaHEV+Bp0kXwwNArncnvA6l44KAWMTluEWX2+g/pUTqYiDviqo8d203v1ipdE+y
ia33IrT+rPLH3e4PIXB9p6GjXk5dV54Txal3Tavkz40wkt39o32Nm1yWYRZJI+WPd8GqZKSjKrVB
DOU5tbTpzRWJCKY+Vk5VOfApz2X/kPVt9GJ5CCzVpjl8ziM5PPZUme+OZ4vcEVUrVzhsMHsVaLpK
0/Opt9IzzXsbfWREHH9oVtV9u//AN74keP6AOsCjAXK65oJRYaBpkp2drKOrb9ce0jSbXqTX9wBZ
1h88JthIhser6ycJ3bRy4yI7pwXuqj6kS+0lGycL2m+RjT/uP9KtxVC85EUunosEiMvzmKVqZ00z
YjTFpDtfwLUqz2Rj3uNQzf3GB3hr94gMDELIICFOr76/EKz2UA1eefYQ3Damrg4UF2rg/ee5yuYW
gQ4GCXAFlm7CGuTZu0XqlHZenVu6w7/NyNYO3ViM/ybzHO1UkyN5f70/TNSLZIEFwUXTEyIFp4Pv
XG7gFLkOdjEiO4e4jylg+T1tRMKMLCVIJyMtfJTqEMM048J5qkLdw709m7EAyoehRbhKiNbBTQnR
mshEU9CfJ2aAcJuQ/A6aIbX+npJeApXoau97Tcf9VDeD9dg3QxfvNK1ukOqLQif1zXoMT4xSakQD
2iF5ka5kNJoJk7btVM7Gz6TsYZtg7hXSGszU+oOeMVxEoyH1EINW8jjaNWhGJn7aW4m5izpZHuuh
7mqQ3nEF2a+b5bQrh3r8ZLeGHj0YQ9/+MBZxOF+ALWt8VQ5uikuyUIejHDzArRnKrRUi280gfbdX
K80faxFD/QmHOiL25sWvfOjD/LWVTiWOG2+GjV+9GIiJWNuidcDWrcUnzQYZdxEjE1pxaaEID23e
cdKcsdqmkt2Nj4hG+cKAX2R8wQxdngGF4kIMsM7PqkycvVdBOrA6FbKoucUfvJYldYg+DFiQzybb
voIGMjxUh7llKYuydNfCf33sx8zeh41UT6h5u6damaPfrhTam+WFzV4vTfMtQuPuR+W2WpCXvd6i
QpBEj6jCpi+oeOVBkeSOL8suI7mdxRPkBXmaUb7dm05q/I3Qgfnx/ru58ZUywGcWha8zu2YvoeI/
t6CNua1XLBKukWIZpAVaupuqDlnkMDSDKsm+31/u1vsB3s+rYajucB4ul2syRYOSrBLkdHTORiPr
/bJ21YMSllvE9etmpgMmDSU1qIpEIDjdl2sZVK2z1TTt2ay4/303cqZ013aF9xbNs9bu3bLqyqNL
HJR+5Y3ug+qJafCpTtWdXoPwxPI8TJ2gc2T45qHB87uFoU4nadaavbSSWm7c4jfeBfLAMO0XARKu
89UNUIa501dd05yT0h3/ZWhnoFHTI9xH5FLn56hwtvKG65TYBJPCF0nDgsnImjg6c77aqS7UczQ2
2h71IRwBhn7q/9FGpt+7HDT0U4Z62DGenOGk2WFbH+4fiCUor2LDQhni0uM1MUJYPXMI93KRsVPP
VufsDKNVD65oPyZm+q9VZOkBBMAWRAYH6+s1uY7gdECCZBK0rl1RX2yKwmZNITK8J+ouBk9F0Nfn
pygTRr2rbAxpH1JOwoNTiJCDGrlWiCS0gUldXnckNjMYbr7edhwsvwfT5sFBseK/EZ9Lj3lRT6Nv
2iL8oNjJmDyohT19m7FfyvxwpMdW2zhm0EZBR8Gf1Lx4JaTPb1Gayzc01CU8rRYpAMOKK+YomMdx
DAZH6bmp3PazaeUTqLNx+emZPvSvdu/1f1dGNOP9Aaf5kyXoOPr1XA7fMz1LfjhJKOa3wVaSlFsn
TD8V4NK/T4MpPsCpcj/Xrd79siOzSoIqHZLnQosSZd/I0Ps1p5UdB0YfReiLF2P/TxM57eDnaKa8
TWkODMc2w09w/1v0/63Z/BVBpeWKVTXlrCZx+FOospB+LyZgqloY5Qj2J0Of+2NGr8pn9G19qby4
yndVE/WfDSHRygehkfkyFmwOrARAEE0M4wm4BluFLm2DscWsOS1+SLlHN9dllK4HcdPML13uyH+o
cx0A703RvTiqEoV72yoH+ZAOoWgPshhdGTRp3vLaytYb/B7GWrdzRKg9cK+iOpKPDjqWSWIwKa/b
YQ4SftCAXs6Al0DY9sPfSt4zzeIay5tnK8rT8QXLgbJ5CCXy/4FUk4zLNzTdOaC2VnXudOkVD6IH
UgowsY44VShn5wGcueyHO6A/7hup5nzI0gFdGbBnPL822i3K/LMb7xMr1X6QnuQT9XhidwG3eFcG
sq7iKtDcKtX2ee8m9W40eisPuqHIn9rMsMtdiCMDSrx6p/xLYc/DtnGo2JDrSz0ORDiav2EG5rmv
hLoaPol5UNyg53/SL1q7/bUQgYRfyUSXe5BPme6HcVLYPj055dkZ0yk+IBrWh4dE0aJfAOXtbmFm
TWrAy0NJWDVC/nFEYTo84dypjjENNPuvCfJcQyDJdjmwWo9pRFyil++H1RQmR2Aw3Rv60dmP1HXS
v/t5sHqfxEpmG/npjSSYTgC5AjKNcD/Wc8t6ATmpmlTPDQy3oPZE8hSWmxH2xoUHBcNEkQ4iOxFu
ifn/uV/R1Ry8qTfnM82fck/dO+8y1C53laO1G6H05lLgYGnyUP0Ac7xcqjSMeWrnXD273F3PeYnY
kpe202Pk4X/w/qi9KGXRCgYBcCXlhl6paMng57Ou5/UpY4SwC12134dF1v9yUhcO12TVP+8veuP5
wM7QqmUOZi9Aqcvnq0r6+zPB7ZyoavVaKEB+fVpY5bdoaraA0tcgJYeGHG2qpUHANbFm5jvcEV3e
qtMZg5+w9U1uDEIcrhuOP895MwVwopSXWbNiBLLdOZr9GDbWv3i5aJPfc6l+6ggB/5pZWygb7/n6
4IKEXOBDABMXQvwqh8q7KGpncksu7br8bqGffUKL0O79+9u9bOflzQyfZ3l4TtQCg1x1kSbXyaIo
cuW5xQA+ME0m0WWZF37F+91VgiB+f70bj8V65NEoSS3zwVUmoKYIYzS05M5qyBVTC0PsE/wR9/dX
obF/67nQQKM/hqQEacfqGCGvODFTbc4Vc+Qp0PVBOdGKxz9LU5Ks3E9c6ky8By9pn1NdRKfOGRNU
EezQkjurCeM8ACScVTvP6sbxYI2afjatsU8OAFOdz4WZ619a9EmdnZpV7exbSRIyuG87vd1FoEPx
zmlL54tjNhVy5FXMBGdMtVHdRWodVkHsmeVvO6or1e8H6ab7ulTErzDs6dK1hlt91p0p1ANFrbzp
UDuOovlVJ8cqsDH4bIN0VNxx32GG/UOmkSpIJXI995PYBsc4Fj1+CZ1mNW9Opg1vBSUuZeYkDeNQ
NGOb8JSp8SHnqh1xwgGYvdMVmf10o7j9kemiTfdyxijJ7xPTxQ/I9NJs1zGomYKOLKXwrdG132rs
rNKgy+OhO0eTQoMvzGI39Xt+WQytE0/Sl9SbG/0Tmw7RQUnt7u9ReLry0ApR/57yLv4ZVY0sfbuJ
Gkb6Y96Rg4W1o/ogFBBxdpa6HW2VaMAAzSjLAOWW4nWoQPgEjERkFqRYoyC4IivlLDRz+qKAhPk1
aNbwaFZTFPncRvKvkXxJPwiJI6AsOiU7eLHFKxDNjFaaMqiqRMraQydYmztP3QsOlPMQD32H8k+k
aPN5TNOleOiQZt4NYBh/h5ketyg3zwhL2nnWPqqGlM0O8Gb5d2E1ce9ndkcxImMze+Nelc1eRffq
cxXbxk9OVa3vkOlQ9AB+cVoEtjFTLGtoZ/PftPeQWVF6MqL738QSMNZfOgMPpvKguReNgssvQpqj
1mmeGM6NiMedoG1ypJpKaj/qo3InsnD+OIRNjN/l/9CEBagH2FSDAcOLWYttNU42aHgQDeehqDUf
yGsUqHW3Bf2/Ecpg95PrL6Hsut/Vo5jvpbrbnQsjjJ+gJjSvxtIDSfIp24Fz7jauxxuhjA4eoANu
fHDy676hOruDJtJYQqRIrA/zMCi5H7th9e7eMq0FUAMAKUCH8GiX701Jo76vjESe5ynMzrOxwBZM
9J3vn44/mnWr47HM35iGLfc9IOXLZWrXadq2FPKMgv1oBB50iQ/IAZqNj8Kv0/gwjsezq8jmh1oW
DVnnqJMA8AXkka84mf1Xmznhd/BapvRNpW5gB0zC/KrlpLTBbCEs489UJEVgqqUTw6yfk9962Ij2
aGKt+KPQ6yTe47oxZ7uhU6iG23CiHikGOYR+gk9Csgtb0N20x2Qj95kz4B7RJTVi6UofvURm7r4M
atr9ltkc/mvKOj1wEOvWh10cTwfR4wLjR3HsZTtXRS/W1+WMARBXnPRwkKAdEJBCSgw0YKFt0XSv
a9EFBwNe4Q93iaxmtbmYbrWZULuzqL0WKw+ptBjVxMmxFbq+R1Eq/7cwG/fT/Xd6nUqxKihv8psF
RLWWKWzqIqv7xuCDMNPws5ic9gkfeesZJuW4ka3cfMCFgMwwlYnAeuqGv1Fqe/PYnSkz7eSgU9q/
moj8vaIh7dHi9Mqlqtnqzt16QPh0YI7ZV0B7qw53khpDGoZKd65o04x+qFbh86wb2RclsvSH+5t5
K6OgYKMFCP+Z+tZcf4dRkzHG5bZzjcoag9ENTb+nzx9IO1eCOiqmylcM2fqJGtUHrg/1YzeN6bMk
gw70RPUOYd3Xj6mM1R+0sxR6EVn+ghHA+OikuvfLzGT0XGPP9+rYIn/i29BOdWXmG2/qxp7RA1rE
MSEiIyawSsAMu49dOXf92cQ55kxdmj5Sko2npozE4/0tu3EoFhTuAi4mwaYfeHnq1QZHyEGX/VnX
qvYrTYgs21EO0h1Q6dfZaajsclND2/z+sjfuAdo9iNIiVQiIZQ3yF57dTUk39Gepglu0GloBbtjm
Z7tU+y/pULobj3lNbuEMe97/h2dwaOuOXsf0IXYzsz9HZav+0hNrJtYppZ0EWjmYTw24/5+x2bVv
WTXPwYAraz+l7u+l4UCTo0Q/ysf2s/grNb3+iwzjNtrDipBfG7uvPmDtjut0Dfb3ay5CWe3H0K5P
w6yVL12sKJ+brg0/dJroviJfmf2ObafRfa1RvtoxnQIqXi0vD1MBnzK4v83X1x8xcRmcLfqFlCmr
mOY6o8jMOR3OpeI52K8WgvmyvmXIdP0yFzQ3AJ4FNQ6uZvnz/1TWkS071cjd9Jzl/YHZfgWxYWi/
Rp2lH0vGEBsPdX1k0aFiwASoG8gQ4g2r5YqsssDbJ2cZipHrZTwkaliBjM0yPwm1LwAHtmAoN4pQ
0gj055c+JaSj9eAkSnG1Km0nO1eIQ2eBLcWYLJcuBEKYHHN60KmJf9bRkP9TUxTWvon48Hf4VEie
68UAhwq7S0XuGZbId3u/wRMCQw/zm0n8YudzuR9uCuCOBnqHx2FPTwNS1tJy3Ppir3f9cpXVXFvL
MFlSJ0Irl7j78H/Uncly3EiCpl+lLO/Ixr60ddUBQCyM4E5KInWBURSFHXA4VsfrzKPMi80Xqawe
kZIlO+c2lmZlpiKDiAg4fPnXsdZUwRksLY8m5wWUfuO0nYOx3v31AP6FgoKVCi4dZQA3nbni9Yej
mTqfpJsPx3EkULdgz35jSHeNJ62tz3zI9nPXzhqUo8V8Zg2ese/8XH3SR8ONpkkfdr0+OscqKIPr
ROTVO+/u53n69OY4lyOI+sMS8vrNBXzexfOy4ViiU0JwbzpkDOvjJqjk347s5yZzh9k8n2AASn5e
X8rTlnpVnhiOLRsjesaGBZh3fDdH+jTdv95hchko4j8ksKcH7PVlmsYy+7Rhf25z8IxBI5NPDUzn
VT4tLRkRBdm4STBsYEVMmLWp2Gj9vHyQvVvu0Lp1/w/fL0V/3HvQH4CC0/f/w8TSp9rAWdbg8Jqt
2hFP2nRNoaLcLuRTv7Pk/jxTwpAj/sXFQJsJe6TXl5KS0z9dIjxEvTWE/FYfee1SbP56OP88U+Ik
QDAKUXna771leUy/kHVisLCDd+d7jvljaIFnxRJV4qbr1/6d8+R713vz0LbEKWUjZ5OjcqrhI0ab
MbbVSHys0C4WU70XMvAL8QtDB1E+eBUrAvT/629xokW4F14wHrHjEJ1CR14beplZ70Uvso9J0y9A
H9ni7frZbc7HxWuOpJDLSB/G8T3b3S8eTiTVMGqnROSfEz37NMkNr3VAzaB+wlSr1nPiVEmYHOV7
RTg/u5TZQiHfdgLMmg5OrdPo+mGgDjKY2sFPhmOidd59iZ0+j/peUtHuycGF2CpydefXFJJH2qjq
j5rnTx+JJyF5srSAlaJFMJ9tFGceavgA+9/r4TpNk2+eaxLUCNPC8w/B/Nbc1dTeYo0rEKKbOt65
WanCCTs8gIfa6qbIqAy5o0pJRs5krHd/PeZ/8WTRv4RNg5o5aq7/mOF/+G5sUq8NVsTpqNWcLNOk
tnZmN7x3uPnlVaAQMHXC12I5fH0H3LZWpdEn0zEjPSGu5NTunCUp33l+fzGmUEND0560kThM3txn
WviqJjk9T05F0KaVFo+2kl7sQP28s8n5xefhShxhyI3CKPc2rjjxUmO2IdCO80pFVDOLKR5orX7n
Kj8v6j6wBadP/oeSk7cTrOKN637DrMf0xyy02EaMdYDGKEutEUTKsMtX7b2M5F9dFFM7XyJnNHCZ
N/uVAYi+EAXnUA3107YfVYbUtBVxvqj5YM21eytLTX9HN//zncO1Q94FGhHmJdaU1+MDkV1XYGWi
MVlb7gZBUFtntg90Q+TvXOgnIp/Jj4vgguPTkZ//ZgpshVKqqk2H6gc5PSaDsEiPqsmTMateu88p
mi+3oq68y4KolPOs17r4r5+3nz4p5t4TkIAEEeHCT2xBpwGgYiDvjn1X+qEsrTWWZm9FBRvqd4bP
T4OUS5knmYSFpohrvvmsia4Fo+al3XEI5ipKF8+I1pmm9r/9gdAjEMpDgBSG4j+qun6YQGYIyznQ
mvzo6YO7xVp269Guvhmy9P6vL/SzTgVqkHsGenBiIwm9fD1IpppOoMQu0qNZohqiXjXzBG1WC7EH
7aLaJqJXtAI+X1WZbpXlq6tAdeoj2V35VW5NU0U9e0txnN3VXk3bxph+ddpJnSyYrWfjZScgY//X
7/mnh+k0rGEsEdbwDGNfev2WS6oeczv1tYNCkfBEBlWv0WLq5sfMHuYrGu1yNxJ6N/3d6i+mdDTK
J9sLl4azfX1ZN5iJJWnT/FhZTkNKkhwjkTfdhr7u6j1d1E+ozkkRg5kIWIe59yT0en2xJUmXbLZX
i31LUT3lWC1u1mbhRG6mDl3uQWVUxV6tKj0k+IqmCH3tWj/009rdGr00tRuLTB37eszT/KzMtVqE
uqncJnbs2plJwNE6C6g00IKoIO9zIFZV94YwKfX+heTL5Gp2CtQAeo0xLyw0pZAo1gSKIRXoCwf+
x0sp9i3rQo9XMQn3fAha46RbkJzEvMQW5WFw0vImlZ7XROXUJnStuIUltz2puiT4t+sUL+ncOcdA
9epjwG7aiLXOTb71k6luKdymftcYOOb0g6JfLUiMhcgjygM/N2LS9LOsJv6EB6KwZeTlqVOFkzHm
Y5SZbuVElMK3+znRE6pz0i7mubG+1HZRn3I9SnmemFVqRmlViyTCEuQsRC9SjrWdcDDRWLPmaDjq
ZfIPNHWmX6BiAmeburPIOdLi74qqXjnJvlw1tBo5UNFl4+WQbew3uj7unNW9cpJuHfaBvQ5r5Ngo
CjZuPhaf/LYU/R4dtqtvlVEJ2iD7cWhu7bEQ/QYRXPpR00fUiZI+Aj5SqY96rFtwYXznss+RrmTO
lySYEx4wDMCkJlR2YYR+37Ydi7OZPVc4CWgdojeFPC9tpdYzqYf5sarrnkqToKeNRy2O9smqS39r
rr3x0BEtMm8VlcBXutRqbVvldXVHTVq/Vbnjb0tV61k8E0R7zTdtfzby3jx0Y+edmcEcbKbRkDfB
PDcfOCXb26Av6ptmWBDVe94HtYqGt0dqzEflmlMfEbzH0MFWQ7K7sl8IO2Ki0dfh0SN27LPwkCBL
yvvKLa3pgJGt2YyPjelm61bzZ7rTRZZnn+psKJ4BzpcgNAsmuLgRnsSkPApwClK0EQllvrVEypSZ
TX9pjUK7I6aijc2m92sKDC23D8vZlC/dCaLCTzt8EzzgnBXWsn1c/Sz7BAXb8uISs9HGapMkDzVK
7a/7QE5UuK3dI5yq+WTTmPfIF5aWUPOrc2cVud9sSrOd0cNWtVXHaHQKN8o6wz5Oa5EGUZ6Y5s5Q
qdEScyKXhps1qyS0+wBam1T+obgRACxsoUtbH0Lh49fqeiX2rif0alMTTf9UB+J029u2XHAwyNEP
3ULruNctEvyo8v1GnSW45ND8jLp80tyu+iTXYGhjDnycUJQG4LmzsCheV0NeybBTKGiiTiY9lO5a
1EtUGMvp+16GsThrUOSZkd/46XNe5sawWSkwTiP2O9MHg8mkpqA1mS5TzW4enbGTzRZfVHqX52vj
RylqxeBSoA6+DNJOHc3aMuYwQ69kUt4YLG7YBFSqh75TqGXj0Ht/5ChJXEafpOXFzM5oxQ08w4tP
doump7On8mO2kE9JV08+lAdOsX1esLl3iFZwlGVvBA/hGA1GNZ6VZu8WOKgW81b6JJBHQ2UOz/QB
OiOJZhkRPqlkT7Tt+UjBLtCGbtlwZqqG2BBedseDOOr7Far6snfzmjkxJdAgpA58vLZVoua45kMF
Yd+r3o46lfjhUmTztBWcjrLQ6Qq/2yyFQ3eJwHQStuUslo03WGsXDvNSEOac+KkZ+gi13Y1idiRO
e+h9m2igzJiQPhWCx2Bk9g39QCIExKyc3s+iKM2wGJHHROvCBBvpa+23m7S2UB1nBWFqdVYadhRo
rvMltQv/rmMVSC6mqZieZ4bQjb1qKyHIDhxolFiFvCyFojzHlvlyqUuv5Z4OlntXimnoYgJASvBq
V6vUzpSoZmNPecl4ISpCZy6GQiEq1xKDlRcRvLgMGqN5mA1BZXqRC/E4aCYydHAAogMkyrk+HOiC
wF2DORoDRdLTsp4Yqo6suhADfL70jnZpJdlmYH6OU3NNs2g0AzTxHn1rD5NvoODVFgcsTJwYNLfG
272rq1y/dZlWjxZ1ZE08gJZeoq+3a3LuwVoOrTL1kvnG7h7cZG3Pcp52CHZ6GqpQy1pFvURFylaE
aIznfTTT5Mr2KYIJ9cHTd7pi2xFlszJ40PrZummbltuSVSIbYopTKzdEazfcdqK0xi37bLOn0F46
Lyzf4hoMd7X3BnOPDPlq5q/IjQq5HROg0it7DIQdukExpHFQJTzP0vfWNpZ633+DfHf5obb44tS3
iiQgH9dqZrlFGHvujx5suePQeR8jxm/9XVF4tJ96atG+eYni/zYL/tsSFWp0cbPS9w5tWuXZdVaQ
n7mdE/qDdqox1uJUZjK+EIenF9tuDFonIvdwcPZ4x1iO0qnTvQ2Nd43cSPb2n6Wjl7f5aM/fDA1Z
yXZFmaEiK9dQJHgDzvouXcTTaFbtM8aLgrrrBr89Fniz3NYmyx3fXWq5G8PJVLMx67bI48IQnPmC
ztasUCd9C+WrWJYrW09ztQGHSIy9Rc8vJ9CqkzsKGhRTJFxFF05EV9ihaAWZ2sZaXmmuNcLsWLX3
3K9F8FCQtfW5ndfOjQ1oqGY7YEu4p20L0VQtiJHI9G7GCkn4+yagvWArrAk4o9RS1KJVoahBHdc6
0SIKAqwhhrqtr7FnFma05uhszb5TdkSNo9VHM4rBLHKFRaBW5UjLIfxIeA+W2diXaHSK4kaijynj
jl0gyZ62ti5x7XQJggC3EKhz8f1fYglhaaPqialQCKND65FB5UZr0mHVzzvmdWf2pwanRxdc6wSI
PgxDoH1wqt7pQqH1xoIqyDaLUDNc8W0kDemT3vuVhSTWnc9zx+DLXfpBu+xGnZj1KlDak1Ga+pVh
1cYcW8uokoikmfXoyrW8M5VJxEU/Wuhhg0GsZgwlmX4rJ2ncr6NeftH03A82lqS2Lxx82X5zgVSt
sOVAWIXSK3UVIu+lhSirJuslR6RTMZvlKg+bZOzSiNZXcURjquoN/SG+FTcOJ5NoHi0GuNUap01e
xVQc93WeLNjqKxC0SZnlQzMZ7Z2m5JhGXnXKqkxbQ/tSpxVinGpK3H2feP2XunC9R8Uiw/jvR3hS
Gwigi0bpGAlPhJIiJLPKxaAI8gUiCtb+kk2yrfczFNo3TCQVgzcZJnMv84CmCEcFA0IEJK53Wj2r
DQ0I/I1VzxsReXWKEiCYmxZ/a22Rw26I1mazU8n8KsByAH02pyWar2KZ1gP2F+JLgEjr8ymzjAdf
UyZpyOvknOmqG7wINFO7b3RUd2E/zNVzncy0K7d6ULc7yUno1hl63YpE1bAIJoOHTGgu6H3aV10/
3tijOVrR2JfZgzO08xBStiBkWBIfeIApLZ6bcc28OCfa47HI/OkonaIEG1uB9UIPM6pz3UwzPQdL
IpwyTAly/ez3Vn2zIOTVwmWBSIx6M+20qPfYnhdKaTSGUQxo7Amv1aLCMRc7tv2+MHcudWJfWo+U
j82IT+JzSZN8ELH8Jsd6at3ypkts5oCsX4c+0vEJfl7AH+5VVo/+58rN+29t0wx5ZCSEMiJmRWAT
qYqksdBjdOaED+XORzkF3qM5eFW3z5KZoyj6eWfd2FXZX/aFr3zydVk50VKt/RcsEeQ0eEOQYddC
XXbtKV9D6jUJpw1nGgHuzTQvNFTCRXFbjTSZhvZUiIl7rRv3gOzW15EgELHtTC91Nl6msIUDiAfv
RZj8BLueDobEvxinhDF4zrc51qUGRK+zvhzybM52epIOH0FBjQtbyup6rqkrCWfb6ygUytP11D2y
7JNqEE+eXUyR7yXOjYQ1hTVsHPWO8OgPVOJHxPX7e8M1zoIJR/m2Kretp2nN3ck6ACWkUTo5I4Wm
Cyt8MpTs5R0jdbYy8SkML+1u1w2I5CthpNtyVUGkL4VxA03hR30mrI3TGys7umE+FHYud6lOoqiv
c+AN104u2w584DvQ+R/Py3+mL+319zfa/+u/+PczkJTM02x4889/XeTPsu3bb8N/nV7237/2+kX/
uhIvzd0gX16Giyfx9jdfvZC//+f146fh6dU/NozQQd2ML1LdvvRjNfxxEd7p6Tf/pz/8x8sff+Ve
iZd//vbcAnOd/lqat81vf/7o7Os/fyMP5AeE5fT3//zh5VPN6+7yJn2CAnj66TUvT/3wz99AuX6H
4T5p2EizYfSBfMwv339i/Q6ISpfFqacc+AMopmnlkPGi33FFY4CiZQON2AmF/O0ffTt+/xFh6ICg
lAOgg8Buav7278/+6i7937v2j2asr1sCc/p//ma/IXxAOKEioalPIQb8Pf0NHLTkua2U1MgSbJLy
OWNlruVEGX2O3KEAsfxouqp+GjCGFWERWPgdlmQyhrAGrAydvh8oivcS6sYSX6VnziyzTY9CFNrP
GxcZVcrjvNpNhrfFB3C1mMLBFJLqBQrbglEthZZOEeO7uZKVXK+FSIomZI6osDPm2gcTQuouB7/P
MY6Uvgr1YL3S0ccTsk0mfBUlybozdI76YeHm7qdqtH1wGtSPVsgWTIvK2SvLcKgx84SEGomoKrv1
jC5g/R1F3x/A2Q/PL98knBGSQXBUVA0/2aFYKL0BAWi7W1Zn7yYY5aR08jO/p8eL/rmEdUzVWwl8
z0qiT4cKv05SLI92zUkOOezTMmjpnoCc5lLa1tFNhgpfR/XSpk6w6QPrxloTDiPtJJk9xXqxomiI
vSIfVWhDX/QcthHVJfb6Dj59GgE/fS4gTuzGp+ratyME9rftF31ud82sfQmQQiEMtC6wpzSRkWn3
RcNeKym790C8X131NM4NklUBF04w5g8YrpNlRVWgiNxp1gSwiqdnm6MtCoN6skOiIIzdDw/tnw/G
jw/CG1j0j7vnnVJe4LJJ9HhLbMh6shZNc9qdsk11jfhQPzedrouNOc04Xa0S14z5XuXwG+T9p4u+
wSlbYuFcufjtLsDvGyIBYvouE2NDX5q3/evP9zZS6/u1TiKYE/h7ytJ+/YU2+iRSXwaC26jWLSJ6
DiHWoSePbQ0KI0ZYncaKNMftGlSX5TCkUdZMxbMn+jKuM80Mx7puL5oVK5DLjvfv8c5/vDuUlNDA
J+YPudXrdydxqY2px2Zs9D+5QHXHQa4rCFkx7yng+XssxPeLcbI+2VHQRrx1GosUnh5/bLvzkzU7
YwSm27mq3guS/NWIIjAE37RP9/JPLaVSJb0tx75FF5bYZ7JIB87qQu2qupwiZ0ELvxrF8n0ZfrUK
/ziM3xAs3z+ah7/Hx6MLun8acT88Nq6bt+Vg8dHmuSiipSGwv9WL97ojnDecFZeBr0eWgLSY/6Dm
Xl9mmNsSLb7b7jLvLB1vfXmWSB2wIti0rXGspNjM9e3c7DXt09ip2BZYcUURB9o3XdsaMtjS+RsN
yQf8AmHTWlta9BbjK4jiKR0I0U4Z5RwGVbHVZ0Fz4C6x3L20NlXaHzv9qz3aGwXjnfZPdbKeYQLx
K29n25+HbpMFZ0l1IRwndICbqsbYtcmNlZL+PKlzjIVY6uaorp2oXAUnCFCsYd44bb5NB/z/hIi8
M7D/iCZ9PX2eOtFQB2Nqh5N4q0eSQR9oa152uwJh35ZjTcaJ1XFumoKCrkJ4Kuqsbt22FpM/sL0R
Nv5MFK0PVuA4tTzT5yq/zEGRdomm9B3FQEiz0+6po7Q1bGhQ2wKroB/76+nil2+bLhsaAXHasS14
MzXRNzqp3JByp3yM7qFNIDfr8rP3wfpWU+Iaig1mxE8c7XvQtzR0d+7tjfs9MfJv7Sn/v9stngTZ
//HvHdlPu8UP65eXbsz74X//r/bVhvH0su8bRs/6/USRnsh15ib2gSzI3zeMjvP7Sf3qwJtSi8OM
Yv73htF2fj9NMSyXxALq34Ma/twwWt7vPKAsoSfWHnMhh55/v73/wYbx9awG24lqE/bu1EvFrot9
45snv89oCreqbF8nOZQVgO9u0bp5l+LQ3zS9ad7PqTW+sxl4Pd2cLoq/nWWLC55EXT9lNQ+cRgvb
y/cufp817qYAKG4d3FVhry+BIqrAqC5I8kzpF6yy3gWjqRbjHVr59Ubo+7tg4YTuZeajB+nNCmrN
y9y1lV7su4xspdYKsd6KMF2ZUAa3/lyb6z279ucfhscv9iX4WbmrP2zATtdF0H1q6QItJJjwbYdb
LqEbNIeFRHOG+cPoIPj3laVuJ8fuVu6Dtdy4w4iNJHGl8xVDbm/HncJZ5RlIJcKyWNSzHMje/zxJ
YX6i8kHM+7xYLffDkjWFs4HDG0VMw1Ij95lTmNUdXcGjeQ5pWO2Gbm1iS9TN5RTIMd9VVgAQr43u
tWc5lx3Z99RYGvpixq2JW/uY5MQnavjSPjU2QasOFukW4WsgY+5dBxlSB1YVFcuJjhrT1RZx02Is
AIsZUiNyK7P84AZZ84ImqkZIrdlR2pOuT7jvWUP4/AuyoQTA2qr2GskucSHSYGeu5TVmr+tgzj6V
arBjooW0GzqJUfl6yXAnl6U7U4YprvSVHEvXbfRvFUtQqKbmjupg9w7ZvoZk3hwidLME9EJ+hoUH
7LuuTbnzOlVt+2W9crt1dmLiEx+NTn7pkuSBRGGHxc41d4GwqMYiaBRGiugJH+d2NZdAmJDtON4n
k3iQniysg2NV7pdB+Ye0zmHWMj6iuxrNi+CY+OxPQsT2sEz67ZTan2qCPTeBZh0XBzP3dtaQTW3y
bimDkIjAfD/CPtYXI3KBKxtdRaTqqdsZnaZe1k4M/dnMkWWBLZpO4SCBSKvrcdH6MsJTY14V4+R8
aytWP773riyO/PJ8NYP04PvLFAtiq1z7YcmUD9bsE8tyCLxx9q4yFqYgGsoSLFC0jWY/ysU4HbOS
se5uTfz28g6xhL7sK5LrvnAO66eLrvN6CKYmMA9uaas8soNmGqAoGPfsVBSk2brgA9w7FMxeaEsL
eOnk4zIe0zEY7hOyPm6zssCZZGir00daMmZnRmsN6QaOIUAnaOZ1xvsszGbnUc7thKJrvFuzzFxr
77VD0Jxh9Uy1bSk74znggPqhWhulUxqoBSLyyXk0IjFPgMTGNFZzummLzmguks5wr+zZV4UdWnYe
wLXV2erEtl2q6QvjeGYvZ0jyV+Dxpn6bmCW4ZjE7c7VRWStuy8EWToyFpvmM9UxnX1aIStuQ31IY
Oxvo9HbktKedVW1jiHs8JrSQCbJWSI2oSlIFAQaaPOym1PQjT0K3IFjQQMvJQHOb7TKQ5bgxRrdv
DyYf9v6kfQlC4q6lyU6HSSWubDc1z7DqwBy2VlB2d3lapGprCeqs28LtyP0mkXEOq5qS+AMu5Vo/
02kv4nNVqXbltSmnrm7qazC72vKTDR5Dc9hMGPMIaEX0ox6LMXP7cxiU4AMJ1FZ1txB7XcV5YRJT
0STzx6F1rTuM0Ut3WTTjUsWW25V8xxkhvvHcyLx85IEeik1amk76aUJnKLe50rIi7GVGmlZdWs1F
0VQ+reKFqYCzs6J37/CJdu4zwLvSN3qtFu+AxJPjjV2ZY33EudifTaa32GHqNXMdj2o1q9itA2O6
T6SpnvMZqSlndZvyiLqrmjWENDMTON1BEimTBeu2qOb5aPVNdusg5HC2muuLOba1QGVbR0iaBavS
IOJBT5CmZkMOxwTUNH5ANCn9TY1Z9K5vSp+CpERU+hnMYLmSUkVN+5GH1krO51wiPXSKZb21F/Dp
SOscnT0r3VvtpbnUKEhYN+YDfDtV2pxQ5Uugow6NseQZV0nnONNOsytnjRUT0DN5/GO5m3IIGoUe
oP4qMI9eOiWoR9RVg4RAdK3Z23i2Nz3R/Sz9gyyaYQpdP23xjuKwPJZeTdBuOdfNGqMo6NjuKa9+
9qwquCGNq8eDR+jOEonmlJblestTxb5/CBWeuI1W5mReTRztiYvytXvHWM1rDfy9DTM7y46lX9dZ
RPTGqoeWoxCMdHnuxu0yY7ud+oDS0BQB02HqS0fuZFos400lmRMuDHJO1guZwACEtkizfN93uZgj
0+3zK09RqrdDUdvKqKFIr4x6+LYyVENh25ewC1gpHJJqr0unElfagO03bAX8ytnpYMrCoLvlTE8J
AyfOZmivWGtNi0MpIX0YR5ylmzesvMlVVujyHMmoTK8HUpHXDflQ+U7yRj4zb6ZXZlXBjGp5VR0c
5B823uf+wW7Xs26plzVsIZqrsKRX6gF9wiJCJxi6o4tvgbj9KW/vi9QSbK3dQt+2Y28+Nl7Ajp+s
HTzbldEZm9XrV3Dd0fBvh1H0KV4jtAgWoAX97pe1LsWEBMNcmsgEYsu2g9+OH8om1a7FopNSI9PB
vcaEWRqMcMzRu9musybu3F63d9qsChP7OLrEyFIoDcLcUeMl6+lp4zNRXXUsiRBMtl2nNHszk+Yf
7OxykX08CY7UYaKqrwheZy8m0b9udg4zjBaRSIqeSqILlEdEpH12WISj+CFgHqFnZlzqleZfdoZa
bgM20QSr+qQanVx3NOnYpV2tBzigdteqE8FRoEGWFy02kzWSjfSTI3auqj/rFzNhX2Db7ddx0adz
HwXWsh/lHEzxanTOBSs2wht4He9JlPDtMdEbvcYgN1b9ciL74YUGJb0+jnm7+HHfGU6/dUkG67Zl
EaQz04MxvxRqSovzSk8rMsBIERpjc2QDS6oFuRIsPClkl33qySzd+aWZ0HhM/Tg9D55zlQkidtrR
J1YM0eDnoDcjUxmfBnqxA0cbDjpynDA3YV9Rywzb0kWX4xvDYU7qbG8MPfV/NL3RQO9Vi06wgMuS
qGsNWStVJorzlbzDJ3/sk3CmnucbbpvkUNKHcyYIR95POEEOzekw3nYzqgNtMC6tphxeXK+WsZq6
5IMWVOVjarhTGrL+WUdKYEwv8gBZz+2sMr4OGcEhmuUuJPl3rNS5lW5BavLPnnD0D4UjbmcJKwZE
vHDgpbsCwn66XYP+kg1ps+1EdZ5Y1ueWjuVNVZ+eOE3Is6mkNWQcA3NfqLSNCrunRT4fUH6Y6tD1
k74f09SLFZAEzNKg9pk+oPAcDCwlLoViHk3Am9zXaJHw6yu2QW089CgEADRv5VCyA+hnY4fjLsLT
cQF1vJB7Uh4co9mVWSq2qPTooq2a/Vh7+8l2sFIuZQw7/wBcmFy2RCIAVRAxYA9M73bdFxtrkcEF
zOW4NSZv2jM9fIP1L3eOJz/3aRAPiEP3uhd81BFthK4qADmm9qrEt7gxluzA7yQH1UvxnMLCtimz
MzC+uStVdqTLYo+PetsH6MFachAbTb9J5MSuSXP2FFzq4HCUXZHEVxxggMaQsltUeQLO3YECHngT
+L1z95C0o4zyurgWZCiSgdhqF9zBJOpco7jN1lO6Ymc6GdPVnFxo+prsG2uWSPz7JdIQWRIvYWzz
WYhrNu6Y2LDqUd9mYsCAJXeecCnOR7Nr3HvLnN2nYm2yy6nsPjuQr9dWVtE/5uvJRrReddBs7dq0
xiXuneTecKjBSSZXhpzuIl15D0Q8Xkjp13tOQcOTMOzmDBBnl9UorFqndQ6W5mVxPvvrl6lcd11W
hWT/PJqja8RzkcSuNHfaoG3aKhEPQyN5iqADL0axip1A10xgyHCxLsWZQYzwp2bKbn0NWmMSyxna
TbGDIykvAv2rb+YEhjouCsBsL4zxXkiXhY6/degz8jE8u7503UkPe9/4xM6FPsCKJrNNQ9z1wyC9
j8VMf9FC7YMjErGjVWPZjI19WobSsB4Z5mog4BckKDPRE1gI3W5t0NUjWOKNWr1byp7HXb2a7iUt
sf4XZzbZIbmKgj6/Q2LRjPeuLM9RWZ+LJmnOs1yL1Cn9y7LrDbmgMip1CkfSkhbsfijdMyfrrA1i
zNtTP8QIEhbLdd4SsUKkSFZ26J+qdD7YgQREs281U+0IVG/2vT2mR93qvGel6uzBn6f0PrWky74x
qB5U45mXmbdUgH3Ksy+zbEyiXMisDGvXuKk0r0SIsGClTghpyotcMov1zU5blfU1sXKsrzl7KZQp
/vnYUFKiBXq5Tdb5YzXV60YEQhwcNFbgl4xQKxlvyBXxDnO23tP67e/1tvMeF4NiN1cCAQiv9TbN
RApyUquD3SHwSiotPzT4hSiazlKslH0VtXNChEgLG/60Cv1OdbN9j0KC7xf9BMx/Tvdo5t5Lz0hv
pwJCpS5hxlfTo3FCH5aosXJUgGXysTAlWGSeb1VdeA6psrNDdyk9EKFSg/uYmi62dSbwo+XXHL5E
g/w3D/ILSunyrTZau5lbE8GrLGGbWfrGc8e4NWhZLYkUZ1FuEQdbjXEFl81U3w6oUlst2eVBuXL6
RnsRURk/hga5swdDJRZ6VUIOnrwgHW6KVFhXJ8lsyHqJNhJs8WirotuSmn/kwJnj2F60+2T9P9yd
x3LkyHaGX0i4AW+2MOVZtE23QbDZTXgkgIRJ4On11ZW0uIqQIrTVYmYzPTNkFZB5zm8hb0I6eZ3f
nqceg2IMvmyHz4rlcsr88kpZt99HyDzyOZ766Wi4+knw8jCQ1+OR4mc90ofeefP4mu9mTysj4Y3t
Xa51E3mYHi0YysqanbFq07733SrqnWx8acv6srSGFakKScRgVHa8zUwD25ZWT8Pktie3cWMXmdzb
0AFbhGRZu/eWNbuHRofrXh1WgkZLW0IAizcUh+OPnBgfzGoi6GVLN0Rl43KxBFF6VV/Iu6ZwvyeX
s3IW+tEb7UOrW/utK3eqZikMu3kIkhTO8lQ4wjzVLY+rVGLdYr3tGwWYYI23bEXq9Z5zZ0ZOHKoO
geyDjQfRkkctTfOS9VO3JG0c45wFRdKpLbfXPfvZsMrYyAZXS5Ag0xYMYOpVvYYCyZETG3PgoN1Z
mpW8EZIJC8bnZCGvB3nqsnb9bz9Ip9lFcVo7dhYrNeZuguDJ7fydTp+azmUuxZJbO7Rvuli/jcXI
ggdb9r8Ik5NzUpgFPc9hufGn/LtbLo7pJ7qD/v4x6Axm0boOZL6yJxVi9t4zVZrN8FVRJ+i0B9V5
0h2PQT1RgRAbxUDH4K5zHdtSe+S6xpzuZxcjN9YwdE3ztjN7mRX1SbmrJNwkbrZZB2ZnS1SWtstT
9HF3pbn07k5gD/7MZAdh2dvmziJsUIR+Pfi7TcBG9QsVkdLOZNSlwz5ozG8u3TEK6nJ4HvpyLkJB
OEZiF9q682y1hCpA2uoE4oc4um7X1Hym0ut/Edae0DGPCsUV98OknYj21ZJSS7fI7m0WWDR3MRlr
iCU4A0h41K0P5ZMR2lPpzvgBM6s7NMMNVl2TxGTMxhxN1nLbxvT3xpHNiVdx2GV55T0WlP3e3WJl
sfRiLxCL7kbA/X44Cl3PwsXBuBOM7nnYyNA4bD0JRby8TaRqbpLRHR+LSVr8OlJ1b/5Wig3hxwCN
LZVNMm3XszspYq7ug3atPgwtLSFQ3Oqm5RB9MvTo9bAZFOg2UZjwvGYSBhVTgKi3ECQJRGLtc/bf
zcHQFAI4MksYlGYflzzI905hZnPcrZ71lhdGWsaZU+Unk682Lscag4pPTGbmLfUvXaC6LfJBXUhY
dON6W69K2tVxnJCDQ7mUK9G4zjDv7MYeYfn9JFdrf7RauSR+Srg5ytEN+eySHoQcsvs2HcZfWq5H
tMozaxCde60Mto6QcRVh5Io0XC6mvAzjbFw0TXsqCsvaa0bgxBgma5i7/G7x0d0PhkX4st6e6ryu
98HMaBuKoUaWNaHuDDWxeE+6szih3mtWlOlyfe4t5X5psCnh6tbWUd6EovaSGfvW1aaTLMy3zgq6
ozEhXgSG/UWHxN3qSBf7wGYOe3KWHq1Fcs1Pm3XRt/lnbCfKL5GIH0fP7pOKYoKjba+HsjXUo1hu
tg9e9fu86F0aigJz38EIjokmhEtgiGVpdxPSuileADIe0F1RUtbyVLwB0aQJaTD9QWvahpI2You1
EmkFCub0hVmxPEL98dCbN9nobD65NpF+tVE1jyKgoNUgMfJUp5qh7SxROLFDuHesZW6zK6wC1Z+G
OBCrzMjzDPWdgXDm3p2bd13BrL2lJ7Oz/X1tB6j0bplQ+yWdiktG10LSZKXz3Jk1gnEdYViE+X7A
34NILs6H+YMEke4VGZy3d8oAo5NnAN0lzlLdCc1zHpqJeRgvbP+MjR1hL6VzUVDk1Q5YwxhCzgMj
bvSu3Ns5ye3lYhgoX/ukc/vdEIzj70mn+vLmVDmUk2A50JotxsW5RAYr4p+SFeNcTlkbT7qT70dC
1q423Q7hNKb1Tgs2Dn8S1N7Y2B2cb3mTOcR7rMC6eWy0yHgPFUGyw3uhcos3Ju2SFDr8urJiXwJ+
/hewDST3bPifowsoGTmZeiUUKcjCahrZkfo622VKcRcSjpZoY64OBkj0vBjDKSXfM40CwsheV8pS
+HQ9kcha6yNv2+y9VH1/MlIa+Ubbnn6NkuXXwjzwx9yGnwwbxgG0uHVikofn5y5znlY9G6KRxtV4
Xb3pLiWu/LiMGkc/ESlxu6TAemu2K2yrTsrSfodwEGGFnDccVoZ8Uuwm5jhuYL9IvX0vZvPS0K5w
SJXvY/wYzXgk4Z5GUmKGyP9By4P2OLT82tgD1AWvKzFMVw+59qTS9sEiJG2Pso4xhFn7GxX8vKst
bbiSl61od5f0z7UdKbGjnh2wua2PSzq+g0TtzVqLp4CpzvGzk53fJD/TvMRpS5LxPLRPjqzb4zQ5
moHwmQEmHJZ12LH2IDl3Ol5vwgj6p1FTBM71Xpuoos8PsmpGftnxozEHdQwaP7+Akfox2nPruDpV
96BPZAVvfeBsYU4DFAT1RGiwh07eyZkCl8rrKiKeBus3Kjtt3wxGho9BWAI5ZyDkH6Co7buqHJeG
W0AVv+FaMFazQ48npyR1Xe2+FNpM7oVWXXXgq4YLfsxfgAHaHRJSZNB55xyHYbo0RtOcwRlRyzb2
oRhb/4pc8W4goCnyl/zg5dp6JN9WPSCzzw/tmmZvPvNGmQyCLtOo2wy0lQox2uOa9i0Dac1xKiiV
2KteHhvO0V6Zz8DWLU3xw68p671d3vLpLKa6rpM+kWfU74kZgIOwnUfEPzzRubNhPgeCknd0Kne/
e7PFUFe5Ru5EVmtKWp+8oNzxr+ufIAjYkdbF2+o9Q0h3AOP3jr2eakOk0bQdrUzrxplmVOvkirJF
OIZ92XyvgiXePEcAf3bZHwaL9WtyAu4s/cYyBY7ZJOnoJvWk3mi1YhNXF0AQiXTWJGUPr8dF4EVI
MNxSmisdBuGVHhUcW3Wt3+c3in3nBTlmJsNjxTF7IyL7vWa6J+Ano8CYpArv72o1krtYqBhQs71i
3DJf0imwT2SJsz2VFmaZpdecx5SKx4imJgO3vqnQYs+CEY5ZICLWZjhWPi+mQy1KaFnl+twSc8Nj
sxmPwlFjgs6XC7ig4GWP9Kjmh7TH8snGpVDHWbGwtY7leKjI0DXQNUNpKQOUtKZ84UFptXgzuN9C
EzRZhfQvM6RPuZU0cs6S0bCnCIg5fwF/mXY1M1y0aFZ6Rio+RLLJxVuqc7xDKAUnjHvEQRNn/XRD
jB7Bd5yTWcr+RP6DO6KfcKeDV1gBluTAfpy51V4Ev3ceNkNJxlSxkqXZQX8gZlNPZmB+SretPuiN
6VS0yJkON8O/fSzErhqfG0kXYMXou4kTRtf1hcx6/RznYXtD2+eGxtwZkqFxaL5Xt4B7m32f54P1
1N8maJtSWgd2bB+EWhT2abIy7WJ0dX8qDXu+VKWVvtErQqeI1eL7E7rH4lRW88s4eUisSolTBwjz
wLMYRFmz5BzTWpUCD3vbusqkca01+3IKcSeEH2kI4lXSFn3AnlG5YExhzvXEry4suxvBO8VEAaE2
VcubPqK/hazRszQaWJV/JjWy3GBwLsHeUFeMZ6X79rxrrK4iO3szNeOMF2LGg9Tr5zUYAsgH+DS3
PfMgNm2CK7B7Xie5HWrsGiBBjr3LBssrdy5AynVd+vbT6nBrhty/nEzK6s17csZ+Q715c+z6iGoC
NZhXz5wY/0mjBWL3qsH66Ps6f120AWIA7sXEdFwa5B/o3nzKmGnGVGh6MmJc++u3Qa4/VSCOMfjl
9jJUaOoX0rIjLIVBvNj6PhD986wXPCiunsg1v5YYKjoM1whmkyAtgzjf2pdi8D6D4WsLrO5uXPqD
T+SVE6Y84fGo7DNnYwSyjek1T0NHoexsNxBgeN69Dx4KsleeFi91w6xOL2sJ+0wmBTvvdOYXDsm2
dmIifR4Hs18JdlrFzt2IT5qExHF1Y3PEzcTYPjhaC4eR6sAw+TXrxG5SG8fkpKzDPJlPSsF/9QPZ
G9q0oZ4nkMeV5UeDkzKuXK6KAsONg9HDAKs4oBzDLZafifScdtR08M/5K+iAuaGSj+ZghbZm7Is8
YPfQepbzIl0Sq8q9Z48tMClzda9rWZT6RFwEvCPxXM2xvXTXQp+uSEk3Lhv5E7TtA2HwemQyzT9q
MMXDPB1Np7yrZ8eP16IHOc+jvlPVYVh17yFb/DO+vTlOze7D0OvfBLTdO6QmGLN7Teumj+lS+LFK
hAsoZe2nCu/lY7Pqd12jvutsWKKOkxSQxA07y9s33UTpEJlsMV06+anmako2ULIwbdl4RwPbeEFB
AKYa/O1tjQcCSji/ywKaGlmpoDAIoogtijN2DbBftuE4azjeojGzvjcH6J048qotHxsL9GUYmGAJ
PhckbpK+l2V6c6tzhwxq5Bufz2Gd87MxWG9WkHc5uca9dx44QvZMfCl3CuxTiZfijmT05Y0XIQgD
o8UlIzHQhput4DdGd1Fh0Dt2pHLqLMK+9jNe5dW6Z381BmBntJectXNAC7NJ2WbsVYZ+tRlswHwN
QiWxWaGmaFsehCn90rrGTG74RAjF/TnZE/Iozq+IgNvqO4WBGU5VpwXsUxtzGJaxfBjvUogxBbC4
uAtBvAuL3dKbrn3v1atgfBuK/Nmu9ICimHRyGxwkAYfXSbaiyC5wRKQYZ86s/0ycp+G/jY2uCn+a
ikPeMUh9mGY771KnH7v3/12JYv6rVBwdih/cQksdkE+4N/2/NwyXVR8MQs/RKOP0eKztenxajJ7l
SWedULHyW5xLhjHziRfTBAbdowAYcQMG6Uc7CfMerYKtRalWo9ZTaOBIMYYZx9W8gGOEY1bgzx2w
rpbJ3CwEYCCFxpOOC7G/WG7Lf2S1wZUma0YdkpGkmHR8++Z/KN/+T6Kz/6dGBgeZ5v8sTXst/o4t
loZ/kaXd/pX/8jEE/yBbhpxk3EIk2t3SQP/Lx2D+g0xuwoyoA0FgfBOd/qePwbT+QTAxuxsCNP2W
No+c7D9laf4/HOJ9fJL1LY+EoZsv4v8gSzPRuP2LTMpj3UGvSKkl4jgU+MZ/L5H1pibHu+93h67O
MU5GBhDw9kuQstvdyXl1lvtJoXB6XTqpCMru17a2IU2qXAc+AhoejNAdM8/YWxwuwRkIfvjT+fbW
PM5bDhiSwm6vn15adNo18Jfei/N0KAmzCMxsbC/zQuA7NVFpLX7rRRlMSb8WRINjP9NpY3T0DlFN
N6gm0cstzU6YzLsHP52b+8CT2rIH/RkMshZq9RuNZ/XsuCvn5FbM2vJDuihyUA+HOyiiB4h4P45o
9cMso8MDAJdf9d0QnTf/6qxCL/Y+OJ2UCWkLNOMBXVNOVdTcHuTjYhOWL/rUU4YzoMNmA3Ob/rW3
QfUOwio2lwlrJu7YlZ6sjnT6iWYP45M/w+DSxzzrJf99bzF9wHnScTbgK3KszmU6w89yCHIG7VO4
c/V7MjJvJgSj39ZDoWAKo02rqyCxncrWdkp4AKizufiAOpY/771x0EWi56XrUOWldKwdWUXv1rLq
m/1Ea0dnJJKCqDe7NfON2HZBFhoBncRAIz/T1sgR1twhVR8oNZ3y8QZXE2+RIyfy6QujCUCwh6dL
wIeMMY3jHa9KfhlpbQJk0TLMj0JPN4Z3sVL+FJUDiYEnkiEn5FnCWyYy7LyFC6BQWGMg/enrQDRG
XoDfBBsJe+wot11wFOObJrbur+6ARB9VKYkBbyezw3tFaZG2L63VkLi6sIb+EdLAK2wYVZCSo0SH
HHeVsHEPw8eo48afSRPgW6zdDN2oHGaSmGn+wjOPiNko8y+ipdbbgmBuXypv7DXausrJX4UaaAjz
NpW/khnm4YfGTTLsdGzbzTlfneHSz3blfNDosv42OKBpvrEyaUNFNGX+SY5UxdNaemNznQxZYp7f
0knsBuWK51wSPnA34itu//R2Zsi/ZSsacWTTybadocHIn1p0PvbJ7zXdiXLPYUgk8GAMzcHWy32B
O3lMKBLwv516o1KTRUx5DtcACRFXbdDt5dVe7NQ/O42E0Cete/tKrXlTu87sc2PPLJ1aZ6sFDN+N
64xipajtwrjQTres9wBQWGXXga3oobGIAdB3NJXKVYuRVszica5HNIZ5gGM0Ngti7OOy0o3tQA88
kE9o457fnNBFtxD4ofCy0oYkE7lbX8UGmn+xgCOBVdz5RjTUc671BIjUjXhBfSIKAlD4kfAtF/5I
E91Y2ao5tQOrVtUL6b+ktpMxjRj4q5qkUpmcECxQlRhbtZZ3EfVD4LA3OZA4ozXzn6tymsxorXoN
6nDrSP2z6Xsyn8Hb7S9ytdFcjJLMjtgaCa58RvSnt68rirc70yuc7diQEbAc52LrDoGXkrhCb96U
7iddo++sJihniUjOKHzE9cbkDH9gC0oCAdSq05jjLsg24TuaLMLKMBrxVo1NelFDk1HTbbtVc2KA
0oAc6pyQSXp3Gi+qR4EwyaqtTN+lxOPcVGxzWe4Nz1gRrqABykFf6yHYl5vQ3Jepd9ch3KZ5bCAx
6BWL/Ua3XrY59Tf0dvS/nUzyMJY4o9ne3Tn6ghls7sshfx/+2UzjzqZeHzwzF9UBis3624MPstVt
gng9XScAomxwFcdFkY5yH1g6bL/XLLDPrtawHGz2uLDQGqBdu7leg/zs1ljFwgwHpkjoCrC+crfn
K7KHYK2TVkOmGAkTY621SpI3QO/ar2CgLpQVi5XvcUUyOyfVWi6S6iNv/FUjoaA3xl5fDC+9c4J1
RNtj0vCgL+Nh8vFoYoELfjVLVcPYZUEyFTi/scFc63F+mvLumCFHPFXQme7SwygMBD9Wg0h8oIUd
keDJVvSvhj5pF19LwdobLPez+8cA8bsnjoMwAKoA7nz0Ne+98iqw40LjIIYIzKuqOzjOMNAQUryW
RO7F5cbaRB9MS+SACyz2U/ZlFjOgf67t9m7548FzEIeFBSLJ5xKug+rCZYXcF3UCXkrMqPtYtO0H
LAyasLK+09ACVLGjWX+q0nZ/Mt27W9ksSXyYLvY0Bhey+FTEwzmH2tDc4YlGjKCKdwZOSFOkgpEG
/LtvPefZ6xdcD4W3t2drryo/DatAvvUu6SnelACVu7HXUcXopOoAt2cm+S16ZfIzomma6lTq+V4y
HBy2rIDabS2d1iO0FYMPi5wtD2ZBUAMc2QUtA7vhNrY/VOryB2ziDkvPTfLW1D+F0Iq/Tc++qPFY
RFuL/301v7PFOM/lYD7MUy8NagU3EQ4NYKCVrkfiQxz8zk5CEOuGWpN6+cCXgGIpt0afy6h2mrMh
5BI78AesulaLTRDAdYOlP2e+rnVgoKqDXZLoL8zVPksy+2v4Cgnv0zs9KBxfNnHB+C3teDBpP2ns
/ui4Gw2yaXNC9RQPzD4xB9SeUCQCPb2tPJBaHcuZ/xuyy7NAgH9sJm17IoASZQSBNkDpggiWiQIu
+IJQSvu8Wpt67RoNUZb1Tx8/Z1ObpePRT9kDSiYumKo5Q+w7VD8p1RmJz4GPb2H5sBdPXLJ0dn6l
gUyPnYG2YK5wyeuV1/51Z+KuUcCp7h35a/vHbRUBD2TEz4m2mc90ao37WWcLtpEnvPEBF79lt+GU
32rYUIrNnAU6v27ohZbecG5u0Tq86FzImslnNsFDKcBihdfn1Gbjee3p18QrWh31jqRTBTT6lS5i
Iy+AH4qsnF63/oLnE+QhjBbpRk9Xg42s1hFDeYZjSFzhy4iYp3wnMA5ECFSKHRgfSuBN/kWFgQXJ
gO7kGArgIFeJfjVFoDShaIDfBY0kPStbizsdZKaYvCxCnmeCUhje0e450ZDFm+qxx5HA41goJEj5
dlxRrCCC2uw2QaBl852w/sp0+xqJoPys0ZJpiu6VzTe5iDzVgQ4iAoH+ePVn+yiy8je0jB/rKWVW
2MHvZa6L0zQER5WPRgggIuKlsh8KJ78fRNvFWT9Q8dgPwS+d15I4B10mSu8HVrEs4PJzf+bazbzQ
yvtHRW4DJEF/H8DLJ34N+G3Z64VXGfQDzMQfPlrfmEId/IkeTfhZh9mA2HxF+r6mfjrfOXEWnrid
M0ShYoqljSjSc05bnz3Pm5UeSKfY8ImV+zQdTpk9X53CHT6XTbP/gNB9Lfq67RVKC7I6DoFbbDEa
4ERMq/PZSRgfy0ME67rrV0WmgoF3FiG0hrWfvkaj5wesiGpCmcZ5kR63lcTkseI7ZjSmd7yq0Bjj
/g2JAbhrq5Q0Vp+mibqFRW70r7HXXjSRaUeizL6mJvPfTbsmlL/cHioaaS9O5jzK1WUQYzr1gtY9
LB6HrFl6cq8TyY7GKFgTQj58eWc3m3OZJu9epSSXVWaDdEB3J+dRAEtjXMAgJ8xOxp7XN7zSBXW5
mnjJBHqdqNUpgGeFv+82le1J1q0O3AJVPPbpwei6HduzE40Icd4aC1FAp00RpsThJQOW+aOn9RRX
YHDkQQYzYnd+TWIpibEZ5cdSS2JZtY7PvlAn3aafnH4jlWx1pv9tzNknbA7C5KDBAqG0s83sDUfr
L+7Tp2KAqxu3Gj0u05RixOvpHrrJzzSnGsDOZC0iC5lXzCV5FLJ553zyT2vXTJGxqR/h6AdjQrua
olJ9XjPNeoHgNI4u5jgG1MJ0tx3lAHGpZP9L4DaA+Sr9e6tUwZ1v5aT1F3Vwn0GRP2q2q0k0uYRE
JDNA+oOyde06wwXERBc+IFMaENHZ+iNKxHeC7/yQXy1xkW/tTJ95z4Q2OFDlhHpl8M+MeL+xcVkE
2xE7cshKC2Xtdt9r6UsV2K/BUD9nRZC+gdYuyz5YBvXN8YVIV+t3bon2An9oORAbuXl3TDH/THXZ
C6UZrxV98IhZtuyFfpz0h7MAe8ZS63/Xbn6e02K3rCbMaiZLXsMJP8XuZoQnt/QPJQ0H1xo/vcaz
Poh0rQjmoP/MdKb50uU6T1Sb9/19g7mTicNfk6pQt9jhbvrsN/Sm0JsBrKmfHzNFbNm40s6EcDo7
TNvyndLLcu7TGzRlMTN+Tgh8qIUen/ObJL3FKQIt0j6tbvdYoqBjk0LosgCdOhJOElQybPvl2nvy
pe3Hi5XN9yWyROawTv4qqP26r0hFi2kxfW7QYYWTnCOz55rml9P3VVC8EPHB1NEZPly/XiayJHI8
EpXnuvtq2Iq9XstdOQHebprPqG32e7dHYJb1t1ddjb/HqnhB3qolEBp3jsk8TARD/neYXXh+2ZKm
csPgVreiU9YjLOeb4nAvyavVZL9PbR4A0hx/V9Lo3isl2coanVLgZvmdTaVzLk3HQmDQ6/V+TuFS
a3fl9kln7D4hPMH9NI7cJXO6hIU7iruRXs9wlOOHYhTaF571vmztrpjcGYmup2ONMPJkle6uNo3P
oKm6uL/ZXXskD6z2IbPvR5q2/O/9cE7Lx6rwHoo2KOhtKN+desYWp0eO08bl0Ly4I3YaCNOAeFKW
W69FSow4+UTNvRHWa9XuhV7RSWeoCmXpkD8v/WyNjOv+ACyeddnOxf3lnNFS4KBdehLugu2sIxWH
IVVBJOr2PnP0Y+0aRxKmnDFulTyuJux36vq/51Y2zzAq/NiV3TxyoJwNbYDyq96gkxLEnK9YeX4k
+y0xEy3Ci0w/ufR0cjxh4W1Ko42URADhGQEIIj8ZTUWc1V7hzSlJSXBUIVvWegf3c7zpsT4aqRAW
gkFTsf2gC852+vYONrK/J00SCkQpKTM3WvRirxHcE/o4hiKy+bef1JLGjq/vFAwEEFY9LagFIaC4
deFTaKCtL9JZmne7GffNuHCkmtb96moHDIrQYbLam3yIuzVoQdpvm2BvzDmhVoWu7iCW8ms/ADU4
rXHIhjYS9vwhi204WXWpU/ndzae+oI+pC9zOiykUTeHqy+bbqrLTlOffhc70NuP7jTw15MQU4go9
p9Ri0f+ah4VnpBFdIgwSqkeD41V0rRG6eV+NffcdaBWKpbFYvgQWuDMp/IiK+a7T0MvgsyPgtWbX
unOOosN1pnOzchNz01/XXBKfZPs1woEhqPbAW+WxUXI5tnYu4fexIREmguiwY+1HbFSd+8kU30SN
Xkp3ZbXH2Rl3hXkus2yMU2Cra0NpblgoQOCytdbfKVQtmNfkvheMqghTvOWkEKZdMAXcDeVQf7oc
OyiZ2muGeArmRdO/J57bA2fQ65zV8q9JrmCikTsYBVpP1oh01XttrXtRK++Inkm+4kZgzV8XIkMG
ZJSEfvHx5FirVzTAbq57j2bB4OTCCcaGXzUXsMMGyo2/UcrbRjp9viEmuU9e9Pe6y366UnxQ8ofy
WqEXfGmHimNKt3cwf09e0a0nVltOxOy3B936oFqjSka9OeZexWbaJNwmRdQM6U/RwAcYY7dGbVZv
9+QRCUwmXnZBtrn2KHWpqhwb5KxYtuwXkLwgnmV6sUs730HjTZFGYsWptwdUfW73a8DMs5+qKSCw
Lc2eadkFn++tStEsaNM8MZt09ViLBs+r50J6cQsdrYWNY2bnZbwFtXZCvFnDbD4IUI4EJdDFACC6
+PkmTw7MKUEVhNnVQS12pUqHq3JG87raQ4q4IyAp1cYtUVTyXQ2rd8o87+9E6stu6tnQzLmCU/Z4
EtP1sfaxYKZB6sfLgKRsQOywjRlfcekS0zgGZFWWANNBuJakWRbeygguZ9l1YZdl9lGh9X7K/aV+
MnPic+H0LOiaau0wt1lauevWDovJVrtqPMB/0++8FnQJlqPDvQ76yN1pimPrIxVVVd7KKBuEdrPV
xwjWCSEos9T/rFLRHzJCMhF/ag6CvUqPPL98W93le9w0nfbIpZIhuE7wZ8Jd5iQu0aVXx9w+80p7
aqvVfm8qgTdKZL9cs6fEiCX0IRvJm1Wmv09dTEfjRvZO1X2O2dCRrEbMqlm5pLcFxX72pqO9DAzd
vBqhNjpLYjJ8pijn0bNhQ3bDYOp/LAaIe62qpiszrf2gtfnw4nfN3wLVIdCYp5xwaNPm2BftdhWL
QYWvVttsNJtLVI05PYlx6aIF3SKQT7AykTo/o6gPpUTX3ar2tzvbT4Eo6+s4Vlcx5Ip4UydL/Mrh
kFPC+ZvZy3aQGbHXS6CfC80ix9O1dvUGH8qSdrwlj/aizRISi8oX4hdpZ8Wsldsxkbensa0IsdoC
VTx4LjxbaKHYPFiSsqPQ6e3pj+dKOjRZfuisFMAGrskjefSmsnqk11X/C2ZIYFpdGIGKRKlR5rit
onnQ0psbuZha86fAnPzBZVFbOOl6mEC/mY9OKx24phkBqidqfDxGgaO7dxLHojlFmCTQoTmq8nhF
J85rZdWZOAzC4CjpU96FsJKsIpHpsEJYXV4TqksEbNTgrPa5OpfuUdmDOOctCGolsK8Uug3aO9Yd
fd2q4GKquobJNC3NLEITbYa2GGbsSCjXwspbGychw9B9acyysKLcXfG3iKIgrHeuHASwGWpytaun
MnuYR/na+XV/Lizt22+Ug/PArrRoHjQeaSYq7QGSzbajvFPWc9Zk+mtvFdNf0zAouTQpBOcNyWdk
70I6w7vZ6S1qrHpyotTGac30bvCUcuiVL5Vw3DOZrGR+Nvr26Bp+QdpsnzMiZT0Pk0cfzLurr1fN
tMcQ6rLDiYZXCl6FO4m4NR8GmpKp0OeMJQDQQQUsF1nPsTRz/dgLwSipe/LaogJqqYJ7n01/LWC3
dRCwos6qNga7r300PuVTlU5gWaRN7dq8PNtIvT5ZN4KD6PXm6qT51ef2SIK5M8+D4EnUK/2l6f27
sS7OGtIznkRyrLT+CVGlTHjDscK0tv1rW9uVvzXjQfPUGboag7kj5K4DTc7cSftT6uKtdGSQoDF4
XZmfv2+jEvICmIVOP/cKK4pnSsjMucoMmvPGBE36hl1nVXae5Kw+B8qzK7rP9e5gKgQRJihN6HXC
v/QW6s5btoGNBsvlUwqCo7ZozBV+5gdvRRB8DCqjVW7oDzdbJ2+EW1P9aY4xWaUa9psVvezUgkC4
rNn/Tt2ZbMeNbFn2V94PIBb6ZlhovHens3NSnGCRooi+7/H1tSFF5qMoPbEiR1mTiFhSkAAMgMHs
3nP2QeVGj3aVIctZGVJymrPGi5NoJ+dK72LaDp2mxQmqkg3rxtZ01H36H355Szw1WmRdzleYX+sN
boLbcBQf1YYaKRkgVKfpZfFGqdE12pq7CgDiDQSe6EtowPsrdBAvTH8GPNLEZ5RJxTgLItwG5H15
fee3s4Fma7awhQL9DVGRxLNwo/bacBjSIdwq9dBeEw0ysh9I9Z7nq5xgiQIqWCkoE6AYJlv0hokH
VbW18fRCKjPwixDvVDb+Glw41eSpGIbXRNQxOyGwxWGJNrOnBIDQD7iJlMuJjXROMTzmn6ZHF6SZ
TzIcnwchbptsrUeTeVT7dmkkBZidBQQ5hj2IWrSi5MdBDMg2dLpikSgM4K7s1/kMGGUquxrR7Gzp
5XzvqySCsDmXuQaNEm+O1pxp2dHbPOhXWkI3zZ6jfF2aRosX0pSeOkytsj3SHruEiio/llDtjnLP
p9QF7ZNumhZurt3mOOEQdEf3TYByzomBdj1rzfC1E+LY7qyaDxxlNYGtYNZk7QuSOL48Olj+ec2n
z2wdhUXdlRlDzvUqPPzeVJoR5K0mZNGtxA2w0KGWzhAg/XArtzOJfxEr88gstoxcc12Lw/gQk0YV
sK5tIoxhpbyK65I1Y4WxZa/LFoVSRdDyF0Ra3ZmzjAYKsUz1dm4A35zlJLlLaRrmtgS836EM6Hay
PuynhiInErNQQbVvWSgnYjl0w2jGRKvU8bzR+V3gZeM58sYqfGEft+v0ZKEjNIgJE3YKnZdR/UbD
URgLfoAEJUEW4VK0obzBZlCA7FfxhaVUkpxwHLAl91MvPPqSnxynFkwCrGnjaCVjtWJJKH/r+Bzv
eTxI4wmlQ2l2prkoqU5t3SGKFIfuzhDQukHjghAiJVQHIwJSqGw39xSUs5TvqizumYCdWUSaqrW6
/9B1My3NGfjorSBU/iuIW9TrbZ0Ky+s81CQjtSK/r5tBze6FTlqimsXMfBFRZfo7XdF9IfNiFjul
J5Dm3jiILBLgqOPQn4mIpl1lwZG1xTgdvYjMxGtwYcJLmNTbwMwYZWpfthb22k1AAvMx1KOtVEbG
dWNYgwNBPPZgGfG6yI2U4s0sNM5lFEQVk7TmhZApnHrSptccIrC2ahH6HghpUdbtnIUDMLFIv0/z
LHlpodVZLmEQLQIR7T6lVMQ4FbciNuRd185r3zAWFWDJtwCZrUDzqleaG1ODgSDSkD5RMQcJIDfP
pRA/4IMkDEDFr2uLZZ0eY95xL5zoflpGZhHJFWYeG+hHxMYWbjWl3ybhQNtDzAimJXYFAWE/07iu
aqDPRW7eJ+Vwk+STjKS7jk5JLh7iWHQ1cCme3mhbU0ID0I/nRGgiSqyBefbH5sE0YnFJHMc4lKuv
Ii06O2sm49tQyF/MMW/5INXP1jTcZWL1KGlx4YUgOxypKaj4CpmEslxVLT5olbrGhCLaZce7IvKp
8lK2v16ZavAyBhiqXQPaSiAIyBmZ+W+xIQveXCXAp+ukTQ60wr9IKnsqqBCXIqPsT4aCfEIyE4IO
b9TattjasyCQ2gojI6VvJKuTKpDgM5PRthYyM6LQF1dX0F6+xE2ubRF4kHWaYGWkBlx2BHlnFd8g
h9ov1b9iBHDctLHYsCjRlXthzveF0uyLADM13BrILtR7mxs2hrQ9h7xT7rsaMz0lqLecj6hyRMhH
sVoQRXKDMiWOn4pKpn/bo1mOzQBPx6yy3I59X9+11UT/n1dsIwkB/EFw1rTVC/BbbG01FMODNBvI
yL5z/dmk8NXlbWN1yQqjrofbWBJN2l4tkoEw9G/lOmOHGHY8aH5OVYruZXuRTCHGMdPkCtdQFltB
6BDOJelRHmrIxwNLGz4mymNLELFLxiqabA2Il68Kj7UkWZcwEJi7RGpeOm5eGDNKLAzONFHArHXN
SwLMa0xlAV2kJqucucDkhAXInvsyPlP0SFgvyV6AIb1njnf0uNdWLN7R2HZ8e2nSX2lR6bsApGo3
8nvZrSFNE+IRPZmQflZyBybWz0zmAdxWdqOp/gNfGe0qy+bKUXU/+KKMcv2o6NTODUG38QlrDtsq
8Qg8RL4Zgsw6AiIWqUca+U0ja+2KcZC2M/T8Rwz1466A5knPwL/NfPlNHo1rX1A3ndFTVPLl7I1m
XmPaQ9cAycbycU0eX0JzSgVIJKXzCQnGoS59340sM92iELd5CoKbVky6iYHoutUM2OlqNHtw5hVO
Yl4l0S/uybiO0DEn+lXfdZdUVpNbEbYQzuCxz/gbNpRkRoSqr15XXUlKydixVyPNm65iHgemstK0
FrI6qZyIFSKpSg1vYnOV0jCsutGhrBGyr0hqVDd1MLe3HcUTCZvemJw0ca58UqtxpttkhfS01/qG
DwASc606TyV5KAc/V1v1jq1eGVCQGg2ZRlbc5SP9BhkYcpAr2V3lTxLilLRtmQD1fqrXI6aIddHq
RuT0BIXHnHA5DJTJR2oCPoYz06l4w14UrUWdqM8i/ep8Rr5D5aAZNEcSpCTd0/ecgZHnuMvKSEIZ
P6cyalN11ipUwLx+XlRDdIOvYwinEhFS6qqonbGbK02AKzNIsvtpJO7SVQpTOfUa6kxgcxQTB9PC
UKuE9SU2cwrEYCISoOodOs6gRiJAUIfypdTLPDtYgS9uG2P0VbcAH4wuCl3FA239RgW02E3fAmVQ
rio/AP+UZBFri1Lt5urcI2rflrgJUd5OIm7iWDfH8iBKbR1tFJiz7HY7oXrJEaCNmMlUXuYiEtAW
mZDke8QvODbtpMAH6dWixAeuZjH/EhnIluyszVDrKHiItiXFBxAfQdejPKARhliHVhg51hwZMHs/
opIyS8N6lAY8JlQW6X27NE6LR3L5ukNrAh7hA5TNaAX4QPgrQS66wcZyXH1JKpl3bUqGV86ioj7J
HLN00iwA6cF325XZlRRDxrZQYYqqPotuCWdo5LVGaIlwV9hDLjVR6VVCsFHtanMuek6QW22XaKLx
iASDnq2nxBwDAp4lNtvwrdlthVJlnsosrOJNLRkyE4lpCvoOy+EwelUmsVIKYgwcXgksULuO05rF
tUaZ4G0WrPEu6BTrcWZ1jey6GKrqOMmFnG7KaohuOoWIk81sijD+6HrWk03jt/3KDNceAjlGC2CI
PsEUqOZK2uMZVgpVos1r93ha3ypFlNVnEXNM5BjhqA+ramBz5qRyUZVbNHCYPdIuNCV82kXqdPFI
BqI1soEd2Zs/WgZ5PMyK2aDbg4G23kbVPZYMUqfgv8TegTlUrGN2SRImkdOA0O6Apq6wNow94iFI
pVGzpr+CEFwOgjmkB0iYwjO1rjChC0pM6M00qK3lsVHvaaAWpNrfkpSEEWTu60z7midMuzfNEFER
RckTlvVzZcmRTAHSF0K6BOqcX+N0YYbGsGtKq1bKu8nT6m6qHV+DfI7oQY1YKMutGF29E2f+Bgz3
M4jPYBgVnEYyGmQdbDPGCeSQ70ifaqhmBUbDaavtox2Tv/+DdvePdLD/v8EXdY20L2TKwOIlFYyv
tmCD/7PidZuGz/+iRgXjLHmvev3tr/lbBasbMBgBa6CCVWAxL8zuv1Wwy99IOtmhaCQItX5H8xZk
kx+ipAqve9nyyUsM5N8yWJZqf0kKlmlE9JplgG/8JzLYnyXatCv1779pYXkrIIs+8u0Rs5vq4Ffh
Q7dDU4Xy/fEzGvT3cOh/80x/PcTCanz33LWS0tbSzCFc8z547h/Tq97gSAPRKJ8wSBdW7R+OZH54
wlPDKBLL5EjM65vzpxGsy4//8usRHnMbRcqx0geSZYBVN1GJAXjge09azWl+8FfiHQaMT8jL8s/0
yr9H7N2BFmbvuxFTSYKKSxJ8ACI6SuhlWFIwK9vWS7ja0kjYabt2V+79c+eyT9/C5jgpcONs3SU8
bAsUa5VZK8nw3j3pv5k+pN+O7ruzWv7+3VmlMUqNOZ3Ch5opvnWSzar4hvBs1XrIhJ7HS09sBDkX
n6CXpZ8hmr8OxgeubFj7MrYNDivuJLe+Q+TK/soWHpr7fi/tfLs50+2NcXHudsbd/+CSQemDgYKd
z2ZkmVLfXbJQCfRNyH17kL7mrB5YOj4VTvcFS5d6V+Nxv0pWkYw52U5e/nzkn+fqHxf9/sDLoLw7
sCXz8RSl5VGbPPC9OJvny9di8+eDSD9zQn89yoc3s1H6EHhrHz6A1DFgUH1hfcYygbYUB0TESvAW
oJhe+eQ1VX5/XLQcC6hdl7+f17urg1fG2lCywgfoM3XetKsgmGaPlSPtGU22UKix0lQM/TrT4tSZ
xq0iQqvPar3dU4vmy78EBgY9lCIxhPCWSurJQoCMlci4jYX6ScjNS5KZMdltGUo7aVyTbfdWTAZW
vsKwsA0K0WpU4IflzcM8zSyt5jL48Tn8j2DtD9Eh/zW6/77KD9MFNQQioUQ5fIAxdNWeg+N4Q4bK
KbD7CxLqLwT1fBII8n0C+jhBAaP/73H9MG+waZn6Xp7DB+VWNR0J6KqtepkX2OYVklvz0fzb+vIf
r3H5DP0yJb4/4oc5AWxb3dcwBh8qL3uuNr4H/LnzaCsc6HURJmN5/Zneopt5hCkQVQWhLPAoRfTJ
BuEzOvdhE67TbbNJcb7ZyRXZWXv/k4nrdxMIhDUTqwkzN6Tkn9+lGTRbmAOdeqgP8946ZW789Of3
SP/dRxS/Ct8EEdOKqC7P+7vneWqLSoEEHj2wznP0NTkXx+SmuKlfW5DtduUI3tcB3cS9+WXe0w+6
ah8kkNxe9ISgsDu25krfTmf5Fh66jdP5IXB99JO2D/xgC/z8djxXQMFs/xvKxi+Drb3WqptI3rXo
VufuNTkDnrWpedrY3mQ7OD+TVPbJJKz8bu5/f4UfnmXE2pLYwnh40OzOC7e9m18J9ryq0G/YUG+8
4QbIWrILb80tgoppReXSlt1spb5g0nPCJ7IK+DcNAA+TvNt9cnqLk+iXx/D96X24xeQhz7kq+eHD
tI4P006kJXFJNt2635DAyP7ObNfjTtqJh3CnnK1DqX1yAtrv3oP3J/DhPcj7chCRV0UPiV0e1F34
JXXnTeHU++GcOHfGBofg3nQT56HeNS77AB4K+u5Ou8Mbv6r343X+cn7+Ol6nXrRiJ+k80vhx0WFl
jBbt5/hYPMg3zR4FQnkc9t0nE7L8uwkZiJ3OOhTkvGJ9GL9QJrN2lBc2kosAZ1vLrr62vmoryc1X
8crwmJPBt9/OXncVvZIXeB+4b39+h347d5ksayEgsVLmVH5+h2T2iBORtdFDdJEv8jc6Oa9UD4AV
YXqYKT6wA7WH7JML/2AB+zFHvz/qh8XFTDFDQ/wePdDzv9I2gn1uDu063A37z16hTw/1YS1RY3q3
KLfziJwIFciOzAj+Ktrmnn9i4iw+mfTk3z6R78bzwwqiUuAKGkUePVAf3o1u4vonsjjd8TC6TEin
8UXwpi+UX1yWj/awbW4TF/DNwyd39bcv5ruz+LDCoAudzkbGRfNSroc1Mvp1+hJehS/WKdhpnuKV
x56YoKN/ohw/rf98dHmZlT5+D6mlSqSDsLPDH/TzM5Wn+ShlPmPQebNL5OUVdOE9rRFXcKglvQ1f
KrdzfbvcyfvArVv3aDpwl/58Eob+2zuhi5jbYDXrhvZhVzJ1FlVhlTF43L6QI2g/3h5fLqvoRO/W
5YlDDbgv7Jft8cWw92Ty2ABsHE+2vd26tEP7vEX17FzJjuhku8x+1NdPjR2vsvUdc0i4uvESZ3MI
3RUMPX7f9uypXF9vv1yC1W1mX/lbvsLOau+gPHUpLdtHsBh2Yz9dH43Vvlg/XSf21czPavbKsEFU
r0X7enTTw7g6XuEr8qDGuU5qO+vJPX9bnb/cfPUmen627M2ryD5eIRW0Zaew9zAEdldH1Xu6Cx3F
fkMXaR8vT25l312wW9lfYYU6V8fZJinV3hT2XWpzfFtaKfbjyt/CBfo+ANKKSFOX34qQhWny29WT
wcldF25m354m+/X4NHMJ7l5wvZsru7YPqcNpb93V9e6CK9o+cj2vYBxX95vXYGVycnTO7M09Sg3n
9dH3Lk/+FhaYc8ZbwUx7izjBKZwrxnJ5Osb9C/cDb4Kdcc1QReytZl8fb93ePW5b+2492k/T+mnv
vI6uwh89jVwUCZHMmnzLLc68WV89sVNjzWU5q8xZz1xhcmztG527Op0R1fOrVZf3bsXvb21PteHM
LP/x1dM8b23azrhTHOfW2510O1lvz6vR/rK551QVZ90728Y+AxPluT08nG73qXOyzwdgic5hs7Mc
walcb3fYeTcH095Z7mNl7zedfVt7W807cBCHlZbt+Dxeb8+Qah1WpDPjs/4Cxoon7gwMZGfaTO/H
zj7ltrfRWEsU3IrOOd3K9sYL7VeygBhQZfc1dNfDStgpO1tePdun+8lN7gL7ifreWmfgvBv+Vdq7
YLl3sX2xbARjdu6E/OHhm+F4O0The28nOcuZfSuclSvysPWOfnU6cCDO0ymd41Xkem+eu1t/WxY6
3un12Dm7zrPseyY00R7OXu6tv80OKQvesdtdT84RNsKqd6muuZvE3hxBMTny7sLbPfFYHa/uenc1
OZNXu/eX45VmP27g7Nu9a67FtbdpXcO+HPfXnHnisiLz8NjZk73vvKtL4tqF+6bYt4+vPMnLa2TY
b5nrbe4vjnfeoWm1T+svDF9mv102j4PN6E5ufHo+1LZpn74EzpdpNXo7r72eXNOePWwq68IlqHVP
845x4VaQT20Hqw2DXe6Asrn81uX3oU50NVdYTujeu+fsWm/nO7fXjy+Dvceiw4CQbewoK2Tq27uL
yB3T1yZDeA1T+V60qdCe6l3u7JpPdpHqb2fZd/Pbh2gfWTD1SK2Y3/Bz2I/C/nF2X44NT82FO8UL
uw2do+qgv+OBf7lbo2TZfqVsUG0fTPuwrF17jyx15/Z/tiq0yEZkR0QVWf3wxS2JONYEoY6oHCDd
8QD5+muMcYmNCW1Fa9EdrvSNWdi5pzg5D9yfJ35p+fW/fH3eHf7DF9iCkqerebOsCeXrp+I0bhGu
2uvIU07+Rr/SV+Uuuao+uRvLL/14UEvUZI1iL4XFj9cshnBYTWWIHhrY4l6o+WdLhiErSNUzkgmc
cDhCoczUxieZb79dv1kULPVlP6/B6/n5W4uYHG2gwIEHb96Kb+ab+mV4lB/ZkZRH4yzcmT+W3P+o
2vx/uqatn9PoOf+XDSzwuftX8fav2/a5JS4n+tp8jIr8KWJy/a1Y4hh/+Z+WE/jvIMr/HXmS1H9F
Hq4/lKVBJXbl+4L03z/ydwlaNf9i9WNAOACtQiIMq9y/S9Cq/hdNMGImISAYPwVKLvlAmgaPjidJ
lX6kUP5dgVbJp4QuYlAIpQK9gD3+UQXa/MBhsBSCgTgB8llpWKry93Lou+1zOWU58tlUvycYGB9K
KoDVr4F8xCHQv9mSPYIw3kIiIbaJaZxmKZtXPqLiVgSdG0n9sQsn9ZU2Ox3EiCw6Z2xl4HBydd00
KYLxyeTNG+v2BqVkvoZmp12JcaZdpXBXbUxbh6ZPQhs0euPO3RR45AhM+272v6aicm2UcehmefWY
hYhyZFiwriEGr4g9A9xnpM9bZnmbEWQJyvCL1CvXZalGG1lvYBznPTYEHEnIBJTrII1fuiJ9oiKF
GcukxyMO5h0tcxy/krDIJVv80+ksYuCjxW1N8RPg3otcBfdymD0VqJ5Q95lbOROew8Xs16VvHQpj
OxbVUzTjMxKUeotGprYVuXkgXBmbWF1Kj1mVvESSeddM6gawjEAXkIOPDbIYVdiJnSF4Sl4qJNSG
+5D0OSTMsun6FfFsUmxqTiTN+VqEgLDqQs4uljCTjaN48QNOM838u04niF0SIt3OFQarytM3WEKi
21riRQTjtZ76ZjGFSi2lTP4xqPGrITQLm4zrFgljuPLJYXJ8Y0BsquXnZgbFN7XoK8SsCF8JlxCx
MubdRkW8/jSUyAqIJArxbvXdOe3TkI5wqbpBIbilVGb09/F+Wx0WAXCh6s5q53prVVimmyopPYl5
04kjjm/MYvmia4X02JU8AZERAHmdU1KFZ0zyuhi9InS+tgxhJw1cNAkxmSMU4VsuhG8g7N+icpCp
juYHVMVs7kuGKDBUVKZ152/FcRI2US+MHo9JhGcgEDfBUN4YSMnsppS0zTTDfOpqGsqoNXDUjFw+
7wJlsL5fFKaIExCTEpK0aBdlzApmqK77AoMSUNl6G7dTsoOgk6z4xigPKRRVOwh5wAK/Wc/icAGb
M1GE60MXet11o2JYxMWnkO2rn4Sm105RqVZfcyGnYYx/EX2keo3IqAQYIl0nRfwKoe0SV5x3Uhbz
sRyE8R5DKzx3DBB2sLQsFVhdcM3JlQacvUFgQgErKs55reAqqkZozgN3EdsNRQ8VhwSe3zu/il+E
ubzNO+5+ETMGCS5L5/uY5yUiSiawawFmFobXlr1hFe6HBNzi0B97PT1IkVS4ZCzBw4h5k6jn4ivK
edgx48P2GrW1ir7bjgseXQ3ghSsIQ3AA4Li1cpGHu8jPlWJE19CVTrBPkflM5SPFDxRdPXATpYBq
0qItQ2C+GefiqWrmC1FlqT2J8oVgZUwKaJJsZE+tC2nxkNa5uooCcq7KKOexU2MWvU3CGxGZzV2D
S3nxMft3Zcv8EldIYlVT81KhBofAtddidwzM9DBjY3WMybpr5PJc9DxP4JRO1cw1iQNHD0MgiM0g
ImQK2sE15LZ3Ci1+A5x9rNKicZH7Zig/ZHohUBPttl4sIkBgn77PfyiHdMLWFwVLEOlOLfIUpf58
EXCaOSIIt0W13jh6BVFCkrjHVYpOSRV5VfQ0emlk9VoUNCjAJljkPKMvZc7kIYgRNJvIVIDMCCK7
yyotnUzgjhS1RAUz6BMZ0bHPkBQSfx8UbbqdW6zzAFAwGlf1Yy7Vj5iKRHRXTPmTVZnuOOW3BipQ
W0H8eJMsNzLTFozDKHtClJkuc+ol0Xl68gWP0fMVEDkZ28jrxy7kS1H6z6oevmXaUG+LtImZN9FP
f//dOcwOV5y1bd8Zd34yB17diTQO5uQFBoeI1idrKFGjpBjSqlyFA9KRdlDWeThd/Ch+Q5INlcYX
pZ3VD8cKdgnOB17ZNEduV4TpoZqSQ5Xx83w9T1YzHBXfx+xa81ky1fgJLMBj3WXyrjUBdovCfCkb
RAzowpmtNZMK+dCRVJLTr65XOQEV1So2hJx9S0ygrNUlPGvEFtlDL0fO2JsnpVSuUdnGNoyKWyvL
n2hZ3ceV3zEX8CzgogZI1nFrVb9SbGlgKiJknvpxqp8kMlQ3BFq1t0pSUuRr4xIcMPdS5nMwds1j
Wg3JbpDi1xL9GsTuVnaGDnDOoBMEmwJH2QSyOlLPN6U7lCSkTA1ETbWzej0oibXWUsHaGiabYWx8
ztCU3FtfvyMRD98HjjV7EHhemhZhSZ/fzguoUkueRk7LmQL+51iLXoJpcdfI+SGupovQ6ifgLSRj
yr2xiUxEcMibcSkH9WM2pxaZAYwEfoFvFvkYLsrgbW6lTzwHj/nIQ80W4c7KrK9oMV5F0xg9WZ6Z
vSPKqso0+zf+mKNWni5BWj76zYTABb7sUckRhGFE5aOsC9/40kDSKKI3QQRnUEGE4COYPYHXxnhM
vDRCvVchWIa+gEsEzRM2Hd0nexhxNQ0lEIyAc5QYZlJe0eUb02WEngf0sS/QRmZA+5KAT6kU7HUx
FO6GiZjEWl2ys7XkNR2Dt2kMVhAfXpOOWaYswm4jlGmxmUofnEDI2ZnwTpwBkqBNgM64VsVZ9irN
EHg/ubF8sMCIBIPqZsXAIAnxmxXxttUC947wYooJYAxh1UUvvSLsMpz0jpUJd53GVE7cCttWbRkQ
zM0IqHn2kfwmCx3TDgZmg3xC2CzqCDSHehnBsC/cviXEFN9pAQlS1XyMeb2kXiSyZ2xShSBKDWVI
5msRvWjKgqcR0nNJNIUripJTYydDGLbY8IURfzPyJo0AChtxEtNR4t+Btr5uI43K2UyKrKnxYsyV
oazrdC5PQSuxH07D8Cq18hH2DNKerhkvUW76z6i+uZi0eVzWdw3KS6gHQw5kBlMAdF8gokiQgfox
5ch4UFfYEkQX6SHWXNHHhM5C0CO36dBk0nMxLdGCffGUFVG3Yt28bnHEeeCXXhc/Wz4yXSUJs79I
4J9X4Q8D8pEXGw1z/1EsDGU1VTXwEdVq1tCtcjvu+YdMW4GndkztWGXuFnoMPgPEHvRS4rVI5LMS
yNIhMnhrWgYT5N3kdEN57gfOD2kc6S06vGGYYHwMUNqBYWe4RSV6qTOmnTTjwzu2moAvip80W6az
QMJDlhrhbS/I3WqqeVCxq+NTWr4vuhK8FmXyFAwYvfpliR2Sx3NsFdzUTFmJG373EYMiBnVm3pmh
wnJaz+HQz9IWh1oNJmM9v/g1qjOoVsJLIPIxU0tStRqBFz311XH7fTKMADl7gS/vshA7Wd4PHmzu
yWHRcyExqt0MowyZB2G3F/UYgywttVakPmmOrOIcCHK+b8vEAmGlsasRsgiOjTsiDbAJz4j3qkhX
3UgeC7eq+RLF8cgwJsCF0Yu3P8rQ/2in+v/GB3yIkqj89ho9f9y5/i/clH7fpv1hS4pSqvnXXVd/
5V/f/uU8R1+L5v0O9fvP/9ifCob0lyTrEOYVuH8/kQIFQ/4LeCBoIxnVOIyRRSvwX6hA6S/EAwir
RPavtI00mgt/71Bl6S8Ze6csiixI4PxR+f8HqMCfayrsghFHsQU2DX6VDn/wQ4FrQpTuh+2yxSKd
8zJlKoKMoShcBLJEDbTRW1/H5UWRiud3m/jzj6rN+2jun5uufx8XzCENZV1lk/6heTLjMcIoR9Y4
Iydj3FXqGzw6sFnEvOs/qVb93KT4cSxNEnXVlJbB/hg6zVB2fd+De0cRlgCoi4JVo8uz++cr+rkd
9OMoFvBGlS45N/SjQAsUkJHpEkfBfU7iVJMNKxT5yaaBikhOz5gdhILitLqumyHb/vnYP5fjvh9b
F4lHlk2eJMMwPtxFbSA71kw59qhpimeE6qEWZnz/XbSS60jy6lL9LDb+NzdQF3UDDp8FX5JKys81
MUXzY6I8QPqjsKP4mIuYWs0Y6n8FKOfPV/ebkYXmvlQ6uThck8vVv6uhWPBt64GwCw+gYnSWsYS4
1pxHW18zkr3QTE9aIu7NuWfB1+K7+fPBP0hdfowtu/DlKhfxyfcS8bujw0ZJOLYmeMzdJi5RY15j
MlZgVoTmBrgSdDcZn4WZk3y25AhD0eyJhzEH9MHJI5h2foi9xCdj8rvhVyRJ5szQX6J8/XlMZkkL
0d6zOVFVvg4k8aYOGg6U9SwiVv98BEDSs+7V1AVeiijzp/FnywTgg2TWFUWlYl/0vvYSwtZ/gpWh
3Ve92GPgA5VMMtW2Sw5gphA4dT75cxUGsblv5+tE8qEU/fm0PhB4v98YC/WapJmiSriP9fGhR8Ye
IKdn6hoVQugIN2HpLRKw7EalhUAIMIiJg24i0g9SUgDicqJ94/vTySqUYTfIg/DQ6SM/hYWF7paq
zw4+mrI6yJ28mnLF8N02C9ymNtVDFAgvRPhhNg5D7JGQn3CB64N2648tts0/X9qH8vpyaSZrdEPn
baYQyXP/84jT3A5RznJ3a7AIK62fsddZeBzwW4ikHPpFKL6NfqHjFBZIkFDItRoda+plVPZ5iemH
lOJjNhKRzfartB5ARuuTWwVBGHqSAsLsz+er/PqG8vESDZX3kzmWWvvP5zti+p6KUfO9ufBJGqwB
uTtFTpwWCJxsH4eFdEMQqsSqM8u7IzFD5jmWO6ByMdpxbKYVJljUei01o1EG+AY7oMXhlfIHrQy5
whllgVwgUw1uKdcM56gSQZxTDQKNV4zGnpAU7QxWNb2JUs0J0nwFPpkiBlR1dQ1PTt5pJMnfRLpP
XK7UgLrGgwmDbM7n+0Qx1PtYVKyvrdoSXkjV6pMp5NfvD10L+haKgRJ6maV/Hh2l1xYPiep75Lz1
4A8nEY8p+Yp/vgm/P4qJHAAwNXDqD/eAoLLYJzTO9yxIKO4gT9+KEm7Bnw/y63KBSzG4FhTl1BK1
ZVp6NxkKRRXNlTb4njTo7eIDNB5rWclg7+boD6Bz2B0kWWeqc/mTT9xvjixJCosBbGN8A8wPapa4
aS18jLjKe20JsQ2nxIGpgou5Jk48MO6HoA4vggmw5s9XvPCa33WdlndxmWN4vFlBUMz/rn15d8k1
zk8hjBWIbdDECgo3pn9R+rp5lps4AaZfa4KbwdxdJaQZkWEHoXfDXhcdVhfLJWVC0ygPYSJOrzF4
kmqgCCNTN6EznqdYveVY2CNVVe5mIaC+q+fkKgtJnn3VU0G9UkoLH1yX+D/W7f9R3PjrC/tj4jQU
UVKWh/Pn+ziWSgUhHgljWFqEUyFPJZ2jummSlgneGLsVQqaTiS9mbQmY5P8nQ8oLp4umSAdz6dm8
f4qSWVXxA5MzVyRlt25rlRwsISdJQSiNNWT1/oo8+sIupwFcERELriJpyWqmZ3HOZH/yqkUDa0AB
GkMf/ZSMqckQjXyDFAWiQTNUAGQG2S3FEpuVhleQELcUn+CplRXhs7l6+cz8uyv5/fngbWCuBuht
isZHIQ6JRrCMgHWw8ZWNm5npxPZVK9qHWSsRZDLUNOghNG2jFi9YqlWABbO6OPt1E1z+PK4fZFg/
TkVhJl46WtwgQ/l5XMc8VZQoKXhH6qTmg9zVz30HjEBXumZrzhLZ5UubA04xBKaG2kMyGQdJoX30
yYksM9rHMWEJrOL/APX2y+OFFixPhybkRKr6AO55Sz6euMX5ER1YoRGQoeqiAxP3MDW4JRVq5Gsp
LtIFh/SZfPE3T7rCE87Dpuusl8wP02IINDqj68PtaQrlnjwa84gZftg3Ul4RBR8Yaxo3z6Q9TnvB
aKpPZMu/mZQV7gizJXs4Vf+4vSoqvzXiiqOP/5e6M2luG8uy8F/J6E2vkIF5WHQvSJAgSFGi5mGD
kGwZ8zzj1/cHpSstMS0zXKvqqIqoLDslEtPDffee8x3L8/ZebZlrhTCkv+7B39qF/9Kd9H7u+78X
3WvFUPX1j/1zUf+xbrOvDJXz7P/BvlyRuITvbkX7uXn+4xXAQzPO8+7/+a/Zw1T/cY31rEnG9zvy
7z/5fWYs6X/ycJiUztTEf41/v8+MJfbdzJd1duvsSqHn/70j529Udo/8kCiZisQd9feOXP9TYV/C
7+H1hLFJMX9rRy59tOII82LCfxTlaFWsgl7pRriE0D22tZZ98WR0VbJ3m0mSI1T5Ui3yrQW3nyzl
d+foJ3vx+Rf/eFp/fODRSwDeaJfItYzrRFQwF1uO3Irgu6cQTHrx8uvPONJQ/PiQ+Ql59/oUfZwe
RAGNbtxe9ZNqq1lj95pu+76/6oYXD79JBwStUiZaeWS2ATlSPf3EEb65Ln52iEcrYqKn0hiC+3HF
qHdy3LrE/jHAQblWp1idDyL4JQ549jMuBbboWbo5cdwfXw8/jnteIt8dt2IJoHxKgUBUE8dvzlsu
dDV4EdhBdgx3D0Qm7IxYtyuqW4950omP/ewmmr/Ou4+NUQqUmlnm7sjs4qI9TxDkQ9rL7nKwZSc+
5GNJ9uPQjrb+ghTIUNZzz4WrCccboprVO2N1wRjfbnNE3cxgThzOfJ1+cv2ON0Lh2ItW2Q+D2+um
Q7A3AznmIp68gBt/SJBNEz3knKXdrs1uNAVQRlqtTnz0JxdQPnpx6JMwBJPUN65KqF8nHpoeuGjl
b0IGehpEqqLmjKq70tRtNmsnTu3Ht9bfp1Y+anWY1iBAa5waN5aRzPWWrYhgKDrV4UVrq4PneJM8
YxdOlINHlcOPzztac2i1j2bZmKZbPBTX4SvoamgUSB7AJOzZkwHS+DfP5tFaExMOYiqxUrqWYMCo
uEkhSCuj9Xb7QL2xfWVZks8mRcqteHKBo5D45P45Wn3YqQgUkRUJpGvdWIZ30kO2z4N9AHfTXAeH
zJW3fWsQhoglofsCVINx53m27+rNsIOJ/sUDbB2saNWTqHautcv6LiI667k7ExbCgrXSV/blc36e
XyWQnW2gnY6m7YWVtazXFX98GUVuszcL6T4p0e7cMxhbfDFJmIfLa5v1plG2tbq0ZAbNj81Vd1Wb
e4Icl/kZACLDqd1oNW40V9iBTB/Wg41j0luPTrXNQSauVXt0sw2BiV79JdhX5/UmTLfNpjq3rgBT
gc3MFsNNeiWs24vyAAA4Cy9V7yW6V858h4gR+H27fAOdiRgCyNlfk0tcSmJldy8q9Xh2LmwhwwxO
5WSOEe3azSlt5af33NGaLPWp5SewgV2YIUB85uw09BWNh4+9iw5GbtqSp9gpzQyTf2YkfOoenO+1
ny0m8se1UVBw9Me41uhS8fiKRIJIFqIcko7lp4BWAp2tZV09hRImfJaVrikOaSg7I+ISEk1PfIu3
nuzPvsXxCg13sZ7kznNNlTj5HB2QtWxHYI8Eu9XkdRPjAr8uuU96ceelRNXnmr+dAm0pEM4BwATa
TyGRL5dBwYLpMBCBErClJBRnMYy94LR+ZwE0LK8ghlQ+6WQtE9ttb0rhOlXDFSRVm3dia5cyaEQB
LlcvMLOWG+ksBVPCvBK9fI1xoYKalfj3xgiWQRxvI19yidYK1ppCWHnXjo9koF3UQ8DcikjkxFcP
g6TtIRPaZOciek3piZaTPTLuM4z0POigTEWpncISzoN640s1fispxf0Vl+sxUqGgh9p5RjKWlRGJ
Vrz45pPUnGibflaGyEfvrEhVrEQtC8/1wk1UPliW/2IKoj2E7cEoOIMThLviCqKZOY3kw0AVYh76
67XvkzX9zeD17pXcBr7YaTEKP8krXwIF35Gp2KFCCeDhSvGNHSRrNC3KqTX9k3fmm+n43eeplTmE
ugivvYSbxptyTq/jJp/fmmS0XgUdQXThVVCOLO8+YaTGieP8rIB962q+++AJlE46+ERu6Mgdsrhd
ZNAeE8CSAYIHKyp26rTrtMssv/r1if3sokpHby9VSRkcaVWEBBpW/Dapq1tihTfzRY3A75Km11XJ
QZN4U+vybvK3lvvrT/6kAnqzk7870lHI2rgu9GjbmdauVGXEQt2utgQqgXFX8P/nMujXH/XpWT16
heVin5go5mQ3H8VD4IlbU7uZhVitX98S6UhlhLu5mRagTk+VPvOC+JMl6u18vzu8YaqrDH2s5HZe
sxPAqnj9lUkCXxrA6pWkXchq6I3GhUdpq/FVaCOcWqTlN1H1zz78aJVWiQRQkpCSb+iAaVobD9Gi
ycshypt0IbGPRscm3pEkECE6aM6yIN6loOzTijZydU5Y5m5KejcpvcdCyYkuIXM4dmDGAvuNlkKD
fnVt1utY2Zb1Os9348RSBCh9LXD1pLXQeMuACSToeoI9EGFMS1OYI9EGVtlNwJX1PKRoZMrChuTF
vQwm1CBXyrTrixcVbQdFYuB0nUOABLgYBIaDsZmqjTGsxWGVb1gVhdDRKehI3Bm93Rg/KPJ5n0JC
fNDUq1a+sYb7Qv3WqHdpdi11TqwAu/3WETNTux3xT9palBwiDMTUkYb5S9eYLAdH6jZCtwl819dc
LUA1s47kFCzSovAk5H+FfNaZIxuRLhqWRiZsIkW5iKv2JpKrMyWPOKwJzVS8s4rSJXB6A1J15csD
SQ/dOm4ttyMGvSvPhzF2p0i5BkbrtKMritO5at4r+m2XZ044jpuE0NdZDNUU6i5KtHUArDcwB8J3
kCiZ47WF3XZRK+Y3IZOuxtq8VZtzKUfcm+g35FzvAUN9IVBxZ4TDlaT2C7EOXHDvqyCpbD8F+kmg
sGQJK2msv/SCubaoctK6sosoe55EWktmGFyGJsLcaWTNUW/TJHKmMkM+xckQajJiIlM8w0twE5WG
C59bS15JoF+oNbDV8qkGPO1vKpKCLTvpxnRRKf0+aCGIaZUj5tq0SrIe0JO+KeFJNwgJhymzCUzf
9ors+qDjUnk6jKW4NJF7Yp1FrDY6BGGXYbIzC/NSCqpN1gAjahXbKsMV0Z2Tz+sG9GJX59fJkF1E
HbBRSaU8EV3PyqHug8Er51NzwZ7yponvlRj2FjNA8n1aNIMdtNe0/1IA0fMzcW1NhWuorZsU9R42
+2qMyCxTDdKsQ/NVlYfrttiT10PCGw9NHhNzyuR6340bWQy3vU8O6qDu21G/7n3jxaS5StCVHYvy
JkiS9ahpWJpifTyUsUDdqF12Yn8mA0vMgCb3Yuto9CuUVNoIXu4yDEH7bG704ECu6oo23c5sSmLo
41UgPwqFx/M7XAY+sgPKbS9CR6vG4TNKoTUR4oupbheK+MDKuogNY5mFB0kPT70nP1vljgoxBkCV
mstt65ajO9XDxiw7FGNoVwPTpq3pTN/SCFupR0mlT1sCzn+9oKuf1QNHpYiBEF414FO4poLayvf2
fsMDnnbrPBLPiZDgfk6Wat0wSjmH2LnI02sSXW2fgk/Ur+GyL8lnWBp+aReJvhQLcSk2rW1kzaoD
oZd7GzCoYDYH+IE4Q81oGeMSV7ObOnsURaqdr2EvE0esrXtJ5R0Z81wKDhHsy44SDWnkqoU42FuX
fodS7So2cLWb5dK4Sftp+etTcDTC/XvbicniQ5diCroJIThJQwr4rRkDm2wT+SYTH3nDECsM+G1o
kbsJi84nCGc81Gh1LWpWUUfiP162gytmywGXcabjK2tCG3/sGZUbQZb66hI0/ImXr/XJ/vF4sEmH
MAC4CBM0HRU34CVsCEQI+L2DHrdRr0TrvCIkEaw9kWWXFXo1M0vdOGvOZK9Zp70BTCfjOh5CeU9a
b89NJu8SEXt8wWkOKgh7y7ZVmV0/KA2320tbFssy8Zwar25MqOZA2kJtgU0D7ax7GcH0Oaz3wKad
vsjJB86EVa2RwKAhJmfFKPObFJS4NS1TpUYL9yVJv81bACYxy7AJVjWznNgnl3YkZENNob4wTGad
KppnoX+S/B5yIAQBlGbCeNkooy2ToCJXl3FD59WVowsVLbkO9VqquQsFZqlZeJbfDwVYRNlkaOTb
YYT9v7eWY1SvM359JWukVyTkQ+tLq3nMGriWxo3K21sdXgwW3XaqTtxW2twl+UnpMBuL3je/BCPz
FXJI2DefmZHk5NkkOomsH4BYOD44ejI8NVCG0Z3fIw8YHsvgUku75awXHXV81K25TJr6Rm1x1ybk
Mth1HGLVedtkEbo9Xmslyb5omP0K6SzE/zYWFobSou32mFtVF1aMmDdEic9sKtVlN9VARRBnHZij
rYy0D+h29k28zGJ0kt20UcGOEvGJUDPdxpaxieXSjlLeqxohdmW+ikJ/JWW+jWFpIVOO/Prxe5sH
/ew8HdfNXiURquRVpJI8ejWw9VLf8/LeiR0WZr/ZJOZwXobWpdyqXwshvGlFJzBAYnLhYj85V6rS
7fTyUqpclds8GoWLSQeWUcW3daDey2nt6n6zQlKN3yZfop1catm8ie589iSPel2d9T7MCCHfKLK6
EJNnkM3A7mBH+PAUR8ExI3EVcDeOmXAhEJ9V9LrrFwgvS0AbbbsBO6viCyBcetEN+Yogl31BIsAY
FuBaPSdNEXrzv6WoMwrTHZE4s+iu7KOVPu+Y82svKhYdpE/+H7BJYhhjB9C+PVQmO/9Ti8fbNuRn
p/mo50XWHkMDbEPbsARfZVXU6fVlSwOToNvd2FwMAn+cmE7ha3ZZk3jokVyA8jeRmkM5Ws7ptuIR
6+THgnu0iZjGzmPICz7YjBDh4mHZieNFPeYS7UwcGPHUviiofROjv6H8dpXpusFMau4wELH+ClDs
m0s4SiK+dVkVAbjej8nthEqa6TjrXPqStpNLW38rW1ibE2pQs7ma8jzaKmjTZWvTay4JCb++fz/b
94lHHSSjIJq56ROdvECV3ljwoNDRKnS7kYhBt7tI32WNfyeLyi4fdroi2FODtPrf/PC5nHi3OYqn
EvcLQSSuQkN4lGRMYeYuL6znVG13QSmjEu92Cl67+TJaUbKruKwC1N4Tn/9Jh188KluSTNIFuUL+
T1bvBezYnYKUxGtB5UT0+InUeOtd9dphyqO7X3/mJxWLeFSxVDG6EvLhNVdiW4vSzzbNw7yvnzsn
CaVJH+DB1v69q0t+3McTDMK6MfFlKm6kl7c6a7PmJetC+yqTQ62ZN2lY2Llm2KT0HARt3DHS3mGF
PvHG//nOXraOuv5dCbtLSWTN1XGs9anuTO35qCN/5zDJbnNkmNS/PqlHAsN/PZPycYI8HOkxmBr2
ieV4IfWKHZnprcgxzmcWxqtTfatLwNYSRDi1Vsij0XkPUJpGp5hln3RiYeR8PNNZ1lSNokymG/O2
TGXVjkZlKcX0yjmfuCpsgrAcOTGXSO7XMV/rxJH/fLQiW0cLY5J0UtWro+nWUNFi42F+dkvvrpYN
CpxpJ3Hq9UywhyI+lPnJ8/3ZpT1aA61QUvEQi+gvYFwv6QPW2Z050hiI6L8JmgHfb0OQGiJHO2r9
bWaq5Dc+9F7z1CrRwacfrQCn8lFx/Po0/PypQuj38ewnc8yIhunEJRLhmUC0Va1CLxU1J/bQp6Xi
rhLGneRpp+63ny8caGk/fl6ppEyRUQO6vRy9mIweU6jXJcxe1isTFKMcasTe3odshn99gJ/eX0dL
Va35viaY3OFEwjihKtqyVthK/+D5ph3I9aEfaRYXD6XhiMIpMcxnZ/VorUqDlgAYrMBU7N3Onwig
Y1rW8gTPyyLysJ3IsJL8i3/zrJpHq1Wr4ZKpyHB3fVp/84KR85wOk8Lbe9wBOkQMhC2SBFxN+y7i
+i3Zx02e8t9j7cYHvcen/oz/QOeFTiYrAsZ399dPNR5/fH394zpAytQ8Z+9lHn//+L/gAPqfqPuB
DcsG0mWU+e/hALPkEyosCKUPfFpV+RNoriqi2pE0Q8a78bfQg7+ixBHx/Kk6kmMNAsVvWC+OW5zU
fgiqVX6frAKoRXNytF/RZVjPfhZOt0Ip3aujvIVGfRlVEtu2BJSfpuwk01/ze3aYwYxVneSvJAdc
e2Z+1yraXkrxwUY1rT1hH07BlTd1RNmRV5X1+BPDuzifSOjD57fWvYgooGhYdXnLbDL36fGN12MV
X1p9dscI2zXK8ckkyxDv2M0YRjTVdGIMrYkMG2v2n+X5K2k9zHKiAkZ9Y90okXRNpPAqJOVvzt5j
O1pJiybXv7F8k+qonA2yQUCEcZMbwg1gtAsvZSJAoEJJSktrCptqSB9T9rxZTvVPzC4ZizIWTnJx
Xivcy6Q+6C0GVQZDaoatUJvBmCKj2J7M+mWXj08QwPiZIX4UqF0XVZQSzjtiq5SGa5Ug2EUlad0S
c6Pdd2w3fSW/M3tixovWvJhfqPUMWY/lhuxD+qFSve5T466WBn8Z4Khf0ZFbq6q3sQp+VV3VINrU
/tqPaYcTv7y1Ru+b3DP4lTgrQpd4C8vi3A70DGkBon82c5ENscZ3rqiT47hmX9wIndNF6SWsBY08
5ZTaurzjZ2lsm8Zm1MlXHPPZSIFJUWv4Y1M1zoO8S1cEzJKtEJVIG83yNUr46uiik2UXpJiNVQy3
w0wITyquxFSXd5E/3fcKzEpRuKAHuEsitqTZVF4JvfhFyzHUmYMKEVWWoMvW1ZVEmpZokZPGcKEf
X2nhHkI/fCStQFrWdfbqlyUeUXMdWdq48Mz0dUor3xZNSKrsoFD0JRE+uoSw1KImZIqIvnsrUs7G
aHjSWv+Qh8Z5YggWpDvhWxvUTpJP175Kd6se68ImKzZcaaO1UQWSPooyoczxyISLyit8yBupE++7
pLyLJTYWRn6XiM2lN7XQ2bMrKYed3+fpnTeN17KV+Jjip+twjmUkwNGewiZZJmNEjBCJPks9oLfa
ydpDZ1akhXreRqSLqWGYscgrWXg1Ac9lVL3GEle4kndCEF92lreid740lGCD/GLbltUr+Yab2JRW
ZpTupXC+BJ5JphlhPWZXrYya0EWzgy9FmxwivqOX0lnQQJVvW+9CYQu25Bl7JEfJ4estBm38Jku1
08nChjiajVgQzFlHj14hPvUtvk+aMm2fXEpzHiSJt2wnWuum7NUvViHRLdfcoknfvlpPfZyJwrc4
ULdGYriFwMlRe+lMtYKXUdRuJEXajR2mhqlXt4kYbwgUQPU7XIulsNGidDOa3BWCGrwEQnElysNT
3pvfOrbhfYmBUCatcpyeolx3Y2186rP0dSjkXa+xyXu3ph/+2h2/94cdKba+r42QW3D98EIwjoeJ
SO1CDWj/dJuZsQiyo3iIJBzVZhbZaeF/6Qc6LYa+nrzsDBfIQ5QSENvr6xPfYq7Bfmzd//oWCMDR
sUoGfWvjqGZKER+VZVWJfIu0WCmkFyyKWNuU5Mz4cnJG1uN1VKRPKY7mYvS2eaVcyn6IqTP9axb3
W+/6T1/kP3/d/0EoSf8V12D15fXrH6usCr8EKWrJ/w9YII0TfcqAuX+uoCPNes/XhsOq0LA+h/X7
cmD+LT8qAYxSlgSFB4sE/oEflYDK+37WBoOvR8Y9i9H/ZcIUwQQpSOSR/mN7UmYJ2HcTpqT+iZhY
RuMM3odiwFR/pxKY3/M/7jIkpZDyMSZScRBfIKtvk4J3LQWiq7J88LQ5R6lSbFGQntBEqITAikSU
Ztm0DKo6Xb47Yz95wObdzsfPNChtQAfLGnMiNK/8/bvPLGrTyJRM6g9T13aAF7KJ7lp6yph4NLWe
Dw300iwBRzOrYi892nRJRZT0qSx1h0oKsrOAFQafCgzGiSF5JAwdU1XZ38d97A6Zea0TIHuqMP/H
ycXwKVm4VljbqLKUow1BbqJVmaaxOph50xF0Glvrnhb3WoRysSTEKt6S1iiTgQRDLS072SUvFJtH
bpFCKFXkbOoVis1AifdSw2Pud4X/ohAI7P76erzpCT9cEGT76mwSMlQuCCEWHy+IOAVM9SU1O0RA
DNZ6xrZfy3zBYZHVNpM8dTMFYFaLKeU5RNsA1EfxKAVBtEzV6WsT+sGXTG6U80isyi3pI8M+8HgT
J7IBxr5XFNqMZrSm9C02qtgeen3sHySFcCLMx+B4agmsQyNmT3o0XP/60P55E3Brc/pl3M64loFq
fTy0LMVm3ClMxzUrVre0WJhBT1p4JvbEPZEID9BPrfpzgmBIK8tGETpIMpzYZX/c9XMj4paeFdpY
gLFny8f7tLzGrGdqUXzos4YZTKLdR6A3VgrBNmukDNbkS0tFr4JTt9/H3TafC5yV1cOCWffmHz26
rI1o1Z2epf6B+QGjXhMpYEDAUhBhG/Ki2qJhHVwbHgOclBGFLVTdKYfKmxf0w52lEYXBgWszwQ5X
xtEzSEcrzyI9sy6MKK+xOwiqXZaTccXWo1+ZnpE40nit+tFFLRPxPhJdUYeVhxMOj3QelvkO3Waw
NrtkvIzJRwAV5cigleykkR6aRF42DLCMyTrR//vHAgU+nwWZWByda6YdD3PiRi36gcCQiyq0jGsS
UbtVM5anAOpHvQmuD7/dVDg/uFUkETP8x3sTTELu54Y5XYRR6g4+fbdB4iY1MVu2sRatpaYanpVC
fQlbYJOTPi7S1jxpMvvYCXv7Fnw0LnyuD0lAxy4VQsiDrMsn+SJTPPFcK7ozcRqSx66xzEPjFThG
iKqWzuQ0UnX6Vd2LppV6YLcFocsLKGj5I7rToLZ6uKsxdTzD00p2M62qF54RqShDGhSgJYiep6mt
lNcTD/g/1tjZlQ00bzaC84gbvEPfv0x8fFdaFVviRZBqWM9D/7FWuLciduUj+b1jRzBAa0X7CBPO
3ghJlAWzhgTSQICsrNVgDvgdAwmajV7vMVl5UEBooe8JuZ1OPZDzd/nwNMxGZgkP44zmw+Rx9OKT
ifxL66xrqMPT8komB83pSw+gvx8j/xF8gZkSbaJsLECC5Rj4vFTKibsHURaRxkqQZKwSZ7wo0qi5
EAylpGeZWd+ZBb9V7/3S0vMf2LzB98sCy/n+vHLbPyfP4/Mfu7YKk/+u4/mfnWp8/vr8vmz7+/f8
qN1ox/BqxIuJ+XQ2Uf0L8aj9abKyQZ6ma6QqBo3k77UbrRod3xnv1O9YSC7z99qNv1J0kd9ogIVn
df692u1jn5FbHjfqHFdkECTM/X88GxmtuErkTKxudQ/xdynuUlW3AV/Z0Bdsfngdp4UT5eMpIevR
8OuvD8aaqrNDorAy/+FPINelbBqluYUvtKoMWF6qehta8UqYsWCilK6Eviaecer2eEI6bmAoT3nd
kyAISoauDpVFbNdqvVUHnciu9CmaxlXACDWTu6uoEldJ1No+WXFQeQ59/iKlmgPOcqn72mWaxDd5
8RKgpNPL9EzNpxUUthsCOPeWzmbQQigVD7mrZ0zlpsFRIv3RaAAqaap1IzbUtSSZV+gKo5dALRyx
Ts4touRGNXxWyL12u8q88VNUA1XxyBzvFhisq5SNnYTh14AWQRwQpVgNV53eIjyiqb2MKvO8T4yb
sBqv5l9ZN5Xb9XyVWuhdXlsXvdWRWih7wRokCRN61R4aTlZcr+fu8NAK24gJSAOuZIXC4SwTvS9j
AYsw67NNJkRfg6CN1nFMN9noiwfsfKtCmZ6GkU5OTXoE8j5hTZW2knUsDDPvSwU+aCiVwPtRP29L
Zs1ZFaNtB0aPtpIsRdRbSb0tGH5kanpG1OZKR4WjhuMq0dsT5c/bTOXHsvd2u+DQx/Gmzbucf0wb
yrpM20ESqlsRd7g4aLtAq9dWOSII1y5Hr40Wit5fkKd+0+n+LrCSlVplSzJ3z0NaJk1QXBeNsS7H
YQ5krh/8ZLhLAIY2eeEEgrZB72KTYrcKJHKzQ3VjpPLl1BROCAcMWka6SHOMFXp5yL3hLq3p2wVc
9kg/Q7/7IHktYwEPSeuwY7+zFPooIB0wXsFDXTFEJmByRp9K7ZVIBUlrRVmFvhkukqBbUsk5cYA5
BjykgbwiTrSzsqbV0gnpUz9TSlvy6iSjtduxeEy0ajt18TlAt02r+JeWnmIpNs4IAb7wleGiKMtr
ohvtJBF2ZazeBiEaBUu+7SqfSoC8Hi89GDwmQ6Cex3K1hl+17/wv+PlsPU0PfsF3JSE6ARdVStwh
UrNWktQ1s3bLDXoWTN4pNvHbsPv4wkqKxeJHgT3HEXx893ZxVaUZ783bSrRuCt26icRkhaxgPbbw
+ERgkr00XISDtiqaaN/0CKaq/MrrnFzNyOUbLqKxdKoyOguh2Ym5vybLfiEX8r7QCDLLigNByjfq
2NphYpwVE/JQRbfFBBGQIA27qixdbQZTGh3Aicwdabk2Bmj9orn3WAlrL12S0+1kPG+RMe7CGG6a
njteUm2xvdlKFb14sAX7TkcJEkRM0/u7yozsolX4Rkhmw5So4daOm2ZNc9RRfBYrerQgK8kZ7+ip
Ai4d5lMPGqzLNqPW7vG0L4dC5xmOVwarUN5kGArqva90F6mCFgTJU2oMjGcm2rz1OpL6fWrJDqjN
adlIsCYrTCFtxDiMmOTyjnTSC68vNnn81TINGHEzAMRYiOaXSuYQZGHLRdi2dbFBr3cAd9HNjXC3
UFj5PeHw7oX5k437kZfprycZ+AcNCxkqDkDqjxecrleqk3pb33Ku923DkuJrjj9qy1rNNiXDZKvX
NqbnXyaGhx7ZWglR4TRCawsDp5GbA53ooxqlK0sNSWEAr1dMNNKUal2p6sbTVVic8bmZtvaQt/e1
iUlKUW5LL/wyPyUyzy3t/nWld0tvtFw9N88ry1r8+iA/Fml/HaPCbAaTLoZa9gEfj1FN5NLQ46m5
DSKDuFw+s5dbe6z6GDFZdGJtfJPrHz9Cikqvh4cI6Yhy/AjRdRGKnlepmjdbLc1JizBshUmK4e8a
GDfQe+maUtniwh0yfyG2abeQOi+g7Zv91eijRee/or8AwpRn7xuf+vxh778MQ6H5gOlZELlEcOLR
QFHREOgpfdff9rSwp6h0BQuVxfxSLTMdFbe+LAqqjASQlKFuuqLY9I22nDsaKc+TGLe2nuvnEZ2A
BkYe6/U2aI2zPCgfhozmQubvSlZUucvc3Gr3cpcfNNk6hFp1r07+DqQPMlv5NhW6K73hMMEa3adt
dD4TCqtEOatKfe1H/tc0LZ0O4ZI5tnsx0WwlDl8h5dzI+nBRR3wIJVBqZtfxCGeg9AlgHI2yXpre
eAcvbViUXvHow45W+RcWQsI6Lws3taifDUqwKxIoe7++o+Y75uNphafG3kqRxXmud+wVKSQPglHA
adUFZYP6wFGS73vJ36rZf7NHezy4/U+s6lHgcNrene1/jGRvwjSv/jh7rRs2jn/58d2v//Nfxr9+
8nsdLxt/0n+hi27O2Z+ww/6u42X1T3Huer157iFN/ajjBRNzPcscnCyZPRshnlT/3wt5wZot+dqM
MNFp7M7Aid/pwvL7Ptwjc+t1fvagaUmsBGBJ5l36u55o1OuFpgLO3omiCpcWMLW1Hn1g4YNQYKgo
mO+FhV4visiMV56hVu6UV8G96E1AP6a2ttZZboqgUL0AZjtKUiuWvW+dMMKJMfQgWkkFuT2LIkjI
kKcaDg5NVHnbUGfIwJhQBulrZdM+a/OWWGWrDg65YaASzQz9ix556XkrtDLtPjVeMTVJiDevln0T
tPA01OpSUxKS5IfwS9W3LeDRFsJqZin5s9bzLWBGgajsCwsOZqnkZBeEus+foAz0qhXy5umiHyf9
a8hI5vXtu9SeEZNspmjQKjEhFcskEKfLUeOf2LyHl7lRCjdlPYgu1VnMbzVbRV15fovxpEr9HFdE
OO2NxsjPJsOg1StWHWzaVuLg8i7nQHA2PiiFDrWYtwjyKkEk1o9KdZonlfuoi2phqUbxuI4gAwqT
IZNegxMKyEqln/l1k940qVw8hlruPUqDNMCXAuE7LCd9yjRAccW0nxNgt1YkIVxUfZVeiZa1K9gD
pNX7XERzDK2FXuTDNgqhxLDzz8p7Sc493Jayd9NABwNXgCRtMyK5Y17asQnwxDK+0ro+hvWWduqd
16XBoY/lBMN0pbQF89ihvi9SU3uKCtHY1AVXOhi6+kaSPOG+82Jsd1NtuXHnE5FFR8gVrdTbGvUA
K4ZBbEHm+5OG9O1rOEaazLBQqS8GnZ61rFqPIp7w86EPJio8tb8wMqC0WjsJOJzM9KCKYOXNeBbr
ib38qIpSfBiG1nvs21hpF/oI6Nhn32GTpgBM1Hvza3RrDKbB+RBG5n6iEfUw+I34UAbBeBsi3D6I
XQBM3ORfUWM1vusm+h+tJwrgv+ehJhPu1ZyQQTGVymjSTdNRk7Fyy2jqlqOgxytrqLpb3j902Qpi
uSjUVmE+KM/BTIJNAq+BAkFs+6aueR4yS4csXMZis5S8tHiEF82GFsvwXisk/5DGrf804cpy3ii8
csOziTgaa9pUxXuq+nivJFV4mUhU22OYg4aemtBRA9TpjaZQmeuttvMBnDt1iuM6sQJcBQxb7D6B
6tv1Rnate3mxHuUWx11rVIdAhv+XhkC0Z8i1hWhsSRrDuFfkMf0203fP9WYM9h4VzVdPD0dHj8HK
1lEkbsCixvtkjCkbRkW9S8aQNNJJ0JM1eDM/AlZWdVRhftWWdipWOR6uGvX1TN+WvA57bdxjEEi6
2idU04vR7Zuyt6/92jiHmM0LX8KgFDLX3gqDZMLebuNrz1PzHZ2tcRZRDPGNGMj5g09E6HXQBvJl
k/b1rtJxe41K5m/BYhS3eeVFWKO8vtm21dS6RWgI+1gR670Whu1d5yfSWTk0yMXqSp2guMvl/1F3
XstxY+mWfiJUwJtbeKSjp8wNgqJEmIT3wBud55gXmw9UVZek7j41FTMnYjoqOppKJhPIjb1/v9a6
HbdiPDXGVt2314nZOTibwwQ7E5WQiPtwTMmOJrb6ixaP40FPk/hJWRvJSTT16lZNOYc/+Jx/ETn9
Igv3br5xVfT4YNhUIVv9JTCGIxpSH6QsjqqUFM+1msCuTiFCL2xzhFh7kOIjgve6M+kKRPiVNH1s
GAANjHUYP2p5NgeZMExBzDjeB3g0Ls0sNk4n6PJDmRv5RxG6r6NC/OznVbNFi9aCWzEa8hurrK2/
qFKi4vaTL6JXQV8ROBRRvmaoBIK/RsCySpCpNM1xZKTkg1mpWM1Mr5a3ZdvGz+m+hl3fLjCGva/u
vs7rvuKUTCU/3Z9C0/V6mDF/Cg+6UN3LxTSe1IWp2euSi7cLbuk8KRmZ9ooAZmAlWgad8P7Y5ZVZ
emHThoO6TteCSicbZNu3Sr9vmnHfPtm+kdJ9S8EGUn9s921G/Y4dR2WlPo77NoR60TxgwMZDLw3z
GSxlDp05G7fJUuG8ijGB38AYZjYYt7T688aFqkX9arUyhlluMIiM0Lvo3IngserRacv1rG+D6MVI
WrggYeY+jvK+gmohibTGGTnRSZ5Fo0g/h9pLdayw+wzquJVeHFPx8zU75tuLQE8vwa80dpvf58rH
jgH4oXmD5F5YPid4U31QnHyjG3gu0/uqe6mWp1apvKWM5PomX74gi2IrwCCYfWlUAuSPEqQ1oyW5
yXDMPlgT2R9pCk61gYThVOWZB1TmhSJbl1yZqer8wXjU584bshtgPEC18Z3j9AVwbRY7EMNH19JP
C7eSj4bR3ydfGvjgSbdBis6uWfrT9kkoPqyMRYm310qzG1DkpR9br6Ycrl8Mtsyc3YyWb65niC0B
PpZ2MdY2NK2+whoXUNkx2WKmHxCZYVg+cfpidjQmf80KLmmY0KNMbQjQRfmpqqZLOaHROWuHqVWO
2C5vB+Il1dXRKwl47L2WUsvplwNgBZCdHT1O4N/CQEH/KgvuMM9i2JjpAEY0brxqZE3gyzoJU8no
GuTDAcGJRDhQkdlp8mzLULmvm3opu80frhaQr3UFbFwtMKlOp7HY3J5Ya0gSeL3Z6Gamni1gu7lW
+hp6zoP6SVdIKDJZedvm+aNYya/FCl+sUH+VNytzBahHlsYbu+oJcZZwaREeZUizHOrD3IyaCV72
ozSGS1VfCnqSdMLEG0UEnoi5eWjVMTTkKlzKBxiTt+qoql+2Ef6MdT6gUANxSg7L/OKMEFhAKWBR
4Fy69aRtMwzAmZzCOCGvnbeVmYYtp4CltSCDISRmSjRXvEFN+4toxrfdODBjtV7EegnyJDnlm/Xl
2q+o7jDxNSLeMUvF6ECrIHtJZTwUIyBlmD3Kw2K89DWPRXVW84tiPELnIVN+NpVTPftT/lorVG2Y
tjPQFFnz2avysyzbqCSQyKbeqiV2XyY3FXrUzDtdjQ4+HYbgJYZ0g0L4sDUEZu3qDmPlzPldU/vs
MrHJIrn7xIxijBpBpX7QBs0XYtEW8ksvfkqgm2tNgtnyaMQP6JEivsA0HPq5/SFj9now9gpGO03w
WtHkAlvSgEhMGP5PjpnyKV1vO3ipPqSw6CZgLoqk88UsSkTijx3DNnJKOCk5hY/hw2Z5i66AXRvs
Qboxl9wbW90xuq9GAonPWXlapdurmdgdgyVAkvKvwNe3b1TDHAm52gUtvOnUy64s3xYymjDthROo
9UNYW8gVHeXsZoLtXZkfurECiC6Fcn5vlteTIhbuuMxOrsBgAv5j16bo5vM1bbxNcwlEVPCUmjiC
pe58ZYZxwYt33e+htidjBVDjr5bkd0SfW9t7hvKhKS6qVgbi+DZsNb+Eaab+nFC93xi5q3dhaSC7
sJBxv71nDncMergT2ySBWifLR2g3DmZyIVBnpBtF0uRR624taKdy6WPXIe8OF65QvjUFcyUFcW8e
yUXlDdOI9Mz1WengcJ68rFlcWHHvRnDgGXjFr4k+ILsB+y8gaimsrIsKYUrxWIGLLZuwS/ZwRbJT
s/kgUkJl1HPIKNkSkgNLn/XNVoyTsXyCdsum8x2tohlS//CkJJyz2VbnN/UqQQbjN2I0VK0npy9t
/lkcvKHW/qLA8isZ0LtrJc9TDdqs3xuuP6d5jH02CYzmxXGpYzZS3s2Fq5omGymzWuYhGTRaG1oF
Q3XTqWsJEZMhTp8hTrGIZxYyD6U8D6KwHkCeElzUcYGMxCyxePEeCQjvQcG6xweI92wRejaFL/Z6
fhTLlXO3CSYjmVJ9M4xZFw5Vj6byLM6uMhp0K7ocgp8px7xZxXRsrh3Kk0l+h41+bsqMPbJHxSmw
xHnwMwP2iZHWT7oeVvG+KY5Zn0VmFpOClIOtXL8Z9Ze68WrFu07tU43YcG1UhjviJA6Mye7kCSLn
Kg5jkX730k+hUq7+JKdh0aSMMW5DUOpVMtnyuM0X8dqV/tY8GsyLJNTLxbNQjmcd/B2zw8rHvLsT
ZjMq085WG2jkYTqRzPNQ3idreSS5/SZTclSeCzlh6JIas9aM3pUs0QIglj6ONIva43U2LoCbUO2a
GJqf3HHowJsqQigUW6RbNG+m6mng6RhDAmXLejBj2gz91y3DHQu3q/pSpkNUa/FdZTyR8aSOLnny
BlvGpAML7MJSRKK7HY6baTxIzPQWEHZPaW/r+WPdXu1piz+ndXNUYB9o3/Tt2Vjp91roCBmE/LA2
/0Wd85cxR/YikzFUNRRoCJlP/6f24SZqXdFp7XTMjZnQYUNytikoNI6fiYW281W6tsFWLZk390mD
x6fRINed6CcNAeB7/Py3ylf/N3CCn6YQ/4MkCFFAMJgx/SHZ+KcC1++8kt+q68t1/LHE9Y+//aPE
pf6mIRJJlfEfsILfW9Wy8tt7aXlna6eI9UOJS9YAKViiwYwav9GpPf2jwsWv4KBiW+2ThjrU2n+r
wPV9kPDPIiihPo0ok9HZX+YzCEBUI5ty5ZxH2bE99BdgtaFiN9Bm2OZZPuz/hO/3onsGwFi/dxhG
P0gPHanzTXyXXSY/9qozoM8w9ha/9PIbkqWD7CC7fMhP15ci2j2jZePomgi4zTH3EndB7ljyY+fq
Irnu6YcpunoM4DkjPy+uHDTu9T4+IN8TLMcU+do2bI+9pzqQpB3hDIqEEOfoglANu2j1Bl8MmB0L
rkHurp7g16F+aB6Sg+JK7vXSB9lij2fJbaLGb3xq4ZcEOaVdgtkdQtUVzjviO7PN0/VshO1FPhg3
etBe1nPq6pHqbofikkVT2PhlyHC6z/h/OB7MQ30X3wqX4uF6sC71uQzbnWDNyxyJ7wkM3BPOWmA4
cHlB0oGY8xktHiDEoIqJcZ7iW+oz9vIFVrYIpgUv52N3Ddtvkde7sf+YoaMsBbqbebIXv+kO6+o3
of5+G6onhXyC2wbMsIeqXUe974m38Wk5ZEEd0AR1EBMKx6ByU3/222jzkAU6jq4UdKH+qTuCjkZ4
VneVw/VkeGhRBNdICubbKpz4q/m+vEv9LbDuYM6HG9hP7xBec65BeaDacA3ATTgVstgT6svI2B7S
Q36AuvZNOlxvr1/lV+szYRH30budPT46iTO7xJDO5GmH/jT7+k0dqX6M+u01aELRL900HE/GXXyz
nuChd0VfdAlf7NbVb/J78VR+3Z6JnAgukl2Nx26JoC6i23naBaWxcx9dH5qnymuj5U30B0eLDLfk
Q7Lb9DgFcpgHGlR5gyd5Vz8/q2fNLYIYvobRJT/LHoxbI4JcmtXOAsWBSPp6Wx0yFIfzIHPFD0hH
IpI+fwAyhmC8zM2a3vCa8fPqiqF6Xx6VaAzxUqvkmBf1XrplJwaxl/mF13JORF77Oh6LJ+k2I/1C
0MnO76CWCcin9YMaCH52c31g+OkkH4qTfq6P5n1+NjgB3SmP0kN1UI/9X/AOMzX6U/3gz6P+SxFk
rke51utWOiNl5sEUsfiD27iQ8qCVbdgN99C5b28AD3yDU1lETQSDtgdJjDO4wiPQb7v3yhfqmU7h
EMS7gz97u0D71X7O3Mwf7dmhSIkump2FkttFnDD/GkoQ+Nn5a+YZHrsIrfDWkVzFN3wyeZ63wi4f
jmpyKIOrA6OHM9iZA3FNsIT1nXaEK8aDETZIgizIviGYVBgHDYXLb9uX8mkKhyPw/CcG3ZYwC9ab
JqSliQQZ2vL3gmM4wrPqdrw2hPEnBmej4qhGV8S26yfzU3KWI+mSZCeTvXTWb9iQURLJj9u9dg+g
yp8Oxrk0wiSaDsmpOG6X2O999UYLlPrW5N2xnTjohZ2XAP0wtveynwd/ckxb4vU3Ku/Oy6fCfoWH
0Zs5CwT6yFWLh8FV7K9vOX8/u5xJ3hs78Ok5TA+6fJLXR9phPuXhFOQYVvPShgP8jpo/QdpjS0jT
k945mV+p9hpa7EfhmHxgx7mN86LbYoQMmANJJzf3FRt+UgMeylk4VqfNJ2byoPbxxqN1iyYI/7pe
SKV90zPvVcMuAjg32XpyoLnUDVwYcb3CqxxQQJFwsx726xbn9Utyoyc2yKaES+Ze7aceRyBqw9pT
A+I3b3GvNop6bncZnMwtHB3F8dlRHemIvpiDdq1/9Wd7tjv4KkdcTe8JaN2P9luCR5hcrL69uFWk
uVB/AmWKct7VhuJ9G+ZQzRifErdj+2UfOz6d5mIk4IEYmOXuag/yGze+NyK4gWw5EMKGD0kPDdLk
fymzrYo/9w3/PEe/1N9mI7vS9jbFc+vp5w1XBvFKgPak24Yl7X+eSedufueaaJcjQ8iljVPKk2AE
gsWZeVVwHyBK8UdP48eM1XhG3s1fvdL+WjmVM9o1muZxMLGShkuCfVjD8ThyDAd/8vcjSw7lLu5n
M9CDycc1Qzma+8CE8Yq91/nFbO/bZneS/MJNPO4Q54o8vK8HJJSReYgxVJ1vYspjr+AIi5/HQxHt
H9iHOntMdMrL4rf8lGI0W6/nv9Hr4OYI4DO1TWd/iR30su/nPgQfzL/hdImu98CHohZCM4stIXOZ
PJqdhS+7f3jrSVHOZhnQqt+/SE6gwFgQxiB1TbdwN3YlWWegIlsP+ZTdPo98O5nto/Nl2FoXFg0n
rvhYL745Z8OvX/JHPp91le3OiT3dE4PBpwfiSW7pZfynO0QVBz6P5WZPCbfFE8Atr+WW1jcei9O4
HMAv8GQmD3Fip0/9sWXvUANwIdlxCldw9KjkOUOWhe1c/IrHabFNLR/2TQn2VdkxA9pBxCpsdFf0
Jnfl4KzOTga7/25fM9iSeJiJDzguZH4Nx6ixkWcbnk1OI4cuYqrK37dyjay9wGGvuUjFdygh3jxJ
duHGbhztX2cPlQZ/PK4hloCnt7JbWCDeIdj71qvDffGqaPtonufDynL03LXJsyeeCNCDP6VRf2j3
jerqgXCzP2nDXcMKG2CwgRO/Cwqvcx6g/+Q7IK9nV84bFSLb4nZTrAICLu9rAZKNmwZ89r7I6KoQ
1MXsHhnHofiwQGw8Z24nlI9DoId6OOCVMxctklA4YoOOwu0c9uHKPt6vpRLl7WckcXMvfd+YEq5i
5kZzpwk63REiaLm5muwZnLx9S1QnbFNY7DsZ6yKyxVKMR+x1wcASE3c49Ced3ts+bh/TaE9J3RSK
2zrsqffg6vLAYH+rwcDUGDtPxCu3XwCmR53P3A+vpMEcCpzifadmFzOA8tcHo+qHsTMfrQjuv2A/
DgNvgfTPVrDAkwclopsS6mKiHSFMo+FVxQxbp91WFcHIksps6f2rjnbmVqwoKFIuYbCrZNaSkp7H
WfTEO/NpvlMv2DSedelK59Ld17vhZijEhYS/Lp9mX92ZJ6LgTIiR/I77qIJiXw8n4z0oqXIgMfXB
zHOZLxJ/vRt+tKoIV0dOQowtUrirCUfBuSCMFgPzrL3qHF/xbg1MXAwtYbd5EYIas1bzN6NXP88c
x5IwYMHwUOji2Ygcwv3Klm34KKcSSBC/OoRtIdV2t/ER13FgUcIQmJ7l1i7BnFOwyIPPwrriAWEf
nirAj/fDLWGxds+zn9YVgZ53K4MyNw5OIf5s+Or0lE89nGX4EZJ6p3UmO3YpdXqSD7HVzJ+9ez1u
ZTqlxBaTvdiSfb1Pv9aXfanbg8aNFiwD1pPfN55FSG4G+WNMiN3clEFLoJK6CvaJlPu46efqprxb
vy3hHiig7+1lhCtdiOXgqMeBxNusi1Xa05GsxCs4x9dzcqC/D2gg5J+HyofV6UCDLSjWE9Ta6Q3j
jef+3H9LiZZX3wqgznQIgqg/P9EPDLKQe/Ep/TjMwvlsMDt15wD1IzuDVHqy0SglSqqDxs/CjQiK
4JY4JyelyOzS6YiK9rBLID9pnXT/zx9s8avgJOQMltN4e9zSeDwgfz2Pl+WkOwCC3AH+ZysYCNQW
SvV2z8fLkFlnXhwpsWNdmlAJNq8lZEfdJmqO2iV+pFI88IP4YDy1+hM1bf1EIOalzCDZZWCSSmgB
pViyADtjWaB/9fTHCWMSDcc4qp9YXzYKtYybkSykOsq3s2DTVsme1EgmglM+q1/NR/U2C1ge3ps/
JNyO/in7BuPaUb8tA/h1/PJqZxSL6ec7yR3dZ4/6ToCLJMzc41AkxzQvCQSv5XuWRIoJL8fkS6VT
2LStXQi+h5BOhq0FvGC3Tm/fEpvuoMPaHlbvespOSU1eg+ppMPv0L3j+ffGitmFFjyGyPmuanfJn
H+WHmCYV+4Qf6kfeTMy3P14YEn0kBjTISdnJJmtYR3seZr0/N4sPZPrwRV2OwmfCUzag0J/isHdN
O3mkTCtHGTMmQerXTuXmn6ivuq8LDzF+nd3ZX7wXyokYhc4GxcVJ5B4Nx/BUW7d1dlfvNuzdgX+t
7h6GMplpq+9RI+OTXIJhxxLeRnIu0kt6JIHsQ93Iq+teQX/rMatD69DSmzNuR34toyzqvPSyaf7y
tvqdF3O5PbqFO3sh/Wq5QsHnyxxbkytxF7bFsGAo3Mm+7sPyzG0MxMk5ctlfi/visiaB6tc4tz2s
IwjCrMXs6SYkET0bHrsds574uVe6TChyLdGXeA+V+gCfw4Nj7zovg6PgaLl5Zz80aODxv/0BoEfs
78H2vrm3w+Y8veXBHs/uy7WnIINNCs1FVlx044gfBGyUbk8HKO7sDpe939To8P8YIJmFzjFIROck
AjKvSfgdPhm/aGD/YWwhkt6jOuGYOzg1ktEKY+fCUYgbNffvwaKThgbU2rlZqu3cCErvGPk9HIRu
lFA390y/fawx/lZUBLCvv7OzwwXEO3G/znKj8QXU0Dqwjx7biPXCKTFu+7z5MH1jlE18b+5NgRk2
ZBs40mCvvwxBupthb19lUgCMMmHBaaKE/9YTMQo+0uhe7qFZSMQP5Z+LcNweSPlpJB6ySx7tMTaj
r5kv22QgqrvwZWh1eM03Um08zJ4uCkQVP1TZ/kVLn1nPf5PG7q//MIpFwzQr17qRzgSpRJrl5lQU
lvDr3lfiFA/y3RUfUtHtwZMbXFjDyU7UgqgcYdOuWECgkrg6SMYJVDY3CYvbPd5aImn3C0GKgaM+
RS2JyNTebuIn9HnO3Qm8WYS2cQRJDBUOBLLwFtSYCKrng0bNqH8uHlcvCYcoJt4DQYrFBiqxF2rC
8tCfC386wvDK/xjv353GeTjq0W4REdV6mPa0jTucPiwfFvvWwAmVQf9EX+2mP+cP/bfdDUiPu39D
kRhBAS2kO4oL6O+M42K/ThxuWCPeTZVl08jG9WPn8XYq2zl1QYqm9savwXtgggvenLspw8/Embtf
Md3uKGANaekdYOog8KV+5DYDRjv3KxaPwhJFut2lbCSWMyEq13eonDirT5ucPKPfg1Z/d0pMm/mz
i5ngPXuMFt8t/h7daBQaiJpt+Xlz99hgL9/JXuP3GLJ9IfClgRDofu1u718H6RWCwhYzxRPpcSMq
3rmOtkOl3PU6x92uKWVNWPTBnomkseQL4OhgpEAE/uSBr44ZAJfgTc/CHSKO2IPFUw70CSMNrz2F
OOZgxV7SYw1y8qzMz4mVzGAh/un8PY6E14wIcY+xyRb4DnQGHG24sW6bs/ghv6PFlYmEevl55njv
RgTKqMRxSoKwxoHjM2MLdu6+J2d+7ki1jkxX+U/AKpwx6myACdiI4m7RnfTQ7QYk3FNbkmvO7Mxz
JDC3OYA3e4g4Ev/sIZ7itcg8wFhyKDwY1pw9MFxYuDHCtWJLGqzGHtI1hGVUcgjqGuW0JyUG5zF/
t1zYsVP8WlzAn7oLNmkvOUAtg6UqiGf/+9PKEPq/Oa1Mdv54WpkP0a5Fahrn+Jt0ox4sOpvEycR7
T+L99qBfbehP/c3dA1kT07iHlpJf3cIqQZV5+KRF2YN2Wx+pqt1tr8WJ19/AaPhKiI/3zAMUiX56
E1M/3qOH+BZyrgd6Y0cpUA7bW019E9JTZ/Nkqpyrn0U6geFwIoEmjCE1jiZCYpI4vwvXm4JYQ7/t
jsbTdqC+5/YRTtO7Hmq2SHYqTz0p5vkTzhHT74qXKwZv87yKoot8K38aDuUJL0RAK+PLYn+kyNlS
mtDDPrLuzMSdX6HXb6PWRxnmaN0UEfYdK075nMqbciNf+qMRkXp773lxYH2fgfp/3cP5wNTZf4oY
t0RXDJ7M/xZWePsiFJnwmmYviGD81KD586+/d2gM6zeAejteD/jEjpr7B5iQ33Al9Lil32eJqfj8
DiZUQAwylm9YhrKzQLw3b36fQVbk3wAZ0r2DUwKuAxo4f2cEeW/o/Dim/me56ReIvCWvTd4AMwvr
Ws2CWAfBUgkZpQZ56z5btGjtRbaAzwkzihl1Bi0fxKLMEWTYGbmQm4i672ZfTTN7MaauPnTikjxr
aq0dkq34mM/952Vse2baDBLyqnzUu2lxNLNDMpeTa2tpuUKH0zQg1AVigTQvguJqHdK0MO5TZREo
U1jAfOrevBHicT4V1nB91q5X9SPoI5U5ojUb7YmbP7dV8ZkhYBNdLTiI+7iJAdwBOQeP+yBpL0zJ
ds4krSSvWU+lA56LSp57V+r7/Mz8fg3oN13DukHRVurWFia8irtceXeogeV71bIqfkhhyYIdWmLq
YV51/XPCUPkhuW6G17RGC/aSlu/ar+VpKGr4cysUBUAoxPU3JVcRvdGVJKwFo4O0papeN3iA/G7T
k8eY4fVnY5B0e27FjPGma3cQLIl5hyRT7tp6VTwc0uYXxXU8pBKtdMlYidMtkR+vcYJ8CvvL0Y3K
giLf3GY7Hphmlunx2wy/J5d5n5yqJHVCvDrG3zJz9NoDrTARSdGMgvkJsbVlsZsPLYvJaCYMtprV
K4GKbhrTc0uRn6emas5M1Va3qCpVYZwxsmUXcDf4qX4dA6Wrq7M66HLY5GJ+0eEq/TBmU+PUQmzc
63lq3cAjJJyqpJ6e1rooDl2tUQCEW5dxn7K42Zr6erGWlswbIY+TGstwTzfSpDMlFcfMXlGJn+s0
PY8Nc7BDPlFf0IXBBXSIIid8eLaK1qQniu0meNc0X0Umv8UembfBMRcFaAkD5yghrs/zpORfkrRr
GDKd7mDYoUbcMRjOYJB5Y3Tga/ocGt944HEpMryf8dp/08qY+qAKys5I5d9nSP+W/fw/g3D86075
/4f4DcATP7jxf2ptkx69dD+2tN/f/91YavJv0EbslBEaHCoiFvAPxIYm/sbYAqQqsiyq3zHUfxhL
Wf9tJ9yzIN6DN4kpG/7od2MJzANCB1rQ0MUq31l4/gZ/3s+m0tjB+/uVDc3c8VLcyc9Bh6GWwiw1
cY9Ad6OeJaPMD5ko3/2wGP8qA/nJHnMRQOSIROroNtPXV97nN37IQ8Z6vQqmptDcKATtoEEpt0Ps
4r8gf/kF7vZ+FcRwoUdRuYT2q8J9bvZCLYly5w5tLB4XPXtMkZrzs0ko/Bo+oL+YlP65N/j9S8Ew
w/ACTIa4vP33P3ypGJEeIPVL58bD9WU0+qubdFbjbiajlkKqETuiEPUXQNVfcPLfvyJQdQmKCM3Q
f2W4qIdYZD6ZgcS4mIpT3iYWhNAdicGgTO420asXNCWEMHGNcq1f/yI03buefw4+fP/GSDfj93e2
JjBDP3/jaZWucVlwdatlfHQGF+xOjdg7qTkkf/FF//lSksZ+AebNDt93z8+XyoBUMK1vUrto1xqN
jaTxW6vvyCbW9S/SY5hK/ul7gYzSkbUF/Luju/ff//AkkfCM+z4z4WJpFnV22nosD5lsJA+ZlOqV
J8RV99lEr4AKYatIJHHmjC6INpafEchBWUZLEVHIi1w7twCBnomcUhKL9Zq9gSBWbBAbxscFehGX
iWDRj5nCzGWTcmSnMDjX1HEJpU3T9x/XDakwdYqnz6hDZo8xKuWKo0ErTnEoHgaYX4tepQkdg6Tw
UnWZa99MmDQsGYo6pabG4LO+xQMSZLGOAOjYqlTMcmF71mRZeo23blS9ycqKnlflZWFkS7beljqz
6Nm0/QpsuO0TEuBKj49GLhnI3lvmGQbC5CUeO+t5AM3zxjj5xPwswnhfodVrpWjO4YCE5Lgon7K0
2ArXlCrUlLpxe8o2qPRWbVWf0q5m9LKK9UUF2bzPkiWSKnzKTWl9lddJytxSm3OKBUqZX4ByQZsJ
XkAilRxS5ioTXUhGVzOnlBYrcGvG8pZhcaqt7xFQH3SD1F3fdU7EScxeemMbRTfWU8IAyFCE42iZ
ZQdaYlhfGybxvomG0J6na96OATxP6UcR4MKjOGc9jAqdpj9ugzIDdc+N4quZzQrTnrolnudcYOYF
6j5vMMQEuXZ0ZJxtS9ObbrDEQ9mANrBVQRCg0ezMBWlGTZuuDnObAjVMZWB4eB1j4O+1pFGWZiZx
hMgxbMtCv8Ah1VP0tXLrq1UW/R1CdBnQfpkQkgHRrj0L6ZZSQCy2iiij2fLneEQ6y+M7xZY35xUj
qX1eZS9Nc4XcpmzhJrgqw05AtE4dXPNVA+q4nwwKVZJaemKWyFuYEprAxdxSo6rX8RoOUAV+Xcuc
ucFlZSKQGexiH7ac9eUNrkc4I+d8felLgiFB7Da4MKsNUTRsck8pQ2r0j6bWyiuqAPW0j1ZP8gcD
7jJHaaSi9LN6YCyn6cwgSbPpy2gOyn0ngmTK6m16G4ae9uss9fAqpZWIbILUV6f/3g/9UgjbLRhc
bRhsaQeFoCb9Cyy4GbdaGdQV8FS7Qfpq2e1Kn8d6qhLZtsbFy8Ec9BrLMTLsWD007eusHPsCLLt1
0azTUt7MeeuuyhmCV0rbhSz4S18E73f5PxA+/adx2/yeR+Ip/z25zcNLlfwUSX3PXPmbf+SehBEa
MwY6NHTQqhHRfJ8ONEzCKQlSeyb9ZLTP99/8kXuiO23qqE5DVCVCXLTzE/6Re0q/QWID5/Ef8ZT1
93LPPWD600n+kXsqvxLuz3GilvqQ0dKSl49TNtI3TAbwUl2MMFoCqiNnCtrT9IypqY35+UbEQtQV
g8hjkqGKZamj0yS7fAQSm267ss+Esi6pzlafQQ5L9qSK26E1m/KlS+IpyoS49DEkg7eIjKRAWauH
C6IrDopWC43BHmBNftWe9Dp7bQuDSYdEbi6kXKhDXa3hJbNmoHciXCmg2zO/aZFNsY1On7+s8yAe
xgpRUzSfxUPVWrXTjRNFSDjhDo0+qZ7ZNh1asJZMUb5U0doU65z8RhMle15M/Q6GOiahjVp/bjN5
3DGqDYP7Iv26eavdapzJuqWY2ptVUqFFbi7KIFe0p6n5IOTWgLalCiBGbtfnzFqQWMzS9Rt8L6Nv
dQYdABNty0pEt0nud1KUa84oVV1pjl40b4IoDVAJt43NsCi3o4+GZNcGlMEqjB6riFaQJjGKs5v8
pFjNnXR2pIZtZKPD0PR9oWqplyrVed5Giy/RSmU4JnMRohexIL6z0XQZYCst8sS4N6sYmGI9b2cN
L+YK0Jydqqyf/atRC9AETv0BmGNY6fJHc7mmntSnFNPVsXeaQWTILVbRAlNVupybzgDAtbsa/rhs
TB/My2Pa5oG5gMMp6yvTBmp3fgdEEtOmThFPAjJxC75+MQPFWAw0scXHDa4Pfc7jaDUAgkj4F3s1
B1xVU9CZmwwB7uglweXId6WujHaZzd0JxNcVHqDhXRyVHspQWJ97ZaA6Cn3IIVma2Fa3GpaEWGye
J3h7HqYJotg0GQ3oXUydKq8yxOBDwdUU80Jnasm653Hsx8DYZoZRBb0MrVIuPvxP2cn/mDRTppD2
702j/b/+q0iy15cfzeP+F98No/6bKio7PSO0jN/R/9/NIrU1EgYMnChTXNMkBVP6u1nUpN8AReqg
I4FH/04m8LtZVKEFgA6HYt0/jOnfyDK5xA9G0RDJknQ4xOAfgBBAMd5Bpz9E2KKaL0UL4YoN4THI
w5lJHVhRxgLhmamjwbf1wQ8L8y8yzn0Z/vmKEOpBVwFLGZQEP8f0GXyEc05Kbo+t/KRK1xdMiJ0L
+WMfjzBcj3dmMzYMGSsfrFF7FZUOpd/my1q2vd0Jit+N2rcUkb4rpDfExh9rZS08OCgTT+3Nv+Bo
5PH8crMk+ioMZMrOLslD1Pbl+2F5xjWJdTGOmclKkIdTymKxe729XtLMAgfCM618XU3zcDAH+bED
0nAHHjro0m4O8u1/s3deu5EjbZq+lcEcLxv0QZ4MsJlMI2/LnhCqkkRvgybI29lL2Rvbh6rqbilL
LW39wAA7izkqoFJSJINhPvOamfpT6eIdTDd9sNB+twcECy0F4wkVT3meW/EXyn31KrVCwC1WY331
ev+qta3AconhLEiox7N3ESUe3ecMbPWo0KLshLUZsEGGvjhagSOKKaiw+6BekYLojKZvyuzO1cDV
oxVztBKaQb/HKDUOUWTipaauTSoKa3QSAYL4kg4NgkOnY52KQO/ddt2K6msxk+ENc24MqH8ZUNBc
iaeFkxpXTTdoV1EY0YE3y2Trl7W175drE8lNe533+sbXunMESrwt9s7xAHttsh5CjPgeZGWn2z7S
VNCZ2C46PTZWnoaUvEhuJILl27goP8Wd7R8JT3ye7frGkTg4Rka3lirPjjM7SXdpj5uVaOb5lCAS
YOUYfkTTHvUF5dM3VEyQ7kcthCcTY8M2qbd6Be0sGrRjH44QXB1aNkM9booZkr6h4S2Qjbn5jUs+
3YWTteP9+fumqnoIQFih5UPpnCWFDe8nvR8TrbjM/TA5dUqEHgLkJ+JdkkD2yXD226U1zbhphILf
NTpS7v7CgdS4Sk68Kae5nM/xTWOW5qYKSZgbBDO6VANBgmjbuhtQOZh0JO4yepVT5h/5s3lX+i1N
scoAs1D6CD+YCG8buXXpzEmLARnWnIjbg70iiTt3NFhJQ1aBWqxhMg6Z0wVxjhcmrH8SMi98TCGp
30fKuZMTWl/DkBeAcN2429duUV3NYYH2OLSpteayQkkAq6ARrbUmH1wkyuJoS2Xneynm5M70tI9j
nFsXlkyy0zk25M6sNeskNqI7MVf558aV+qKNgxKsviSLkUMhq7Yi+6ztLW2DriGMXyeNiRZEXR63
YX3u62H9tVGh2JPggvzyoiKQhciOtKTGW5sSx8ZuaRm0tXsRp4Z12yUiZXKc4qhoS1JidH/OycZr
rHx855tI5nyjNehG6b1qtzDDLysnpzfrlBw3he/vOfuiD42urimn44tjRfm27bB4xWIyiUd/Vbst
mGejg8zQ1mAdo3iPFpkixBpDghEzO3f62kEr1q7ONd2fv0ymGL/0c2hf5ZMBYLqNi2Q1DTG2Skld
rIR/JUvZI02wRA7ONJ7Z/kRiGmLImZsi3HU9RJmVpfXfckUv3kCgrs5brN6QiwjN6SwZxQd7su5t
SyLoX+LPJSsPKGmmz3Jlpl13NeCxtkbsaWu1kD91TJ4oBgnUVyjLgTpLbBDRvWruB6X5uPzZ7pcw
lB+LCZr6FJdJECW1T5pVJy6ugWH10S77uxmK7bmReYjete6n1DLTD03kyitp9eF5JY3ojCMoWVeD
hJ8QeeVGEjBelN0Sm1aTeYnDqvcVS2nYCKzVq7qp69M6KfNLM0UsTaDcRCHeoVKWZNl6SErgJ2F9
l46F3FWYIj+GcYOaIGHThWPX+spOBKAVs4OUX8dfp0Ixl3133U34BsfSsU8KZxCrXtMvumi81Uz7
k3J0Wjk9Bo1jWCPGnTfxPrNbkyA1HYxrid7IsZObBqZuqVy8GtSDoZBINdjAe4SVesgvtdECRa0L
v1xBKTeOCtGwEoc+ORFdHE6BMNp8b4mafS3RTIF00lh73SqnXZNqBmjGMFtI0VNTX9SNg0uHpRog
pU3doxvZ4l2fh70NsAEVRhooYaffVlOlmNm2fLTrHlnxzrQ2uoHa7anA0LkTYeCFSX5vdpMZJI1H
d7keq73y7axY+SIU3xwjAlegJWEw+D7cbJUbyaborPY4os67LnMXoGsVOXSl0voqbPPsws7zaR+p
xe0nRDNphdbN9xnDJLVxvD68lYJ6F8oIA92yqR7Pw0bFx90sy6so7Q0wqdAlPD/Fg1PWgDaddtoi
eQMaOlbmNnKtodoUjnCCwqdz0sWOf4ksR7PMWH7cpyNlIB932Nhx4VpV3pYiWHqW1X74iEvWcNmG
7uhvDWxiZ3bNVu+1GeJmCmLCtKcswum3jwEyzbl/2ofx46hJ/2PVSsgU3PF33SDQDIGwhCyCNvcn
Jk7L9TkeLEiv5WkRiMooQG4XQ3FRp6H9TZskrHVrnEndhhuzKdEZQzfiJHIQAaqTdN7Ufv8QF/hF
SlUA3BGjsYXFetxSb96kVtZdStRsttIpPqGrhmCCW9UAlvwq3k9JCS01z0FGKS89y3U9CqYSBqeZ
TGOJY7OvX1Wa2SExqimMUj0PfHrdLO9QU1+cKsKNTgculvtbv2guYgk9NBvH7mjIwlOPG+iMyID6
pXKA8ucDl2SfpjAh2ny8qUVR4wKejFngDbM8D/3suitstWZDhKda51ufLOKOdT2jZuN4jb2femdf
IMMYr9NunOJNp+nxvhqFd9rklnGU2Ub42As1rjxujBNNYgBt2HW7r8z0MZGI/ySoW5w0Ru5/TCSL
lCNbQ94nkHCv22M9rQd1neht7qy9SO+O4fd5+6lT5MuhFZO30FzcUstLg1m66sxuNDqI7qOZtzZ4
wWr2t3mhLidHIkeaGxJTNz06a2OjXnm56QfSHcB/FemEYEPPrVY7NleS65yP0FKDvNfqz3Oiwn2D
m+NeoqZ0EquwPY0GlX6K8Ibfyhp34Izr74SWMkWohmrU1mva9LhENgtP9CQ8GTNXPmgqxNFmRBlq
YxbVeDZGE+ApJ26vbXe86sYeTY8yuhkRcTkaTG9EsUk3d5iCD5gaFxH1UAfWGIY9e4/jZ9NTowhQ
NE9PKkOzLrwRZTzqcvap7XoSDaGp282OuExCw1/n8NBT28seHLsJt46W6XsRlzi4WDCaepSTIjLH
ddlObEBjqoLeGsETDw1kuTQxzg2Vf8oGBOvJ7a/nshW3YwE/ieMF7tZg3pfVWB1LG6SlU1gf62Ho
ME+e93nMsJXe3rdRF1Rzi44FolGrTM8I32M4Yhr1iKQe+ivkUiQX2+yhpVjn6ceh5/KUVgTyC8uf
kw5ieIpY/mnpp+5DaMn6TKrW/Jgkkf/JW5qyTjr5uKeOnlqc0F0Ei8rxcrQo5C8WyvgFU/FAdWvs
EfRDgukE0jWOTUn6mS4rwaMJA97y4EeaKCedG1NEQKjlKWd3dRkaxa0tNbk2jVKnqJBCjuqdY1Ob
kpusds+aXAKVMpEzEVp+alnT51TGIDNdPz9KjR5b69YFQaYPW6cWN5x0CKuIxN84gptsiNPHmnp7
QJZ3n/XuXRF2t+D+rmZysbM886h6W3dUcePbykdpxIjMs8wrUMgiXi2S+HNuq44SCOJNiW8gJDZi
eONrOdFkweIbpYy2WTOMR2kSNmvHAOCAYCwg+xCVimKaiqBKTQBljaov5mK+oXfu4TyOYVMugWrp
kcF82Ze8ScSRpvaszvX6ujZN4IcFN6jd15Cyq/Bec5PF3VUtxXGA+h7Nu2yK5cbRkXhquMBWaTfl
QWRhIBOXsr517Sw+zZBWxRs+20YgDhxEmo90KYuz3EEyNqorMHh9Qy1eFjbBqGde6kluU4yL7e3Y
0ckw524fGWJEmW70KJIVzvWo6nsLnepVOHWStAnInJ5SEnd8aBKudTzknX5u+NBSy2K2NiISX0Wt
yb1qE3VhF8lxiioV+o7efFLWKBCtSq2NTyf0HcuRqpwlMc3Ncvg1kzCu8oozsnLtQNiafVq3VnEZ
J4igGR1CbWmad8dSid7ballefeqkpqMsOZ9mSnn3fld9mvPyGxgBhA8aEhwEIsCOj6Y+fAPHQewr
rPzG7CKUa3LPZKEqB1glJfj+aOore12ViyBo3gG36mzqQaUT9fu+8fd+D3G4rJH9EnpfUihKRwjB
NSkmDabHKNNRnfBNjuOkcgGNdQ53IlpIqCnpXxr5iDOxOhoKj8pgnagvtAr9C0W36buWzXPQYbmz
roiQVr7M9ZVhRGqrsqrYJY59jQJ2t7Zr6wop/G94X9/kXRwd2xW7IZlJI7tJ3CRx2u3pTxqfFa2m
XUNKrgr3Azr/wKyd5GuRN+i+LCed8DE1i9NQ7QAz9bCDbA9xaJ9sFiJqVp36BdyKCcOt1BQlBujV
vezn4iaLqGzK0oGjGmUXOZsPHQ9/XlWtkx2NRY+iX8I3a3r/mO/0xZ2QJIumbYkeBcm6ed0KtRvd
HBOIQk3XTiWKrZcK+aUyM7JkL4KoEWbxTu/oFdvpkmoqvCs634BnM5Mv8f2GrT4u0+SxYeu6TQMz
6Qo2Hg+waaP0GD2pAs8NAqI4zXa+IgTW1elo5sBOycPXIrz2pyw7G8uQK8tHlAhI14dK5HvMqXnp
oTufJjOZ66z73crjXJwHzb6xqlj7SMzdnw6WOx0VZRF+F4p83fXy/tjSnWCuM/mpBbojslbRvqSi
KXxMwiry80Bzxvo4ddMafpJV6x8kmBlkinXtbKa+cdQNOMQJoDJAbYr4YUbK7Duauem2TZtp9fvl
wdcLfy80Fv7vgCr/hZQYfjZZaGL/cyXx9K7u4rv8eSHx71/7UU709D/Q8DRdB93SJ0geFbaffRb/
D5/wyP1TgdSgi/Znn0XHBgo/Ch+Bd0BaNO//7rPofzhCLLXGBb1lslJ+r8/yssD3o88CDOZJ0f9Z
rUwiXocMS6PtTAPBIW5xgl4vOy6z5KisCdNrFX8h/93Zk/FFoVW6QmkN0b36yBkkEUNWNOveqr5w
6JzIQn1xq+gzAYvos2PP/BpPEhJmf2W2yFQORvEYFjPZ3fQ5nsfbzkjL9eDPwaxL2utdTfoqExjW
VnxehdGRovFbtWm89Tv/vEdqhAwp29Eoh4EkcAmoJ9wRtemOSh7XVwXWDQHOuW5XpdEDGcwf/dTB
bi85DYfpK7Yw+9rGTW82bk3p+msLzXs2ob53KdSDF0NTbbiOjPZzLN3vqrO/THry0PsxSMa+odpj
fkqJnnp0V/vO+5Y3mlpZi4NfqDCK7cVF6uWBRCKgquMbssR2JT13JYcGjS6SpAqUaJUbtxEd2WBy
2gdpjdfULGDEV5sy5lrU/CtTlX3gzajfVEV1NvlQk5K462E8gw4xY3c7NcO5jlAQTSJoRARa9zUu
LgiwYJNlG7umTnDh00BczjNczgYAe05nn7+B6+S1Q+Nh7eQjopZud+XNFXxK99zXMuPIzaydpov4
Q+bPaz/xv7ShM25CE96naM/LRPc22B77wYxo7GaaJmQWXG75KYM1r3e3YqYXjyD9AD8De8Ndg47o
LukTdRo71Cgame30AeXuye+HizlqnXvlNVzG1vdYNd6eHg7GdYrWPf4FULwGaBu1fgk8RVvXZpeg
FBdBIZmaEu8WCopVaDZ7O/NAiHaZ+xhn1WYg0vxRRf5P6Bq/fij+vwi64/T45zNsdRe3D8kL51qD
X/hxegGt8wC1CEFX46kj8tfpxSfIEpuYtnESOS7GJ3+dXoDuLD6jLQisC0SXDsDpT9Cdw+nlWUDu
kH/By9A1fuv0etkkBodg0ZKxOF4XCLWB+8rLgr8DSoulMaHcEXuLc5bWUMDOLVwHPHE6NxqJRIr7
aZYq0PyxP381Y4JhfQqHlWWN9jvAOfsX5BxfB2cvGwgU/9AyOfg6dTlqcIXoONdz3yN2SFzjo5+n
NnlFshOpJLzT7GYAY9INBWAlQjc2LwwyPUSSA5Hkr0gf2pdeU39zE38KQnu0bkIc4/p1Vo/2R6OY
9LUWgfixWtS1wMdgLrTG8ZnwT+EN+9GMaH9LMWi7SXQJeJVEa/1V6rqosXVR6CNqaeFfNTtw58N0
XEs3S2hSIIVtIyRdnTlaF9v0FMTwkHt1Z68M3aYPYbrj9EhHLAI2lBW0xQd/cr9O4HXIbPT0PSGq
A/u5H+8V1SLXXmywFsTBy4n0ujlPNSSiKWn3G6MwN+aI8LDy8YBA3bLTwrOhuDdqYzfkw8aSX8sC
5dT4uhnwX9GjbSVuQnjWYptQxPFTddTk/arvUafkvxNJspwlwKtQGKV6YVfa2bP980rTbFl1f0MX
fn57en6OiaPyAux/+e3nJuuqKJV8+2ygSguEAB/7pNy9PcryVw5HcUFnWBiSAsJ5WozPLnCDyn5c
oNcViKlEIcjhlZbhVV+c5qL4OosRan6TVO9AFw/7gQvO1UZoArCtD5zQtQ6wi5HVyrR2O6Lvsik2
tV3opyMVaS6XRFd3jplaAAxs7AKJwasru8AjBDNkPf5eV0Vx6iRTdZpbtokYkY6WHarj2qmemumn
tDGyD/GUW0GDr8JOuZMDXdGL7B/R7D86Gpi/QD95AE4zTIo8c0G3HjwAB8nsTBHpA7rnKmitEQWf
bAA5iEEMBUq3omdpQfMfQtj+ep9vk8liz+m1WFeGp44cSRvE0eIceceqWXVmLfdowmVBMTqwtXAS
cSi3F+SCGDjibVCYjjijiDZejDi87txav+7mqbzI0qgEuMYd/fay4Kh+uSxAQtOlBtMIDBkprwNo
ljNo+E31YxOkg93uzRbh68QbkI+3H7E6gDY5z++M+Mupx4imTYuY0bCx0g+We55pFaLjjFi37e3U
oPA69aMZZBqMAWlt3n4842W8yuZiNBuFNCguYHe5RV5urirL9FbabRM4urvOO2dRaUzEurQTLUgL
C8bqVFSr6pIAz8vsIFGPb3+Bp0P8xb4DfcOxxNOCxyNAPzib+lBrp96OmiBy/Qjr6ALxkb4Ij3Ix
h+tQOjAqJxOlAipzNM0bf11ZNMMbR9RrwJ2o9GazPNWp8iN/iIuM1d3iATRtbLgQaw3iRGDGNhig
rKTtgEggrbUYBZ7StQJf4lkR5bqDauyV7VFK6dA5vyzKrFnFtMQ3lAeia5lq3u0Q94gxIE28ESmE
lRnYyMZR8VSsus6rPrAmUTtoUUhQ1GWT3EpPFN/tYxI3/bFR1RA2Ba9OZbP6oQX1nxBe/VcD5Tns
tH+OsiAQ1e3D80Rx+fkfQZaFTh+LGbFwXOV+oup+pIgQuoiwkPADaWnjz7YA1f9MEZ0/XB8kCLC+
BY6JduhfQdby94g+dH6LKAy74N8S6js88k020oLM5zzBZFj3/WVHPrtoKt+m2hAm4KOHuW2pgYy0
+PQ0QwR7oJhx0zrDcIVppHHq13b4beRWorprG+03lVJTBAwnTSy47PpDaqgRcVvN6+4qx60/Y+qA
NmvTGwLERNrV7VoMSVxuS9S57e2z6X7lUj64LnkK3Ds59ZkvB5LBk9PNs6doazFS/dYM6q4T8hRJ
C5ZYpg7a2jYULYGSEfUiOmNffn9YPJs5jnXdoiB2MHm+qh34Xr6xpq61Gu0w4NFWpl5czGo+pjh/
NraufOdAPgD9Pz3q8zHNly9MqVGzaopg2FJBMA9rB3xOiGNPY359++HM5S89OwufRmI2bRM8Ekv0
8CzUWzS4tTqFJEWUzoVXYUFBIpctMM1y0MD2+rR4acWhSNA3qAFrYBfV3KPRoZLIPdG0CncoRx8H
EBCmQ9U6ppmIxEOPLkVlGne6U6CQrizC6VWY+9VlbUk4XbWBFHzw9sPgu/Pr0xhENPD6PKCtlFde
zpvRl7ZZVimI5lSfc+DhqGHShcY6ES9pQ21ANCIzHpb0zzaiIAIHWdrMn/25FsluHB0k28bBOAvD
ch63rdGjh99RR3+IbUTtV3beeDdeaVBd14QWon3e21W/wkdeG8EmLc9pLo+MVHkGG6UOMVzqc+bE
wxEEfZllqsZl0nzATchdMJN2aUF0zJ/mVy5TnSyT3mRTRKny6V2M2ojQEDLesOttOnYrq7ZyGPpx
YT9MaUUiP3N+VMeO5VXUMBRwg8DrKy0w5lk92qqORhzTQOFu4tEmpJxpOT5mdTJr9M6MziP+waV0
NZih3axrawhVoJzRTk9pLCr+OC5s3bqQrSITa1IXRTrgEMi1RLNpbFAthYegJlCPQWYaUXpDpeC4
iVIA5FR/h+OxTMO14c7YxZXA62rw+IX6VDqiStaZaRZcn1F/HXMF306ZNXxpnFqHwWGIRl7qkU/J
pQvz4ppgrDrC8oRasDPLcb535qKYN6NKEyRohK9wMKGetTT1tAQlokFO15VXzdE6difkdhPZhdHO
zTOLequdttl66uxCrLzOEdq671tjCLxIIudDCxdJhCjJJI01qJkyUZO5lZg8b5yYHGqVyKGakMsW
DoQGiry3Zji1x6aeFFTtM8kycUUfmWtw0fOAOrMjb8jdIgVZJTIf41D544rz2HqoEpD5QZOaFjFo
NvR3EOMQZTaqEaxYwovOo6bw4DJUUEfBVDjpWsO4L1DD0LQnBW9NAZAr8mkTxvUY7jIopmsouG6z
rvqq+SyXQ3oATNCs3eXodpdDfHw6z8vlaK+kySnvLQd+uBz9crkEhOV0N/+jmBwyoKbF5cbX/E0d
1e5GRXrCs/l4U1K2UpoXADmiCWi5mX+LKcD8Xpxv/HIIulQ1uQBd8nFgmwta8/mtNQIpG2PBVM6m
wMi4uPfwA8UEjJS16pNT1bfcTKb5WPfwfn1gQzNVRNtBVjuMhutpnvYNhJm3j5gl9n5xXPKdANVz
k5LTcqkehI5/TwwMGZ7YfHp4L4NaipQ3c+I8zU/eabGBSxnThty6/+M7/HcA9u/c+P8cf/3P8r5q
27vnARg//yP+Mv4ga8Hbzte5oGFxLjnHj/gLusNTyEPKSHIDQ59s8Wf8ZZt4+i7RFR/9YOL/FX/x
kW05ABqxF/vJ0P8NzK9/eMkCQhYGbpqCrA7epX2Q8Zh+qXV2m6HaGVb6N5STxaWtKrWaQJ2uZ52+
qGzz6ijshPdhEDnKo32jfQib+rSx9Gjn59rG76a14mdS+mEXwgZoZg8q+ahaG01drMA30dx4W8JN
xI/U8B3rn69zlA8BrcgrLGiGnQBMu1GUxdlOVXaUu1SkqN4jrRHh4g0kCiyg96UeMVUpK+sEKsQH
3Y2tbYkT0Q7U0InhFQiCqfJD7Rr9+TymDyHVnKaaCyCjNhaeY/EJ1t+wkc0kjk2z6nYWaCmKP4bY
pJrkpjEUinaafs1XKWCdYftQ4Vvij0quSltRDKsn8yKaPTTrjAmlIznPqKUniEaN7hBwfyJhM3Yn
9L81jNT6cjN7LmKkIwrvNGjvK3sOg2SET57hd9B78XCb5vW1FdX34GEXPqHJTCfOI9ZGx55K4lsO
PnufiXHvVya8hsznCixqxJ3wkfoX0qbX681UPr6DRWoTgAD/8f9hE47d8M+7enuXqLt/u3/4t93d
/GJvs0/+3N1P2RCn7c9SNDWfP3c3n5hA3EiS4EAh6vE8uwLRz3L3fFptaHCwi//a3ZbxB2cC+T+0
cWhQOIH/TgnbOtzdFNAFQH4DjD21PAiQL++pUsK6BOhI1Ra863boNVGeg25d+dSOQggpx1polfk6
qpF9NJHAHfkvgcH9vqWkrAJ8bixMc5CHPZODmZ04ja9NW2PELNN1LJCmvVLphbQm6lpxGYFzVeyE
gCIEaJNeadqF1GV2FOaaIqwpEyfdlRIbppB9iq6UCbAJ76KKjtA0y+pHTvbfd9G/E8W/tW6P2v/9
v6rnd9HTz/+4jdxF38V8KrDiCUIqwor4cRvZGFOirU026WBH6xqCtfRnNcDnDqML65uOry+/zkX1
d8sFI2r0Lmxy+Kdf+531epAjwakgy1tUZyh8GfibHeRI5YxvctqY5gbjO0yxBmkmJ3EqjXCvvMFC
g7CqarE3ywhPktWzKXolgz+I6J6GpuCBNSfCBDSXDqKnsgHcmtmhvrH7JA2AKE+3oz1Arh30uHxn
rMPH5Kq1UfoxyWnRjnCdZdc+qxYMBbBojLzRbR2LcSuldQ/DS20hlrufjKarz+MoHd9h1b46JtQV
03JN+vqHBX2AgDjUFAIxRGDjKwHm+IFuTPRJqzPtPGvqaxeY+DtjLq/rWUQK+gpxAFpnNmEFWIQF
gvD8OZ0eCrYE2A6lPoozBGJS6yKbLBNBsVLlNwVWOldvv8XXRqSUhbAHhx5xzcFbHCc5t3lcIXM4
NljY6U164gpsh/TGGj/qGoiD3x5v6VhQDOd4pT59MJ7MU4kATAOkysJJHh455Pf4HMPB5AjK1rh+
e7RX3qGPTR4FcchiDjHgy/kEwCyTRJloeWVNRD49XRhaDiMFMKtbOnvLi2/eHvCw18QLRHPBt5Em
gHprH9aXpklFHoaOU5CASpJD6h8781S8M4evDeLqguKfhwUgcfLLpzI1gOquhGg/hwYCRnKE5b6a
K887evthfp09wZrAWXcpsfu2Thz+fDU2Wd3ormVM8Ndb3H7cthiSC8utzGjba9jybmhRxlRZUhAn
zjvln8OxOVYXLI4hOD2dpbH8cmyzSIuyids5GIZJWw9R3X0w4gGZCWk0SBSUhHUlE/3OOXM4s8uo
sAY5m7n/eX0H62XO5lDEUTzTpyjDIrDdEIhY7BnRvH17an8ZiJOMsxv3LYO1grHLy8frNLetYuEA
GhRptBrjuLwyC725+P1RfAcFHAvQEqv/4HYQ+KCiTBPr5NnG9DVLfXhoThQb7m9uM7RMBKgq8E/s
6GWgl08zNG4dpVU4B07vZvc2Z+pGd4ziQneL/qTkJlnTOuyid17W0w3z/LTEGQmwAYXkpUKou+5y
Qz27FWBV5BHGmwPqUjucgld49gqJBqJp7aVGdS71cYNEC8N6b5n8sjiBifP+HGoZdPbYIy8HtvtJ
ahqme/TDLch/mYV5rFfhb+OVoLYju0oQ156M7vLt13l449Lsxe7aoB8LsZXK6MGwCIcNI/AwNEC8
dnIhdFlz2OPLOjUKpH+lJb/bOGc8PO9NUmrIphw1Lx8TX+9Rb0JNRwGoMYLcBeQP4yF9Zysc3kAC
6SiTzJ06rzAY6PCpBoM9jaJMUCeTc6ISga3fVM4goTS1iVUyv3Pj/TKLjIdiH4gQoRM0HYoNaa1d
oQcCbcyKfTThWx+WiIhH7NOSjuvinUX6y0ZnNEJDncY6gRoyDi/nsLdV0SVABgIp9Oyo7TykSGPV
vmPp8tozuQhEsQvBH/iH3RQoNbGjYVsWkLvAMtSr6ruN+alcIeWhBb+5CpcnwnNq2XNCAAt5+UTY
XtNEyV0RDHqIyc0okzPaXwlptpreWfCvTh7NZXAbtDOAbrwcKhK4wrozk2dG8BLoH2NvIQr5u6fk
8kBsqkWYiVvOOwguTen4Y59mWM6Iobodyjo9LqL0Z8mAfD96qF4Jl19b5s9HOXgWt6DtvNilB4Vr
4tiSMlkTXKFgjiOUdQEwfHj7NT0hRl+cjk+PRe5J6xFY6qFuWKvZ4cD5hfSs240f6jpNbkZggSdZ
MmVbI3WfVAfNrZdJ/biFNxlQtsZPyuxROsicrR4N2TvqV8vK+OUbEYdRPFuWzhOW4Nl5DWdMiKlg
5Qg5FFvNMNpTFEDEVo5lvG71/l4fIa68PQ3L1fPLmKgDLBkXXdOl2vD8juiLcq4URatAWdBDAc/j
a5VrxS4XvfYxsqprJLnGsy5XYv/2wK9uSWp1BOfUrbkwXg4ctyH4Nxh7NFoGa2/gqLlJ+mFe54ku
3skalnP412f8e6iDc9or5zwZZ56xj0fAnrFxbfZo38cl9AXDKvae1OebBrfnbWUhHPn2c766R2k6
LhbbyNSJg8ErBChpcPJS23Sk7ebP1m6SfvmvHDp/j3JYqm+gg8XjIEQwW4M6sXuwxiVWy2unttt3
gplXH2g5sjkRqDhZBw+Uz6PWEDnx4kx/2JUCQr+o+vcShVfXpeuQJ5C2L/CZl8tDoynkRCnTphy3
PPatWRwP4Rh9Ur6w71DSKo/J550dHELznal8fWQPnT3D5e49RFzFXqmPhcnI+ZgZExYFlbF39UTb
On0VHyvU1QLXhbs3tkP2/ffXCiEvQSJbAoHGg8twTnSaq9rA0FYibma43wjSqeidk++1nfd8lIOp
nYQcdUvOyF3VRrqlvGavG0OCNFR+/47GxWtr5flQB1dHh3Wx8GhwBqUY5FHapFiEdf17zbPXrg4A
Cwjgk17SQFs+f3ZuilKXVW3yQGCv/YDexLCWmNEGBvCMdDV7lXxnibw6g88GPLjikQ3RQYybuOK4
ef69RLYVAds8+SjH3voXdhvlK+gVwFqIJg5eVgOksFc+1+LQttZ30Q7TUTuq7p0r/rUHopoCMAcw
nm2L5fNnM9hIO24ihz2d2ShBkO6GJyYiTSBTvXjz9hp/dSjTgie3SNNQqn45VBvrUVxXKc525eJZ
UmAuLmhE76FVd+9Esq+tPurlmMPaSyfzcF3Q+55bkgJYu5aNvwXiABtgCz+tX/8xcHl9FIBQ+gLu
Joh9+UCen7kWClK0iIGubA3Lq08nyKJHb0/be6MchEdTJsljNN7Q1CKlMiM5skmsqviXRgEVSTnR
JiU+XAehpydq4OyrEFxZyUmZKyNLk3eWwGvPgmEr/UhKh4hDHNwg2RDO9lzwLGTK9so3o4Kz3Xqv
OvPKQqPoyq0L8hHA/2GnQppOD++/NgI/Tf161SoQLoh+O3gWhGHkv7NPfx1tKQKhz0vKTeq56AY/
30GzAwM8C8E42OQhydYF1toQRY66dqRX8MffCWl+nUJklajC0yUC+sOrejmcYSZomumxGWhtgU/s
JLASjTxr9faie+WhUNZbwlFQaEsB/eUoCLHSZabsGFRdkyPNL2qrXSFENoDO8rIs++114VIqp05B
MQ0W52GxfigaQgqQNUGV6M49Ba7JpsejxvfKMU/f+2VA6FqLyhVtAQ9z8kPiQw3bY6odD1LjMGXj
t7Bs3EZsDKHp01EG+R3ldE/aVvbJnoQNb2qwRnTXCxNoamqG5BLkAnxyTdHbTLYVyXmzhUGtg9UI
0ahY85lRFtsQrhJuchKpIzjIRmvtfvf1LLBpHQyAzsX3S+4ctYAau9YiX+jZsxAInCGC5WY3Cbza
srp+e7TDW9bDANmlqArMCZoADZ+Xi4E3NpP3gBcugfIsWgRa9qVv4gpmNr8HPNhTYfqbu4oxfdPD
PgCPbwY9rGD1MkqqvLT9/0Pdee3IrpxZ+oko0JtbMm1leV/7htiWNhhBGwy+TT/LvNh8OWphWqcx
PaO5a0AQhCNUncysZMRv1voWWuItiS9Kex4iqdizalAzHQCK//ot/vWpQn9zXWkSVMA0hxnSX47y
IKnWPml0zkCnjBhE2KH/NYSL+385Zf/zJ3mVdV5ViHyO7Gv/8q+x4m6APVPmO6uN+noHvjD6DX6V
6KcAShE0GUfv/tU3Buz7+h/ueGYSf1XZMwnWzIpdcl0nPZzU2BFKpBEp/Nf/luvjw5fgPz5ZtHP8
+iuoGjsJ5+BfSrFx0CPyj1LucSQTCN7aodWfopji5bkC96YPBUwkpIImnz+B3OpdCa3hoR0EILLF
W1FclptXpZFBRbIrZDm99HWTf0cAZ1XZYME05DSUn1tToCt0XuHw+ycHvBEKkTr3CJARSX7vQBT5
GYZCP1LoQjOYmLy8l1s/wVbZ6hd4eeMz3BbwAJuDweqCfFKpiw5wWazUVjBU5pVFXeM45r6LhgBd
ZFiJ12Ca9RHSmn+20UY2ewhRwcdSJARB5hjPLbf/rVx4Umk8b0T85aXzS1z9zdoZ62+OScaLGqP2
UVsO16olh/LVmytxiDzslDmvJB1iZJZ+YH40K5kJ6eyb6QUTkSTjdTGdu1vrziEXureiFRyFX1c7
U8QFgZmNhlBnbyIeU7UtgYXrX+HRn/ztFGoRX/rJIiCz9SJUopYPMCiYtnsxynofBfOQWVhkyega
eqg8dD/wQZdZHgBUNkTBwP7eUg/jTL33RwK6AZCOd6YQXp0lTWd/Rfmyvtc+ExEkjgAOAtA24N6A
dlpl6f323cVdMhb3pUjLuSLUVioSLwpIJHVJvfs+qYgwIMsJrp9UVxTRfQl2p8wQN24iEwWTyEMe
Ciw6cVUG0YfntRrYUdLb71r60acudQBR1XISsVNAYr63dYfvoBm74g9u2u6CtLOYXy2nlWjpBpTt
kk2XZMVYpMBOQgir5az0b7FFpfM4Fvzgzhvc8CEyTpLf8GvBvoxb4zMwWENXHdhfXVkvemqdu96b
XZIs20Gd8qL1h30PJBSZoEQ97YrcCS+FLeoFj0K5qIeeQyc4RiKo7F/LLDDhd0kffTRead0M7rRV
+xku2Ye71s9OCUnFyHn8dAF/IeSxdASOQdaKuLZpIxZvXWTyc3Om5tHAN0aJ0ZbArZwC67/l5muK
kcLPfLudzNMwIvjmNFOh3jH0RDnad1WBSrPTQhLmVhlTnPAS6QCtax32gVwOVeQABusb3xBKr7ZS
HLoqIQpJ4vtNG7mOOtP9qO4n4OAreAwEnsij4qrd1aE7NZnk3jV3QOsaTzxL2hhmLWuRN+ubN68O
z5GG0ZHVLUbOTIjelM9ckHN9cF29BfsoqVX9HCJ85cnWiLkLjGl+u8iHBOQV+fQQMQC38nG4U7YG
xUgi3BSjHE+aqPFhOA/je6/jnrTjMbGKb53ddN4pIkAEl1RdWHh94ml8sNDLXrXDox6T1C8M7CHK
d5FnlV2xM1micVt2iYxkjAZ6WvjF6F8J7ovHOtqHcWGsHeJJNK5V0yeYUBBTHnye1Xmn7a4mm8/E
6hFmku8fgKBsj0WygZvPw6Vjz7QaWi0P2tkvkQ+jl1kI6qD4cIw5B1FO6FuuLLglVQVIp72HSUrt
Ytty4305Ntu7VVgB3H8vIVclqsCGpbpdy4cKhM2WxkOnUGbb7kOw5rrazXYPpUNC2SadD30RouOt
8nax1s05covIuokrB3zfwO0HzMMF6bAZeK7UM0WLIbOrdbIDd7P90HVje5nq4uVr2dwmOvo1EDOO
s7H4HuI180F8Fjbr1hKdQ9rXVc3rdZryIxysHj13r/WV0OdY1QHrKLgMNMllZle4EdJplSFRpZvd
T2nh9eZiJjiKGdxjRTJwBABgr+wRt5sqPOGuZATGa72rwrWOzhCydHjH3c6Mlu+AcG5s/G/NwRZV
dNuYCsRPMlkz1qQEnNTO91f3oyz6pDpOXrVuuOPyOky3bjF/bMQS5XmJVbOCCSvC26SpuLKWQNlk
e8ar8+j2ylSZM2xjySlbRn9mp0nuKZ08/1RWc/AVhtNGTus0bCy91jqpT75CSp3NsuMckbXv/Fa6
WohwE4H6akUX8qa0kTL1TYERdI2c6WNLJhCPcbU16jRxdTwhZHe5IOQ2J9mwtR7RZ3mU5BnBF/Ft
zt7ml9XICAy8ozWsm34aoaz1OUR5h/QdUprnKPzJl2wq0H/3trN3NsjEqfJgxQMiqEc/lZPf1sdy
GbynUtZ1cCh7S9hZr+X6S8qaMygOzVjuZhz304FgHdBZXbFqCIki8lvILviAM9sdYTXFfk09OvJt
+ObxG130BXmrM0Ri3rQvh9H6sgff+6bbiinwIoT3WfuiCfhEx6Y5OiyYT2MAIzJ1+vX6jRI4ElNb
ucmtE9RFu8PBlP/uLX8lAzzQMkqTwQ/6rAc6OR4aBh0u2TrV/BA7bdinkJmZZTC5G4lhN34bY37z
VuK9Szz9uxFkwNsE1ZGsXeE15FJ6up8Pga/XH1vOYX0fuuX8lm9NBY26KfU3P9oaOLGt7UINvLof
pq4Qv62ZszFT01QmTzJEX5rFldUVqWNGQQKtmLQEXrGWcSrtkvttsXr+gIlIgK2apYmIDja5wCTc
1X13NHKrJJCtNiJkszG8Re0Uyk7B6tobsIQg/BmQCuRd+kiCuVId3CHI4fFG+JRtcEZDH41lxiNW
VXC8rDlOt4ZzFvCoV0K8jQoPwEzjyPtyyRtA1EwYEkoI0Fh0E0lgTlC9bCBUUjjQXvQwf7o5Jz04
/8apd2bUgUtGhKmd/ea7Y3Mvu+3K2yLgSJk97g6Iv2XRev3T1gdbQ6TcKMv6R+RWlfw1rVaYM36E
wN0efTSv2/hGT9lu8l5H02w1h262twJMRF/4dfeEE0K7+WEJrmz1fb4OGn4UDqmByUvjtsEAhC2y
5Ly31daHwClCKxzb3bStS/Wraku3+YywaWA9n8ZAcxRRsPk8aWCrDkqEhozGrhpyciWaEeppISb1
kMPVufF4AVCImr7e0nz029+c11Oxj/pBwW4vyw1TiGAMhcu8l8B8K13+HusiBwvirv2LLdAyHfxg
C44dmwZAtCw4q3Sa+Sc7HmD3TrDW4VJd+IOmHgdfkXWKQuhu8N06ORhRDF8+v9vax6Wyjl4/Lfpo
iWmSu3igKAVRGTTxPherfmrryQ8vq26sTwK+eA78IgK1Sn7EpvdaYH1IDlDIVkC8dgFwndyNGa8M
CLtMWDHAsXarixu76OHIzVKt29sAnW7ccWeo+KOV1oCbSUbV9wUt4IZPfOL225IFUh4QTHiuemY6
munNxC9rO3V9xicIBb6c1yY/QFOD/ue5oNfhfXQOia3ukjwXvSFhg1yL4GJV1nJBNROCs5rr8guf
jPdV150sX4l4a/ojbJT6oVxHTqyhr6abwWg9Qz+NISdaCbBFYlG85CtqV1dkLvMKgtodR0JZmmO/
O9j+ED92Zmz/OI0wEV6fcbbTBZM1pbOHbX/n19H63MKN/cGJ6L6KzjFYrt18KI6bV9dRiuoiZOG6
heBlu6n8c1VZ+EfRuPMvY43SpoWJGW/myqiTwSVIznrsQ3mR3PspgxrCX4ZmWh7XKxskDaST/67d
cKJ3USGle2+25vcac53toZcOWG+xX2ez5XIzy6kl9g0cy3DTdSVl4TJ6kTq03AiAwpgXgWKuPRTh
iad84sO2XiMBb5ZPuQUf+WYI6m2L74H2yBAT1zfuh9OY7Hwz/5l6iDo61/xmQoYenGitHuCF/cKY
V+0YNtV3a9HxBsCsxgWEsVyOjyXP+qvSa/UnrwJ3Ppfh3OHYnvtDKEqsl1QJEKm4CkfwDgv5zmFk
HWogW1TI/SZ+kPXTfwApfllphEpYCVRHKYA4ilXTNf4R7w/Jzfa47XDu9cRKhi5w27kI7R31OL3M
UgHoAvP1LHRs49nDlX8b59Z5q2PCv83qvPo2sPytGQgunkx8F5dRf3BNkrxD2M4vCTUC+ImOrIHZ
1tYr5FjrS/hN96LVbB0qd/BfB1cvT0ssXAwNSfWtwy5KE7phVEvXmu71+mcbdmqLN0LtnOBYkeuT
cmBFH0U86heREPqSu9ty7weizbp+oKiyMDmBO3zd1u7kzEogWJm2W3cJl0wPPNmkSxtoeDaWVUqf
q2+19j+qvq1OjhT158YNsremJsl83XdZkK/xHa6rirRtnq0gtXLelmzMyxhxH+KR9m+0qaZzyQQ7
XSf7Fl7FJer84xQZIrD9fCJdxycmu2TUl4TAJxrtwK4YK/fDpsU+RXJtjlKu7teGNJ0JIJjFrmuw
+YWFHT1s5bYchjW+rCbv3q7perx2kBWNCYdL7ic3FtuYP2YZ+7Neqs9E+OW9Z1siUz4xUqpqNfzY
wPooba+/NUPQvcaBPz2TpG3Cw+LnLR2rdu2T35ppb/NV9LbFO3hN9AWHGtCfsUHmxvJjmBnrQsar
9y6mXeDI/XihCa0Ma1c7+ar6OioPPrEXWTkmBDGLIT5tRQ0fVUsCyZHcX9pRbH/i2PJOTd9SUjdu
tUtoozdtfwtVaD23SZOf3GIiqboqq1MF8lOmpVXVGaDwRzkF46MPC/e1qkLCcZa5uSvX1QIel6wn
EynOssX8nlFqHES+OrAnw/mTeRRsirmZ0jwem595U2w3krXjbRvI7x21F50FyVu18v3dSFjkRQsi
f6xCyFdkv+4NnMFx3+dMHDDZhHzGsd2ikO2XQ01J2Wa5b7VeGjB1OtQ09UDXiYpAivW0JUNy8Rdk
r5kfXiF/W8cXuGu0uy/DJdwpFrM3dtdZN8jr4R/q/OyHsrnMTfDu5571uMXOinPFB4pplzbfx22V
H2GponskMs8cGNFvUQOqbcLCe4ya/M/kjx8z7+E77YccMhG08tvaJuU197AmrrGpxxd3E9NNC4T8
5Nn6se1mj+eGQzU1fV6jNg69R+QYlF3+pL+qBXgkFt3tsM55hVfRoxPhXvKcMhMKJXRKoy9zvuUi
/3SAepY0UczJMjOPaslcF9YmfhwH4qjqubKrtYHDKqthHY6DPQI3p37DtNlhx6EZdZ6XQtrrnpcf
DFnSMVXYQc1rIMD2rWVxbvXj86oDqlaY8+4llAxuU1g43qcKhNwIPg7dHyiyxaH0kzE/NL7ElLnN
YX2/FgnIRcZDbZ4CntLFruevVWeKI4Jk47afYBhqFf90OGIbHr0wOOJAdUkbXdYckVbTUG/lY4PV
Fp5C6KWV3zGS1SXTnjKxRJKCL/X7tLG07R98UTIoDoYagrpoh5ooZuXNMHc7cs6yLeDDSy0DFBj5
5QKCv7HLRe5C1UaPVl6FcUZEZUS0Q+yZL6t2DQhf/JZu2lqF9yGtwpEpuwkiwXB9TqAG7UDfSb+P
DAl5Ivk1SGv8EU7T9NhC4xgxDPtFsVs4tX8S3ho3O+424R2mIen5YqK1KzJYioDGq1D6b52yONrQ
VFbNTlvEdKYVtaW6mxmjmKyZdKMOCy0RjF7T9vW+HsPxpVtkFaYJegwytv1m4qvA3u5765oaUL4Y
IvJz9LTm6GengIGY7hrmUE4RB0+T8fO7aXSwmnQsnUiUrWp9nwTKsTjTC5JdmrBXbxGYyjwlnyz/
8INm5b4dTFXsfEqxP/PQ4GqVYlHfJSg7cV6x7aDz1rkb3VnetWkGghQT1i5z7GRATrlo3M5QUs6U
/ld2Y99/qSXmPQjD1DRZmBylnLR8em4BNS6NMVGbzF2V6ncAauK7pWvj561fkuEg6rwJme4MZt1F
K7045NHKss/9Qo2N4GAAhQpAg5yyYaoJOZ8XjsiqQ9a/Q+wBPS7p4hDvbzvY4ijtEVBoHnx5gXDL
fdAWdbPXjGEn9MgArjJjhiuGThTTtG85t9/D3st/FzU3T2bCvnuOq2osb12KOnxD100NM582/qVY
TS77IppsvoJFmT/DaomjzHJdODAS7afYW5WXb5lPu/XWLjmTbL6ANW0feM1yj9JLqtRiUNynumiW
FWCfP/B0usZrDnGeLHebHGjIkmVkgKRiWOtpZXdIKV0GSHE2KjumexTR7L7K2JqLP9Ctm2k/t8Id
zw5Dt7vOFGp+scnGUUcLDvC1DemvPJPO58M4xJWtFRMSSU4iPAwuENtbgmBXbQqW79qRz5p5ubYu
Ed3Kr5oFjs6izWCWcoYaFq9BHnLfN1393VkT0IN9VZoHdzUcgDOoHLxO0LP7fe4H0/0MYbDalV5r
8Y0shfO6zGBpj9NsFn+HpM+HxatQ6GZ+QTBwugy0ZDd95/CHJ25NqylMnRxU7V5NavXfJjZAzdPQ
g7u+qxH2hOCs3bbdKN9atsCxp8Glw40t9hBaZJXmQtlE+gk1t9eB9mze4qm1WuLpAsG8NoxAKNNN
1Y9yhkOeWn27emmfuLrfAaf19T4JdZsTnxhETspYNEBuQ3zzeOyAjSJeR0rvosxSo4Zt2OttIvEA
SJl8jCbOUUyhwRZnYiNC/dE0zuDc2aYD05Qsk6QrEcNsMxv3yPUNEV/Tiuqezyn3ChGd1yXpFKIK
KoUPw3iQzHVNdXgIJCq0Ls0xDdnvK1SvIDisKwuBS2Kier1hkLlAXx8R4+458t3lJRhj+qr97Hok
eDHLrOrwKKt86PFjBmTuza2l9RPpH3bxZ5C2sG5KRGEKT2aAto+DpR9edLK4KNMUUJ0fsvRUWGZE
FnuzyJzKt4JjwGaoO49UubhQOydU15RBUfX3FTM/0sISBTdfZrZgi+Skq5q1tLNpk8o4mWBh/Qeo
1/qjCejUMtqxlTGdbcaw9W8W1a7tmfHMlLy1GAiRkDbC2six7pI87Ik+KXqLUXk7OmP4lqyNtz5s
oxUlz1VLTOHOqeBn5CcyhU3Bbtj36ANMEjTBfqWRFp/Mz1u9t0p/tETaOzXJVuTxbEFzHwpUVerI
utLbjk7gDM1JukyLssLqLVrIQBNaSW9p1pA6r2PbBJp3HLHPRl1Q90dVysjs7Wiwohud55alIF16
CmgcJWAh3glD1PMROvVCtW1xlVvP2q1Kq4FAAST+DeFxXfY7uxYTXt/BJFIfxzyQyaOoiRu95DKp
iktIkw/ifF78ZuexKah2vVoG4hkHZjbNyWqHST2zncrdQ9A1wXLfhq5kEZ/MvYpvmhxB7ZbOYxd3
D2qSUf+9c1h2vZjW7kXAdQfmXf19Lfwv2RT/u9GIyAb/D7vG/xS0fB6H77/bf3Yg8gP/ziMK/kaG
MegwRKT8F4aRfzgQr45ZTjeSASEqBBEb1//tQPT+hiXWRxqCABXHXMj/9Q8H4v/KwGI/ASWFzfW/
Gkuf/EVFgZ7vmrQVXn8VLwUdxV8W56UYqyiaBuafa03SQNBun0Muhqd4dbfPXM45zUy+jL9N5Kn3
Djh8eyi0q6OnqCwHYLcydMq9uYIMyZAIq0NfWiNQ2FwE9861PbebRLwC27cVCUzBpvYknXfvdjMc
IxaD3W5aPCQLAV7EliSaaUSTIK1eHpj49JyiEfwzJFJytW+L2tPbrqBjrHdrU1nOoQLmffEdOQIM
q907AP5zdwrYBlo77Yu6zBbsFYw4LNn/9kdvnNJArKq7TL4POwPJhJ8cLUZVLgWJ8OWL6+VucSYC
ndAbdLDTHTdaDg0ASazDJneahwMREfj/iVmdN5iyTjxlU8eO8NprcnzLJnTmk8egrzmvcx0jGCec
88cazsRnYUsKoFOAsGUIS1yMvVuQ4t804TLR4Jmx6bPKt3MbEghz4CwXMXefI4KGAAG4AU/90BOX
BPiShK2wxfW3dXkyZ+s8j9UVswNC3tadc9fnY/c+qi4SR2US840eKYJOyQKbkJmNJ96NRXDrTavu
DomtPXmXe/N3Fp6TPsHOhO29imBgq+THUbkL6ypR2WiTUJDVgwc6QQNwr54mppW/EivanoXHXC5l
t5OfiqJ3A6C0VXwrUU2zlZXUSNm8TgrGvMnjC2c5wWCTKBhZqLxKADtieaX1qELjplIG7GvWZhHb
ztV87zI3GnhfDqUqpfnAW2VwA1Mn24Yq+Y1tTipqQnJjM1EX8hdp00G8n4j2/kbfiHyhjaQ5RsOE
5LiN4uZOJJyTmdc51s9kKseBddVsD6eEtt8/jlsQf6rFVze6XiDClUYXXlpHddc9zoWq78ca/vlB
zNWUkzXEKje1c8f6Y4wvSSxcHXP0+9KsjPOmgQWT8ZJlOPlR0S4nEQeyhNree8GdAzdYX8CPUmEw
3MAw89nY/RyTS+L1+Q0qj21kBNMl9lFtUR4eaXrnld1lyXDLdTYmu6ye1xuCK+z6ufZWOcOINJ3F
QzOV5ma2u7Y8wX2IzEjMot/VJ8dq2IkPOi6ACjVMz7lpq+QZUVMnTrpzDfiLeXNVd+s14Hd+ITqv
dt1UBaeK3C6mcr0sdjZTKpcmqyeVq6md/lXyJQBtvFa3/cSqKS0jPRzxMieHDbVUliyJ+Ne0oBxX
mJoAdnNu2g6emb8cV0JCj7LQYmRUKeOeMBXyhhKzpTx8zv8HJuL/jQHx3+4+81Hk/Z9BEPuxlcv/
+Ld+rr7/06V2/am/X2ou+Y04ILHmhtH1L+Hy//zdVu+Ef4sxfeLExMCC6eyKlPwH5CX5W4jAlH+G
IxuZ1jWq/d8vNT/6G4NpB9c9okt+xg7/FVs9P/gXrRQvCJ06L4FIIsx+vMZ/vtVG6vOBlKElywe6
nq+cagz4Y0IS995anK2BiT04PBsJ6R7Z4AVkatcMKbbZ2UXIS2CDkeCWmSR3xsxq3fi45V79zZDR
dc61239JzWajEk7yWTApexc1K/LB3l4DxdqbgLN5N66KEao1BEcqxTUzXtT8Rn5RX6jVyk8dLdtz
TYACq+riVsSbdbL7BhLasHQ/Xd9UO92tC4EzY8C0JbAAx0zWLTmFSZHG0dgfgkiLk8saLTM9jS8N
54/Bfl94D03xraVVqGr/JxHcj0nzWPrvioCeJxKt+33gieW8FWMWztr/dd1Vv/iQtR60PVfzbpAE
KEbKCX4UZnGf50huT1Fdhp8dIbWANGNXHN0iMSeyN8KnGgf/OVnC6aYmxQjxUzzdKA9ZA56slIyg
KLO5A0+5ZKzXqzY8DIUd7hOQWCetg/yTvsK/B3ZGWowi8G7V5OHGNuktQJDhJmz3EBLeZmJMKJF7
DtF9aJfrrdcrDk+UGAe5NNMOfGh5OwdjfszDNgvH4KfTBPMOmuf62EXBerd4ortlgUhgPaNGYIrV
Y+yhvJ08ez3YKq+fdJO8uxV36zrY8WUWI2+hpWsMi3GElD4QveOMN6EQilm//8uimT9XkBppIrtX
C3D2XQJfOZ3ltB5BPnS3q0scDTjt4kNjdCbvl3EcuYDhW10FX71dBI8W2T4ZVhXvVqI4P+YY3ZGS
GKTAMRPLI5O6nznjh1QbwbSXif6NW4p87w2e/D6L93BUpsiCengKGTbeaYLcSQGY/qjENQis1Ow8
CJM3hFfK6W7ldZEHOI87Uo3tCwS4hXGFP7XPcUFyOxQzcYqaojsu2zykyG34e0zr9O7oSL+vCx8c
TFX7A1fGW2C3y8WORHFZkOrccBUvBzew9K5oZXZ1qUGVc+0s1j0I7ICtBvMeV9/kWrqH0Cv9b4rN
9RFYfbIrB2XfbSUJax6r7eMie5fVd5g/1DLu71QS11M6AcAlALFevzpmDKfAaecH2V1X+Qv7k90y
mQ+bH8k2AIjFWXgo8Mi0809k5ESnFtFItsCKfcAlynCDlYR87/zrBG6AHtfFguS9zS13xepGN3Ni
hRmocbUfqip/E6rgG12P5oJErD80VjL8nHwYTZNytl0/FM6bX3jDOc8r8qURwZLk2CrnTKHikbLT
fLElttNu6uqM4Bd7zwzqeYV2QMuqdPKLb8/3pKbbG7d1vim1lDtvjBeSiLoxswnkYdSzdccSNhWl
lywO6xZ+2+KSfahtwJgZBrE8IuQ6CHInLiIqkjMSQTsNop4NzbaFzW7zI06gBhSiLrfxodNqeBE0
xDd2RMB2KRs2EdWyXLA5iUvONIahlJO8hrXuL14B0c1G98rHZFGXMTq1zrN2SUPAzHLq9Ox/L7ut
zKSHoAcTLlt7ZySNp2z7S+wq98Ui7WGP6uzW3SChx2H1hQnteZTNl1WNM5Coxr2PfEvheCvKs9UU
L2yVzF6FRFx2hCrG5P+lLY906mrmMqteZgIKSfgLeuZ4g4kaBmm64PVI/oJSN7c5jGFynfzoh98Y
87aOawUU249e6MvhhLJSvuR5HuzrmUSOnovoli7Z55mYCgTD5DDsYfXaZxPaj4VT/6jcE13CuDeR
e7Bm/1thnVBtUg9Ll5Q+pFqr6n+AsPcpCEt9a4gvPJU9ud8kK1XWMzKz7cEjxocVnHdmqE0sVqL2
FIRzak/EhjWk0CA0cRANKD2cmcePCFT0h8Ugdm/bApZYfWXZB3ASGSQRr/OIQzVlLIOuy22WS+G4
rMFDWgrCst1Tso0vflw9GKbamQwWdz96jbifG2t51BjWPux8UgyCrG9jvwEOLYL4cRY1scJht6+W
/BMU5Ll39YSsgkh17Sen0I9v7MCdXqKNmWvJqAqh3zma+sNUWPYlSvhfOSxWtbeLEA2coW0rtHWz
eskfttGPgYsKf7iOtcxafCecVu0tRzv3ddWrGz+E7Y/ccE6HId5+TgvVOopH4txCNaUu1FNWCM0t
iW4Uli45manwRv76Rv0Z3OarVAu5x5ZwX63uGkPQegzWV/278osVOZZTnq67udPmWsFXFdKPjKqM
9lgdr8sQ/7LQgBFGu/ToXjir1moJIGzn67mOWcIWW9Pfxmq+I+nc3EQCRZPnPPGQHRycjE1GYGeZ
Rts9Gq76YW6bNAn7ydlLd/HOZmMyn+YFoUIxSN8jccSzfQhVeWVDy/JPsuTLG55XdWp9rUkj9+x7
qdtvQCC9Y2EX0TkctXcOy+HPUrbtIS6TAXUisZCEsuU+cbaBnY090x8rHq3jOEUoo+yoaKCy5cFz
j9njvkhmpH34joi/I4jTxKV4ZuBlH9n0hTfzNuV35GCFh76f1XkzrSS+NjfEzeoiWzVtshhq680m
hjILpNYHY2puOzSg85Talb+9JcU1+jeO1fjbj81W0X307m7oCdeLuCd+YDZBiwBq7ybpJCl9yK7f
a7izj/V1I1ZNRv8iPZlsyI3FChLntrgTmLj3oTURv7rcRm6LKkWEp2C27UPLPOpM86EOEdFgwL1f
AiX9X432+WC5ss+t7YlbhgfLfmaUCM4VtOzAhx+lbRuGzN2t/GGtTXDqKbJ2JTLF09LGxbfR2ij1
4jPp5ZfVNcBzVnZx1iHs7QP0qMxT7HEaO79BWHXu6+40JPVljl33ul5CkWB55QGh+F2gdFYVxruR
CxonK1zHnQd9v2rm9lbGwj8wtKYvWm+2JFdPBj/E04xs+LAK2smwMD/BJZxztaYkiqb21Vw+XSqQ
G46sjp6qd2BGvtYGiHiwyju76u5p47YMWdhlCizWNnyRj3MwfDjNdrdE5ABJEaQhbHfWRIjnholh
wvQ9aYwLFZ08C3cky032WWS3J2H5Z3hkV20EY/ck+VnSfe3Kmi8xz8ihEtR91jAnxzIu9nOjf/TW
t0l1NF5u6ax3MVfZztvYBg2JeTYmeI7JhQjhDKTr6HiHtvZv67l5W4phy5havMZljLYzouoq5DUd
WrHTfUhMyQQKEdJYQBs0UvxP9s4kx3Ij3dJbSeScAlsjCdSrweXt3f167xEeEyJaY2fs++VUjWsV
ubH6yJAyI7xS0hNQg8JDTRLKkOL2pJn95zvn1EHSMFCn21aB8PVfasMctvQLIFpp1IajN3K69jB3
sAffcIY9gRV/Lnr/xRHnyexuFFtvYDMgHk1XDxSo8h76K2JzNz1iAvHHIC26y42GHBfYVDrOSouW
USpXKZy2YyrWjKdUc48GA+ntzHniFgfgl2gYr8ao7YEHlEBSil5a29qlC0OYF48AMF/6Wn4L02o3
6MkxWrLkmcce6pgdC7lClJs78X0YLgpmSYODpgv6ins2v13fXVMJhD9UV2dbmvuow+JfMdHdNQP7
64wvfyNSx3v0+b45EfRBKdCMZP+OgbxGhrNRvcyTBAmNL3iTWTBpYwQNFqzQ2XNeVBQJlNWLdM1z
Mm6p80SNd1R7P0oULkOeWvKTz0aVjLcaZZPvzOXWqfWBX37SWuupn3MG5JERX2tczR6bnZLWu2ns
qIWunkonNnfkF+cbFTvBmGTJJUfPP2sGKU1TBG4S8Mvz35cVKn6jNPMb8yLnQ4aWOTLJIUj/zI6f
L7UguVw2DIqECRBYXlJ+ipwvaLl0MoqFgSEF87PKrb+SjjbvZVdlQVHxSzdhmK3KnXcTnYhs4HLt
MtRxuW2F8Yl3d0b8vlF9K7auaPpbvU+95xYpjxcz6hc8FCEbo9nbVQT7BCkPu61h12g275p3RgJM
7vr9rTI6AzouKw59W2lXmlPrKGO+uql8KZ69VFcbNi/lgalLsWPsPlkjLxtVu2W6CdXYYKFZ+s7p
i/zYtxnR796WwnSq7sR07VHOSzV5IGyT2q74XMbg6swX43PjxYepT14RPovbZFF+0WfPAOPcnaY+
3aeD3LWDd4lJZ7lq7L7aM5U1btiXgMIMAy2X1rjnuruZ3O5DqvcCxmS+aahm34z43U49bY7HhgzR
U1d5dywDuD/m8AqpuaBopxrf2aHB2aIavuZdMnLiIQ7ZbgmrG3I2+zVx24Pse7b99XhAHLqJ4uYB
P16y5yQpuJxBvQY3fp/1OF1mBcKvRB3e9nor3jcTMETILXXranazi7T2UwaZEniW5H1hCNn7Qu6b
sXiyM/WCDMbt3BffesN/JDf1gRVxm8c07nCdnkgfRdE3hf6c8TvfdMrmOs6YGYZEa4Ma+BimBl5n
6QM/wHLdK+hytJrsoykpbTWpz9qmiWAT4bXxTo9n8zMhNIeck3wbJ1kwwJ7oNCHnKZYyzejVTnql
3GEcUO9oENkBVxvnBiEVg1TJSkxzrpu4L1geYFt955wWIAn0M0cm3WEdKv+pNBiJujM31jnSHnoi
Enaz49xknrvjBhYC/UZiQz9nvGtD9zXk18d6I7KbuhDTro/Nz+RJvrA5uu2UHt7RRHJP5vuVk9uv
ZlLZ2yxnB6ToffG8MGRnktARbujvoFA9crdz9uaeGe6qesg5DhUvhT8zd40i/cYSsUTrX8CN2Su/
erGazo0FqxeTnMShLlOc753uS5eQ+7PhMiWBp0EdPzF/TN6TY9bS3U3ynFtlkjDzGSghKSf3I7Wk
5qEWNsy8ytLsbCYwLxRZW+/mqSHLXMTaVZxQoyQjhxCTpR60sCTqbqT8U13P5bPZcY2F1KAsnPdI
77XussmceiNiuQJ5H33lvFNaNtj7zo9xcLUMBmbu0vSFmrD7rj5NF6T+aV/omXgqVfe5GxsKWZNC
nYFj8QeVzDf7ie1xrsFwetKUgRm5xbUW2/YpJ+Bv66KT3Zs6SLWeFvqJu178lDsi2XPK0y4+eXHO
xm3R7Z3Qbi6tZeZozbr2cQjT9r5rCQVu7ZbcW8W5L50n48ZP/PGpamR+1GVGbL3jzPmm4iLd9AiJ
7+J+1I+tPqcnLsb+lgvKtANzIo5clIaCoAQdejScULNAX6HHUV+rh6Eukg9dI3ROX7VzdCIz4VfW
aA84k+YrCJo4MBvO9XWZOztL2SNrS0g9LuLDwUsabdsWcbZ3DZduvhJ/zb0PmXwYapEG/kjVdaY1
pKhbjfhUlxZ18V3jn/kU4cwi180Du+l50rnhQuxxRO26amYZHyEQ4l3pTSEFe17JPFua437wrXpf
IW9fpeno6YHqB9oL4a5nHE303bdOatyCFle7nlwPjXF5018B5YtXMSn9hgLmNpjQUbZulVbnVGKZ
AexpTmY+0hQcw/WiziXPwpYfiUSO70d3+kja0uIBgmevIC1PTkiIT+YT/TpEC5lakTvPV2jvCCRg
9wdWJLttZakbEClICQArN5xPRQFI2M4BYXeBIvs4VT0vNnqyvaW6FJKrHDvji9O53pmNvr8FR5qP
sUZXn1Oiqkbw4yef/LfXvOqCBK410HMF1CTpP6ITutbu8iZqodZGFZ1RiONjrdn+5wKEhCbcWvtU
dlO8R7sCIKijknZy3zafval1HnN3/ppo+MMItoCAy6X1gL8q3/RMaIJhrCWMFCMGVnv8Rcqrj5U7
gvwaQ3Vvm6X7jrtL9s5HXXgCcnEvuj5GB9Rv6yHsJPeAzNAYXpLGdJpjI3vBn3wxbanxCsYcgU4B
6j6mmc2ODgctyP6QUcoYOCTT07ddWu8IUjJuaC8ERY0lmAI+nkQ/2Xll3I6WPbg7zE64F4quJnrO
1pIDwUPFndTH4sFmasNYwMm6V/x1WhrEsSNx2RkMPrFayMcITjsNHE/TDcZMlsQTI2R7RSmP+O4n
/b8nZP/nwqSX5/tn5nTz3//br8+/iMw//R/8QhyL7ruv9fTwtemy9rcU9OW//M/+y799XR/laSq/
/sffPxdd3i6PBnv7c2PhkuPx+/LAqf5YdV9/UgaWv/BdGbC9X4RpOUv2jkuiEDHvvykDlvcLnVyC
yBwaWA3PRYj+LW/X/QWj+JKN8uu/xMn/L7Ubw7qDdE4EKFqD+5fyoQU6wk8OYCrKSNQirM7B10y+
h/cmM8DF15CFvZ4jOtJwH9R1I44ydwormHMQZHrfmVYj93KwqNhAlfg4Iu5kWK6ecZhwMXEpONG9
azDoecJGzSiqwDCNh4lPxaR6tcDmpzcNobaq1f1k78JjyYM+NKPc+8BS4kywk3LPYqahVWzSpraq
D12l7OkhLEqEPc5zfnbm9KXZL/aUNQ1IDfGL+M+EMrxDhJHyVR8VvatFigMFBJFTxCZcUSWuTrCl
ekWYGF8yNoN9Am3qFsrJq5uMXPe4YkHyVxBKlgsUFa2AVDgyM9zoKzhVrxCVv/BUlB1a1Y5O3Y5t
rz61MFd9T7LoDfc1O70HFR3tZ/pKEKqnqmpbARUVQ5BvCawdhrOzgl1qhbwSEzCG4sAF/hpWEMyf
JuMpXvGwfkXFGBd1F+07QNalwGTWCpbVC2PWZNNzljoFFsGFPmP9wAew8MrbvEutfJOuqJq3UGv2
wq9ljZ14FBItWJuxIm7hirtVK/oG/dVD3TuxEe2bFY+TxPCVJG6t4JyM7FnbgWlWz6gTGYr5gtb1
K2WXrsRdudJ32UritSuVZ62E3tRl4birVnIPagKKr69ciD53gftQk+1076zM37jyf1J2sIAQEjy1
zX062mVNrVfBKJsyOTkLRljLUZuDcqULpbWQhuV36lBrwgc0e1jEauUSvQVRDFP2OjtrJRebwmIH
VAHvPbAXgm10F8xx9KbpBXGg5rDVae18THyGN0GtRoPMVPrnmh1mALhJBOlXqeva0VqpynAlLBH8
oS2he6HkzJXCnPqRVMk89XgCenyGPZZHMlhzd5TUmK8spxWW87jtjDnjJ7bynsOCfk6DcG+slQcl
9B821OK0wO6YLh1a34cG95+pouyWTh7u3vMCmHbgSd3WWLlTQk2YOiSOqtrDuLKp0l441WZlVqeV
XyXxolancsFaTaIqEhqLgV29uIOrd1YGVi04rFjJWMxq5fMcOfCy4crOZn07XJKk5vBQGhkjv2YB
beFlYW4xY8HfatFyIiupQ2HGWS0ZJ2rldVOg5I++IYkIDFeit1jp3nQBfXWwrGQ3rPxv9p0FXrng
ZGWEB0qaezzMCzusvnPEC1Lsr3SxxWwF0+JKHXcrgVzTLZNCBwImM/+OJLKKA3FbjXZ7lzOu+5Qu
ODNcNWSzrvfDDbQFvHM+pLDP5cpBowaZ7zj7cPKT6UJKN245vTKdZTIiwTK8YIqEuMtWwnoQoYsN
mzkW98KVwk6zhHlGstLZ+Upqi5XadlaCG7wQmjtZyW7fLqG8mZ/Ml7gbwEnilQMHF4IJt3w55lvH
jGBpJpu04iNW3RHPJ0nbn6l7Ai+vVtQ8DvsMd/+KoBdlo/jgVzSdwP70ktkLsJ5ZZh3uY438Aokt
51O1wu3Vwrm7K/LuzZ15Na0g/Lww8XbosrXsV1TeSeg83FqEg6FoUZRk0gQKWZ+Z2HnizGsfmhW8
lxYh5gegZIB8h4yHRViE0+9CNNrNRAYDw5MV5Xconoq22UL4Oyvsn8OuWxtzNQHYqyEga21+cxa+
OCaRswVUO/c7xJ3bnJUqNtVGGCHzNkqon7H2Wic3KzHhmMmFILb+mq9L7qZWv08dOdxGbrLlRIsR
LpPpwyjsqyypqrvUyx8yhN7bSZF35mlXRR09hiRHsCKYV4xW78Khog670exAeP2dNS01UdWZmVNN
xDG+ThVw/y+OinkTQzhhbIeyqu5BEs92rZ8iCS/iN4qzo9W8sMYxPczCBzf3kud0Gl5KsKWdzotA
wuXA2XVf2M8daKN9IcD6FMYRgU5kpg8yFLdGSIWS73zCUvkESyuCuidvADSrPPZiLvHQpTfzktaW
Mv8mM+NTIdLnhva7QOvac2U29tfSGPcTN5MbelwWPaJp5y2nx+S9LRFaRdRPQds38iSG6KniEQwG
1sj/DMqZSCTkcuCV4Pe+CbuuOka1dcF1wkgZd7fSbRIrSu5yUGM9GNOtOfXe3oqVCDHSpogSvSO3
oTl6934uzOM8p4J1JdKIAtA/uhhzSeBBfNs0BUJDnF0hjp7bXqnA6uONzaQxi9V91iJ99FNLNVjt
pF+62rlJNZVczZK6Spct/UZUY7rlge4GbbwkiPdPqscGQquxdrSn5JkBWH7D145KDSuNAN6YtI+h
sXvkWKCnw3ymun0fgXwfekdMzsGHyTNzhp6anT5XKstg31l5cafilkq6K9MOMZwp/1jZ6U3IBOmx
wQSH800Z90ZnelCx1v1YV/QYe0P+wTExPniKqVKosZzMQp/ghlmq4e4urefX2dIoYzVbB6fiYz+U
+TeHjf617RXGgRbZaT91urhptbG4ZZT9xUykdaq0fFsgkjLZ1lJMy47Z+AEN6F+bwrhtTNpvAd1t
ddQnWTyKcsg26QhYqJo832BHie8SOfaSiyrrL0UVudsyUtAgflsCVsTDXVr6oLRR9FSP0Tsd6OLe
YKsaEFBa7+K4fBd2DJGyQX7OsvYDjjC2NEI49qMm9eJJUKG9D6vU+uIa4XOiq/k5I4hoAy3D/mXG
fTJRzjfYcQ/WR8oEttmgirL0KEvrA5mm5mbs7C+YiwPhEk9gAkvEvtQeXZIoum2fia0zYU41kvC6
NAkkHtuJ1++yZ42L67QanAtWWoyl1njT4P+n+N7xOT3hUj21to/ISjsiDOh9kefzadKIOskaDNGD
icpkuNldJ6T5xbGyh3CY309m9C3utP4emXV6MjE/fZBtRZzCKXISPFmxQ4cEbz4vzUNV2E1+oh6N
FModN1STmPcmyqkz06dSv6M7uE9vTFwbHj6ZNh2dbxVZHVT6mTRmW9shrBiIqs5umoe6ZYh3NlU9
9FZgR72ffQthvJFy0rAeWowYhTmX27HQofIuVY08pvYZPI3LbjrF4vq596Ce413RTsaoCOaQVp5e
ICg6C6NVRTncGfK8Y2qVmYpgF1QsrMf3SWS11SNpC9r46igl3cWRzD7KOotpJqnxEKmIXJanWmmG
ibgmlD6m15IwMOBAuKbMa+761DfT5GMIHlCpbRP24Td62dyYWia34CU1ZJx8sEkPZrLfIIeYozAw
sPS2GA+dVYqHxAdMoDAqzRAMyb+AAuzJ17rUWqJZzwmZhO+Br0p9l6O96O/KOLK1X3vV/tK59r8o
9mZyHPz9c+25qL/843/gTfz5aMvf+ZXk9oGyuTywMZDIbxB3/s+jrf2Lz1mTZEpi0HWK8n4iuS1m
v0Tuefj2OHj+dLblD4i7Wmg5Yqng4X470999T61iHPC7QY/m2y5lcxlirs/POcak4fZNBFo/xj70
dNcGPnaLo2Oq7jqZGfzu7Kr23SMHxawNBqknJ7vBfb3XXLXF2Arn1tR2eyWpOT+h2L2QL4sVNvbG
e7NqX7si3qIwDZe8j6dnTbnWk6nVjDEpPBoOpZWMe9JEZpAng3rNpmzvSIqvbhpHieZsAZTIXTZy
Y96ZmlD13i/xzZ3dOG2X8GpLIZfq5I8DbnGLv+F+37VdAFYVhxvhGSHMnLP4TLGe2tQfWNSroDXL
yNPwRWHq2FGOZjblpk2QFbxtgfg/MrwmCyrgwkRSGmz3aqh6UV2VbuTt5hKlaaNgVzdW6OBq0mul
MK1Lyb2zHoaTV+QmdjtCVTZGO+e0jbAVZYGx4m6Xp7HRLvkZwywuENqo4zrLnXnIO/ZZD6HGOLVm
dOcV9zKc4lPTjrY8DwzJ9IrIGfb65Iq6sTzVVuk/WU0X6gN+FtHYGChxe1w5zBA3mqGpV6o5R/c6
q0pucZTBbVNJ2M/tSHBJkEzt8OzpykhubD8Zu0vmlzwu1kB3Y8EMOx+tTta8B+LisifEpVwxbVjv
frORSCX33HvCxF9cmKpEXoFHiGgg8hJ/W5t0zRk1E/hTmXhhk4BfC6Gd/ZSIu5Lhh5+Bq7iO+1kK
8nsQnhPHvdIxoLPq8CNqQbRFNpIU1eXexvBolg1GnpTDrcd8eO80SbcvmUrpAcL8rD7OXW+AJRsh
q6pDiqP1FXJ5ZoNWKhnMw4RuNsTUuQZDira4KWMn4xE1cBEzoUJlHGfDCbCH66/YWmO5U5i69Eez
ziY6Rl07fGm9Xn7MgL5mHNe43TdOnPqcKpIofezk4OAIQIO20TFcTEk65tUiiPTE472VRXeFzsCK
rXWde+vYZaa2S7MDQ3gX6gnrE34nAx93tSVALIYM9exvrm0psTEX1J3gSzJzCO0GY7eLEt4q12z3
Gi8QjDzHK/+YreR8lA5A9LOr6cs8lA9rGm3/JtU9Ij0y7EKntLZikgHmxKYxupinp9qpI8wCQ9p9
8uKyZcdf2+6XCNnFB3Mf9fc0vkzPVlmYIUWyE5PqiIx8exuCdIWBXRUqvTZzLPw33RRZ/oGiKfwQ
hP7l+ZWsUwCQarFMdKt7ol+dFC2dpoBHeCZxWNgOCmMvCU1eDBgGhitjr5WLL6Mw7X6GMJ96/Bqe
3g7bsGZAzAciymI/E7wA5bd6PZrV95ELrL/bxmOClprqRasXh8gMHVsSBoNxRF8sJIJ0jIvQc3wl
HADifZznJNIkMWeJnVhdKLajd+79XLpjth8Xo4pby+Zr5+e+RU2tNr6Pa5U+UEMbkw8wWsbRpxUL
RbvoR+KGeCB3X7nueIvhOD/22MXJZ54MJjlmR/RSfUDM8ez9HI5NurfMaxZuTn0oVLVqhbcnsUNt
9N615ffM0f+/Fv+dIfAfrcVX3fAxbn9aiJe/8M8Zs23puIJAlH6dJH+Hz20Blr5w5HiqfMflx/yv
GbP+i8FfERS6rbVty+L924zZ+8VZUmQ9SHaKS4Ha/so6bFhg7D+lTFIg5YCcu0ucPgmoFMb/7cew
3Sl1O1vVZGEZTH0pGWR0yBRQ55RQBzoHnqImZhDSlCET8bFB3Ylh3GilXiFbh7UObTvKWAW5TGk3
9toCpV7EUXg2KYqKg7wPKxUIf6xD5K2oJBC7g8MJmLnI8KZLRcpgDitifuSZxs9ggxPpbaG+JFSS
3YnQ1fbjecl34nDWe8a9QKPG8EwmI9ZEYpICxjTwwV4H54TUk3F4LUsDKkAv0pR8rL4k88qt8hPD
g1HbGGWt32ihJ7xj3mTRdR0rG4eqbTKLskdYa2W6c34aSECPOFo3dQ/aXngUs+Vhu0uzKb7V5/Yy
t6l3YVOv3ZjgFA5vsLaTe1Kl41fmnw6narJ0+qNGhsi4cXjYaPTDF7qfdZQlplEveYvnmGHrMknn
OhV4bivNegxFKLsvfpdoDgxunrnM3+mKPpPFOMh9JmoB4Tn34baaipi4ETe0OQhGU11epDYVzsbp
F9wr0mkTv3R9BIkpiLbgPmT4R2KLjBmuK7Ki+zzyO0Zi0mqPpY0/6K6tK6vbDRZxEZZ0vfyYWEV5
NVaoi59AvmIiIozW/JYzTOSe7Sd3TK0Eww0+ZVLjYvEYGkZ23dRJz8h7nCf+tK9pDS89K4dDGcvP
UdpifMlN137vSHM4Zth6lztteXGs6SOZGURxKz7GjdU65GzZ5zCrs3duigISsKmiml0y6GBkqju7
LjGHDemhbBERaeKdMY23LbQFnZfsdmh81atcBr47FD32LHLUDkkx1n9ShGMsW9QfA1oFIbqrPoPN
R0efYR/946VjF5HPT2TutqWM4/0yfDwgtWOzYvuN1p3C7MAhsMvbVJbd4yVuSDXO8xxOcLDKK1IN
3fvSLWxi9cvoJswNAl+WT46p5rj94X706/77b3mn7oo4b5v/+Lv9xjiJwYTX6tLjhKKEhdN840Sy
2ynU0yzttpL4wniTJFaY3oVx43l800k6bhLcXZhEGD8Qams2H1BY9PHKKs3U31lVA0RWkx4M82vP
NXxzNHwTrZDf/NEhwlDz86Pmp/ajGaUsLomq2QqBO0BqmrnY5lH+TSTejTW4xaXgQtwT/QNPMjRd
upXgjF/9yUnu0e7bD6qHTkXByCfOoaEBONSgl74oR9O+TjIs7ivbyy5K+CS4hZVVwic3PESQ1ZHk
hRFHfuhUip0t4gChgj/+GI23mbzLx8jySuszPlf0weXf/xDunxij2w8RWGeSxs4D4F//vqvEcxrB
X08ya0+OLtMgr6Nph9ElIUmqdUnu7Zo7VxuMk+jj9jlkurZNs3668uhE37tVm+4nzez/5Cv/Ny8V
K69hEvzO9+5Yyy/ih5fq93lEyA55uHNtdu8YtDLFT0psKJ1uEkBBpLrO2sQXb5Kj9ycf07+5MtBH
DU+w4gnCpt98TL5fR/gVSBKVoyNOeUo4kIEwQYDcVD55eJouljKpvI0btadclkiIoujpjAdOL+Z5
hwn3a6ikdm1PpmIO65nnkdDYP6kcW/sefr5+PVZYPhxSanSy199cE16Sj6oQEaS+l7Cc1Fmz7WQT
PhITxdoB55MEDR77iElrZ9JJFna7sLdmBKz0vS+b4djHwn4PutYwqTG1Sx0C4Bse/hQI7uk44so5
yNxk3BiF0a+NdH9ps/WHTr4flfrfb4denu8zE6S1RPr/EUF/qcH5/cHH9T/+16ePefHzbou/8evY
Q6Do81P/vsWynHUf5TDqWFoLfPOHUYf9y3LbxpSJ2O34HAz/ucWyrF+IZLeXq4edmxCY4N+MNv5o
1GEwGflpnWDOseytqPcR7AOXysefr8S67clJVqkRjCJu613Sp/ILAA/OXqK20hu651BckzZ9VYv9
V3Oppdh2qynYq4W3yxarcJfEC9hYZtlz3A7hJ2Z3rr0lf9a4C0NyesnP0yhFVAS5f5CLQkW4zLhQ
X1p6Te9Qmu9lrUC1aLfFCj5p88jZH+gcKggnNCXTwiATV/fD4VtW+c5znvnJU9Ln6VOY90gLOQFF
j4U74I0rsBxfK9UNT2pq44vWd1O7hZSX111ttGLPsh1GW0T4cGtoo15Dhk31+5azHPGqpGRhzHM6
eYma2S0DEFfx3PWYYba1lufjAbswAeIGKUw73x6nnIN/BnnvOV3JzmIa0lcZl1+yoU6TZRe04ztk
2F0h3GGzUjojWxvEFdODJGaMk7R144qxeGdFxiVzcLTvNFJ2oQjDdNp7VucyAO5auTejot1qXluZ
0NYm66EO2mZsSBDvRdCMun7G054TLoDG+8HJdIllkFu4z87TQPbAXmZpGyvyMHYYMk/aLX9KQIVN
NkAgOXCKIDKy4bFPPHzZjaPfWjpTUt7chDiQFX6SEsPDZbqNJkMPDy5xoA9xk08fACKVfzB0E+wt
JLCRw66fDzuVFQQWjY0Yb5OOKUYA/haydyIa1N46dtZBwi55BeYwWK/hOPhTQDUo/HLhqurYIYB8
xlabHnR2o9V+onHhmzI98SWOEODOM/SFEaS5Jr7ycTEd1mdtIjGrTJl90at2Yl+rkS/od+pTPTUl
HgQdeGFnj6jzmzKRTLnByMk0SQQJrwEWs/o+bojI3bQhcV/sQrzwSbfm6hs1YQyU7B7pLEidtHki
IVs9ZoTkQK4mzLw3wiqrc72Y3UdEUPtAQjUe+PUW8pfupv9Fx8iCE93v301v1T/+50+30uU//34r
dXzM0YJKOe6Q3DrX9srvt1XnX7dRU0BDCSbNnCy/T5P/eRvFXC0cYhDZGS/j5r84MV63Vj+u1lhR
KV3ARw+rRT3M2/1M3JLMrRKKRgwN5Jo9tgOOTlKjbm39cTLuCIvQ2lPfe311Q4O1D2TTjehPxPYR
FK6VjDE3GszEt1ILgal1rQwviVn04aZSHUlji8ixRJsaAJE5fWifvaZF37BkX9KC6nspwXypwiNB
24rzqOV9/6JPVeQQ9VYk08atzdze2n7JLlrolX7ftlr0Pp9nLGOYSBYFlV3ICGIsS0xd+BLTI62E
TnbF2Bsvx9jU46si+7bemmONdS71XWL846qqjb3jwFLv2tYour3JFPNMuWMSHlTFYD0YunKeqVXE
dBLYU2OkO59LiFOFk8Xpvknj2HrywfCvxjZFuEZhSvjnEevY4gLiem1lxa3OazqyGSlJtDc2kzTt
7BahmW7TIbIee4M3GRQTncWcpus/qfVbD0o/fbUcSnQiZ3y6QhzW4jfbxSw02CInAtIq9EsmWh2B
dBtQeDUcRZgtzu3C34YOo7cWvvmiN/D4uHNi8jNx/XpHHji/++Eq+DcHJlb/n852niHo+KBxnr5h
m+HMm92zkZUSnySmBwWvdTEwSdHjNHBYisb2bBISvv/Lz0fejgtui/pG++gbOWQI9T4z54rnG5t5
37V1/Bp6LEmqLZrPBuPjwx8/39vzIArpAvwxemI/YiLD/bwn6com9WBivS2m+HGbanI401WbBGEc
Zn/y1riBvPkoeaqlmZKDwBJywJjrx4NIQ/aFYNrlbbWJAHvi4YrP8VDOf9Zc9388DbcfuEv+13Q9
KmOXb/SH806MBSSZZexuJYa5HcXaeEtQiTZ//LmZ5pvdHIXIJjFGvk/kG0/HL+Tn50mH0R7iebAD
PPFN7+/E6Gjj1pCDNZ0x9cXVMzGSuvOa2WgjdDqa8Tc2BGa5Iwet8EKSYWuHtTyznZ67UJSO4+04
wEliHxvs8DWB+SB7CMsI0zjMpSbEkAmkvEkGHeoeplD76lMsoW58aWn9scNr/c4eyHfdzS2mmG3K
TRIIJreBDTZ53RA3PrdOR5y0N8zqNTJsNktBtLD/aFoEZbJXzJkk78lcyx4HS+Me0fZgi9skM0v/
EDdNaN/nWrXsVwdX6HAmYDWK8CVcclecikAvAUE7kic2IBa95+DfI45jyVCLnIngLm10ApkKpH8t
d7B95YYq4BzJQIaxnomFxvrUJbnadA0jrauOFlV+iUql+k7qRpsg4sRlliMvD1N4rZhOxjuHsMXs
Eg56KZ6FQpEJPGLenE/oATlVwchs1SHymia/0os8fA/FoTVbfyaS7v3om97nGRvnvZOmFBZsmsqI
27sZijV5UX5EToE1VV3/pPtumRy9OC3imznNSyxYWa6yJUl4WPzAiWNSMGE34dQd27nsK+KRxyR9
kfFkJw+V2ValDKwak9vc5ZpJe/3YTZ9genNeSutV/m3PwJ5qb6j2CFsB5wQAkDKmMSK2nU9TmmU0
kMhp2ER9iaUVYb0pv1AjkRL3k7TS644oor61mQWJcmRv4HDSnrUu891nqiWIq4/jzsv2RTz7NjNJ
pnvPTdQV9mNPR874QhChzHeN9EbKI1RGY6yBf76/zao5lwthVmXhe7ZmljgTalK3G5KRjfwD3wVJ
9MeoHVyDYFXX6U18SR0G2gMkk6o+S7ysA9YYzsgMQzw/puBEWr1GXmBsmGSWsICSqwTERmt8KjGX
47OBeg89Zmd110xH0ufhiiEHXbj4wRKH0i4IdMWkAJ3W8uV6h6bvPPLnNc1ydy2vG2EOi3++r2pw
uSNgTPE6mfwmtzM2UInr3M/HLYFIi5mtkbiM8LvSdpMMU9kG7lCH7dlrkYl2WcmIdmczgx5IEvAI
YpxCea3n9BzsRiyRyFy8VX/Xeo2xuNbsmpBst7SBGUdYbC3MGZ13cBfRVgG3pIcxnxi5kUtF1lIe
ReREi5IEw2vi+uCsdXTH6RiZpXOVtLGZE59U+R/iwpUl5jh6BbYkdiYl7ufYFSehqqhdjFgLdsJR
lHAqYMCFmvLyG3z2vrztW/irpygaTe1YWJ3eB9Sp5RdcLm7J/YgsAzwnoXyye95vICuNxcVjnYEs
MrrEUvPNZNdlptHU41uKlzzjKCFaIcpcnmchgKOYo+Rl1BLqjNQIkucfR9YN7kD2jLZ3IOJPmLI6
k6pUIexvuzzLGF97cdVgLMFMah/iIcfq+GdzpzdrgE1QD7M5h+gWlhphvZ07cQtpcyIUqcIaE+Q0
jFdpaF9qqPV015UkGryMShvmkwkHFB90TZofWi4T/xrLad9eVynFhIcqH4lm4CQ7+fQnUUbz/MdL
yJul1zYX44BHtJDBiogv+83YKc9DGcV1gg1syO1bf8RsxFl52Fizof3J0rvWXP+ws1qfy3JZEJeF
/n+zdx5Lchtpu76VP/49JoAEEmZbvrvZJIqe2iAoioT3Hld/HrTmnOlC1RSCWp+QtJGCyspEms+8
hiB88VgRTRZcDOiiqUj1HOjfpuhf9/3OELn8PEonfF8g88i/E/5bDxrKPqdRQeslKB7uT3p+fRc/
hBx1TiLs2ZteX0zaKTGbaWaBVeSCLPPEU+P/aXAfojOHtZ/zxq48Y82b8Ho3EAZoUp0JGaYt1Pkl
fxURRFTUDcUw+p0G03/XZNyuyZD/ptPivOewukPMgpBKkqMsIqkOsAXqDqgP531n7P3Cj46dg2zd
/fW7noshaA9hE/0Sky7N4MqcuCdJQ/gDQaPiQmWIh16prR/3R1nUbVEUZS6kapot2ZyMd7lieo16
SZkklJ/KxIJQVhpbWSTawckdXohZjQ3Ps/DvU/v/c+//nXf5f0+9H5Lge/0/H74nOTn4RT1z/nN/
5+BE6f/SKFNqpslOflXZJE/6F99INwzdpFPMf/t/zWNF/ouSP26m/AncA3WLr/zv5jGPzr+oaLJX
EPFEnQ4k12+VNucT9J9TjS0JCYsloUexWbjOnMX1UmWw4kcrpW3aGuKxBnZ9MCuOAurlMBaAFD5q
tUezpKm9fYIxyD5uaP7EUQ7zwGxh3VK0/b2u3N+/CezabFZMnM5cL/cwak9Dg3FY5MZNYX2FOUhC
m8oh+ajnifezh6TU77oofSYIB0VC08w/06UP1M0ge7rMWaPpR4TGtI/RmACQoj2KyduIPwWmDknW
r5y4RTrx98+dlVaFCedKXtlJYojTYrkzhjAWGkfd5SCLP1bIS9XbkDDDtcegsDfIyDgPWZh274dR
4rmn++afMu7EW3XQxKeusIePctAxz+HrVT/R5PWOCi5cZ3QM4l/C68IfErOXT4h2Fh9iMbwHLK58
frV33b8/+kWH8cZWcHC9fimm4we7TJgDYFKQKEPXFLDz7VlGgetSW3nQLt/Ol9WalWaFTvnV4u/5
mnx1pQOXIIhoBjZcpSBrb1ATL2hSP1U4SKzcuJcv1r+HwuqG1jj3Ig2Cy6G6mIANlfbQxR3vVwK9
lNKleK4VrUE7RP5WTPD3YBplMtT/QGRSTrscrJ8LOW0wAwUKRNZwGmz2WUbHVEvr4bfsjv8eShCu
m9jBYjlsLM6HAJOYTlMVuRGqKAdYJv1+Gsvfc0n99yjcDHS/kFFE4fByQvDKcb+mKOwmfooak65W
+wErkJVvdPkqzqOQR84XkKpTNTGXIFIKjz1UQC1yEYeny95iM+bZkdjd39ravCSX15xkKEyU+d+o
8EEXTzzAyDDMgpitAC1gl9ECOCncaXO3fGP5KQtYCoHRqj3sMe2gZpjkw0qz8rKb+zJTG4SBbaDR
ZZnIL1+uZySzyDK7OHLpPv9qC0J2XXTNETkygjmUjiA6ViFEeGvtxN1YYnDAVMEQd6bRqi9OnJ2A
v0BSMnKrrPV3bTA72uRlsfIhrw8bvFnazdSaEXAjhr+cnt0AWxEijFy1dPSt7OR3MWZflATqqz+8
vf85by0lD6bQqEphjT1zfl/fIbRggrE2igjMS6Ltq66R+ylTcYsChbHTB4cs3jCgTaRmvraRLuOr
l6/oaLCNuE0oI12DnoPWznqvTlx7+COuu2cDw8keEpINo7xNFVTuMxpXHs4G3o4q+D6dPsAm/F7h
ET2gzdbGFl7Nf91fjusPTJOeFj3BhMUeX55UsysDAbwmcJ1ECT8j2OO8j6S3Vm9cZCLz1CFE8yJb
1Mz41OpiH3l6I+y8DWD2jgHgIFqS2x6toFPvaCEQj8A6WSSU38wKToZBw+EUVV59IO0ftvfne/35
TeqD85YmuGJfL69azcAbuEOKI8BL81QUGCjGDSoJSQrXCy0u40CKH74XVhWsjHy9yRlZcmdR7YRx
bi82eYoWcFoMbLwhcMZ9PoYG0Km822NZKN9lYaSu1HjnmVxeW4AwiC10Mjw64MvxhFb3qfSZaYhk
98dJ73GDrhHJRzCt17FHMwTWiIgd4Z+iJOEBBow/rUz51mef0xYiRB77Wcbn8rDNBMDRaNLIRabV
eUIwfS6YapBQWwhekLPRBITb+yEaLLy8Aqw7bYD7iJEGxUpcOKMpF6sBzJK+EVHWfH8uy9Btgflc
N6aNG4YNj0WQF1YDslrgcgismx4yZriU9nonR6tOqfYmRDmcMqoeze7cAM2yLVPECZHpy1Co8dKY
6mobqaCzfayMT3Y9mHjS1XrowO7GRBTlcPEtp96D0qDv2BRKsuar1RnDe3wC7XZbi2r8qQ5T+Ku0
nfhjT9nL3Niw3H8hldH+W//hvxIurvceMfF8BvlrFvFffAfIFj4mRXHt5kontnVCqFnPDfmAWhdc
4FD/cP+UXQdqPP30FyxSfpOAbZEZALy0zagcalevygJJFx1LY5xPNjPr6nB/qOsLjKG4uGYjeDQb
lhcYNNsSPqlWu/hM9o8oh3so0KnmPxnFVOdHCrwEJJnLjVyCZrUHzAJcMB7slaH4Au+w+yeDWBai
0igVzPne5SABNXazQ1jMbUeR4x/p45zkQFX97QVD2cJ5wRBTHlmGM6NSAumHV+0i3ZbstQ40SUBz
9PcHIWLRiNHpDHPnX04FZResY4uwdRPR1mitdD/xcq5WBrl+T6mjYQeBwcR8xS3tIBped6fBc8GN
4Gc++OBMgCGqyQPpJ746k57CyjDXHpAb+426EiU8A1cLicL75cxMq5S6NeoMqjY5mIWu3ad2Eq1M
7cYBIuYHucQJQl9zuatpilQS2HTlorw6QiDHJEJhAchSZbayH7T54bl8KGxJpx7jUWJ1ne13OSMd
CWlwbUPlRvmoQEWi9oN6mnYo6Is/e6Jx3ggjGLZKhL5kHgr0Av1S/5CUmN6bnTV8QoZVX+kJ31hk
QAOU1ohKqOUuK7kmzTGUhDJkAabJOWLE9BOVMn1/f49qNxaZ/MGeu48WSaW2uBWbwvATtZKNG+eR
/xlyWYzkn29kEJ2q/hjk2UBEMAG3MToVEpbsEbjeej59H4DyPWKEZldjDDva2RfIp/BkSidP/01x
/K9X960fCVVPUmrhA1FAvfw6YVrObOOidRtn7kJPPXga4SjgeerxH+wEIoX/jLXYCZZViJTyQetq
IDgPctT9d0agVAdciPUHdTACVMw1+aaQjvLOUpExSilPbJPYi04g+gckBpGtvf+RZozecnc6tI6F
zWngCbPn//4q58+aMfBGTfZuAQ/hTZTWQDCqwsIY3uv6H6YGtRd9gQy0JmZHyMQ6Rla5VIAKhGc7
TPGQjvTTegdbnm5cYCGxsA38scJt1EEibdsgN+iA1m3rQyAVcOUyS7QYQ1SlcM1cxeHy/nwWjIs5
EuZZlOBibTK5+d26nI+dTYPvw7Jww1KvcZal9dqNurbNetPeIDGMJL8Z/Ywsik9eXXePNKb6+Nig
Z72JoADsx4xmytRa9a4qbKQoRkHZKEnwWEtF91efpUDp8kxizMlMQyl/BU1roK/b+TQCI/Em8wYY
DrjQH+FRoOoY1DV6pI66H6xo3OFv16+8atcbmOsSfwUcggRv2jK5K1SrJX1We1dVagQ0wQB+Mc2K
VqeqR+f7i3t9bVDxZ02RcyLFIiC4XNtyaKEnQw11lWrUj0Gd/Cwx6T79g0EgzNC64R+ospeDKLhG
V1xNg0uNDSNhGuZbanti5QGY757LS5lKFwVQriZYBlc4g7GJ84k4YXC7qP4ZNvZjZPUHFWLbBkVP
fWVT3vpEBsEayRlOFNSHL6fk9Vgsprk3uLgCJ5ty6sYD3Xeqn/jMrZznl0t1OTFeGyqe82g8pZdj
OeEIUUbGo1v5uFk7vh0+lGEsDgILuF0H0ODRGeP6uxaaotny+UwkAG3AELLOa8QaEIVutiHePpgt
oy8hjo0V978iQN7VyqLc2EwaQGB95j3zx5e5S1/PEBoeYVcfcSFUWyfYmpW/yim4TkyoCZAbo7k5
V3aWNc0yFXCbNdZjmqIi3Mo6jqKNFhsoyvdmhaxwZYF3BATctQhu1Np3v419NPY9v/6AxN2orTwC
NzYe9TjE7ig18fguC4TSxylAD4vJnbnA3ycUdtneVoQ9RVXvkgF+y/3jdKO8Bnrw1YCLXAFXIKVM
SwZEk8p7N05OcqwMBIEh3fqPY0iVHogbiu/qqH5oEqS2u2FIViZ94wAQZFHjAtVDH2Pumbx+ZAIf
IHKUDpNbWqI8TgnsE5hXzS7T/TWg0s2h2FDUKw22z/KstRNiSWHaT65noq7SOyUelm3XHww0pNaW
dn4bF2eNiA4w1NwRmesAl9NKMDsWZi8nCk62fuwwtNkZkHZRr4SSoQQ0LJ00wykyHNs9SOBq1+kV
7lxSKT56FVzn+1/6uiDBh7aJuKgLo7m3bMiCwbSzMW4nd+R22NRaJz/laYuyEi4ij3Fs473qgWNi
Rj+qqlNWQspb6w4aHN4Ocnqc6kWwp+G0jEuhOrliSr42vmntoH98rvWoWtlLL7H5ctVfj7RYdRTB
ykzgeeGm5pg8e2oE4VgTaKTtHK1p3k2GORt8eUmLh4VeA131oegAUEjN49TYAxLhFOA++k1iYNSs
StFhw1k1Owr3MGSUTFQ/7LBT25OVlJr6hhMqAEJCwH6T0Sd2tmUR+OXKnK5v7Zm9Ck5w7qdzL8jF
rQ2GYMg0qehuZcf4KISFcnSCOsWux9eUnd3j3bZzVHgmG30Q+dmhGfhlRHMWEePS9uKD0crpaIWO
heA4IoC8ZL3yAbcH7fP9PWYsdjwgdduiuYkbGVBSfQncDEMbBZQor12szrAN0zDE7J06XDlY16MA
CQWJTAsFjUY29OW56s001pumal3DbJA61cfsYNpj9+3+XJY3MWUzMkxDR/NV43lYtlczp+iKvq56
d+ib8Y1PPgsCKnY+KWFmPYyxGn24P95LF+H1xsUihaCJximhNo0OezEtWv2NTtCkujDrrB8NhEFw
0ZoFFqxNu87fJpFF6T8nzO62/D9Es/ETHVGhkOD/Lww8VGNb1T5c3w5l9y9W2dYaBgiZ029yrdYS
IMltiHQOwROyzE2AeFYaJkQZpRn+ga4a9u+ZrjSIFGVt/WdVaf5zDWznKegVJaI8KFWw1VOn8iBl
HoW1UKvwEixyAJWY32A0vQFVjTufXsmOlnSBFVLQG6ONXLPjhLPercx3gdSL5xCfa3RrKeP8uL+E
L5qcl0uIkxd9PJjUGk3x5R3XthrWU1ndug5qjdQ0QzGdnB5VHKP8oQS68kmio/xtMiLzATHmEj0R
+C072hVRvk2NyHlU86n4Cy4ofzieWjDPaYTq5KaKc9x1O0ubXRIs9TGYeRdvQKZMDyGMQnUzodT8
ZxDY4B4tq3FOfF6+TNo7gatWZvUxSGy6C36CyH47VZjvRG1T6M8gviTMkgbib9rOele6OaoUIsc4
rDaNo/jlvtU743Pb+lDB/TpSjinSbfamcBKsk03og89gbXWEKPKx/lxMEXZ7eUWRZEv53Yq3dda2
2MrYrTzTACycvTS14HGUDe7pwvOm/dQ36FOE+OLB5m2sanpSeqCnj6Izmk8izvxk27V1a2/9qowC
RC5S71nxp+4MsB98b+Krf7DDWjQNglbDRiHxVBXRMqSqNmR7vb3Ftjhvj1L05KsFUk4PGQKZH8MY
eSX8QwY73qZOgaFOirYqLF2sqKFRjcGpDekBbCosDz8LgxQGy6xgxNhl0r96pgZulLu5so/3N9Dy
ZiHanJFrFP9Il5CknV+xV9luPaahaAvRumprNnsto9hY0JQ8/PYoFMzoy5K+zF6q8694NQraIFKg
q0UMbtjxRtdjZY9c6VridxXZMRmGMZkQuGDpLBnSeK+nrae0o4sybHFSzWbax1Qft5E+9RhhD99l
rg2bGj/nPdat9IGcuF5J1uZkbHEeJcdw7lzSc0E24XKm4Cq9Uem9lsappu2Q4vhRdUh1UiDOtokv
01MZWQfLGX/eX+AFOZxgi6lzE5A7EEQTWS7GzRtgs+jq0zCoW79Bk0epv6QsQ4MuvuP8ypqi+4V2
AAckshDoKUwtPcTUulxgscYWNO5nLQMfuGmJDfejNoK+tXs/xNemEclKb2T+LVdrREOKe4scEHzF
5RrVaKtMUWsgqt1BnLYyoT4gTZfsjQY19wG5OXIvuHr3V+jGRueSpKnMe007cJa4eL0FVeQk7DYx
O7ftNRwL1IisjuLtyijLkJPPQBUR40fIQ5a4YgVkWt5Ypar0bm8r4UntJiPY2uHUgQkinPrWZCle
8Bk8nl9N2Ibl1isRcVj5DTeWlzNGwxEwkjGTxy9nGnUtlMhRIZPv7emkDUgY+qMIzzLrHpyk8j6m
jSU+3l/dq5ruPHECXWRC6FUIe9nmVE34yp2vjW6oOieEEtCnz7DX8j8KOvhjqW55+753ibHDQsIt
uNUT6EMIj+9WfseNzzyT5nVSXFI8zsLl5JsSebvS98l2hmZ4sANhPDlwgR7TCpG8XEfuYxB4+IpC
K/akBdUWhoBFrwhrpb716n0KgRqPDYxrVn7YMu1mgchx2Xjz3UT6udh/ySynnMf8MLtDCsPC68qG
5eOWUZifasGtWMoGtY3Oj78nEbI5U+5J3JMJXe//kBu7g1Mg6WHxobjJFwvk5F6ZK3O67fetQLQq
a98NXaDuVDmUWx9VlF2hjGtw3BeQw+LIzxEloTKV//mIXH4WUyZRoRcjyRBoILwoOw8Nv7g+9pPi
PQAPyzaa4X9ATbrFtsxQN9i0sxj0CXZG0Nhn8ivr2GaZRus+Lt8YkRzxRPabJ4BFyqFqJ+uhi83m
xwj2/0EPEOsdMLjaiU4zHjvV+DxOiEdzIZMz8OU3vMfKk2g8GM5T3+9RTEKhO8P7hONEc6WJ97QS
k1lJWX9GjzJbgUQt42y2At2wuY3EiqCUsMhtagPqbJdok1uPVb23O5THnaJKd0GKF2okRmPlTVpm
ovN4YMDhVWq8ES/YzddXH+rA0o9bj60nWkQ8Tavaodfc7KOgyo/3d9eN40cgSrVZxZ2dcvPi7lF8
g/d3ilU3Bn526qfAAJ2srGWHt0ahnk1bGbYohPlF0IImiRZh4qe6tSSYRavLOnUq5+j+XBY8wZc3
FSA3mTtgWNqsL2CDV1FLNmHTNyAH4noJ7ysomTne04mnz52ZQQwfhu6LdIKgwcJzCt6jyKyhw5xI
PPKU2FDLbZJXGG3d/1W35v5SBqYdCNLcXpykwhMh8FFHdVFjBEASV+M25K5dGeVGPDH3HAlhqMsh
C7UsUGEUjk85T7OLvWq0zyF6jLCoZ5m5xEnizzoacV8o3uIA5GFrjnOd3pKdxaFF7D3V4R80D43w
JNs0+9O0g/qtPiRWvbHMXsO0w1DwTvvdZeH3AlaHzsi9Ru/q8oKJOody2igpbsCS3eJkaaNR1jUr
T+v1yaXePzs0IGIFW3EZLZPi2xNq/8K1TC6PFilc8iy9eTMh7nSKkGROV77DzQGpCc8vORiS5Xni
qfMRBpmECzMoQIvNQ6NWC7U9YsLFdggTZ3d/GV/CoMuLeuYw/GfAxfaiOqChUKALN9PHjQ8Hemfr
02OIMh/F4vCg9bl96vDn3aPG6h3SOjSOlGoQWce3+D2VkGznZ/34mNfl9wHVRJhxunjIkFg8QMq7
/1uvrzV+qk2FD7iHo1vLaB/GYQSyhZ9aK22443ltNgVgyW3oNfHKUDc/w6uhFtca3jE2LrqmcB0j
RWshNKktJQZaAf0YHFCeXgsjrw85Z04CZeWA07tYRsg+EtXkZalwdRw7HyCdM6sx71dmdR0KvJxs
voAFmgUl5ssz4xVjPvSxYHPJ0twWXmm5mRlHW4OY5DCQ/O9BkDlf7n+16wTJUWFMMTLniA7rYtBM
1fC9R9zUbSYEw/sm+aUW0v5Ij9t8U6MpvaWVOn33QsVauSFufUPLEkhTzbBD4IyXs9VNMXLCIt0d
ZBGeuLXHHa3n6a2RJh4OnaL9B+PB6KaZAw6Mfs5iom0hZSv8QcfNGj/GXirhs+VUaJgFBuQdasEr
WdWN48B2IeeAfgWyewmBotod4jmYTi5JDkFcNIqj3eo/o8KPV0a6sTvBMoJOxsOG8ZZ1Qg/XLXRH
q8mN9FI9ZoH1DPZ1DUB3YzoAgOGmo142Q5AXnwtjPsNWbIKktk3KEzFZsJsEvRkvr/yV+dzYGXRh
wFmTNtCVXJLTHSfVKqVQJr6ULd41Q64/xzEGpEk74guHq/fKubs5HpBQkl8CGOtqaoGXj1RzVTeK
JuNgkbB9KZP2D5il8VsYvcFKI+JGWcQhiGELWhIK8VWNZ8xrDRdKU3XNQp2Ode9AOA5SdVt6nnrg
tAYH3y41LAns7iCbKnuER6s83D/2Nz4nvwHiDsQ1GJNXl7XWtGPKE+7a1PIPYYeJSW9G+lGnwLqy
vDe2JxGvSrKhA32AhXh50MPCb0yET2eJDuE9Ya4cUcqr1JV77KpDge7G3L4jF0TUiy72fNG9ig5z
2PVpN0cco2UXP3Sl5UHWFbGXmQc3SU2CJ5ys+0cEHo2tbjTh1uwb5aAXpjjmZp4+JHr4UylQW4UR
nGER0we7+0t+6y2n3jHzr2ZswlWYbFeRPdZqqrpo+0cn3+qDN7KPulNYh98GKFxHgGDhY5KkX4Sf
ZW+ssZDHYqAEnBWR/KKMoMWbygZC0YENR0A/3uMmXcFsjKkqrQQ6t/YHXw0GKU0fOoeL9NjOynik
xK+6VmNXR+Ry0/edBbE5w7zv8/11ufECzT1KynQz9eWKAiUmpIoS6WsutBf637QdngfEBt82ZlQD
BXa0ma+l8kKI5q/7I9+aJC8CjlDSmnHSizCiD0UdRHDhIXY0Hl3Q6Y9a9vKURFq3vz/SFRB63p08
s3NrQAA9V8Xl7rS9Zor5+sJF7PFtThPgqPlp8ydPQ/YBYWVzQ40Iw3BaMH9oQy4+SSykTroVrtw9
N0IM7jlSXRUSLpfrYsZDEIb5VHXC9UXV44xjvM1629y1VEp2E8IRsxX4h/tTf7k+FyEsXXWeDHTQ
EGJT59/06mAWVqfEgyd1t9DCauZZBMkbY4BataFxiR05t9tjGmIhsLGRqRE4W1TSOuAyjmcrVh+x
m5XyF53FKtgJ+il7Z1SdLygxm38qBJrKIbD8WSEsLABCtVac/cKXE6na1K6LeIutVRqjnGDp0R6/
LRut2NIRX7U2Hd+OcuiPE7Yl5rMh6+DRKilSbNjm2GgjEv7kxb1JM3aKyob+BP5BuxB9W+ytlL57
gpLU0ama6hEOmhqgtj1q/lRspKaU43YINPOd7tE1e9asUQPCQKKUA39WUCgzZYsjZTJ6g3Jq2CpH
aZnoVKB/9kOjgW1uasIt/EFMQGpqWeTHiZohDoiNjZCZ0qtil3mTPW1biMdfignHBhRwor88WeUF
3si+nKt9lVNsUr+gG9M4Ob4aKGOugcpvbWrAQho/isoJdNLFlTvRg3JEVOsuyJx3EPu1N3VoTZ+m
bGh/GaPaP2LV4+ws2n3fMhUZEEDwRY3kR56c7u+xG08MiRAIM55vDWbP4nQhS6dgqd3rlFgz/4EW
IuxDy/aPvz3KfIQFUlbk4kIsHrLMqoUXKZ7uJmVoHzxhxntDmt9/cxBBpUYDDKQ6DuivZaoxmCIf
1KYx3bDpy32JahJqIOHam3x18zGKhY3DTJ8TsFEWnd5WC4xB9TTLHSIzQX3QF2/nJOdUWsba1Xd1
vdPH4uTPnGTCbiLIy+OPc7GBLE6suLkV6Zs2Kd7HeDNtEuTlHptENKgOondrG/kasurGwIRYyC4i
1sNTtQSayWia0E3WFdekG322KmzvE7S+9uGU/mWrgdxE8dTswr5d241/lwEurjyQ7yTB5IqIHgBF
WFx5JcDTSdHD+GzXFkkqVR2c+/IpeW5rnBx39L9QBMm1qnumDRidZC2LfYGqEAYLkEwNX6VwYaaK
885o8LhPc8yZw6ktcaKO0Xp0vDrPP1JYQYukiMfMOyA/ZNYHwp98X2ZTio6+F5T1vtJFvLVqTKkf
S5Teyg3qH+hxcL1a72INf8mN05p5uVVw1kln2YfuhHUxmv6+mAYXKUs/3HVxEp5NxenOScoB3I55
l7k4SjpvKxSqv0e5lnBx1w5m2QgUtG6smPGXCBnDbgMfo/9pVhOKk2ZTi59IFCKHPfbYuze98xTk
hlE/c4vi9lxr5filkcjEbB1wDhhp1xKPKyKA4a+hlfpfaeWrvxDcVchKo1pg7wCYFBGWOITrjMul
eBgxS5A7WKb1T7yWHhRuJq5/fxaV0Rs2w0mJ4/7NGDnGhwaVfSYZJuapRDDaDzbmiB9762CIZaXg
E/ADkmOwqxq9/asLBllhX4A0jN8JvTsgT5vVe2rm4UlDYMbfTbiLSHzuadlbKJ4fvFxkB9VX/mj1
JP6SGiJN+Ta5o7zMKnqkume4FAqjL4Zd1vjyeZgUbdHrrr82Rl2We4d4y7XbKTogKOc/lE4cf0uq
Vgf7WbT620DCeNkEpLF40scZvuT3r6CrIGHevVQh6BrxjakLLE5sTcmU0CA8q3XgbwZHVfYaDiK7
1iiafV2McleY9rAScF5Xd+mAWPAPuWEN7r4lmVdVSiMzWzs+KxGNONmXxWcYg+O2xILiJMY+Otpl
lhzRmZebIJrESaeZi1+Z9mTVZvi7KSg8aFIWCjF0cGGAz/fnq5gFf0Gzc2IvPfM7gj1eYjg4DL2B
wBUsWH/0nJWn5TonJJZGoYUvT5+Scv1izdskcYworvOzFsXtRreU6RhhK/cpztP63dTZ45Mamyqr
n2rHME3G97i3iW/3v/vVK4pULRS9GZdBmZlU/3LSqq0Eto1W2dlCaPsJp5HuycTpcuVDz/f95d04
C+9qRAszcZvuxOUoorWr0GwCw530+KgYqNR6gdB2SQ4RNBDBW3sqh41dOd2+H8M1TO/1u8fgPHeU
VOG8iCX5lwtNWGDVDFcalf+M54q2SdC62nloCtxfzOvXB2uFmeULjOrlo15OUwZDN+GNxTRreCIB
3ZAxG6NjhibHvu9yi0osomyFZzq/SRWfhT0IO6gI0VSEt70s1IzIM/VhbbiVcKqtqVj1d38ojYOD
COxjbKL+k41evremSVnbxPMGWX7aWceCIhQXiJhdk1+fmlqM0k7LVLpeOn4e48b8aLVmBKhUBo9a
HBybvBxnG/FgZxq58xaznQfHTI4oZf75+4tPcYPEjusLRajFGpiFaSZOK6WLBkn7Tk7k05uiq8RJ
TZRvLD4EVEglKNXH8fTp/tC3tjdlzZmOSHkHiM3lGvBmRkUa6hJo4DRt7TZM34S4yz6kY9K/yyv7
KSrwHEoiblafLOX+4DeuEcqpMGXoxdF1Bzx4OboeZJgzDESPXZgjD5KFuFD6Y/0uQyfzD/wXjU1g
4DW84WeVZwA7yX7IZfXu/q+4qqexA1//iMU2cDyr7aYsMGmSdOp2cAz/4Pck2LJBbAKafbi/P97L
03C57yyVuhKf2pl7MkssCR7xsm8RRXErFQfDbR0l8VfdjNLvkofivSyArG4b1U78bVM0+lfiCa3e
0ZWowJzgttBs2Q29j1CzkiWHtq9xbTfBq34loAAuFyajiewyCNZiE4V1fCJ8RdV1JCOCK9GEytc6
qoQCcyxuT4mm9fU2Bt36Y6iIee7P9MYjSRRN1xi2I0MD1Lz8vmU+EIpVNoYhiMRu8lpRHhwcdt9G
qdcewAvDahoH4E2A/xD/Np9gIiGb1wTVocYUYq0ref2h+TVE9nOdVoVMv9httUDzqs9L0wUoV52z
zPnJAe9PVpDaT73AMfH+7K/fJ4ZjZ89Kw/Aul0CaEIxgGcrBdDUt1N/IHJONIOyCh/ujLEweaDML
GOvAqpHbgHEHaf1yjeWMz+byslyUMuWfgOHJ7MfgrIXCeSfyhHOrNMpXfVTqj10yDphCR09N5Ch/
QRcjpBapL/e+8HA6VkXquY7n+Ds10WPscLRuXMEuzGdpufVRR5+775JLZxk1WYkaFq09mm5v+SgT
+r7Y14AVNyDpxOH+wly/aFTkKZahWzFjVZanLDYLVC8L3XLjPp+OPprQx94anSd/8DDZQVB9K/Me
W7bOVlcO+HVAaknC0Tkmgxt9VTDPEr1BYjHwz9o4DaexU/yHNsHQq0UccotHYLqn8Z2t3KXXFzk1
ZMI/Wsvc5WBkLreBPyF/jpRFcEYUInlKu7J8JOMrdmEpjM0w9dOmqxzwpqJ3HkD4T7v7q319tubh
cWvhCadah1LXxVuaG3h1qznDd6VnnmgmtbRaTMQUFTDPIKXWaKY3xyP4BprC3UI35HK8WE0tf0zs
4By1ZX20enxgkItCBT5Rgk99m6217q8P84y2gVll8jxLMOeL8UxP10BphOeONgslDlANmad4K1fG
NW6CLIZaJ+SeGZwCA/FymBY0M+1oLTwLbxg+YDOT4zcepInx7I9KgJRrlhQf4UwC541FY/EIdDlC
tgE4QChAvh/ZG0N0PfKMRjicm8nUfyIM7as7c6zTd5GOBtrKT77xmvGTCV4ADHIR0TS5/Mm2NtL/
0ovoHIyWssvCgOczTsXXKQmUo5op/q5obO1UYH249W2veIj10gJ4rysfSKPtvRdH+sm0Y/sUahgc
jC06J5pXtGerzsLHRh/HPaxtV/Xr2AG6r9ePVm3XJ1PzC6xsLW0X4ZOAEJre/nZSRchP79DgHgHE
s7xYTceTYY4U+jmlONDgWrDpwtAg7Taw5i3EH/cP0PXNyGjgDrnPER/hnbpcxkoGk2wwcjzLBJFz
oFbRTsha3TrUlFcC3xt7maFA+yI6N+fLi02Gy2GVapMdnmfd5i/YlaXoHdf1yvLdHIWFc2Y+F4d/
vp9f5aQdFmE+ErPRGd8E/wiBQ9k1hvG7umdz2j8Dxv7vKPO1+GoURUurSUaMEuiVtW3VBHig47y3
1VI7wKT5B9ccaSDo8Bk9RndwsXQqjpWW3anR2Rql8aFEy37bjaO1tQLFeWz7YK02d/2UAEk3Tazu
dMIWenGX0wsq1TaSDuKxAOx3gEfa7PLCDI69IAyUw+jtxrA0f/8up6RmqQDhmSQVhctBcczwW7gO
0XkmypySUgm26GaY+yAIf+R6tJYF3Hi5SP3AnwO5xxlyyUEJfKkERtNjE63h0mHp2VMzKB/S0vgl
Ov3sDNEbI5VvhxLL2ftH7sYOpb1DSj+bBANGWKRdAdURqWHAfvZa4Oyhb+n7Ih3XnK1uBGi8xrOw
JYk1UYFYbNEm82ovUKlPIWMChwMSVfMlgzujbvqYa2szJYp8UAnGdnSeqXq2MDn9DcaxxVOIFj56
dL2h/mwH2GvThPuV5U213Nt9NB2azpnaDZIPWMDcX5sb7yu8Dk4tFPhZs3NxHQ2xJydPoSRs9Zia
FElTHkMzDo/xFJnbEZLmyng3rj+Cwpl0T2dTBwl+uedgCCaj7UWU06ruW0gd/CGqu59QYdY0nm58
9NmMEkAD+CGGnCf+6sIoB89Ji85Kzz7K9Vs1j5DGF9aag92NcwtemxYijDjKNnIRLpjpqBk5VpVn
VH5or6mKueuhq21zDGb2GaJN2AEb9v7+N7vGFMyQF3ASZASzKt1yERG3Jths/ezca5W9BUyZHpxU
lk82oIJjFeT9OR0M8PU5ymxRgptxIaZsR+aPGDuxxrYLlf7Qll72tmrt8q0xrRYOb3xmJJWpNFFt
4e1Zwk/71k59H9tkTDLa+MnGz+cJqYUBoqDdrNxiNz40X5nCIA0qCpRLHEfTIOBkwcQ/i6jEwjNT
8C9IcHC7v+ZX7FkeIGiVoA54EF7Chcv9pFq9htJSnJ/hLxmAxHX56FUy/Toh0T0faNon9FnfTJHf
HYl88kMRi/IZ9VFKHVKWB1wEYfQoxc+qyMMDgKlsX3nJcOimOMSBL/k/7J3JctzIlqZfpSz3yMI8
mNUtswYQERxFBgdJ1AZGTY4ZcMeMt+llP0e9WH9QZnWLQZnYue/NzSsLkkBgcD/nP//wZOYOwm6z
Xb+QHtxEpYbk7Pff4VdXCl4CE1Gs5qhBTloHbdocIHHzp5bWDRbgjvinPn1LV/KDQfay96NYJzAE
aRWVLQywl1dKoPiD2Be0x7q3Cx5HQrgObdVi7aYNlVXGg9Vmn9MtmjkmjMB6vy6i9cKJRONnxhHG
cZzN+TExRXuPx7v7OakJo9oHnsqPjWMmX1DQmTUA4sayVnlvtERaJtUbr9ivLtWGfG+Q8w9bxJff
YQ2kJbOmaI+W3ZQ41fcJeXtdFTz9/o681sPwVDEN3PySEUXSerw8jgjcdp6JZz5aSYKZwvS+mRih
FBMTsA5Uv9vZg7HLJYFBq9NFw0y6/KRfN6t39vsT+cXeDPy8pe1uejjEVi/Pw8JZgBta50e3adF5
Ne18njvWSKR60B2Cdfq+1N5+SHr1aM11+Qb74xdXgfKUJp7EQ6hujJdfHt0opJ6jwKuPyho9JKPG
/N4iVCxER+Qecsswi7C19Dxy9Ca9nnAd3bXu6B/QqOaRS3DJrrat5g0/zl9s5yxfm0wQjRQ0oOBk
Z0QeJ7AXAo/0rFk8q64g/tyCufW0uKNWhZo0Gz/UF1/gVGdnl7lU1pltIZ4LB2HoBDnwU5/LLYui
nTNy4YNezt+nedOr5nWiM9zTdf2tKcaPmu3lywfhHCSEoTYTBZxaXl7KPKnmEjEpPWFnqztLpu4j
kATIoWD6gFcUxpJNTNeBn76HbPqcO9IecJ/OiIfPWn+KpJMMxV7Wg/25SXTjuufL7c16VrxnszZC
yiEUBe1fohHb1rEWbrDeYELXX8zidtRsFDleq3VPBiHG5KGbpU/oLIFWu8Ke8xt/yRY/bi05tTsD
GXQR90G+XJO/LBxc5N0ZPQ8JInHSBTUpgEmruXtLQsndTX6XiWhQVtnGqy49UDYYSueaGFL9QlvT
7kCOlFmF1Bf10TWUDUdYreqrj0S45eywKqP3i/rce4eJ0XrbThAzVmd1vzSYwpDsZGvqYejNgZQ+
PZ2edeXZRQTj08pDconqL0kyNk99ubrTjmK6Put9zFeiokscE8EuMcCRrY0J9KF51vQLguXdAfC1
aVVksL5jzpt4cE1kVTvHvnCkCbArlq8FmiMZLUHH1DTHNckNixLHyXDoOv/7YrcMYt941V+tbdur
tnHaAGpdYKuTB9vSbCdDF7MeXVlAG2I9wBxSNi1RhUbmlwiOV4/ab1iD+kDeyaQ/5pBb96NZ4/kH
O8QoLpkDzm3YNcr6Zs5z8uCMPYbq9C8iUmvj8nbgfThEFHvmJ4Kwkz5COTddIrMnarrkFtxlA/3c
bhC2+ZT5fVqFy6oQhtuWcuN8MeZLc+5XRLipkhy6NK1wgaz3nNXm+r7RS14cOcrWipNSL28NDLWY
JPVE0+wQ7JZJ1JBI3O5Irak+2/iqmnFj+r0ZT7zxTmgHCzkwQ+nT1Xljaz3pfbGc28SeEJk6SH88
BEZjTaGybYCKuexNFUHBEnuvW+BuNdYYOHt/IF6BQG8DWhP2IEhrvLTWd3WzVDEy1aCMLGnUoRRO
+jVpRZNBkhRpGVWl4aYX6Pk0av/cSr/ray8+4OSZ3xvpMPuXUrn4BbabOsG2tEUPGcoEu6la4aRN
ZUFOi0YaymWBRrresUHaT/jXErJoDEI8J1KguZ9MBLNq8tItUxNKeaRpMrlOyYlr3om+MKeLPHH0
8eAvcM32q2qa+98/Y68wWaZ9G8mE1WNj9OgnlUaaJXmZDX13nHK/jJy29S5sUx07XWy5mziSOuX0
uZut4A3YeVvdXqx+gOQIyphVM23ZjKFfrn5LTg2Wr4s6tgWRl82AdXIjTEwXE1se+vFNhdkvvuem
VN8AaB0Z2ylfqctrY/bthOOVBESV4FNDYvkQfKvLQdUHnq1m15nWP25oqUL5jlSaYHHQsU4ur+kK
w1/NsTummwp6M4TflS4G/L+/ia9qeAYa3kY/haMEAnJax3VrxeupV+PRkN5xHlISo+3garKV+cbT
8osDUfps7ijQpHluts9/atWSHhMcYQ7DscEAO6ZpQZfJMGNfSPVWGf+LQ0Fux2aZBZDcmdO5xGTA
VKB+nI81BsMRa8K6Q07pX6JbK974Vq+HnqDVPx/rpNUlqh6O0jDPx6nAx6iXjADFinmYVZjYXLAR
Hsiu8N47Djtym+YqBPNvdr+/h6/XelI48JHkIQUBweDo5aX1iF1DEubNRxN/vdjt3OCiXta3vLle
My75qvSxW6nMowKg8PIwZIoX0lHafJxNozlolTteKqJZd8qelkuID34kxZTf+eQXnpeb+TA8tCHW
pOP/U3iBE/nhoQ3ERPdxeiLzkuODK/uJftwmd32Szg5SRxMXQfrml/7Vs7SxB0n6ZpZvnlIiMXyB
qEOe8bFzrENRik+T72dPUsrQT5KDNaRxYYnDMstzmA2XcKgfep6+sPUs7dpTi45w2H2jjP/FKXED
4DUy+QT2OG0nssHK/HUI5iOenOUBm8jpJp8gNCoTKOmfLw+bYxXtcAAvC+T35T0PJEHDNqjHUTk9
RLQi9+/zycMm0sIl6vdP8evZA1ARwdeoQqBPbHajL49FXlalpcI2jhOEXdo+3av1PZGhpO+NQYCs
LyNEXouCuaLSrTb/wkednMOrrJsxw825ZGa4ek5zK9kvp3AZEvtSUEaT5ycw2I77pLJ2EP7czyua
0JsyY8+N1Dx9n9em+MJmMyyX1aSt50h92ZG9GRra9ZpM9T+Gx/iinN3WFP4wF91u8E9LIbSj0RKL
uxwdq7FQhrRrmAJk3TFJkG90Xb96Vhgk/8WqArc8eWcJyB61pdCWY7CMBDgVYxmlVYW4f0nfNHDd
ENaX+zJfC+3UNikFLXsVpZr5jbm6HMvpMy9qekkos+Zia07s2I5sx2vEMFpcIKI/435cTWbQvLEw
vN6pIdwAcmMvQH8JCenlhS0DzZmpuZdjV8Lwx+BLpzQTuJpqK/8XQ/inkkRGxqZr9dY++roogQCC
ONzBwW/z6D6ptxnWrU46lOvRoZ0J7arCjsqdJE2RzYFn45+/l8yHETejRd+yzU46QOmWavS8RT8G
CHm8zJSPVmX15/OE6vz3r+Uvln1UWpusiaKLrtM6qUOGqutWst+d4wr34zEJICHkgc+rIyUqrnDE
rve80SBOhLVb4kcarMFsxqItYCDJznv/+9N5vddtBHhAX+4vcOCpspEE01w1xsYInoMn6HM2zrm+
fGOFfX0zEQTBIwPh2gCb0ye5NgOyj03pHJWdFvtpJNM0N+383Oh9uSvG3ngDhvjFlyLI2nW2KgyT
wFN2AwA8ZhtC2Ucd555wqoG+VBP0+99ful98K3ZLiGkBu/g2a3/5dgxtp0DIO/dYK6e+KJC9nA3C
Sg90DzPEBl3/p1QsloMNuIb+vt2oUx/tpJPlutiLe2SUYkQV1exu0Mn5HUUZnPVyeUuY/frtR+YD
F4vpDA6X/Pfl96tqgfuDkXpHI4CGlKA/R/nSa+dCArMZq+qitfa9w6qlX39/YX/cn5crH7vxD+4h
vrI2a+DLI7tpj2GI4sqSgzV9t21KaaGVaucM2iOXuLtrmffHWefDr9dL5Ddt7saMdO0ddgjLOyN1
yijIrc8dxWGI53R99DEt3ie9Z4eZ59RvPN4/uFGn5wvLGRtQViyG4ifrZEeSr5gHyzvKUqt3LsKg
yBu6/Clp8GbTJxwig2TKYpqs5arp6paeWGQ7o28J5vTcNkzR20fFBKvo9xfy9XsA/QM6xoZXMNI5
5YEkI5fDEbO4S0xo74vozSjHlPKtXeL1RoXYnAUJuxWOQaLLy9sFn2xycqbXdxp45DGQUqP/nrfQ
TqPtp+dmJnTYk4AG0co0xd/nAgMh8mwNo8HfT5HgTvvS3BCazbVw0sz/TODUYF74RCKd1bkIDmme
w33zE2TYIaG6YgLv6uQaE3vZHxfpkB3m1rTXoe7kyiYJzqne4yW+XrpurSrM99IA3QOUc/jJur3u
vDQvzvIgGKsnWE8rphaDlAVhsESzA9U0H4IB1f6o0uKO3bn66onM7s/wnqofpbID6C1tZt4lq+ft
aWaqZ102qcKcI5kJAOXLfINbQG4kq9D6ZFoF4Vxdv+AqYU1KXcztoJLdZEjjHPJK/jVrjVxnYysL
EfmVrSQ+dW572Q0q/y4pSbExN8X6QTame5PLoSowjifIvDJxFzx4Hgk3GH/PI7m444AWTSVtWh7K
qR6jMi1dnisJvArPa+53JoG4V5qApA373J5ILsndwnjjeXgFi4MlUN/zNEDyAjazXj4O/YIZqlf2
2V3e4zkfuJMZW5XXf+xsDfMWa+wvlKdZu0Yy5FoxjXujRHu9bHH4H2gdcy0mmSeVQ7aSP2MnxP7U
hfWxmlNkKmnhRt6UuUCv3nDLuGQNpxEP09+/bdsffrEKYKZKjQRRnBYGt+WT7+1mJNIMsAbuGOao
67nxxlilrnGRA4btnSQX19T82huv+OtywqEyZ/fm1YOTQLf68mprJe8l75N51w9Vc5U4YKlTRYp5
xcz9XFK3XTpNkexbAscYEqz1zi+K+gp5rnxje/pRuJx8f3gRGMvC68Qk4RT66JVpTJyLfbemLoy6
efAdbZebznQz+4vxzshT0N6k0VsrdG0xQFoanSerI/sAsagccc1XTXc50h1N+7GuCfsNJuyb6mrV
p7ilUMJZsiVGIxqDpN5PueggAuPPE+KuN4gdZFI7j+3GDs4LOhvK0hWL/dgwalJxTTDxOspVvYA2
ZRJ/QuH17GC/fwJeVQTcBJZC/odMMIxyTroDt8/VpKhz7gJwWthnQRUhklz3rZrqHbkfWfz74716
1DcE7QeOxngV973tfH5qfARe2yRC5tZd56rimjAjC9lx4pePUm8eCqWbT7KZnCdSD7s3hAmvdpbt
yFv2AXNqdujT4ZOytK4ztcW6m9Rsh6WllRGkm7f2r1883Ey3gEi20nRD3k8uaBVU82S20rrLFtFc
ZEFJOKZT5WdVUXpsZavA78/M3xnc3E/OUnz0ezs7x5n6LWO3V20fXxeeAnoOODiEMJ+QYcrWHshX
H6w79BLLgz7VzVnQMuRLe028//09/dWV/flQJ1UXtV1l26ycd5UPODm3WhVRIU273x/l1RoNqQjK
DcxfYhxAKrez+OnJyTxDx2FpcO/Shdj7Qs+qcxjvFlmcS302tK1xIUyLTC19IEK8MIw3lsrXMB+E
JrBu+Adw/bmeJyVDZk9s+25i37X27O9yvzpkaV6Gdi8vYeM+jbX+rlvH88ZWN6OXvXX07Rq+XKlg
7lC601Q7LmP1k2s8Tp6m93Xq3K3rvF4PhWEdcdFNr8eiX2OVwRNFZqu+FZZefVJl+Vg32WZcq/K3
CsdtSzg5EercTSTGbQD0P9kyumDwVk9V2p2uaCRCw5uYZGPK0t8oPrt1K+JgQ0LMWyvysbb7Ponh
rGeRRUY6dUu09m1mxHIN8s+/fzxevXj2hkyi7GJbMeGdnd6frhCQx6GGHc1hEYdZd658sVhnnt1Y
DXk51XKBdW936xRwZ2ReaeARRf3cCSt763U4ffWQP6GlAwQAnaPKPCWIGZ7KUhe0+Vi3pkzjbtHa
YmemFPFBIYs6QiTDrMLB/2S9CloNEnlbSYzbhB30H31+N4ln7NgX2GuDYcWr5ZfbAGyys51acWQK
dbtzWTZhN2MnWq/1VeKVkxeqptDOVGk7XyQigismC5NCCJp1Tz576RCif2mnEI/y8bM9rPaHQG+z
K9nozBYsGqcgamrkflGlNuwsF8X83reWHo5yXl2SFOhgqpXXZkj11pqxopXRsC5p1znq17LOwVkY
94bGXGVvpVG9IkJtDRUlAxJN2K2v3X900dfG1MriXtiFMs/nFc5N2KcCZ8ds9DszZL0vvo2FWT4k
mtmB3K1Ff2/2g3VG/V1+zozchmENWAxsmAcijTDgBcUwSNv5/sZzuK0DP78gnCvBIjAJELjDVzpt
LcrVaboq51xR5WJkWfhlH42jNA6VpQ8H20yb89RoqoOZq+J+2QwrIV+MsTEVRQT++ZaTinH6wpLd
wtQF6smmKGH/O6m2cNbNFiU1814jPAST9DPA6Z3hfkp9II3O3W8eLo37XBn5O2flyjXjmT0X/7DA
5iSQUJCtijsOWpEfJh0/Ld7YqziDk5j6fdkMbuSSuBnp6+IeRirvi6rTZdi26fRpwhMa5843ao5X
TCUKXPDPYNPFsSuzgr7cOvqhdxLPrbz71bzNyuvOuGmYyvrWEONPGW85ajaWvHl+5/YBwW0fF4Rq
lt1GwrmuqEiVv7NrIwzMD3mdH/RKvbGzvdpafpwfZMm/z+80AW32p1krjNK7hxp7qHb++bjzw3mX
hsffP5unW+h2HNwpGGTwdILnnVwHe2pn8oK4DkVoRlihRGM4xbxCb1zvV0vx6XFOirzMStpxcvk+
emSEXZTGuEDGuzyEG/LXc/XvL+LJuv/8D/79pWlxWRHk9r38539eZ1+ospvv/X9sv/Z/fuzkp27a
b/V9r75966+f29OffPGL/P2/jx8/988v/rGr+6xfjsM3tdx969jUfhxEfGu2n/x//fDfvv34Kw9L
++1ff3xp0K5sf01kTf3H3x+df/3XH3CYf7q529//+8N3zxW/d9dU//W/6uz51a98e+56fjv4E79p
QFuLhhZR4payOH378Yn+J9yrzUkQdyWwuc18vW5Un/7rD9vnI0L4Ni5cgPRoez7wffrxkfUnY28q
yg113Xy0jD/++6vf/rX4/XVXuBR///vntHaehxeLJL5fm9XZBndS0WCCfBqd6DcadQtbJwpkscpL
jwxphqMtS9kZDuTuegumXKC09zpClu5aDMLKd+Vs56YJF3BKpj5eh6YwvqbY6FfnfZkEOV42I26i
sjGqaofSOuljMvLSJC6Vrtm7xu+c4HleSgJe3VIYEscYKzWuFkJQ8cHBLpQQxUHA3XgoymTQrrGq
sAMRWlXZNFdOYQvcpyhCz0Ys9Nh9x6YxvHOT/LI7oJTlsvGH+mgNWUciwlDYH7jkWhvP8CHFfhFT
deOBhvrxILxZQmrBGrz67PSrMdTsy8Qys4cXatLj1DJm/VFfrDJ5J319aQ8Mrmt3B5+KfQ6PNsoF
3+scOw70tH6y0ypx92Y5jvNZvUnYQrSAZbJDM4p54jpYPeqmWao1zLUVeiHRDm4RYaWniX3lTkLb
C+E1bVx33SSuS/w+ritrru7bApvyvZLdRB781JhsnmMKz0n62ae+X/s7OOMIlRYmb0akjbW1Zytz
/R3TM2Xv8RLISLMuEROFuiVGFIGubozltY1m8yPQZ+uGVqa8bFcKlRkhKCl9oBgG+1u29Mv7IvVj
kQRQbBRS8o1e5YL2q+ZqZRW3Q9W7xFTLjNiPurKL/KAl2l1V6g4ejmRUPSek20SQsquIkbR9lfb2
+mHx2dukjGiGERpBBiRNshulupz0zDZjgjKSR6j9+Xnb+uU1WPZw9Cpz3ruj/uBLV/9QFnn1WVjr
QhLOTG0NxfULNvIGye8ENsxRUeS4EBUOkQLJMhX4ghqDc6nnc/6p7BRPj5fPyUypt7Z8rWn2v1vE
KrIGG6v3MKSkP4Y18lJuca1zuZXHCEU1ZXMPWTbVdzgStAdg9olCq7BqrhZP7vWqzbCTxJrqZAqP
lH1hS0yJtpfCdEpAuGICNujEsluJ5cHOye41iQ606M+Ug7d/VJpVf8fsVBs2TljzYejlCo0vQ5du
o8EbIQuScBj19gjmNuMT9a7JNGgNOu75695PR/VQyyz76puZ0xN1kY8fpjRLZdy31vIwdC6hu6ki
ryKcpOy1s4WYlAqDKSW+BlglPyq+PL5agEHNIZlTRFIz/nffZUdSSFwlcIFrLaCrE22nHWXt5B7h
t3biYfniljoXGkL1RJAzPrhYwYjQ1BrjsupzMhbwVci+4oVCdk0P09YMg8xiEJEX4hGKLF5yo5tj
3uKk/rMzlgHKUZh477O+7kAzlyy9032hjTuMQfKbUniMo0el6s9VigwKhjOfhV3pASXgMDZdCcC1
B8bJzZ0avKGnIO3M86IGRI+c0e4+aIZt9FeeHJazEeMZDQQoCa6x0nCggHcyn2O9GpS+s4mcgxBW
ufqNDzks2Od9UYwhBiTtcGHKrTLz0GB+bSdt+tZYai3P674IxK3TyqoIGXIuyY64ZUMy4nYgtHWO
WX8SnMPKcG6w1ittrTQy3hdNGRG81+KLLyp73iujbclmwWj1kbjcyotMs/aGMB8bVe2AuopHg8Fu
EpOpUX2YAwvwS2HZ9gV8qr71EUOQKeUwat0BN1rNvhrSpI40Q2ocPLGJjQlQOnr9mKaMF3x4hlpi
pt9Nj0S3XVG1zUdCc/vuovdH0nmkNSdXNfRWf986BkYGrZt06a5bEt3f926RQpruLKLL/HxaktB1
Z//RMkm2IBFoqbq9Y4zVu9QqxoDZ4GieJTPDu1AYc34r4WUsLD5lckxKrVKQ72p5K3spPrpm31CX
2kEgzjjoOEeLbifJeZcCoaAutu0e7mOwZJhnWE0a2zIpnyt9spA/Tqx7seTltlHz+3m5py9OZOTq
rTPHlpDd0V2NXIQjKloVzykzEIx1kX0wcCi1C5Lm2znitV6/eInwHxtz6L+tlb9el3RxVdQFovjU
5SNSRQO7yCTignPuLlwFpCeVKO47cFa8lUy7VfEaGPCrraJd7idyx/ID3MCC9OsFQmyc6xWTW2Q5
mROiTkiqvYV1ZR4XaVC/566NKnJEk3z1x5zVqHRWkpcULHkj8jjLR8LFFARPzASxU1tRqfYTk+AD
zFlQZKZr886vkKVGbW4P52QFmQ103GW8W4NugqmT5B1kRTWKD6U+iBtvUVMZtYs5EnXjd6hc9LlZ
b2xcSfXYt8TEpotO9yvK8uki83J8k4alM+bImJd+iJa16o/UC2Ybsed6H8EdrCfD7fFxcvqgI1pu
wsol9NfA/jCUi3Gn6fXMKtHREIZMd7yzyaiHNMTg0pKxbhKmvk81t5QE42l2Fum1pT9DnlOUsfZU
M8+pK/e2XvDRCTHEsrurRZSAw1ZtL7cazHFsrCBnDRsbsXs/2KnJyNzwtT27mp5Bbc2MR7auprhw
xsFk31PjusvSzNJ2gSpgDdRVN+hhx47c7hkHYwKF6HPgB2GQfVzJiqigxNvau6AK1grU3OepIbxw
WmKvcv3vzFUb+NKyWTWMA4fN9ELrhi/8jaTcbTSCJ2Gn2W076Jm1K6fW5P1KV+OimgvIyX6bekmc
+E52H6x9mvDIc0d2NkWEilEWdZdJsrgWMUxB60XpwqIZDgROfV6dOX8nZ9MUod1ICNk9BJcV0+G6
Pxq13SwXVWGMB0IcfCjQsyuJrcc0gA05IXgq9HNTzaTiJsVHw8IKJ9YMR15htzsEYeKtYLRVr7GA
MzrzPjjNsI7sUJ312BTo3g9gn6uDXlhbh303Yd3J6t2l9s5es2kbvXGkqEjzBpTKXur1rKlbr4pc
XhpMONLJeXCztbFQZXP9oxkOLnHeVjbuvHbI7KsZEua8A0AnIg/mm7/gU0vNzGx5ND8P2kwGReAn
/jPwk/jUz4MhLwrH6zz2+bJnjOd32l1pNKqIUz916bj7JRv2RpETrmfKcTimBByLi1VWmnde2YM7
XqnV316lxWhjxm56fmUstj0zAxgdPWp8teD1sYzG3YQj6x0ONMWnyWNYFZpNlx+cYajyfUskeBdl
2K25t6XnFBQcet3V+yrD/TIPp170zjUVq2/vLXcu3KuVWIvlxrKLad1pxF95nz3MOtlsVkPzh/s1
oD5qwmwmZ+VKiG5M31Mw5+Uh0ZN6ujIJ1Agu7FVrmrtOtd20zxjzG+dy8hNyjXPDSL44GQZve4cR
i/9AYF0grxwrWew7a0ksM8KHcjXfmO5sgPD/BWLoMTakeBtr0ANhWuJun/+EOSS5qbltrkRc8fG1
rQpY7Y1Xffmp7fpFL3PSvP84DJJlpmib6pTDneAreHjXndbLIgYXXmqqjHK+x9yOtZOSE8tBkm3a
K7dtMIVcQHpudDXJOPGyv8lz/78VphWmEf33/+43X7XC/0P91//8nD3/2/3z8DXrTzpifvOvjthx
/oTqADvNgsBE/7kxOP7qiC37z61H5g7SLdP9bp/83RFb5p+b3hNOCQR3yE8b7P53R2y4f25+PyZ+
UbCRMA7+Jw0xlIuThxVTHQOzLgdhOMQ5HtiXD6tYPFF2BnUhoZqNdiBFo/qW2UT3xbXynIvZMbLY
VOuqRyb19xQaFm3Syv5rnI8E2AYAmlX5HR+A5V6IoLL2pt3nZ4Nv5gczXbsCBQM5R5m3pdBlgZBn
hM/nzNIX2YQgkeKrUwt5zmr1WK++Eylfry+Nil0rsuB5fshy6ZGskmlfE6iGd15bI8dn1Y+40E/W
lOQROzGcEX+YyrNU1lZ33qpCPM9m6T4tolBY5XjlHf0gQDGSh+K8wPAz4pZccd7BFmPhU5Kr1nS+
A/bibETzMcVyqO1bJ3EBLrWOyiqxJhiTDvVLQSOdRVbSjIfOHgcLfijhMkvX9zXus30xxUa/VnRz
kpLsMulmzyLjFbua0Ic/dg/OZI4Ha5qXNva6pOhRTczZobE685oio2BuW3vOR733svnRdCD5n69o
HS69rOu+JSmuYXaKxmVb1GcVloRHP85pk5HzbgSpdV/lAiL0WV3LpPhSSOgVY1gBwZfVe9qLBbg3
mZLKlQffx376YVz9BVmU07bSSHf2OA5y/A5BAmeRPATOg7YlIocwO0ODpkGzdsvE1qncgBsmzGBX
Z8lAtkxcKeW3+vVcOX6BB8TKAPBdppHwmFLNexoq7FiY7rCZeJpGHRjXOYZ7MlyZE2WxPtiJiMxa
H75SzC6cME/QdZk7nTqf5BBALsG+xL/y1w6dnueOSL00Y3Y/EK5CRGfn+nJksLOJa6bJD54HLKyM
EK/p4NJTo9NfITq3V3BNVathn6R9pe/HeRAZj7yJ5nGwzPK6t0t7vHPtauTRqixEL46TLju06xgB
NoMagw9BUPh05EhcWN3TYa+nPap2OoDxzsi12jmfklZ17yfNd98nzJm+plRx9o1sxvbTvBR1dlg3
fVZNXIqI5BwEUzQ3mMb5rYtj58D0Motdeqn0sZu8YjmMg09HMnnYPbrKgfBS6FpGZANi5C+dTMWC
ranZp5eJiStPZLTKwfOYsiu4KKdi/dhDZL+WqdGJy9Wc2jLUAngzUIszk3FOTdUSa7WYbvzUAMIZ
23YJVzhgwd6iNj4yATIfHWeBNZtkcnmqh5Fjj7WfNlFXIOAbCSTfOaSoGReGPy4wCOjMo8QZrQeZ
LUmHoMkIHvN0NQlfaZb0XDULKNOktSAojpjkvFsFLqTPus98c6esVeQEVyLVvYBwJLuzroKvEPUl
ukxa6r698Y1ElzGgWbE+1OmGKmCJWbnhxg6yb6oGPVAIfOV9VShIXcxdx0XETKLaB2Scoj9vffJS
IjVU0I9T6WXVrirccZ8ZJqa0SUX8wq5XTTqFLQKq57ao7LPGmNIb/BhGe1+h+35KBiun/6gDW+ui
CdmoiBJ8zy5Fa/P655BpvsHLsm5bczYvAmeyRNgImX9HPq4P+6ls4GX0gbkMkQdyksWpVmbNBRTd
Nl4EcaXxjCHtWaUPbRMvjajf+9qCAQ5WrbQ7KzAJ2KbzNBtDr4eBcjOxZYPB9G2dpIPsTO4oucNZ
1vUhvy3SnTW7TOrqzC72C0ZuBGBbbRKvJCXdrIMbfNBYWIHIA96hPWBVdd54bZDtSWHok6gaE0lq
7RQEID+5XMsmnO2xrvay6jM3NLOaYFVkmsLaA9M0cY35r8gura4R4JMyaMBCtIwMvqjTTL/uw7Em
PKhBuDAliRtnWuUkGE+odMUJttJHLaRuNuh4MONa1RRpuj66V23j5k3G8gH1gbJWdNOnSopgB+/Y
crNoMPWOWF7SYpsW/gyzwEVL2ltvgkpmj6F0Kjk66Nok17TjJZkYUL5LYEIirAr1WufpkMrsmjbU
bC3VkKAag7/LrCH3qnj27K6MapuErVBajlQFomVgmchkWzSuano6U99lg8Hf3aVi1Kdmv9hdHbLs
oM4wncpbQCcKUc0H7FcwKA51NSSQnYSABEn2depZ02XlpIlUYWYVlMS3Gm4JuNi1dlDJXd4Z2hcH
tGQI1YSdJZFz3FAc041PztQgKcIqqe5ixx/IoRa+qu8zGXgNouVBJxyhchY30pOqV8ccisRwlVi2
N53lTrAuZ87cdd9Lp+4etDno510PVUdwgm31LUXDJPaJ4XZ9ZKwlxu4N8daf2jJN1wdtmioSdf83
deeRXTeS7vkVIQ9cwEwBXEvy0lNKTnDkCBvwfk896x28jfUPyqzX4mU+slSj7jpZWTolUYEAwnzm
b/DwHL1B0TOxky2VsWs9M5LqAsJlg7knKtsO2yJ2EZ5PQhmv1EJ4CRSAW73bUd0teTPswdYKWukM
4vMgBR1pMnRr6a67pcc2uZcRlNEqlWO7tTVUlg1/ROaZPDDlODYA0VgHyqKWvIxJ6Q9zwkFyOcpe
FRs6kitoDSHI3DylFinizaIWEtfFHKDitp4Ky7pNp4gut54M+nME2q0iYl4q1zcaJ21PSOBne2ec
neuOGblPcIZLh0PFHMQpz8PBPObqwA2VNbh5x3TtNLW47jKN1M8ZVXGtFjbqi6TCsvPSNX341mph
VIJa7Mc/kcKhLiv7KToJSBL3ogrDrR2bHJtrBRBaM/LYstM8Te/1Z+wDYjJ01zTL59Luk88IgMBU
rooMWf85nRbrIDEsTm7dKi7utRkHryclnYDoUyDPsBTm5HDNTV7j/JH7keY2L0C/9OaJ8kvhbspU
DoAFnA5mNiRPpw0vMKk01V1ajTm11jZrM78L23HA/YkdkQAirrEbO0LeS79V+WBVmAdGC0wS1iJ9
VICE0XNPb/45tSZh+Ci98KCpRDIbHfQCze+SkDc5zMbQioeoUASsJQlNTUK5ScOe+k4/bVFv1MJL
eOTWcgd+O9IekjlWUwrKpWsj9OfW+nOhx317I2dR3HTVZD+nuanWm6nNdGPXdwlLpSAJAgw9mhUt
R0PCea2KZUR818CDe3juU4AmnA5IP29nx+2HfdwAE/SHzFYwS1IjXLTz1Mg/h6xt9UrGshE7ww2X
+NA5KEJ7jgUV3bcWO5V4MgPPzz2jVnrLE63bDBsjEpggJMpsbom74isNjNanIoenruNp9eBQI6DA
F4Itgb83GrPfWnhC7jqMb2/Vkni4jRFy8y1n5QHUuUmxaM7c5hPQiQrOedz3fTCPwsbHeMms7DoT
VZddk5QCUOipAu+XBL3GIzXQ1KepMCXbifLXMWxV50tY4YDrK6J2nuso7MdAsmise2V1jgjUEHK6
N0Ms3BLO5i90daI93amI1dyb7Uupiumx6gdtN4SqHe+p51d3C1t13hpzyxJNbI5OiykcIn3IN/DW
1duwWfrrRtHa73acjKqnqUmv+2vs6CuLokKc1nGoAQ1isl6UMWbVOxGSLEFbJpR8WndU9Y2lFEtk
e5C+qZmtQssXuDtOKsX9wYi/y0zWYitwcG893YwFN62UrXuoB8P6TPMvvcBCcW35hOpI32ApsXQf
MxVL5qaeab7bq5o5ZO8l9rQ2t1Z3i7CxLx0LYQhFC7XSpzQlqMoJiR9TUfb2DVG6+0VCfd6iQMuS
6Iwwoeys9+wXIzWnMSDKHR7iZbT7PeWt+cYaVnjNHJnpHqA8Ft4yRg95A8py+oq9vVseJCWX3GsV
xai3Lv2+0lPF2JfHtdAjN2Nlx6WHAhFnyy8J7D8UFV436lfGL1EhrVi0rFZP1nO+cUlZnzprVfjT
lHO8Z4uI7hGTKIIcfLQXS6sQ/kCkiiFcV+4XLvaPYCPnxROeYNVEIfWGYYhewlnxhMuyRrCGg7KS
anhqFWluw3ZuPwDLvMYfM891Ja1i7/ZPv+pzqffM1Ca0+qiaZkCfgL8QMr1MYuSdk/zwbTpYAlPQ
Nt0y/B6g7q9XbFgwWXFCQj32nGq4oFeUmSNQRTEtWKvYdSspIluJe6lPY6l4rlL2A2W+ifdPFMeB
otWWsfgxOKUHZKji33OkXh9otcNYhdPgBVJHOgNsdqlShrmJ0coyG+aWIna6L8I5un1/Zb39rmCo
gDE6EL5VyhBno2RaXA52TPYAfHQ5kBjRvzLD4gMFohVI8mvpjSFMispA6tFihpJ8VhMTk0PamDoF
VQnydg5wtGPJWur5MZ2j6PdcZtc3R72dEW1oqiui4Gw05LpCC/de2k2Fy9JByW/aqEBQ2g925Qpb
eT0r2Jo6NT7qfVBTnLNxhgodELdmV4ZhMaTbUhHEq+Hc9PS4q2KT4TMSHt7/XOtfeTakDc8aNOHq
xkK++7osBDfN5WqV0neson1Bud64EXGM/Q9A2AcVg9FvXDeTr6LT8RGX6s03ZKqrDwKTFUC2z/mF
Ja0r15rNVUsyHzmpJ6FQKmolvfwmSj+Sy3xTRuUoEBZoZRryuHciJ/F6pnqVoFuuOcQ2g8G107kT
F0Oaz/OjGCRhFuPbt6GIxZNTO2GxE40dnhJgCp/ff+NvPjLPwbG7EmXpqUBCfv0cOKSluqEIudKO
1pikWEghtIZYylfrjO6HwFDxo5X1D+egxTlv6HhO25QCz1ZWEqL0kTn0+QSSWk+yRE1I8xETEjLI
C3WIdm7kLGkMKsCN5AfMwzffeZWJB9qMXQzxzZtzR0ubNQdGMzQf7PBCFQs0+kRx2pcoNklhfuvt
wnGB2cWKRmkHkqPhniHD5tbq1cnUYrze2/Ki7wcbp3PH+jNvszRosCn7aBWfnXfrgFxeHHgUfJnh
+YCVm3ax3pcJZGSbemgqhiD/+FQ9WzSUjYFScYut5WCcod+cd06SI9GBrmZHKxuoRqoFi9nChC1H
/HUsdfrNi/OvAdfhWKw2eOyzBWNJdIJhGSd+Exn6c07C+mniCKJiIoAYUQeKh5mN+v7HO1spDGpg
D7Jah8MUAd989vFaYTdjOlcRxdjxe0gJBoxN/z3XremDVfIPAwn9J4wW/DQEhrOzIJ4TrdIbRIZm
toWX59Hs53mXwcBF5fu357RSrkgvGBCy71qX/6VJNKrjrCYkAXSmqzT4Oamc8DTA0eyjoc7U89nd
3BkQ48HVUW1d457XY+WhhbKtYcV+BfefIkhaOBQ8x264SmtstY+Q86Jbo2zD07JSZUEnIxnkO5Nc
wt1g5lZ+VWlw6za/+waABqN+xrI1oZ9ZZy+76AanStuEEvFCWhdiGuJJp0837vqr3x8KXj7vmckD
BT57AQkS0lMRg77W6uHR7sfHQfaPKr/+/WEIXrm7cJVf1X1fv+c0Sc0Kljh2C1pKZ1jL842ZOqbn
dk3+H7y8VUwPLikrlUX0eijanMgHZ5jq4dow+1g4hidMgCeYovzq/Vmd3RGsHmiqtKA4qAFnsppe
D0WBJQf7ruHf14Xpnmoz+3sa+uUgM84Y+huQ9ZRi+KC9eZaJ/Bx15ZuAF2WB2Oc301BkCupVeDxx
wrmlr5JrnkaazNdu27FO43j8tCRNf8gd2jmdU8sP4tW3R8FP6DrUPMCsXBxn35JkeXRqxVjv/6HS
b2wVpbEyX2MDCcXio+vp7WhMVV3V0vABBTJ/dvlLmVe9a9dAo5v5UYGT6HdW9/hvnAVvB6LVZxNZ
YU3JLSjOPqaWjk40xHTys2X6uRNonP1HOwGdk79gtoB39fO311UlNuWip89hLUOQ8I2e6qkfaFvx
q/eX5z/M6KeWCS07bvY3IczYIXZuwGrz6jY9rntbqsnxP9nbLASA8sSj3LkEaK93QS4EOWJNn9Qx
Y0yi+vm7NMziIo0/Mmd9Ezigq+MQBxJ7ky2RDb0eSMRK0qTAYb3U1NK9KcYh+Hg2/zAIXsFopRBr
46BxPkhnyzkpUyeEjlgU96aI2xd2lLl9/9P8wygAGjna4V7QHT2PTiQeKXSCptDLEJ1BfIt0r8an
87d3KiozKAQhFIKeGC2q1y+M+BY1/RjIkV6ikxCYzG3Y9WZK+IwbCBH8+5N6u94YA5guvs6EIkI/
Gy6c2yJEtH0dbpwf83FaDvVMqSK37Gnz+0Mh1UMkSUoLt+tszRk1WBxaA4rXyAx1rRw3VOzQSJ9L
jDht7/3B3nwsigDg9bE0BY71NuNDyAvVQuxlvTRUza1ChWSDSuVHIuZvRiFqRGMJPSSM31Zb+tcf
S1myZjAZxkvW5QZxbwiqGeze+3N5840YhZdG9W+9jrmzXo/SV+mgQPMNge+q/bjvVQfnBRVm/R2x
pFl/UHR4E4QzGiAOBJV+rovzqBE1i9axIuQ17SRLngyjBLugGvUdXpD021Mr+i1CMRcw46GgAZ6E
m4K47uyEUNPUgatsuN7PkjIgxCGYUMXZv/8O/+FLMQ5eqawGFXPxs8WHfiOKLXWJP3SuhNjwyYl0
0AkhEUS/u/L4UBRsHOKzla6lrqHAL6Hw3C1NZSYjO0qic0BzDTgs+nUSl5n3pyTehDKMtEZmiCSB
ruHfr0dqoxGxspi9m69n9+Bm01UShvpXCRrhsmoNRJjHsSqvK5dmp4ICUh5o0ZyC7wAO53hLnKUW
CHBiVQ+ApnKhzrK/BN8A8U/rJDIl9tyf+m4Qz6K0DAX4X96ebE0uT7E7Uzug8Dk/WmZXVhd12NOI
smtg1jRuEfWnpU3dr4swqUGg2aqjQ9bSadjTv/xUh6ORHmUooj9b0U3xVl+zrMdpbMITNfXW8Gje
lIMvANs9jkvlRKe2kyGuZ71q3IDJd5agBdBw6U7Q/bjCojDdwE+1qCuj4/oDyDGaqpzl6E9EjTXt
l2gunVOXtNpzaiuEO47dUxZ9/3O8XWFIAiPnCv+fJJb87uxr5E47pb0NlhMdA1AFSkHj6cN1/HZ3
InHBXUp3kXKrOE8eQ14HFjlcD6YDEdgz8ik8FW5PDDkq4Umbq+WD0tn5tBDNJNECVAVpiVzgvLZc
AiymRIQaedln7cvkSnOXF0P0gXTHP4zCQbo6znFqr1bDr19e6mCoK4B7eM1kEIpDmgkWocj79z/R
+UHKXFDmdKkAchBQkjsbJcwTHbMpNaR335cXabua5LawlBJPWh8mGv8wJTI0NigJB4HwebiQpQBf
y7JXPIwrAOpiTrSJaFz+dQj8FlzxoZT8c07Ge0Xi+/fIfbsf5UqLa8//qvVp/psQ+P8Ir0/nBP+f
wYz3//W/mjNW3/oDf2EYTR3M4Vp6WcWLOKxXLu/fGEbxBx0bnTotUT6iW79iGO0/DMqZDjVyE10j
csj/xjACb+S3VkUM6jo/tVh+B8TI2uDJXpWriZgR/FrLe6RRDHd2hbS9aKa0U3QfRDv6elisUsmN
Q9X4UeTzOHBaSz31q6TV5RdNFtghmW3abw18ksptLrCA8uicjhgnWxmq60bnyGkjy6mnRygBDvhl
xANcjJkCddCOK+ebgwNxuJ0agMtQA/rOUY5uryRd6kP8SMTBUMPwkZp+5gbT0KhjvgJ4qgaYhxXb
MWeDaiGAhGa7ViebWevq4pslCy5Jr2qc2JVbrXO7ojhp8M76+8TuICFirtGtykQdNp+2F3UQzV4M
2YwD7tGYJW9qAPPTXuYIat1NYd2B3kljYQR106yuhHS6JvGC1uRA3QCO+pRdIeXZqDcOnc2vKSGO
VuNTTecM0PdUpN1Tncu+OFjFVOu7uYMs6WlpqOl+7g4NiHqld8CqeFKZ02cALfNDnlrtdd2bnglk
0NcRo9/bhRZ/axXrqQyNUxcN3kBB/VLPu92solI7GT/6JEYMbARV2a7U+KIHGVrUiCbOHaIwTlpe
KbocHxFgbyjZts0lEZ+xESWYEukqlzzWpxAOBm32qr5qM/M4pNFF1HVfpvFE0XBbFPFFJq0gq+3e
V51wPiTg9xDfjm141+LSjXB70J1LM4et1pl77EK3dWuBW8iqp3mpr5CkGfQrRZb1cWxwJZ5jcwjm
mY6PPca3Y1Sk2yhfQFyXXX+cpva0oCG2bW04/yEViw3w7OzzYpbTiSqpeaJpfql2SH6xMMgk9nEm
7tGppOHcR08WlgD7JlayW4lpkTfMg+5FRAEQUpqdnOZoM+EX41N6fuyUpvKH1E49qccU6iqMSeou
POYpUr8DpM2rbMotd0+RX720o+KeUnWgN/KpyroooKGERkDTi8S3+qmChLFU8SNeseXRsqCuaHPt
xMCp4gvV/WHZThQUlrClZ1JMQyeruRwh9CHkTqir6JsxPAJlOEWFlYpNaRjmQxm5SrSpVCC4SAwM
QHRZCJ4jq30imrvEXBrPttEmGprplNiZ5bl8fS9dytNgqJXPtw/iFGUI3Gb2wprvhrrc21UCt3bp
ih0N7EctH7cSGWdPIl5ws6IIuDM009dii7WQrNKbwmgOIqsoS9dy7q9yYmn+z/kY5/1yERaWsW17
/gVtgpiwtKybnqKTclBr7WTQ9fbcOUqh/CTVV63ogCHXyddmyiDou3H6HZ5GVsE4Wb60CPRedpDc
gzXmRHsnSy5sqzKvrBXlYGbTHgBxneO5Ube+ky16DG7OrLylQiejhQcEiNm4SoldcH5XwqsWArCP
A7UImJV7oyMfMWyo7Vvl1mynLzD2v4+GVgCRkdoJbZK8wIpHQS9vqDTILiBMfTRWRUAn3w7GER/z
UVEi/WhHehftFlyZffrqgh5Td0j1btwUPfW9rW5QJQ7Got7N4A/YbEXfcxI4OvThxQWt4wF4HPpL
YtFUXstaedGU/rqNqxdsw0HSGolCm3Auu4cWF5ggjqeHzAamovVAg7qOMhNWJw5n7aUqwmPUmJ/h
heXKV2nUOm4Vjtc45SHVAJknjioJqcPC+Na6JAOoCDmnSWncK3wjT0nJUZihcESbvFRusC09Nkl1
SooW0V1oPX2Vm9f5kPKHHPilAvSLpw6dCRSdrxlhL0EhXHsp0tINrNzJPGOofzSjDF+a2H5GyXWD
AP/gQXCR3qJWznaewk/hMF9pIHAPUyeXR70AiqyGbn1IB+NUokGR+XFJRO23lcy+lKFSXEfFCD5T
gOptzGKfFemNoQynOYsakKsAZ7eDrWhbbGZYWSu2DF9eB/SmgCbm4lRQiSaosvFCS5crkObGhv3E
b1mT+kmrsf8y3TZWbrWoFhdk9aj18YMkvuW93YWBg6AGgMd9JkTmu0hh9w707bFVd8hLiFPGZXnA
AaANLCt2xn1Vc2TA6QMDAS94RnFlabkwIgRF/GS270Mj/lOE42cUju3L2X3qinpfOvV2Guo1Hmwv
UTX253Q5gNbuP0sqCJ7t9oeiuRTLYUJrd8jr66xG0yUb29o3BGu/rJ+iRu0uEGRzMLBw3E2sVxdg
tybIoN846eCA4tlxNSEpemdMZvTdGH7kVb5BW5E3iKhWdpNwOODJcOt2CP9p064Ls0tSjThQq/o6
oRPm5RBan0VLMu6i5BbDW3K+VJ0YLrFPBW3b7JslvK7r9kot+3aPpHgIaAlHCFqF5Vc36q8rSBBj
rF2BxjvOaX6b6QdVmYBRJRCmj1rUIcZfEAeUQayOV8iHXUaz1kMeVB4xPwAqrlzX2E/4UdEcpB79
4PAdo4MdWoWvi/ia0lW+pW936SgvlXbbrwjtNt8SHHzCko1ijJVWnhG6G7fCtZICw86USY6KYZ19
qzgny+pBN77i4eYNMfz09DvQYVrm5TWxwRaXQV9trkKAk5NJYFFED1TK2GZoigCWTpXIb1tY9HGy
t7pTo9xLpflU94eEuj7NPI7kMIiWH46lQJAAzYUtZz/V2zwd97LoT9bC4fO84Mvac6IAzPcGCwdD
50Sud8WWvSGe9HNJyNM4+3oBT9fjO1RwGCewPttqFyXDsdWnfafVO8v+ljfi2kmMm1iWmwyOrdRb
llFFfPGnUC6lgZeIVqsaIUEfLAN6Af16Kn5C3yywpEZ5bKOb3xtV55zSk5seVKadRMcJYDCMYQs3
LMiZSrtxlPoSTjBs+QgGN5e2W94uLVIssXkkrdvGOvHH5F5XTkhSKve9dVO3MQ2dqNQyL071K2Bf
II1HLG4AulS3qZsRixAjO/4oAC5bqdMEDmpwe6C3h8XYCehZ02DsqAYEWsVqAQ1aldFwHPs8C+xw
2oFSuh6nuPOsWgs7PnbFNRwt7e1SK/pBQAE9gvpI9tFMXOoAJa/b9qpMO/Z+gVrkbGJzV5XAIi17
KTLPCpPmVh+TO9lco99Z7gep1UFfL9e6015ozXChd5vGcOZAt0sVVqOELq+W2Z0wZPU0Ge6wp6Dl
+NBHAMSmtQxK88WesxvXnQ7INuA4aLrBKOU9uGzTn4Xo9/D4EriZ2lZmzUWDRq43VvOlo8b3tZGr
geC+Y/8dcmTju9TAOweDHv7ro4v12SzG+DiOLasbLgg4D4uwJ6Vh7zt6/CXWrYNtp5/KKCY8HI37
cI43ceLuIAd7s90eTJE/6IxcNAkMeQvkqu48mUkfuHOHrZZ+MrvbGmIz/jc51EZjC8fG5y4G8Zjg
RTVfaokKcC/ixaAtmh5iW0HravCRFNsnSTlvl6jbhATHM5IE7shiTaZ9bqGZkYOyXoHcIKKDGEZz
paifjYRYc9KCcK7upVme0mkePcU2Hlu1+bT+lNXkT+qU3Sep8uyK7MoeujtFU186ZXgckT5E0xRq
sBsOPuw+k5KQq1wvY3FfzeG2ztOtnOorNdeOiiGPNvRoYLHgtif9XjPbxwlykFF+bXO2l23yOtDQ
UnOLFWA9a+30pwv82Gnsq6hXN9ZSGHAr3a2iR7siqR6nMjyZvdj3Kx857V3MBJoCV+9ONR5HG36J
ZSnhRjhi5mdrzlx1QupcTXxkQ/ODjqktljC+qvRxTenVmgM8wfmQkG/EEm1JChKIL9MO+M9zNyTN
RaxP9T5stKAioq/HeZPDce+7Gix6fhuFR7cw/qTkeJGxVrop2kgYUJ4VqzwsQNC8QaWgdI5RgR+Q
rOrIc6e96Emn0vjPxbFmT2Dtti8q9YuuGsGkJ14J98PhdEzDwTMhIax9j848lnaJWYT7xW6VBze0
H6J82FmlBis6B+9oTV9FdoG+l+tBco89XYtxknKvrXRAO9SVdO+Xi9WGM1qEOCojIFMLl1HPFNUe
5h+nkEGkvIcuhHiYAblrVHduNW90XcLWx7oGQ8Wtbc93iZ0ctNaku4myWkP2QKTCKbOp2/I5z6xN
xc0+0ivXbXCDw+A7Ir+sQnGMl2ukQj3b/EynfWN0L1GpbPqluE3mATJu75VlQ/DXBRPvyCyuUXzw
ZIEriCAyDkeiqki9XXRrLwQaXNxuSNp5COUgDZHS9GyuFEt5artru5juaxFftRHJSvQF63U9mGZ3
G1nWVRYPQdrhLzcYtQ97YPCWTMkeKO5zPyAXofltdEIeA8ZMorxYxrTRnUaiG7yA74zmC0ubRB7k
MXkVyUudf8si14SwYAvCPDUryXDCpp3Jhgwn/WT3Gd0Wx5yIxfulDL/hvqrkeJD103IXl4hf+kVR
uebONkKynkXO6g+7TfVvGhTkuwYRaSauJdaXuGrks6u2aOYb8KZfmhDpDL9OU64XieTCvTnn6KID
BJ/rq3h004PRIRcVKNFcZKirihqcsaqk9AWhml8P5HAKQEAN68PUMhpgrGHXfFHJEYnyYvT0cF2N
6CJmYdhSIYSjtKZaiAxwZ8n4OXdKKJQ4q6lHQ8wD5I2+R8PEzXWMWaElKCqs+77DKcrAOUotw2lr
W1Cs/UxgXo3Wn3ZCk6L8BC3CuOr1WH02ahQc/F4iKoLoygKcdFLmudlAgdjEDUFyYMRmBztRUrL2
Ejh7GX8CfrlXSaSXMYMvqgtoQjnR1QAlMFDAcj1G7WJzdNPhPQmE8IqgNzRCwFHMzWdT9laFmF8e
QoExkGLZZkMSXS6IjXVBiLLriQcbHyKlrzBiUAzgNfVi30vbZtFAB88e0qnKHrLaFY8LOiYvitDG
1ZKtwfNKiwukv/FMQa8O3iqZxTipXK8iF2mxrc2cAE4vTTQKForcS1DXILqRl4XEGNgcGDaKa6Sb
JMqNdRci8fzgpAhNbOgZoqmpVWJULtPWlbnfTWA+t61VjA2bbpHZxliKyQmElYjRsymZXptmlbP7
+96+dup8osxUlf0FkaWj+4tm96WfTVyWvunM+XqOjwJBGRQg7rUOKCAhgSsWIv4S6kQLg+JLkknl
SWtyZCRzO0vU+3EUyXrqmeqf9Bk16ABQZucA8Y1vZQLIHZ6CTIDNa9ij+/PKnvqr2flbxdJ/rxL6
/5vMmYDo/D9XQ/0y/6//LSF3/ypztv7IX/VQxbL+oHn5E6AqwAXwtf5VEFUcDQU0miYmYFLBVbj+
1t+sbk38Qc8dhAdl+xX0tLpg/s3qVsw/9BWRAd4FBXoaFvgJ/4t4fvMXMPddobPXhXvBf9amJP3w
1cALEsRZb0UMejO7cSm3OHx2l/KpvOsuxefoTtty3u6mAEHUbXbSQPJcNgdnVx1Qzdj2p/q5uWvQ
GHvJHmrdk/5x2IwBZozB4xjcX1a+Hrg73Ey82GsPiZ8EoQeLDkueZQsTaZt9/+Wd/z2rX+Xaziwy
/zULukM/ZwHc6XWTY7SpOJcjs8g/95sqaA7ICEPkVT39Ru/96YkgZRMF8UFemHcfDP26bfT30A4Y
fYQ/QWTofKpfm5JtQu1HM2u51XfLdvozNfz8s3Mlnxxtl11kPnG945N4LMWp+KCz8w8jr7KZazGd
fhWghtcjJ8405g7Ya+Ty1W3hZJfjZO+0eDrlaG+8P8s3QyF+BsDqZ+0epdNzM4awNYxezUSytamC
VNAf3XzD8bUvUV95f6T1df1fPDmv82yk9Ul+6fFaq9jZ0jDSgA62eZ9Pj+///drr1u46ANBelG9p
KQB2fIMaBziYdNDQs61ZpnH9aW4HS992Bavnk5Mpsj6hvVXCDFKWsH4hsIfpZLXCreiy5u30VOVj
bdnIt5Zze1FJpRv2VP9trou5M4cnlPAMY2MOTdjfvP/gbzaqBbIDBDRgHyRKKaS+fjGoDimVmJFO
SYbHWd6QO3KLfOBa+Pbls38wZHYtlQ67cS7zmU9GImF1pdt+YNeII/I63vuzOEPR/3z9nIPoO8Ks
BAZxLj3c210KDT1MtqHovldasTFQEMDV+DiGwyMtGy+bNa82QzjnH6zh10DBf41M53wdGUzE2UaF
NU3coDKydRXdzVfhTXdMbqbd+OmDGb7dK2wVXiEYMATBgUS8/lCibSkY4s6zNbxnGNeXBIX+6A9B
6SPduose3B2SUX9dvzQH/1mv8gy5+/fkaLxwFADdZam8HrRwEW9ElCLd0kM+lCex7/bhdjmmJ2uv
HLQPGtc699nZJtUQjl/RHnR7AVKdTVFRiCIhCyRbahg786hcl6fmYPqT96Pb4DOwGTaLP21Cz/CR
1djkH0zWWP/612fEOjxAduDeumArv56sHWbIMqFOsI0P1rFmstNFeLAOTtDth72yIVG+E3drlbNE
PxbSuOOnP9IfynfjxjlZJ/vgHmhrBOqFfRAfvJmf7/mdRzu/TscqUsel5c2QhMbxJmJ9t5StdpiP
Vjn6fJ4sPfoFJGHynoZMm370btb7+s0DcE4D2APGYJxDuO2inFIDY5wtVdm9sXUDZescdX/cO5vs
pHxWPicX3TU6Xvxj3oTX5la/oI8RjJflQ3nTHM397PUf7Pm3pwogq/XYEpAUBVvj9eei0FjZLii7
bdeWRXylCqe5SzXEJj+AV70dZ6U2EGxBUuNkWTV5fr06SoVEQkd9fJuU/ZQHc46DMnUuI/k91Ni6
2VacIko43Lw6IKGzCY2tXstxrBkoMmnG9o5PK8ogv6TL9f5h8uYsAba94prtVXlndQt9PSWwhUoB
fVjZRLWyc6W10bHNTDJ0+D664X/Sl14tnHUojCcc/gdh8J+b7peLN9ZkS52/VzbCy+7mU3etfO3u
xUVznR3djXOd3RQbxCAeUTgontWvzgcTPbN74p2isvsTTQhhDKKKdTbTitgUjmiubLptdWgO4TFG
ldklfNK31UkGlf/9/Td7vligEUHh0k2xAr04Ss7iXg1NtWVe90mRNJsm8cHEBO+PcP7tGMGgxQBM
TQdDBgD09beL+1inPDcnW0QRfOcm35f79wd4MwUwcGAXgUatjBcW4+sBIigctT0r2Saa6PLHYqHs
RHNx83ujgAEnxoQmSajEkeKsh/Ev60LJqEL2qDgFM0qOOKDXNMmdpPvNuQDxMDWbPISr0ySvWW+c
X0ZJFQNFHgPXbL1WqqvU1sK7CF3j3W/OBbgQdOUVqQiHDzjK61GwEG+Hbi5RX25R/um1sPdrpwk/
+PDn34XrV0XIHoS5xqzs86VV1aDkmq6Qmwmf9RLVVvY3MArQMh9smvOQcB0IkA3g2NXpgs/0ejrd
iA5oSKN+UwwlMp16XfiLKUc/kar5wVDgY85Hs1a/QbYh0MtVSO6c0YVkTNKCLM6CMIzykxEV9M+u
rbboZicJakl9DFY8nX86mybrESGipQ3gZErFU7p0fMiXKFsC2jyqus2EuiCDEMXt4DfuSjaq7NF6
6ebKuCZE1Q7YHnTqLhpa7asRl3a8UdG9uaFShuBNbEfSCWYnrqD12wvVelPg1GXWpLJeTnMVXk2v
A0pIYoNafkyb8sFqYo0+IR2tfSSXMb+oF8XtgNX0YtpY/ZwiGdP1LUqtaaIuF7YE+0ztFhfvQM/V
enpKayO0fJkZ7nRv0HHRXC/GJh0GqBEbAG7yDjKdkChS8CDZcEvPVdODJa3TGyqyPZ2bxXQR00nG
ByebedAKe0AJi9zkEQH+5F9qtL1R1nRyOkNr1e/O6ulq1qHatZvcxksWQj0KQ4HVU8/a8TJjCUYo
D6/7nk4fYjhaUQW5MaARRINgpp+tVsN3I6oM23PV0abF2A/FZhhNGt52kVi3Q5WiBotPuSq3AnUn
SO3LUJ4KHgrkAnngp7A24FglcYTCMS5TtFGSpqtQT5wa2fKnLfp41KgSzk87GYtgSMfskjLVKlbl
wHeOwewi38VenLzO1Km8mhKwwXHOK0YbERgCldGrleEjuI2DgeWO1XNtzDLR99psq42Hsov9QgO0
rZBCSikh9HaP5tuQtuhlRm6KohVYDgUFzbRBMZwCZHiTLR29sdhuwiQ55PbgRumuGav6S6rPUsK3
QpdoA1oV421ATBWF1WWertwWBXb6pW7XgmUAGxRAxiztTWumrhIg0jH9GWdLQat1UnNUavGou7dB
HWVUmvsSM4Tq/1B3JsuRG9uW/ZX3A3gGOPopAtGyb5PkBMZMkugbR+MO4OtrhepVmURdU5oGNaiJ
rulKyiARcPfj5+y9dhnM5x6vw+yo0eOyKXLyliNR1/1T2qm8AzRx5huTVlyAIJtwRx7AgiXBFu/G
XG2zhjcwIjOv27lWi5CqbnSAipjeQ1Q5zdTR44eBx2pa7R++1TTPllNXH4KO7DvdQ5/E8nECXTO6
7Rkey95z0PBcH1jTq3voPbuwiA4L6neMSUW/MXz4YFMOBQheqq++eLdWSZ8icSyG7kCEo5oRNAxp
MZjg72Y3848jxI1ql9r4j2Mi2Jj7TLxOS8xwzeJ5aVO+hm4783oT5QS6IAuG4EkKl+UlRxfBnexK
szkIiUBno5HbA+pekhYNiFDhBdn1aMYVQHPAuU3Xr1e2arqbwuUnRdox0lpOjZko1znlqhw13FB+
DQXe661JSOSDaY/k3g9ZbhqxgBwzR95aJKhp1iywMRiRE70Zw4LBYm4XKHISuEjoAyCV5kQuB+Zr
KVpB7IQ/+0/MRNVr50LSj1ODWYlh1CVzPoKe941RTdeBv4AhGXj0l27tFtOmdRGuQIhT98FIwifP
0Qsn1EQ4a/eS7KmLweiAevmcF5844yQiC9RE10XHZT+2jRAsV2ow83rIZuApXgwDyM2OMhNBvimW
vPgqKXvNrQAJkcS8b5xaUoRqiS0FZ3nrTujx4nZOayvq82ToACShfgHBP8kuTur6NI9ifoAGb9yJ
ASZbrHJkkFsgMu5najQEvHWlk/WHIBw9wEnpgIJKUXY022oUFYntDZz7KOlr2OqccNY1iOIu24RN
2KhobgaN99uWiNOykXg2iC1+g9G3IoIpMhJCJndp28t1G7RdTRR5ajERItktoVMNFQkQVgYzZutk
XTEd/YzU8oFwXiseRV4tGzsL87d+RS61Bai21tcpcfIPFSuKMbuWCyG+up/0plByZDNt67zfBEic
2JWQp6SbAn3Kewq7393OtVPZF9OSteLgSGumyoSG/akFoTDnuUk/xUUhvWITQE1AJ2/LPt0peHA/
wqELkUAsIWMCv+y6ywoWpMXAJKj45KCqGKFaKtFXGoQNEktYbdn1lGIogRM4KRQRAUw1SDkhEEaa
IM5LiprK3dh6yr9kYWTelpWOSnIarbQ8Og3iyxiBAFu7Xiey4JY0QL9PBu7w2S1yXiNprGBA3GW2
b6vsDJ7WCSywyApMqGsF1e3HFBCgu+EuAzI7c7QbxF5G2ngk5oCttcnR00el07gri9mf2J8WE7RW
y0wYdZwZShB+WBhfPZ/stCgj90FFCznlxFZPrugQ6wj/gg1F8WJ0NTFxkRGUliwBeBIG8JpO9txu
izpYOAjcYpwIHJRkOwxtn7+0I/GkzBTT9iOZ1rThWKtJSMtmEFAbIQvTP1gwSECo6cq5g3QyPa6h
GmfGNa71UYTNdBEGYDqZW/NGIXeyEfXWVq1vcAvXOJiFtj9WOJndXnM5lZsiOVMtQWTh3ZhhRDxK
ZTJCN3pEiIC8B+wOtk6d99pt/M/FD0lCIDtj8iln0tmOELJSQPjZvOxbef6/9eQi/PEZH0cddI02
HgBqWSiCNdS+xesWXq16sKwtgzLLOszNyne8sT1lvI6+tSZRN1ilvcvCrnkzoHVJQHk1mHDeuOJl
dJCSRqYnqTmcuS/e1Nyy/0jgej6+K4JbgGmhTFm1Oa6HsUIzupHndIWti//oC1XEIBGdOr3YDDRB
041jruNrX9tMtwxjqO2IC/T0zJwPSFcd2KsTu4XVPxQctNbWMwv1kBA2a24TwM5M81f2OZ8+xLuT
J+fF4Q85cclACZcP1BeoChg4dkDhwqBqumsoRnOw5/Rth91En+a9n2tr3dgsqePUF5O7YWN1yatA
erEhNTO7kmO9hBu/D9d7OLNNtfG15X00Y6Z/MUQjJMAtR5DtY+Em95hrE97vRPuPuUeghsmgN4fO
WLojqse8EYc1Ad+OlDCn13sp4ZO8KckDuWswQ3+tdAQA9dteLeJKExawH5SyrKjFOjPsV/YKYlS1
7VyGqL04vXsT1EaXufm6NWkrPIXwvGB6G6n7Uk4j12ETfmG2a3svcaPJQ0VOVhm41MgZ/Pm2Ug6Q
GRCR8le6DOsYd8bcVbE72+JLZgvzcRRhIfnGOkFIiWNLXU6WW4RRt9T0X3UFkzCTdjheVHzwBS+7
ymPLK8AAqrUL7Z1OSyKh3MouvhJk49DhJ5Ls25zh865yKIZMgP4+wvGlfsb9P1m3+VIYJYyuRffy
a5Qwx57oYttLgRatNk9T2AK4rA0U1Lvc7tzyfrVHSLcrxb/eG8Jbp4Ns58F75Z7Tedf4Djt9Rbhg
0F3bNYj0OzVO3ngYslHofekhOieUBU0gQhzgckNwpieOLakMe3Kr7DEuSlYgIBVpUi/oAkwM6R5+
fhcYPbXjAl4EhmVlMf8u6gRQuLDT7Bet3OBznldOJkRsmbUntrN0nke/gZGOEt58dfhx0yNpMqt5
ZUvueyfa97kzbJYwrXBciUHwBkCgl/NlnpRz6G5qDu3LlcYShXkF7A7SlsoNx4sLyy2tnp01QX1Y
Ekr7U4k5tFGBT+vb2KfOM/Afu9uXXHQUOSWlNK6Kgv32gOAw6Tds4FgHotbitJ9jPxgBUJZwb/O9
o9I0v+y6xdJHY2AbgX8IFveBExaVtletVboX3VqnN0opWx+APrJnU+n79RZNtrfu3DlX+uRnwG2h
XjayOTmD7LGQEVzEFuSQ8cremoSPI4Eo+UuTNssLo3kR7gES+etpbgzzV7gUucQEYGp98GAWover
3F4R4Yfb190Xa2rmRzJmrGw31avVbodxXqw7ul7KvxYNI/itgo4K52fsES2AHEirGM2u5dwXtYnS
UA1JjSgcj9PwKdKymfd9T7VzahKRVKfCWqFHN8iInRtU0LXYy8IVLhoSv79G7jEHd4bVTSQKDYYL
7qory9I9BtSJ3mtu8t3Eq7Y9L0ooScerwZzYiKU92eY5xmbKY382zHIfSj2KLd2BsIxKr5HerhIw
O2+Zo2czV6l10tuqMMsA0WM1l1uUiYkkYFygT8fVhMUfTsfCioIMg8DAs3pksZgjEm5/XZNs+mJZ
1HbkUaVvtjnhuxRl0w33a+CQgOgGYx6czH6trY1XG60Te3bjP0AWXe9VOAW38zTY7R4Zav8LHug6
kcBAQ+SuLWz9Q6ZTaOzZJEIdjSGhO9EyIDS9msxWmVvpkzeIXh3hwKvQi5MeSoXpeNvUEzqe1Eks
634s8+atbkVu7UWQhF9WvnYVRHyuTdeDyXcX+3y/5skvRe3tMBGkiFT8vlyPqu5xurC+h9LnnHVn
Qo+MLuNhjaMLrdVrpqCNNZUaMAIrrb6sKjfak+ySzKEHv+pOXxD3kBvxmDsdBaJJ2tJjutAjufbs
HvMJ6GzePqJNCGexdJC5N21FdNLFABWYgA/oJ8HGmcg2D+idt+fKx0ysGg3ICnH6BJU5cJ5bx+TE
rLqE6MiEyHOV28FzYiy5HefSU08mhl71YBQtHh2yaozPLuEivVtDOfwShE1xFW+W9VQFuVHu7XRa
H9pOdZIIlCz9HE0HcYdj1JX9UQ9wbZ7hzNQvi8yyPF5Jm7wK81VAwIajzTSr11xgHLoKH2cfTnHE
GJR/iQGJ5gbzptu+iNYk2g8qtd9ctHVvvBqUWOFxlkQ/oIDrasUVJZ+8iwbyJ0vcmsonpxlDhJYa
UPEtDaHsqXIr8nut0q/KY1NDZ4tqUwU/AJ/KHwo1kUIeVGA2Hl1TIvQOnLyMlGsIgzs1sMHIU5p6
1PPQwx3OW1Z9MyoyJzei77SFLEdxuVhmMV9WZH/CLC8qEJ0Vhw6/21Aqn9q/tZ4yoLSAZvnDH0oz
pQTApTKMV7jCveZhHsYmvzXDvhGnYl3H4VIZ3FH6yPZQG112htP+BP7k02QZO+Vt64abRJzWHVEO
o0ChuiOfPburuUaMUeO3i73DVlK4BIEwCQX33RvGVkoAHHSC1MJBQ7gHdpYGeelFnnKH/UXZVoYH
PCrImnrVqfFyIVPzdqoygI5dWnpc8FZvgmE5LX3zC465dwvYoU72xThjXfIhmnzRjlnk2VM09nuH
MJkMuTXu+Hid4O+jM684xrzJxpfSQdNm6E88UHZFGLvqtpmNMf8wUolmUeVRxpCLhc0lDvwE1jt5
jsXtIuApEieSmb0LKbf2slc/S7vHJbON4qBSePrRwlJ1I5Ti5nBW6CUw/yBko20SBKlBJ2xQKAdd
yhqcyeWWsV+kuo3Ok+u3gciiMuoNyo1oLif7WWfF+upVQrxo9PbpMfALy6FdtLDAjLQwAP+ioM03
IELX6naZG4cVYA9TDCrXaelFZN6KW6VIQzwA9lLFCd7ylSQercxjyuXKjuZRBr/a0Gb9prJOr0Q+
od8C7GAt20kK0IGLKt3bpDf8NyCpyT1RV0ly4WBomkHPy2K/ZoZmRjVhIYpLuwwCZOiASPc9V/oT
HtR5PA3lmN3mimCUiCDT9ZSlYWfEmdfwBXH34Bbd8aydqK4GunzztPaPuSpbSjPZmBnl9TC8pc3g
PjjKXx+SuoQDO1tzMGxESIQP90Gt3junm3/i8MBlkdG6RLte58PRgrFaod1iEW2tpJVPnW+YrzbI
fGpL4RJn0KmZE1lh3eBsWdTo7XqbB3QZ9NWgI4xUOClEsFi3tt/gmzEKyTE5LLJ70LIN7oj5q2/m
htZ+1I9m+YKtBg3t0M6NpKOcDUNEXIJ/29lFM0ez7SNWlGif4zYzlg+w5kOFAjpFbjmZXAKQ5NLp
84EZX5MrNbp75RETtsPaaBBUVSO42IRe399qV3G4zxKU+rDOxlee1lyxgsxOjS2+LSFiDwsJos7S
DOi7Bgw4jkkPv2HrZuSSRVZG34BbUkrDZugssn+4XoX6xPJZUdkqi51laBwsfPSgnEt3Gvw0Ls2q
q+FJL10PJjf3SVBswozrhUyLYC8oIwq2qTBDn0ECq1Xb0Nlk06YHZ21hVQ1ESj20iee/TdgK2ngu
HL7cwNPyyydhDdUgAcRjTKo7vQgxjuknKVXDr7CXfbclBSz/8uyWmCjb0vXT2IXzq8zM+iZEqNft
DKR4N7No8AhwPg2fTW8br2rCVREjAF9IgUg9965lFPDkdiPREQY+TBjcYlo7TmpjYnvwtIu5q9IZ
4tVkaV9GGrFmnFuVecrLBIeOqs6gAJEkwS+pkR1iSsvXC09KxDZh3sHptwcXbg1lAXj3Zl2cLQc2
1cdqT+ELDTwaukE4VG/e4BBtbPQwy6lPsIRtHBD81oYMw/bXQLQAgRZdC+IiwPW5RFjflnNQAl4C
vstFoQyeVfOTNMXwCCGLhAMvYLtG8DoT2LguTXO35KTLsrpbaueeC3geq1RTVFPu4E7TFvvqKWxV
/SDgT39NhceBL83MfyxSRz9OE2a1M5zR3RICZFpA+m0uj/aIP5P+cqU+sixA+iF9TTXYpu9ZLmgR
UvUhhawTsa1s6Zy8Pk130m6yCRUogyP8FmFCjE3i6R8+JR18DV0UN3UQhK8jjYmvLtHDQaAgnbY0
nMdxgwXD2JyvnAhhz6JkEn/tsNM3LRe1xzVT1Q3tt+RyxI+BfyOr1JtwaCXtIHXXpzWd/Q/XzCt0
tTlJchdO0bHJrG2xPvbBaF6kTWBdGdok3tIwqvXDyAIWEZ3b4SVd5+m1nXRAz8wolnfAEgs68d5n
SJI7bnHJLb9CZUXjOY1cu9JIF8J1eLcYeLNofXv+Culm8KcV0/w0q9JGMMPEC7/qaoY/nVGx8Fh3
GD5ntsg1hhzbvjlGXmGJ0QnOPJoXmcUGqP0Hm+wmfr2gm65qI1vRoVcUE5GpfK+iuCbuhF5UK4/V
PDTU1qqvPwJT+s8mI3FUAmqpH3NzaJ7ESJsjtpy5Rm2+zP5C8VUItZmToUYA74wmU5IyT67HpR8Q
oXY5eedZ1YRvBCw2Pk0jMP8be7XkvY1l+mdK/dRFtEHO3QujaD5Xu4dBtYT9i6vnhpXpZJ+0L9ni
gI+EbaxCp78szLX5VTPWRePb1smMft3C7GKpQm6xsOZETJBctjFb4d9DD+d6DAENy6A9Im2LUzOo
rB18bNVGvUdAQtQE2u62nYQkRaeMGoHkDcf5WLBGrhvSD+qPlS4Ia1X7q9iUXYEdxQuyBg9Rn9ks
paQcfhFWS0gmJsH2ysc9jh6R7r4Rr+WKa20VVt7uZEIo4w4RPVrrwgkbKpySs9zwCsGag9lyq6VF
VVSOFrkGY1+Hdz439CcMh9LB+4Ije54YN5IWLaqJaZdPWA0yRfNmsRv31RHnoozjbPJQm1gaMyfj
V8xUEcGw83M7G8G4Cbi1yfPoDN+MRJR9xtTT4tta1pSsWy0gv8fzpHMTX8TU8Dsn+Rn8yUMciaGZ
zpzFchCkzNWJIpvCWwi2S1SX5VtGkcl0GDE6Y2h1uI5csft74jcKkz9YSn8WL5z1nXCq6IAD9yK/
7vsonKGXa9Wy2nZ+sJ3LfVG4x1XeAMY6Dc6TZ5ExtIw7xv3b1iG4NQw3hjtsJ+uCPt21JZpYOtc2
3UDG07GbTjtXHRUtz96Zj3VwRZLIb8ap/2lEHDJYB25ANwE0z18ntwpYZNsbDKIz4congwnYddWk
67/+FLAcjGqtMwkIndY3nYoMRvKGp7Ha4qFMXs6gqmvHN4zdPw/Vv+scfBpmHjNo2rEuhr3vspti
AJxrrW6xdcdqfTR1r67oTvjHgAJzG5Su/pcynz8+j5t2gEoRHK/7TQjpj/RtqLOKbWcTCtRA3YnQ
fLq/eaX+42+F3pL/EkkMcuu/fkMT814UQE5Bpja26FIY3cFxKVsJdLEPHXrY34gGzm/on99g5vgw
MDzgmxYvhvOdowxdpnL90iZT9ryvzY5zbWqoO+D0cQx6xk2DVeY3v+L3gT4feWYIEh3GNgRi/Nuv
WOSiyuA6uHHb5smhNTD7+OPgxrbZNL/57f7+UbyH6G5BbhDK4njf1DbGABzSmyc3xhvVbBzZMfZP
zwYSVf3ui/u+tKAIQp9EqgK0HT70949i8/KWkV83NpKMZlzWB17cS2jl/3JxnT/HQX3P68gCgAf9
1xekWmzIBUnuxKW27YPrU1a0sy9+o4v5+2sBhhXqKyIw5Erkuf31U7plYC6Ozihm8GDfs637FG9g
LnZllpVvhGQwLbGn2fzNq/H3h2iDykO5FEAlhu5//ud/luOQi53ohR5V47Xdjh4NUYlul+3+eef4
T5/ioSb3kWmgJPW+PcK84Kjx19KJs6BXJzeHg8H28W/3iz8EbectkHA8xqv2N2mRS3KoqMLCiRWa
He7z+DWrop9/Iy36vl/wKagPIT7i9sCZIey/PrF85Oo0jZ0de/06MzBJrB3OgCaiW+3GkCblb+Tg
/+HZhTw1fBvwZIBNnlfcn74hV0tSCNzSjq3Kmna9Eap7v53nz3/+hv7++mE+OasBYQueT9hv78Ha
Iganw2nTy/XETe76xKW4cnhMGt+4BXsyRxkBbd5v3r6/7xZn5SpbhY+Emg3+27MMpzVMFR5g9kJr
jcKU7mxytp41iuyxP37B/xe+JfXZj1P/+V9X793wX7up+Xgf87b5/wDoZBH9+A8WptuW3yt9r/7s
YPrjP/k/Fqb/pqA6n7aIeTgsgDv9XwuTbf03rx6aUcTgbD0mr8//OJgAQaHE9RB8WexbSEtZdf/j
YLLN/zZtthYuKme4LLaSf2NgOm+Afzo3PSqoADchnihe0rO876/rQLdNtRIv5BMiX/rXNLbyO2YN
9ANVmp/qJqdVTtmewCgp8yvmBdnDn57V7f/+pD9bj8T5A/7yAzgW5Foz9Fx8+0JY315WFN95w2ic
C4wFysEYRqZbE1nendPMR+5MWABaAI9IM4f82iVEt+Pq12MF4IaFz9gw1ovZ9brnevFek7xDuSFn
Wz8KsqvWPZoRV+36xt82szf8Zsv67sU4w9Itx+a2RqYoqr7vxDvpLahkRLvg1l7m+gBn3MLImHcO
zcVF+PS3BS3ycDagj4/JKvIj6V5WeUFXeEg2//wcz1XbXx4jWycsZ84ayFw+PYe/fo9GSf9CEjyE
7QTJYIQ2wvIOXlt5wYahGF3HsklRA1hpHuq4zMzud2Tl78ag89MQSKGIsPhDsPtday0XRippZutN
W86EDIeKhKvIWabS3M1WVvwsgtHdsR0XQcwYcm13zUDC5KEPa5SKM9kQ2amFrbjshOEm8OCByFRE
WKcy3Dv5kA8XgumajP/5sX3XTYNS42RjWZKDwg4dfH/91FqUnoW8coPfOmGIodYm3dRzOCPHqZTB
fa4Ni+xkJo4ybmtnCSHAKORqCO+m1kvuS4EodkuqpeFhxTlDbuhE5uPzv/8xecCIVPHEWOTDfTtI
gjD3cjNZ6VMwfUNCPgTTg9kD0KIVZhJcIeRobeiaIcspVkNk1906Z8V+TjtmFMJcSYEcCCrneKVZ
yqVzsLX4zb3C/ttK5iAFTQUizsR9+TeGIa+5QDQl8Om0btrfVNLu+g3c5hbw5KK9NXa7pd0xFnZQ
Dy41wwEvqNTOMbiPHpDnqSlKdRGcsJlPPweESTtax4B5pFv9RAdKOAkpCP09SjGIGZ7toglqpGE4
cW/oxNwufZg628lj8HzTazdx970QXvLEXFA/wYmkUjYnfzjPHGukQb/5gs611l/WH1RffJNn7T0/
LnKnv64/f6Vxtkx+tVH0Rog2DQQdito0EwbSZp0W6CNkhY8Eud9WL8L8wfzEvuwZfiexaj3Gn1IU
wv/Nj0Uh/e3n8tlZbWThNoYLSrjvHGDUmHqCBV5GDlNP/2i1Wh7RVs5I26BGNz8LgfucZgttiIuq
Ho+ImtpiW2gbqdUY3IYNjq/IUrM++h3DEaXOXe++f57g/T4uNu1TZITHKsl1HuH9prU81h2iz76f
L+HqgZiivx74ornJLQd5Zi7G5tQH9bi3zb5AzxaYj61qPhowYBvbr54qWkXXS9/nDBiWpdga9DXh
rRKdkki9XRCBt5YzPnS+rXdMnr8UwsRoQgQ00wEvY1HDfNVGPyTbunPMg+izCvhKX1/0Qc9PQtjl
rpHjWqKbTrOPsjcwhSvJz8urSvNjMGemH0Yu3atwqYbdsi4w/PxpIj10vqdJ6O5T23QOazd3D5aX
PgxrZ0Upb8SBtLn1ypkrKSPya0qYabLbdwiy3g1ZWajo7OwqIQInFn3iwUIIT4PdOzEMZwZsrZke
3EY0J4aY+IJR6DFsGiFJbyo3VTSLUuH+kETVw4oxHtBFE9NWjM0RYUe6t0YUyHXu97FcKpLYRq3v
u1Y8hYksb0TnSzQVvcXEi4DJvu73Rt5cLqnhv/T1bLwBikZHU5sFKA2zGFcT3Qw991PoldMnUkv5
UZOP684QfWzIMQPd7Fu6XvOWmJ76ocvGt1yE886cmk97FnKgXTinQTyXg83EzfRWxAd98dPsrQ5b
2wq1d9MRKP01jIP/IelQ3IbO5P3oUfJ+Ilptxo3pMYv2xsy4dgov33fDFXWHQAZ4PGN3DlnbnpEo
zYVJ+N+xo/+kNj7fwxZRlg2/gIIcQV7mw05N8zs9jvqYrn1ytNu6bve6aPtrpYogoiPT03gOYZAo
3R7PdOnYWLpmL5SXPZNbv09Jwbwo0kRvSRF2TmjGjSDSdeXsoR41xxGZxmFdOsaDhqvap06qXwru
GKost+nf8Tf0P4W2oZEg8yXhMRfNg8vEEl1m5Z65PcwPNmvbZu8Ik5f9lKEezEdGEMHQjT8QGAtA
SjVtQ4GStIoCYZhY8rxC35JmR1cYuH1Aw/E8/vFKZypYSWUz7MrZ8/sj7cl8PxXkf6Fvf0lh9D3Q
pyTSGerHTzbW8qAdId8y3Va3Umm9CcwEjc5SwBfxcqTqZ+0jShzjURapiObF98otuQJAv8gaRq0p
SvEElELTI0jZy72ZJRuWVnI806Uvl1KuV2kPi3ByTWDTWX5VuVDiSPEODw1N+Au0L80mn01nL/X0
szPX6ckSvLHIqcV80rnX71SAw69Gc3qqEn1ba/U6To7azWbQH0McDNxHqZK3dIL1a0uc3V2ooGOE
urTuAu1k9+mgjKNQKOsXb2H2WfvhAalt/zhLBsFx7ZfOgaLmlr/LnwuzKQ6QmFz4Esrwj2lup4+V
788/gZyjKVyqRGwabnRRjZbvGt3zerBK9IPIYHvGjASFfVgtJPzIL4rmdSwXdVgMgbUgVwv0HRim
0ciUhfTDpq+eCIa4s5FJ3cyGt/wMQR9tALf9hBf4iXQOOWVnG9mF3ZvVQ93LEphHob7mXJrUvnbR
XhpOigYJUeRhCFbvIFZi3CO71IGOkxnvAPqM+qke1o8+z6cXxxjb+7O+kymFHZxyo5832Xp+CDPP
8Vdd6PXo1wg/S5S8IfdV4g/nApBcSuTx+fRwln1qZQhMcAYdLOZnqCdVruV2kGPzLMrAJhQzWyMc
LPMlGTfewTKz8sQw/Z2QY3XXoOQ4uUM374eu9Heea5TX/eyZ2073y2Zq+uE5abrkstK9OC5BsTzP
iRpvJcFRN8PIp2n+7XSr7ByKFuNE/ATL1k9Qo6eDBUWEAeGPvGzG67IHqrj30Eu7u6QakHgtZS5v
oBFV6Go1AoLaTdNPM+9GQpxN9n3YHtfewEVCIyfYGtRQ/G+4Qx33SfdFXUEtb+jEe/3tVJA1mdEI
IT+UoWEql+euGZvYbeFet8PsvdCnCXeIxpo0KiXZmFOSaGTAZmHDollci4uVukt7UV65KsvuLcSZ
x6JNyjay6soDjhaq/OjPrgkTdnUu4S56l63k1MswZ+YRHy32VV5PWzz+SHyZP/zqffWZh604Jkz7
TlT8C8p9xV/wNKOuJTi7j8MmLw7gy5jOMCffligxYOkF4rGbLWONmsn5oDEbXgYZE13uWpO6ITJ0
t2C6QDYwPQ11Y+1dZXqPXevi95+76biWrXjzIegOgd/xWMbV+nSJtY78RTS3iZP2e4rQ+XWeuvW6
S6zpGuYiDqOU+b/X6Q4dEm6GTQMi7sLO1+Vm7Bd5UKM8t80sEbED2BcY6tMnNXc/1BqGkLjSs07b
X1p4TI7JuIaRG8HH5QX5wzpaeU8QOABxcxpbHSDpM3lIqhYynhCfnedoUlc10MHz3hIoJDCBnINH
lzDAs7ql8vZ6FoDVAqd9YGVXF6vsR6KCe/LHCTXPQVnZUPUMdMJL6xrPDDhNKJml/zqTeXAgmgAr
hJ0kIdjRGRuIAlq8lZYKHs2k7Z9latovhp7Z5X270J8WF9Nbr1kD1AL1lG4d5sIoB4P1XSjnoQ7y
YQOKbD/7Y/iAwrJnQF+lD0oI50uvbfmJXCO7yxFf7rzR8A7w8isUXkPWR2UXKEGidD4fPVrgEHuz
j9EjTBfdX89PiD4hz0MML4Q0XzGzz7HWpAaDx4azqswx1hS0s6KyYInYiykfWrTI3CwcqosZj+Oe
MGRrYytE+kA98/ROiB4/Ue2W+ce5LXohxNBwcydy+Fdn5ohDbLigW8Scy7NWnXGXdRT4MV4EbUVd
uLgvq0aWVC91+aAIAP8h2xxQ3FAHH0x4gCHhemQHcBhBYpYwl1u37Qau2nVnnxa7Cm7QKfC7j1iv
UJEpSr4wZNXvJsbDlzWalfvJKJmXh+byMbUuI7i5Xnqxc3Ppv4pU535kWi1/pfwLnhwr8U1iwsMC
LGPOR9ouAqodhhwUl0hsi+DZbZtmZ1UT0Qn0BlxWu3ZoQ7Np97WjGUeC/aVgXfgH/dzK8A6zxYLA
akW8kB1kStpXlEjReYcEyfMtb0eZXob5kuod9gkP5p+5KHcnco8Nh1iB9jANY/iEY67+EPbYHQAI
T1+pBGNMbVGPV6hz0lukpahN1IQYvsfAMLHvAOA/J5q2RTQ1zVUGKwkzgRV+NCaqJjh9zBuN1Jev
nLzZJf4482ASS4jnA60v6S6mk6AQH0bODQG3fJ8YZ9PIaHfZZRFaCPKQozsbrH/aiTl52lcy4wGG
WeiInxBQDNPODNa12zSiagHcrJbPu294UuzSUFUfo7aDp0oOxjURC/zBUys9RhtFa7wnHFsV9tKE
MUcR+OljOTvJu7kG/hwtwMfRx1dzu6kCGTzpvNTNfhoq/7UhJ3zYzIY9jnsrZOYd55Tl/YYARP+d
rMA+rqtHKkLvzcsNFBu1P5oZU+0Bd/+ETociGcIXXEogYjtP9+39TLFNTQKUA5GNkYH90xLSCzwp
kV1WrTKuVetm8Ak4rnGZ6FzrU5k0wZOFis3dryXzqgtjmjpE01MZFm8NUo9LlnJjnEzTmMY95cG0
7ovFbYHt8THTZsz6vrrQ2QrmXOr/xdyZLLmNpVn6Vdpq3SjDPCxqQwKk00e55JJc2sA0Yp7uvRif
vj54dFeJdC/SlL3pyLRYpDICAy/u8P/nfAdJ57YXsf4JCamP73ai7cA0qjFezZpoEfbupFLgOHE0
Qdu+dek/s2/Jbiy98j7BvFB5qE38ohFaBQcEHsRpGvRjlQpMXCpgV45L8NHG8XM/j2MZuUHOr1WW
RCSjFXZQHuGNvdP6yf+SiklDYYYZJ6rd2n3fLNN14qbuOzSl5nVr5to3c/XCY1dceGF5CUttO7Yu
DLZ0TPdDUuCiimFsL5WLpNsQdvC5xSi48Ru3q6JmmgWpkYn1bWLyvm/wOf4OqEWCXJ3w45kg1Jjy
UmFL1OwVZ85emCPCcVdhJZ1TPCKbhcwoZ8etW+5usgfSXDWp1VqIB6GS0flj/0vz489jP/nptGeJ
p3XIwaGSe9Jf6qDxySE24Kd2baBtYadHQZYIxdQZtBAH8olcc6yyBKQj5vk25Ah2torgipkl2gzU
1itVoh6aeNHsyPAdxOkWzWAwIA7sts2Sqf5Lb4IX32rFCGByTlqP0TEQsIGPo7E3rmYqc4sVp7we
SwwLeH7tYOak1tPv1NMlUDgHVRev+4XCwdpcyvxCu+FVDc2j7UpnCN2Bb2Kkdk86RIhDsE9yhl41
PMkP9OFVvR1i2fyaIRc+civQcS2guwniB+6AMYB+fDHUViE9vyvdOX9A8www18rs6UKo3qsiLTdH
JqNBNX3tDBN4cVyY0Tt/VC0UOhaTLv+YxAYHP6EvAQrJqquG2zHx831pT3oWKaSxzd4ru0GiyO04
m50fLSc9LkpiMBOIFCLH2KDqvbYV/uw5Ja1p0lId8B/Mcxt2g7ipgp7sDddSO4TkzoXBedIGerkc
0chUDfERGEgZji9n14EcM/RmJBjb3xS+mU/KlQs5qW7w7fyDvXklaGvkQgQgtby1OPZHM61KGoTh
IHOpmwQpIOtAv+4qONgqGOzDy6X+quH0/5Iq8v9hYAiFwz9ed/hNfftfv2qVqXlNPPmPf7tvRP8r
4Rf55388/PyPf3v5J/5pL9FCMhxUKr7FRLRyGSg8/pMYYv87GmpK8jRVHP6EBvh/dZc8/iGPqiDk
DrZx3ss/9H+6S47376Dz17xLmhouvIG/6i4dVx+BDKEnWgPjTBBqqApOOySxa8hmVA369KnQf7iY
UN65DaYUigftlGwUhaXbbgrGCx/aWmz971l5veyasL6mHSHL53Nbx+sf43GxcBebYnFDyvL1R6RN
7h6YiPxnKP6P0Chv/V5PL0OUFvIdSnRsf04mfzyUGo5d+tNzXPWfDWlrH5xZEw9NVvbYpjPHfMLO
iHuwY7OlsDMqgGyqxVrIZIn/okl1le2rjg5uaEk3IBB2bBqJMclMfugvb8ilxKnCcpqY5GUmSqI4
6ow+Ra1Xxl02lzjiEoruS4StQodROg7pUyG6OeeYr0iwN8yBQNEGrisn8wmZ/tYLSiyx5AQa8f2U
y/6nnmWg882x6WXoZI3xDddI/hSAX7G3jcyL5GaU9fghFenQRR3u8E/Kz9jsK6OpG9SvjQw2lTVi
Bc9dpxquMRYWHyhssLNHBMEpWVWsCO8wH5TVfkGD7F0taCdcsh0K41pIajAUPiZZRmzULXSWWZkc
0HFnTWRQG7jXcPnJCPcEdeAqUYm9/d8cGZ0qiIUb6mVnv6M16QJR7MbmhqIKmzUioXlTmU5QbLim
Fk4XyurHE/nL+OKcjWZudYOuCK/j8TXoc2MZmUbgi4XbsY81yAuO6FDBwarN9My7MNLsdao+GWl8
QP5awme42affUepTIfCKHsflQr0hBJBWereemIY0cqw2f5CJaQJzXmztPSZfDSj0UGTpXvUxAu/e
sqnMddmUcLAu5vzZcfr0u7UkeG10t8eyRoobJo0ZOfKOEnGJHMJvsc+2g/l+kL5Yf6qEDWMhMVAv
7NQPVKQFFFojLpMtSR4NzpESrvMuztsUYkQWGNT8F7T3VtC1NVuaBq7xQPGHKkcQ9NBilbguWJDr
rUOUG7UTqgJfl7rJ6wubkzd+qoBFaY0/WxP8Xr7hP6aCYDYaIAOeEVI8XKK0tJM9RittZ+qVukIb
blzIDDTf+qlgDiC8eNEMngL68BP1TqknRpjElve9YmUMiQZqthoC6XspMrdm654XwOWz5KmxMWPi
A6+6yOc8/imxijr0OKN/XBysd9RucBVQ6ibWaF8aZfdsESENNaBq9N3o808FtnNJa/YC8jsebGRP
oYhBueegyzolWQGm8al7x8hH6sbPQ5nI7KaqyxJYBSRdXCgKEx81KAxHDrAX8NnLUvsRUF2+UwyK
1QT5ZarakAgjtpzdohCgkDfGJj5pUxxVdSfpBDk0/G7cxPbHDXarXm0CS5gPFQVhvAKcHGuCLrTS
/atN0frpsvkyUcbQmbeQu64/3x/jAYV/bdiidMKWR79TsV5HhdPXV0tR6xdmiZOt53otGltoNACC
UfSAeXZ8rYLbEHCyoWlonPPCtADcCK0bv8EWyiEchF6bxp8Oauev3ZJlNyj/xoC+c43l4I8dw7t/
frw/VRav12EEcKzBCFFYEgH/Hd9JMyx+h/MiibzO6CLq685mDTxgzvTNijKVnW1VW16iKr4sgMcj
iRxIn/h6FKygN09pfqpOEPx7KgXoOQtqtPTPm12uWpzOMaFKdJvGoggdnAbbxivwDQ1FSkVFFY59
W2IvIfDCpHADxgH/MamQJdp4gT3Cw36cOA8WhhHE5QYK3k2v1UV8C2oRs7s0YzsLYQ0ln4euZpZL
dTOnxJiUFp25ouJqvTE89H4xELIhWbWuRWNln52UaQi5CUSfyNNnEgRML6OWQi6Apm8malCfPMOv
m4OtaXRFy8XTs8ecgMgrzBX2FI1l0h6SxMgSrMBrck/rKAcbzrzsZVDb/cZFLkpWZIu55cKwfjXN
GXSA2MfwA+scL+yTH1ilSxIHtDojk/76r0x1OUEgRnYz5Wm809F//EvXcxAPsUN0ES4fD6iJZYHm
elVGGXiHnSf8eSFSgxPw4FDnS+eSfJvzQ3jdsx2NJUSBOCNWdTpJd+6r8NIJIb6RNMTSYJTgc8Wz
PkssQZpdjE/nL/VCS3t1LYQh/sofWyUNx09XGaUEOpGVuGmn8XZSGbI9MD2IaPpefW4DjNNhpjnT
bY5d/sOSuihdYC1gzM+G3vx94W7WaeL0bkiHZNUP1jzfUym1St24xVRaRnyrhjqUgTnfjy25OMIZ
its20ZptkxfLz8mnBpI5Qn7klO5jrnez0JqN5BZeSLfHi30JJHqCjWaC4zcxAQ4y5EBmIoE6fk+a
QVZRVzgQ2yeq0HtZNPTd6CBSXZ4V0UpxMbf5phtZH7Zjl8XLtjXK6uuigdjZaG2AKSSeY0NEpqN5
VLqGAbdrmpEGQgASpRCoRCXkhtnTxP78S31jNPHzrlIl1BHr+en4zknXJUduzIKw0Gb3qvWy7oZv
WH+va13z18uAgbCVl8ORH3M8Mtfja7lKgjqcEi0sTSk/arqor3I7qb7NIOrvfVslX/GDuoe26pfd
IE3/e1Y39gUy8Rvzw3o+ZBDxc7GHPDmqLJ49DRi1Ylq7iQ1dVbebpx6M1d5xJZ74JfGx155/xS9Z
kCfjloc22SIzTQR8t8fPnetWV2htFYdlhmt7ryQSg7DUMY9iDsqqj7VVqYeEDl4frp3hLYSgrtv2
pJYSR1dXEx2gYPDcMCGokLi0cu52c08GG5XWzPuYLz2WzK7V849DXbnt7sLdvzrcsWxwEGbb7aDc
pH5yfPcQQOZ1xvGAgsW4obIF8cDWjeEkwQlyIVYtAuYeukiPkELUtTHpaeAcDA5olftD0k4hdEQf
LUF/YzSHC7f3UlI5eblszl7wiBzk7RdHzx/7GBtnbibawQtZHxfoz0LMWljg1HsYsemYG5fR+M6B
TdSCoRq1m1UFRDmdwE6xn3I/NyE/aSgN5jSQt1M+UBV0hq4SoSP9vAw1A/vwNlMCY82M+G47FrX4
pU2GYoHUrGZCwrAAdjE4OQyRjviw3EhQPP1HKxHTFPZ9mj65OnAospkDOXwZkwxLd7a4HBIyJy/u
6XtgaJTK/GGDgPodtHqqbzr28VS/WxMWUt9Wlrkr9QDslyRzkQU3cfyH2QhoJ5nD9Ku2uLE7B6s1
2nRPU4yXIccOWSUQC2jEWDXzjZVh94eP/WXJveG9zLvU3dYL8Ssydzm+LnFSfclazf1ZWJP8hbUd
JZmup3JFlPfltxSWUwMsomZp8xILETUIr5LBrPzZ3WAvt7S9F6fTc5IV9nvX7kHmnh+Ib3y5cEGw
0DB7IAc+RccnCWgUqiVayDQmSdEm7drRkIwXqawPszua/8J0xerKLjnAAMLMeDLwAQnkdTZXWjiA
1Pkg4GGEPbi5XToH5m4RNrSqZPasHUdQ+cNRXr9Ljc65sNqv89HJ8HaZMNlbrDMHu5rjr4/djJ1r
rtBCygj2DoGLwNQ8OAcTxHoIy+bnNGd0zyW9CTLD0gvv4NV2mfLDutCywLG4WafmAL9eqqAA8wH+
pAIfZ8DnwHm//IAMuLcJKj9YWjZemKH5Mt54Zp8dDiI+CyXq6Xy5whgCZg0c+Emghq1pD17RoIzo
0ikUS8mRiaNV75MfWI7DlZFjAafzY4ungVYIXXBwqe5+rolLL2AskIMLjc8NK9ef7EhfMvtJS/sC
7dEy6d+bAlLLptZmKa+cJWZSW2zBHGClOe0wURUBBlCYamCI8BBvYyfI3hfogNKtCTtM23aVD84u
KHU6PU61dDgAzWJZzb6GfDIcCk6bGuzMw5ho8mPT+RAQClU9KkgU7yReVjKc/DwwNwoKorFvRRM/
0kpr072HHu+nw+yJ6M8ZC1KytPR7X4JXioxiwtPQGzk76RVm2GxRkYFRo/VZ3hmjzrqGEqDrt+zr
fDO0F400VC9YluB6GHG+C8/RNDyWtv41Hv0cC7lZKIo2pEJ9B/FB1jbNJ//9PNdASCeZL7xCrObv
F0BjHemDTfe+KTIFlqaT2VfUBA2RYHk71sAS3OzOm0a81i44JtBhxEs+NLLvsIDr+iKALNE92oxl
3VMsm/uJzh3SdVK6lEvLthtiW9tCwChv/UYgHytw0j7jEk1/gvCpiq2L++y+gOn47KDUQnGlN+qX
PkDjA5k1tVc0B53fRoF9dovxvHo3p8r92PZN8E5gGv0gNW/8NAPcBAgB+oLubgpCiAl7hNo3mtqI
yKrVks+zAXFnkw9aAGXOUaifS0pdlCuzRnxONeGCtFKG61DYX7Q1h7T2n/IaVe5myVvtznZ6wldX
UKsZEjCu79uKyD5ibkkgvsqbKn8oPAeqhp3WxoGU+KaBcrvWKpNxTPpvfztvGibWHnYg6xkcb8Px
DIJcox+NoPZCAofSiJXR3cx9M987qU1pKxjH6Pz1Xn+95CIwZaydJoqC1sn1KlJJM6lVLMhVSyaV
YS3vHJbbR2n837Cg/7Hw/MaSsB66XMoz7OQoCx4/WjWUhdOAPghFIfxPmV8W9/6oGdtEDB2SG2oI
f/totBcoPxKps0r8T/caxmD1XoPUMmzawN36laiv6yQh9Lp2L5lhX9dMXloZ7BlN2hYBfzt+NiJ4
taIB4BaqmAyQDUAq5440KO0w5rMReZmyPxI4hQy1ptF+w65WPo7Fimk6/8hvrACkDfFysV26nDlP
FkGrsUG15EMQ+ibBa1dSGCh5zEKTFG1SNcSRofraiqpuToZ/4dI2W08qiJgTuIXjNwDfBERHAJ80
nYvqeqzcfiep/UE3GuprAta6q1TDon3+eY/tIy8nOR83C4ZdTHEg3U/OKOilR6eBUhGKybTGfUoP
gYVvySfypDuHxSBohftQDX2wNQKVXVj73hjQjGeelRvgJl5Wxj82s2YDC6wpGi1MPM/+ASJ55KCo
+q3f5O4IN0C2X84/LucP3uLJBoPOlL42rRnc/um2ytRhJBcLYCcSGBEKGWLRvyUFVgEUBYuYr4Zg
JoPMhRFVh8HkY0c0UgJmHgdhpXCv7YbCXYH/BwJy33xbOHLJberqWgBJaZ3Aay1jDSxmcHPbcjSt
bJskS/rOi1FC1/3AOQGoY3tXEraqhZmvkmdE1JRpRmRzkO6IIhK7JujcZ90zgQCZ/sRKRyahtJhb
AhdNYl7CBkIG9rlZNf4hM2BgETGr8nkztnTDN0C5k5sBPauKXNunzBpksbpGlQLHSPZJycw85joS
VVSEG5RY1Okyyj0/ajnHeTRk5vh1rF2f/llcQhvm8ZE1zCnrHa3g5pvnDZPcuWZvwDNbcXcopnqW
tykpQLp1rS+b0E38NVB+7vBfp+V6B36MOcJaCrwemqk9lUHRwryqp7yD+qTAkEhU0N9YQUBLtOlc
ASSeFuxgaPshlbe6cHF9FKn61YyD816QfvObjWzWbMYuSRKiPnXELmMat7/9OYuJxZXQ98OyscYP
rsoKLZom6K8kNJM5tanSop82lUohLuVtlWnbXI4CsNao649VHLTQPmPiikdqhJQqKBVyHBRFWu6X
wZO/gsxAJq03JEXXtEwoXxJipFYSpn8N+ZsYS8u0UDUN4Bvo2eGH6T5jDxh/MPPguveKEmpxlU7t
wWrZs3CwmgU9QHYaAsRsQ8auMfaMJZxw415vmqp8sOYUJhY9RLhbsWr5t1RZLOxb+j+LcTCSnDxE
BXvF3FVmsyD2DZqii3SVUG2l/YiBF4Qdz+wk3fAVIXtV7yVhxwSNEcL0PBEsDpIn0wLWfLbg3YaV
lWROYu/sx4FwyenKHbXpOwqXeAp90Ew/9HRyfkAKqzIce1rwm82Z4137hdU0+8zvveyqhPTcXWeU
ebSN2/jNb2tZJkkhospvHRQRUILFutMXdQzTvF7s+ctgyummReGf3aWZRQJZk9r5Z+XX9g/Iry9J
uRozUeZOtPnA7Ir+ysSxoXazD+cr9LSeECSrJQs1muYBxJkjZiu0IS3xXHJEaU27s1m2nWtowFTR
98tQlClx3EFR10/cSdmEZpaWYAq1ZbIOhg6d90bkVM53LRWbvz9wGCbuavgP9Ot1+zR/bc4DUZa+
5oaZgECJYgfc6LalzwrcR5/zg0yadF808tJy+9YsaKENoKZKHQ/k2vFak5RQvn2cIGHJDopuXeo5
G2+wJ6KDUaJqDs0Cr3OnRx1JNbJgOE0Xznmvd004BunOUUgkHAEj6PENIL7LlSYLvunMqSE2NsYd
aZL2Bh3J1/NT/usVnUOdZyHTYxNDM3D98z/WGNUqiTIReklQpevBY6i7yMjG5KfmLGLvtI61G+bk
Ek3h9fOxC8UNDKeE3xe+yvFVGxJlkSl7HuLIeDmwNMyUDiZysH08Eecf8PUSzqWoBTnQDlBvnLbt
wFgTtDBQsDIXvbkDzDeFkEUF17OKB6/ijbLxdvtnmZcXVtM3HtJij2QTsUOH1X0VPpIBu8yhmIWB
Oxr3q5aSXo3tf1p4oRdO5idas3Wjgv2RSkhg0rxbVSXHL9Sph0TvbUUukyL79ks7Z3rYD4oEjCAt
1S9P5Ha2J3baXbaCc3LItmJ177i6Srf+0mpia7XJ0KAVtG15KFJsOud/hjdeBjXP1aaJbFxnbB/f
oIebZ3CAE4bEE493plEsV3WpqdAGonThF39jSNtgLfBb4jtkOTkZ0kSlK0zOZL15IkOfq2F/K5q+
2eAe0e5rZQ4RfwCG5/wDvp4zDJs6Nt0YmyMIPfXjB5wtqLqzZgehRb8r2Ve+ST27XBNuMlOzp23i
a82Bdi/6PtNU+iPEiKy98ORvvWSOP/SYGA0YHNc//+NjpllQGVOrxyGmteo3vDD/C2ZBdA/4XYzH
88/7xlumEW5BpghWp/fp1lhQ9rPdYs1YaOZO7tIpAP2WMlnnOwO3H0+d6p8cOMgXNsVvXJfyMnMV
vBfmDt8+fsY2cexumk0/FKhxIwVU/HfD0aemCpTwGycjwmGVEVp0/nHfeLXIWla3KO1xhGYn59jJ
BUbZ0T9l0XQMf+/NDFv2WnUTEWiiLqgl3pizeEKKbWxZca87Jxer4cjJlg8lyimsRz6QXLQnNjbM
IZnLn/Os7APQRw+ZayC0LPr7JyVPDeYB5461gnL8ggnkSQ0EGKTMzX7yoR5kf6C6r99ppQwuXOqN
35JjOusckY2cNk7bs9A3wWZaqHVISmmMW8tutQizBufIikJyHVV64UWkmlyiArz+MU0ej4wu6rl0
H07ZUh0xQL5j0aY1pOX99vSu+az7fn4w4sG5Ov821+F4fKA6vtTJ27TGDhc9EOMoSzjbb8tqNWw7
iK8ufBbrv+f0OjZgIt4nVXG2Dce/GmXK3tTzuYjymvR23/flQ03H61ar8fR6iMx255/rhGuwrjjg
kBD36bqPF9U8VYxgFs9zUxCtFQzdgJAlr2BKrng9u428xW7vY1xlH8Dk44H1m149FlQNP9NcExDC
zQEOIfyHfLdSiFIEYznugmqMm7Cdy/zgGDHt2/N3/EJrO31FmNAhz8A0AMZwMnNw5Mk57GtplA4i
q9GXJuXHdMSo+9BRZ6M5G/dDto0NO0Bnzs7yd+9Vygs1UQHgHIKyLvaJmXrPOgIeFaomHyn7do33
VZSYHPZWIeMPQ2WlX3VTdo8kM8T5RhR1Ne4QCQ0fqwWNcIhrEz6HaTuVSf0wIFC+NRWFhPPP+sYA
p4gN9IvBB8DOWf/8j4XAIGiKsxCgPHvCHQd727+f/OJbHNvm0/krvbHzQMjDokNPkAWeyKXjS+X9
DJUN8n9EoNa4G8mm2BXW4L9Tfm7dU8te3hHwNL7vOTLd2w0yFvJ+Y8n5rp0JPCGpNc1rkjZU7NHM
OX9vr6cXSp1rVipbTCSC9slbWAiDCtos4wfHUrYXKTHRwcqAJnZ+ecB9uRwyZ0kvDLMX0eHJMLMD
Y5VIYKUwEEMevxAf2woB8mQ7GSQyOTQDCvMu00tCkIhvmnSII0Znby27MKxdWQBEecJ3KX+aet8F
d/EgpxIP/kgJhSiF1d1cdd4z8Ius2hNsj7f1/Dt6vW3hcGUabFgsX0ewYp7crWckSd9Q45Ae1Q1b
zRWW3W4qk5CEB8jyjrVGD9S9RZB3HeT3nA2DX+dv4Y0pklugrogWm/++jLA/BitLvI9/J0GzuaQV
VBpt+EVI5vL5/FXemCA9Np64zdbzpHXK6+pmiaZgidOoSZYSKuVoaNFSzADqvV5BwU047Z+/4utP
Y5W4ATyjlIY2hxT043dbza3ZdCJzIr2fm4STc1s+OYvX3aGQjnca+RLvUtRBewdE8SGg4AaoOHF0
WsaFJz6MaaLfqiUr9hnw3wv39upnN/lYcT6x+q0b1lOuWJf3OFMEHnF/kZSOevb+z0s9CzKvpNUZ
+2bCDLVlo5H8nrQ1Gwp8P/qV8y/o1ffJTSAVhrXLtirgsHv8fuZEaZAHBh97U40roqqWA3JqxDpK
izfVMBfX0Iry6PxFX3Jhj75PjoN0EfkyLU7WdFOPr6rwNWpNlsdRL21JHc22F7hOGoZTqGp4IqOg
dnNrl5Sx9d4s4vQXakv5w02r8fso45Zqm+V3v+dpAeyJeDCIN5nvU/BaMMJ/A8Hf6mjbFugbkyrH
396IRJ75vhT+Lsnj4XEcbPHIJhagNTXJEZJthbJ5Cxve3/uY8sgImazpu+PmjR5JlRiEvWBD2y46
CR6Hwc6hH9gJLlCjcB3YINxn+o6d8uBcl15suRf2L2/8RuBR0ATxFa5b0tPfyNaGDiKmiDIvb8Fi
VuJBuVayA/x4w/kt3XGiDi4NjFczAhsZas/4i9dzLavL8U80y8mZO6ysmIRTedVQNSacY/LQlZwf
C6/bKuuOyXRx5+j8hzXs+EL96LZtayw8nW8Re0HfZatNTrK3c2HD8QCKngdyvgpSgaHA6QkiSSfj
0/mbeOsNswGmvs8XwCR48rBIxCyMkzZxsYYOeDTL5oj5YNxOs7RIhbG7KyTFhDKev+qrIwZfHuhM
9K+8X4x6J1c10Akh2gReQjSCdagXzCiVrmUHN42JDMS+sIeq/E3UUr8+f+HXj7vqyhBs0IWEf3q6
PKZaZ9bAw2WE/Dv4YtJNwv85d0SQBXm1hLEExyWMXLsUNfpq/ueB1wHFhMxfEEqPf2qx5JXnxGBY
KkMU91MQBHuCUPTDoCrjZoRH+P38c75WS64XZP/B63Wp/5yqJQisiVW1ZDIiYE6fQ5FXDol5Odkv
iCZ8IPK4MNwc9sZWGSQJbUsP61M3TnTnM+KhLsVlv7blrPfjUgHTqfNZUL2OX0CjkTLGmiIjbZ6b
OgtFLKwOkgkW+9DKtXyN6RQoaBQukiAizGHVY9eVbW6bqouJrKAydANcayiv/c6yigiPihyJHkT3
xZbaLbUNM6fR7kU50s02tSX9tWCrdK8Re+cPIzvFr5qN1J8ttqlReyqFDrSdam7YTTrb4aLJ7OVW
9kv+RetRYkA68IYh9GPkgYU5zkSU2To3VfaZ+5D2ZfzEsLGeCQEt1AZyZfpJJ+ah3ZRyGQzaA0bj
bKdE7w7k6phy3yZd+ozjwrlfxmom4ZD21VWw6BaBSB16zQhLhhWHTlc2089YUCOMRqS8e2ymWDk3
6Ibp+uVkEmVPIpAZhsisM7Z1NqbNVZxZc3dgd5zsjExO1cHiePCxHg3q/5iAFtAg2LIopVqqM/fF
0ENFwHnvoyCp5t/YsUUX2R3k0gub0XWvebzW4fniCMAETm0Qzc7xb94mdJPGDLKFII/yCtGSt9Xt
fLlyqNZfWFepDby+GBU+CvUcP2mInRorAWjYuZOYVQQ63lfPg2bXX0q/JgRtkKtWThs17ztH1Bhv
0JRNX9gdWeaHWmol0PS21H/kjpwG9I5lo2+bZRC/DVPFWujr2jLf9HGiPhYUVL2DWLWJ15DwJvN2
rOsKMbnIicpDeT48BUo0Rijc2bVD4O2g6A1V1B/yUreI7+tQKG2miWMpCQPg3wPpjqvhzp79d6JF
8h5BTbSqEMivDjZKt7Dp9B7unaGXbb8ailHfB01akj8pSwRQNoF9hHWKVHRXHHiDh4nYqp9lVoNr
LUwof5sSueMj1lbdC4PSTJLtqGzkh07Qax8aZgI98pK0uaXPCeqdM4Dsrr1uqRT5CJSXIEMZkwNu
pmq+kgOGyqxXboOPqEqJF3BG17sKGpkM0I3oRDPnOAnb2pR4SDKBUnsr6LeOa2g9eWMuQQ/WLu4r
Frdl6TyKw/VYX4FwScwtxh/jZ+alXfVsJ8AmwknplIUpJ+sHd3B7RD0T+XobpIqIYQri1n6ynWnN
yJmT5G4olf95VFSq+HcamX0Pc6qxtnDq236j2c4cP85wvwwUSgXwLjQO6gv6e3ugh2Nlv6RZdP4H
Mq/UtE/nXLpIecZYbcpe2Hir6IM5161FThWZE9zRTqQSglyfYBl/YmjDwhGDGh/LxDPKaI6xN5CF
GSw0CafWhsyWjUM4G1Ib7wIjKT5NVpLZe6QKrRO6YIZCbxS1vWUPKPFkwzQUW7OgOrcxSpe6eeBo
+bKZ9VnmewLHhnQbAyBh68hf4PQCWlH7gCQevHVG1RdhldniNz3H3N9hw+zEtikd51tGGNxE5ZtM
HKSR1nKfxN7yXna6/kzElyG3hLaRgTmaQfbsaFjGQ9hi8qkwJsxFRtFzUzKm17TF8zbfI29Jvru4
J6Dw93FFAUYOyc/EG2AT8Ld23DRYqYhuB+PYPMqkFOWj1buLuXHyAS21EuB383Kcn/usd57Or31v
zASrwQV7C7IY9tjm8bRjdYKVwJR9RIVxfD8GcXqY4/onWVHpIzWESxqjN/YyaylvbRKyt2exPb5c
4nT1DNe3j4h9gw9Hl4Oz3KQBh0Jn1UeIarodfs+S2L6iezj/qG9sZyjWBKgiYR3Q0Vrv7Y/D62yq
SWfcVNFS1ymFrnTZrrqAq7ozUR6pyXwuc2u5sHl74/1yTqYKza2znTnNTAeVHLdDRwqq5lfo7prW
iQoUlDufcs+ntCNa768fkuuxD8dqwXISnPyefW9PfZ2wjNSkCexbFwpi5s59ZOVSHTzCGSjuVZe0
N29toCyHHuFaxmLLdirO1wxd6JaiQqQpTXkRe7vx92x3mNS8YiTGMBnr4hrCPRUdFOaq/Oh7ad1d
oftyn2Vhj+JfeOucFHwOU0hwOdQf/9RSr9x6djMRkfGdfuoWieID9W+oMrlEopkufUVvLN5rCQmf
OM1LWmYnw7qQQ63lnt1HZtvk77sOQQTim+AWxU124Qd+Xc2lM7e22Wk2sO3Gun38bICQvNHq8zHi
+GpdoUooDy3/3zBmGx8NTqWikkjPnVKEffs1KYxWaSCglM645URaWJumdudd54L123Se34buLKqd
birCgc+PxTfObM6qfEZVZHr0YV78FX98cb1LLpTT20NEWlX5CR9d8oBHb34iAGYh9WUkrbDDQh6l
xFF+CGiCXhV9rC69sNcFFIeE2xXOTmmR7/BkMGDhD9zaywaUSWVR7G3lJtUTQd76TDJvAz+uK+bu
Q2rI3iUTOzd0XNtFRZT3YnxOWDZXk3TV3o8Itn/kbaZfL7k9eij9S4pTzdgMn1FExx8IWVwuTM5v
zFhI2DkJIGWnAHRaCGsyyNIAL1TUBJN306NkjdSQDTd6W7dRjqb/elmK6sLucD1OnmxEKQ1zGuKc
7dBUOnldWoI80lc0szw/l6EJBvJT0ybWxZLb+k28ug5Ffg704OU53R+PY3QTK6FrlXY1vTXv4MzU
X4Q0k3tfjjY6W28WV1XXql2ZEhexWzfot7ER1//CO6YbjI6JOdMHgHt8G5Be+sKBKhR1AdIGe9SN
G7GkIqRCmd/WwAcNVu4Le/3XiwKHO9rrlLaonlDdO74mIo2ACFqumdV5eSD2b/5OFJHlbzntpVGZ
xtYFsvEbEzTnWqZdbMNUEQmtOL5iXrpuX+kLy/yUlUZoz529T9Ol6UNeafrOIKBqNfaaSPQa5ZDF
Odmpcd9Raf6qFb3x668nBgwaHLlZEVcX8+nEQBWhAi1Gcp6fpCk2MqYIiyTmK230EWhJMAF1rQ93
eaGv5lrgbhl94y/nb+K1zx2nKVsRnd0A7bXgVNkSEOgtYWWNUW9YZF63CwL/rVnVwc0MOHbEHkV4
W+jjcybP1hbikQQ7CDHN7NuPXuKY88ZUyRBvdCHEl9idCB/KDdKdQ7KuxZdZI3134w6FOBRZX47w
zkg15qybmpcwHq/7GMyxtPVg8K+NATD8x7/uQCEiSwbgwhiOKrr8i7wic53QvNoDNpnNxsQUK/JD
QdUyarTMsNAuosXf4Jei1kmSGbGVWXPwZFtdZ6neRvpgtVfn3/fradhF67B2INdpxT5tX7RqgudR
QQty2LvT4iFEUNUN0jZks+9xCkzvBuK5D6TCqcgccnHhO3/z8pQGdfIKMMOdUpSok+UrnHCO3HQg
RH7IiRTbzF7vxbeV12jwMAWtbTSuhFhuantCDYr8NNYubEJfmq3H057LLpROn852wTJOX8Pi+P/J
2Xn1xq2kafgXEWAOt2Q3W5IlWY7H9g3hyByLxfTr96F2L9zsRhNeHAwGGGFOdRUrfOENBcU+kC28
Qo37JHCFTx5TTUrcdicBDSmmO4b2pAI0SEkQELb0caiJXErvwUOpM7+zE8NAkqEe5eznposoRKEt
CLC0czuhr6mR1fqeUnldMNFi1e+NCAAC7MPEaOF9p8r3ysgoaVdqS0SKtSeGfHRzKWxrI2ajuGi7
pl8MCV9hkqB8585K3sRjIVfHaljmhyzGL1bH+ywKqxHJjcDx4uy+K6qM4myiRp5f58kiHnC8FN9R
WW4+dxhKv0djLc8/jZGZ37ekB61vz4TFrl6YzWlGcurRwXzWQzlZVXeAc5fRGfga+EgqqQcgiW3E
NMw9FazB5KDbc/pYmaRuRS3Y5Hpdhbc3+Wu+tPm8RMI0SlZQD4/K+rr+FfKM3uKpg/oqt6zjUuer
GqnooQGyJf0oM/XumFDdKJ81JUYDnldAFpAep8X5qYmuVe8rW4rkI1uRlsXtn3bl0aFnCDGLsJHS
9baMDDxRtkLo/RETcOUrXgHVAVZC+2McxH8IxSyH28NdiVNXJXlzhbhRtEaA5XwlhjZSZV+tNabY
gJOMq3nKho1GdfUoxd1Fhk6h1sZD1PdNeUDoe+4OQ1ljwjeNYiiPHhSRISiHASRsPdpQ0xtsAD9y
oYrhZYim6GUA8W3u/OzLvYI/EBQCTiZwBm6r81/teOlow9fMaTNE9IsydGRD2Y3jm0Ykkf3vgzEU
l5IOKsMlADkfTPC2xLO+IBOktc6Dt2AA6Dpl/SamrbYz1JVYnEeOIHi9ACn72ZuwzuvI3GBiLUek
HofHRdOa/xSq0KFZ2DFGpQx7NxJmhjyaMYzXNPkEWNLd2YOXAS3FesBSa8udTMld//7X6XAiT6cz
7i1Hi+j6JyAS5+Pk1ch4dAmS+wro3AHwt1U7O2/P6xE/O5YGlU6gNqDgoHPDmDgfOEHtaIhaVDE6
9FT7Bxmr6nMnlhwR43JSmzDpRJOdEsoxX7NkML5WQ5WhqptD01Hx4PxNgzd5aXJCudDKaQzzxoPH
9DPZtPiTd6vE6uDMM3D1iItcgd4NMbkVMebb+Yx87byUVhTI2gSdbkfS+omatful7uZYHhqQd8sD
PonT+25K1SlwbdmAz+GX/bap3OMUGg1y8ClOxvm9EE7yaeeoXoTia2YEW5x8GZKFve03QLqaIMi5
5nFISFq72NNX7amm01YD9jQ6GuVc3akuNDBtNJuHLJVqglPz2Hy5/UMutgdfiQ9EGx5COF5Tm8MH
AjPBrTJdjmtZMEdxp2zuu15gSJyPUnP8flRiVI8VdE1uD7xu/u32AB+uw0RmJTgH59tjrqyIzN1U
j5M+JjgYRHq3ClvGiG520so/YSmXxSiDuNoIxHyad+Z9cekwbyBuIDPp31qk9+fD5zG09CQXJJ5F
wYPrWhOkxEwLF5dK2D/PlAIYZ53DsCpKbupD8FIBRlXdcoxdKpAI39ML92N7Go9JN9qPs0lWMq9m
ul4SxafbY7+C8TfLDOwWGT00magVbXscKVKObRM32hHlJIilkENwilC8on2sI61yMVyolOqAG6x1
V6RDqQTmWFG8RQAnS+54aCwKyTiS4KoUxVDnVKwtsLsu9OyYIK2L4UJXmB8Ufr57WJVUe9Rvsigs
Ha1WDz2+r6iK1qPeBEtfN28Xfba+4dwEUT/X2hiP4CH3gpZ1Af/RlWLvkF35yKYJykRdMbg6Bcjz
j2yNWmPIyNKOnivH5kFVNO0Xtt1J9yyTmM4Gklh1HEaWs/wYKm9B2gni/BjgATc1x66dnVMpOhMZ
b2yG7ybi0yjoqoLK1u2PdOUMrtBZTFdIjrD12uSmEOWraDbWZoFIEAtAfWBZNXJcd3qiOGuPyLNK
gPiuvkTpzim8DJ449jb2kOhbrY6U6mZzjpNTcUv3Oqo1lbIE85y6n4ahn/9ITXIv5ik1cNekeA9E
yHmmmCsatLLt/Csm11MA3TfdOS2Xrya/CKAmBWsUEtmxm4vBNeI6c1V2rEEz8X1dDfP9wkuhYy+Q
eXckjvVDT8RwWKomx7ph0Q+LIMrb+SaX8CSAr7BbVic+sgac+M73jgZLlsWY1WMOyFd5aFRkFwMg
VENzoJMe/WwcVEgC0wKqP1Sdld8lPQhUX4V4WPvYYPYvXGkoQhgt3PGgoz9s7vzEi+jSILdDddMw
IDc4F4V9XdqpW9YOEsBodT7jFB8HHFvtvWyX6lNRNMWP29v0ynhILCJeTK2Ki2RbcYaAj8vPOBhH
tzXx3YlNEb3JFCX/6sRDMvtORXVrZ4qXjwRaMBSs1u9ggLjQzz/CWFtpEk+5eeykFgVCeGnuq2WO
vJ0xQ9bIsplmZBbhkgKnYc/J98p8SZoZee0+kzquP+6vyKnNZWO5qWUeGwlVsocE/12QQxdEFgV+
llOKe8bO5r+8sCDCU1SgY+LAQb8I4BdvNMw2to4TTa8HOEmyOtRFp7zp7NTMw3/+npQ4rVUZcoU9
vLJd/5ofRgw05qeSwVxJXVrUCqKCRfw0p+UvACHNDmx/u5z4j/HSr+wLviNaUpvl9Jx40mTaxmFm
GShOogP5ACNkFgc80q2HBFTb3u7Z3quvIyJdBydhfeJRpT37gHjZc3taOAlzZduPsON7lAja+p2K
4gu0dEzHcETbg4xSaedf+/eTuw5r0+CnMeMSW7wKYP21roNeRc6Uxe4R9Uz9mSjWa8JiaqcvmgQE
5zdeb/wy1UhBu6qpKc6g8Kc9eLSBe19gA7GSYTT1Bb0PiHyDLQyVpnad31d6lrxDkHcija8Mqwkw
/I7ft4lRfbDBByDLqeby14gG4hhGdbxSSKtE4Kepyv/KqUc5V7UW28E73ZZxgMSGivA8isKnFBMc
/Xlx6/b3UhZO5ccyccIRjIn6ILJJPuhVi3S9PaTJtyQFUEDztBlmXxW10wQe4vU/0d7vCB1cgWeZ
qzTLACDEgoHhKmL4HgPo79aGeTwc1miDfxWw99/sEmwGyoXgOkhrWu9zDeksSMy+/p0nHaiVjFsU
U4II47FjnmRMvOuUyDyAU1JePBq/yTGanexxtgZsvMe06u89lW99zHLTQ3dJMbKfJAhoZVRstMif
PLv7FBH11cfVRgHkrjVr+C+PHXW7URr5k6KmUDvg/SaQeLHS9jC9K0ETCq3DzWgWeCo/o/6TLYHU
WwzjJ9NAPT+mVPnY8bd3EfZdkEt1PACDqarWaK9M8c8i3TDeLSPghHCom+G3LVyCsSkzxZeafuzv
fqjJXkh6XfBsfVx/wWANH1tjnNs3sCqj4gBWZUTFJdOSPyQVWoVXld3ogZSTNwMpjxCTm0tzQSGc
nFkGGUCC/xypavFdVqnZXaQ7uPvMGig2nygDf7+yU1fpORNt18Cq6x6H6CWfUO2PCpwLLTU2GI2W
oY+si2J9numIA/YY6M3A9Z0qpIpjj95ipss+vjckrmYobymdA8xpmJwArd3514I5FP8zfHbTr8q0
eJJAtZEQk8ufLIqsXy4gkSKAQkHJDUL9dOBmHJJHqrj5t8zKObl4D9kY/ZAc276ORsbPekY+9Djr
g/O4miz+YOHgHVtKyr18+3q8KPEi4kfVFBV4Bz4Ej9CmVCDXBkY2YlUDWX8CKDPbuDQtCR5eD+mg
Nx5VaDyTjuS+zR+k2qaEp2guf0L4iJ2DKcbyJW1TWL9zU7t3TbNCUxMX1yV/xjFF2fm1l3cdmDVy
4TWZIt/fNqGtXJSpETVNSANQC+oWjG4KJPS7LNL/hsT8wiTVj7cX6JXVdX7RcY2j94QiAjUnEpzz
+7V2kSuQTdeEqi3RhDHqqL6b8latj00mSNK7RLOrQCfVK4+mUg3g0HBDmQ+V3gsrELPedj4awVhr
YDOC+tjY29Fbux1w1IkmrkeXzi54QKdwP6VghMuDPWltQ55h00F0gaK9pCDE+ydj9hb6GFPdHQTi
J8t7WSdG+lZPjBmGj+mAFk1SKDalMqHAhrsi8idm/DuWsfWfBTQnhY7nTfNDrhfN94V2FLKrcU+F
3nF7Crsq1jDawc3i6jlVJsy2liFWQgoLFPrVTOs/AgQ3i1PFEr+3i7Ve4Wl5Ke4jUTn/8diP2GwD
cEKTgvbrVzkOVNCcbEyfsAV1WBNskv50SaJSSEbGGQXceK4Ooq1q6oYwfU4lwCEFfNiSUMVzCol/
SQu4J+AUD1+wYprGQ2LksrvXOlsm4OELJB1wQC0+9QsKGacREFnr91pU7uXwl5sOi0jiZPr+1NV5
QM83gDWbczXSqV07hWq4aEgF1YKWuNXrWCWirXQqJrP7xxiJ55VlWHula3sZqMH5oKaAlqajBRiq
Rt2cXEFnwZ2VGTKAOn29vcPXDXy+wdGopIJLx5DIBRXc86G6OM6LOFGBcbedsnoaW8Oj0tjtjt3E
5TKatCVR2YVstxbrvPNhXJpFi42lR2iAYtCOSpxHb0E8OPjjFWBnsN5L33aavQchuRKnQOEnhyDp
BO6/TTvRr1Ho3aRJiCNhdVTjRbtDZcp4phAjnnH2sfZu1AuQLZ8OaX3HtYDY0ofccswcY/U2Mo0I
eKvuiB9ymfqvVN+aDv8TJfPeuG2c3JVGhR5fh+jDFzRzoIWrGoodAXYkUfHZETaARvww5XNeQS29
s9A7aTEOQR7hoMdCaQLRa9onzSv1PhD0E3+mAC7wDca8kJogEATEq1KI+36Uov7rz1VuvFE4GgP2
x9iJUR42O9+LdKMK3dlSH5O8GVZZlMLsfQWulgLusaxCYv8FT78yGmowjCDYeH7V1ZA6K4xPUtHJ
mKGWy//sfJ5QKm8VRznQS2xoGKpD39MGjHP9WCCv3gbZ3DQfpDUv8jQhFbaE0O41NHPmRvvR1E6X
oGikEyVlc4aRNV3rVBxQxNRGEqDKIRSI0WzpVktiPxcJWuHYeFbPkRZPw0HlGkG/oyqX7EjrY5xP
PJjer86jM+IvFl2QYIm9/OesFtVT0XiqvLt9hi6IhTyjrzIRvKTUYkhVz3e301pTpKlDHi4GtlwB
NwZGAa6toMtvIUtSWDjcdsjhhzKptXuxSCXwZB6NQVG7yMHa3aguLGDa/64qY4Zb3IyI0VN3KPt0
/mBEpvPGc7uZUpRap4dpXlzf62IjQG2qCjobcxgkIKv5gPg8bJ1ahrfnt3HzWTFfvIL0FADW0PIi
TzyfX1cuhtsPXhYamY6oYB7rBhmGitlQZLeAJ4epdVDKGYo77ktD97XJtj7VQGCxDE3syQhaQP/f
+gKTh8fB6PTyeVqfBFBbhPlkZBhFPcEJzbuAjUesY8xYgft6jpNRyPcaCKfVqKrfekPcP2GPMI8H
tzGyGUNqNNk514rzu+8K5aX0OvuXYZdoU95egsuLBFVR1HW4JCmX4FdzvgITtE6nwi44tKa6epgX
pN2ymApypdreibpevPMCXF7LjLcy3GEsQJLYlvUw4+uGoWnzUC+TREPVSKvEk1cUy+n2vLbZOF+W
a5ESNYNRAdrqVVtaPKJRb2XhgHrSU+Z0NcqinXg7d/p8+Oeh6E4bK2KEThFk0fMlBNpKec6ailAA
4jwhrgjiXdjuC3UYZYdiclESZlrQLtZCDjV/GuKb5ybSY0ipbpqGkZnI5k0l7eQhpvvvPY/DRN/F
5k4lsejB27uZtMniihQfskzFuNDPFzu783gDi+cocxeIkFZvvHh5IbmFJVC4AzulSx76vu1QIVC0
+N60B+vPoHsSAp8m0QCijiM/t5a5ElvLhc7OTEMaA19LdJ/mWhg2JC8Kn4+RsHddMS73qs3BeW3K
cnJpAJ4vdKvU4G2bvgxR159wnBo9iU+ioyhvlKIjA1fcYbR2Pu6F5DXFubXf+KpYA1pkC3jCP0tT
xThWYbZ6/Pmit/STyIT1ppSK+gA12ror07rykRWTv00lnnFcdtMu8IzKuvPQcfMtVD2fumrRJYq7
q3K4VxYgozX8k31dGPHOpX0ZkUB4RUKV8M4hNNjGWAnmH/YyuJhe2oNzGnsDySgcS5vWoiXs4Ivd
O0m/c5FenjYPcYjVPEJb/9lmMFHj5iUhbhfCw+gyH7lC61PlFCDCGlpht4/b+uacB3YQKiEdgQRz
ubS34oQmnEFkg0QdYjPoHYkoj15dYOGJndYwl95zHatzABVD3QkoL+ZIH5iZYalgacRWW0mH2ebW
aiZM6rsZC0Odio7vmrkZzoPRvr89xYuNzlB0ey0HbzWs3LeKgIo7QRPDajNESS3/bZTCPFFMKn/Q
+6c648TLHt5t29EE1oWsHH0mHbUKj8Tw/GSZXMluJ+om7FH//JBEpVihyBACG9GOp9LSVrWdpOfv
PBgPtBwr3McVd+d2u2gf8DMsQmgcNACakcBvmillMTQoEyRdmGSp8jPTBjcAc2EfZwuCFzWy0Xxj
1pliwCB0C1+qwKFmt2p2jvzl6tPp49wA/XPpImzhYTPNHnWxFpws8Vp/kp23HFg8914r4lHlVyDO
vPMIX2xptjNJwarcwIvI5j5ffm2AFROlqQixBV7uCp3CJmSZ7FTG0/JkeSX+KhJta1p0xY64xuWm
RrWIRipQH2oAoI/PRx6kYXYLSllhastcgyGny4faIrkmAMqinWle3ExMc9WH5+zwpSnrng/GmVVm
+MMidIVhfAdeoN0JodaH1tTHgwcj836CGr0z6NUZAuRE6g6ADZHe+aDdYNAixxsrdCngHFQdNn7b
ePpd0eT9TmxzbSheJ49eCeVFcLrnQ1U52o+x7onQUBPbl3L4jvTe8J8pnPjlXy8IKtQO6lvITBK8
bTVRoKEUZTPqBJGJ4jzM49S/g/f+I8kStwelR+Hj9niXGxRs0voIcuMaqJRuwg74wQoczh5ogzIW
P50oTwJniVzbdy1av74+lUYHM61DR3623A+3B788jxB5Ib6pBD2rbt0mvkoy4fUgDglRtcI9JRz7
z+jRlw8KN8ULlMj/x3Cceg0q7Qr82mJfSISw2cKbO1zEYj6Zi5j9qaV3ZcVO/nVEW+B4e3qXp4Jy
AJ8RENxryLrZNWtENySNzfQEPBtb2tODWsno0ErZ+JrQlDfVZOxBqdYPdvaIIoxH4rOCRwACQC06
36ol0ccE7JB3U852GJdT6c+jAmm2a5uAapxFHkeLVJh18Wg3Q7wz58uTwvBsJrqDq4rc1k+tcWbP
bUxRgA7S87dK46IJwgY7eDRRdm7za8uLaAlJnk2ODrTufKZx5+gjdbsiHCdteKxy8q+oKNFTTUr3
B2pJI0DKXQHli9Y8AD7AAIRf9Fvph2+RW4BwnEVZrCK047F+F6+a2diP0gUBDKXfW4uBnwKipTQw
UBR7SotM+k3pWT9cbI4C/MHV77c32eUBBstGsXcVj4NDsFpD/t0PBc4VV9hGF6FXqvVLNUM+lQYp
gWaWiFG5Ijk6wlAOXt25//ypWXi0LjU4C2xxb7O9E6Wq3BkrkFBt8vzzIKjoWnot79PU3XMMuoDt
I0jGRwYURC//dV+dz9Lq8egjoXSwnHK8OwsBn2d6R8vLKtR9VwyW0flZLd1wzAxIIlYEzSnXis9F
pe7BVy7uLH4Je8BbJVIIarYvOvI/TlNagwNaHCxOrU8f6XKn72YR419VmtbOM37xeT0IbCsvEQgK
8eIWd1FklTHGhj3hETe170FoPM6DZn7Jx7y8Q5UgejFr2f2Qjq7c3d5Xl/MEX0wJRScfo0trrT/s
r34pi41PUraoYYvLOvA3EiETOee3Th5/zyt9DyV7bTgNBAMhC9cXR+x8uBS5V73OGi3sUZHza1jH
J+w5aEuNNHkGHLd/3p7eZURKNRMCMS8BcuhgsDb3ZOrhPW8rixaqFGBeTG/M3srYTk91Qjzsz8XQ
+pFnkydnefllTsopEKqJWt/tn3HBvVhtoEywDOA31gRke13HjWKV+DKqocBrsPokUIC2n9Um075A
CwGC5o1WMh7IuHoTIebKDXFmmptHGoE9cXJhLJ91h0N/bCPMpn2lVUcrwDWmBXA9Q7jxRdXaPZ7t
elKi+xxhNVXFULVwWsjQfr89mcu9SoEY+AMMwLUFtdXLRAOmLywxamENvnwGteQ4n2YgXm9zxY7u
DKXIjinCWofCnvZQIWuk8Perh7MIrHNibNoBYFO2vMMexIDErWoJ8tHQg7h27YesGeodsMT2xVlH
WcXj+GKgkC4+FsZPutkl6hJUmr78zJz0WzXZxXOfesoTxWaatUm3p/1z8eD876B0O+FCwdXd6teP
rgkFYTCXICaOb+lDgMqtI7c9TGasf9Q6FNOKBgZkACgs/YAHvOsv3lw9m1Xdnbp0aHcuhquLQPBE
5M2bi0rU+Uk1JztP8BBRwUlU3LPOqx8u6zWDk3CRlSgH49QCYtk5Ka/1w80npkuHzDvRKrnsq5TD
XxeSVUZdXUX9Eij4SvqRUXonpcu9j5VZx7+yFshG1iBuIAZ1OsH0rWgAtvF9oZNfIjo0PwP5akMv
AjlsOlV5h24iyKyyL75MMQYaceEmO+/jq6/U9he/Gr1xLfM8b93CslpMqLyD1+vM3nm0DZrhMep8
aKUpMSQTu3PgXxSeiixDMoadmdsH7Fydo6NnykfAkwQ0fbZXaLygI7Cf6Jq/suC4drgAz7+fptQU
jWJ9hQn24ze9EAMeLPPgfR6X2n2o00hRD0ivavEhUSSlRBNlF8UvG1XeT9Q9aamQqGO3pCrqWwWB
wc+NnRovlAbTwa8s4B7h7VtlG1Guv5ejTZZH+kzsvrmoB6A+VT/kMzC6VLyg+J0+SNxRDtK294LX
i0fhdSwYWSgBrGSErVPYWNhEaQXQEHT3+o+64lQfFQXwVVwM8kcbq6YPNCtjezfpcVYcES7S3hPE
3b6E628g0VxhSmuIsSXO2LHg4upR362N5ZeipTT8OryRgw7s71erytW9bbrWIDbbdI2qKH2tbxCc
gPMN0ZE5Q3nm7jQWSXtfzEmgUFa4o++JUxc2RZgn1Llzz5HTTyWAWz+fprn1GyMa393+1lfmvuqc
raQ4wHYXUcDgITVZx+0SlDRemHG/HOLMrB5UVcyIWi7GTgrxSjLbzh21ckIBDS4EfdDzuSuIiEWM
twQ9Ikf3+gim+tmqJ0G/HyKo9F0RgTIsFEGALyuZ2UEMdP27tKAR+iauRshdGVmH0EikzD+GTEEP
pZIJ4qKOsSinietGOSEI0n3DANt8FxdTyaaJm/7esntr3Lmary0fuEE2L4VM7uZNEBXPwrNQAppB
VlSKL0Y7f55dR/gjGPhgySPzH1vkbFWQBnTI4TISQW1jxFZixYNC+Ry0Tv5deqMa4mppAYRoS8T3
Ci6Jol3ub2+Ri+uA+gvhqE3XkugbfajzL9YuMbgwZHrwEjTdN8NSwgB08xhFGX3PifXipVuHWovC
Fl0Z8r1NCNzGy7hEistQulAe8e0YkSOvZohrlo3IWm0fl1r0O2t6dX4kU6v64updtv79r2cuwjza
NHKvOgBkab/Tmk4OolORx12lzm8v5UXQxPwQylvRpmDc+YznQ3UZ239CHevg1Hb9JUNnNrBTQHF7
L/fVcYD8owvN2aZ9cT5Og7MP4rlwN8soWh4ohlB38VjYQ76k0UcjyqsAFZTmmz2Uw9tEm0GuYY8W
VHaJPkrUO9bPvh3MMEeZZWcFLg4MJuzwoUAyUz/gqd7EMp3ejnqErjzVQ8P7QNI3HaG6zFA9Z6TW
UDraKcdf+bgAiV0bQyCTvuKW1zNgvmSnNUCitnYcFIE0cGh48ATx4u193GtTY9O+To8jur3V8zSb
AU1xTvDjBoyegdkUcdIEfS2KUzNrys5SXpsa+fkq/gGVHXD7+UfWIzUvLHgLB0lb8kNS4lpXOU37
RjruXuF3W+LiabAQWWFOYOzpAW+K6i4NetVEQuUADQkx1BHheFTHJ+MHh8V4FLiwPKNiNShhq1jZ
Uc37/nD74GwTnfUHME2uPEiEgPs2F0Pdq5ETVdii2047PYHrUN5WXdneraadz8s8pQ8jsm4J7cCp
DG8PfRm+rWMTAq9lKI7TVjiIXLbuNRvO6pj1dX20TZkNJ/gamGUTeUd3rUru9UAlgsZugs6Tc4rM
csRmGfit+SdfqjZ0NFT3n9qlMD+1M6VZXyxK8i1GchEdUyg3O6/SlWv07BdvPldcVkrckdsfMJUR
Hxx7Hu7hlmWwXk0Ag0hMfxhMQvPb63RtUBpNHDRSBjblejz+ukZtB78rcuH6MHhR+mfuOrS3tBy9
nVKMb8HzyDAGsXC8PegFPWXdGGxL2spcqtBkNvcJag6UApWyPiSt5iVfUw9B1kAVfZS9sSo0QcGi
AuY6NN1g3heJyL+JxerTIyT3aXoZ0ctHWLJv8fAz5gqcuQs57MPtn3ht67IehDpk/5zSzceoiwxU
W0J8M4ylE+LcNx3dAb1Bjfb3n0ECjVdbswzdptiz4b12IQGMWFUcVykia/MKaFmqmsVcNDiDGT36
hSoqM3wI67NLJRwv2Pb7P890NVDn+7soq1zgRFqMvIoEMPRB5K1+EK6Z4R9YRwH2m+qxnJJftWpk
X1Bj3HMIuDJROhqo/FCGWHVGNjchGjtpZlGMPZQxHnua2Zf3ssjlQVcU8xRr5p5w+pXn1eYlX8MF
+Dj8c77VR8dsozqKWVgCPj2UrlUl9+it7GqnrF/oLFiGMEl4TgJOiwpg6WagBnmYyB3pykbGinRd
5sw+DTISj2MnRnRrJuXUKk0eRAkNVX+sZP9kTxLufxWXtk+lIvFHTc/e3f7OV046gIg1ReS/2NKb
9CWbPST1pIasIeD/Z6n3eaAAjb2ruki8B+drPHZZ/en2mNeWnGgABtfaZuG52yz5khd6hRcKnrai
OhRxYT85StLu1NMuNhIgbjJRhArWC4UM+HyUrDG1sUSqNJBxlj1r2iFDKypbIcn6oMmdi+HKYMjP
oO0HHpJP/FqB/+vCTDPKggqdHT5rlQbAwrGXjWqoqJNUHyTwpJ039Np43ECr3D+eDFTVzifnNLrQ
1cFxgxqjdnCkg3eiL2o/qW7VBm067iIeL3YvwKqVmccGBosP3ul8wIUGhaNPOgPqCnQepUicnwBN
pvgoMJPFinjs6uRgLQ3qzXqMPFgCC0MPNHgG3pF6NPWlWu+Mo4IxLRBg7rLQSmVShbi6Jn8mIJ0e
XmRxe2wNRK39Jm3yxzFNm+GEO6rwfCV2mj2VjYu9z5xIhBAFAXOtmdvugIEIf1U1pRu4lgL5TQey
j1wPTMNjNTf6SUPWMjSsXW29i1iPYQl+qFDQcuKC3NxwhSFtV5FgOLTZECAgJxtLs74ygFPoo7eT
8F2ctXUwJPUs4g/wwtvrrZxVBMQtBjNX57I7N3PwsBDVFO8pa18bCDkQCoxYivGObx7vRiF5b5XS
C4YKnKvZ2+P7urbKz7evjmv7nk7Oag7NPcoynm/D0a4NtZhngMS607/XRnzYalnUwYKg2n3fon11
e7wr3wqyJAw/qsfcVdt8uUvkAPushNNV5dQbZSXqxx7pY82v9br7cXuwK/uR+4O1e92T3lbHY4QB
lGbYdKEnqYknzZj/LMaY+WaTy3uvKsrHgi27E15eWdBVCR1fUGA9JHKbu3hGII3kxvKC2h0gzE0Y
xueAXQMFp84fy6DvQYsvC/L0O0Es0P+l3bGyQs+/4GTlGHIA4AgWFKQgxZQlthck560sCfByJPDj
AseWvqMhMHVOCzN38U722A13SCHuiaJfnT7B3PpzuLi3KBgEjKJa6km0wjbkqRxqSHNrYbdMnC/E
8ml4+wtfxI9Mfo3hKPyQfFBoOp+8g+NHsSTcokoVWfoDcbbznHvj8Jghp/FjMRf1rhWGi0uJJo2d
sa/tLgiWJuaya7izjV1NBFP6wQGDn0VYJFvoLz+2KSy8quzEB1lm43uMhKc9QvdrC+4s7GHKMEbZ
YYCo6bRvbjtBBwFntCIKqi625jdI0uTyK9QhBLZlrUyiDuDOzugEuF7xzhXAzoNx0PqfyiJw3hWm
4kyQCqFonlwH4a1AnyL3fRTpYxekZD/VKU1ob/teH/dtgAmLVx5YWzh+bTQl+o+lVJOP2dBXlNeB
kAyBOdjI7ZqoAh0bu0YJGECHV73Jlakr/GyBWBj2uivSd4ieDXdVqtaj34my/GRHFurfs+FGxU5j
7OqZIMReVfzIKXiNzrfFrEapqLMJ1aputtHMQK3xjx3V5UMLlPcg9KX8hr4Nml7Sa+61JRN+1njj
h0KhNeMX8dzsmYVcORZgBuBrE16gKHKB9ZHunEkx6UEaVfK/pR3t9UnMhjcZwsarxHIc79R2LqoS
VLf+D8RMKAqz+XwJ2qpp69HL9KCfhBnIxZ4CAOPaaS6BWvqD0lNlzpoWjiZBSEd9L4VXe/twXpk0
KQdRMNE51s9bo/QcaeluiFs9KFmVu8aIZ4YUheodkaSWz7KcodXcHvLyeQEajxkLx47uJNCI81nX
+K/QXG6MoM7q5XE029LH/6KAMyr3Kr+XswMYT6mZQfB6u3BD0BNdktnQ6CyykbxKrebQkdmPzM3S
o65l/yqAxYUK/Z67DtNPkxh1c83byqgaKf8JgI2irjANyalxi/rzrFHw/vdFXGPT/wXH4k14vojz
oHdx3dh6gImOl/tTncofUla2E9KmgsR4e7TLjUqSiLAJEho8F3S0N6M5c0pekRgEjTkV9DorftjS
w8IhzzT1tKSJJw59rsAR1vKm/qEXo7L3aF2GWis/EcV0GgjYf27zJ68zHRmbI3DfplPfLMVifGDT
yJ2JXtswqxkgsGMIHJa+/v2vlGa0cDNtCkhH2VSjS2XPkXHIDfjLFVWnT4vHpXt7ZS9gSuueWQUV
jLVPCQdmM6LatehlpSXsocZz61CbdHnspcCSCvH3F+ALUEYLOy+Dthza/yIaHaQdVfQ1Llr95fZv
uXYwYUgjkkKvjnRus33F3A/tNEI67e0EK8a6TO7S3lZPq+XCzjpfGUpDs4mCACRQFnyTyk2zYSgO
lJQgyrTirZm5H8jEo0cRTx9vz+nVf+T8KSbPWWuf5I3QTLfiH7i5Ya6UdWbgTF31nlJb8zEi/mmI
COYU+SKg0C+AE8z5mLexmPwp7RzsyQW0JT+xBRZNiVPJYyzb2vYtG25foLWw9P/9PK/GqkSJFMR1
movnG8/VFVUUA2h2GqstfuRAFEK0J8oR5Qi9Puwsyvq2bheFPUcXg2r4Cr08Hy2z0ETphTSCEkcS
Ax2IRpMLBk/akrx389mEM5HF3dep8OgBoOEz/i5dGpKLyf8vUM2xjveOwfrBt7+IjYCUH5B3Skab
X0T/qlPLLlNxzEuKIwIKxi+JyUaINZLys4d7KSBYlNhCgIZI8bqo1HBeerGzMOvTs/kVAPq5ugnX
gTxsZVuSalk1KGN8OcYBIuJEGnmPPFHW+rGnpAlhx1B8pStb7nTwru3SNRICtQdAFOrqJhJIUfZU
IqdUg6gqxgfV7LM3RaZ2n6w+nh+oguKlVU51kLQLIWChxPq3QVXru2JKh1PVieIDSJ/621irxYNV
W9nv2/vlyt2LLj67k3IHaeEWwOiaCKCWda4GdoOJlIEMORoknZ3s6LteYilW1U9QKuS6EDA5eefb
cnajup1jnMWaVrdR8RtBSnQ9rA4/npoW/rw5fWzI3P6Hs/PqcRtJ1/AvIsAcbklKanWy29m+IWbW
Y+ac+evPU31zWhQhoo3F7C5gjEtVrPCFN6hCX0L+kCxQ+pCADXdC041HgIYULmBCi1TUgy9/xmjq
g2XFjUwwlkdf1DSuv+tqHH9DrMF8mMCr7mz+rV3He4PwE88Oz+zqdVWEn3JlYz1iQJb+UNhWeOjH
LL9XnbE6d1oDbos+5/n2N93ccjDYOHRgNVEOEr/q7VPHbKqFjMkzefL+EX2w+2rM5i9AsYtTYS9Z
jFRBEPwxzbn5kdMX0AH1C/MW8nP5WQ8nc3a7UM5BCdjdy5iXGCzd/olb3wEEGxwRevdgFMS2fPML
y4V2E28HJkeSHB77uXI+wpBDcw+BifrF0pdmZ59vDcjmo/MFQpy7cZWSxKnTjziZKt6gliF+svUc
v6Qw9jQkK8249tRhQIPm9iS3zhYIREEVMck7Xpt3byYptZZc6fWsePKsL5+xmvuGZ+b48/YgG88t
IfD/D7K6XtIisquJvpc3N1CofAhtC1p6TljkKGN2098sIwBZrN7otFJtvPxuwdLw6heYU6E8q+UH
ksB+PLD/ZzQJa9prbbSnu39dYhB1HGhrsAfgaq3JRNKiK1JRxUTDsZqfqx5PxSltjWOPF88Zc6Pf
lDyq+wJ89937Fxa+BvQlChxgIsTCv/l6TpcsqdUi1AIiGAKohhNqlzbDMwS6dmejbM6Rc8CzJMwk
1zqbCSAJyeTm91onnJqfSq4E4+OUYChNY7nQ0MFCRuoYahhSeaoyhe91kyZQJV6AvQDEDJj3ugqZ
lHE2RjbJqora1TGc0X9p5KX4WCPrcLi9qtdNUcaCkYKFG7Je+KCvbsSKXlmJRZPqLaY5TQ/mkIzT
BxTbxtBDBYZFxqMcMHMhp430lE462udNW5DEZrMqgfDXpH8DfVa6k9VF/bdIbvQ9vcWtqwJBYDq2
9NPJ3FdXBSCmGPPkAI+nEDpZpcR4hSxR+4hh0W/obstOgLD1RAhqF/IisoiPVkeq64GcGBMlLESv
4Tnm2rcBF7e7oM+ykz3Wlg8FvNvZ21upCTVC2h58CPJMZzXHwjJibVC4moql6YvvdjpF93rj1NMB
YGoF7jNBOX0eFql3+7iQtPuxTcfClSJgii6ZclT+xb4gEQVkSUZP9rtmfwE8UEp2n+xF0lRKJzk0
lO4IvLlOfwBotpxjU1ttdugqbRlPURhDgCOqT1ieIdN/JEquDuTm4KNdecLjB9i7Eu5t3o0LnXuA
VwR/Fug+a95qp0o52XIrU8arcYuIAxVjbHs+3j4i4mJZRar87UiMomqAu/va2Za2aj9g446RJ8nE
eSoX41ve9y9yUkun947ExcoOEN1/LKDWr7DjBE3ThZWJbsCYn+LQRoKIQvk/ST0Un28Pdb3LGYqe
FJ9RjLh+CyMADFqrtaaXWzz4dizJRzYTVgwS9INZUsbjZMzTzkpuDgoyUPT5ANCtVRTqRbcgSeIy
x7PUUcAwKcRTA7CPDgrWj3GuT2enlvdkSa/vDwIX6hggyXglueIuH44MexpNrS287WL4p7zBiEFN
snFCaSw/WSWOeLeXdiO2hohKp18ABBXR2bkcEE2csU+p73jNPC9fo7yiyQ7YK/sM37g9gCAOnhSU
/Q5Jo2pPwWTNX9py3nsur7grAjtIPVxY8ogi4DrPifCOHNGiM4mwKsVKUfARejhhMg2IEsDsrl1F
7bT7sLemX10ZqR+yRWgGGQE8IldNzPqPXJr2L6NIqu7JyMf6O8oJCGpGxjSXbjtI0++6tmvn6GS6
fR/rRqPdQzGRvt5eTbFYl6ePaVAxZTkBzV51opVo1jsNRR/PUupRPpm5Etv4/6klNfkIvz2Q3tN0
7LnC0kPaa3HpldQo9PPtX3F901AuoPdIaQNhZERbLj9po5qtHGhwBNWkgThpJPFLi9zHTtxxfdOI
fBhOuwDPUZ5YjbJgMVlJi6178jQq5ad6qDLJ14V5c7WQRu88OpujUQUj6xKqMMZqm+Je2qeh6eie
g1dpc0/naEyeFhUdNs8yW/QIby/h1nAUoRA7QK5VyFldLiFKY4LUhXPI0sX2L9NOikMfRPGPUt31
kNj4Wih3CxdmqNrco6uSV4eTnDC0sEiim+h/CgJh36ow3okTNq4VIQ9O0M3GoM++ulYAH9ugKhlk
kStJw32hTI8U9SIIPlOzmOccNYlft5dw62a5GFMErm9jYBUgiD0UFo4ccKhANUQHxImmYwfZ/hOV
zfDzMit2guPkOJ2SKZIfhnYav9/+FRsf8uJHrPaNETSLPsycyBlRykOKyyzW6lWDbF+4J8W+NRSC
9/RPgTOQma6GAjvY5tQUbQ/+SqOiPLME99JSc0FJ07JXGxB/2eqmAf8M/I6IR+SIq8WtaBpWTlaB
m5CGTDtVUaZ91I120U6Oktep78QqCrJmly7jnWqOEGqB1Qb5u1s2VOYUYMjkxeAp9NW2koNQb+hL
s3fT1vwN0TP/h6R9GtxEU8e9jHhrD3NASL/B7FIXWQ020LYvoFIwWIbw4LBoxbMyEvVGqdx6qj33
O3zZre+Jwx5jkZbyLK2WWA/jOBmUxAKaYkmKj6qBPbpKLMcBEMCh/Of2Rn0tYq2/qEWXkQIX+Sro
kcvjglga4PyeI0q6zn/r49h3Xt3FPRitLFM/x0s86y73FVY7sGmK09BolF4KAJhZN0QvUjAO/u3f
tLUCOD4SR0JcgOclvsibE7ygwhZG6PxC4tH7r3nYDF5FMx1atqGcbg+1dQsiR8RSs5t1Z02XshHn
jzNqoF6cjM2vhKr6fYWCWrRzr4tFXC0yZX/RXiWLBFe7WuTAmvGtLEDGRIaB5zaWyfJvFH0Rs+wk
TXMbKZd/Jfh977yVG6cVAB6wBVI0UVNbPSd6qc05YYDtjZVuF4hGRPUxIq7Uj7jhLaE7zyYuMqpc
hV+6Zsow8R47S9n5EVtBFteFA2MPLrYgYl9+znqZyh7ZLcergsRCnHuQlMVvLGDDbtUv0qdIyvPY
m0wrxLYZZEqIzL2xjL4Rd/EXeVyW/+YsK3+CsWUBe1PBC1rvLSt0ceTVWs+WWwhm1pxUZ6mORmAr
WoUdb9IA8Xz/0TQIWIUEj7DCXHdFpDjW2qEWyj+T5vi0//F6yOTlt5nUyk7x+foM4B3CSEA2aHES
T10uWjtqUzkEXeTTGegerRgVGqRbM56SqNjZnNcXHEPZ3GyQ5S0IiqvNqXRWWs1hA3Jw6OtTagqx
ZlsrTumMezFIjT0QzPWZo4oqgm2qpcBC1wAciZwKf6RE8goHtcYQs3rX7pM9kNP1AgqvTWFgS5qI
jIf4FW8ukXqJi6ztIIlIqLpSKk558SlRPWtV57x7WzAUVQB4+CKFWgPUnGmwsUGbaIyWIFqaqu8B
sQiFElsrj7fvq81ZiYFYPrAaa3h+MGgYiDszNKfADI5ZXtYeYnnyQa2QNrs91PW2QNHuNe+F9UQf
RLtcwKSHVplEqeSpaoaiXuIY8yGWghnEkvUhl/U/t4e7ksUm7ZQBChMsUl+HWrS6JmSEVFEvA+a3
pFwnLm0VlJK7AD9WPAQQqETjXe5EWzCC/gt5rXF6t+sM+aeNEDTuJpY2d67TNkYN+Snpx+cRz2v1
hA4abjjuUtZYzuz85OsuIV0AEi8a86JXuC7QBwSSPQ0RyZuC0vxsNtP0OS3jya17DAn5aYMfOlZ5
ZybavYoY61MYI5h8+zdcX/GCIoAGEe8XaewaURbNxqhTXUL1dDQxpiwFQj2q1WPS5CVlsEo9W1y7
B2R+k8eshUx1e/iNtg3jU1pi/sRHIJMvd4kVYWYPDBSR/tQWEDDYOV6CLP5vVZOwfEAzunXzMCl/
RrPSfIr0JT5S1h1+4ynQgHLX+pOBJu2xzIYhOCQORnq3f+D1y8vvA2yDghx541Un87Ukl8iWRA/P
sQ96GqTkBUqEOVDUnxCbmH2lzZudQUWIdvnc0ztTkCTms3CE1h27LG4bzMKRaCfLMr4HVVnyPjWD
r1ZW58+yuZz7OJ69RBqiHcD91v0gtCtQV6RRRch6+TlqyMDgNTPkYhUFZYNEtXwnD+x7zSj2iicb
Q4nGNIEqulti910OJUVqXMw6KwvJmVjNGlOgWlM5Tv5YNvnePts4agxGhAYLE08bZ7XPcGiO+YdH
I1St2f4ZV2Xn06bsfbmf5eSQqVn4B9UcJziOOtpUMMINx42mYk+yaWvWQogQNgOz57a/nLWjLCnO
ZvBMsaGLQ89RJgU3yCiwHlrbyE+3N+/WYGxeWkmI2JClrwYrW0sJ+j4PfSfrLaz8ZHxy3AF/VdB4
CFvvoR62hhNXGWdZ4FPXLZWhVOW6bGBr1M4IFEbKyh+5DCQXkYru+/tnxp1BcE/ZjRhnleRQwu1D
B+CLJ+nkrJlu5XdJG2PBMaH6/hdD0f4TWlcCYaxefrGgHSsUrrTAC6fEwWpi0UKvTYb8Pykx997M
rRWk/4JXPUJHLKL48zdBB6T2LscUNvB0PRx6v4BQ3pyQVcYWMbfz7v2JEpVakMwItAFCY59cDpdq
NR9slAJPxTjtKTLH1CszPA+IjLVwZxm33mcVIKrA61GigjV0OVisIsrTt3HgJTqVjAfew+5bYJjS
Z61Sij9LkNYtij21/kyqalEpR2MWAzfFrlC0Wab/9eilB9yA4YSBA8EEJjGmln7oMb74ffuDb/5S
wU22Edri1tdXxwY7tTlCgUQcm7xCxyCz4WJLQdUdktrSPxHB9YobLlH1oarlaPZnVBgPUq8Mbhy0
/bMRo2wZY/rMDY1t4QHvx+XOooyxByjYeLs51vwH2ByyP2vCUtiiclbMBsFcaEmH1kmtR/gPDmIZ
o3ag/Kn7aAni71wPreFmLaSR2wu1EeHBv0V4jQPPSq1pAGGcj46eAOgr2rw/Nr00gHznWQym6Rna
yHv1uAjwQKPyLMH1g1u4zjMaY6Zu63B1YlF8r6IV5WEKTojUZuNJmd4vCiKGEwPhC8C460c4X2S1
HWWcB5Oui48N9bMDnIfo7EwYptRaWhVYrxj9l2XIqu+h5RTnqB3MczMs1k5+II7hKhwAVIkoMOVx
EH9XuGq0A3r0pyVPG9TlXvjdolCrt3e3v+bGbiLJ594mdOagrjUKiH0kJwzUyO+xTbxLlyj8KCWj
gxRlXnk5QMFjx4925w7FsFjp32sUw9dFhpOIR7xVtMhX10OhSb2tzYBuMBxUjjni/1hKKyjKNZHu
G7UhuzaSIzthwcZ9C3eLfvcrTI1pX95JnTIJVR9S11oJrAPo0NTHn846BOP+/bcRgSBGQOUTjCKn
ZV0qarjEHU5i5CtLs8Qe2A/zm16P032jy9FBddLpUZ/ixUWmmLLAmEJr6MJ4T+9hY8Zk/Caps01g
SQn0csZx69Qo9pmhHy+jcupKAkoKJ9m/PYHa3o0vMrzVvtWFqgYQFnr98lrNOsYCyqKjH8GJy8pz
RR/5S2NK3amI0+xuyNv6R5Z2jnhYC6zJIfCe9aaCKZIZwT99DSV66qCb7CQ8G5cWXBaBcxA/iWLa
5QI0gBx0LQFAITnxH60FXaKFkX0w8yE5lU477dyRW+tNfkNmSkkWVsgqoF5qHQRkpWIAMRW0fkes
kLifa0gwEa3Rv5gbJU+QV9R9ac6sBqOm2iIe3zNY2cpkrpPz6GSJfS4L+LVeo3XLzoBb6RvVERDm
Bj0u7qbVdgJWI+UGih7+qEXKaeg062TBavUDIzhhcvIBDKwpTIWyc0gA4lYYfX5om0HxW2TZ7hMN
rcohrBDvG/Wft6+zrYUnj4G0RE+TkHT1iCcYl852qsV+KZf2MVnM7w2abH7bB+HOJxZzXG9z9IqJ
1nC6AsAujsGboI2qorxYBpcINekPZtTl/3YY61JQKLtHp1DMF8OC7e9YUvbx3VOkgUEFDJoPX319
lgPJ1IMgKEJfKpDFm6YFpf42hnWvDX8RKYKiB6RCc1aQo1erCezI6buqDv1yKJaTgTn7gxlBXErb
Yk88YOO1oz6lcTRf237r6v0coMafi1nZoRI8aVGoPZXlEr0/NUKvW0gmUn4BGLuaEOygKKuNOfSL
eAgxv2l6pz4kI/bzbSzvdQk27hyOJZ+fFaRLsA59taEDpRMTuVC5Nh6dfOBFm4spduPaGRo/kPRu
Z/dvjUjMIAxiBXN+TRlOiylXC41rfq7L4GRVS+1DZ/wTmVr4AG5oj/axNRxJH6oawmkGt+DLI9CE
8jLUlhH6bV1Lflcr+oF7qHOjJbK/pq0d/8XXE1kEqgfQoSA9XI63IOYTtKUe+uZIlJsGVGDMGcd6
rIX+IqkFhYnpqUwgSMq+2ihFjYfhoAtboLpa/DgoG8/KY+Ml4HF6fzTCHnm1suXKgtJ7OStr6aBc
FVqGfLG6uGHQS3dyiP9DhHXP++s8lJcYTLjIgLVYDVXHsWMVi57581i3HzQ1N+8xfB8fk0Uad96I
jYuYtgBmRIIOwNu0eiLy2s7B1sepr0YVugFphwSTXjdF7abDMO0sofjdq7tYMC6EPS78gyukpTb0
9mLRGPNTQ66/gWqpH9pwV99EvKNXo6BfRVUbYZUrHh6gJhpScZP6LQTP05zY2GXUyFmNi40hH6xy
12oUlFjTKf8cNdZ7DdIIlSH/CQqb2PvK2pet5nNWTjKm/mxG4wnU6ksfxPkXBEC7czklwc5euVbx
RH2AqrpuMRwJ3xoAPdGLyDSlTvw0bwguzC7QqQ2bwehPgZM/ddQT76SusA69HtcfwBAWn1sAeI9h
oeuxV+a19o9ujPH/br9+G5+aah6+TgAlKOitXz+lUJ1Gy8vEX+JBBpMoQS+J0j0qy8bjzjaiuw2M
HpGJdcsumAmieixL+NQz8FCg+9juqSQl6FssqXmaRst8MEciGnuy6r1C8MbZoY7GZUBqRDV4HVrA
CJmBSKSZn2Vz8l9hSeFjONbmfWwXOwW1rXnSMgd1RSEBSZLVNaf21lDwoUFgFI15T16SnokF5AM1
e+0wotf/GBhdciII0O9uf8eNt4P3l76NQrkFAJpYgzfhU99GcmUkzJE+ZvynM4z2MM7agMewUbd3
fT7uIcC2pkrFmfIOM4BML/78zYBdtJjwjkA4p708HOn7Dm6bxNDjogxHxaS2X4JhqVwVreuXv5gq
HDWFqBQ40xrzTrITo8TDIuuIRLjIWI9fW3v+NcvTdLILxzrfHm5r91A2oAtMbi24BKuJzkB+9GRC
HmAwih9TY4Qe5WassaJO/XN7qK2PKNy6CTVEhLNWEa0K5AKLRc58dSxMOGaF8k/RZfnHQaGDqpmZ
s4PSuj78VNkoz0CsoqDPA3Y5tbhZmnZIJaxX4yX1cNYpn9th2VP3vF7Ay1FWYQZOdmlRZqgRNGqm
fB2KgtqaUnQfp5GWwXsXkCsGlBsvCh+KdPlyQorUzG2ULQI2GlmfUWr9JS2leeeAWn/IimEPr3v9
goluPY0XsjdAwuvSoT4aSp3KYeHbwiijJElt3RSS2rM8LQ3KL/gWu8YocrcJO1qeszRuduKC6y3D
T3CoDdDHB1j5isN7cwyrAMsfGUEgH4Sb3fpqoVdfjKnt7wPNkU4ZCjXvFmjEIkeIZojeC5SPdZQ6
FDp9FpsRZbpph7SKldNiRw4NKH1PCmFr5zAY5qw0voFgiMm/mVyrVw31nbrwEZ/p6DPTr3iCedf0
bhYYzg7WY+swoHYgkhn8tEicLgcDCdbZoTMiiKhDeKUfVLjYPsd7YYB4Ai6jHjEjEcdxe9G2W52G
FClFtHtQ+4rrVqc2ZQ5uZg4m7elF9RNtco7zrGaHSu3mkx0FdPsDNfjv9jG5vrt5BejjAWCgUHml
uyRbaWSXtpr7Qzk4rjaSSRVAQc6Y0ideoE/zmU0/+/KcDztF2K3tKhSxCa5IOoDwXC4yvvGLFVTc
BV1qz89GMv/JDHXIXWRGTQ/jk/Fwe6YiZVqvNjoIQmKHxx9w3eV4SQZGOZQZT7aW36Oy6L1bFmPx
OEWd5SHEXLl91EU7VNGt5RUYlFezO2jLq0FLxEnqrIsL39HpCrUB4RSSCAiu5Eb61PdKekpjJ/6m
SH34/vqvhWiA0BlGFUqUYy/nW8RVR4sIYVip6iNPk4r2eY7wBupQivKzwig900zmnTR5gxPEY0yn
nW4IW4p66OWoUmFX5uAgkklxFsWkwpEy3YszU/vFFRF2hxAASXGWUA7t3MYKsBLCkbcBjzwIsdV2
VPfATWIbrT47cBCM0gRDGcDfehkIAvtERstvMRrFrVNruUdWH+0qtQv+3N5hm5N3dHp/CDXAvFlD
uI0qbA0dXxM/S83Rr5I8rdwI4YLKJZLlQTXi4bEco+U7iHOiMBLG4WU2wv5U64nj7fyYjdtF9HZ4
+Ry6D3iOXn6JOe1yymhoWedWhIBit+Q/B/ErJiWI72wM7Ym67fxsoEDil46aHhtT32OVbFykIsMB
nkyRS8RNl79B6QIkyyV+A2iBEUOEATfmtrx7/0zxT2KgVw9XpOsuR+G2zKUgJc0PCf7kpzoyxifd
nh10C5qUdSZOjkrXIBBtHiUzjr4FWdKMSK/o5Jm3f8tGGECrWfh5sPBwIVaLPiXSjFF0mPqL0lb3
/ajad6mSj/dFCURM0gLtvuyGzEPpof86wVXeuW6uNzvIRBrCNEQIASjnXK7EHOtKXQ3IWS1zDhYa
S0Bv0qTIHXqp8W/P9Po6fSWV0HnBIQrlOfHnbx/krK+mGIdbDySfA5NXqb4NVTr7QT3lZwnXlu/6
ZMrZ+3c19RwUMCBCk7Lzfy+H7cpGmTBtcPBL6dS7Fm6Pn0JIf4K8Nfp4q3K1Lab6GX7F3Tza5YMy
tfnOb7j6xiysKdpqvJyAQV7Fvd7MXMraNus0ZfRmJQZWlsaAQtEDKDP4UoNkuYq9GJ+ico47CvXN
VBwov2bnd64+v4E2Na1L0hAS2tWHHiXgFSrYHiQIjPA+nbvyZOl1cogSyXoZ+8xxnXnXTPXqxX4d
lL4s4gdCZnCV/rRK24VDVSFkKJUVWidRfxdUen9o5/y7FAbD6fYcr8skYjyhtAOtEFTFOoSHoT1o
SDuPCGvmzrcyM6v7xona+2pZZl9DDequc8zxnoDB+tj0SfCCD6px13dO/1hOsvarDrvZ2Pn4Vw+6
qCcCrKNFL+KWNSiS6yRFbbERpuWSfSzKSnWjsOg8vckm13DS0UstRMnUARvW28txdbbFyMg/vNZn
CNZXO9/A9dPpQQh4XeaEh7qpGx/6fOLNVrOHYdycpCjQCk8eMeblIcvpEOuY6w2eZTbSM/KLsguZ
V7lr8qQ6jo4jHRu1blyZbu9OTLw5MkOKfJ4ofy0845hLITkVk7SNAdpeM9XKUwFq7N9ZXcpTqdjN
CyaWTYDPuqztRP1bCyy+LRgF+rm8JZezVtuqa8ySsYlfhsYrY037Xz8ndK9L3Un3On1X9ydJKQ8E
TmGQdgAnrk4w0gpT0U4wKey8yk/LEAHEjDHW/TyO7Xgqtbx+seYek8zbu2hzWGITMg/a9FdymmjI
a04zpQMU2nw5Bdpo3qnFhJlrssQH59WoJY+bna278VURdkQHGDQCMKz1jQn+mkTSRMSwTZsEu+Wm
93GR19waWhasgiH4rVljeO6WZDjenu7GN4VGgp7tq1ILvPDLb0qLXBlgEKBjW8jFGcZ/+sHWxuw/
pVLUna27cTtSy+U9hL0iOkSrQ5POtdYR7Q4eISDaNAO2S9hsVO1j1mv6U1GGzdfbc9v6lMjlUvgl
vhXA1su5qWqIHk5bD7hhRvohTObsnGkOehpy0RziJkAxcIqL9zK92LavaAdKYNwQ6zuZ+9hWgPEP
ILGi6RggM3c/Vm34AOM7+otvRycWlg4aszRvVhUcmeU0OYiD1yCDeoqTRn6yxyb3YrsPft5eyte1
usgSxLSgk5lUammVrqvSXWtg7mCFgyclSv+hl9IE1CxviuFBanUiF2HFuDnOutKbbi05wU8nHNJP
me4Eo5uESQ8DrU6hoQSaOvuIbGYfNUmVDK8Y5ci677LWcnwpC/QfDiH5U1Jk4a8azX8cADu6DO5M
GfjdYDLqsQShnDj4njxUq+tMSdtKjgaHq7RP9Mde69pT6wzpoVWc9gFY+F7X/tWiYrWGQlJZbApx
0tdYS1OZw0WrCTkb0BQ21iB4x/9H0Swz3CQLxvB+6cb0p8VKLndDkef5S1LP2ehTPEVUs7eC+KM9
BLnjGmqBtAcl2G7+PmXThI6FgZSxu/TL8DkblHEnat44ueBIBIeS88tNvFop2rCZGQXS5JGwwTnH
iS783fRGjTNl7EShi5ZHbO0kCleZEV+HfU2NnlyRmF38pjdBpILfWDO2CpZp1Vy9hI7zb6eW6s62
3hoEK1cq8kJBgFrL5SB5u8RK16qEDFHWu1Ghm5BhivRw+/Bs3ENUPcG3gWQA1LQGmi1VZcdyJxGL
KsNyxycdzvrSCfWAcL5bcjTM08hxdp6UjYtdo4FDOVC49ZIOXE4t0efOyRfisLRpij/DvETLMZAs
jX4DCnA7Qd/WDAHRoW3DPiH6XVVx5GFptSQk4q+qGNu0fNarlw7hue8N0o/oXiTN0W5C8+X2um68
mtSTwbTTUEYxdI32StpRGUvoJN5Uyl3nhYUZvyQz8o8D5rxInGVG+ijrafyUdaO08023lhcUH/BF
CL1U+FbbE7RerBQOl4foCh76ZpbDEz2PdhGEQGnceVS29ikbVLDswfFf0TMK2ZnALEWTZxWF+ZNv
rqqunJh7FcetSQnnWZgxwHthZ1/umcVx6sagH+/hhjdjtly1D8NUafeIbSDpePvjbY0lZN8terzU
NtdN+onXWZ57YM49NS7fiCbCnVaRm8ckbdq/OAtCXZ6Hi1jHWkt3FEhGgmvEgKBRUA8P2B7eTKf3
fpaVZOckbHwp0jEubbq3Anu5Onb9uIzokHISNBkB8rbSg4e0aKqd/bBxIVNAxBEEPp2A3Ylf8eZy
1PSi0/J5ZPfVEZ2MsVIsuodGl7vGEJX1/ZyZ5k7wf127w6kPPDARKgqG1MJXjwClk5onyR7QWati
6cDplv+DMqU/oeM0/8HLD3yFkrQVKAtnymU/jcP8JNdSq8KGKxGbevf+EdkvRBNxsxJYXi5BlIcA
rYqEq5syiptMswU2oC9PI3ooO1Pf2Kogt3j5SLoojK9Jyck4qQl1jgFL39I8GW1nfu3rRIMql2Y7
Q21caQZVOp3OJocdyMXlrEzKbn3TY0kEhF8/On3+u1OM8Vmy1OmDsaTynV3jW4DGrvbx3ctJh1oI
hmApKOQ8LgeOO5Yx0JijYczRc5hVGuFEPFaZK+favCOysbWg5DNCUZ5HA2XCy8F6C1pyPyO1UFht
+jVNID/LkmY8AtNNzrfntXFShK4dQStlGfBpq6H02jArGUMCOJrS+Dy3inp8RY+27HBfa8Y9XNrG
S8h4lmhYIQwLGvRyaqmjtk6lGGjcFv1wDKmQudJQfzWVSLuzMmc6F/Ku75Y4eau4kmuNb0e4hGni
GnhqSjICpvHQe7Ohp7kb0iNsXX12zOcQTY/KLbUh/57x75puWNXlF9VOyz3fxo1PSrUN6AgnBVKn
JTb2mxupdwIF6h7rHBpp/r9Il9JPs+zMT6bdxXuB+9YaU/Six0lvFfmn1RqbjWHHoR6R12Fgfu61
yThAkRqeEly5fSE2B6A729ML31rkt4OuNlKnJMoSmiRAlVngGLZY8zlbQljGUWrhWp7ED5JZ/M5J
foXa21+8YDRC6bfSuUaY5iqVTWWjjcToiPvofjkq1RG6vYRTbNEeb5+YrS8J64OuBFkzT8vqSzZ6
GFJLYnWnaJjvlIK8K4OF4neJqewM9UqgWe9coaZFzxqOwFXAgedP0XSoD3rWYLaHpamSh0VSk4dG
idJfpYV2geskdf2p7lXPSPq7vsrN2s31JobDkBknEbwTQS/mb5wQloScuzf+iXo0VW+vifi4698J
FU8wjgSf01y9ffa0qCYwbrTv5kL6bU3RpLq4Atef2gr6N9ojyufbA258BNgSXFl8CJZmHUaAGS+6
NOE4wUzDqtLO2qecmvLRasLl+18MBbdJQJNoyawNDLSRel8zyD2K1Y30SStScFDpnHNv1YO2k0hu
PG88LiD3WUUCpHXKTbugzgtj7r3aRn9a0mg4tpzzL32RSChiFtVdBZjSbSYM+m7PciMuY2SiMqHC
Q/1yFZepc0vB25h6L9NM6Q77U9NzIBDs7JNrKSdAEdQUBNzDEaxfcXW9uQbrikxj0dnQUq7m92aT
frSsejyMdigd9FAKPo2Dk7iTDN8prHSkHq1iz7tpc+sIjyqhrikqqJc/wZk1vWUheA1kTq0e2rov
2aS44AZn//aibg4lavxIakDgXlthtaEMTSqx2aXObN/hJpCi4ZkqR26Vd4MTxMLSpodFJAS010ga
Ww6zaKEp6DmVFRzigXJRF6nhKYy63uvIn5EWL/eoNNe8zNdRAUYjbigcJle7ZolMOY8KrfcGtNSP
S26lB2QHl2cbNbo7msfWfKxKvT6mdqJhr1hmJWDcYHgM5Gw8amoyngZpRJnPCvvokIHj8AvQBXvC
shvvoQjMRceJ/+FgXX7xurHDJMwUTlUbDh/6eE54JkrnHl5g8hkhRsc36TTe3f72G+8hXT4SKiI4
ztMaLaKjkwCUim3W9NNwhm/S/EyTZX6SlyU5DX2eGq4a9MFj0iAjIEW9uucjvjVrTplArWvUOdfv
1JR0lHUioh5NmuxT1trTQxOS44V63Pu1hNfGokrZDiZn6xoR+wClAmpS7MXLpY47tVVLyvPeYJT2
U4hfiduH455byNa5oudOtUjcJNQnL0eZdLVCOJzLSq/r9qBURfG/Om//C5K620kkr8W0BIqLbIOO
h1BoWQMQ+oA9AzGv96o2sF3EJaUPVdH9MM2ueFalsKB3qau+HEozWq8FmH25bHGFr/XHIs2jn7f3
1Oa8BUZQFMrov6xCj3IYoyFVxfNgBN1R66R/UZ0dvtAAKXd6ERubhyfIQGmDSisg5NWRKdpUJTYP
Oi91Sjl026KXzoWatLqLhvnyIW5K7QWTiz0w2cYEBYqeGiAeN4jhrCa4JE4/lEvdexPluV9KUNvu
ZHTmhymfdtnvW1NEUx7EKvVmRAtWMUuErH/APUzm08v6saqi6StiJhQm1NHsBcnV8q26aAN37NoO
4yuUD49pbNVn8OfFydHLeXLtIkn0w6D3ztmJ6UD5oVRKh9Gop7/Y8sDroM0JbD2Zu5jNm4ezypSm
ikcHM+SIImzmRLGfJUHyaA7NHjdq6yPo3BdUuV6b9OLP3ww1SXPZS3XFwtSQ5uKpCv6N+ip+MK3S
2tlmG9eFyHFFRMCmvpLfauJYykOGo2vCijmtmR+UoFO/3D42G9EpUAehMAyYHfie+PM3E6rnEWfM
HiPpTlZnxH7H3HnMgM3/rKbOfk6ktPlze8CtFST5EgwzgiaYxZcD6rPRjHOpcXrQhbvT9e6LIkl4
3cTtnhTb5tSoEMLnwd6ZIstqpCir6npkJPTVCA4hr3lxGKBXlMnTuU+KaOdV26pyiehQxMFUDHB2
uBxwjvRQtWrWkg5LAOBRjr5PKFjea/qAc0MDtOaAs4P8Q+4N7THtA+lZ4vW9G9K6l99f4SL2J1gV
9CLSsdVnbeuxGfB0RNtwbOoPWZBrfo2TfeSafbLnZ7z1RW2w2cTmcDIQ5L+cNqB5jZSWda7yMMo9
tAeM+7ZEONHVpHT6dHv7bN1M1Aio2QNaAe++KnJNUpNJC80rr0QI6mec9umPGlDKSwlnq/NHc5kL
V6ULt/O6bB1GR0EBXpQNYGCuPq1utfzNht55+RTgI9ulwVHqS/l4e3IbcZEwZQP6wvToDqzOhhb3
/8fZeSzLjSRL9IvSDFpsgVJXsnnJpugNrCkGCa3l178Dvg0LBSsYe3pmNTM3KxMpIjw83G0rqhkl
dtvhEAyx4tHORyPylJk+DabJc9Cm0fNQ4E4dmP0eDrM9PIUJsnfKjOvoX4SjCJD24i7I6IzOR7Ok
6W3Sj/rctg+z3c6Pram3Z3d0BXVaI9g5P7efFlInp4ZAHZLdjZBJPYxV3BrQCRJ1nr+OfeocA9T6
4kMxuiDDWWAPwusLW9m5Am/3L9kO/wYOJiqDz3u9f3PHKopcysHHZAeIZsqUvxqrflebHNX73/dX
RHSNBVAw5FSSYMEkBOm7HmoS6ajHDfgIlrW1eRxQsfhLjbBb9eRUJ1+V2tLOgWaLf8Y5zt9RxtQe
3SiWTwsG/qVUe/GM9K3zIVeCPam9rcWn9ID8KOnYgo9d/zI4JLme2EEHVBLQ7dMoGC7V2D0XOFA1
EoNIx/SiZt5jfN1uOQ4z0OpCteMGWRvQtphb2waeX77rJlnlFbMzQVJvrOYrnEPV8pFZiM96X/b/
yBmtzFOiz5hR3f8qt+8EvwG5KQAybsubAtmcNaVNN1zvy6Kvzo2S9q9R2JafNArXH6nT/LGMxwJy
8v+jPQ/eHS3410s927LQnAiYd8iAnTA4Sg6yxtkMZou1c6Q2tjYzgt8B64vdtmbodKgl23XK3055
jv1K9iF8FsdCqinfa5DZHApxNPruye1A6K9nJeI2tyoDKEhx5WvhLI5KmavmT5bW7doRbo7FNQUf
CD1iQpfrsbTeTsO8JLUGKVHrp9EcSvdSJJjaK24+ffrj7UFn7tJRCgmaeu3qZEjpRkrvMlhZ4YEQ
SOM11ucgOsjBzg7qNCR7Lci3bw1qesBZBJn4dPIYXM+OVyDSMSMG2ITA8UqXIwzvkpvg/rQ2Dvyy
4Rc9AaqakDOuRzHqRJjtSDoxIQo8HqSD7oVXyiq5TKPtfoysWjvGZVDslfs3Z2fBaSA+IWa/AftD
zZowsuaiCYQz+G5URGc4HMoezXJrj3DFAtlxqcF3XH7Hb4Gt0tGOA3IMwKPXsGgbSLwZsh9+BPR2
uL+Um0Mtfw1NzyX+Ww2VlGkQD1SlfL1UQp8oSX3M+v670eXODga6gRGiVUeVhISbk0bAfj0rgT7E
AiJyWThN5ddGU/wo8tk5pJWRPBSzsJ6N1ngL+0H9FkfR/BlnpL1mvK0PSJDCmUD1gvt5NVtUsc3W
RanPl3RR+aE1zyeUuuOdNd14GCjxUUGw0V6jMLU64jiiZUWdZjA4JznzDAzBQ29O2VEvnO6lrdwG
s74WHBbV7nOlu3sOQ1ufFOYopWE46MDbq3hPL2tdmj3Fmm6O4tMokuqALgClVWtsj3++eyBuQppf
Yg+eoOtP2shROFleYEKdx6bfVFN86E3s/kaj+uOWQv460Qd1INrQuc9Wny5sqTxXCqQ/VNebb0rf
lH+7Ms4eJNSwnZ26sYDsDpreDGxdaFdaXS/Z1Bq5mEvqbGQhByOT1VGM9uBlQ+P++fuNyppFcI76
KHfaaqsMStAjjwKaqMy8AJHW9uhrL/q3Dnhb6JcJJjL3P9kG8rW0/aBWguAaxMY1n6HOzLRXlnc1
j7E187J0Lsy/OjEM6rFoxuq71RpRC3m8y03a/mL7fZXZKu2VTWC/GxNsQ46hlavdvzs/a+NoQlal
A89d+uIpVlxvpXg0Q2E53A5pPlYnMVhJderaAVc2Lo3yp2VCJ/FpQJTap0YO1kuCJVPnx6nMX40Y
h4Pn0ZQ2xcE0Uz60+piUO+HIxqFecBNE4alxEI+sThVCOaOpRDHoCWTogwVA5KMLbxzdKnkXVbgs
8kypl36qOgBw3dgpsGxtSU0zsGwC+dWh2F6vTmGbZOQWEy4l3rPw0MVTFKrflM5Sd5DerZH0hekC
3YqWAnd1zmI3DUVFksbewy6+KIA9Yd1I35zHYeee3HjGl2SRZV16dyFEXE9KJ9qSCD0RTMpqeirr
cCKMrR2oF5Eenittwnm7AkW/v9OWv7rKY3DfMXhcefDIGVYxkQ2o2tDg1qNGFg3+oI3pV8ss8h1C
y8Z2YRR74QRyMdKgcT037InUuDcgtKgY5B6yudWeZJPo/7pxbJ9Ea8gTolXWIXJDzSuUxni7P8lf
HMD1LFWXmwU2xoLDrTZM1LtGSlN977c9DtgXLaAhx9enIJhotFNl4AcVjTFHuyuFcQxk0Y4erhPN
z5jOXvptO+WfKpfVucCD6NQHgXwYUH79uxFJZB3DZDCakz5ITXhRKhvwoYFr9BgVjVWeJtAw+gjN
dEgfbVPkx1QP3WJnfrfZKCHEwnFf4AbglDXckOD21VpERtiYuZ+isj+7gbUUcJd01BUulakMk6hp
oh0pg4mlLlcdevlfssh6n7fo35nt+/tLfrOblx2FqtqvPn+CqdWrEZt9ElEyBEoKJ/OpRQ0q8ZTK
UZ5CcKeT3Tq0UhPw7WlsLB/y6kP/GpYSGNEM4PpaGrS08SFLeTj8cHJdcnO3ORkNRNc5mGwIoUmz
837c3A+/Dg5kEsaCJrE+tBmwVYmWOYB1ZbvnsuqHSxp0md862rgT5m8NRbvaIiDiEHOvyR8ktzHE
dIoVi3XzoTWNmmSim/CeVvdY18vtvV5FqADU9UgAFxLo9XHtcs1soqynXcupg4JWrdb4N0vU4DNN
mc0Br0xUFeN4fO2m2diJNjaHRv10obhARViXznVzKGLFGPiAsyXRvdUMzynj/uyMQ/g8LtLVWVWn
XjOWf+xHxKekwZ7/gPoy79UdlYgGk5MGBnFM45zXptqMNrg1HIO03pN23tqlGsxQ+jNREKL3/Hp9
E702Y9OdWlwvm9QDSJwOo4sEZ2aa6WHuLW2nvrc5HpCuxWgE4euKGkgkH5kygK8oQjlmMdz2yjAw
wnGw2qTIt9fOvzkeGSFrSY8I99H1/Ii44nGYo8XiPRne2q5yD3RFFg+1FUIwqac9J5DbCj3fTrdh
5cDMIZ9ZL6gmigo4PCMCalHXOCkCU5qTFPQ0+Xpnm++y2Mqcg+7aHe+OK8J3hWK0w1+K7GbWP5bD
4OWNnjuek3QOFgg5rZr8l9oH+u/NP85Ilh+L2P0vU1/y4dXqkHuOKjoV1E147o/u6MSvQUTWTGKb
frl/C99mmYwFcYgEHXVvEs3VSQ6HKM/mUlA5EYr4wpktvyTGbFzsblK/tXVOB6ya1VS9uATeDOHM
P1Wl7pydeG1rP5BUsxuAXxDNWeW6wUQfQoxsuq+kwXxIZDS9GK1mfVaCKPpSOkr66f60t8bDnwV2
8uIhhIrW9f5DujGlma0G/u707t0YJC1a93Pf4HoTxMmhjco9GsJNGMU6c2HRLKiDuAJ1Xo9YhUmp
2nXFjdkU4iNtkOp7KYOdKGprWiibwvHkiy5F6+tB8GuZ58EuW39wJ+uxqbIPcQMFzUwECcDYa5f7
q7j14Pw+3PJzfsNdVBU+qeIUrY9yf3aQkeb6ElnXQ9PE1vH+UJszA/BY2Eo61ctVtOB0WW9nFKB9
4dTTM5ik8r4gHP9SEs8Vnpi4gr0/HxE0YFGg4EKELnM9OSVwrYA8vvUdpxourtM2HhiF5eWhaR01
aIU7R+C2dY4dgrgikR+cETLc1RTpZzPNUedNlf2oy6PZNvp7DUzHOlHlrj+IoWxjrNOqMTpiyjxF
RyKc0PbMOm//xrRusj10J9TUlxTgzQeuDzrmc03rpVekpaV7kZKqf8WygQhlplryEOP1Zni9nsU/
BgMPYa9HulLb+W5bWwScjDsMPf9FjP16FRs+jFWYrKJrz9hGA+eeWj1Rzi7l5p1EZWuLgNkC5Sio
LIJGXA9lO3lp5yYlrXxMpmPdZ+Y3ALLEHyxToAKs7WW4W1NbGnuobHOPkAFejyeVWY/UYGY8DXAz
F53ut8iEnA0j2NuLW0MhvAJ5DgU8epxXQ6lhagA6UuK10yBCn3monuNpohGmyaOdfHYjvAJUIJek
qRlS6bqS3pvC6o1Jdn6HwfnPADX7wiuNqfctRVSPcC+z41AqxWEwuyrcOXIb0yRnhxCvUy3h7K3u
yLpxkqgoczADLSs9qzLbSwJN0rPVITndP92bQy0sQXjhFKPWHi+2OtV6lRNsRFH4v74t9JNWdj3l
qCHeGWn5NqtQmS5mXGuofCGLuYYXy0TSjq3wwIa5KI7x0vlvmOWeKcDWfEzuDWBUXrObNIP716Uz
m/m0Jtqlnqzq4UvVakNPrlmm3/588XjGqNvCOoMctfpOk9soJpZxnY/GXeSLbmgeU/wRXhH3Vv++
P9Typ25Wb+lO5A6hH2HdJj1imWjFKfCK6mITqWmFe9bnvjslyWD66E+rQNPDH6OMizQxECPxCIgE
qdT1yUbCt57LjkHhtgTPHc8AwreDdpoC+kx7iGc7idvWJEnZyGXY+0tecz2eJmlysZGZ8jurrY6D
0Q1vuIEbF7aTndNHVRcPEfq7O4nUxn25qHNzp/DALcXJ61Hn0WhMgDjem6q2j2k+OA8uwjNYPKOo
BxG1P97/lFtblMoJRSieb2DB1a5J4igskJVu/KKb82Nid8qlEMN3iNx7BYWN9aRjm4IrLkZggOuG
96XK0Da2aHjnYDXLoNQ+J0aK+HuhKLQK2EotsPxsNeOf+zPcuDsX7dulf4jRKbVdryiXaVDVS4w3
1vp4cGJheuqYFi9FZsyLeYDuxYUpKeBk1U7+divxgtopaenyDAHx3Dga1JjjuHWHwalVt8VbQgt0
BeLQD+/aHgQaFxTdt2MlO8VdWxy0uW7fN+6A2D360d/LSamPoYiL/4C1cCXxs9AEWJ6T1XqU+qh3
ZkHCDP1lOAqz0h5CXQ+83G2nBys0lfP99b9lZS2r4PIPQRRNCusoUa8dCeYMNqAKYHq/EQUBUqJl
kXMRfTe/qVPeGKcudsNH8NlCPQwi6WPfKKf6f73TEzvc/0EbW57fw6lGvXYJEZb//vcAuYqcUFP4
PXLsCB/L3MT5VfsKVPEf4uNFM4AS+WIuC+fgeiQdNjdYSwxggGiFPM8V2aU32XoLpdPM5Gvs6uke
7X3jAqEqCWhAYzzx8bp4bauZWdIk1/g0ylanvsN7aFq0lzMeqrc5RRjt/mpujscbuhRieLbXTY8I
b1rh5GiNb4+F9U/bjqXfilSj4BFSUxizP1biZzctIofA0YiD3LBwnVZWXdqaDRIvRuAZQ6P4OljP
WWvFfxmKy9zFh2XpXFg/c2K2U2lWakNnkk4JNK6il3FyfxjuEL79+SISHiMYzyMHzr0s8m9bUgvm
dKixR0dkwJIXs0G4ETfqL8JqcJVqyQXuD7d1ArgIl550iJnwOK6Hi9BtnBryCn8Mzc6ju8b1jSJq
PWvYhec2Ai0+1cJwIABCDmh1BLraNelnlgDKjtFg9xypF9Td652bdmsTLmRLGF2wp3hhridUzhGe
eCoVPy3X9HeVwL5Eg1Dm2WWheFR18514fPNOI36ECw7Hf+lNvR7QjcwmTh1OGc0sOXcIoGBUtO5R
1Gp0mJOhO02tIw60vOWLxorldVrWnMPaNnZ+ydbMl5YsJNsoKsPbu/4hrVPTLaHxfqtOnvjVjDe5
Vtq1N1KVOlQV6tj3t87W98T+gqPHQuN6tvqeEYXeNor4nlUaqqcktE2/dl3rr/ujbG3QhY6GKSCa
FAR917OKyC1Up01av8b//Agc9qN0wuqthOWxs35b0cFSDMVKdLE8XPNKgRXrQdeJtyz0p/0Ic/uv
wVAXz8AdGeBTND+5CWIyxA7hh/tz3FxJDj1X58LaWtdirTFBXLgFp5F9pn7Oi6iEy0EfzP1Rlu+x
CtVJhZcWH/IPpDZW8WTbw3KySiAaugnEhdp/9DXS8xJ5yGE86kODIgCCTxcl6xVfHbtoJ/ja/JAL
1+7/h1/rxNflEFmZyyQzvbSofI/mX4g31D5tbtHl/kw3v6RFqYVQHaGqXwI+v92hqiaFpgp2Zk3u
cCjUUDmzR9GqdGKCm2DWfapt9al15r0+nM0zyByJoxc74XXaKuKom5k/3uAijCGoTcrBkIrpSyI8
f6pow/8PM11Gg0+43N+rzCQ2q6Uvi/GKTKavrsyC89QvrZ9Olo7JMWgM8RbPXfs2q06x83T8ojCs
NxSBHIRNAHtoUMsX/22ZrbaFtOCEwIuUWqaHodJ7Fb26OfkE80HRHshAbQTXNCH/GuJOWrzTaXJM
exkgJYEnkOW3caW4NDpAhvSCxG0KbxxHZfCaytbEcTIa5bMT90ONL3uvGztrt7UhLTDIhbeIiPi6
iUdMmt7EGIz6qPd3RyJyVXqjMiNsVqKL/8fdKgQrv4+2ui2nIlbzWFv2JPJbpzFNFMrMURY9RrNt
7OFRW9uQ9B/lCSwWsZZaPYIDvLdmcEEbtLaafbKw7KKgj+o76VSc3KaUO5f01tXCF6Uzhsedx3C1
E8I5i7NJULSFIC2edDQiFc+wpkmhm3PqS79CBW84dGonP8Wp6XwfJ4Oe1vtHYesSpcVuQZ+hzNNl
f70bk0hKYSU1wFgqlae5rM0PlpXt9a/eEhH4jqRxC4GXZix63q+H0fh6cdA4ND0Uck7OEf6nP8J6
QAVfsPOR/bWCj1mOTxLay2l2iNRU/rQDp4ooFmF0CUIYUkYZxjF7EbketAf0c/vJG4Q+d55TZ/M/
ZVe2me/oWWl7cSMCVMUsc5SeJtSsfI0aTaWTPK3y9DA4bfXHzBz2BjVUsA6gI3TSVwGhXZVJnS2d
kWOXWe96Jyhp1VWSU9sqO+/txvnjWV/6xCja0vK0fNDfro9qrvDbKUFVkso0PAQtzAshVuBpMazo
+3vjVqBgYXri/sk3AxO7aaZGTZRAxiHzd4M4zn27LOnenZFH+SeKNfGe4mpse2GM/OoD/UKd+aEt
C4s9bIZD5kWmhanBPMXqiwMIVnuxUnbRc93Uw/tmYilPZYgj9E5uugGSLBEBJOel7EafwvXyzLCC
pyYG6DXgDJyiySyPjtBy35q15sdUyDLyyqywzJ1bcSueRRkBNG+p4S/0j+txSzu1qkiSatd6aryK
ZjAP1Ddk5hXAIrQJIwpNZ//QJ76T0BLfT8L1rNopjhzxPXOQjS1CMqkB1QC8LfbQ178Ffns727Nb
+chC6N8i2WtHtXLguzb9lOy9pRsLTnc4hD3ebhoX1xQjRwA5qE7PWxpU+bOTtLrfN314IuVD5jLV
sn/wMu92vvLGDBkUjJv7hAhwXVjF4gltl3qGQjtUyJN3nfZgdIqCvXf7H0o9i4MySADPNeD98mj8
ft5Qd9Map278xuizo1NSQu3TUTuijbqHq2wt5XKqoSRDQLkht86OM5pZSpbXawhCwHtJ/YampbNV
QhEu0Rp8sg25F3ttLeWyhGQL5M+0NF7Pbx4cK9QwJUMHslJ9I47bk9HacAGipt0JMDeHIsDjX7wG
N/2g6aBEZh/ljS8zTZ5DN9fPrVsOh7zL9+h9WwQAqqr0p9AOQyPCmmYeRUpB5R/oIY84aQltwj71
H3kctQkTmxRdSbMrMJiOyvHgulTIlSFpdlKHX5KWq1AP1AP63S+xMvii12tr2KVS9oiw+oveenUq
+KwfASrCv+e6tBH4TxzuyTIRaXhxmp7exlEpy9LL2jZ1uLHs8MlWR2p9QH3Ww5DXhOU1Wl9/37/m
N8IeHMkJRH/V8kFZr39lL6sCWRCt9h2UlKnnyPmod/rfTa2mj4FrhjsA/cYuoEsOQxOQPWKCNbW0
UCZIKxb4E+ycFEfvoKDLMgify3JW9h6wZYFXH2Bpi0MIZGkDx1L+emoEe32gj6AMZTUG1lGf7O5A
kVtH6Kuv8suYY8fuqUGAobU+iXOMH3LmWcIUpz9eYtrmlhiBrgdMN1YboQS/saMReEXpJwyJcbg/
SC2ajqbb1U9FXoWf7o+3ucbw5ZYWHIWyxOrSKhUShHEmKdfdzoJShgUgMEf72AMJ/HE8Qi7j6txb
KDZwf6yC5mKcVK21dEyMwtS9YCqCz5cqlVNWtXsGx7ezWoZikEVfEKxmtVEbzOGxbrZqv1Py8WTS
HewpfdCd0mC3F+z2TAC1QwKh6shLClXteuNMlZ0YQREueOKMkrnRyweK4PI4W1rlURaoHu5/sF9Q
6PVOZQEXEVGCpqXIs8z9t2cG8VW7oELG3ADzdT/vHbM49YJU3Os5I+/i3IB+jb1tQgBjtsZTkRgu
3gGGEzZIzA+kDvqAg4YX2HmWHFGK0h/jLOh/xE6mnYIgapNDPY7qM2uHk2GJHvNfIQoe8nh/IhsX
Lygljxe8akr75NfXEwkKMVlKImo/MYzhJwB+9lCgc/eQZ/ScebZo22MyCvdcYeP74DqB8hm4vQ53
Tv7W91tcRZZeZ7bKuns8QtMpqWTCJSMs7ShCW5yUpjPPfaBp+NnvGi5sxH/ITIDrQWqk4Yeg63ra
bi11XSy3Gj7i5ks+DqAJehuLS5liVpnGJ2kZw3PCzee34WgfWvatau7KH92GEPwMhPc06ObMfd0/
YUy4p3YtT6weGgPmMnZ3HlPZI1bdELmDPF4SI96D+TcWm2gTKjYAIHWTtSxMSWI0po1Z+27t0PVj
F9NzoEfN6+AmSUfrd4+68P1ddgtVIdYIv5IWWo7MTdAy2EpeBItzWpUKuACVMvnpoCFrXlH3ioQw
8akblIPda9XH+yMvsfPqnC7aNJiaUDtRCQuvvzNw4FgOJQDcJEfDL/MifnHmfSGGzWHoqeIf0gpE
Ya6HqbommYPRrX3FqJCVCKypeHCaafLaQEsar0UYTR4F0obHcAJ2jSMRfxyySD0obiLft06fFqc6
kPI0S93Zuau2Pjf9uAtcDumU8s71bxMNOpVaxNma40L7qBu0v9SDnZzsEJbLQQ3A+A73F31rVy8K
TzSHoLiEt+L1iFVgKaBkjCiUNj9m0jB82Tr2u9ZN0J8TPN8m6NjOoFvT/H3QVUpvVsWcWYqk3N4l
FsWJuDq4gsjBsALtXR+Mf6wOx4ouYRilzsV8dJ3YK8oQD2GCs4Q1udMD5LLaq4JaHDEpmr3OHocj
oKVxxvp5zwH8ZqbUIWi/AQUCCyU2X820jOzJosBPL4yI7OZiGHWICMZigYG4X6ok53wewz37lmUH
Xx0k8lICIpI4uiShf61w9WCWcTpRPfM7uquzs9bpzbNZB+pTbqnBnirczXFaBqMFZlH3AHv9Faj/
9rpOTdKWWlGQAYez9i7rRu3kVrn98f42vbmVGIVmeAR8FgT9trSj0MFEQAfBZujl+6ikQADVsgTB
tmePOIIGSRDMQ1NMey3Jt0QJhuYeBMEjRTURo7s+IYuQZFEIILKpdtR/O62QP4lqrQkhVKgBhGL6
YjitRz+w7p4/oXkUul44lu5rENfmdCxTzDKhggf12/0luTm5y+/iRQBchLbE2l//LtvJ1FG0aFrV
cevqflUG6ske+ugQ9sRsdVOaQCEqLgn3h9343mgjU8ukh4A0cB1N2Qvz2V2o5lYWJJ/z3JEqWKGx
S3/emB64x1J0BjmFpLacrN/2FdFnVbMZGGdU4nNqSCfxVGeMdH+oJudvcGOSOiG6/tv9+W3stKUi
rNF/g58ZLYXX4yYIDtKmwrhzSJE2b+r25ESF4RVSnY/urLp4XTmGBya5RzG/XVlEe0nbQCmWCHxd
KK5GKFC8PSjdxnb3ogZi+lBFbbOD79zeSASPRPrwawgobqLhTsYTEyd7b+LQ9eOmNy644/07z21/
kSM47/3lvP2MsMXYLJC40LmGrX+9nDiEup1uUM6P6GNOfYx1mlOiteEl1s3gLTAH7bEWcfmnifDC
UQMN+WUFyD5dvaNZ2ZOZmvC5ZvTYTmGRjYci0yM/SsZy5zzcXrYMxY20cJbIg9fUxtbozThy4NF0
yHx/k8UY/BjjVH0XA/9+/g9ruXRf/IIgiZWu11KocmCpKViaiGjbf2daGMqjFUYkK7mSDDbEvzQ6
48eT71kabk6SAHSppaA+v67qTUKvauBfDqNSBefSMpInJ8vssw44u7Nhbs8fiSF8P848DEMC/utJ
oppmCqEB7NDV75xLg6a/s1vP/VnXK+enHSqF402Tab8YubR2KsK3GRb7hia1ZaMqlADWpCgiETzu
BWcurGst8TJHaRPqRl2Fwn9Yzp8jwxqyUzj39UfTyef/uZBVEBBOu1H9cP9bb1wGgKILbEjssFy1
18sgApkMY0AdNcmaDFscGkt9Nc0dfWe5t8ZBT4T2vyXLuLFlD1WYpPCy2VNGVj+FmqhOkxbtST9v
XTq/j7L8it8ucxD8uC/RzYGI1SV07OJw6zQBdPCiLdsTGt/9z/vLd9uEvzDfYS78Apap6ujXIxYA
gCJHVNOnBK19xAPTkIcg1ezXnCL71547+BHARkUy1xn0B2RH2ufU1aO3LMizR1vqNNHd/0WbS4Da
Ac4NpDbciKsfhJBDlCxkjiJJm0+WKNLHKbHVr5WT2QcHy+g9yHvrzBIDLVAV/CaUR64HNLs2q9sZ
YCxIRHQZqGYfgnJKjous0k7asjnUAjpCUuF2uqkMtfY8WA4UsYq+sNNs5+kDRIP2EKuDebm/jFvX
A8VO2g7BxcCgV+fCykQXt6HTAFTZqX0wnbj72cqga1GVNha5WNySlTpSTjRbxOf7Y29M81cnJ3cE
SRqc3esVnZcOihyND79HrfKlmyrlfTjYdI7SOHO6PxTauhsnE9yKUIDgk/RsDWwaDZ4YVQ1n3say
qX4SY+JglFxRs8UJRi/eaimYZmhJbT7Xatd9pAV+BMV2atF6hrST6KRCpf0gEkv8O01j8KGog8Dy
0CbI1MOkBNVwaJxKdT3cNKfpPKlm2B+i1I6Uc9mZ5Y+q1o3yVNdd+93K83H06rm2pNf0UfN+UmhO
8yOrNH441Zj8UNsxLi54ARmpVzXl+Be2Ml3hgaQtQXqsp9+J6dVPuVPXFjWC0vkyNHbfnKe5iL8s
ProFbGOjsehcDZK3yNCJW2sNXyps5hsZe7QLKy9N3LvlBciVpipCTlgYsTLXP/q+ttLX1AKIgk1K
dk7UirOXi8l1cBjTqLbO+HKinqLjVHuS7uxEl8ANXHJ7J7f7A9qWufSnYmrSI3WUfD6IQo3GEwIh
6cUt0wFYrRSO7mXZVIXv6z4svkCXDf/N67z7ghenWUDWyMqGtk/U9w5GP5svWNFin0m3b/8KNqSK
gwi6bvSFq43qUxBnpeFxScTfc7OV4sWxpfoGn6zCfCuygw9qXRJodkgsoUgpU8jnjZLb8VuPCUx8
dHrofF5q5tNn2gBk5Gla2038T6r40zzOvU5GhDKrie4ISFkvm5d8Frh7zGrOb+pMNRiX7qrop5vb
IdZp9O6HvjEmY/OubGkHRAEMBa1TiHAWWKOItFeB90v0iMJb/hrZdsBMpZs8hqbIzFPmsP19Hijj
S9HH8t+BRtgvEBBdXMxR9leoB8TTOeNB1Y+RalIbSMcYFbnACMmC0zymTpBjR/hiKMY0HMPCrhCH
jNQx90JZ47EKqXbKzm2p49aVh8HnPptVE6oB4jiHelBj42R3hZvSmJOXyQuyBCqkh6yXj5WqQFxj
FuopbE1pPApjBOKGIGQkXqNnsvScHhmWi9nbiji0XaPhqwoW9Chk4PxEIgmXq1KCFrGgrTs80FYS
Y4oTKva/xuBW5skKaP/xUlyTHE9TkcZ+68Y8mc6Rm47OQz6ZanxArbIwz3oQ8MeEGKfHwYhMgWBE
XLx3tKp4hydy2XqpUjfPcSD1t2GIFPTVu2z4x7Io9fvaABP4jBtXmkDIay3zUXWCQIeaRIqJNT00
/tPcOLOKSY/ZwGKLHKaZ2v2YPigWcqpPxNq57tk4iLyZIhToRSphW5zSqa4QO+mq4Htn2VNyMaqg
/V4EWv55NLFqgO0+GABj+A0Xpymc1P/J2IqfJ2WMuIosWfWeMdo1/fR2aNheXtXuhyYUbNdiqsDS
WOPkMrIXabi0uvR9EJZIWo+kBI8jisH2GcdgMsm80PL/NTH1DejgfYv+AIaziSe6qnmw7VQ3vZrA
Oz+lwFHgNTLNusuQ2sHBhZ5vHBPpBNoD3IQiWQ5F/x2YWO+8AbzuzcVawzn0dTY8hKYz/F33Atbt
ZCTBV2tkqxxynFzrhz4c5U/S7emraVRWdegzfeClnMwRSX++tHIoHVdkfup07ltr9UN+1EKZhA9C
zsOIJKZAx0jLyyo86s6gqAfd7JTZg49hKJdEp8h9bOskqLyioC3aHyakt4+1mgucOGdlxj04KEPn
0ChFrnh1LmPY8UrRxa9Sdmi9N1E39YcpybP+EgXxGDy5eTHUj5FCt78nbXwR/bAd+/6hcESKO1Tb
gOhNI4oVFzGNZeXZUhHjPzIKx/QjGa7xQ3UGiclIKeviBQaDBpSezEU9v2/4OcPR0ScAMXTnx+xZ
rXR7PONiHjpPLD4C9dYE81z4bpXG7bvJGfXoKZhFHxwrhOKKH5beW9mXUKY5d+I0VSLEB9ty0Hw4
W2bt2t+sKGycb6E6tVoE7NrXE2qeyOPan7XERFrTG8y5Ex8qw4zdnxPhYnlwkimvxVmRwagKz5wC
CqDeqGoNXVaidJJyos+2HibFL5TESs5I6DfyXySSldRr9dmZfwi17ysTYxOrrC5BaKLT/RQ4LneW
r0Zuq3xsx04dP0FLDJAOUwt1eEU3MWp/JJ0mtc/CiJv0SfCq6D5ajGHwv1rHUb47lc7C4DmTH03x
e5iz2vAyjnIyKvICF6K112SqKOJDDeJY/IzcWctz9NDbovuA0nlUPCXjUNmU9pwZ/+46a8MvqLaZ
Ssn2UbrwNR6q0sDcLxyL5xDEHoJNl5mN/tHR0LsFiDe6HhLpoJfxm0itJgmPhZboMe9V1QZOiS4D
9NMPrJuiH6Ajac07h/plKLy5Qd0SuZrZCI3JJ700i/5zqtP4dIyV3JlKfwSQHiNvCp0huLRW0srX
NnP78mcWzYtK5KCz9V+NapjMk8rZgIijoH+L4o0CYhP/pGTShPWh17HkfpBk0OFBC6zstdfGtr3U
2OsVlOqNvnxyChRmQ8/N0OvRfasqi+AdUoAlEoOqPU+G4+Xl4CLlE0ujo05nFGn7YsxT6b7I1LZD
b8q6Jvg/js5rOW5kCaJfhAh48wozhlY0okS9IERJC9cAuuEa6K+/Z+7rLsXhwFRXZWZlIvzxDgyj
UtJKk/C9nxtuCto0S3dduuzJKs97l7T7petX372McTD7127cAzbE7TFpTzJEHpf64tbMjpYnhsz0
62pXBA0kVf03jsxWPUk0jm5qgh4Hukpth5/a64pr1GzV8IuudxzP882GIzeloDGVwhsJh3K1JMUC
h9r+tO6j52dK43ilCDFdmiQnTrCHH+8ax2bDeiDfYyDZ6XZKmrLOiR7DTD5wVvGMAhyTZrM67Ue9
oPzOxm0JrLOHovE5GcLKS93RStZ829zlh22cZUsFu4BkddiVvsLRYSc9TNEOZ9WQPJM3Xeg9H2Kf
f8Lma5OtvuVMKbNQud8NMgmPnJWWFZ1Ho9ymwPMCa6MwWgT6s9Ll520tqq8+wGIlk8lWDZcjMOKB
qNG+zb1djveL5dj1Y8kOwFGYrayfN+oeFw5J7ffgJq2rU+N2YcyBBf+XLYMSsBER/zbr25XmIGoj
VGZbDaaatROGfBgAEUORDvY8279kN/fQcUsyyZRWMVZpUkbSO5GktyXnGAOMINXzIOM8WkYq8yQV
PtTKWWeCB+z1WN5lv2h1bpre6C9aR9dPYfhE+6+2dItihKgEfS5n1sH2p0rXXncyldHGSnUyaPUz
HsRiRydDfLaL11sZTIWaQy0K5VSJ9eVsk/0pJ/b3XUzv1XG19aTjNER/zXvVtE1U2CTVW+nBOk8P
7xO7y/0wB+3FLoNmuNvIbYtTB3e09cWxtW3TfweHzCu7HEwRMtFN98eyH/t535W70NhGa8+j3i5+
Tk4eAbpOnwDOhv1uWKJxNo1ZchCbK/lOtcmTcQicYmsm+rKUaXqqnijGTvfk6rDuXpplcIbnY8Qf
qGi9cRrZn4r3Nwz7SnFBqRddGyVqmcmykebsN4BsDwn38ewLE/Bs+HS9BWaie/cyhofnFbVU8d3c
WuZfJJE57urWlw6iGZ66oJ9+CKK55jRSNi2K2iEcEOrqPkxjr0GMGhlPfPHWLF8BOxh26iojwwdp
FrkWo92H/4XxWs2FF2rV33ndGP23bf5c5xXF82GcsHjLq7BDtt3T4PaZE4yiyXeV9G+aMvHqz2ph
wRHpIOd03wzlE3kF3pTOa4fTCx7Abp3jbuK+7rJpx5T2ePxmek6361y7nLRyaE15xzk84WRYD3Sx
y1Td3Meigz8iDmq1PyYEjD128mYiNU3W1qWUVDVmtaUGwi+afv4Vy757oZbHBpJ76D/2rgPU402o
30oZ8EvXkJXMbEfRS2e2WcdU6LbBImyriBkswuXg42ccky+sHOgohVpm167rkmHIp9liHMObLclm
FQhWoffSfqmbNmhpqxwy65Z4Hu+rfbP7H8Bz8++yVCOqw82R0x3vZHS2VqRHn2Etqhq+u2/blOyQ
8mPb2k2liOzMnCeVmOyUBq/5tYRqOVkqGWTqbije300Y9+Zh9qXVZKDAy3In9lV+bV5i+INZGkT0
6tWxviw+VaBvx2Q9qWjaxF3YRObaTdyt17GM6wdnozIWx+Qa545XsxyuoB1jn/qKTJEHvRo1n2Mf
CuHUqYGoBytpQkXjsGxesUQk3f+cXd0NPx1th0OKFdvQfujeCpPMMqPfpl07KCxKBi8pkTip5Xdl
CfQdTD5t42e9XmWU7Qn9Hfi1S4OLmYRrTlsrdHxXT17XZb2s7eknpppHnFZRU/50qa14bohq++63
S/1pd0b/iI2vPtQRDU9HL81v6K1WXGNKx542G09y7vbB1p/LsR6+R/VSAoE2XLwBv5/lt7VGnk69
CYm3DlX8oeow2S7VMidfcbmY+RxU5ea/JlPrB4U6XP9PaTl7mCftEMRXyjglNWjoVCfTCechiMbx
oQ5pqlIOihiVq5L269YzsF+wv3G8p1pPy3zRxJ9TZKJyHB7FbNbuon3ZOt97s8rpW+fQ7z7IrdnP
bb+3EsHAZt1xJ/c/vlGbPPvWqIdvPY2p9+Cv/vpfjTRzyifBSnDqxzcvsi4e5zFbx5YMvCVA+PJY
N4Klcwe7ROe5dGOrw2EuiP/a9p68C3LllitgRuOmuhWD/bgSHHXVTReXeWD58XbeZq+kFVsCce69
QVeXZrSbb9bW6/0+HNxFX+bYKU81kMzyMOg2uIabMwZZpV1j3/dcHeLGb257WN87wxXyNWyv1eB5
716lBM2Ft3Qo6qfY++HYhkC1ZQS4Ta0FJPG29SPACGbP7fh0hKgpW9kMFSOBpj9XXaqWYBqe0Vba
pVso15Gv6Ea9IePMtO7VpKY215FHaIKv+OAUO4/pn9tbJV1buTQ+emjRrLS2i/8Z7HvXX91J4lVU
hpN3x4pHG2Ubs6/3bZ/X+DS5UVyeA9O7Ip0m0y7FRsiiTreehymnglLc6P/2P45fN0M+qs2y07iK
m39jOx1VsYbhftdofNz2VDiVB3ZMZOv+IMZynFJ/XYCKvKYJOFDGdhhP9oGk4syQt+A8GVum1mPq
DCQOEb8Tj09uYHX7hdwUkDQbu3eKCWtZ0y1bWdy7pg3uj7aP7NQGq3Ze2nFW5gTo5QanDWr9h7cn
7pGpFtvOkw1SUN257bCYHO0tRiSl27T/hhJL/BTDQMs581q7znmjR+kvu48T7NWvzNHct8d+S6xh
H8tPxYJZMjOgVcdZzD1SF+XV0Xk9PBYoqToOqxU4JwWnqlxrlaHid8wj5prbUgzJ6K4fi0WfWBj+
nIKelf31Cg3FmG3S62rwNwYd3tGkCjAzs8FOZj5apY0VRW+VUw5R2tRVX6fVuIK0xHWlWDfqhtLK
XGzwnxuLDPu0Y117evbrI7p0tminHNzK+UYRFz8ROdR+6u7+8FVbfn8Xry4iXKtv7O4qNX0iZo2B
DvO2M/5ry87UL/7aW5pERz79uQWj+MQCxHvvefu2s3CVEgW+OMGPITkalXqenh4Xn8PpP73Y/ncM
rp25QInfPq3VFhsmkhDsBwjt+MWij09i6La7daZb124erImLldbbqK9y9OYRa0zXeVnbzrYu9UQE
20MAG7DmODyH9wPbJ10+Dk0iT+jZvNe4t6YE3bHbTmkYWuXE0Pf/e2t0Yv0FpZPyzcSOnJ8jn2TL
Qq1+pQvfn2ORr5MzvwUUiX9mo1PNMBXrg6sn5u27PeFyXkiU70kRc9w4VP94e9jZTeTJ5z05d3si
rO/j0K1fxo30mC+i9tTJ8bW4rWv55nlRchbXjU3HJeX89D56JzBVHvdrXV68wy9fjDvuvE62RY+s
LVvl41ZjooRLKFs69VyzVeAte7Wnq1mUx22tuG1raaJnFM1ghzw+i5sKhZAlP5BXXvSGWU3qSuTy
xT7Y9pT7HUsrdGPrgHtDNx6/NwS3MmtLobu0icYG2LBf6leM6csOEy4a6AsOxOA4XTB3L4tkqe0E
Wju9T0GHtAwx4jJl7DHBbzb1FP9lttmvkcX8mIIlyHPfuGAPySLG9WtJXDWfxtn25P0QVJP125AZ
+F8yNUuZzaL2H8pJyL8xwHBXtIf2v69r2VyNW1aioGUImjTQNTmzMRDif14HeFbU64T59aRmjTvF
UMLGp9z9bn2dRnc3p4UFpi03VIqrTzMtCjYL/fekHHcIu9qaPxJv2F/3kKNHHOBEmaom53086s2/
63cpXvZDl/ZrSFOwnixbQ24e7ApMZxjP+VmwnSBSSuvwbBmGx8JX03CNIQHdbDf0kI/B3puzxgSQ
OcE4oi/cul1+uGif5yv2rOJJirkc0qgKlu3sWLO4xPvoNnf9TUDCkBP0I2CXGGmdOCPYjC51//cA
TD+AnKfezbbFo53XpWbdqg/NUuaHG+8/YsJaRdrFkffNCpuaeXCP7UdFDOVSRG6y/6Y3FW1mL4xu
eUSPLzIsjfafMimDbzgbtv256iL/+xT7gHVbGLaG7IcjAQYe4/b3ujW3W+2aoAitffi80R51Js3Q
+mwLruZl8HtGODwssN41dllv6Wwq9Y0VV1JLex2tvAiyj06x9kv9tIUqqZBSmKUw7RrOT2ts0TFV
seoeaWuOJp+bxt3yPQq1kyZA5+9jRZjZR6e6nstELNL8ZjOAfWL8GptMeqQvP8mjWR98DGEC3gaW
y1tKnvS9tCMv4z8xQrOdj2OST2yMhQY2gFiNZ68JeeAAm2Xauu2tma60Gs/VMM8FrRxyO9frCb51
ce5+W1CUDfdB1ZSXmRPlbTSD+zC6t/gyN15HFMJ9UpoXK6ldVnKIdUp38EyMh2xLuo/VagVfgIOB
vDLHB49GjWF10UaxZsn2l/cLmXz3VVKxQLHZcXs4HNGMKQ3X/CG8RlhwOJZ+DPVo8eoTzIHT8KF8
L/P7uJnzuKzsls2KnveTVzXRRWTxXQBe9+jhiKvILxzMxhE3k5v87AQB+MSRrEKhU5hjOwVx8q3U
rWPzLqeAzkIdBzqC0vLgY2ZLl5jb+8bJKkfKKgX14OVh0gIDpefE9DfyiGOhfYDIuAbtIW0wVOO2
F0Dq7Y0z2nLy7kCuWoS12ZqH0Jk5d3b6NvUEQnm0D9uYMP7gO+zKa+9UtZcHrXs8l63pf7UqYlVm
C4hR9WKiEJ/8ueWy4U3XWFknF2Ee997rf2wBHdiH6MPlt9iaIHgVnjcTKrgEq/MQkwh7d+x+sxWa
pBjeqNJrfLDUIfwruqRyUkizsX6spa0fl3mGR5mnZP3pVk3UgkBipkcKvInSiQWTexkC1+Z9X+9P
Y9lu69u0LU1cYCAxDanvVRLmhjiau2rvavE9ORJ3vd3WEL9+rcdPL1J9fd2YhK3Cw8H/Xe37xhNL
vE/y5U2AceQr2dWH1iL+wTIqf3TT4xuY4im4l/k67uuYh7tXyovq92i/F3E3vBw8oMedJ2X5PSbn
zn8fxj5SWQ0FvX+Gsp3ucB1EAGNsr7eyfnJ38LltSsiWpOYv9Et8FSqKwIqfzREruZTAxNZlmC3P
ehQNGoTHG5T4O2y9cMciIqQt2eTsmvwY7Ennegu2o7Cs1vvlrctspY6VDHNa7ptqTkrDpuXG96YP
IJ3EuizdMX05A3TGk/T66W+42O3zIjaPzT2krW62uAeLnZ2za5lFTaJeIOLZ1IqqOrkeOIe5713Q
QCY5HpZaOfYWUfJjh0XrLiDK+/YQN+H8JnpYs6/ZX9c2k84yUujD/sgFU8DB/McAnm5mD4N7N+F9
ulQbkd8PjZGBBHZksfB64NAt3ue6npqUJkbVEDwGOHVmwEuyrt68hqsYHYDZYfekA+0PL4lexv9I
D/dJxULgRTXtK2u6LPCE8kJaKV+Ic3/m0iAjCy7IT6IjG6eguRxW6Y95grvVjUIqy3son4B5oBmS
Ryx0wga9WdJihZAo9Z/nM3Hk3jCT+hqaNTS3LZTxhUWc/Vm1YtozieFhyQkqSb0IoahAvymqa17F
o3u5Kb/w/5fR2nyDcsWvDNK8/GMzsWPS0UcW7O4STiaLQ2d6aojqnNLaacxv6F8oQoJDgzLFjZRO
BT0pPevNgPJ+DLfRu8yya3+EcULl6FtT/Zn7sewLZm5+WCPsxQiX3TyTyhX0/NT2cfnXhP30z28U
zbbunIY+fQhefNwe1ZPCNGU9zdKzCtpJqz6pRg3LS7BpeXHo7wzoowjGtK6ZmE5g74E8810iF+ir
P968DaX0q2L+Vudt19ZHIpYDs6FNJc4ZL28lrx0e8XPa2fX+LYZ1aYvFNSNK66Y8NF4lhpEFNGmx
CThzqINmnp3jp3fsCjIxGXaG01iwDLATLb5nJtrt17Xeo9+rqp02M/9/PgaWQES+I6yGAzfa6fAn
d5Of9mRqByZjFn8Gp8QOerRGVjvr3g7PWzy3Tc6vbN8qZSnnLRkIGkm1O4v5lEzKmzETig4QntWD
RujIYQtP0GV+C8xvsxihkWmZNBhLOdxBP+GKSJbYPp1i2fh23lVjdTyW2G4+G+9AikNxsv8b5kg8
CMTe61nYLelxXbiHRUtJuUGRvRJoVnjN64Rlq0xO2m3xJvOAsOS6xA9dEEvr6klnbAsigQb5yOhZ
rSnzPoO814ddDpu3y7uki6GfXUZTuOrY3cZi4xAAQK4sgDl85X5PntfB+sbDIot6cBWTyurKPh02
uX/iujBz7u2eOCP7rAzltfebS9JU7Xznw29yHZzbAyvkXuVhRet1DVDfNpkXafCxeSxxLAJHwYUA
T7HBx1vNDUc8MepkT7uxTshT44BCSeIZXnprYPOnEGqVT6pr4CPRltRxymAiP+mf2yNlUBdh6kS0
ZPmAHvV1aMi6vW91xBRkzQF5DlhweyeWcPopN0Ok24cgULIvkqqMAVCCvbpPEqs7HixCIB/GWbMR
NS0uFJ6/12zwz5VaxwvHlP19dHv7X+AeRFTUN4UqSM7YkwQunI7nzSr3Lvu/v1YxV958KrduGD73
QdDEb11gP81L1aN/3wfWbX13csBXrWOe0pi97SONiJO54hQCs+DrQPgpms36rWt84ZyWtYTLor1Z
76GydX2eHR/azjgVP13N6HCuOyJeC3G9v8jU4AA9wXAe22sFGTVnoq9W/kO5wcV7BivEo4/a5kTP
rPHGtcm6S5mz9DU5uiDKoNk6dfPsMK9bh6g/r9gIii+iZgPj2uAJ9aHgJ++0WY4xG+HqK1qmVYvT
IQfLSgXDxC3UwpHfe3CVj8EcBgs1fZMobHEolrxsZiyI2CJv1Z0FQf2maJv870yDs/zme7uK/oG7
18gEogbypgcQ2nOhaweMBy0iXW+lx69unWbJnu3Mzhr7LOW17Fuc4+aj85ur5+zzkaPjpFbDmpfH
f6Fl+MGNIegNpYagX/dm46WIf2xGI5Ukpyaug4h62h/uRQjZvbWVan5VKzwyXi1jhWDBSTbDZufQ
/oPTcCAYDFxcQznf4/l0GLm4OVgBQgj6cWSLcFUhvp7JktwPx0QwXkQICAqpPkBTtI1SfjEp0AqY
OBJ/RnizLd0bUKjC6Z3N3B9d5xUH+e4biy6uygNE7/LKrLHOhajYLMjJIgzvXP+mPthqanmG/OLg
hAvqHaZcBoOdidE30/N4YA4BNkbOXDpKSpsSaA4u2zpSr+MpHL6h5lH+i+1yn36F0ghzWanlcTrb
Wx2+tbF0IzbNWijsHbeW+gneg1oHswwI586+m7Dqi9FaWgFz8baGYgBm6R0N8ia8D5gjjv5+aavp
I9SU/R/CbwQj6O3M53z3jmxNlvkdqX/ZFTdLrDrnMssfSq/R+tgMttteQVlg/fv/fxVjx8LnBtPr
vFSNh9hgl6b9ccijVmnX7+zcJbJq8dxtmtZjCdvI677T8tyk1l2cuarE2mXGeOWnD5TBk4U4pM92
Yj+Gk9P7HFUR//O30kGgQdVj+z0c9+avfdRtlSI6sb/GOQrr+3JS5MxB3oXLyTmkfNfT0f+LpZhM
gatTqx/k2q8JuWaxwifUq7HlNSvOwHeOM1f/9dYc1xne0Rg5ssxovzIDoT9fwLsrrj1D1ubGKLHa
wFk4v2dKejYQdKILLOGqPyvSqPcFJb3mC7ROmMe+AoacfN9y8ykZKv1LRvP4RlR9gkjJzJU4kU/t
oiuomzDvR+zpcRFRClMi25nQDxiVLITn+aZuHmYRuXvadnht5V41A94roMkHgxAAZdGxB/+paMPm
F+t19Z0ctwlzkik+3vpQOk7K2ePBXHfYKT4YSUnMI7OEhJQCD5ePapqB+Ge1W1EhcbTUv9ZtsP1s
a6fVfoR+d1ThD1i3Fa5Viud4HtwdpEpwipXzaraXUFthmE/TodVdu1u0DFM3+Y9h6a1HgdXVUudm
bxO7oLxJO63jgCwaBV1TjLGcTL7USNxu+OzxMMSzE562Y3N8VqGUPIrBasMQnu8QH9aGPBCIYOWa
dxoF4EvZRAkFe5XhfUmf8FZ6PoIvL0G2uoHTsHBSqlCfkmSKnmlDxk8IL296iueuvSy2u+vLqPjV
mGOI7snxxw0PMyXlszV00X+hEXQJEK7xcIKH958nWt9PyIIxSNmPQWCDEThGoUruUZwGNQKIa+mD
MFkVltb/Oq82R9qiDoEd1XLvcrpMpC+zgQKR/ew3hVLDZuMYi5tXYFdtDOFhMzKl6G7oQW2J9Lsg
6JbzmiSdhU5UQNYUQ9BXKMCg818Vy0ZBtmhv/lselLH7dkGekZeOcLZc3iZJRtl2pbEuq+Z5nfd+
em869H4PFgl87zdRqUlj/zCXEFR5/mScnb+ganvvaRHl3ueoZsqgsOhcH8wIj5o52jIPzbzvfooe
IgnSGnx/fcAYanqrg4AsMZ5kStCxBJQ/Innl02hCokrRXxwi3fTR/wr7NejuOM+CL12uzdOBgc57
MqsQt/EjQO2OXKL7jr//Vma+DeKKksmOv4Hx+8tjHXLwpHKqE7z61nD7axofSB6HnspchFt3j4fd
Nqik4PIBNqYZOUSsRHxHk+7Vee3AgORHWPXveiMQ+4QierKf23qj8jBLTn+HY2+f+6m0eCQHqn22
lKI7OQuJLBCIILE/jqFf5nSzyHJGD18eT6M2evoTjGZ/Xl1vi88096VTLOWyJWgYreSXkV3AQIjf
P6gSqiLnT+ShFSy6zRvPt6wM9tN6r6b100lSZ5QiPd+3XrUvsAfY3GVb2HjP0grW3xy7+iAzxhv3
wl2c8UfVmg790Yy/52VI7L26k906w3iqPnly5Br62VHGUMsYgQn3UiXL8J3Zu4eS3pvqmSKgorxG
4/slj6j99LYKMP4Gjv3we1W/t+XoRVkFZsR3xruHh7Hr4lMZkzNRRMauvgu7HnGLXJAcoR4SZYVI
bqSgVvusXqE+krTUBAejJJ09wKcZVSvtQ1z/FGsj5qKLE/leNiVFAcVA8A1xLEIuh+/30s9BElAq
qrZP10n58+PaW9UnACuhu3bTjBiLJpIyG1bdfOf5Zj+yfWxwdcQwb/8HqsfiJpb9RmRrC8FdYImG
eayjwmS6zSKR/dqtYnSRq+1OjXG61T+ZpPN+ruxXuHdb7Og7hjaXM41TZTu7vvHMSwf49buNj93K
5BoxVTBmVuGpWbfow+AY3T7tjXErJlgxfAaHFa3FHnJJqLGNYSpp5tEuoiNaAH5q0a6Xdk1GVmgr
r7qCRbfDaXDC9j70UB7DiQuOVHEcoPzGCPe3tfuJda6EqPg6iXIfW0Bmi6dUTzI3dezxOYfr/jxm
T4RndP364jIE3Mb9SX2LteXWxRwEPJkxIqxPXOKARXXlDUjHRf3aTFFVZWpdgz99GKE46onm++70
g/PWdNZmoZILMffRCdGymYpoPU5WvwSf0baIP03jbB94ZLB9Ho5cXvo0y4BgtcmWrkFk/tuQmqxn
N1QWU9uweg8CzeDPBhWfOmlonAh1x412hpRb2WUkO1si8KZrawZfHhnirIq2eJDifikjPWTT7Lbf
/dJzjkzjJmOdTX+j/Mn+2V56tFFwJ2UkPlDw+CNqBIcL5TZhAGXMHPGtCZaKKNcm0b83u6Xa4OAU
P5Q2CsuTPnSsU7Da6rPsVhsVrRU4uE15oj9Sq4V5p3nEVkpWjWwLMNL+Z4+QEWnW4gjyhvwRx5n5
5qtzASCdqfLO7IIattVLyWONuLyxACrmaYiRtPjhgMf16rmXenXs4aKcYH8OoTTabEHsE6V4p+xt
itHMNN3sRKItrYID0sX2AV6/RV1pvSKXQpRRzUv7fdvg6IZ0Y2q9wymhG9BX6QbRMwvdjEy0ihBH
lvTPWFn7R75MUaL4hRVyOvQPo0lHRMRLWk+lPAH+TxCGyVH7zBJbtf1K8KD60/pl9A89UHTvTQFA
sqPp69HpNGGSx8laL0Xl7a57jrgG71HSuH6BCG69rrjlLE8kbXV/tLJq+wkxRrDdzeMu1ufakfEL
fOc4ZHKb3G+txoPsbhud/teA6BvJlW+THddben0iwDDUabd6zQMik0URAN9bHzCENbpjhOqZK0NO
Clf34mWUVvSlcc5N/iA29JZTi+rch8/U7SOCecBHufrJ33GLgZU8lGXFxEop0R9uNzZZvC2+demO
rTXoVw8z3AVLue/nfnb6Pp9QF/oPkCHltzWG/z/t0yCB4b2qtE/73ELuW0p1xBZ4DXAQU+ubjf5V
nBgswtN01PZ+umWRsCFiZLyhWFshFjtIt6HYY6Qgr5ta989qHrfnNYwreVrLVUEQhJMq2SS0YdO7
wPdBAjbLmzAQdIP7SiP9S+05GTH7F1SfDz343fSFrTvn3NGr1soNsrbu0YuPQb0GfaP31JY0Cwj3
t85J125f81Ax5N4CcBonDRcYbdy/0V2cWK+NYGJkIJ6q+JbuiSjOPpGW4rIHsS7HfTVslHocIZCG
TWNf/W1YjA5puoFn7nkuvGLQA7UQAla66I4VRzjm7+LAdTtQX9qN2TkqRz35WcjCOqBPvK01p4bq
1HdncYF1GFRhF/Vt1wApuVr6M5F1Y3cpSbx+rcje7R4mv1kHeupW36NxkR8HJur3h6g8B8CqoazZ
ipVIKKlD707uezp2Cksmkf8Yr9oezouz6uEix8Y+8mGhEwZpAghOHVKROLDZnruoABk3C8ZehzBr
dLovhiKf5aLJ0XPhNGhfkOLX5KyitKzvA2HBCdVR3fIkxN7+2A/4uBUI0YbCbsJxZNyNJX+K2KdP
fz7Q+8itH6+JK2GVeSLgwzV3Y36ZZYUQcxK+fEwkp0VaWUcdpghHp/I53pwGwVB5+Mm3OiHmpuhW
cgkeo41ZKCO8I/Gui6j6gXYjFFte7yHTaId46QG6eRzPTLDrS7D66NMqn4Xr1Cljd7pStuaFUW0c
/8URwBai+2WhkJskHrIANVN5Cgg0Qnci7NG5rqATpD7EVJKNJLD3qRHd3yiCJysIS+PljdS8/rSA
2T2qIQNfigqzOk4jUjMS6WSLl1XnbOK729S6PvWdZzv4LHK4FlYtA4hptWlOmqEiHT5sZfxhUE7Q
kCdhDfrR7kj7NboB5okRYW6DPBfIrFzh/+vY7vJjK/sg08GxPePyIPeC7fRmyoxZDwiCbRnE4wB5
JNMmcdsx7wyxsKnhuu+8192x55CvaDEWK7TOG1VtO80E5dSn2vg3jcGuyyd/3yTotCXrMlW23n5g
cT296HFaGBsJOm0yifQ+gLJkUSYN+q7ZM69be3PVPM2Auf1R/gz4yG+eFy1v/UxWVDFwIWAMow2h
8SSiSd55ICWP/+PovLob5bUw/ItYS3S4xd1O4tRJMjesyZcEEEUgRP315/G5PWWS2CDt/VaQrIFM
Ue+WsOBwdVz1tJZyH+VtSIz/UsxYcFA/6k02CyG3Nx8/tCmn5leIacDdBa2ZSoKcHck6Psz05USK
0tmk8BTi2djjUEBk2KWs2COiqA4NzkDcTC1frLEI9WlIfXHXOEMEtGbjZOzRPYId+MoNLiLEhIW3
YZLPdLb3MGxh01/mcgx5qUGpvspUqGAPAM1/l5ZcqhvACfNimDvSxDVxcQVQ8KNdMftueQ39dniZ
GlfM79LNM+dkqJ6Mv5oxmE9V72oLsj7NxfcCU6YfGk0k1hb1u0fkvV1W5pA6c3lwEOvLH5t+quBX
tGJWCcIAAlKl09s0hkedeKQSAaCuXXv/ZdVuXf8JWJM1cGyhb4/6entk2qUGerd0dOC3dJcjTojh
XLl1FhwDt3IQ2YZrvbNBxOYdLt26gnsin/GUYXOa+Xs0bHsKaPeRZQ1ni4Wy/rfJPPFN5iDiI/J5
g2uKhwmofclwMEqgpvgwTMDam4EMGgNNWw3IyIX03kHPbL1riVOfoWFH/zs2LXYSZJOop20E0Z+m
bcXfVOs4uNfVuA7vExfdB9fIGm+9gNi6DWqOrIXUqYMvnDHAtHrydfEwsrFmO2l31bKh8tuK+FrK
6ei10EUoovIy2DZdB+7R9K140Tkc54FfBiUkC0v7XiEJ7reguU6/c2hjkjsWgeqnx64of60gbb7L
BgXHQfaha7aKwuBnv4Btk3pl/3eBTXwD1ZwvfwSPNYXBBRXOmzhe16tE5rucebu79k8xh4i4kmlU
419gks4cPAjymQXVM1QRYuwxb9WQOfLZtD6Z+oMfoK331rj+l9aefefqCYioDBlct3VEMnyaTaDJ
9iLs5YIEsVo3cq2GZxM2GD24O6dz440N4fxWjUQSxpB3VcceJ7I7VJw9ejDBYx5UM1J2K4vue1eZ
6PbAGJgeEayy3GSujvOPWi6ZTBghaWOAvbHJFyr4NsiCyi4FkkJ9MmPYoWXvAxaCNGqYQynL0ozJ
bb1MW8vDoZJEg60XJhaX2YJfwnmcYZfMYSzE/MrLpcejlEaKQ8bFd4QpQ0hlOuPcE3NqL18j9EG6
40NGKOqRTo3WaRjau7gk2GRrh+xDpxmroYfih1rbZFazg1pM2uv6z3iUEF4dKq7SwwhL5921cx3t
Kzk69t4hKvV7wq1+D9SEGHsGAdr58sb08PEKSONw+v9RLMccrFkNv0ZE61upkbImth6KF4+8q2kr
ql5frcVb1KEJKuC/xppq0nj9DIzOXXnRafFGL7Cli17Nm9L2/OarCfsODNLu0l9AlhJzidON5b7r
cYxsyoKHjAmnzD7ySkCiMbNO8aZuVvAWGYI7bzKFYOU8LeBEQ92D0s62FNAMLbg8e6Gsq6OEy3If
tTWtV0wWuMsmEyyXih2dK1mYnFu7F7lJVlzWTGtejZmyAE0MHuYRkwduOw6EqHPEM8KIudra3M7h
/djqpjstNFhiLfN4JHfsV/OVmVSWiSzAjVmscSOC/ZJzjIYrdoct+lvhbUluC51tabLxNZKMzGe7
zFmU3MlKLy335Um4wfDe9imcnEvrCD5+WSNAMxEnxT61HPE+aUa0pJbd8OLjynvECQ9+0oxp9WmZ
MX0VQMjgcIsp1abrdPYNtsc2VRpiSN4EM8F/wgVdBbpjkodyrZbHbl1GHvoSc8whEo0ItiV30xOw
iw+8PWDfPURR6r8trmyst1i6KeNwHUbvSrXrh2JuRGWxFkxdoz8T2iEaApatUSAt1HbdP1Q8qNUu
zLBAspdNQXGXZf0CZ8TvBChBYekZlMQXe2+IxPBW+XWYnURlstv3U+dYRvLZZYBlsoMU8V1KnLuw
eAGMTIsjqRL5J/YYMYPDNRr+0MeytOeMaJprUwv/ge6cAv0oUYWvddlYH3w1zbJBJle/qRunu1Fu
Fv6M1CT/Ki0Y7we3df2tWSNdfQ+Nkf7tBHUmBWncijftUMJ3Rtu8Ni/w737GyWMisBtJPNW35s2E
qUuDjvFX5jaDWimcDXFkI4KsxaIxfozK8pKGozs/I711z4MmrZHgOJQFx6Zpre7o9ADxTK/R4O1B
EQoU4xOKIahUGcNIa+/LCLfiniEti0i3fDKPBCDh8pTY0l/7Qoj/3D5bzn1ml4CaFdw5EsF1fsT6
2z4hV8sUsAb5Mk9e7nVvhXKsP0NdaXczMHdc7V5Y6bHtLesejWdq3pwG392WoNLxSO89ILZVj/KZ
KdHt+Pqy0UkweItL1KkQWW7ME5Q4oE9EBvizOIb1EKqDW2RLd/CWbpx3mRyQh0at8eVjTE9p8emq
WMdXgIF5vNea4XLbzsEhtkjzMIPz11ul8wKtI3pm7n7xD3kqnOLYY2xQN7LL+aVUIwVDbaV5Ah4r
8yOixuJaLuuYPwI+RHlSrMH0Q74/x1OOW322EmL6imHvFXaowOmaYt30acgN3TS4wzatV3jhYZkB
mo5+7Yftrlpc71AbytL3eUafxqdDdGROSJbUcM4S7Rj4FlDAdlgiXN4oHFgRt8uk8vJUtUP3w9Gd
va6uscadXUmoqtbt8clI2pl/LabwC7L5ZbqokK134xUTIW+Dvbq7yWn9ctvVkYz2KxGQuClmEPuq
5HOlMYUb2PeXeoTmrW2MrnZquyec6sU7GpKoxGQZwRUyAKXdq7VYzReeDeifFmCUYIBlaF2MIhqf
Z6GUulRZZ5PSZCg0PEw9Xu0/pHVPBioMDBvuXhUBQ7zvMShXC/Kg2qM9BcGd+S8DPZ9Z2ZsSfTmm
ZeBxx0KciMcASW5nO/wqeo6KPcUErY/yeowzsDKBT4txdPiAWKz+ulwCNg8YCzUiZJnt/Y5Y3JtC
IHyFhsgfZkw5edJUnacOkd8ivh2D1YX6jlrvzmYy/3WacLH3awS/kHQExfzXs97nJ8i58scpfFSJ
2TiOXxwi7YzGnjF0j01O/SvsIozwuXDoJHjcHJ0sK4bYbcVeiJPHb1KIZS8O/2KTrckFKerIhkmq
1VcY4pnW4K3hRjLwXdLMRFSiaU//xyiAhkxNnh+TctGo5uSilHhuKKnnpazm2QenLNXvOIjo0xuw
PBCMBKnrZDPvfWx53Ixt37fRQS8CSWsWNPMXtLbsjojnggf858VyXQ3SkyPLPAQjofPrgIvSiG98
Z4Bj+BSycy3wkiCEtKtqM+fubO8wsGLKDE0QXWzQt2pfrTFWQxII0Ph5duT8tKsdvg+6HR7gaYHI
m6gZ3wzvcc1bHtQXzDCI3ZoBl5SsXTgLsZTFdepdT+yXPvM4SjKN0j5H3H22fG6cLW1h+kpCePsV
Fbb3u7RdeVkX/ADQZZ6C0cP0+Euxm/vqspfCllJ7ZO2L0FC+VY6gjI7brPV2HMj/Rq+YIb7hF2S3
RTKxPvJW6/9QPBL/3zcwUcfSboMjAwBBCo2ycCNZfYMOkbRIuc071/E/Y9aoYSszv3E2XhPny9E1
qzOepqpszo0vinyTWU3oHeG+Vb3JiBokPkKJtf/wacOwT8jJ4d1JN6gRLyGY65GC8OAnU9jMd2x5
RXy2WZH6+xEJ8pOavTogiaAuuM8jZttdJIjkS6Qcl3t3ukEwtpzicDv1nsc/YoVN+bdY8bEcAMZ5
zKPStvQzmUSe2nipjC+5Zd0AtzSQV58+xR+BiETwfy/Ci8ij7C+bQLwm4ZRWwYmotqa6tBVo9rNd
dFZxalZdrNsURT8C16axgYiwuYRStuWjLidpJ8A06m8dx9BOXtPAIk42DYQ7k9ljvi1xmz9gAsWu
yFrpYdYOpvkOjyXce8jg4SStUw9IUoeQYMq+rL1569hz6XNpUla6afthvHPSvvh2IuOpzzCf7X8z
vFAjt6Lu0maH9yh/iIC3qsOklhhVHwUI8cZwUF8RY7jOf7xPdXqpc+U8cE7mHM7Kn8yd4kDA0Fjx
99l3FdCaey4JopInH07wOuVm/BeiRvoW7JLPhmxFbzevsv+I+iIbd7lnmum5QfC9zbHd4trvaF1s
oiGMz5RlZkeh6gnWM9P5rnDICt6GKKqzvZt6UX0Cc206WrdjTl9+fz0zbk3l2xD3wlyrspCXkGdn
gbfqwBrSkdqLwwAITGBUVVYbG0U9njwC4f/Y0034iBI9fmsifLxJMIXd32zMvRsHLSkdUwE1eJsY
FrlIPL/M/qkGSgb1BNgnfRrQFVsulflFyYD3q5DYMROLc02fUpmOHz7z6mNmV4rpwXOmb9/W0+ss
Kd9gyBzcfYxF66/URV9vEY9ZR9H05b9IGxby0m1MApvlkKGOdNnd5pDY4z71ilxtKW8WHyie1D/L
l/2FJ6LjRsxl+Fy3hUgvDsUHF2JNZveURaRx71HOYokkJmh4Jg25XbcY9zCktOSJpBe2JyQ3YQ3h
nywQD32inWBw2YOU/wkpF+dHm8eeK7AM6z/ASP14lyHPq/YBRaMjcY+i+WVw912KCmJHcEs5pM7j
doi8o2YDwkbXdwpLiDNnzkbKm1pNFdKu70ifG6d9GRsXBrep1FMNCwk0ZMsIWf+c+ut9IxmhmWeG
wD01nRMrphanTPeLD1Cxm0Lb2ZPZFbEXw0EgjkvrblNi96W1szQLLs/FsU7TxICymwz0VCLAR1AU
UFhB0MQ4KbYtkpL0xYw3QbjjcNuQJN2HyKlSbGDoM+WVUlm4LFfOmiiaaaQpraahc08u98pdW5H7
khA5p/9OU1+9pn2z1OdqaZZrX6bDA3MwZKXrOQuyyd7r7lJ0o1isrbRnCHet4erg9HfwVfnjpW9U
vP7B/b8+hMK0Oau/g3KaYVYDuK0RRnJeiec5JAhpbwUrWcB8KlFIxAun0FlG3PYH39TVtLegGrls
EdLJHTkG9ZXOX15arj7vmV3Za45pS6oJGVxd86GrNLysNsd9wmBb/+lcWd+PxC6rbValZs8WFmFk
A+Q5MeiiYCqVIkmf9rJo7zOGByy4KoC2DsNu/W6Vh2qiXf1ua4o0fSDQxGR3QIV+Lje6FjF/Vjf+
scrMP7eYvPlUodAOc7V4465HRDgkCrgUYL4InfrbmSgYuAwSw9uYWIU3q/eKiJX/6s5FPWYZe3bw
tBN5P42ePyeNclW4Z6Rj+JGECJQJ2YQddFm5oEuEoLezXT2m4qLs4GYVwugnEdRbLjKEm+pxU87I
zvHAOR4orSFpMNHtvPjb8AbDAMx4Kf45fOpr0qFEMg/Wglbk2pZh8NWa1kWjz4Cgd6s3x+KdG66N
zjPFeyvUOYdvks9KYw+bAws9hC/Xc1DCxzSJNY3G2rcdE+HWiI4TvEHTuRF4+7NNjHwR+zB342Yu
ovEBvDzmxeqY6/a6xKd6SzCf3QtyKsrFAQc6JIeF1N9pMJjsDeVo3u99nqN0Y1RHulAEu4W5vxw0
zlsMhPnjkDrtMzKiET8su2C0Iasj/s+bhqg8hSofv+t5ye+HaAwI9Wlr/2q5vu/8K8lBQh2do1RJ
WtiNYXsb2lkK8hLjoR6XYCIxYLq5yJYseAoEVQBc6lYLEOoMff9Ul7jn+WENtrEomIt+FxWd95ze
rLBM3MKrd+ywHu7kHmkGDqZciSfEFUjjRpGph5vv6DTXSD2AVmoQjlrn2Ju6uOh6Vu8mLA6MTfga
3GB5CVryUf8uGQ6wcYyj+nFRXt6c8jTXzc9kgfonWCgg9xU8dX9Enxveo2c3MGOdg7chBlYDBkpj
3vwa6eAT7D+DjXYGcn8CAnnedYh7JHEXf3kFC/ee9KDnrwIW9DNI19Z9cEu5EmbDBgw40zY1U0BY
/dpZtvwIOJw0MevQv5T8QjdUBPZ3W+a4E9nFCvHRqzB13ISKlohXU/LXjlBmbR1DlBrlI9pnToK+
Je54I4nMgJEAydjZGeVBOaJds8c5JM7ZGtiFOnBm6PzMUXJrhEPEHOwcdITcmsJdv9AUjeuWAuYo
OpclEOTG8/R86Wrur13plFlHOJWj3Jeg6nJ9jpp0+KdgPvBCEajy5+ZoLYhSKOYHTkTmrbDgct7r
vAZ21j3bOmkb6Cx2qK3y+m9utZy5g5A6Psl+sp/yhdjFo817kyXZUo4P1hAvwyYmeoElw++Z/PtO
D+OGvR7rKJzAhHXTJnwYrb9qfuycyMGkjkvf7NyGriqivDN8YfwlKfCXE2R3BtHXZwihASlQ5CSP
eybM421GVkqxkaWcHxWNAe9Wvaz9q3F5QnhKeeNRhbb18MYCL4f3MECajgV2NW8WMT3vQD03736X
q8c0K/lroEmHO5I5Okp0qCprk7gx/gu5hGQQTIVcuRVY7tFDYjyINrEU0TW2jcYAPqP2HeENCtXf
eaEbodSwM/PopmGg9zYZFe+UUQb/+Lhd/+ilq2Bh7/Gt7oUu5+CIxFaebdpH1cbtfRvQDHCAYCiD
2nezUjMPAc7aG93H1cw6PKqIf3YJgiW6dGqZ7lSWdf15KtIQBi0iJmYDiBQBjYA8YIHlPwEigqNX
e3wAuIRGuqeKDRaQARdXKdZpywRLdEe+OLxty5il3rbscwS6g86QAAClMrK2xCajFSAvzd7N+IEO
qC26YGdh5WMoAOUTWwyWTp2sjYeZ3FWOeOr6FCc2R6Ta4X3Nrc0woFHYFP26OviIIqmP0xRwvshK
ZfK/mt3KkLlD5WwyLlP7mS9rrI5o+7wgEabLXotgzN5GTPBwl35s/F1WNPofUBWfV5SX/WdfCQE7
hKkkTPAR6TtoeVgBoxeCuBx3zqMD3sLuv3Igppowj2hJk6Fo8H2kOEWX/aDG6WmlYzZNRINil8yT
unwhVWa1D8SzY0hLA76Gc5WOzlRxrolbvDHpcxW6JMs/R7iD23NRhUQQNEzz/YGtXb4sPcf7JkPD
ZvgHgJJ3IVb+aV81hK4kUUEY3NbN4/RlqIW0r7aqgxNqgKHYkLOT7UlgLqvj0uSmuCC640LrUbKK
c0yorUpgzgz+jJj8QERJwQE2Uus7m4A1exPpUb32kxe/2piovb3mxbmZ3pV1GNqiyw48nrdTfrA0
p/TQlntY3QH10OyE731QIzPsZwsB0+jxTsaD4x2mbkCvURVOHR1G1Q/BdsJSur/RtfhcsJ/eEEoP
KBSDo2j3s5miZ0srRB+F15hqG6PV/1xI7gq3FVrhZ5TosE0pjmOk6FQ36mRoHb8mECVHwzxrjafH
gimJEZliy2L8KljUZh8FIfaimVy2m5gw7+xOJoY4tu+RO/VtVitZAwiQnO468bMe7BX/xI7wDCvj
51b9ccEyZV2AaN1gM+NCn5Dmlv4pxaA6bKsmBzDl5JjiBPfa/8/gLioea+kAfHawU4kN15hepmVo
xH6oHDIRyMdxvZ8+9KKHqDN6go4nPQfNnOxbO8G9HIpNkcbDE1/eWEFmNOorpgf4o0XQE55DN5Xi
aMdiiRmbHae5c+dhDXjbfOcv9q7wDzd8ae8GFJ9su4Udf9nasl8IB2D77dUEzlGj7NUYF7/jrl+d
TU2czHBe08zODoDY8U8btG1+sl2REXwOCG9tJndo111HAdF8R+iEW2wZqJiDazXq91WnXp5oK1IY
mK3cRsAS+czsJRqM8WQHteH1iat63rsKE8G2zUD3d4FPqgd5exTvwv6nVvhCUgPmiyBDfbtfgRYB
9fzZO9lAwC1EjEfwmk+W4nmg8dvfkDdGzsE89zOlfsKLOEIQLD7JbpYefPQAzp0jE764EcZ28mB5
RbcSxojgPsea/5Gwkr65gdUUR9xkzhdkEcGcjGcTMZyD4+wWsDd7E0R9r+C5fMzD5ViSN5fjk+Eu
FyOFU/54y6BGOMzAF6L3bhIigJtfD3uXOoc+s9lG1lz9O9q+wluKX45Pk/cqZuknf2R4Y9jiW1IU
Nq5bbwlt+Sm6oJ8RrbUEomT5Wj+6MZWQh5kpmCccXKB+JqNTgVWuHlhCybHwYVVozo/IY3vyJOsQ
QJH2kQYdduMEKV7jUPClTzYf9bXSUBMnBhOa09mm5vKMaEfcGqPHkuhRv8ojfL0RwQmYsqH/1rrj
JuewWNdLWA0NXpF6raIHrLOmeQCADj7DDkru1SIFJtot4Hb8QAtZF8EWa4s1yq3keghwqIKVDUXW
fcXIHs815q3lDpmbWA/uhG/4MEZaj1f41PQ6qKD8Eo3pi2dE4OgWeQYXIEqcxmwRnUuNiRhGP/zr
AvnLM465Qm77OmOiKPkCFQZPBylY1ytjnXMnFX/KhfrOYznM8lUoQ8TBqNSEjaDM8AlFUVFd+GDG
x7hXqthx/aj6S/bMPLveKtbuMPjFco+enOjxxdbBR14iL5x5v3ltM93nSGDDbL42N3UlCFT0LIin
wu7ruHLfgfZPUC4QCM9NFiC+wEdQDndl7M7hXlh1c1gFGxAeXdERScG3cbHtduw25KHFwW6U3hjt
R7JU0ev7pPVju5BDc5rcSH+S/tlCUbjwV8dmJhlyN/UsNkdJKMRukbFR19g3zYdfrOV7RGQgO5Cd
Lq/LKqW6c2bkdDvGmsjZZQ765W02r1m6NdGCCjMnkIl3I0OrBbJswxSxCMLvz5GDjLCmrDonPmi9
zAQIDQcVZ6W34fMrR7y92czDqnTzXFlyst6QF9O+G0u62u5COjHTHerjPIYzEyxJ9jQ11ZEdrtT3
vdX1j2J223E3mmksUCnI3N/ZxF9+lCizin3Yx2Y4QK7klNvGLFxz66DygCSpuQhXS467Ie7aO9dV
rUeOTLhWhz6dHd5iHxUve4dVD/9MPKO+an0yALGgx9FhRc6YJ+wTDvvkatcu4Y+lUe8zdxJyD9sy
dYJBqIE9A5OfcVl5sib2IhzaBEmrOz8yDzrthkxIgNyoVP7ZkQi8T6NWU3Fq+S6ACZC+tncoQadp
t6Jiui+jMfOvkynj8n6aixkyuuznA/LR4nuyrFBQ2iX50mxndU6gZ4Q9OUFze8F7y/9t8rGbH+B+
Q73vq7qPz7OFExDyYMIEDrVmsp1N3CdBWL0n/ljKH0BC1sBw/YcLYA+5ORLbaFBEuBX8+uZRs6gm
ikwjyAtcYSNB3pzMvvZtnE3klAWhv2vJ+eZIMExde7sFMyKxiGC+1bWmb9Qa/m+pNP7rqJbYjl2l
lnt8b/k3U0hb32zvZhtPM/q/21m+ZfWZYWXzOXtWWoLvIt4AERRauBKSrdE/5JUVXyxZEEgp894h
BAPI73CL9ZRvoz4baOUw1fBSTIq9zuRu+lR2tvqeDP5jkhwwFu5Ku6f6Na9XQA07ssmED0E7Y7Ic
HGK2Ig4NLiLsDX/yulPROc3U8Gdt1vWFEA3yF5jGfzBLKQ6fkH5jQhj6+Oj2qLcI61mXV1F2/k3M
sKAIDHi6nno3l0cqtbJH1iYIqMBgnD9Xfs+edEsdUxviwYhR8LRtySQyox2eWlPq76GbsEg6Gls9
ebQd3qUI9GE5CtwI7Z+2IoR2fysI++eXsxnODe/uAbdyai6zacpfEMVeIC6j98xHpmGIH8WD8huP
uKVA8lD68v5mDN5jVLvdjlA6FSfaTetDLOOMmqgaIOQ8S1nZkH6rA27r41RANdOWD2SVZdUDITUc
xWosmXIDF8h321WsjLcldkzPkYBY3AlnDdVO6JjMWr/BR5d4xMmiz8Tdbh4Ub9pfT8fmuwtVekfw
j0DVPBn0IH3b2bcceTYbZvugXHdrlNtP5EAjfdJx1T6hjoDi7vmajz1RYBD47Ih/Bfr3couMl2Bn
kmOJX1/T1i53VukGv3xZ2t40ZHDnJ6+YHdCalhjETepXpX/hqhuyA3lEXn7ARclXwP9yPEayqbiZ
fDfs71Ik0T20/JLyCPZN9J4zo+hjJoixtpvG+vFFWq7HtRkKZz/LYVU3N039hOIVLNabLPNPkBDk
ItMw629dE7N3T3yLdvf5KMx/BNnnP+wz80OBtPHJmxS2v6ay2z9lZLtvHHrxQzHU5iPGJznsMiuO
sMjXHm6tyXnPGCT/+Os6TUlGDoJhTVsl7ebkYJ9KVE0o4grhcZ2LxfTbkj0DV3sUofo37UAsc+ql
/rVCZm9xhMrhP/Zl2MtqKux/BRrNv+Pghp+iHemLsCVhRyzbmf9SOQPCKEWHL9dUGUwX8rECd1MB
TCjxCSVWpyelsmja1cBe3kZiXtZ7UC7rZU2L9a8jtNZbCqr9T2ByHnNKidiUCJ7Vjws5BkQYENgC
9Y0c6eplAOEJQ4zDqNTYxYPVocdMYpOpaRdbQQVyBhe07XURDRDqMBDIVZ3px1tk9Ui5b4rKmSuM
pKrU6xHOpTQub/xwmuUdWZzizYzMBdZYpRTJjjPQpYjg2SY/bKxNGrtx8BCtsU3qZu+LzwCfwxPq
nTzflMhRKSBtaJEnCysdjjAi2PibzoreaVIN7a3FDLgHzCSLaKhGwkYoeZrzfcONh24ALd4Gd5SW
Ozxh4Jh+TRTbM3J7gVeONBHcZ+0Acz3fqIgGkherRYW/aFod2xxyZAW3RIC+Yucq4ICT3ocbJDkM
8diZ+ELn4FLg2l37UBL4gDzHcg6VPdOvlAJAuqjD26D+MwREZ6Fp5mc/6aC/RefW/EZLp813VhCg
A3E32e2ZWUrdycnYBGzMU/uzBJa4c8BogPIhyO/d0mmHfbTEKKtLXlj3DphwlVvfbWNOXZcb+8Fe
kEzs1rqw6n1bDdE7uwG1bEITt5hALHGXFstKhF8ntSEshglw2tfRytidupHSN245K7b+hKNh60nn
RvNafvq2BEv1axqm9F/fZt7bk0RqD5e6I+AmIeSPjPyxg0VMPLmqYNdQGznBMQCdJHnh+W9T3ir4
hsgB25ddgYUcPqj9XoK1nklnLPtpW2B2HRPSyDqfHnon+KnR+F300ovfm7AoS+yRnYDTB/QhGUgX
vHmOkOwTCbvEL3adjeXjZEVDfin6NsDIh4mf11Fjeu2UktiidGYONbWvBIp6ccX+aa3rVwGkQ/id
0vZeZYHxgHQiD32gIUj5Pu3I0Ulob++r4xT6IFr40YROUmP5LwVxwd8mIBOZCJd4upaxTrON7/ac
sGnB+7v3c6QK+0r7i58sbqseSNuFv7fIZyE/dhbvQe/2X4YYchQ1DmPoIQpG8SNpM6oeuG3VA2Ym
qrv7VNjDztKpQChdYVDkD8gk+Ccp3edoMvKV+BP4KCLz9FvrdRR0Ygca/yOhq1PJSEHjj/aUSLfE
TkBkkHgWPZoqyJkOOG3Jsus8+RvzCpL+64wS1smbgruJARiPUj6E/9VE2I7kTZGdk1SsgmFCChOH
QFOJacJxr/HTxdCu57Vj3GD1mpkMyOYJvoMeiXcvtU43TpVyeyhXh/eozzG4oESK39GU50dHF6Tx
6HrCiix9Arl3fB9IQggsNwh25ii80Ww5agvb7crmKurW+U+hCWhPMYGRNRnlvfim2cNyN0vWuFhG
m8DIg0Ct/uBFc20OsZOu46bScJu7hSYdcUB1tzwE0TxgW5kze97Wpd/+q7Ks+EwRMr55QTwT9DZr
XqZv2gxFfSD7aeiToBaZQGwzDE8FfRHpUeqyLE5oHZipEdmZU+QpmxAp5OPvc1NE7xHR+swv4zgj
e6lHUqbtdfxX1C7T+mp61HuVx8qJINJ/XSMvBMwklgsbok/VChyMKfOrZdn+mxVXeIGt0qtubZ5g
3AMJBgFaiVoH6ImBnG5jAP3O6sU3K4di2+K0g+3sx34fjI3/OWRtgL3cWd3XYEVQSGNCJnYSnhql
BtkaDtyzx3bKO5T75I1itNgiRw4xXbb4AxMBIVrs7CUEZvJGIm+TrOZo3eZgYLuJfKaB0wamfjOG
iL4f0IEY8soggUi2FpggnGLDz4q7nRimsnrNSBpJibmeIR/RTsbjjrxdfAdpUM7QcWm01Ecu5CLb
Aod41dF1UdPtWmd0v8j+1cWxFTli7Dw07h1p9mO5HVDwc7p79EHwsFnuh62z4DVlt412bm2vFRIl
7G1bN0TLsUW1w5iKg1HdzdSl/KnRQ3wNSlsN1F/kvdX9MpKSgfcaeCJr7Q+y56vnaNQLfz4qr/uY
KApNj/KlrJZzJ4JbiQ4g/G/D2bqgeFN5RJji2IK5E4FNr0YYzW/1OMwf3YrY3YpkiQS5X8eLLmYw
ZtcTBVm46LvfKnR4zmWmgwBfGDPWLVYAm9WBTib9aI8OD8iEpO51af/H2Zk0y4lr+/6rnLjjIh4g
QHDjvjfIJLvduLa7cjMhyi6bvu/59PeH38RJEknsOlGj44itlJCWltb6NyLHrjBnlcAMQV9GpLEH
T4W2OBQMCySncgRghK5Ugwnie+TnfP2radXUzHusv94ERPHvhubr49GKEKd+VmCXUCseHTsivKLw
TjEwFfaLkQTQD1oIHOVh0gNolVEwitH1gWBeuFHaBEHSHOR0rRjmuzY1W26yhMupgEPa7kK9VGLy
Sat6sLrQcdwoCyRJCgox4iCHpvs6yVH8pQVjprs1XVk8urrSZlv7GNq5rPRI9TiDVCOAHaWPo6kK
lSKL4zVfgh769hP5yvgAf1lvjpWgpu8TEqDY075HDxw6b/4C9pMnKq3b4GOHVyiI79YXkUs7yKYw
71HzcHlSxZ8V9D7KPZKVozwW9Hg/Z0FtDYjPKMPDHyUPE15DdJlkYnLLqDlCHV1VImL+Rxk4fV9m
CU40tkjVpwofkW9CCyKqwKlK76Tz4CYgzV2K734D6RQaGvA1dAp6/11h0tHB1SWi3JelaDRQhlEb
gC4tuoBfKY239ktZBVn7TCtbJ4fPK9/7oLWDOrl6OBkXuEZhCtOmDLLdH04vxJiR27lga6JH+goO
uuFs9fj4h1ZQsSgoELqB9Kx/6NU1HzMRhXMCBQxLhZn86Y9pgsyodgL2r1XrHmmtClhRAd1KLaRI
reMfkCcbR5VecsgtPRB7lcvzQY0x4TlHYJjHDVuoFT8jffZV469IFaGK2XPoN2csTfURdxFFsweT
NKI0ZQJyOQ59M4jz0PrJ0wTG7uvoxePFpnDg/td//s//+5/vw3/7P/KX/28J+p+sTV/ykMrX//2v
NYshg943ybxhqI628DrsyWkksY6nD+wOoEtI0lLOcx7vj7Jmm4RUngGoEYSJYy8sAP1orLAM4vWk
6DRXUWH8qbRN9YZ3xvBwf6TZQ+vK+JQ4AercUAVvH5MFvV7MPgr8HE0tLGUrJXzsp1Y/cZn2e0PB
F8JMxd+V1SNwjsHGY2223+8PPk9jMfj8DTVpYPVq0ZW+HrwMOj+Gh493RFZFl0IN8atEquNY+w0M
QaML0OCJk8P9QW/Wlq4fnT+GUwHU6c7iC05j0TeBCeptqtviL1UgjJ0VpfIncvjhaz0VmZhjGsIW
6PvgX7b4jDTLhgZ/AwhmRVEfM+lkLlTVxh08XJVeOytDo6aimdJAmdBSFyZfhqd3BRr4iE1K633l
RMnzIMqfRtqlb14/EG9JAxd6jWVUF6ZsiWaZAJtQC0Ant94NVAT+1ImqR3rgsDPvj3VjAMdkDBsT
SAefPRuq7vX+gGGL4UrqGHuJ2iha0qO+i0VOwwKU8A5DjO61h3sez5k/F3FFhyt3PV5UND5CZ4xX
gcY/ofmoHIx2St++elb4euoOTQqV0oax+FRp6U/c5jYJJ3Zkey+PnCOEUZRxGxXxE9FbG76Itxse
aW0Jt9fRJR2h5RHXFHiwqQoGL1Hbeq+bFs3cEnkio7env149NdiVusl+l6yhsfhg3VwaSEPsJqYs
sT5GRUvDQRbGzwaBwhN41eC1cVIaOJ+D5aM8wAHT56n/dhUo+AFwQYKiUxDjPU9+TkYOhGrP7b3l
x7iyimwLLOyQaDJgxyy+GhoHzUxcQHAGHdAzhi6cAKoze7hr7YbB5PpQKNHO/zns/OtZ6R7MFDhE
81k2yp2ih+rFA0BYKZGxEaBWDpggZhALgdoS/Rffq9ABGQ4BU6nAMcDQ5YHd+0N0CswexbWpjF4f
pRjPUQ3LMh2WchF78frok85hK2a4IJ+GXviugWfYqamjn/d34uoa6o5AasRWJRf29RpC8sc7R0IM
jyva8lPre4cqx6A+Gvzq30xKQKdUWULLFIuhfFJ6QwsHolSvo5OHUsDF9KBdIPwgN1wjb29r/J2R
9aSvBkART9vrWQElB3TjISmMFk4GmLlHNefok4/TkMcu9GdfVcD1Gl2hCzKBS34YHcGD918sra3a
jqHZtrCXBu05j/esGtB50D2lxAMJtjnFyuqs2n20EZB//a3rDAH+soqJhaXS/dW1RXqi+mmT0xAT
+2zKgs9KRQdn1wxYGxWgzP5UgyR+CavKeKQ5Vj9hhqf+yZU7HWi12xegOPLHGBfdD2DZmc37HmwW
3f34HIUaxV0F+svGhTWfzHs/d/F9FAWYamzZYh/Tr/CzgA6sN2B9gNHFAbl2dZ+OTYjWMEIh97/J
r7zz3sj69c5AGQWKS8/INeKNAB5QlkvtPy0KZ/tSs7pHZ4YEUCT46VWielLDNDiXrbfxK9YOHcGf
72XNgcue//23cAx5yIgE6B6YfmhLeiEa4zVw/wsi4eXGUPOhupkvAgqccGDAlrU4dJRcohbqnrH3
mq8mGM0TTZmMti46sgUiQvdXd20wMRuLgvSA/qAvch6niBtj1r+l7Zj52j7XjOJJkVF1MvshoRZv
wDrbmJ+2tpY2lQIyEt2S+tLN2IFjTRaBBycCLjXavngRgMD2ioskXb+MuH0BRtGtI3KB/UvBTUGH
C0+AA6WR6KOiO9bjCOq7dOHPqMeSYvnp/prMV8PiA0Aq1pBPsan1cYVcf+tsXv4cCS1QcRAr7RK8
vUHr7XB/lJVV4FpySGi5oHRVXWxrbxroviJ7sK9HFUldA4EUaeo7uPfj8f5IK6GV8K1xseusuLAW
ezfpRQfajtyP7lB1mYLMuxR0d/aUUeYWhJWduloL0IJ0lCecQ6rXB1USamKdRc2bqLrYYukA8zPs
A3PvKLnytrFUuBXqWORPUK6Tz/enurKdTSyODV4KbCxt+YAGIQkHuGQsgMKzC4DAp5Y6HWjqqYRY
hvXZxtqufEWLm5FPiEG3STfveq9gooOYp0lJH9Ba/VD2Mdp/RWM/VbrtbAw1/6nFtmQoR9NJa3g5
Ly2ccempMQbyuIwTSQsoqcMWidIwQAQcU7VDb6j6M85YykaEWJ2hrduWCebGNLX5tPwW+QBxVhHq
TCiiQbo4UucERVKgiQ6rIz+/+uvRmUCPnDNsS+RGr4eyFLTkoZeS5E6e+t4oi4i+AbjjM6zK2AGH
15X6RjBanZ1j8arkztekvZidKRqNGMiGUX2/KQ8KomLPKJuYkRtCLX/9c4VV5BNatqULMuDr+TU8
nFCDYylRVrFAGpHnSPy6D1UBvPP+Uq7Ni8hlO7qBHawUi3nFyGjn4I/NPYQzE4Mh1IeVBI/aFvDh
xgZZu6DnE8DjgZIOXM/FtODqq1bbMi1MnqS/L+y8M4EJyPyMsL6ChnGA5HDSO1nPO23sf1RV2V3w
8qkeplYjOX/9zC3uMprnBFXTXISbOsEVSvboZGK6K88tDKjj4NQf2x5S7L8YyXHQwwLfw20xB6Pf
TgavNwxK+QVkizqGAtDDkDrSwb3iiLexxmtnX87vM1zV6Pvai8uiHiogWjVwigK47wU9RrpsuFe5
FT2cB4SjlQvURPtfHEfeF/BvidzUKMT1/HyJzuOIcDaI4sSHaQsMIw0s7ctopOdicryNF+/qHGkf
SYMUCz3LxYfL4TjY+ohukxfm7VsZGtEeD57pjKJG/ARLEMsJtApf/0wkdosZWqWR1lmLOU5I0IGv
Q7o9AauqHWbSKDjBRupvHMb+ZoZB+OX+rlmbpi1t9iY71CLaXa8qSmiGN6DjsbdGs/44TAiNVzlw
1ghH0r/6wE6e2l4Z/7k/6Fo4oK6MoqjDc84wF+FArTJZGj1KCVBhBjcflXFvJQoEAbrFp1cPRd2T
mgxVwbkItFhRXLZnphm9A+i/mhtQrXyirBwfk9LrNm7ElVlRJofmpErejOQ410vZQl+ClFWjFOuo
6jEGWUkvJLGQv7Z/3p/U/JcWdy80PzYl+RPVGHXx0QbV8+q40Oq9AFbypsK0eoDrmeHReX+ceY/f
jCN4BEOVU5nSIpTassziCGlb8C6Vc+as5CdrqC18xwWCU5MlP4oOzELBdYgJgoy/3R9+jljL4aVq
ASyhUWZRFLpeULvKWtOXghOvmv176anTO1DdSJbaXXYsx0zZqLiunAWJ1ykVcmpcwl5G0BZsogxi
Wor25MM8SnP5I1drfx/S3kfAZLanBAL57tWTJGYj/yKEUFUeEteTRPoY0X6w2vvOQZwuRyXiT4vu
9BE9SDRNeFFufNNfq7ZYVS5F9qctTM6gXARvJ+lH2qQ1wmptHH8zg1R+n0P8N1VC6YQ7VaHPrgVD
AIVpgvQBmsv/kFKBtNz7E79dbVNaDhmFIMvCWXxxXCBzIN8UUihVLUV/i2li8pOWBA6oEBAekUow
5W6EYGPs7g97u6lMyTFl/tBCEG2YT/Fv16SFvnBoY6qEfyGOY3E2S5lgM3mBz/KDTRhuzHJ1OM2e
e0yO5nBpXg+HZKEGdQmQ06wB+AEcj3GpEnjxgzJAyg5yZOZePb95RfH5ggSvMcfrAW1rViXO+xr6
j0JbMhJp835qDesSmV6PgWbebMxw5Tti6MaYknuEtHVxUYqyC1NclqB+Oml9DkWBej3WDq7iefE5
CBTvMimK/uf9Wc6R53oTU9MnnvPE4RXH8+p6lhRoc9pIHFU8PUA3VQMmgzEZj9SK4h8rKMt/oqbG
PwCS0cb5uY3y88gWmQHvcQv41fXIBspCY1WaXJjolx5oPctLJWz9CZ2ffKNluLJ3qOBqgqocpVyC
4PVQiqdHRWAYQBwKNBurYZwOcKsBO0/F+9zDyfv+mq7OjC9IXQl0nWEubpU4lYEyhUBPoDhnx5wM
Epi/pxyRzkk2FnHt82kUeBzLoe2kysUmjfQBjkc668dMEAC7SvEPBro7KHyLv2j86icEjWabhEHZ
yOrmoHK9b8ivGNJ2SCNZ0cVmjfsRZ6K0aqCAUF9ScCk6hhQ+No7E7Yfj/UH5mH1JqLk5g52GJgnE
72Zf1xGSOpACXERoiiNKnSgO4QyzsZzavBOW05Lz44zOk052vDgOlVogktyIhqZTabyJEl6QQZRh
amaIMsS1xatOalFDFrDU9FyWKVKlodMcms4XyHr05bOKqNrH+9vp9htb6PfplPLoPHODLLYTyGsf
Ch7fuE4T1CE6guxnP26GEzpB1qemgYl5jgbYhS44bkCW90df+QQO70yyPv4Hb2MR5h1pDfBySxr7
9fTVR/6Yxgsm0yOUJkLg8f5gt3kSUUijTcu5MYW+bD/PprgIIuJOoQLtPmPIhciOnPqzl2KZS2FN
XnI/RUyybZroYAJFeH09WHKIGJ9fYSHIvjhPCSVSFYGndm/H0T88iOpnHNo9hGRj4+39qd4eIEYi
IYNCyt3NfK9jUltizReb4G30IYNxXAbNKaTdubGhV0YhA+OBOacG9CQWX69UHGS0VY8FnRxov5j/
PCg6Uqn353Ib8ORcgpxnA72F7XI9lxzNWpSkB+RZZzmvMRDdxdKiz6KfptO/GMkiwxO87KiaLTLZ
DtEy2Cs9xq6AkfEz9eVDivgweh8iudwfamUvUjvnEaKhUk1nffmBAhtbGmvWjsH3sYYl0ZpHY9D7
Z02nXr9LRR1/SEd4e7Xsyk91b72+koz6HJAhHYCCRadzce4R6KW+kwKjwrwwe6IdPh3yHl3KWB2M
w/25rn3AX6AF59fnWzYE0YDpWtnqPXI8JTSpGDIZ3PfoBbXDrc7EvGzXERZ3XGY0A1lUBKUXO9L2
MKnSRtiWpZjEe/Tuik+FYumfdAV8765rbMdN8yx/9XXFqCDXeFBq1M6WHxO5nmFIfKPbD0ApHzFW
Klytd8x/cQ4wuKMOOOMJaORen4N+xBhaNZBoh3GILugk0GoVU7XHy+/1RSqmwnuS+EFjlYrg9VCa
DmMZkDWwJ4lliUSk9YATnrnzBXIsr98ccy1lBhHQATcXZ06vakyBOtHtS68eT5ODMnZAo/iYdMO3
+yOtRSsacVwzM7yK5vT1pKxGpM6U4LZRVkV7aSpeyJkN0v/+KGubnQtVmHBrUcU0F9GqEB6lvwju
ZWljG4IqP1LQlVmepybvNi7Pm6GYBFk1L2FMvkCYLLKkCZ2l2mrxdlXNTp6wRxnPZd9SY4CFdLg/
q5tzNQ/FylkUScl0jcXNpWDkDa8IuaM4S/0z8GcfCaImeMGTrf7idAaU1AjHjnxjhivDWmS52AvR
ReCaWUZJWtnsgwIvTK4AsurmM7aJ2ilJY/0Hkqt2jgiUWb72nPFg+H3QxeY3kcJJ/WCY0LLLIafp
GOygytEcx7DvzveXdeUL0slzmKEAQqPeQJFCnkA6mgn7AuHNBxDLKHNK/NwAgBsb5+wmz5tnBXSS
di1rCWDievd7gEtCMcSzMWcyYM2GtKshEOABvqCcik63vpKHxe8HWW8cu5ubbjHwYuug6QKs3gim
fdNo/ZF3IOpFoQlVU5ui4gG19cBFyQsGPubDTzSW040DubqHuAw4+HRQqExfTxyRvampHKxO1AAT
ql2oImvp+kGSPXlIBERQNEqUQUYkLjau+PWBhYnuFF00Ms7rgSupIcGK0xZdvrj7C9WP8m8dG6IT
VBjplqqcTjEmkK8/qHOPnGog1x9AsMVq94XiaJmXz7MFxL+nZFWnT22TZf33qcuUly6oI4UKbl59
v7+Vb6IrsCJewVRvKaAI4HXXs7XyyShHFHD2yC8oE2ySFlQ8jsXyw+vHIekUpJsOYNJl743rQi/t
Cv60RRlqdtQZK+8xCOCtbHy+tQkRWqlccOQwYFxMKGwmaSRerM6ayJi35vgvTHW31Z9diQDy91EW
xzKI0WhH+EPdIwfSnKTloeIeOLMKkXx1SYQvRLJOjwRyJg2axXWBjlSZdoEO6MbK9S+BMmpv9VbS
7QJP5N7/SCtbX5LU4lpvzb3nJY4OoxzbyRJP3aP4htoempWogvfjpepU++zjrLvrEGff+GArEY58
xbJoH2iIb1qLTEKVgVQw2dKQmEur71Re/kYRcXrTExMeoeBnrjnN3nKORFT+/nTXPqI1V7ioJlDv
X24VzO78Jo3ZJW1qjSdo6RgxRrD8dLR2Ni6ntV1J1g7sjcqIdQOWdej1VL6JRAgF8PyUq3npSooK
GzFzjhJXaTRbhWIhED4Je9Fedg6lgeRnOeHiBrx6RD1SlpfZ7/ZYznaXfTnqGw21tQWcKyIzuFPy
Ol7EaGfAMg6bL31fmVl6yIN2POL8NZ7gNW7VQVeHkgQQlXTd5Dl5HafUEiYUzSZ9X0JKPBAtESbE
oAzdSbkFkV1dRW4/6oqUBmlVXA8Vh6D1U5no+xpPzAskBuNS4J7yMMBc/LM3hX+6vw3XTh2fjMio
k6nR3roeD+eEqGkspiZE9SOGrngOG1hzMQ65boNhBObVU74x5tocefL8KptTU1lCBgoA7342EPZH
p1H3k1bGkTuWfZrBoceHERHq7On+LG87I2xOh6sN9AzBBb7s9TTN3MIQYHQIzJHThrsk/CV5PTja
MUY+GeE6VMOIc/YxDEzU6OAbakcvV6GZ3f8ha/GGefOEB/ZFk2YRT2Op4RMVhODfIlt/UTBkUcFo
WP2Jclr/PcsbE+oSsvRdXYktONzt2Jx/AixGfpTzqSVdr0Gh+NbQjR52XXlUuq1hDDE6eTvdOcJN
qt3SCPpDk9bK4f6Ub6MPw5oae9mYMVnLhy6Efepa88WOt7pxkGPkPcdo353vj3J7ROcBQHvzkuam
UJeTi+1pxEhuAEvrmQQeHzMt5F6OQ1F+evVI0iAKzG9qcrRlMoEvOkW6QeqwE4V+cOIpOPW2U560
qbc2JnV7OGmkz8Bd2wKMcQMy863QVLI6BJrvIKsushz1cFVBliqzvSOAWAWpgXoLqHR7Ouk7Awrl
vctjlDbI9TZpJWTu1gTEB3czPBsl3rYVNnPnoYF5W4fgiF+7nnM5iec870R6Tcv1zLo4rvGfQiYr
mFq4vkNFZMh5eDyl4Gs2NuPtGbgebN5Gv7UIi9YL+n5GEMmqQYjartGK8FvhqpPZY9ULb1/mhPgU
V++Nes9KCNKBfSGmAPZ8TnQWkTZXzcb06X3ScY/kMzaG3V4JjM+ZYuJWVCB7ijAp9rEDEqZlheOx
merdRhi8/bQWFyaEqpldQgCY99tvs89Dxw4aVRvdsVKcB6Uf/dOYSO8cp+WEwtC4ldLdHkrGow8N
jYUBqcBcj5cg4YgEkDPipKM7z1ScB8zQAuH6RrtVbLj9sFIlyOiabvEshohxPRRqMsOEVkbvmkXV
oWrY1c3H0EGzXWubuIUyPJhfMV6pHn3c2Dc21e2yMjYfFWSzQWVlSbFKRg091SHvXRur8OceBs05
oyCL7pVenwJVazcy5dtlnfNGGsGkPzYYRnE9VxxzBsUKZY8hYknwdqJhh5wGRqdq9fn+2fzV8rxO
6uQMcOXqpLU297yuh0qCyqFi748u1rHINPYpeKJdZWCVCtRPtH91aGa9WCjt/Akqd0TrP6I5spsF
ovEowGB31yeptdE7vb1QpE4AVkma56tsiQJEPKpVgRGjouKpmA4i5xPsRZ+NP+/Pfb6KF1OHx2XO
iQolgJs4CE8c1y3NQF3Br1EQguqu7gH9lOFJw3cUbJoA4ABTynaR62zELh3Rzbv/E1Y+NEWXeXSK
dYhBzJv+t/NqOB7asbHNpjbV+IkUoTmrlak+AJgXGw+h1aHop0HBIeaD/L0eqo4EWUit9a4+KQ1e
aFmgGfugrlF8lqJvNx4/K8GQYjEPLgESbn7vLWYWdHwJFckSlJB6Jdu3ugZfGk2dBwFldd81Grx1
MYYnWML2m3qq/Bd/0rb4nmtfGBorHSIbGDeMoOWc0RDUtXzAX0jTnkZd4BMTUrnL0gm9QtxgUbrU
FTdJ4PeTxbQf7n/d1eE5VwQPk/28fPAaSe0FMYHD1bTYRINSo6Ecd9Ci7cgc0EsEHw/IukXlocAm
VpGvxlvbfAMayzMpaH4dLr5BYwHtaIdqcP0uLb4VOBaehNeau74t240juxIhuXjYy3BCqYosSS2+
1tqNPvUDMikxUho4KJ/7AZA3Ujchqjd6c7q/tGu7GeARnVs6mRrJ0/WXjTDFjA3J9io7Z/hgMYAL
w7F5jIpwC8mxFo3m4sicLoH1Wu7kplUxjgzBOsai0PNLkNnILWGEhvHA/TnNoXYRj6hRcG/DeYVh
u6S8ymTsCj/nhstLYT9ijmoevBwZorxtpveNieg1clvO4f6gKwvJxT3XY2Zkhf4LnfBbBELnVPZ+
jKCe5Rc9JmJ4BbmFmE2Cqhrxr42w8AsRt5wjPXbgRrBIZv7B9XcbAR6nmTpi2Qz6uNfQO88cDP+m
TJXHqey06dB7YZOju5yO3xBlMNGWR24Vwd9ylqPpqZD2u0aNkAONcbV4Az67GU/0RDX/2LdIyU9o
bXxtVYnBLNJtfCNsY6zpraL5irczK7+zDyi1D81DpIf5MxP3E5SZ9VdzRtkrgnyH9MiB6aAvyk5Z
kFeJNFtE+VDFfK/m/YPfI7eIh5Z8SAysFF79FaHD8doEJGtSMJm/8m9fEWG/rk6SxOCJ2zqf7Ub6
TzkCBV+E3k0bae7KhoFBb8MYBUwAfWQxVN2X6CwFreGWIrXfIxOTPjaqmZ2tAaHD+7NaORBzI4uq
jEVycpPNtnUAn6xlKBrhwyPJte1qzRQ8RAkNOniX+pOO+dHG/FYiGcklfU5WkhaasfhyYtIr6SFJ
5qaZlb0NZXjBxoIkrOpBxjfNFsZwbY6/D7c4EFkyP6mpa7gTflfOubF9BNfUCbPEnVNzVXV0SHGi
MQr1cH9x174jEploBvD6pES6yDFDpFORG6TI24+D+iWmWvO5VP3yYxKn08v9oeZ7ZnHo6bDwQjCA
VYHqWcyx1lA98WnRueU4qQeKiJh5t+InJjuYeA2Kvs8xgPlZ1jQo7g+8srgMLIFu8jE1SDnXx8KM
0NHqvFpz40aiw9PrygdQUz/zVu3eDA24SmvUso11Xdk/DoUfKr703Ylxi8n2doF0smTMzqtsLgoE
Sp5TQIDRrtZxacpGWx7vz3LlS0ITV2fACN0WCrTXs6yRBXPaCQHTHi2kL5ra1G9GI8LCl1bexvty
bUFnEjdfkyBOmet6KCWBHpYi+YDsaKOiDtpUvd28lU0m6YM0ur7XK9t+6QvYQq+fI9RGIdBgIpMy
51X/LcCFJaUfQRLpVp6HhVCDSuqHMlEq5NWctNpIZtYWlM1KQXHOlokE14NVUm/ikOa6m2We/Unk
Y46xRIhphGWH40aOuHY2zPk6BKEPWGSJuImx72uwgNFc6XhVjQ+c1j12iW2i1sVDlHLMHAloeukH
VAHaDdD8SoLqAPgh16A6zOiLBJHYOkVlZWBtYBZKdxll4p+lh9b8vhx9cGJNohvvUk9YH9LObH9m
NfWp+991bfpUKmcUPZ1Jfsj1UuMLKs2+LoVrxSky7UltRsPJyBPz7ySu1IuJ6fghAPnn1iOPtI3B
16ZPvQa008wovcEvCH1oh9zqBWJhQZYcRin8ErFLvXwfO0BpjdyLHzEMsFyeq90BKvwW3mtto/G8
RYFhVhXiMr2efUzXvVJQHQLRKTKEcBt1FxaOcVaQ5/gXQQKG8IyeJz+4SdADLY4CiV65m/YBeo6B
3Z5SPF4vaYHTyf1vuhYBGQLQEw94MsvF8dH9TEPmLBIufvXC3/eUT35kPZDkHd4u/WOHXfPrh0Rq
gfNDjRFcMto01wvpm3mBVlg1EZf67qWFM3nAtxPzGv7f4e/CQ7fs/hxvA6GNrhXqErNO0izxcz0g
AuOVhVDg5CaaHn0Gr4HKladou1jFzinFL3GHDPOwEX1/3R3XFylkY0EXZxZ7oDSyOC2DruIBHXcj
CqC+mrtDN2iPvWF6f/ewyt8n3hg8NX6NIvZYZNa5SaP+Ocbx+DR2jvrP/QW43bpkgaQN9PShu930
VTtUThGJUKj8YQbwQYVG/C0DL/hcZGX26f5Qt8eULHAGM3Gl8ipapg+6oDccVdHktqhtH4ZUdw4B
frWHIq3ND47Xpge1D6sdt6s81+ngHe4Pf7ud5ySUCEGHlVxpCTv3YUpblMNQxUBEMUO1IUYiLwLV
QHKmV+VT1znVxode2V2amJETlMFAoduL286GJd1hWDi62kzL6BKrOohWcQ7YtEzf8EAqT7Eu396f
5m0kRsGZKr3NLUumuSwdY1KmDW2JRGFVh+HHJNVfas/O3xEJlbPWB2iO8vh3bZLhjXCxtpMIfmCF
QWHzBl1M1k8x7XSCWMV6Ff2jZtD9RyUB2x83sb9xsd9i7W2bzAVoBX4/7KRlYbVu2irpTQwuBKBQ
ALV9hMJ8jJGgXXn5GzZPv0uwmHUjvR8uUvPHdyF51wfkVvFCbZL4WS+lf76/8Gsfm6Yl1XpgWGQA
i0ONu1iEmQGhJJwgG2AKagNGx7jJ33vYW2CuhNDwJXNMdN/uD7z2xUmlqNbAlwNBrV/HsCjHzCsa
+smti6J/wjBI/wu31uRi1yL9Zxwq9ZgjeHDUYqPf2N9rR4rwBUJc531Mift6ZC1HH8sr0U2m3t+8
GWotZ66a8gldrOahCnxvI4KsbTEOMWfKBItL5+t6vBSgbi9D7Cmhj7bHAVXqPakfRhGDnW9cDPPX
WoRoYhWrScedeLWs6OYpRryzQyYSuUPzlgaFgeB803989aejXjO/qahLkQ8vzkyJCOBo19GIe2c6
lHv8CuWlzBDM0ZS4OCK5SRWpDhvcRWF5KBv7ZmXDkqnB/iVH5mm1xAFTzi27mmqVO/lTgXtWWV7M
otfftFiTPVIub3eDNuSvj8KkE9ztM1iJvbP4hCYtfzMMs1lBtcbT1TCw3MAX+qh25kc7DvXT/QX+
hRdYfkfQuuQvyB6Y3LrXW0agZqvHmDu6NErjPeLP8QGryvE49ab1thBt/lVD+dkd8Uw5DCquiIeq
Uq0THprxh7At0K1HUdLYOyWPoo2ftrKbabcTbani48a+LEiSytHHrJvRtXKpv8SOMl1k15bvgb5l
33xc4Q7qiJxq3FfB54JX4/cIyx8V0UgjP+J4GR4m/AOeGmLRWY2jfmN3rFT+KZ7Qt5pfwQbV/0U8
gxBeTFJ0g9ubeY20TtH3iRsis/OlVoUij1LBJ/XBQiXjew/239/nfqY+oc2MEsHGSq3EGU6gptK4
oykLiOj6I6YRxeEgp/5vdrhU4q4X+8cWhefHudM+HVBzEQ8jdmtnC49kBM+d7Hs7jkV4yNEqc0up
ZM/gYo1TKIv0Ka56TPjaWDE3tvZKfkMUJJFCk3JuFsz//vvbtislfC91cCMvHyjRT0b4qI95+shd
6XxF2h153Ry1d5YyG4ud2ozeX/cXauVEz+QBmgWg7QUR+foXmIj14RipcrhCE2s/H7vsB3wNuo9W
YtO86RqEtw+49dmvvwdgXDHkTFsEuLK4B6Km1Ds69nj1KW2B3WiFTfSPoBIKFGod+ANG7zLVL6+e
LP1xzYBuBYpNLB+9pqdhjhX2qovjUFV89ZUxOEd0PcuTjVdAuPNr3KIecLoZX11ZpJpI2KZyQhDj
uF2vMiBEA1ukjMpQFRclPjgOTi0iLhNYzJ4ynXGsF/lWsJjj4iKOgTKblVzp0ZP2LC556J86lOkY
/frcQvVO8/oYi8G2eHS68ZsAg3SM1PZlcOLuNKCzsqcB3L6/v+C38YryBAQ77nlQJ8jhXc/bENHU
B1RqXZBm+ieKRSZsOhMBpzpDy/v+WCvRB1yLSho7ozBo7i6OfODw3lEnDsuk93X+mBKgMlckgfxi
tFVdPafTONpHx6hGA194SI772kODG8+aNN+ic9/mAoBB5C9CF/ktupjXE+9DgbQJZAys2Qkru7rU
gtOEZc7G6b2NctfDzP/+W/xo+gJuiS1aF3ib7eNMarePdYGzAZ4e9d9O1BnH+4u8NiAHlsoRuAEa
Yos91URWaw5p3OFFB2XSznEMwsoUEhUOiDsPuM1Ghry2jiDm589JQQE1u+sJYrKpAUioO1d0lf+c
T3X2QTeHrSv/NgxTqkAtQyDdRJaoLZYRzJzTZ2nbYSVQ1kfImLG1c7CgeaFTVb1MpuO9lLEinvPC
T12rU42X+6u6ckwYm+yGBNWc8SbXs6S0ERh9xPhBWmcu3ls4jTd1/TxOY3m4P9Rt5k/VSwD5IBCR
OS3ZD4hZt/oEicbF1inGIqWIlE9RqssHX9Ow9qYdjxNIpns/eBnEW1W3W9G+ueZGaQj9IfpVN+2A
UsFqwNcbJhpibrHHEcR7lH0dP2ZqY5UIH6FY+8tS8XOAV/LeM4r2r6Zsv6dBIz7U4ZQc4iIYEBjs
5BM9oubd/cVZ2weQcYHMzvxS2ObX3yEPBgNLobSjld0WVLQRGXqnWHlwGpVCCHyjbYneXdcjYRQJ
9T2i7uZG8rm238kDUEkliPFMWvwCz84Mr3L4Bb2JA+su8FIAu5Fdb1R/144xHE+g//BN4dMvwlOM
tV6n4zLnKorafSxzNcZpEhPW8eRMU3nsaBtf7i/t6sQonFm/OBq3XfuwNnASyDjIXMyf1EH33giL
R8r9UdYOEgIhaDARNGD4LMIFdO4szwPiYZY06qFRPOmGaYc5WK68Hr9D0QJUPBUTtOZ4vl/vFS8M
iLaBRDCjs6NT3veOawVqcPB8p9jIldZmhXAQNRJKUQy62BRtruVJKJzWBVGK0mvbNgc90DE2D4Kt
iszaxpDE9VlkUacAtVzApqnswiS+jxicPepqE7kYf2eYPUfW7HLRvxroT1YA1mvGqQC+X96TNDay
osWPyPUgEaH1nVanaih9V8PG7Xh/b6xEPl0lyQZjwQOFJPD6gwGAEhH1tM5tpI3krDc5ez9TIsAj
XX3WfYdHgmIA1+xjb+NQr7woUSYi5IFFmutPS8HqQAffRBuodQ0lqD9m8ShDF1NOudNCgHnnsnC0
L8hM44Ct4qE27oOeciqvUCObDdYxpWI3t7iVcYOd/QIyont/aVY22IxfpcJJVXfWLblemny0i5pm
Wu8aOB2cpjL5UmAPhF64tRFgV6LA1UCLuFN7POH7ADTlBG5gcFERwbJENGa9Ue27fdXwBIXbSNoA
DoqOxPWEWgy4+1ZhG+vTpJ6crqt4+WrKoTJQErTVTH2joCe4Meja7QaX0qIzwHsKyt1ih+m0BVpR
Y1TaRlaQ7ydlxAhYoBm6t/tM/6YUqYqOhdoIN+Kl2WP1Ioy3mSiKd0U5okhN5GhjsijPf4x4dp44
McOn+196bWFA0c9dNyKKsRTgibEjtIwC5ZRIU6wPCaasBxG2ysGPHUor0SBdzLStjai8NuiMA6Sr
Sv3mRpETVX38V6XXuTab+RwF+dcEmNOhwZ70gnkYfq8e9M/7E51j4vXjh84Et4BJeNEI0Yud5kX1
BNtGIdNw/OyLlXefYwQyT2HRZE9K03mXUJNIZY1V/hh78Y/7g690a8iOOY7gH2cflCW5trB7r9Gs
+X6FUlC7aV3lb8JR+s5uzEfzFOZNsk89tT8OoVb05yoBLtTXGWBXmuhbDKeVmD6/wejXAHmdMZnX
hwGfy8TvEo1vntbJhRA7vOl9/e9GVuODNZT16f7k1+Is2hxYv8wZHhCoxXAxzolKiffENJnNT5x+
4C83aWEezL7Elx0H0/DRRyLuzWQWzsZ1sjZVm7oPLW0aRmQp12NPQo1yLLUbVytH5+QEKk7RJjon
/8vcmWzHjWRp+lXyxLoRhXk4p7IWcLjTOUmUKIqSNjiSgsI8GWbs+lX6VerF6gMjskoORztasepY
pZISDTCYXbt27z+4jiOyvaj6jc7J/C7LVYYWMIfJfLTA/DkdL8nKUHFaxiM1HfZphuexZIrikBhW
u3FHWJtWyLSUfYHB8z8W+UacT2OSYabqRZbaR/vaNvChoxiKfVddH7moNC+oPuNhCkxbfb78SVc2
8MxjnEG9gBTPfVrUoEiygLHbXDIPrdTMDmTYB9/b/L/VTs/j5mYwK3t/ediVPQx4h6YnwWOuICy+
ZmhUKVtbwIANIjM/JrLcY1kmUUOIfGl4P1haX111qqQ9jmDZ0VWo9a0by8qsgwahCGzOTTlkvE8/
sImZnz1Jfu1JdpMcnDF9tMoOe+tJbQ9y6ZTXiO+HXs3hvbGLVlYWuIgZ4kqURyNoUfT2I0s4fZM2
nhRH9he8afWrdFRLmlT5lpShuvqS0GRJAVAUhvZ0+pK5PNn+JOO70w+W8U1gYHxDZ0q9El3aXU9N
G3phYIY7S4nyjy2WiCZkCGAak6zjgZTYfhe40BP6624YNC8PgCMSWHPUnUGe15+qUgvxTMrNt70/
RRqC61P3JYPN3TOfU3/TplG1I0wYtktRCte92KyO4RhteWusviW6iXPxDxbrEpdp2yGWtnXf4Ecl
FR+kob9JUWUboZiqwqW3Pkr4Vg7TPTXXauPysxKWQC9x9SE0AV1eLmQVd8NQWHXjNdhVfSZyPlZa
EdSAX0EnGKH6dHnfrGRZVMBmbscc788kR9oqtkPyyMYz65JbNHzFVnWzfEs/ZW2JAiDiveCxoZa2
WKJWVftdHkqNJ1ctBht5kkUYyJX1eFPauHtefqe1WACkdj7FUPikS326RnF9jY20m7jZSfr4JGxd
5O+mxodS3va1dt9TjxqxPGo6vC25Xe/7BIu+y4+wQpgBd4GQAp1LBMYpap4+g4TXQtdpCvxKxagG
hP1RjkUvoqz9O3PKwbuIQBMfUQnRs3srHNXZErwLUAxplO9JOSYvSpT13y8/1EpoJselHUTiDtZx
GaDC2kmrVMPFGKhlf5fF2Fd3jdEcsiAf95Go1dBFTWdLuGxlVPjEM3rJIbeiH3U6E6GaOHhPSpXX
lbX57MAxw3Ow8vVHuVT10aVp4twmYVv8+svSNwaySgFL48xdHLfCFh24VXSxu9iW610CW+guKWjg
7BycUPZoSwPV4KTa2L5rbzvLAQJ7pjzIkXT6tpocKaHpT/iV54bzbFTqwEVC92NoASIoD3KTtwdz
CIaNYV/LjovsAtQJOdTca8WmcXGLkXNFJLYqgcpP2Fv3mlLjSd9pTvptpIb+PnaElrgpNO9jO+q5
6SoJHQXP7+NKBekeYjRrI43rKah+o8oIbQENswZrMncqpODl8jpcCQavd8e5+c2nWWZCipGEfen0
CF2JXMWBWE+daHwwNZQ5MmwbW7EVENYGJIzTZuRiTWhdnMwg2EqK6ihryVYJ1p80Or0VaRndZA2C
CLvLb7eyAthc1CnmJcCSX6yAdrBrO+S493w/Np5rYT4V5ZTd2zgKe0PVlYeoCrYygJVDA507Mr3X
6jcL/nTVjTQq9aS0Km8sJOxh4rS28BOXU/Rnzap/rpz+b5TBoSRDI58vCnMp4HRE3JH1qWkyQSEr
7BP4E/HUHEN7oImbRA56aZMihfdWoPfZTT9VuhS7uVDVr5fneuXDwvJGIJs+95xTL+Y6ovvgZ6Kq
PCUDYDxaQnOlwCKOhRjaHS6PtTbHyPHQBEf/hBRvsYiclIIA27nywlh07wMlHZ8Suctchrav8qkM
Nyp5K+sI6iQ+ESgukQYsVWgtnVIHGBRuhKlSvUPuD6fQQY7DAXnLJn5blT4Znt11W+SblYxgVqyB
aEgijQ7Z4vTUUiU21JrWWAT6Zh+iCeEpNpfjy7O58uWQlqR8TW9BQ850EZ4j2YksJylrL03aAoq5
Pt7EuL7vQiepfn0i6XzRRCCnmsdcvNBUjE3WaW3jOblRVW6QAOxKisB+zwy8wCmyDjAcgv0vv5+D
tSM0LfqLqJ4t3g/AtFyoNkrMfi6mh27E5RapUAksoBJvxP6VhYlEyKyU9efRvhjKThLk/KuSFK5t
wh99lom9EsvyHRQg631eqFtk4LXx6DZwvZuzCCrnp1u/TXMhkLxuvGrQrWbPwRpPR+bYuSWlUh+H
ujW24ts5IYzmA+QziMewpWiRLt4RYmSUdmNHkU5NkTvoLUQeDj118Cx2o04pYq+qZe1JiawpuVY6
irqHYKyaq6CTSTT1SvY1xLoKQ/0mjMESV4FsxC+2b4jxkKFhST7Qizh7N7EfZ8EIzX8I6jz4I2zK
Bjs4ySnAb072c1rYWbZz/FwNruyURuBG2ni259kJnOAgicCZU31eRFWubkNrRILXBPfyLuaI8gZN
yG5a6tMxNrrvzMPT5YV6PiSEfMoSs7obXJSlIko4gYBM8sLwqri2u1tASVzf9BTvepcagZgOUkKa
c9MC5dnKDM8iDd1Tei9cXTlBaKQtoncd43I3joHh1TEaE/tgdrqPfBbAr+7FeRwCKfcBGu14YJwu
2Nr28VCosKFB2aQf3REp8V0vpdrdONjZt8vTebY5GAvGC4jEmczrLMVV0OnIrRZ9di/WfP/K1krr
kxDaQyuF/r7IWo7BXx5vzjTBAHNflCnVnr6bamUCU0vmkIJSJrVuZfrOjzCMOsy3U5bwo6Pl6B5c
HvTsejxjcGnt030GIXtW6cCoWiiYQzGoHKCNLse1N5Vx5gkRtd4IXGdn4DX0Vg20LYeYeUmcpLmM
DBNl5qOx4FAOPn3dAofhto5i06vDSnrqAoBqxxjpjJ0alJtmlK+p2nI0viVypqRWrM/F5NZqm8r4
wUM7cdBldesm1O8qDMp7l6wjfifbkBxdXw1UrueVisy1EcbSW6Uw7PeYyWQ/1CpD+oARM82DIzPN
IM+8Da+TWJD2OliH3ctJqCBT4YfDTRtDmnLVRgYuaflNEbuyhBDfju8XfzGLZPx8+SueV55peMgm
cB/qZjO0bHFH1UODhA2PNK8MIvkOqoDau85gZAWPKWLh9oPdGnuuduVtawi0Mq3RELErDZHV4Eui
Wdnx8hOdV5fmJ5qp8FSzuKoum+pyrYeC8mSBbJge9Xs+alIfIi2YpD0qjCoNj2niTpLXIBNc/OHT
F537DvKQAfZ5uymWzXon8GoXrgwGPndNRLkLbxpkXT5E0BCSXVTH8UNeySma6Zo5fqbebZRug1p9
si8wOfkwqhYqWGmi446BQXNzHU29E2EzYCiQeyDqf7/8zucrGuEOJNThryLJQiX6dEWPaQXjasxL
D/afuRsLNT2KrAHvMPVbna7z2AQDiXYOVyFa+Wec1UrACwlQJPFUW7Sfw043IXCZCsY8aPu5MpfB
jTixusLocnFHmFMFBFlOXw5PuiCbUbCe2sT9nhMejGwqkj2JEZzOLheeVNmyG8aTsZ8AcBzz0fd3
oVVEfwK+/u3Ea75+9Z7/XpSjiNB7X/zxP96WL/ljI15emvuv5b/P//S//+rpP/yP++i7KOriR7P8
Wyf/iN//1/je1+bryR/2eRM147v2RYzvXzCcbl4HCF6K+W/+v/7wHy+vv+XDWL7887fvRZs3828L
oiL/7a8fXf/xz9/Qmvlpwc2//68fvvma8e/2WSS+/lHU//jP/y2+fnup//GUR/zx7De8fK2bf/5m
mL9rQOIgGgJUANA8Qy37l9efKL/PUULnkEG1SOfe99s/8kI0IU9g/g7+mTamAYWWjTunEDVqA/OP
1N8x9UEDmrsEN0UUC37710w8/Blo//xIzMxff/5H3mYPBbT++p+/neYL1KxmIBKa5xw7c41jGa9M
J8uqVI3hIap2d0h0J7+OfGoZP83PyijzhvufoP/nKJQlKE0Az4e9tEg1bQ1AXkl8IQczxE4qeu2L
1LbFEcWk6A6RI8mtOlN4UxNqH9M+LjZ6N6fx4HV4bg38N4v6zADQ0y2TophT+CYSvj01hr2UycWu
VNBKwkXB3njT02P8X0PphB6V733mIK2lyJ6o0qB7KfJBejZ96E08UuGZVO5k1ZELQmY2QN7yI1v5
jLMmM61l+mAspcWpKvACMVLwE14PlNXNfEc6lL7fXV3+jKfB7s+XA7zBXHLGcV1ZzGPC1ZqSlmF4
HKLYBA9p/gVL4RQYRabfyUnSbsTxRax7HZD9MqsqwABDCGRxmlJiKpS2tzTPabphpxhNdi3FhhLs
Jl8thNekEmYH4OisQ4sd149+yr5EcpEfylwpny6/+4LA9K9noT4zK6rRuV+8fE3/2FLCQPeyDhEs
PHG9cYje+plJ+7zzd9oMHCn8+t7gma+5GLhtVJjoYvWBJ8ntr4linz+Nerqk7ayWI0eXINBKauZN
Rv1VRu/wRi5qecuFcmVtQTehEsb9CVjHsqzQAADFdF3Mu6d2rgdEqdOyVjfQwytb1IA8OrP2CYln
yuKphUBxnqt8aXbqDeg8bTdYcXhMJn/r4rs11GJR6X5jD2aM/AIKteEusELH5XpxD31zS/x5debo
VMzAKoSmllUSTQ4mvSYieeVQi31hydUtVHp7d3llnr8PgrDsDuLajLVYgh2SuGv00oJOZfiafI3A
0njdJWl27beIaP36UDOIikvRfCFbVsRDPpOf6xaJVZ81H7M4kI6Tnakfg9oXG9f287mjdTYzw6En
QB9ZxpoGAZlKOHLpjb1VXiHq0rlQtof95Rc6vanP24hPozkqqCiOBs6G0200ms4ga4VSepzeyotZ
a/FdPZnOjqRXvuqpQn2LESzdSMnPP9jpoItg3Q5WlVk+tXrTV+yPtlR1OzPGR85VUsfcCNnn0zh/
KjjuLEM09JbZYlFRUDKEScWz99Md7pTVTaU3/kY58PxgmDtRr6tvJpMuu+WgM9PM74zayxVJOeIH
bh3nooyrwWm46hXJ2MDPrnw2lH3oCAGRnK9Zi1hspIMVagLxv6mu1MLNJ/wdfGsobwcnH28qUPJ7
xw+23A9WvhtwonkSYTZxv1gEDqsIA81BgMdL6ESioi2ym5R0jm68IjZecGVCZ9AFCxM8PIiAZYMv
rDoaWh0vKLfd28IQ7aM8RbZXlEN10EPHHjbylpWjllOWGhnq4LNW/dK0sg6SelCrSHiJHNNMrJsc
pTqzMioX63HL9aOKXqtZCONraelJthNN27xzlL6CaVnZW6oC81SeJowkt8zxLHo9d0IWN7ioydGl
SRvhGanm2+7QpKjFKE2TjG6YB9V7CJgZRoeDqUw49ijxlt3hygIjLhOz504IutSLuNDltQrzmvEB
F/kHDVdJL+0BEKS18rWNnfC6avvmV4OryTUAjPEc92Y9t8U793av0P6pW09V8nhfz4bnSWGDxy/y
l8tR7/xjMxSMM0SIXjW3l+aDZaMFtllnrdfT40w9WLrU1WTfuRa4ssheX/X61Vj48X4aa93CGhk1
f7vX2xsr7astHaazbYWwDN5r4EUVmMKwxE9jcJ+nYFxUpHdpfRmY21jVeyNVwg+VUcQbh8rZtmIo
wOLIoFHxZCMvIu+U26MvGVnjlXIR7kUUWzukm4cnP/QHitut/enyRJ9F31kzh1MFgbdZCnDpJ2JK
XWwJn4ghQsf5TpNEOTgYTF5fHmWBb+YUYxgEBKg+zJhSmpanMxh3vh8hsstrlYl/q9ROErkYEaZe
I0WqcjPqQuwT2l5uPGjhYayCeG8lQ3TTl3bzkEkJ2itDG+h3k91E+8vPtjYDdBHRWYZfQ/VpMeOm
mnaSmWtsZBbBTaehAzkVabiRPc4veBIuZgwMdJDXIQBrzUvsJx5W1PpSkBoTPLckKsNd2E3JXTQl
ge+VVateaZIc3wMMHjy18KWjQTN1S/Dx/HowPwK+YXyHOWw7i4gRVEqiFEjjYmUCmQP9Dt+r/BxW
X6Eat21aNW6WhnXgBvZgPbFGnYe6Rz/DTuoElLRQUB0y4o1jeXVajNmJyJpz92VECdRChfNBu7Px
i6jco2TGXWHs5cbacZglR62ohyOmyOKg5o2zH0tF8jeC2lkgZVros84ACqqi4BdPv4xAT0kaUAr0
ylip3pbMhmsmY3LdUnj/MUl0JxppUja2+au62Ol6AHk8Kw7QRqERsrTbM1t5kF71HH1Le9bFG8Tf
721fmsFLrqlJOwCl19BfdkM43sbTocuTa836o6sdD3i8awQYXQbThk/o+UzAgybxI9QhXkMd6HQm
QkcZQlmY0NqFBmymr9U3dalUD2jszijDSby1Rqv8dnn7nQc8liSdTHIJmgtg8U8HHau8R5KnkL2c
RvDt+COp9/pQZnuOti09qZX348iEuM+5CWxmCW3Pej1vbTxuPCOOxDsti1tU1fP8MUmFcfTTyL7D
dkjdwPyfr/CZZkCVjJIH58eyNaTooZ9XNpMa2cxiqOZQqCfwuOlYGoiM4Cd29ClUa2iVteObRi2n
68sTfH54Ma5OwjR3balSLCY4KFF6RbJs8mTRUmXlpnzrW0X9uceueGOo81A647npfc9kSdiSi6S3
jMs5H5tGb0gN/48s96OPeat9/tX3AfJBdYftR/UcwvTpgin7NggC9P69Xm7FY6UY5V6C0fU9EWKr
rnC+NhmKW8CsnwclcUnK7gEND0qIkoaCNMy1Weul4kpKRMyuU20XRqOzBWg+n8H5hAQmDj59xrEt
glHPeyFAiHyDj3LBUROVdK/2m4J566O8XrfAYpBUn05hLweixc6ZjS4hXQvyo6KLkiWHyx9qdRTy
Y/CslKSQozgdZWpx7BmiekQGi9wlgx9228abGLiVb/Qq4kgMmYsyS7WTBLlGqmvww3p1UK+LojKv
M9BQ7xEBCT0AIr9mWDBnMqAuqEfPrmhzaXxx7xloy2WRwXiZHSFYHUuSgyR6mltuNgxbx+PayyEh
BvOL1idiHou1jjwkVedamj23m9CLQ/kqloMfshw/sHryjQvWyveaoau8E5FqPptOv5cS2DTRRjD8
lagc7kyNvmvCaouvfR6OXvcSYCqgutRpFvNXtB0lSpzMvVgPXjI/0kl2tM8NIenq8vJbH2hucHJl
JFYsFrnU0oFXaEN5yJ/k76s+R22OctedP7W/HpFYDchPzuc4lKJF2JPsrIts1Og9WMPlg1YALkav
u3wcykHb+EavGPTTvGGubf/PWIskDllUNbBRdPGqEh3fTpQpdp7WNBus5Ir/ToMJbx4ySVEwpnfE
lJNGlUNzVeUWiZ82Itu8s3wEbNzGwKJ+N/Zq0+xysDOdO+RiyD+g4FO+CKNTVRc6yWh52YQCq3f5
2yyUGF53Eew3ki3WGz2dJRgUbl0cdlLRecYYyPsw1Or7dmiaTyPtsL3hZM7e8n1gE5k+SXdqHfnH
0dLL4+WnWFsh82Qifg5GlAbX6YJvRy60owruBkWX6op+fsKty2yvZuLSxlArG3nO82bi7BzZl3Do
EW8qJOj7zkPQI7nPUbz0d2OA6LNQs94tQ60yN9La1RFpKUBvA+FDF/b05YycQNYB5vV0yibXkWa2
R+EEeuoGra/ca7DkN1pYK+ED6Bt8Z2DIc79uGT6mGrkfdezh0xWFZztj4QaquaWtuPJakNLpIMEJ
JglYQkGaVPfHrtd7gEul7MXInt5gICWOE3otb7EE33LbWFupBHycoyiv0kJf5jSwXGJTRYbVC8a+
c4GXtYcpUPNDhw3zhxGZ2a+Z1seSR+m2fxcJx/lmtyRBf2Pfk8NRo+ckoOy0VHcMgsJMtQDpMNls
lL1IkvxaoqYe7DDKbO9QJQjfajlIrhHe964w0dNs4kEG8AT8REnb8iFVM5kK5Ai22y6yQ9jXOGN3
QeGlPlvRzSv6VBhwtRsp4coem/tRgHTJpOBiLcI9hjajnBRS75X2GMlubkrDER6x8oC/5BbTYW0F
suLZ0sgGKfJSesTpA0mWM3T/5VCAYS3Kyq0GIzhcjhqro7CZEQIBfQld+3Rj9ejsT+ps3EAHzz+m
oNhuSqfbIlyvXBCpF4DtJwmkh34mSzfmYY+JGAtdyQLzjz6t6naXTaGzVxPfdK7lLHDwaqew+zT6
GY7tRFv5TVfL6TXwtB9yD0zHICM5jFYSPBh6h5fwSJXjOChy9/HyjJzfq3hU0qJZLhwe7fKKM0Sw
kNOCeafIMV1DXM7u0kBAPpwAw/UpOKlWKfVvlwddXVgoHWC9QOEKxtbpZ6gQcuwKB/murEmeRWur
O1muehjSU7a/PNLqB/9ppDkk/VS6qalwxvIsFJbP0JV8jNP7cEq3ZA/X30fnIgxsxj6jR7SNGUDF
wI+jmHV6RNDKmYujKDtTdeItdcfVV0LuktIHnWKkB05fKU78tpJ6glrSJ8phLOQSRwd5S5VibZS5
bgobZy7XL7PXCidwxq/x/cB1a6+MYYuazLCl4742cT+PstiPiSLXlaKVLATucY+zdbzXDMX4US99
YJ+Xl8JKWZoS2lyiZdEB2F12PXoFQmMcND3LAEJ2oNsdyLi87m+6ILOfe1yDbwbNFp+GUk6f1MSQ
7vymjW71bLRN7+88C8BW7gUU9qDAnn7EDjlER9Lr3htVJSXSD9E+k8PnQQHpHJr5j06LvLyNgpuo
qSfXHKLgMNrRRpqx+o1ntXdyG9yolhZReG2E8jANuFE5VXk0OqVxi6rONk6RBbHuNV+c+1ogejn5
qYovFqxV6nZhFUx5LQLrdsqC5B1WyOobztra9lTfbG6iOrD28Zjk32DiZvh/W/YnlZLe17GjJLSx
ENYW3c/Ps0j5wR9avT70mH759uS2ggmgn1HuC7y/N4Zam+FZUB8iE1cm+L6nnxllOO4cJp9ZGbXG
7X3sVbMy2WIuzLtkca+g4IfGIOQZENNLXRzR9nZn9GGPuq0OGz6askR3McLV1He6nGQIkDtpeSeP
4O1dzUce9m+sI1rA8Ca56wKoWexieraBNaG5NnsZZ+gLxmJXJpl4v7Fn1iYTtTsKEjL/Ic59Oplq
FSYtqhID5mlj+DVVjSDC+K+VPqCCbdziBlXPRrxd/QY8XvjdSJCIdGETtBUsZzRoe7XW6UQg5t0i
GxRm6cYsrJ2kzOmMKECPASDa6eNVSSUPSScj9YBm5RG61ejKfWM9TLadHc0CM3Jdz4wPlydljhPL
Tz/nlWjDQEGAK3M6aBDgbYtwAHEEEaF9FNbg1uHLtabxWWmkjVxh7QNYzDxtCLLqM1S+WrTmII9s
FxrG6o1W2Y0rx0a70VZYHWV2HKWoD6F7ycfsYI5YWcQ8aoO5D5o8e5iaTjxenre1LQPheO6d0W4/
s2SK9DElxaY/kFpa/dFvHOVNZk/1TS6J5osv6c4ezcbadeRe2Xi9tS8GA47KGn5tNGIXq5gGXRcX
YIQ8LZAC6pAivKlKSQn3mZkooZvJWfJ0+V1XJ5QmHuQUwHtnZgRVobYdT4RuK7Z+nqElOsIlmwT8
tag6O9CB36HcRRn0dCVGIdDhHiVdSJSZ8karB+eGVkxzLTfJsLHT1j7erKcNsJUSEQDT06Gg9ZmS
oSSjZwda/yaB9/Tkoz55HEQg7TM++3UgRf0ndO60vzGVlFzho4K1hS6+OLZL2arpkErkK9oQfYyK
UttlWa5v9HLWPhg1DepR3IQsLp+n7zelqHF1qUagq8MClHmfaW6vFs7fids4xc4dvBlzuBSGQuJD
zc2Se+nkDMre6Z3xyhwRML28/NbiIk1LEkkQPEzaYs6qgBUp9AGtXt3v79vIT8N93ypUXmVHmJ4Y
M8nz5bTfwLisXv4hgcyCJqgKUMM+ncUybwIcU8kt+1aXoYjllfXgN2P9RHA0j343dNc1ENCrqYi7
t70T5g/pVH25/O6rOaczy02z8ah5LFMsfVLqQhnYFWnvq4dUcbqrzpTLr3HtR1cwGfU/ZHXSPnNP
qHdDWjeo1MaN8RBAzv0bqcjPT7I4nuLcNMsE3y1PN8v2VslD9QDFvNpola8sXTDjnA3UDCjtL1MB
o2x0pIaRAAumLgldTJmm1B3SUtn4uivjkLOSPVPPJ39eNn7LTFFxiWgU+Dt1djegC3Ql6O5szNnK
0qXJC9t1hrfRGptj3k+3R5zUK2Hgn+DptgTxAW+M71mW5FcCfA5NwACtGhW8w9XlRePwWxdnOstV
pxyHDutsHnQ6aqyGVR6EKbZPVai+axMrPKB4N+wSNVd3rT+KmylGG172wxGVirLcUtdeieTAZKg6
AmqfIUOLtxahCJMwCBTPUVr5IeMitLdyMT5avfTj8puujkRRjJSRDhAL5vRNkROdAniLQIJqe7yt
9BYvr6SSHmWt2TozVhYMSBn0seZmLqJOi6GiPi4xILQVbwRe5g6WOZuph/5GrFs5mRCehvGmQZME
+Ln4dLYwfCHQePKCygLJ5Jh1+BzEdou0QC4lCVX5JnwTqkatH4I8T7b0HVegOuRNP40/L62fFqyZ
1KHZOPC/fVGJH3LWtm87XW32E34F3a7I9PxKa/tsr0tWDWXAHpQrpD70j2ok3dp+sy8iBJ8CPai/
X/7Qq7MPWWrGNc6hcPFcfd5NMZr2ihcWWQWwbkw9azS3BPT/hMGcbh3ybpAo3ENomXMVOn1/2Wp7
R6qDWUdmsvqjNU7Vp0lTXV2ZPkPZ2iWpLZIrA0MmfZcPVfihQF4iQV0lxEI1bP38TSDRUNk1+ARK
RzEpjfGhjYQUvCUa5fdDOwU9N0Z4WG5XBbZ8A10wbNzRHmzzOtDUGK0IIawA080gKg9FUjlf8InE
xCbDh8RwG2k0UKQLh/E4Te3Ipb6p1eAuC0NkpHmGcXCxQ5Yi/jrUt6vMB1HFTAXQWiIxACCRkQ7U
PUUNajAutWK6g7BrZ6/0aTS5Sg4LeO+MfnA3GuX01BcTLgBBPjH+YFc41dmd3gd7uxd+c5P0I461
ERSLnCZGIvn8FpTrXLW3qJfJbdIH7tj6mepVTlJ8FmJq1WNuaFF+qJEXgPhfxoa1Fx1gG7dW69K+
SpUxCenIFDMLJew186rDhvQqtiQnvYHBVo9HVHXsCuQh7arbWqtTFDbwKQ2wQyzNR3+A3uLpQ9NL
bmE7Ub8rqIQnKAlHRvKkBdFgPCV2Pb1TjX4U1MaHSXO5d0nVIWwjKkakhSjqRhhIPKsUGyADaV11
X1RS+ckwai1wVUvcoNUz+W6Pt2aBiWioPeaULhLw7WMl3Ugd+RIOje10LHXfUNw4GJ0RXqGPOrAR
IDJ6i4hwYMFhr+v3tRHpyNHZCeXqoKGhfJW2Jtoame9bd7FpCcdFilQdrupokJ/VIItHt4Fp+yYK
xhBxoZBYf03hJ9Z2VqPW6s4cwrS6q6AUqTgo1iLzfK2tbh3sfWs3CdMp9JzWKuSd4ndWdexsuWzf
qlYuffTLrvskRnwMdlZP1+DWbnPz28iK/Wraef9WKHl5a+OPTPtZ7lWXm45s4loc9x9kPXMKtNdE
f2MVNgwPMDZKs1OCooFLPw7ZELHEA/uN3NSOdOwjJxg+t0gZGtglqRrm4k3TQfFv0gzB1U7Wfgw5
WqiuJGvxVScJ6UeB57nuQq2J+0Nf5axYOU/H9wTL1NlP+ZQ9G1meSm4eUCzZURAMv8RxaV9rUZS9
FLWIHnpl6OK3fmDpz0lUxQ2QG6T03D4MQ8yLdM0XrJgMpG7mNFq1w/k7ra8za6yFmxpj9Jx3skhA
SvR+8TDglJ14dksHaDc5kfjDsDCTcJM0zyH2IgH3pYnQuzlWjZ0leysOjOdQSvvuCu0+X93RRtLe
JuHgwLRlxR5C8DTSvkmdqXZDfWRTdnmWtXs9cTD3tATmeztVmpy3SZBKtiv5PEiEf0/gpny0FPPf
UflDcNV5kztah9GHLEk7tccVxTXsRH+OQPMHrm2V+LMnYRwlGBwoOEeBlVLsa0dKGtmLUCtWD7kj
mdqurqfoQWUvI04VAEnZdT5Ug53tD7nkKnGaXzt6hLRghAws7SjRltSsTbUJ3XSonM5VA9Ro3rWS
SgN5wHUXR1g5ge7a20YX35uq1BvYWwvHdG0pFC3Pj3q7W9VaKDyuLvkntZdrx227rIivRkewO1U5
tDNg352fHEVvtrioqVGbIrlEUKD77TcAu+C9vxsG23iUUMhVD1U6iYwmt4mb8BQmUe9lbY3UkQ8G
F839GYGMpJwivVOMIumvBlOMwdwKM6ebrKtzJfayqnfA/LZGbWUJJGjJV+pvwOTyQXonS/1kYiUs
a5GUPhUDln0R7++rtNb+V17Bs0OoDNvdOsrfUPtyHg1C0QfE5CTKaZVT783ITG/iKo3dQOkjAotU
7URlqU9jqMT82KnFk+XnJSsqLaR8I0c8A4QiHIi2BlBQZH1lpFcXd0T41XaXD8i6xmbwyHRlgJv8
0U1gDHtF55OY5gKPFj/5g1Mp2bWxZO0KALloahBsyrZ+ej3hf4mu+38l4Z4Qdy+Sev9/pOvO6JN/
+xcJ9oyuO/PPC/HHf/6fPPp6wtGd/9mfHF3N+B0eLLhMEJqQ5V8Fi//k6Gr67zQigevMsHxgP3Ni
9BdHV1N/n2WEAFjMXVGgj/zoL46upvw+t+mpQnCjBmQPZ+5fj/fwZzZ0iaMLyIWs6KesCfslrjdg
/8ClUkkE73iaNZlJp5VhBMtCcZKbztc/NprZPpQRPNOWavXRrIg8XW8prlGk0609DQ9qig5qnsnW
boBfgepyF7SIH5t3rSz0K1miDeYk2vRQmPpwHKK4Cl19UPUruo0oQsvjLXVZCP6Z2bh1WvkINdAB
UWkGzWpoxb7NoRM5pmS5oAluxYhSpqZWhXHQwkZ600/WR6kFv0cZSzqgeRb/8MdCeYsSX/6MZoDy
ULSa9E6dTPHQ9pF8Q7af3RldQ+aPnhwigkSs8BlTi/oLbLOwezNO+1hc1XZ772NwZdGRiJ3updL4
B2FrvQ+IyF6kTOylVnLNDA0prR8zVxdf1OiT2kaPZmjdhYa4VtPsyhjrax3JiK++ot6DT34wivyr
b1Zf8qn6JkR+Q0Fun1rObe+Xd4U1HKK+fLAC80EJ8ocslxrXQJ6795UPwwi70yyvTDRJrYfcjh9D
UT7mFuhaNbfekE/sg0hxq1HZ01u5TdLhobc/xZHlaZG/43C9Qi3izqyHu66vYGO0JRwb6UvVmC0B
NHvX1MGjMwrhWkb8pRlgRjTZs2lPd2Fi3Y6d/zkppuceWWFfaWBs1E9Ai/Y4FxwwLHo3ot4BDh0n
5IB0yCo+19m+H2CmGtJ/sXcmyXFj6ZbeStgbF2ToLpphAQ5v6E5nJzbi5JpIUegu+h5ltZhaQy3h
baw+z1RmKpQvsyzM3qBeWQ5iEkFKDCdw79+c8x15M47VAnE9Cyb9i6VOcfMxL+umarJT3lT3RHJU
AaTzo1v527no09CLzSPRy/wkqXedGIRG02EFHK6O5p/rtt03nXdjNvyNOBFXd8n2sZcd1kyEYsw3
wLUAPtBn3gyxiJpWfqVL/0Z28Ubr7zQzu8mSPFrWIxvTMDb2wrwdSqCv7XZdv4zlwUvmp8RYKc9x
EgB+eih082tdmRSrN7axgKmw253vq12ngfjW3P6FvORtq63bLq4ehfxcWTvbVvetIXE6zLvBzHZc
4VmS3qZafNB8e9eaGQM28wwN/dyP3tksvW1TPa3dsyyHAw6K19VFmlqIPeupqIqdazJ1rtzCfk3b
+DaR+W7W1c2iUfIQonvfNvjZm74LY0sdtPy1G40raom9qKn+9CWcF55Ow2EA4+0IKrtmAB6f6fau
QBq/CvMrT9BxbbutMZIQbn7JvHsj4ffU7EsJjK4Yp+/cind6Pj2UI0HiXrKL8ybQZ+vgli8lUDXE
IOLIVCTy6v5kTf4VfcljOgAG6mustdcdFjYvH7atce8P4zPB2VsboLB1PYgjAOQ6mFzSKAhSHZL8
2DrYFLMrPVZb6yIh5x53S2tnpqCquvjVV2plfCfvFjU9uJeXL/H8z8a4b4Z7u/kocN5b2bYtiHUW
2Xbux1Dgh5+8g9M2W0iSJ6vKtg406ooheEABUpXhlM1BlV6SdMqgrVyqtxzpfnEjtPaF5OL9YspH
quqoq+uTRnB6aGj+3ViLo+bcjXHDx2DuKj8+mLRT07orIXgt5bjvRBeJ5HWxxW1HxMuGKnQ3zfqT
bMYzMJFnlsHvhpfFIYB46t62CsY+mptr4ZBP5Zbxru/qKXDrvR1fJfnWHrWnrreDwSSZNM5mD7Wq
/6j7+q3lt6HSBopHCpSwZUscOIbazsbb4i3UQusm9t3t2u4aHl8KfRw549MFUcWpIL8ncoWpuULu
rvIjCoXDcIkrqGN5rMvyW42XhgNdFiEwmT3BV1ftOm6dZHogNWzaKA+sCpPeNMwh7Tx7Zd1x8tev
vkzak51k9XXbqybsXP1Ip35jaeuJ0GkaoUnDI0Cexs0geVtZMiU7O82+JVgQpaFOIINV4HVDdpRF
ciecVASVYfBwuPuCbw1qBw9rb5hf8nJ96IX6OlTjGRpxcoQeQ/3dl/pe5MZ46msT/+RiF2ebm+de
FJ15Oy2WcTb1F0xnopNqA5Zxc8kIjdNH6McpovBY8ew2xs5L3W3nX0OQ+aoU/VteF+sVdr2c/LA9
Gqy7vujqXbZUjxpJc7mqd4oF3LHcabknbjK8Hv2cZ4HLACDoWilYcE9HX+n+HjPw1q+aKmri9Jkz
H0j88mDKzTo46U7p1dHMvJeGcLbKlloAUviRbHK5gasc5i7bjqEZTkV5mxYwEcxU2iF2iTEk2/Rq
NKtv0zi+r4P1OWnHY5lNTSjjfO+V+o2tdUmAbv2ldmr5tW7dIUyYMPQpb8d8RWYLr3nQxYSNwNxa
w4R2YKN8tBF9yQsyDS0KHToqHbI8TbMToWB+1p25P2hWFh88Y77O1q8QHF+mha8ymUhku6LwAnqn
ldAB7dslfqYY/SDV1p1fNtMmj62FyccaB4ZQ57JeKDyaGAO2CGG2veiD9V1bmhYgJbEdfYbdTFix
RAVBszHM9onRzylX8rOxytd8knd+nZzH0n9BWvh18s1bJFlby+6/JfOhMe/jiki4xNdOPZfSZ7I3
SoTYuraxxKhfTQkdmVnp6W6qHPI4aqc4aZlG2w/kcANG2uL4Vg+Wimeu/CYNR9Wd23FtdnYnmq28
fGKK8jw0fSW3lTKG6z7xeKeX/qlsoACMtpKAexMrYHUfnwgXvk4d7u/Ri5lJSOYfmt2MH7bWu1uP
jdVmHliKqBpedu6n/ZXbJ99KZ5KUU+sJx6UMnZXA2MwoxkMpRX5KOic/Q7rWd6lt9FumLHmgd70X
LFmNXrTdm0VbX0RcS+i5VEsrHZ7jzSE4lW43OeVOkdoU6sNLPX9pUvsEXEkLCzKxLHcqQgvqA+WF
4JzyPkOGv+lUe5g5RiydYIMOwchMtAWQ9XOcv/kVPWGXxENkiuXsTc0DkvQ8mLRKBXqu3eWljCOr
Lj7TTl4tNGheIttwJJBwW1vlQzMnp7XMDA62Hsh41tZXjhi8Y9lnLcAozXLPtdfN1yxP1a3XXk7P
JqffzXrf3lbGUt4VDMFwT1/Vurjz4sU7TEn90mtavLXSfadn2v3qWf4jSKtlDSy/znTutGlACxTL
aFb8xqemL3YNHLZd0ljPZe260dhp3/8bEZKWoY0WUm3LfdDG/rDoBVxPjRlIow2HRnN4rFHozvVy
bbbmW9oVG3M0vw0UmqiZQjP90QL+q+P6t4tYlm7nn/RciBnKr91v36rfdpX6Wv7cd/345r92XoyD
LyRRhKW0NT+6LvEJwCebQQtpCu3VZSX5l67L+oTX1YGMhOsA7PYlW+YvXRdkJMwjBM5gfxB/pOPC
mPF3HRcMNy58dmU4k8BO/77jSutGA4ri62Ej/TVoCscOlY9sBtPmYfTUNjPxs7nGM/X4bWtDneKd
Wir3GmiiHVV9dxSFsy8Q8sCkudE056oa7TMS9qM35U94VM96sj6OszMHfeNekT+yG9tub+Qg7Iiq
WfT4qrX1ewjEDOlyvwwRpnwrEofKj47HMr473qWv6IpppxQ3XJVlb26eOx/MGLssMFfTeJxLf9gJ
0TAe0SpxNXoQ5qbMsA5zUkhgbg7ZbjlaastU86u+SBMuZlGHmqF5dwmTybz7Gud1dYPY1Lqcu++1
ns6QegUrmrYrrmJ/Grclk7kb5j3J3s46FdTwxwVxSTG1nZUpKAGtcz8v+UOsi+qdId5laMlSUCNM
6dxng+BEtkr80Wxj8O02cgzy0qOmKd3npqhgANJFhplNyVh4Ck21aE1OtvqW2fHByuYikFmT79yh
fajZlAX4eRAWKRm1FV/TudNVXnTxnV/Uh76h5iwU6qt2JOkqJ5aoiFS1HKaxYr2dXC0i3bv5sZvy
o5fRc1ht2BZUd/2h8qxA6uVW40DzxHpO0yaol0SGmUyelnjkC6pzYmPu8duetKi6exOxS5DqcMuv
/stcr9FUx6HhvbDL2K5+E6R2eVhpVxor1FxKZj/USh+kRAkskK6VviHznZORaIji5wG43lJ+qTOH
T9gaiSYkTDSu3ztrhYkpkjUy7Lo7GGaZP1m9CaWglGdUbId2Ve12LvXXGdvLo1zqhy5e9P0sM1jH
+TVhr1dCZh/2eOySbMvLtnUzjTmcueZBH4uHMctdHuD3Nu/UrSlqse+G9CrDMZdLfsSiGTV297Rs
1rhsc9LKeTLLbzwHWri6s7Hhx8qZLMr6WCh1o6QLl9+Ufdg14jTjzThYNlmg5LyvIWkGbuD18Y29
whiM86QMbH96kQlD/X/Nwfrlgq3D9QXi7AJD+ccH8679Wn77+O3jt9uPZvgov/72eSjffj6d//aH
/MDXiU94iVhZsvy7CKIuDtcf+DrxCVDxxb7JoYs29UID+hu+DsAnrOeLwoAFtc03/TikIdvhCcKq
YzEcxSHI0f4HRmN/t84Fd4R2g+sDuwrr8F80TYZZ8DYJBuCu3of5YHfBVCUvmZW/FUPCSABpx5Z1
zU+f2I/53M/MvD/t138ax7G2ZEl9kYvaF3SQ/qtOmX+ROkuWiI1R91XQgy8KEotZ85IWV6Odnkm1
Kui/rV1WqFs0CC49QJEe8zZ5zDiUN1w7a6iX2Y902D9UcPxXG97+eN64f//xQ/vf34bfrofud9Pb
v33fX59TDDxUC+ikELj9NMIV4pOONxD7KqNYNtIXje9fnlPxCYsznBcLkSFVxqUC+ctzyn+6sO4u
NhB8SRht/8hz+iehxO8fGYS34FcvslPUN79aj7UBRNHFSM1MKL6yFgPaQiY3ibRwjnNZM5PI8mgS
yQNU3EBbnWk/6jEzVcGMQTBoEKux7OfYOZQrT3onvB9x1X/o2fn/cz0A4gYjBDHcHEmk4OGL/ael
6/+4jx6i+6do8z9/ewbT+dGWvz0AP/3dw/cf/pF/LWhpNJA2XLBNFloKjuO/FrU8f8blwCTyAOXg
74paqmJiPwnnuzgmL36bvxW1Lq4IRHIXg+Of6t0/cF5yJP59YfvrZ/GzAAVsk9WqojXCuJAiaIXY
x4whI5SS6z7tU5aO05js8HlcC6XdZfb4JAdnM8TGoRM2I0ALhm870JS24jyMeeCymB/87pw3nXr1
vFmGo2ZjLV0cGTAUM3cUuc9Wy4QjVZi5FoOy1WsX+0ane46ydP2uRPyFZXS5XVZvOmlKTkGJj0VX
xf1Uu3VQ5Im8G3pAw+5Y2YcabHTo9wZanancIJhNZND66cAotWqb+9akSk5mYwzSIZ13y4QDVLmI
s4AqbasZOUQ5XHeFZ2/9kV1EltS3dmotoYB9A5G4/VzZ1tekTc9l4dzriTsGQscE3HgJyVjJGULz
ea3SJzQ8d0whTqz+rpOUrC7BhqLIu4EthkfLLCzcC1m9hsLMKG9df4fw34zKTr+mv/6uy4zxf0wr
zdLlVAzraVl1Fi92s4TF6A1M5fWPLlFfO+mc42Tu4Maw4bBsLQ+9uRUMUSdqxM47MIjA/YMC5VTW
Yo6MkfhSAp2tOs5DWfoPuSRz0GekZ8brruir+aPtmu+w8LowETG1er4ceoPRWo6Du/S+1nI+yJwl
rrmpzDBrMtoNxNaTdG/KVH0flnYNsnroKVaBWqPWqG+ctdrGYL3tIMsUm41EZy7RxX13MBc09qrV
7HPZwgwbdXY4Nh9hMBAVF0l93lfkJj1MxpuL8yscki69WtLkIYnNlVK7LOpAIMdmyS2DAa3Mc5qu
j0XiotbAT4+IXkZNOVe3S2JXp76dJsLCyQ4ftUm7WsvuS9cl/q6AK+G56n0srWbb0/r0iSkjW4zu
FcV8Ru9xUboYy8llebDTxvmRETkTL1Ka7dCsm3A2h6BiElHDkfbd4ibPus/SWCN4xZsMO0fWfscJ
tGXEG2YWbnC0bUE3WOFQJtFYp0ES1wci9MJ2eWVSE+RDs6k0JySj7a4vjV3LsH0s6mMTm2Gpfxnp
evxsjgSJiZqEUWPxyygbLLmCl8O/nT21c9tbPZl302ULlm79cz54gXLYHVlPdiquS1Z10tPjQNOM
G7CqZgCXJNJR25QjMszH/8SC+v/BdTHH7j8pNdTb3y2K+YY/n+2m8QnHA6e7wRIWAdvllv/z2W74
ny4eTRzT1Bec/xfTwI8aw2YqQT4SUniUABdw5k9nu/+J2cIl7RmiywV194eGFvw5v1sSG/gayapC
W2diGIVu9vuRRTM0aVP2PDEXyzGjPGb8gTtmWlSpmiXKT5/Kf1AD/9nl8VNFc4lGQpWOx5BEU37+
XwW+jUDLQ+JXEvZEpbysfp++6TTx8AK7obr2NHvot5NXomyrCnN666yClbOKTXa52eLgvymVXDmk
RXYzyyVWUZx0g494qs7uSBlzkCL2ToqrGubisbP7ogqLsiblcNAx5KY+m4RgJqHiJYf0KAN7kWKm
/zfbJYwl6SWBa2bFk0haDhGDEcZdTjLoLVL9kZ+lydBx56k7hjamd3JibS99aWUdH+J00MpAiMH3
w87OphX0YV2LQG+RgId9Ls1X34JRFy6Lmzx1qOmNUAfcyWCxLNj/CEGmO9nDvVVsaKgQdaA9G89x
q6rnbpbFsZrq7D5mRZztM2uxxxC0YY0ab2oACOmIQbVAG5rmdhxdM4Z5uBjjR+bmjRP18AFf48oX
N4lMVmu7cBG8sI/RyJwDN+QEvjInJ9TWsnnCFjOne60DVhwAQlvu3ByjDsZKE02dV2vNF9P25XPq
4y3eMAVTLPJLvUOMqK/cQQyPp1dbTzsjMBPDezaXcbYQmvXFW1Es6bSt7IX7cmhY/4Wd7iFNmGPf
uJu0uLD2NjFLAueXMdxlaAyhe4M660NrSD0t6F17BAo6O8MQllPrHXlqUUhTE/ifAd0mNc8L5zKq
yLpkEK65zmuChIEExd60v2pFpxElsGZWHOFeSdotwufmdpn68S1rMRIEg7/2nNfpMMPdtruxCUAe
mI84PZlR5+vsbcemWZNdH0/EZxIcvzz29cTkRZQ2A3nQVuMN8hw2mt1IDlYoE4JchMayrnRoJ3dW
b7cfKQDBMkK4y64EOaY6eW0ysWNoPedbnGmZESxq0T+XMXSNi2G+XaGr4R/fG3rbRYmhxuHFJtzU
QZ5OlHxgcZeYkcL3+MptPzeBnB3cTW3VUu0jVb4E7gyLKQJpT35xKMAygkyy1ZKEPCbam4eUMdmY
mgajkqeOyg6nAtYUPZFZv8m9pbOCmcKpCoZEax6sVnA4WO1M1WVY8A3wvdvmDMGgRD7bNdP85k2+
nYdNk/d5UKOqyqORHDsG+lramYGORDNnZ5F3RYAKZvpOYFFdsNJVvM38GJ+FNU/N3sHv5kaMbG0r
qLQFNN+kL74WXtiextb0p+Fz17eWH3B0tVUEkCq/dgWmnSDXZu9coIdLomQVzbfVGgd2vNIYELU1
frVErZv2X2ssVemFPMOGOPEm9TotPS25OdSy3cg0dePIXmPrY7KgPl5n9eJ227luu2q3JkYqrnxt
jT8naqoJxoDQUm5F2vTvKlmdPkQep1vX+FHyJqzm0aOObJMhDqxuXdvAdpTzujq40dhtt+ZN77jL
k5t2+udajeV97Cd5F+qtGm+Fr4QRrY1nNhuUpW6x+U+8f/+LC7t+upT+TtcV/Pv/7pB0Mcvaf7Tr
R1xBRP1dl3bp5v98cXM9O3CKAEn/iTLCZfvXi1t8gooHbpG+3HZgTvE9f7m4xScTOAQtHMBfnfad
VupHU8adLgjBvMCPcLcA3/L+yHAAadivV7cLNpI/kPZPcHf/Sr2YB2r3YrSz0GYLwKU4X/bLslDe
taGvCrUzK/wvPYzOPFiZLAtOS3bSDGDjmfkTvUC2zXDUrxu7G6avOOiNx47WJdtIHEzknhRtm0Xz
OvE69CMi32j2ekoCYarGO9SOYsNmjjMGRBy648q1ChPyLPS5lBu/W/TvXHCT4lsdOUfDyEYfiKOm
njTRlTJgrBKvIcoO1+Z4Yrnnmr0uopRK6QkLffrcgsQ8teR0GwjCUY9OU8KdwGoUpFy1zpDKVT1M
kRQu8MUqNo29kY4m8WOlr195C2L4697H/LkrzK49euNkaWxnFd5T5v7H1Fb+g174xnW6oBsg9Y8/
9kJrOU+DzIh9RzWDunLkeOIQKUjDHFgO97luRvz0+YuM4/aoikrjmnJ42cM0nwT7kXVJK9z2XM4B
e3QaS5AO37ukLORR2XzumybXfH3jF6mfbqxJtV7UjJ1v7WG+6/KUt3k6sq/QUe0TjeOH0mkTZDO1
n75OOItG1Ngu4oskF4hc+kn4QTKq+FrLOudVawuOm8Etx/cq1913YDSkC4CpbI694MrGPZK6e5AW
nh9YXpE0bL1l8uhqFgKtyS1ndzOSx4BjtujPKP91LTC9cVahm0ieMvbf08iG2jBPTl7LVxN2Iamx
ZWo+IZ/VyVK6VDzGotp9wUa7Zfey0vGtsERJOS3s9HFUGRcI70X9mLlF/FYmDtqQQVaux7KsWJ8L
ryWDuIjrAm/SAsGEvxqECO1myY4Lc6q4XccURVBVM2ndlI5CZhfbrSmPjjOYiozUqnUjTzrGMVtI
NAvqNkVwUmdZYpDAmfQP42rzozUusUXW4mcH1S5VdqgRf7+prJjOrrPmb6j6+/PsOCy4izE2TivE
FBPBsSMfer+NL0rwjiIHTE85og5WBGQbSNpfplEsJVEhl3wjjx18LKv1dnH5JRKgPbmvXUwYRrhi
AFjJXy8WA7xPlzxoBChALEgX7z3NRu3Zo6KmbtJG7Ss/0nJXsv9ABLa0HlM+ZxRaiCsiP9Yyr8FG
TSNrf0uTerapVBv7GwZ+xpNokDsG+dj1n80pKUYsE2vrhUKjU7xqTWCnYcMGriD20c2asz8RAx4y
YcS5yMQlD4Hdrrc5S8TndFbmu0/O1kc5WY0RcWXzsS35XQcu6KUQxvSidDO/t/BcLDvKlXIOL9nq
064ac08PTDwW93JkK4AI3+hgH4k5xqtlLE6xtXDu+GFW6j0CdU9Nd35KeGRAiOHFOuEQDTXUz9Qn
6zs1Qc4IAKZUzs+p127QWFzDxGQ1qF6gcVwhslLmxmtwX051bn8xeoqPTZe2VGWYmF0RkngSR2lT
VVY4JXjxUOTl/l3XWSZ0x3qy6rCVLGWDcXatZodPrgxUast7nSOM3woBY8E8ShilWpNLN1DL0ndR
O/fNcuJtFbzXbj1/rNqk7tZJLoopkNY7G8ZUzglUxsxrZjYasbBrPr1zSyA6R9PG2EDoRHtp/lq1
Ia8AxQmULvy0GjKc564yS+LARKqj3VkYaAQ1DMfqlFXJIkJ/tihZtfkiBM+Y8hbnIm7Ld0bdGR8j
kJc7iQeWMYKoxL3pNgyI5tzSQzZmKDUQFXMXrP1qNpcSmM1g2vltfuV6GCFCt5aZhpedCXRA3jwi
Ra/OqiX0azwSwxg72r5z53bC9tAuqGzi2HxiJKncXcJ63t6Tru09aCpHblU4tRJbDdH0mQeLzaXD
zrO+a1IJjszt+CWx4o2N76jtTIW/oRDZw1qvSl21y6ppj46v8eUJ1xWwPK2BtwU8rveOsS9iLAy1
4WvRwJX96k8uJTDSfReyjesiv9GwPJx1J1/vq6rTsD9qaH9DXNrzG+Eh6tkZ7GrYV5V0j9I2VB+U
aTe890k63Yz89poj3La4DEb/JtGHcoxajdcpSBl95Rs5JMn/xVv8y3KKpRjqBA8ZLEoF1OW/xpDZ
5cQMx0srppVZd1tocXLg1nY36FPjyMxKsv5Gvzwu2ej+uTv/1zD/3y6wiX88vQkGFf/7//plWH/5
lh/zG+8TdCGWdkhLKLR+2mUSqsU+EvM7rQgIdSDNfysD7U9sPvllgvC4rCt/2hHZBrtMuNbsMWEc
MsH5Qzsi8UtU3yVI7pJYZ1k6whP2me5ldv+TOdSeUknNMk6Yo+LsZrRyYrk0wXbcayt9x3BlHuG2
SNeD2G87H3glKxnm1sA1mupdhjC8cQxGjiI/t3Yqu3Cxh6zcgJsx0CqY/fpi2FpqhYKktpS48tHs
Qo9/TbD1LMwqJLKv9Q+1AvC6WiUoCj+Ncc9Jr6ZFTZgD3A2aIKzLmE0nDmRbLUNQmipmXuDHxrfG
UDHXnJifsmSRp16u/LVjPOcM6Ova1Q+uIEAmyOWHaSAZHHLyJQMmG8m2ncpnSrOt7oobE5FvIlBw
YwGcJ+9aE8kpRwzsF91mGvOtHIdQNBpBhnMkTVDWNQzzMg/Mztjzdekmz6wxUrPQD41HYaq5wupv
Z0AEb8J8an1WG4GemNeZB27MT0M6xQhjCOqz+mvTu2cJTg8h/7FuEPLm8x1sqSrQMiy6Bt85uBNx
2DWlI7FXsxeiTkNFWjX4naoG3aiLVj/xdMora+FbKMllooU156Y7WC+xW22Xsji0aByB9jY9cg5t
03srDgybSXkiXs1m9r+oNB2ZJ2fgcEC0z2JTkUYcOpg2njVril+MpsLxx85Z+5jMxZYkcC329dgW
lK82Fwih1qaB6s9qV1JlknSmfKoLLlqfsvAxbdv2nHkaiuY0tuzTknDO90jpjiq3UK7m2XA15WPL
Pe4k6X3v9MkjkqV42UCFmpyg7pqMDoCSGvX41OIvKBJIP2lnpfS99VLTIhvpkUXOsJOO00W52xd3
ujMsW32x9O20aB3ztPlhGhvlsbqX03fSrKhUHLJ2cqOMVUCylxsB0y2/L8lUHHny530f60iahfQ3
nijHQw9nG9eBQmFbovpZ+tIGIH1Rlo9mkd/gZFyjWNbvsU1zkc1y+M6oyAz8xkY/THA0Y3YDctiV
O1czMzGoZtT+KEjLwKU8pmCvZPWtn53+JZn6GruqO5R7jLkxPt7J8u8slWF866uOXzDWnfZb61vt
07z66lmve7JNScQRt/PYoEpYaU1fq6TonqFpiLel5K9GQtQuQMSyrjwJK8PVybCFuqTQG3FD0D0l
QW2U/rtF4cgzlpj+4+IXowHQxKUOgtLRvXXxSp5UssQTuzTZmlWUNDErAeUwAw7T2p9Odt6TEznP
ev5BlgdbI7Oe21M32VIPGdXyvz7qFzOCqs0xOVXKLj4IKZneXavVk7NRpFX7lme5UYdQLctdo08Z
qmoIvMMu8WzVbN22kt7eBSNiM1/Me3vDP7I9zt1ivfDw8P/I6WQGayNJk1lmAFkU8DmMR3fCgXhS
xZClh1wvne5Q9W5O01sWgoZyzY07NbSkjMs87SoqKQ1HYeJ200xZmS/a3tKoNE5r5qUOE0V03wij
WqALSe/r8rx2feVsCtyadjTHGSwBGaey3xB3WCMvildC7QdjNPywVJPDx9hZLb6J4XLSFAkgKfaQ
U5ycY4PXesNH1bjBRInJ3JbH7so2arY1dqWriNl/qke17VNmkgIwtLs0dz12XRYC5e0wOfGIq3Sw
gAd3sVFHia3XdTTZgmI0SbrpJqWWMCJCbWG9cMI6VeTbLZAqb03RvBrABJvjXHr+OyNg9mHdUBf4
tRZpmeHclwz9JmWsc5iBJKxCm8cLi7Lfef2hHmRvhL4qs4Ttp+++IAH2130yLvDr2smT3bZp1Ggc
TB1lQUDSS4MAjFR3Nm9ENxRoFVbLv9J0WU6nIh5KRZ/O+jce8GLdAkSxzksFtyxc6paqRjVpXO2d
aYLnAirPwITTYBCPPEPWZmSOljR2Fu8tLVyqKzNak3gCEQL8uT5BKE4/VnwzHZLHrl5uXKcqqLaJ
d0+ilXr1oI88xqExFi7T5bj27MgafUdsxcVnyRoun/rDNIvyq8/c7SSbiVkGsu/hqoiVQ1g5bmcb
3X89QmUcO1UGK16UY11X9MSSq7MIOr0H9kw4QiOQleuDCrV8Za5RODi9gAPk9muLbieOMrhlaqPr
S+sjt5sLhoAjBPa51irk1Llzmjqhsg0IEMkyd5A2D4Ax5PlmHWd7ht2LNi+wBurfUHC2dgSg02sE
VmHh421mt5+3ljeZyO+S1qs3NqOLKmC60L0ugzvi3YO/OG2NNEPU6WUShjTTa8OOpL2sBmuQNKF7
tIA5BI50ZoX7q3HbKFZr9a3omvFtoNdIw2YY0NRbnRSnlMXLR9fEbBtH0iQWPL+jHDZ23ABfMB8a
TPcRfjwnhnCQ6A+5sAaACEoV+0Eh7t20llpOwBemZyBqMZJ9+JergTOTJPLJfBN1pRdBLCdcwjXO
/qsxj7ujwqKvIqeUpdoVVZGmO9Q92t2CrCvdgs+Nvwj3KRYsmZLCHr4VM0bDM4iE+ZHrybI2ZqyS
NPCc2H+3pYt4wVn75WZZNBCFyTCZTxnnssSl5grst2rAo8AH7DyAaLDeraqvaM8m0UOj0Kf63Ss9
Yvokk2gLsIPAcDSRca8FbO70Q9LM3RoWeOFeFl2r3TDF+OwHCBEcInE967uQk/UNB4FLmkczW68m
M+cs6oGbDZtqcUaCqvNk4ujDmUOv7njG95i5M5rJejSXLYj1XAXNWiEJrv0eJ42HdJeZVV6591Vn
z0bgr3n3PneXIYw7kWkf9o0z9kFW6fySLMfkNtJ9ChV6YHwhnsFo0FXq3mqbhrwupS4OfEbnDWHA
q+Rpcn2Sp5sFI0UIJ5u4oA7iBksH4uuvxtpaWGaVGN3Cxsun7VK74C25oGFrTVbV3CUyxQgZD1ny
yjvrf1u7dfI2YnUkI8H/w96ZLLeNbOv6Xc4cO9AlmikAkqI6y5JsyZ4gJNtC3yPRPf39oKp9j0ip
xKj5GZQnFTYIIJG51vq72aGXTKN4oAixxiHd1no83UIRAPJODO0JZLHig1xKzi2m6T1QnuqE82bh
uDxn9kHtMZWxpjC6rKfJC6u0ZQ0XA54SeFIs5mZRq2Z1gVj0ZydxsueeP0FKwhVwg96SxJ5Ln23+
H3eUTOWVO2rRa/xzXxUwWS+e2l8H4/X1r/w9XocJKgTYN0N2G16+/f/H685/VLLMYYmaMPD+Zo/+
PV4X9n9sgdkoDEpaY8wpGYr/PV4XJsrqFUinReMPzfxX8mnavTe4OHsVRoUuePg6xkfqfJyUUZVg
SfCM6KqqljXXMK4N+7rZzIyPzt48lQ9QcYhkx5fChhscYSUHgFatc/43DRyAcriYspt83cBdg8vp
24SR8uVkD+VlrEb1bmyL/Ftat86uToZ4//nlV8btu+sDJUDYXRmQPPXD68uRvovkIkxjzCyKbzQ9
dsC1+DS29ERl4ykJKAOPAGsTZLZWY/txHGl3tjHYv6LUDm8AhVs7aMEuCwRWonGReLU2MqpMKQDs
yDEpd7aWji/N2NgpY9sY2n6DEUzQKnkR++mwBt7HbVO+TExMGbrqKar0aMTJh/XjoG40m/A5sufh
YRiE/k3tlPLKRdLbbwiCi799/kBeGRnvnwjWYOjn1zdyHI4612rYwtVF+ZC4VNhSNfWnchA2filA
LhwKqWU+UIloT3kHwTgA8kmIDKhq2DMWgOfvpRgZGFM8MvOK88hiCrlS77XptZuqi9AXZeowQYwi
ke6oZY1ftMdC23Fs9fdhz8gWzUSePwsZN/kWdWU7nTkkFjxO0jEqP7HC+VY0RQutDpmzBHxR0jxw
yTP6lcp5uu8yG922wl2M19osEdJNXaOfd2Ydr0QAmWZbtbCLbk/bAGCuIIpY8FipLRlMeIaQ/Da6
1uy1rYn7R1wkk+27kEOe1BwjS1jKs1btO8kQ7QrrelsJKHCdn6HGpn9W2fFIsTq02oJr0mTbgYYw
lFIDNODOEmYU3RhlOukUT06MZJlR4RmZYwJmkj0xqLZam7q/65DVb7I+NGpaR0GxSpQl7SwkOzVD
v5BQ1NMoC4vTbzClBLxxpYl9/qQ2Qb+MmXE5KKFrX3RElYHHg7zeJhbT5Y094QUVYPYDfmU6eWuf
YW/p6r+4YcTPc4i9p7+K+pKvGeZA41UYKW64JUezhq2VDshxc1ZF4dN76EjoDdK7g3DIOn2DQtUt
vxAsiRKiIqWgx8ZuzA3cU7T2i24ROBoYuQ3iPwKBWZ4g+C18luSHJFuzNwgO4CWhYEuVxmqCBSgd
kyh0bxjOliA7gUuoAnlsMh+3ShZOCX2xow5/4cIguh9Hu3+0GTkQ9levMxhL4mia1KVixu0W3AZw
3N1ZMe1ZZ3XNl0zTqYslPcVmISVkCyuv9pxchi+ff3zQpI4/PWy+MKGFAIBvxXoovN0McfSNktyh
Pa/TqNysLKELfdWP6Gah7SrNPRXnc0TLf93o8U/El3O1crYQbh1e0Gpirao1U8JjHKl9TDB8TKxA
CNvKeZLN1J6F+mIGvZjSYG4GdZ83tfFcjVk1b6cZV6AiDfPtIhTjwlBSLBM+fx5HNtvr7yOQBUN4
HEOY75nHNttERLgTzVbvNwoeR5U7ix2ybnMzqhkmQ9GUaJRMU3xW0uC46DZ1zYdssmyrQul30HzU
E6fV+9OCs1oV0OVdzm1c3g+fV6l0JcQu4KOuMBvdx2gKETjODcVfVdM/LsQj8vt644L6AL0qTtvI
6sR6Qr85FrU6E6PqwLaJq3G4ifO0SzdsZ8aaQNPZfxRGL4k3pcJC7Ym5IW5Cc8JRbVoxsJ0mRzLC
snYeH0k/M7StxDVADWzFpGdQGOQEsirEqaTr94sXjvar6sXgyVCEHP5kvGCEPYTrTx6W+lkjKXEX
wt7aJnYZ3yWLYu5OLI5VqfKGTreSwqGnI0SEcIANi3r0tSp2VskIWRz06dz83gCkWyjVrFHivAH2
ZRGxFO8KJqxfUjfLvo9jy3xibDpl+/kPOVwU1C1ULlAdgG5xtkFOcfTVQraptVpLGx/viPFrDiPL
IwNsvv/8Ksc+iK+XAUBaJ+1QdFghh89XG8faTIcEZg0bf8mMEqpygczyFtOp+ZdEkLvtwVa/FbBp
LsOo1Bl0oJhRPTO1smyraE6lnVVT8xTJpTzlKnq4c67PAGUnZSMe9Lj+4EV5+ONqALfOZBLit2MR
7huBi8ZEIu0O6PpbJLN045iDFoRNFl+oDBLuPn82H12djpLoDXijFp5Dh1dPWr1jZGnVvo0rOoSN
vBpJc0Wb781x1AXLVClXjO5H+IW1KuFBLeMJ4Gp9x2/X4nr/8EcRMRhs3MJaf+Gb79Wx4b1rKWtg
KNMSYXcdaiMy/2a6qSCLILnMkzN97obN5zd+tEGuzx2lxsqgRSHD0XEcIQm9DPpmPdY+DlgVFGZs
5r/lUUNpNBhRBjXCsjdKh48Q4lqMZcopHvHmEUmGo5bIl3qL9Xs8BZ//qsOd4PVH2ZxeHKSrbaXu
HknMWCOqgQKf/J4wHzzbjPq9VCf53czN5WJgOvPw+fXWlX/48NkIBIK61xoeE+3Dh29My2p+xymm
lYYbZLg/bpBWQhdonf6OGb6z0YCLtyFS/hPP//2nv14Zcd7rlfVj+GnR8jJ3gJN8xvttEIkw2xCq
fsqF/+iYfn2gK9WKTQ6HdVsca/ZGKLO5aBDh5nVcnEV5El4ZrQHXUGrlvczJ1+Cse5YIA7YmbE8v
hsX3zWX4f4V1n3veoarep61ZPolBOCe+PVif7x+/BsrHBmBB5yZf5fDxy0rq3exa2KPU403UGM7X
RJm6GtQc6TDldxvYed2jsO4HCrhrQYavmxWEnio7J86wwrTSNLuAuwITJ6JFVFcUhuPNWDCYgv/U
W78KEq8Sv4tNpQrqKDXsIMZY/tGKhZtu8o7yuQ7rfMfCX27MyH1IIzW6tDkywk2mOCD4UCdsjlEB
wk3ZK19E7MaPpoKvh1eCdi8bVWCX4hcdpOVtieHBLyUOm3jTj46+Z3JEmNBS9MQhhxl+Fi1OQWxp
zlz/MJtR/aLUGlaAjPqGBocRLn6RDc5S4EehDXag9mHyBYdBEKCu1vS9WtVut6dmhluK+M4aPfjO
cLwqdwx9OTZQYVsTuoVfzjMWlKptDSWFe2G0uzLR+u58hlW8BWVAg0L57LwsuLZCQRt795ulSXf0
Gho3AsK6DBWM6Jv2zxpHjvGFKMQS1LmSnAOhUE1jDLuAqMv+fhJG9ZiHSfcH//lm8Se8K+Hwdm36
h5mSG+7X6CmHuSfhJd5MvMgzZRtE9YWK6F41o2LaWsA47Rkf/uh4qRpm0TZ1dEh5GjYWX0qZa3+k
M8GS1eL4muZ4MO65Gfc7toYZLUDSmVdS0Ura4kpnQpkkVTVSjIJt+gXGaIkX9kWW+TrspGxj2VWp
Ye7DHuaN9cIv42RonOu8NpLHIrfcOdC1mRfaq3FWe30oMQ6cdKQti2VDCKnqmmGvVs4LuSzC2Jdt
bi9eO0s8Okb6uN+zzJbvZsh+ikmcCPdM+TSSdeDKalgEzQMsKgjOvD/ytr47oLpP6YBlhw8opf7Q
qUt/00bMTSC1YnmxMjt6xH+6L4NMnbRpD9NZYBCglMZ9q2TND4Jk1K8V+oGvWHKuQ/LZSM9xmoxq
tP08c5xYRqiGpbVMOG0tVecrDBvtPfdl470kcqaqBXR1XF9M41zg+xju6Fno3hnMynaj1yIaLiJY
5A3ea52j7zrSnqPtQCe0AjcZ0ds4yUEzQ9Ff0Xhm07RPnRhKWz4rBreBH25yblhQ9IJkyCRrM2xM
+G1hTFuqWVXzZBUZah5hQyVikJroLEgG2Jo/1FPzYuZT/ORURt36YlrxtznJnIF4IFlh6DIwguJJ
ShjTGUbHzvncQtT2myxT9gMBcoqPS+wMAYhz/pkgi2XybFCPGjESOo1rOYtI22XxTOElDeQoQVtP
qUqEN+RnDxoUvTvQPTX0zqy7FfESolb9rLfMjogwdS53kJAR6WXYLBvbnFQCFnZf6Y807GPqO0lo
XGcs1smDW24VZ7o1qH0Ah8eqN+GiovsyS8e4d2Hsg87DqrqueEdOQB9NkNXAx13zBpP+slGqDAMt
CwMyr0lNh3+wiPTHiHFs4jUC5356qdT6jj2dPgRWLxkV4UyQPpoGtguerThS2WdoZn/WVa+EQYpa
+xdwa/1VGRrgPnQNtrVTEsXlnc9hedEuUVxsGL8wELfaBGzGAcDHbcJwf+iK4bz0rhtCYyuX+wqj
h/W5TutnZ7jd/TwvOr97qZ1yo02KKzyRRJwwne0oPzQRUW71RoaKI4yFcRNpcCa2HIOiP0NiqV/1
kVk7G2vh0WxEnQPL1EPDEKEezFtXQDYIbGye8c+jwcPZM5PjXT1zvHjVoHUzhmmpBFzTBUY/0TIU
l0miiZoV2yN34L7VC0NtlpthSvI7VR3L2atzI8y9rG/Jcp3yGFCNyX4CKR39KHAaFkBnRl8OMfw8
S7uuq9SATwAT80xb1pVfdmn0m2T4KPenbFLPE1aEGxR5q5lX2oxBHcBFQcSdHQ6KsnV6i0Kry9f8
yqxbvirETvxRFyN94F8wXzqgS6KLpqb84RTt6Hr5kiWAumGC2V5kAF8Fs2OuYgMLdhXyP4MdryvF
LQBnbFxMg6oHEjP78ouj133oV43BqFDFn/Z2Cpv5e1pOA4n0ujM9DHk11edzx2I5g8s8ZxsxtGLw
cTLWnABQMM/PJg12PlkVcL0A4sflhZ1Tu3bTkA6+6RyceOWw8hHQiOB8JAkd3ctxwlRLa5sQQEzF
IlNux67KoJ/AOcv0L3I05XgZx1Z3k8dhZ4FcVRa8Amx2QU7aqcHcrKwL/CExLWfFgXjZ/jwtShoM
WmvOuwSem3GlwViG45xWqQiixLSVjaGD9/lzLCB2OkMd4kClyqH3zVqL2Te0uDvny7GMoID78DWr
hNxCjbG+N/qMFVIF2otNSJFd6ViLM1fVY5UZqyGl3ClLtsnHSrkEXKyTMzPMmtTv2ltoeEB4DYlp
/tJ0V4Vbdn9w36gftGa8aQd6LWqa8zoqwL4+L1xhOx1XrhZEqNWNgQYSUehaSb9pG/KKzxOK5ojm
NUPFXvYVpifYgKM4EqLNfiUihbSup+nyJdUn0NbJXguDOp713isUHaPhecZcHY3KKFMsRGL5kwhe
3Ov6RjEhWLoqVnqdOiPeYlKTn0wjXTurw9KbBnz96Ux5V57YUQ/eTFpd5JM1+W6jdhCrMceu5wIe
lKy1/rdqN3eoK2XlxVrW7hkqqb9qYU73iTExLR7UEvOpE49UNd7/JANzLlMgT9DX2vnwmSJVFVqZ
gdC5Lrvy+YCihC9grAw8wy0mr26duHWQ60rynRgHRKZ1mzWOD2sy/Y58RSKOwQ3wq1tWFFVjpDIv
5UO2HI+ZTOJ86Qwt/iOg+RSBm/egdW6MEIsOT0dHzCVnyl1FiX+PPXSfTRiPJlmYUud7iIw6f25a
N9RQ2rrNyhy1lTOp8r68QVOABodhDu/gpg0VyMsc3Ycs9yeo8ZMR4JZkvDClVX/kS2QmWII1sqA6
CMvKV0cTd/t4MfvYN0PHzbxwZMWdoV6AVGRFhfUtTyYJJBwa7Y8Y9OjO0DIII0U5NFC6Fny8cifS
qe/63m4Q+jaFcoHDJFwsEUmUZZaVoUTElegF5+AGPlNCLeCN1BMiIJ+pyL0uxCgXUwn7pzO0y9OQ
EkuJpVCL4tnuXKzpdLOHOy6o7YpNbdiYxssaTZVH7VNBRygKKANqFW7ySDYP0oULH0hhr2FEPTNZ
H3/1/GekSBwIQxx7N4pOtt/OsbvsxaJOM89yOZjbnqKRrWjB+xetVlHVfpJC1/dza+6/uIudoFZr
xvySIww1dwOlpAsmgkFSjza2vqI+FRosJiXD+d2NK/fEPPN9Y2yhXl3jOnj8gub4cGm2keZItSO1
YmqdaqvNBRkaKWkIM1IQtsvWOnG9950Zswimp1AxmU5Yr1PGN9tLQZkjxhalYaeX4sLtleShGvti
q5kVe/7nH977rUwAonENppW6/W5UKyvFTfIQt6pMg6DAneLTlS5U4LVNDgcCr43e5ypUw1S9tspe
PzGEe/9oobyApDJwAB8l6eXw0Wqznqshw02/jd35eonDeqfMrRmgmVS3lpWkJybB7wc+wmDIwd5t
r9RY+2iXqSecF7KO8gICQPTo1LgylZqctg4FyzdYAohzmH58/ffPGHY0I0AdgjTi6cObBBYiaA3D
Lr9zk/oydyflIe3U4XxJ1H5NAZR76N0hTA+YQyWt/7+/Z2zd0GMAGFj4vBzNWZQycRg9wLzpKqjx
XdFb+P+Ow9lgihmxCnw3dc7U/ef3bHywsFjD+uswiczWY1AmMwc7R9bT+UbeDb9LloAJoanljBlx
+++3vdKTTqEAWYS70powL4T0Pz/FPVFpzGX6pAyWWm/LzYQ757bRRCL8MJfyytXR0MCFb+lKTKLX
+y2SEuWHanTUxXqd3y9znQVRnJq+XLJ5k+GXeOWS8ospL2yT0ivg8Vm+6AayjJFPTbU3FwhDl1Iv
o9XKokUL0syhFUQgh93OVaoOGE5V8BzFFy7E9M4OTwWBfjCRIj1OtUAf0c+DHRwukbQYYpV2YvRl
W4YPnPuZ8PO8JITl89fywczNZthKziCAiMrc8/A6CldGw0BGd9Jr6HeoZukjNLjUsqq+Irll66WM
bwkRaMdT9/j+Wyd3jUxiezXSWk2KDq+9RGQtEyoCWorSeueKadxEZur4tevM50rqjsHn9/rB9Ux4
F+Yav4BF1zHqow5thVs2cuyQNOdrjvEmAXqfwi89X3ziF2AxyonH+/41AgC6PGED6IuUrqOTwiY2
WLXrHhDewlQv7h2oCKxnuzlxnfcfF2MbYuzIL1p5Hq8F6psTQpNV17UmuzapIskN33y6lRENX6S1
yqNcI1QEhfieueSwMfA+v/n8yX5wQAmczbg/QfH1l/XOm8urkP0WdYB9MUy9s5XScG80WU9+oarV
4+eX+uAl4gaEXRC1GYqE41Bw1cENmW2ZO7WX+Q5Vsh6inLSrjUN8pYdhVPf9318Qqev68kCpYOcc
rtK8V1TcD8mccTIsvGF3FWch04N7tGkopqwxPXE9fT1yjmpxGEVkKADorqjh0SdJCoDVWSprpi1o
qvysKQ2aBLIcgwZx0E7rNHfZZaOc72tLKJ2XN675XcmIKPYE2qjUJ+UnrrehGOQ1UZcQG4iJMRFl
iUnepr0iIGciYs+9uSIEJiCOBtPsz5/ZB8txDW3AqoJCAqHw0TPDgQ5XGYPBUsQE+LyVU/YFGzjm
AA2WQh7xMtH5NCoGWoLU2Of6hL/95z/g/bHOpmbCfiGJBLLt66z7zYKMGKXJ0sRw0e5IAWidwsCk
fq5f+jCzGB/gmGyp0DE+v+gHHzs7KQaxBlwaGPpHe3bt2rPsWrfHNodFuYBcnRtxulz9+6vAtAKk
5VtfsYTD9QilAaPxnKtYlb18bamQfCgi9YmwxOMQF/otC6dCosOQz7FN60ebM9+VzVClIPFIN34y
Sm4vED8wBKfX2Cd13/h4Dts3zH8ZmKMdxM8q1nG6LrDDRGmIJfyQt6fS/157vqNPw8HEgdhMum3E
SvrhvQ9L6zZJNkm/jwhycMyyPnPmtPrea/UsfUsdLUz/wwLDojRJf7AIVqU3bhufv4EP0DqiZHHc
o5hR4dMcpyCirjTiZChoTSWSCq8GTv3WZQVc4TnqbPCqTvlhZ4mDlrqapj9OO7jzTZ7E2i9qZ6j3
VeY4p4K2P1jxGAMDXQMg6jyio0fTDZ1ToBqEAqKETyX+NHujs4xziOPLxk3oDJEwqCcexPviYeWa
ABUxvwM6M4+KdYfIqHyKYokOeEn3UYhPvUaylMdsuMGybEIGlA7qZYwz76/PX8EHd4tgjWPVoHTn
FxxtMNHEnpy67kB/nak3MejqFzKhoFkjODjDKrd/hvdfPX1+Uf39VfFLsDXu1FnPueNPr0qKaJ2R
8elZFTpkRUi9v6auSeqg43wlKibr8eqIGxfAJqQ2lJtU7RbtstHL/sGe9JSgw9rEzn5Gh9VuGTE6
JvwtmU8e0+0xZZxJHCm0s5lsTcf8E/eC7cvQQoYykZjEdmnMQvFmKl5rF4+JPnH2dfNVsYTdiXP2
/ZEOwYFDXYUIw6d+PH5R8typK4fZoSIHsWvNLMf0xUE5FCbV/vPn+u5Sr+2mTW3m2jBeV5/Vt9Oz
LEwxoa8cOOZ6f780yrQLW3K86jgW/3bBcoozSlqRa2ATEo8Or5Q4xVxoI2MuJvpJMGpNuEfsV/qq
otU4QGhh0Bh1d2voZbf9/B7f0z5YrM6aYoToDu+o1///5kRiPmCIEAUVgqlcvSu1GMnDzDwc35zq
bJkX6yYvYQBiYbQEACnGdZd21Vcthusteyyfs7TprjtiEOITR+W7U8vilzE75xteicfW0XmiuoVB
PL22+CnmF1exI60LEWXG+ef3j3CUZ3uwd1PhQ4de+cgkeqvm+nG9eQAik3pB3vfkTxWcv22C2hkH
LRu5+wbVmfMIY796VCexsrLE1MJHJCoCqNSoMOZBijjN3ghMSfZSzGjGa/u4/emSjfZMYA8R0XGJ
h9+VTrdebsZMVe8UpRm+FE7XN1jbqGnkUSE1iBL1tAoZG65yIQ1r/HhvElEmPWa4PZmM0JhBnJg8
xRscQQj10ciQvHLTJiwZyzLlJi0gZqA4mwn+dx2iOANrpY5hYZLJH52mQfvUixY2k2kXkvCpal7+
yEYmll/FeaxeYKRjVudRkzGPH1vZDbS5qtrtx8waLM9y83Te166Cj1HOXq8gGTFkdyaBRe3bwplb
MjkiFsSL0Yzim9tMw28cUZfyLC6K1MXtz6jhGbbtHHvsP7WxpXEFMGvhJJdBMQz9c5hj5AWSRAze
oEQFpaWcmMuLoWhu+qJHKsGLCiE720r0R9jRvA6eETcBzTbmr6Qx9QoNWiMJYArNFwBn/WIhtRDt
VJvV7saqXEzKijkvrwCAtJRA4AwxB/7NKgweI+rvAP5ETAnqOozEcdrAvhJ+i/RUa84NaKId3ZGd
kFsYEHFhc3Wzbu9KEbXqrq7coQ7E0ENjHfty+Y5Tlvqt6k2HwEokMvhYshgcD1QHLT8sUzJKZDfW
XyJzGn85ejmpm9LFjbBfwkT3mqYuvmE5ZolNjOchNgFWZpAASktXeHwtaggJbiwZH8Pwjc+w9cqy
HXaS5ZkKAak9Y3iAIX7W1JoamKmKqNVWKLgDqOGrviSbkRjCXdFfzKRvOz+klSfxkMMRmSp8hpZj
QGu9skTm45HAVF1hRV24nkVxo1Hxk3KK+qdc4QJMWup909c1vmiaM87whCTez2Fc4j2JJbpt7PBy
mp5r0F7jEpdHd6tKqzM3uFYSbIXpIkr7NDHbx5ZdjuizGBvdPG7kFYSj8iGNG/1egs5Xm46gQRlI
ZZ0Uj3rr3rqFHt+n7uRa/sgM9lkFTnzulmHUmUO71mNBrWZ5c6MtEOchl8LXIe4UYyunESLA/AE9
wNSFStBqjH1hmir6N6TlNemOS/OLBkDui8wwUKAVM3lZcSzdX0xUiYHphqbfluaCD00vTB7MQBSb
9NrRdghVBQ3mFc8EePgl40QUvg50aK/M+CS9uGjc36Kymsd8YdyN8aVhwmTRtfpCm3v3zzwOEXuB
FZP9onZWnAWVdBrpYbQUAy+TQ47lKIyoMuhJllQJ04KtfYHGL7um/A97r1UqiHnMhrGu/HynfL8f
r2CHDkHVgoyDU/jhPpmQBJcnI8NeBGjDKihFMKHUy6nz6F3txtgFCQrpWqt3Ipyzw8v0ITQqUEtA
YmzsBxBxaf1ESal5cag456yljiA9B42gWc+7PK6aH3ANWDNV7pAqs5LC8Ns4m2YIM2jn0x1I8o8a
K6FvFa+hPXFGfXR62tiwI2dxQITeNeEdc7cBdFf1+9i0y21ExNy30nIALFJgtguAP0LpbWuabtl4
wtsGeHlfNlnydSyjjEh5eE8WEIXWPgCDpPLEz/uggKHJRaLPr9NczvnDZ0kNmpeIQojtLlLjuV+1
9ZWJCWtVxSdK0PcdEK+NghfeMsziFXQ8vBQsigqBOEG0eL5F5DdB2qfqdNI/TEWsL3Jym10lZ8cH
LYqw552qiwGE90Rz+P4oxxKCmd1rKbOa0B/+CBSNBocmcGdR6MpuJEADZ7rphyF683oAMTwxTfjw
csAfgBEY7NBuHF5uGphCOjaz0CEejOtILYrnyVyyPWIEpE1uEp74Nt5NL3jGYC2IcijX0P0cYQIk
f7iKmjC+0hUk9U5W1K2nFOV8VapxtAnd0CYBcXFuO5CoTeuEnH2fbwHv+oz1BzDfgomq4912PKCv
yAcaMViafLWyqyCRhX2On4H9JNL0z4Cb0uMUm+Lh82u+X8Nck7KMeY2pw645umlVyWNMxiqcEJMs
BUFL6v0ELQQqavR3DsU/suLXDJujUtDWNJ3zXdC82bq9/pY3pWDozkpsArr6gFpJgqOpG06ebE3r
xzi6tryw46H7wdwhj3ZmKpjSWmqSXC5hyNHOl23eYskgHxIl1e96JYIVhOJkkbtB1No3i6zZxpsS
cY38KfyqgrSTrCkK9EtG1TIQUJZafV5Kg5A4C44h6WZ9/62s3fgpVHHWCEr65IuRzK6rJRmceKub
A+4Xc58WNw7WBBhzIkS1g1prlt2Ew2ESpDkeQUQ7puXTbOM5sSkUo34W5FGvscWjScNmwpDpFXKj
SRojwdEfVSUWO9uIhhdmz+Ps6d3SArKNOHNdDTB4mq9DQS6xz5TKdgG+hoQTFTHhqbHBR6+CVWbR
1mLabhy3JUAPvSWMho5oyn8UhaVfTgV3pwwjVCwYHqfccz+4Hu0Pg00aPUCoV5Tozasn4ipZ4CZR
wLgaNqo4eCgQs+y68BV2NuyuTfXUlvnBykYCTHYsN+iikDnardBtCUXje4J1uyzXEweaF9UGsTVR
0j1VPREDMbL8wLa0ectIjPBqempES9Zj7arzGbw1ZzOkqhGkSpG2J/a2D38cBz3WO3TbjnM0yFCa
0XHL1YC0wbX2wYgB/dN+sJlgWdZyos/+YFuBdcu3Dc0DbPVYedDLgkg5w+Zabor5U9M0l7VciEJU
Y3J5mirehfCrT9yg/tEbp9M2wPyoM+zjyBBZkTWqCO5wiF0kUc1sWeFFmVmxua1NfcBhv8OcYmtj
T/cQNwrySTfEFVfDD6MPYuxg5ku+SI65OWWg5bVRkf2qndDIAQLT5gGKVn8nGMEtftuZzbRdigbP
9y407Q1zObkZRJo1uxrTrxeowWCEkog050TR9n4kSGOvY4eJ7IvUa17l4ZY28OFOIRM+LPNk+z1h
IrVlgIvH1mpkghkLceGA7YofDTDX4hyBPDTF3kRaY3WXbeO2Z59v5x9UkfweB2Mmem5CuI/Ku1ar
QxfyNLzNss4SqljwGQ/oKDrR1yNIPt7LV0UXtQ+oD1rnYxCvRX/q1t04+mo0J2dSU6t+M0OU/Trb
JbJ8q4TECfqVxk+4SYjVoxd7XOjkBYZJEwQGDAiNeJ+QRlkTH2sVtyq1hX3emJTfNOWdhoWlPU9f
mRxND0muqK2/JCO2PibuMwmEq3j1/QZkvMDLbDFJk7Kq33S+2p9Mn2yacVWUt0h400t7duObLIdK
7FlK34Xkr6pwtNMxbB60hXAFvNbgsfnQiKwXnKDyZTvjKcOnoafiFDD4Oj8/GIfA6gOK5IwHycKI
3jhcMFFvY16R1MKHzaxVgaWgi8X4yRihxCwDzENbe2A4p986inAh/WH7UJzDJy7u09C2brPBLKOv
lB6duQ1B2eSlEk7FUzmjhA7qzGZQ4fLr5cbuMD64s/FHxI7YyJP2r0ig/zNc+x+LOvOfjQH2LeF+
vzmLSLj7r5MAf+EvWwBF/GdtqWisGJBbUB5M9v2//PIVTcWR12EfxPl+JQ2u2/B/jQFInFp1KCT5
UIahDuNv/dcYQPsPmPUq518Bc/7+vzLMP9yTBWXtCkvrGnQ/UGmaqsPFh6tP14Hq136j6z8sTSxb
t670TboUyg6nwL99mv+x4DuSQf51PX75Ks2HOkZRfXi9TCeXvYy5HiKBiHCGEFFFTUTKdoC8se3x
8thBp4NiZgiU2rElHin78LXpzWpfd+V83o/T7USC9HmSSzL0pJ5tYKiW6YnC+/A0fv2dJDLyykA1
6AlfC9c31YnrVmSwpaSsJHb7s6nG+Dw2GhfDk6Y5sW++fwN0i3T4Ki8aBerrqfnmSprs8DfuOI0G
N252GJdaOyJ2SfRMneqnPcHSfrM4b/7aWN4mdx2e/eud2QBVKzWA1QV8ePTGEz1PmEpizalnDG7m
lJ2SCUri48I7X8mxbL3EUJzg84t+cJOM9rmapgGaMG04fO045RZQq7HFLA1b8bFJWGXwOAG1cm7O
jEp5+fxyrzkP/7un/nWTLBGdD8umbTvum5BNkjmeYFrOzAjtSZegWoSxCiu4Yqz4mNLzUZFLTbkz
7Fpzg3BprTuM2MRvW60QX4xGTWEUza1WbixMBnBWVwhl8LmHBclQalr3uTYYv+KRZMEmEVia1vri
3KVFpTVnn9/MR8+OBbKGbayi7mMEm3hlLRdxTQbLoDqXZdtmu6KbFpyosmpTSv2UBO790mcQxJm6
LpDV8fvoExUpdsRqDBYi1KS5UHAS3et5qm7aBueBz2/tsDZZXxM6SopQyl6V/169PN6sfXK+Jgct
Ww1DOjU8Ov70DDy0PHEV7bAy4TJssaA8FHmr/hqm3eHqA5BT9Jw0TB853oTjr5tCUA+d52kwNEhg
qJ4EDgRBGYtlI/Kq38kaX1roZtb15/f77tuDwcXSAtmi5Vk9Sg5/SGRbrYL0jIDRgdGkM7BAyTIX
F/nUAhwmsIKNyNVOFPvrB33wLXBRMB08NdcWG+X94UXtsUWmwZQShzcj9Q2+fi9sCJCAvsvECBfL
3aD2TpAn9Uk2/AcPHvoDmyg5hzQcx14w8GENgd8KtnmmYXuI9zBHTmPdC5VCv2wVitIRmut1arX6
hRygPDupHXlOqJ8SsH704FljKju5oWt0nIfPQJMhnMIqrf2sSNBa4TdcQFPwYsKR/ChySUpSnVOF
9/vnvnLZgLfY21UO96O6zirpwMoGyRqWn/VuHvTGX3pVoNSLMFbEAM5HPwVGPETliTf+wYJfLfQ5
zQXvHvrQ0YLvQ8JZMJiv/MqyU98lW/uil4i3jTJKvpOFnQWwfsrVy43UM6vFFE3ixyVbPdp9vuDf
7SUOPwR4BGYtaC6Y3+Fzn1JmZvj/wn5nnOG15TgBLzVkRI1Miz+/1Lu9hEsROgSWi4UsvOGjcy0f
m0HvhV39P/bOI8luJduyc/ntj2/QwqysGgCuDK0YDHZgDApo4RAOB2ZU46iJ1QJLvQiyGJa/Xb3M
fJmJuIDLc/ZeOyI8tzwKUF875DkfXWJ/fwqjiOmE3htBDDv22x+EfD+zKdM0SM31/mDmdX6vAJx8
sF3+/tpwskInR8CBckp/fyobjVlBPBiaCGSsz3W5Lg+ZXUJOkY25+/tr+31msKc4AYUAmvaYkd/N
DKKDZTZZPErrM5z0IAmIX899d1cXuH+CFRZvVGE8/UC79PvkYEPbzOQkXrMW+tum94+Vn6gTfKYm
tojB08r9svFGVJU0l9KYueWPuDTrdhpDd/xoNSTFjf/rN+shGBad4/ZmcKEH/4tA/I9Hr447WqLq
yoib1XBO0qJtKFqb0y04RmxcqN1zKufAsUNwl+nJxQD7WdLMvGhFCu9Pt2uruLYXH99ssRaAF2y/
6SQlYjdHq5q6yy73YMaGAuvIDwuK4mcx2Vp9Su00u8qGOh3o+Znk2ncZbHL8kYW16xej+cT8GzE4
OSCQwIr6fhWldECu6GO1w85DYX/urD69K5KAFt7guRiBbD+Doo/RFJ2VD/r/Xk1rd9MNUv8q/MXm
VGIQPRcuQZ+rEAxXcD+uDmMI3xxZfXiw6ZlJXWEUUfYoPgV5Ayyp7UraZ0YLf5dCo8MluYfGR0M1
Ec7RnjrtW5Ir5xMndvzOHKVorXXrcFtOg9OSRUAqA+JD+24twKTuJIYbuOoEg17mqq7ohMAVCv1c
F/Sfe//J7gNvxbEK6X+2LKWhwU7Ap6oJjWI8z4n+bbaE+WLXs1bdCjPbnOLLoGiZt9BPwdwo+ux1
QlRCmAJPZE13e92JJBV9zLKGY8y7FgO22BldRnQP6VnZlUcEwVMPR2ChQympubZBZVBBaCxE4csy
Y3hbKgfsslmgNVhlmXlhW6U+VQ3ZaV6cO2Xe7+yCIjD4PW96ms2Oy0GmMq1Do5HbLwOsF+xQnb7g
5xo66exARfRfah23WwQedOD6onC6Z9JroTFBECIb0jTYjdZMdNcdFEbehAlmM2Iln3WSoFbb3g/Y
eeZ9MYIQosnpERhmdhYtdM1w8zoSnFY/AZeUm1a9KOrY7YIJ2iNOKf61rTfPQdetc9wHvfZSAZiC
BaZSzN2kj9M/CTwoU2ONsS709UI9Q6EAT9/6+JIQqOjzCyhRRlFPMN9Xr8PJE87NKG4zZ1iI3QvG
zoeo5ONP3du2WK8X8PbuTh8pmsbFpKpDNrmQPkUytTKSIIOn2F3S5Ogu6+LupwKqbNSR84AxkMgt
Wo5Bmu9KOaJlSBLovrsJhv1VPlflT3A0Io0sQ1bPlevMt+6qTzXHYwjDEeLX9NpEQUOuAuN63pNa
AeMM03x109Wm9aRT+iSn3je7U1Zb4L/SAf1GTd1O7gNKUkU8j577St1ufSw7m4p/ijiDFHanyb97
cjKI5TKG8aX0p2SIs0q1497qLYJOXDAcLgoiQeTDQBvsNKUr9Dh/Ace6y4FNwzyFGwryEvhWNI4d
3v11mYkJKDNC3no42ONuhP0SxKu3kgVFUpKLtNAxtAsE4wZJn3aS1jFp5isSqSx3gtCUDbM8A/N4
6VIZQkExNdNAlpsLtGKsK8zcU6prY1wvo47J29FIQWy0yiHiauyW18JyUPP3mshvR41AnHBEJTFi
Xa2h17p+6342NVn2gPCqvokbyHY7rxKCxHJJX30yJv7YhLLuYwOM+K6euTocZOempFx19bFDD36/
zWf74C6NcCNWJvlCkkvwPJBSCX89BXoQTgsMTHy4pJGCpKuDHwG9nZXLoT5fYEh0UnDiiwn2OBP4
vebZpGgwpGn7kI8T2W7ggVuNIWoOlxT1nIWqgF4hRHB7d0v1YDVwVUMSFQGs7ROo9xJ5AuEr352R
LLmRu3B7mOXgjCdyYZLYSHXUZiNUXfzp1ButqABLdO82edNF6dgofLOyaMyw8oHQRvOsdHnKBpHc
lHYO5lp2BVpth6gXEbrOtjwb2VyQIZFYIzbm1Ho2aXY9dkuijwdnMacvNA9FdbLGWZQ7Y9bsz0vW
mgS4Yujrd7VpbGHw2SSI4SLvK2zWofyReVlwxUzsvkAxbr+5wHpm4A4t8qXOoICOrKmWuI5nbbng
Fpbd6L6oyp1OEdaEf5A630F89UWUa535ZSpJ5YH8HHQ3xSgstA/NpvUxKGBdGRNOLxi3UNX30nUG
ckwWW/k/+Zxzcz+PpQMECNIJAWu1vUCAH1Pze4H+E/gC4yYGO+E9DZpWfVkzT1/jTDPggyjSlvQz
QTkIw6txa3WMdTF/5u5XJuwgq3OzNv0W09F5dXtMZA5CJAczVGEGswadrbVXl13pz3VEedv5Jv0A
c2KyMBlCarb49/POlD6+T8XNvJY1sjm/bnuHTUxDzoICXDsJ2WKimYVa8UwbLRzCrNMQ1SXF2lwW
7jzoO8pjWOyFl9ks5t6akYcnGk07mHZb3oiSzMZYYMLXqLAmydNC3WWIVCMIXkQtWz2zaY2svLPT
7TpKINiWu2R9Bfs9ZDtG6PJQT7rgbdQA1UMyDrt0v7qtpULRQuCIp7EKev6p22IkrUuBvmysYekt
jZefYLe7CB3q0nv1vaS02AOIidmy8VjWjaxf15Bva14i8DH7aKi2n0BNpP8kbPo7cV55hNflWYIw
KdAWJmVKLyQch3b9bLlrx3yygSMiq/Gsn7VMapjpWYeLEg8ty+mkVc0LniWtiMqq9Ul/SbOMYCGv
+yKNSdRI0xb73oaRWIXAbgvM/jrmKYJ/jG+e8PQfLqiM2NM5QKG6kcnPVAJeDEcfjfaOIKrkuecm
Dd7bsjonnusyucz9yfpurfO4q0APfqmBRNwkGTIH8MBWf1uVmnmltaro2eqqF8/V1K2fk1UDWzoZ
Kd2DGdmxwJR7WndsLIQ472lOtKe8JVom8FpEG8JqYAmnrTb9aLt8fXGczH7UWnu+MD10b9RIhz7b
Nd40vMwDDPtIZPUU1wkipivbauzhWKzO/DyTRdNFvDj9irBlkxjdwp+w9XfrV0VMtAFHeS0fkeGZ
rKsmjW+awNUCtroaQZY7HnQIJ6FaEQjEp6bYwHhjU1akdUrOuSGOWSaWXsL07jsPe3k7UXuK/e2/
E7HpLj+TCTlGWBtWB01PCliYYyGNh7UFlh6LelmfoUwB3hmUs1wX8JBJJoIsk8Kq6RBtF6MK+ntl
z00bSuKsHsXcsTLjv3edPPQypwW5YKRDsC+aBMQ1NbHk62Ra/fdhHspHl6iQDs3iZHahXrQDYcVb
YYc4Neczg9Z7JEypO7PPQRcEcqK0mBAJPC0cB0UQE7jpEoZUtbmIvdmHiqybYsz2CXlcya4A/uZg
0EZCf9aJ/jiJQVf5QSs0eAsmsVafAWawIbo1PJVIAAjw2FHM7BJqgLX5TUrzlQJBBzVB7/OAgLa6
eBW+IqoTzzdkGhSAuB7zWuQX9qIrHM+ADu51lIEBMAazTbc20vAwJvwPMYdn85MB4APPtwRnQlZq
/bK0jnm/9Xe/d7W+PBreuKDjLXJdwU8iVw2WCX4lLh968gJNCxYtG8GWRFlpZnrMg7m5G/IWUXLl
1ZA9yESwbkQ22NiYUR1AB5xT1ndfpvNT3rg48VW2cE4bi0nwx3EQgCfnBNptD71xM0ebzUm2KUuS
pWnld7vUOfBBCO/uFiMxYbZCwjx3fbfooTdJn6az5eTBQXnFdkyraYntSsv2A3JCuvW20BIg1Png
dd9hR6Fcbg0zyVGKDCu8jhSGvp+67pGoseGAIteESLQ0ZSSNxT22lCD4MtMkb9WScToHGEoGAZJj
u4x1c1huNHeW5MWZFGTusL3gQkzWbK7ZSVbjBzEu9FUyrcdmAUUQ7FMqqJqrOqmbMLfx7sbO3Gbz
sS1ntRtsIPY7t6poNXgTGtW+9xYr0qW+gYdYTH8QjEJCnD0ZAo9IuTax79U5QcG1kbt7V06ZF6cN
wXjUBkEARKNZNoylPmmxwpcVcS5JydU4sFiZo2bLAIkQsHpXiLNLa+9JpVgHOBGGvaeT5K4ZvSJg
ad1KcNqi63dk0ywO6lbRWsSmTTQwqmVc7HgWYrzySByYojTYsr5KhMEkZmYcJKnHtkTOOHNCBc2S
P9zUhh+ZElrWcBqu+YSqX/sjwBdE01lvJXnoSAT9oXSleiz8eiajtS2JQeWsfyoNvF+ECFreSTSS
AUcEoX0/STWfA3oiz9LQ4bhMTE2I0aNQXxLTROJHWQuojeA8SPOgM/eDI8aeCxxb9a7TbHWXwB8n
YBxG0iMdfg2KeQuHnWLXtJIDSCsFqBCiTEJ6ORfAOiikuieugZUNJK5xm0JD/DEaI8d6kWRF2Ft1
/TOwxuEbtn5fXRfD2r3AGybmNsPORlErQVMLUKXt6rtpqK3PE/JfIoftDL2Nj7iEpOQ+AIyS6QMz
J4U+Uu4y9twsbqA7iTgZuvV5GHtbXZi9ohc1FMq6hgTnVBFxCazEFSFdx7VfuM0phr0bDpVnJ7uB
My/pJzmpPbPfm4S3qJWUHk0t/SdtMQMZ8/GNG4gzxKoAcZFxNQ0FwC59cM60+1yy1QuZ8cObILsM
Bhgucda6iH35vys5mxht80g2okvY0ajKb6IygitVNOMl7ORZhkL07hpR1qxe0CWruzlNtB+FvwU7
LxrourMlyemLiHtGqd1ycr1a021NmZNiNnack7aLCu6SKuTS6R9M4Q0vgddUwxHRdH4arUF9JwaB
HDzk5hPYZ1/L05gGOSWFwHLSV3uydD5Yi87b5XRkRUr4sF1lZczlDgE9L1RgDuOqvLkRbeKXcYuR
emBBEpsIjqRwqBX7ERbiMYOJ3XJgtsuvK7PYiRdtqi8rAsP4cJnMr1Ff2T+LfrF/DLlJBGbuefLI
4Y0bnEL698lcPecJnzbrhUuyTYJrpCluEIGuAUiVoRqiRjTZqR/zFnU9yOufohwKoMneqNIXgA02
5WeTbKxYDr1+pjbh+NC2UnJuYX5xdFTYBk6tUKXNlRHK4l4WAkVDC0CjOrCzAk4eEdCCRlmhjRMP
02sXCr03vwrLOWtPLrknE9+Srxzhum+jmRWk4WJquC6tcv2ixnG8HPJF+yJUrX0hKIDan61aEuSy
JWgsrAKCTL+AnXOMtLnrxZmUoiXdc2PsvvbEnnvb/F/MqBtboEfko6T+tW00mEzIyFh20p+haFD/
14n08e06HIPtmtxaWXJfDUObEsNdbUFzvVE8OeNsfx6YxOqEq8/+QeD1ei+QL6Qkqdiw0/thA0a1
heGMqOoSn/qL4AZCuuWiXZQswvzHZes/oUKqg0Nu22gbrBYAFreJaSg3H8DGkLKRep9mS/qXAdg4
3rjMspPVw76IbDsTHEmbyXr13IK2BTC0oSFBy3Nk7HV9cR5I4+xYfVuCjJq28mhjJ0oHzj1C+0VI
RMktHIqChk4VuDUJqO5Uxz3hQtc0v6CQEfQDgFiM6/Ap8Yb+RuQWxWm97LKECpDb2ORTUaEh3Mns
v+cLB81w5bAHs1fp0129ploWu2lZfqbjw800B9hnnXomM3tMi6d/p09dKc5ZgSmMw2zP/TJ0BsMh
OZ3NZo75p/54Mxet85obtGnCblw0NsNmKp5N6HIBjXgbGL1bJxWx5Ckad4YkzLGDQaHvJ10z/3Ll
aD8AO8/rV7Y4dTkYtZvFW0ky48Axk6zaiCJxYjpezi4FuNrE9tiioWdZSojwALZyK0hm53pQmL44
Uz8pLrhQLETQTFwoIzHY7nqpkR5ApKakphCWshvGLTcx53ivZGCUD4rf1uznSdtQDh4BGqPlcjmy
fCjmqSWzeecupnxl/53GPeaG7IpItNQ5wcTzmlPRQsMMaSK0+C/SbVAWLpTfqi3U538HXGjozajx
caki3gIdW+9nPx2v/53oWuxS9Uybt4JeHuts2se+okay/xeL5LhfDcuidf5Li/ueoO+KfkjWeUsN
KaEez9RYLjXNmoh18cprUWvJQ1K4wwcNjd+7ODwV5JGj08XGmOW9q5ETYJMCz4MPXEnSRggUMYpo
LqoeD54oduh0k5NhQmCrKAWTXqFM8kdJ7YWhaP+r/Qj+ElqWGxbCplfgvmtlaY4/tFYK9G5Vk3nO
xWQcltxXD64+rh+0SH9rsGyP2jCz0F/pQr/vGJlTT564zTpH3I9/QVwMcevZ1H3QIfvjUzZbOmpX
mjjvYReDgy1deJz0rdRYd9XYag9NW/YfSDt+fwoH0YD7BObsTXSxtXn+0WmgdkgVduu8TmTa7Bsr
Ab+3NR3Mf/nz0Pva3phF5KHpvzdDNxnKuTkb2wgVsnEU2w9pU2SQ9ZY79i/PBI4sFsCaDZrOT3v7
k5Yyoeohtr617qbndcV/oKVVcWF4NfXUdQx2Ew6pDxr4f+rYWBSokTBuPTf7Xduc8LesM9gMqHBz
iZskB/QZaNWhd5pXkRhLPNBijQiAqj5ojv1pCvJSUcxYaPTwbL77grqWbGVFKNCWNNEwpkSA0w7x
O+cC25d1qSmTEpmLmLvv+umipSlDEDE5XfFKQOIHb+FXSMv7xhUgboMZ6JAo875x5cDnabljiEj3
yu6+HMjANiU1tVlhLJSzvERtDsoHmx0U11GepN1Xx8DGPVBm2wVO5t2+Szsz9lpP3KLBMU9JatD9
IA7qgwXzt5EPr+/XvEJ6Ssd9E9D9c+QTla4n/ji1EA2VeoRrBBLL0svj3wfjn56y6WxRFvwyLLwb
FyTHDZ3b1aS91aZ/1bTeZ1Vo3d1/4iGesf0KhFqm927tkxNzihA0LjBWaR9xCle3AFv9j0baNpLe
fFzemI9WCTf5lhDwfoxPluplDfyNhuhkX1tbyqdkcbnkiK2FA52A0Ah6wFeDnd0BwAQNOEwlCBmn
MMlWKZpj7Zj5hY8166l1pP/17y/hne1qk9C4yG8cHLvw0HXzPejABMsJraZoo652fup5Kl6mTty7
89peWMCxztWwtNHqTFRBvNmbrgDvABn1pvnaTXGgtraiakpozvPf/67fVoZffxYyC9RRiHz0d9qW
PpgWm1J7G9WdUe/TNqeoJQHNBbVbnlchMUM10NGW4Pvfn/uHr2VvQ2LTaFLm9N+tC1xA8BgYDApA
u5T8E5+zY0LJddbrj7QA74xev149z9qkng4gE5pmb+cSxV2prYIIZVHW9FM7mGs1ieq7uqJxPMLn
Il82h1CLF+XaCfBeVsH6USLCLxHyu+G5kUzgMCEd3E5Db/+IKlg4aY90BaRtwrQ2S3NXIe8JPR3H
c8VnPxmLCs6UdNTXThvNL1agfvajayDzoWIkTC27Kf2hIZtTeLdoTkH+4gJ3HzIywHFh9ERZ94CC
TGwBhUMJI9d9ilf6RwLUPwwYWP4Y3H1fRyjy/sNRS130jiR0XBb29MMB1HuPLaTeOSPi8NVLNATg
iB2Uxd3m70Nm+0zv3qDjQVDYdhFGzXtNDnaWsdMppkQ1T34ldVI/4DIy7xHr6PdiCT6aGn9YHIEU
YenEHsgs+SWR/Mfho6HZCi/arKMKAeE9WrbpZmls64Nf9YeJgIffBFngIGKHFfh2XKDjyAsDTnLU
8GEfwH8KVqw0vwGAbtz8/QW+A9H8mghYK7BUoFaBVveeG6ew/rLC4J/oRyOLDKuGAADt5cLAvQ5R
C+bjOOsGBX2duZKb3QFC0ycjTy45pSQXphQfLD6/v2HMayhJTOPXoes99KSrBI5SIpsjWzOKgz0g
5oJGnX6wlf4+blDmIFbh/MgygCjo7RsOzBQzPHMoSit8QQ32iBhW3nxskOletw1Fk7+/5t+/KM/D
UcpCQ0wrEKO3z7O1Eh6fyfNss8n3A+5V2MhGslmjPqLG/PFR5ACx32H9Qyr39lE55dBKqK6KvGnq
T86mQlpL4GRQWYsPxukfvtUmRENOv0khkcS9fVRQ0s3yKkaMrHLopLVrHzIQrR885Y/fCq4FwxQp
FW3Pt0+BhE9a9swPSmgu8pmc/qKhFhSNyqY155bygwPQH1/gP563/fN/zHFPCdCAveBX9dP6IFxf
hqjJi32m6o+kun96lMVex0ZrAdJy3521+mBIZtgoDMOu90MbA1E0jFV/gZPf/uBy9qdHsdE5XDkD
7IHvOSSpOXfKkDSzim60T2Dsk9BStXHd6qMW/32wv2ORbGsKGnhuFIQZUVLCtfT2DQJKp2s8oido
DNN4FW6LGhby4G0H267Yt23vRhOxq0+ludLiHvoFM1fR3ZL5R5q804k6bETixyMCc/oiY0dSLKLx
D6bk74N3+yMZVAbCNYJkrbd/pD5ybuwmFllXldBpDBDaKeXlDxaa3187znUcD6BfOFSTWPX2KRTs
EWiD5gTF0dWHLKmrkxDuGttkIH7wqN9Fh5sBk/Mu+/B2ZX03mNp8civsBxW92bUpY9op3ifl03pc
YPI3oV5hT4ukv3x0iv19fm68R34ibCx0se+pP9iN18XmMB1JgmuTsEnTgdq+MR6lkVzw4tt7Pv5w
Zqiv16a05QX+tfZAOnW664DSjFHhyfxJGeWtTmPl0RDz+sGn/v0jbFxfl79yMw8a799MGoyqI38Z
oYPpTw+anrZXk04FISPZ419erDZsGWMKrT8fwXv3vUVdkumh8jKqtCD4YpqlH0qa1irux6W9JR9z
+WCy/T6MsSBiK3AMFkiwAe92lgKkVS06BMnE1g5P/mwt936/uv0Hv2v7u98etDjYWb8siAyy34zF
nQNO2i8VUndKredV1cjXJiqe6MpAGKNTo4MoocOeSBpzw6CiPf73ReUPv5NqDCdl24PpCWb07UQi
PcAITHyGEcfoYBe0U7ErM5U+/P0pfxgpnCSBM293kA2j+/YprJE9eoSxoORtyftxkXf4H+rPTsVW
8/cn/en3BJhPDHw7bNLuuzVyESkcF00i9dCJjky6Wr56etA9/v0pxp9+UIBNAZU+VR7zPYB5bTsM
ORXQe6X14NLMkc4JLB4Ve4CL4rwM0p07VEtsmyONpmqZdsqdv43OABYFddOe9jhSwWIZIwM3yX9i
UDGstgsYWD0uD2/fNkKWhEPXsGGJs+FmQDEVNSUdjXVQtNaYzVzF3aTZkw2G4g5DxAfP/+0b8F4Y
NazKrgc97P26wOLYJxO8mbAoZPmUaUF5BdDyw5TCPzwGJNpmVtz8Ghw43/7Mkvz1gQ2ZZApUDAvy
6yw7YItFo9dUVPWJnfMJ4fARyRjI03Z1tn61jUweSpR4Oy2fxh0ZuN5TRv8l/jU8/r+79N+2mfv/
dpdG2X//b0DB2On+r710+1/8r9Rp/z8ofVElx9MCD8XcHFT/011qmP8Bx5laEjMWeOyvmv3/Npca
/0Hx1vEpa4J2345A/8dcavukThO8h+CYPhbYVOvf/ut/eePuHN79+39aDQmxfjupN7DQBk+hOs2V
jTOW/W7eLGnpa/AztxZ86z+0dGSxrgVHquZPBeGbJy6+eMALnT5/nsDImryvVt35t3mtezs2piLu
/VfdLu9y4B+pIqe2s4dLCXcmxDR/tbZOcw1s/MKriybi7F3gM/euvSnTabS1J6ZnZEsLzsOgLqp+
OHaZgQiQvppTkP/SXvVssBriC7CDkMDrL26tf2vn5GiPPc7rgElmnXXCdjJT7id7l1WfsuBHqy5k
8Glc9aOTnNMZR09+afhPKPRg9elLKMg60gmwSZZDgMJFWM63oHvlr6NSc6Wj/wsTug51Xt+OhEDp
WFh9Wva5+ARU/7SUZNtMeytJLwYiPT17iYr1Ya2uTHxqnIXn0NG+FaX+tIKFmMFX+0EXKlEfteBx
rqlOm85N0b+sDdzECnrEgkAO+kCanVPVXkG17938gMCZON5l+pTW3YF3uYkGg5yyx7U5noVO3qGP
+Gtwfmgp0t5hMqMaOWxl3y6EFBna8NinX+lJABzjWvoALCKqzOJoAF1YDJNYq+R2zvDSZSayKv0q
s7vjqqfkQXCrv/LW8qA5/bdEpeeB1mAoiQ5a1Hzp6fNNtvQh6qCjzPPXst+r8ituBCssSSgm9yZs
tDw2zQP5R3dLYxwDqUWWdmMDLo9o/I8n7JPFXcpjsxS1pIUA4rY3PxVoHiaI9qTZVeN5Y680Uu6X
ieieiti4Uza1l5J4raikkOAk/T2BfJFn3CYN7UiPxOO+v01d+dD75RQKZzkMVuNsqiEojUv9opBX
gZxa7tLWv7CkXiHr8cPGX/e0x4JI6fAtZv1+IP0arWL52VLsUSZeCXs1fhr6DxvCRWy28mopPulD
fQCYSxWYMod87mgNnka8KoVDW7goSYJbzKcBSI5MiD5FVFEvqJLWUzBKNO7NBfKvIpJDe+MuV4jH
fxaeuiZoI256FG5je0hwDjjlCyCjWBJoBCr2Ip+G0G4uluyhFzNk6TGenK8Epz31aXBM6VhXNM0d
Xd4OSPDC1seeQyArzkl3yCn7fM9IxraN6nk0p4ckbzCLSjK6/HhZxutgeWxRhhEZc4dmDLFudaps
7Thb89XS6t+CynnJFuNb0X8O1uOgkZ4xrogC+5PdfqKPdJbIsurmpne8h8mqwN8FGaEiDENXHv0y
uUtk/TNLHb4Kra7Ing2DUT7Fq+lcT6scv3pm/y3o23P262PAkMt0/M1oNJSG/oFb3Blq8EumJc+B
zyTRHOsn2SY/MJMiK/dlQJGTZSLJd9laXJhatZv6NC7S+jZYkfAq/05NmtgTwkdrlATtPcatB0RJ
L4FTrjFoR+9GWywT0pB/ylo6cku6LARFaeleZdWN8oI2NmT/hBQvQnl0pevVUSe3uWle1m6XO87n
MmmOgsxvFhHU7t+MhETtsV5jiFfEsWWvhi+uM3wsJk3pKJtWcmQqBAs5iutIT+z1ppocdc86OseG
t1waDdOaetZ3/Ck7nxCo0DMvzMoTD22mXeagvk4s6PZBLE8Tur3VNuWtSL3PiVGLULb2QwlIw1vz
fGeP6NLIGxehngwPC1LAmg7/XT00N6IrDzgyIrIb/LNfzdPeTbv1mPQoxFpDc/drxtSkN1DA58y/
lOZwgcuEnAFAzhIlv1Ze+q29PDq1/txXyy0JIxeF51wbDeRE+2LSAPZ1Mv+BteR+nRM7zAP3Rw/O
k5yvgoSspciOAX6B3Vz5xbm3iXqsHXVLJ0d7scaAizrQQ+whAKHDYcFlJvtC7F1cfN7CbLK15JIL
YH+dC6EQj+PX6mwSZpxEwHtfkE92SzNeI4rJr/Ia4lkZTDuf/JwQNZM8mT5WJL2znpDm1qeCFJ2T
Pwbug9YTY4ZKK2P91q8SBOOfx4nimuuq/FM/dvPeWbLujgFSICxL80sUIoqIv4AcrcFuj25FHlzj
d4JAHU3g6sEhAUInYVcsCA411iuvD/bgufl4WG60KTukYGZY1r45+ozgFe1UOBE3/5D6iDr7qfd3
ada1J4gnFdKa792YPhBadLQItdsv5j0qVOsywSUcm31Hxi4r1i0GBKaNDNzmurdsjC/ZKF85jeIO
q4gnOXF/hMeC8Y/11myuEfDSnlylIGRpxXTjPmqOAidWeKyPy4R6E3zptv2l5he70fU48804mK36
XHajIsIo5iV3JGSLJFxUWZ5Gr7F37rTWmMDKl1Fl+t6ZO2ibQfZcpYDsacqmqptO6NYf8nJprmyv
KL+NeqOFHYGd56RcfdLsHZ8gEdXFC6rJ0BaBz5upjMOMLnrPe+dY4JqvNfG/qEwNBqzL/YKwj1vH
1uTOaaoksulyEINXk9tJODLSccLtEsgsN01jfrUwth8cuBbhkGVHMESPs2Xe4FkFot464nLSOSh4
n0xaqAeU8lbUF2qNtHZ5NYtuYpVQtPKQeQL98pdjzbnrgMkqiTRxtagD0Nk+X3+mY27EgdbrhCH1
z2vTfJduekexRt/BC2M1MCty7oonKx9OQ7pcZbVxt2re3rKa4+hMj2ZPejJaaRpX35RXfmkh3uAH
OfS89jyvDtw6D64/oZzfJ/YlXIrY2DLzWuecD84hKEmxyJELG3Pc1kk0D9l5rf08bPvpUCU+G5W4
ap3yHKj6JiVmr5pvxOAcm4aqddcdEsvd4SxCKMXBDXXzTiuZGrbRXfPuOUEAhy2Cc1c13gvqLnmx
yjVFegYHYZfpElGlBnlyqGdoj3BHB4zdfaBHq24nJwQM/qFMTbXvGwJex6zVLFoDdpPvRrHSUlrn
AIY10A00R4N0jqkHXBZTeF5ETk+8rugs72KTdLwSIKnQ1CfAE3u3pAoz6oe2W7M7uBPsjJnZVvtB
1loMsEc/uGkV7M3aZneWo7OzBpMiKTnuEeFgKznJtnZvZEFxmObVOU4E3l4SRFJ8WfJV3Lft0AKZ
IAoMWsWaPKCGxLpiLTWgO72wCCOC8HvjmAh3Refox6JS4rm31Rras0V0ly5xoC1a02C66pbHYl0M
DELOdEYJ7fysDXqk7TiPdyR3fXVQ9nOaI0rn2h9h7Kq05TxTC127LsgO3U9+kz/q06yfLH56SACN
d4cb14sLiWSrMrzuiO9C7FqN2NQ1IbkONwX57LNyotmY63Ofm+wenrCWPeuHZR2tzjqqCsWIDPLP
5jAoe2/ghX82KjOPVmlkMW3v4hb/He6coB4wIbl4nMICvtcTYuzgZJNsy0fdmoV9wjEF/1FkEI0M
QAwD51oE1rNV1ETWWEN1tqwZi3ZdrxwVu8X7uoLQCzVhoOa2vWE6zBCZr1SjFZ/7oPJPynDASJlz
TfZlU3Xy+4oS+qgkYjYtG79gGNZZEC3iM7TJvjJb/z4PnIOD8w9NHvm2rr8XPfmOunYWqdwcJ6o+
8CYx0aTaFYFu136vPtmliudlvjZVazOUUIhfcHwfYiHJFy8Wss2nMvli2fO+ojuzYeAvc924JPro
tlz86kS06iOOpycLHFUxAlCxFctT+z+YO5PluLFsy/7LmyMNuGivWb2JO+A96c6e0gRGSST6vsfn
vF+pH6sFpbJSZCilillNwkJBKuCAX9zmnL3XvmddPZBw5KmYV9yxxrNgBvEnpdNgbinaZoSp51Vq
MXtDDMkV2wUp0zlQArwckvmSioJ/RUTqFXGMe9m8MAaBuyZD6UkreCyQIZeZf24gRrABBE8NyjQ8
4OuXq0QQ+QDLkJTlwHiaB1V4XS94+Ha9BvTzRY5WzzoQ5itriqJDPBnlvRAVRLdxNu7nNOrWtL2h
HFNgAGOsiQ1q0tot4/phTmd5myQE4ObBTP8ktQ6ZTQYhMdgb30+LcwU5hvw+Bv7iGVuppNR6Y6kc
AtvYiFLeTtrnglgovVx41vXWV/HSt6Nn42MycpKGrXhUVxiYcTKNW7jAEI15er3oNmYxB2Ro8tXm
ypbw7eBaav03vM2LqYvA3zBV6w3pe+ZaM1Vl4K2KYCNa3DBngCE5qnPXuyOWCxeZDvxk9qGsE0p2
JCziQGXnOlCa7pCr3aUMkRRFtulsU/TtuCrCbanU2PgMH2WhhdvMz5vRS2kxclCpod2yOtjk3pvs
r0QQ7cxI15/UmimhCS0Lo2HSWOSFq+Z12uY4+Ju0Ooc4Uz2kthE+pcA5cpTjJcD5kW0Eui2iOFNj
h1ktPChRmj+MiiI9aI3hJYX5AmNXt5902vtbS63rbUvKJsDqeZRPuCfmC5zy/iEG1n1nm53YURNv
N13tE+ztkA76JMw2vQr7Kr5Kc0Xe5SmY96pIjcUdq1kcZ4Zqr6lR9jSUU32/KDVeRjttv/TsLw7t
3CkH1Qq1ZtNVWvuA5707d0keHxQ8lZ9R3WJw7ZO+3xpkqE0rU2byWg5W+9yawr9LsL/cal3EQtQ3
PvtcbCrZfadP+ufZMqA8U4LU8tUo4ILrshx3XYz1UEATvjepq26cPBmvE7NUj7MWcQSzGZiWnWl3
vqgUF2SMcvU9WiOr7Yrw68iEp2KVTPUgQNuFG19ZJyb9+Yhtm1ObY9b5Ezxnn0EzTeterY075Dbh
M06MunZ1LO1PnTQJ0TNAqOPRS8d9HcSG52RAfgjq2c9k/e3HIKpbSti1uB01zE2cYzvTFfmU8Gh6
FmankWvhROFjGhsGCv88uEjRh2+dgUp31QQGpj+/mDuGlh3629msABf4QtvMnc3J0FbK6UihlTVB
Js6hGXsf90bugTHRvXjITyGjNpLjXlvK6828omjZuCgCh5XRWveZUl9YZ5sV6qV67aNFxaVxp2Yh
R5gE1L4/RDso4OSWVwBR9XzWvsmst1Y6LPsq0aN1P8bZ69RF7XWfxvvIz3ov54DudSbaO2jUXiKT
58IX6VbY4WaQhhfrzNkkrNzEUFaxCQ9su5JPeTGaHM3Fc51l15jKc15zNbh3EMStVII0cLjWeL5t
McDfmftjOnCsDN9maiXU9PFQq09d6O9ll3qDoXUrgW15VYv54Ki+77apfsDliX1ymPl76XAqRLrp
EfyvJAcwvcxcTqPL+fEGWDEthplIPcvvpEuR3pofYvI3p5RqA/UkB+9T0YX3atRSHNCLgjz6ea/a
xc6sa5zRgxZw4NPKK1G+tuI8F+y0iEdbpXF2TdXDXmuJZUIeQPKgDFQy7ArPl+NKeYyqjS6qlHco
AourBq+xlm/izH4tSVh+yDPlqhmH2rMXQo3MyNvURMMuW3CeSuLyzElqz6P8Rqa0oH/iK17QkKcX
jC+WsC5Mcszx9E2522/Ybj21fPYVbG1Ur93Y74d1jmCYzNrlUBbjxHXSxNzi0+fjo75hYVIe26Dx
CFbgTCrLY1fP3VFNLG1TUXJufEt6tQODF7M26POMIqFJFrRaBxvDOenpJojjT5WlnYOk/KqEBMTR
UoSSoCQT7SwaslleGGiUF0NBmifklmbdhhSRhI1DiXSqyCq8I/T/M1E0NwGGTaZ8h6klwz/d3CfF
ePI7h11lUjzWQeXK0nmB1tKv2zyPtpqaXPXJTnZUJVpc/SKZr7RahTWfrcNYXgW+qtM2bsHQxIAK
Sr8xvUYvKbfICeqFeuokaCnmbGLu8uZoRP280upCkkggQFPh5gP4dVKpA3lYvOKXYI4ZhFZVPM3F
+KYNLfEvy8GTINzYCxxxnbTGQULQoJjxkmK1PRmBdeoaJadwpmnnLrfwDQ36eKaDbW+BaLsinI4F
hsouQtBNy+4NaziLjC2vLMbByrbvZF0Wj/oA2NogPYkwoXbgMWBDGPu4XqlhiTWD0O+TQsXpDlB5
vw5gDq3bpr2uk3mLeP0my9nSo5x9nDhre9Usr3UR8LzybFYpyTQgWIx8k/UY6IrgISn0dIsjxTpa
SA3xfYT7Btm04zNK63C8aGlm3meUFyNHVzZBBgPBSEN7WxSVvRHFFG/j3F4yBwrnRglxSw3BRczG
gU/yyJp4RRY8r7zzIkFf7OifMxXGrI0gZxGc4MTS4ECPpEh4pkL700dJjUodrEoSbYWfEioF7cKb
DOco2fFU+Th9ZrHS2NtHXk8p6NQlGkVUoQKQUKf60kdaeWZrcKW1zRH0ou72g6G7zhDfJFKxaTIH
r1ofJl5vzV8x1oqVpQXO3ZhC3u+S4kbRaybJGtwAQPfixkoqIhHSols8l72zaZJZHEqzNE8TpIxz
oYhoRx4ceexDR01mIkUYciqxKtoltXwsraX1qHcJjHandYVdlhcWnm1eqZK4dMc8tybslJw52Dbj
s2Zld46J07zXv/Xl/H1V4hvxpwobKD43tDSJm8fVg2mPyS4wmFGndqMaHCKQo7Zd9ahbnyNkRmfy
mfRz2BEJVbi2uOnD1EvVF4U63J1TAKHQLCwnGq7FFScv424SU7J12rm/z328RLMzduc41xV8g8m+
JpHlygw7ADux84mUBjaGEYZ2SmKU2Zl4u3w5Mg0pycayXJe0sLnTsTzFKt5L6fPDToTJMSx9N1fP
vTDHQ7yA3WtcwsAcPNErFEorMAmFQcuWFyK2dMkWd0rZqFCU7ap9Iv29qilXA7nFPa6MklRzET0s
6DVUOGIH2Cj2TLPFucOBmLLrE6EYDdyf0FwZmW2uG9wTi6lzWzPnJrFW4tl3qrXgtK9nuxor41ha
9Cuek4pYC7MqzGO+wFL8qDN2uSFDKgZsu4q2afACZiYYuYl1MC7fQqVyxyKpPHAJIY2SOd5YAsMh
RW7FPKgJnQnftImwaLOvsNyP5AmeRivQ90mXPNdToB77zqoPSTLssywod7Ga2avOh3+zykpSeLRF
4Aqu8tVR03Y7iO6ULo9dyXhL9KY69FHaetqE0UzoPMv6i9T8uIDxOfqAR4bT4DDII98m8S+uN5lj
9K4OcuyQac3Xjvbifexbr2GOvi0wDh0V5CHMlQ1OXFakQBKAGncsknmrakQ8Zw2+bfMlKQHvJLLX
70tnuGcYXLoMN0ypB6/sfsQJcNFBHyzzOJrKMehjOOoBJWA5DZGX65jne2Jb1TRR8UdhKO2UYQ8S
nIDvmQNkQZ59Eo8XYWtnKwielA7fdmZkW3MO4m0Vi0MWRPmqrtgLpBkm83g4GJmFJUKAl8eumwHx
4Cg70o42UtMjmAfe0yBXenwVdgc729nJfZ5cIUk4c0zFfmhv/Mm2WPutdGNDy8mRLeT4aVdVXQg3
4/RLzXDjlPUVxKBzb2g3MKyxb9aJ19azwuZGnrFRjasZkOhGpq+Ks8I/NYBtKJR1MeJVxq+409X2
AjP7zmyzYG92w1nDTFiTUI7ob7ruEtpGlfrNJ2SZanmEQy5qg3XML5ztJVklsdoMsTfmulSf8Kl/
Vmv1ja32zlacfDFubpTJuZPEzeRTdG797ltuRPrJaQy5ioqs9ERgDudJCY71xAkOP/xTG5jqipwx
Fu7rTElvZNASHse0NcuDok+7vDVid5bN1kJlPMhGujz+aK0NULqq6aZ31HPJmjeoDwCo2N7B2siG
bZY0jmumgZfVzR1f64qNUrb2ezZJjS8vU7K8wJKZGXdwkNXJ2SjmYzfhkODbDAIKYtBWgpXth99E
GFyRQg9xRxUUgNNiH5jyyWbZXCEdvrZr1XWCi7XU5zWFbJEI898Un/sCv6+j8/J3cTGfI41XCjOX
7yadbe6pqTzLqrgpeu5lHOU+72hGBdtqBiQVIpnPTPkJL/iqY0wPOslKbfetD1mfK9WtzU1qXUuJ
7t0KF0/dVeVXa6sKNymnxrLjvdc+pUIjfNX6MoT+54C1zSoH4ow9KJX3U31l5cqVMXYH+sFrRyW6
vrfPUeQfC9+pWIrjmC0gcbgoNryaWtsdvv52axTCIdioovxmcVRO1flO0ti9r5rRvIOphUYCV9W9
XgxxSAsx8EGfm2px5LB8MGDzcVRDuBB0nO8Q7w8uSbY3MecPKtRG4wJ7UFbarOzBcAS7SnNeZc7U
CMYMi6eYIdsUIQs3Aq5VXNVrK8m0tTCmBbvjIMngEFR2Ocq1LHZl350BdbGjUkkhAuRAFF+h3CRd
fVDS4KaO0XA4xjlU0uRQh9kW5StUAdkesd6EB2kowwYM3xNu0PNUJ3stwFVfpqPtUb6zV5CTu3Xc
ALLP1PEIYcZ+AKXxBot2WE02507YJiGbcnlnMwO6EfkCbpOnxlbRjfKoiHYXG6lb9PNtJgCicVK5
6QFI3IRtSANNKtxTGbGZElI5lWGzyZL2PFdiFWKxwIy5baevrV+dVfM2L/xdl/W46lPOcTUd4bTY
iEZscdWjsCpXopWc5741YDTY1u9aJ2FmYeraR3G8ybt+i4h8E1Fug3FOl9vaSGisxRJItaTCmqdY
69d2cWzz0g2NeytpzlCjTkFYXUeCbC5MoLY+lMu3ZnySet54XZMY67ZLxKPSWpC6rICzDDA3/KZz
x92hzNtE1n0YTOukfjTSiYza5BpEzSao9zE2+fGEq2NrBF8lx3BIL5hQWUiwpLLErsz0TZTLaoua
i1wSOFLPVjtu9PYrSQKqXj6ncf3iT8pFHRZtge4GkPZnSDAlkpW6PaWJwIz9gm1uXXLcjJmGiZfC
wOm1WKcyijKpRQIGgEx855hrJIG/0QGLmVvaaupWAGXuy6ro6OJTuUtQxa+tLlX3s8NRe+WXlnob
p3ZwVwdNdckzCoIlVpR9UysScpAUa6HX0Re0VMYW8FpKq4Z5aF03ePLp1BfJqqK0QP8RC8QxcXxj
0RJwqwjyrsqyA1mo58O27aEKFVluPOaR4PA2Nkz1saCeKIlo9MawPOPI1T6ZNm+wWU4thds0eGsM
O9irCVN0bKjFU6e1/cR+NRy9OnbKWxiM1npO43MaaM4qiWLc9bFBCDc8EKhZAsof24H7kU39OshT
V9caGnkQDqW/A9V0F9fKg91CM6KU+smf4B5BW3DtlEkUK/FNQ5QQi9UjDfNiW0ww//0hh1DHMSGP
lDUmJKLGGM4H6MSVm/jpVxFbF5p1j6gx9yIM3wbEm22Djb1Fod5ixmPLcts6zkH61HXL0TxLm1qu
6utnaBlUmiSysZLOV+k/M8tHLiwvasK6i8hk1Zu0AW1/ALik8rYM4a6ki0Gs3bBS9PZmGkaL2L7s
Ug/tbpYEDqXGGT7PZ0WYt/qgHGK9xX5db2NzwJzeDAlf5azsgiS+pJBX2RcGd6MaHzK9fSZAfQIf
MrOCG6G5K1NlQ310WEkjvKtG/ZKpmLYVqtKFrq+HkX5jR5tGS66I5wJ+ZXdfzOSt1jplrbK5X3NK
RUlCiVcH3LPiJPrWhtSz/IGlDcwT6oXSReOVAsFjc5rCqgyV8NrQuxunJW2FcMStPiafO5nEcFvK
184Pv+hqwfYaimU9ihxWrLLDod2uhnDc5Yq21Y1qY8/BQVq0fdBY0tEOjsAoH9kYXusaKCjASpdR
xVkeTtfo6FaTb0KdzLJTrLOcFrrD20e2jWUvc7IGGQsEhz9M0ypvqJBA8FBX+Eufy9neOmF/0Ixx
aSj6qzKXroo8cFuaHFn89vNUZufYb1j7nfBODS1lXUEKsHr/tsOEoabic25Me6Ptzm0ebwJqFX5Y
vglDUQkMk/cLAWJoqk0LmgLOFJF9XbV1ckff2VM+bdps1MmrFRAd0bmvhtQgK4ZInky/9Fmzt/D0
wi4JXrSQ5oxqKZ+h4BmUGbW3WJvkOo+/d70pIjvdJRy1sy/Ha6EGZ2XwXatpIeo157yvN4o93dry
i+w2Uape0y4EVdMmHpzsiAOMdFOiT1vOPona79I4ejVph4LGrzTeSRX0nOjZamhX0FmJwKDEkok9
wTTrUUtvp+7OsfdTJHZOnt2M2Z1IFLdtrUUKYAa0ycx6zSGVY5uf7AM5HqvJBooyCDAXIagCsKZH
e25Sr9L8cxxBSIXzMK9mMJvrgpMtFWU2t2rbjJuysrexDaisSji5Syhn6sLNDzLrmzJnJ6Qfd2YX
ecpMemHR9eQ6Uq1rG52GTDzhVKBuDgIlXmtBC0d0OkBW+RbU7cGS2i2tNSLLnStqHAeOqxP9MPqa
nC9XhVUXRKhk9lavJtfOi+1UmlvoWsCN4lpz47YT20XTT8xSXzLk6ECyDcOJVvSnzlG/EZu4cgz9
oSqzL76dHSfZv5IS+U1R/K3a+QFwSpZv0dVfWye+URY6CGvrrWOy2+4tgq9BGYngJOOGNlS6Hjsg
UOGbiu/WM+xXqCoPAH+uG21aKl6ZuK7T6gTg4xwOs7rOQMGUvczWsmAe7TBRgjzBJTkicSnj9JlN
7l6t6pe0C5+HxtfpQ9jHcdAep756y2nkguHJFMrfyr3Kq61RgNrO0+tsNtA7CmbJQDjrzrFeKB8v
EZpG50VhdWEtPghnujhOCPTN2C6qDDvVNjT1B9fIEHzPXTIDw7UXMOEpzrMzJTsb6gEufDmUJwWK
5MJAQI+uTW8RCcdM+GQyDk7npiqd2bQp3UAJTnVTQuGgYrZqRDvR2gBPandU8ArAe07Vq5BeuFKl
jYcowMDbG1Ru0aZoCGjlGTOEevKTMCQTIcseGitdF0L5MrctgqjwvlPsrUbq9tru49DTEyc8RuFi
Mi3pigVCLxiP2jGn8bCuq6BYt3VJvZt3leVB2ZZoe7a11RtrX0RvZizvJqOjOB0L6nbZVgb959bq
XMc45SUtmKnmQYdx5NrwW3OwgwbnhHBTGpO/MkokGZb5KNvIpUlqUuVoem/qSayc8vAFwOKDORrh
MR+lcBORml90RX2Dwcicqr0MhNNysC4/iQg+3jSC0hDB0pD60jbiU6FWa5POadyaa4V3ATURPMn+
eZbIJIaUTZQuspM/YoqPoz1clgtf11GRSNFoKV3i1HBL+H2loCeRonlI/XI1hcQhXcnwemwfIzs2
3Nay9rEoD0BudlXV3zppWu7VklfL1Px7s7UQR3SIYCZc4pUcDpY+PptxZV2ro7BdOrh3czmtApkd
tbG/biNQcYJHqIuNHRJqTUVsNWSWsm0VdjmB/skvbmr4uTTo5o2i+3jlO/pZWXhbUZumJLcyQnmj
oWtsg/EpsNLP1Rzq23aI7xol+dojOPTtV51tQ0OTdzABRLLfF+1WGbZlsp9MuG4RXdckvVpei7jY
pOG8DuKHjr6e7G4j6gGDlxjuVHOuVWlylPFqpiKiT0gNJ2pGbRaJQ24Cp3SG5BTaSMIc1XsI5Vo7
m0uHHTFakNxU4MvuowpuTq1yo0hS1YOY2ujVTvJ5l2HZfgVGkHhp2Od3M/LHNz10WGFEu9ESVqJs
iMLrKDOHycWKZ9BqndqnBJHWNSrabAtiC4jp3MXHSWmd/TRX+sYJ8+ZE6GN4yswk/OITosKSzrlV
J92Oo9OobjKfJFoFx8BqoCf6TAD6C97Wq9qMX+yKXpIAukuvpaXRo9jCQw5Ynvpwrq/SOEyubT1T
91rTPzY5j1H1qYJ6upI/2mUCgFWITj9oqQOVsku+1UG9Zs6F1aJsZm2hNVtumGvnogmfAGMjYrMe
mwiFqRbl1XKIuti5EK6SM7/pNNfvq9hSbjpJ4VN/IUISnERkr5JOvYrL5FIl5iro/J1CAWJHHUnZ
0lHOvAoiyC7q20sV2bd16ES3g1W6WEPQS4l8PNQIpQGsNuHKTrvrwtKeo6g9FuJrTJB01HMCoTMD
Unxo6cfHyTaZAIHSoyKe/dlRrwbcA/1w0qxgY9NzCaxLYfc7muKrio2drb0qA73FUNnFnQLMoPqs
x19mCS0xeuS9XVMPloiF5s8QpadNp1DtC2A4h6JBQuNM84tu+8dWRXJqWoUFrGIo2S3aBxiUHpWS
6yAu98BnkDAFCAZF9FRLwmU5vVTMKkC34sYzRrZNcY4cS7kUMPVrJj4R4YfYQzi+VLbRb5yo8/RU
9Z/h1GQb4rxZZRE7Qq1wx7l4CnPgvNGxiKabeCkmwRLzvUFxmv3USE64Ixjqur9LO3nyYaquAghR
LjSrcS/mOPCCGDpyjfCfKIlQXnxVcR6pDIYbfZbs+8sQAtqgbvp86QOgW0tK8mR7oh9cYPqelix7
lhpEcuWwtKajZa9SokNrM7wisGvTj9rT3NbHpkWbm5vbaAoQK8fymxRMkZRXlE+2NmrrKTSDq9iC
dugoM/kkwxZT9zZRwKEqESamKB579lmCBOB59JGG+d9CQQewReeqyP6q6sKT3b5GjYowx2CLZJjT
vIZQ/cKSy6szoH4rxmcgo16RI3F1WNJplSerQRblCuyxm2ZQTOOvddmgQhfyaiBjY9XxBxPJ6Mpk
k52WdQsipaHimqYxE8ngeJFehtco6VbMzZJOhE1ltCu8QAb3UxsUngOJ75WohtwlZLt1A6080P6/
qiP1kQ53uO6MdEBxbWaTl6RNxqegTfv3TRbn8jW/a+vX1/bqpfxfiz/ja0H/PQrC9rv0/99/uoq+
Qp4v3tqPv/XuL2EY+GHycF/al3d/8PIlMOume62n29cGbNm/vAXLb/6//vCHL+J+Kl//+7++Fh2E
ev5vcKPzny0TEtPSfzZZbLuX7ONv/zBYGMY/JMQAPAQYlDFL4Db7YbDgJxYxfyquSUJyMD78sFdo
+j/A1IE/cQgAxOkjuDQwvzb87//iR5i1cFha/Iw1GcrHv2758k8L2+/sFd8N5v92ujmqaknVxKnJ
h8P/wf/5vVsnUB3io4cgOw9m2d6j+esQ2TItISnGowt2K3+KLMiRO5W6xX6Yh8qzi1Fnwonj5WAH
UHoXiasI3vToVW0S3GZSKrekZkTnOJPiaRqV6F4zG2qHxaATDECgQFcl11oBjHkzBkidpsR4oKfX
HVulV24VUeluNPrjg+a3SPOcUWcZRSPx1VfHjYPG5iZCx4lZqsZq6sH0wzowmLNzyEQ5NpuCFFfa
6kN1wsTJyeDvD+//OGjfDfTfvgT/Hw5v+7fDexPl6f/+n/zbBxcRf+efg1zX/mGidyGkjpgW7OTO
/x3kQv0HAxjft4r1mMw2A3/Rj2FuqxiMyFICVaN9T6LjL/0Y5qb8B7grrJ68Hbq+vB5/Z5h/tBCp
gHfoWeC6wzRKhuVi6v3J5K7rJPXI3Aw9hNIdfcLUGQ6cZMIHWejt/qfX/scr9rNj6T0eBHe1WDxR
AAIMXnUILh/eqNgM0oT6SOSpsMm/YLluLDo7FljWDJDv2lRoq87A+TFR5Onfy0T5cXGLKYPHDPBt
8XL9fKMgv9s4x1jHTkeJjrmSoMWVvE8GEGaohVy6dfzsYA0wRn9/238JLf1+3w6mS5zwy6TF0Pj5
0qhgFVTfeuiVeoTfSNEib6onZQv8dLiGaMBG2BoxiTRBFW6nDCNLgBNgL4pk8ccP6Gb+8IEWo+G/
p7Yfz0KqwGkXrzaf7P0HAperJrTDQ48dSn9KjYJmKnPWjiE5b/y5Kt6Yn5jkHLVrkGMlyUaYibxx
qIn9M9bynant5yHxAX30/aOAfzIFUUoMP8wR7z/K7Gt1Rt0D8fCkxFdxjphizWla7i01pBvfIRq5
KAOVqA1SiOKTTCEztnoUWCvMIvhVbAotJ4RsqnRjVFV/ylH+wAf65+dzJHQ0g+WIN+6DxW6EGIY4
HNdA5QzRraH2I2XkRYpTO6ZX52GzBc5UH2G/5xtknJHLmbj5A7XvAyjtnx+CRWjJLMIcy2Tx/iE5
hFiHvu+QaGLUIxzN0nD1uU6vMRcpexIjbHcyAzjjU1AnpyRMOIOMVt6/2BZq89+Pnb/OFzZpY6bA
QE85GTTC+4+CTbKTeRMkXt7E4luNH3qD4aDdtgiHt7+/1HuewI+7/velzA93XfpEztIOSDyhVthh
JvTBh0rx/c9s0qZLh1J68/sLLlPAh9diebpM1QR3Svs7Iu6nuTDSZKykZRN75EOr60av8qNh5Pof
ZsHlbf/LVeDtwfrSqbl/hPrkZiYUtVUZUQNSiTaBxjjPJrUAanPkzpgvdmLYf/jWtF98bbydcmmA
MAWRdf/+a4uVSYlGvCyelaXZpsuS6RI3TIZZqrSfDTbtG7Mc6X1DyKK0NdPVGAJeJooo9iXJCrHV
2pj2gUBG+TD3I/2i3z/6v34+JgDYVyAyYAqoH5F2zFNpRdJI6jVFS2kRYDKHzWig/mj4f7jUX4eV
oxpsKR2dhQAIwYcZp2CiG+rCWL5ls18rZUTBng92H1RpTzSMHfyBrPSrWwOjh71d2tyjufz8p1GV
jcXcsAcGU2DQIiSnxcQnqI57q1Sl9/efIhl8BvfGQsvG4f2liBphFoVO7HFSQllWoyvR4zDdjMP4
J2rkh6zZ5e10gMgsce+wWxESfVjUEqOxIzUkVEUkErl2ZijToegxKQB98EkKGoBHrZwugPVd1BP6
LaO8ChTatD7igLcq07onNDeSesM0PKeNoN+mtKPlGRR4/kAK/esbx9gnndASfGrBjPL+sdiD0CTS
0sTzS63YDC1HY60L0g3Tm+6qi/+gzRGr/v67+PVFeUC6BOcJauf9RZFWkrSLdtiLmoIGHVlIzo3J
S7WrlTl/Q5ASAqbWlS+/v+qvBhspff+66keSQuWIGajWgmCXrXFcRLJpmFo7ZR5/bPf/48r918mS
hwoCjVEGOfR7vPLPw9qxpkTz+YenF7HBIiiNq9iYnePv7+cXE9f7y3x4jJy9olqD1+4lJIUfwgpz
XqCjzidISPMcHdESCTIFri6nU54WOsmMpWqESmJDtz2oYVLdKGPuu8XQlSdKgvbl9x/wV7MJQBnW
RJz+4Ao/MB16zMhTHxYIDdnc7vRupCHaOtZdF8riaRiE/wco1S82TDwQQj91rAuQST6mnBZq2Vpz
riUe8nL7Swum4HXq7aVjD8LNwikmh+e2D/NLPpgO/UgCFfehFiF4SGUyI3wRvvpC2BiCXisyzOYP
K82vngd0C7G8OxzBPwYgD4FkqIU9zL+uHe6meVCUlVlUyiOTbXLMran428vpcg63ObDyQBaE8vv3
rBta3R7sMfPiQEOAlmmsHxFGrqfW5t8IOBtrYlpyefP7730Zd+9XcQc83QIc1LhNbTnU/Tz8k1Aj
SzFrMy9h0FErm3yvGkWxUWunOJsa0uhZaCkcvWBcFYGt/WEY/OI95/KcJb5Pa7Dq319e4P/LyPbN
POHkUNKlSkhEiZMdydj4h4nsV5fC2c+I00gWZ2V5fymzYF+ctgNLs10oblP0zTFuG5vmytAGf1ib
fzFpaoRlspwAp4a98eHLpIllEdyQpJ700Z84ueZsktQw0aYJjXK3P267jr7t77/KX9ygycnXNkwT
ES0G7Pc32GO18CncBl5Yd+Ft49u+i/dgOqLUqze/v9TytXwYNcS88yxhQsFV/QsBxjEDbcAj5Pld
rOOMQ83kp6JzzTBsVymnHMo7bbbHwv329y9sLhdk37NwRv86XAefqVxxSSQen1OCEp/zUBDvsYjn
mq4jlN5xkodl9/unI9QvZgR2Cqq9AF0Xws+Hx5saRm0UURl4CvLaM1jHt7mBMU22An3vQh+839/p
ry7H1ShqMBuwlf8wIXPM5ozia4qLXZTStzbZT8k8l49VmKe3wN3EH57sL68HHEbVNE74rPXvR09l
KZUulEFxy7FtCBBH2dMY7C6DfoEYZO0fzoJ/HUGUSnk9VC62fJ/Lx/lpN4lTH71V14fe7OMX5vTb
HtoEKcGcqt1WCetLgvibrO3qD4/1O//6/dDlwjZwQhBqwB7VD8WbKEuIOJFq6DVaLGgBpBn6P8TU
49aOR3lT6GOee2PAW71ySDIB3tsoU3IsbWvcE3dUI+41VVoq6hh0qxpSxLe08OsC4WUsH22cRmcC
Hel32qYx0OENWpQrYZWrSzSIqV4mZKnQZsiNUdwo0NXPRNOhSazCid5HKQPjDzPRLzYeGBCIameK
pcgMm+v9g66NDo/9jJC5ahGnp+VYQlw2StRzY+wmDkyJfqZ3ga8+dYmn0vlvSkY/yEg3Iq20tZJk
03HpIXqKUP5EYftFRYDPxhg3BUsPM+aHTyeiIY4GkjA87NJi3ZqzuC00OnGJ0MwdOag0LQVJGmTc
4b0Yhm47daOCghOryu9ft79OntKinkcxCbE+1MH/w9l59UiNdH38E1lyDrfd7jQMDMuypBsLeFjn
VM7+9O+v2It37LHaGi4WrYTE6SpXOHXOP6yWf25okxnFFuphGmY4aAgVxxaO5y3vIfneD7X1SWxd
VkMZsmFRk1l+ksZroYQgQH1qQAE0B20yxAPyQ1jGQhHUYIe0QAIaiZGqYQr/VJQI4ucwDq5v2xTB
7brF7WHO6aHhcnJGaKSMd1bNy/tL6oXa3CU2ytiI/y1/IdapWVS1YXSi6aujxKenQBdi8QiVxD3p
2O0cYNLv5QKbQeWskI07VNFWQcPG7YHFBuGpG9mblMyq6IqYHDgygf7jF4gBlFUh+O58eXlurw4E
irj/H3Z1rtuKOowwgTjkaFzeMtegSycAeN3/6FuDA6NMbqdxY/JQW85oCF4wqhqOnbg07Js1Q33s
0qE/uUFk0b9EQ2gc1WrnM25U/dDnBUmBLCgvHJy7l1F17JYyrTSjk1YgQ54VYYqXRZf5tqXMHzyo
GGdXpvZpAW4eOhuSJDyQ95a7/G7rCebcoUzk0CJAHXb5I7wq4OEif0QZ58aTaY7hFVNi8c7O2vYv
Pm3/2RFD9GBx0txagD43fF7KxyEtFKAkuv7WsqZizzblZdqLr4eG6BkJt2Ugzr/8TZrNC1M4FI5I
xKtTM4oCVIwznOPRxTkuqdrHNsnzSxvTku0oy/r3V8NGKZ34BtVcqXiGfYu8Hp9df502hr0SEL+x
6+bc88A+01WzHj0RDcdZ0cc3JcBS9RhqWfKjQbn7LRwDR/hzEJkUGCpj5zreOv7QyibPMGgSUlFf
/h4N67a+FvhWoikzXTVUn2jcuZ/cEP7//aFvzjyr8ndl0uBeWkbihZfjEz2yEdLUuk7CNL/2VNIu
lYdhNywqCNaIShhXrdCid0E/6l/vx99IPOgSITCqIyOGROJ6pAYcN7DzHG0m1b+pDn4ZRdF9HMXQ
XQEnJDcdQstxEGiX3Q+8dc5YaDzypEROmCfPcuD5HI0OgkEEVisJY/OyN+gR7JnwyOlbbzZ6cfhD
yC4d/h/LKDYuehQ6sI7tJEkxVhHAiBpL+F7phB8NAfrr/qi2zjVL7iQK6RqKE/Lvny1kZW4kyI54
c6xPD9Ys0IooghqpvqoG7kFuk53VHD+inWW0FddmFg367Rbl59VsouE0q0mkxHD+pvjS6w4CQ5P6
ZA/xv4YS429jG//eH+nWwuGWMF1ejwxW9vifjzTCrxA5gyY+CdxHfW+uW3LUyenQg9Dsz6DGe5pc
mfe+wQZub9NsbU86+AwXjUTXWt/HsYPSgOOlMRKARe53eWn4qE5HV/AF5s5JsLWAnodaXYdFkY15
3+VgcaXWmWsL69jjUwDorWjPDZrfO0fh5ofkKeOhr+3QXl5/SJeP6GnoNgYZebCYXfdtFegwo0eY
bTHqw4d8yobL/W+5NZ+EojdC6skSWh2/JtYSA+oW8WnGelTCU2P8x1zjzBt92FmoW9ueY5Uz1QCA
gdzhctmkSEZ4pE00BimxIadBZ3KqwuR0f0Ar2x9ZxuaGhYJN2sbhRh1gFaaFCGoyhYiXxOJh0kVw
pnMtQXxxXV2B5D32KoKPmgN/wzGB0Hp11f6L0lF30Zu6vpIEQrLqob2nikZ/CiUM38RT6eToVrVz
BG99ciTb6dQ7OnLBa0SKgxtjipltcpphPyJXBZmzEpYByh4VfFQ7Z5DMtvH3zgzJDH51MgINQBzX
puLFPlpl+NPolEUqcHXO4V0+AlX8bLTx/GlCkQCzVVa41tXZVSBZe3Tn9tbb+rDTJN4YN61qQAOm
AeSBRujyGylNm2ENT/9cj4vuZKojsumjiK+eoZiIbDkxol3luDPZW08sijQ6FTbACvDy5a96dkI3
aImFkeC1UfWuuGDPnWM64ETQkeZCes3jIQQ6M4eB3vbvFK2QQkl1nJyx/YZgf/8jbOw7fgvWHFRV
OcvWL58O7ekRGaDwVNihesbscXpy+tDwDWPqd9pVcsGvP7fUraUQRpsQKtBy2GGY6V6GTeFJa1PN
fMiDNvpq5HYuLU1V7VKEUforMZzmEoWwI49DIcTt/mC3PjclQD4cKR5IrvXJZlZhO3ZldKL1ZL4p
utK4DXYX32BN/VsjIgmjoe/O92NunN5UxRg2Cbeuv4BoaCPPY3C6dGu0OL0YSdjfEFx2b1BQs2tX
pdGn+/E2LkWP2x94m7wZ3XU1xRnNoCostDNi8AsnrJWKs92imAGL8WeH9tRjOqvFzo2xsYi4K9hA
lMVIoiVo7/mC9ixlTMaCVgqX8YR+wWBdMkONz8ZopX/dH96L6eTBonLh0+G2HCSvV6Fq+mwzr/j0
lCiwI3ihNRe15LQsTAU1t0Ctd4b2crOyVLmYkFGnfosawCp9Qz9Az2tc6qFQdpCItME6BQpaFIdK
TWu0CrXp1qqOd4Lcr53Trig/wjwE9QwRcWf/bAydRraucj2aOg3H1WHVDKj+qC1VqlJFt9RUcWVC
3hD2oVuKPefMF3ekHDVS+B6XMaWgtd9SUnNqhagv+rkawPpAWGKyj1MFjWPn/NkcFPil34FwlpB/
/+wsDBFX4lGGQUiSQoScQqjQSmH1NM6B5EbQzI/318/La5kXDkuVRYo2vkO5cRmwVLW2m6QckNmJ
6mIJTP/EIOK3IOOiX3VDBzfRE/PNqI7jV3Bj7ZMZjebXXK2sc9j0MCQKD2m1MIbkXLvF17pwxGOK
t+uvvhfdzmJ/sZflbyUhoh1OJ0hfn1deOGae1O5CRGIsHnTFiH7Mvdp91dIwxLQIqaGvJZbEJ1jI
e5Y4L7a0DG2odB45rXkkrZa9ldf9ULg0LNS2nW5YJusf0dW2zsJL9u7DjbUG2pCMTMcwmv7eagmg
K57aA+qtdFKn8KHLkvFIlT3+dP/Db0Whm/W7l4c/q7W6feZgKEHcJIrvBnp547HQvemqaq83vxGF
JhMNGATU2UBrM5ZEC4ySAnPgj7lpvKnrAuGB3tor4GxF+V214tWucnOvxhJ7IGhcB1oicgvutagx
43aRxtp5d2wsAZ5WvI89XucMZxVF6eA5oKEoe1ZxfgNnbpxh3ma+qLo9p5wXoSiHg1+UXQ4LRINU
tn9+CtiV4+bUhJDMnUZxGk0j/pxGc0EZLg9/3l8H8p9aZCFSWJ/9BAJbM2iZrUINJvD+LMSoPBSJ
9oB4TXASeLWTkGv2sUHv5Qn668d8aHX/fuCNMSLezwOH5z6b2lzdXAJefYvhY+APqRs/ZQXsELPq
XARndHcnz9kIZZNgSTcwdhZ5/XI6q1AN3bDRPOS/RwAzbY9ylMXL+E3nJel0uj+ujQmlv0fjD+ge
Vodr2EBvQ+mwogEVqxGMP7Q2d3wjAjA8B6VpnO9oJVefLbjVkgiBvfn94FsjpWyEFo8K0uYFViSF
U1/lGiJ1onW/xQFFyzzMJ/Y4+JT7kbaGCT+Awh6XsLRYWM7pbCRQwYcJMOio2whQt+PkU6SLPpjd
HLpHuPAmIjJe8TkMqmTnxbA1SixEAIFQDOSxsoodW72SeL0tGSw8ANAudE5G31rQ+KM9PN+Lo8VW
efLzdJUcBaoIxnKYAcBTA51kz0fvRruN6tw/dIrd7Azoxa0vW0zATg0qDKYBM3oZxR21ENVWQwre
5cWDnU3hcZyM4h1oLf0ajo39+mXikPSDIkZDGDrW6oqxQBSIUqB/ksdoEDgRSEy65coVZpC1c89s
DQ3EPSg5usQvkXLpEOuRqnQoeVNrfmhLZCoQZEJro8TFS/fNoe3j6/2luXJYpNTAdHrkB3w2rlD+
fzmd6MTxtuNc9Z2WchB2UCXmSNmUaadyCvsPuWYP0Cqzafan2nAFpFoF0Txv1vBaQM3Qs0vjZMOr
+uf+79pYtvws6YDDo4Bm5+oY6hVhNIzf5WKPim8qV3zvh2E/XSZ3nN+/OhYYADnv1JKlG9FyCqzS
DKaxQEsvTktwByXktbzIkXo2cv18P9TGSfAb9UdGCKpUhyWxuKxE5OBU3yJWKOC5nyOp8ccZruE0
rKKeHBmi/+R281+Nl5e/7kfemFAic2vpHALyrF1G7kqEZN2JQc5Jqx3qHmX7CtAvzhB9vbem5ISt
7kn8mSUSgHjkAatRIjhjWnooNSlzQJa12Wg3JPmHS4qy5g31t/w8GX1wqU3AmLqDJEDomcXr7zEM
5ziJeO1QS1sDXJNZi2h6atKTAthTPw/mQ1Zomm8Vvfnl/tRufVTgM9TpeOfZgLWXUxsO3oD4Z+36
uukoT308QcSn+4yEeoIiMLwr3rawEc0EacmdJ9DWV7VAmrnQV9gma6KM0FuAZp5w/SCvfuWzM2AA
QGQaLfNOuWszEpkPcGHAB5RAl4OsTa+ewq51STyQX53Ra7z2afnDHgZv58u9PAVBAWADSa5D7wO7
umWkAWAeeha4OiTYlaNd5hS+NQgT54nSfsT0LNuJ93JkxDMdsDK8jT1qpst4nV2mE2bEjt8OzS8R
uNm17+KnsTbHy/11shWIwgooezAc0EpWRy1i+47VVhai+iBhrmrImVpIB4Ta2btINiPx9vq92VU6
DcshFZNnQABGcNnONOSjYgvB+zofZV1M+YNBcWfx5HdIF7117xUxw2RCqQsyOJTcG72GFHgjQg1x
i/zG6+ePhFReCNzHFHGWo4KUJeuile0bQRLhzGlG+MYpDWAG3T69OhSkAl5jOskw7bDVmqiUmrLz
nNm+VdNPOHRdoF0rvSifEKYaftyPtbHeZdGNjr4cFpC05bA6ePdohxQ28iDOF6Cz41MfahjaKFJj
F8jJ9X64l1ka6FCwfoxLti6t1drInAKRO22wIWg3wQlVGZyxnCx+bcGJg59P9R8yi521GpTHE3ai
BG1TfqBpmTeBxJyI5hYkbXkFDkgv4/6w5BNoeecsA66GBSUGpSmTdail6IJoJsrRFDlq5PNm8108
GPGp8YpqZy7ljl0HBQLhwM7hboUaufx0cM2DEY9A2++K3H7reaNyas0pu7pjFJ+R38BzfB6dGywk
85YX0/Dp/pi3Vg5ETeoepBL4rq3OZJ6BHUogpu0r4yw1Z/DPLc02P+d81SuYX20HXCM/2ovhuvB1
KBzwCl4bAg9lz84zJjagKqyvSdAqNhYLg/Xg5m65V93bDIb9IRAu2WhflxFrHqip0TC4scjo6Qzh
eMPmaLoCo0xe2/ZmsbInHHpouCBCcF1+xsLpcFGbMQMa0OSGfWToMmFofDVzxQcucLS96vIPrjlJ
v5EXD/cO5dJl0DZU+sZN2CH11KRXekWt740hWm6j0I59m7zOeVsuUAZJGPx3IY8TeRnPdDmb9ZhB
Vm1enXvbqcE+msrNU8to5737svAtY0niFAVgqjPrMwZL+Iy6KAvFNhVvPPZal6Hr0M/Bgwmk+Z3j
1Mo/oyAxUoFtXEdNYCIZ48898cLYuTS2jjsWDz8H8JtLUrEcNu/VNOh7g2FXU0LHFvXJ0omMnexo
6/Sx2BMS98izZe0yrNRNBFqit1BGDV2fF1V6SCOjx2QN0rwdWL3fxIWzc/XKS2i9HSmdULkg26ay
v1pBZo3QoxXYvOUrzEfMRAehjn7dGelw5dhOiI+HmCXcvAjLndcfPPIl4YC0A5W47vlOOXejqA3L
t9woRze+qBFDm2LqNnSZewRXqDK+zpL2v/XLE5WmL281mwW2/JC4gymYxEyWD+IoPE864raIcas7
rKytU+d5lNW9FYDMjnFaosSHXcdpUpr+0PbefIzDfg/csxWK8jxAAhINnf7eckCDUavuHGsWZXID
LJgazJgNAfgvKis+3f9eL6GDzBeMZl6dnG9QU+T6fdYqmUeEIF3cd3xhR53qj6P0LgmtwP2CB0OR
3JI00i95p3n42GOu8S6wB5Abg5Tjv/9LtrYjjTD49lIogBRh+UPiwuhKTaOEahlQJvq2dTCpcufP
96Ns3csyRaR5Ckya1HQZReRBEHpqaPtlW+nmIevt4A00O/TWhnbAksSso+4Hfg5ZgdFm0DyMqEiX
OxmQjLHeneQFktQPxR6JruVv4F7MqnRObT/zlMIv2nE+204/CB/gVXXBJwolMrsw8j/YmuCE/pM0
AI+8mmAjsco2dCmHjyOqc4LG0hEDqprKVW+g3KcHiPHfn+ytLARoGrhixEc4FVYnbFHqY2zjxeAX
pWq/b1RFPQwl53iIxtqpjaF+7gTcWkMSVgyLzOLw+b3Yny1mRemDTsSt7fPMTY6TGZbvBm8Mvt0f
1tb2xPfZBk8EfplvuPx+dRaaDppPtg+o0ThmZuie+gy3B7dMvY/3Q23NIBVLPJjxewaxuSogGDqq
4/3AQW5HAYxcS9Hh4SqYD1Ug+MWYTzt34kvAKsfB84D6cmyljpYf7DPLb+u0f4OhpOcbnZkf7c7N
0NVEX930hvSsao37FmvHb+4g7JPtBQh5IiV2uT/6rV/D/UwhHiQN1ci12bgtFFF4No+tuS7qbzEo
WcQ2RYXRUqxY+S9kaObsFGH/A+Uq1XKFVRznj8hWKBQiCgUnn2lGXXJnlW18fzyMpfyDzEHR2lnN
EYZkmjuS209QG09jSy20FfbjNJbOzum8sZ4XkVYbCJ02PbAFkZD2/FyJtLiMs2LvPFW2h0OKItvB
DGh12yBKOasGAlx+IKzsaoqJdBN3Hr/BX2hneW2GAt+Idzx8CJ4Ly5mbraLsu07lexZJe0jpsjxU
af1xNvBluL90NjYOBzytFUc+1XkmLCMNiVfCnKci4AicKbMBMX0V2NvVdfGMNKwk2Ym3caYDx6HF
wTlHa/23OtOzk6dLFLcyck6ewYF0EzeOcZy0Qr1GiVsjb1am6T8Owsp7Vb7NYcIccymxQDlY1261
wWudsSCdxqgMKxzDRs9T03hcpnPwzhTWvLMjN65P2o207mVFB2be6gMm9SSQo555emnJQI0FIzlL
dAjxsCOKo1t0+UWEk/t2iM3mGKF+shN/c5qfxZcL7Nk0J33XVjMHoj+Y5nxFxzY9NZnuPrQCUL8B
lhwNqmSPRLCRTdPWhVVBdkLbYZ0zuGo4FuaY4XhYNtU1cjD3SEsVPEHtRdcmaLKboaXVETUyfWf/
bw2XnIg8nqOGC0D+/bPhTkklModjxYccjgK6g7iE0cXGMZ5K8W5Ouxqp9/rVuCv616QnFMzof/Kx
V8cbAI6US5pNmrgUBnks4GCVFckjB+megsnWeUCJBMIIS1jnOb8cXz6JzOgn6p6zHcJA7q32OKHf
c+5VhDZffyA8D7U65abe1norc0j8ZqbSrRPtmmmBdpgqE6k+EqHz/Xgv2V8SBsBk/b5OqYKuTiAn
jJSG2h3PyyBQftWDjStTKjw8tgKqMcEc5dVRFThdHpOp79+UBj69djrFod8nmBwpsSk+p6GFbWGX
zH+jMO58uf8LNy4XlpVqUAumYANPcTn5rjHVGfILjh/mQfdIZvxzCOv6dj/IxhfmWuEK/12Foma/
DGKqdVc5Q+cg7Q2/Dx3R5DKmFSYQsbNHVn4pNUCh9Hms1as3ntrR6wLUhexJYHvtidnRfMUupp96
5DW/4npstSdIAzhPg7FPv9pDY2LIhTM3zsjohrsHh/aCc8rHDjurSrHFq29aqUNEM4g6NRfg+iBx
PAUxaVAxvp0o7cOgiPGYCfSzo6F2d16rLz8urwtuJChPVHXI+ZfzjvR8qrpJhn2OYunvhgQZXXR2
251M6OXJSJWZrEG+9mWiskpPFbs1ollJeKiSpJ3dEQNpsjHqOmk2TtAeq+JjMwyGr9NxeC2OiOcT
LzjSL1qztBJX20u08FTo5FmYxHMTNJpeoU1Uj+epzVL/tWuYUDTLOP55tfG4WM5lUAeZkWS15Tte
kb1No0S9zkGX4zelfPqDSLwoJGXJlUGXkSQee0R/ha/mYShd2EhRw5YmrR01YycVe3m18O+TH5Ez
kLG8IBKoZQmMPAtM3wmK5Bo28VfOs/bsjElCxp8OOAKne+yFl9nKIqa5+mZYkaPp0RBzsJTeV90Q
k0dbr48x5vXnOB3ynTFubYJnY1wvT6xJ24FeDvHQszvNjl6fw8jwdnb15qi4pWWlXUpwru7LWTiz
UQQW0P5+wDrWw4kM22D7UKbzeFVsN7zcXySb8ajVwG0jr4Vht1wkw5DZPbJMph+hrf9Bmxr37Oro
GNVISPuh1ezVDTY3OW1JajLkmKCxl/G6Ns9i6qSslNTNz6rVIEAVTeMTHHM08fXOPSqKjQknYqM7
l8fWSCV9k5yLDtiLl4ktmmRoEs/0rbQNryIZeYcqbXEVoypu2qR8vT+xG7UwuKu0zLmyOVF4DC1H
Wosej0yDWpgeKcENuE35EFjtjCnygDKVlXWnAM1D/DIi5YdrFF+0VN0r/W0NGdCqJMzYUv1sdW5z
k05Cc0be3xUeDLWVOEiguop1axCguE1KugfzeXlBM2YNAJhDR50HwmrMXeVh6VGjWYI3HKZaLpzv
1q6mkwjK7/end3NoBKMaJOWH1k+kOovtrq6oZSAsVp2wKC8OvYPQV2eP2ZtS08Od1bPRayAa73SX
yibK6evs2dDFOJTIqHBuS2hW2KOKntsJtdROP+heXN0yJbSP2jSYTwieNZfci9Qj/unezgWyddZy
U9ExhgsFQEueU8/SeB1waEu30SKjdgKeoCF/tBjX9bUE+NSwuq+wd5R2J+z2epbFXRfEFMnoajFl
aZfhfI8pcCdaj0KyaPQPg2Vkt5YyyU+jU5T/Waj6HjNMId7rTtBdxkHp94pymysMdIOkxqG4sGbi
2nFjjHNYUXf00u6al2n0FQfNv0O8Lc/3V9hmJFleALrmwmZYnVQwVKkGBKQjeesaH4IJ5fLOVJrb
TIFjZ263QpHUyx1KuZFu+fKT1qodTopKKH0yp2uMnACWFhgZTnG2d1NvhpKnLyBREvU1rz6sFLMZ
Yk6lhFfYMYJZ/WVO08QP7D7+eX8C5UJcVqahMNCuJvcA+ILU73JUWda6YsaDwIcrJb7rXcz9YkZ7
VNCNgwBZHdCuwEGR/VujosSstVpHT95Phkic7E44X91R9I+KrX9ou3DaGdTG/CEHJZG8ENKo2K4+
lZ4NY68ppulnUwUhLLXxVoTj+10pO5Rb7k/gZixIIAB6CflCEArC6WDmRcyy6AQCLKXuPLSW+cPw
5vSf+5E2bmXuY55vPNAlMnH1qbAeRkbNIZfKusowz51lhH/hGYuPCpKzwkCj2I2BLXrKA9zeYWf1
b50sJvBsWZXlM9LMXS6Uxkr1qpnICQbVSc5DYoq3TdyavuIq7ccszZBUcBLMRkPOpYci6TG1KNE4
uz8FW5MtNwWrCN0k+qvLHzGWweSKkWy5VcwW+xA9rh4SF5IJKISq2Tlbthat1Fr9r7pHnXQZjMa0
PqhBzlMnxWA6TOgtHAZraM+i6/vUt+Zamf5gMT0PKZfAs2tjjKbebafG8j2zb2+Nlo+nVovcp0CL
9+QxN1cTDD+kch3epmtcpjGWapTVPBcxeEdMledWfRnhKeGn5zoKfr52+k8wOuKTYg/aTtq1FRsl
A1c2iOSFvRomHY6hrDkw/DKPtUfPQy0l1DXskGxhnKhtDqcuzL/HYZXtfNKt9cPi4Wqiz0p1zVvN
79zOPfVZE5tfR704MYZQfWaYl3Kc5tPrlyrEcqhhvynJ9uoMKkxUT2abcrRdtv8rnNR6n9tZc4H4
Yu0MamudmhrFdVJ1D+HY1RtLobaNAl5p+zmHq983vfm+HwUsxkmVijvOj/sD20qyQMjQ6IfnTet2
XeAZgQ4nmUTIuHUQ4VElqltUJ1jsBnrxw6NY+3GCpecrJYSzWBmsv/KJ1nGK8exOV3Wj/AP7luNQ
lvzl4FfHQez1emcL8kscLcODIpTpsSqBr89C+1pVc0Vp3o7f1KYIb0UAqNNTc5VFZlfUOFMUwkJs
vTX8Oo73Z0geDKs7lSMSNgIkJMB1ayJaUFpWFwxc3/gsDmdAIo6vqqFxaEJyhn6EnIYE5Z4E98ZF
vgi6Oq2qDNnDgBqv5Or0x9LRm0sA8nznGthaaxLFg+MFX5+K1nID5YEXYM8Q235c6Z86B2/guQUn
YKnJoxaoxV/3J1Jux/VEUq+QlXACUt5ZRpsUfYAip9m+GpTaQY1D/SDwV34Xa31+DdVqlJY06sGI
qP0NQR6/vx9+67SwLBYAmCG4HmswsOUlvQN+BlRWjIRl0MTNocOw+ohVenH5k1DAIICMk7es3wsz
Sl+NKUG6VYndImLqxYkXf/2UaLgs3w+1+QlhlVBx8n7zMpeTagVplaM5Si97iGnoFKH+VHeD5iPU
h3xUhf/o/Xibs/gs3mphIt9YNQMK9b5XKRjUwj458oSbTx6+QzuhNodG51zKLtFxXL9+XHeKx4aC
nh8iAvKGOkU24hJcSUP4ou7fWmb8aulRtA4opsHE4xiCMiMH/+zCtnMKdlFLyR9ut3PMu1g/1AFO
RF4SvJpKvQolB/8sVN14cceQQDrMg32Ita7zm7rod6rIW1uOAhPdd6rIVEVWG7xpek1g1+n4huI1
UmYe+6o00LyHTA/VixWRAGaVh0V0PFffdW9s5p1vuPkDJBhS1nlRIl3dZk0QTA3i9raPkIiLyXMK
4MLoe+9XXpoKdhDsd9volbOihJmvufGeMMDWcsWCg2YYVymaPKs7pTTRRSbBkydcV0xYxFX5cHAj
1/h7nOMk2LkqNkcrmUbMNmoWa3Ak1NGssAKi6Y02YjQ+dE8z0pp+1CJaZcdxjlQjfopOpdlvZ2vc
69VsJWJ0Cih107eiILRaU7QDtUJ6lcNAjPLkoA7F105NlL81K2jP+sDHTfuqPYq8aXYOvM33hJT7
p/LF4wn8+XI5j07TqUIax3laN//szbE9U4gvr27Ze/h+jwxaKQV+V7YLNhXKB9WUaq+bsXVpSpMD
vjTfHLOm5Y8wlAZi/ERzmRrWU50F6GOGONLu2ZlsnUu0PNF8laIW0EuXYbIErZBEBY9uqc2/ZtZo
56jCenDMzPZEpWKPc785qt8XCfBIejXrJVxkbhy0oCMbUyTHeaTzZM/TXulla+nKDIBaG8RuksHl
oJQQy7ix4+Fb6+FoHJVWTG9Fhs7leUIMLcajETvLExsdvVWeyBrWgU42/gGakesZvDtNGiSAkPRY
/gxEgbE90ai0YUMcflG5abDxG4oHpXSwVw9HB6ORrjqrbmkczDwrr0bVBTtY+K3v+/w3rA9NNanj
tAG9iZVWdFHmSDxqTa5f0w6vXhVA/PX+lbr1gTmhHCht8JResJXtbjRtJ6RkbJblcC2tVr96mBT8
fT/K1klIqQEtX2g2xFnt0CGiaknD0fIH3DZ+Bm1t5gc3z/r44PVBv4dr2TqKXFPW4mHZoGq0mkOt
c9qpwJjYV4xEwDLFzfGhinEuPLqRgQ1Tq8XQCgq7TcJDi4D0XsV2c7TkDciTchigYbhcR6YY+kxp
BKUFa3DPVd5M1xnMEnSGcdh5t8iJW6e1LEtJJ0IXA0TZMlQ6THYx07vxZ0vNw4OWtt7RUabCb8Fy
nmKUWf10yvc4FJtRf3eGdforLxZNXSBalMvObWpn5a20048lrLOLiijDG2VAPrAI2amvX0IU4SgE
/waYrNvfpclj9HdxLCrH7q0I1fkfrY/bK4zT3UN2a1PIhJayu4FD8Nr3h9rmOIQOimOZwPm1RFbn
7aCV4c7W21qm8sUGFgp0kLseUZ8Js0NQ2PKjUjf+tYqmGHyB+PxligvTh1cYP7RorwEXyoYdZsrW
CuWoBWTPf2y81WVtdqEeWRDf/LGL+lsTZfohYDYeQhHuyY9sh4LCQAaExtbaD8zTanB7IWVgtOTy
0+S035sx6E8II7Q7CdBGJN6T2Eah3c9NvD5kxDDiKZWC93S62DyiFRM89IOLy7Zpd8bl1asR3XW6
3zCBKR6uj5gm1PoRLxDbb6cw9ltTUxBpdae3Ucrr8n6ojRuBUGCcWCL02dZcXNuEEGUk1EjCslN+
Jbg94NesR986UTuAavM9gOrGZUy7S56faN6SVsll++xx4GhDGqs2R4pWuoXyNOSK+rEKkEk7ZENT
DQ9JXGUuTrzChLU4O9lBGYfpy/0xb2zA39ZIVMJBh/ACW/4GNwsNkmUqP51pJ//0XjefGmiav+5H
2VowFPahd1JYoaWwuu/FzOsVDUSSGy3AJa8d4p91h8ltQBqy8xbaCgVPiLoDb2XOsNWkZqXXYD44
mr7rReJquLX9vgjJbGx1V91tMxQ3Ah6vYA5pli7nblKpLo8QxLAZr2Y8YYPolnZQuTsnjHeSlY3P
JPsUHpLxbATQU8tQti066KT4CvVGPJ6jOHMusUNV4/5n2tgAJGMc/XSwpOrP6hlndi6QEnnb8ERu
T5reVZ/dfsh/ekrzw9Xj9sf9cBvzJzU5pDM8dBLyh+WghOtkQUlpFWWTpnrCKwkdXq8bTro27CUq
W/OH5IhsZeGZpa1hSFw+raXNNJdioWtXzOy7Ux2m5s78bUcxYeZ65CS8R5cDCuq0rWjhmmQCZXEl
JdEfXZhz1z+YNm5GIB5QDngGLqOkXovbWk0/JcRl7Yx19czrvlff9k7y/fWRIL5wyHM9I46/Gk+h
irJFdYbKe2Oa79Ri0q/jFMXH1KbDeT/UxlmIxS4kMfrC0A7XXoR5UdDLacgkCy3D9DusjIMWKNFV
iZwvhpJF5gE/FfUquhF5Yashn70ff2stoi4IwZKzWLaml5NKjgXxqiA7hwesXqBw/lOaJaXLyJin
T/dDba0SYmDBClGI6uGqQKoGRZrnSAb4Zi0aKTY/IS1Re3q2M6StKX0eR18OKa30oYYIx26emu6r
g73lbZ7cGoZjkp1rZ24vfV5Zp0gpA9zGmz1rj80ZlW8dEMrUndeHSZtU9tA2nPnzUGSPOj4Wfzvq
PB2sQPt4f0K3ImGhKdNIuCcv5OrGeaZrEus04Lo0vWKF632IGl7piObaO3O6kY8zHmRCyCUl9E9+
22dX9uiNbpk19PpQnMj+53Wm+mC1avo9BNDwgLpZ/s4ajf4PNjxNCfq3Hg0Ka90Aa4BJZAlymv6U
pMYhammK9EXQXj2QBv79qZRH7uqVI+8XWVlB+JEluhqfoVViNmBK1u3IYyYNuvYSl2X2JjKc4Cxa
q3qPYrzyr6eme2WdrcuH243GEKAqqMer0ELXq16JInqbqQ6VsaThUzhzeuCOME6NWoidxHJrqKR5
1DIkCQ128XKoSmy3k01yDmhft249yj4HfQyEXxhhI3uL+qFsC3GKo7Y73Z/krQMAciNdEKnThv7u
MnIPH6Ge2Xo+8eqjN45RflC9ot45vbfCkMvKWh0FtxdqXnVuJnFeyb57mpvfS/wVLlWmTTuZydaO
IGWQmqx0JxjRcjAigkgSBuiRzWb9vsxT61I1uXJxKqUArW1VxyRQyp0NsTkyriPWKWI9L6y12spo
dDNmZHQFM3/QYZ/3s/e/+19pa2BcRui9ofFOPW79lUol8ugkoSqjq7RcyqE9INLZHMnPm0Oc5dWh
K+Nu53zZGJm8/CTaF+L9CwFfhK9VbNoV6A9W1/UHJ1GrN2KMxx1U9nYYCScm5QdRuBpbHIVYR2fU
6/EmUH5Vk5X9o1XOXjd9MwpdY3DfHCdgFpZLI8oNmhIpzH2nspWrHSpTcqi7ztxZgRv3HDre0q2P
qhpwstVgzLwv1aSjDWc5ifmu0JQfAVq+yNYbDxmIrKdW9N/UEX8HvXf36jMbVw+ajvSSpGw9UoSr
IWoVoIg8CKX4Wui9KZoaRVkztceD0EbT2Vkcm8GQ45W8Lu6gdWe1Rq1amLFs8+ST914NWuekWznt
YrWryvF0f/lvBmM2+XowdckAlx+vb8JwAmPp+GVd/eJwrP/GexSzgzneYxdtLRPYrIyHhBag0CqS
2SgF0ggB/Yy8Fmc0SYb5MOHZtdfT3FDKA0JLkUkSdTk41mSLbFCp3dV8LFWgWFlNevTYV0Vziien
v2Yl/D0/G2bDr+0Yj8WxD/X3PQL955jafHgUQ1ZDhrRR8fbvT/XmAgZLTCEFqxdKCsup1lD8V+YO
ho/O1fotFVH3wBO56g712AVn5sP1kKZBi+5QG2oaH+00r+qd/Hvrc1NiBGUjK7nQ3Ze/oUxq6O6p
AG7BQ+At1P7uMRH2eBaDvptrb5ys4PDRTQGXSV1snWtrsRV0BgUNqraReyvbUrlMVieONkvuM2qB
41EP4+YP1jNvdAlCI5N/obWhJnbjKDmgwrSxp0/6gHOtp2Xdt5wHzR/sU+rRVOBcvNuASi3nUgBy
zlCP5lDQUec+BHrg/JvqWV5culqo5v9xdl47chvdFn4iAszhlqF7kkYaWfmGsCybOWc+/flqgP9g
mk00IQmGfGHAu6tYtWuHtdY+3T49e9cHgV4IrWKADmCES2sjIzPSKOL0xICzsw+5XaNWrTfW8gc0
DRJOtBgAEHFAth5hQP5FIoOCI7bW761Wsf9pkPf57/ZqxK/dBKBMOYOnhPagqD9vVhP1ptOGIT5O
phb8iJS98iGEDujFiTowOHxOjrKkvYOvU1cU9QdqNVudK+Y3Rw6gQcQPnNY8aQUwujTrh9NQhkfy
47umKOEQWNMApT5w+aVoTY8KkzRgcEsMHet6Lbtrx2YMKjs+QjPtuRQa1P9vanOdtVa3qrZxEHXT
4Cf0Jn0Kc+6/90zTRNF5dtxpVdYg1tveLVKrPuiV7B1JwHpooYEHxOFukumqTw3VoN3l651uvGQw
Tk7FVPQHUeDedpKLESpRuuQTCjfzNhfLyaGnFGxFtkTt3RIujF0HoviEnPh0un0qd58OSMWCRPea
0m4+XRpVYOabCFRRo4TGfZuTxXqqPLaOKyHKiexqE+Gf54jy8bO5RkxOYbRG1bjmYirfQfTPZ7Vs
pl9Tr0vVwY/b22047YAB4DWRQW2+dQeJKVc0UffXi/rzUoHxAOT7B6AZhsxTQgPqJPJD7XK3o7gO
7UyBOT+0ShhYevd3JTfSXaSsf+I+BSWSwBEEEuXxS0tE5LMxqUAj0R9mlIVZtAgc5LLCYNKMGtKB
IsDuKaJUpygIa5GVif/+5hSpYznXSiZk54wm/uFQJrxLc1n9lIW5eVCa3nv3hNwJlQMECJBWvTQl
w6uI+0KgZGCSBioZr1/aE/VpdYncyZrmB8mMpc+3j674n24dqpB5YiKIGPa3rUkqSxnrEGm4i20f
P81Gbbm41rp0G6eT/bobj1BxuwaJRkicXiEimw0NGbBgF9WMph3D1BEAUZyfjQWxZ+y0+GtcaUcN
ot1dfVU+5mQIu5e7ikCO5CwyHbaIAYbPudYbnxWpGE7jquVonjSJ7PWI3h1Fk7u37o3ZjUcwYLb2
zGzCw06y6rVJXtMIq49IffubydsE3IWmxrbuX2impMZCyKEk0SDjNBTm1xpoTHtQWxhxRm6I/vnt
E7N3I4RatvKas+FRLjc0a7NuBOVDyzLWzeduKbQgmnTrXWbbyUHUubeJYEGhBRAo0ZvdmIpkBozM
tJ98Y0iy2C1kcFwuWgmHedreIaGuxdAl4lfIQBtDC92mUingt3djxZSPyuzXU6hMTR3Masmg9dyx
A2do+m+3t3LvGbbAwBLSAJgiQ73cygFMT5SRW/kxVJZzavf932ubgsWIE+3R0CTzZIKb8NCUb+G9
6s6Bw9lDfdN1xrfBy6RecpWBV7kyrSBw6DA2yNpBsKk+GDGj+lymrCut367j9NTrNVPR9WECeDkB
jZ/cerB1ZELspjrqUe99B0DouCMR5DFm7nJDUMrm4+Yi2qpy7Qk8d3QiZc58p5fL1F2tRvFRBaoO
9mHXKtgN/uABAZleWoVlP05DT1CZarKoKFbav2k2p48IOK7PVUL5DXrlkbTo7ubzrgipO1kQGzcf
n04UU6XQ1PNjEF8nVNo6ryvb+APqL5YXgx3+7oDReyp57JgDIZvECmHy1e6Q37p9CvdumaAfcRKA
XOnbAEG1YnNkyg6bPsbhmVwBiTpZO8og961AvUdDmHLqlukkzTnQ3YE03pzW9F5Tp/zJTA3pwDkJ
t7p9zoSgDWeIhjmYjstPOaeSprUiP3CmvKPqYprndM7m85Sq630/WJVbhUjfm2ktn2/v4o7KlWiR
Q6IiNwGit01brUFBibbObKxmwwfVlmQvzIvlC3rw0xBIsL2Hc5Zpau2Ohj09Mdk0Q8NNfPBiNj7o
jZIewW53N4OOByJnMtKYWwHCKmyQdegsi9glXH5qs6wmgL1sJrSoNdK2D7oSoYHTavoTkqRHGkN7
TxN5IKVRqtj09jdXmUnBihatYtZBWAzps1R3uR+XqvQ+0rNm/C7HkX603r17LLIKVaaCI8ZFXn58
YqvE6CbWO4WhY7xTe8t6UZlXKL+oc6N+yJa+DTqj0Q7SmZ2VAvDHYQG6FQRdcfLfhIi4xyWFU4Zy
uqWk73OV66usRfGra6WvqzGWB+Z2Hg2mGZCOMh9DEcrAl+aWrMoaClCcs0EzP+RLy0AhiKU/zLDU
Fm8ZHf0RxRrlk1OKGfGrdKQvvbdcSjOvRAOO+Vanc8nbSFJz3Rat2LB2pRHZAjejgPpjbQdHhFT2
+uvgbomMcHOtyb6RuBDyZsbV3WqLBcGVtrf8uavjL10zqmdryqIPsG/MX0k2FO5i9nXlJob0U1u0
3keaXz1wkzu3id8AGAcxX9Dd2253Z6ZMV5gXKp5WuZ5bs0ZbAD7aXbhahWuaUO9go1vFKWuL9MCr
7YRcpG/09OHNkGRtFTCGwjABSmN6KZLlY9PX9heYq/a9sjr2fwdbLU7r1VaDnaajIfo1W4BMoVHy
iBE38UenTp8JA5x/LWavzp4Tq4yYDVNFrYgGsvbZmiKpdhe5lNVTEvH73FJOuypIaCohqNgVMa6u
VeujD7H/CzkJlA54OLedY1Ma4mLIEmR4Q2vJGXnTF09Uj7W72zuxZ4ZymUCE8A+zCi7vWWNUhVwl
nDkljOPKX5IKtFyTr/lft+3s3Sd2G4QX6ALSzE30YQxV2jsaumTAvbLIU4a0+SR3auj2JCvoukQf
b9vbXRfUFhQcGGuNv7xcl6Jl5WLbBNWJvZTfQBvIvyxzOMK67K5KAJ8AG7Omrfp1V5e6vFioOBXr
Oj3rVUrPAwluv5Gs/gW5iqMrsuP70SbQuZeUOYBNbHx/ZdPzS9PZ8utpkHJPRnOjPGlG3EdevA5F
dK4UwOsBw6Djr7f3c9cydWryWUv8tXnozNo2Fqcjd7ClLP206GH0ibeCg6nWJu9+oVAxrKTFv211
7xWgzyOkY+gDXhULx4YgXEoJ2uvR0QaAUWv3rs7U6D0EPli3SqpJzSlJtPjfuE2c2KP1uvxBJQZZ
amAHQoYXfNtmz81VKRH6pmaud0pDs0kuo+9OmTmLq8/NEatm70BRxgICBFKWIQqba9I5xkAQR3jV
53F2Yt5m5obm0jyVUfhzJaE/2N+9r4q6F4VmQie6T5tX1tamSaWpa8Nx1Z7WUGvvykF+byxlc3YW
QOvt0BzhPfdNkusiB0A+sCWuhLlkFhQImR2EvBj4pqmBDd/bCyqNq/OjMtPikQlJxgECec+qUAUC
UsG2clcv3YGa24x9i2W6SxrliUKKpUAyov4+WlPnp8k0E4+5UIeiLntf843VbbBsIimMmBldCWnp
5A8OCmCnuZCXH0up17JH6DOp7jCo1DHMxHyW1EE/Neg2+ko/rSbCTKAczVjWPrON3V9RWi3PDBHo
P9y+Y3ueEm0tMemIcYC8+Zdbo0lL1FU0Ifx4jtZz5ZThczfM9fm2lb3HHd1ucZltnpptYtQuoZwZ
9IB8JiCAYC5K3ZMzU/aJ4frT75uCjUGFkfYadXHxVd5EqorMlCanJ1JVnJFh0lKquykVsDPiU8nB
/dnbOyAKAumIoOnV5IzCJEgrMxtIb5pnJ8ZRSadctcaDw7u3d4KA9QrcBEEgfsWbBc1pxkBsTVTZ
iuVfAHnRndquP6gFH0FK9gyRThJVqWLE8HbKXi0rQ503oNWklsZZmGmTp5foOWUR0f5vfySGFMFG
oGVH2rRtcZVrluajgDpWkEIfUcTPAhXcuQdVsT0IaXdWRYxHeMMWkrls9Qx0NdPhsAOeX5MkRJd+
yE4VpfWfK/rxf2CKjBxMHE0I2gSbLxWNqAZMEHmJcqz6TGE/DqwEVYMuVY4qvnvdGPI/wcMR2BWE
cC5PBXlQrGRpbfl5KldnRW0kL2G8ZLCM0eCW1Ji9ObOaoLPHxQ2XCDpdoTTneJ1LN5aH5b4rjfwA
UbPj72h4McVUSIDT/N08J4td5q1asnx5SBq/N0cYWJVCfKyaiWdMw5Hk7K49NEDokZqQo7fBK082
A9Ia4BnxJEngRxVjDZZ21r4sWqjdhXGrHkSxe0fJocagM80clvZ2QMbQacgejkRB0lRP/6ZpFd1P
RALBVDjNAaDntcOzSVEoIumiKKyITHizmdmUh4D2eLIkpRpNr+rZ2mdJaTtUuOitvzAu2vwvUbt2
8CXcaeiuRNaovaBZ1cAXTOfRXQwSRp95KVCPp86qPxILK1YQr20hu53hrB/qCYyjV6/q+DmFBVG6
a5TDcIevE7duTiwfe4Uulc9pLhRHZHnoVTeKGBPyq1Jm2XCZaD+Yp5igPoJw24zU9JqmfcnXevhX
ndtccvvaRMZsWUq58eS2rxZPi5vsZVqroT4jpafJQVp3quSbbdH+laaq8c/aVObHuIicj20ctqvf
ITd21FO4jixFD08hVwUPwd8iYHjjU/UB8RFDGYEn2Gr9rWsWJuYkRn9uDKM8Oxa6nLVDdNunocJz
KH+67f2uD66wzutECCSEVjZP1MDIo7DOxN3twugdcxv6ziUdNd6Zxtjp3hSr9q8/sAiyiCFgqBfz
Al+uN1s4N4oFadnGIT+boEC8xdSqD4oV10FX9/aBJ7wOuKizkqigHstKKWpc2qscI1aXkTZfz3w3
NEzi/qSpdu9VzAYgg1aWUwpv6mBbr68nRukQoTAOvReYxqVRJ0ujQsPr+WZn5l/6NVGpRY7Gcwhy
+OBNFp788nZiCv0fCo8Uk0F+XpqK0kGalpD8MuYyekUihe+jVDYOavZ75+StFfEr3pzSZNHmpDSp
nterZD3kTTk8WZmWe/EoG6mroX/0J5+NHhRwPog2PJuXBkNbyaUJD08G2/dBpa65B7B8PudpC94T
lut9yiTK344F2EsBwhTgN9EjujQKe1MzoPTQl+rj7qOpJ6E7hGPxYWoOySl7JwQpMDgWSJJSjdgk
c1Uz9J1kcO0HvUStRB8bDy1J00Ud5kjVeO8GMClZCKOgpMRTfbkqMgshfAHAK+qZmVyOhuPRlAs/
I9FevzPXyXBNuziitu8dmFdWOVVTugPbsCpZG61dVbYyATw4nWclaV/G3FYDtAKa3mu0Ej2C255l
d51CRYRXEUUue+NJZfQ8+s4GUNg0iXrPBNjRh6vYPBULpB+NARxndAmq858YJSUXBF1qpZvrp/d2
ggYSsJculyvI+/2PwSHujiWp96Qlm7ysVI4Wut1bWM+CGENoB9Mbt705O4jMwFDMsjWgElv6XRYx
vjwsY68u6tlXC2c9KM1tn6hXewStUAHwn8SulwcozDpHXsZkDaasb19Ez+mcZtPwIwuX5gHsoH2u
00h+cZoq9FSlQePn9h7vrZcl8zoKxZ0rb2rVA50Mc2a9VvzDStv5JYFW7pr6dF9o8fTvbWt7q6XI
wzxM/Ddg4s3u1qSma0xzKYhClVlHSxM/pHUpl6e6W5q/ZKmGi6cs7fdwmPOnfrbVH7ft766WHjH8
WqhxRPCXu83oP2lsu3ENKFDYSE8Yma/Hff7OHBTFlZbhiKJ5JSMiPi+CgOiRUcijLS9+0BvfPjFm
cQx1OJNZXyp367Rav0RSdu6GXgn0pZh8qZbUYFga+VFXsvivGMzaQVSwdYf8Bu6OBSAAmVtgqJsH
c6ar0fGR10DPncWfgFF4qZHmXgpHKbi9v7umOEnkByC0qNtfLnedokKtaJoEaKMMz3qcy6e+lOvP
41we8Rx3THFduKTkl3Sct2jGtU8Mu+sY9wGs0fxoagWpwZSlj0UmHezf1vexf1RMUKTiLQFXtB0b
O0apBHwjkgM1N2Nfklf0/+ZF+hkR1j+nSE1qbqkX3UFUsLc+kySd0JQ/PJuXW6lRAVVLxo0FVidb
XogKjRvSBb1v0sO5g3unFEQR9wL0BJzE7QrDniUairQGoyPYHrM1LxQGUvOuoPHxfdGy/J/VXizE
eA31pKy1LSOGgyLjgS/a2WihhypouWBkrrgaTP4Y7LaX5KDPpi9SpEsPBjU0RFnL5RSvIw2aHs7W
gdGdfSZ+FUUkhBDho4j//uaGroWRq3IeKQHpiXJWokg6xcacfJzJfA/esx3vRzJFHwHIALXfLaWu
KKm8K2amBKHS2IHNX2dbQXQ6KdQlaLR6eHJsJBIZxFH61TBnB4n79UqFsAasQSaaCz+wuZyaVM2y
ZJRK0DLbxJ+LKP4WOXnrL9G63t/2A9d+VrCdSbrEVAnqFhu3lxRt2jJDRAkK4EieVeTDwyCr60Nd
O7WrtV3/+ba9651VZAYUgAnHHwiOyuVHtO0WNiFC6cEMD8xt5Wm866z+H22osw+GUtWPUucoDzJf
2l3rMvdvW9/ZWCFvSbQJF59y9+ZVU8M8jCp9nAKU4ctHKYn/K4wm+mB1mXy6bWlnnUQnqFFR5VBE
C+FynYs5LPZi44rmVp2DylGzj4jvL/eRUVLwXvrusYqYbCmpaeXr6eQclCte+RlvEyIaYPhaxFk4
qWBWt5iUoaEz35XjEpiZGmtnzQwz2SXjUxEtN6P4XUcxwvEY06X+Y9dKN51ESzD1ErlPX3JSp+J9
yzTO1I3VyKm93kiY5yPYJstjT6xePw5m0VPDQqwquc+7NGzdprGpdGXWEJ7zYirrg0937XJoTtAh
po3F2uhWXG4o3fFGifqK2x/a1Vlv7TlQallsHnWTPKoTvGFYmf/e/oz7VrmBqpBTvBpoVLQ5mtYy
VpNiUM+w7KZzvwzzs7OU/X/tTNpejGX8922jO6cUrLEtND9R0qYwcblUc5JKZ2GaQmDkYe8yUEO7
t4xyDubONg+O6a4pi1aajeygTOXy0hT4Pq01e0sOkq7WzzUIaA8fLHnoSBYHH1A4re2JJHomJ8EO
2JyNKYSWi7KKMzkoTDvztCRdzmZoJ64s2eZ7J3SkwEzaR+r3bfD720k8R3QHzg50wSaqmpiittTg
/gJ5hk5oqnxNJbYY6qYY0cG123mfuW080OKJon+zncFQ49EBz6REIJBq7oHXfV9Wpz0VJb2OTJ6b
u77t24dZAxXvlm3aeOAt+4P17rh0bjzZO5h48qKti02syIRG2XJ8ZGZcp0MxPCRjGv/TAgl7qhrE
XQ4e5h2DQkVFCPkCEAIkf3mINDuKVK1plmDQ5+pTVKVUuKOovE+YBBdIpKAH9q4vpWA20lAicqFX
up21kZnU4+i8y4FtJtGjVNoDcDYtRI4hNrtTlc/jp6Wz1E+3j9H1+SXYEcPyLOIeOpfC478JP/Sh
1+y4YlsHAEeeKGwxgV4qv8RlWz5CKvlZVgJ4ZkgHDcHrK4ovoMvE5vI5ST8v7WoZQd3S8mKqRue8
ZH1GgzZL8ocky+ODK7qzsRemNlc0mgc9zSq8gWOnBYA2VCrzyLDfy602ndawrj1FW/uDCGR3fcCM
ZNjaQlBsAw2RK+ahxjVfU6n09BvI6+KXZfCeTHHhHNyMa1Pkkzg5oQsHl3kbPU+1GRl9t7TBQNzn
LRSK3q1q/FGvLem3/Sr4CI4LyG6uIcqGlx8NAY3E7NoV6F/Y5l6BMuep6mzdtRJJ+nj7XF5HGgKK
ga/hzgtZi81rUSdIIsJbw5SlDvf1NPauZLXFSZlTiiGcR3cpGY6HZg7k9+X3B62iNSTraNZS+QEG
AxvvcqnTUKwVI627QF6T5r4vZ/NLPFqaS7FIea7UvvQIkrq7Mq+HFx7R9dRDpPRH4Aa5F810PA68
w95HBtuuiLhWwLo33shG2LkNUUgPinqdEGwp5M80R+h6KfbRULbr+2IrvJuktDgFSqabo2syAbrQ
1rAMIkMrPYQsf01m7TykY98F1aitH+OlP0KrX7shYZPIUsSvIr683G45t8ImJ7gLMimMxBho1TWl
cXm3ZPngJ2ISYLMs6snp4qOJstduHh0MZPb52lDbaOBeWl7BOEZFqVZBlccGkaui3NepPZ+lgVmI
K4HSy+2Dvbe7pJf4ekIGgXO9tJenZVj1il4FRjHZQSJbmYcUWBLYa6ffpW32lWrmUct9b40UFSGX
C0lMHO+lzYygnZBProKwmlUvtZoYnFHMZZLn1Isq2/xt58fNeWNv4ycmw+qcKlGqYNbrxFWb2npX
LX15lu3aPIhNdpdGkYsZDTyc5AaXS6ukrKvDbqoCvdFHF9FPighlLb3PEMtAndj5/QoeSyP9QZSX
QAS60KW9perymByFrZyz6M7Oqn/HrGIKcYs0ZTsYzsFO7t2LV1QBoyCIm7cet1PNVsvsoQwQOjO+
RHT8PcdKEr9i9pffNYr1zujazMtSrTh4VcRCLgNbmnRo9LMYBN5oLVwuVIfnnOdQdoI4jLv3cNOX
J7MYs4Mq0xXAAD/7xgyIkEszUV1ri7IYZUBbP0HNuY98TW+7JzuMXkJGEz/EVhEHMSBpr43gZcUp
u61Pw/TEHLmesH7WD2iKeyeK/hChH703pPU3X7i1a3Lt3kJhfl2moEn7Jlg7hpnLzTqd7Lg/qlnu
2nMIESBGi1Lp5gR3g8koU0g5Qava2a9CHq1vtapOsjcuXZG5cVKN/9x2QfsWSVp4wUVhceOCzLTr
SdP5tHPT6W5LbS8YkrA5KfoSAUW3j+jsO28XIkOGKKshG0Kae/mN+0UH/2vqZaAUtuozBNn27NUp
7+u66Q/O0553FWVSHhOaRfCtLk3ZQzUjRGLz8ezYeadPy+Q3ZWX9FXbF9IT8Fz5vGQC/3d7QHavo
btGWQllViDltNnSkGGnNo1YFqOR299U8SnfFCFy2IuD3hspUvJRu1YFRcQE3F1ToWKBT+Nqh2io9
pqBz09XJm6BXrJGKhh6+y0r9lzFqg88YlekhNtTodVDNYzcp+cEt2VkyQk4UnHhNyOi3apYdakTr
pCFlpkzh4JUNvIHJiRBEV8fsk2W2ipfo6tGgxyuiF680KkQUgTShYXu10WVJZc3UatsHKFybAZ2U
FVngZjR+Ehvr91GvhUtQMDrufTGDG35c0j785lRRUvuzKUkHb892D8SvEd4ReSkggAxyuzxsi067
s8hUW8yYXO7TbhiCtW3SwOjbjn4aKqZhVRzRsrZ+GaPE3kxEpXIDJGArH4IarGTEWR76VhyXX9jt
8uvSHjLDt4fr1QoAJBC7lFCvQHpK6FADG4sQAZxCe1IlSf9eOE7nh1o03M/tmJ86rTbcPkmqx3K0
DxzU1mEI61Q0RY1YF7oDYuPfJKXaMBiMhtcdPxrq9SkutQctkseHeqJYffvm7lkiIqJuAxBBEGIu
Lc1tpU2IUoD9JuuZXKOkJOVCx2y+y+VaHsA5do2BxRHk6VeS08ZY4xjTuqrA24016zw9NFtvojOa
epq6Lp9ur2zvnAj67f+Mbd7vzlmHRRpAlLd9XQN5ttuzBUzm/AdWRDZIc4SwaNtSKM1FU8JRIG5h
1pzUpDPuYru3Pt62srtxAELoUPNOcP4vN86aauargpv3kTksXsIp+gwebjgtTOQ9WM9VqUscPSGO
CbaHBPSqFYXShaWmtQaBFZQqBVEt/9HopePxiAyPdRsrXhOimo0MbXfW2tH+QKD0u+j119/wiucA
20TNdBMRTHVTJHYHPh+9yORhVjPFlZXGvEfYevGVSFofpF6fDl7ObVCAUaIvCB8A2HHpWwJ1b6Z6
LCcpzsysB7+Q227y0hJPGoZqe5ZIaQ8+6p5BQmjRXKRwikrD5UeF1hImGapPdKBD+E4N1FK2W/Xt
1ZQelPRw5ujOIcIaMCqEQAm1tvIMY5TX6aA7iAb3SnVn1cX4EOuLebKI2g/2ctcULxTVH1wLkzcv
l1aGY+6Uk237oTqVvqLVsttQjj41Oiy/374a1EOFYLfgmQHVvDTVzSZZQD6yqrSZ7uM6+llDBnhR
OhKh25Z2ngSIzSjdoCaFWtA2yOlTaVSY/YKCQJubL8uotl/pByeQ2YzyE2ms+ViGa+TJ0RRS856i
A/N7e8qIZ94jII2guTc+IGyXBtg2SNWCytpJ6drmPNlZ57fL/PP2Qnc8J8U0SrDUndCw34JEYmYT
WfOMT3MK+M2NLjnf1cypDx6DveMPFI07B6VXoIsuP1xtlqbRIsni9+1U/NW3RXyfROno6d1g3ym0
7rzbq9r7fKBARZcCXjXqHZf2BgaMWqtB4zXvxuG81JH0q1jM/EVWSj1lgk/cnc3RLt+F5tB8La0u
Ohq7cpXqCQ8j9DEF35ULeFVqTibHpNDr+FDw5eg0GW3ohc2Q/wRaLn9u47o8pUo0dX5fm/rMQJuu
Dxh26PxFO7dg+o+TWF8SJxr/4GBZpNYMDhD50JVQQkiDry9XB83XVTvBn1lcW0N5qKEjeHBZdwJG
IeoFs07ofl+BnfRItlNUKRx/bdAewNPVzssSD7biGpExPNdppwVDYxwd6N2dB+4Ezlm0/kF0XH57
/Kxmd5Cu/byKk89po8Z3iFbV75s4Ms9kRtXkarMqZqXXcuRGslF+TnqmtYP6H1fKu/JQ/ZSNIjzC
0OzsBxeNoib4IF6fbXUjj/R8GMLG8e1WqdyefbtbOwzGC4XOWumrxG2Z6nq6fRN2PAm+mQkjosAp
qjiXu2HUTRZldPN9WJUr2YLWB5NhjAwSnlf/tqmdS0fxBHSHyZwYzr/4KW8C2ckAra4UvHFTIrUB
Y7bBPZhdDbk6672eNOHezMvPelPkQbGiZXnb+o4j45hBo8SPkZhuO1hV1PWp6cSOD2BRu2uZ4U6u
OMUHjmVvOxniidiHUJchL7hcoz6aqxZmvKtQ5/8ujTL6HHEGHxmTekSE2nGZAK4ETFBo4BKoXVpq
kiaay4I9HEGueVWDgk2FuqpnrZ2Y5d2kd7f3b88eRHkecFJN6Kibt1VOmqKVtc4Bq9IXcNWzTx3T
7s9SU5VenedHreTXDt/bjJ4DwrhX0QFEpp/C02Z93RhlfKTW8YcyLk9JnIxIMlud16hq/bB00noX
N/botoyTdMWYXzdBNPddrnFsnakz7wbD/IXAnurNJkV0Zu9NBxuy96lxHxZ3hy9AX+byA6gD2FTH
yR1olYnGcY7Ml7bQcxfgYhjc3vsjU5u9yHk1u6LE1JTLxX2qWAVNOy35YCBFcXBJd64JsT4hL7RB
+r1bLxRH8ZBOKH/4jZ5FZ30tafmuUnVwTXYOEzkSypHID6DWtVXUiID89jUDQlF5lfiu5WpHrhV1
SlDrE7yl3jb/u72D29KxcDfgH14LbjJQiE0CSOd1DU0TzaqQSbufFZt6lBXm76Q6Wb4tlP+eEVvo
3XJN8oOV7nw6ojTKfK8IHWhFm1NSmYXqTAYrFRMMbLQOXIdm+rMeNcVBFWp3jUJvCYNiQKDY9Df+
NV4WSqdqFPojojv/QsBAbS2W5LJBRbpJvy1GpD5brRTet03fnm7v7+4yGSgsqHGgTLZkFzHcRrPQ
CCHIT9UvzQLOaLGNMHedajwiEu3Zwu8J8AXax2B5L9dZpZa2mLOJZ7AL1WUSqv2QZtmDvUJv+v1V
UXgRmSA9ZUK1S0sMZpjJNesQGbSkkQLKPUATh7GoBi/OxmQ5eKL28m1AD2JOCIo/QsHp0p5sJAwi
tuPQn8aKcqVTGP13U00HJn7ZsiutGZSe0Pyy9k3OMJZC98qyqw8O7I4D4DcIyAUUdVGIv/wNcRjp
EMFK1szMnK8oPzefG/KLg6XuBDtU92kPU7x75fZdWuHhlCqzsijcjYWcBnYRVzDrYNg0g+LriAsZ
J0nplN+di4oboGjCGaWkQcS5VV2U1SrLEl0O/VVpje+GPJmf0in69Nun5sLI5is6aVyutYKRWetC
KCdcNrWKo1PRTNN/t03tBbPYEhxblNsRPty4l6wrwszShhAR8qV4yKLZad3B6vPPqpqtfyuSmTws
0pydm0lLv0RqOntA7Or4obPbqnB7GTD8OC7V0SESS9w83gQKVE8oBIMJ3zY5pCnWBn1VQn+IlfRM
CXc+MSRPDF4KGzdvjiRV9k6TUBgjRxWd+m3WYi/KaDBiAHNqFIeZ20I5GlzKZOt4T8fM/jCPVKue
gVB0R3HKjjMCwEfgzn2hcnPVTS712YGpIfl2qANMQvr+r6TJG4ZmZYv++xHHa58cCXGBO9lW/iTJ
yqdJ65nWniuV12WNTDk4aYJJKZL72wdr7wOKlvz/TG28gAK53q66SUJaq9D8fHaGE/Kk48mRht4r
SdIO7O1to4HCGTgTxDHAH176A8VpwqkxFgk5nIZOeajov9Rk/loog/nl9sp2r4wopSOqy7N/hTEf
rTjqFZUvtjjV8veqoQ/qanL799AgTTyrpvqXSNvR9M1jF+EM6x7NE91tZNCxHZUk6pB649/+TXu7
LQCv1OI0aKrb4eFa2Eu5JcmS31kOFC6Yh+P7hulsbom+wz203eF3Z7MLR2gJTA/ZJvn+Fuix5HUj
yUslURDPeiJpq/upD2MdMA3reXWM4g9cItUOVIgo4lJN2nzeZAhpKCgpe26XxV1aDMyTseG/JGL+
9e293DtJFiwf7iQo4qumJyF5lk0pHhHSePg5T6tvAFick2JFf3JmwWBCjqALR7y18b2Kk65FYs6S
v86q9W0Z45dWbyc/SdQj8rL4P23dKegKwPSggsCeijW/iewWK87qxeF8ZLPa+XWmd24ozUc7t3cK
KQVDTWLj7Cv9eFLMlSoPd1A3l/Zsd9P0FXhg6Ep5n52iDML07S+1uypqwlAwAA1b24xckq1hmYRU
45BVsj9bafMyLCmA9Ntmrg8EiQxoAiBNkLmu6iryilphiaRRYMRm9TVvARB7dblUL1m81t1B9LRj
jKgJIhSPEf/anom5V2fGblZRsCrF6mm945xlI7S80VKng3BfBJ+XhwKJMqYvAM4QeutbsEiN3AAM
DJ07NWnWT9hr0bmsJ7lzmRs53MfgeO+UxhgMdzV0Z3ZDbZkObvX1B+QXCPIMHJZXVtvlsWTkiRpP
jSP5yjzlj3NfKA9piWj+7e93fSyFFUGxFdz2K167NvZLl7Z5BPYmQoBKSorvyIrmaRA3tfRJUspE
9W9b3P2IxKXIHwtMyLZQFS41Y5myPqIM1Tr36ZqEaEE0ehDT4/jtJ53FvTElFv/mZg9LNFWO3kZB
W2W53xtl/1SHpE1qZIYfb69q92uZSNZzaFTiiE0RgREDqp3GQxR0s83gaaXr/pIjp/iDBdFZEr5e
FEW2vKah0Z3SjJF6rZLWOcdG/U9UROMpsRgIfXs9e1+JAjJtVhH7XoEu2lBbNW0OI/iaSXRvKqH8
sayTonLlhBLu79sC6S8oubyavGGXn0mxk1See0nyG1Me/BhQ3V23dHNgguz77XYZyioi6eQbIQew
lYPUC62OF6mPRSmkuFsjLbprlYZxU8Z8BJrZOxE8yIB6XwsU2wEwsjlFSjWocQAltQ/6blaEml1z
+v29E/IGos4PYHpLQ9Wj0tLDpImDqc0saP9m75rMNLjXmujI++64CgEjpcRMjVkwRS8/0zg78USH
Pwlo90dPPVN1Tpo0WUFTFPkZVJL54fbSdjYQIgiVLJqAcDG2QF0A6JliNkYMyEWf3jNGJ3pmlrN2
4ACvsxvBTWKkBVQ6AeTaFBp1SYoarXWSoFJCzRtabfRMQMMQ7lPpw/9xdl27cfPq9okEqJdbaTTF
NbbTb4Q4cUiJpCiKReXpz9J/cIB4bGSQgw3sfZHscCSRH7+yStiRtm6RPl+4Xd55la8WPYsWhAlF
HM3aOh2lBLigdx/YzMbrTKzTcz7M5gIf8p1XCX1l8C5wnWEcfe7dYadQhyFBVBdaRxW+ZHGCuOMl
y6N3Oiyb6t5m3QFVOmz7sx3SyU12Ahrc9eqvXt0Uua7mbGxqiWhSpZ0Xnlzfk4MBO/QKHxyu2SGb
6r/vmncCF8jfqD0y6K5u/qavd2nxv/Z4hNVLMtAdX6U75MZrMHHsi6//vhSqa8Ri3M+AM5x9Ra4x
fgM/oKsbX4ynYfbacg2GtdJjnl/YpTl+9Vk6sll2odcJlikmh9uf/3GTgdQXCkk5jDNcvlxhm4wP
MCJhB4Pb9F75W+vBSd4izxNQT/j7Y76zWbE2wEH4D4yPzr8qxHOzgCSC1R7x0jpaZ1lCVj6oIoVL
PBymS6Kg733BP9fbTuwfz6pII5YkxnogDOsq7yZZ5SQer0Mb8QuF8TuHH92dDYYCaCPSufD1Uvkk
jM+joqvDlfo/ZoEh/xzz7kG1cdaXHJ3A76juxOHvL/TdB0SBiLEggs4bEq3FmU86SG/UKgF2En+P
HwEYCa4KZemFB3xvKYTPTbMIE2eUUa8f0NdbMaIKfLupnXYN6drPoQc8wwj55QtLvfcukfuAdY3m
OHBaWwz647PJUfBRY9pYw+ihB1NWyT3xYYlCFxffrxOThxRkhQtp13t7889Ft+f/Y9HMJJEHRxCc
i8wfrlJDgmpoubyS1rZXuTP/KoKDk77hebZ6CgR6UPdfrxdTSPqwhvIaRL1bISbc6ZYekH6lhwYc
5UoW+aU84r33iusJ4/TtykA193pJFy5+qoqprRegjWGngWoMRq5JswMPO6GlRAg6tGP+77NWCDWD
AwQgxebZc37qU+YTrwiXtja9trUbYergFZm5MTb59e/HASDMjRu4aTafu0R7nQQusfHbGrT55NhB
yLpq58hWg/T0/+PkQd0eQDBAQ95iMEPbjC5Tuq352JL7hPT8BCz5clxcdGn0//bKRf0IWClysg3D
lJ59NtvlmImvWVcDkNZ/APRV3sRGXbL2fbv/8dYidPUApos3vMXrzQF9CdfYjUAVwfMWYgB2n+YW
tHTpP6uljXZ//1JbIv76FsLAGErqKEHQeoaO9+vVdLD2RTsAiZ31VBzUyvM9wD33iWWqzKibjrow
HBp6pjlE8XxpgPP2IAARhiY8VAI3kuV5N57aSdhgBjOMNU0CMT+3XMGLQj7FhTVQFVYayMlifPj7
I78NoNCkDNHyAj4Zylfng/KcdVnc54WuUQK5ijGtD7BJ9iq4yf2rBTzmbSCDoAjCesD3nwtszU1B
nVc4UYMUCZvYzhLIiRPdF7IM06y7gCh/m1Fgtf+4IJsiAOL12bcsEMjSkUFfs4nU1QTY2W6FtkMV
ZgANibx/FE0UnQBUOf79hb63LsDPmysASHDw53q9bj+Cy2lCoFCiTmS3zufd/ZTCC4lM3hMVoTn0
HaTqwwVb+e8Lv/MlgbzauC8Q2cIw52zh1ocvDl4sr8k4TqfAsfUUZtYCkJZz/5I7y7tPmaOxAiIl
9NrPJeBMNKvU6pnXGrwJTCtsoMtMC3/P7HLP1KQ+9oVYKubSS9i39x4Tk5L/dVLBRXX2XePZhWi/
e6weEh/5oHDRQTXrfOpHX1zYQu8uBWIGiCGIXzgirz8lDAERRVu9vdE8wiQM3LHEG8l9rIb+wjF8
730CXAQiMGCSwBmcRx7VFbzzJK9ZDq4kaIT6MHhOgh0cBp9dNISHJUzsDpSQSz7tW7WJ53gd9nDp
b4RYdMqQS53rFWs3acKaGdYF8BZyUYnaI4C32wA3uVLTQECsrfEbWjXRvCAIYTeonSVKxjtv7sId
gRfWXEZmndNSdZ56CjCPaKDhHClZTtMUnwTQ86rqwUsdygxMnt+jh/u37peYPC8ZOEZVVsyFKLUs
lAJlFR4l5RBnBjakcLScqqVdcLOEgrZYp6XzdASZoR+QX5rou+NMidPsmnzahcZGprID/iYWYtCY
pQJI5XIaB3b0EyZ0JQYSfm0h2z3ujKHLHTQlSHewxHrfkyUpjn1KmC6DuW3zA8FT16FtwZgzcrZh
hW4U1XW8xZZdAcfN3eB1GuRIPQaADOEVnnwtiSihdAJRxKmAZkqpoRp2q1sa/+6gujpWpoN1A8h3
blDYtGFAy1x5Xlfy1l+vXUu9CCo7XeefPGBpgPdwqPjKRaJ1eWiWnD85EkAFsSUkO7DYwO9T50Px
Kw49/RMgK7Y1Aw2/sp3J4utB5S0tpzB1U9XEnjuxIVLBXb6k/g1L/Sm6pvNKPqMaCB/c2k4/etHy
b5CsHn8ASjO40tO5X2DaErGbQmKmVTc6AWSrSbz0R5ChqKjGLJ/I3h9RX+jAX+5xzYzDAZdz++Br
MJAr1jh1jKFDBXFq06a8cqETaucUlKpLH5IItFzF6P1UXt/ZkpqhCYHxm9aTGiI+lgWkDYbKs374
wUTAFh3XteFTZbiNsnqOsh4TABhqws4gngH709AOykso6ZjPAdXNXbAw0+7GITZfO+rNG/aVZaTK
Z8dvFeqUl7BDFli2A1gCRwd457NvJ8oqJecoug0t6WC9RTiEO5Oc9XYXtFJ8gYNmI6ulWN3VqIkZ
dtAkkCcX9Wlcen4Dou6w2v4TdwTCWlo1s6kao/AlCFdwKgNwIn5BZ4sDMwQu8Vimlsxf0kax5kpg
sZ/g0USigj8EgEaolZENAHmzPE+Qd7pmvUp/QV4LtxgrmnWohYDKYM2gmsTqKLPygy4iLyu1X4x+
SVJD9xpt7qzsmsT+DtH1/EX9Yrqakobxg++t4UeTCVguebJPNd5J4yMzhZXaHpsY6jJdTNqlygZe
EGjfe63eE+rmcTcJEbT7xXe9hORwyEQFiTO5PKxtt6Y1n0gqIPcl05uRTzYv0Yfyf5DJ7zFfB7z2
NEUhwzU4MPbTKXh0losQ3jWNHHmG0svylJgQPZW4m5eg4mjt32gNCEAFBm8b//Sztsg+LAzqfwN6
8G4XZ8qAyh8Ps6rWZo26fjczOdD90kEZGV8DJXfVEwcIjLUpvKIBlCm+xYMXxA9NOEewAdEGKMHS
ZNPETy4MBuj3eVpRU4KtkvwQFrZN+yFLufwNyBCgvSOELvx6QG5/b4PO+n0Vc9rEFX5EI68IhJ9Z
2WaGTneEBasrgYqZbrKReTEkliUghpM3jt3XxIsBsJiDvp9wlLzsBF2d0ZU28LWuMt40+qOb42g5
yJFYVk7emrzA75PcQpEvpRHEnYPlA2FIgSo1aY+U+TDNBOkqF+xHAVLZWEJP2nb3BkYY+VhKldHg
keVoBVRr2rWfBht4RZnFrWNw+AsckA9QFoKe0eBNAEjq2cgdJTyKynyhS3soIme/JAlp0jJjJA+P
8+ohg8Odn9G9WNo52K8r1DX2C/Tuw5sFOj7ixa0BaZ6ikfb6UTYyfloBT4exQxEbeZd0Ydjemhxa
mb+41wT9NQQOCnqX+TMPv0LQLsxvczewYIcOm/c4DHTgCAgkTgHs1FDXjdI5jKp4YV170H7KXgqe
2ZtkYpM5qgDhZp8N0JA9FplUSOtbSxWkqpRcqz7tUnzE1tNwtkgnc4hoM3X7hA1QoBBNZl9o0PrR
7ZQK8XtuZbKCYpMahaDW2/C2Eyv/NHizaa5SAq7zbkjb/DGzfiBqzNLEuF9iK3+nNutTALDo8skz
1vHKIhlsb6hp53Rf4PdEu9UW8J+Ll2AgV37auLycufLaI/diyO3bHIo9kFzS+jqK24T8WIyT3W7s
k3XdxZwPQ+kbzcJHrdqefsAGVKxKTcQ9VQkf2+0uQyYG0fk2A9WELzwsDunAUlV2YxwZ8JZJlj0C
1+D5qkq1Fc1emtabdw5KsBAh02xc9J7jYdTtoAkQsX5rmREVdCymqGxHm16jXerEsXBrVuxbXywI
m95s0UVr4LAX1zlRrfnVRiv5ZqKk0xXpVZ7V0ibRJ57503jTkTBvAfmDgdMTIN5pt+vjFFYxkDG2
EfgLeUjtOkOuqNArspOc4ja9ddkgPFAN4LldEIjx0bn4HUSc+vecB777EjQeoXXHV3CyZ4wbk2if
9mLN96NOJ76BU9OxhjQrRDK0IQBX7CcRLOqrTyDw6ZUUUCS297TnIOnVx7CbP5iuY0MZA2/fvSBp
hPYp7md0tRUM9dQBw+jJfEw9f1wqPSiKqAjJ0GA3Zb0ESp6uDHdetNgCRz6Q0b7LbaYA1RvHoZTA
Y01ltmaD/71o806Wm15VBHXxeSjQJwTNvEL06qeS5NE8VDP8ENCAht9UVvkhQwQwPjy5thaKWW5A
g4FEz+Iaem9dKpaa2maht+E8yOvR47zbtaPiN0HBPHEU0Pb2q2Di5Nl1+IaQecsZB7YegKiqa1WI
Ngk3tigBAE2WHbWimK9MjCBXriGZ1mrms/66QNLk3vVLAcT0mM1NZfvW+mUDHtNpJmSKIcLbGgQ3
F5ov1tHCwk4kJVHZzWa5751JPBSffkiqBSH1czGN8GeCrw6/h+o5Qq4APoruAoQCViY2DtsPrW9Q
2gQxE6JkxLTFDhQJmyjEMBPG1RiHq9gb7Uu2M97Uh/ul4SimGTTE+C6KluVez/0YVQHaaW0paTrH
EDs33FXoOachNuPqyB0BVYb+0qIzM6+kaxgw6+jK9VXCcyTEQQdtzRIHIu/2XM7JcjPkiY5POqZR
eOT93M7HRAdmOBCvMfjtgJaIBdYZoyjSj2pYUsWQAlndFACpq4yUcZf0xa2KJTe3Q0dji982gN5a
htm6xHm5xJmnviJdVcOXTA2yuW9EQRADfeTxEym9hNnh2k3hilZ2OBtzDJpU3BFAN8guU4yaU9zk
mow7/JfXvoyUiASd7167nYOkZF+nHhwYy67LkZ0hOIi4JGOAATpEQXRbLoWAkt/sbC6PaMwM3g7a
+9H0CAvl+FOAf209rMBmkHL2wnGsBc7BsA/9Jf8h03VoSjhyy+yoNIFHAUrJVtdR0TTueooL/TFb
0eas42zKwKLpCZwPukSb8X4w3PPLOc3+Q+sbeNFkCBC07HiiEYk8qHbfzkifIUmIq8XtgrFpfyZz
li84L13yPZyaRFVTVpAHjZwk3AGFER+91Ica2cILDN5Q3lAD15GgCWFzFusb7L/GO0QdWKxlgQHF
vY4KOR96jT/rcxqzHQNm+je8UeBhOWBW+tjG0/zNTKK7UzxCm7hl4M7fsIHHyD9UQxL0MyerjtTX
BGQSCWZq2NDG7dKARbSGKlnM62JwwaeE0WwsTbwA0QaSeH8Pqw7wSD0ej0UFAkP4Qc1gOJRgWhXm
gBJM/VpXI64Lm+fDcRZ8+gqVwOK2WwoY6lgHDDuyhwD/j9QViz62LNtrFnn3fdxbhGAa5ScLP9Jf
DI6u/UM+2fAeGzMaUTgQ7wl4h4wixePsCpCH5lMsPKFLhmrisWEN8XdxO8qPeKyYXme0J1imzf37
2VuKoOq9wNwW6eyHSHj12lynco6/aB9ZLB6lWcyxW1IZ7XSUQKwD1dv6BY4ZOPFRYZf4oEfYSZ5U
rnhWzgLfZ5fLZrzvFjVmJbMdgWqCdHjbPu66a38K/Z99TBjuWegxPsOTK/zlSQJRyMUU3e1sFG62
3Dq/LblD+KlxFOKvHVemrxXI8XklTJLwqkXFk5RL24HjF+dmLQPSBqd8DLcu0pQTCJ5FXFfF7Luw
imJjs5pFLriRLfYoZLeTRpSd5quo0JRt+mMxxXEPrQEoZ9dJ2HlXqCc8sk/lmP6k1gPOZ3WjaFFP
r5zhhhlwh6xRX+g7ZGK2L0mvk2CvcQOAY48hxItZ5AynQQchpANLWPNsVtuhVrBdlNTA66dpKUNA
lSLUuQRMHxpu5ZSXLk+RzgPkmxDbuB5CjX8bqDefQ/u479OKrQs/rLaZ5rJvRdQ9Whf4P2HKmNqK
qIz1e5HMOP8jSukO5xdCZrgX0uAnywpOdjIJkOSzJu0DFPQJ0BQSfcu5MikP+a6DozYrA5DnppLO
vYsrLoEzRvPIocmaThMA6l4fg4ajdPrDUTvONa5tonExcxWUQeGr+CC7JGR1P6vO1TbJoH/SSlNU
Xu+aBR8YbZYj7VLZlcE42rxKY0LHu7nhw52APpYpoZVT5LcNit2j4yL6AlBWY0s5aanhqFJETx0F
uhndnnbdUb7dDZEN4WPq+yPS+rBDX6yabWYf01iHtLQpjburXmHAWIL8HX+EK6Nejnroii8g2kY3
3UiC777mPb9ZW6iP4U5d1VBNPY8ewh5+6R+6Ph1+dLHH+/2KrPZlXnEZVxw/8bcEoQaRZFmz20lg
4lQiSzTtcQmlxfuMvFaWADWHBuodsi1KnW9SBWEbI2Pp1/T70M+OXHHdw8YxnfLYVeDZJRiWxYnI
oOs0a2xTmH7jCks1L+5sPy0Z2jlot9xDvpXZElQD/RAS0az7yZ/li2Dz4qo8mQtkU3OToCcUxPR5
q0hwuSFiT3uUu+4XLoKgheBh30Jijlu8kDSf232iZjiKox+w7gSRXnEdGxreA/wcPPVD4dPKd4s9
YaJJUTVlWffQx8niyiGEjFmZQjc6LvOE609BE7fPYTTGL2Y2BWbTzSAPs4EGWYWSDaV4jOo3wREs
1BXLV6dL0+dQ1GzlwBvE82B5QezPJcyG7fQ9kr7H8e4twdDXsPxebNqSgFJR8VPGk5kOsSi02uGd
whElJWn42KwyDMp5XiNRehK674eIIxco8Y7HH4Pf9bbsXGrnErAM+THLpblJQBiQZY+dcD/Kjn9p
IcX20tKkOSKT9SYo1IoOuYdOT2xa1dfJgShSDqpAk6CPlEC/HE6omNxmxhNIGFlwZVretodIhAS9
tREt7hLmjjNktAqCMNdN49SeUriXDxXmQsDRSOOjEvCFDO+MyBYY/lDrRjx4HBzxMnoC+54oHmr8
G+4JbnYYwXUiUmxHlkli1xd0nJEGmOEZDZfMRy5C5scOyXsPWyGoE5XdlPq/Eoy2SUmHjudgLHH9
LMAIS8thHFGzzuOc343jKKElK7rgKfL84HvB6RRUsxnDn4YX8qHDhl+rRIXuKl/IkFWeQQZySi0U
idGbTOQVPOqKvPI6E+/pgroWpq9+NpUsyOe0zoZm8pCgTWJBcBrar1Dw4V9UEbCvuvPRetD+QpK9
aYbpWTsqH4tOon+pi1SHu2RI0m8NnTleGppNKwbLkf/cxiy6mQCDmyqferDJWjNHfuWTRD5oUTsh
DoSJ/y2N6ICWFnEEqdOk9E0K+TYPhTpbb+DCvNLKFStwWWEh04+B7uJTyBz72icQ5aqpTtIXpFsL
TqOn0iedQZlwR/2FfUELt3sOeLJYsMGk+xGA5RqirbAiB0rhR09ByLBAecHJXD4vARDapTHF/BkA
TmEqaLOk2KXwEQprMsgA2VMjULsNenYH0cBLF6p9SXxUWUv8kjO5oCeSW4/uWDNuERteuveKBzNB
ryzJf85U6RcHZpgu+zyH70tk0CyvMigVPYLEmvFq0Ur99DWibo1tlbwsCMufAROXn9tEh+g+tAky
iMaTCKCcq2GsspZ5U71GAdyjZNbhV7NR+zmaEJjWQU+wcN5uLlK1XYX5cBrchFAw2ai9LzwCLcs0
M9OOOShHVi5ucQlNKIheAoMkCqzOPjkJK+D7izIn/mw6AHfuEobCsMKFbTIcDyOgoG4onyHeCoXK
k9+2c/ihjzPsodXBcLKi05TcY+wJLarI0jY/juj2orqTaUyvIjQZeW1ox6+GaHZuL3zPFGUg/GSu
bOqGoMrhi4HJxRynrgx1mv0A+GLEZ1kaG6Jl00MGL0CL+VB0wRRVBHMNCOkwyq45DNK826hDlb9z
UeENZW4i9G0KksRAO7AoQFbucomeuO7U0+R81u6sjGdTGlFYeo/ePfluQqh1g0HDzAcjkgBQurVP
70U/cHLiuOUfpaQObAWK5L8GtV3aUoPFpsFmn5Gu9oGMxwr2AcHBaNvxWi1OPI0mQ6lq5wzJfIOs
YwRSJy1uJRSwoSdqzHQHQh/6RAX4xmsZ2hT3WsKTTCF5jlZWCj2poQzQbXwK+8mjx0J33TfkQ6gD
vWbIICheoCkDhqfQCEiYST+QPpLf2jxuPtllntKtiwxheIO5RF5NHSqaatU6ucp6NrhKEIWhWAHF
bFnOSNDEYRZJPp8kOnXf4JMUPxAvY22lcNsXJcHZ5zt/CgILP+nG3pJozqB+heZLUEJzBB22Pk+8
bzPKi3u6Juajcgv7INmA5KrPZf4Rxwofacgbdi2nBtU9GFJ5+OgXntee4IUbAZ9rhn6rK1KHv+O5
a00wb1kCDqkGbWLUhDGKiM4hi1sSVJW7JndA7MEleOgqzImSQ0xcCJOnnsUSV2QqHxA9+g+y53OH
WwEEqt3YJEEdJaqP0MdywS3SN4ejBEJVkt+MA3qkNyNqNmgCQtLrmEyze0imYPlue2vaq8JohEFi
dXjUIqVZNW3WJ5VskvzFU0lwTxBqcIQHYljNs7n4BKGdAH3Yts++LY0CyHAqTI4N1tjsiemx7+BC
kYKh14txyMq2gF5NmbMho4d2Cm2w93P0A3C7KQLAZc9Fg35eQlgZjZnVWxqbH7hE+243dyr4aOOY
f0qIje9gR7vAWWv00fmVZF4OwCXEmENFfTdADdQroKxVUPp1NLbRR+BhCVxxCv5zaUGKKNWaoSAC
l8AX+3xsuF+nfZHc98bicNC5wxAnJfGMxiZyTX/nUjo8ZBiL/Y5D5TooECMRQmRHn7XMiQAwga8k
eeax6Z5hZKcILAo6eyTwcGQ3sreoNENcAShd0my+QusNStsjyXT70EcbwS3pR3kBZPoWQFEAqrjR
opD0Ygx+BpBqfDUqSHpjHG1jpF4F9feDrwOYS9LkY0f0/OnvU+h3MJJYMIaBQ77JbEJ77PXQVHMD
0QHYcMBIs1/uokbPFdMInUTDVasJGNppKCpOgutpRz1X7K3oLokrvyNuhx8BbOQGWN+E187AKdjs
Bvx+KoDubsbrFXvkyRaG/WrXITM1dNWRSVIClezSrRT3D/heiuwSCPBdQVEFHdq/v5S3WBkMWAGo
go8ZOoLg575+JyYMpKAKXp/gV/c3KOHlRxWJ9gLo9u0YF2MhwObzjUMCXenzN7/EGnORVdQ+gZQc
ppYTAkCaXJN+pYd/fSAgf8DyjwHOQRZ8vqsohqOKk6KvC+6K0tJhusaUw78wf38HELOxUqFPADAO
rBe3vf0H+E0Ks0b5LPBAekQMEBl/kasaPyZNCibqCl+70VPz098f7b23iAFHEgDku3kRbH/+x6Lo
R0/ATeWiXqmaKpnP0TEuZLPXVPYXEIXvnhXA7TYiOpAbb0gIHgzRViDo+zqm5PNgAeWNnNMVJnn9
DYw4mmMIwcQ9RC/1ZxmtY8V5KC8pir7dm9iUf/yGs71JQo9EkynwvDPEg5BO8f6Gejz8d4DD5sUO
tWYADSCichaH/AyWyAt6ITXWQltC+90z+sQwnV1d/IxhDNKBjjn6DZiaSxLK74VAvOBNwQ/GzxCi
ff1FQYpcEY+6vu55bG/aTAFDudARqAKo+RkPA+S/76B314MMTwrcNORVwg3r8ccOagdw8z0+QoXW
50uNTv1UJR5L9y7BMM5usrx/X+8dTio+ITRpNm/UDKF3+8R/LAiGJvGXhPd1I/hAT2zBSpUMk+Zm
mdLubpwj86g1xnM9vG3g2zxhahwxb03LMHZ5TaRIroRl4Ze//653dxbUzSDrCTHy9FwGz/ZJ1DbQ
maxhsMy+exaUcg9Sz+XfV3n3bcNkG+htAGdQk79+eGpngwowBKpsRQ+gLTx5z4IJk2lUebcjsooL
sfydoASnFwRaiDyhQXwOiqepUolDSVDDFLU4hdaaPcaaCbpmwHz5jUke1myU7l+fcvM9gLof9Hqg
oxyeS5WuigUxsta+1v3QvGRJxz6DFLXcDcG8npYYhNwLj/k2Nv23IjjVcEMCMPCcNUoFxADahco6
S0wHId4k/hjzAq2zfM2qFhjvqufY3sti0LYLMkAoBPAwf/+2b1BR22+AYmoK9CxwkeeQazO6uOsW
Dxvbz1JIWa35FYs3pptDv73nJNzn/pBXneL2XyXlsDIYGnjl0HnADzjbVRijRabpNLTJ4bp9tEaR
GkAUXQ7LBG8oF1+SCH+zi7f1QNiCLT3i1JusCTfoQpZVSHjfhN2PnKYD32Uoo55X6K2qKlzHS64a
b/YxVtyox5tFCvBc5yILsygwBATKGzQWBz+6LNX3jgKc0sKG5xrQhuwO+InsQkh4c7luiwIGn0GX
CTjbcz/u1ro+hxicrO2Q92VRrOBGYnIJnCC/lKK893zb9Y1VNrzCW9F1L4wxJenrNvO5KhNPKHGE
bFiQl9HqmwMKB/a9x8s9/H3P/ncwXqHp8IyQFAaEHgcVskFnW0c6AEkABxpqD5SxR4MyFj2xAo7g
vJsiiKRBr/Yzen1drQaSfwEeuce0yTXkhgKLhZEEgF01BZ7jidKgyUseYuD5/4gmoEptOSLGEG/I
v8g9I0fTRtb5IPujh2ZaDdzxcMgL9H7ourj7v7+T93Y3+qnA2iOd267h1zGaFMqIGFV+PUxqqZKF
0/3s0fgamnUM2lfdJV7sf5v3/BvgNtwIbyA04H9eLzikApNQYYa6mWK0nf1m/YDkgszXDQys7rMl
XU09LjT6Zrwwu+v8XnxIQzc2pRjX+GHQAL3/+yuH0ibCN26qAsI123b94452ZlBO981QwwVX1IWW
wxF9F1pDmCvYZ0A7XIjf75y0APIbMKmAIRBYTWf5FroVUU/8Ca+8i9qjHc1zsqSkzqGYs//7x31z
zSOdAy8eZRaE3UAFOFtpjRsakxDTkg7Jsi5Tv41eoJR3SeDw7V2w7R+ocOGTbvDms+qGTPBtgfeX
qlk/+HsgfCAuHUXeVb5ySC4mwGeoJotOqBguqVO9rSY3mgjAuYgkoIdB9vP1t4MDeiGzKVJ1hEkk
ymcGTEaW0Z2BnpWrBxunJyMnW4cUeU5siuGeKqu/okK6ZLr79qvCHDECoD1IApykc41tNqGM9IHH
gEBA3hy9eZp/F2DsfJhMouyFHfvuWsgrUcSj4Q+Fx9dPjZljDvwz1sqVb0o+RxDdDbq1nJeF1X/f
Qu8tBVJlATPxABDkc3213iaDXPNE1f6i4x22GD+FjfjEAtVdiM5vN+t2CkG9hJYwBCvPIxFGJRFw
rgU+5cxWXaIrDEgo1WQgF97eGyoJ9gw05QO8PriB4T54/fbAFlNTbDs4SY3LZ23Sjx7YD7vVdbpO
UvhPrxHaT9mGPVCeYheO5HvvE4+I1semwYML9/XiWvrRQlc85eTxYj9iQnMCGKk9snEdLiz19pr9
zxUQzuU4/8glzp4TrINgADpmrLMuMXs++OmHBZlT7WfNAFwNaqQEo7ZivNDrePdMZpib/d+6ZzSA
MFXUZ7BYBYIMMWFSjpyEyIN92A9638ONcgehw/EkuqLADWPGpzUe8x89PKsvRfZ3XjYKPXSIkBOi
GXLOoFljAsFh1o+wALFpBUS6f5UJUHPVWFyiyr2ze7FlsX2h25zi0569bAFzBIr6fKwXDFV36DaZ
a4n29vd/Po2b+sJGHMVC6Lu83j3QIA1wP6qxhmdXfxjcQms414Xl3AfzhVvqbWIAcjEqGlRvYJAh
xL5eSkI5j+QqxClRfKxzDo9OoqP+ZcahKvMZCjkXjuW7C8IC2sczhCAcn13DNJ8D4EGyEVMmyDlO
YFPvOEt+AU0A9kHC+IXT8d7eQPCEqhjkYwBrPrsb4cZM4QEjNTQSSFS1feKXkDX0qwUv9cKJeG9v
/A91Z7YcOXJt2V+R1Tt0MQ9tV3oAYmRwJpM5vMDIJBPz5HDA4fih/pD+sV6Rqu5bpKqVrX7rMlWZ
0khmBBGA+/Fz9l7bI8YVpyG7Awzg95cSuXSw1BFpGYKrfWcpEsA2kV9i6vrXd8efvQ5VNecGqC0+
LLH3r0M+XJ9XVQaCV4bhNkrlNUaQX+Wm/dl1+5mSyWMVYDD88CITB1ojS5XYqjwCF8uwYJcF07rx
Wp7zf/37/MkCRpTXObOC0oJf7MNCMlqenMXSkwbnOufYX1B7aTGicZmL5Qr2vJ9MxfxvoyG57fEV
0V88d2CDj8llRG3l/VyqcWs1nNwjocQBm8ptr0frFxven1xJ1gEzPEcpUz99xAVYuApbFbXjNiyJ
/VAVEXcltuFEhQzd/vWV/JM7g8sIGSg4swkwFL6/M8az5Zv6adzWhLncMoUKYld68y/u8z95gtnW
LAoTuqaR9zHb02+Bfi2ry31eV3pb5l1+aJm9kbXA2I9W8v9DGYQhlHYwVFkWw48OVDsdHavWk9x2
OY7viYjYeGgpA8smX/7RdPiP78t/y966238cUMa//yd//t71mnl4Lj/88e9XxXfRjd0P+Z/nH/vf
3/b+h/5+07+1D1K8vcmr5/7jd777Qf7+319/8yyf3/1h28pC6rvpTej7t5HG488X4Z2ev/P/9ot/
efv5tzzq/u1vv33vplae/zYGDO1vv3/p+Pq330Keqv/441//+9eunxt+7Fjnz+Nfdm+ie/v4Q2/P
o/zbb4b/V5u1Bna0DUw1hC//21/U28+vBH9lNT8/vlir8Tyee59tJ2T+t998+69MDbD/Q5VgqaLc
++0vYzf9/JLFl1zIl9SbsMQ5Jv32v97cu0/pvz61v7RTc9sVrRz/9ttP2v5/nTY5MYIiptNLF/3s
bmVXeX/jE6MGL2tq3aQIivFuLCPrCJTpEQ1ysYWPmR7ppLEFTCvTbngaeyQkxXWZ1vZFUaKms8C+
keaXP2Rmhb2pyK9DhREd8UB1t1jB7R8u7e/v/o/v1nlfmf7j3XJdeEhxZgNTP3/9DydRFfZp2Rmt
k8BJHJ9Szp8Bhh8RPvZO5yPWcwlBpWFxtEFfMA9A83+fo0skRSAorSOOEpI8ATE0uxLJ6MHBb4VG
u5Yd7ZypzGOvwMsQ07V7A5Qir0108dflgB+w126V03Eu17vct3Ftdav3wJgcS5wboQTAoETWemLY
6euYhf55/4/eZJou9zkgshKPsFHdotMzk6IOejtpmdd+i6oGsv2/vkLW+6Pm+Qrxr02BRWbE2Uv7
YUuQql7Rxg3Y/ToEcvgNLvOqmy9n9J/jIVco1PK+CBxsmgRvF5mNRHkUucKZEjCeydoCkQTfsK1N
nVtbhH32XTHgh0WX7SHJd51f8XB/ooTf34G4NsFYMVo1A5oLH94x89iRVALPSoSDVle2aX00O++s
pApbEYvCyy9Mu08/Iej3JOfmNDvUU/bDJT/TSUi/tkRS1uIqwJONASQbAiNWjqmfzMGRT2nT90Uy
pZVCQZeO+f2MaOgO9fdE4vuqUcBRzvQJ8wmMaspZym9rifUaLXsNJR9+Xxh7UmEV4IbJX6fVr+aE
FirpUKZqw2TSUtebcVn6u1VJuU2NfhpgFutqwTaRPwatSr9MjlUmjN+be1kE/fNk8muU3or7dI36
6dAuWY4qrQmNr7k9iYO2wvF1pIiIkexDzp66RujNvKJLoWdo3GKw62+6RtdFHEmruPvXN9B5dfuD
ofbnDUQp5vgcMhl78Au+f8QMfJgiNQ0roWlQ7EWQErYVlFwSpw7TIlkyAdFDIfyOjdYPt62VRWTn
TO49HcLaSwzDj/2R1EJXzLdFUAbYZxzTQmmSgW2sQ2e4wXgVMShE2evF+C/Lq0j3NG+HNRWgsqxe
X01pd+jzVqhYgCm3YtOlFFzGKUuUNV/qdARD4dWTyw8ZEvWLBvqR47V4bltjeqrnbpW7qoIi2iHT
v2oJPcW+6FflgySeAXtSqkXimNAsMLhmXcUvpfFCuMrQlzgMYqt3e6znqe5AN5BN7Zgj2Zqj3ZwM
dDxX+BQ9n4xKu79ejcWko6/yi04p9CvFIutqs9bucJk3Z93ihAvotrD9G8yoy6ZFoZIfhurOngYT
B9ma70ya5zvmIsFnXzfeiKLayx9EuODxCArjZHbZBPrP629KMJFf/aFeLgGl1ff2GoW/OtH8ydpx
nvVHVPwcvv2Pg5raXvHVWtJGe87NVWiB0ZZS8HogqABThOOTWIYcsuMc+otp+c9pyMdFgF43XQ3m
nMSifTjboAQM0R6VdjLaPZm4Rr98LWlonYRnn8Zwro9I1Ic98RwND16ekAzcIxOe8isjAk8Y9dwq
ajR/ldT2MwPkw9uCRn4OvefMymnvQy1vLW63hDU2ThgvJB24wbwv+xFrdxFM8VqeKWu94ycW2tC4
pesVB0ZWf8q6VCZdji/Pd2ZzPwHs26CdMi+MAkYkjJrsEsX60oD/d75THgzJMHq/Sv342dn7+N55
53Qbz9EfHIrfP8h6cnFU5zgYUsMtL/221AsmM1u3h7RCrZxS3yVlKaIvZt0YMikrcVP1/Q9M51hI
Ki+ncx+oKcDcjUCb/zaNeeOe21ropvuMjqldXGtzGC4YGNj5Ril2mDhtoQphkp22uljHa1zFA2Jt
jRyd6/gZ5ZxOLHi4WwXRjcelN/tTJ7R+tU18yaiWMAyOwrgpU3Wz+sJAreoHxaMtfQYRZhWJm4bn
+quyrLVMirJfrqa1ZqNvpuXklG567xFWe920BXeuqRFRC+b16NdPGAewxBkqCk80nd0yoUIodiM5
PAdRsVK5aJi+2DLMH+q0tL40BeDuuLDzeU4Mmgr3bjV2SSC85Viv2r80ZfFp8Bv5HOC+2Vh69Dfp
z32Ds3G+/uLU+md7OloSlmMgMufq58PhZCrdtrL4ByFskT6iOHNxZuHnFm09b0dJNAjOJjxZbKOn
oVyJxTLpFFXZOuyLaep2dWPiurTKXT7kBL02LqbyGm103+tfTT2d83v5cNcBmGO7Po8wTPis7++6
MZs16lKT7WNuqs/D4IQnA7m3k7nWri19f8fd5OyRcRMnkPtZIobh6zBX6iIKVbm36W9yv7lOIg1E
sS3o6COu0+FEzxjleVbuLKxLnwa9emdiNNhocPb3fV4aW/Dv3tcKaynScD/f4wpsDkhsfoXw+OeV
6jxRRYhB+4+aGanE+1/QKIo0pD/KL2hV9m3XW2HSdav6jFUtuhRNFWytbljYsjaIJedogSPoY4ml
T4yjffJfTba1Xz3rHzqKbNq8qYgOP2sUHA6gRu/fVB82aWv6jZWcU7xu4aPNW0OLKbECsAmhVR8K
0UaxDL/4iNso+C+WSUX/Vr/o53tAPHdmAEGuOUsM3r+HosBiCAMVD1SvvnuF6x/maLZ2iPvXXwy4
f0avvbvJXG6sAEUOO0V0Pri8f6ll1KVRm2Duxmypb+cmiJ74xai/cVzsAUkZ3wrSA6sEmGF/O9rt
+K0LnOyJiTK2wXSxx3j2POMEkryQMcYf66XqpkO0yqyIh9qd/XjVzA1QRaz7EuZHG+MOrcp9w5p5
ZftURMIZ3T4WOiJppOrEc4uroY4tsoIugixawq3rlL8YRHrvuwc/LzATWeayDDTwWX1syHGIw/bV
DmaiqHo27UL4EUPL9lLl4YqY2HW3KgvUvejq8LiWWSnjUbk33VnwsSGwiG/3SnHVMNn2Nm3Y6oeh
Noos9rVlvGSqGGGf4EBDHfHYiHYc47qfsSvqJhTPg7uGT9QN3m42sk7GVl1RbHsY7hVzXmuLb8KN
z27wjUtLPSlxSN04zdq/KnA3r2bUFF8zske/1DRxTg5zyxclXarqHmnQZTXYfocJBSM23pcO6kRe
Ha1VMvlu2gACih1+bey5/tKDGkAN3X3ilDZb+z4fu71rlbySmcK4Hu3iH7f0v9XU+P+uXUGN8n9u
V+y4Ff/Hf39+16rgB/7Rqoj+6rnnZgRz9eicgHd+rn5vVXh/RVNIXc48iPY1kw+Wvd97FZ7113M7
nzQ/zp7gBc9L/u+9CpdeBQJW0Fy+AyX+jKf8N3oVH+//ACENOlSO/ed5LelT75/6avBSkfatGfv5
sFSHhYHek1uR2gm3arysqsn8VVjiP70ioasQE39CxljaPmYFmI3RS2x155wm0Sa4hfFGrkpZZtIt
QvQ7zy7WX5y//ml/OR+EQ5oyfBTn/30cSXeDhwHPxLm2+KBlMGFpnFM4UUoHuzrypQU/0dYPfOZU
dVFnX1CkgOXQmftjcUT9onp77pIMPvTnCOZM+I8n4l2X748dmPcdZ666R/jG2cdOb4HB/M/T4x8a
MA4PKYMBR7DoaWaQczv6epOuo3/jYRTCx1arcNN6HUafP9ymf9L6+SAU5JXBEXAPWejI6P0gzXv/
6RcTmLVcGB1WEY9Urg7i/R60x8oi0uWTeSw6E7F94dviZsJ+ap1YjaissUJzlhXZgL1PD1NR33tW
JY1ftV3et6p/vrszkhFRHQ/J+RDz/t25HBQa5XddDL9isWODEc6tcMeF6hOyRyyI8g0OhjDCduP5
Qvt7HMndD1A13EtVY4zfJk8Wd83UVsZVPhYZbHvfiH7V5SYR9n0H7Tw7RsDO+YruIeFtHPLfv9Em
LPxo8bgYpUe4ZZGlICQcuzxVVW0eAlO8dnW5bklKEE851IOXoS3xQ7tsbzcixAKqy8z7CpjHLWKr
ncc7YwmcpNR1ZcdTKEgn5qDvfXEwgOWbvsgtvRlnz3qeRKQ5Yyjk6VGlq3w/ZJjmNktoyPVW6ahe
7tyosF7WFDvSocfRCr+rn0Rb3dIoaTEGRp3j3JVRs9pbR2DcbeOmC0s7tosc8lYsM7HMu/p8MLjN
fVUs+yxo2xIAAJkRG8nihn99ltisHijje4sPaglfAthM9UYQcTUep9qQu1l7TbuXc19WYI+MgAGw
FZxFsADOEmOVnTiKCY3NjZ7bVB9XoIEpFh5psF1yOigTP5iJeGylWp6zIMe2BpaRhwEwvFtc6sJb
EXysVbXlvMnfuPbnOmM2Z4qJtG/sOzHidiZ1wmuSEm/FlbsGrrhqC8bisY1/lSyspT6biyo/U/T4
KpAMpoDes5EddrD9EC0yi7vV7mDnzEW57LVhmi+Z76W0i+yVbwQXPKHG7sUUeyobLvo0s9ydXNu8
fpxHOZ7Iv3DooVV5qW8mesc4kbuhfkIfPYabCBDDa42fF3OXcPKEnJoFz1m0Bi8mIsM6DvoyhDPp
1sut70rW6TU1vZMxy/N518htGCIh2U08taH5PSRtoNox506vwix0d76mHYIvcHbcLWPicANVbU3W
Scl5u2gy593VyLgH7YkqSC4t4r9yyu9WpDevsO8VXt3Cj8U6wqwZG8u6o98hxQVnM0XRUnrRgv1m
7s4EpC6PdgQkWQlWgOHWI1JSxIMt288GK8t8SJ3cf+jRdixHz5hDZHBNpu4wC5J9Ni8YBmILMLmH
H2PujoPX93ujktYFTbJnYFB0nH0ACc8rnBH7e++nYjeaVfmqS8waMQA5lirh6MXaelM7bIumnbBp
+SfVy/XVqgGPDJMc905hz9+9zi6vTFGajwGWQKI1IrvlPayLPEglnGuZes0xg2j42RPQeNB+YpMr
LEaPi0u3d5TdjjEhv79ebM0HH2bbbMwHoCNGR6xRxYGftB2Xe9ftpbUj5JLeHidj1nE1Wt/XLBSw
pYrU/my1OV1Sq2rx93VzKQ7C8yaYS+wTHDmDN9gX5aNRutEPdCGeTiQ/D+9hrJvHrmeqHSOJKC4s
sRiJJhd047YOjYF17B8wj+s6BmJQfiYRpQLvEs4ZyggbgI/Fx23Tga8yE3cInig46axfq9LrRaAn
78FdS++lWDS25MVeEkTOWI2nNjhC7ekuu873IfKZXnfqPZtVBUcRFq9OVqXc+SXmsx2dxH6nB8t4
68JIXA0EwG4nq+8X0AxpfoEML4cghVjjRzeu+PNSzgKJPhuA4krR2F9EFgLFCToOpYVY700QTIlV
hu6pys7n8nI08istjSk6AUaqEmuuLUgycvFpd5kCZWExEi1vsnOZ5npTRUbArob78EvvYHGDn5o5
VyQVAL2Yhuw2bK1iT+6fWcUwWcbt7En7jtO+3JwJ8odgDPHb0aN8GqK+K5JC41iL885Yd5GwZ4u2
hs0wcCjDQ5lnQZVMyiUrbRr03hxqT152We0endbEj5Z3dh+3kBWTvG6nB3b++iWkpXlVWgKPaLOk
6Z20Vjx7ThSC/hpWe7hv8BKJg7FO0512cGEnJmFHJ2+Owuo0yzbfznpZb42Wfik5dMUahyZQPOCE
tO+ncf3mZKM7xW0HI2uNgvPug/Q/vKtohBt3DXd6fyRDeo0ObMhkOs48Cs1GjTjdBu5Ynu3KvR4D
u6Jp56vtbJtqU/q5kdhVOW2M0Rsvltq7nUN1hNT52KWhfVnNWu/IkNzblb0fAus7J797oFhvo9Xf
W1209Sv7RWfZjVjVzl2B9xjSPXpiHG5cR4BBrCEXwFmALOHl1kPd+1eSw+BuLObYWwCJL83A/6sg
4w1B62DGpAdm8TR/SlW07AYmiDSBo/IwM0XfMEp0jux0wcbIivIt7a186xKFsOcehNPhK/kyu8Ny
mnmJgN2n87ci5DpC5h2eupL2/UaaxgHN+TJCNwz9OvYc2RYXAgO2TkRNivlUQlmNcXn0iejsqY7d
anouh3WHd94srvymmtTGMrDcBYUSNYRUm77ls+Et05SEaWg89GAcd6zPeXYsyrPQu3aa2jukAFXC
KzLZPRQWHMoeO5NF1S57iytc4aFZhym9bwcH+hdAAMVkJesZfltpdtG0IyyrRXqXM1zUXQBkbNxT
aihkBouXJ06hlmsyriIVh9EEd8vR/bItZnPtmSeY5Qx5Yx7GLWr8+WCFwqN1PVC+a6AAAW0aGkOJ
XgJtxqZc1/sy5ZqzDHqOlRD96H0dpiCPtsAj8gTf3WrB58nOBDbqqE88s8NlqU1QkK1BokYs5tbf
lLrpb1cWoB0wC91u5zGrX8OMyRTXKNhqQRNpg1zOw5ncFeVjQG1PI0Y1o5toB8H8PlSGexcYJO3U
ZVT96K3M+DRMfTFtq7pojyPxumQquZVIqoBOX5RV9qeFKcaX3Hab6WKAMd4mpSzcjvmmk7JzzFrt
c7MDXNnOsATns/u5GAQzo6bND+wm9U1oRMvXyW76e3BN4kI3Zng382UmTNbnOSzHi6By7avOqbMn
cL8NNjlbWt9wW3gniBrRIUtr6wc55cGnbDrrdrp0+s6V9b5K0mhOfHDcMfx6qdg0wqa7XNSe+OwP
nVXFPswJRGDwP3QrXha7W7BvMSGrnIlsGRtcW1z1DSpDHIPutnYNB2RqVlvfemiYcSiq6MIaugAX
OYLEi0o5bbur3BkSXAXdc+3yhc97WS78Zpz306Cqjeq7GTV1X3wuAyq/tffDCxPtmQUacuGTnCJH
71zDmyiurEpdzr5zKrJyvmhS+sfpCosmNRVJUybMH2Tn/hZz9TF1SmKCw1V7W9Yudd1Zzknpuruf
ag+qmM6c+aiWJdsORh/eKk9aj1XutadGWsO1Dnp9q/vGpctUt9GuUh1OEYs+yGouR0PPiHEdO0/G
SC13EbvGHrGkkW7BK6w3udPK2OxLxl8g9jt2NG94bW03vcTHbJ2EMMZPDmd1yEQu7XmIr1e26rJb
XAOnrBxvAqDkl70GS7rhAHCRBcaxLUX1BVW9evbSqfsEvlPt69q/w4q/p4jTsZl3496FsRcjw64v
xeSNSW8CQcgRq+2swZquVqMJNt5ql2xotdp1dePtahHJbWkaHBiHpn90FGf0LnTqvW4Zu9ohgMui
qKy90v1lUPfWNsrkdB1VQZvALcxPdlBDnR3CMLacZbxxqio9Kn8it3BS+qTHXl6AUjAeKbmsjfBa
A3JYzrQP133P5z6IcjPkebDR4NSedDYQhuP060mBrGQa572Au2ioQyZkmFEzb5uqmPdV6rwNruiw
92KM2hapm54GY4XNlY9R3ObavjEa3T3CaG2vGvquCzsUI/MlB9bdEzoar1OldmGQy5PumfgAktKH
KjC8TW9M+tS47fgITe9HpJj0NiqCT0LsSxcDOGCCVJyNLJNK9xCK6n1tSoNyP2/Bw7XdZZM3rzrF
0knt3Z5cH0haAPEFktHgfKucVCfggTLWnXG8DhbPiLv6jAUy/SLJnRKwVUvlka6c1Ge/5CMuqv3o
VuvdFEr7MXDz8rAMc7ur1YC3vG+H6Goqx5XutSA6pRy4DxxR7pDo9t8jKsO3gNlqDH2BfSZN7WMz
psYV7ctqjxg6/BQBHQB3SxzRyaj7aZvP9VMIo4jxktfEad0W8ESgOlqd3Bgoby8kGQ0zc3ifo5U1
s/XXzEk5uKjs0hCzd66KzW0xLOtl2vvWTsnsgc8EFbQDTx8W2bibIvUEdLZNtF7q46LN25F0v60D
PYxjTKsZhgR7WKBQ+QvZwEjpuUXgS+oNjiOWl0bPu1YVLEcVxxiLveWxQHiN0aQrjiH1BQc6pna1
j+u+mdS9I3sPSssc5Z/Nwrits2LdGXb4huTYvuDTtrYhW8sxgnPDsF9vxSCvdb2oE2sBRzdlNA/U
a+sBHHKd5LbNXroUl/bkaQ1vwA2bJI2CaRsNtd7PQLZjM2J7z3i8D7S+0jMk9msTKLAboGE/N2UA
e09j7/cAAuLJX6cdQzzWkSp6GaPwwZ4heSCiEXTpLeYDVt3tfFsfDB6guFWuc7kAbXjFHqc+qwb6
erxky3IMFfN/vba3dckcEAdBFTwQFtfvZhk0U4xlhaLGy9MDUM8vKDbW3eg6E4cxb4Jgl2XNdpgB
n2Jw8KcjiBtQhc00obup5MxHOKx5F9Om5kECrHnmEVB8mHX7kkpyC5clfB20LE/8YHMTjMyNjukw
eVdgxkoo2UK4XzJ4IRf+3M3XBpSZ5wq64y1SAjwdqdID+Gzv2UXfLRM/FP3VjC7ruXbN/tYvzfJi
cA33Stitc+uOREubHccLBTv1jgOld0FqEkriduovMDfAfc2M3AJ+XU8XRhuqK1mI5Y74H3E9FBF/
bBAewRp2HmSzINbQrvom3Nl6aZRsNuiiJrH3WkUeWDVW+hCBc3TikY7X0fODkf9wEhidQW0BPPuf
+mA1X5nfrttoCvUrhNdxrwCA7ETQKRBluVWfGP0wADSmfg/IkhIkSivY5TRTLbk5+98RaixLMUCi
aZxPyNIxe6SdR9G5yuhzt9ZWAbPb9N5mYyThdkqH4W7s6/LJWXmlTdnP012KouViEQGN0KoS39Nh
iQ5MJJ0vXafgBbfeq1HU7YWr0XUYmCUeKdsfapy8l0PJiZYx+HqnmF59zn1K2bxfpoNpmvlL5YbV
W9+DyM5tnzJLyH1Xm+PF3KwREFBUaVpW/WM4D+GdGeBKLrlpDlFpmhtVViAa+3Imk1fa+05nxr2t
2rtFI193velugm/1vR6XLHGaTl1Vs/pqmZAS2bAAb8bdYvQvOOGYz7MiiaSrukxuOCUxFzWLJT00
k9F/WYQ3QMipjFPmg0w/X/A+nszsqrHGYOPXRjvERVn6F067KOBQTUMjhyrW3aVhzf0uFzQrxMOF
B6lBPt33ta5AdUM9NHarWJZ9b2uYSYQsbAdLlVd91j00Trp033O5uDMDRNtrrbusCWZNV2dsb+aq
9tKt8s4TyEWY1oU1iYHqHJ94iKx0Ue42s6olf4KVjCLO8nvzxYp6X++AQU3fQOhN1W4WQ7RP5QRq
uwpW+4SF1r2bK0F7KdQNvTOGSQTMgJoDvZ/FgYb+fnBEkOU7OnhUx6iPwO95wwzg3haVDiHkpJE8
tisNl8vezmildUY6AywawAVuUAQYm1KGnLLOoNY9O5+GC6qi6ZbltK2eB8loG1avX5Tx+ab1vqic
o9A1YfO1/4MOXNUL3scsUQMxaGTxJJwVxs3OaSi5YyRbvXXj+nXqsLDMY7ljGFm9zkj9Hm0OBEg8
6umeEfuSngJX1U+yEfUTpyfiqgkIc7+tovKnfQEeZ702iaAv9gURZVvPU+71xFPG8by0PYwRC+nz
57Sf9SoDMzUeG3qJ+GDQlt0KG7zZRWDjuAUbaEOPc9vmskXJpeGI5edys6uhm0HfLCg15+wOdloA
RXSiR8ytVcDFbeEZ/UCLyJyS+D3f+8ScXdZ7IiVZ03PLrgl0sHs6h6TZymFLUq1KY2m4TndtmUtb
83kKiIQrjcnq4CBRQEFn23x/u658rmMTMT9Zx2G5ndeZxxsWnDvf54Ut7ZtlhPocB5SdsI9o5T2m
PbfnzppNvca9GpG0V6u0JDDnHBJfkAraePksKCbIzl3j2bB8c9dl5+5IaRvLlV+OwZpkVjB9ZuCh
DnOV1969DzYPfZ0H39mBhsHYPuexevBaJ7yiKs+vYNJQJTrT0uTI5xk9JYz6PaSTVJ9BUmaVqoDk
ocWMrbBC6FCrki76HDVtSsZbtU6bepFFn0gqsA0xlSq4W53iHBqGgM0/OnPh0NToHXWbeZnBlWkH
GTf+CgrNLyUxsgtFGx2nsl0eAdgGVMkrFEbYo5oNBDrX4h9XhH1yA3qMNWPp+tfcFRbUew7cX5VI
89vRcdpXGdTTk2+riB54P964o2mNsd0FiKu8dSFlom0WtZ8cjJ0Hz0fReoRCSA5DJwR92ly48Cdn
5Y2XI/CyOKesuiX8WXsJVuT6yaF+/6ztZb3G4Rc1ST/0kcOG2nmfPFObdSKiBZUSxXLwvA6M+w06
5ezSSxv6kNYxU34uUFtS0DewV34wrKdlb+XBVB2YG1Py039umx1tmDG6zNhv95En8j4uEMYRas96
9zzPEVpGx0hD7njtFVtIWtx9TmWrC4Eh+AsQX/EYZo68BimfMZoHjkT/F/TNRlI/ZgcpvbU6rboy
4ZX0WRFuOhiI9aZwibiBD9s49r5ZTAorw7DsW28IGudEJiPhCtL37Ppo2CC2E2MegEyZabakWM+l
oROiP6LTwhjbvgm1wcImq7FOai29i6mQTnMBqdxrt5zVuLlVSb2/8b3J/FZ457ITCLh6AO2I0jjv
Jp4Kk4M7z9zUGEc9ziz1qg4oKTQk+bAroD/1HMH97Zj7IIajFDzyYUUMcj2GMrJvkHGbNg0Ji9IK
ZHIDAh5WLo8mTyWRlr3BMdD+eb+bYZa/LTB5fbgqTnuN/ch2Nv3MlDMcrS6D3Cm6b6OnnDEelG91
cTrK+oF+bvhcDLL6pu0hXxCpOfWTTdHZ87BWztNq0guIp3Yxaa4HDVJuucw3IY8fOMg2WD4TNQHT
aIxoroCOUy0H6xEOSBw0WNy3OTBnYJRZWjbwIDPz2gXf/pLONJ4bOfCATpnko8utxSRwTXk9+O2Z
sptXjBpj47hpS6dbO/2uCgm8zsrBaC6ZYep+E6HGunajgV9tqk1zr6QwmG+mpBkCssicTUHWcc4d
b6XyaNr2qPag3Jxlb3orJEy0y0xXZlis9ZaMD1SczYz0e1vz6xBWodc62E6NPdyAE2bNYxOeNvQ5
lnTHAadpL4kpUZcj6gbOiYEM1i++23TfSVX0xg3buK1P0LCr5W4EC0x52ih7AA64arURYTd8UjLo
u2RoOuYc2ijD+f7nFEs3VtMcTbiUDhja3HrpRhVdz2WI92JcbPABJnskU9uozx6qcrbtw3nx3Po8
bEFs5FP0VLmEy3AeDeV9VNA3gd2r2o680+xtjOwicUCf8dAVbnTMZ9pF8Qqy7MnzwO5txETAAyy1
xqPPjX0dbeLgqst0sKN+1xNatfeMkCa/pMvfHmZ0E8s+B23XwSZsL9EItumpCqPGf52CMde3ZQRD
4lr4kofXa5YVff8yDzyBNEqQZ1YBKjrQAYwSOT/jf/Uima6bAXTlyAfUiB+iMzLJ+MyonnpnMPVJ
LZWdfrVXfx2i2AazeHRGS8hnszCr9clOz9VBaKkg3HrVHAUQ+IGGP7hpCVsyt6AQWjKaEr9DDLah
A1RsiP+g7zOnA3sGQ5QiP6IyLTheqh7Yf9IE7BQv7poXKyZgJZrplq58Od41Q2EjJ1m7YDsOkbPs
TCTDXhKe48NvJsMAUdxmxSacTcJLLPt+ytpqJ2gNfg7qav2eFWZ65a0dDLjU8064ZtbPrtcVVNj/
k7rzWI4cy7bsr/QHNNKgxbChXNOpGYwJjCIIrdUFvr6XR2V1ZTCqIl4Onlm/SVlaZZKgw688Z++1
+/7Wild0zIttuEZMKJI2mPY257h0hknf+WqjyI1fRat15DDHk9SGhGW6stadrpnDW15aMcPHSa2N
nCTtNX3s4htK0+mDDAGRMquWCKnx1N4ihMycwzyW9sFsWrPzpXyeU9wIjuPNcbQ8WbJIt33WoGgH
9+YT/259FboTPfe4fx8kjr6+NTAUrDwBZSTFxrcyLW0UPZqlnqYlG3bWVMnn5MKc2iZoF9T9HMH8
c4u66fy0zoYti4Gx5VpFFgClkvqVoAuTBXycJUHQilaxD7XJi7bq2VYqBBUAe3YOxFaJvYF6wzMJ
8tgvaKbdWOTWVeI0amAuA2YvoNlR7uswXCQaIZGyKYtkvUtS4Of0sSr5QnenwGWvutgWVAhf1KFP
EL45+ZkZBN4dtiOHSivpx7dZc0hxsmlF0fSesiPsHVP1CCBZMbLlKRK5mJtuODmXVM7aukCEqbde
qKE9rVUjXioXfdMUu2oblXerUSQf9LJZ7JSJG1tSynLmUVLGPIytVvWSKRlmILO5HnCurfbz0Gi9
D7ktQWU2ArJlKOMmSKPd4syFC7B+fDZXpfDHduyO6rrGO6UuaI4p0RNGoYq9x4ikzLNIJzEC5Mfd
0zIrH6TKZFfNOD1YhrKwFdbk61LROtI/Xc4Cx6PwJL1Lb+thNnwLMCosSYt2XxfBmRwEIglTk8b7
ZNHtl6WY66OCxOKaYioDf53bKpSNTvaFQbxV5sSpSuQGuhePP42wBKdWox0hGEg2o0maQ8tszNp3
SrlNXkutl/Y03jx76kCkSlnabZJ17gf0ERJSMRSfpgsHlew+YdzJwi6PKEmQgqFOh4hLJ3Gr8s7o
VnPRv9bHZZndxpjrE7RkZ8cFuXik41D6Q068lZCqhD59ZKfEqcyOcwBhXH8V6cQuNsMCepgb27pK
12x5dppWDRAygjimQP9UKZBbx2hgS03rjoKFlstpEo4zhSzUssUB/kp+tVSqGZOail1vlpoPyVKn
rVEB9vcvEiHvf0MAXviqUTWTKUNddNQHNeC1o3iGncWZLSZaJ0spSvUkV3uFPVfBryUyP2pzkHYQ
/41aneBApLcaEsEfpR0d66UMloM1N7vQliFMGIc1Gqe32VDpt8mldc5mlZPlrx/7o0jq+2MxqKH4
RX3Kye27bPEvkqBqTAlWWAYa2pWEXaYkaiXyC2reLKmYWsCjV5P9m2cq8kXu8y8JKE+96NoxvZL+
CLJG/0zj6XrTGcqC7vMw6ZdqZlbL9KFkFi8XBdHQhSStjfciGmjiKpypEUPY2ZamPze+Kb8wVBKC
xF6XoncmLlCEcewqqxfNk6EOhrQzJSrmJMhBVjZeaTdzhm4MPfso84L0i3qyUakYcsX5YMmU4c1y
oLqHIyJdRNo1tNitUdTVTUZZQ/LaYtWuJqUZH2xuubMHGrDUbiDnK8iA5LEZtmSSTGMwZPOyBPmF
u+ormE/R6HAxal+dRb8oSKDvsooy6SiVAQ26d9KRDmqbDdJOjpYcu9A8w2W3zGndGQjvb4WWEQaS
c1d4ncXMXpcImxosRyuy4Tlcem2sa7oPc3blWCiVUU8NDleQTx6aYuzsVJ4Sf+mrZWcWMnc2ATKC
1bNrm72Sm2icOZRpT1gsybcDwyN9KysbShxUCsva0LFKn82iUo1Nmk32EOiRsrwVMNRlT+rE2Lr5
JHoZHpVAGNAmpEwODZVoLpo1IdYS1THJkzNtbHcFMJyc20xO4dixuu7grDnbjE1MR4GCqEPwElv1
Are2cTruY1JabfDpIJiroR6UQWYiIafYkBSUBZTcYflGNoOytRi7vU5WgxO2Yll3jbPIYvN9cvwt
Bel9jb6h/Ox0/cEh+19zzm6+1RfTaf/5V/1/aJpVLyrQ/yxDpf7xknbf/ipD/f4T/7TM2n/gusEq
K7NlObRf+WV/ClFN+w+dyW9ACrysdtbF0PqnEFXBNKtgyUOdaJswXy7S/P4fpln+layC7oLiiHRQ
u2AG/4YQ9bu+/F+LD7AMxg0YH6jlUKh42MVD95clr17UTF5sOk4NzTyKmkUN/F2n2LxmHcaUXNgt
JaeVrnXRPuK4ku86XY92fXopmjktEUzy+gW804j9IbdHj7pA9AZXkh7FyAZJk7xQSnc2NPLv2FS9
CV9qsBLu80ZYnfkwInAs2DiF85wXlX2KS938hpQ7o5hF0shOCBWqNYV88zQvWC4Wm+rhMpYJ7gld
bd0ZtvOzRWLw3V++w3+j0bwIcD+/Fps1jh2I9c/WP7lzuyJeFSNSFcodbQS7TKv9opqQ+FDQ9kVc
1TvyU7gkSMafqe1/a5r9Uqj9w2w7T986imrf/hcGdLzbY/X+MmD6/h8wrS4onv88qzbpa/dSDC/d
X+fV5Uf+nFbGH5pmfedsMK9wT/yg78ZRwOQwAcGwuSKz/n/TSjP/UAxYcLLGiYG99qL5/XNaXf4V
TmOQxAoAWPAJyt+ZVrC3PslozQt7gd8ICcQEfkdI948TK6KymKG5+1Aod+1Yke/LW+XLxZ49eLZw
G98M3vN9uUeecSS0tHXrzbzJt9bBOSzfEI28Dzv8HlfVPXWhc/GevSu+sS3u1ySw3ubHIXLbF8Qh
XrVbPCboVvWaXbzFPnhYd9N7Qn6Z6rYeeSN+e9PuzZfkWv9It/XJOKovhHeNxZbmqfrY3Q/Hfi+F
lJXPg1+ElY8hcZc/qjfNcQ6im2ynhfWt6qlBcb0E7U1HEDxpYfe0krc67YCwOtc388OMAxmh3c16
tDfiOD4Ou/ZWOmtv6l73qLNvhqO5ya+MsN1E/rDNA9A8ITkBH9l1veevvNIO1jZ6LG8vJP03+wMd
QEwJZvLi7Wgi2HVbE1WSb+/bPUGmwC+7sxMaW/khFmfa1M7163hK9/CJ9/FVcr3snfPyyCs88hk+
1KAKo93qpnvTkwPjUJ0t13KbsLjDfrbDdOHRUfTuySoJyqA5ynvtmPiTJ4fY/++jPXqMoPZ0n6rq
Zv5W0azm2PHF2NZ7JaQMGQzb8RTddKxR0iH6am3zDaGKbOU3XKWoM0VhSnar16AaMf1L1C7/fXLi
3Ba/FsqBc8t8MHbc/r0qxPXH3yVgxXqlZz8PdwtoIR3pgGt8WY/lNr1pDu0GPk62a7eGb3oZnwsg
GK8l2yU7Kyy39SY+qPvqvv8qXZUn+5onPDmhQpkySHZ4CG1ee75JN6Zv3WpbWi3Ze0xazxNatvO8
sT+WU4eC98m5pR31pB2Gu+7MtUFJNuvEMr+9lCnoVWzlqzRUAtlvNnRdw/HF3i/7ofLA3ATlQTlL
d4zPyUuT6pyWWytU3PrEz/upRxcmNA8F9sfQ4hvZFH7zTMav297gr27JnHWRgCKKpHjtC06SaLp8
hYNvmFShVIZy6jXHKZxJZHXLV8MXfrtBLJx58em69Fzdq2+zEGN2aG2L93C4j6lzP6oVNTo0XLym
r7hxSfkNCMTz4EAEkjeBwN+0X8vTeqjC4Yw+EW8mBzfmG8NI9sROAE9RziYIeVjQF3e1242hYn4Z
LTKchg/sP1S+PorogAjANEgB3ArtNLjXb32Iv0EExUF3LY/KJjI2T3uYbpY74wGVKnWzpjzw/9E5
LxavLrz+bfQTVzwQ06F4BFqgJPIW1TMZi8WRoN4KhxIxEpWB0dudnX1BHXjZym9C7z2qa4EcRBu9
c5eXdr8+0RnJnD16HV/BGLtnR76nTJS7MK4JO/DEnszjILdein16Nu7bD2zd24U++BWdwGAIl311
1DdDqMnfjIcWapLfn8c7KjyWp2ghhNITql10qyfjUQ8VL/UKH+VIznIUUj+qLKAA6B3oH6ZkU+sc
/gkySnZxgdCZD3wy13tEbP600e67PVPYNR9k1VNGd6pvpon6Dc3ZAnGOm53qa/3dJs0pECFBrOq+
TbkN7aziVLykd9xtNo4aVq7UbsQHPgNPboOnuvYctNRufiMFTOoduhyjDwbthfcrf+mpVulPpu9E
Xvmt6Z6kIKfutkGTS+ncXbe6GZBzqhVB9YoEOzW3FmkC9PO6A6Lv/hm6gcuZ5rb1bD9W0MIfNAW3
XUCIGSNi4PVNJN884X/38vprggGfBtTsF9FblBahFmp347otk2uhcNvbq0H+SINeedYPVKeqBwK0
y6fxKV0NFxKevUVxInPl38gQlE3vq2VuLimgj3kSmubjkIeO/ETHsN7ONHoHtKlBT2ZG5a9fRgf1
0qaG6Eo95oV3vdxpOb9wvpvvrEfGlFcxuq+GW3nyespcFAf2w03u31k7hfs9whCkTeEyvyf2MXZI
5vDnp/5JvpExHoSyGoxSSOTYZpS8rTb61YN0bd/223fHJxSmlH1um81J0l+skyyN3vilPRPI6fah
Ec0nJb6tQg1jC+lFbvXVGlFooRJqrY0KfbOeJE+8IUneVERquNYOMJg3+OntHCyU0klAPlHeZiDf
83u+IDO5STA21HPI5FB8KdnDMGtOqnMyXzl1uqmfBZNTsAOzbrgUbivzSUtp62xacwqUNqgXBOYu
Is9S91nfShJ7J196LEy3fHZ0Yq5ctTylX+Tqi3Luhq8kH1kIC+Jj/6ENwm2bN6N7cM5GfhgRpx11
eeO3wegyqajkC+9hCoL5rewDtBkuM9EVras/xev7dFJInaYn6ccslAEyDnKDNzmSdupZLKw5/+Jm
DAdMIejnTIRl8jU7Fpfmt952V7t61FMsBnn5JPnJfMJAnd9FmSc15JQH1YYEq2w/7mYfUdCrfWtf
YX1P/eFEHG1fueor/zOciv1yjM6GV/rtKw6IHY/iS0V9GhRHG5wEgRzbZmeyu+hfk9342nDaPoyv
2vW81Q+IQIklFqZL5srRbn0ysoxrZWv6o6+GfNaZdLPQEhv+AZ+2jDPdjWi4SXWIbpOxiqqcxrE1
b5HWWvmmbXZZuqfSPtbbwXiaYb68I0vsfLGCIAmqck8aeS7C2trskz2DjNE8nfTSxdExblP/xd5S
M1cQANnhbO6j4Vqu9yixxeC/y50n6/89d+H/Qbdch6rUfz6O/5/iW/lSJT+YLS8/8Y/TuGL8gZ0f
qBfeFNXAzUtd7R93XOMPLq+mCuCJ47auGJfa1z+9lvwQ5kuT87nucNeVuWL9eRbXrT9AwFm4oeGy
IQ3AA/43rrifaolQcdWL6IOHUNHDKHYpv/3lhrsSsNVoA2aHaCFCNXZ7ontjEj0jmexdivHdCUi2
eEMs3u/+8o5+e4m0Lk/mraj4TL/fsz+zAC0CiCjiwb1BjUAVk/Bc+bU1h8gKYg3NKmFYVP526BXz
bz2ZWL9D9f7Ejr9AXDHAQkxTLaAL3wEHf/nkg943fWNm7IeWRdt4zQpK27aJ1bjuyQpCgFJ8oy9Y
qXRZVrbxoVHqzdD/c7b8R6flj1ehy3vgIsY9+oJwx0z/2eM+yXXRttTAOYqsxkHW8uQLkrp5PyaC
euev3/mnEu7lWXhqoY1frl0YbD9du5q5mVfkX1Quykif7mnw2z6ZnJl0GjT10l9FL3b960f+PMD4
eLhIqaFcwCrWpwHWg/8dRhmX3YBllJjAXhj5rhhQceA1ksSmo1DYXFlrL7/++sH/7r1CgOQzX5AJ
1MB/HNk4w6yF1ltO4Cbq7itTZOhONXFpdktx/7uEhx9LIpdvUUcTD9OGWzJqsp++xSUtR0Fgs5cX
hXHoy/4908dhDElVcslbJVBoWTH5FgiSfzOP/s0LZgVh5uLL44Man9zSzTho9nIxnOSCHJ0pE3kQ
Yxjxizh7LzviH/LLuPr1u718af8qAH0fsxR/VIXiD9+obn0yl4pVHs1Ca9GiyIb8+g9HcMZK9ZvH
/PwV6vT+LZzokDiQRX4qv5E3RYBTQ571bLA8UCum50Gm/fqOh5Fm968/0088dljI9IrRWgGbN8Gg
fvpQloThrcUy5U2Znj0im4FaUiryuFGUdOwD0ZhkKQ+o4jiyj5hAXEBg9C0XS0iIOC/Y1DKBivOb
P+vnd0DAA6ukCqv5Au77NH9yW47rAUKVNyatthxkUrm9akC/cUqRo/xj5/4baxEbDtTPC5b5O6X1
xzkDDENPREyV02lm44DiI90YscYdodfn5vnX7/vnMXTZ3BQd9jNLElCLH59lsgJlzJHam/FvkzM3
s9oBccMj9Ovn/DwzLVCzlHEVSC7sNp9e4BApAmYiccjoKiaSpiVyg2capAX+JBKQDSd+kyVR3peR
NP0OcP/zemtRpobjAfWRlfczQnWAZDMIMpO8hFrcK670lXC11SSDkgQNNT+NjcrW8+vP+2/eq6XC
0wfvZVGk/TxpWsWOL/zREpH5Kq6ltSgev5v1f/2Un1YdUwbSABT7suxdIrZ+/PbARa0ZYjkuKZ3C
/UbPohMlaX2fpwRbCt1u7hQm72/IKJ/YAKw7rK0WWApYWerlqZf3/Zc9u+6kSdImgTGtcBLnEGmx
vS1K0aCxTlYbwcG6xJsJQf98oUEzoJCvxu+o2yryFabV2WWylWtb4riV38KbfnrvfNGUxHFkaYhl
tc/nGa3OnWGZUKStFDY3QEIzGGKmQcCqosIFsiorO+BkTq6jkrrSkq14vrIpZhqv+beUWMjJM+i9
k3ehjenv5vVPkwC6LgJKTQWlCcZa//TiJpGifALU4kGHsp+6YSq/wpW7KJHAC96sWSXJp/RCifE4
J3IMVBAtq8GyUsGpOCA+GdZcbdXRmiyM4ZO6xw1PxozejRZRvEUnFr9ZG5bkHGSlCLpsnFrcVrOO
P4GXJfylqfL3umMweRNJsmu4CHqk4VyVauMhi+MAqAMW7l05FvJpRhz5bSqVSmx7lGtZKPClz2Gj
gj9y1QV6SaDKebGPF2dMgS4ztzoZEI7bJII/whmHW9Ep6bWsRVVIaixIT3kWxZsFJNeTZ0K6qTKX
SezpvJOINJlJEI65SiNgMs0+oNjiEjU1JDwT/VXa+XNmZuIqlTUxBL+eRp+/F1Z1zvHQVmxZoZny
OTBCFCi4ywk7m3RV4LOFPVIEul+bvwMEX3YL5sZf9mwwHvx+mm+EJWEaIXLwx7mTISgcnC6xXVVP
zeRFUiVIWopY0DSocjphSOv6BNCHkgarjJofGbd2HaUdtmQ5mhAbDJ12NEVsXJlV3FA4NJ3keu3X
sMiToyZUiX68eTFUzJnusadFt2terq2vMfHwApQreuKqLDbqXBIjG0Vrh60n/bqqkyS5aH8ar59R
VtZ4ygIU0vLL3C/bmvT0LzKS0g5Nbz7fpfoEI4IDD+RV3iZ25Uad3H6BBuHjB7+5LIlp2NaRjj/V
aq7xKdvTEedZ5jV2bXYbdL8RlFg7Ye2Px0jD/6hZflLpncDfblUr9ax8plw429bN3HTGKS8SHMWS
bIZjIslgpRypvUAAGnOTJAhkQal0tauMyvqkxekOpKS2vvClYzXt6V1iSxNFv5E0Tdfdnp2nC6Wi
nO5llEsYtMaeEhMmkXFYshtCdDTUevwVC+UXUzIpntkoa8q19jOIjDeRvDS3rW7ld6qalN/0fiQX
3Una3oLUZJCYiX5GbKIxPo9oX7RNV+CCceW+dz66RiEOq5Ek40s0wZTyamW1UTyRHOuhiMHE01li
vMbC3d4oxlTswLSkx6qNjL00EKHeOXbYaUI78PLlq2ohZLfRpWyT2mOveZKCFCOIkR8OW7pB35Jo
+QrYDcbDMM7Ol44RdZtIRkODZKRAhVa7Rs6tkG0jt8oWWh/WsyJ6xDCjXmN2ADizqu9KFuMESW0b
F/AqUSypYbjibS8cCGvItU9LaWaHsjSM28ZR5g47XkxNasqof/Cw7kMsVg21TeJoupnsUcmviqh5
wy9xl2ZUisZOnTFbITzDqL0WK1VVTXnEglDFmyhW1bDJGvlGzZCEZ7IhMGk3movv662bQe+MBuqe
no6t2+BovbWKZkCN6tDFwdGd+1zf6J/Ume2ZDMTBZ9XqKXuOvMEMdmrQS9KwhyQ5ENIW5VHkpWln
UbfL7hMV8s6eSwu9pk7WEh/MYb9B0mlkwQqG9qkXw8qbzI2CFSOO2UYkvfBEUY/X5SrJG8whsg88
EOvCaIo912w4Z136PGEldLGN30Ua9TXMetjstDCR18cuMx4zbo7oQuB2dBKNMxGJAGFUg0HKUVw1
wWZpIo8Ki3ZU0KQhCH9XMwc9XVkPKNkIRBDnpu4npPlJvFxCjFMvxh8bpAV1vTUXXTDpMe4ToUhn
tUuoIAyNR/CU5k1G8lChOdlZTnzXtEN7My5t+p5MZrmr6uKYDT0iGCP2zVJlmBovjVhf8D8UmCmq
fPrKaefd0dnchDS9drDpvmRwSxjPur4TK3yAaSpvhROfpaWuDjIusKcsWs+GsGYvj9NnZX3vqvTB
jh16g8RHEB69X/D+sEjhiRmnwALR0a5KSxOnvSQF6s9YFyavMNSzIvWpNxhNmFXrg2ahQiplgYlI
nCqs0+ym9UMsKdrGWPKPccEYaqvPjtG8ykn64Biz4ZomhehyJBQaxt0LQCQo0nmzvHG+Q9iz3tty
LodST/1DVaTcNRpc4HVFKTbr42PDGCuSyJ065baNYttL2HiPdam5JJ5QnZ0gT3R1Fvv4sc6FvvAN
rVRekyw+cvxERVDUlHkaU8X7tNAWG/TZpeCMHxLEAE+Qjb0A7OCrQKRd8J86PRJ0TjEuFCioiC1b
fP2D1ljchbBOAjVyKy27j2dzc4G2cEAw2kAwT+Ax4d9ABK1qzCG7Iv9wkWlWziUn4fQb9mB9x+kN
o0rXqjq9N8V4zzl4NG5WSuJ9AFfxBWN1tcdH0xz1Gg4ArMxQaVL+dCE52Danc94rdK0kVdzpUjd4
Slk9yMt0WJESBZ1zuWTE6eipRovxg54znYy1p1HjtJTrVqXxi9nBhw79F5vrlyqP9n1XRJtUVPRQ
dGRbOsUiijmOZxhC8+PuUpue7P6qsIoHC9o8mD5F5osprft2XSV05eNDBmlFMuKbgvMXMltNuJjG
b/LMfovNZfJYY3G8tsYQIH5/61WUmJPKilhVhBVaXVzCIOgN31Hz+JQ1zZuadHuSz23CrzWUH0X1
YUuYpHl2+sH1MPH0IpIDe6mTd6TZ1QH8J6HRulPc6cZQPEAO4ktRsTFMjURfpqkaFmgl8fM4D9dc
pq8wbppZXVzGxDcV2g+jjqLG2C/pCXiNveua5TaBS6rM0x3ZYMdhbG6rXmRfhGhv0jgFDJ2ghFQb
+01ZiphAgoK8q6lTqWctGfJYWMwKsS1RITp6milk5cy87drpFv0odu5ZbExz8cDxnrS2pTnV6A91
zuXCRs5lA0XJckrcknFcCQNXCZryx3G6UvX8Krea+4jsItegarHN5+kDOjSe+WY5JjHtsw7J+4Tf
1p3jiwlVkj/wuzQ4tjQVCoBGR8VQcevWPSTZUqWrX8xHu483iP5pR6qTtSMm+karGP2hwotEE80X
Xg7PVjz1viX0DV4PHehPleRXcgxLAZqEqzpV9YCC8Y2bDRHOXU/fLFeRCXQU/hiLK+LU2Fqu2p42
cUevTBudZxZwgybA+jWa0pQecMwmrpkZ5xSgSEqqyiddoG9WwXDX9jrezIAxPUoXpbsgW3STNKrd
aoomAEkDLZB6ibwqypA7pwFogE1iQ9jQF/6bIb3NyT3yENvKXteUL7PkWKSEVu94nEEP6LCT7BEY
u14lbqljFe8n7Vxxjvbwo92bVXs0i4yijIqat3Sal3hWDnAoxDmP8nFrxLriZ1rf+tIiPU2NmZ6K
crG8sYmugHREkFHoc5f5TsaDZsVbLLz+go5Ib5VDKicnKyGjye7YjaHgenMkAb3A8+oPkRZMRfue
TsmbaaU7fGTYBWicGnJXucuqW7vZ6GjnlB0/UVKG69RCQQ7f2JBrTICSKV0gVIJGp17biLEM+a41
9CgUbb9BI/0YcWubMxr4qn7NSSOUnUuTP298KhrvajHte8KrV1nadDLB3DgtHbc3pDDOl3Cy7Guq
yg9yGb1nlQ6SyQioHAX6mAZ1bd3NRnlee6MAOpo/Wx32CW1+qG1s+yM7bA8uV590MF3YB0LNLq6p
nxahGKcaXIk2e61G9y2q6LkqI18H+jm/rrL+KsuA3wxmD7aA9R3cytYRjIK00jaJgSosnru7FoMk
mM4mtKmnucZ0OfBI9aM8oGOwhHwsJPlWja0rHeiBZwrpgF0f+KCcD3tzAXKL+QaFSxEfJB3lZW2s
vCCiiYkMMJ2vKdWeIMoXOrKDhvzAAXuxZAe6ccfcFNPVVNVv1mJInjVn2bG2OZFzmn4CsXttIZE+
g9xPtnAWmTU2W3e5uvBEMKMukfSQciu5B730ChKIcpG1m+T21jYlQrYlb+gpEAoTBY9lT1xDsSBM
lvVVduiypyY+7pkwZXfU1lNqq5WHrQnKlTU9U15/GbEOulFnNYFZ2ffmrKgX72VYV/BgBVnTe7vU
7vP4EnMpoVjQ2xv6NzdWLOoryIkkKNTrV32W9t1A1kOCA88vNOtWFDgHrD6KgjJurqU8Rb8QCXT/
prXjkLYBDtaHDpZjmh5G4VM0P6fRZHl9bbYh7Zabus1e8w51zyIl57opOG8RESBcu28/0LHelDjE
XEEdCQtt89jLKrShpXmvtfkGKqu+a+xFe5CUARPXPBheEcWLNyq92E/zeh4sAwiDGk+hEWc4xODF
Wi6u1ZesHI9q0ZxSNrB9u0qRr3Hr8dmvUtQULBwnxt16QGn/PFQFqpxyYZ3jOLKyhB4tB5ylXyom
2PGkfiMXROyHAT2XlaRnbLPnqk/384SQuyHvbNPUA7vOQvtS0rF5Kl2Dh9nGS1HnCs5gde2CTDMj
H1yJ4jpZ+diu/dayBcsZK4uLQTRYSqk6Fgb2UOoe/jpWD3Cjvq1Ga1/LgM9Ost0u+9pq1bBM+ZpF
rUhBYc7xSZvaUIYvkszqhsaQ9DxVPBiT98YpLWaQDZOjKqRrsoJCu18e42l4rJ209+aFDrfVbVjN
fHkAttUL7VgP/Q3JYxdbT3vU1ghBKATEfEGLYkD9o9WS3I6OdV9nQoff3V23svFlqZyzM2rbsZSV
XWfzmiSb3IBiJN0p7h+g3z0oaSsfWhsFmR3ftkp9W46YpfI1fZandgMMB+SgoR+nohZe3aswn5z9
ugqSEJuTkDuuJdxg2KpDHOasUbUV6mO3AVQTUMeAbj5AtsNXc2XDnVPAJVTLUe2MCYCDs0vL6EbR
qxgNkMipmJAO05RYsGd8GCXajkIJhMKlFukpN2XlY2jEZe42qPlwEAQW2SdYfxUaaxcPicydtZ40
0C6Fmtd+m82zGUpzB7c6N2bngQvjcOfIUVJ4rSzlpS9hZmFVybII+Ss6wvXKwL6Z35rQreGCDk7R
b/GLoRXrpfxGxHX70dcTi5/U9RwZWyAhV2rRYTVU0kGX9pGg5gNE0VDfqeQYj9JUiq0kJ/PVoJnx
sFGwyTwCy2jODTbkCJluKhUhTAv1OmqkiM1amSJzByWpCAZi2GwkK0TC+XIPY6EZlft6SkblCNrT
ujebIblWqSr7Y7ycVzW6d+zlBjqU/CqE0H38m6x3DSjNV61bz7PVaeg71GxvxngU0JNlWRECTRie
Ic+OjLBew2dam9x4k+nGUEtAH9SzpJ7LQpacIim+Fzqso4q/W4jiFnexW6zjtXpRppgVfJRuRrrh
GGeRFJQ+ljo7qULKIy+O+ujVSLL8nOAYqzMIcZgrvGiFCLi0EEE7nB2lGs27giYxa3s96/zQaniY
BEbNMzp2mW6O9yuAJBJkRH2uq+4wjdNTDsfS7Vt5vO8s9bmym0fLwgwF6YNSOInNrxnIGu4ckUKU
cLYeUmfgpG8lT0luoCZTOnnalqwlCBuNx2Kxi7uyib+ouDIZcw2w6pzPpEu15lvFAC93AmjmRnU1
2BQO4FzEcZtoaCQJLSpj7G79tJM0/HOjdh7WOsXKrSJK04zXOs/QBaaLuEsaqZyOoxirF+5lMTzU
zr4umrwNRWoXtzEOeQ9nPZS9QTLoJcy3FCj9Jbb3CVSHazGRGyB18bKBnMt6lincpLIkO8pVbNwx
wV/6TlynnObPlXNRRNoO9i2c59IDF2EqrhGNnbtl6NYd2yKOYTbW+6bkjldAHbu2rHHZW6vztMoV
cbKKdR1r2RPshvFQ69hFE8tZHyXA8C4O4KQP+t6WH4qaG/2Y5IStJEP54KwUEMy0NO6UGOsjtpQE
lJxm78TQOti+zPm6WZ3kjWgr882YjOkR0zS5SYP+2KLlPQBEKM6YSDiHGyI7kRIzcZSgiw6oAUVd
K4TrLOrB7qbRE41xyXxBhJsoNPF7VEtWj+G/pYM2dy90tqGxGs3N3EKiahKqT8wYvOZ41NRcTw60
R6oAA0q5m6ph3NkwprbpFDXbujGmB00s6Hk6x/yiKpiv2v9L3nksyY1sW/ZX2nqOaw53yEFPQkek
ViQzJzAmBbRWDvzR+47+sV7I6r5WGVmPaXfckxoUqxgBBOB+/Jy916aIXlNKmTvLzxF0uhKmmp/D
XiVXM6Y1tLLqSR6wynjrQU8IvHrm3niGH5whjgj3VulpFu2w4wVMVzH49ZVrU8g0XvttnMbfiSqQ
1qtgm1ErrrNeym0cKbXJyqlN9tNQO+VD2ACR3uTSaa66aqZjhe9QPFkEKa6WBAoiI/3kmSbJREPF
EXrNgN68wI8r9gsEkDSdqV9HXX8LSJHOmO1kxyElHLEjYA6F74K8HUTVHqbKdjc6X4KKKpkZx3Jy
kusmd6pTHFoIm8poKne4YcL15IXhgytS+6pI+ksjl/nGIQfrOcMz+1y0CTkkZjtOjNxc8V1GabPD
B6F+eTiOGBIojYs8jJvvvg8Z4TJpAzitJDZFaBdhhVZLp5nzUp1sAMJRqPDuhNZayyjhgZxsAlIm
akHKRTAtjtpVc49Bd+O53eK10pbh3pUg7vFh9hYP5GFqGjoVBl1r3u/R7tdhl/jfZwGIgcPJHPlU
3F5YBSczipvyOAQ49ulS09s9mUQjWb9gaA68vZgBAiBFc9G84Phrxm8AKtkLAEGr8BWcaqwvxdw5
8XHM+zbcws7LvrR59zaVcFjteqJljFUivQrz0kD1tsbpRyPF7IW5Bzeq7CN7hVNyBHLC+AGgiPMa
Qqq8rTnwhwf3bZyA1aNNjpSnk0VBUbSHXsSVd5fh/xxOlj+4ahd0bToeyi7vvpZOxkNVpA7/QuOR
ShZ+K1N+GiGukZwiqckwwvuuYPC2UuOjHZspy69VbelbMv+SZgcgQh1IMHH8dWNHAecr+o70s5t8
Eq8kyos1kS5e+auTRmsBNMb6vk3s3LIZldki3NThiHm30WVfH2jL50QwRVCLtwwvc1zbnjDo9AyV
n55UHHTeNqGrumkMCQ982JuzcTdZ8AbYEF9zDGFKjmBfqns9puO3MqH97Js/jDGhUdjeNCkoqaaF
NdNVLDe+WR+wkNh3M+3WjYcL7oJf+zmiqsXs/svrxIwQd5yf2yzGRko3cmo9YFIzvTtOXPQbQLRw
8un06GymhIbLcoiPdlZZuRw1X5pobMK1cAzGRmFL8O6A3mk1AGZeh83P2Pew44/oFjvnunQGolRg
dIZDWN/wv1gPtMzTR+X39hdhVsmht/Wr11ls3diqDzXV9pYjFELsDHztqeS7rpLU9fiJaVNu20YV
9OtwtfvZ3hJd6dyNMHldrLUE7oS6cSaIbIMXQSiZNK+IU+fqssfZ+Rpa4JrX4MQH61S3Y67oNSzj
VpA6MhkPSRtzoLfstIHcG3WcCwi94HjCubHv6e5k/r4svcm6jOuEZKu68mx/HTXVgkIba8e9KGID
fjPkGqgfPDBeu1PDoKE55q1h32AkdZ2DLGPwDJaBxCAA9pNeQWkTDtxiocojP28845GQciZlo+N7
u26NbAzNCFNY1BwhVMC6k+kdFbMOH7tsytRlqgVLgTMY/HNiFfJWQpR+BzWzFSEFTHDZYFXvdrrw
22gX2VYlWF3ARS9s9VLBPJwn9ZCqEea739ltdhBxNo8HL7fTql79tUzAtOzzl8Fx6vjWalWSX6U1
Y52NGPuWrC9VhVDufDhmxpXvVDI+8DfjhySRLLswyUqnm9mQXGY1nLCkm04nu8zZEokFuuEZJm6s
GVRnbBVChfFL7xc+kHINlcE3ovZAjIBEpUp74zYVVXNARzYuM58vddeSaxNUrb9piHXbhtSd1zMh
fEdmcb99d/7KlsohiwL8om7UdMPi3V0QrXKBpTZDEu07e+QKi/JjpJej7G6fy3LeQkAs163RWGuz
9qmNCms8Rq0RwQBj+D5p5lpr2+nVz95LjB0z8+BbUMjWXNpq0be8jaNx18JwLDjlN01yoAVNbTk0
3XRZNGCRCifmWVhsXReZq2gEwa3xr3M96YOMvZZDl5/YHEOKABBCOiUbnmUq97wFfLiMVaD0sUlr
UJ485sorfkBFnrZ9Y1+GQZq+6tCc7gzTl3dDG4/xfvSgn7oGdvhZiIdeItQ3bOi6yDMcGjkZ+m6Z
tcF6qv12Z4Q92ZQsEfUJ7qKxhznzKwuNZJP6Qf0gG8mphoacxZVM88jxr3mBwjHCEdTdCwyABTzn
4zworGIN4wXwjigN7ukUw1UsJtpbcyOIumxVfCrMQN+6nFRv4YVAtpfqq1XM0DmY1MrXjC4CgzO3
k5BurekpZdD6JUpVeZea7jc10tgZzdzb5noI7oKgB2WbetNtDr+XlQF3gyuL6sprGpdmfefBhYYK
SSuP30kA3Gc62abDEcAmUEsHvt9ITOq+GhYDPwCXa1iwiIXpUHL6tnEDRMtqV0dfTBFgHar61yaV
2Rap39GNAyw0ukaILED1+J2rTsiLKiZMTfXdjdM42Ji1xJvcFEuPNFFDuWOaqLaZXQfxEnpvvfZG
FALiAaZubts05wlLRwdjhZsmCKsDQ3LsT+JbUqtB11pT923MPLYJJe4M/qYrZc7OTa+YDFFgFPNJ
MDn2NxMjs+uRUmTXGsXw07Lr9q6Yo/bWaPoTIen0jUxndA80FOhaAaSnUQTmHe55Ws7qGbCgh+ED
N6Yqp+K6tUJE1S46gJWHuBKEQZ+k+zwhE8lBqBOy8MzRSxSghzaiUgDWYq7NCLaqWFc9oOx5hfx+
BIWL5kxezJiW91jqJG2SXI7rsbIF3f0xNHlVPG+zJMA/KFFwHEBRuWcg6TPUiwK5jzLJmd0lw2gd
jsW8my1RX4XG0LyCWlPXSTr86kXhk4RTz0fONCHksABwh8oNcSygzRxrh0LUTn37wozpZQWzsPdW
Pca4wOfAutPSHZ+rtpL+JhjqCW2/sO8L8hz2flNl23kuvGsaOB4xHsFhsGd4vjO0atFDBhL6Hk2I
8Tg5RXfXMBWjfI3LHc8/8ghfJLs6i9XX1rSXk1tgq2No8ySutC7d+yBGAeCVSUZs7OAfqqQPDj1M
ylcn9jeJh76cV/aYFtH8jJqOrna40JoTp7kzLOw+pBRj3YKZnj70ajSRx8vw2obJyt4sI/o4jryR
GjgOzkH0M3me7HvbjDeiRFuAHC+C4kHmdh628pDGs9oHUQphruozyows4PmP/F9qDKCupsWvLClG
DLh9/31IpLtEgdftqupRoLptz+cw02PYreFBogryRjLuOANnp8ltd94CcGe4vbNq46CDYgDcGM50
S+2TlCNgM8gja7+cnmE9JFuEJE95nv6wO2QmJaBNc6os4JzissQNbFEuoBcMJEYEQUwJcQtgxfBu
LfUNBJpNMRXVmr6Kvkw5jWMy1tE9rfDiQovsfqByJp4Ap1zZcpwwesaR5Bj6p1ILHlZ74sgc5sYU
kauHD8gfhvACnUfHD8Ga6I8+G3BODysb5odZjOUmZRHdDjzE62xskVIJfxv21qMrkteccJcd4TXh
hoEgtpnYfOrM9ECrPcHIMb1UrUlWN/fml4HDeB2rMbZgi0xPs1eNJG7EI5LBHHpSvoq1F52MOfe/
BnmQ07B0JwjYsUkoqjXg3d94C8C3f2P51gvWN1sAv+WC+tUt0F+54H8JL2FLiwCWEaUb0YSHENy+
sYIXajBj4ujCW0jCEULNa2+hC1u0ncGciD09RQ4hC4O4WGjEsz+INdSM6jF+YxWzqG6LhV8MU2oE
+A7TeFroxhW9l6vQhHhcChgfRWy2a7N1/YuuwAUYkVB7LwJ3upynvn6yF5xyTqfym+GAbpmME7E4
MJdhVZSXdLHXomte4t7Ob/veBoaT5PFJLthmyEntU+BZoJxr4cHjr+ufNI/FBakq4YVJ7soqUAtC
MEzEDQovuNCsZ0wdFlj0SGdjbXdJDnkIEaHvLTVjOce8oAowzAKbltKwO+YWdnfbO4Vx7cWMLYhK
NB8rsB23AYrTLQZ0NvOQuPL1sECthay+e6otLtuM7XDXTkN5gH3lbGMLIEanp+7V75jyZwsym8Md
y3MOWFJz9LqaaHPfh2PEZHh+w24PtHpPRILQwqVkZAK08LlrM90EwtV7eibmyR0zYxUFXEHRIMBK
/sJ8Z217crQmGIfQSO9ULkRwhtzly8RKow+81f5DU6ZZuE4WhHjktu3EJNMoD2RtsAbEWbedkKsd
cnfqtmgTeNtiu2m+Bg0lJr0P8h82xLGkcK17U1zoxrBOIT0VuYZE4T5ZoRS/I2/yD11DTUbaoyWe
Kttp70bLMp6KuJdXTeE2p7mbvya1l19pjlh3KrGbUx445T3g6JzgxTBXR8et+4Y2upwB6jIc26gF
194JPV3R2s+2NgdDsRpo45fHzClY5Z0hNOlfh82AQ5DAm7XjdKJfl3ZV/JhUEYEJlnPwFMGB+63S
wGemYrAXeB6Thq4TPDbAThIeebKSINYtPHr5hqZHFQemPoYjTg1sthdd26Z7FjRqtsye0YBxbhyR
/Lrmru2W6BcG7Q9oGDT97L68NSJOC4/5yOrnTCjjSBxV3k1NQy9BQGM25hcLTQXFU+KEJ68o8JJ2
vaMOsqDRIKo87lY6Khl5WHqwwWAPIDXXpJKHv0SXYA2ULjItOEYnqQrzVbVjfYIeyPpgK80UQ82X
lc8MMMyG4qocjeAr6KTXCM4hE3lm36nNOjbGMRFhrr5WWqQ7tzLGitHgckq2yp+QiI6dqPCH+7gn
3f455iGnm6hjuY7LCHhIjOWq1vBJNkAxISCjuipubBRT4RYRGqse1fbBDAxwsDKms9SrBI+2DMq9
GcIYWzlTXnJNjuEiQYKsNTjuD9p48a6pi30LZnQb9UV7lSVDQz4DplBOBrQLSd9dCRN1S9LY/i6a
mvwoOTSslfZ+wNhF5ICYcp/XZvc1MfDZ+WUQtuQH1c2BdhTu4AAhBIddcnFqHd5yv9ERoce7IN9c
oz0dSYCZMeLs0miieTzzIxlRV21mphjGhS/m/HEoOXtunHwk5q8wiqsZrt+tB+OKrjzQ3fnEusqM
1mV6TAVF04v5qMUwCFaeYXlbHXfJsQ0LanT+TGxbFmkGyDkxhlmPRIUDSXiAI6eajS3GYRsiLNnR
/sMCCY76fmTMCGdbMx9yLURY2n4ZlA3X3KQKWqcSHhknrO7bXMTjwVRVRuEApZusUOi9qrcZqFal
5X5rbAOtoNtM+RV5OcnFKDTfg6IvYObFeTnsBRbGob2LFC3NNpvogfZFOR9jGrCfKLHPUoU5XJDh
Sr4eECsF6gAN+HvJZVn2nTU0i+V2kdPPUAH1esydNxYjpu3WokRgzVpOnZ0LHGz0uu8M610GwV3b
YJDxOQUfxiAAgFjrAoErq6G+BZDjUY0lusBl3Klebqqsi8DydGQ4bpb4lPEv/fB/hN34/5Fu46PX
/e99f/vmf//Xj/i97Y//4S/bn/T/hfwdAZ8nJeYNKCn/z/Zn+v8iUc9SQtoSPgfcm3/b/shRdGlj
eWi0qbdsRub/tv0p619ohIF6LKndEpeG/E9sf+dq4MVw5gH78NADc2pDuP7+0RzpRhaGw/sVlFPJ
gMyZb3xQbgdDUxExfe2vLXcc7qpQGfuu72O676V9+NvdQr83hWXxP4o+v8Vf0bX/63+eWVvevoPr
mDYiBUIn3zA+f1fzayceVd7U9Kp7yzyUs6ivXdNoLioqt82fP+pMnP/2UdxXrhYAMZv7mV2BGri1
B+EbaH5LGuEkWy2sTByIn7zy1pnKWpKZ6OHlRGKEWcH8EMaddoE3eoJrKnVgb+FN6oNneTUyFyCa
16ObJxwIgjpRq7qgebEWaFiNY8145wd7WHLVTKP9GCCknTbKaSqc9LPjP6aTqZHJDgWq4hp9xbwK
SzNqVx3CbGfluANBc8Ko2UQmIJlk26ZO9cymZiOndot4qzNTtduw7safLr64La68EJlEsoRdR4D4
yZybtD1tZ69HNWSGTnXRFJ017xqDlPA15bkbbaFhVtbJpXkYfWLR+fDrgL03sa65Jv8UBP6+fxi1
khnkeRGuo1D/cNjAdsFgpKc/PwJnzBlX8h7yNnpLdCmutA8C+LruRxkbKWdsWsEHgy7rxRQwk594
ep78QTVb02B0v2hikoMfmubN6OU40Bv06qnZwZNVJrMRjyk3wwYKqz9/vzOvEF/PFDRAef8lOCyS
Wd/fhEamHWF9fL2ZrXJTwaITq8oQw66uGxAlWWI8/vkD5fmzyidasOes5YbgTbLPDG861zZBQpMB
qnqIn0wYtMkaNXB+CLGk/iBPsUKVzSntqyujqkR1P/SvNAaceGsmMchZAMDRSXZ+kO+GNAfwkTUo
wtdJVk3fvWCW0b6SZEAu+nMUh6Kqau8/v2cMyoTrop6X7LJnr3U/FyDiZ3QKkcif5oa2WExCy4Zt
94qWyM8/36/z5Yrb5ZNGq0wWYNJuF7f235crA/EBgD8XnwP5K1eBNVOQFdl0UxiBuvzzR8FTemfW
WB4G+klE9PrUEIvb6f1nRUjCDaenkVcMsSi3eVb58W7gBYeTaxrTofacgEA+32yTFZlTIbKXxr/V
4eS5a2SZJuGLWSiYXTvAio8mnsUn4lNclGlIjqCM1EoCxWD8sxFWhsRc+FN2HXKE6REzx2ibCelg
2D3Gw3DLsaOhkFXoB7a0/DtC/YJWTFQyQ03uTFjI285yAv+GP2TIQU7Sq7a9jP5hZ1QnJAEUy3Rq
WKg6p4SaFsaRuG55SKLDQFD9/61V/lsP43nV9XbviKZfTFi4Rz/8TgCNazx2lMJWVAb12pSLMcmT
mkaAx7njCUl58y2kScewvO1orA8mrW5mOP4N4aUJJ/DWLlZoBZpXsoGCb21eOLdOnTi3IBetAqrC
mMpdE9Hkbco47VZ17aVUCf8uJP5hazSXJ/dvbp23i+AJwBjk+exYzlnp2GUNgQg259uyKJN8Z0/F
QJ52UG5CH8G5KCLyBGxHevvOrrtNa5mLsJhA0sapg/U8FCDi6nBwTsxI+yflVAqYKdvOJu9S9I5/
/rLny/fysFLe+kxIWb9scfZdA69hnVkW1oThzMZM0L3brZts//wpZ1Yp7ogU1Ak+jkqLffWcxVdB
4w+DBR9uVow4CxoIl2bNHJ5mbdmAyUBwW8ER5488p7n982d/KJfePtymXmOd4ZW0zxaatpmGIUK/
vu7yaAJTAInajqrp2rKj8KkM+6yAu6RMtl/cDmuot3CbpbD7T77Hxz2Cb+DZy4rtOoRGn9n4kNvb
Rm9RxhgRgT9RmwD/LRfM4FTADKUD7XyyM//TB+IWXHKPsVNRlb5fh/RcDIMSbbiWU0QU/VQ6h86B
CF5qhhO6c/NP9qSPj5IUXBisDAfCLQn17z+v47GJ+qkL12NWI+Y0h2LdUs79xw8sn0IZaNuO4Hwm
z35NsNSYiEauKmp8ixAEXF3IHtxPytt/vBb8t8gqKAxMdeZeH73CpYHEtfh+DRvYSJFBCz7qz4/m
P32KK22b9w5fLJOG93csD1iiiaoI1ynRZRurRoBod2H2ycv3j5/iuRYruGlbdCLef4od5vi4CXQh
SK/PCLjsVHYYu17f//liPr7jijOOy5aHTVHZb0v73/y9QurYJs6Pnx+w+Q76P3Nx/tN9mqQOiopm
+uInaH0w6qtPLvDtCt4vuBjfXcXeThVGb/us/KqIuaibgEVsqvnLBTKxx642+l0WEbVUzj6GubQj
orjri11v/Wgz/5EiKFgHQVx+8tIt6+XZVyFFdUG7cGx0TQAv7woNW0sGs+jFl5uNpJ4MxLdgS2JQ
J/0JYeHtUX//WRxWOIlyr00KKOesBsSK3mi6NAGdr9n/wtvu0+1OkACQ0kGDY+3Qb3F3MXF+JxT1
pJB6WUL8oCpJ7TDDPvpSdaMb3OT8Lffa6olOEBAWDFo5UQrfvOlnFsU57nLSkVpCvKxhGgBwmClD
97bXALoWsR/UKKvkPpKM6exb0aiD5TGa+OS1/3hfcS3ZlgQqsRzSzlEkmon2OAUS+Dud310RkgZK
XEF/mJWTf/JWflw3KR8UqQgASHDJq7N1k9NChioTEKWRV+IX5qrukkYu4jfp/y7rotv/+b35eGWE
0luS5i1VCs/O2RPj23mu5pGPmyYGoYlRQR1hCmuujNYU7ie30fxYnHJRnNfZgxH/eG+b5d/e0hwR
DXqIhBmAXGTGwi1OHTrA01xlwQ7XkdiNyOCRCnvyvm/95gjURmxSE/DLny/743LhmKbk6GhSEUgw
Su9fFDV4SGQWBLo7TNVXGY4tbi3yOhDM1UgKCdyZj1km7K2JyOyTEv3jLV/WdYslg0PrxzMr4jbG
kj23HGa1tUaeg7s3bup1ZCBN+vNlni++ljKZAXHsoGHr22QxvL/MPsgjQlpot+ZJ/8MsGNQGrgw/
eYTetvK/rwQcNGxOgdZyCLWZPp09Q0mKDjwvBXb8OR/oEbt+sJ9QvBkrYpz1SLZbaqvDkE0iPhpQ
oqh4UDhN5M5q0wYj6fnx2uoip10zf2JaUTW4g5hQMMOJRj24dywGgN8KpNx0vQuDcVDmY+aem3ks
b0NswXBHyxwtzZ/v3vkPxXVxxHUtzojC55U8e0hMggrMuh/qdeKiMQjnBJ2njoxL2svlJ/fw4w+F
GB28Lod3EyqGd7bjJ5bFwGc2iLlDVHjQBsKGciA9488X9OGAw8NuubRMQIZZyxnh7JeaIno4fYbD
0S6G+llnSMZXtJ0MOAmOPd4MaPu8tfAHcrzbomQ9HwyWgiiLWiQ/Xc9UB+IXLR8HJ9kK+oBBZEMU
E0tZW2Nub3D0II6p+gBl+ki8Vcf8IOyI5pmT4LP68kNhzbXQeKBpQJccTIs8q2j9Me7mOknIfs2S
R9PPm+9o6sHaTrF7slqLrVfb8l4zO3oMIrytjqzUJ1SRj78aLxjbLKppTi8cHM9erzxzB4ZLOIuC
AdV/EFSsF3P4yY7wD59CGbgQoniV+aCzlxgPCRYtFOootTiz4M2wkbEOYvvnZ+ON4vD+LbYoBT1a
x6C+WC3OnvaoK+O4L7IlCUcHzRJzsgxG3bR5QB6on6GuDTeNp9v7yo31dZGk+qnSjhr3DXEm6YrC
zIP4aFAILcLP8dAOXlXth6wSv+thbq6COcicXZrNItw1CRiRoBkAHCN0ibFSGrbNMIvD+RP96wHT
exVUeISQuDC9rYOrGDX41zIjcGRFrkzWrsNW6yso/5a3jlFmY6gfh+wZhaPujijiNCPGoh5ecQLP
PzC6xAtowXIQAwx+8ZSFabFh7IbL5M938cMORxwCKBfSFUDJL/y9s0cinQcOPqZuUDS341eyyPzf
fexmh7gOvMc+VummkS151n7sR69BTgOlYIuoIY/MffXZl1l+svc/6VJDuGzty/mTYu3987kEnAFo
sfVayfs0WAFSWw3kilCpfvZJS7H3/pPopNEgt3kPOGaeY72qCehVaJAlQcyF3V/Olj0zjIZsxe/S
RPhDxmhAdICxvpi2lewdoBt97spb0Yfy8ZPf4MNls44SdcJpgIQTgFxnlaluoyCYUMat5Rig3wkY
kxc8LyS+rNBe979bpHiwLtC0V5tYxBJjPyEaO23RFWELEjEhWZ6l2J+N/pO9/+PzwXdTS4uOOki6
0j9btXKTICekjOU6RJAN8hhNCzZ3r/9tV2mZHePazySABuStu3macqwQJGOgzWVwfFGNPsa9P9+s
vyq8s5+OhYV7xWNrk4Bwdnzp897siN8lilQmLRMcbDo0D/0MU4TORhL7JmWhT8AG3KwsNovnpCuI
k2ZSbjzn8SSeOnJUETU6yUOOiXOr/SJ7wuoArts3+vGrKVr9SJ8qeCTEME83qpnMKzJmcKFTUXNB
2kJKhrbLCG9LAm+JLcgNh8g0SyXeyUYycCVp/CO8NI3fuSIvARCQ3WfE8wTBl24iWA0DXeEeWxK/
flA9o/XOWbHUNiLxyQM9XSrwjH7kwiCgXmLq4efJKyWNd4LwRTTnJMvF+0EX7Fcs6/FhTqBYbi0R
znI11naJhZpV5RuD9HCGwhwVL7XNakNf2ozw6oiMbjf2DXfYmfVk/6hdP2MBQ1PRbyBdNc6uQGPF
JKD0M4jnpaeJq7TzbrzUg8jiI4HS9osdjcATbCcCQcsEg3UqdMRw8sMsrVeDJKxrlQxdUO3lEJFS
k9S+KFaaQFZ/nUv6BRtCwfyntiBmkzSVpLrvVdk8ocCEmTIzn4MbHS1xXJguMLwzcv+i2ESqDRQC
8nUxe754uOwvy6AlIikUvRcx0J+LH0I7xVYiSZmOFtwClNp96bSbJqkJWVGFr9eELBm/6s6ogdXH
BV6ixOARVkNoyGNLVA4M3SJD9iPbzIt33VDOxopywX3FBqzvUMv6d7bbw4TyJlZ+OsSo7TqT52dV
mslMNm/XZN9zcpSmFZzL+apI0Yfth1501zSUim+YqJKvdVWmeD/IasL10TOz26HflZz3HQM2QKFo
K1+UUY0MyVVBflU2ua83hGA4PQ3sANMt2Rf5tZ/XrUeKhqJ6EPhtm+u+V/m0yZALUelgHSpQsnZQ
SRKvrhEDBS2XKpzZN7eyrMFdlIq45k3e9u6vcrYNuuGlxEBYFulCCXJ6x1kHFs33G1dNLiM6VZA1
PniF4+B3we+7suuGMLqJ6QA45gRHXjfYsblyRQcEKM1SNewwpBOjrv1muXmgMqCodALKj4BcIqZ4
JAqNUMsLo/StGo0gipadzoPusUJkyMQmT6JvZVN17nokWvIlD7IG0oyra/KsHDe4GgNOTJfoGKOn
QXZR86UfxGSsbVWNydZPLbhDdZ6GsJQir+i3GDZR7xY25+91lJp0O0CH+M0Fve7qKcYSJdbI/fFW
5rOs7jKXfOqlRpt+6cFzL9KqldkelcnwiCC4IRu6otTn6+TFczeYEW4P7baXIQYOyoOBbE0ztt3n
LIz6b7rygGIsNZhgkoGFfeWYHbx4zG7pYy8mx7pIJ6cjprVD04eLyI/2WUotuo4T1l5S1whNQkUj
4LCbutfPpR0Rqe5Ww3Qba0ugtXSb3jpVVSbFSQpChi4E/jdmrgn0m1J7CuDKkBb3sfSC8jhWhnZA
lxe+ukDe7xJqJjyoEkHD+XtTt52/7wwIZqscBAPqeUdnOLdqNRDkW0Xl1UQmLZTuMfEnTt89YsY4
Qeftm6FJrENSjdPa86bopw7rGZ25R5S94dTuySl841IqGobryQiqV85WqKoCdAVkzWO+2TDxoUxO
vVz+IJbXctcKmBOKlobKZIVhK7oayWreTikmojXLRII1oYpAqBlhkQS7npDc6igieIjgr4a8OgiR
x09dJ61oYxc5Ix43UCnpbq0xpiuSq5cALV/PzJSR04GWQDGDaLMDkonPrsGmFkictnAx+xYrDTry
NZJYBSIiR6120HUKb75WdnHvzvX0K0MZRPhA16lvVjdFNZxwxeYxtrGfrMnKRDKNBwpNU9nMKNlB
EAhWRrcg+GuOB3hKbWrNt4XXRK+9S6jape2z6R06IGCA87qRGU/sc3QFv4JEcJP0AomrYNtF4BfP
v+fSGR+QmnOQlaFNwJQmzAd97rwJDW8/JH2NKpZoL9Kbr+hEERoVDBdug40V/xSOh3hruOGrUbmv
uW3sAaBF2yTQm5zXHfyB3lakFuZp/1jE7q3uikdv4JlhPomv5YZk0+fMSo+cGrdjmv4ScbKTwjra
aFE9xsyl7VwHDiQTjM0bz0TXzLOMLZtMX+3vF1wVitWvLZu7VbUXkxkkD2USX4+wbWwne01c/BwN
YXnmc9lDK8ghCP4wO0I5TPdo8TcAb9khENrGOYaMTLs7N/ZS6M6NyV3FYDcrUARRx2WQCxqolxDL
KK4kOtdVIG561Os5WISovw+wvcFosX19YNZwQSeV/xZ3kitsM1xlrchvw8DVG1HX+9htH/uBXIol
4Rp881UwZiy7sGrgLd9ZxOORZk1ivM4fkFh+pd54xMxNf7GLxheBtPIgJndfTvOLE9nbuvWvQklA
idfcK5k/2Sg97RiuRdrJe68K7xa2gp3CcLpSdt5Av3L8Vc5Od8FTBlxn/J3W4cmleg9y7J152D2Z
VXhlRRLfsR7nvZqjY6uVx3RyfICvsB8Jal1VkEQaoZ6CNvluNgSpdRJw6FDt4ZTtAoY84DCKnWuq
b9qQtyaWpiRiOiNK8SDjbuP7QbHGfkX/mnhKLhOj5Cz3XRk9KHxjUeIptGjIuvKIXHiDvHQ13zq5
/W0wx69GjXUEopuR/Ei67GcbMODSbXElE30ZJunWHyPqofwGkg7BiYZ5TEJTvXgxP7yeAAkao8Yu
CacvIIaVuIwIRN4oxc+SB2hLVN3PWL2gdd+P9nQzhvbXjPdp1TtEQTriEPZ2fT8CFBxoaDlEfwRy
BMWCghId+ATOg5bA3q7RkaoQ/13VNc/SaEtivNPbLG4Opc1TkYRiLeb+lRf/BkNahlsVq3LvssTV
pb7vG2C5gSIAtU8HYgGMhFmqmTcUSdpF1l0WV2NXicsGpfWOjdn7GvHoWEcx2lfIKA7e1B6A+amD
VzWXKcBJwl8va9sqV12JXDhTxrWTkFcSLHbYMtaHgDpmH7XpT469JAvlza9E5o/oHeGwQE1p2+94
KI1q1VYYUY4jXihicDsLY31RlgHyeVt/cQplvEjUIT9zmYHVkKY7gaOgBglRvCeoAzIT573vVRIS
EUdFakgKLH/TtVMNhCyq/WPbRVCGhZhA4UStRFruNIj6VxFKe4XWsZu/EYht4nOKprjYYHv2WyKE
hvTa9WrH3E41zbNMLXsLxCjyqgvI0L/8ET/LRiXlOJBHVop9l4QWA4vKMDdWa8Y3gW8j0895K4Dl
oLfBJ+otEiSf1eAVt6Z8xY9XWzjg2tnaejkhymAjkoZyszJHyAFFBF9rlKoeOFnkNYw07C5bMTfo
u2n7jqyRHna6FVdtfs9Jor6rZfR/ODuz5Ti1bIt+ERFsel4TyFSqt2RLll8It/Ttpv/6Gvi+WGSG
Ms59KFdF1Dkmgc1u1ppzzOnJsMYh3WdRTOG/KxEYeyIHeIcsZCF5psFB8yvGKv8NrWTI2NWr5pM9
8HH5TZ7BxWmdbGT6Wl33Y60DfhyoCxGpA6uH0bOU5OTMKdvGLO5aRN72AvamAlbQeDJHpA5zqQFU
PbG4YHeBcsk6GK8EAxksWYJbocx0BQdCYw1If8beTDxhTGxDzEm0P2tpEEZSFo715JoNyA2UDiAG
W5YTYqpmFOjUnlEx72PQ6gbh8o74M4eGXvCptYO5i5p8MJDxgHXz9VHHgK/YI7vbUcsKQE0UvYab
xl6Qg81i0J/0HLXHfcMEC3WDPZod0JaKbkDZJMLX1RHa46D05p+0bHh9VdNHr8aAuHVn2nn8Q7iK
gGSTde2L0onhFnt6tKoTyFMlL5VYXr5GqXZIcWV6ZzsFS7tFqiTU1she8MGnxBiD2l7Np7XdwNNb
3Fo+QsNzG4icYvmSpwiifHQX4YvdyPKHqSSahkWvFN+1MHb5n71aPxiUxe+yWRfktQxLwbYMZpHp
Jc3a2ItLLIOAFRHCX1cNZhLf6SOXjFjZoEuggKtCkrE754qSB2ZAIKMgqnDP3ShNXr3aWT3cq9Y6
dmel4ynTh1TWavKIxUlWqgPRCM8DIrmF1pRZlezO+yzUvjF5a64XioWV3ekHtm+GiTcRXJpDbkgT
1tExJTn0azSVOvrgNLEHzykspHSTpvc/VCOqHtU21fmwDchb4AmKlzGDngfSfe3uorUxUWCEfI0Q
LUrna+oi1NkthAfiLizr8Sh1AVcbjUNxk+BAJ++IQhaxZWmYfIJHTyYNFTH6tonVpw+hNYJeW9IZ
8TzImOG+1QtgnWNbjj84ZyToWfSl6/b1kFV3wm7iZodlLP5R8y98tSCaFqzBjkbyCK12SvFF5bCH
kESH2Tzt7lGEefl9cfE/7oZe0b5XVljdIUPqhecOCvU0hY33T4WN86dEFAsnA7sQzqGQRppzXnKo
jLHtrHs/TLV4BT1wFNt3Sy+gLhpqru+VqsInAzULo1C9rJHRUY188VE36rb2cXT3PynOqJ0PYMl9
xi9cPvLXDm+5qDjKZ8iRnmOXbS6orx6vGuCj7o9oyhCQTCrfOiwsUQB8gbkppWjAIQg/K7A1jqEg
vscuvmpxMOak+M5RHbQViKGdFUKM2bluQtljniWR9LiWlAm3/wLlynFF8iqiOH8N8VYwa0B1Z8qr
s5Y+llU8tEoOL7NjvOAJBFLeYFeBhgzMaGkJEu6K8TZplTgLhpkUEG/oOLJ7ejTxveAAD49OxKGG
o0QNwIYmvfprtHGM+gPEsteqNio4SS7pyjg9+vh6Af0ATUEZO8e3UwbALlImEnwyrbAOhW3epLKg
ftIOaYxEC9OUyimV/obp3OVqD+OQo2z/M5kGyIWlWLXxDEF5I1WFRJi8x4fJkE/5wFu9UpjM23T6
Cf+HuR9JfcjONpv6F3a0igyEEa70MAz3rCrYP4B6ldFnrODySyUxfiDZLEYjoGLBmCCjloXbBbVJ
WLIy290+tixSNUYxuUfGXDYBZwANsmvHbJa7yjRjcTArR10pDqyRk7ShvKYWlnR/JJH7EZTgiicG
2k4XqstmMGuDyVlEuhVI7cVQuhtkDzrUxoLDiF/Hg32nGqkSBUI09ltTQkLfoYRWv8/MZ9p+qFv1
rbfa5bc2D/WPMAoNeVymxr7rRismh4sU9U9znOClzue2e1bYSTReLhOGGH6nOvdTw44aEInpWuHS
1fS3yHvBYIibZPZHSfUJgJnZ/8AnTRg5c9YMuGBq3MSXEXQJ9hN9d9DzoVW9US7ECjhWD+2XMmrd
7kjsDSGshWX6iXKAoV7PLF0tn3K0ACC1MaVkWFsfOmreYMLVkM1NHA26ElSU/E3GFeuXX/VR9Gi2
NYPBktREgRoksFhBovYaboNlwXjTivwrWDzzl1BZZFifetKue71mBVcoY0/akiwHY7Gqbyk+Sz2w
p6Hw5lxZmqu+mLOf1B+tO33KuntwiYypjD2xRaGxHb87Y9bc4XKiyISc8K8eAJvDf5TWsMTQMrLJ
3KC1Rx9i02jT0kVUYZpknivLlOyxcbrjcHxBG3HSseEiuq05hkazwqb7+r7uLgaXLnLJ6ZSjZxK0
OQ8qK6r4Qg/7RJZs8AWQjmLSaMAT4GylNZqixy2lntpr06i+m4VlsxJI47WcVvBqTBJinbr6g15S
1qbWXgbgoz9r/USdgN3xdYNMjPBmyVHPYFP1cV35pHf697dZpJuQD0Tc+KaqPJWVUxZsh715LV9p
ZRvvzSp8Kp10utC4Ette/voYTNSIjubgmyCB4v3TRiGRam0IccWdxi6H89Haf9zKYOdSVCnikaHy
zXWDV5HyvLds3fW6PoveFiIfMBJreGgGu1NvZaQDGJiy8hoyAPWulKJD1Wrhl48fzF850Lt6Oz+X
Yy1Kch1ZOU3Y9z93oheeixwMtGLEoInShi6pDZVgaqV27JOYXHJw+n7KhHNt8eMDNhP9daKGry74
fz9j+/JEiSriYKOrd3BGNTBWhREj2HecXT6Jxvv4F58ZzajKGT0WGkb6BOur/ke0wa6wVMSMDgdo
VPNblrn7I65F99+volkkINDVJWbgRL+n6m1RpwmIhK4Lk1sKux2+dMhKH9/LaQecNj7lttW4QlfM
UtfB9M/NcPBwK5ukX8/JNOCsjubu0RO3v8wCcCvCc/eunIhjXFoQmSHm1bsGAhzxIlpB3iJaWWVv
TUNEZhqRTrPa2Y63hMpyQ9Evvs5zWx7k5JjPhjWPQcTm1f/4559+Vfx6E+MNUh3cP9uhnlSadEq1
Id80Ye/A+1IoV6IOlCZQ8o8vtdUhrV8Vhz+HsYroSTXWJts/DwqWvhi7EZdHvQAArJIo8iK34nvW
rJ9VTybix5c70xgzDBWNFc4i1KKuuRllPfi+PiNwxbPwTMI3aFibgOIG6AraI9IcUm77RX0abWIf
KJVVvm4PQAnlXDx+/EvO3DjyCBwlNtQq9Pqb71MVczHZ1Ko9U/TdbwWAFeaWsdxb1Ngou5fWBenH
6Ts10JLSqKTYQ/N0q06eQtWM4Yxg9evb8sEyZPm1sAb7djSy9MK6dO5SrBbr1Ly+2q3KxMGF2yPK
o4IQRRC5EXGAmwypg2NTd90Ln9rptMGBlseoWo5h2dzc+wHEKWnSwfvV2GAwSzktSZBEL8UXrnJu
OsXZxghlCXCRzWnvL1NlYwqLApaCMmHb9ErXDF8dZGZhoA3gh4I+0wXobsOa5KNY+gR4mYkwBPSS
gszQziaFPWA9NPfaQq1812JHedBmx/o8yFQq7P2Lpd/RfYhelkG1xguz3pk3gu0LtgYfGz6arUpa
qRMwk0NcI31YTF+bJuU+KUV5G4reevmv45q/3kHvxo4Bb4C22ZQ0Q9iK2cF6TUzBcBW3GbxAUdTH
Bruzl+l1emGuOv2O6Cavuy2mddY5a/Ni0rAK654zoNeHs3mAUEKUKN3QQHUL5yFZMA1dmLHWLcX7
hdVk2aC7zqYLYZCxmUGGToy2kKxTOdpsTgFa+JxqTnNnt8I+ZDKjrNZH3fMsnIW6aZnll3r7p0I4
C6EOuj5z3Y+4GBTfj0WITH2HGBYyfVcWv+JUuDdpVbqUhuGOG340Z6OCDHZqtTV+QP3VupEhb4va
iaadzmcYe2YUTXMADcp5tQSMRzorraToWdi0RICjhArnxllQVYeNUtJayuOf8DHRCcikNGBxOkSH
HGl3gkI25yZ709lMkLWcZPN0B6SHMjXdeljj0EfaybPDzuEaLuFGfp/VSoIWfOru4s5emSPZaD+L
fkHAhQrOgkpOpKF6wytfD6goljAfayo1QsQO0Uvfu9qfZQwpqMP9e5VJg8E77FP5R5aLhO/mpv0V
spBp8ssMX6NXAB/8jXMTaK+rO1PjgwzL3FcQUhWqSK0zbc9VAa/6U9nDTAcymbx1Wtm8Uf3oHiMO
harPKt+9xH1HURY6aY1UmJIf5A2JOOx20Wd2fUTy4FtiwwWrPizNjtjh3Mi/tgS7IF1uTcAB6sKR
+2qkugxhnW6F4iXL0B1l7bi/DLutnqIZCVhQi3J5m1L0/julW0qxV+eRgqhmyybEFzkkFMw5Te7g
JyqEvmLBfFWFMX7RjIr0XcB69BybwYK+YiNlIGwapQy515NCaHUOV43XAS3k3shhdAdzuUxAVDid
pd7Qx+VzRj2Muh9FylvuLv2T1AN1QHzbA7g9WIh/lL5ojgjrQYB20RR/TiN9EeBOHWguA3zYrG5p
p7ahQcOlgynT4l638x+wSRYiKs3h88fTzen0D/mGBXSNCVXxHW++xmbSErdIAPMSeSADWvtaYI14
xz6+yt/p/f1Hz16RbRwiKS5kOess9M82hTCNAjUHPd1iblpfKlb2feb5tLuCxuKR43gSwH2qg0kJ
J69sEtgdCH9RWNYV6MTWvkkdOd11bLW8mkYqbCgZqbdY4JBGtG7td0XbXXNQr/1GqRq/GCiXfHwL
Z+bJv0mt68aH3Kzt9roOy9rgKytAj5TmvT6SuVFqTXsdwYXyI52h8/H1TvwKmHLwW6FNY6QyU25z
AceoUmMHzqEnfOVpuTK/EgZzCK+WP/n1CELyEsvgzArN9RgAuHMc5h1nsxBUKRHrWg+gyP92fPr9
dDwedoF3Ne78T+PuwgbndNC9v9Rmz0H3rFDbYWUhyVey+3ZUAi8MOHHmdb27m/Un/DPg5ohZVF3v
5mb/ec+tHA6HP883ny7cyJlxvd4J2lbM/A6r2ub8XI2AyPn6CZoO5JfptvHmx+HKvAHo7yEn8aQ/
HVCbHGn0R/7yqOzdt49HyenGhGvjL+csxk848cxRmmkxdxMnbVCI3E3h4Bz5lup92y3OhXs9fWn/
dwliDtnAnRjf67DXlbbpEvwzWvQqEWOz6Xf/q9GBzajKfzjOW6vdcGs11JqCHu3cJuwTk/xzE5Xm
00z2YNBk8SWZ9ak0mWs5usp4x8BBRWFzyFyscTJms0k8hKk9GC28QS3IKr9BgkJ0jq5G3/JCIXYB
JwjxP1rc+4lWW3f//RVijTf48th/G3/rJv+MVNp39Ax4kRTcRRfQbByPRlq+kOSmXjjCnHuDtAMY
JRTVTM5N778JTGNpBe8RA7eSjEdkymTkTIt+aeJaT16buV4wJqlDuBSVTrS1CH0cMKwyI2akGPqD
vUQklc+x26Hl0ZU+qBQXoHqXASZzskJ9S2rVeS6KOn6OI0NbQyoWygumLVEq5aswxaSvRlx8OLp7
SPDdfy9pwIzAv2cz7VGE3ubmyZT2GTqktQwIMlis/k67qpsLD//cU0GZagvsNLztrZWlV10pZtpK
tOmH4ja0ShtCzQAzT1jpl5bxqSN1mOSFwXXmlWNP5HVweuHksrUoOiCG3VynxGnGvXl0G8gzM4Tc
C/d27ktaizUuTlIqqtZ27UhEToNOj+DLlwaELRrr6eRFRpNyJissSRqmVsdaEOrgssipB4zqOWk+
3BDPo8oLU/+ZKVHDRIxWiVDo1WP3fpQrSSbFXy0zh2XocxpFZCSq88HR2tj/z58uxUGshOwrKWr+
LZb88+nqiEwnAZPO06Rt70uSyXYoo27o9v135TauEzAVJlUe3Jnm3/Xu30shgjLZ7zNX6QuH9WVA
mIVNun5QqPl8SkleO2pL3H7K2sU6ojOnz6iU7v3H9/v38Ln5tNfCH4dg5irqIZttXG1NKG4czh9T
l1mS8NV6uTOr2UA+HsraV5z4TzvFehBFRE0p2ph84tMyfk3OlK2qE8EfkOhlVWD9rXLj2C54PwXS
E0L1Bp0VDE0IYHLFprWc5nkSDOqq7yua9GWaRXlhpJz5JME2IYSnb8baZm/uJhQNnmAxMz4qfX6h
z+E807Mcdjrl70Coo/sFAEJ84RmeGZ64koWDGpsF7sQBm1dQTJ2RRQfwBrqNXqS3sm8Q0jmxeuGk
y6H6dCqmiULrgVxpfEvb3T2t5ywu4lTZTQ36mp0poGHv4pjzzJDmyM3UoaKjLg0VcRui7+xzki1u
oEY6OTixdBEI6D4RrMpt25fJSt0r1NAvyeL8vFirKpHIMVSd/arqDUj9IAYT268wPDWsdPM6Eq79
nUAQ8b22Fv1HhUunCJRu1u4hmdsKJ0bTwmoc0nHETCYLuB6iUlGqTVPxhbz1gm1NXelkF+ma8tjF
Asa46N38Hj+r9VXJSvumymoT5XSoTvdZs6DXH5xG3CMPjzrfGDQl9uyuqX/3Vl8RqANSGYE12M8W
ea9C9Ejdp9bnvjPF6xBNYMaQizerL5YMNMV2ynCvMZ31vl00ynU31rQk6Rik164bz5zWafg+5Wpk
GTsc+3qIgmdshx31TyDbVQZEJIgMGNm7wYwQmuDcuaY7hwyziebmLqamBOBTLnXoQ0CUfE3OOLoY
/1V+9Vp4IU6FLZe9B6uJto/gg6L1WHaR7lluScsGpGqq7lRU3yFIEDuBKW2a0U7OEuqYK8f5vrfI
jd/PyoA4Pc8gZu9c0jheWgKKZ5+mdPvdAn6NiJ2pOw3sHJPYzspL/la3JFfRx5be3iKYchTCtFsi
uIqwJNOxVzoNZnNOjBTCtrTG6GvUw+Q5xFZ2h6WNEBYibifTVNAtuB7dIiQ+uHaGL/BXEFsp9Mka
f5zS+piboV3cwk0GUVXQF95lVFZ/USNYFq+R4L/9rLPiu6FPrCpAzd/f5Q0ZFAeJNAsJHDE4jock
1fkdU2nh3XJrt3YN4jIw8t5lrE6ZNBEuDgOiyalR8900KhVSBqOejGBWM+cXlaIpu261udWAASLD
Mfua+B+05JMZOArs1nqK+snr1GFM/IS2EOIB8lUtohITJLTahF5zjRSgijEScvGgdrPOIDZCgqoY
ETNiG40uZlCpVv6TGYUKW1NlxBAs4/qoK0sM3YFkZoJCRaZN9X7BTtkEfS0bcP1YyhyU2FKmHl3m
ZtkX1mjUK9JusK4WXFmUa6SoCdl0YsTrDMSC5lpc6TfLoBidT6zT/K1tBdEEplZ3gJ0zKycI4W9v
iMCHut4tOtzwndKUBkUmwldNr4mjbCH4Aog9hlBR1fcOUENxcNFVp1dZEZImhzrZ1vysTezyuNQD
8t6Iz3cO0tYZnyO7ikBrD1S4d0mbjLeEplivAwvW9xhbTRtkLJIIsQqXgD8EoRBdlQiOOZlJGSyt
ZNIizBMJ0d7QLj+PVcY23JbCrG4NOTJRtmrPYCHrxyUMcTAIYHfaMPxhzHP3Iu1MIz14HO3fpIJg
N3UGwhiCEm3q7SggZr4NDq3XnVBp7eEoCN03hIwhip4hfTQR2HxR9El7iouRE7c6ZuaqJiVnR3HW
BFmCKsU1CPpWDzKV7PEZM/0XdBHVy8dr7ZmdG1t17FH4dambW5vDiYnT1iwWTnao9B0vZ/t0DzM6
+/XxVfTTy/B34yiiHMhpCPvZ+92S5UQ4yjsuA+4nWPzOr738Tj+CAvF1v9w3d+69OChP2dV0Fe8B
A+3JHtjngQiqvRlgMNmVd/OVE6BhuLBOnmmbv/9l6y//Z8fT1nbfRuR/etnO3uX+b5BowW+0LLvn
bJ/4GHou7AbOtLbeX3BTCqtoOIzJesFi9+Npd3zzgk+fPn7ap2v/+ytsNhzJHKEZJEzAU2yyW5vb
CLBVk+4/vsi5N0orR7dW8B/rweY2RKd39IpYrWtakIHdkOHDB37JIXfmVjgrsc+mQkWq6TZvPpXI
5GKYQF6m5O3R7Ex1b6VT8SjrqvI/vqHThoHN7mXtaKsmFITtsTUzS3T18FwQzhIOtIuIX/Hqwap+
jOFiXRfDhJkEOIL83BDPNF6R2qxcGhrrmeH9vhcPIB5NjjcmrK6/X9E/YxGdIX0ychS8YWhT9Qk3
YkGaeS/IkOBoH2L5UaL4cURo8qbEugURGQv+wTWiJqjxanG0jJbk0gdy5kXTHbRtNlQ8HXyU7z+Q
Knb6dgIph55KGl9mNCbIrHiGN1ZFhikuDcP4SZIAcbx5P7BNsyKRk/aSjAi5iAcovpuxOn81rESf
vXmOy+8fv7YzbRbYl2tBkRPoWnXYzGD4k2dbDIjqRWamJYmQBtpMKQXusXJGJ42CNjFRbzuh3e6a
WXa/zCl08qCsgVoj1pbZ96ZwksdhkMuq/dbmki1jRwhsLJblQNScXmCZNTGt2U2jNAfFjbOj5YQO
uNy6wVLS9E0tL4zGE3AXXVL0K3QCCTniGLQFa5bkAPV4JbGtZhnt/KzL9LsylMOvliC2R7bVZAwM
heYCz9Xn+mcpmV0hC9bGsxJPVofCS58CnUR05WiKrH+KLSrKJN/CAyQLOLON4OP3cOZwbvMraShC
9XEYxJsJgcpZ008uHb58Vc2A81ueHb3ovcYus2c59DOSWlX8XEge/BZzVN7jMNKKC7PSuV+xgndI
igSayYKzabr1NfidCH4MJYLRVW7YvCN3Goclecl19l5e5ubzt6mrMmuX1Ms0BgU1mO9yKbMfF57H
Ou42HzMapLXrSV+H8u3meQw5PD9S4WCrtx08zrojCAY+6k2kkb2U6rV9FE6jBlmZzI9dGk9fGBA4
c0SmPNhlGPojFZCA9u18xUkq27sitA40tY27jk79hdG2rgjb3wqPEG0WEy0Mhc03rgIDo2bGN4Qi
INr3TViA3FH0PQiAyAvnVl54OGfmFLjgUAxArqw0tM1bGvoxtQuiTD1iHop7BLv1VdPN09WFV3Di
Q7fQeK8lNygkiDO3Te6liQo3jYCZJwmRhV44SdAEIgLtDAaZeBiUjtIqd7bV4SPL1aGcdyYt+Ldo
Ua0L0+jpE3bUtdyMxhBEBN2W97PoYufTTEIbltPe7b8monLIQ+jmF3MxdTKfRPLl43s/I21iwkZU
Jqg9YALbQjndnkhAxN2pR/6gDPccbelOdhlx1akzLnFQtK7109LrUuPg2LWPJpaFP1ZWtDi6rJ4u
sa1Xxh3Ah5EonVAH/7GgFGVmrVbzFcKd5nuUt9EnY5ntH+1oqVPQ4/K9WD1fP5P3Q5P7AIOyAtbg
1mw/6CZsK70luMazB1f5Dc9/fGWZFp+alBpBE+fGHZvOBpeDMfhdaqbH0LFHX8/xt+6I8ykeF5HP
V0CaKA0toX2h8HlmvmHpoWLGa2UgQ9t6/17ntHW1KKaxKTOCOq70MFaGu7mKpo4Vx9b/JLMin2Q/
Ri8t5UgE8OSd3blzW00XNg9nnpNG8XVV5UEwYhPz/odITZXpNGuUtEl9uwLjbWHC6owbKu+X1Jxn
1iaUeahm4SAjzjpRZ2l6MmM+Ac8ol9Taq5PTXZeLlT+bdpY8C6Ay/Y7PPzqwGvS7zBHyIdfN6EYK
q76yy3Y4osct7zO3c3dZ0lRHRUmJAePclV1oEpzOwRTAqEnTflHZJGz7wV2MOqEDf+nN+qi+QZLv
8BGq3U2VAtKyCbjCVDvURxSrxiVK8GnVj0uvqg+HvQHdn822pCc0qV10ot1rux1mJnLIOPsMvSce
uCknK6lxkumhU6PkJiQPjP673bg/hnQYv7jqINVgQE3t4GYr5W2ZxGXpL7KwSTIlyxCYRtQK/cIi
cDopI2+zKbvSCDJtbTtF2XJYlpiZ0tMzJ7+lihH5lmjn/8crcSxUi1SHgSpsO29uwxG9H/AlOVE1
PGeFjfeWhenXxK7lsZPNxGE4lN2uZDt+AdDzV2S2mUtYiS36XIwFJontKRTBe64QDuaFdImuTEBA
N9JKB4+01OoP0sI0mAhEmPbYkeeH3EUMRxCV3nzBwmAdkkKGn5psIRn+46n63M+i764bDBeXL3h7
8og0MpYUjfyuWnSp4RM8FD1XC/UVO3N1pNta+sNoTUw/hcYk1pJh3mdqNgXgmexj2BQ1brxIXtLG
n5lQqP+Dg4TrhzB5u+9XJrSVWYxPZ0n75bmg/hJQJzSPmUOf7eMncOZSHCLpbkDKAa6+bVpZs9BB
s4TSq1wgFC3IBl9LkoxsDuuS3sFeJ+T3Y2CV2FnAotYJAYnx+3kyDnsZNrHRES2bG/MDNsEicGkl
psdYRPU9bnDSs7K4xrilVB2aj9YKMZBKV3/N0pb6TFUs8ecGAaHYJWofP+pOFSGvsvk/fcMmpGbn
pEtzbdvp/LpoOsBrl72OiS+nUO17Z+h0a98hTfmGnlW8QlmRrzn2zBehiJ+aW6svWO7Ub60lr+nw
5ftlaLIhIG8oAV5SLsBCwqwZd8oo2+iwxjup+zDp9E/SlaqJnEtFS9Q13Pqu0xOsR/iPwKwoOWpt
T6kHOnODUsTDbqrd8LcYMUgestydxJ4sYyKCgOzDuqnKgrjYaAS5QV0tj+is2Zn520X++pKELUEh
2FemH6PF0yNqZ+omNKPD8mqSQEkcVYFFa0cwq8J2ASoHUr9Rn/7kGtPJwUDSMmMstfLPemRZl07x
p9MuXTK4QyvGdJ1f1n3YP0do3O7YswyKoTzO8MjZ2fANYo72dWZqV3BLIiyNk7wwp52RgbAOqjR4
Vmrb2pp8f9VsnPpFtmxD3Bk3nYn869bEJf+4pKpFXZaoV19i5ESEpwxXI70tn15mf8j1QvvUqu6y
RzRmHCM8Whzn1Ma9LcGnXtiB/pUqb0b+mtRAY3jVALA13PzIelQ10jLR2plpJXxqfcQHOQz13/1Y
15yNG8PsgnhS9acZK8zn2akSDYGmq4AmUSez3UHfmSD68RW4u8ptsBob7rLuBqU6lruelAI2Ylj1
7nQxpDaK+VZRfGGCsoAn7bCnxJmfTIHR9Il7hTkterLTrPyFB3ROPCdx9V/Jwlltt2RZ+tDOVvhT
dmXf7yPXmh8guDTXrISxwTlKV353HX6WS6v2+vVvntFaolxJf+u2Ybud082wUHpaDZ4NriCwVTfz
KdemQYmw41sS2cM9amESGDGlUQwy9YeKPeZtPljTYSk0ooNERfvk49nxzJCmu4b8fGVEoQzebDER
NEZOaDXSMxal98mL7X5RBhJ+W0ThLqXZRlcrvqTXPZmSbaQbiCuo/KDaNrazfygTvChwSAgXUopj
aKfyGp8eu5navrRzPd1Oci1Hg9mnolqg1LEZmKywtFVMQbO+hCMVhJPS/KJxIT4nYZx+U0ijZV6K
AMPTYx2fUc2SM0G52ryLtUX8ajXxx2rXsMVZXz6bjT3/Bh7ZfUpbZ3n9+E38FcO9Gx7oKhBCmTqz
IMDHv3fyz+zCIaCzZd3Unk4IkH1Yoq4ZSbUga2NviGZO7kSKocSvRV1CNGiXcAR4MI20OZ0+plQK
ynHxKir8M6HuSV89FEOtXziS/EUdbn8k3Xv6965FMWZrain5MHh7OqZnQqeJSHfjP7NZoM8lTzh8
tcnnsj17suafUZ2mL8OiAjzCys1mp0Q9b3iRwLZHlGneIIkVxMMd1aHGATH2gBOPcCjZybt/j5Ak
lFcH7g92SWTUqIYhzGSDDwfJqQPNyGkgOQrqxYOrV4txYbt6Wki3ScWhVrsi5vD4bk1lht2V9pgh
o5FDYRyHVNB3Ic1678T2QL0ld3yAgEPQUyjy4p7apYuNFv8dzeYLw+JkT7H+kpWmSfQIe8utiYsY
O0XP8b1ymeLNoRm600x5iDXlOkoicdAG0qCn7GjP8DCbpaCtll+auf7O3pu3zm+wUBeZhsF/b85/
IdNnJe31N2hyvB8jFIOAkTXrzYoMh9isqBAe8hE2EbZKwykCETOqgoQUVA+Pq7zEl3G5HMcytInv
jdU716APGfZqfNuOZr9PyrABqjNNh7zRCTsJKe3RUFOx8WfEoVZGu+frjoKiIX6WKmuzd0p4CJXa
gSuvHO3Gadvu5eMHfzpJaUgiQRdx6EXir26KKmkKoFK6Jhsb6RKzq05D0FW9vYct2zz990vxYFdf
IaJEFDLvF09INqTxJrjpeoPMS5Fb077u8IEjYa8ulK3+qqXev0oOYMgf+YQJQuBtvr9WZytz1DTk
wanlAhe3GWf2bFhYcuoQvshiaLCVW1JvB7e0GzjnkBAZT4TzUNYZyaiHaTCRk2c3asrCbX1T67w/
LlWOhXysmldNR+ufOLxOJxLGYxEXygPFb/EYuTbZK2lSXxnNEO2nrOhzUAyletStuTmWpIncNnNV
X9KPnJTpaLxATtV5tKiRaXy8v1/CTWdCz6iyZ/Zs/VbjMi996EvKYxaiJ9mzVg/KIZ9kj+OYIlpy
xQEZbGVEfxiE1BRFv9iYNGtCNfFPU9dHRL2Wpln702ioV7VwcBk0ox0XAEhy80Xrav3nx6PjZInm
DsgDYg3j86Mislmi2RK2hPtmgH3SIbkXREs+1L09Ht1Fy9BauhRJluTStHP2otRO+QBWf8kWSEwO
R5cYBCuhKx27R45xhEFWQMRg/1lfl2xaPhudU1+Q557qxblV9rlI3vBYgRHd1DWSCu4hdT5Mh3pW
XRF/IK7qlj39DsWKex1mRuUt/MEBQ4FDOK88m1GNAVz0osW8kCqXSv4nZQt+EKODghKifzZJm0lA
NwBQjjl8TzPhWg2t/sMqGr3wUZ7ZpGgA39fbZqU55XSbEUnFrgGFYwLs/wxStEhJM04dy0/pd13P
8YhkoZjIOd3H1RLDoR3iEfVO30xf2FDIMoB308eB0tcIZJbImUOyVgUwVE6jKCriuKbg8vGwPPey
VnuX5WKGsPj9m3FJrSHL6FyiEZ9b51YmRfRl1prcw8wZHztXmn6YFcZ9BVjtcTYQTcKRmW6tdpB7
UFPz28c/58x0TdmHsj9Fyr/xR++/835JxhGQW+ERr5u+EV8LGDyywm9q5LKl+vhap4VZKlishrwp
+md0Adad/j9btRmUAN8Gk0rkhlMQJ9Y13jqSeecRZoUsqQ0nbwxL0E4OBIkiP1y4/jppbSZxzUIq
bzCtrTl8m0ev5xnyUOAzhF6mxXNqNnFgQKFB+s2qWC/p+DrT3H4gAaYPhKyNw5KULZCsQvssR3O+
sCk885FwdkCBwR98JtsKi9IO5D/rcckBBVVOZCnmlQld/dJHsj7U7U2v9RvBDgQR6RaBbRtLrMWD
S6+YIy+BR4580mat/SrciOajULrC3qudAt6F0oEN3VCV8U7qWc4/ZrCYZaUapRSUi7wJPn4fZx4A
6zahOw49Yvbwm9cR946KjpbXEZkUFzvgqzdW1pjHj69yZoRzDZ4vAALUwVu3MP6c2TYSQnxmB/LT
MiRE4eUpYmygCBe+7XM3hGiHk5lBbgDq4Pfj26lcOsQu0x45Ce4NJ3BkrQ7muueP7+jcZRycGC6l
DcyU2+dG/gTUtjWit1rQyTrScAkxdi5lbZ15bhQ/KZQzaFap7LrU/fOxVnGlOV1CiTMVUQkBTpWB
rpD5ikR3ERc+hVPFD3pCTvisFVwIocdmp9yaAH9i+ueonciP7RVoq0UryoeyAGOaVwIy4KIvvlNW
9p2mk6WYVaXihZHhPtBRVPxeHdgOk/j9aUL4dakCceZRoHDnB9LFpnW3Xc5EjWYBnxYh5MTI9Dt6
VupvbYmsH/9j7syWI8euLPsrsnxuZGEeykp6gMMHOknnTAbjBUZGMDDjXszDP/VX9I/1QmSqOt0Z
Rla+tSSTLMUIwh3Dxbnn7L32otBwL6eQmvEsxbp8kClRxOs2L/tbfhPzTYcbLgTgpJI07joj5BRD
543l1wiQP9Oq/OK+wKi8KNLRXixQ8ZMrFiX0DJEdruhZ1Gedjhd/Nj57tb/vjDNgokfL+m3SsudX
HR+FLBcPiWhXE9NVg/bvR8C4cu4CnYRAVLVJEjigvA6paOKDgJWbBzDO42dQuU+zphiBTQ/7szVu
ebBO1jjCJY0FTGBTSJwG/JS9qFGzmnCThDPcSLNdEHRV9gOG87wxh6nbISJaK2nxRjhCvzYJH98O
tIU+WdDeG+nwHrD7Xe4StKPvtvlqGypoQlXaiwPOToZJP7yhEltwVfma8VZ6XdMdvi2juYXKC5s0
7acJTfzwPXP1G50Y9bVb9+aPWq1gjKCNWdsV8cVjG4NKkY7zyftwuVLHZw3bNwoi2vz8m0f8+EqC
uvVIHeciKgoy2LYR7iU8Ve88N0ZykPCWbZV8cD8Z+PzioID3edKxTZCxYp7cpLMs+8bqIC814cyi
DwbrEhpPu61GsrWrUCkDwYRw9fGK+b4ZTCgvNwhRbzy+WF5PKuQ+tjPd7JpqNdZF8xxzE90JRHJf
XDmYB2iPYNEgwHkvth0DmKXbomur0gJ8hTs5zB/tuI1fGwgvB1QE+qI5c6bnTi/tp08+5y/OzqJO
QXWDXociafn5XxbdChlElVqyWpk92mcWemL9cs2cv7h6HRW8s/TiVZrpdK0p0fg0AaJbrOcm0dCh
bK11glRf3wlRFOm6pnrd12GavUFkLOAbpSNg548/73LaTu4g7nYUPZSOJIidflxHTJUcSj5ukpP9
naoYonPsXBslLoyHoWyMr06bQJOOUaJ9fOT3SzI8DlvTUPJQJajOyYnKsZAtpshlpqAOlJBRfIha
uhwdqtpP3uq/OhQol2UQxkYYs97xNYHuTV/QoIvTY3NfA1L0fOmmvT/Bt/3kW/3i8vOSAbFClboo
RU5mFjFBh5GiMrNwBHhQxOvCfZ0NPdornjpBAoaEjRbcqNXPUjF+8R15LBYHHIULPdST0wnSKwd4
qAJu0epqHTW9F5QmEeSe2Uef1GPvxYEOIjDEKMjoEHZSKh2fT7dMUfgA714RhFq6K4ki+62sMeot
macQbrPRYAOt40/0NqMTWsPaYW2adzK3IeorCiBMn4qO2FkcRQp824IppV24cbSCilfrZxHRhuC2
o65ae5FekQ4PP/WrtNOy9nuk9R4pCVTfn6wxv7h2jIoX3/aStcb9cvy1ZOWhoihCucpGK36kIu3O
FwPqhUUY4S3qEjUo5jS9+fgxeP/Kp1xC68umnz0NWtnjg7oRnT3yWkC4VCJcS7qRvpEO6t8vzzgM
EwEkxZjAQA4dH2bUugFrnYdrO5l0LAyTfWOPM+50zCpMIxnSngHXxGVoymovVavihk2JEl6awBAl
QRRRWvlT0oRbbdBpQX98FpbH4ngZMpFU0ahC9rLwDE6eUDc32b5IFWsP+QZf7TzGkACaKJhsuK5+
m9vx9uMD/qJexUarLgQ59kRc8ZMGh0ICx0TKQb3SY1ftIUPbXkCmg+WB7NFmb5XGAwaDmHRZ1Tcj
w9l0WlfNsPSqPIcwGjqRXza58zVWi+wqCZsOYGWXf9KK/UWpxm22CMHBPCwcgZPzwrIf9a1CrGoh
KmMNZc7e6CraihTiyFeq5TjFWlu7RD6b1d7Kx2FTN0QwApmPbhG62ueMpj8Twb2HwTEv40pxlaj0
2P6eLDWFUmrwh3XAPYT7SPyTrvMtk3H6HFtyfhMZA+GNR4smXGcSE8q6F113R+OqEJswdElQyBml
QI+AW/mk1K3xHcl7YwZuM2vqapzREmsMIL59csHfV5jUlfQNuM/Ia0OqcPwEDBUiN7VWFYApPWkj
fZMzZJqs8UyvpmyN3NfE1hiPG622h0PlOa0V9Ko0voNEtjcff5b3a/WybqIn+1khMKA7/igSJC81
ODDKJpIvmHy1c68zvg1j1X7SV3y/uHCgBXlB85TZmrv8/C/FiBI7SUFsKAeqh3ClaVnK1Je5xcdf
51dHQeHEXQqZZ5mBHx+l0cM0rlo2Q1kTc1P0pbseBfznj4/y/qSRMsSwAN8h9x5v8uOj6L2ACWFr
2SqJRb1aBJMbSJjRvtGt7x8f6f33YT5gGywOS2w5VdHxkSr2zQt6nmjYrCzPPdOip08Swvrjo/xi
BUJQbdJHXKogytqTlb8ljsrQqhA/7pB5l4kch7cIoUhQN2CbBm7NpyhvUx9PLqnJ3dyvcq3rA+ir
1Soqayae0HXO8yiBC591zifv+Pdn26UopJKFYQLx5XQIxFxBC8M8x3xqVt/DLNcBYDbGbepm7ddP
zsP7BxMGxkK/Y9CHdvn0wTSg/7CEZIoPmrDl8Zu1zE81vdkj/kzXQzqSTq/wTluhhtWD0I6b+w6Z
ziOls/63KQtM+jCfIzrR4OShGzu+9GnJxnBgUMTrLiHnTp3HM1uPss92u+9nM1SHHttwpP1LnvLJ
vRwp3YTeCBBjqdfZg0cR4Ccu8xnQy4hYTDWlQwEyP2v77rvB7jIAg9G/fnze319hlNGYb5iEMdeG
8HP8VbEx43fklYXfwU428cRmkeZGB6O/+uys/uI1xndkR8SbDNsFBz0+Fgl+rLkFGYZuLIgDskS+
dOuTvNXOe2GVwHpjy/qRi9lJ/KWIuZwmXs+rUDURT5kk05LXpfaMQ+bGTZ1Pyr5ffTpOw1I1/1Tq
n170cjLCQWuKgq5LR/nVQ2Tc6nh/71vUlvdg3et9qvZqsooM3EtunkRbON23buliIZnYSJxFBtCC
Tz7W+1UIDTAaewYMlEQ8GcfnjOCJPFbarCB+pcvRtpnFmQ2O++++itBYI2tGyc5/LzfE8VG0MW1V
xlvlirmU8irzRJwzSp8Z91vqJ024d1+IQy2eyGURp2V++oXgX5mydBGkeAORfH1qRFt27X+7g8tw
Ah2svWAkID6eop7KUCGqcADmjkNB7lBcwe6uXSf4+OFZHo6jepV6fSG7cNPwBL9rfCe5M48h7NtV
7pbjQ5UlxoMBk+zRMRr1DB207Ue2Wu9G8OwwLmfx96+aadjo8Fg7fu42j69aEvaeKG32WIhVlmar
V26l2xEQIwhy+vibvtsUIQZhJ8tlW6IxqZyOD0XHoIiVBg6HrgvAVYVf6hoRVfuYStloPyOiIkx6
f2bZfGFM5F+USKdiIHdgkXcrMkHYm5MbMXRA91Z001QkKKU+eCsrG8mQGAsjurK7ghC7CXX3S17T
IfNdYZjfkwhR4Da2ouFlbo3pnBlyt63AoeqrQrN1tPNFySsmktaE+Z/594xEx5tbFuMcUeccad0t
0ge7xUFSqdYdkRKd6WM+QKhFX5T0rVib6vs41FtrZUYD0ImwHSDdOfUwFXvT0dFplix4K9zY0NjU
SCGIuR16DR9za2ZJENtCPzSKF6awQPrmvIOXBAK/jN23Ip76nS3HXCHsKJ2B4aMrxSzd2/Vh4Tql
UA0HAhe9ujPiFZN85SV1kuHci0nEwQifGNwPUURkdjc4ylcBJfEpckKdIXY9femcxvgepUL5KtXE
KkH6WLHwOz1zPNbdTjmQkKuQr24OEmIgFUl10S+0m0D2LYRP6hmQfJk6g/FB65IqZ7MaJ9vRBMCz
LSI7nv1KlzAgXSEx+5MhpwZKo3tfC/IG+IKYxb5IQm9NX+1UwqyUCRfXVRubLAoanETEeMVILFKX
T7a97qyKrKk8neE4Q67lMo0kpacbpqnyuS9EoQM9b2YwXW063rd5pZuBA1TggRyGogw6ryWwBPVt
7fgCLXoVYHph5GBpE/CiBtu29IdJdo8z8Yb30NCZLqeyastNzl0SIQSUo1h7ZCiK/SxBF0HpLQvm
AR18WTIKaK4HPeTt3ucus60ArjLTqbq2SbkaSwlYjs2jPgb2YlcLMmfOv6dzM/IQwbXX/Wh0tWdD
Q3LiR55FyhASqu6x84pZhS3YU9XR+s1cgswG8R15RDfeeWpXPWamZaLpQwbFHcKu74IGvaqtWq1B
VZ1QsMQoooz+Wm1BLq7K2KkXs7wLiKOYYrlEnmdAJHieYj8KB+cBwkcqVkbsuQc51/2Fwdnk1znR
Eipn9Oa8nvE4kolbzQNS8nwJKeBGdBatXUagmRBEa9CXZcn7eOF5v8TyYtK0pQpfWnenbyYTEcDc
5RS7WoUhZsUcN954yAQvqiQxb+bRmh6GXAIqIW3QL+isfFIBv5clLtylxV5GN0hbtjfHK18D6smT
Pe26AqIFdjavDHhui7PKHlx0GLMd6Fnab4H9GivDJTUM8zLNGxdploZExaeOT9YsUf3txyfmF+9R
WqAG/sc/eOEnhQFCppkpvQl2XZXulSjz8a5pVO+T0/++KuLrswegbbQYSxBmHn99GjF6ocZpsVIG
Rh/DvAlNj1Bk9d6KrI1TWo9oiS5Sd4YKSejrZCLLqCL1qi76T3pX7wpVtNVYx5GCozzXKJqPP4im
S7cddFxMoTGFrx6hEEEp5ua8ssk3+runlkeB+QKpAhTo9IWODzWY1ZBTfy7JBdLZSiMPf8jG+dvR
BYz3luESPVQMKtxdx0cxvclyGiZKJGe22WYwI/M+SZrok73/L04b0pqF4ebQ4mKaeHIUe2SPK+nP
1GGfkdVRzxvizRbqqfPJDu79DYlIa5ncoeT5hR6mNpiQOwRzryyXhyJLnGkTSiS5H1+b97Ibrgix
mAwHoQsucvvjL9RZTdykCfntHgwS0pJK+jarWc1md92FZSh9UY1dBZiFXAJfSafhqTLsQaxGa0gX
0HzVnXVGl/efPCi/+PY8JegB6eiwTp1OUJq4ys26H0CM1KW9xpTorjMN8s8n3/59XcRbh6qI7ihN
0nc3jc7wMNHFEv40JEQajHF2B1cGq30rqw2DXOtAs9C70UaDGO7SwiKnK21M9oS0rh0tTx84N6Sn
0a/37o3cs30a7cPfPxU2+1kNZQ48Esr94ysUzmNapxnDJC8i6kRVW6pwD7fMx6fiFyec3/6zdUtd
yibp+CiZXjWEc9K5dXKNSDmvGw5qnmuf3G6/eHyQGJGqxL+W5uvJQ2p1md0PqSaXwJsaOg5aO6tI
ql0emuVn1/ZdB2Tx6C8XF+EEQsd3OQChELzPK3YTTq9exyTHPKazNz10iRXvdDLdr7tOy26iMEqI
sNDtJ7PPrPuqZ7f88an9udU93tfwSeh6oQtY0ltOr2AsoX6HCXo8G7ZYsp/CWf0SZ137yl4kQfWF
Z77xh2oo3XOoYMajNlRpvO/tZMpXhduadyGTmgctEwQAllmn+rkuurOpdcZ4nUPr/AaQFU2pTpP3
PPcm2WzmeVC/Z+1ALCp1K131VBbFDzccaj0QkaChmJiz/fDx93x/cRm0IG5k0qAtNu6TW6hN7VFq
iA1XoGbTgFe7Cbc41b9oOEY+OdT7/RO+dFiobJ5QL0EgOb5bLVrIWFpaDmUYib6vVX12fZkK8+Aa
DM52Dv+DNnywqs8yRX5xZJwmDFbp8tA/OBUA23U1gQciXGjUh/axTIFfE67RbAynMr7qcTZuzLDK
Hj8+s++XKdpnJDpwHVmv1J+jw790nMFhN9xBAFHduUE4Gg6W9QTRy7pswmSmlMg+MyO/x+QtqFn4
nzQwmHpyWY9PcMaeR81NnBRZplV3hTsTkqzh8zQ2VeR2xtkUGVFNTpuh3Ma6h2XQzWR+53hlRyRZ
m8fXyRCy2xFSgeqloSO9y8B6BwZhog1iA0iyZ0x+qm+iKevbmLcLY0ArTp5JbPLAfpLGdd1gfybn
sWSQRByW0vlGp6T5WkYiyy7GMLMVnzjICu9WJ2ssYa5SaIFtIqYJ2IaZPxRnaspdSh606VPtwpCt
aoJKkzmbvtRK7cSLtDHsdmNEmeCXbNa7v7vaoangsV8aJ0s61GmxV1uEkhJgSDbZ3DQXNPo77AoE
KJs4FYKP75B3igNaFu6iVuWiwR/wluX9L3dIhNXKVZO+o6ft5JeZjjFsYXTVO7JJqh077ggLhaMf
QpFBB/z42O9eHRyb1ZzqgX4fc+uTewW/lxLhqASfgiNsjwIBD57uGX/sHP7j2/if0Zu4/mO9bP71
X/zzN0FwTRLF7ck//usy+UYqqPjR/tfy1/77jx3/pX9dybfyrq3f3trLF3n6J4/+Ir//z+MHL+3L
0T/QNEja6aZ7q6fbt6bL258H4ZMuf/J/+sN/vP38LfeTfPvnb4TLlO3y2yJSen7780dn3//5G+6s
v5zw5ff/+cPDS8Hfu375P/+7eWv+4b8ko2je/cW3l6b952/O7zpSJRZfVEssiXTQfvvH8Lb8xPid
8hE1Cv131PAoFlmWSzoD8T9/s4zfWcIWkTjZPA6Ccf23fzSi+/kj9Xd6iThFGeyhYmGn8Nu/T8DR
pfp/l+4fZVdci6Rsm3/+dgoF545cVLZsen4a59hjH9+eBFc045TVZNnJSrmfGnbeftuqEyOZsGoI
M2lhm2Rm064bokq3Kc16uJgOWnNrICVKV8duHaeDvicR3Hue07F8qsaRWaPV4lDbzGUMJCfCJnxv
Gl19hjV5ISpRMv/lxP/5vf76PZaP+ZcX+fI1WIVZ9Zfif2lVHn8N1Zxoork1KL10NjbS6AE4q5HZ
kAjchkGTF9WtGM14NyhedqbOqvrJgmKcjDj++AD0Yhm06ihc1ZPHfDIrPJsDgbBNmKcXgLcyUvwS
O/PbiqFWGBodGuWoD/cyc5Wd02VTEEfKXW5HzVkpp3U/owUyvHnHp2yuZiiYV7o3NtuhrjyanU19
hjRNM9csyykwR6kAeDBIlWBw/Zx2ZORekqCd2ovFet5YQxvu/zjVBYO0j0/1z8Xx5FzjBUCa7LAt
N2nXH5/rEu9X72T4+rokk7dZk3qHZlStpbaRmFQwLoyHwfVSG2HMktncyZF6IIMxSfvYi5+8fshf
nDq0a18dDY8Y2SzCe+FHVmcpwZCm3HGffOSf09Ljz8xUjz0LWwkgBCzHx595MEzQkC12p7ar8oOm
jW9tJue1whdce3rWnxdiCPetN97poznvnGJY2lKt9UoYRnHVoy/MA1GKItDGGP4vGhZ5SDKvOzcz
bXiAeOF+ixo5tWsx1wmIsrqoHkhTIYA59Yb9lBjdxrBL9dqdxCYlT3PLZaw2StHaAWGYBqOorHrN
xra+hGBXP2VIhn8Iw1NuK63I907idWgJpH6QSrPkfpjK2lnwF1qdNeeSpMord2IMLbqhvHOs3vsu
wvmhztz5UXRV+SQgfzwqDtlhnWbQmIzy6jyJGm9NDu90jWUvn6AbiZJEj2Lco/qxD5Ji9VLMZXlV
62T1sqk2ngyi6y5o748rz8tunX5uDriHhiwQDhK6DBvPnWEQnB3ESnhWgbojcJ5f5jv9NFw6jnJB
glB7FjXg5ca0uepz5FK1Na9gz/lepz7rsop1P3XdNkgJPOXVr+gtcFRPvdGAxZT0GXvwVaMVBcXo
ppdRTKSG3RNfG3qCZ9vm7eVXtSCiNZNP7qR4m97u2+sKwDsAzG5fZZW2qUfyKj+5v06XH7bn+PWZ
bpu0bDwkfse3l7Qj3hAWc9TG7YeaHHlJ4140fbXVMcX/6EZd3U1IBpYwXwLO1ay+nGznqVV0pQjq
rCd5bawUEng1s08DIsKZEXoi2fXL0687cP4n1E6fjDpOva+YvnSbsQo77AUTxw7z+FOXbk9LSPTx
qpCKSjqg4fpYclGQqpO3G7mDnCLp36CxDts80uiTR1MTeHkSPn98+k4q95+fg56Ca6HboNtxunai
nhMxPb4YHU9f3XsJ1zd1KuYG3aRt9Lqy702gJp9ds/dH5WVBiAG7Prp9NEyPvz2tpEhXOtKTigm7
yTruh+qL6dTRN+K9jA6xD6SlrZXO5UOWCW9LplqRSX/suvC5rxiltLFnPlcd9aNCS9GXCE7P7WoM
MrVgMPDxGbLtkz0zsSrLUBQtCHNllONLYfLXMrIeQDwnSg1wzusXwppzxYd/jSe2W36mO+HWi7F1
sgeidY0HYtv2iKFiAtlXY+7Gq6ZJtJVS6i/SNMW1leT1IdMnZ22zndgqVq4FgxnWr+TJ7xIo7fu+
b+sV1tAnZKQq+6hKoyPdhAyH6AjbVaFundx8qJVogJNO8PrWVEstIDHTvasJ3w7EEGl+ow2gTiDB
dwdX5R9WCAR00nAUEzgvcKBYJ77YROk7Tu7kzzjbnhqdgU5oxt41e1mihbpQDWnc2+5mVuf4a+I5
016wGdumZMGvGy8KyXKHI7+KXGFtlKGy75pJqDulisMtejcchQkBYZ4KmLjBI/dsYbGLVzMobBKt
NfvLKBRAuQQ5p75JltZFqSimsnIAp9SM1a4tq2puWqXsv5tRom1YzrKDKpFYB6HZz/si7saZLbzu
BJEgJN4ZK+MytvQb0aTDVgJu+WKHNDpoZVgHq+mSayU19H1E/26dUvydjWkeoh7qYT0L6Nt6VsT7
hkjgfZ3b/Zb5d3RVSJDAPnlYsmB/KcBCS8cSO5sdzmtT2dq6jWz22OQoG2srJd1z05Gduy2lMfi1
i219MpVmNzbutHYTkmaCsqzlixZBj2qNFm/vnJ4VKCMOUzLYgZuE40Xaumc0QFpw3tYXHQjVOXSF
RzsCzq6DKvObPrl0JyrFqtBnH2xHc2BQAu+YPsc2s2bvteBtsy3tyhV+D0Y+D8ZIkq+4ABxnMpYv
W7d+mKc8vGxE6165PQrEPivzS6cvaXxr0to2jnqtNsrXuEnG2wm2Ej3OBhSC7Hs9oAlJ75GUXW55
fZtqswyaNPwSZYa4GQbbvcrxGvsDtdBDWE3aI2W0fiai1DhXo+yMDoW71aa4XcVuNt0XVa6sIuDS
t9ADs/OxdKeVTO2nkknAylbM4bq25XQNOS7ZK6ULKrqgnM2Fuw3zfljJrmXe3pMcz2dj3+vHvYuh
ijjzIE3w6kfN2H7lGg534Ji/hmgO9l476td9n1gXVtGIPa8550uVWSZkbhursl2EAbLqNKB9+zbB
BtkWohvJLhsNQr7xq+v7uSLetYjHcGUDzsecE78J+O2lnxYOTbOMIZXstfuwhImSRHN12alUp5ta
F8pNywNzM2hz9lqK6JLOGGAVsxbfqMUQffTecgdBSN0bZqHfknRWr2a37h7LSr9LZWTuC71RYbQb
sACwGBFlmYjU8gnNaIOis6ZdzgU4lEpsvsBudJ8Uuy12grXnASa1vJKNLr5QqsbrmaSLiwacO5Vx
pjjpFihvzuA4H8p12STxsLEqBxEMAzq9Jjg6Dr8orW1jKk2Tt9qpjQIad1FeJiDY/IRY9bM80vUt
91j1qiCodCrE2m4NupOGw7TKY4/8hiyazp0oas+TPJmvGr22zh1rVLE6zU9GYv8gBrzaAKndLipa
Itt1RAdpeq3n0EALwsSDkHHptmO3/dIn9g4LoL5SkX2CHvcy59GBFZv4vVd6FGhYVR/R2FRGAE0v
Dywz16pNomTtFR6b6NuUiW6NSiz2ZTNkwp/LfkZpU/V+bZEQ6sk23HkpAeBLKXCIY5DYnKhBOQxV
X97FKQBW30Zaiqu9Uqiv1WgXzh2DVEyxfq+1C6l1Gl+nLnLPKynKSyWxMomgh8QIXFD598SW2aqp
5+LJLYkLHGrbfCVZsbsjr46FfzLXYaO4L15vDpepXdU7HmgN4p701gPZewQzWI4ClMiVpb3vR1Li
o8zpUuR6tEPoY9JN2joDzgcfVI54nqqpI6LBHuq9xjpGSB5STZ6A5dmXEjK/nifjTg3V4irJiVZc
S0sLvXUfGvq0TkaGyw8JaswNs+aiDUarUwHdMzf8PsAM0q76tEnkH0dKh9S+jAyD+WS4PAaT60b7
oppUC76QFkuf18gANCkBHfUd9H6+EnziA5JLrL5EPzA0Qc8yX1CoT0HHs7Zm9OAGBNvzAk7TPtnK
shuvhxL37aqyRbJNEZcfHFeCC6lV4yy1WHxRayCyGkZtvC4dobMQh3VsraWMarlp6tE0NkOfVENA
P0/VzgXiNO7XtuDsqlmyHfDGbMfCdS94j3uPHDyvblVgaulrOIKivDbtSu9WJsVIRhWsyRw/Yag2
oFdc2fkiLtrvvVQHKplGw+eX1LufHzUjIfJMwqHYTvqg3Uu1oF1Y5tqhIOhvp8ExP8DLGHxP42XM
5q12g6nlVRXylrnQirKxIXvx7ZNx8NZEGE+3tQcjxnd1IR7EPCsJFqSJEsgQ/XjdWpwtpXXs/haG
mHaIZwHek3LSfElJFoh8DfIyDFXFCrUNIercBkM2JFvMVvwitczrXTPWmBKshlQyw8ifZejxOfos
YUit1vKZjFvMWbVw5a0uPYcBeh617griEjesiE0CsDu+CK5WrkYjU6cNdMUhdpUocaIV01QoKzp4
43VesyPqYPtFa4z49a5GanslqBNLpKheEfPi9MR5PqqTFjiW4j16keDUkR80+7LWm++mcLzHaZ7g
wKoz/WIqitF6yUNNfdK8npwdoY1EJkhh9tcpLZEfs6ukl6Yn3A35GMg2pMcNGo8EARV7WYcV7Gt0
R9elNytLJIAVDA7gkHVmt/nGS5R43WDH28RqeaPWs/mSo667tKb6bECyvkYqUt541RjvI2UeDjHg
HfAs/azBVnZChmJZDUUrtb6JuNUMf2A3tTdyMKc4D7Mrx0jlTZfr5uXsqW0g8pK/1xr1nhDnZD2Q
KsJOrfG8gOxHsSEd13nVmooALEMOYofWU55rpKcETpjk3xuHqqPSt1mseukFyjEqFfh8OyZE5Y8S
PcplEbbqvVwYxWRO2cZMNlGtJZuykt3z3OZLqSK1mHxLjTdImCWWnxSVphMHUU7bujJ2dFVMbjxH
MihjXJ7vwPGS5GF0RnKuV7ymnVZo5PSYCFBsqS0iGS3sKCdsLdyp5HOfZ40yvplu2gQmjJSz2lDH
vZb22i1hHbq9atj57wS+rUsz48legdB8DHXziRrzzomjmzrWYeVXsj5vJlXb5l17S9OVyBhj2tD8
qV8jYQiEJoK4De74KzlSSIFUUm6UYaJKd5N6O83KTTyo3orMlmil2Na0boyw41i86GnQj1cREtlz
IVJx1RTzuKOL4H7Fka9fF62HbGjIjKs0csu1WRfaWoNDvBqmOrpscNQd7LFriMqp0odeMZ6kUM2d
0bjiYJTdi9KH4rG2ZGKvlJjM4iTFFptPLZiUsHkkycx+7oBArRozqr/XiZnAwXUb7oO2ZgS9KET0
2jW3ugLA301M3plte9PGpdr4PJm0CBEIbEWnm1x9AG2l9QCT+pIcWOGLvF7/r4TZ18KNsrCMuQc2
L9FaDCZCjNZ9KCk7k0m9UrMeQiCgKN/Q6tfGbm/dzvqmZ9pTSdyxX6nyFrPzXaak93E8+aQqvuix
+vBzJ/Zns/mog/rfXezTZve9KPjPaf/6qO/9P+uHb9/E0kluTn/V/4+t8KUz/B//7jS/a4XvYHjX
yctRD3z5G3/0wHX9d1QmDBOhSGP6Yury7x64Zv/Ozpb/n5njQpm22aX/2QM33d9x8jNcMzFv84PF
u/xnD9y0fncQlOBc1RalFJ71v9MDxxq57J7/2h7UDZVpGh5GuA7wPtyTTggPVNOVnofH11W+huNW
q/K7GLvvrhG5tTP0BcbQFuqGYNdA1cMD+WYqTUJEdqkTGxtkvdYqK4UbpFnxEOqTvUHabq47h0pM
GeglhqUwNmM6D5DEIuNSGnq7k5b9sgiprp3UkXubcCWQEgIKaG4/A4P73jvbogtfeA3la4He9Tyi
q3fNEL/auxRFK70u43M9UZS1TBot8SN39Pb0qaLrMRLjymgtfcsc7ayV8BZBD13zzvqaTiX1ppwv
iFa4ULQx8+mxKVviMSTdQE3Z9IpiXI72IotUKh5ueF4iWHIPNnlOGF+sNtntaEfUXp2XuvdRLKq1
2tJgoyngPo69G+4MKzW1wGiSnh0okQ16YCcdy7uiQ3JuhXIvXYPp+lhX5crUo/4pa0bp01dqB9ob
lrFzOzr5ketEbIurTiX60fGU+44/sZxO2Q5rHIvGulOJ8liT/hSWfmEO4TmvRC1AJ6XFK01t0dZH
dkRgVTIU7MIsEoOUuBRf0I5uKciUdSwm+RXGUbRREEk2LHrslDH0ONmdGfUm4kExd826cwt9P6lp
5BEI1hA8P4eJckHh3vhhnxcTyIQkWYctl4647kxFGIsFe9VpwC4w3hJmMHWO/tRPY3eWxhOKuqya
dpBjv7EWvol8BsY/2+scHc+PHA2tn8VKR7RXmlaXwzyfa/JGI2FIa4uAjV26ElXer+KsJau766jC
HfpkXyYtbs5HYNsvSqeea1bhz7TdUYXTXJ4r0y/cybybIlGeNb31raqwyivK8+jMZzSPXinEruii
bMtR3ZHdRUXn8AXylqsaTfZ1xzTqrcGEzmI+1/saLOnKjmITKao6kj6uBZhGJN7//lxP3XzbaYV3
bVKku2R7wPxcT+xkEqe7iKRRbF1NqYLSql/RRe/m0lBfRo+XNxbEOpp9Jl/JJunV8sxkATjYczmO
hILo0yMNB36doWZE0+plfgE+rV6rWXVD3cG2ZpDu/VQ1xc04dfaq7C0yyfpB2SFB7g9e7RS+yeiG
mDMnXpV2PBHrkNF6AjDuYMFFdhqtU2br6xzlwENdRbhyrDa56CSsm7pSwzObIK8zPczdL70ijMuh
F+w70072K7WVD3h1nx1EuLAlUAKs2hSuZtfbToDHRllV2N5TM/0ih0LAdKyIp0oNNyhMUhILSzww
/qkOahlFUDBgqhHoxZ6kZds7GlZy4VT9tynvwMHzMs/8kE0hXr4lj71R+//L3JklR45k63lFaHPM
wCuAGBnBmUkyX2DMoQDHPDjgAHajtWhj+qJKMnXXle5Vv+mlrS0rk2QEEe7n/GPAxpLewspI5pck
WoSVoJOtNQUBF613tVWWPW9jt1zc0RDHanKbC+lv3idgPC0flo+3rHghG/xsdLaIWB5CeCg2Z1vN
+bOuXJH4JFGeKApEfEmjUs6rLtUapaUVd+q62blMbJJ67oJJ99ca2F6GL+3AGlM43ghzkEWeQ7LF
VliRZWi0wbMl9i7J3Q9pLy6T0N6B1oXlREaB/yxtkxwKjulzx9nPM+hkO5eA72uvxipi/4vLjGqn
ptxpjVhpDo6IVK+hKQ990Bzwc3BCePMpaOxrqvi8jfonpi87RnS7X3VBNwv1Nmm8pXNCI+bF7Z5y
skGpoBt2CBzKHf4yIoWC0rukg5vYq/m7D5g4eDnnGVYnDhtNAl5edciusTGJ0Xuuu1o+hc3moqQu
q3OH53O/EGpMRQxDfdWV+hEpVXGkGqJ7dcVA6MGSyNKTcT4gCp/qb8QWbdEwU63uuudmrnZUwX+u
puCoCPw7VRm0FLZYSC1nDE8LyGiEP0y+5vVSpWScC3Xq3fq8UPruMhDuLI2/WpRNihckYIO1Zv9t
aRq+fCCNHdImfge30tN2GnPe/+ZK2CPVVWWVHh1382J7/TWa4Jdi6uoDH7rlKO3tfZ4ni9sBcF6v
/fTuhnUys+K5NwOR5iEOWWoGinqyKduvrep2xaxuTekuaVV6Oedp00c+C8IaAmSqzbpfV/Oo7Mx4
NNdxfUx7TBcdCTr1FrwEaX5HCi4/mCgTfwQ2TbtPbS/0iBItsvOsXn64WVtx4Na8SE6fGAoqhikB
a5h4eOxRzQ+eMSqG7T5xNpYm3ux7En3sw6rt7RoW5vJtznp1rKrtFOiiPLjklPN4iCnBDTmd7VxQ
sCuicrpQecjej2RqiPKgMw/pyuye92MbdVzBGAyOOdYpsLfugzXPigzVveC1Ds4w3VuUm9yb2bCk
Jz3IkSm4TjnDB43Wv3lqyHTDzKroZm+A+cbqiOFfnNW6Oa/KvEePrUEgZi9xKzJYcqcQdPMFzmUs
PjeyMZNVpD6YYKuebUUeV7rybA3KeM/HModIas2j34vwEb5ZcjwobO+QWKj6ijVuyYzfi6aTecxL
8A6ehvJH1imImDayGw01R4xmdbK501XU/GrwFrzZhTzYntr1Dm4wVD7kIeYPYVb/wpGSsPdxb+Tp
z4r3IpoC9UnrPX+3WHSMXS7de5tMP3pj1s8ZaOA1LYgb9+rVPGxhvlyU6FQkZq//jueVqqR6G9Kd
zyAmdwXHDUyDPNZbRhKr7gAoWp4m6g5Znu133as9DNthlcbd1hWXpfzIai7M4iNU1b3nVg/9OpKj
00LpsK8Puf3sYcMYbUrd15emcJ+y8kdYI2gnLj0L8XAMpE6X1zAlHsg+AdV9WBOX6zwms2ofnMk+
9rdm2DKgpLRfgh2eEM5FWz3rdBHnvvEIZVmGSBJs5BXZu0OkOn4F77mfc3XMddhGwWA/tgumhbnd
GTMV5QpzzE52B5vy6Narzo78WHt3P4lwOGDx+CqX6kGMFqHb1gu6w49O5GfXme5H5TwMbf+oeGA2
LXWkhrBNRnsbEW3IYQdroDFFuCeDsZXAjJVI1jkNqVg1s/sqz44bybzJaPA7okQnrurme0AlaASr
/d0otQX6xeMSgLXReUsmfM9nbYlK4dd7bjIQ/hK4kr5k91T0nnXUZXMgg+1z6zvMb/DFdOakkLCG
PDoeLNFkpBhnFudlqvhVlmKddr4t++du4Gt5fZf9hOj6nudzsbOsiht7KN07d2qbQwjUHvnNGqNR
TUG78mu9Gr/z0L8OrubhIovH7odf9HdfSSiMwiVPQpXvy5sckbzZnS2HMbZvP5bfDx8MbHwNEWdd
n8iAiclY8vUDmQC/x2KuP3jQ6qgyuveq1Pcg4j+bSbzUrDH3hqh+M511Z9Bi68Me7KdaKH4qRAwa
95JnvDi1+RTMI4+SNacP5qif+9x8Rrd9oPXzMLbw1H5t7yd3adj6M/soRNZ+rbggX6g9XU6y+D21
CEfrYJ+uqrluFVMPnFA8OeP6XTh5fQ3mEtNF14UPdVWWfFbQuPCZegzq6heZ+7vWwaJOnYw4zSs9
DwSbALzNpKcmsELexU5HIEpiT3ZI0O5aGsy2qHL8F2Q7uYjccl3fAtn5P+gFCuK81eUlRfuaZBkX
fI/KhN8UPD3p7xzmbT8lJpLWyPVtiGufdouwBHtoPe9BAIjt0jJjxMjy09xa3aVtS+ueTWkiaLf8
nNL0GfGG/AQdvfjc9Kqbwx3dCeWLlyNUqAk23HMjD7FT8jOaLUawVk/Ol9121rHWqA0xfBmnNjA4
em8ZsVGRzfxhofs79NivBuYRyq5Np76zQoq8JU7ynenfJOODO51b3Q0vS74hSEilFwnHr1+N1QRT
9ftaRVnN29HgDzpxW/Z3YgizvUSYGZnoC3Y2hvQJf2D4PegovVKZ1YI0js1h02SYznWBxwtNAC0I
VA2WYTud4X/gGx3ry+x0+Gvl8zGjfymem4oer6In52/xlbjFnX7CTtl7gyq8E9nVzRkSiIyuzEdG
NYDSvi2mtyWT07Q8pOHw00rnfl+O610DwFxFTWmGb8PEPQxx5VEIoPyzvVl50gY1TGCwrZFfz2s8
8VN9M9AMtzEWaf+BCpUsBhj2j6U/OsfJ05AJqIeNI73NaazV+q7XxUwyv3NIBqGB4KEIu/WYlctn
jg61SfowKKhe6SkOpqE0fRjK0iIx218PIKPLTuGVuJbTGCbQdv1hHTf7e6hbaz95SoO4MQzEtIM4
EQ43gfEvkxFuuNiaPZ0oOJI97a79GejROFO5Md1ZI0IFsxTverbMGJJVf9sYtynhxvemt4naz8Kt
D2bQ1Ec/a6a4zWX1TBUBHQFEJIu7FBI/MZsGGsxPx2uFVz1ZpsJ86MGobs/R8MdsKx33YWldB1sd
pNk8L+F71eSGFan6GyKK9svMawJAfMqXMzu1jpZRoX5p+p9hMzoHvWZhF6Xrjb/M8u7gi8W+FJi+
Y280nUcp3U+Sgdy3djYHIkFQfyg+Z+80wrLYuF5zSbN6OaQ5BQsZsZtXavJei8GFKdKOe0I2UPO0
1p+q5vlKhyVZSS84exXJy7T5BsiRRHBn3T6RSxl+K82ufJqAN/ckzplJ58hHOxv/aBbFaGfXtB/C
iF3ZzpfHnmDonZqajxlG6kBxe37p5pLCVQuDFJUe+s4X3NuFTot5V5cuVGS7FW+iXbf7ai0E9yyz
/mh0+sANsuUhxcuz5dzfip8+gqntj9SGeTs5p+4+bLlyhPb9480wG/t+bkbaIzPJpRnKMHkt6YxJ
dSal6YTFx3uys3A99v5cH1rKkRsQ5g22msrlJzx+1jODmvsDTaC6XwQUAEOgrR96znROotz5ZRCU
6tn1zcze0WiepvVT7f3M+yMZvY/Ee/zMdJjUPXEpz3kLTe4dbdX8WLnTEUhNeRy2XX0M/bHfwzmE
jJ0af1hIHtoTHgCaP8ty/mY7XLVGnzU/eSKpNgsG41gHc3YxJpk49FU9F/h6P3jji7vF9svfTuos
BG8P7iGgY/C1clcO1gInci+2Vwv9WmzQQfctr83wo9GKvUVb/ecyy+a0pnbxfXCmgFEqNTl25oHu
TMOv2+M6mUnZwrLMiN9+tQQdyRh3Otgs8o2tjIdpncTOyFsf3xB1b/lnbaPeczxoUtqvMmtH7waY
tiJshwL6xTGeF4Za9rp5yD4cJ6NatXar6TNbejRfuVja58Zr2seS13ioWsbG2M3W8rLa2OZ2btOb
gPiFOEkb7p1Igb6+lcHl5tVaOvvdk0V9v1QWtZXkGBhhVFVODqqvU/0yLY3eEptvme8Ape8FFSjf
jM50TrVpbM81PN0amajzwO9JN01Q66WvubYZXeBc/Udno4EmvXEsFSMxl1jQFrEeS2+EzCz8OyLj
5KG1prWL+x5FDYuo9cOt8FqLJTX2JZa/I+dSt3N7kiFXc/NZFlpWpiKk2cRv1Vl0Ez4VEI2+JBxW
Qy6xwoc/snB7rPEvv9ECP53rph/vrCEFsmG1irjmQh9FiZV5SBK8IZE9tC8B8Rsl9WnwhWv5NE83
gJ9qHk77po4dgIBzPqGmtekBu9LCsJzcaT4vyO/8wrhrcvuVJu3Y6a0V4Wm/V6wjU0b71JT63dFh
9or7ph3jaRzY3FF9LeEwJGuwHQbn2tWC4JmKGzK1nngVJ8tVH45HPzakcDEFeTJ5/Smg67Fob4/B
R68JafLNQx2SMpR69LBQHaTvM0bX5zXwx8Ql/gcxFcwCdkNSpe4IeCpI2664YmA6rYTEdnoVZljh
5VtZeU/duiVWrfdyDV4dUe9kn86QqUdd/Yap8WJI6ciT3rO7je0rm+F8EEvwB6HFTYRGeaFi3FVO
BP0DNDL3252Xe96Zxm7vVve+D0T2E8brt22u68WR5dFdXR3Tbom/3lpnyOvqG+hFGXUAi/R3kY0V
BuvBXWRzcIPwrhEBu2Lu3gW2+5NqRGa6WcIQYuBighdxdVs9He6EpzLfbHpExW9UZoKYPFk/cwPv
/G5dYEkAAn3IE8PtwDssEMvcsfYMUQ/17cBzq+JWM1as5MiaTuR5zHnEF3zZHf2KhbUH3dvV4ZBH
Ac75ZSCpq7VIjOzSZCpZtDP32W3mpABCqTXueTn+shb/AWryigU7mbrwrcGEERuFkz8PrIB7HtCv
dqC76fY8tqY58u3W+zZb2U0CWFqBTrRqcCfbv8fpybDWPdb5jPkFe7UXLLvKxkLuiRfHbXcBYV3W
6N4tYfbdD469xG3Rz1Hlh6+bccPGgjtTE18+UcxeM8n63d0WoH508+At7dzn3jARgA0wWMp4IDX/
MLXLl8jLa1bwipW1sAp4OyjW71i1IuaG/VL5XO71fZFeyJJcolGm0JXDM5PqPfJj2qQqjxaeNPjs
pauTbb2d6dkzKYk90ae4W7rUOq1rm0dtkCZS0+xrOVtS9cahKWzEsYMZ0kkIkNIOvXPi1v9WYANN
QR6TeRkvxBE+L1uSVdbJZO9nR6S5wsWeOLdhLGE4InfZgLgdm6eRxLfZPwPVEMow+Bw/A1YMoymP
yI7PHnkXAIepy7SEW92g8dOdyYNuj9pvLp6oj6v9CPLI2K/pkGi5TVJNPzx6u6jhrQEDU+eKKoHR
G7tIjT58pW6W47B20dphOZkXWhoA/x41Iv2xVHzWXD9WiH8iMIgIoOw0Z8hyDf282eKAkSTJvC+t
AxY9VB3FGv7y2+pgF6WKqvI3ZDWAvbOpq2gs8TQQYJ/4ecfRSrVxvBREhdAb4yStY8ljl05wsB6h
euxBX5U18bHJebpb44pU4WBVC4kK85wM2S7dgNim5pz3PQpY53MYvplBhkYpfBChFfcy3Pu908Uz
3bZblQxmH9nOSyovoQySdh5khKwx8bpziE5R9++d+TuQ5hfDuUad2A87Ywwey8ZOT5m73BHTwwe+
n7a7ZSZbIRWwqv21cIFcOeR/NGJ5YAM51Vq/o0m4iPU9tMbnpsddCsLk7zTdRkeCyN8LWRxy1hSv
45fS5WNcpcNZTooLdzHe6O7E1gunscSDmO5E7UZBvSUbLXkWVLtbX9ayORkyOBJ7ld0N/D09nWxz
iUvukGzdt/PBGC4OOBVDkHMOwgYl2hu4Q1Smb72+nz1OFH97Ma0JpF/tZXiYwUU7hSNrJbMBkGUR
fpzWwRVKJcqnu6J/5yhCY8WGOENr5AMkxrNkIl0cjWRnxcJoP3ruWzCNsWl9uuuPcnyDbmHZYx3k
Phg5dxH+3w3kivjIW4KPURix6szYBO8Qt2FBNffKAHObSmy5nGnsk++LMZpx0FZ3m5h8lKvh8jrS
IpxMeMl2FmxNXFnB64zUdt8sqNH8ab3248AeYqV0RKjfzuKf67LdOdb0QO5sjS5iKM9OB9fA/JIY
eYCyJtWv6IvuexI8hp5Ea1BofmV5WLM0ksKR++12Qf6KvgQnXDH5x1ywhlqkz4o1eCo2x9t5xqo7
XgP73epld5Y5fW9cW8LSD5N/tWv1KnC2HwPlrhfgLKd6siv1mysI9MNnknHy6YLPW0RFeTvJ1Ro8
pIVaDnokpHJD/eVx/MJofKRZRl5fvY1PWrz5Bg2nhLdU2uaznNveg8Tvd8KkBYQ7vTgl6LDHWtMj
OvNv+ZZbmn0o5awXnzYpZmv4uvmjQxYPJ+rvx7a9WNbjNnDTosaQ5YoTcwn3hOXqnbn4r/nGVROi
kizEQ9d908MMwl2/os5D84luRlVB1AjzrAtnr2sYtmb7EzS11uws9a3QvgrSPVA4LRYhmq5o2rqr
IxbvVKruKoULmNslucifO4BcYJZsjtDKPdUE3LPLuAv/llHMAHEXNjWvaQ2mRFdI3LIiRaKE5xhH
Jq01LKprlt4VljsdUWJk7CFpfwyndngyQ/+jkJk8jSNZxOYgw4ebXf8sacnIeRdi1+/8a9jXp1q2
D3m+721iTlBv/2j5Z5FrVeJgzGUar/iwloj32Dw2YKsHM9ReZDThcGw9yQDEQ+hjPt+yVUW2Z3y6
zIZlaORHhgeFR2rFfbSaVbyEVDf1AcORVmTNVN+CSd1nDM2v6y1rZsJTGbG9PS9F+FVr50Dp/AUJ
pTxsTvO+Vuj9nPYNc+DRcJej2QVPG8EbiRITiFU4g+67Z6pCnmzGummEq60mO8rpbaRFSb3VPd4w
DLuxvSkH8FcSZVP2+mqOytq5Dtn1FEv9kTNCo4cOhuPWlqjKUyZEl/sKldV8mIT8KoIvf+uffFeW
QA58nMR6lZnzFrApGsDvB/KGQTmwKO3Z5U99RStCvVjkinYO7pGuf0k1unL4iK06j8R8HcIx/1kF
UHk5WIHJTZiJly3IT80GDd+SrhOLlaeNMJkoWHi60zZBu3sxfHvliNFwCARz5mdvLs5AbOlet/N6
mPvUw6FA0lzm2AfEaARQD/wdBDaeN+mTbFFKbuTPvmV1YNIo6d3PQjDdeBg2bhvKnKfo1htia7DX
uBQc3Si3/ombVka4xWUcTr136Bv9G/0S46VHmExa2ijDx6yIByy5u4yUn/uysh9koRUJIjyzgwrq
kxq6+pz1NudNt0yUYg0YZ0fbP3omsuB86/YAFlai0c8nxljvF8N84cP3OEigGnAsHOUUde/6TcHt
biBhKfWtHx6B53xyVs2mNvR3uhLFL29w2lPQ58N5I8YpWubJAcFbrb00pZG4pSB3m+z//eDl+ubT
GU+GR9JS2NQlKYsU7Ei7MCOrKKbY2EKV2Atll4iqeuy7gK+TbPrdkGFjX+S7UTPTDUVxMGc0B5Z9
k0wPhkxU0H1kUEaPRMd2SQAY9RwsTrMDNipi2mMwegWTcbU3B76inTEZY/mJxrB4WafhdfXTz2oS
xt4ZtvDCaEiCqYL6lgNm1nBEIw6Ufm1ZgGUwDHcGkVMnsjoL9IczFTVT556GCTybRBkQ5lU8YloP
77euemg9qznIULW/lO9gMbYGcbH6LPyx6tF4b8tm+ZA0Zh2cdlrBPTPQ/7r/bhqNx6qz3Xde/rDm
1rMxWzdQlh8gaLf2Bdm/BvyEsShs5r2lH5LQDH+VnZ3k+DV2Pi6WGBia4QfXGBIFRoaaWXyL2sKp
Tk4VoBqwtPecScdKar9780LmmcJCiu476bwbl2A7Zk24vqplkMcAa8ObZYzX2hTyOyQK2WuEZEbm
gJTO4z1s7eIwS9mdfIkFnJiK69SgZEl9OaPQq/eAUAiMa3tXq6Y+5QpJ42BreWrzYt+mBHKCel3b
tBoetJ6+UnesdkgfONHGzRpjnTM2TN2IG6gbzqG4rJn4UqAHuWHujTFHrdfcsCk+PbmzLRaqW2wq
ULAvoxinQ0t099HqpP1XBMy/pc36Ty3G/28Srf8f1Ve3UOL/u/rqpP77f6v+pr66/Yu/1Fdm8A/c
36TVEObpYCC6VWP+5UD2/kEDLOFzPq132JP/9MH/L/WV/w8R4jXyLTJ7aAP0/rf6ynb/gSQrpLmC
NEDStf89B/J/sGF5cNXkMeLDEq71H8LVW7fmRMOeDNuk9F3hiy+PYR2tqWUfNwv8PHfN/N+MWCIj
iBeGgIwUH6Qrfw/DXmdyzREkUqosRrSoYjVktRvaHJe+RdDa8F+4t/4eAcC3s25RQfgD+QUQ1Piv
3q1mNSXrO4tgZ658cblIb9yva5YXhwAta05s/gptZHWZle/HjXXtv8ggICfmXwVuFrTHX/HVhFEK
qI7bf/+nFAKpLblAThIatCnI+3yskBQXjqO8uMXF9eCPozOzDcHW7l244890q4Cu3KzHtzz5g4Bp
gKEKI+XI7Z5qxzZF04bgfUdwKMEXJPXJIk4VZTIAhOkMba6wWsV9puXFgO3H2GwXGtWtkXMZp3nj
A/yJFl9kl3VGnriTYsFZs5q3xkU4QFvhRBRjYjkE0j1YquZ0a2iqI57MWMbvAbWk8q6ZSmndb5nr
dZRTe+tKlZwS6rHSC+9zOC5m+8Zs3ZeI7nkSInhobMpqxqEHoiJ450coOa5aIfn/ZO7zvy3iHtyi
bere9YgQnwCZ+VOYEbpPB237BLS2hmkeNAmi+A/ITec+m2t+eKz98oClil8lfTTZV9aBxOxlYQbn
ehix8zgKCRSRwuEfwobdjHmP5bjXabj250l5afre4EUYAM3z/Ns2qO2JEkflnSCw+BHcKvXsndW4
WOfk0GUgq/4sq4sKjGU75u66Tr9dnAQbphQMHC9LYafqtLaz5R3GySVgo+q415MWFr3ek0rB17Ep
6G121tY3K8dzS8fbOuRVnpSYNce9MG/a/aXgvUx7ly+cjpmhTorQQgvX5MCWq0Z4hNjty1CeF2zJ
y17aakVbj2pLHJWpRX23+Lr2IiUJsosmQnD63fznV5ikwzdBSz0WSTvq/ibGknQ6B5v555vg86L9
UfLdWyLhqwubAeYSXc/5+KgoxPkkJ0+hdumW9HOBUd9LiJB3i2zaxCqEU59X/IA4lLnhdmlXpsA7
uFnScrmSsAtM7LGE3pseebt8AIvVOFtuwbdcdEECoypmJzL6uU6cYPH/MKEsn0jPYXdDl+hQeVc3
TLIrXPK/W6lh4sklpAf3X+BTsf1nLtg/fVRDQD68pEQAy1FaS5zpwH/iNXJOBbRAkFLY5/dFMPEr
+Kcr4/8QofD3sBBmIceimITvb6FW+Xsno6V7UaWBtoDbQ3wRmWHxIKBJXB7/8++DvvfvZlbL8skO
4MiziGq4ZYH/62lEn1Q5OCYsZ0cI5vbW6aBoTrURdH5CSGg4JYAQhXdp07Wjl6kIWkBLnZooIx2n
6e9wPrnDGZatGvb2DJuNT8nnAzjTj7mdQMKGXcf5/8vMYCyR5EKH8uHMQ6z3sJDiM6haYR+7cIDB
FzxgbeLidmBK62fsu2WJ37FjwJJRgS7iPcum9ZcxF5ScbKOQSVaKsI9Sf5w/5rLIZxLt5GbhbcUz
8liQK/3iFUWZJrPuNu9MYi3zOvNTap+qLXQ+XGPasoMRoEDkR1v0xOB9i5rHzHqDeJpC8pvtS/aa
2Hapn+IwwZcKK4yCZ4UyHaR/l8/ko1aJ8qsBz+gwYH1Tab3Uz2MoyT5tszk8ACBPT0Vumg9WluEA
vsVffda1eDCwhIyJsWX6im642eeDN3sROeD+R93UoxNhXMcjTFhmW6P5bRfjZbRRqu6Uxo94EXSJ
kTyLV4+ZPzfLT23SKrQII92R7u1RoNrV3SdOqOEB063+MY2OHCPXLYFUyUTihbZagnmY/ko1kGjH
WtPljnMFRyEN3reuZzOIFRWG5hGpJ38+2HmIaKTuMH30As3mtmZAAqllv8xp6bt7u6lsYFjoql3W
OQohn65sat/KsJ8e5brO8wstgnzP1Kv7TxBZkDnCopqY9QvOMWMOPxdStffliDf5HLS1fPWdFv9J
kY2YEVecpj8FWCA5mLJ35a40Kg7Vhft0iPttoxqGqOCmHA7bbNGfi19ys+G9C3ROvwJ7WEz7jLi8
QOTnZHSfICaeKIdQhPHW8dTLYnysRdt9EvnN/y0NMgCgNxBY7ZWsLDAJks+4BPnWa1/shzRF/Wj4
YTo8liN5Do+9PakSUVq9oGyBNmOuUMrm+TLdWowUzHHDc/Ov2LZ0oi2WtEfRT03xVndWXl1cHnue
Qq+8/W2Cx0e44eh//iFnsZyPWFVuqQ6C/o0DqXfUpRFaEHgjgR5dFmyIMnQKnZ7IsMmmk1umvvcd
ii5bk78u9M73cuMdkyrv2obRnkdbboTaypkbzeg1R/yqJ151Y4/8x4zb+qnpGg7jaR778XN1WR2J
wpdtwielxQcV+Ao+FVa9QT7l8O8NXGDi0PqLWb7N1cBHRXTLWsTO1FbFN5/luHzUYM71q0IjOu6G
WnJuqDHggSzCELdL4RXjq3R6Q55o2wSfxEtP04flhYWf3LwzAtV43/xWoyH/qKACngEDO/czbwIs
4FNrMjmZ5plYrmFvZFvwzS6cMtxrd3Res1769+1kimu/Vsc8qyF0IQmFZcV5PxRgOAQKFKZ/kKN/
KmZLfZ/8dTiY3rRnuiFru5yPt3vfVexVdg93pxiPHjGgVY/czEY81cGtz36Ty51dmimF7Gjod6Vl
SP+Jjfe1ses/KNzRKmrl4h4EUfQnZIVNyFCFQoKAkvucw7hC5ODol8bkIKzIX/xl1eAh5SK8p6qt
jyz8w97P3Pe5CMH+GhTgSFK+dUH7u+Yav/o9YbDEGx+NRY8HLsf05DfTj0bVDxgwuKqVzhORGi9G
ERaRHv01CW+/GAagCN1Rfx5WlmNjedNSHTolmIZz1IkBmbPXeSTeeJqBowaE+asklftmevCm9t7H
mOd84OpAlTZl8j4s8m8Buy1JeluMJ1jtfAgd0EbZfZiZCSJQfsPZeUfEDSiTmZ0n/OCeyPuzgnsd
vNI5rWG/r4b0srFCRI7DXWBDC2RwI/saJXM0pajURY99orfVna0qDrGpQHPga+AMPrIZ84fVcYwW
GxIuy3bfaWDDdAc0zywrjvlIK1tqbcOJYI5TpirsB6DQaTp/7zajjQfmvKjvHSKdMalGZqmxNMLQ
RtkEE4ZOaQuDxG6nJLPsX8ROnQyzOjbSgsQa6/UzpWgcxg/vcIOhDN2eaPadaVysInu1Q3Z8bLcR
vk3MDMtwE3MHdU/9kCzyEs1MPu3FbAdPKEcNF+Slv9I6e87KJryfUvdJdPjpctBM+q8mdMH+kygI
LpxGeVGhe8T+PqL/yu4tmXJwLyFBik5xyLq12NmkTkCxVXhRcsJ0RqQFnmNn59Ao3f7m/cpjo2zk
yejCH8U8LjpyFCMqagb8uJHgfIz4bOmnMFhQYHH27FxdPVGiwXidKWzpg0L5i4B7bb602jiajM6v
jaRbUFVLSpCqqOjnfteBmx1mCr6PUAHFGypaPCLTQooEGIpmUIU8+AhR5vHR2MYpQn8iAa6tqaSh
buleG+WbX2DI2ffQ6Dq6OvwB8bi5dhdOjvVhGDtqASs3+PBhbs+oDpqvPB0HE88+vPZUw5vt1o73
bBkypFSAu5lHoClImt0Vu6mH9Bg7UvUisrXwtqUbiT8jotFbYo+85llZcTZmW5aIZR6ZfpV5JOLa
pzPM6ndtW8mnktWda6Kc5723rN7DZIZfwu2rXZAZN4JXtlV5QADaej/cMlTmBUwMvwoxBpmIaoYF
ECnUoIfOm6cIqYkXZ5uRP/RmRkdkL60kRMYHUsvu/O4G3RaX9OJ48S1+B2rZxJkAG9Vbckfukzcn
o5feVlxRsRzwawzeRVGp+5rwepLxYMYDQl1L8ZTVatGJIRpetKVTWMdiNO7rLfcYubrBP0wzIU7j
POQPtWGOh9TSSBTFXB43ocWZpmpiEvzM3g2jUknFiv0/2DuPJDmSLctu5UuP2yDGyaAHbU7DPSgQ
BIGJSRCEcaaqRpfTW+gl1MbqmEf+n0BkFaogNakv3RNISgIRTsxM9el7955LP3LEo2OO2cljVLQs
vQyEV9ypN17jEOI8EUyzdqWWtxd0CVNAAb3XhnWO7NARefulbad5TzHcI16KMJHqKbksjSGhwUwM
a14M35l2lsyMr21jWAVLIpLyVWWjPQmrokv2MU2+r7IjugDNo2Js32uBDMs21e+9Idi1AYxx7Kxq
H2HbPNNLnQGoIISAUSzNO8D+9gVKAe8Q05z4wmnkAXyLvpayNwrU0hKSYFNdpoTOrFTFWY91cefE
JnppYWnGrZCRuWGLJUQ6qpg1teOwW8C7N2gvFkVuV0MhNDPEOHWxRUzusBwybCF9Th6Rs4ld1VkB
xU7R08JmcmthXbjpqbVv6GAPIS4I96iIMxn1sTjDLMMi3OJP6zDtiHoDj4KuQVDHxkUGIPXAGW6+
xCpblITcZdht4qgsX1pfynKTyb468+mXXs4MpZjlgA/IBc1eEg0kj7alcu+zIl0AwTrYix2KHyxG
daY9A8ZPvuoC7y9+6aY48wwriPYe6rU1Pis/DLSyWM3CrY/SKwndYi77nT1VYjVRagBSgKprgnQB
xY50bWsYMEwhCLlh6enSkE3IYZDWIC/1E9HtZ6Mvdr02d2QBylTQ7fSyMIdTcogWmW5mzupOQcLq
V0v++T6TenZE4gVOxRysx4CDTv3driNXX5nKhSHWu7O6ymUw3De6YdvbpnRho5ER15DZSE7AF79v
/QtLeMh5ADp/pp2H3mLWPCwaUU+HzB/jOpRFx2I9MYmuwkKX4+3A+R0FP2qdN7fUuaUzSEffYg+v
ohQulgkwT9aqtQXgy07D1r3q8R6DNoAjCsLKR9TQMhForX56bgazybZBnkCLEq45XrmD5lsgJbEt
713lFEM4ZnHtHeXs3BRqTpxwRFgqdqIX3gH3b3mLYY4xBCkJBwBL46EqGfkRF5kRLJu9NK0y2vWs
jP7cqQNNA3qdtDfaOA2HDMZIGAir2JgpnrdcxwAEQGBg5mLLKF9ZPYt6rS1CdDOdkBl2EdKFTU+5
E18lXP44HBoXEWRGj5TxXpKjEWjLdGfiyltH3Jl7y3OeZF9Pn1Oc9SDKh4xQe0oxtbJVU1wMUaWd
0XePzztc9KuuT++JZUqPrOrGkdG9c9mnwsAj5AI28ltcMp0TXdis4lfOUHkbE9sNNUCc3jkDlkev
nRGvIQe6wN0hAddY9gsKrOYBBoU8R8bT32jMdnb4Se8yq2jP9MnKASCU1Z0YWzB7DT4YpcdypyH+
3UcmSatb1qBmnaNkQZakuw2+Q3O4yJXJRj0Fer1hgEqhz9SHbt7A4tSOn+d+dHdOpVNoMBdLxDop
yPU7OhwoN7hmemR2htGEKVv+bjTb/kyv0MGe6wlCuKXVfPArgO4oI10NL8RQby1R4Qa0eHleNKVC
bAKkKSurq517V/r2Kqo4d5NHqtado0w28Vkup0oG3FHBB86VEV9HI4gXVPbmRdFW3n0cTfNbFkCc
DJWuz1elLq44QMpg1fJuN+i58UbB9kNE3SJDHJXWBccoo1ZEAlPrR5/0TjYc3+ZqNelKMEH6rETm
rBXhgsGuGLT82gWCFkCiAo68WPlYwAgmi63Qs4zk0BUDgy1EGPPGbDO1GqIifSXkeNqUnc3MLqEp
ySxcSxS0AiwzoETwCHKMcurj4A2ehqpB1fRAK+9skjRWWhf7ZkMf9sqmDfTsTp3zZRqm+VBICS9S
72QU9mlnT/SlMxMsIgcMho8C3egmq/FDjaYVP4DNaR8dSBdhhV7rs2GRHQqALjpj1pseyOOwuCHh
Xt52gzSClVuNNgJcQGZvDkvRra5730syObZVH1MEJ6bsrRVXHvcpqinzYYp9xDMmTLgXgXJ8bSk2
OMqAgvMnCnHOp/ATj8ls5mdSpP1WEwlOoLzw402Ln2ClARAYwliqGt0GE+A8NUrkA8hAbJJc1prT
yQc2t/JMDtiykB+qvYAIPoU694xJRFxVfIEwk18UVpHelu6UX9KJasO+UTPfvn/0uCwHAFA543vk
6JvIRVLOAUhQKAg9z14ZAsstQVyp9QJ2Jn8qSq3kwk7eM3TZ8dA4TbPLqqo+Q9GfOhsvEMw8ZZ6n
E3txPNwoEWEZLRKvHM+63nC+zN5g9vsGFe6D6rno2Ody63zIdTglnKbBkbAAusccYBrc00IFOqP9
NN+ZLUgg7ON5epOZnIkwQ5jut8KIi25Fz2bpcc8N0+NwylSx98x8NrYFM4BnZGUE0uTOMHsrf5pH
6ywB1fhUVFP7pGvlfIeuedH91aj/eYyoS/n2Ek1cDHYFPqLP89I+5vk0bMvMTx4St6H4YQ+lkSuo
ON8ozpB61R7aplBLtXRx28Xd2sKieDVapfFIdwpMmnIG5BWpFT20pXfL/o00VCczDOwO4u9VUyF6
5s6a5FNOwtxhQMe5yIiX/pZT9Px3qTfVC/tCnwAm0bwb1CZ9s2a1FHdpTqpKaCZWlqxaWi77OWln
MtrTpj9o/tzCjdCH21Rp3iYtHQyQpHQnD13jF4esMABQiciJn9DI0VhwtAj5JiJxjV7DOJBmcdZZ
fvXQu2bpbJPZoLsGiIbOQD4lY4wDBLFwGCiLNudIHF3CWDZJaVMkNl0sVRrpt9Eu2GBEV9OJSIKK
XpRfJvRk8Y0YzSGSgWqwoiTihZ+m6Hd6Sg0soM2jgoB5rGQTDRwdsrzJN5zd+CWNwxa1JjJb77dF
4yGBiyZGq7YskVIYcl6xM/HPeCYtbt6gRy2IYB2IwPv/z059J2fpnZhpaZ0tWKM4rmLkPZlrFmfM
evWyCPNBsFuHboSZsSFKFSf6vpDmmOPIQVxUX5Ux7seVaWSzPoXwVuYSOn0/oHJupoG2E1ISbd4i
HSelkKFALK/dGZ7OagrG5rGyHb6rxgr4FegB+dPISrM8MjDU6zvLrKS5aAGt4k6cxl1CEWiyV2iV
sbllxcQbJGjJyi+kE5jtc1l5tGDKiA7rH60c+ld8SaaC4kRfQzDiSDLQVej7EYFsgtIa8NIOGnMH
1+my8WaM2uZRcyx+wXsH/723YzFOK4+aljBkGKTONXChl8mti1iYpmo9MBaSTgzNa3LmdhGIi4Av
qkPlyVznNNeAzs0vHZumqq80A7Z+SKPNKI9wEQhlLzwY+LCNo7m+082uGG9YLhnLEE5j5xfaQo3Z
JRzXc1xqI6Ad9JtZl18Ct2vKcxSL3QOFvwRV746RuDOkjgRkqD1sX3ofRwrdjQ3NSPgNv41sKd6o
GGqnuISQwLuCqdExGgKM0K7gYU0rtnRZXWbE8JA2x3sYj+RUI4HPXGsZNLpWZK8GDXDVJnVrPuJY
YLAPTbMbQH81It6lHSNKJP7lueYiaRIQqu7T0SdOtfPRczlEYVXeXN6iR0AI9T915Hm020C21Cpy
PHRhxCew2WWyubIHIl/P/Fo6j78eHnwAdeA1C0wMqj4PuunyHH7ALGcDnlUdrRGCTKu9qkj/MOin
9O7IKNcT6dYyOgzBv35N8y8vys8GJmhnZsKMxD9ORiimQXNTPKHS0ppHunc9xFnuhu+C493a7Gbn
YE+yRUTca1XMuQeI5Hai1YIEHjxBMZCoBI8K2U1mVh3yEL3cTlbrfGtRSAwInhfTYDs3bPYTyomK
gwvYG9vV+i9eayTbwGiNA9wMA1WJi8f6Pxj8fJwN81wyj3SJZmUGajGI/3kaM2smdNUBBC1n4JR7
uxZncZK3SDqd8RqD0XBheeS9oPRvb3/9zf71izVwXlhgX5YoHXQAP79yy6OGdWWawz4zKSyR/Z/R
NU6+E6zMAYJQKdxwv37FE/L+B9IL9w1FKzAa4OouM/GP8GpRpbJbbHlU60V0Ods9rnS4KPgmZgeG
0MIWQx/nXWlO3xwqHzA6/XsZ47zwpbbVVD0AeEwswGu/fmMLNPvn9+WDv0EngBoDtcNHvmvVCjNv
2dDDIjJHPJzleA0Pg3JRAB7J/oMr/nHUx/U2bN2jvwmNh6fpwxUPpsita2l0gApLDlfQDCxkVSNc
uF9/KIalHz6WqZs2shIgPha3GcCrn68wOoHKlZEBB0ZXmJd1KQ+TrYs6zKeiajamXbuvCDPHNwdi
xaujqR4RdObLJ8SuKSJKf2pfTVCv5oaxk3PMaQZOawhwxY1X9tZdU3nlOVhM20BV32f3AX3lpzJd
ZNR15PvgOSjUUSf0E2cS5FDDGtxM/1Sk/jJ9Q218wMzh1GtzCKYny2HYgBlCa7NzBtoQaVq3fgal
rrW72TDHM8YslX89GoDwaQtiTPxaB36pwIjaLapZfL94enfeaavs0FJoq4aeWEmPpvTA8FDedt8D
U7HqShgRzWGoZ9ujM1b12p7ZGaUS/n4kZUjX0JXap1IgQDWI8uFUJ2oWSwSSL1rK13Y/8RuglqbV
pa7q6HPuxQYd2XlQenlAnAoHQvqqYRDYlSXblykhj9gVYc9oDTAjxfjDmRD5NnOnGQYAMv6+v2h7
geU4nW22+ApH25Wk1Y87dqnpklhgEab9+pqpaimW00C/kk6p+CBM3Dg+Tmw9QIHGnZMXdrsiv936
YlQ9VBuL9EU3x968MicfRqEklUM/lw7ierzGtlo3ounsfd1UE4cVYIAPEEkqbzuVXbAfMUh/lU06
3Ds+Yoy1r7n4ZWCwOMdK4FJYTUnmp5sq8OUOKSL1uELVtKfz7OP2qSNUA1NmK3vlj0MPny3HtRU0
g3N8H6M7FPqg6Ok25ufv9V1mAzt+bJJhuVQEiKuzJk6RsLz/e5o6fnwkycTzz1NsVfa5x+nj6+jU
1pp4grHZQ28ISAYrpPao0Wq5tZmYUQjaejR/Y8KVHytDQ5DfN1rLARhl0M7BCLwdpmBQ2yIYoxKA
IKDpC5KAo2IrSiXbDQOdsrxIB7wVEPxcCEsOszpo8JbDzfw+yZrFxFuuKhU3O7f0OXwWE2oDTrIN
LmbBM1LSTFsubiYwnq0aV9TBsZ7GcffrJx912E/LGWNtuimGsUR3gRn/mCxHU8/uVVaL0LY07z4J
jPJ7psO92SdZ4JShWUEDCNHh4kuNZqP+qlC+vP36LXwQlpnAxG1w1JDNrSU29mP4CYFSJkY5d+ET
++N1PS33RVp7N4ZpMJG3nOkVLwUL7K9f9eOWxifmzmXRYFrvevDFf17wGAAlxGzTfsAKlh0tg+Ia
adIyay0ABPXEsRjrX7/ix51j+ZwM71ld0esxG//AMR8Q6BAdywySFILgasRj3Kzj0foeTILp6q9f
66/LOdFvS6wxOj1S3D9u2BWKCdjFWYsemTo45EiZazewXubq+dcv9G9dPIdv0ndYgTzi13/+GpMu
rmxho48dF0G6g7G4xbBBDHEInrjBnOKPr+9qgtPr/paE9L+C9/vvqB1dQqn+fe3o4buQ36efwH3L
D7xLRzXzk266urUUS0scHzLNv2tH+SsTfPMS547s3LEs809yX/DJ5O4gSY6Bt2cgY/qT3Bd8MmgN
IsTySPpCFflb5L7ljf2wzDg2WamES7LS8BZ0nxry59uEkCj6NYJEYkGVCQ1UqyU6Eq1uNpM96JgN
6yp/RKDd7SmDMJ9CiEGT3BqU5vowjK/glLFPCyotpMv5Lcd1doKmy6oHodcFJW8RPDLE9679LjK/
grB334ZWe7ITL3r5/Rvvl9rl/5Z3Fhf2F3fWU/W3i6fp+8+RSiY/88fN5X0CB+mYAZLYJXbVX3Rg
78JkLfikw9AACmlAqCfBamFJ/qFM9gxuIZ0fJNkKGe9yC/2dC+npn5bS2cJKudx0f6dVXr8X2u8Y
z387F+m0wPxZjztMUCxykQgu5aRAyJr+YR1P7biRrabNa3YQtP84FWOEGYa9la6X7+mUezQ5+rTu
N0IT3WUbO1161AmAZluPs7jYa1pKKzGO4FiGqnWsGE/OwNBdw8tOdrYXpA+9o7ko01JvoB2YpN42
URFxAmOmgwgZDZ3JRWbGpApSmaJ9qGcEc2ZjXbtMIN+MIwdSOp8IB6wGJXMH6mc3mwb9z4rg+ads
VvQN9SjrvuBJQyvGoJY2rNTvQEbEJe6AoDzSRZnF2kq0Cd1xCzIHA+pAN0bI5DC4TvYC5wH4iCvL
VWaO8aEZ7REfqtt091T9tHSTuG13EpbkloOzAfI/ULdBlZbF1jfndTu2yd6mONpWmlEDcSL1ejtj
Engy0c9MwLZ8Er9baT6NTaa+EUjS7MG+ciJTZbn/f+ABswmS+fcfsPPv6l/+b/VB97/8yPvzZfqf
THLHXA6Uga9zN//j8TL1T8TFOCTVeDqVsL8c+f94uhz/kw6a2qC9wvyD3Z5lfWlvLKFkzickovQJ
WCsDqiSeyd94wjhv/rR4ezQaLNToiBvh72GlMz4ULvnokc3rI67Cf1C9lYEKHqsSLSX6xW5XWFr8
Pa/6tkLnMPqLHj3vNv7UjRd6K1t7awSFfU9SBlN4zSA0ECqiG2ebyWrmXTY3EBIFQl20yWnuAXKr
TczstV3Ap4mCtn6kV+x0m4x7GyrA2DFaFV2PdqL0cpCMkEymLgSxWG8NbD0mCp8cYng+JPkt35rK
l/jy8WW0Ec/vSsdWHLwaH8lDDHdxWIF8JSDUp9EIDcNJW2BMLekheWLr2ITGiJiFiPHnV6vw8Vjb
7mK7llMrmo1lJRaKGwDNHFLHduEdg84P59oW+t4ccu0QGXS/HDnM130QVW+Sx+mQI2kD6cVMzytm
cRM5HAah1Zty3JbAa58wyPrdw2R0FbNPcGJ4W8vp0jGnJeYts0FrAipPNmPXJGdEOyEPT4UPgbBy
eiApjd0H2xZSwFeRxA3i8KBqnsacg02ocsx/UM90UFAsy9AIk14TxgYAkPcqBg1/LIxnmwMsoTQX
XuciqGkJEI7X5Jt3b4kTp/exzcvgbfPdfFVJT/NWdPkSGPH0eC8M4F6IM8Fe3k2NLawwKAdQhCnM
i7ACjo7gy5dzuU5jo1OYRmR8r6A/xCtR1kHL9NlHE+RlLsKpxq0HdYCHChbRntkBNlWRLJiE3KBL
Hs3M54apUt0q7jPjtSPt8mA1WumHwGoYlvd9DmmtaBJz15p8HC6vRb8U7OzobJu57w5TaXZL/HTH
lCuP0gEKtln2EUczD9pCRR9c7Hua8RDp/DYIR09YoI3Mft3VGlE8Bo5Cnfl9S89WN2V33vUWVBti
uXgPKFJw13auNz1bmlN9xQhRc8/49fhsNzp5BYaNMGLT2TbcENVhwVipLuJWEuiXQAV3VXUu0Ogm
6ySV7Y2tebjUjVmviLh38tdlwk0bI/Xcu7IkAXiT+xmi1raNs3xD2LMKB3KvvipskDkaVrJpcMcu
l74eC0B/VtCJlhibTnuwJ7TLhGF08Zvu58O0q6ip3PUADTi/GpH4oGqB3goAdmymXYL2M1gZ6OOQ
6ZgiuY/mOJALKTUSIBObAAOosub7hmM9pzegbpBrJklMsSYESIukNL1kq+XIIlalbVjskpgugSMW
zA5IlRNa6LaB+kYYtPUQYRWM1hzJmEc2EAvkheXnfRYiofXKXT7nWXmoS6+yz+K4BrJF86zMtrLI
bH+FWQ8zdZHRf7qaBq3TATEYoPSlnLnmBhxViDsQ+/2VKAKQl1PqxSgBW2CbaL2pFlZNEGADb6FV
jYfRSKJbD5Me886ZAdI6bdL+xhd+bRxSzcaoN9J8H76MjZ4b39LKsgGGaEixadobY7NuxSy/Iu5x
7BAyG1T0Ulic7M0pw2ZIVTNlKFPcDCsnakAu0FWaJ050Ew8maBrG9xLXMIzA4bxD+IkvuQfAcJlb
Qfqm3DHpwyQPGIhXI/DGRe5jyR0SFf3eokzzgZ012QvEZk9tB9f1QfxbtRU/21pvfwMPHL/2nbJe
RVLqxSapMAufp12/ZHy4un4PnAIKRMM6shGugakaCm3+ANPNVaGDJyYIhe/GD15pyvYcvWzqbarG
UQ9VGRUTzmNhM54dRwz/8VgZ8E4d/DQE4pmgijEEuPGNOZUbhh3I+Utys5+D3tDGxbiDaGh0h65b
N74zm6FVpdbt7NoxBBzd6Op1oXtaix2zF4xsC50wwNpAasbLyofWLuSzNeQqwiXWSi9UUU24eGTY
NbZ8pTG3Fg7Y0TWgw86AWEkkyLabyZIVXWFkZ5queW/Uk+MCn4mYzFNJWhOJGklgIWA0WK/SCPwS
t1OOdcq3W2+DDoosY5+MCmaAyYiawkncgTE5jYWvKRuAsdM4FT0LHeIXi0fm6mthwqc8JHOkMASl
pHrC22vUixRth9lZtfOtZkTRrfR8X+5JFnnUPHxcsNayeQcH0j3MkRieQS3Gx44ISCsEix4RYWAS
4liP9a2wfXUxINV669op8Hcwe6a9QvrA+slLvDSZ07yR3IeMvDB0j81kKHoTFy6is3CACYo0DLrh
N5Zvzw09btGvjrKN4VbDJPV59l314LeGBJyXjt21Z9ti2ORzNDzkhJLhlyKel4UYHOTOK7kuWAan
4myeIkzdk46vDBylS8On8rKxg088meaaowRxkobqd7YonC81YzrSA3v8XZvEKXTIWhVFOINlPXjs
mzLxNnYQJU85MjWfQI6MuK0ZIZPc+hE9dYJqaDaHLEfzG5+HZiKWoiDYTYCIbeJi9AxOCYpbZGmV
GK8SkUwLvtgY21UcI0wLdUFWwYroCb1dYb7IAdZpSQIJeIDMsfr9ivc/l0PwT3fwtKkVf1EXp6r7
l//zl8KYn/mjMHY/gWXCYeUxdCLaZTmSvp87l8LYYdZHDKHBoE//MZLX/UShSlKgYbxHDvxQGFvE
G9DsI8GXocry636jLjaXsvfPk6en00GkMnY5qbEgujTbfu5p2JFTsO46zdrzoiZYN1hH61CvIEbS
dlaEbUJtfKAO6W/FOH5jOBnRLGaGssX8VBgbQPDgtnJOUEdMVGWzmSV+8tCqNV/bmH2sqk2Xtj2p
MjGoxeM4Gtq0FtId73/4yv84Uf+YyGt5H5qF1Pd8BE74ruWRc4xQ/ucP4mOt9WZN9GsXRXmwn+M2
6Xb+jCP80KL6AVyfF+lriujoiCiz/Z6y3aMybgfGbWyIwP8FshOeNsbzjLSxx94p5ADXbmSX1oqm
TnEcaftmazXG6rMeK1SrBr2EFET25C/CoJJMSc33i3hP4M/Y7qWpllg4Xdc4WQ9xzBinrYuv5MDo
h6FccEE+/pOEkV82mLgrhvIegt/oYSXVC7SlM4N/SnxVvDR+UvabIfbG09wjggWi1y6kh1T1CC1H
07cAg7iZs6kGgKyULn1OzqZmGWiYGEx6KzvXaOQzRWquE+iSxSpocjyu0ut98DlxNLRhzkU+Z5/1
b1y/WDwFngWvIzNSIGs9xFYokaVryL0bxBoSTn8Q5wgAJ//AeSpqdqjr2ehcYHivfuq1h3YOGHkI
nyzeDFr9WUF1/5hh9LdJPiA1npZF2wokrkaFiHrJIm5FFz86jJSugRYTYVuMZtqv2Tj6S3/22FNg
M1G9mNqsubCyPdRCRCrRwtAmKOAIUIzsighRckVJRJtfIyWEgpo2WG+Mfqnz+roYbiGI9toK85f5
PUZhR1GXC/SNk5Zdgg7KzKt6rMzzdnAXUS5Zgvl64B3DTRT6qvEyHXedPsy3Oeye4bOHCWzGOVlO
xG20jrzSS2AP+JNmD2uv1Zsk3QP/OvclrctVEtV+vfaZkMVbQ9jOfQUq5SU9rcXuaV3OTms0JTjr
tXFau5PTOu6e1nQIxKzvwbLUE3TNqq+ddoD5tBtop51hPO0SeHzYME57R3DaR/TTnsKdyP5SnPYa
ux+SJ7Am7EC0Y4PHyVXsSwUWlgUgtuxXMcRYCJ2ZY38x2c/o27KzaaddzhvBNIRWVLD7UXawEyLG
YFekBVWccf+xVw7LtqmddtDitJsWy8bK4Zw9lplfdx2cdl6tV+ohWrZjwwJWdmuZMvuanfbrlPHZ
N7vti5FmqYZKsuEMZ66cijSFs+m06wPFbN60pRToTlXBvBQIZQM0eocjqnirnEldcMSub11qCjZZ
qov+VGkUPMRHfSk/yqUQcU41CXYM+PbUKepUscyAaW6npYxZEjKggy7FTdEgGTwLOjiyPN9L/YP2
iVoIxQ91kedVBgl41Fs7Tbb+16DrevDbp3oKQBG1VXCqsyQmwA2EC6qv7FSJGU6ExxBUNeKk/FSt
TaKhcqP3QBUXGxR08lTb9UuZ579XfJqnyN06VYK6EFSF2qlCTHQzWmBnS+U4BzAYyVukoDSdXD44
VUyVaS0FZ4wWId+h1KYO7Sxb1eu+iKlPF5nRrdJyHmbC86hgqzmmmkU1QmWL/wEWV2TW1SYayUtC
PhPf1BbuhI3B6+X0IpY6mbC2rN70p/o507hpYKkL9UBWZxvg3EjxGSURcM0ViHCoeoroFihQXllu
kLUHB8ZWoPoSN8ofCGKmW+iORW+F49gCL2tgSX5OAhzTK1wy1LKG9KsKPRhWb9ofKiJatYWjjnky
ws9Qk66LqdMdJcxA10iN65hCOt4mZUqzRzcMrJEuZ4x5XXW97W0XxVW6pekSXyLexSWhCTviG0Jb
i1aDbgXEaVEMT8igk1vfQr+0qorcfTW7gGRLtMF9f+6yoJevbpoABOIZdwEmRgqmpwFJNCyEGcwH
+rV4arAdl/a6MavpyGkJ9v3g6+NTDr/mIh1VQ3MgGuwXB3ky51h/oQOBZ6Sgg+igY25X5pcADflx
aIvpLpmIU+MmlxVxsLV/5SV4yM1olG8c9Mznoa9Gsc1zyyF8begICImkhIogwQwHPGG0Uzhn4Ejb
4Bt2OjasJL7CTsFWUQ9OBUSMuwvVcxQb536j5BMn/ZzjUheQS+BbnOzgLjUIw1LlqbvU9jhcjcgw
05XsPWI6I7rbOr8q7dqtP/XqW5voWQfuiGhdJJl5OgKOd/KXxHGccV2BWs7IycUKS6pLYd+m0cS/
LkrV+wfVTVa8snk+rl2rHHGPxhpS5nYg13dFvhBAKiqaPsG8NlZrbxgkvZoulQh/HNvJz02m0NeD
UOp2LHViRCs1RNdwlwxsFVZCwqbRVsLf/P/yWE1nr//rf6C5+6FW+0tW13n6/SVR3yupvqc/z2aW
n3svkYNPVMbvOimGKfTeaN6+l8jBJ9QKNHtsG1hLgGDsz96x7X0yPQprJtGc+xkA/Fki81cU02DK
4RksdbXt/U6NvJThP9fILuc2Yi6WoREiQGeZC/7ASOj0gZERhz3mIaVYdy6F7KzsK8DuVAeR6rax
U+BodUBsKXSRG7Yy2swVQZm63rm3HiiUdVvZ3cWM153WT48TJ34mhOirX8YCGWlpr0rXuQLGMKxz
Fu9MwQabE3TSuXjI3YE+ReGbZ3lDae1nDXLJgiVm00DLwb2fRi2ox7KmwUl0oV0TGjEiN1uleP/v
tLKu0iWz+6zJCLBwgUBgovKrLYWqfcU0ZKFfkvie6cm1ptHl8/WB58AYcP4u4RsK3y2SwCrZAVD0
PtttZ69//8n4rwzBf8Is/TNl3Fm/fG7OiuTpb2TypFKVT5InpSIw5f2BW37w/cEBs/PJ0x0GGn88
NzwD7w/O8jeMyQEt6QTX8YRwHvpj6IJ2+BNiW/pnRsCW4zBP/8fUZfm75XctwpL3IDzzdx6dD2JW
zDjm8hxyJOMh5EleXunHRyewZtDki0e7baR1MEkBHcJWKz0k3Y2zrtOAsWIVlRi9DZAXWxskqIGh
4gm53XBeCrauEKnyM+eG5ixxY7LmrAlxq/mZeQycWlQ/4hKjf3CLhnl+YSZBi6MxJozI9kSmF13X
uh/yy9+/Y/93J5VgKsLUOezE96fub/Xb376oJ8X1Sl/+krH48SaVDf/yqfjbabncvKbqnyGUkWX0
V32QbvxePncirn+6WZcfer9Z3U8cy21WUuC+gA6c5TZ+v1m5ibkPEXcEtPm8ZcX+x83q6J/Q5DA6
pOXB8J7x/T/uVZvNwSZIBH0tw3n2D/93btV3/e9PrRCWdhb3pUlDeKShM9r88V6dGieJrS62QxM3
L5OrEVJjGRMuQmboS9vAbMTJWaIpK42bKQDFvFDZN5meMZg2Sm7GfKaAjTjXM88yd0w9/fvALJ4d
OSskncOwxiTATClWT2npPjVedF8L+3GGg5S0loepLn2zTPdWnypg4wmJDoRH48gX4EZUda4wmx68
Kf7saf6rbaddKO2mPRtnUEZk2UKN8DkrkGEDjh01Vtgm0XM7BsOjMsREzEOSfhmHlLD5mEpqjnWY
s0aEjNSdgD/HHGx7JkqbipAUPicc56mS89aPSXZL6tK+Iik72EcuOY6BGIh9TuAoSVXtIGTe+VX0
DZ26OuRmfpNExJSEnCtACDh9u8ucKT90WsCYionPquyMb/TEbswkG3ecQV68ZCzIqMefSTr9ZjSi
o5+MeHpiC79YXT476WDtUsUBHvklaelmEIWDdOetPluKYITFY93gS4U+SdpG6QCmcP2nQSFE7CE7
4EhI1GHEV3KUyv/WSBGTeSLMZzLBR+aYmJP2Nvv6MclmGsl6jcli8O6qZcxVaeV0QS7tIq0lQTyz
zJzpC9O9iRSv0tfOsQZin6JPcznUQA2Vn9FMmqZhzdDpc2KP+NvmQNJVc1EhppgMHZnxRhf7Zpq4
IR6KkvVK3FuTyUiZZgp/LJjJoCX5aiJwLCZKXu8wNHb1rd5HJHY7ML9xh99TbKttbkwXzgDUmNN+
d2kuujX4Cj7KCyoFXEIIlbEEp1B+QzsirSwx+gc1kBxqm+0XabRROMn+QtkdpA7caRsdM0uYNtO2
qayts7yDzC+eoiUrNDJwdKqFG1KmK9IKLmecsGvc3s/6FLubrkXlXjT1tgH80y2ZyuBAQqOEu8BK
cCTccQ7jhV1bBUwRevpLRTVfaXF1RyN+my/dLHPUVCidBwjo0VZF7ridHL+FBc+0qyb0fiXMytyU
FsTOodH3vpV4oYjs13hwOKRUw4MrbRsVla5hXVtiHElX3gSie6T7R9rzGH1xQGzt0zizNsB/dlAH
3fVkmwdT+nuqUtobUeOe1a0H0pxPaWzTmv4lOw2NsmaUOFKNAHS7eOTgZDOjhOk6EeKyz0DDrITq
D3rfjfteWWdYQP19MFm7hog8kkzM8kFX4lm5GCqNCo5GvVyEOLEGYqTaiQRK/5vexS9Yr+96Gokh
maewkQsmppL3FJbBHOyYG+GdBPEQ/it7Z5IcOZZ15638Q2mANPTNFJ3DO7o7GWSQnMBIRhB932M3
Mg20Ae2gNqYPkZlVkamqMkszTX5JZpWVkcHG4XDg4b57z/lOPuZ3tTWD/lE50VVnHDOAC3ualutp
Ztp16Er0MCUxuG6KwdlWtjEbhCE2XSFbeZPPNZ5lkXFF9rU1W6LcVaJZjG56ULT0JUkmgvTq1TXl
UWHsA/uJLJjMHiXaO6yN8k7tmB5Vmrk6VtHEtFwl3fRNob/T2tVbGLI5/QrA3yxrJdAS2K9NTe0Z
oa7irGXq/WJ02hc4KqbL1PQHwkAa7ZXV35Wk5Vgo/b5L5ZZbTUfFk8erLWcE1+GEvrFDOMrlxKoi
JJJTvqnTOt83Ub4PFYycQm60sNIY+1uraNiT3N9Z0fLehlO2AwuILVsLw29gViFS1BuVwni0LLiz
dIG5/HBBYT9eH4fSeB/D4pQT+8IeNCKBPm0UPwybr/lkZSjV46Ak194rGvEdHrMCGk8nzDdPQx8A
i5u3/YxFfFjgSwrQgyamm33I8Uh0nYIwMb5n7SDaYp7h4VHG8yzP3wBbzHaa5LaC13GvREwijRDW
7l8vXP6fLLUBeiHW/NcznB/F9rfvCAj/uEX99ed+LV8E9RdF2jSghkQhK6tcar/XL3wJo7kGaxPh
p05MjMir/S5xUim20Rtu/hfm7xQXfy9gNPUXTCqmZmgMF3WwOX9JnvpHETx7XNq36K/wVSFCl39o
Z38uX1qWFFAQkWAXRhoGffg2t4wALY3g1r5KtJuBWdCcLWAAlN6/XlhUrf9cwKhttdE/aqcfL05f
kBELIi7eylbA/fzioiyQuDApIUNMRBMDGOYxKFeRHB10UvsOk7LCWJyYCPqtAAcGkn1YFwiux9t7
YHTDuKIqsu1pqA7kvutZfsTNBkdOE5/HpYhcIJWEZ3F2gaEgchwcIwuv2LznjwnU9+yGYkWbvhNp
XLdM8FsR6yt75aIPiiWRvyUSqaBO1SljzGI78jgUAE55Zr7UBIK0Cyik2LoVS5G89ig2Khtgek2D
LprmJxTGrNK59gYohjs0VfoBbItS0MCzGoj7rWxUn2h9tbOpTUAf/vo9+3/pXFVjt/qv78lzlX/7
238b/yQ43H7m1/tRYWfAsI9rXv2xyf373ShvoGH+0lJE9LR0j/iR325GUt4RExK8Linccz+2DL/r
DUl5J1Joa0JxB6ED1v6S3hB5458HkhpaPYWdr4o30zBkuMV/uCVmK8eBEquJK+rjkWjojTzYLf0t
BR0x2tMoEfTChuAqYEGFNWVIHv700TG4Sy6ZKhZpQJ9X7Px2SMzKycy4lwNtCWfCrpYD7drUF8zx
m4IUxO77tPHFDtYINCLqim7WnkSyw+BQ1ke5XoTnqAD9w6YlhcNRkjZSqmdNFyBSZFEHlRIES1sI
n3I9zWdJXx7IcfkWyuqo+InIpoeirZ8I9cTMKFGhNqt6iCmjMJDJw+MKPv9O1cLONZiJiVe8dQjJ
JOTKGV2lUKYyaCah/6jGRIy/wBvIY38aSj3ImiVzNGUuvqzF9CpXtTljpWIDYuN/Q+1rNeFi+NJo
iQGlDzylchFAJkdahZphxbkFYWeBatI89UsBOUiWl/C+rrpo9cZZCwcnFgwV4tyc7CVWnNDWU71D
H9HQ2O76Rxlz/VczGtTTrHdkSE6WxBcjDHyRUlr0ITroKYMCkRjWIjQKjHzZoiWEkosj5W5pXOAN
gI415lD3smwOL11c1O9ER07kw281XK2rQQ8o4MLQJR4PbWRpj1pBM5MBcVOQCG+E8xdLkLRbR4YD
/XdNkz5EKkZXX/hwWKOa7hD2qsLOJ5NB14jWaEA3h5GuFQZG9U7QDsTkqYRdNfAKcktNvcasR7ro
bbaHEmixFW3L1yzUKFzhyVa21m57MDxvR5gaGpueVrgA19CH/WSF4xF4rtaisVIfw+3gB113+qij
sdktGRh+bMv3i3WtIkKaGMiNlgt4OX2VUXAT+ZM6eUdoYTbOi4bepkmQxllJMKOhcVLamA4xw3zi
wkyAEF4p2LYR4j1uRwQxucawC9taiM/P7zHBEmhUoRMvhuNcmV8j8Cpuzpx3wzgj3ionX2CWADJL
daNmOevZorBtIjqlMlJ3qidtZwlhSDe1RD9FIMVGgG711FcXtLpmB6mmEfRbGBI4Rm72icvLVVo0
SHlmpKiAMHpXJvRDFOuhq5UrYXOrjDqSqyFel2VXozZ2G3X0V/jhzlZG+GOIMnRdNXLqazHBw5ee
cHMerOw25aVGYh7IErFftxgGDbwApOCD2RCWpSuDcACdk9lJZj3grmt3wLVAFA454bsWrBJtzp/Q
FIEHkvGXWVLOI1xVvQkMCvQQYbHHvqsjd9aJsAJANCJ1MCBX68sR9tOlW5LLMoenEI8qvOl+8kWV
GFq0thqPTEvIHy2ea48TPLb9pKYEpkuPxkIk+dgw8S1NIteiVt6itEiowif7uaZrgdx5el9rgxSZ
sX1EX8+MrTFuixE/R9aYn6um5wop1hrCobmFM8/zLa7X+EpQ57KPiozNzSL6ia7r7/2IIAzwBB0C
Ace0XQt90Aim+IS/lTuwLLVH9MEFgR+1gV2X+gJwCh5eBFAR7DiJIf8wzoSzRmI1uXoGwI8d4ejX
HTplKNt368qtTjCDFhKtlAKIQdk95o9YWmVwIENHOUS8bX8pTcXtpeyUV2N40peJcXFXaF6k5gDJ
YFMxSbytkLhuKBBMJ5mi78NUV4c81qZAkBKdakYXENXKeg1n3AD3nDApVBB/HxvCJ/M6jx3ZqE1v
kKuhwly5woEoueCftFrfAhiEPHuAGQJ5RkAOqbDwKJHPEK6xlUaVPEa46Y0LRa7ttZdfyEcz9xUX
twfhQr2RRggUvehrJmR5Wz/VhDeyUMaiovkaq6jpFdgebFOmYSITu9uhCUY3502gF3YTFDlwHEvs
V1Us7WG1DezhZkqceNm233mF+rjv9DdkLJgq6lzd8pK0ANxaDH6FYfGKuI8wPEi6sYfcYSCVjtED
Gx+r2IljzVxxnEMefig1xsyQ7+rGqk9AcgCK0Ru4h1KnnlBBh54lssjBfIxOULBbNyJlEu6JKij3
CVqjCpwHJG+3h1L7qi+rcWnmwfJFrSCqDRasgwCFHKBVO3dZ+zwt+zHnyDW9DaBcezFZOuda16/V
0FReK/K9YT6uR4Tl+cWcGHMKbdi2jlLNmZsjBnQaXS1cc9BlvNypDnWJa7VXEV43xJ6XYSQcYrGr
rnkkabSwl/C6dqxniVJ6OleTPNAxUfTqBE2Xa7Ugb35kbt6qqGSHmgDdUXCVcXLFPOdxJxCXosmR
t8Sj4qFsnk8hEhW/HJhgi+nmFpcIa+uYf4cQ22DnPTD/fk/MRXGoaYUAm3O702bm/hL8G/COS2rl
HhryqwV2Bt9yfaebxlURrfqg5Gq/H2ZBfUjz5rPLpM9RkqpTLYzVx7IOzE0JW3eG9M6A67FrKmTW
GlfefSPwpmEYrA/guegjzn18ispS8I1OlgOAEcUJha54peOVHmhWDfs858TLRdRc0rKor0Iucuxd
Ib1LJiO1qgxHX6xQRlqpek6I67PKpXqR4Y4H9HO4Hgf5qRVAa6pVzfMLRz4uaRV8pxKH4FOY6g5z
3dwaGtMPOVlFTwsjb2DvmSNPU+/M1RTeJXXW+DhliUIugAj2un4/zvX2K+Elkt6Q7MBmQzxP2/x9
BD1o17PQHpp+Ep1G7bpzqcUnpYCJumH5HHpHb4CP6gcRXstDlk31UUdTzH1frnuxplAqpRSMhTYU
HucDp7Wlv+QYoHZ8SIzlSGhgyUa0dQrVGnaaOB8q0UhPosiDPKFps9czkmJJtc0/uklWgUMuIvLf
6bGujKc0KmHFKtNhlLA+QLUpr8YYzh5z98rrgaQ8TpM1XUoK4ws95EfJZM9CtICLEg6cKY/1e2EJ
E0+MxiqoRKs6tiwrD8B95i3Knkh4UnwIQDbRM9kImZKXRlEFepvcHdouWZL6KGAFeeh7QYABlmml
U6AvPNbShjbv22w6ciMxiAQkm79lmohFoGqtt7W1qmdpEpMzXi0ThDhNTE9Q8vVtwnmA8n7phtei
I0VSn1duvn6ungrMLtdlQJevw9VBaGY80ozVAoWn+RFTHt3OORZvaIloLNZdHH8Zljh6mfR4/MyI
qPEQKuCpawt0cDXQ17t1KJpgRVn0WUMKuAfJSuusYcwZCtbiAX4svhXG0BxEWGyfKOq+p8UQkv+k
D0GLscAntAlySDTp972iAfpl5XdUo67Ij5gKaNiLCo2MKAs5WNQRHcKqmcK5R64juHquGV/SfPvA
04lFUCRJFf9FqYHPsSwfjpFC/qLGlsEOhTTdh5o5H+deUw5GF9/NcJMD3WRlFCwBlHjVr349Zsrd
2jbyR6bXGkdUFZBi1+6TewQPhYpUyE8aA4Vhj7vxoLfz15m+HfE82fdeY22uckV/6oEwHLn+6it4
GAZtY7SfI8qF1CCuVZD1ym0EeuIUi8NjTbfdV83kxdjiN/HED75JdGJEhmY0khSoinuMeQdNH2lU
V0a4w6gA03XaRETZqRjkhjModl/KIXpoelKyqvjM887u0/QqdiT1pcLqDGt3Z+bb4C/ujV0kG5a9
hjEA9LK7lqY4BI2xvhG/fpfkHVafnrTLWp5Yk+CXuCo1JeJILE8N6VWC2lFfy4bXwXwAKrGjBEn2
JS3vjXy7gwDakUGkZgeu4+JSTsoUNCPGRYnvPwo9dx0wfzKGFql0B9Ewb3GUA2gPLcEv1jQ+E/9J
Bz2xyFdZSytIwOi7qPQQz88Si1w8P0FkJFGMwhVA5XjCmyG7sME+sjlLYYfJtwXeJH3EZfDmWXFz
PUc8MHmNqC2+SLUBpXbwkLZnh6wLP6W0PjQoAvchmwhHWAiXRiQa7pdJghVvRa1bZGN+6DOSZNG0
WIcBCZ8PiFpwqzgESbpCZJ3lMPRyY0oCTRIOwsz1raA5IBp7LU9RhVZV1TTUcmL7LsVwwqV0hpmh
wDDf0l3ldcpOzQB4EKwhbibu5466wdRBzk1vyKnScyEIyoWV+GvZN+0DaejhTu5lKq0ly5lfqQEa
w9nlm3ig5xC8R8rjU81Wz26tnswyEtjNzYwKBPE6dKa1eTS/5LEscUVbQbtFxcKPmcwZABlK3bBN
ybsjaLxnPbEUQT8x7krYgREzQEoJv4dIBY/ZnkJI8wycaxVYQKthi34VVnIZyneh0YnKgxHhGnNp
nuj9hRfTXF6gyhWByPJMK9aNW8XjkY9Ok5z5tguwdmFJKcgxnWal2oWq7qywrzxNkFa/VcUmAI7Q
YJIgwY8u0yOdegh8jTAFVtf7phXHj7mQ5a9WdCb3jcul1ieTVxrHYwlFz+31TnbCNEa7ZIX3PONH
f1GbkzTxi7saVKscBlbER0IUGoYtwWtA62pS+ag1KY84etzUKE1QMarwxGnw5xY6PEgpbtsCv2O2
+G2mPOVEE3H7TdmeHvhwFIZ+Ysf5A5/CBLOnwoBz5WRSd5iN1JczI/aMNS1J9FopuwkNLyPBE0TK
/LAIgxZsOoOmnskgVBBPYhKRQDd1BXJfcZm1GZR7OfcFYYh3azpgPlY5eNb8vYx2Win7EvOdrtkj
uJNgLaHwzpBDbFkqr0tet0G2bmmZRU/IeNqFga5ZPSs3TjR5qag3DWrl1euictmn84/oZfIHEyH9
NsfKtVP9otPTa6SJaTCRAR5kXf/c1pLgKIXy2vDe3FzKMI+xNJys4jKM3yf2qragaBNnW9pbqeg2
UsjTt37OdPjMevGapTUYQZmk3HyikzPWjljq36q+eBUMeeRH2AnLxfBILJC8dTgR6AE+187TYN0l
pv5Vmc33MLISUh+63M01/dhvAY1jOp8nej2OFUuzDY8S516K9pGI1r1Sc1cKdYpCnBuCxqg4HwHs
9eAnG8UWZbOGnFewhRiY6q0RuAJVqxZnGVtwzAMmFfa1xTEWRRxOWn9D9zs4aT/eSWv/YsgLoYMN
XrCwVD0eXiO7SkIrrCSFuNZMdlYlnaONpEKWXedzFkCW0zcZ4izycnPdr7rmZYzzA0PqwfANOMQ6
mmCUE7EUxFVF9LqxoJmmJ/bMHXG36e6reQh62cCzgzKSirJWsJOZBu2avvHCsSTru+iYID6ZVpZt
YS3TFSEJK6qFm1yVqmMeaqDAYyt1ReDZhBAVgt1Arz7SHrYIZQVwL3ctGxUg04xvIku9LazUpdgd
pKYxvQXvmjsLDbrz7lLU0wVYJrs+npsmSaeVWUxOGBrTgfUmQk84/2jXHcdtYg0Vz8MNSoFiKV8S
RT7H9GtsXYsHV6DnZ69Lszh9LJmetFRqYBZaveU33WM9trlPKqebxpNaT1mABPhiWTU2o86s32s5
bTHm1skdXvUYrXz6mYDOpB9V1/tmzSAfaSs9CiRbzry1+JWFJbPURGaFc/k6xhNbjZRTl/SqcJAE
UT8USqfSYxE+JFFirVKr1TYIIbPLWsUxUMnFrpIW2Um0lUBPhP5eqtCPH5J+voSraLnWhGOfTUd2
pozfdqTKA1fuzTQHf8nC/mysq0DrIxo9EFacmhkMHYbvL0Ydnqdc98JK+0CpttNS4b5gRx40fXLP
8JrWo5jft0j+j3IOrr+IbmZVikxgyVTqW8R10RPq829EomS+lIM9apmgO2oB3K6QWyIcZJZDGXP/
Xg9vrZEXVKkzVVRR3OSy5WhYJTSrkfmIxV0cw+dW+pQNlXnGyOlNmFmwU5f3qVx8iYDY2AAklePE
uNTN2SNkA5jlcf46Wg1AhIEs1rmcafpHTOcMgqJjI79YcaKDry7BF6sDMsFZvUBBPBh99GhM4w5Q
yEj+U3TN8V7s1VUXHSSPn2U0u2OM4xX4NOXF+EK3NmBWeVnFEYOJYLhC9T0rprfOGBa6U0wtxUhE
oTem92YSPwDmelc7Q9wV1YLeEBFukDDT9ocxegNk608xZ0FWybloGUSnaBdGFeXUYmVsZEBjg0qN
bhhlt7hY4WU081cMNlea06rLWUxcspP9QhLcBSMQEt0CWFl/g5n2RFsCYzmmVnsGvrCFF3BX45Ox
sXjzuFqzcJct5aUfNZQWX5eq+sSrylpE0jxhz8WVUPPEobDLrwjXBCiKebOL4TwyAiYrPAFLJy7d
rqpxhutdZPn6IrHHoMKLwQZGQgsNqz8POR5dKWu+z3L/FLWdP6fy28IMyZZD8i1DVaZNmBhBSzfG
VWiEOTzNwQzmxeqM5CFjeH9lCPAegxy1FZzC9CHSj9GoDS7dtXanaITqbFFiMlTOcBzinynl3o90
sKtYXvfTbIw88odbHiFeiMUm8iqFCx/b7gMu2NSxSiZMy6LD4kKtTo+zGZxZojEcEoyGc1sghjlv
HoVJfM1UiqlwxiRKttAT2zacWINucFzpXVMJD6DbXkkW+zDK2Y0kImt1BR8uOjdA1DRkcKbIrT0q
xjcQJhOU+ZqIerI126m4ANfM3TniuqVlnTiJVN4EftABOC/ibZH3oVge8MTTItUXss15Oackq8ye
VLC14rJInoKZg1o9E4n1FSKS7CFEd0LIddMI39SwMtC2aOjgzZmxnFJu6dIkKY4l7ZRYRvYvq5QC
ChvzMHLkmm6DzqsJCU+1PDeDiJvOZnIvEz623PIWFUBTijtaTA9hSVoNVmbFj1N89F1KgshCWIo7
1cKnkY57ocm+m3hDCCEE5Z3tW2N4i0xCH+RVeUoM4rNVhQjVtCThIAbR1h/RRRJoOyFdgJncbM3t
4ZJVVRhoSO95eKeiX4xD4RpEZ/gx6C3PooPlGLIqI33hYWrM2T09C1usiMgVpABagP6UxvlxqcV3
dtfTLhFP4zzuYqu9bqHFRGmpR0aOW/s4PMwU2F3+nZDGD1y0h1gbnwcCeqTmLZGtr5iDXkcQJk9F
31ZY8lbjIIk8iyp1I/rFBAx1SELiZQBfjuGBoEBVcTujDCRz3c29/qTJ6nvfS09Z2sUBMyZy7Bsz
WPF4sJaY1Fk1rINIyTNXbpfXHiceIbLyM1vJgncma67Q4ESlyZW5PRGvDpe+O+nKodPrD5K26FTB
ljvkisEBYE3cq80k22w1tECXpstEow8UDNVgU7S3ZRDoz+dfzEm5mbXwjEzUtEF4VZ4s9gwqasoh
TVu/xSKRL4CU+RyGV7OqRsccN30E8ReOEYeZRyACXjdh0f15NdFMALs90l4/zrl1BMd2wqMsOYmx
wl4SJluuYgvONE/Hwiiy0i6E5ruxTjOxM21MCrF2UQ2ZMIAwu81Dz2wGnKM0RF+qUL0CWb+SLHCl
EJw9sLaOZk5rUBbapa9Q2pTQNWysPqqTjzrW8KkvApOSA+oy+RlWQq2mTdJtHMBzo3FFzBGnLs4D
F6JYx8UFhCatUZDEnYGdRcdbIZqddR/Tr6DPPVWXvOne///4+FcZNLbFTWbxrwfID3/77xWKDnIw
4Uz+x3/x27fyb//j7b/+rE797Xf8JvDQZUA1XIRoSSmZ+Ddm2V8FqoKu/CIhpwYdBQnqNxXHbzNl
Am/ZEaJB3eTUuiYqCDN+Y9jwJRGFKhMsCGQMqY2/pFDdNBQ/aSxwM9Czw4HANEnTscHw5n/WWNAz
6PpZFBV3YT4aVA2ugVhZRQ+4wGz/dKL+iZ1W/pOe48drWbyStOlSDFXbbMM/WR4UbbUkEuIVN+3W
KTC6DdLEmoGUe+uNs1IbCz5BAJutbpUuKtV4maEwtRwJGhl1138mYqQFdPYt11QhIBJ/6qpteTLI
A/f//cH+QAb/6cQw5MfAjBnEYKj/J/GJbPZGN/LhucjSniLQGoSQm/kJIuu5sogKqfHZNbX5SAtO
cI2GLf1S7tKZqPSio1TQBNoZ9ZBht1PM9yxpvrDnBaGB7JPRi2jPGhkCsonZPqXCzaoMs2cy9rso
Ng7waGeGHnXu0ekx3fRO7jtC4gBOEGnQEG7FL9IK+AySTDucZBZmkC45qN9iM7xXGmvehZrwxWzC
g0Z97P31e//fmu3/oEq/jN9bNmSbCKru/sMfym9I1KvyP4MwXUNT9a/XgfPf/mf59vFHVfr2E7/e
9cYvPCJgVhnAlxBuAd3+/abnKxusGou+iUYLtcg/qHCq8ouhoRVBC4Zi3cTV//d7fvuSrAKZEw0k
WVzsf03UtbEGfrrrQTSbgA/RcxFeCnRT/nGn/nQnGjG9wHBcRna0N0ZApF0db5pLuoYfO6k7Bmdq
/0Es7ejBdPCVe6XL/mdHhOnir1Rh02IfnyKwGEXl7JRd742ol5/RVx8GPJBu6k/PS4CKwOsPUxRo
+kEcXDa43d1T55EaFRQBcBB/bU8Y5Oxa8Qo9kIsnEZ+to3Dbsz12Vp6x51G7rxN75MDQmvuja0re
7IfARF41d3BuA0dxGxyme26+i/e6F+8SN7OrY3xTJkdfTsMRKPBgPw12fBLv5Fu+F3k7tIJ8+VCf
9J28q13t5Si4Ob9EcMWvatAeCOl5T/zQG4InMFgPOFvt7RXoQRkXkjuVU+griZcYtng/vsjnwRns
W+h0nnTBL6jZT4fb05Nln4/bfyxOe8r3nfeqOpVNL/LUnujPH7KcozqyV7Kf/S9fIvt9dusTiTJe
cV/xl9lTQ/aBgUzXsI8iKBcilNwEXaxlD0+xX9JS5Hcb9mtif+Fc2em+d3v+bnaND0JgbN2hJnpv
XxQ3u4cibZcndLJ3i5U6yaOEhjyB4bJLsSMMAH6MkpLi1nysO3EP9ve4DeuZDim+xIvwcyftllwj
p951wWBLl35lZN55ceHJF8a5A1FI3UE3L5NxbZ9XP3dNNzlFe66Dp9mD8uWSE3LAFKvUbLNd5Dxs
CaZr4+b5NQEd1TnZrX5XJ2ax9vC9vkiQcL5rfnMbdgDU3P6DfRYBsccy4WNTtP3rDDBHwEzpLnzW
bFfW7+NZw0K+20gvO5pKX0v6CFTSjwrvhhN3HolZ9dpXJhC5m8V7VLTx/lrG+5d23sefAwpZoqKQ
oPuR1x/FPe76U/uyvE6MshkKIvCATAj0V02hIlK/utK0a0TXOHWiN45f18jZ8gxuqU1C3878Wp/j
k3xWHtrTtBsedeMqvFvv1Sq6okk4lWWz3eEP4iG7i13hAhXDSYXzNHmi02bMpm0eZAX/bzr8uSWi
mkZdvZtOxp5NGlAmKQbuAp+FhutZ6fb0BchRHD4ROLBXQ0g+AfL6MrwRQqud+gst+7YCCXbAcV3F
geKGh/ia7tMT8q7hM7zxK913HKz29Xo6cPyNIz40rsASUKGaYv/5zHaSpMDNtuckdN0+9Vf9TJ9v
x7jAxKPgCB4JWr7ABbY5VJjdfYC+4hqQdi5NXXARTlj5uLlXu6dbQSzeYM/PXHUNQbhfJcJfHe3F
RWwSPogfqW+j5LeJxwzUM1k+SMDRVn/wxgA5+bE/+NclwFfsRNkR5gBnBw09g6I75RI+Cn7mbnew
qDwuX+MM77zdvXNcbGNLp37WWDcMZ3xGLHCNjvM33fSa78I70yH2A7SgOsVv5kDbldHXhv3k8gXK
ghQs59JXHX/xFm9koLRf3QuBesd3wWZ8i0zmmH7L7vQDVGb9DXWanX0PsZ/TGXfMl/ydhmEbyC/X
6Gy9wUFirJRe5Xvlmlj4MNDVv6zLvnekm3KWX8xTDVeCCDQYCB/iXlrP5sVbHWNnPhMVeiZsw4Ei
8i5f98r9znCku/hTuTOvo8NM/0E53DV7lH0+E0kRK0+2R4GgPqktb6i927p/QeayLHtvb3FAi9fa
i/ZDHFTXA2mWzlevtmP7bnE9Df+M94EowY2c7pt84k+26KrP5duLwmLOwI6kQb/3Bnfy4zfmbza7
OltyZm/28oAEHW863cm+5NyxNX7qqM0u64G3YCejU+yr0+D2nnkhrohvwXNq1/bo6Aj8bIvvQTao
2/mddphcDoj/fT1JDvSIKmB7ZCl7tXSys/6S4b879J+aZvPH/PPF2P04irv+iX4ODd0dFpUnAz4M
qiQbeU93ak6ARbDtkBFgj5+pfOjccjME2quz+GjxB/7Ve8WeP56s3YhaXuNR1R9IogsvZPwhoZN2
w+IPLj/D+GeXa76Qu6vpzFye4ln9iBAf1GQ4e9FV271A/OM9WKoLmgVzzI6r0jV2kle5b8rbY2qn
hwcn+BT2JbkbR/1o+o93pCrjaUdJpb1pDg0HnpvGWbrLELddE07R4Ddu4yq77R8SBW4G8LhXnrEc
vrGj9xN9Kd+ywumsXXfioMxn3Bx30wkdECGrkx2freZ1CR3hG104A8whaWnqJfRulsuoGQf8DjXX
GAVqzXNOe8k5ZNBgCttZ06+FQBkDy5V6EUbZQbeEX3cF/6dx1f+ZPLg6quF/Uzm+5f3bz/tFBMe/
142S+ovGmFvBmv4b1vT3upGvoB9W8V7TxZUxDlFR/rZXVHR4p6SeWIZMNcdW8R91o6L9YorYZcFe
a/ja8QX8FTfjjwr0D3WjDB0PM4JqmCpQYRDYf9zBiVNUCFEm0ASF+5ggEpMn8pM11Ay0LMuaycDy
RmzkVcrfkOWZw+NQ7Xr6IvoS38Qh3ZFR78zpiaa713UPE9K5qiP19YlaNaBdivBQ8qKG6OAUe9Aa
mNJtlXsykp7X+qwjRNteeqq/yPMOSZ0zHoX6o2JqITAICaJHfb6J+c5ocavARzOceC73fcRUgeRw
GRVoFboVg7Um3/FM1ekb5nF7qPgrIxddmEtEljBaRUVBwzVpv+dF6iJjscXuWkcMv1USL686w6aE
EfSIoDarP9eJVcJ6XrbeaNG8S+Fy6cVljwTFVjOMSVHQaso5Iy0nEehsF89m9m5oDESqyDF4dAus
TDp9fikEY2F5LaorMfuQ6/pUaQ/onHfx+MYkmNSIyJvDydcW9DbKVAVF+ETKqC/VkV9U8REwlWeg
65Nmac9ggJPIHFka/SraBsxUxUYd4CZ0pflzntAMkeOFsDKBhbMfYzab1csQHQl5szVDsMWsdZaW
ZFvyL3AkhXRJp/CDdYYQKFuTg1z8Lq0fJig+603S0fQxxZYKpNHL+8YlZEx8BUD3hdROLzMCrY28
Nst2YkcRbzyLCcM0Ap+QESClIJhJ6+nTdU4u7UK6n7Qju1lyrTInrDfbMS64kAbPetUwbpv9TJGc
IVZ2y9gwzxu8th49Y67vFDYrHU4vmuMiQdYxQsRJALqB1S9u3krSxpkz2Ij8HPE4jfEhiTsQu4R4
MLIfl+RYizIWygdlGw5/o/XnNJguS2NyEbTNpmq37auIwliGqA4AiHZ86wgsrlOk7GZoB7qWe6UR
0UFH2M2vUqJur3c7oRLd2Sp36mSc9AIhdIT8kgwrcuF3q3mpe81RDC8iZrCU80OkP43jS73WMKLO
OUy0IeYYuBO2V4y0V2nAikoUZFG+ZNvDbt70Pvs0+QCd5NXt4o7KzNwK9gLDzqhZ3ZHn0op+fwlB
HKmC32E4A04clPE2Zp84eti20uwyjXNL5aPIErqSiF7mcnHzkoB2utWY36nbZpf2JrPwq46OUaAV
LT3U2XxBG/PTSvhPWkQbXuN/X2CgC8ibZZvGy5+6LvTRZCvusSHL+WfC5qQrHjMq8SlkajO5q3wl
Vg55sfS/qDuT7biVM1u/S81RC00AAQyqBtknmWSyJ8VJLJKS0Pd9vFE9x32x+4G26x7pnJLste6k
lj2wfSwlEwQQEfvf+9sb3fgnUSfHWeZba4i2lZ52hhr3ZaZ2k1ftBsfaDaTsQvRXFe3IV/HH0F+s
94LaUIiI/qb7FtkcifgzFmSsAJ/pjKGg3I0Jm8s0WNnDZRnd6XpXSkQbvAQz2UyBpVo6r5hBbIem
UPMpWKRnnmYPKOLg84yjJeuTJ75SAbdKCuPSay9rTGxZe0yiNyfA9E47HtHB8SHjhyj8lvitR7wY
p//dUoLm/q7IxGI5+eVF/Unj6yUTrBLz7Upnj2aX3ogy2SzZSz2lq7x4nStCj+YLkyHt7625wSWa
/+b3ij7x5x9BkDP/1DxgrvwUg6ceyPDHxYqfWsDBPCYuFGoydmoZXxKmfmc8nJO2juTWbbacflz7
TnjHwnip5XFS27Q886ow7SczPvHUGzN8vMvQ32dkBbyYSc2hMpmI9edf347Lhfl/GiDLKUKNaZvc
i8tPjiLDP/+DTGJxx8RAuhkmB+89E6/eZMYtT3Oqf3N9lr/ozx/keNJh5CNonvnxg/qwz3pzzPsV
T5nNGZoG3JCqn33MJKv+3WfJP30t2gACpleBbXqosLb48dMWHpRhq6gHmnGiAPdOKusYt+MB3Mth
oOi8EEvON8Kl5byMFVhj19lb7hFirZtTiT5eZZL8Q4FEk87J48IMpzFyFzIQmzMyyeFSeU5/7sJP
MvNDVpT3SYhp3nmKeHhJz3/Fkb/l/b8OaAaOaaIzl7d5j4kxvB7bD0tAiHHnG21tWn+8mrzmYjoL
87b2+63DaTCcb5vIWknL3QTe99nFk+QEqMf4WWRKPI9DIVMsE14vPIXXgZLJ0pxOU4Z70eJVMk5b
2WQHO3zKOF/2UX2kOXAxdBxC4GP6e27chGl70ZDlbtFZfUZ0asIafk2c2C4XKA5DN4sQPAuiX9P0
qR5Meiv9CuT/QQLKAiZC++SOGP/KkrS0cRkktTlU7FbPhvu0LMNMwOhLeqamE8vDDEldH4KoYZR+
X0loVwjes3k1ThyW56+WeUr9euMtG3njYU5wIWZfZz+/MBcnsHsx98xrg+++9VVyCRxzaxBmGIs3
ekUIdp+ldZfkZ4hxvXlMu7uBlcMbNL/65zAd8LZ8rgB5+dz1mB58d21iUeiNat3ap9HaOAn4NdB7
eUkPk9+vxmjea2feeFHF6BvSLJu2zqdEe0Inn3h7AowjkyM4dgnamjxCyhpirnaOHbWLftZRJ+mz
ftKFKbCoZ1IcJtJsbQcIAQMWX95Jq1XA0qZ7EEi0N9Q895l1qTlAWc6a5E8EVhueVqKsvZw/EmwO
cMS3Ds/JQkULWft6UijhKQuDTUksQ7A3W6o3I4/cvjgmw1LF/ZTCZB89Uvr7wtm3kbsqEFyYkVoq
3A59fZDeDQxyXuXysCypFHYu5pNNxUbGKJqDiV82y7x14F278Vd46bdTulXkjayk23Pr7cyUqvQX
3yJm7vLH+vDgTGIfuv56ICXls3mcows3CY6Erlaj761Sl+ibJglG4KFo77Tt3mfO4+AOV47o0R69
C6vaq/DRj4pV7TsY3Jx1G4H/R9WysSZSn8Y38Y2bSFlA7PCuf+AhZPcFaNMEX2deDDNbAhh2o9yN
PgHZgBMhu1gbFPLosR/xtjDd7igt2mbVeLSQTuzqe2kevO6uagYiqrjYQGg4UAuZbqYpZ/bwJR7w
sZkJmSJ6Vkv7GAU3bP9G/5v28jV5EIyGa6lZIq2n2j/3LpVf+gDZjUA+i3gesFAbD2783E8PpmMe
DZ/fzhjdpxnhjwEOX9ERhT0r09hKvHp9+0Fn2r4VL2PPoCqINvM4XkQqvF+2lLgCt32wULOxp0XD
Lqo+iva5SitqB1gz0jMcmV3Xf2Fs9CjIYmhmsR4OC/Z3Tnsw1FUbMGF5GiQrZROt45DsIltNF1oG
ExfDorAUV2SxA49MDY+5KpfAQO7h1ZTcqjcZuANn4l6Z76DS01r/LO2rkNdsOzwT11mJmPsSAHMn
9JYJ2WJt2Mz2S2letAZeUp75oQeLcizQ25TR7Rz7xjqkmL6IZdnRU21EF2HLO7ZMnwIgqrR4r31q
n5ejRG9lZymJfYF9cAq9r3OQopglnRk9DbhWHmVUeIEvzMC1q/ZcW/469KZDEtAP7R2dhn2LB8jL
4zFGKm3mHWa/I78tgjFPffJoFd8L9koGpUOuR6rEFEfYeZDAn7AKbXVpbZL7bPrqcuypaSqaYPZy
FQzD29MjdxHlyCagbcyouTXauzrVR2Wz52WY7TVi7cWHWI9wIxAycBcCLlxpZ9r6xT1LQ2tR69dl
D+Z4GTXcpdlx8C/pL7JGhGB+lK7sNpZxk0J8kJxXoIFsISWuDcxcvkvezyXK7eKM4rE1qYnhbkXI
mCd6G/m42jVIjYpdxK42tIiFsQ6lnGyhV2xDJCZbPrvzfS6Kjd/idE7Li8T/auE05JXXK+uSHcQ+
ZMQQIZTXa/nu64shOIwCEce9YuxyqbrH1DzQLLgamn06HAbzCynVFX7/OkYzksXRFfR00k1PMcdt
Y2zi4RBiU1EXojs50z1ullodFhuLb51kU8G8z9eMlw6E3zet8a2dXhRnL/Y+gYu6nhI7JzSRuqvE
24/1qy6equVz8uw6b5JXA+bk4Navnh+sVU8d6hMwxI0PRIXd/a6dHhoZniDNYCDjLzRxwCRIfqG5
7qdzSgEPiMe1rOgqrOS1wfm7G2uqcPSqGcpXPz6kg70xppqMPalSvROcYdNtaE4P9OiW3vWQfhnk
q2Vnj1bjrYX1PUdhmkkcJOVmjghJTtynDKAiBf+Vg0lkb/QrMc91qnfIqooDURQfHQy+htpCf1/1
+IPJUc0mcxbJCzzlTVRBVrrV/MISjXBmyQ1mYBxkNCD3LU4w4nLeKsF/arHI2DyjTberF0cI0n5k
XTS8TN1qn3fOYbAeNZZOm/np5Ec8LHhTmmE3+cES+niuedWPJe5pjldRdT+1p76vV5ISlExVJyu7
J9W86jCO+GO0DeQLh/trx0cnqR/V9M0w5uvWyY8Ggw+bLM7cpt9xJ6/qjhBedCyCLaoEv5gvhkMO
Owi2RcyDl9HpbBZXAfEAxaxNpT0WEI7zDyPIIlItyAv9tgV4VnJbVx6NYhNeOb6/P3M+ikLI0jRY
mt26rMN9XyQPcVnzNlkWufRCA2Qhj41kqrbJZGw9k7ggtt6AJnvCOFwfQqvbpQA8geYzcXUdvqGL
Z6nWxZVtV1svwrvEEpMNzGNod04ARZRBjiMWd3Vy0ZmQPquZEQy+ZKywTnk5FCy+5TpLKbpEM59j
d52b07XBsxyhq3Tqez3lm9bODlFBYFbegHGtPPDOzhJr5bs4NGaQ8hQM4JF8Utvd54218kt3pXN9
cjjxGyr5Npgu1Sf+Ks2rfcNUSLTZLjf962jZpTjtOYknhkXmJhYH2r53wIs2VcbdY1ZXIixpYSXv
rcpN2j8trZZ9m2w9xZ3KPMhwNl4yXWcp2840v6q6c56y/cib7bScWqfijWTpNSGyIzZ1tcrhgi5t
HXn/teWVOXjZBdn3Y+iFO1+MHFeb9VTf6DnetrR2JJ4+BmxEMR75VbiVXv7VoSkEQNK6LixEl1d4
RDt7avFP1ys6UDZKsjrQKE+WczdyjXz8cwOpkmrbQbkwNV7VCatjvBPel9y/J0a4HkKWv+KFu1mo
tTWbe5G3kCJpyDFo/wyjTaZeW4udiZEfxMxRudSbsXxqbL0jfr7NykddPHIosKsWdJa7E5nmHbZr
qrcwQ5ofrnINJ6CB1SVo+0peQv8lTxei77Af5ytnKnE4tdnZGJtr+lWOuqv3sT3uEeFckV0MbJ3y
Ir77PNX9/1ac/zk+xv8mXXoRhv9nXfqmzP5cxbX8kb9ZGmwEaIERyffobHe8T+TM33xMizRtCxMG
BoxV08Md+N/SNDAaKhJ9TFVSehxvF7fD321MgPZMTtYUdhNBxIHk/0uWButHb5FcoBxgWqD6OUuH
IlXFP55pTax5DelDc20AmdJbRydmt0uskG5o0iScV3PZNqSRU9zIuuYs4IAtnvZ2bzf+bw7YP1qq
Pn8UuD0koAXeIYCEPx3mB+yLdeuYLJtZM295DvASNM0djmf7N46q333ST3J8W4ZGVYS2uYZ/1jKV
xoaR2FF0lzS4iP9wL/Crn8Oy+GMXAr+oPyoUy/XFV49TzRKCl773kzCXSWtOydeS8SdLutfkJbAd
i2oTxCPSZ8TOdRrafiPdIAAQEKgvv/74v/qmf/z4n66pFrx2QY+anGij+OxgctrkYT/cSQcs1q8/
6id15G/fFIOdZznW0p74051UTm2j3JI7iWynfyoJHnNi9glzo4sElkHMOGqM3a8/c/lF/UH/+fxM
TIIuDwLNtPRN/Hj3knxOhRvx9ZI0hb9gkOja2oYRUdrYGtdGauLvjlBuf/2py9P3p4/1mRthAfJw
Gsrln/9B35qBXBQpxCTUzaF89hGYT5xXdLJth9FTu9KZFOKKLGxObT6hCHplMvPYzI0/vM7axLbj
hghM29z0Go7fRaHFigyoj11oIEJ0VaH7Y/KYo3K4kcRU5W9uyr+6K6jxo4aVAkDwsovq+IefP0uL
EtIHIwEpUnsm0qxSZkbBOOFX6Mvf3IL+5+X46bdEIQiXilucl9bPVa2ARui/wpa5LomOM1r2mMfx
XonjW7AeREDAulRqM4jMyNYjUYSTdGubbSBNKExctUJhDY1SjWu4f+wbiaKyVTSEJzej7Mgd927h
dIfBwe6+qZuOji8aMKeHOWqQm7jm5eMwySl/1LGIo3UQ9kATE5dC95UkkTUclMIHb8OFZIxj+QUm
lxyNlfjeQCBYEuDdzI7PZFdWqFoHY1DYwXEgDtXG7OMivmlKKcZDVbNnBQ5TWxn6QKpfCzgm7JgS
/GRXDRXe0ZoMinHfuIN473M3qnaKM6fL8UPhLHJqmKSmqgh3BRAtPqzQJK0qaqvBNeHXlDJM/rDH
U8/hubPaCO9FVHf9hrKKrt/a9mikm6m30pfOrIOb3skB6KHbVI8umXp5NQ5DeQtux833M7wL3uuZ
lo9BV4UTPYmZfZZNSx+unEAj+KPdf/Ux5827XoQxSVat6PdrZeh+G0UEjocRmWKOmGXthydm+Rzn
vfdCKzZDD4qTvIvK7fRHaycayYo0/oubFvoaSnb4jVTTeDuUjUSnqFX6mjo+8MWm0DjdW5CUt106
2dEmLyv3aUZqQTgoYSAlDaDGdaVL814bxrL5UuVw76cV3VGScAMURnvGXZr4JL7Y+ZIldUugrXaW
96hvpq9pAPZhjq6KRtLAZ8BmwjQyDPLDKyaV7HVqxN+7RKDiJYI2eHoGcgZfGXVoZCxMOZzdsLUv
iKePzJl4W9yxUsps60ESRfcooeJq9rlEgvaeMQnvgrIBIS5if7AVJ6h8HJK95/jJY6FAlK39ULQ9
xpYxhQVZyuaxtT3pwIoJBBttMnu4+cm4lzs5tARahB9hc1FxgvsVxY14HecJ0cb29VgshEUE2hCj
XeNS+93k9XQbmmZhr1sWmCVsjzGSpj0HlSKfyuzD+ST860/af/NJ/g+WEoDqsw/A+OwGgOhBTwDF
Gvgrks/+gKSjSsBhAQP5/NkwoLthoUN9Ng+wwWnfss8+glpQTTdSaCNWg05w1Q+BbVyHeaTcgx3V
yA+NF3rjVUoywdsUNnHxPfF8xlB+XnXepnYUt0Lnz6ZJWRpm0eLSHel6ewQFalI7aSy6TOHpGoRW
OvnzlZLUUlzZTT/PzxMWgYHauNqtoaZ20/RNtUBmjuEY8S8CcyNjV/CuU/Zu85CJNS1l7XUJAKl/
aj0VDWe7w1d9NpsRXYkdWXkJ9TVqN1Bbe/O2qg3n2TU7HCfam8sGbSQ01lMew2Vfl9yscg0Dm1II
BiRNd80tEDyb1QzHVMyGClCnqA9b25YK9BFAAkmmPtDxnfbo79hwSBH3hWVHRLfG2KG+qApMiFot
IZUoNfECdvHMzLSsA6M/eGHm4q6yTN4gvDRL13rGOh3doDOM75bbazxbeRXLbpUWwDJfS4/CVI6w
tE0U5lVkD9QRkuVt3PxSOaqWB2AsHrP/Yeg8QkNVQ5DPonvKkoLDGfxMhgYmtBN4KaSZCeAqIzcH
yjdj7yHrXc60AaB9VsDCFXhgIs8er+w+zfP9KCpuwt52jXKjkrD317TedQ+18PzokBOWxXlk+kNH
upG/GUllSp9nl1MzkaqKpJjRAb5C7uzDfUmsKL8SbZXaB+htbXnfu3OOUTMpvKe094YHbyiCk2E1
WHekB95pSi3FfM4V4WXZ9NMuSr0IH48DVtlsua56qB7b0lH3IppIP4f1ACNUM5xHVsmLN0Xb8w6g
D2zZsZjv2qhqH6N+Lk9DMOMHGv3hSRlzz+McKo6R3rYByQoLarrKonq6TpLsjbQQNJ8aSMy2GOG4
tl2DDtZmHFajYNgJewQjoQgkRZ1BXCxs8uyhhSCDFb63zMsZ02hNCcnWxJ6px+QL4JtwI6iPpXQk
6txDmYN0NZogeEl7tGQtw9tm6Fy0wcqlIyVQV7FmEggEZ0cNR7gaJ9O7NBqfcXWphx0voPTCo7d0
rWd9T/CfRLKEA1RQ9oLZwfTolckpWBTDdpAt1Dq5hAwHFE7TJy6MXNzu4hSKXGdWByXr51pHS7Fg
NflvLY7+nSyz/NBTrnpMG5V9CQCs4qgQA2oRL65pcv19EGa8VSjVnLeVmD6KoHxOU5UdGnwNs1Oz
BNgVYW1fDdVOulNylUxLulM67WXaVo65SSz1KhDXCV+OYNZ6X6p3tjPHwjHUIS3sD3+sXE7PufWK
iGrQIxqzmrdJukdzMCOQsiNxUlU+q2n0nlWrqweHtx50NO3fGrPGaT0wwXJk/z2JKm9rBNFl29Yf
k1QNUdPstoQpFoRlsicZ/gyy9GYMAGpnOat0ulyrNMu6bZgKpLkGhMpamSjHVlYMRxU1kLfc6KKN
rQc7c8S6KOk4DYq6ZqDeykNCK9zFnNoYJOIaN6lByrtnb0CKQwjzRcVOh57XhPPeKmznOvELOuOI
QeHBgU7FCHbABz2k9aso6ui+sMlDMX7vanfTqMm3t5IWsgzE3Q72iDqyi32A1mhdj7HLimPXxdn3
EPji4JBXdgWsrXyPRvs6CdSF3WgDXIHVHv2u1BdlKM+xKJlO9u0porJtrWRg0BG1vFYosJmTDVvf
UzUU0Xd2iv77Z0YZmDL6pBcQ9zOEvky01zId6m1mB0x7eBvgDhGgvxHcRtZjltNTNDOKmjOhtqKJ
jlWs9b07Ouc+kd/Mnj/TFbN9cGF7D6X5fSy8HZu07lwZKHhD4e8H22nXtPt+KEaeG7GE2BpHnCMy
pi+T2xpkgqPblLMuGnICG4a+H6yIlVHeapOBkdXQYwMgbOe0stnlBYZ/H31QtvW29ybk1F6vp7G1
cfV2W3aD6hi7o70pM3/YQhu6pc6ZwiOZv4bt4N87hXWR+ox0DbPfUwCGEVv5V/QArjpZvYlg4ABj
tPfogscumNdtGL10Dk1Y4PhIh5K8K00YrFH4liesb6gQS+O8us4zlMi4qrdgGyJoQByNFLuevrM+
aEZFe4R4vZa1RQQ7ZbtMe5i/QU82OZYKYx20Nv/nIRRqHyYJEc0Z+OULueZuQwT1u5nF8YZ2r03b
E9+Nm/cqp23YVnaxab0YOjgCZiznV2FG/TbCdqAJfZ8cf3F1zuWVYEM8rnjZ+6tMh+OjP8UxtVMz
0MiCLluGod44rseyZqKeT42xtIAHHbvUgAAT8+SyeSGFTgI5Ehin7L7G+DN1M6+9WlF+C/IxPuQ9
YLgYq9o9HX7FczR6tlpJAoNctTzM8ag4kQ/ZYbTNbxIigEb47xmDWNxz9TqLPYOhps47XLpuz6Uv
stGlLK7yiqMVtTaGU8PV/UsA/Sbeo0DXwbHSsrtOhlnRT64wvMFsqSCWqcA55GYbXdiswAJ4jsc4
qWns6WimWXAwJngysGD6hDuHwjm5EkHkvIeWR3+Ua2YtzG3Hab5zGTOoUV3B+CKag68NnhqEatUL
MBC1BNMCXGKMdu3YydegnwQW/GJ2h2NlB9Z1i8LDZTRM9ZCYiyadRdIGY0IZ69oxrOTapFk5JWju
+MuAyGIhWII23NRuGzNy8NKIzJibqG3V2LW/wSXR4SryFTtf29W41El4W+1mCCpAgYV9Tzo1pHEA
6QaTCY1YkP2KKCFdEFb8Z5Lv2IqqwYi+V8oCRtO3gkF41RoVQa6yNuuV1xuAQh0GJBiX5u3oKvup
owjM3iW90T6PgWygRMwFV4m0NWIVLHCp15Ufeqc4czoTz9PQ8D9HtEcxppBEQuDg5U/UaMdPcZhz
oxLpkA+WP7GM+V1KjDrywgGDslJIxFWbcK3mnEZBZfTYLGZZ3ERzHYht2KuItSFMJz5cdtmrTGoG
0UNhVQfGNHN/7Aj6f1M0Lr/mYzHcUlg0kqXFM5j1FU7FsSxqZyuzwH3uGtXBLy5qvU9bq+zYbGs5
rasRoWxlJ4EHM0X31vsQxcGzUAHvo8wNE967qRHqjUPe+bGtDIxBDTcmUxQnG++ErMuv6QDhjgNu
je7dTzWhnpJDAfXnzcBxpQfatk1jSiV3ptMD5Wv8WbyauXIfHC/H+l7aQpSQ7FzqBlIfcP9G9gYA
o2gC/sKzWIxfvb5wGgJHLabBzhusO5HJ7jZUbh5ftHzKXTayO1jlozKGvXC7lPVy9DLscW0/QuXz
9bvK3fJ2NsIqX8Pky55UadcfQ2bqc+qIBZBquJXLzRDWDySjO06+sMdIQTDbARnEwAPLfd8yUphK
SuWAJOrQ2QTKFa9eoSgg62mt/DBaE8yqMhWYD75Qi8kfqxzZj8m57Z2KyjNBZrElx+7qF1+XNWYX
XxYcsLuBbGJrV9nj1CpyPVaRF19BuQjMlmFT39GHyAHV1EWJLZ9XLdiVrDC/1qqCRK1mc6TW2Q49
6KAxA4DtNAPzW2k9AmbQ4JBOsTMY44YRtvElwwNH9FkbFS7eTCnSJf7UprspNSayTWnG4K7rZk5V
rmoMYthjD1K4y3wH6KfNehGNSSjXjp25dw5DFp9ZUm0/ZrPEc0ArX89Rrauw/wSmA4c78syi3hp2
Ux2HfpjD3dyF1sgEw7OOuTuH1i6Nkm6CqNolHRNYO6DbIuvJtgSenTwZDKjkSiYiupXsW62V4Y4N
Nic9tlSU1z7Ro9LJCxIKEG85yTSp/kY/X08ABjAlm3zge3d+ZBJuM+lvgIxB9Ue6c6tmfPQMUMJr
GfA12WEX9a2l45DB1YiQeqAshsJ2k9D8LWD/QKz1tGDGmzQaqIePyNFD8IDAvJJjy/sco3TNeQ0y
bI43hmIOz39WMSrlWpYsUbswU3a/ay2Vvv1GIlzUzh80L4DXSyQxcFEmF+33R4nNK4VXKSdnEFRM
5p12KyyXlLIGbLOVoMehB7HVOQEWmY4karvhAF1eQzrEiuxVxoPdpvUV8OTI+o1i+ieVlp8r8O3F
2o653fF+ki7jwIXXugyobGf+MsRJzwadYVLZhzEwKW3e/Po6/MXHLZ1WSOC2sJAaf5K/07BuvH6C
dxHABN3Yil4WKCsx9DznO+FuZ//rj/vJD0jo20GBtpAgbSEt82eHnrBR9WPTjTedjlT7Vpeq8Z+o
DSq3IoqM+VWOzN/f6mEqt9rtvN8onX8hq6LMsD1GZqGbAGj5D7JqYeYlMiNjhZmX+MpnHcHu4pkY
n4rxN7OSP11XSeG0bXt4e4ii4g798aMGLwG/tXzU1GAFqHMnxXJGMtrqPLB5+La3v76wf/HVli+F
8dFhIkX704+fJ/s2M90Kcd8mjo0VJpouee55ExvG72y3f/oo2hsQFx2Lux9Su/nTRznOKBuIOHxU
CMlOmuxqCpfzgaMt9/LzW/1LE81/blz5y+T28nkfZTU3cRh17X9+hrTDb+SSurcf/gt9TbTG3fbf
mvnuGxWx3T+6wpf/5z/7D//ePfcwV9/+498+Sk7Oy98WEg7/YzbGtnCI/88zy20LNvn//NdPPemf
f+hvU0uLfjAfwjkvMLyudJ/jdf371NL598+BC1Frer4Eou5/Ty0F5erLzUGvmEdFmL/cJf+YWrr/
zg5wKUnn34tZ919qsrPM4Oe7hNyO7XPCdTD9wnv4ea42tUA/ph51EupW+sTmWH30EKdphNAuUhkH
6Xhct7UbkPbH63iHh0qP8Hgt2EfQFDhER8aIkUr0UXSIfJf23pAB1bnhaNZtor7w3mHXRaxdUhvX
nKCG+WBmi07TV21t01dkM/GHHEODleh4JmAicYhPEHt729mLikPUvuBV9xgCFCwRNsoO1H5eK2fl
DrF/J702uaevGCV3aBb8aF+TlMAsiQ6Huxwgli4WDGXsSS+BeFQK+phoMWA7NuUjNe+OSs992BrU
xrpOC9DNU1SVpYBPrsuK0nN4x15DOM6E42hHbng5imVTw6/PfrOSATdpSEiC3CV6i3mscQ9jFiL+
QGN3CHGXl1gUnESnmhNz4/yUThajIhjYEUZbu2Btx4uGQXLSzNp2Uz84NhJ5DJacMQ5EbjTFtAN0
WHQvSRgy/3Ntj6wcoGk5bGqdTC+2FvWdU/CrJExoYpua5xTVsncEzW1sOV/y0BVfpBW6TzKkfzqt
g/qsPGgPGwteC/UkjRPh2AGSXazrKbl2aIWLBwxLNhlGNNbDAlPrqgARsSupfwtbggn4DA2OtIUV
7wJjQVEYZ6le8umGYuZLVYF5nPE0Ac3jpyhqUHYipgCJWnKSiZSX7OJsesNLemtapxJdc/D1M1kR
gvil7q51wkoXgvQma93Zudyy2XrXhv3oq5gsCVmfyqrPaJZrKKNXltvtvVyfp75/MCGERob1lLXf
kmq8qReXdfxN1JwIQvMl7smiE6UtSL/03XKJJ3ZE6mgNhrkehbNXUftSp8CSCxhV47xvBPsmm60z
jtWVQ5SmzmcOPOV2lBfgtKmy7yesi/Yub1CWfBXt6R04aR8sq81aYoFj2iYqQOsLO/shYG249zJd
fiRme3Qm7jl/nKYFt2YgSDvWgxokeRuw6MNoyvvUjcm0VR3P3MrwXYFOTe2FJ6DL0ln63U6bK89P
bmC1VJfFp1IztuNDS1fasgvsVX9BMU1zLQf8qCHDv6FG/Tg1NobnsbljlULO1BvGis+B9WbO1zPB
o5SspajWo/nswVEnUPaMPwpSCr9ITG42pcLoYDozV44f6G1sd/ceyQmjz9kRU/JqQlTXr54YbpXu
7h1JpUHiUc9HdV/lbECjY+K9zjx35wekvWV4btG2pCuY7ZKu6uodAEm68kzU4g50fnIZLrkRUNx1
slTOJ5tgaWUwi4PrQJEV/Cyiag5lh4RtPEbZh92rS4eigHB+sb1EE53/ABaMgfYyVtluID8VTIfY
Cj8ijzROSGoN+DLl3u3wJRI4UEMFnume2oyHeipKCG7Bu0HMjFvtcsjnhcOE6wwO48agAiEQPbpN
/SDrbFib44RYkDvAD6rbHEuu8vDp1t7Ii6p48bruNACd9GePtvAp2cG0t48deIEBv6wwiEDR7b1N
WvfcxwbpwPGbC/e55MVq27dxw2mNnWa9LsP0JhY+vdIZXV7RlTYdBW4lzYjMp/nOit0UhFQ/3RFC
2oz18EUaJZa0ZLiaE+/a0ekz3op9yRiAA7+xJxJzdLV/n2sUnXbcUVfGwepsxvFFgIeyzAzICNy9
Q5tdo1e9B4yZW4vTV5XG1IY4dcbMkHd6sKtxiKdD4+204nFtX5wBkTifSCTkyf1SbiZmBvi5c1vJ
+Ix+6UIUC1N/Xw3Zw1TKa1k0wiXQIcGNVgQcIaHd2cZ4FH63tdobQgBoZOHd6A2npk4viu5tGABC
B23f3GdSX4W89BloPs1Oc2ePF8HY7IZGPnZVuqmgGOAmB3S3n0ZSkXE1TpehPkmOrI1Bg6CVxGed
1CdGkSfGQQwOeRpHAMg1/Q4AGzzj5AJhDbLrjEYGpzmNEe0bacn8u0VAFkMoNxKvqslwj64OE1jP
PAZBuwqGBqUFTA8tmdBOCrq+1zpxyIOr7+3kHhM/PcSjVJdFETRvuevRrjz4B1nVZzmQ29AYM9bp
MDyKEbEtwnePtRDFZAu6nrz1uJ+SZs959NRlYu8y8mZd1d057txTqz6azAStixG5KHfdkNPnwrs+
mbZNn1OhYDOr7d/r2D2Zs3djlQ1iHq7ZceL4mPHmfdf2MdDFWU5nn9GZbm9MkiejeSl8UApOu7Gq
6BCUOWdDzxBEy3SH5w8nXbmGYH9O1bTCgLSWHN/f4qo9sdN/0ZAHBYIfPYSXPXUcK4eoz4yeN3fx
ruZcvqbgZyfzI/PNbR96D6PI7Gd/tGAiyJNBKDNOq3PeLy9bDsaPfeN+8TUkhtr7qKVBNU/3rpt+
N7ZG+d4IpFX5NJgjGxaBzdS2AKT5/radxc7JAlbepnwBej9u2ti8mXVIc6K+CTi598TkzISHrARX
GWF7bbe+zA8IArwF47fYa95spDoO3Wft21d2N1HuQajfwp7YeWRFMTKH/5e9M2mOG0nT9H+ZO9Kw
OZbDzCH2YHCnxO0Co0QS+w4H3PHr+4GU0yUya6TuWx/GrA5ZVUkSiADcP3/X0NgQcBIeYiTqxhgC
Q6aPneHzfeXnMVzYjVHw6/W9aQ497CdHYILPsw77r8i26O9FF2IxcNWhCgRvKk7gcS4O2nnsozg4
dbM6epO4oPbzXbCt5RbxdqrF/uqma6EniEj20vwawPzK6h5cFPnsj/dEBp3FNWmBgQ5vhug6iP0H
leXHlrj2Miogkr4FVopwvVan1my2MOVrI072rZOeZWH8JZNEw9iKQIU520kX0I3BDxlvNW27zHwg
1vB7VzebNCP1s+svQcoB8HmT6uGYa6DimeIOJ5SvMaVvBOWlF0AqZ9Dc11hXvRZuZthM2voiPDzQ
xIbqozO4qER6cR470dHx2Q/KtTd3B8atBJbmyvLMzZCHe2mN5nXcsc+jWU6t7Zy91hEOGfQ0mxgg
hDBK1lz1UnrEPACnufquyGJCtsW6zZ+dLOCvVE8NGjk4ydvAw3usn50BmzkGIm8eb1KEtxlYXpU/
ERrOvIYxS6WXbVCtx+S8GNgKvGptBiQ4W6/Siw9Q8sd8tGheYaCl7S3NMnY6zAA2SCqBHyKFSsRw
bi2acENdh5KsfLoU6I0DzPDYl+t7j0T7LH2am4ck6zUMS1pepThB/ISEQs8leV6v87wmc1KjjjDq
S0x8Ph4fWnX4yryzIImZzcs+PqQ2GR3UY+qRG9UnzPOPXSvuQO6jB8DBXZBkB6YS/OK0YdlEX3h0
OcEkxhwI3F6jg6V8Jn4dbRcdx0KHQWIU/XrZXJWjdxMXovDZ/EiR9DweT1pZtDl/tTBczk7s7oKO
ziCnu0EHRK5sugi3wSQBC2OoFucCLvp+JBPFjRHWXI3mCRUDMZXVJizAETN3VzTfAqWQeZ/7eNIJ
IQ2DTdST42LAV6KnrN4icHoi7/sGZ9NQn3oC1x9hyfY9ZEihwWldwtE08vXOsLeD694VIcPWEB+9
od9bxSTfXBGw7gxgb/CMtcgINJzRJtMMhcGLE0bOeYaIOMKX+uLRgc52jOo6JZq8au3hPp3a9kgI
3xo4akNhXw1PYyKyoOhr5Q/O3VIPRSNOlbeHyUcyrww6krm+OhMvcMKCdiwyBiqFMmTyX3uv22jD
/CLwpIRk+dIInAzs4sDGtj80ZCtycJr9/hsWUQLwnddBjtNNRXqP0y6ea3enY3wc/psb6Oe2O3M0
Mzl2OXzgWZBcaEscUi3FTUXAqTmfUsN+K1ET9dQ6qA5XRcQoVIUcIWDr1pI3CDD1YAPI+ma7bbts
u8w7NqKapbZYJvZuapH0K74oUR4T9W0q1KHInIsMw5zfEA1SiP3YvUG5bkWKcD36HiXT1UBbLA1r
66yg5VZiuq+rU+wXO68LV1lCwMB4C3lblrdca7hiTF6Xibj32HQ4q97Y6Pttaa1ru7rI8EPCWB/c
ON/N47tDbMtIkE7XexdjbJ4HLJaXbin3wuHsOXXXFkHVWZlhl3bwi2AN3fSWcaO95MWSRG2bk7MR
nZXbJFaTuN5hO9MhGQpzRCbXTGy5L85ReT0rPZaHOPMPqm2iY+7Fw4ZA2avQl4w+Ji7R7LHwb2Et
IYvMtZWjhDNILjVF0b040O+tH1xXcbou8zMr666jyPS3I6nC5qoAcDurim4TxNWF03QER0kcaZ7m
JN5R5AFarGlgdjYAzSjkc/MyYvypAOCJB3NoAerb7CKGpndUuW3pfCF2gYNmavsIguT0nASs54RJ
H2ZGxZJjcWy+5HnGMuAUJgoMxBuGZPxxKgj1fk1tyVZ3VriZLKK5k3Q8K6i7xpwantsd7+CQopUQ
sj8AjUKpieKu1FnUbmmZ7Nl7Z3ftEqwwlzTzWsu+YYb61V9aHeom6s6saR5OKMCcdUFfw5sRBt02
tYzzPG+/t320d2zycDiu7cMJ3T+SFw0+Hp8yB3eE6xpwFE3OQhO0ikKKdnHYVvtRAgJP40oq5yRm
EyUYdu0+uJBu91Bp0t7wcOgA1BaSmoAGJEh22L+U8bj3W5uIaKslEWMu1th3UJWSihNn+XXrZB5c
NtP6ooPC0IPDpPP2OjgfIrwuPsIomznVrUzvmDY3Tb9HleltRwiOsD56Wr7T1rF8d3I3Bw2/JMOX
x4vUZUSuMvKo+wSxCRwMTMVT2rY4xlIZDe+R7UY0sExTBs8Sml20A5cOytUCYAYgwkhMVhRfEJ0u
53AxRU61Zp62tHsl65KzVIF3i/uvKCHEjleHl6YcQvLYW0tdSDuQ6bFkZn2MIotC31ioyNx7tWdB
B7RtczWWqqFxYy6s8wgBBGMGbyteTstqjK2ytH8dhgHnAvQKfKB2W4aP08zJYt8NwhjXXR0MEbc6
wxcmjUk4Mq7S2t6iYa0zYu4D+7oCQeNy8FCb3GYuX/8/RvkzM9a2QK1/h1E2L1UC7/L2AzY9vv7v
//XjJ34ClO5fiMwIfcQHQcMs9aJQAT8BSmPJgPUhOUxMBCjL+df+hVCSB0mcj2X6hEVCgLj8X38j
lLb/Fw4Nc0EtAQgcAa75f+FZZs1F5g+yC9ALsPv3f/9V9v9JIi5A0VBXI/jHV+GAh7qfAPrEp9BE
ecv5w7QweJVmhWU7CdNUf4eHFOOXBmU2snxzsaWRhW9+yzIUnbvOJ/BmO3Woyde44NuMgoqUMO1I
Gro4weFG9l4kdmls3Lxv1XU94y5BKZc5xvkvn/a/uwUg3uZfFBa3AKwKNsJHTOompUSfBP0GvQOB
toDQECzm3j7pcJNhbqtgHcYxl4wiuWWRGxTnZbdKEHh3mDYsSjgZCqd7t1/Ef3NnKFpRIhF2+OsN
r/gDv7Tg0J8vEmX6UvdM4gQlr/9gCxgF/KgtiPvrsnEf0TlTn5A4cF2+Ed8MyZS+hfnA4ZwFhw9Z
lbPchGg16SlpY5vsyyxOyaiFc9CkBog5/IMtYnmoP1whXIYAKQ8gAgmgDYPlDn4R2/fFjLq9Rc8/
yCIcb5Xr8433do9AjJNo4126Rif6nZc6YsSP12nvGKt+JhyxSpQCG6XNGAm4yud+U7TV8sPK4UmJ
WpavE2FDDtEzwzR4wcXvHwDnI8YuPC54obNsGsOECar2KXykycRchAlDmQ2z7xI0pYvguYhbsoMM
bTvhS9nyfW8mg9ami9i22R3ymr31MtaUSZ0EwUriUBQNUnEOvmmBHTXq480kepfgtmVWazKf2I7Q
bxJErIO274VAKAlrXHgw6gj03F1rQNdt0DI069Yf22BPewDxqR2vwLuwuuwWhgxxTtoOGZbLOTBe
mmQKppupT7wvoXKgxp1haOo/vB32RwZu+XDIDsA3hQ0k5J8+M3BzrCwCiSn5ZFJXyaWR0iK0lgN2
BeAeVXOioNHTuei7gWSELk1tfZpDL6beCmW2PrmNTyys3fbpPqxYr9aVhXCW+AQ/z06mpwMacshY
NtDquXa/abGbOKugjPlRW7H3Y5qtzHDaBJ3MgpfGKzGHm9StPorCN/WX3z8JC3H5r5XAh/WzYbE9
2BYaw1iWPj3CyWRp7eYRDkza5LYEk8XrPFXFsTTL5swD5FvT9unRrcLxbatpH+//9BJ9vALWIs/n
j5uYbtzA99Grf3yJJuwTMTFbeNfp+SURMjaIgveJksI22pT42+OcUIKQIzhVXyPzBFU5I296nGve
9EFGy7L04923f6xFLkMqoQdluoxrIvHJmdVd1Gxq5AWYs0qAstvff4YWW8mHj5GbIEjO8l2YaRvv
DSa+jzfRaJOCj2J8lzDY4w1/lFWpDyfESmoIe8ayckap56ES2VqGM5+jVJj3mDHct4i6xPiJ10c6
e68rAUHrYNb5Q+y3S9qLXSE0yDWYm0X0tnyRoRty1G0RbnEA0LW3Fo3fKQwbQnpgrbPd3TWLID1z
C6e+NvzYIo+rRAC+RTomenxqi+FDzVjjOCpRGL+u5hLkLiwMX2wzMrk2acnQSoNF01K1lIS0mNhU
s23IgOuIjDQzRcdIhj5tgxoGhNvTFDjHZRp1+yEQ1buDbMgZVohJ2svUStunwM496zQoHUJmdIh5
0H6E9CAMBdj3GGUUwEui/OU27Zc1o6kN00bemJyjfXXtbVFN+nYyG5ZHRzX6ybBrkxbefpTG3dzG
db7LxBh6Z1pNk94W9LB9SVFabGkQIckqqWLtrOqg43NEXVMlyLRVq575aUJKOUyM05ckBE+9CVvV
yB1ONzpKzKQ2b7OypWx+RFJGhMTQT5QizSH7PsN/+zSYlg0ONfbsnMhWu1eqriL/LqkqKChTiIas
PmnSXpVNagKeSYtil7DpkhusaPXCxmO1+S5oDTz6gsWGcYJTM5K8wQIrmMaBPNrK9y9jkwagW39u
xxSNfcpdsBo2TxSrJuExnyhWppVO1KDwyXDWLDKpLRKcRO10qEmSaONRtZdDQp/RKpp68McgDtty
y45kIlqjPLImIKcklNRuWYZKswge0ezZ4WakIAPrgpDJA22XSO0Lt4F2EdFU9Ucj7tVEfVZVtk9T
WmbvNYUXMS2jbmy91qJT12gvmXPkWFNDjUTQfbHagC+JFO4p2kX9UAbrAZmi3vYEztHfxjuVbM1a
xMlXBN3TN4ZwggBr2wRXYKPFqp1SnzesRRRJ+2rm1OedsVDzy9y07jVuMF0tgnpmLEKjWm6MT3fE
f3GqVcsC0rpTYO2qMFSM9a1pbVoqg4w76lkD9xhQJkf1phUgoK1LZG07qelP31idUtfKNqkWQe61
vIrD0I2L4z8b+RWNqHr1rGpUaQc0KDPnoDrBwU1OnENn4St5hwUZRQOqTY7pRo5ULCMWldPUvaIi
l3SHlBJOTqChap6CPh/sq4JKUmyGPx5X9pBIPEq0jbimjJyl4edD100JKTEBmg2KAvu5qs6TfHJ4
O7wiB2zsgxffjXE7uKlBcV83xuLR7oKa8DB3ghKItU/zl8j6Gz6TJbSS+sEnY4jyczaY4cqzJsCA
Ikvcb8qYOIPj9H/N8sI82I6dnZKYVXfs6SSRsMNrr2pIAYsDm5SOsnqHe+w2c2Xj3/eMMr/0Cxvm
i0ikNNll2DQoZI0GB5DIFESoZ5H5oEZLsvTnNkFTmX5STeBfwldUX8MRvS/bQVw/TzSynwqdps5a
G1VCQCszKmhTRDhlXRf3eOvCYyum+gKCCq9YGTfZtTMNDY6gLHAOMfCAzwjo0wWoxF2QKAR5dZKm
EPzmOAw3gT2RBx3yGzx6DOFN+Hx6kpdktVhBPY6LS85hGG/6yCZ1PA/j1F5pQS1VY/n6Nq+pvdnY
ehTXnlXW51bQ8B04hvwiFZxiDyZ4pn2VrQPMgjhwBqaaWHTprW6SnH67KtBXcyVbMHjyQQJhAbcV
5KT4Q3apbWTZ2dThRa1J3pgFraWYb0VlHMeyjh5ouLyTM3kKQytJj9ckRYyBlE8K/xOaSJjkPJzy
dVOQOwpDhiRhaGBK8D5WZ9TEu9t0TAi5MBTdLnUTkhVlcWomq8Ia22lLA1qxAEPJO7L08o4VG26q
iWiWomGlb/dmGNMQ19DiczWFbZhvwRu7HX46uKHCxcpF21MgiKZqy+yc9JCYUng0ot+DpIAaovWW
E3yIO+GlnlFTW2VlP+PbqAGIDb/9lqaGZxK2aeo7DOQecuy4JXRL2HS7QJIOwJpuZm9rkPtLirXz
o9mXwZ6VRJ6XU87ghfiY6oiATvDKn5+RfA7rWNqy3LVM5w7oUlZ/Y2uE4chpSTtkdTYc8CfSho08
D4EBjgv7LGV8AVUpM5K/R8k3hiY9H1+NWrlvSwNuZM7dRVzURKFzOP2qsQQ/BWbuPxsBHdobPE3f
hmoCV8t0Gq07MwIiiX06g1KeC/5UHvqnLEMuQoT32N66ro42zGxka3bh1LxpuJj3gFrqa1b4FmyQ
d+8S+d/w3bIG/04mGM27yYLrqSOS+CRRdQTEF3aB9t8Obhpb+y9lB2+YGV56y4IJfprG80NuTeI0
0BfIakN1XEAN9/fenK0HycS1s/t+uBG+S+mrHggbN3W9KT1a556GKK1YP+jA7i+JgJy/zGXjZGBd
wTKO9V0zHnJHiPCp5oyOxwKAlEyu3Kqw96ZdAJmElP4CJ5H3lOczL7s9EwIPCQNfY+A1Joyb7L/3
YJggyLKp6e+DzmPvZzkIINvwhLCfRDNIdopmHEPvCLw1uGzG2cRDRMBz5RDnlWZEgbAb5A+5N4x4
YPJ5PLnQJP6mMcNi3w89ITacOyhWrtt6MG90HfSHYSjFW5nF9dmcsLivKKtRHkmsSCT2ieVbyXqm
u7GkAdWRhJApvoPgK5p3uI6gkiVgZuHXLHNxJoJHu+WisaOJTICIKs89AJnF5E71NCBuGYJy4th4
uTaWVTVEs0WV8QbgiNRgQl4fbeJChyNWJZv21pDmyQkX6gxYNaYh213D2m0ZS8COKW0CR9o+lOd4
Y2W6yaOO5AHETJ5xOxHY2G/qEVvsFmKSvL/SswrruU5d61k6vqb+NdTmutSu28DYMgqxB5i41Kpp
JEO3w0gnrz0mpfTcipSV8/5reziLhQwV3wQU63mYhf1jqt3mhh05GM9QaC06HaYOSgCKlJ1Ld03z
KvUgij1nmdDe5wq0becrh+2jCC3n4GRTGe+zkRQx5EnkeY9zADsyTcLjjOyg0CKQJfOsm6J1Cyi8
cByvxeSX+LAScuCkk4cQNJRYb20GvH4jqwnUbjl3sJik3klHjTAha1V2cKI4u7WlYl91G1e8Mxxd
0qNOVnyLP8Y/s5xeYSrxZki1ELmX4pFMjZI0VZWdprx2TtjfGndvomfJQYf73D3VpeL5N7A7YvSB
csZzwJzxhGkTS6k7T+1lzh5K7I6qb1za+SjRlCb8DTE7DB2KoNphExmMYqvKcHESBLnmZS9Awrac
ZxjWEYUmL10VD5CEM9syxHV+0VnSe4tBk3baQL1FyY1KtyrzjMucbrzn0IrBU2lN4+ejVnpoxN1m
IvxvGGk/pTwQRVWP/BEr0pzStJX0goe0wpA94qBGx0/fxVSR22fObbu3/dh2VnIWxjkFbkG7mSUt
vGccfAb0NI5MyV9GLUIeRhU8TiURkqlwdYdTIw3uW8dM4Hh71p714IUNqYOJc2Y3CIXWKM55fTuv
4jITp7bvgyarzsNK8flrZ8Df52MBO/fGBWuKTel+dYa8fnKLZtznQ5g9u6nDME9ppXq1B6u9CVq6
3LnjJHKPktKpI/65fjqaqHToQpPSfAatWEi8H4eApLCUTYRpTuk7iVTbLpzbeTfOOKkOA/5CRO2o
CQyOKhEZTJMVvVNVm9KOaKoj+3+AmyUYzsO+WnBjAyMIaLYzOxtMm4TeMf3162RGyfCQWN18Ly0t
3S0+1PnORw5CcUhYOqdC5Omr7UT1sGqVCogL5AlDneFauOVYLMBDHJpt3RE61I67O8bvcWXw+kNp
0jGN2YYDYVLH2YoPPr8AtKrxIYM3AkYkx6RJXoU3LBGgqTry0k2wqUFMSmZnlnzJg+EdkjSitiJo
khsXP9Bb55buuxwFJaJh2j2HKgnvYg3gQUo7NU2+US4GwBlTntlVpCDz+r5FkzJwlnJkeRxkDKxT
J3PibCoCUdp922n/yepqhxKL3iQUczl/oaPAC+bVtLtd4UTAXp3UtDbnPm6IsEAAUqjRyKksJnEf
nreiqTRVezZL2ATOlAGxq8M6cgh9WXmmujaZPPZZ2D2kmAu/WtSqn+wOl0SK1PowI/1hetPk5rb2
o2iw7K7KdkpOVt3PDiLAuNt72q6ubWNJ/+Npz+O9cpU8Yozpd4m2xq+qsHxgUQb41nR2dSnGq36w
JS2oPQV5c+G/1soyaDONEpNXNJzLU1Cl2WEYZ94RnOY5fZWpHZyltbKP7D5vmBPjVw8k7KATy9kG
LKoQzDX92mbmd1hefC9F5EguJgFXxZDcskoWF2Ugy+3UpCFLRMPTyV4fott0wFLhvTMsfWlIBmIf
04LVWIy2+AfXJQc/UrzH7rpM02qbONN4Mc3Fm8BzsxsRnR07zymouzHswxjRiMOG5m5byyjfgoxO
ohTQ+gruG3JVxHUndllXjgKfYTVcunXf32BHzyFW6Tvv0D0VW0IemCyln9DzA+EpVt3QkvtRhDPW
FgPZooz6gkiPoM7OsN6PN3Zfvcxxo84YL4ZDrj26gqRvwocG7pVd9sX9WJJ7QP7c0oBGNoj/MGVK
7xMRwdpZNvrJLiB/By0NcSA2z+cxaih0PahqCr+5VVrfVr058OU7xLQ1XVIMJ2sqImM1pa0ZLvjX
+F4g5rr0LaYa1skQ5UPXpPl+Mjz9zUf8A5nfNPJMeGK87gGiWbLsmeXemLPu1VQJkUpmPswMs4Pz
0A0LN9ZJq9rnvq++RXmFjzNj6uDthZkwVqXBAYXHGAjY79zYxMWdyjs3KI0jwzhW18SkTMCBwyK1
lGPTtnGqxN320h3J6bOf3La1TlVWQ9dWFgqddsrobzQMwtlNf2+PdCZZWYamPzLo++H8QdSi0WyZ
Udhbu2wgCw8j/bHVCWcDC4PtAa+g9VUNfoqfy/BEvvUGrll5lvXQBBXJ97hzFHBUmF+DhrbPIq5I
nUzzvv6iVQS7HQ9XhfL87jh1EK07P3dl9qWjDZuGplDi1ZVeNiEZHI3oCiMj2pBuDO8rs+i2AX66
ve4pl9upeCILmHEAWlVlxS3z4LyzJscGH7VE9y0XVUeib9yBmLXjd8SZtEtLZ97q1Cj2Y4n8jMnT
CFZBOLlnamwbMuRG45INsP0mLSO/Rjnd0g87UrRHlDCaKY7+9d4ALTxORTEdaw5JN+U47nyfzm1a
WXTxbU6HBrMuYejYRcsTGSca33CUHCyI/KOSc3LAFs/2x7Aulw6I4K2bqNldC0ouxGbwITXWI0Yo
hH+mN9/48ygfWxxjh1oSMHCtu1zv6mR4Zjsu77B8k/qZl8V1qZOj5G730pC86IGXIw2ZEBCczdkw
m2exH/TTFnWj8Tx3on0MyuGSLuISyQgt1Mrx08c0rszbrstQ3M3EYuKuSp9CXPYHI0bHkPnU30Yu
3U9gD/rAzIwpeXAMpm3OyTUqOo/KHTnnR46T1R61uvdsIJojEs9JLvBTkjuKdwWtWUQHVTKL6gjW
g3Sqt/VRJq5x22fsRMw8glfBubV8Kc8A/WI6ko1u1xmGexG5gz7HvWUkW3sekJeEPQ2oCMNI2kKn
JNNLswutp0gy2U193ZEiRs3pKaxHomvHpnr2E4cZrtDvVqmmXWsX6b1dOJLBKsI4FIrsTBEqfZHH
s3dJL/LX2WD6Jwvo1a8DZC19zxtEtEF1VYTTCt1hfz+4VZLC31fDfe8Kg96uYHgKKjMiUMiBErnO
mCPUc0UbBSCsL03yVyOZyQ3nIQ+4a0pjLMhNCRO0A+qr2ut0LgFT/YKdZ5OYbf/FL9FyrRwydGb0
HCBBkZuaNDU7I8Bl65CvQgxlbRqrtDDMr7p15aYdEwSRcTK6JwNvEghxmnjXGknmF3ZcQjlpfmaW
IjIhFuQgxsADI4eREoFk1zanYaijhPorhqoVZmnEGbgnFMlLCFqyTTt0LDM/ySy+0wDwidSk8Q+4
/79DzIW71Gu6sHuQAB8Rc0wP0QTR9Ea+jD6jj9cUB9KkcEzrOh7o1ZHkS2Id1Jd+bjSPvwfs/0E5
YGsI4b5wynmmHyw+l195u8Ab+xZd5EtQ99VFGjpyH2uLDANAV3LMW3monULeGlHuliiADHP3+z//
w6v2gXSBV/IEzJsTEqqGnebj358TJXSVEfgyJ2lf77zYos5YI9sE4fuBQcIs+e4xjNzkMTVq8tyo
ZeEIrKzY/i4SQX9X0YjUpVzYjMikLjhc70pnks9VBgXJuBRFR2OckLoQPocMV+YFAjKmM3wGYjYo
gSrtiGoyl5P1/g839/HDpRfUxOBFaJuFc8BfKlw/3pzAam1G3vDKVtpecDRAIWvLgqtnpA0vGHtk
hBjSd84iP09eGrPi/OuT/h5tzSAguncKKxSatemFV5qj/GbUGW4aRQ4AIKgl7kKpsxMGZWhUMxKU
fwA3Vt3GNCfrIlWIoMEwwHkC7WTorKtKNhw+Rb8twwaDQcTuvf79HS+igw8cGne8JCzaPpnACFyC
T2RqYdR+QSTVK/ENAMEOMB2bXt0vhz1UCdU64Kw07qDV6osCA066FzVAAZsI+zA6w0Rtf39Bn9io
5SugE0RYmLF8IqId/9PzXbpuylNPKMMwMTgda9kYd1kWVvgtpBW1G+V4+uvYjtiCxVBE6XYSOojO
w7BKEerKoSdXC2YlW2HQCd/JccuGbUai3aXv0Dazk01evnepAFsXTVteyLFqiztzChQDwYLIw602
T3bTC5SCAEykoZscN3/8r8YoGtAlc6R5RMdoLjexEVCV0BM6FK3qoaXBZeyZN0RPAexKNCWrGwmu
Pf4PeBeSR2ZqXUmDUYsdeaw4XhbsIgm/cnL1uoQ4HR7DCg34qvgBmdul68SHyifA3vFcaxfAUzH5
CALqtzXBFexseVSrrZMVbb2p/DJ0j5XOFm7IsPNzLPHW1z7UQBiCsmtOTCRJkrpShheF2XjUhNhW
EW6dgcgkYOzCA97l0zXwj0nw0R9f7H/L1EhTE//53Bb7q03x//w/fY//E92MNm/L75RC40vx7aV7
/SgWWn7op1jIcf4SluXaZBo65rKWs9z87WY0/3IF7bC0lUDpB8TJ/KdWKDD/8sEuCW4V4Q8/I2vY
31ohH/WRg40RwdAiM+IH/ztaoY9roUcoqIsUAlIY6zy+Z+fTyoCDloGpN62t9vvpyuJ5m1e+gal6
VasyDM4tBIPBjmOaQVRjahbDuTGWlv/wy0d2/XNj+aBY4k5/WaB+XgYt2z6RkBg+A//Tklwh/+YR
RteNz5UdNlLKDY81ZilQ1XSKnsFUmaozvykeZevZuCS6EGYu84g4P8imjegaMdmQopiPbu0mcX/m
5axeK1O3hDdnvlvF13+45o/qHy9k8RKOZVnIExa/9VIX/OsenWVzaFVezYk4oZvDdCraTSNyWGrP
bE5jbCNM55B925MIsDVk5qFYQMuftYQqx6NHxwhCT3IMkgjE+Q+X9nG9/3lpXJu5RNqaFh/qx0vD
jMqHbXBYp4S+PPnaU6tQx9lWMbLt+mG+IWkdyAkh0GY2LIsof2D+wpJImX5/JR9nqL8vxEMgBeQC
K/Q5VjeHbEERymnQhZfOEdVH1ZvmzHUtSEtFRRSkBcDezFhJNMEfdr3Pz9Ty/Qif6YXxycSw+0nx
0EUp8rTI5/vxnJny7lHFZHDIzNzlxFssjVs4wEi0g1f7/U1/2m5/3LUnuFtUOrxXhCV//PhxV0Xs
NeARcIPEdxlQbFgR7eDQB5lP6AIA2NGsgmnVUWRwO8HkrjRY742fR2H9h0/hU8jycjHCR/JhYnVk
L7c/j7HeHHQUvKFXsBtjIO7LN0ieyiyHfawG6CbEZAAWPOsymyy52VPFSwPV7Ky9po1Z8/5zZfyv
vOasWki5EEVCxHJh3qfXnONyNUc5jR1B63K6BytsdzA40QWwU1xiziiipxQdG8VATXGZuhFDgEEN
+yjMXQH4irmVmqCnzlXGucooiEFdnhzaeYj+sCD987n9sS5iQWcE9kL30zc4EHYZpyblfoZOSL0E
qMDx4nEAGbr4wi6i4tKVeCG0buLDHz6jf7y7mMuRgHp8Ti7bvffpsa3bORo7pFm7YDbNnWU3mnhH
gFpwU6Mxn9Kytx8sWczveZiog6qD5AQEmO7yAGr899fyQxT0r2MAzw5XAHK1PEMBc+OPB/0X+aDM
4sxUOl5oqhR/b94qj1eVyN7kfEA4cFuVYaXPbFZoWsbdAO/b2DKagYAG4QZMZr7pC0xQp6o1rPGB
mh7yhmOKDvpupmxqriUHQcfU1rkhHEpAartUwx6UmvnF9QtaaHKtMNT//q7++UbgmmOP4e3kCIAo
6tPwmRWcu1IrJ/9QDMNhlJM8WBWHAFI6083YUqPNEKlJdrSz74qwGOKJqbT4w1Usf+TjR8swLuDj
EBDz9PxQbv7y0bIkk15ZK7mzvUbNxP20NUObmVkX4eB/rRZw6Pe3/W++TDZXEjRspGAYxYJP+5Uj
O9VYOpQ7RSnAk8kpAO9w4X6xzaIKNi0z6rrpG3XeznVzHkJFnaFIReljD/4N4+prbyvQzRnDmdbE
8DS1B9ROMVJiaVRSSdmXB4F7CLRRlLVLWCDidQ9p+vff38cndfPyUHIfHpMRey9its+CQBz0Lqa4
aNwNPQH3m841h61Xy/7RNeL2VFujOJBVRf0k0U6HZo4xNJKNckc60I12u2YXJjEJm5Ht3bpse/hq
xLRqgcmuohzkv2EF/cN+YP9jJ3LBCFjzlrXP41i9vPK/fNeS8DhDD92EmKpL34lJynBiThIvfqFv
kiixD8gqw6MUdnnrG9N3Tgf4Q2qM233ceim2PE3pG5lwX+rAG67sGsBoIEjAWKlo1g8zPD8EXqWu
EL599WMjP45ddGE4GegJ5CpwrzGOlwqz4x9moH8+xMtrZLFEsM/afCEfb8weyIbOKipLI2nq856o
1u1IbtoVk5w+Ro6b/eEZ/uffI8ObOQ7hq+NZ7j9O7tJxCIKjF5zTdvXoDMYrQ0eKQrWbvplxOuR/
2Dz/zd8j3T0MBftAsHx/H+8PpUAJtyenXdoLlxYvkb8Zs/JPQtC6Gkyt+MOC+0lRvjzbS5wBkJMH
7RvY5qcPFP1tFcRmrHdNV4s13Ddwe1uXd1Oat0T7jHT4JOw7rTTGrTv5FoOwrDC5kqJhXUsivr9g
/TTXw6C8P+xLnw8KP64MdwKCd0Y5XqyPHwVSpdDo00jtwsLJ9/9B2Zkty4lkWfSLMAOc8TWCGO88
6Gp4waSUhDM64IADX9+L6pfSVbZknfWSpszKiGBwP37O3munS+y8ZSmxZnEVjPfzEMUHTKLOjwHP
9E64jf5Lx+DfPj7y6ATbvP28++8WL9XVnnS1Wo6rXc4fbKt1vtA7O1lejdV90IMgJ2X4juW1vcrC
Cv/y4/+Divp1teYZEJxN/O3IRfXy66+PoqERMGvMUStqlh0zMP+191pwjdBOR4KL9CvJvuHjkIWX
HP/xpbehdovFR12BvotB7tgywwkKwvTgaWQf/rwm/nZ1fE6QDgEfHtypiL9+/XpBNeamtkmKDSgF
zj2SoweVKQy2btd9Mr6AQVt3z/g9xLGptP3y50//vd6Fq8P/2FNt+z+Y/V8/PtedWgWd8GOBK8t6
tkBXfzC0Fs19oXmrkqrHE7XP5gB3qqafTwgZ07mz44CoAZuuh/936c8XCmPOOOx0IMfen2qzdB1t
jGoe64QBSzANVr1LbTXczXS4oboMt6PVeJc/X4Z/uQnYzbdmKYCzDWD061WoVy+dY+F4xzLTmPqL
eHJ+Dj4q6qUOwpM3mfqfELk9A/uCP1OW2/6lpNg6Cb/WFD6/FTamGwPWwxrw7jGYJahROQGsHlJB
b40ZHzK5Mjd5c1lcu7v2yi7qy5KjzEWAI5ZbaU3KPIrBmXTSFF2zPbxprf7y7m69j9++Fxr6mDPR
dlv8d9U0gyI0D+4I3aPsGEusVTf5e8yejUEvOq2SZDCfEdfChWmSRgW1OOWTRqeBiTS4zIgumCxP
brScY5ri8bEpF04PAv4MUqlV+i95bgjutfJxTU/auNh5GxxQ5m/Xd7uDv6wCMKkieh/A4Uj88N9z
9XpVV06LnOoIq6FIz1u3BBhN0dFykJNkFpI2mRfspdiiMdOYqEClmtDeM19kSLkswzKcGLfoBwc9
ZbVvoVW1YDQXbPv/30fRZXckW55VCz3/+/N/qIKhyjG1Hy2aP0lZLf5lGO2PjJviOzdfqnPUOcs3
v1WnhQyB458//LdNkwKHAo1kF5+uVyC29+S/qh24yDIt8zw84jq1CLjMpsdAxgSiOhwe8GB293/+
vP+UT7/elq2pbbM1+K4Lj+vd40WDQQeORFInw2b81lpEBFWceROr8OxbTFmeOqSeT0gGhkpo6bF9
KOdSXdyKhSi0hvperWGZoOvWN6LeouSWvLMOTUU3pM7W6JMMW1IFFk19teBq/vO3fxf0zJZPBpId
4T51qTN8fsSvl0tiV4C/nNvHhif8XgBTf3Ua6OIqc7K3eubMW6FZqfdpviDhWRi1Oxn893ZGN7ML
RcGQPSiz5i81q7OtFb9eVMGWz18g9xhEedtd/q+72NMyUe0K3ASLQ4U9mn1v2XVYZj/kgQetfPak
rS5mwUa299wpUAcII8HtsIrwOvhQBTb5DARetPP9Xby4WXo0tbWYG9PFKPdEDw31tnUZMf7lev7b
F8d4yUIb0PYIg3dfnCfBhfptYfiO4BvvOvw0zaEcg/ixCYP0czN0EFNS+Oe0D8UYOYfCccyXURPX
t23VAq23NaGizDWuX9KJs/A8pjM6iBmeFjo/Z/Q3+4xl/+2L/756s1u5BNWELC6R+95NaNohRMHj
rEeEHkC9M+EMX/0SWEclsqeG2IJjnUXWF6/X1lPmSv0aqaqAOTU398XAi/2X6/gvX2c7muJyxTkk
uJS/PgCDmDh1UPMfg9AAK00FnnB3zq8q8PVdqgM83FqG10iZ+KqsgUQ9Z63v+JtL6C7Z/8IS/29L
6+9LLxMs3g6cllwh//2OvlQKqQDeQ6yK6lSJlHE7/i/zjOwt3doQ7o3Iyv44DB2EpKAfP8wQkhMg
HNNhHRE3QFFbHxXRBQDGp+ovZfu/rECcgCKGWjFuSxahdyvQRqQLextJHloNVAKK9jWs2jRvHy2w
EKQlilyGH63FGk6+axn7GFmLmL+ggKIAquraUrCNQ+Xc0T+jl5z6QRskEfi8ZW+Vq6yvq0voYtKG
hE0mnZ9KdazWnDIz59Tyt0v9Lzcez+1WTdIcYQF492MAwpcMJiesKE0M+QCuLcfQIDrORWaBAfH1
eofNor6YKXu1uCaPCAOCs8B/f8Jg5v9lfXT/5c6zpANXxWcLHvB9mz3g7kmI0c5Rgqu7FAQT3TcD
dyNxyOmAniycw7BA1W/wQx/SeSGD19b2Y1TPzVF2k41g2nQ10qsw5GSSwdDGAdMTiQ5tYb/mNQZW
BBjWa+jDu9e1LL50LnGcWTF8QwJXfK7qMHj7y7slfltcOcK6/BoHhzOw0e0W/PfiWpSLVfZBfHR5
wR6kU4q7oCdsPG6q8utEOMQuK1EDuXaOFhA63488M9+4ES3xx4t8Huzyb6l0/7IN0ROjYc4Kt3XG
3vcoCjUSPsO8BbAILo0+0C2pshY8Gh/alDs5ywkq/PgpZle6Z11Ykpkibmf1ToAFow8eSE/2dn++
TL+1TehYRxFmV043dMjer0CTFt1sOyFmo8UPPi5kmJK946s7avrpIC1lffA0gKk/f+i/PG+0fHnW
mIsxOaCk+PXeEOk9jTW2Ch6ezDvR+HTPKATCU6FrTNOyrm+QTKhPeV8UN622g59GlF+lT97QLsB2
eyqjob+zqhhOhivID3J1cG+hSNqVq4NaHH+XPql6cg5WYVWXtWnTVzW5xSsbza221j78y1V0/tM0
+O+t3OO2bi8ymo5IcEJ5/4uq3t22RBtXRQceS8xrAHGLscFrEbvLnFhTu8XCMJHIEhZh4G9idOPL
XA8aYfHCkXOHbatbSZISpn1rXJVlidvA3jjgcbTd+8UWpObaeAn7L7NTzYeJccRpZfSt91OBoQCC
RvDql3Ih+diBFx815ZuawR5mo5z2HS61JrE6Z2gPY1xRvReiw42S8pqUu4H6eKR288xjScQY/WcZ
GpJepTd/8ZsIovpa5g5dTVJbrkLrzBwmNTndHlsyaeZBZ62J58xWDHLEx7fTBV5VXVLPNvd4OTfW
qC/SJy4d3q2i6MsfPW7nAinUjH8UNUQ23UxUOenZhfVHHJk7aM0PtMbyQoVQPtHI6X/mrmsI+eLH
JbVZ4BUxHjDRvnMqcI9Kd/dk1RTQaVryfvZqthDsjybeeE7EzTl7wnthESqxWDdgSzp4Il4bAHtx
SYVbLYMnT6V2TNb1qNjs6wXOT4pyrz9rv5sumA+H/igiFAxrmoXewQbq+hBrQEhXRzFjO5RrJYNE
ZhEJ1LKr7fRksKU7J1Hq6pmLx3LYl9uFSkuSo3kbSzCnKgi/13j+0Yf++RX7rQHPA8ly7vpUFaST
ckL59RVruwAwO0v6oXZy51rYZXO0wp73xenyO7HWAGmXuWqPDpv41VOivHB+dP5yXP+t18YHuFuz
bRt8c2z2to3nvxZh2+tXOGoEJC9FO1yqMs2uTeHbhyrK77PRNBeRBS+RJgtiYm2+qeceARipMuSS
IMTNhiWgD5TrH3++OO9PT//7rahxEN8xm7DfnZ7ajtW/WzM0/kttflTl3BKDHfaP05hVn4gpUMc/
f95vtQsrHCc1NlgwlYBLgnfnj7acZBP0U3iI4jm+LUxaXoklqj5H0+Tuc7/j3ci85h5zR3bRK3Fj
OxtDF8csB4FzUDowDqZCrm/B0tfPPhSvF58MB/ISw+DOrkfWCGKPQqiOuP08Wzv2354mMty4U78s
cBSGyIg2URFbBXvmr3cy9ma/RcFFQogzrsFBeWEfXbqqI+8h6ofRw9Yu5TUFJKlPdiXWl47nL9uF
42ojRvcdczdniFNPpYHGljgTh9o91mz1GXydIXkBtuIgG1KiHbTZXzNsMuT7NFAVd6QNNCrJ7XZ4
6xukjqmf1ac0NGQqdVr3DW4eJecnWW/EJOVCBNutJMh/ksFqWPgG3TYnmneoibLWRoWvTTbogyrm
tDpMWJPXSxZVzfAYp+nSQ96K/Ot2vo4T1+4dn4ifTIFvW6f6W9sWeXssKrdcDykniW/oiZrqPOsC
pG5AIlybVMi89S7IndW7FmvqkgIV9cvtWtIaQyTL/aJp139ngaiGV5ow/TfZNwF3coS7fGTrc+pr
g5kXVsnEWI9MGuHfEwIBii+yc0QZxbSarx7BJe7Rm4uiZkkLHHMag23AhNKlyS7CA6e8DxjbeocK
YrneQ1auQKNCAIGMNBNWsJuqPDJnp82r5kpQibfcIeOHL9+YtT0Z26REl7O0L3a7btfafU5VTEG0
aEH0A/AA7x8WoOjR92OUdQOO9ETMjUX6AWcIjEK1ONMX6148MTTWOVWwDPai8EsfvWylH4xVtwDf
/VJj+o9tr0ighLmfo9yKHzUxF+jdHVVC+S3XmED3Rq+vDW4qnKiVXz2ihZx6ivZpukPRP/T7HF8+
yXdBo8/VXPjFjqA+TC8gdYL5oLHfuEf+aRzvfEljeDeCe6pewr7O76nzQ3mdMcGcQqfPmpccm119
WOdKd69uiHrrMQxVM506j43psChpfS8Lzq6XDLV2d1hW7QXEnhNfb2UDcW9x1zSgaWu3h5ltDRUi
6MmjSwaErL8hOWlRZMF7IH49YggRSCgd5/YuD2LTPcJzq5y9yBdszwXdpVs4IKWdhMDxeiCdBQFS
HPSHXd7Dnj21RWGmW0A9Dv+wLMeerl6m0iOitag4qrWtnhu22SkRRL0lfj2VzSPKZuCtRTQSxGrP
5OOATeXRdc0YZneN57mgRdc5f8bykWO7HKN0vnW1WNsXa20Ds6t4N80l7/EG7FxiTqzTjOYZiHM0
hozH5nLz9y5hChl3imp+tWjn6rS65MedsPhMiaGhX/8oAbluuUG29K51OwUMU/j3u3M8VZunILeg
rbl5hyV8i0bwDviRynFvaMiuDzx62AlrZH6wpmXVHzOrW8JjgKn61tF4rs81UVgs6pxaOOSZ+At8
DSLHalyLiczD/pYbCQeOKzZfEI5Db0ujPH7BvuSEjywo0wJ6EdQYmIdtFGOYgr5Wxu3ZvSKtkywb
Q5JRHfbNu9bxSyi7GaXs0fH6FGT1IokeXDLPeBjPdFvtseA6/j73lvilxq7hXJt68V8GnZvvfj+S
K9MpZIREbkZCH11DpNy5RgFPmB3dR73r+rX/7JFQ4+8BEhPpMunWafB84cHGX5RBFBjs2MHV5hbj
eDBYDt9Kg9/AhLZ488q+6bCO+sNGo0AWcAMXmZScsTaRf8iWBjtuOUKv2OOdgygiwrr4lirbDIdV
KP0WMO7tT4g3zEo/j3DfZMosLzpVCq/3wamyAf8ETwxmDg8EAFkx/NAjYhcqxtktc30owhlea1xW
/xROZNWHIYZeidTBX70ne2iHq0EBji7KWx3DtK3XwZ30CompoETF444564TywcLtGKz3w6HzA3ID
dRbqXUYsJS9QAB0uyaYBR4lfRcOT3Y3Dh1WTu7TXRMUUd3FXaCS29AvcD7HQ3k+urt/c1Byw4LxR
JL1ZC2YwonW89dYYrX8I0WvazesUVQcRDoN9ITMVbuGayz54Rg1rpQmaduOe5plX/zRTEU+Hopoz
wL8tBhd46424wOyeLxYZkUQjjp160fQBIHMGQ73czcBnRx5KyMqYoBwz7TJsYiU8ioEiLbKJuN11
C/uMTy8NP9MkwSbRQxoI9u2jWYLkUH5SllYHQXWwwQ5jK4vsxGsiHmCpM+8qQCg1V4vqdO/Hdc+1
b1bytxa0sAaalu2+luiT85fUwpB9GSsT91fcAOuATrYcqNiG8bWNq/aG8XP2tJS8o4clKJzHUtbB
p2kI1XwqbRvO/aL0/BIKEk8x12BxfMBmbSDcriHxN6X2WGIlhD2Q+d0A/6DqQEsnGHUktd/Gg9iv
nY0yo3CG9Ar+vDbs0bn7UY4jCStijXNxw3Ogker61fBspjBd90EYmmiHCq/qWfRnYK7OLFqc7s4w
q+PstPEPWURclwgvL/lDkd1q7CveSt6tdPivgEFtL/PkzzfrNJkxibbVa9evGbvgQEUARHkhfwAn
ZU7zLR7pfS8GSV1Smo48pQKnO/Rq/gjj1uRhXo/7giBFt+lAQxlZvS2tqDAK0/deLn0UVgBx3drU
4LGwhORDRa0TVR7Bkmmwov6wNih1jHF/2EEatO9LxIXweGvhUvxQYt0soeKoNhVYw5O1WrEx93i4
b3Bqr4w+QbHMt20bMZtdK0jTbU7gF5mtNJivaTmzETZMQqgKchpeQq/BM7KjYdoHPliN17qSxr6v
GZvJmzEbg29o1+KWkbc7yJ0k46mgF5H1NULnbvgqBw9DnD8KPo1T/grLvQ7bwzTF/bSP1KqhjqxG
D3sh1grYx9wtz8B11+FQrdb8fZxD+2voVE8Zbwvfq8MMu2d1ocE0iop85VaRa2krWzyly4odYuty
I+ljAuXcWYUN3x3OFpHAjUW/PIwxh/IZsV2fyTqtp+PsKdglObbQpO6mJd2lSxRdhxCb77loKq6N
7dTZB8K52EjoxI1n42mZ3ZEHguTApatV751WxTlxWahaLvRk5otSmTs8rwSTknS/dt6PECyYc6Tm
s+yn1epDted9Jxy+FnJ48oiP3ZKqNE8qJQXVUbNKymGt02JjXa6ZArE7xFf2VW9IkKnWDYJ8x5nO
DSTB6ciqEehDTwgKwakxZtE9KdhDdIY8HSF/H4X31AGG63d8f+s8+KYb9x0LOQ49YzaUSuu1Seq3
CP/DJoU3BBHHYiAYDdZ57KN1+Erj075TgbZQqTO0xEgUkfTxmNWExZ4QtUvGmo6Ay6t9B6uIaHOA
D9Q/8TGH5gO3qsoHGhBaS/9EHlpQHyzGosWFHxikz2os3AsCtHS96wxJsw/A2f0eWZ9j2adycZ2f
NJ2EuZKgblvwV4B1TpVXE1c6zAwoax03bxighvDcgHGqeUdz8bXk1DHutYWGIBnmau3vjUWmCMQS
L+vOAAl7yMudE6qEl11BvMf9WmcjwOwaSoIMZPU1A+r2oYojApvcYAzI4POqzn2MG82azhyNzOCA
zMbPZeFl0WPbNkV/hG/HOoQbXU7nvIOg/clmVJadfdPIh4GUpu6GFZw+DPDr+d5EdVxehfFa1G2M
COESz9gxjyVgXH8XZ+tobguPF/UWML2mFm69vLrkNaiHg8uk4VF2JKvAd+gjuMFzr5hr55E0tzIe
PXnT5QTBIYdG33RSeoRK4WrySzu1sKbmQtTPPPIoWnIksWiuAPtxCMs7Tx0dBWDScTloJpO/BOHB
C1tzC/uRQwR7sOPcZcaeUrovpEQOcuPMEHEH9SeFfEvRWLeXtHE6wiULWuhn2y795050rjpLD8HY
gQNLSkoNLA5iKzo7W/GczWJLz4F9BYAxKM1+qYv1m52TxY7XVmZX9KbxsJ/bgktodWzZph6jAbO7
mEhDFo1lAdtV0QFAHWEP5ZB1PzJvs83OlWUIw8XVD01jrb+J2XAqnU0bIZQaFPBvMmW7H3NP/XZR
+ca98QFYcdDvtmwgQyZae7DIZa5JiYHwt2s8MlePURj6O0932ttPZaqxvTfDOl7LddPF+rXXv25v
g9l3NQaZPXn37Rvzyu7F4YnOE39tiwrm4WwEa3M021AhOIrt7CgvNMhbLPWAmcRwGhSZqIdBogw0
jpP9NGSaljfd2JWacaMQ16EKQYfbXtvmV6uIDTZG3EWEkUQoQAJWLjeB0tSgWBus8TEzwDmPmE8a
gn90mZ/a3LOLG9be4clwlCB9taj9711jHCtL7FXYL/Hk1Tf5kDVn+tzNnvrEUQwghR1+jUES3+cz
lfeurvr5mJGeHL3GA1q/JFpb5hXa5qhwoKOv1c9gXnQDvssB/JZbLX7vMfLW1ykb2+nCRCm9JVW1
D/aF6/QeuTvC1UfH6TjPkjNeRYegGMMJjscaFsc843lI0ghq7EjUBER6p+/jZHb5/4jS5UfXYQQ/
Io1c73tOgujb6NUTaUqYxV/o28nnvlP2PzwVJQGKVEjNDotPu14o5Qd5n7VdA07Hn6rvmjDNs7eE
lYAgYFEfhESaLIkXGj0/pdQWduK6akAkjetR7X2nc9wTlge4TSUFXHgr8ZtFt+Qt8XXUoklRyAEX
xEkfMhPZB64h0ZBYglA/iBrOxZ7toJioPBbHT2bads8emq4ZsyGsZcXrkoI0IlEqrR+pgsrbxous
8VaGEBli6jj3TixjOFI9g2F4tIw7EDg8WVhs3dw1z51N8PBOeJleToqtJfzAlAcudIwaEWNGRjzv
QWRzJx7acvFPczHiarfhA+Zn3pj4s0AHekiRk7MJULSsl9gtgQQq14rJR4LWl32QUEF3G6SwpcSs
w6uEK7cAA1SZt++XLaKR8tpRV0/2eQiPa41ZnhjknaMQZidtYbpA0Lsn716rVQE4z1Em7VUhVnP0
NHHb9iLtr4TbRtZ+pNK5ojyyDTQ/BX+dpkN+u7WlSEQxubMcusitgud4ocMPlMegVmldVn0/bPVw
49uYuU9rKwI4aqK3Dp50zE0KyKU/4Ch1IPA11db1RUUZhHhfJmI8SdclcB25X06mX19GcIQqWs9g
coqlKy/tUsYVPrfYpk0eN0AKVZ6mTz2GtegILt6/9Cbsh6RI0+mLXOkvHDsG/gtWdCCLD1KBsXiN
u9GK70UVAvijVR3Sa0d/zS4Zmc993LBZUWNRNQA9DJNGkorMabOaht3YhmnzGFkUzJe+aFL3Ei4e
5HNrASq66xwtu/O8bkumhX2tofrgvHyJyhEG644UJPuNCJ95OQyGyucwOW27HltgTGan2zL9WhQR
y+Bcc5xi5IDwPrGitACQBhjwzOjZxQq7AlzBvULX7Mbyc2E/cJHDbxJAZ7oP0rRY9liK5+LBmbfI
n3pdnX9qiBqI9+xlJXOpTXMJMRWYy7mocv8Uws8pLitoLM6IeqiuhdeUBJkyN9H7fnXmT7khKmc/
Y/FjG6wylAOx5GHdE9UW7w1YH5mMmPoJUAu9/uMayHzZhox+v5t1x9KgfMKdTiPCWnns0cixNfnz
ONwPI9DbPboaXOmusnKCSiYDHCSSUXcJe07DD01ll2+zKouvYip9UPZdIYnNKIJo2lehHXSXSecu
CXPayE+MpoAhiGDi4+NoeV0JZ2SuwKF7vnLQGRngYWM+NLOC5E+jSl7zuJ2sJB+lwDjYQeffweeU
cgORFXc4ddIbmB9he2vXPef2tJta7+qzb3yG807uB/hb71tMwy871EXatHce8d7I8No8W+BEcMIH
8FKSArLQnZxvYB1661NbxqjSQ3y/7l7TkIfMExb9DQ8mcUKORYT7Z6H7+pOzSAaSDa+oR54HWXv7
dFhGc3Eype5KadXRWw8fA6FHIPtr1ZQtwDgqWdChk6YVGBCxDBALjShwranF+jJrVf2YwiDEGuVF
xU/O9ao5tW25pvf+vDCCbZQR3yZiVKFM+050L2P+szu+mhudgIXxfchlLFMgYr71hALQ6090jnKS
b4jgTNAgGPvOWe1oSbgp1OEitMQThv2QDGqTxT/QwgGzzkxd2OeNsEbeAGlmj7L14XXNNIwrDoZm
pN5dR0La4D3d9PXq0u4KpWQ/W+J0OAL36sCY8IsAlqgNoZd2qMN2TL41MSd5WP9AaLNeooo0Z3qD
yFiqNMKChhEZ1NcKV6nAaP4JiGvpcmqCAvcIONr9XPRzIJMAPWObzKOGczOmNalbaGGdlVrL0voq
be3lSRvon7S6TfgUi5w4Ij8yVv8s2JyCQ488pDn2axjNrJGpqBJ6ErF3tccVmCqlbgS+yopqeSca
A53RVH1mJVbOCWfHvTYXArhjLNhQ4NCXDyvV28xh/UUv9DOu0dDN9bWVnX0H0zJ/MZBIKAOihbgw
oTZEBBl4px6+JEi+PKLCXHwyEW7ddprThOALTpGcauRj1oakYbQaBNmONkZ45wFq6a6MpwPYOsJu
zH0b92F/b4eLT67CuJBrPsNIHb6OVglQeolMf1ISpXjV2taXOiC6DMGlyU5UiM1AR6Rt79CmLvEl
RZZaUDFYi38ESUWmka6guvDqD5O39SzIo6G5t/qnDrl1+AAVChfOsKoF1kE4L8FHepgtCRUCwg9s
hbrrzvziooXPELn6kOKzmq5dZfn4qlNhr9fBdUayJqoyiC/EhBXYmiOiVHdRriPrNtdTTwSyMQYo
FSvaejMBTv0hWn+i0sap2lFJ1KN7shblEjMJZrlyH9pO2hfqSuiMA1jfB0PV5JxN7ZJu3DoxNTiJ
FJH+0mmUM/cE2ZjqOvuq/eSVRfgNNbAr97IZJKEJVee8pqLPnibAw2Zv97bmyNCXxXKDyXMgCTsT
/r7v2dOJGWkRby2d2rJB6mZcbknQUB9XO2BvMpko3ET7KmK6HKz8QpY1r0w8+mafwWZFH8Nm3iTy
KR2opOZACOjJ0cuhpBr+pspafrMJJP6SAgpbzpFlUjQ4QZ1/p8U3XjwzOuERpgEhIiruyCyTcTG+
YBeCP07BR1KD4c7Q8pUuXBemQYAb08zWe6/z+4tbOOHHrrTX72XeD/1FA8MzaD0w2x95n9vglOV0
yBNnGgTpWGVpwhsVb91PGsNG3kEBmxQJQ6mMTs3U2z9osnrpp7ArVPCF2e2S3nJ69IgVLJyRGO0G
mM9ziyaJgL05nKcfgQuvLyFrIyau13gIVwueRPG4dmvd70uR0wenmNPesQjC6k6XE/M/xsPlVxVL
5Eb+Ipukmr3wBLmYECe5il4AUvadExeDj+mclCO+6/e0Evo2xqBQpIuGksrNqe5lGBh1JOU8+jLN
OCsecQqBQbLCqQxvKCXHJGDPOfRwkAgvpM9m/J3o0jQ4+3Kqv7eu9mVieW0zfCcca0TgY8hL2QEX
newtbZRz/ULCD/GUyirjO0nj6iltyqBlRobeYx8zBvkIjyhfbokpG+PzTK2VsEWxIxg6bd63mgf2
jbz1sT3YGO7PcQFe/5qPA+N9kW90uazyRjfBZG9XP2d/Lco9DPq6Pfp+E6w3RR5Lue7pj3spYqXe
nHPFsCwxyN6/c5oulmRxXOsnuzHnqdYaNWAi1Ir2ywa5zu9XTH4FL3HcnvMc9Ptt0wskS3NHw34f
VqWK93VV2y0Um0G/asKdFwJbc/qouYRUd1Cwl+OkyFMXtLGcYVnNgCsQPEaCGB8LXNS0c9LJ4IpF
LU3oYN2JK3F+QGBzSBDWjgW7T3wiHcQJoAK6UxvVZJgUivE3eDDerk+mX8ky8WvCxT4wf1MPqEUG
fyfHfihvxqkVoBrRc+enioyxB2xjQbojJ8619sRT9uOBP9C7AtfwPxFWJiL61tk7l05nfTQdCxcs
mrU0CWt0mnLsclnU6C2DAYfvUz5nkpkzBIZUXKzKgJXGOCqC/ahFdp8PdV8cp0UP5uQxEiHVNXUa
YulgVQa8YNGWvhhkrb6k0wyUs/IWGp06KNG5mDEfkf56SxAk9A6tgjERkvhEMQcekzXo6c1Nzgyf
rPfznJNGX6sn3I5OfQRBNIVfZyfQrx1L3ycCkMb8gIOwcxkYDeJOuj4g4iqa17dFdpFzRQ8sS0YK
kyARthe2dRBtKPUlGltZJwNkHufs50Se0mbgWrVy2F4nmK51Url5a051XUUnLZnM7YFSVfFpQMfM
cUrlW2SpTuc3XYfqn1T7hnkqQ8sQ/lqYng364n7fcMgDEh6FPfA1E3k3oKdWJrEW/bIdAFtDIRcS
YXDibR8BR/otPjs9+cEPTkLdvGGxlc+JozLRFQMWEpJUFczboAUqetJFhhRmdsbiwFQp2tqirvNQ
tTzye9SbLJR5IBEZbAegO/BCAHRb4xC5VsXtcpRVOsndzL/yVNfOVO2BVZXyYlQlb+0QFDAhmHH/
Y4Z8Q1bVRN7vlcqtom2BHf9YshKPRzDYUXGuJ/o3dNYYoyZyNaZ5kKGNTknxO4NTiISVfLWKGSAz
hLy/ZXxIn7BZUvdnkW1Rw7twQzFXvUhzYkkH5AuEA0NNy0em6TtL0L/e99aS2gnoUQGKbYloxMBh
FZypoBYcunHmitezn1713NrZQXeB/SVvpi3CbTHz9Dfp2qabeaeDQByxuT+28BfoEb/qILLS5szm
jPFBpfSUND2VZJj88Wpb+YR/UGXfAd/MTKodcJw0PpzjrIAMU4eJ6xJEYOLN6l7HdQ3Operh7k+D
/NDyzlLAZ9lnx678g6cVZHxSD/WHPwtR3uu22Www2fHFfRdJvB28E3FU9VIFE9MSYL9gdSvXzS8y
DGPGOpO4VLpiiNKEM31Thnd/kZCE7/WYGII3paXvOUyH+ft3n82Qao28UoHU9F39MPpI1NLBc1zw
lrFNrho71ow6nOl3cSIN06RJHwRLcKpDI8QRcwMIh9ytA9CXbWP7KN0jWvucspHIGdirLDsU2fkN
G132pE1tXovQNeu9kxfgKalXTUkR3yJgnh2wL8wzArIP65AW3WFjiPZHORHCuXMZ/jBgYUjjH/p0
rtt7ALzyIxDTzaPdEZI1WxPy8KUbzIccc7YgO2H4LpAz7WnoNh8RwY6P/8PdmezIjWxb9lcKb84L
9g1Qtwak9x59KDpNCCkkmbHvaUb+UI3qK96P1fIsvIdU6ELCndYgBWQqJfdgY3bsnL3XZtDRgzLK
NUhuORNdKIYxgJeNtBSUvTS51NwkP7unRFm7LzJP/XBjkiCjiCu28y+rXu1miSm2jfqVpjPO8At5
LEik1xTfKoKH74W1OObdRIAXk3DkdPODFP287i0X2RUrdNp89jTRV8nQKOMzyhXU5aaQ8Iqh1qqG
Jmtp0NB2itTaVXPXveU+TIs/Ke5/0Q1dbjuhS/YFEHGxNf78vrj0eum+E7cMt2zcscaGcYEd6Whz
+bfOWFobBVDnax8Vb7PfkYidVsGuFus10UWMmyt3vlUZ3/n3L8IvUtzL0+i5zMBxGP1lD//5a0l6
JjatQ71DhNLesJmZz5HMx70LnAUCXjfs4ZEzXySmnASYKXWePV/B1EK0m9i2BO9rq8r5g1zuoxiX
L8WrwTWyA6Q4oEV+/lKj3ZKTjkl/Z5StOPUReEZOCl1+JAF6jRWHzqOH4uZPLoTLm/fTkgaAARMH
6jTcsKRSfZAK+sFI4UQG3m5oaWpn/UDlWbj9DVp65CT4nZmgcXp+NLoyO3Xu/MJfAxwvrNeD8AMT
ap8V3XkFWbRrX1Ar/f5W/atvB96DtRaSGDfswwNkIYYumIJaO1bYW6CDwxBnRdVdt3Y5zX8Qwv/i
sqTac31kbngMeDJQfPx8ByRDZulMgkXbGN2v09C5AvftMmzH2YTMu1CrdVljbzO3Xa7rSwJJWLYB
0+l03f67P3YAtgi7J6pJMwBT8fM3GfOxVa5JgkeaqfGh4OhOuymLoiTsSJD9/Wf9ui2ENkJIEm3s
i/n449JMc3JCXSHXnRO0HMwD5KGEiQLbjhuMVSw8hXydQk78E8XAHz77Fy0mCn0AfH8JI3HuBx9u
76DDlKkTz/yUuResLQOA0J4rspCGctgSCAZL+Pc/rW1/fN7x0tPRtrFc4XowP75m1iSB7LUW3Mgp
L7mDAI5IUJ3NZjs6FTW9k03zkcRDc0b8V3Rwd2ur2dPA4ojPkcg81qFLRVKbU/OXpHv07kyjKIYE
5i9tyoJygKeGSYCzTakVN2lZcuTL3LEfTsjISuNPbpKP15DsNouZBBEKaL55aD7oWcdC8xR1kgM8
UuevnHfWGsIf9mmW//rcCU+9dWGHyrJaWNOqQNYoxiK6GeTNtpSEMHknh2jGoRPm9TQZzmcdiPwP
gVr/6kteCg/8ivyD1vvDA40+vKoYc++npgms3VJm0/JkNkZAzs6oreGE+W0av/z+Xv/yQnNpeERt
ggQh4YS4L37+VORLZu9C/Nm3ZOUc6fy0VGau90CNlm5XBubXDqjSQ78wPIlVfTkwKmLNDgyj/2T3
+8uc/Pd11jcdQFasLxfb6CVy7+fvIgw7a0zGT/vUMpHXNagDzwCT7WsPFGlw1fp2lZ1XznzFDW9E
au1x4OUBOGZkkpsiYIoRR7jiQYpnZjRfIXhliIGGrLfOc0tIXbJAZUZX1w8s40YxeDfMV8p15zvh
0B2VzXIWExBkyoM9tID+MgQcJEgPtI1bbWf9dYXIITgVLuvcKSdhNr3yVhpsm0HR34lXV8FHyOjM
2cwZHCKQOIBeEhgUZ6wrxPfDqwdKZnkTxNXnt01f09DVw7KeW6IK/LPj9q5zY48ImUCLm/6V4FEr
E3eS+PEagLaoOKbZfwrweKcbFVWeukPaJnVC+xJnRI8Rdv+Hx+PjUuCz3ZoXwwaWfkrij6vsApiS
fqM2QSQzw4IxELVZTN8Tm5kwA4hWTof3L+k8M5wxPknHQBBYhiqJ0mwqz6YOFZqfzuznP5QCH3c9
1mHbCcAwXVAQyOc/GMSweZrA18SyX6F9b8ZRtBhTC95WcXGq/mEBYSP9sCQC38CLAmCEow31R/Bh
32tAHVaDP4o9yrWguwjArOY2bbriR+UY7bJ1MEUg5cpRh91PRJk9R1OYhaeJBqG4XWYMKftiEp75
WYQT523tITa6p/8mb6IKWR1hAAJKbYEmyXprjLrUnzqZdeW2o0zW27YdenPrEW9CtLEyKfeHBRbS
ddrQb8fI8tcFb4CA3axmKuZk4urn20ArUiDTQhm24I95hfU8ZUIvh2Fwy/UpsJB/x6pzSSx2AZpY
h6iI6r1rYGnbXMajr5GVht+B4NJFEVYAyE7QlaOwq8fF2MJpqz7blbD2puWn/qm0FlS4mLRSUqQK
fEsY7SGaUPs7wy0S7t5jfE5ttWciBqxykMtEnjunAlLoHGNOnwaG9nufvnuZeEvVvGvHnOsdGqQe
9L5su09Rb2NI6Tpj+tE2VRC3a6TKd3YNOj4VeNrqlTGN3SWjzCwY21meJpRDTv/SFp44Co5P1dGd
vPnBaVqfbS1Nm0swfaq/OaysLPENFnlC3KfpU+jUkToqpofOhin18HrZrKK4Q2EqEy9XhOw1rgwJ
3QxL54dV2gRSNNm4fK9RUT46ZdEH34oiRI5uyM4H0TzBfM9xdoOxj7PByhlC8LBcEVpdFgTwKO3H
QYi3dIvcpuwQYKXTzg2qmvlqr+krMvzhFIP0ZyLrOMxM6GlFRSba4pDKwrfwTIdtlCuOfyXMxd7n
wLompjXVb6GmDxwH1WzTz/Lb9DMb5NpcyjZp5PtGk2dHniGh4kLni/2MeRbHsb2O5JNYfXYMZmMN
t+j6QnzUjOtYz6a8DQ8ltKNq48lw+K7zmbljZQnOkR00ByNGAMfcAeHaqM4dG5CEUw51KzY4/zYH
+hJBfZZTK4gJ8ZbuRI89wJCVBVLHjSOzr2Ne5y1WYwUDzrKyqkqK3mqYXhCwvSas2dwGWXsuUmLi
iuwN40txZ2eI3+nrEJO1MRyVD1uj8pY2cfyhegSCSx/XqnV2DufCxT7Q+d73NSdojYGHSbyGatLl
lghAhrwNy2p4S48cIYxYjTvdBP0XTv9+dOlMLTwB1fDVLVbP3lFGcdYJcJwnretqMqfdqg0YEMsZ
5NFMwrtdV5RPSqa22Oa9k518q7CKbT3OyO2Mqv4U+flyrJERfENT0h39IswYC9sF2Z+tAy/lWDvc
QQAmJZpLfDJhuzE4x65J7jZLGDMpdK4y24vYpecaIfDoDS1KHfyxFN+wFU4zAWfPtGMnApjGVj+Y
VhnAtKxa6wpJp0Fa/Rh09RWNS3iRwRoE6YOyVxmd83kgkwdlCw9p2K/2G0GddNSGDANhTEONy10j
W8RTZglTb3rKWL31C60ZXkGq65l5p8WdUZZyOSya1hZCttweEXnR6cDCg0+BnKp05Gp4a4bQKBKs
QtFFzhOk7nBVt9mitlAvySYg5aq+R7Xfvbo0yYK4WT3vIZu13ydOKJrzenHPxyYlgrMJCrQjcacL
RfABwWynMJzdTY0V4LWiJq2ThYC0dVO3udDHOQ/LV0h8pk7ovriC6KKqrhJsW0C++4hUpsWmJaBa
G7aMVWdvZYHh5RBVXfaGiRELTRoJRe5LubbPIkcXCLQt0Kx8TBNrnoqSZ5u/PnxSGYx4BkJp/kIu
BDY9ZN663K4of3Yr4Zykn1cFKZG0ss2UzKY8W1Fb2vlyP7pVH23T0nfv6lYw4qhd2TwMqe/Zm96s
L/KQFa10cpnljISURlZG/95239uCun07V2vQHi13XF+VLylDSO4hJAqal/9SIshHboJkKd/QwseV
aI9EeMlZMcBvlnYRCYhhe7ektEITS0fe1uA/NEnQBghypel17770qJE0THpng2g+uFeFZvmp5Zh+
ripm9ckEoojlh4jYW+RuHh6TJV+fVsheVazd3n6kbgNS7c/QAI6Qwi569gi/UrJ6fbPRkiki7Svb
sGNtukZNmIQZlGdmTfo510xLWce1lg8EmxTferUSf2Q2nTz4NQROFixjIkxMp5b3YjFXIVm3hxJ0
gr9g4Kv0BdsR07UXq6hx6c/o+Zoto05/Yy6Meoh01u1L30p73vRhjSqdZYppswuTEL7HErnrXVeb
YmdECJeSdTWz7LCMlEoxQm7L3BmtU3E4ZQpg78sZm59ydOjvpDtKn7g/ixRROdjNdxxvA4IYgukt
tK9oIpDblH6IJDHYYmE6LT38BdyVE86w1c70pYfddO8hQ1iTlq/tqMRfNCFss++k7qd2CB2N3nqa
rTttr6H/lPo8egneXzY1UE70tqI5JSfCQ4CxyfNUPNg5Zh4c4LPe91QPAws5Vq1LulPOFRlpfQYt
wWd3JXO/m2hAALTh0k6fnaUw0jIuhDEHu4xVgj+jrAgGnjDKbR9ovKGmts2B3bQjOGImfCI7y8q1
niy1RNWRtj3+L9r143uBTqvGe9Gl5n1oEq0STBE4PMRIkmBk9s46JnP1ZfQyYvlkjZhtZwUSt8cS
AsJC31pcHB5RxfCsFOKhYFV+R/udZ1xEx/X3asDDgXy3znZLpqfnQJrpu2etkT6k3NKtLKr2S8FB
cd11WdV8D0SIyK/nzaySlgAJA8tCU5EugLe4ZnEq6IUplQUmag/2LnwY3rgmM8ZO+OCq0+eAIw/T
YGud1cEg0iJPRg6/nIYBet3YJbieJ3C9KbNbQ3fBbpwa/3Es8opwSDdnHSt9Z+DPE8f2FKyLIiQj
j9aruSngcwIDqo+kR7rEoIFv3fdjLVC1Np5/1aawJBMzxPCwS1cXz6TOQqx+obaRPhv5mIPmbcdl
vcfM1wIdHHqXVMRMu+RFFtXCnN2PckLYASl+073ownjJWtvd57oIep7zgab+agZoO8eQ5yAS7aNV
5bZAjjYNT3O7lCsVo+cmlX3pEEG8l1kilpZxeJWPGt0ZrbOa+J9OdzueFN4g4XDkI8l5ma8Y53Rf
AFzhPLC0OXu3BkNllYTZYt2sCOpYelar1Zu6tjJ5VY/11MfEz6WfPZI8v3csJ148q9xrzvUy23eY
4RjwYH4eC580CKfWm7ztdH4KM1Cfm6Jisb6Ci9G2F8Rp3m7ZDzJ3ayvLTW946dcQ3dyst9HIonVt
MIO/ttql9s5TSzF/7zaCOA5LAvM8hTU3aXM5SiMjkeFcJY6Jsmxn571HeIS5LpuoMF10OHkTvhpC
S5PFCQlEXAOGCQ9SFBIH8JKtBuUGMCASpVH31nHAuCa6kSnniI1lW2uYaFV0623h+boh/Sedwi1V
Nak6FOgp0XaymfD9g36wNrmNumGLXpIoyVmXFIrCxKzySuIl8o9ybjqLbcswnM1gu+M1SGmjOhFv
nn1ZzcmmDTx12Xvqc68T3DXTeNVYyGTPXeWU/i3II3/+MXjpPG8LZPzzsc5X997IM9fbU1ENrPoo
3PQUL2g/qi2lTfRmSbc+aJmZYczf4uJxGoDe3GWDDBlBzHZtbknA4//ODQN3m+vlo7jKXBHlD6Wv
SP/zWb3mowpLIT8FmDEvdsjWEdusyM3qNlvRk1xX0GLLHe4QoV6tWbQcx4cllDUaaNA/QSnTec8Q
rxEPJXhs7AHd7FgTQx9/WHY+gYo5EkNdhoxmpXXJaB0iEi99UlQVQn5D3cFn7WlplXlzL8YBGTtZ
rp1KHMXsiqBS+qUvrnSbe9SPeN1XiTSA8jKrXs1FZNGfYsJ/7SFR6aNjscLAdyIoGj93UGqRecgD
xLRHqtbcAIH43GLgUzEzY3PTZvpPcN5L4+zvHRvIIcwJ4IiEADsgbn3ojEccvku1LNM+X4r5eSBz
IGEnyB+UHKcd04p0SqJavcKZma6pd//kG/9XH08DALgYrSM6lR9+3Cn06TCTzkTkqUK+NDUGiIvB
dfsn5crhObIG8aMcG5RTTTZcGY7x4/ftkY+ff5nY0B9BzM2FwLh+6Z78zb1P+3Tpe8xSe9o1TRjj
4KILQz12RP40bqF4dNs1bOaLGg9NPbVlt/n9F/jYlrh0QZjPUOxYdKUJsvj5C7RUEyaQ9wVcGGpy
JNfiZGSt+RLxo1+F/jS/eezFf+i8/4JOuHwqrSBwYT7jSsr8nz+VkMfBJswJ1LxRPDOxyU6zIkvE
Rquabcwck4PIw/CcW8A1SmTfD6Alqj/0f3659FDwvL/gCSCMScC5/P7fLn0YKszC3Jm9pAxtyBkD
6nY21TSrBABit547yFH1g+zc/lsVCfMWpMo47H5/+f9qHP/9+aeoAmoCuoA5rE+T7MOVgMtSNxZ5
5Id88RaXc9QlmdDsW7V+671OzQ/IVuwg6WmneBeP3PjDphLPdiWwpvF6zAervC5dZRt3RR01ww81
tiUm4MwPxFm4QbEeKAGWOZ6jEQLM3K4lOb9toFm8JXokVxJYXxj9Mm2LDllMYoxWaZ5XHSKo1Z1s
1K51TT895MCsqifsF27zik48tG/CfMJ44cl0Egd6wC3gCx881aEMJuUmBcFZ025qIrfEQo7jMNaG
W5sKw7DXvDB4X6ztNNnVN6yjJPipHvkgEbiW9Yn2u8VxB2pKeS4I+/T+0CX/ZTBJVgsufRpxDmwc
L3A+XHITEe0SFApnGVjnjUYZs0sbcse8zs6ec4Qg5HM3+jQ1VRM3VNe30OTJ0iJOPsmnJUsas20O
v38MrF+eAwZhDOAISSVFhl//gmL+7Wkc17YWBhy6XTSEcJ4UTjPjNNa5ZTyPSwUXIExnnJHoKLtE
ONFab6eAyuimp1/GO1LDCn3WJFT0R2Rti7lHvWN1sTvT9PiGt3p4DrHNi8OS0jDaqtogMZWYB9Se
Wnuv7eSFPrVr0L0YQ1+S3pWjAC4B5XY7UZlrenBtrAXx1NmXnF27RpwBJwPFS5Uu1IZEK9fbMktb
dINTMQdn7BqqPtH98Nx75eS63ZUudNnHcPRFd6TsJHw2In7a3WF0V0Y8Gnl4VcA/dDdMUr0Xu1v7
EqFvp3ua5VNav7VWQDzGMroTJ10AHv2uyWmfxBFWOI7IxP1QZ46jh+bCssf8bqFQDU4cfxh4A55e
8+2i83669e2+poNYd/2Dm7cmGyrynOXoAwLynycLbpYwcgfxFPoM/0lwo57V3DhfBsOb2vOgab9s
CVJzJRJYO5W7emW8gkJ6QJcr7WZddyXysuxGjb3igDys4Sd3dhcvKVqxPgy8WMQgAxHxNzm1gdxV
qUFXLfAqlXGemyI8xDk+BcQMDMOYE0bzjTfnUUN2fU/HHD5kv+UurOkGj+FS7AYvnL60pSC+dgS5
ctKWQBQ7yXzYTZqAyoQqjh9BTtJHwaTgdSIQcIc4SivL2A5g5bPbOQdxc2rMisecgEd/TgLRNuod
3inq/ZgHADYztNXxkmWrkX5fiT66nF+tgcB2xnjlHv1quNy1xWC2cWYEwytHMgphpC8o4YbClvpW
DFHnP1hTU54QM1kox0OfUEqCRqc9oqfG2qVWIeS+NrTlnXEC8kNnQOIykgSr9BWrOwz0qAjdHiQD
NKqqt9LvrhzxQ5WLQjCmoDaehlIHw2kxeqRMhl+r56oYpiCmE2xOf9jFPpZKAA6pe71L+M0lPMX5
oCWAeN6aMlsFdC3geEJH/f3ak/JCObMeax60f3OOe/k86oQL1Iv7YQUfNiyK0WmabT7PqQznEcT4
+4LPRSYoTr5Kr1dff78m/TLE5fNITQsjgiPQLcBg/XmDDIyoLYHE4IYLPIwzQa9vpYh2PT7It7yC
LAPUai7PUzQ3cZQp1yKC19Z7Zu3hm+2LL0Vg1hyQfXej1gDELOzoPEzqVJG4HaGUS6iHmquinesr
iS0av2nmvvz+Z/g4dr/8CPwEth0yerFC80N5xfkslVMBdU9osC+4DaxdgC9q4wcrPVdhA0QzaQNe
TdgS9r//6A/hc8y9CQhBVA9+jY0dFtuHaWzTTOgip9Tf1RmWG+SLBYDcQdU4yFLTm6Kb2p7xEyE3
Ruo6+AKth6Hy9VWPnTdt7BEKeELRCNlp4IyNUc+Z7AOHTLwN4LfWd7/0edb8lcYETk8OMQn+nkju
Qm9CzCyIk71us4Doc5/+059SBX959hkCcG1RjbAEWc7HssWo51TUzdziTl7yjU+/54fI4blaFkZT
lOhG/oc61bmM4/5eKF3SXy4Qe1RoVIzUzD8/jQLWIPgh0e3VYtL1TgVxM4TzQqnDeclG4PZERQe0
I6o9uc2+HecUVs4GB5Azbc0xKxbCDk0MJtA5IuY6fl8910PpjigQMkwDnMfwIQfSwWS0Mqx+NqpJ
Pwm7y8QRKRHN+qyRScmp2CTgzKs4s7r5eCzQcLy3nA636jI9ZvUdnv96kP6tMLLb9nv9OPbfv4/X
X9r/jzLJWDL/O3ln82X88j++19CSlpsv1fd//sfj9J//5z//N3KE//cfj9/++R9MTv8rkMwidiyC
jnvBtlC9M8j9r0Ay7x9UdazKHO39C0fr8jt104/yn//hBv8IWT85Z13qv4vG9L8DyVzvH5xJiFlC
43FJeoIv+L/+509k1+HDv/89Cgz02k/Pa8DI0uFwx7eAmYOR0v/wvDpsV52V2Tb291W+0q4A9cqU
zI8t4CtNbHa4KaJi7ZMZOWQ8MxPGymAEd3RM0qME17FtUWTGriUG+qRj+yhBrbbD1BzJPbVuK91E
58IoBTDler4W4dhgQhry5hrTAXswqoJrYBFbzwvsYysif0VvNMwnna0hvkUxbH1yeOC/zDg3PceY
9ixVxQn40bizMJC+6SC3Nnr2wuHYRM1C2JfjnRk7PnLMwNHHn95TizDSrJHhU66I/nUk02KLRQjK
Ttvel1gJoGMQGRkgzgkTo5JiHyxY68sBnx5lHZEePQkMcS+xK3Y2wfZxlZX6nrrMjQPfxxsMHiMe
3c7dk8LRngDFqH0pameHOWd+VyXBM73jfu/xCm4Zb5oJ5w3ARkWUn3ykuDTiynFLyvh8zUF+pl3f
YXurLSs4qtkOSPamudbGlkMSKjwq+WrWi/HVNlYWsjaCBFKVxBFa2XLSQ3WhhgBgfFt7y/4KJio4
jKMDr73xu+hNYCk+9dnSPg6TIzaLO5eHeSjwVghbHIoaZEbqgMuR03KYm7o+yiZF0F3Xzn7kuH+g
A98+qX5Yk6n3xLVw1uA8SK9jXSuG+dDIYWCSw3jy3ADYTSZQl0dacMaNk5lZhAO12ROekW8WFOxT
nDkVo9LVyHxCeoFFMoQZNpPn/WD99M9zPymGAM16v86ud2/XNrSPtgqPzeRE+7Az+j0d/uGMpfui
Wir8k1/MJR0+nKUBmmBajXX/ZIMH2KSDVRDuhHO7A0iUwJ/LN16YepvOMaxPyGRLe+MCIGemBvXB
Iwev1cF+oeNBi3etb1TV7oexCL4qop9jGyACl64EyKWDl8iuup0afbwRqNyxoHXU80K51/WQeolp
WkjtA6hoQXrJdKq84FiFa3WUVTdiIIZbhGt5T6q0+cwWQBXuYzFUkWUZCbMxuS19rPEjXcetbHL3
tSkneehHsndiGmD1mZh3xnAmY/2k4nDY0LfLrVdZSkIP8nl+R2yBHUU4NjEayqa53mrryJY9drFZ
Z3Ivyj7lF2/ksBVkxCw74HeyAO55tBAp7NiFs50IDC3jhXs545G3IQBr5V/IIvqz3a9mMoxSf61t
6X2CSPe5MMCQlVbp3Fj9fCahqIIsgxrCYSR+G8HG2g4luDDsJfO2aelu1hWXaJx967rrLsPEumoP
PrnMjJL7wdMxLiSJBmIpp+dORZjAUoQ82OQmVBDj+mTPgHrT2b2khVTMXnRzgAZjbWyjNxMm0K9N
OJhb5QbpC6/qdIXHubyvpH4O0gjYuAevwrcvTyOHNedWuzRds7KIF8q8nZEVxV0KfGjjFqTvxCAL
p5uOceO0jZqc0qxGGPPMLFgfnJCIITDewfdOS+u8hBPjAEwqeL7sMUvwVSnJUNEcryrXZCSgEIFd
29N4yd4VaiCElerkRlJ8naWsvDQ2C+yNLriRdFq/grxbrmXbrN86HBqovCt/wTk7yES7SJcxFbKn
42b+bqWlsYn4+/ZGsYynuqzU2S7Gy3ETl2BZPBWG67WbTBFbGnuMtNQJrOYc3WbNwiDT6KbipeNV
v2noQuZJzvT4HpnOdShgNjB+to9sZRIHru5SPEJDwxNK3OMnrA1uezRNUe/JIxha2vB6y35DMFRl
nOxAqI0G58/InuWORIp2xYhll/iijOdyGv3zyoD+Ew7cXRWpkH5yD1ynb2zIuTy6eF3zPcamDUIW
MWxmRjCwDeV0JWbTh1RAd8xuR5dj1/zudCAAowlktoNfF8IEM20NxTaWGNKTMhgi6GAgJUEKr9eZ
n8/bOatgBDNjitz6nSDLt3KojkE0vxKKdoPy9tE3MhBAUuS0emsfYR0l9ZRwlm8PY9F+wR21XGPV
FFd4lvmyjtMfzAzN6uSAvePExay/XVkpaS3cEAnmvBpweLZY26qTDGs7dnTafiqyYPmcdVXIGN7X
KIumMunwoI+ETTVvdtm9RvNyU6joNhxZoPq5/zb2HRB2G94FC+OW1UIBowr0zQoXJxHc1mPpDecx
wPi5uOG9g3hhBxD9a62M9AUaJuywAg4GJf3Ktg3xFtgWs/EwmljMwIDT+GdvNIise6CLIBB6Ey8z
zUV4XwKNjIepuCJJsIQqxgbMXMZQ1cHNIvOxnYPiSwUBMo/LUAQJjBNGoQpA2oAQgNVuKl8WWFSn
HmfzPvQXjFV0cfDNBc3r1Da1S2bihD04aPyjZbfOV2bZEGqJMYe9NjpkQi2D962R2GJBGJv3DK3R
HjDUCW/xGNM98IeTHebLSQUifW5m7eXny8z/Dpfbu6VwxvYpmxiRcPcisJxHDjfBHh5msxPDCEiB
kf8xIstlE46efOuWzEMT1TrGW0HM2bH2Ul1vTYBdAfatDetyyC+et+fBNDHvQRLzsN3dFou5qIRj
TXvPBD34Utvl3Yw7Yt5RVq1WTIpbTVrywGh6DJb6Tq3L9Axo6WVoeKN0OABrQiBAv12LmDZmuWv6
Vmwt8JxP5HU3B9HNHnwbSs8gLlyzQ8ZBERETHlVuAD/5r7C/2Adbpz+nZpde+3bZ3sgeg0gvBn20
hqLbSKNbofGE6IcAMbB7R9p45zuWbmyhamRfmcPgRnQpQaoyNHYReRiMHuiCe729JY4+vVql7+xl
acCCVDYQ3biIKokSIl13RMPtDbirB9iG1yrMrbgAMipOs4s935ilacV0vXzYg24B8UkWcYM3Ot2q
dHI/jyGJTghDDB3TYUSZg/b5W233+hDW0XLTpK3cr8CqTrq3+k/5HE5sIQB44pk0ikRZZndHM7Id
6fX6wFZ42b2DzH1akxmAos9khBYjsCtLJTaHtj12PoEcJzQeAXKycDWpT8tP+e3z2ufdW+9wzrxC
gZh+p7s5WY8yrTVGzDZAtFpiz4RvH3wmaWMtGUNlro15JTOSAcXRHolN+OTS96aX+6MZfedRRWkI
0xW/oWTbr2JvbKsvkcOYY2OWebcvvDG66f+iXDlV+Iz+hrMqv2ucONDvLZAcVCSyeXTdod+jrPd2
3VysDx4+I7yG6GlG9Dr5dJEjLH0eUmuJMYZGWm1cj3CLkRt+6xn+i0studOQUhChBRLeqc6/h6ho
NiGy1CNxANYGXlNxMCfZbrkT8EVQZD3VGobbXH3u6ATFMEmKJDC5N0EGsSaiEqvIQrq0o63qLaiJ
XQiy7Mr11keOvGPcjsb8JR+9m7wY+7sBmdGROuW+dztyR9sbJk3f7YbY0qV+6Mzoe032JcP6d8A/
e6Mxg4NqVvvKo1hSoYLJFtxhKba2erGOeq3gJtUtw7EOWgRjg2MvfPYejd6BhbBIeoSOhTLhTMq9
zeD+q85pb+aFWijRojHPgbj4wwPy5YuqI2tUe8xpsRv3TTB6wb1RZO8BFey9bTjjJ9j+znSRjlyU
UIu4NwSck8AsVULUa7lZtVM9phUyWDQX62bqxvAEA5wz+KrW2wg2hBkDC0ZvD2DUP4eM1VBH9vDe
PZrs98qccENEYNE20u/zBzHxv6RIv3truTZVaxyGKM8OYbtyWpBA2GiBuvJoiNK4C1ZUsiSZjuuN
W87Zd4xgcF0zeDsZOqPLaH2GjpF5d67d92hdYGrVGnQGi7Hj7yeqHJ0R7FMO4DWD0kDUMHWVRJbd
y62DSY5qqZWHQqU01NN8zmKi4vGKsv6w9zrdOR9t5Iah0NfV6CaLyl598kBoLNXaIE+9pIKo/H2f
TsB/pyooOGHBk2wXNtfcDh9grJNNNb3WlaBpHkyPVbYyJZ/W6oDkp9+FF96A8AIYqqM6SRzLewUi
71529lXpdnd+BwqbZlX3YtJifeiKBWWqnZO7tdjy2u9IwULDXidBXlb7Pg/EEUVEukcOuW6B8qa3
sCvsa2lpe9dBlth75UQQZx5093nF473aTMVRhQIzW/T17GX35FlYV+6ojKNidnWdLgxHTPRq+daX
zEV2YzZXD+sI8pBJzUFNpsKZbtig1/G+UnGTkHbl8doxeBpoqGVSZ0+YFnllhYgerEUVLxNiBns7
prNwt0qZw6ceYgbHBxLqL39BFVwJPOxXhJyIexzptU60XyOp6KN1Iy1WBGO1/ERI0AMIEl6F40Y3
luHytIFyna+8OguB2rbGK8FNmImrkruVliZIjmY9gafiwFo6h4KBxV039wHHyFzcrSqNtqxwwMi9
ddzJ3lyTzm+DpKp9/bWfAZfkqOyaCz+6+9a2VfPijR7exlGzDsWCFoPbXDpW4LmcZ41de9/kfvE4
d8v/Ze5MtuRG0uz8KnW0buTBPCzUCzh89pgHBnODE8EgMRpggAEwAE+vz6tSLSZbqlS1NlpmBkkP
dwdgZve/97smeUDPA8PBiGUO1uqmKPF6TQGbn3FYzNNqKADNvXTFlfHf0bmVFtvAXFrW55LvN+/w
JXH+cK/vJY8Nas7vBA6epz6DX84pVYVvggvjrDTzHqxW8ga0p0myb1mew9WDADDOxgcEkWWjGlX8
sAY/fPONpTyScJuf/631BGXI6KqkGKz8encpYH2pc/CwhG3wSb3jUNbnfxuDci0ROryYlr7pYHZR
Ey9ZNN/K0r8tizHd4LfN2C0UDxw7y1trtpb7f12ce25pLBX/NVUOgelbK6mDz/Lh3/ff26vypX79
p65S4X/8KVSoP6TDq2D2p//A8Yt49jB+75fH72qsh/8pWF3/5P/tD/9Q254XiQT3rR2b4fqvZUXb
/CzEBWhq/2flbj8W783733b9e/Ptu/qTgnf9i9/f1fDf/xvH0t8Y6LF8RS7RqsBxSQ7p7//4kfub
T1QNvBDJjIg6VGYPf0h43m/MNRGdOVMG1AuYV8eC4nmLumf/ho8hxN/pXBW3kGTHvyLhIf79ScLD
v8jMgAx3ZPEiWAV+7bfpBsvGTIvpu8vSqTqOxmoP1w0/hWsRTBE3XuweFQ9oEl5YXXT6q9Mzw6OV
omoJB0yQSduZR3QyrEDzNpIJG3emk2V7j5SGu8N9U+3gAw0M/bxVH9rB7tyt6pcwIoDpG39n1vvv
+ULDZDz0eXbXK6MtdhSbIlNkrPbjJrU56seOBQ4sGZfVOLYc7uFyKPE6SVFAlUzl4B1W3NAzlkLR
dty1Y2ru3UUh4fXkTaoNkcwUvB/sh5NWE60efPj9Vy62fNhYZeg/dO3sPECEncRBIDF9kjjuHiuT
RDGDHJbZbMq7N+itAYiXeSqN2wAE0oGcSdfHZd4t34XdmnbShG3wbWzt/A1EWPgIqF4sCfxXdh1u
amFKLlaIP5tWAR/q6miqNi5eoBAnqCE+LTv1xauZ8bB4pSvE6pLUcBlmh9bkPE8NgIJNFlCEBw7K
A0GfignU++DPxYhV2CAShfDrF/emyAAHVlHFIkNsmlqFJZ9mwpDlaHQ35MBw2g49wux+ZDAAcxgu
34nEXfdpm55Jkm5xyo6x9UJYfqCEu4GM09vLVkZreytGDTsCQiTORsd0MNui8KziVMCTQQBbR+YP
g/ANeK6RV901EsrZzrF9QR+WaEBqroCEPnPgAP31BGikR5sCgzcmHiGHHO1+YjpVIvYDf3l1SyP7
Upv6OpQNwRxtbRCxHMmHrspiR0QA5zcS1rbcSLK/N24AUTdrWFHuKuCbFFEVhIpNNM65fKEiR7kM
4BrKpAzhrFAPRz7buPGL6sbKfRyzBUI3qaFajv5jEMhegjf0zSMBncxKGrA8jIFyZESomR12ur6F
CQB1khUWHz0Yd3tDaFO+EVmDjp71UIrsNgfWQLSJ6mNqAfs3rHZIzl0/zHEv/PChzQHgkN9Za/FA
q07Wx2NE0P7oYnj50Q/AFU+1KvP8nUfYEHITpBxgYfGRJxcLpOsEVINij1gTGEINEyCLezXJaiNW
LCmcDOpyjK06H6J4AuE7bDrV1XJTlVlWcv5pC/RgP/9OoSi0WDwsEiQ/E4c2ZrisBd+V0x5mL2se
WEpdDI51J7maSC6BSSMhQ7thSzXUVs5NCEOv1BPUnylyfxhVxmzcYv32k6jE6XXxp7x5DyzVoc25
Tv9UacclAwOXUm5cow5xwo+R292MBB5I+AiZYpfFwSPiiTqOk+6BUMdC+BliLA0ch9loxJ6eBvyj
OUjIB8gP6ZvMs97Y9PUQ3gpTpX3Ck294rnv4mwkRueqZHVGF6G0jvuL6iB7lUNv3JrP0GyCSDqRV
f2wTfp18TEjItl3SCwGEvMsRMrlpO/93npDFl2hQ83vqQYQ+onhktJf4Ebs2Zy56JNMqbe50yAl1
62ubezNrSn2/cM5wYmGNKeLeUlE6ZfZEXDer4UXXnInGHhza9AlsirIJDtnqV0ucLxQQnWq2ulOC
SJhy1U/hgFm8mII/IvL/0hDupvjWt/BWh1/X55+X53+/m75TxtJ//xuTOvW33dh8vg8snr/+nf8P
13Q+0H+2qD9+x8f8t5em+Gx/3gn8/W/9Y0W3fmM/FTLyYglG/ouutr4/FvTwN8x+LKXRFYLg4ybA
5/nHgu6bv4U+CYTQczCcejAB/mNBdyN+xNaQXlHCmNyt/9J6/ueJnOfSaOwS4Q4YIvoY1MxfJnKr
SFs3vCbBduWTuJHx7eZwfjgnP6Lk8Fcdu3QP/XnvwIthbyT2xW/OR8Gb4+c/+blWeHyrhZ9oE8FS
4rb2Wyx8O/w3FGMAOKd/aanq6NxzsqW1hoHIq0UciEZF6R5rMw2uDK0s/JFWrfVjVk2LK9PPjktN
EccsguI5zLSktww2/9O6rvM+aDpJRj70z/5iu2+N7lC5I0lICgEkZU31FqA981D87lslgXBOuf4X
4CBNmoRuY0PpnqnCw19W9RSkFuHk7H1tuE+akGF0h7+rxaCxlle3PTkZsgLOhF80gmUO2qQqwzd7
DI0mYQsz9duxpk58R0oz+i4Re/RhyLyM+loWbGcbLaZFzKAyoTktKrTtTW9hi9g24Juwm3Us5Ecj
cKfwEVyiKuK0sOb5eIWWBKh2SlQnMzBqPr4RM6wW1OQ2PB+iF8pxWUhA8GWHARweLxHN4mvervWd
7vAUxMv1sXNoQrCuKy3MaSJD8uKxkAsub6ZWtJCuGTm1WuAh2mMoT7e0C+XogLiLLmXLhGBjsWms
N3M6+QT3Jnjomwj81uewmkwWEAYXby8nsn73uU6t4biU5qDB+QZ07BTGUj/BevXvbFvOxXZu2urG
xmZ/NVHWsEHsDk527Bdu85VZayHBk0hN5Jyt3U6pxfmw2DogEUd6QZ2GZ1NuPIVL2F1N26YzydRN
PFS5vAtWtxmf13bmsSwiSaVJFIhIHSkDMT9IdC57JG2ibvDRcHw2HNP1uSck+zV3M1Y6Yjx6b2Ls
yA4Om5iXlRBnR2tTOzxMGskTl7RfQKsOeisObKP5pqWnP6fc796wBpnsNOri0HlZcAYoCaRzzKYA
omEEUTDOTR/2cS2N5ypS4jGap25M9ALQ2BF5d3bHrCTeWgf2k6zx+KWdDXtogNN1tc5k1O1ZfXff
t0QG4pRpzIE9Rgg/H/QQStE6pe+eKOZvbWeoEBK/Wq8oBDONmVSLKSnnyO+2TG67HLy4lW7oL22Q
08vq4JeG89pZY+QRMUtJUqUegHJZBv4EJlUwjOt18J7lnk141Erbh6L32D2zpey2Fi63O86e9sJs
yaRAkSw+nszRhEy+bUSts83opOV7aDAy2eeMfna9nvUN1mjnnpxho3c0beHi6a2CgZDilBsTdxlJ
apmZ9I4+nRw3xozovWu4bT/8BZ8cE08ow5ufHuj3/3DT/Oxa4MD1k8cmYDPCU5YCZ0zJJntI7/oE
/emhJaxqMN3BJ+TSEzEwD7R5/oXR9X/7Cui5VyMbaK/o+vOfXkEhjPdjxStwMAClejCz8v/xFX55
8EZy1A48dCsWVxageQgG9V95BdeEBIKvjIJj1quf34O1ZorLBeDUSErXcw9d2f/FK/zdzPS/zE7h
1VVoYnZirMWCiC3/l6Uqw1jYOSWSJNkDd77JR2k+rUqEX4rMNayz2Xco/8GAbcFm70+v1LXZABv7
jeVlXpeEjir9XTeP4gtyqxtsFFGd9a23Jho8Oqb31j71CnO+mAZk18SqK2n/xaX057Mz74Crx6J1
2yNbAcctuK6PP33RXVsRj+4CUnyrdTGHz5DGBvxX2xZv+D+/aK9f6J8+K16JOCuuHk7pJAp++cIN
XKjAvgz25ot8TsllnpGygBOLNfmvvNBVeSBvztzqlxe6HiPoDSQJ7470YxakhnX7WkT67Z+/zH/+
5ABFAFXBEc53/59uQtJGLeoAwxbTr8ksmvQuN+FXDizYA6u/eK3rpfrnzy5wsK6CfMJOyv7rlxu+
oIXIhWzvxMCLSVztILCSPlw3tjrnwe6fv69fQDHXSyLgTSHFWVCmCI1c3/hPl0RFeZxL8suNZ8Fh
wn8FOMAaEREV7sL34Do6O4Xi4hCh+osXjq5K0q/vM7x6/X336sX0fr0atSvRJmGQxp3tjUwXptKH
QR/VwaYNx+yu0dFM88pSB5/YWuoT9Vrro4PvG0/13NEJgUOpPbDQF3dlSxSTdIO88gPaFDOF743G
m9Si3k+eNIl9sySSXBnlC/lprhaPSOpzuhTW13RV0e8QqzENqVB0MrbppSwSWIuI4NgNCa0Wjq8p
ScgkJ7USV+mllOtwbEN2d3Hn6+mjlroBAprZ+sWX4J0JyNNdzDgaOQXTgXokY+s2m6xz1/lERarp
nDOpzY+Bnot72kGxERlO2tH1RtToZMpAuRBho+LRGbPvrA8ZXAOTwyYmn0gy4lwGHAUh5pQnDfnG
Po+htP1TNGfdU7cidhwJq/a7RRrqE5jKcO81eXsUdt4cRIAz2x0EMYS8XHLY0HKy+/00+s6N46Iz
sQZH0tzkQdiacQj0AQUCodAE52jJj/Ia8I3XETBzMiwEQe7k2qlEpnYnbkS/TO9pOLbnLqPCkT4X
E2K3Cu+tni6nFrPghYkOSN6J7RQNEyOYascz2zs7Yl66m6bBHJ9I5QVMRWDS2jSAqna+UQa9u+fM
V5ORbaxUzZRqYE8iDGfn4D0oTAuWhMylfiJcgIFZFSEK2BqdSp53B1g96Y7oofPAxjB6orqmc/ZW
lu5onAs25gh8hxlp8Gr4Vnox+qgbNoLwzEUWVaNPfJn2DrrUnMDrmkifZMCZkTIYO1LH1zxr7pqt
0VW4UhrCZO5lxJTRxpDyAu9COJESwNA3XqW94miLRqAoE8UfLle13+f3bB4C5I2yC3d+6cPm5cza
34zDxDTHMJCQBgogjjbJ2vZxZAgg8avhqDgLPsq76MrtZx7B4kFtpl6e0SZXhxh02fkg+i1RsVep
Oy+MngeadrajDXmbHLEPmV7q5eCplmsZtGQb7rLl2vrEDhFb0UAC/0TGCQ+K100aNkVb2KYNgi5T
5bfJdHw6M+Z0MA6LF9X6Ce2lfFetEbVnnB3BsabGs0rmqK19Bu3AuPwKye4yOA28eNg+MMXBANOE
vg6lHBJ3VFGaTKzqe5czGQDYcqgdOtX7gNFZb/ojTZ9W/wUXde/uCltpmMrOsKO3JnrKXYZNJLQm
qkdNe3i3mXPuXGMkkL3o/n42I5/tsyt/2JZ2D8RHbZRdIzyUfT++h52pt15W0KU1EwWdEsutoz4p
oE5qJkzQsYiUGi80V+EXbbQwAypFxvwTtnP4SN8F025DN+uXq+5UxwGS4jsoRZvWlBSLfaAn76Rs
uUJJ5qm7w/cwvPlOHr7Tn0mTYTCPDknsYbifxpLfg3YJ3Ah9hyzp95bxDiPXIRJDx9F2pMikShrw
UHUi7Tkztj4+Hb3JechNe/qX1cVdly9tI/N3+u6ai0VM91tZ+Gm410JE7ZajcIfTWuSm3s+GjaTZ
U0zxshR9hsCj8BZ6RF6u2pNLv4BZm4LIWhcmlXR09DihGfh7k+CBdzbHZraB3QK72Vp0Yy1J5fXD
evEorbKhxGTLFdA8A1mjXQ+CCDkgimXIVXc3vUUj4CttG4xRk85kcIkGX0g3wZpHX8fII3qXljm8
jmK252d+7yZB4tXvZjlP8uvAaWkzCpdHB8WxIBaGiSjgGVJY4x5yg80Y+mQ57ZvO0ns71Va3D6hc
+GQSSxdbUNr9SXQ98j2687rFlgGKbDKpOsrNgEw+FdjFy5oK76UZZ2+7lI08RcABswRie5Z04bC8
htLxV9o2CxMD1DqPz11Pi9CmKJrmnrBUvh8ZHnzo0YKpM0aQJXZ+tUoHE2weOi+UNBYAfzJ5poOg
DxgsEAE94jShYLVqlzXyMQgvUj9x9ivXUw1vot0FwO/d+2BwlcDJ2+lu5xa0Qz74JglqKpDNE96v
1vodo6TVJGHhde69Zv94oR58euAEtroHq9M2FeMaHkY22dmt5Tb+YyNH292svlzsTQi1Oy3jAqNl
s+2WmZiI3/O93gbuuMD0qJc53DGTsDJ6czpgQoxSJActX0NB6Kfs0CoZZTfU0lB7xTG8Py620T5R
cUqXXqPhzJwzD0JTEpptdF9n2o62s70ISc+NqGnKCiJI69aQjYISiF51Kk4Nhv1QBUh5l6oGqIZ4
tFZnw1txK5boF49TxN1ymCrf9g+sDf3BQ3gRt9BD1b4g4/ZFZDZSbInooAkxTcNh1Zb4gtVgfVt5
AAS7DHjCThl0GyQ8bSdancnBb9xrrj0mHGXtM7Mf74cV5ZIyp3y2Ni4VY4CgCZx12Hcj59Ed1oZP
dtZ7icHsPRuK3qR2Ly2eqD83ORKk+C1LG+TeGGIFXNhV7AOqdQqE5pntSNx7eAC83OMJFqzQFvN1
pfq6XgPn2IMZguQT+XpQsdWmzaNLD5zcUlxqPoncM+AeRnzvMdp6FNx69AQ84tfi2cNQ3n2hd++R
x7RFx7A5jd2hI6dfvlVVFulbYWAJDFTT3XaSXtNLkSkTmainQPHc2pyidqRGEQmGxuG3Xs1+YTFl
tocsUxqbdCnn02RW9aZd2VrN1QAyzJjrmvtuCjWajgIWt22cAiOtVc3uFgNRM3zQdGZthV5NH6FK
mgcXn0F1ESk0h0MROkaVWFRJanaeWYRb3oi6BcnG8hQ2gZRJC66G2nJ1+aoHq2AZ6+mdufWttRTn
fg4x9IW4eChgTemCLlOTfwKckve2UqgEhSob2v1kmXbFs7avyDLDFfKO1NJVzUlVFVClTg/YPUD8
Z48Wyc0pQeGrug3+5T4RRpPtiC+s7KAkA3NG5NOT6XlA2AtgE1lHDTHazLUi4tCZXn5L8We1TzXR
n2zAM5hajAEy7n4Rw7rFoIr16ADzxtnWodevSZv5ZC1J+aofoLYCEgCYZDUgob2qDaNhra1KrO6p
EtMDyntXbdMJR/1h9ILhWhxjfmVOIyseJLQLwIxfGLnI2Y3DAb8E3hdzXnbaBxD3ptFPclAiwlax
ahfrYg+KuZFduNPFXIbWvokgIeL1GKP6o2RxZWNwdaBSdUCpVltp/zxP2r8v01Xcz1RWhe+6mrLs
NTIbSdhhjUqWND/4mmZYV3JHrtu61ZrNhGF+NWY3DCGdRephdmxaeAX4vbMtrBDRgU7ULZAoYWzo
HQrtXZgyfMyXfJ2PREnFuGtbpjYndzXSD2FXbAYFVZhfOUaNK0W+cjGeKKcMAzQnAC8xn/3yPpRp
tXzaDJK6D6tvrWI3BsIYcZ0VvXjyGAsdpqGTLQ7/KGevhYybtCDyQaAVMtraTrswPZ1mrMe2cp5H
ivyu4qS5nGBNpUeK6iHUgEU1wgsrBjVJeZSVceB23Y/GpUQSTEsdz2V1ZH5yHsEVAZdx3C2usVwl
y9obRzwZ1S5oKVoqozK9mwuzfpZqN7CVVyhDjPgmbgBzdgZxt3oDSrVVRcsas4+kl9hZs5TjRkWT
qrbLjq6BVYW3YVc2W04Z3u3IZHTTumL8QftU/cItF+4DOgDOKpL2zgiV8cPKuLM2PJqXozajVJ+I
d3bXtDmVaJQANdk3zM4jHRyrNF5IHjj0brRhatNiZjXEC53e3Flrscx4fEpvepVQWzmFMUMjl3qd
/HgG8z6OWX0C0q+6KLB64ZaZQMMkuGvtfdrP6Xos1nXJjjXl7cXGUsLcC91000bX0F6Ohq9JzPRl
lzWXsIZiEntctG9FHzT1Zqxnqbf0FbbNpRpXfW5z21mOPBbzI4cqnNtkW8xia5V6+cZqUNL7t16b
MSG02Kesu567CkX3qaIvZufXU3AoswFXmymhrgMTy/VjSIAbcQzv/P1S1t1HF0AhcZgw0BJfRTi1
I4g+dlel7YV+Pv1mTsMEUbiZNYUeYFQGHpvZMAeY4fA7XlpU9OA0pLIUz0MTIk/iqhuDbefI6s3h
UFxt2ItMj/NUOw+UVajfQ4U/dZvP9ICAMh3Ok1e777MgVbfJXBoQb1ZcUthHCywJ4AnwcbBMulgN
nNFYzgakYUoDXHO+rehPPCgy6Pp6NsG+SvrEiws59d9kU4x3oIwadUR1rD7czO0GWu+TwWsiuVsX
K61uvC5fv3oW+3PikD0mN6cgjgy6p/xSDlDz6JPORY2rgQ4psCvr1SXB+jNg9SJSyci/T3zSOSwB
iq4vp9TaP5bR1TRGsc4TE/I6WUi47oaIWvmimoYdGfH6UVpztjXNLsBnDsYRZq0Z7qMpz34vUdee
JaAMbq4UJ2xH+ehD29P+1hN8/GhWs7rz0KK29ewrM0Y0SL/avQwQ6KzuHAKAvc3Xlpel0YSCGDfX
05fIl8WPuq01e/I5mveRmy+3VJ1xLofjSpzWYk1MGMQPd0vr2vhXfUu9tK63nHKVF8kKaoPQeeGR
0a0hfG8YyX7zlW3cVGjr1O9mZvPAlrT9Ok4Wwe+CNx8L0Eug9BwarXlMZJIG4cHjpMlQyD4CcfX2
/jSrS1VU9YUrGoJ865Y03ozdA2XJ1rN266e0YZvgoW7EJSEkslpubalkNrv1Bw8a60SnZuRSOZHr
48L+HZ/E2jRfVD9iLuZfc28ruHEyET1OSE6y1KiYQbXV9EseyQvjHW6k0riYe84iKfPmr3ARjENL
k2kbG7Ma841DT20BAZR69G3g5teZOqiWpON58ArxJ9rZnCTffFCS7dFWRodoDkrzVNgyTKI67Rn7
Z371YBTh/NXoM/Hod9T4evCUzjXDmovuKQTBVhBYt23oi8O0ONUjrefB1mSgtGnAhtxRMx8d/CrC
qRlyeI8V5z2R+IOvfx9HjxaUwFb+ocSUh6xjkezd5blZBVtpGtHeYUExYg1Vi5NI16QvIA/D/Uqz
TuL3qcX0D+ua39lEVyAJHDKGBMd+juC6Uac0JI2e1Eks7vyM5bV8yC2LCYv25tTfFoWQfSw8A8A/
OvwTrQf+fsXa02BenAS83WKpDpRgoVi0bkcF5aj8uB0tvSOFyMITLC3cO/73VCUiJwbn9uYSbPQS
lRzT1d+dqWDtHgybKgcEpf7ijtOQhJLxIWCXYu9pnmueRUV3jHzLX1KREK/1UtrVHp8w83vgj9nO
kUuUaD4Iirh9e7o0VkTN7zT03ndIfC1hANn8PnpqM9Ao9UjezJlu5DpSf83m+QUCQvAEkFHg42iD
sfq2hpH8svSGO+2Ajpr1PR8Ht88spyXAPN7KzTDCk6dNTRh31ur7DP2u2iD7gDnEFGW3wXLAkmUu
lwai6XtbgDCNe3TRpHc4WOyKwugpX+lrAocLDiiS7B1Up7xPq12XTyxHQzd9m1KfJJPr37tWmXUb
JTlJxZahp8s4cesEBpi/iXvqXjVe+N2nA/huEbZ2NoOdr29Rk7pvqVr0IyIYZ8mItMg55O6iCDBU
I5SvDmRLko82w7iVgc1Ww6p6SqO1JA5ZBNvIamh7kcylAQXXXARbCkRHPE5BTuWrUVjBxZsYom7C
a1eZ3y9kEiSTeHa/XHkxB7F5ekpXqq9fjQuDvFKA6JXmUbUM+Wmn4aCmLmYti20kjE/aC1OoRZzH
v0MWNKytAVti01g633lpv541zd1MJonn5wfd9Oo9cIW7N4PWTbqxLQB7DhYvrRVdQ7FhTj0ecGnd
zTVfHJgzyDSR0IkpCgp9BLaeW4ytURd3nWubG7NRq0fQXT23cnwPQqKea2gvj+4UFZd1cVeesuBk
+pO3zx8qLj8QKEM9bHqX/fg+6Em7rQUGn5M5iJmnLTDcGzT5he1hy6FptrP8SBTebTg/df4rZ0N9
0mGjtzaZtemQ4cL8BLcYDjFZfZFMkksjtnCYJ5Q3NMmawsxEPoFtNbAP/qhbn++h9zk6bqvByesk
D1v6fXBJrtYN/rgmOvSgJTG/y3kkwmY33U2uQ56+bNnItpbr0rxEJPuspEACv5uvnIy4HwFC7jt3
gMoLH3EKbh2nhuA6DVAC8bRUHaYDT3/YIwRRwC7BeLTzWkWwncvhvRpLHwrSVL0bDu7GJNC2dUrh
iZo7Dg+L3hdddMdt+VDlKAc5/ubYK+gDOkb96NL8pwoKMRv2yRHtVLZzI6sB8meWSiq8cG0Rlpmo
sFWKIXgdifRLz5EHqu0YYg1r+cpefUTYgEkRdGrQygyLqa1zj77g99+ZeP8oqilxNG6cyYZvWeSp
VvFAdN84OOT4b2ABhJ8Imt9bWzykeUVsVc2hfbd4BVSRlVF8vc2IiT454GP2RW8XPwAsL5J9AjWO
hC9wpDVBy8Q5XuCWXJayKj1uhTxb4055DXMKv13eMxkKE8LrOL+6KX4LSpIhMltOQ9PTONaWc7RX
aRKkXg1qM0INQW3r0vUOO8UdIdTW1OiVu9LIl2rbW4L5JKmTKX0meUyvbVBk67RjwJwuMQPBlGRg
hH1fFUBV9lVTOxdqz2wnjkS2RIdcoO/f5hb8MMx03twxUViKbxbi+EQDligoQG86L0ndbAkOzgJ9
fI9PxX/H4gCmQLJzwnuW1eOeUNha0XTThc/SFybob67syxiM/B6BzMzqGOnKwDfmIbJgrMulX94T
rAedhGY/Iv3zkRE/UJ1+F7nS9obG8u59QqZbP8F6tESz2PceIfHaM9hzG4emkrb9QN+pXyVp1VjP
xnW3e8gAgalD1BL4GYam2bqGIe761FdPo1V56OadaX1fC8pm54Ygdhx5NGRt1OzIcWMCzb0A4CNn
7fQ+CjTUVPYmxY07Dem6r2kpeFAZNbsaKwHHKLz7d0NqFvds6/Rt46gp3wTWTPGkMgP+lD+nn80y
wog0So92NWa1mYr7piRlZ7ZCu2fHa67xEZW+EhMzE5E2fXjBNkOlUDigwj+ORG3oeuEifqVMiC1j
tuYGWwMrE6/9uFR0NVI6RDJoMjQXUIZ+Cr8zK1+LHjng6pqDUlvXKa1tgIyzIeXBHNCVQZsT7Neg
nd95MRJdmH66JwPK+0stpMdkjRXruyvK8r4WJb3QPCuG/eTTqkfZ8MA5OMTjem6RC59AdwLErK90
3ksBkgTUHSfXGHQ48YKcwITeU7q5EOAMMrek4U6GU5wNUX2YmwrvC+jv/NiICq9i39AIXcE4+Qox
27tJR4PUajToJ9Mh7tqVNTDr9HskpfEgYEztyuizCCAMe72VMOhEOZjZgJIvbCisYBxjmd+VpaNu
M81liBG1SUvnXOUi/0KsSPZbugE4mpk91zMz5egFVfBuyutnCL2Yrx0/J/sHflbyLbY4SIZ55KAh
y7PIl+GgWp9e1IBw93mhiZi1LHWjbOdGS9ef5ABD7TiWoDQTl6/61h26hp6ScSLEF6XVZMe9vRrZ
2cSk1G4F1VS4l1MEPr7xAv3sCs2h6hRfiqR6D6hgVuYpv2QOuX2mHoRnO3HDg8nM8LG7LrrZEHLl
0WFe9ZuQu/t3Bn1WSTbC7mmfiFZ3W/QE3zjhr/Yz7NnmDrsqO8EK3ZGPitPbbkYbrfYlOErMuF3I
8UzjtixPljUFb/RMUNqlhVruevomrdibHUr9mtw6wcLEny5029lxxTziA2oYWNu+X2v9RUpmFnEX
6bzY95I+RLMvgnY7Gam+moXH6EHqaT3THTpXDw3jOd5ZCI/p3hq88AG03dCc6nJpjUQ0gfGyKmne
mVm2drEpkI08eLjmtoEAy6HOhjIucKbMN0KuwReHiFaWZMbgE4Vsav/CtZTSnlSYu2ihMvM0D5b7
wY6TTwjIn+wPzLpeWiirzHNqZwhiJVSw7m0RhnSGY+i1nzu2YtbGdiyrRVhcR14PXu6GwVEGSNv0
wwUMvsHjmgY345XSgu5QBiypVyjF8sEXZ90UgSqr3yveNjGrwjaeGIrWDFcminMR7gLnSQ8hrl5C
iyqpIEXTRFD2urzOnqbjAEawOqyYf/t9prz1ufSIoSa1nueXYXGoH14y57IgVz8wRS9/h+XaU7zZ
iP4YCOoUD3nf4AKbPXuLdxCNEvoaODB6ysunhvJkGKMSAHmCMBE9CZPtwE09GLp+pIEBM7gISX/F
6RSSWMfCIEE69CpCSGyy2mQ3Evg/DEwv9RHU7MCwRvB83DhRrY4YfFX7IRniLC9AtawccPi1O4B0
jQOvfnGR9L2w1y/TVIoioe6heVF6jtgjqxAVnem6YZBkQzbfrVNk5A9DSvlSXBSV+koeQhylueYH
iOQOsaWyXl8L5bj4HufqKfckupKb6pTeAgcHMiBVm4bCsqOgeYMcI83LoDOruK08Izcfc2ohODVy
bRFmZsk+CrzgxalkysyZNOfTB/Nsj+84OIdbq9KEdB0V+Q+FzXN4o7tB3JOsVk8Ox3439o1JFqd0
8EkaZ9Y8XrRtNzsKTLOvPhshFU9zitZYmoXDAUct7x05LmDlmSqmTUZk4xqBLYb5bKxZMW4sGu5U
0s5jce9ktQPDw0u79gt9U/q2LnyT03hW1V9ggWO0NC01PA+e3z8vPoU58f8g7TyX48aSbf1CBxHw
5i+Acix6SRSlPwg1KcF7j6e/Hzhxb7NQdQuhOT1qdStao8R2uXNnrlxL1QuBZH8IGf1UVgjoWYKM
Rq4CwZU9TrwhnLSM6Q4kEE5vSeglT3y7ILmqKjXqWzy2FXLIWvUo6QQmslpOL0U5Bnc56j6uQsnd
heigu9FJm8ALo1E5ACKPMqS/G3WtpLNKScwKetskMobnCLXkvWCIlfwUZa38rooF2tZBqHTbOAHU
+SMkBiT3OYKLsCk9Gvua83KoNCQrqLkZP6WiNY80smik1SsarC3kC+JdX0Fsy0MwVLayGolPoNu7
nRzqUIik4ah+8+oED9u1OCSjKWHsaHkTU7VMa2lPxwKPLIQFGjhTESXfaBQn/nBlSQBXi8p0PS1K
ftVtVd0BLQwe8wF6VZttldHlT/4vdzMBJCSyTk3RPpdyKT/WYRtuw7Qb7kVLlF+lqpFuddjpNmXB
H1VSvfecLKy1dBOWlBATGY7msc5Hdomagc3vRehFlI4WlhtKP8N3MkXZlshZnGhQKJpjpQT+HZxV
xovYohUwVHJ7X/QI+oY0G44uzKc17xXJJ4FPYQw6ao/C/ztnydt0RW09RlVLpirx+CBfV6BqlMQH
pLWAUBag/N0Ud/K9FQnuRbYmUouaOdiNhyzfHzgKE1aiB+t449OBEKD9gT/eE6SDgA36SDwkvZd+
iaS6/6lkoQ9dgd7XRPW+VSmPAVyP9R4cX3YTNaq+Hyzi3Jm4JGdHi0L6PIJvoJwZldFvUfamH3Kt
URkRqbRVsJDiRspJbMS7gAogc6HS0ACnfQvitrdC5bfCMYQkDZIOV2mgJLIzIU6efd8kywKQRXru
yWESSZF1m8kFEXkJBMqeVkrDguOHivkthd9G2+hda5SbOgoBuXW0PSGUDevMAaZwAQHy1iiELRFF
Aa0KNcJ9hmB48hXS7MHuhLS/lYnrkICN8XLbnCvtCO6vlXb082SPNHBpd8jyIu9kZHAL8bwRPeKW
eeG2HuoZ2QN5TtP/2U2lzEGptLm4RRXB9dPOv2vDGrC0MiLh8aLnhFk0/9cDeveCNhxaeVLJOqNC
94cjXvKIpMHUNXCTNL3XMJsFlHThTe42+ljs8BdQqQxGHN7Arx8/B21GWZ6lOEL9NH2j2g6BVChK
XkT+ENkt6p/+1wIp1Z3ct9G9L9Hc4wDU80GUEKdDP50JPGF51HMuJiasdQSiZ3eYhBIl4iGo3qou
pv1Fz5vupxZpOC2vDNLHOm+sAXX4GCJXEt/5BoUOMXtusfqsQlp9hHrUuOcJoz+0zVA9QatEl62M
Jvxh7NJ6a3kC7xUTeWBnagtrjukTBLzzWjU2gayl+9bEDzumIYrPFM5I/EIZpdOurKFRPXLZdDeN
rrcPPU20rBId0/620uDLQyFLAUtDJ3gsg7xo80clUmVYaYVAOYKty4eDooekuMxKzB+FJosp7nQc
FSr9IW+NsnrwK1XjbPTZLiK+OUpeMP3yqrj/QhcSasztpPW3ldVONYyovgcRikGAtS1oUjTpf026
A5lr+UUn8v4O5HwkQ68plB3UUvrV5h68Bhw7L38cigE9ZS3u0CsaRvWmR9/J+p4MIrq+2jQg086y
KNsKvnEEnBuhKG2jjah6iUn8EHVM0JYwQTLJLWW1Ts3U1LMnqhDB+AUkQVK9EvZUyN6nCFtoVRD/
qUXRFHZIH3XBI095s9u1xDOuUicorYidahl2peZmupnLuPRB6iYtbR0wnGfcQAxyScy5P8aCXu+p
kb8ZUjtQLezzDTMu/gDaV+AFNe4/xGcSj4Cfm7vnETtppCOomSa45RS5DOpDNTVdKKzMDV1zAk1F
DQFATKLvNgpl9ZZugTJyUoBx35TCV+GMFqHcN+Tg3ZT5lD39V0VNAYIOa16LEpkpvngIoAuqh+9w
GyGcjUAaElh4XAsgFpeh/90yK/PdHyc5PmRQH2h3oBOrbEMAP8SOVuTS3WhVhDaS2Y+vTaZG/4RD
pvwqza4WAINl5s8AZFPjKGVB77eq++Z7QPnCwsVTfyGF2hslKnGNiOuCYvlQB1H6EDUjrRASuAwI
B4yxmPZ0T1hPpDCBgci+GX7p0kos7mNP7GkWHGniske1L7qHVA2mm0DqhjeRe/U3uk3B6HRoyAmk
g+V5n0fm8CoXkvplLAUpocoOPcx+Ds8MqoWkluA5BqQAl0gmRbdg0aDI8VJTEt0Q6XPa02PvGA1B
XB3yuoOdrMVRj3bUUUym0UKePbUPXZydNj50LIVa+rEjq8i7bqbJI/dNw2L9orSD+k+QEeA7CuT4
XCZcrc1N6DVQzlA7H56aWEDX+X+Qosposexw4SFqMLTGqd0fs60V1K7JQD/HbWbuJL2NbsfB73/J
UUPDmSKKP66jQ8/hw9BKAky1YIU2wBAvgMp5L3UzK5tiy5BThDJ8/zLP3elw3coFoC21SNGkEAq3
iqouAN1iEXkCii5U4+EMEoXn0ApsK7+nlluo/2lJp8nM/50//ge9+/8H8X/AbC0IMi0w9po2M9Oe
wmzBZxXwLJHRnQJebKL3Nc69p+ujuTBnliGiKGoojAdCzlMTmlIIQxtjQimeCuNrBreDtQK2PkdB
09pNJzf4Mo3+L3mBTI7h2+/IVqsUpXu3FNAlj3ciMFmaLlfgweYZNtgUZ/Z12JYMU0I+7HQwWUmz
OXwkYEkKD9JQ0gahyBMBqrS31LwJ4RS4PnkL8vt5gZgyWYZp0gRFPnepn+Cgc2hFKnC2qk0Xs9OR
PBSlm6zahdZdFN75/qaj3KuvgK/PV2yGPYNhkzUTIqQldl32KWpaYOPsvHuW83bfZc0WXtTrI/uA
i5/CyWeiS1NnuSC1pyZ3OjKooXOAJMTQhds7MEzuOndwBVuwERra5A5Bpms55B2d0u2cZgOVkCs5
TLpNqsQRXMoPG8PV3HalQ+Ac/c1nSaQBQH8burrcroWZtGGl81mS9TC0L425wij/QQRwNm5mVpYh
HpBoeTgdNyycZKlN2nbKzTzuzu1c2ZEdckH2ZP87bvrXHCqkDvgY9z+jBmvp+C48Fa7pFCsnSJpn
++SrZrA9PT2GLirQF8x9lZ/x9lJfJJ6ZSoNtjgeoNiXfpeIZ1Y7+pd5K995eSI+6jTaO8y2wv7yv
Tbp8doIX5udz9wnu34lRl3sR5pEXpsdNfjINJzv8fEDsFxIEx6Sl/OBti/0bUBY7s+nHHO0/vQ03
3sryLwj/OXCcaxwVDSkA2HU8/emX1KTdjQGpe1tFequURKfLv0ea7lQjYkuyCky8QBus+yXXLzX5
FFLShzAyVjTAz9wMzSl08nDHyLopQWZ8+hFSntINYE3kPBXtIQ8KtxWbZwjaa6cXpEe5jFwqUPfX
D+RHS8XpFsCoKdKVKGomB39xIPUEfZU6kKitRJBeld+LniCyVvsneCRukT3ctL1+n1FZpLoFDyHN
X4+DqTi1AttUOe1r378r/OF55atm333+VZB60HgyN7gsfHtVjxQ76f6yveafvFCPIqG7Fqklzex3
pt5C7GfaQtZ+s+TkQYAoL0uVf2RVWul9ubgglkieBxYRRTYXC2LIFHn9Aah1mYLU1WB3tBJ0F2Dt
MaV9TOYO0Njb9ZGfRQHzHvhkcnEk5GoE95FhsmLjayTKoHHsqdG2FeQfwYrLP/N6C2OLtYeYAGB8
j7EOUBVxHvVvg1fo9RGd3SsY4WQZGtoVisxinu5qcLRj1Gaw5CF0t6HWtCuQqih5Qlw3c+5L6P42
aADHf1sw0i9OsA+tRyM0isdjz3wcM/EPeqWk1NL6G/SP+ct1Y2cTZ8LYjGAxLVgG+EBRPh2TrFVd
rUXoW2X5D0U9RvrKYC79+URObH+mDY+w2P6FBbTUhx6DpF3+T0NKY+qNlSGczRdD+Gxi/oRPvleI
hA48CyZEIFU8Re2oNxyjdRuAEtcn63wDWKpIYEv0pKs6IeeppSJV4IPTEAMVQnEn8SDxle6FI78S
1J4fVsxABCTKiqLTGTcP+NOA8saXu2aCC8KQXppom4JHgSiypAOgfTUKzbk+qPNzSrAu0ag2t8XR
IbcYVA87RWOVPilrrNpq2B7QCdvEQ/oUw2PWZdOKvbPlMrAHkYKMn+afS1cUoqOZxvDbQNn1D3y9
98nQPMPlZquZv6ZDzTyduF5uQw4Qg7KYREtfeCBhrgSjdAJpa2088TuhukRn0C4jxXQDKBKvz+NZ
BEJEJCvGHMTD7UAb6OmqidVQtaBd8XetU6tfJO1PT69VJlJhNzZp9wp1+Oa6xbPtOFtUDbaIRcSj
Lf0RXHpp7CO5hXCP6mghVATab2+M/3bTwyTBu4T9jt+bmahOx0Uqd5StTAfIMdwPxQ+t8sh7rcQL
Z3viw4bJWqm8FER14SUoFhcm7fg8fIRbk0SZWt0YkLu2L9cn7ENYaLEjGAhVWMJ15N21xcu0a5TR
RH6at1wtSLf0+zduaZTDIRmU6Iio9R9PgS2v9MnnotSxj0daGisqpBs58oaV3Xl27mAGlXTqEbPX
JVhfuK0e+h1rgJMLqkK1B5wDpsVMVeWrAp36YWpg9fPVNluJ3jlf54eCDsa5lRt0Ovt0MdUlaMhO
KWkJdV336Lp37vGOf9vOP7Zbe3s42Db/uNtut/ybfbB3jX3Y7eznHT/937902k/+sZ/tHf/5wD+f
+X383s383/nJmX84/OXOPzmO7TpPT+6eH8c9ttz5J/52+DH/lvm3zr9w348vTy/H92PhFvzqeOTH
+3H+v/Cdx5XTer7jFFWEbAVVLLq0oGM53dVqS+qYsioIHwiR4upNFicU2G89/ev1LXe+yoqq6Jwd
GoKBLS8btv1RK6eqATWcs+u6oqMXUTumgLuQjyqsP9eNXRoUhxSNMtVQsbsYVKp0fYi8GjS+SfFI
o/iB/mpAxv1tJwv766bOt5GCHIUuiwxMJ4KYx/3pjop9JeomPzPsFPnw3HupS0iAa6pycr3JmjcQ
CNftnfs6yPFYLV3TqVlzcE7tBVKsFEoEAffUqdVR9FK0V6MpvxkEGOCvmzp35DMPH/J0FvGKRgh7
aiqE8VPV6pi2xM6MDxLFBjvsIHYdRh15Aaqf+o1vjN0RGM6LAQpnxd9+TN2pkwLLN4cZOHU0l6zF
tQUZcyYOCdIDmp3bP//zqlYeAE3Z44ZP2XVb+lDd1Pndb+kvUDbeF7radv2xt1v7pXBF+8+76cBB
7I43wsqpmX3S8tMUHtqkPOYzI8+r9GnVJxCakVHDJd0qkLnKsAIoazHWuQmU6swPSghDVs8OzNCN
MYCwFhWrDqkHgbbg8ub6+p7npCCa+GxisZcKyWwNZAXYu6E0c0oLo6uNeXuoANg65QjORZGy91jo
SqfPkgelFUvn+idcOKiz4+G1CjUT7+PFF6SJ56FxyRdIlOTgxpZuc6Qf1Gx8hVBuZc0u2QKxBQ0U
+Vie4ovnBB0ZI2UTnkZJE7iScCNad2lKtFX/L+0sXhKVAHv7IGEHhIHbS3ceCCLYUZ0yWQkWLu0Q
pOg0VCxFrs+l1hSSAbHfSqBeylx6Kgv/LTLW9vkFb0NjM+GORApl3uqn+7wPYjDFCamECuCvXSud
o8kDJNtauXLYpXn2T08UC/PJ0mInIIYcmAF01Har0uEYPk5svOB3I8CbrqWOUJETbn/V4PxhEb++
B6ULLhzTGvcfhQD+ZTFIqODHBggjbkX6GvpoN9yo4r6sH3t5hzoeL4HbvLsRh11BT3D1HFS3AKta
a4s83pT/WvmWyxP+77cspgFxqRDqK6aBbxnznd/c5+JPD04YRbul4VtHF3n4knhHWKIBpGz0eDuO
K6HRhW1FZKjLIHp1NtcyIpA6Xcn1iukoKvjklRZ6ww682vWBXjiM0MByYUICR4pumRhrAeTDPUG9
jF7DP3KubemV+E2T8qaEgPKvTc1UcgpuRubtM/PdffbVpd+XahEruk1B/nsXjk9FrR3B1r55cbHm
tM+XjxcClHMUe7gVEIE6tSX0cgnp67yLFWFXlubMsg6rg/Xjb4eEGR7EaAjjx6SlbujYAcocNcwY
TXcbDLDQq3R/5OOG3MNKNvHSLTy/9ClfAAniyTpvl09XnaVCDF10Ack50gnmU0GF9eDLitB/T5qi
jLZKRL16QyXS/K4qzRABrpi4rRB76UdUCsfwQFO8/oIavWHceVXR/4bpDiF62rzoPTIAQqBsnWo8
dpqJ4i26onXyZ/RoI3V1tIhekMUuH8UqsW7YMgP0ml3ffS2CipbBQdFh9FSLLNnBhj4AAgzC6puh
T/5XxEajHxSOm0OUDe1vz0C1jf4w+Er/eiWIAf4NBBbntZm6vqeR0KT/F5WINJ7lYnOx30/QR2zq
XBy+Xrf3UZg69ZNUuWWJwIw8lUGV7HQ5UJGa4hbBhlkD1daV4qaAvZOUH6wnIJqgiQJX9RWSDYRO
B8cM6E3Ks2NOa75B14skR0/Xv+c8rNcpOEIkYNCoBe3rYsMjTxoloSF4tpSpz6rq06VcwUdQ7yP0
z8xJWol+z30T46bJh6IW7za25Ono/bjQBbkVBUAJoXcb1caffoKU//qYzg4xhaP5oYK8G7yR+nJM
5dBkbQRLM109liu1NxNSbYY5/u3OWVhZuKURiqypi7DSjfQaUY+A57QZqZoZ4ooDPL/fPgqdULwx
KCLJxR7VimRUyhCgaFr+E1qUWsz3MoQOsbyPooMhr0Ql5ztizmqhrM72xN9+BJ2f/AVvTAUMJcy8
gjlBJeg9geWxpba7U4m2FIiery/W+UWiMiMcCEqc5NPMecd8Mifq0INItWWS20ICpt1oSr81Jnh8
shVDZ7vCnEtbvFzJyszFlcVDj9qpl/vAWJFX/hXmIm0xxlZQ8pXzfT57WNHpGiKlhcGPqtan4cQF
rAZDGEDiXEtvTZHtPNgABsGga7HqM1qIzd31+bs0LIWrhJQTby2u49P5m9ps7ASoBR0j/5oV9PqH
BnyXa5N3XpOiRGqoc36HrBa5wcXBTeQBFnJIhJ3ja2ojwjonTd6+OxvnaSWbJJ27CCQgDZXEDt0N
CrZOBxQQbXjgcRCa3VUu6Zvd7rZ2E5vMyvWJ+5iZU098amix83pFhp0xhG+K7oqP2ndF/Tty9I3C
rxQGOf+d8r/j66t7Z23uHrb2YZgHvnt8U+1b1S5dbVNstM2b/Ujfrw1OxP6+23xx9k/v78e19OX5
QTn93MUK0LEZQ8DNvAhGh15Xm4W7TCrg7vHjZ0PrpZUo8nwjz+ZQwSXpQ4FcWdxT4GXhRAIyh2rO
cAOEeCui5GdC0zOgl8OVubLs59uY0g1JAhR3TTIj8sIcZDMZzeVB6NChcFOXIo3HY38sZGGlJHGe
Ezkd1sILJJ5gIF3HsGYWc8V7pfVgE9fc9y2idVSPdC2RbD3Q3Oub7Wx4ADnmWgvYHjAr2jJcnny1
VsyhjB0/R2eLVIsW67apPPy9lQ8BVV7HwGKUefCfnA/K5hZJXmBwfX2rzZwdqAQI4cq5OTufMyxD
pcYm8daCDHThcMq4LEQl65E4atu9RocArnD/1+PQySWwF/DWOi2sp+NoJ79VkopxTF73Quf1Fo35
ezEx/n7Pcb3xroBjECyZshiJCltsKc03d2RCuDxT5Iq3cfJ6fSzzxl14mRMjizCBhu5xTHgUOUPI
nEk+TUo1os899zdPjMT7EwzVl+smL7zFLcBxRFi4UVU6ewF2YdHTODCEPPbDp6CXtyrNzkMlvkmS
/zTEHZ094ncaaigQlG6oxis75Mx1WGxyESZxlXhSPtuGLcQwSTfTdPQiUtlNb7xZmaH9KpVWciSg
AW5SZuO362O+cMA4WIDPYKiliGoutszQ06wZ6XnoVBHkvroGsx9RbLjxew71dVPynDc9WVLGRxiG
NRMRdTAqp9sziEwN+KEUOqO/hfPKJs25yaYXFE33dfzSJgOtS7d0ah+DZJ5qJwWfPuz0NNoWsXgQ
2vvK+20YB61fCa7lC0cTsIwK1SmkenzkYhKmCmGkUtVDZ8rglyCvHBFFWVlNfw6I8fQuHvNQd+gV
oWUtFPS22ee5rD0GiSxsxLBqvX0amn5wU3EzjDaxn+LSXiA/9fQydG7VjQVMLsIgHE3oR1VHimlU
cuDu4R1YpqXy2hohqHswIVG74j/PtzQOdM5iSSJ09POBOp3zCs68eMxieK5pGoPaAo72ST+ImdNN
W0OGL66FP7HaBNmK4Qv7Crsq728001WYUE/tTmWQeQJKoaiURI4Sa25eCxCgSpuVPTX/OYs9Nd8N
pKOJhdHeXewpvR4sLa0QjkPh0PaLgPf3k4VIHtRv8ACQqmrCTendKP6uy1/gABgQboKFs/tVFEd1
Ru1vhvaBRML1z7qwoYjLwaPNh4oS/mLWaYAvtZD2NPqndzRb0iJfO9ctnOewWdjPJuZP+HRntUNJ
irTGRPFG8RcSVChpupvxtf9n+LGWcL3gmDSyx+wfGhMhp1j4YmsqB5SVsYUEvT3SFlY/NLIKMYZb
rxWCL+0b3p8iYiy8OUAXng7LN3Tdh++AK8xHFtWbXD/WDlCmrkzfWVDIH0/MRHqM7cmdfBbOyN0g
iFXkFKTHb0lYTW7Re4UjTp24l0JfX7mZL9qD5Zpbk6LS2eUfV1Mn1TqgfitIbuTmhx/KsJZtRXXl
EXph+sD9gQgAz8NFsoyXkByGiDCsGddY3nNjvcFtuPMF8+v13XdpOHPxmteTzMVhLFYJPzgFhM6R
k0Q/Je2967a68l4EKyHAZSuahG8mjWku0TYhfTxBG8qR44uHZnqf2Hz+8Bh279cHc2nOcFUGiBve
uAQ1p1suShqCW+R1nIhIeieEWgqhpRqGkKpG+UqKRb7grz6wUETrPN3P7sCIcnCOvGXkyEEvvsCK
ZqGQEUTS0zCKtCCNdEDBhS3I4j911hvbjBaYbwlkCbcpXWrGI/RARYrv5qW8A1kj0hKDuM07+jbD
1ynwkzfDqLU9FGA0aY2dafxQEQr89ffzRVZZJFQRJQqyi/Jo2XJP9aIXOq06ul5Aq6aV7y3Pcq+b
ubT6n80sbpBM9mKqeJihmQOqqr3fiI4Wx5CMvPwXhlRKjTqQQJBQC19gqSVssirxfpsaQBSzQVW/
S2ZcPpO0Ud4mdJ7WngIXdhwwGnIp+B9AKMv3BrzZ0mgWYULvZ3wQ6CNT4bLxmnB3fWBnIfScaeP6
wXMzPDze6cZGT8lTmyZIHE+taNiFhYTy4M1owXetkeErysZt2z//jU2AJSD9eY4u7/3Gq7wRBdjE
gZF4E3Zs20MhPVU5j8b0Ed6+69YuXEyoK8xvEQqcc9XmdISUojU46yDMVJCCQY7ikHaGq7d/wgZ4
rdFtr1u7tGxkVojO0XBCjm+xI0vPpC9IoxXPn8ybWQJFMrWNXK+4iAv7nmKNRAaH5DKvq8WYWg0C
EkuAEkPM9d2cRIjSwu4hG4HxdeW2uDB97HfyFNRu8LHLDYLuq4JDGSKH3DqcD2In3OFE/hmyuqGn
XMw2PTWklfzIheH9B2lKKp9M/kfA+iluERBGLkmj0t7Ww/de9k4qCjSgpHuvT1dyFmumFmGLOVEb
KWMSv3H+UkCrQUcjfZyvgbriqS7si5MhLc4ZuhuNpmTYoTnQ9et6YzThvp3+WvqBajfqEmT4yFXw
Plz4KTEUK7Wis5WZM91Wqu49CL6geF7Z5SpnZhFRqxZvBZ3OLRyHsTCjdIjZRe3MdxJ97xES1JQv
f32MZmiNSeKA+ho4jNNDW3hFHOh5GzuQ5XFS0y2C4Qg3/nU+fn754PtIg0B2f9YHISISEAioODoQ
191SUAOLAKlz9g6yByqGcSWgvLAHTk7tvBc/betQhRXB0jm1SmWhMgfFp11o0+hW+lj9vD5/FxYI
U7gHhUExh4v5C7s8xH9gCubXgzkaDxAOrvjVNROL0Yxa0PmFh4mqGKznya8i0oq+/3x9IBfO58lA
FjstGGkdmSysmL1gT/gelQrGsyKsvZUuuDnszFhg0GMU3xfRKoxs4pTRJwjroPplBt10lref5ABK
7vhOEcy1PM6le/eTPWMRII0mTGe+l3MHFrS511WQO3nnG7Yvlz88D1WA0N8Febxybi9anfXmSDzz
sFm+OfvE12o/LBNnypMb6kJF8lumH4mOy1SRnNZcMXfpAUrw8q+9eQ992vFynxmwTGIP7nNnhAhR
gGpTUkXIxb/02kNKnliDWC7aXN805xBeoprPdhfbX5Wg6UIwKKHUNe2gx1LLp1GBo3PXMFqgI3k9
OpDcbdv6gKLCdeMXd9KnMS/Ohe7NuiUptqkqsXPgdxUHAT1HHyki5Ne19O8T0ydjXZwQdYC1Ocjn
scq3vgTFdQ2PLtQS10d18Rx+GtW8sz6tJJojfovoGdw2FvzxWvOzr1taJ/0IjOqarNB5QWxePjKs
dGWSvwCCe2osadDSrlVSuY0GkXjQQrtYGm8Ih8FF4X2N9nlrq9BRwnSkiAcRHsPol6frTue/dvmK
/7mwlQgeQZSAW1EMagwLxyCacHYkHpLHfWUpz9kkiXP1RDsO2lQBzoWpsEVQz4k9mVsE+rVN23qt
Hc26ErUSmiuL/ZFm/HzzfpQGJBUoOC0LzM7ic/JIbhOI8nInG7eD+sB3dVZrl1NH37sttneWxjH+
Y1bwH2uGK61i0eaTc2af98iMxadpz1rYhxsGdEvTzRjemz5842AF/vv1rXY25R9j/H82eHCfLv9o
aB4cP9ioLfVJhsImRbVlEN/gnbuFN3WvhNnPxh9/oE9sy610gF1x5aZe+snlFyyieBJPjY4qCT55
9tCDZ9f1fRE0R70Z3Jm2BZ6OFa9xcWFpRxThlODRTL79dNB0iEGfLak5rZeIue4Era8ooPleTSNZ
3zyjUlA8laKgpVtZK1pEGjT4T24hKYn3RpF3yrZNVBGKYbNv3Ovrsbzo58lQ6FYxZF4AxGKLL9OH
Dt1Ehewh1CY7OGS3BUpf/4UJXmlghkWQYcsKeKen8WiMRjbrTR5KGZb67m+Rpx+jmPuk5uK3hqnT
+RXbsbQgz8icIk33MszHwnBbhTJq1t7KUi5d5WyJlC4IBXLqNLUvLOl5lMSyD0wAgWMn6hExsW60
/MmX/xs7ZEFnYgNS29bCS5qJqcJpZbIuqXiUxDexhK1oEBM70oQVUxePpGrN/T0Kj05x+a6QBaVQ
AyPm2Jv3Xv8N52fDXQsviJPmD0L+TW+PrXaTdt8CfeWpe+kofra8uHi6mfIvqJLcEcc7o7yTsoMs
CY6m3BvBN2naX9+HZ6WQee2o7JEIoSsZSYnFwY/UwE/hDcvx7OqtmsvPY/fV6oqN7+fbImrsRunv
RDG+NQXzppa8H9fNXxor5dK5ig6kmNTs6R4N20ZrESPMHcBDLwTYtpwrsNyakCmLr2zWY+OvvUsv
j5hucJ0mbAgslrtVGEYl8HxGDPnX10EWb4QRyXGpoS6h+7c65CZjbN2IhYK00nsKlPL6kM8gKfOM
kwQiVSjTj03G5HTMihdIRtdwWvL61izspj7AE+uUUA9G/d60Nqa1sxAMU2CqghBzG+drSz7fJssb
jaIeP0BigB5YLHllhV7dijiGPjpIdIM20Bepwp8A36ALsIwhtHs39CsO79JK01yGdCIlDK7zxdmd
EH8qg/mCAS0b3cZNldoEVcWdlVpfpja8NyLvVxdbzUpXwyXXRG1hfhhSEeOaOZ1sSakyKNQaughK
xaZxDIjp+BAOSFxI/koOZx7BYlpJ/dKiTI3cII+pnZryCujRjRwKvk57s+p2R/bNhYvethq4G6FU
XdlGF1ZRZvvOcH+MnrX+tIiet7Bi51BWVV/IztqmnCIiEW8ks9z19WNnQXLQelsf6uvrpi/M6Ynl
xVIKOVzNMDITrXiPPZmXJqts+C+2vMxXLuJLXhhTXF4kX2AwWGZF0L3SJCvFPzSTcqOCCubmvw0E
31Xgf43hbEYpaZubz+SjjxP09jWsp//FYAEviuSMwXYss4GIu5QoGTLYSfjZaLM8oF00zzWEadft
XDgfsogy+lygmhHwi92DYJNXcyYJc8GYVma3wVU7eim9CVkDTQfNmN6wu27yI4d/tmNNLtQZoAmK
cXFvq4VhZCh2504cHrR8H2o3kr+rkr0KAsHcz3SmxndNuIU0So6+CdkI+mKvGQ/tWl/JxbFDwWDO
rDj06C08YqtYQ4AMc+5ENHDFoLe/GhBxVZ4TB0cr0bbXh31x+/5r7azbdRjLEE5eZjqHgUb8zvPR
HQbY79dc3iWHQEsp8zs3HYK2XTiERB77tp1yh+DagW4PNc/2GZTdEdGL58Gqnq6P6+JhwflQe6Ql
BDDJwl4tDmJIZxAK5RaM4FJhI+wTtyKQ+LssdaJi44XPXvYSmqEjhl+vG78QMoN8/9f24iKPu14S
qxQ5QinzAVpFtzPj9HUT8wlY7laepSRhYRsgh7kYXlcXBTA7Ey1cwdyYUeto4kgUGB6um7l0P8uQ
ZslUa8CMWuJiN2qQ4HUqeuNOjbrbLvQDaLTU1H9KYWN3O21IdnDh3iELjnHFd+txpsX2RwJDX/sm
cNkcujwdVzzhhb3E5NJZwE8s7vKoJkWtpqPBYymP61ZHaCX2bsFwIi8AQwqxvVEp8VETvKhYMTyP
djHr5AYJ0UhOQ+y0TNvpIerkOYTQTuVv5Oq+R0tHnnTHqAsnMX+ltdt0awsw75VrJhcLDRjV6rsB
k4Y5uGXxzQKbIg4Q6Qvxo6FUdh40gU1kg3KdLO4Sy3J6T15B852VpInSOEf8AG0BEGyZT4YwGGBs
y2FCTcPugHGiI2OXVPWV5qiiQ+fFXHjqLwuGXNRvd2pbORJtk2H6WJn6PtZgWQZ7EunhEbXfXSAL
iCqv0ohdOnXUy+lq5olHimThwLsanlcUhnFlnUk0d9PGrxH8GIrr1f63SC0Oavgq1fDa6f1XOUXc
MKK5AN2R6yfm0sHkOAIVmyFVEMGc+jkOgBTGE4FPqAiw3avSsK80kGpKXa08jS5b4p0JUIBn+Udo
/yknJxmwA7RzygDyzr0pBfu6SzZ6Yqx4mks3BB0s2lz5tniZLDzAICow/ldpQceMjBPdh/F7mOdb
NV2JLS56bFPjlTkjLYDEL2YuG0MtaqKycPLS8+RNEIrpVhOrhsBN6L51lDG+S60k7REPLm5ro5Zu
Tb2Sjuqs/VZKlr9yg1wYN09dCbCsRcR8FqPzFuuqaKoyJwnH1zAJN5ZQ3TWCeDARBrq+Z84S5fP5
sgD9AmChY4g84+mmyYUCZLPXFnhZuwtvvfy9Ff7IzcZQXzV5V2a7ZM2FniEtlybn4X/aPWHU5p0R
Y3J0JLf6TkLk+R9UUXjb2u0RiIP9eBP8Fh5bqNjSFXdyYWZPRju790+mRwiGqSt3BWiaHzDWJHJi
V+NDrzQr03rhmjixM0dan+x48LVDgI8dQU62Qik4sTU4KGUd2rywFRiPr6/ipcDt8yIuDkqvBLSn
9Mxo0rxO1WBPxZc+fBYFqA9yCEm3163RFMDnL24GchQEGjpcX7jmhb9DexP9XYXQjcya0TppNQzV
ri5rs97gGfQbKCVKZYNoirUd06Z6EYtKfhQ0a1RuGiOFZqkvpAGZXKVCkIX8G3oP0zg+ySOtxo4y
IZjziJMtd0WfqcY+9OLhV4xilO5o0GhvII7H2/umHx/rEl0LV64CtaL5rMsDKgTINCUIV2zC+XTC
qwpZPYq50rvViPVeRqR0RMDIEkIXsevMcOrBM+81oYRTF2aHAjJ4VfxaylLyqompKTqCZE48HmvR
F5GblDw4n/MmOiDwrvAcGtFoloyg4hvM9r4zPEWzE1Hwf0lVWLgk06svSqn0hTu2Zb9Bfl78SY8q
Lk2FqCGHBMpH01gLShQJ+5xeSaj4m8RJ614LdnUqwMaPe5lsVUpUN64ncW+Vci+iuAMztW1R/yTp
Bi0yHlgcO0iKA8iaS59eshzRWWdsDetP7BfSIVWscEfyCRmnxAt02uyl3DWasWPecibZRuYbRdwS
+L8jxo3u/R/SznM3cizZ1k9EgN78JdMo5V2pVPWHqC6V6L3n05+POhfdmUzeJLrPoAeYgdAZ3C52
7IgVaznolSZ/inxo7vQRiSRwwaHb7AIXahIbWSTtM7Hc+pcU1IPpIBJe/m4qKX3JgmyktFYM5gb1
BVRMkEAzn43M8O5LqUd+xBsmsZBOHW9R0S22bRmFB+40rs7OMvdt6sq949MgmtRNeD12XXogfyof
xLo3f6F1CjWJnPpJtkMvGA32slfSa00blOQu1TJzKwttALdi3KQ3Sta6d6KcC+XVkEqGt4G4QbhD
fj4hi57J2btcDm5qu5ZuoYg0jDCEdAAXs6e8D/0bvRwU1SnysRjBXBVFZBttVmnbPvLBQvtddY8o
sfSilj0C3gWCh4mNaqgsPeZam+Zw+UmNdyfUpXLbd3COKLyt/mrRidgDbYA8PmdnJCvX/+ItRq6c
hpvJmytzqFhZ1uyeBFXTUNQdV977xZ3c/YiCeyWy0/BKyT6RnB2UW90cV9zdkmkey6QOJ6QTVeyZ
X81aOLpgf+dABNpt1bb3mvcRyQkNMflextzQtbtM7m6KJIBqNbORAVxxSgsuUMEVQRkALwe1jJkL
TAVxTHxCZKcRJFt29tptgzKKPMGpKbdedoAL3h36M4uGVw1wEsKTp95dEmKtkmqBzGVj6/p9nuhO
UCFm9uoqa2C8pWGRM5vgjCCOcbanpvKhw20WiOK5lUqWtFCzaxRBmxjR8EKDJ0MMmg0yUsjAjY3e
/Vs+AG7qk0Bkdo3FQktLuU4gAsT6ykTDCrZoernAzf9bUrkvSxLAAJGGUR45s3EqPfTe5gAEKmzR
sE00NIXREhf6bhsaydZEx7Pv1+CuC1E70P9/bE7BwtElbXih7rchNuMGqQlAiMa/BRN9jYo+O7p2
aH48IydDdS1Qq6Gi9AMeT01jpHFLpMpWIDcLe4TOrb+tzJ+GAHSbduya1EHKjUtVeAsi6z5IdXoK
4x1qUfvWE/aXT8C0HLMAAOQm9NkcNqic5ssFUVkVIOzBNaYhjoTCXua6hziQ/n24BmUdNL7QtZK9
macdayoQZu7nhGtSTb/EVeirRFSvxlqGaOmVCYSbZxNHjMBt7j0GHdnj3AtArHGI3oseOntbH8ZU
c+o2BgnQ6R5f4YfRJMHcqZP+F0HIT7dt6IWKPQ+OVk8ybvyqRQ/O0/2t6+YeSqGdsJXUuCVXWSEO
tYnqDmWBWDcLWy5bfw3aM/m42aqcbITZgz2rc0kHKwmO0P+ux4+m+yn3h6DajvGjn7zo7Z/Lm2A6
H5fMTVHi0fmBFEUWkepNHR+FvB61uO1YIse3cq0tntKj3T1ztoFGiluZdndpkE7rQrI8qNWubLSl
ZxD7bOLUol0dBzR9xdFY0IxNUc8ocyeHlL/2R9uP0208/vQRHZb8n2hsyBBJqNJK4L50jo7Nztxe
VCHVWIaYBViLXsUrnJD7eK3NamkG6fYBRCtOxF3zJ14dK9XQirxu4e6C7tl/gKDo8fJWWDMxc6VS
VnJXoqPswPnI2XD9J7kO/n3SAUdDixs5VSpYczL9shCNNq5qsgFi/pxWwi/PjXeJm688vpcO0bGZ
2a5ugrjUa2QDHSB5efyQ1QkRxF1ooZeJftD3RF9xpQvBxATyAVVD7YgmptkWSArKLYlGGq8e/E2W
1Q/haGzrXqURx90YyfDvYxc6ffhNWiMmOMLMXDjqBco5vExdylOoTG21Qt/IeUmB2b/LhcPlfbF0
NR1bm+2Lou17IRywVgoPY1fZsvxBU1at7XxK2umaG19aOhj9Ic7kBMMVO/N/ahTIKIyOWNP/oFRj
Gfu++4zDV6tzaSX86KG1vjy8pbUDLAYzBPy0E1nmqddQlZ5CI0KLThD0Wy1zc3uM1d5u6KAZfGNw
Gr3567LFBYdBeo/XGbwQU6Q/W77E7zMrM3KK1sjLSr3+4Hka6kHRGj3T0sh4+KAvDiwVdtqZHXMY
jICzljopHPrjDS08KMdt/ZJnj/QfJvEosz0HwCouqd8xJsg0yndYmuws+DZAN5Ujl7JW4JrPHrM2
lRJUXihkLc6I01oZXrYm54HdB9WfxESKrkFHKza9ldaF+c04tzPb9gry4/RLAyMUZPTaR9kRajQe
x5/Bf+rbB87Jw5RGQXzI7Hb0CtoVUCcG8ykMlq1kiDEnVrZyBS9N29SSCE0fCCnljHtMIesv+l0M
GQ7EAF5+q8XubVObb5f39tKsUV2e6rtQxlCwOz1NRt4KPpQ0QBpDPX3VxSE+lK7X3PochDctib5f
NveVpT6OX6ZVsnhWQdXFs/UM0ei3AX38wRBTyIo2bX2gly9rf5A2cYfrRojtwriLu03l7i7bnXup
L7MKG5E6nQH52XT0jkKNrEvRQvNEAN9CcMtFo+6jahBtMdOqR7O+9uO3vslAUa6y2M3PNMgwXld0
Wsv0xVETmxkGhTbUgdJo5Hos+qrH2rgV/P5dqBRELGkXB+1ofhcgTv1ed/mwqcNBdaooePYU5Wcn
eW+KWUb3AmHxPkJRAvk5muEvT808jOALaQUHDg9JBNHKvEE0FsRKmEj77UJ5rfPvXfp++ffn19H8
96e/H019mlS+mvgSzcHSnneSISP4/BQne83c5N6a6sb5qTkdzLQPjoypYaqiQc1g3Hgjer4dI4Km
Iq16eUhnqZdpTFMOlkY9ShjqnAFJruqWm4KGZ15qtmq8adFPRQEl0FMlu43kb0V3U7U7RKzlaA0r
cVaixTabeAJOTm8mIBOnQ0zJicWFUmu2LP2Qok3scmhaSgefhubA+lRWnaMR2FrdNzeqdq51t0qO
8oVJOD3E0yfAlQTFDAwR8y0j6BlCaC2bGv2uLcKZEWLDRXBdqxDAwmEsPDR+ZLchx1h3ejRn02zX
y9ux2QrjplMfZQof/lVBG8ng2pNiZx3uW2SU+pcOwUNxEoiKnELzd52pOoPrQmZO0o+MYmD3Zmmn
1S+I4TeRcFfnPxP1T1W+WOaDau3DQdx70DfRJRsnL41xnaZryYWzN8v/zv4/Q5/t5iAw3DGNGTri
X8hfx3ZPH5E32L6KtM4GisjNED5r6GJe3nELh+hkxmeLHhLSCXGH2XbYNR0MJMzjC0EZm827pU90
JTw4d5cnC6zMMNmkgCOz8jCXDaldD4MtxtdRj3hm68iSzyv9QzTXiu0LR/d4iHMOmSCvWxS/Ww3p
P2r8+WjLcCcGo7cyNFnmfJxvXnJQBK3KhAI8PT/uMCCE2GBnGHsnRru9dF/S+I8FAKh5MgzBjqzN
GKFF/L0rI0Q2d7LyQe+d3Wm6LSedLcDekCt3Xf8FuBKEfHt5qb+u3EsfODnsIx/mJnBNZxKTr6E6
WpvXVCXtVE0wx5lH+bL5Ew+SXcby1vAex+BnlsPhSRVDTDdpbzlDgHSu9QQdMzzJD2br2aVxL1f6
r8uf+fVGOvvM6RX1/1olZjcbzbTiMFTMozfKG8FwrOhb4B8K2MYg1QrRVVaNZxMeEd+zreI7pCJN
/4GW4spsLe6ao6+YnUe5mKQ/Xb5ChP1XdT8KuO/SZjXNfx4mcSB0idMPTIuK7XywojXmqdRTZyqe
EnnnlwdFjW0/SGxwf431bmQ/RCac9i7++0vrs61o/ehKSJBeL0/7l289m/ajL5kNGFJo4FYVX1K1
IyLQVw2cgmlU3JjyteUS9JYbCU1qQX4Qq2dR3HnjfT98UwV344VXDSwaYTjQRnFdQsJSmdtEq50Q
7eZeraFtf0d5mDpNvr/8zQtB3zR7wMmJZFWQC9ORPNrRiNd2htUNGsyE79RIDOOHoPh2Wan7HvIb
tx3J+G1KqGKltZrw4vZgyXgvkhc+YwtDMVfP2mDU7CbuMrupqwyZ8vZDrSF+uTzI5R3yj6XZunim
66pKiSVynjwMIGr2dzVqtnqzBh9YszS7C+SERXMjLHmKuHG5KseUXnqqt81K0PxFFXe+1/4e0/wa
UNPCNAYftxMU7sYECibzP+PrvAEdGTw1QriV8U2eBD70XhL3snLtBTeqRRjyFlvvSv5mmCP/52c3
3NE7jgrKQ2oBxiu2mfxGqDlYK2mkZZ80tcFStqGo99VqdrTRdCV2obvgg3XBve99CPJL44kkMb1l
vbKLZHXXiyPlUEAOlvUzcn+XpQDBpBvsR6vdIOi74p2Wd/7RB838xuirRQ8PpGan+rjLhtyRROQ9
rdvKlx1LyGlLvKnEx67WbSPYXN6QC1sf1PdEvsx8SLSnnB66RE6ELkhwFGnt03Qp3Lngheo4X0F+
Lw0ROwa8FcTE4hkuQagianYGHhgUQOgIno+GHZiPTTLUED+6lbDj33X3LvoMKMJzpdH9A8NJa8b/
ZcATaxeNhLjpOU2CW8Ayn0KnYkN4fIiNbheM6ZZU4oqZpQB80lL8284sgIgVdwj9BDthWf3qPYWO
H+lNqcno9cBdM+3F9bqDSduIJbZI9vpPeic9AE7daW20kp5dnvyjb1FPFxkQPHrjGovcTMkObd+W
B1G/y9CWs7wHpXNKMbk2KMsmKydt+t2ZZ9AQ75rA02CnyYOc2o3p15eCyW4UXuuS51j1Sn1teWRH
Fmb+VGrVIRBTZjmx7j3je68cquQq6r4r/VOSXUPBpsq3Xba2tvPGAi74k3HNDg0EM0BeTcalGfQb
fXcFdx/TJJM+lsFnXEMFBEHTWrl58aCCH5j6CqY0+2wutZpXqz4wUlXnXLjqVSLUdpZaK4/WacLO
luzIzGxCS7H0Qf1gpvcSJ+/2frR1063SP2cK1YNmJatw1uH4NZNH5mYzSZQtI9DNLRVlj1KyE8I7
mE8D70/sW2QatknKzehk6QfNdTDfr0Qcl6fUmPeUxmESS3WM21Uqf9tZ4kOrZHdtbK6cgjUz0ukp
GOOIHFfMGHPtuaKIoL+P7vNlL7540P6eRuidT01kgeiLTc+qRaNgi13htMKKhbVBzNxZlNUiAl5Y
aHx/r9D71PfeNeCj7eWBTLt4vv2m6geIlUlyRJvtcq9AlodaGXFrqWyDIqQkfycVNex8N4K+Rua2
FCUTA0x0OSRJFFR/T6fNU81cq0JWppCu2+FT8+UrWkmKrHf0EMS69SCOYLZ6YhIjRg1hLxrV3uxf
rOaq0T4s9V5UPjLjQ1BAkz1adbqpsmyjdjeC8QsQqhPVsn15dpbc3ckHT0HfUeSShdB35NNWCiO5
epBDIPVFVv9WLIQZ+EMEw2gSvHlemN74wxg4Qic+mD6YlJXvmFZ7tkz4IOKG6XUMn+BsmQzw7q7q
S5pd93my9U0LyLtSireSi9BRi6amHadd56hW+OLTmu7o3Qjtc6DJXPWwsUnG2gFYyrjAlE75ha4O
Sj5fM3c0MwKLVho1EL8x/mHFoq2l714U20bxTTcPRV85hvEiqGs9sAvb9WQ9ZvNAio33bcZ6+AUp
EFmvRR5bTXuIENNFwa/Nba8O17qWJ594NvlHu3bmor1ENoNawGgyblNSaB1tR2WQbiE5cxrE00Xl
m2msAuknL3VmlVj5K5sn05R5uvXUDDyf3nMyaUK3q+swNnEy0BJuzPvYeEiH8lPVk+dSX6tTLmVR
2Wt/GzZnWSavVeKYWZ4e1a9N90OSPz1L3OTma1Ye6hDC5RF19ZuiobinrVyGC07vZJvPZtqXm4oE
JqZ1JHWS9kcHv3ObrnjWM4QLd+CJlfnM6nrRugNWQq7YNqr2wfCGsgu37UYxf5UmKAfAkDSUZBRm
RWeM/M2YhiTdXug+3kTBLqvfZYtMaWyP4/vKSV9e9omVZpI0seb5tipN8yQfOOlZ860fbmLloMS7
Fu7mfrzyBggEbxLVQQr6stml9Btz8o9Z+XS3RSNkzVbKQ7KzSCZG2wi/MsHta/ivy2pjSqaT0Q0b
IqZKt0tMNchwoEC0B28fC8+JvJENB3HikDRkbd5Ua983LfzZYYA3nVBs6viZZ/Yz1C4KX2BWdLXb
hENgR3VrW82jaxyq6McwrmyRc8WlaYsc2ZttRCHz4iyomI4w6K/I4UhBZ/vSLs8PsXAd5PRBvGja
Hb2Hft+QerwbjMgOvT9hvwmkJz1fK64vn8mj75ltWX3UE6kNp+XR3tNmPJTxuJNweU3wTQZR37wN
qkwy5bUY+KKVEOH/4+r/nvw5qA6BWK2nz06zBSLgXLuN3Xynu3cuha+E51P+Yfkoe61lOeYxPzWa
SRKJUiuaV7i/WRRXpmahxiOV1vGB2oP3nNJfAmrw3tqO94ETHLxXa2/u2m7TbcCY3WeHNamkeYw3
/4DZkYi9QpA9iQ9I0okEIJ9KJ5dP3ddj/3hbz03MgjxDEBOhDynz9jtpp734r76/aTfqNXD/G2Ix
7nDj2vF+wDtgW5s1/rj5Xfq/xgEjEYlN7YuzCU6SHP/nY1wNPxXC2HHS8LKt9JuW25fHuWZpNpOK
J/R+VWCpEa+rpLJ1y1GCp7ZFDOHHf7EEJGRqeIdcf3ZOal/zePL38MVAYWnUiMs7rfkqllctqI3L
puZ31TR9sLHjkRSyqDAlnXpMPTKHQEmm/akhwpx326LxAPW8XbZydvLnZmYRaOALYSaXmBGu3Lvs
F73e/fNEmn3bbbRHs7dhZLhscfrB+Z5El1SEZYRAE53k03FldHzrqgQUQDN+hcpnT9dp4T5U+spV
v7QnJoApbA/g8yncnpppqqbzSp+V8oTbxjuI8n3c3cjZU6P/25TF1wweWZrtPjHRssavpz0h5fux
tG7CGsIoJVXoU82bDSkNO86KvUz7Sl9VH7m2cqUvTigjRG8IkkP69mcjLc1xrK1pQsvOtgR14xXb
2nQ07/Pywi1uyCM7szvLpBSpqCFgCs+8CbUbNdwJa5HweXv+tOmPbMzOF3S4QNeAyjnik/4kHfzW
lp+ADyGCcKW/1MZG+OZ69ugEG2GzVlKafvpsX/5jep71jno9p7eLaexbUtT06vRXCF6TbUeLLdjJ
A4/Dq8sTurhwNMnTuw5lLVK2pwuHopaMQAwTmmQfqjo4uvTpwxtKLf2yncWjAA8vNNDkRDB3aicZ
gkYOaeJ2ovGqDH/lwasAb1n+oEm7y4YWB0RS+Kthg86QmaG48arMC2VOQiwc9PLTtNrfVkzrfbmm
3LpmaXbmytgNBrfEUic/WSZtqt+VynBSL1qLTRZ3xdGQZjeoWMRkwV2JIRXm3YjCnEIioE3Db3Sn
P5dRcxuIudP7r3L+lgb+I5h3UhvjtjN/qPTeDFB2jLBGG0V4UFv/8H+b7inAOHoiNzF4UrXg26Ri
U1nbXL0T/U25liiajvXZuZgwTCZkFRNRx6kVr7A6WWo1YG/9z7j5bFtnpI2suKaq0X1cHtBZIefL
lR7Zmi2rn3APogEUO0hHv8v79MFvd5Vjbrx6Qzi2oacN7pXsrzX40FIkBpoHdDisKxMf7ekQ1SGU
OjOaDkj/kEkPFSibywNb3K5HBmYrFSlCPkQFBgpkuEPldqiRcFF27RqL26KLPrIzixkMOWsTvcGO
FvwMktHWpCcp+uvyWBa9yZGNaaxHu46cC32Fk42BxE8Yvfe550SoiYQNdf+VdPLivBlwiVBuoLNn
Xn/vvLZIjAFbJQyRmALbIEISuGJlcYcfWZldbD7YKbRq8Pw+R1YPtzV8Atm2Eenq2KlrigmLDuXI
2PT3o+kTvbhTpAZjgXjnmluj2pbdzpJeUbyryqsi+HF5tVZmcM78kvIEkLXhKzh4b7J9n+995dUT
N5etLN/bhMUQjFEdAjZ9Oio1H5TRV6Z7O7kxdu27uPVsnm8Z/Z+PqV09anv9pdn8Gmxz5W5b3PH/
GJ6/HdFvi5p04uasBHM/Aowr9PrOrY3D5QEueogjMzMnqAXILSBjzRZpCjsgfSN/v2zg7BH85fqO
LMxcX6EoSaQ2WBjlTxUGm6K86qw3VX2Wi+++zK0iXZvZ2u22eJaPjM4cX++3oq5GGNVybrO0sInG
SUD51MHMjWJ8NAHtA+lzo/MCsX4gy+gIzfdMTF/bPreLELIPtft2eSIWN+zRJ81cpdCIngY5ZuzQ
Lmgb5kue78r4uVzrqltaUJTQSXYDTFEQRTjdsEleJ20G/6dTy5tgoGA7jis7c/FldWTi7OhpgWdm
vkG8fB9te1vxbHcXfBv3zS76oJOLxoXLM7dqcLZJ9cyjcT7FYHjbfKYH97qFS9DuS3v8FG0Z7ofd
ZYNLS3U8wNmWtbxIL9G7Yg7b77246Y0nyXiH/vj/ZmW2R92Q7aAUjGqI//Qm40DKqf9ZW5+XzSw5
ElBKEwsSQoN0op9uCL3LKkQCGExSOAYPDk3djeEanfr0I/NY6sjI3FuZci76sBcQB9CcnXgvlFms
8Mkk/x7eVFmItPMa5fnS3XZscbYnRNmzuljGol7sVM9pZM64bA/pbfcRpcXKDlyZQ2O2IUyraeH/
wpiQvUbNpm+/KT8ur5K0uOfoXACAiFz9GeykrgW1HBraSrSyejX0orrqB3lnFOO7lUmRHXVmt++r
ctgEsJFfm3r83mVF4RTh1gp+g6u+1ZJup/RjvRJDLHlSnYZGtFzgXAd3c7p9LLlRfTEjBWW2ArDN
wPF0F4bAX6Fu18aK216a5mNbs2kuvUwUEmiAnLzoKL3Jzlj+VrsVgM/SRB8bmR07QiLPHKYOkXTw
7c6TNlnc3idCZI+KvLu8qEu+GEwuia4JhHHWkE7YZ/qV13P1SRutj5AD/HXZwOLiHBmYxnocc4XQ
mBkJBjwkGztZcZQmsFHGzNStBIT2srGl0Rh0oZsoSFKEnjcZNqY6iEGvxk7W/8y730W3MltLq3/8
+7PBFH6jGp4L2NMifesp1cY3Xut+Dfq6NGXHVqa/H01ZCtrUTcJpFOGh1fauuFWlFvozXrgvl+dr
cTzalDKYbmOURk4txV2SmWbGTQypnFNUOwUCT9lY8RuLi/KPka/o63g4mtvKlYgRl5qSaewhI1jx
fdO0z127odGyNQn+mpDHnQ4jLUVIZUKuKaW4GitEI+EyeQ7/y1E5sjKvnaICSsVAZhyyt0ukz95d
a0Y8g7lNcSgtbpMeFZSKZ+35TaPhXwYs6FWMIzuQW9Ab6GP3kbgx3UNefueERvWeFn6747zyyry8
H5Yn8u8PmKuKhYIQlnCuTOlU36FY6urfsuq9X6PcW952/5iZOWxPDKQMJT6SJ5QUTe6G+MVaC10W
DxGdnZRa4fsBYna6J9xBqUDFk6BJ5TetfNEC9DYPQGzCtdzl0i1PI/3fhuY+Qc4GL/RJh5FFlLu7
rvs2CFdq/V4mV2p6dXl9zkq5XzvkyNjMNaiZ1ZRQIxH2NTbaoS+WDXo8RPPZfry1v38fHXt7u93q
9pWyVudZPMVHlmcP9S4L03gwsBxOpXEIavNg5Ro/U4CdD252jEPU9Syvx4Ty0CSb6llwhHvBQTrx
ztgWm+KQO1u733ov3Sb9pt56m7X37OJL+mgp59s/NUvdHwX2jPlTevHuszdpkyPC9fJH+Fk9Sk/X
zQY+w7s1hu6VDTSnRM/kHvIUE6tygjxWtC9giGtu0YVTo5+x/nh5By0ZA34AcphyxaQDfHosRs9S
42Zyxn2U7QJZdhpDOzRjeVVJlhMg3lKX+ZqkxtLWMZFHh7AILJo5b/9RajcI3JjQFIVjVxHtHJAy
LJe18OAWB820A/cPsTJgn/tIvjWiTb3KPLxUbz7+gukLj64gwSxbKQD+jIL5vdzDJITIxC6P73zv
rmR/hc8uD97LE72YVJjyZlMBTJ769E9tapZf1wFq0k7ikmZSqTQ/BvmjUN74euW4OjoyWWSX3spV
eAYCnQ4R5PrcHiqYAugkT83GppkmqY5ZCyGRjzwaK0opVndDT3NySKuwcExjjPeFkfeOEYYKDxK5
45FqjiJfVsNN1nTRysle8vdTMRA+WYO6/7wI0oRjFpUyGFi3fK6U7zEcRAGMfZcnfOnuOjYinw5c
Tmn7TVw/cQCmmf61bj4QLiEQcdnK0l4+tjJb1XgYjVYQGQrvDABxkCm5Kz5+bRyzveqKUiKmEha0
6KlLyBpig/43fw2gsHRB0ssKcl+eDuacCygyxazIy5CuGa98Cw3rsZSEe0Xvb0y92VdyvTKsxT0A
HwFeh/j1jOS0IO2aWiM9QLqY0R/xXpifOTCI/7A6/xiZh5o9JUS1s8AqmVXjlCpMhmuh5hl66Ot8
oQYiQwdF0Xf+2My8zvVQ1SYbGYAPtZNP4SG46W/yXXrD4ya4NbYdV8W41e/9a+1weXhnkNUv4wgz
wlDA8YZC7HSPSyRKzKJib2S+01o2F9RtdFd0L9Eh2oR7MAqX7S1ukX/O7TxRp0WKKnl1kJD+8e3M
+90I0JdaH2n+WKxVGxa3xz+m5gk7SR3MLggYWe/FmyAcb4Pep7ujW0EmLB7ffzb9/IaPkiDURpcR
tVqz76X+aeT6uzxpiyOBZRbY7MTw9oVQPLprdMnVWi/BRJX/VgQVFicUPH9ctnHOLTspTJAigJkU
JSN5rg+Z6HEJ1VGROJ0z7qxb1fGuvT/llf/de8r/IvGoPCP1IX9A9TDV7KFRSQ9rvBIL4zz5hCnS
OBpno1ce2ocIIYvV4KqQIYniI12cobFRU0QwtpdHvJRgpZsQMBPPBtgk5vVtkT4zpVUZsQqxZShw
eWm3LuCtxgCgg4J4ZJvNJJjzqJT1LgQ7fNn+Qtx0Yn52u4itHEZ6VLKq6k6gNNWTbIJjtHAU8UFc
44dYih1OrM1umapKsigKsKYozzXphhFaOBhcDP+tUbjYScDRgf4frrYTo7OLRxssVYXQFh6o/CH3
UNJbfV4uPV9OTEx76mjPeIqZJULMuAThydV2dMMqPl3L4p3mvkcTlS2A1A8lEaAehZ36O4x/Tjts
yeqgH2prwU2n/xa9H0PxarZrolLLc65r9KwCfJ9IL0+/TQmipAh6vq3J35Los2p/aeOuy819Ur6q
44bNtzGzfnN5Wy1V3U3OMpWQqbh+ppqlBFoW+yaTPlyLf9QfBZLJV8VGc6JXdOZupEOx7UR7dawL
jp1nPB0HyMcQo855Df1QqFNB5uz2u2Er/3J/QhXx27Lhm/X+pPf6Lnmw2NmH8Gnt+lxwGhhGt5z+
SJL989tTHFS3kPSKSLAHof2mI2xQ7y5P6eLYeNpA40NK05hTBUGuovSKQT96JSt7o/8NM/XgVU6f
7vtwf9nUQqg26Yf8bWp2YgrIZExEdDkx0iYWNmJzZaX7YQ0tu3BnnViZHZq8LybWWayY0b6XHypz
rR1hcVGOhjEN8+hUdqGWyXmAgVB2dO9b0O78NVK7pchlUjejHDLhfrV5x53vl0IZtDFq64G4bQe8
tbRNor8giwykW7omUWJFOMkGDLDiuJfO9Ynl2T0lKHEO1ROW/eKpoSyeAGX5i+QgusBQV5cU6dbS
W4smYbgDPwpqh+TqzJVIVujGSkuhhCxNXL1mKJOipBihbjY0dogEljDwflhxJQurONHq/W10Pk7R
pINpIv1Kx8dMfxSlT73/fXm/L1yCJyZm4ScsVaNS9JjwTEekT8aw9YMHnf1grizaWTMZge6xpXmx
rmprDYUXLCl596o1xXXoTnploV3lAxOpbGrls4zfdemF10Sh3ya9jxAVuBvTFqPQNjX/ELQ6rOzl
xtO/ya6InObvQIavIhTpqUofe9RxQ2GNxGXBIZx89iyxKQatL2kVn92Sz5CzXSe9WeAl0+1/WAeZ
TjF6wEHzznObnuq7OXy7pO31UX0LLCv56bENSyD7is8zRMOz16mOCJgIU/q/f2TR36xzhuGXoI9+
/gjp4iJJay8AsRW/ZOJNGq+M7nwj8/sGlxMmNDQxp78fuaOkRf7SDfn9ikItpNDwfEc7S3y/PIcL
+HzMANwlU0KdDlunZibAh5ZpEbRowTMSGF20E5V97210z7Mr90EbN0UL1cht7RSvmmrXjiPbWr4b
11zj0nB1eNAJO6DFOgNL134uhYPMcIvsTxbpt/Ug7IdGXkNKn1+L6OnwH5indQpj8yxjHadSEdcF
SbjB1l7FfbsR35Jr99a400qnto275CN1kpv42ljxS2fkOjKRBmYlCM8AwlI5Pp3oURQbIRdxwJ2u
j74tAHT8lIAb3kBPP2nqxjVY/npS2A0ypXrK+jjlzZJIpbKRgoBWZlJTD2C3qsDJcqvSNwr6O9uu
KlsQ8nqTpDbqEx5k60Xkv7pGU712Y8baKWJkXsnuavfKtDFOq02MB6w3zZHkM8/6lYomiXU1LKm0
qx65mdxotrEVS44hmKZdyMntUMaE6HHoXhFnrcEZzzrcvqaT9w+ECzR3nLVBSG4Mzrzk8IcH+af7
S7HzW4EcteWoB3eTvbekqK9gSE/t6+RBvUdhZCW+OvdxDP8f+1+X39HxFCSkxMSJ9DGLPz39BiKP
1v2uJSuh1eKpOLIy86QQ6reh1mLFrJ4jtCfKGHGIb5ddwNKRgFAclhzEZxDFmW3MpjLCKlfaqQko
f5Qb7c63lL3uwvGTZLYJf89lc+dxHFhmCL5RdoYC60xTqyoUwZMahkT7k2OVsi37K7X2RQvkm4my
kJ8n/D09aYmbybLsTyGAoe8sFTbYcoXxc3HKjizMQsWhAGGCGjTlg+ypddFAfBHDGyuCgmmN9u08
1mC2LAWqC7JdE3Pl6Vgaty11iOrY5uM97QBiceX627SzNcRaV5Hm03t6fqSPjFmzttiCyKZMp3aw
stgk8l037JNia6Jt6V3pENjAN1I9JAHs71cmIhOXt8UZ5c90oI+Nz7Y6cvYT5y7Gi/vqSext4RuM
Yttu/xHfaZs7tMf8jbH/Ll3Z3iG3JRpaUBSyUwcFrm0CMnflc5YO3vHXyKfzDrsNiK9p3sXitqSi
aV15/ooHWXKgxyZm2Y3ct1xXmrr/mnjT9AcZyCMkhbBiWTvBdKpVAdrFY4FiCBxFdN3SBnA6pD6N
IjUFRQrF3a6qH8XxXQ6vzOphoAWv/mMqh1j9mQvo8KaRk4m/qrXO5yX7OGuCGRDuPAhmx9ItdC9s
FMabWLTOU9pv5RVvuWjBmADAKBvTiTSzII55Hsn6BJFVKltK7hBmXNkWC/k3PBdlLPS66NlU5uex
LASxcCMaZjoNWMBNMjxL1pUQ3Xn1NtM3nhXZRQXQjX9WyodLjuDI8PxsRkbr1W2LYZrVLGEvKX+F
9b00fKvya+nfY/hPBjnvSw0HXFE+DTJHjroafuWjfC34azRRayOaH7EijfVhaubyFcXWx4c4veEl
4up/ifUVQOfNZf+ydKCP52922hpge1UkTmMCe2X8rOrrsPtx2cTSrQAnM9SkigHZ+vxFkOdaWRb1
xM7sqkBWyuBP0KJA2GXjsPV7b9yWerWmArg0iVOajgLrxIk0J3jvBV8JrAmIl0QvdY1suiOI3zLJ
HizkoV4vj29hChGaR7V8ktKGe2l2F6lNK2WCjq3aIvErq/prXkMuFhvBsHLMFlzjJM5BhZGHHYSZ
M0ue6PLwNXFVAcyr0hDce9kjzUz3gpRf58q9Lyo7UyM8vjy+s/UjrU5hziSepA0H9c1TB5kprgyo
POX8gv/Kmh/Fl9pJcEgb75q89+GytbOVm1mb/n4UQBIehXpTYK0tDoL0LSyvtc5/GssOWYAQLr9g
xTmujW42p2kytmFQYi+u+l1iKI+5XtmqGW8hLbvvM7TxLo/vLEA+Hd8cJ2bWcmwYAVJirVST53wt
q8/C+OjXesPOU2ozO/9D2pUtx40ryy9iBAmueOXW3epuSa3demF45b7v/Pqb1JwzotC8RMwcj+1x
hCOcLKBQKABVmcy21hheGBUZcBpK3us4Ar1jlAlHye9PICzsQJs/aBBWBkOaWKSp05Duj9AUMSe8
8KxlglkdGqMkzdZWgkvAL42S2BatPANXnHt1GinqR0B/rMyq51/dhkJJjNAR0xgU57R0h/iCUG1q
1WvAe4FfddAF0rzbLhy0F3SaTQOQKHnBQxIk/DJUW0F1vI0N0+95a351BCHIietw6FTgOuIrnCL0
SRNCdc1qSiCFkp1igTcTOWvomv4XrrmAmj9lYVlUxYVYyIAqdOnRgGpapOImstcOlUo5q+AqZs7e
uYBiYkodCVlGGgyi4tMLLvtQ+97+UIyaY9H6KljgMNEkUvAa3wdFjQZUR57sDDpXBFSIGXyjTJ7Q
i5029xM6snmpAm/WmKgS62AHySsMZSnjcojQ3EyqFjXwud1nKi+kXD8TfYwmlFMkHQ0zGNivE1em
eTFLGdaWGg2/k0KyUDB1Zwz+oUnDNy9LcdtYt38iiFbENDsFhoh6kdqOwCGKp+JXBX2z24404305
MH39HvYdvRP0rOjbj1GHcJBYWYbSmUmgQR3EFTQbGjJF3f+LSIPdF28HM7WswpIXCHmiykNWYabF
vDfRbOMo+WhPRWVjS+Gcc6+v8GHgEoxxq6QTcgOi0DVaUo5yd4TSoBKe+tTO9WeIcib0NcDjwfaY
Xt9IMpjMJKclpAqQZWPJSDdZeJeC3zIpoE/wGCNNbG0lP/viPo6cGuJqzXk09lJ/EzQPeoj86hj6
vIrPtRW8GAKFORQLwigHcoLPqVX/vY/rXxqJd8Xg/dOSjA+rUYmI0m1wKLCXFhJSbTnMARPpKMnQ
sm+477tsj+za1oH7kL8hmLBHfVnz0H2DgY1qs1aONTb/SbiX4hdP/P6/QTFhT6ONoTcSFkYFVuwg
vdRC6YJRSxUyHGw5I7c+QZ9mMT7a1AEIXlEPZCEQWeJg+wKK+RROL8o6yCy2jetGXPkzBsUDNcJa
wKqLa9SyRAFk571jIWecKVrbczX0Gf8XhrGlCpPcK6e6BrPyeaieNKF+q7PbPGlcDVciAQStOfvT
6saxRGRW2yQrmRg1QGwzSLHme/obxsm3Y2HehII1QdWo++eCmggqRNWUD1FhSGp+jeIN8tCmHTCW
ot+cIpRrCXrvJM0tWpAbmcdTO2cpbIhegjFZTJH4ma+GsC8sZGeAoGyQopi6qCwwPHW+ZEod2kpe
cnpBt6vYvrSSmfA4KdbHeGHw7FyLfMPPpgS3xTBY00zqvQ/KA8QA08ZRBOxgheOB/c5Q7mr92/Yi
5OIyC77Q9UDHAwFWIeqC8PIgdhdIzZTELaBwKySpWWigfFJsCZnBNvTqcllYzCyXLO2ECPx9yLDw
KiB2N5M27DreiWZ9aueuBiROuCNlMn+hnyD87Le1RSbRBmMCTk1N+7ZtyHUh8RyXoULzXxAmse9p
1eh0aKCITO+g+NWQV0p3lXBKlVuoCFrlKyW7urk18p8N5QziajBYQDPrRChjRegooOWkgWSgaE6g
TQnQ0gCZW43uC0Hnvaqs5TMaaM6IhFocFMUwwUAtskj0JyAKxdPYnRsKcnDXK3qo2ZQget7z27+v
StLn4f1EZHfXziBJPWZA7PRdQxwtvx/jCY1xuZ0FM4MR+lILvI3xulVW/VOG9hRKN1F4xLbaor0n
ztQBT365cKqHS+ydM/+w7Tmr3vkJwb7d+21W5nMrk1WCSzPQCxsvxpzgzbGCLSNKJa8XktkKFc/5
VZzb/ngMgt/bdqzngAoxQGRFCYFa09foJfpSEgoGUMC9/Q1/3kmVsa/0wom8CTrc8q7XLhnel5D4
8jR7V1fAApoJ3lOVphMKGAAtvRRDYNKkM/uwPbTeN7l/r8tpv23rqv8v8OYBXwTqEmULUd/NA0qn
nTwNO6ivO0UOrSza3fmlthNn7oWEpwvKM5OJ0+nQDbI4wxIqvAjejy4pwTEpj24uv0td6vSk4J0X
V10HD+3IZqBWAB71r5a2UMaizYSRDcnoEjKAc7w4h2APM4zpNpKeQ2ncDz4+Qx/DAnk2immp8CrG
1DRqb5drvJbS1dUyizND3YlCVZyJPApq1ttINSprKoddQtqHIZA5C3I1/f0bQmOpubsCB9IpAITc
gmPyFoeXKN4ZClqxOQnp2pkYyc1/bMHZ4evYCq2qp3TQkWJonhWixK/F6xVaUPZg1nW2HXZ9Gj+h
mN0JXfXg6Z6nsWv2nXYx+tcGDKLbGP9PAPgEYXwl05pJHBvYo6c+bvNks0cRbpzchB4eqzIHzeUE
4gpSzWtl4QIzyx/9BW0RSADuxAYayyiHkEExte/QvVMN5qjt5fK21DkpOG9I579fxACjy2MjEgCa
EVtH4brn7/S644zpKgg6s6F3jV8o0fwKImdJOhjzvGUozhjCYqeMmgPKHmt76lZdfgHDBJaSaKMR
aYDBNbvZFj8q9Fr5OarWItfzBg7YqtsvwJicT6KNnlcjwGbe6jG5LTpoqPnf65z3lMMDmsPpYoY0
X6pwRgJQmN1H/U6CUboB9SnOixtvjpiQpBbYAOIIjgCKdhz30sdAHN20rB+352gdBoXWaJ1FWxhL
blYWeZDWE8KShGbAXh5xj/04gG3nf0NhAkUWF5WPp4/KGhp1L9HgaSzDXZRRzjF5dSdDC/p/jWFC
RRvqid8aFDEW5/4p2CkQelDDfYPjZOnbE+/0yhs7JkAYldcrbQ44NDRC16YgHdiMeaUAPJuYtYrL
moBqkP/Du7Uh2RWhQQR1uPR7mBiT06DOskYHVC87cjK1T9uztrp+IV6lgKR0pg5g7KvKOmk06gFa
PSI7HiSoFDa2DJ1C6d9cZYL94G8oxso6QdNJVgBKktuT7I9WpDwMKZ7fxNb/0VXJQcYDZl94PP2B
1Slc4DIhShHjoYtiAbkPvKMFSxFKr/2h51xkrs7hAoWJTXIMUWh5ts5Q7CZ5KMCOIuEhHdLURUUd
bmnHaoRawDERamq7lkopjEp8p8NFcFfs5Ppd0VrOqubhMCFKSvrOKEWYRcrGHOassQxx+Rw/tnnE
yxjnrOXqIuVvmyDc+jXqZlAW80IDWDR4DvtDAB5KSIwGrTX1npnEjxP9M4hPucLrmLxuR5+PiAtg
Jp0aBC3RphTAYW2gaP1P7VHfNQbRbBDKyljYpcVj140m7Qy7R7JadGDv6EKTQOmNdPrDoJT3Yyry
Xna2XQoP48x4NLqCd3fMcRM9N91RNS5NHkDD4EXT3uOKJ702z+T16M9KVwQvHArbsC5LY1FUCYJQ
BSGKsLC6fDBDuTYz6TBk38cEJcLBv9nPP1pyJJz9kKR8NXCIPULCCsEVB3T0XDl1862Wf5c8luT1
G5YFDhMBhHaMotqDaTq4DbJDGoJI72dS7dPuMko7iRyG4lfVPpfJBW0z9naAXb8iw1lAxMMpLj3Y
mg2lFYKm7+FcVeOo1RFKsSDYhrL2bZHf0MaOIA1YQmgOhCPbwHPkvp7Pv3E/OhsXOUzmT+XYxTB6
koiZoKLfG3gLdvVq5dM0tgNz7IQmSSRAGBmK72FFoe81ZLLohoyHGNyZrja6if+P6+I/luunZcy6
0KHuICYd3EYVdExd+zJVyW578Nb3jE8IJstQtbCtRYjUQ/PsXKUZCqafdGz/2yDrK+4ThNl7wTAM
kXWwMFt44zMV4VDPPAVENmtMmDY8NPHNJOy3IXlOway4pBfTrCWAzDzUMOvJjZdnnAL49R3j0ypm
sWkyZApDA0ltiVLirDpnXr5rtXMINqptW9aBPvMJZo4iLeghS4nwqOjoBE8j3yKZ4XQQPsoN5XUb
azUULyIIs7srRkkabXY5EB8lEBL14pcaL9Ct4bY+2tF4HaKrpi3gmN1dK2opkhrA+envMrxVCqs0
7jKVE5pWnWGBwuztNY00tGwBpYung6q2v6SWcLL1bUPw7Pg1widiRIssBERYVpCURkOWbFbCfVK6
2/Ozul6N+c1HEtHRxGpigYObNFGK7kPoFJ4FRT5rqfiiVfrDNsx6MF/gzPYugip6SOLWkxEX5P4V
T1mS7EShK0tmo/qOWNlCuwcjXgBmUw7u7MtXwXyBy/gfGYW6bqd5E0FJVdWVN94kmzg82h502bMY
UsT0e50FP6GtYxalDpng+qRD35TzHavTufgMxi9l6IPLfTNnJEl7UyjFsUZRVwrxbCLwGLJmi7Ys
ZpwzpWrR4/RVWW36S4XjVBEOdygr7l9B28qJihyzrljx69jLUIiL5Va5fhBawKKjJSqcyLgaROa9
C5xjIMkxmElUlEGL9B5OWo47pf6NSp0CTZKhaKvNcyXWnNW9urss0Ji5oq0eN/qAuRL7d1I9a92R
0JfeC9CzcMwKd2x4kro8QGbG4toTlDyfzYPOk69ZmXCW0HxR5bep7Kga5Bg5++dq/Pq0kC1YVoMA
mmokwKKHfu+Im4Ypap44C49jFFuo7NUo98kGGCUm4oWGPTXrJO/Q3Eo6W0qG27KP7sSm/lnJ/WTp
yvRce9NBMDzcH4Z3YTWzu1VJ5ORQVrWyDvQy/ZiDUZx6AmcwruvGMRLoOYMC9dzHcVWnm3hCI6Z6
iOpLGc/6tb9Dvxeao/JiTyJ0ZZbxTdA1O6WIwaiJSBX1h6GhvEuga+KB+Ssg86CCPB31tR+p+CJA
+kVKhXaek9ECxSzaQC39Df9DoZh+q9Zm43wTfzSW+CCcsl3zDNaY5CKcxt32rK3tBsuPmB1n8RGN
DCaPQsBQlKDCHHrJzRVLk3VOMFxDgdjXf5czJV9RPLQZqkEJ14jE6UbAu1FSKLd+Gf+rN7gFDpPn
6IYYFZGOhYxb3L3s5U6po/dA4V3Cr0cnMBzpELFE9TWzfNFql6OsDebo2nOnTWad2i30wfTRAXuL
qPF64de3UjRtQyEHfKioav86fH6vD16swFOS2Er0EVJtpxRvwJCZGIJzn+0papSFBhRGKmelrIaN
BTDjHX5IhSRHwYY16uVOGPpdL9jb/re6nywQ2Cw7SFWkUhjKwUAKPLmF5tmxvs8VnguubpLgCkS3
DaVQhWbGELRidMh7uEYWPKilE6LgQkRWqjjoj/433r6AYkbNG0gnZtkMVV4UqTe1WgS5c+Ruj9zq
mlqgMCOXQqFYovNdnRCeKAoDQlR7cslrV2M6ipvBYazLKP5nQIIetWJyjemRQKbsh6cRchsiqHzq
O5o4EfQ3S5mz818zOn8EZ3T04IZVV6Gj9NXZi6SL01gHZJOZ8Vl9GO+1p/qW3HuuaM/CZOjx7w7+
HyR12+O5tqg/Oon+wmUzG1LFWSR9nJGmg6E7Kgpno3viH1vJHiPOs9Z1w+xXI9l3hjDT4g6JMPbK
HTV9R/dNH/F/MrX79CaFGBudzFfRTJ5L17fB0aB4lsA5bqyth6W5bEhuGjnUFLjPNLhtdBxH3C0/
GZWtSd+3x3X14XCJxKw8NYXOY+8DiURHhOR2lr0Uj6qKyhJ5X2lumWpWyevnu+ZEY0aYWYSG0fmk
EzDCtZmfIYSeoSsUmteQ4DGD1+bZezg2someFvu75/i8122Z50zMuiFTHIpdhIgNkjzXe9Luo9fa
1p3QwSvczseEXiLbsBWrOqgPpS28N2Ct2NVvBby7sOo90iYKKtHosJe/Va54EY4h75w0288eGmZC
A12jBIIqbKMxur2mOEoj7GHDrRcOoG3gbVtrAWqZZTHzXmUptLdHbB6ZZ6pgVxHSncdtVFi9sFyi
MPNcJWqoTPMWlSKgQ59OT85gmlCCX3KLWopEgJaKU4rPk7jrqauOorPt3Twj5/1tkT8peNVF4SLg
pfzSC2g1RPlgmvEeWVczgKWV7HmoSQXogcCfcP1QGW5dn6b+RRM0K0ze6uhZzPdqeSinh23j1jbn
JSpzLhKKAfXeKYxTSuEmnvRjn/wBFe1rPQq/tpF4w8gE/Qoiy1kG1ndLH+9V6XnsHhvvz/8EwR6B
ojZpM92HMSSeLBIS0L5O7pRk9jYMb6rYY9Bk0EBt+3nQwMqG2wckGq1xqMhdpzq99CuSjrlki1p6
2MbljCCbYvvB0EliAFhffatwhd1JF5W8bmOsR7W/z01sHqoa4CZIC8xS2KOYtAMdVy+8GUZ/rFTy
IzIeayPcbyOuR6lPRGZ1jzSuEsUDYlVC/xUpbgqJEc7Gv4ohzdy0MzPSVfVVVhu11M8RhLTBbU57
XAVRJW9/bluyOnaSQiF5jJo2lR07EdVOEN6YUUrNHgVzhNxTMtoE4vKldufj4vx/w2NGLvWnMQY5
ESJG+VApd17sxuMpMr6l3mUAK8822KrzLYyb/34RBXUxjGJRA9jYTSiMP1RxDRYATvX4ajRagDCh
Nva7Hs/7APH60gHBlSWGFHcNxh2KWjhux5ssJtxqfhaRWAQUOE1livIcp5l+jMOjTI5Cw3kNXx27
z2sA9jFRb+qxSDwkKjoYoMf+RjLssOTxDawnnAsUxh0yBad8lIxCPO8c3FX7aY/39kN6LqBcFZl4
Q8nN0JYPmSWcU1dMzeRsOIQzf9ekO3NKtvgGxkuaVgFJTIwl0P28g/qR/4L6xV9vT0SFol9pd5a6
063JGl8Np7Xkm0m1GlfhfMPHgeUq7Vl8A+NEuAce0trHOLTgq7DT3lIfhmO96/bRj/JncJFB3Ong
4V5ythfIejq6wGU8KsnIqNUlcCGSZQgm7lqOzZ788n61sonXcNElZvkDdR13BQrndSflvT+uLp4F
/uzxixXqKUoc0xD46uOZgqLj1Tv1kYO5F12IsD20R++B3IJmxv+xbTgPl9nYI60uVC3DnIPMPMT9
iHKeBIcr7stB+TiCLKzTY/QjDDKsC6sfkXeEWEQcdeZUcs6m88duOM/H1r+AIWrtyRGdBxGkwEmg
/5ZxhoAshSnKf6ZAxLFGxB01rzx4NRh9Tt3HbeYCVcmmKuhGoLbFL8FT7CQG7UwCgrsnDXekYe1u
z9gVnCSDwQAEMJAtIqDhZNL2ToRkUikYuumLBzUaoah68tWTLL1U3UPOaxe7lheRKLhBcCXzoW19
dRULbhKpmwSE2Tf3h3v4ff/TuX30bZ6g5/XyAwy2d0nDNQaeFFi2d18o5DaYUM3woppn1zXNk7nb
mZaz56wzeuWJAIIoKorucDOIsxUTZ4lHkpz4RWjZZ/vsvp3/+uG6Z/dsAhY/8cP5zy/8YWceTPx0
P3799ZeO6WTm6WTZ+8tl/+eyt4+Xl8vLr5f99jxft3Yi1YE81XyvMyvUsLeYadmoipe3Ifiaa8t1
3dD6+LHnXYddE0PPQKgkl0AAhZZHlkACQjhpnI4YfPto267twmjH5KQ7azMs434ZKsMy9n5cV30N
cJVMU3DllqEVm8fjy9E+v7u715+K+epwpvg6wZ/NWSAxoVTMfMmjAZCO5zOmzXJ4plyFGQBImBoi
Q3oWigmMKWGO+9w6nGYA2347u7/NHdzB2tvbDqBcZR4MDmMImhnyIM6Bc35///H09ISSbvNpMB8m
M8dV1PzfE6Ah3mLtH/8U1uOfx96c//sz4poimP/HuxZbtxyyX0iTUbXKvk1XoBHLglqCp8zL5XB3
wPCalg3b95bFMf/jH/sSzT/M/wSbl/IirvZ6Jg5qOYPZ8H7TfdhhZQLJ3tscqA8iwysoRQY7n46q
MbQ5fYUSh9ofGwqyQBthASvAPczLfg4EMA/22fPP7dn9uCfdwiRfMcF+NLR12QAzNWUTv8Vmgd9f
YG1shdbv3evu/nR/OjmcSbxOseZxXRjLbCBt2ZFAjAGMCJibrvu0+2bd8oLK6npfoihfzdN9iRRV
OJtnn3WTIoLe7+Cpzzw3uX4sZMxhslYtTCpJ/AB6s93DzrzlIcjzgFzNFOjUQEUJUjmVvYqTozwT
4vGvmTrq5lvnto7t7u5/Fs7Pj1Bp7ec1cLPtIOvLfwHLLP8Ygm7pJAF29o/YfGutt5fa6bEdoOzd
rp3OtnWsChM7Jdgk8F+CP74m5mA1zmAlpgY+xwyr0+ZsTB83MVvjweSMRhb0E1H+mtp5G7XPH79h
4cyLZ95RsY3Oi3X+Db/jxwn//1hMWE74Yc/LeHu4tHm9bHwVqwYhlF7Zil++6uPbXPuv3Xv+ivlb
8BM7wvyD9wXy7NLsF8wFp3gU0cG5wZZH5jlNVKUicHmMBzKKjx8IkQ/mK6y/tW7mMGlfXF5Sc5XT
kPnZkaDo1ECuJsvMCpCrOpDRGxpaXTuCcEYbTUJbk8Yqquz9h+1h/miT/GIkA8ZE5QZ0QVFgyNj8
cvNufhZJLShjmL/xp8kc8Ls/Z24O7DVh9u50bz0cHnYHx4H5f/5cfmFYDi7i3PHlctxf7MvLy/Gy
b80/vt2bv3iFo/NOzHysOg8KEgLQ9ipsmYoa92kG7c8Y5XRz4Xc+xnnpTJIMiply8Fp9N+lTeACP
Y8IJsitTokmQJplvk1T0BjNTYnhCOU5KH1sDOmpNVQMVR5tPb+qoRjdxVvFqFVbhQIOAhgRDkZSP
24XFVlm1uV51ODtbnfCuoLBdoA6hninxOoGvH/8IMqu5mhNMoTo6OBi7/D4UUTkFIKlSTUmzWjKg
sSgwJ//kyW4gvPnec525Q/ZKdBBzWCN5TCCtpO22vfD6WMJ8B+uFoJgQWw/foUWeaRDPTairp/dK
byvFuYQIYXbSETjxtJB1UAs8UYFzUTEHX8azvgwEkwPWk1AkI8EHKBKU4HvDN1VRwgM/XnkzMXZA
eOFURHW2zV5x5y+gzI6ApowWLbcAbUBdHhU31YCboMAVur0wfPsXUKC+BKm6KqPlnJlotA2A/IRi
5VAhh9rTriBOUoU2SoU8HpnL/E9dDSVEbyDEi7gJcRr8/cJ5jTjXFb8iWCv0bsKlV/c6NZyLgXUI
MEnjFItmDLbJNBKVLivx6GcFY2mNgz1KfxL/bXvErhOR2SfpJwiT0AVV4E2VNsaWWOsi2OI8sXYE
2W/f0g6P8ZoRKXs/nsTHbEgiNymK/tSgvrFzhlYID3ESqryD0NV+xHwQk+iVAZmKED1DVoDmTNGq
AvRnGrbqHfXu0QtQAnYoqQu5OVvTz6FqVRLvA64Sp48PQCcmaFSRPbFPLaSJlUlP8QEgTbYayUoF
R1YOGqRbcHOrhmYu2KhU1HtrKH8qPE2l63dtBp2ZD2FURnUs4cK5uAua20n3TBL+MEa7719Fw00q
t/7HilQMJDPitI/LDsqysSV770n8MIJ1Tvmz7WarMYB+jimTV+elOEnFDDGF72L10whvUuOum3ad
znuBXl80n0hMCFDSXETHNMZPjsbbvH0XKG5BA9573GogXdjDRHIay3JcdTNKg2apwmqUXW9AqCm1
9MrRKSdsXx1gmQliwnZOs1hV59EbpnsQniv0VtNOkHkBMVfc3PiStT1Z1+1YDB4TsUtBU6NWAF5G
zenN+1Ob8n76kfzwD/khegA5yS5+gkP+4NXDr80dbjMJns1QT3Ul0qzJZVJ5OUWBZHEJ++8+5NSj
f9yMCNsWGOylbktiKe07YJSxZ4pNbJJ230883Yq11GaJwuwOpFGHXiuBkibyE0HnaNvYIl6aTEnm
hKs1T5QJqNahNkggGMYs3r6KlYoGAuJFcUT1dCrdheNbG7Zmqx57b7ftGasTtABjlrGUqBoehAHW
e72j+ZdIGe2q+7ENsjp2CxBmBXuIgMgKAaJj2yPdOdXcRFFM0Tts41xfKcyuIEvIeKExeN0YZjRo
0RprbOF4TDDzn0MHYmw1tVXJqUoCZc3HRBZtKccRIbPayh7lu2D4XrWcz1g19/MrPu45F4lEqQZd
KBT4iiw6pf33Qb2Rk0fvH1dEwlZcyOI8MfNmg4Hja7pCKfZwLc5B7DvdKrFNjVthsA2REznW/APp
tSbqGgSQrig+tKIL6j4F8X/tD2ZHv9VCYqI+e3verq/YYIuBtwQdCjS40mSPKWMvRSKdUSRRiMDB
WiaKKSe5sY9J2UMJxkhQ3JZPSeX4sdGeQXdSOGKEuu/zoOk1WkcMcMn97gXclZpdlPuUWFMUtLbh
J+S3iDbpyARN/kCcXM3EEuzYY144ipE2zanr5EHcJak6IDOplEKxFTnzRXvbwjWXAEUxWkBnlmmo
pX2dLDzrSUIbQnuglIideU4qmYNimO3IqdZbS7VQKI4cB8zSyPSZfaUoJLkUQNOOTjG/dVHj/Ccp
IACzbcwqCDSYKRilUSHLlih4rRIIYGjCoSevwd0YmH4WcGLg6nhRKNxIUFuDJAQTbbUuaMtpgrBM
2JDYHob3SqrQwKeO9lCOnLlZMwdUYWDYB4UN3rGYMfPw7lCOI6JTPKamAW2I5P6fjxfGykBNAlpU
UDrydfLRSaUKSQJj1EbF5nSImp//BkCFPsfMvI3Dy1cA6kcDtLEDaC32+i+aiJZRBTym3+vnDKxR
KuEoNutvgy2CiTd5RdKyiiLIZ4BLSAodCt4GI7XRKC+rL37U2yUaEEDeSoV/4W5L4Hn+FuG0K/wO
qjQQO9LL7HvX6WDl/cc9dYxtzPKU6sRIxQC2+eQbWB1seXBAnuWOKme3XUv7qIKzM+opJRw0mYny
lEA3oimFVocueRB1+zlARBvHgKqL7umABh8lS05izMvC1lYTnUXJREQeEa0sX0cwxfNj43WAHTst
sKRStkGR8iPJ5ZeMV6C37ibYJ+Z+lVnIhVlNIi6LMy2HVlNXyJYGjab8boSecHgg8u+83KvqRSBP
erffXgHzv8qe3Sm2fmxReNnD+f2rhUqYj0gKYKFWBfcEYgvZL1BS1VAdVHikV6s7ogwdVxl6C2DV
Z6DKQCH5OOukCSW97VEfKPXyqfF5JFFrc4aL/r9hmIw9qcGR0miI5CO0Y025H6xUR/EN9e9QocgZ
PR7W7LaLFaagLIIIs2BRl30zkmMWn5Pits3etudo9SCMnQlqIopBIBrKwEBYeKxl7MYWDiO/2zqy
SrFFHS50cDXFTIPqPs4SOy9/gPCek8WshnjohyG841YSujxfDcyVLtChboVtscHxrpaqvedHPKJr
Hghzzo9EPYNnACTsY3QFik96yoNYdXPsVQr5yHKvyDNHsFpOAnaSUWh/l354KPoRUl50b/TvZdW5
2xM2u9jVolqgMQbJEFnH3oio2ELxBoWIrYMrV5DIfzcC4dXr6K2kvm4jrt6nUpBkY5Z00GaIzOIC
RZGQhgIg86C49FNqSUX4rBv5SwbNxt5LbDWT7CYrwG4nv8kUdZGtgpbxwtEhGLj9Letj/fkpzAL0
umhMkhLbDlV7qxSw9G6b0mnVxkkGDtTKQKPxAf1liCazOBrjnnVFpjIFH7LlD1AhqHfQoQ7Uvaan
tm+8C7xOeB4aM61hazTdlGZYhjgva9Nz6b8NPsE7DY5M9EbL9tvjuBJcQEuKUguUkKAPjmXtrItK
nUgPgRVd1Xe492uFX2rzYEylvY2zsreiBh1PowiaKApg6yOVoRKgOg2hk1h9y9Cu2e9V4SZTIKuN
9m6C03PBeRhdG0e0xhMIesOyKzE7I21FOnnY6ZLpfiitIBuOxDm0kdM1Naf2c8UX9dk/wDxnzJwn
TO4lClrli7M+at0axwF5BQQJYvgIuPO9WL/XlJATMFc2OQBCMgnM5qCwYhWTJj9HJ6GAUB31ZNcK
htngSaPHOtueszXfWMCwtfZVTQoVEj+J5eFYFNVncI97BXEHwolka1kJmtJQQgbhaDDxfPz9Yocr
qdo2xSzbBcp9YlEfNa5mk5HyOCbKRRjq8GKEo/wTcleNO2YQ9A2g8xKYSqBlJWdo17ZBPMtSPAdi
Lue6qq+bkRAYJG0MCd8SnQqjNlXIh03enLubsuwKIgIa3lNo+X17rFfddQHLpNFBC/bCLiDI3wfh
UuZYiIH2kgfGTqDTfalHZp/lnCV53XRDcIJbYDJ5teoNnlxnMvSbyO+hcIZuR5SDT086PejKHW2e
29QtoTihRofe4xwh1+LBEpsJqqKQSvrYw95weA/F9564yZSZVXujipZPazPkXbLyBpiJq1PtlWGu
ATBH2X6bvJbTc+rNUrqR1afvUsCJq6sxwdDQloWcCrVCzFbZ9s2U+zncqEGjpVDvG112O7BEdj6o
PjnX1esTiTsFTdENhDp2h4r9weuEELbJWiHibjxEAUg/hk6TKmhbkbyfih8VThz05IaI0qPgSbLd
640GcpeEYhMPeG0sa9ajyAB9unjUxtGaySVpX5SRminwLM9wdLU4KtEuql1DiHdlOu22l851Cz78
eIHG3ujlkew3RYhyYSm7ayWItpbVTK19QfAC/b5i92lkZxU5oz2xkGxi6QctfCqiE4K0kD6Iuhnd
D7ZgSzwR95WUE981v4Pj+gzyE2wokWvo/WgYhQHvonFZ3GFrOGzbvhaiCWo6UOhLoLOlMUuYxh7k
z5s5WsWhHtvgvwrQW6v3B1JNZeiGA20e/zkiim9R1Ai5JFzJMAu3K/FiZmQeEMMqumv9Gvdk4hSf
y04Kbc9vak72tbbX4TSC0hXUSICyjhlEHD5UAZXMOJTXgu21hwkey+Xjnj+ayaVRifMJwkRfZZhq
sQ8A0gmUmkMRWYMvOFCFgUZKb+bdsJtwk5JF9AL1qRCk8b+2B3V111nO4zzPix1QaZuYIJ9HMk/R
m11+79pnDdyQEoolXgdyTgMcJL5tY656JwITPBCLFMIRXyFTUfDjqILrJOD48NL61Hs8ecpV70Tp
Ky5WcS11rVbvSfGEwhooO9YnMTnqw4NAdrS/bBuyGmxw+aWiKECiks4YYuRyVWr5HGz87D6WhZsy
KB9HI3T8tr0N/MrehlsdNx1ZJbg+5LkJ7Ou4iY3fNyDrQbBty/pYazk9aZPxsg2y5vVY1n+DMP5Q
RDiiBx1AVHWwKRg2hCi2S/J9G2Xd7cBEiFoHhFA4wldbEiSzWRRr8HslvVS9BKHU4hD2wV7wCoQU
Zd8W9Nirv3X6r/KsWXENERLOJxvMutZQIky9kOLg0WKVhd8kQTODirhd4FlDm+5S9b3Phx2qtDnb
xdXQfu1fYouTcnQYdMHcZVJWGaQxS0uVX5v4Hz9YMyjMBCZVNtOwAkWMftaSU7d2GfxUY2fEXEYR
xyWvE2gGjZlHVRiqVJ97snBPhPCPq+x7UbfDDvVktR2AIAPy8nrzAiUnZ9uDeIM5Z12LuEXaUhTU
FGY27Q7EAEPyGyTznB3gKnNjjGOSCZD251I6N11RYvbTW58ekEIYYEGudOJOGueNZv7XvmwFX9HY
ZEIdq7Dt5olLDUdonbC1xQwNO9FhIp010uMgcPyR19THVjYVBph7wgqTlxxAbE9ucC9VnJojdRIz
PNduZNay9TC6z8muu4FK9f+R9mW7cSPLtl9EgHOSr8mpSrOsydILIckW53lK8uvPou7Z21VZPJWw
r9DtBtqAgjlFRkbEWosSwe45cWjciLnIGLoMIVjeMGIp672IEFB2+Od3ybr9TufUUNF9aq4C4txZ
HwcJxTcV3T1IFQ3xntiXffMc5x7RBEMRGVqHerAdDSY1VRHCUD37TfxrkS+gwJRP7gA+tfNDWs/v
uSGtB+PAkjlORcwg+uXI1Sc044BjzRtChciq7bWxCLjTkOWFfsyxmTkFwCQ3MwDvQP5doKhn6YII
cvt0/bHAneBZRv+XZWL3LUpK56QBFq1yQqJfjZVE88hwu4mI+uzW9T6dvD82uRNtrURmjQybSdm8
ZCoy50VeNp5s58WOdLUOOF5UqAYFHnl+TQa9gEQY1PLMnEBLu0wk7UMdlu5zYJCaaXWLXckTq9/0
Ps5/QCRJv04S5LsoKnvJrlg6UM7WZus2Q299gQ80fB5mef5AEjcGMRjT3RkxA3TRezA1ZmYU7aKe
hH7RGxownrWdXUMmerwm8xztE9lkz2nfX3d9YkARrdKZ29ha8jlac723MtvYLaTTf8dykzrqlBVg
kpAML9XYg1yTIsga40Fjkr3TK3R9IiN2V9mJJFjQzTOg2Qi5kMpHWoW7eaRSJe2gonc5Ul71hs4Q
gCYa1bMrRgTO/zR8WD3HgSlud5rtZFuSVMAzp+relFIaW7vafpXAcqaQyyyGzJDu5aZz/uhteWhA
71Wonus6upe4HdsMExRAdZyJGYmYtsuREkKDTDVAarQM4ijdzUUH7Sr55bzZrXm1THV9JyjQieUz
mCVqm8Ns5ciBdTjs5H400gwbpANU1b6WQax03tzWzXpojnNlYUwMSWYwl8n3U955nfWU9qFgKrcO
/6ERzouR1rKXaoSRqPpdon6VuWN+36DxPK8u1dAUeOfT3ldMGx6pIIRaG0lOBBmTfJlqZiONaGYx
zcP3yaLgine1EOqmjwPOX9dTG9JO9tzTUPn4hwm1ELLDOqTH+L6IXNIRVVeQxSLqLzylnWR56UXQ
4s35PLDBLVpTGFqbrTJ8WaxC0CCYIvTUpoggXtXhly5SqN3cIkCjrTxoOjCxvBvVsioyJpz0Emrv
cgzV0g9mVIJ4aOsGAub2P0Z4zelsQkVXylY12qp7jkvDL8Hu/y8r88cEl1Iw60UqBwnj6OrEi4Gr
b+beMcdf5638H0Hyf28dfiRzuBCQyeLWgZ6vBHkYttAiHRD+/2zWvoirpXoC9589ig7Z1jKtF/j/
3uF8dq6cY0WFeMDKoLRA8lmiIVxiJmLGE1nhojiJ5OVSZfCKzewZxuCEox+Hv/9lCpFnlNEQ9i3r
fhyORI2tZ+UMI0P6EC2BPD0tRpABOg9FnyLxpe6jXZUMBK5w61QhRfFfq9yNpktq1bUMVsPuPWme
EyV19fFSGvda9pAZIiKZzYk8sMZdajlJ0PGkwZokvSbapw59rkV4c54knL5vzj9D4u6wmVVpFNow
ktb34XCr2jdMruhQXcyx24FZrKycCZxxtYg0desSO7yx18EfhK11bOf50uPGJm0YLAxtC0l8M0zR
TUvmd9IV/xD4o6VKBeIXLhcg3WNzttbbSZLCH47Kcw98lZnC7YIzrcYrZswF18vWNjk0xm0TsDgs
apXBmA3ggnmnWNAHND7QnO4aZB/3gq7IrW2CIAttLQgFgAbmnFY4lDUJFShlamodRKSlKTO8MhNc
Wus385HyoRXuVKdyalRGh0ursm9CdFmaJMjUuzQXmNkKqQ7NcA+0YWLLrK8ildFS7nI013cjCKg1
y68zlQ4ECFF2KysioXPRFHK3JZLXkT0Nq1X11R6+1P5CtR/PeyzR/HEbMCG21qkKTAw9A9mGDVao
2lJfWQmpZuXHeVubw0FKHBRUq7Ij3x1RkrzoR33snAk7QVasi0k3XtvkX1QAQLQBTgFc+Ujdcv6p
7qt0VgaYMfB0A+GqfTfU+pcWVQF4yYPzQ9pwFwpa3dc9Dp+HCtPx+W3TRG9Atg7hCWt3q7a1M403
WiLqm1nXmdvkR1a4g1vOegWVSDQKQ6GkXnraisKyje0NA+iSRp6TqCfNB7M5J3MWwoCRdW4BAZJF
0f1qeFwAT5RD6TPuCtpZoaAtYMMfKdBAsUHgCulCtH4eT54dxqYWtT10IQiiJjmkzNTvSR3TtLzq
r2ojvT+/WBt7/cgef6dEqMSBExtUsqMPPca0q3Z5sV+6TDCu0zYgoEcPB8bFnWVsmnkXw5ACdRl9
b6hObwZZ52X2M5l8tSmhXbRjaWAsA+0HC49AEVf+xlE7/AJeCBYPI2OqVXzBPF/nID1V0Ysu6ozZ
et0eGeE8fLGqri3r+mXS7IUMdJSpTRPWXXU2EhIkBQdqTGNleqjw5KHn1/L/MA7sLPBwqOzJ3JkA
TeOC8viA5nkEjQZ0UiRg0ZKXUn/opIqGZI9mJZqKmnk3DwqIlf9jlduyQKuqk0xGoO0GX4ncUnXw
OPTlJogqWhcgn0sFD9DthfxjkNuzUBArC2nBMNsOgNxbmwFxLXjAbE4luFEBSDbRBnTCkTrrJKyj
esJ2BQHEDbNj5srNHHqoghcusyFFg54lIOFj8GgZ+mLSUa9EqpFb40RjCwjSUccE/pNzpIXZo4V9
WiC4gOdtGKmQZruJq/fzm2bLWx8a4faMlKMzYEE3NhirI4dlP3M1kEPXJs7UBuctnSLW4AIOTXEb
pZehvR7mGI/JPDRGM+DHjJe4fmB9YEPYaaq9PLuO8w9NDhbgvVAt1mgCYLBIj33L5x1+B7d/+gRA
iLzFd0jQUa3RMS0DgwAeddCEC07k5goa39gl9EhAuPnYm2coG4H8XsWINcOZK39WJaeufMG8bo7n
wAoXEsV2Hed6DispgFFK57L5w5IvRvkyboLQuBxJ4YfqVZJdKwRVslcj+wqXj05Eu7x1c4GfYsVp
fY+V261zLctTP0APUUs8As7fqXKGxqB9TKjZIm/Z/4MXUEDrBTom9CGiie54bkFrFeYSgb1lsWs3
7wzUd4j6DkCG6JV8yr6xblw8XjUNZrQTXvI8beKsjjHBBl3cxmOuQVExA91UdpNRFHlo401ecjGk
NP9qd7OfXKUvv2uvuFVvElcJcJm95E58Je9q9/zSb+6vPx/GE5cjl9oMbMKHNdYDujqotuwzTfBm
2XIQoLlAmwjI0/Aa49Z10SY0zZYatC/b50aGj0ghI3phLJ6iijQctmK6Q1OcL0pmW2GLhuH0nSej
bpGporKgyALngkB8lk/ZAgtVMUNBrKGZqJq0eXMcDoLzLiljRaKPMJGkeyjZxbo3Fe+xvEt1b5Au
wu5KEelcb+0C0PWhGI8Q3zopyA+g255TZd0Fui9bXgNOCpGJ7womH27/P+AClC8ISGGOTxtgLng5
pNgFFW0uOr8LbNvtPpPgZXYBSqOFGzohtPNoQSg4zD0RZf2Wizs0z+0MqSqMfF6HmNSQ6oGfRmRM
9ItkEdz7m3YQ61vg2gF8jO++sswJ1K8Jhjmz28R09fTDrG4N9eHvj+36oviPFc5hy6o02cAkwWGn
MjWlnRmB+V0kNHTa4AevpdmQqwU6UT0VmUGf5EDGCnl62ypuJDlooUBlPYfR87BQzaguM/uugH3d
8sEhYYtO2pZ5FUi/tY0RTyiAQ453TD6bUawAVgOxsdsOrcaM3JP4xWCfavkoNTReXHCBWjgU2q0q
avTfOOZr+gjtQ0AsATXJHfOO4P2p2Dq4o2Xpl1U3btQZIunwLRtQqgBZjYq3Lh5sx+MbsrHrZ9tE
7rQea6rMhm+Q7P78Rtm4U9HghVQ9QgdUH3hmQ3lSzKwdYygUxRYayLwF2ryt9TUkXsdamlj+eXMb
u//IHOe6zBjyrMkCc9IEYXLJutYkBskNxPQG25039X01cQ5F1VBTwdUNDBtSH8fTF1v62IY2xJem
iwpCCZMDpUVqxDRzh4sqGFPQEFbeB9iBqfFjdGJKHMhluZ+Fm11pjkwJxBHOf9HWXB98EH+XSnau
T4uOD1oGcMT/nknswmXHkGcco+u6nf/hQYwJ0FUQrqJJEewuxxMwRgaUbkrYUxRw2ElOobsY9Wf3
M97ZGX2dCloRms2CqOmUcW5FGh2Y5XyP2o5IT0LO2nkuPGj3Rmh6DQCuo+Fev0uulp3tj5cgeqO2
Z78hRV/Qd3v/3gFcRTUa+d3HDWTk0VDvhN756T/lf/r+sJUkEU9X7QQxE/WJjFolPix8kvz6KnL7
z6GhlhteRR6Qwqs+BmKQ/T/IpGI+/phVj5chjHJJWTSYjToNxA8AwL6cH9gW9/WRBW6hNXkyxobA
AvscXW0H2aGb6ib92T0lTvhgIAdMowf9Z41wEu0I7kXsZfTr//MTuEUv6syI8qjoQe/XUUjrfihX
uls93RXXn6/1tRFMLyGoAN8l16KGO19agk231a10NAVc9GCrUYTaKqZA2l2z2+LLcqBaYe6s/efP
KoA4S4j+6zf9wXqwA3I/01/nh7/18Dwyv/q9gwIGa9FHpCcYvnF7azlmMH4oLgMRd3T/qTjghfE0
p2VUAFY4Za5YNzQgNyr+g9uI93B2Vid1sWS9M4ReV/uGmiA7jr5u00VhVO6vpegCpUM5dSxIvb0l
scdEhYDNOxj8SCgZAQ0to/nheOBzTWqTTJj3pcfjWutpJusUThmqHoGm7Sv7FmCVaECXUHmzWDe1
6P27daGAfxukJwqATjJ/R0pMXSp9gP3JuLRSN0r3pQ109Ph8foFFZrgzPAHvpHYy1jeEINbSVFfA
6HxKbfxD6UWMYt+w45N7CyBhEwrgoDHgcadxGfeKse4l+zYEV2YchPeWl+/Zo/WoBNpuvES/8nX5
9WD8QtTh4yrxO3cGcWb3IjpV2x7z4FO4YbdpB51MCbObzTi2I97AeJqmfuE0kDtyGFSX6BjI/nJB
9ufne+uNs8Y8K1MxoFdIXhzvKzZDb0TRU0xCPzsLYYGk2k6/At9ZARWIZL5FgvUdOlOe2omwjltx
F1LjYJnF0QKajYvtoPSuNc2MY6VG0AX5PYY/zg9u/XZ+gU2ABkDmBs5qBK/HY5Nnw4b6KGZVjecZ
2Ni6IpHPlChPna6IGu+8tfW3cdZswG9AHI4XB1K+3EwaRI5LIqOmC6oU2kv2Q9NaDmApYBZ8G2tR
Fn4jVXtkjXOEbai0ZpSsvVdl5JT5ddE6YUjcyvyRTR3NumtdE2yVbYtIvBAZkyrL3PjQs6OXWQeH
R5Lc61q8E/WXFHpNQ6E9TMMX1C+gqywqqm0VG2zEEYgtUWxFvxd35aZ6OvZoFoc0E6Dhxo3aAbOl
llRvPRkol9yTltzRJRTN342hom22bzRBfLuxrurhLuJC6TRqurlh2EV53+9LSJ31nebN1uhkCVRY
49fzu2jzTGDLriSt0Mzlq4gdUaJpmKoeV0mC1sTuism54GW8NacquGEAILWQ5UNm/PhcRGk1gyG2
7p2qmmkyVnQJ0XLZWl4WVpdjWV6EE0BrerIjrU6XbnBWINvUag4YIAUwXXXL4aO3FeynuFpOgcHq
WETaOLQ91HMtr2a9o9vhZTHnAQsZ0MGqX5a5T6YHpTKdQtaCfJj34OuhjQVeNCO9MjTLiaVqPwwT
bue3tHzPUKw0htops/x6TqwJopqgOUZf8/mF2vScoKjHuwfwGUQG3HnIdDWWIhlfrjQ/yXSl2FTt
X2srGOI7o6asvDTlngpsrvcA52NAPPbHJnfqzdBoZbmDzajLaIKug1KTnGjyCk3y5eqW2ddKnlN7
QHeiP/xDWvjIOLdt4jxUWTrD+DBJT32XXpjWY6f0XgpxLBY2VJ8/BMPdOnqHw+WPXmkZHevX4dbo
tUSOLy5fMySkTd01I5NOjau1OzmC2AoU4ztwW8tBIsEb/p7mS2L/FnzN6mrOTf7qIA9iT9TF8khm
+BoQVbo2u/ruGDZclXlLmHkkvGvKnwC2Qp78pcl/S9aDwP6qHX9iH8lbYJ0g+Y7s/LF9I1NasHUO
mH/1sUWUq8fPyL6o6h50ai3x7Qy9hqLa/NZTGpxY/7XJPTf0RFFqpo/wvflDPPogkpwB1LEBZmU1
rSKBZ9pwfkfOnrMWz5MmRaAaczRS/Sy7ut7bvdoKXM7Gpjoywp1bPZmkqFrbJpMx2kdRAsKT+9ZM
HFSSfADpBUd2YwJhDWU/MEvBwfGyGSTtScEW3Jp2IntEXRwreVGS5LGvLH9OESAoteCeXr+f2yaH
FnmKc4RtSjoOa8cm+nlrNd+FXeRk+T9k+GEGXUNQQ8PTiL9EJFO3QD+CZl4JTzJaS8ubLAsKmttz
98cEd/xDVasnde09ldNyh8QoOMb8te2gjFwG1XpV+nn+hG3uDGBpoaICOWgcseMDprEEDWRVgyGV
dJQ0vwtv2ySwAPUrRbRmW3cwiBv+2OK2+ljac9tNsEWWSr6b+/raTsz7YbGDGiBeqqnSgwogN+iz
I1wmXT7fhcj3eKAvvABXQHrbW0XxdH74W2/Mo2/iToY91mDqTPBNYZE+a1X3Vsj1TZ5nn+H0XKAA
mIWhO0lhYGQpXXSI3ofRp2pGIp+zERKsbKRo7wcX0UpTdbwMdaShTbxBa12lBFPzDipPO3sBQbDg
ZH6j0PmDcmiHS/sij9GAfRkiiL0L6G/kJbvQHVDMpuBiD96l69ntbhcPNC8P0pXpnZ/rrUN6aHu9
6A/uktEGgQ2pVttqFhigekZFaF9o/zKVh7uMixeqyhhSa+2478qb0TYulA7szuyZDLvzw9lasm+C
PtNGkcDiEV5LV1Yo+cFOEjmWHJAo21eAsAkbSr+9Cr9mh4a4Y6MbI0tW4K0zWp9yPATm3CO7HJKn
KC53Wv5q2tZOgYCsNvdu0b106ng3GPZLjc2qlNlNOkPbyxbRHWz6qZWe8H9Hz52bCr0QTI7xUTIY
BMmVjtCss4KCoFUZoB8mIvvb2juHc8AtqiRJg9SqmOxhRhmhd9noVmhN+pcVxWqikxEQER4aPMms
bFmKzsmmdmJS+2FVUgN9bJkiuI63J++PofXvD05ClZrhOKcdMBPlL91Y7khyP1i+UbrD/KmFk+By
3N6of6xxMVw7xV2Crl0cCE1DEoDKdhdISntjizhF1190ulH/a4i/hasCbEtGgW7kOHntUIDIZbfo
C6c3XprYJVZ2yabg/IptZSkRZagE3Fxg5AeP4fFMZiGaQL9xFEvBdqxhVEFnSJnUNNerm0xjjmTW
vmX8GoYvo/ytAomMxxeVS1C7A3B9/mO29ujht3Cruhhqk5UFru5uSsHrglYMd2q02NWTONudN7W1
pIemuCWtjSoHaz5MZVO0z0cFCvdg8QQ72cJU57wpwah4cPA81ExlQCM4hiJdVw2KJ5oKJjBBqXAz
NjgYEY8Ixq7JKxLCTCjlwZDoL1KF5nlwm0kR1M571ckUNAVOZsAIyttj6pEEJVhwNieTSMtj63TC
r6kKaBxMZJ25O9KSp0FqDGzjLpqcvALNa0+czjaupv4jUdjDVC6iO2srCrMRgQEygKQkqPSOt/GE
gK+NLXhTbdae7HZIaLfS3HV22biNps5uFCnu+XU9xQatPC0HBCC8B0ciRsqLNQqQCl8vA7K8RuGN
Pgd9F3lDe6/Kj5b2BWr783bX2+rISXBmOU+Oh7xmFRrIVIy08iUtsEwmGNnJ+q0WUNZeUxTo9eAr
F22kRFrXzQhhp9LRFE8Zn1Ip0KXdgF7OPBG1CpycRZgDySduWQKSUfA5Hq+dsYSqbsXIFikKEiKT
k/a606VvlZR4fz9zh4a4+Al6pGUEAQ3k/uryYVjKR6386ybjdSxEAdGNuRa1+cxjooe5Zo1gVYr7
nxY8SnNXihLgW6tzaIKLZgy5z5vimwVregLZC0lKCp45Z4icvrlrlPfzc7a5OAcD4ja5ndlyk4RY
nDm7UNrRkUhNJwsFBhHxkcgQt62ZlKrDmGHm0hBCyE9jft12P0gsuMpPnDHWB6014LJG9WbFUx3v
NZYu1mKGeJ1FuVXhvfZa181uisr787O2dUbxGoR3gBck0HY7NhPGsrHoBK7BylL9Ugbmh0a9kj6d
t3Lq8zEaVBmBJ8KfoEjgFkfuU1IOE3gfk0F6GxotgKY4lRLZmQ00YLL4auo+tAlNFHPr20PkRThS
Vh05ORrsBZ+yjoj3ShZKQWsjOLwwL3Gg1eYEaHkByqWl14G3HxnNGDja9YpWM4BpQMtXIAqwa3jm
dHEqtEyf/4KT2Ol7Lv58AHcsTLvJC4K8L3SbMrcc/IxclqMPMQQaFbI3VBU41AQ3+9aWPRwzN/1G
OKVRHYGv326Zn/QfXRJUk+Yu/cf5oZ1ioLmxcWfDwLs/IQrGNhssAa6qpPVEXJO0F1GPRCYSSC7p
P7QlC6ap9FJUmnOtFMzv5nV3OFru6OjZqFrTOsFdEVK0ietoUdGt34vx2Zgfc3zds8HJgAIb/jbW
/x48+PAgC7aS7XOzbGlznIHAHy5VSXcRsaldhVdq+tBbbmp+pKPg8juJJDhz3Fw3FUiFJJB2O1G8
vJRz4426eVEPYBxduTkV++v82m7uIQNJvrX6Bx4qLn0EdcnUtroaHKeD5c6NW9U3ixyks6hVeHNY
wNFr0BDY6AaMk6Ua9AR2muJhPRRjE6Co6VrNtSWiFtw0ZYOWXMO/qPxzzq9ui9hs0wauQFYcOdpp
klug9z18TzQBDf/WVbjSkhsGBDPWmOXYzSazxXoIEyJy6L3ecE3lfsxuZXNyiHLV/XXDOTbGobH1
Yw7enEqS1VFMYKwcuxIdaooMfI3e79VB+2uQI2eKe51k2dLohQJT2nRD5s9cugNbnmCfb208GztB
hdKIDg0tbpWUDvz4SMWCAQ1tVtlQOSAup7UqUfufRnNgST2euBSEgotdwVLU91TSCqqEN+P4ev4c
bbn/w+Fw5yhtRl2uShgx9IQ22o+uSahiBIryWMwN7dhtIyrdb04g+j6RbURtBfHE8bBw2URDOYPB
l8U3euXX8j7JH1UR2Elkhdt1MxTeBoa2dacuIfSkRNLbki8XiaLe5nEocvHrSnCXOLRnUDaHIu0a
t3CuNobWhZJaQN4UCBZapL8mu6Zmk9NB/yK5tNc1QHtLqN9Ew7gPVQUQz1bwDRtHGp8ArAFgT6C2
5I80qyHcUa+fQPQvlXhj69bGfsQbUiafo1BxZ8NVrZTkQHYAfovnI3fQ1I5V3bK+CAoDRF2J5KN6
8aibbAdtwssiMkVqmhtx4TqxkO5E0sWCGtTxnlmUlg2ahtWE0I83mZaHvsrz52BdIn4JIbsDLoK1
ZfhEDL3skPVvNXBmx9JbHd0UaGFJc0Frm8gGtyf1PJFJ0cDGMqGYbL1lRLpC/tQ/P5KNnb8KCP13
JNzaTElmaIDg4RpJK6qB6azZJ9qD0ovgPeftGDJXOViiERSRC0YDKUdaybcQthjSGkxIgmjxGynD
Lw1yAmDcxR9oo+AWXwXSr9FaPKuXFp1ldGhnFKhjIIHdUGFJDL2nKq68YmhsLwRP7j6e2LRnkDa4
iBKt3OnQU0Srl0lW9s04cxermYIljlMf1obf0AaV0WEYN+Wd1dth4WVtCv7MhC0RoQWgzJPX49SR
3QD2ZujJVGhIyfJapYa0sJdwWuTXNOqiKzup5zcW5SS8zwZVe9WHGR1CsQSOWMA8I1S2FPNXmGRI
uuZqobqSNZZBXdclCM1YNKFxm7VDGLRhT8Yru82kxtc60H0EShTFL60xTi9S2yCRWlZV/FrPlpJQ
KQqLEs0r6rgDWXjpT2mb2oL7bsuxQOIGKC68zKHbw913S41rsFDA+BmWvdsbQYvwtdaR8ryqda+w
fpzfvFtH5NDa6mkPgoUoHZI5VWGNNBMdgN+W+hjkYqJcwNbePTTDbakuW7B9ZphRtF9KcZ+FP8bh
sxGSfm887iwTQAfQseL3nXAwtaER21oMys+u+aw1Vy0CTb/N4tTR6kspDSAIYzd3pnl/fg63XhxH
ZtfRH0zi1MdRjvcAmEa1X+No0Kr4kaOFxRxBVjMCIX7bSR60wiWR2ttpUhwALgU03HCfK/UgT9dq
NQta8XRk3geSfOrV2zIyHzI30fg0ZN2FGc2ehQdBlBl7BvXPzLjHVbpfYjCxaCQ4PwkbN9TRp3Bz
0LdWDq5mfIoOMAjVKsOVjBqCZn3kDFW2V6tCcE42AikMHDfUCnkEeSDndkMzLBO9mAokbs2HKq88
y6ozxyjCm0GqvkCPu+vm7qHWrV/nB7qlGHdomKdaMgolmyRlhOR3texDOUewYxUglpT0/lo2RzYh
BMrSy3TpSHWRxVJ4KZM8gTR53cVf4azJktNnpgIYejHeyeqc7tLCUioKJqocvHtD2L/GmcGexwgg
eZrqcXMRT6Nxgba2/E5OcSGXUSV4oGxtYUSlYH+DeKBBAEU63sJptHR9PIIHQJHG0QmhdCdbnQGv
oL/qmp15bZs9IiNzZ+TB0mRAILDh6/y8KqeOD/lwdF+DywLLCTXF408gkUE6Zg+FY85PRi37sVI8
2xOaFdL8we4g9QaFwVwaHaVrqRKzO3S40N5IHnr1QR/S61B5ZKR2JE2oonvqVVa0sIlMM5rTVKik
HH8YCME1vZWbAvh2O0LMjhpFQpZb5JZoWMVevcg0nT/YWPh5Bx0H4+H8xGy4aAhvQF5qFWqBIAY3
LxDuWiQtkQtESsWLpsWB3ZFnUxFVJjZcNHr/16wY0jB4K/D3zpQy02iwredpoSa4iqFQPMRBAS2K
8+PZWOg14wicuY7H8Kq4czyfnTKhW9ua0f8Nshq8vPWfY+W2ilssAIM/6YMfDjSOdxqKfDmkH2Xt
Nk/2cbST0aOJ/3f+a05nd83kI61hoFsUZSAuRpTzdJFwsFZlqALSP7thLp2cOeeNbPgMrBycK8Gt
hJSuucbbBzeElNsIcGN087r+9e3j+vMjoNS5cB5muovpbieIfE8XEz3vAGutnDA413z75hCPRGOQ
t1g5jyi465nxpqrPTCQqvn72caR4bIZz+ggftaarYKZgA530mxmIsPMzd3qtrBbw7jGBzJAta/37
g4kDmhZtBgYsVNrgzfJTubiQ6gryxQvL/XlTW4PRgMBQdDTUy9C/PTZlmkuIrQD/k9lpf9eXCVjj
e7SAn7dy2lkLwdRDb8LNWRpJxmj2LarlkB4fmxGEgNJMNSW+WcKvtkv8WdKhEov3BBPl8LYmE/Ur
XJe4NOHkuRFWFVhBlrKDh8WTORmvVaAUERyF7HLJRAWmrR14YIuvJicT8D5xAlvagp5OBUgqdqkl
l5botbI5phXvjyqgjT5lzjtmsYnctom4A4qqVAHPHMn9Yb7J+7dSRGa9cUli6Q5scaeYjXo3ZAS2
8HhFTP5bVhCT78ywcnTysSDBnYB5ae0efTy/ZzbGiKcYZHtwDFQMkbuAVNtKOqJXJcRcvqJSomqJ
mxkixukFsVPvH2whzYDtgSwifo5PgTS1RZkOdQlCcvTn6YEKnpXacOIOdEd/X1CF2BqEpWAFyBIU
4Y9t1f3cqNHcwFYXmMr1AjbCjil0GQTzt1F/OjbEnblam1szZzA0FGDuvV7qgGm/VMtjSJKSgY7l
JWousvpcVXur8wYRPHo9V5ybRA89annfYB2M+HicpWHnEYLR0gmNCaos6ItLTGda66HkAY3Ajqr9
ykR6nxvn78gmd69p8GZqocMmsMK+nfpKEe6IdmH0ooqaaHCcU6mb3khrBt1ETUupZSL3R2Y6ZJ+K
Ebq9PjqJ7CfW6/lNuhEqHg5O51IhuMtndAlhcCVBzu2i79xFf1s6HY988H60+7+3hrAUEB2EBxCT
55ZvZvIIlVQFD/8q8TToiGftlYRMX9YwH4TNkFQREbBvHfhDi9zigeI0KScil46k1EHH3qUCJNCW
6SdxQSVhdLJpTcULFuQLYKrhoYLgQk1j8BCUTs8qdy4JNUxoDs6Vq0ZQaRU90k/WbsXjATmNIAhB
JoKu48MQTuo0DoMiodzqSEA+xSWNTdVJ5WsrvceL7fzanVzqqzVQK0BgB+HdyfUQJ0BX5SGsSfY7
YHHOpL+dN/B9kR0dbs4CdymEsd43VYp6hBksn8ku3/vL7rcWSBf1c+J8jBRa1VR2Mbl+LIDmn5w8
WIaYr4wfZIvQ/3I8k2PVkaQBbTwtIcOFXO3Y33TVczqnqGiD4aTb1ZMsiF5EJrnFy4sJT1EV2yOa
33JUOeWSgpAKIKZaeR8tw7FDwdk7Cc+5MXKzCyr8fiyRt6WM3Viqr4GCQ0mC80t44io5G9w1FC7R
UpAYNmK45DDywdtJIWjfiNQItvYiHlfI1CDRid3I+RFg4rpYTWCnrR9zrXDaWrAXtyfrjwHObZhZ
Py9FtRpgD8hIKMp9zLzzcyUaw7pBDuLx3pi1NOthwooj3xhCtMqL9pjABK/MWCkpsjrrNHWxSfXo
Wbb/aU9BTQ68L0Dm6lw0EDLVHMFQhDGkHQWpY9v+UM0f5+fpFG6wbioLBUso5AGey8c2kxmbkjli
FOaTGvwc3ew5309ToATZvgy6XbMT2NvcxAf2uEE1pTHIag17o688KD/Hn6rzIwOptKveXU1X6hVx
0bnuCoyuHob3fYeD5Ha03i9ZjAYzzGSUuVFjOG3rLvblODipDjo1chtLLW3Q5AhqUhAtnre+uU+g
1ItmPAN5QJ6CVIkyMyMtRkzC66YAQ8DfvqG/V/DP7+dOUzSOYzoU+P3SDHV0bQQslsrLdS6SSBeN
gztSDYhUjXl1cRU4XAplF8qijoBTBP7xUHhK0VYfpHSKYAJ5DhK5b8n9cjXuPqF+Gn+VoFEx/cKv
nxrBBArNcm+JJLSThU0wa6vO/OO++JKdhBaICC+nVxByFfsn2y0MwRV1inxZB4t/FMhoIMzgXzCD
PEgyakkSXWxwgBmfajAH1nXz1buPIJem822MsxC5IDR5ki9F0JfT5z1nfT0yBw6ysTv0RIQ4EjNI
+GKveu5p3wJB6kmB+hILjsApYuTbmvGd6kEHC99zVBWJUi1rCJBeNV/Ns+ogHX5p7pWA/ah+souW
oo/mMpNBu3D+7G0Oc5UUhN4EfoABPB6mlS5smRiGybKKmgako2mU3rQa+pr3teGm4U0jqn9uDpag
tK+jURGXKP8M7rJwHGoJgy0Kb/BkrxxoE5SXxo+cTlezD36w+2nHgtT7694GzPKhYc63ml3TN6MM
wxmEuGU6K486+hb/h7TvWpIcV5b8IppRi1eqFJWitOgXWld1N6i1APn111m79zQTyU1YnzWbeZmy
yWAAgUAghHulcXz4miNYimG8KfYSdQIZYkT5wxjm+tHv27u2GqsuJTAuTTCCQA7Q72kjE4nh2n3p
q/etbZNDQ1zdNu2XZptvHpSdds87FyvXE2gSUTkGUAUSGSxahUzLUJtqsNNWzYuEWk3ljuqOWq+3
FVwJgCAFl8HcKjEjql1apRLP3IX1BD+nejmKJ2GdoHwdOrelrOwTkhYzVg2ykuhCYRy2GNSG0uXg
uoitF8t4EEMO5e033MzFtYoMpIb3GKY+Ae19NarZS5XWhEUWOnfUNR2ytc6KbW5iN/Aru/Wju8Rr
77IHFVN91AFmzuv9sNFOOl4auZ3dN2f4mrvAU0+naZM7xU4GHtlLylmDq5VmPnFeo4WbC82oFdDQ
GwKe4pQMd4nuKcG/HgeIwB7iwY2BiXli9VJET0CIWQ85iKxiEGw+qv8MfTH/Pmo6OhrzAKzFDsQK
vQiIkaEInVb5I9VPQ7sfMFE0uGHEUeTK9hlBzFoRK8C5IGXoyMVkD8E+Mn6oqSfWnC355oZizeY7
FgKavYF+OcZ/pBPSkkrRQSFXf6W24ZWHxFNOP0oXjRUO2bSHaN8Dmgwg7SftIX3ETKaLCGAjPBce
r2h2dUbQsv6Npgj2HhgxO66lZLmY1fkQOpL8B1gfHSaXbh/ClUW9EMC4sqyNJSDfQ4BmnKfAB8tz
iY5UXt/CvGTMkqLqBtvTUBYAHSpjg0mQSYHWzlKqYxo0di5v275wzBQVFfe2QisnaimKHQyWqFUo
EoUoOt2rxaZr9r3JCcjWtEE2BPgrCmYeUe26PFFpEaqgpAA1nKR+qaVt5ndBA/ZVlFR5Y2tr27+U
NO/ewj3ksj6hvwiSCg312xxVbC6I/NXbAxa2FMFYu5WboliUKtYL48WYSbVlL3BLryGbUbaBEOdM
v25v0PWTjpHImByx0OOUUkisBT96FSxbdSonvyOHCqGW+qWZDq8Z+jpxzYhk7K8VJlwRKkR2+1w4
liiZOr8thzrie5Q52mhLGbi9x81tRVcsEZlq2Du6GtFcwhYP22HoE7XRQidDhi55UXUvrjn9Bt/F
NOZgQQYmjxSYIvAjGFNUBH3qc6qHTu9WJ2Ibtrk3ztkjtSNn8OM/ukvswgEO3CE//VG8wT6h7c02
TwD/G2zyeVvf6xcDmNuWH8NYq1lnjdYWRgjYwRjY2RYmOUe7daeD6oSfrRf4uU0rpwB2sGzrICjg
3PcrruxCPGPJmM8KzDbAWqTKb1MFkpdmV/FjATCo23peV6EZPRkDjpNCrpoJgkZPscEKcqp92Uuf
Cyd7bLfSdtq89I7qp7biqW57sjbWvtuiOMPBQVlVFwDlc+sSInmDySGa5mAVRmmF4KByY8WJEXqa
56nhKLvigVAtnic7Ab+mYEbw0gN1kSJH+tRFjgYMI+E54uJJrDjTCwHzByxcXE2Qz4taCGi/Gjg5
y0530R3xzF34OZ3Es7YhThZ6nrWTdre38brrC9u4VO3q7ESVXPWQ3HgFUF/f1T/dZjo3oOtwtKPw
ozo0Ee51XgTPW1DmkPRyl4eZBKll4jfZfVv+ua3WtVmg9whVFiiHZPZVuBeFg6U0NUHXaSy3Wyto
T6Y6Nbu2QCNtRUNe+9j1WwgFgbkmMCPbzr01jD6gCiuTrkdCJFScwUO3P6bgWnf4OQHLtc282h7B
TvyaPCNlQJxfIqo8HAudffelC8QHYIAC/hszrCoLqQdqVyFB0yDy9hGczezt1DO5H2xukuB65y4F
MZpWapymcgRB2lN6QFcueABQvr6LdpnzJn/JvglUXU4sumKjlzIZn5Zk+aQ1OmSiefVZ3IuO+tFh
PX+b58hBg66dfeYckWvLiUhTRC+khaPHIvj1hgzyo3n2TAOYixp7eQj+k3u0QIqxW7SDHfAadVct
CNckOGwQauCmZM6hOPZ6LEwhJkEPihvvMpArWB5uDlRHbGUT/yHPxrE3nRGk1vSrA0sXx4BWLtG5
Xe/vBzAbG1k65qsNfEBmK76wnTBJcjD/tIf3X4Bf2lOX3NE7TCd46OEu7PwueVbRT+iI+1M7OVVg
oy+D80WrZ3jxQcyu47FFJyuOkFwYPb0pQMTnRwiVyT8z/eHgoh0PtUoTUSy4Jy99b5NOXdB1QeJE
9CyB3Lup/KG87+TGL4eft93SmlkBaRrQ9HiKKlfgL2A1RgemClFm0VkPSS7SmbH2bhqTelv0DYCa
xuFTaUZ6l0T067bs1YML3BWgaQD4GaABl2oOBHzKtYnl1OCbAiP3Gt7U9HzjX/kgvD6Rb8AoC9ov
LyWQuNLTXAcAAbB0PENA7GO0dwAEfmuN0enRuWPkPIq3VaUWfpdRKla6KCxbeIaouo+Bc9jyOpHn
H7jQ6Xto5S/EgnypU1AGoJ9MAbFgmJUBzIPJ9OpooHbYa5wC7HVD0CwKY8RAowcwyVXLaiYNQmQo
AJDIWv0YkV9W2u1lsduIYeLFyR9DiwEgZtmG3O0KsefEAVcLOQtH2Re2iRYa4BZf6okJKEUZKggv
x9iPYu0x6SfOg3F1KRcimIBRjmksFkgrOJ2e+GCE3KJREjMWpXfbzq+zyYwq8yFcxFJKjl1KO8iJ
04MSvgxhCD65h0Z2k2qvo0MtFd8FEIfelnrlrL6FouF47kRAjolJFuaVlVlNAxAgHUGNniHKjzuM
CODxaIYcbhqeKMYkO00Hw7oKUaiWeRSYSfE4gLDAOqM7lvOyujrR31rhZQxcI7Absm/8JKUWIPux
lHAZADprcx9joOBUe6mzT83kPSnWFfsrbf77YuNqkjRqOgMpBdJRx4xdGe+sEOU+HpLqbMtXZ1r5
K4exdTxS0UM/QquRZBsaDnZUArCk2dPwrRd4LYU8pRirx3BTJaczmbbQelFqHRPjsw2Gc8Mz+6ur
hdkqxurlPGoTOQIUXD9GlluRIAGPQfvQGsM7kYdTNw6RQ0BdepfqscrbuVXhf3Ho2MxWjxeTKGUQ
rkWdK5QupV9Cs7OyyC6ap7T8Q2L/9nG7Dglndf9KZPv7Jw0zE0CBAJTRT9XT9whLTE97LL3Rzx+r
0g7hoTfiHS+tdl2EZMTObnRhomQA2phZzmJfCy8NXWGL3PhxeFV/Z5t8iym3sXPqP+gE0DgncdV5
wrXAvcz9jSzUD8AwoiIIINiUj5YE0nfUPIza5azq7DquTsZCCuNaBLmNFGnG+YvrjdacNTI6aP0Y
JhTcMZJKCo+MmwoAavCiVv98W/jqQVnIZqKHPDP6qBQgm7Tq3ZhCiIgpNSHa1JG+vS1q1QEsRDG7
mKW5GJcEonJh2AjZtMHcjF1laCvWU+BKaC+3xfH2bv77wmhoGZRdmkOcZH2U0kMBWF6gRt+WwVu9
+e8LGVoKkEyAwmL16gj+7CFrgRqxN3mN2KuqYIjTEBXw1wAK+lJM0yptaCYiXCcq/YJbl1+hyklg
rd/fCMRVJAsBXMTyGFVtX2amjFBEa98ks9sPQ1m7w/QxCc0RVXqvn8r3XHpO8uLp9hqu3nYLwYyr
jpocvznfdhEATS3k6CY4kjZAlYXYelx6sa5xslerhriQyDjtTDOjUTfn+xVt0TaVDT82P2jQP0jV
zI0jcpZ2tuur4/1XHFsVCHMxDPv5go1bUDJ25Gc/gnj29iLyZLCBUF1jPGUGKVSxawhnA1scRR6u
46q1LxRh/NSYtpraNRDSdaUb9aLmBGjAngwJMUPBu8GvU/Wz0zdh7ZjMhumzUVDVVNIoj1i2Kt4W
0yYq7uPgA5x2KnluFaCEjm+yhunp+zLcNTyQ+/VXwUI4c7CHoS3yaKb+RpUv0e5U+Uj0Ny3eYsQ9
BdB0dZA02+w5t83qfW6h2wUpJRnhEOOxpqo0miKC0BxTYjQEm2McuYMseyVGuJtGt0sDT/9M8G/b
zrqyC7mMsrQJTarPwdIESpMxQteCTuzAHD1avBoY/5DG1zwEyL75qiU8GEqucMa3dah3GhhcREN9
0gPT/1jkJ0P7GuPYjYx9Z2yqwCX1NuBhGK7a8kJnxusIZCJW2EOsIHtNbD5UnW5rQeVLxuvt1V31
3QtBjLMRNXGo2xCCQgCMjXgBmULuqxiTuC2Go8+3e1/cRDE6+GmpzWKoFdjVQN9CZbIFoN5LXefc
lsXbs++/L4QBIwl49xWExfIfqfSo4gRkF2B4pgL01jj4YufTxu5xRjiC17UEBg+q0ejA/e66WAgu
soy0BkHE29aoIfWBk1AC5kRhYyL5q9TFVk5H/Pd6p4qxp2Khhcl4SkH4m1qvo/K7zLjj27NjvXLu
1t8vYnwiAIiEaazBdt+XD6HhDf0Z6A55Fe61sbQN9JA3YEFqPYtwgqk1UjsLNbf/LAUTuDVpqWo5
RsOdqfqoibJpdRkN1vpZH1UwjqJxQACCVPzQZiOK0Kg2xuJOQ4VdEZ+UNNxbWvAMKK3B/Mgb2RE7
GWYS7nsDwNmDHG7aQvrdpLVHCHqkCkm0AUME8mkTUWllPN7e1NXbeKEIExbKupVoowZF0v6+b3ck
/qpAn6GKLqHj7raodQf7d80YB1sHZQ+0Coiq5LtWfmoCisGoB6k9q3hTCAawkZ9vC1w//H8Fzva8
sFdSi6muDrCOUg1sHPptA5gqnfI6uv8fB/KvHNaJ5mAE7/v5XKCJ1vAqdBwVmU1EkKLsksTJus7t
0bcicSF9Zyu7NH+AmIgaRmowGzs3O10qWFpgL5JFBMBldGiCaBOoex0Wj+dLF38myMXQ2OnzA83c
uuttwLTfXt+VBynko08UIOyYlAUc5qV8tGcrDUD4EYBXrW01SMr4iXinRrIbVCYaU0fHKO5r0alT
TFE1j5qguGl4Fsfcv/0h10Z8+R3MdSILbd2FFb4jbKfSR0ZgsGMaiq6a1+egiAGkJxsjR+a1cUGm
ZqBRCMllBA2MBxgmOQEshIJwzDql6pZUz0nB8TLzZ19tL2i/ZnQfbDGbpO+nBlg7I4hHA70EkC/Z
iFrhdSYaT6RQdq3g0IDHk+Pk19Sa671zkyPQHdmamgAQMXFQoRYdT3qNdrjRJ/T37e26Dpdxgyxk
MOeS6hYBT6CKB1XomALMhstLwtOCMcxorNKAzpuDFsAeieXxVKXvt5WYP5LdnKUSjM11yAxYggAR
Rn4WMAKZBp5ODm3zz4nPy7ViAphhBnWbj5lDq6NCfxUgcMweTIWTh1/fEYByfCOmohJ3eZCzUR/I
mGJHOnmwW+InLWfL11frPwLY/vkAAH6jiJ4YpNqf6noGvw+DJ7nn4ZpdXzFYLVS1AMMBlADgEl7q
QYwIhHLzagU9UYAlZapwvFMZaL/0uMvfiCYkvya1bJ+nIA7B7Z4mAecVIa8uJWDiQCqHPmvUhC4/
YYp12Rwn0jq1X5yqTbAjPzRiAwkk23npq+bkjn66m34pT4Y7vJvgOo2d+oBW2NvWed33BO3RdmfO
Tby4H1jQP6VSJlCDRCDMSl0Zlczoh476cbkN7OyAhvPcs54FXj1+XfW/MplozBR6QK1YYTtfR3r/
LP87vvqlTszu1q0QS3GA3w+VQ11udTQPx+7tdVt1HItlm1VchAxZZA0CIKpbRzdPgrYjZmKr/zwW
8701aOEGs+Kc8GEOW29GwISLISOraiCi/MTzkmIGsDE5N9TamZMRqs94MMihsu8EMekorHymJe31
dGNOSf+UBmYIIjSzkz9pEgIp9/bqrd3DSNWCi0+U8K/GrB5e9InS1phJtVJMGXZ/iA5glwJWb/S2
ptK329LWzA29JyJqT2iFvAJjQGmvGpQOPkWlxSbDcC9teFC4qwphXgJlIANWYTJbZUxirGQ6bmBJ
pm6uezPacg0SVeVLbZ9ua3PdiwCzQGfpDPmB6d7r7WpKdJk0Lax7Z23bd/mouLSw6ftwwhRaaMtf
5m7wJ3Spv+RH/Tzej+cPwPtvra1hK+hEKLzb37O2usvPYQ5zBZi4CWVmkKthE2lQIKX1elvCClnw
pcbMeY6KTJGDFiIUXzsFRxAE37eusTVO2b77ENx+Xx51O90Ar3GbHXKv5fXHrx2QpYqMubZyU6GG
A/lqgTdqejCjU1AIboGH1m1N1wSh0xbGimOBuQfGjPJYHcRChaXKBI2o1S4T7cZI7Iw3H7vqvTC3
MbfwII/M4gJRo8pGoFwiixz+MHswXAeY1uKBta2dCRTL/yOEMQwdc75VOwtR4VSi+2l4SvtXvETs
Dkhpt9dtzQaXohgDKQjg6IGujgJQcNCtFPNKGWdnVgOGhTKMCYCyUC+FHhIG9T2LtjQ6I1aUypdG
36rxezFw2gHWIno4ZEC5Y5oenE2MQi1t6iLWLLy2i+dcSWxBVgDk+Cssv1TjR/TPeDzzRbOQxioX
WOmAnBDq8+O2Sj+FkpPJX108UNrDOaI4YrBFi0RJyEB6uHutf2vJQRFPSYl8i/VhqO/x6FTD121z
WDXvRWg1/31xOee9OGbmHFrFvepVSHzDZYLbkvea5ImZT/NCTG1kVjaUEJNqOxV4ZXDXdsN7Z62Z
9vJyZk7RVClEIBmIlfPhrS/3ovVye63WXM7y9xlLmxKpzHoZvy8BxaD/MyiRbY2bPuOVPta8gYzn
P2RhpvCqu2uUJODpibABkbrSENqavO3FnTk0eBBtb6u0ti9LUYw5C2GeqkGFfSkVpDcBk62Eb5UZ
uf9/UhgjEwAtReIWUkxxn0m9A3I5XeAFSuuqAApJn6Gs0Px0aWJTB6aH1ppVkX8FFaCIZKcNY473
XDUBDHn+rxDmhVoTdFaREEIiMNxOSuTqoAtIEskOefBAq5IM0PMC9QsjYSy+i1wi2x1LiDQNFT24
wTmmmMH2el6D6kqVFE86vOvAtjHjdnwXrRYnkyZjBPiHCeleA5MjmvE6D8mrylTblt5gJDN3xkzb
oHTp6w2P/XHtwC5lM9Znjq1SDCAEdOR8cjqtvp8sifMKX/OnCrwpXNzcTMhGm6AhCHPYy9yjQ+By
urx31YbIbtxZaIMrNGPX1kHiymb9lmMOiVMoXbNJvBZhMApiarxNLm0S7b+BMUW4LYwYkQMBk0dp
HjBXwXkgr9nKPBUz8zlLFlimL8V0KfBWceviUgo8GWzEBNCFgDgtrcr/94O8EMSijFZjMYTlHLsr
IgATbQk4xU95BkQXJDkynIjb0tZt869e7IMbKfpiBHQI9IpAiBKJdhqLW5Pikk+Nyo4j4NdgLMag
567kjmqshRVIRIJGdm5mRlLyck2VXJpxpU2kPZCHVa3Hsgx9pasOYSK7qvSrDXiYj2tef/nQYwQa
QKpX23z2+toAwHbA9zpEi/KtXMn3cY/qafXOWd75PmTTbSC/Aa4pytHzC+lSxThF/2EzgGkYHuhd
wElPxtzVqbqP9GCTZgjXuja2ZbDoglwZPSGuWHDbxVf3eB64MWZeIeRVGLcNGCRAEzRIqsRJtw80
9P/rph3Xnd/Jo01TYvfjfYxBCyn8dVv9tbO5FMy4chTjK6R4IJiS3O6ibQ5m55bubgtZO5kGjEjS
kf5FbptZYrEEhreuI2QQjM0UbMQYhGOf2sTbydk22J1EV4GCDwbJjME2/SfdoKqdOEcm5F5PQBA0
AtQiSbe91Oz6pN1G2viklx+gs3YmkoM+XdrLecihmlnV1cLtixZPTNmyCU9BkGUBHbOtMwD2CS2l
cUHsrPZK3h28djKNv3LYvCfNxcZEhw0sJo8flSj2Kqn8MQWi28vELqtfY8Rr11u7RIC0hjEOcD2i
K5fxr+qUgeSQlq0TREoM+Ogp29YF3oExDe4VpTjSoZ/nqAWM4klywVnWNb8wg/Ug+ynODdWMXxhp
1sT1WOBFr33Gw32f/cZAMW18OnDc7dq6mpjSRts4Wlcx7XTpDsAtKJBExtNdN9/KZhfHH030lZQf
nfgVPN4+FivlPXANqsBZBPisglCMUSoe8m6Em8OKIqXc9f6ImtbgS+FZ0nxT8k0ZA/bym8x7mq6m
cJdymYiDJokiiD3YbUTV/0WdB2Hb1L7541F4NWsvarz6leNlVncP3Esw2BkvgE1d61OKaowMBnkz
BRG5dgAwlSL9FOOXkHLsZO34mQtJjD9LtaEwo1kS4jxg29il+HNIHDXgBFQrXUzYuoUcxkwINRRq
znLyFp2y0ra3UzvfKw8tMvIuOPQCR3u+bS0czb6vkEWICqKw/7uGETIiLRjCi7cC8DFWxrPK1c3C
kwtQjRgCBl3L5QmYsdF7taBIXm10R9pKzz5AVIFycZZ+kKfJiTfVfYnHpT193FZw7SpCdvI/cueL
eqFgmwYCyOkHWGXzSfpdT47E8m+L+MbdY6+IpQzmxPUiUBgSATJA6ybb8mu1D1y6M3eNGzwVz9IA
MEAF08yaS36mzh2a5rlzWLzVZc5eGhuCApxIYIPI8n0yiX6ZTeCbe2gn876vePiYV2uKaSxcu+hT
Qj0ZAHfMXvZZXFtmBUqjIL+fgM9cPXQ8TLiVEe35qYnXGVADvsm6LvfNaCuh7EUAVuk/6Bk8K9Wm
94GG0m/JxrAc4H963uDO1ajM5eUI1mWjHIb7dp7UZG9bU6+pFJm4aZNt3Nn0KfctJ8TM6FywdwSn
cq3fk+5MR+LTyW7uuB1Tq+v7Vz57C4txVCoqhfzOCR6MnV4DeMB0EXpsBm83OUPoSs7TbRu+xlqa
93Qhk9nTiAL7LFRngLDCjnd4eO+Nd+QRPhOn+qJQ3g096gVv5ZGHtXTNITiDOGM23FQsFCANFtat
lIuuNEeSgIbxzQgcMdpV/ZaSzTy8Ugj3fZe4eCbkSOsnzea21lfejxHN+PWypRK66SFaNuiOSh6Y
LDzaP4KF/Laca8fOCGIcexvJUpBPEFQelF+1P71ne3WnHGugD3iqDxRKHoX9yqzqxaqyNoQOYkwB
i5Aojo76o9hSNz6PR/LYb4E5d6QORsed/AFQvS8S5lX3JWdlV+zpUj5jT3ksBWKkQ364E87WEwEa
YvUau8nBfB6JN21RT8id6lk+Abzp9mJfn55LyYzHl9J2oK0UJs5kAugueQvz0m950ODzhl24/MsN
ZSPHOoiGuBmg3iSBeKxr7EYuHxuL2kUrvhKpRXQ+2M1gObd1ux5uYeQyjp5Cr5kZHdu66Q9ivAXi
nRP9Hi0bPUTyeXDpXr4DLpqrcOKE1UWdcXEkIDpjzIy54sqhScRJxaIGeDbK8aYuXoN/RrCedQM+
p4V/AJjKul25QnIeJXl4HEvvt4Nm/U4m6dwKY7nFUD3n0l5V6K8w9nz0lpKgSgthofJbE70JY69E
5R0Ccc1KFkKYQ2CESHYCFAehonAIVLfXD7HRe3mm+LW8byRvKr9kXuJv1actZDLmH8aTNUoBZFqR
nLt1Gh+1flSBZFcIXqHIPFZS3joyhpGJQU6NIoZBKg9hcF/1YP/hRN88EYzNh1YcTgaJsFXmJ+BS
wGhgG7wO2fWDpaIPAPQkM+HZ/BGLOBGsyJo6aNBDs44YMJyqY6HaLW5/ZRukOy16NgQkjfDCIH6l
ndGlEuu23HJymtdvt/kILL5i3tzFV1i5Uo7GgK+g9U5UbBkzcnLtGcnPkJ6zTsOYi6uHntXzwq1V
o1nInePLhdywRnhbNpA7xk+y7sjJdiqRgI84XuQ6IwX9IAYNvKDVQUqKWeVm6mItDyBHUAESq0IP
SUe/fgDo8QDTEugPdCpRcoVG2Yc1J5M7mwnrsgHOix4nCwk5QG9d6lgpcaQrYgEzIuNJESqQzPFQ
MOZluhIBrBakik0T8QxzzYOPXBslGeollbkH7KKbAtp1oMoPvTB2hHfHr1rLDA3zf8QhiXGpEcW8
ezHKaNlNAYlg/C6p5BJ0DjePpQmC67x2w8LP8mGHgPH2NbRmLkvBzFLqkdiMMoHgPMa7VNF3JKoB
ygWSN8IlD5r91dWaSojCFST6gB/EmCamxGmXR5BlAs7d7jGnYHaTnWupO+po0ympN//3ulFOiZRu
YXzgH+S9y2d9bn0DEycC87/N0wHfIBhx8AwI4uEu03OgGU1F7+RiKbkDZkQ2hJrjvozk+pzRetMC
+IhTwV6NlfGURZ4M/RlgMWLOjxSmGfJY+BB0ZDlB6/bdNja+hNZPNJ+odqFTF2OLPVAwKc9Dru75
3EMMKCK0FrHzRvJoocysV1iD6IeZbBLllyV4qcYJcNZ8PfhVAXOAQS7wEzDXSSxQRSjKeo4ztH2n
F9uww5DB+Hnbfq9zVfBDcxV47mqYk8eMARtpGUlmjDBK7uFiaWC+5oaQ2Vpbik7QpfJLoCh+3GYB
mNGGT1oW701jPADn13KkTHkJWlXheKdV14gyk4h2tO9WC8bO+1TAxVSD9yFpMi9QgkdUDrftVDlI
LLhJED2oXeZpNPMIrzV4NVZHFRQwqrCrmX7p0o/ISTb0SB9AdHlf63QT1epnignYrH2cpNaVSPjb
RBMm0E97IOX35Ucb4xYaannXaAkCNYCkWZy0zVXCFBuEfTEx1ocWWKA7X37SaDRV1Y5w1hGN90n/
kCnjJtXAvxbQU5H3fpBUHMtbs++lRCZuKnsrHccJEst4qmwF4Vojph+R1gKMhUeJsWblS1mMlUtC
O1F5gKwE0bQ1RLZRvpbD9raRr11GSyFM2FRrQthIFoSM8I9xXNkR2QjWPsBDvvdui1p7DS1FMQZU
pG0XAiUkcRpQ5TVo1sWIdvQjSIgr4503ks4uO45PXheJqiyo5eCNFOaqjYcySnod2olBBUnoSk7k
3WiJdqdbpwDldS07J8LEaW+/HqSa7XKeMJVReZrpTC7tMg06XZBT+Cd1E72pgHrCM/ZQHBXgbt8J
3ugEO+tAXRXAYtmxdCc7eH6vHAAf76Pn4L36pXL2eC2mwbD7TDMvo0eLJcMSslobQwlOGfkiEFGb
p4hwY7ZVYwUk0Vy4kOf5kUuVizybwMfWwCU/qI+SX+yJ11sudWQfkHd+4paD7fDQhtdsd95UICnM
UFts50RRIndQNC0CDN0Yy/ts7AdQl6FBTXOjtByAIdhqj01TGDyW7zVlTcwVzFW2OSnFKFtj6G9o
xR5TUOM5Ufw2DxFz/xeexlRwh6JHVwWqNGO6YkuHPNKGBJPRP4XpRMKXyHrRee3Uq5ooAH4FlrmJ
uJfxoJNBxxTXKQ6IGT11Xf8a1yD6HSbv9tFfDUnm7kDNMmEhV+SOYHQOiEhHBKHWUQs9Pbkbcn+s
N3V3L2peIXkKHkr6QeJhUazqt5DL+OuQYgZxCKfZhyI/m8Q7pXosuOPOa/fQUjvGU8ckmkg2YBVD
Qy2dWjF+z0K3VqTmjlzmhh+VneRWef7j9rKuy0WTOFqr0VvNujdtyCulAdsGpqzBn5CZd72hu+Mk
nAMht3NJ8HX9z22Ja64EHuR/JarMYyJos6hXwNXtKAVxzPhkdTz2t9UQZymCMUm88NRKJxBhmgGw
DXCyvJDck+Gt1B0ALcs5OkJ4oE9r98Q3K+aMuoh2LOawBVqpNVOswUx6oNBrH0NeODQZXAXkSVFN
962aHcThn2dHcU0spLKLCZ4UmoAYGprS81Se4+5eDl9r4b5Rt3XlVDxOqrWzsBTHLKylWF0CHlxw
hsVgRr4LFQAAhv5t+1izyKUM5rwVtC50IkOGmjQYvceABJr8gTlVj+7YetN/k59bimMOHjpnk7ES
Ic4If6YYJ86pV3PnsecfYd51Ogx+Jg5A+ItU3OXVhobgtmoQSDjdmKaRL8k9+QDagv4VgZrQtwop
f6KFmZwM2taTM9ZEOAPnHHi6A1qJD2GVpnetZg6jc3upV7YT1zkmF8FrgJZolgDYzEF13+J9jSwU
BuX3jUEBH8GbPVs7jRjBBd60biB8sL6rYIucT51ONeaAkSgchko7CCZ6oUim3aV0wKOytjZjLw8u
YrgjSkMj4ISK6b9QE/VucE+CgxhtSozHqQ2jKbMUj9nAfDLV+8LcSjw492vqYXQGLmUwJ0Ppyym3
kDMHA2PsJMnkqW1hY1bENYIaFO3CQQbabNjrdiSB5k+xnCQDgXsu2QmaQsccWJaKbLfiD+PfQceY
L2POk2kkVdDMidOaeJbyOnQ4Q3vCq3CteHUYtwkgJcC/I18wm9pik/U+bZBGwKtSrv8k9XNYv9w2
1bXfBxYhJiVR0jeuMBb0Am943cDvT1incQD9hOTdlrBqpwpaLxEpIdC9CsnIVAWtBggJID/dWe2W
Np5ZOKnxoYYiOJw3dEDKhTP3sJYfQL7pr8zZGS6WrQ7RpNxbOS7DJ0uyx41mA2Tgo9hYpwk159fm
YLk8TKW1Qz+3VltgfEVLKYtgk+pK1qrF/FwTDqkOyCti57w65MpliBm+vzLmN/BSLUkE11Q7q1W5
EsakiDtlxyB6EQ07ke2OF4Kunj5UdMAXhCZEkEIw/hXDj4bUUDxPOsC+iy80snsbZRAHvFp+dDDP
Iir4wl3rpxtew9XqairAl0a2bH4hMnF804xE7xS80yJpr4b7kv4wI85bcK2oqysLGYyRFHmidjnB
wwhEa3a0JZ78ERw639qEtv5IXImTIVpXCbzwc97KAGf75eZllRqF4QSVTAm3wteQHceWIwKN6fgR
9kac39PoqsLL4apNp41pPSaRAAROIape0IyofWpi0r+qZlZuuzKQf6RNbu2CKBZORh63+ziTMi9W
NHUbFGIIQI66/VBpIP6s4iLYihKZ/FjQCLIPeqFsip4EPiVytxfBB6Dak5FPH8nYqo5OaArzoKpY
2kJl1m42xt2xjVLYSAM8gajp5GMzGsK5rgLa2iKmljfoMyU/5VhKj3rWlQ9B2dCDGkftfSrUHbJS
YWmhkyGzqA/UReISUf7EXGkHrGi1CWS032K0uuuiCLdCH500o9YaN9KieMLMBrpA7Dw0GtOeirF5
bfVE3WDhhkdcKWQnaZXkWQHeApgjM9VtWNKiRGmqqg+RosxfFsS7HkiErlx1eW6Pahi7uVUMfqVr
tS/mg5VtOlJ1W5QKhp0eZBFxMMGovJB0MveD3lA0KtNcibxATYEOo2aiepBLMdiSwaKxXTZi09gd
FtEfslRxNbAgfVBJz4Rt36WR0xlab/mx3kebbLL096wN0XMgisJzjCsOPZ1mAIDLQfUEKVQ6ULSp
SmpHQAFWXSUlKsjvxER6UyYZT31C9bs066SfXVrLv9UiEu8HI429opYivCnBO5y6Ql6kb1miD5VD
rCL9lQca3ceKkL3GUt/vilyanHoYsyP+9+4YmiYazFNDOQbCKKEAq4Q7k8rxUY60yq2LKfofzq5s
x21ciX6RAK2U9KrVW9vt3pMXoZNMtFP7+vX3KMCd2LRgoudezFOALpMqFotVp84prQptoXezksl5
oKGZWGZXKyVUuI1s8II8DDO/KyN5W8hNe04TpfIwWGwCuaoo0w5SRcN3vY9EcBzXaCoZQhH6A6bg
AaWJtezRgD7zMQuqpLQKc0lzzDF8DkFi/lTQmRROUkbltiuq6luokghNdqkePtU+gbphJk2ztpOj
rP1IIOLnJXNW7oJOVF5oVyrBVh3SeNOl8nyWBsx65emk2UIg6GdNr4JtKzUaWvcqevhu1VWBZBGK
5omtJunU+1nTjOes7Kce8GwQZgyakENuXOg2AXgXJUsfq+IHWGujFwX7EllVVAvPoaQ11KF6D2GH
RB2f5bCVvpslZjDCzBRbKykTium9vvrUMlQeISZOoAkdpVH1XgyZeQ7MEGxhtFQUvxPUfG8MIwAa
XT96WdEML3I1ybUVCnXxe+yH0ZWAeHiRSZxjKtBAU9nK5WIsXYyiR89KGiSHPNbA1xri/foiT7Lg
FUGnRJZYiBmEf4NxeFPqcNgGWV6bFh0I2Q+lHBxDpcUBLkRtxCmCVFiUl/1+GFLx2wSZHEtOK8zq
yJoR5M7UF5i5rVH4siDWM26rIBYQOkidTn5czvVOrYX0cUpmkKCbGPHfVhj09qgGkv9Am6MaVUpt
hKBzkv6CCNDwWmI+YJsbmQlAG5oFJ4oyBoVMeeSUdVF/hkYQHRENwZpa59MPPZcrb1YVAU9IOkaY
jAWfnTWD73cf9zFed+YEiD84+PPnEeHaE5NG7i0YCreFWVYeCM7TB7UskichmKINiRQNxyEtcZBI
1LqhQsd9Ns29V8wk/QbGYsFSp6hzc0hGbgZR70eLhFrv1PWkozkgYSrY0zu0pdVJN069Wg1unFDV
LfpUG3xMlNSmbeSqNlumIjWmNRRx1Tpy1IAataI14CtaiQkCq1cV6nZ63CpQjNRTl0hp9mIkCkqp
tBmFGSFMqyfw4qhzaWO4If0dEYpxw7Go2reqMAN3UuoSs5RBu+mjLPUmNWu+YWyw3WD0SYeGTte6
tV6XjrJsekSF+V2VOvH3oKaGpetpcQZMTD+ErdnsdcOYtxIc8bXLBSDS7qeUK6V+AqSJYmKAfUH4
scmBJjbB1OAmzU23wmRCjbHjyjEoj7V+7cbWAPrGM8sAIyxL7zHICd6WKTJXJdjJwj9V7xsZpwzO
M7Hk5xcZnahNVTKMMNEZzyZ0JbraESdO15FnY/n3CxtFWvcYEEZmahS/q9RNi9NYPv2XL/J3p24S
U3CTlQOWUSJUVNq7UXwPcvBR8cq7a8+Vyy/CfPlYkqOQaLBDu52mvCY9p2zH2yomJRQqXM4BxvPt
Kncr6DQ02ptkvN3fK54NJg9MUlnpsxJraJtd0r3X5nManO+b4GzTnyfZxRc3A4rpnhomZPUjyip4
1dchPUhkMfqF+gYe6GxPYRK7dBJzPAxyaRePrgAWajHgPeKW1wWby14aYT5Gr2SDLrYwQs75J0Sn
jvNGsInTeUNvdXb5KW7u79rqq/HSIPNl0gyQVXlZ1WBLuNse581jvwf06lHxIXwrHniPnLVkHRoV
oO6BQqqKEcXrgykaglyZLeLYlAPvMTwawrnTHkKIKxFOqUZeC5mX7wKmWqGo2VgPKd4FmgUIq1d/
tNvT4IaGTfzkkTi6HUGT9aPdYTzCL39TG1fEqypZGxC3cwsCS82G/a6Xv4VZdhQLU6oYAbjilKc5
Bn/kbEn6N9l8F4EaxNJBFJROntp79z/v2qEARNkE8h3doZvHbA05pEJaEINC41djbmU1T9Bx9Xl+
YYEJ5mFXyqG5wAXNbvpeSr8yIN1MMbCIgo5X/NPMske15c1GrtZXwNKOgjUQEaCGY2JikzRKIyV/
Pq0MWkUL9E90Y3TgaAlP8Y/7e8g1xpzJqtGTbhRgLF0kFeOt1nsdDr+heXEEOov3QP2VVL85Rhfn
ZB3mcoXMuSzqBMX/HEahVKBs6l/5DmVlW/0pOok7+vSVY25Zw605PDY06DOjz8dsqCpWoPbHvJct
n2sIBWXbH6D1f2gtPYfYnfwYeM0WTQjjGJ545LxrDgRc1r+Wmd016zkKoSuHmmLmldvsd3gQf9Zv
ia9zMoJbKhwULy8NMTtKzTQO6giGVCjIPBdvHiiXITAXWuDT+JU/aE/QRLPrI6Y/ybF+NTjRaLVK
gQ6LgYIjZLRQgrkOfA0edbJa4oM+FE/tyXhUoW3pV0izbNMO7eR78Tjt8aiG2Pj7f/m2F5aZOKiZ
UWFGiyu1H4ZmnZAWSz5xFN0qfhoRFMRqK3aaffwj8UEnwBWCW3XkC+tM5Isx5EOROCd29YY55nBz
knQrexuccif4scebQ1m7XpaxdyiHLnobLPtL3ESZTBYkcREc49gaiNeW/tA8BLzW0lpGc2mIiXv9
VE/QMEEbRqhfuvpDCbedyHGZteB9aWL5CRcZTVLBXeMltM76dgTpQigp/yGlQZsd/STMeRo3bAgF
VMNUecEpmsN+mDCk5JoaBx68dglfNDNYgLzU5GCE7dEygMTRYTCyXRunjlTEtpLIzn1HX/v2l6kF
80kqPEMjCjVtexJ9NdqEtWGp5DynfmFyLK1eCcDSYGJVxRPpZjY2yXKN9DlMBefkpEsu7p9+BxYQ
2VV+8YZj1zztwhab2MpSGVQ0ga1ecgz1OKteP/yX3Blq4UDLoLUIfoNrT6tHImdSADBdW0IKobBa
3ijlqhf8NaAxbbOMtgUxoqWl07/SwSPRvgh8whPLXt0pQJghBqVK+I85MLoY0wqUHni76v4QekKV
WgmvO7e2EtCvYB4UKAfzBr1UlLMRhQOgI1EE5lZgichkZYUrJe59Z17DqJBLQ4w3i0JSq3m7GGpa
aGTnZrqjKEi6ets0j3qNqbO67zBcSDBsKEqNQ2bNy0is2J0Kdoz7P2btZKEZt6jLESCy/lytF5Eo
a5W5mGU8EvTUE2UMYkVPobhvMXk3SpwOxbIsNhG5NMVcVrSUKyQLMLUM7cTKeYh4UKZ1CwRgeiQ6
0FVfFnuxGCXLcj1Z2ixt45fFUek5h2nVQ9Cg/v/fZxMaahpSPeLvV/RX0iVOSFHpNHVXiXnKy2sD
c+hTIa0HSgQgFXaiC44IyEYNU0ZPHAzuIBsVPC2EnCXqzSCQA9YanN9h7IZpccBQ0nFC3X5uoCWE
5yRoF1G2FK14MDeddOwCE0Vrzl6sJXeXP5BxYsiQd3O37EUnvBvkMSI7yM1GhV21u6rcKDyA5erW
X+wHEwDQL0CyE6O7lQLvARIRi5QTiBg2IYq790/EWqi5XNjySy6ciJoJ5A4nLCzBxILy2gpHUeRE
gFU/BRGLjnQc7VXWTweBgixBBJ4wkcEyI6HnzgU3re/XXxOMq06kUNHAwH51mP6wo9zujtQLXfCr
O+TUbQWH/o5fumeDkxOsFh3IxdKY+6af9Ugol++ECbb42D7KgoXGi/VLPMiQCpfwEk8532s1gv21
aDIXUEwzswA6E4i/WLSz5qXRPZp9ZM1ByL8+XQZ2KTBMIatCCoqn8bVrzKVJUlFAYT4pGmeQz5D4
QFDjOMeKTDYacTJmzVFKAdacHW4k3RhGuTKDWaV3JmiFRY68VRy6n7zMWeauDQfSsrZVUHsoHOo7
nzvbcDnp48rQ+fWPYI53rJdarYqLPJmfdNC4l36Y+8BpHuJtsTUfDKv6lf5zkK30VDrG0/0DeHs6
rk0zR13CNVynNdav4QIeMXem8LDof7bw+iq6NsGccaWqjd6QsLplqj6z1O/fE498+6ntUKzaNBY5
t4f4e34uXtrj/IMss5i25Aaf99d567jXP4K5rfQ5jLA6/IgaY2bJYyJ6krLJ80MBabH7llZO5bUp
JhqEmUiRIsIUHmjfkDuR0Sp/5K+H/k34bWzUpzZ1dU7zfvUrqpKM3oiGiTAWmp7SkS6s5Zjgl0JL
70y7jH7eX9WfxsjNV7wwwX7FOBbRtoGJInOkE3r6ud86gqWfXhLd+ila0W/y8l5b0HWp3dyvnAHv
8sjqvPgHOXb7hDfpfRtyERkwvwNSaiAiTFW6jg7pkOilUiqZrYJzadih6TUZvwuNx325smyIhS54
IMgA6Pg/E4U09L6nWDThvElceGYX9hvao9hi6VQjoaObkfEQi3l0hEpQV6B9nVfHYYD0Uwwaw12W
y3nhB7UkQPKm6lQXj+rsWQbg7gC9VWiDQkS52hCg/OPvzTA0ATioEyF2SRxPsq2UMVS8TWSwCLUy
2UK2q8IOo5NLnftf9za/wPpwQZoA3hvkZsQ7mNIwqGusUkkxEA0sV2CrTSNsh3YxiGkcV5YH1dem
bvDrHqoh983fZgEwb0AxGg9ocEGxpIy5PgxxWoZAO8tosLZ6Gn4YkwJOmKD+MmOqClNo/oGMCRn4
DexzNMHLTkF8ZmddD/IDicZbUO8ZEGgdv57bmJglxrQrCgJAQrEToUmJcTbIR+d2NJXNvjBIeQbL
KeaYS4X7srjlocGkFNCOmJ2DygIqukx8G+MWaptlhWvKpi/maSF90CSnA67DahIrPbRu4KWH0Dcc
zc1cBKJ36vPyoJXPePUbmMAnpV07hAN+Q58cNO0t0r+lYPX5sqtc2WDO45SKYVcYsDHTU9Cd6shL
4uf7Jm6D6dVW/pkDushJ6xEqY8IME+o8eRIGS6eo4Zy3NRMYWEHfZukZgY/4Onrpg0oxUAgTQoIx
AqI/DjTlrGIFooZ85sIGE7B7tLZpK8BGBSVUN3nMX42DuJVDV9otMDWptGbex+Eti3HCJgbrganB
JPDF4JECMIPTY12p/l4vinGxEAz7hbBYqA/6M8jhFnoc7Ul1iJV7g9Ms+MKTvqM2T5pxBc54bZjx
OyHTY3OMamob5+yxdyQkjN+0vfwY28ZWd8Gr4plv0lv/AJoujq8sS7q+eGEZVG4EbT7cQCw4lGh9
28YVLJMCY/P0BVzfGKzTRlQqgBL7cd/3Vy4CgnsVdZmFigCyYdeOifACWfO6XbC8p6nvLQk4UTG0
R+IYgT8FxBd5ja+1oIEFQjgI3Nxg51auLXYJquplgYo5Reonjrs8+YQ81f1V3SYLsHBhY/HbyxOt
1ALo+WADAzTx7755F0MniXgHbnn7MB9KFzHaBUQ7KBNkFvHaaK0BzP1I7eBV3JXPZHEL2asMzAdO
nP72yme6MsUsKBrkYKwBdLMB2hdIYuXRMwFAB2g1iexrza5mTtdnZQdxtIDBBppFNQDnvd7BDIBC
0vTgtC/LU6UMVqomYBD10Yj5+qcSMawDdm6UOZcJz2tDoUwqnaZ9Doa90ppiyTLn+BjpIOBSqy8/
fXA//zXFFoSDUi3EuYWpiVQWBDlOU1d+u+94K84Nj5D1hV4LlBDsG7ZSc+R0JUwMfejkgfKYKiHg
d5N/38xarIeQggKgJsQOQYnMBN4uNoUhzAB2nAevm5/ibC8kb6G81VTHiBNkcPt5xIDQscweq+zl
vvGVhiBYgRR8K8yroBTI0iSTVtPTKFBz9DyHyYIOyMHYumAJ8BuQeqAvZp4FvGNB79dZr4L/9TIk
rAO8CgJRvOFl9ukjQo6vj1MN4qN5CP06HInYu7/AtY+IKUrMSmAoAAJFTEzUOq0IMOyA7LR804rd
LJ+5qeLKm3FZBeI8ah4ierjM+VLjfiI5ELygCt9jQg0IEg840HP8MJ/B/1wJ3qe8qTb317UC7IBR
5IxAcC3zw2wrdS61otUqLCy3ACfefTQueImBxO6WT5Vbp96RMfWA+uIx2NSTa2xzG6VrzQIZjsf7
MWsX7NWPka8PfjrndYmBldzWOgsIGhB7B3bopFb7mHh4Toof+hNa6XggxfbxF2cjlr/NRO4r2+wd
ZNBYSils9x/p72kH1gO3stTH7ttP49fsjxvIJW6GA9Gt5Kz7kCJCZc25/xP+uOm9n8BE9A6g0bJe
vkXhms/KRw9uL+VB8+F0NjBSD2f5XHLggyvNNwx+4clnLmwigFcyobbDZT+EdZHZUutD3m5ymwfU
vU5N46aPI8fYyhlaXungqwGrA5IYZodB8VfUMyasMT23gTCxNc+bWOZNji97xOyhtjSrlyiI1Jq9
gA2tqOLSkOBCk2R3qauoPIqStc8ESn9FxyWIlAWCBddeGgQ0Anu6ntvNsfGjd3WwgoPcWeLzY/oR
uWGyQUGCJy2zdjSujDKZvCxEOTVyGB3sxg83kgUAfb1pvpXv+gNGZ08aEGBe9JDvJUQ/TqaxUpsE
ZRJiO8oCKgEFNeMlujmPZZAbOWgNAG1+SLbGDmwz4w9MDNrjmb7FjraNv6Xv8XPit5zrcyXrIJD5
wwARMRCq2GpzDui9EgURckMK5MExrh508/cgc+LgittAFRRdaEReFHnYrpyRxrRNwXwNydo3Sf0g
X8fp4j2J6CqjOIdxPHbSlDYd2o8qBTAOfcYBogj0pHSc/Gz5Cozr432gwPOhbbFICVz7pZwFKhn6
5bEn+VL+Mhh+ob+rZCtqT4GWWQIGWjgBazXbxYUFUi0ZKhAsHVGc9xNEVSeMcrSgJg0t4dPsHWph
Wpf7Alo7dTpuxX9tMQdAmNNEjmrYQp8jP+YPxq/IW8Ccsief7MiKHsQfIu+lueIVVzaZlEoqMPsw
SLBZuNGL6Be4IiMHM2UIy9GxtXZgKOXs6EqMvLLIvG0FUVqIWGdqQ6Jz/im+paHdWtN2Av+z6QbP
kp3tuq3u3Le6LINxnCujjOMMjVyoxbQs03yehT2IDgZiK21u0YnL9roE+Tu22MJKkfcaaUfYwjOs
cUUsbIHiPdN94jzq5+Y55KxtdUN1osBzEEDAA319KAy1p4hqIoJlh+EFXDeJ+lKNvO92Y0WDti4q
LQZG5kC1weKZRcxVznikZNCuSS1pckoJHIUxJ8PnGWF8oyolE9IYMKKBJaGFxJ1C/YYXqG5cHisB
4YWGkUlFXeqk1/slYugCktMp9kmGsyugEyu/+rr7YwE2oDgqS4i41xbarizjHlIqkIg1HYq5C/NJ
ykxb/HHfqVd2CxkAaMQ00FTfAliCoi7xjgRJdQP24KwawSL2Hn75WQBFQBAZIl/HV8cDhFmL0BSR
VmPyyqaRcla63tGo5MshJw6tLeXSypK6XpQupmwIuiRYrCjploiiL8XdSdF5s+KrZhTsF3oqKsrw
TBjoRxTlyTxmdp9ph3ZUHnQdg0t593U3Bqk37nTwhwOVy76HQWIikxqMQnZTK8DE2nqlWELKOfbL
WbgKM/gwUK7FLairioQb93rL5KKiqOgT0IdrmjeYsVvME3BMxGmy5GkUQGcd8SrfN9cvY5K5LBKj
rMAToWd4fKp2Ibpx+RmCoi/F1LOaeWrtazEnL7uJ26gao4GBNBQj+JjvXz7ohV/oc0FKrV0UQaCl
M6R4mgylq6WlT2bjqQ9yTo50yze52EPGi8IWgaIMmyRFgdIFXT5k9hBUfpe5JSAopl8kdqG/pumb
JJ2j6MMMOZ3xtVWCThMiHWiiAHzPnDFkVUOc1yi2KvUOepTQEAAcZd+MplX0HDDFTa6JBQK0hzQN
+GYJj6LrDZVpms1VAVNIgre5gmnuLO1QOfndme35fnhaMyUvw+OGhFsDl9O1KZVitlLr4S0AP0Je
UwJBmhFN7aFsKgGS1tN/iFSgOjTR3APka2l9XdsbZKORAhkHopaJiwlzy9DRjuQVYta+lYyRHgxC
LwKL7BPPNNMJ3oMeYiGlupNikHCROTvHUgZySlp4E6Uf9/dx3SL42AC6xe3OJtaVXvdZXRkLdkP7
J5tGX1Yraw5ryLQbqdeQL0vswkXA0fuvveX+vDhzzdi0hR7BXpnHv0XoATR03I0BoplQnQkI3e8v
byUmX5ljjviEd2aVpdhQA1DPUngBp65XxO5/MILXjwkej+WJxTzMoQRmGsWyhhEcehXkRnptGf/k
LGXV4y+sMDsX5l2dJguWZ4xkT6yDj66FRvz8E+PPHCTE2qah2YqgiPsFbG6Mr2N+OEnmZEIk7p8y
cLCHgmBFvOC7csOgOg2cBf6Hjjl79auJOtUBuADtBJSzkfguYngFXVYaNOcq/sx1TrxYNQcgvqGI
mJcTFWZN0xhBQqlcbs253OnpIYOOwFC55J9yCLe98nzfI1ayQGikQtnDRGKzME5ce3ktDp3Y9Mg4
UtP8KWSGq9CYUw1acwekZwpaPkjTdLZmi0MEVb8GsRZlnK3YUacbpu/oaVigb+bck2v+gPxJR2tp
afmzDS1Q++ANpwO2kugboPetTNw0MldRb23PLq0wlwdR45yaFRbUZmr+S5g1sgtGpX4s5H56lYRZ
36C7UvpArWQozuvNPinRK7donZgn2Rz6Z5K78tBvv/4lscULwlpdOByZANJlIEDKIhUFPhOCWnH5
OFav9y2sfkhIgIM3dnljsRyUcqhRc6oXC3GVxrtezKXEHxWpikA9oAWfbdTzKqVrJlF4w2CKgTIf
XOjaPYNWUYJGQxCOs/xjEN/nVDmDywLVlT737q/utkKKgH/5WZmDZ8aTFkQEziNUYIIffNK5ZIZ8
IEheEqeoFFuN/IZ3j66ddqCacFWD6lmV/2RiF7eMJIS1PmtANpV1uwVt+XaOu0OQgZIKoSyou12q
1s79hfJMMnvaF2QKaAiTdY2ReJVYo/GzDZwsDMAK4NP4P8QzvC81sA7jkYm2yvUn7KepV0MB8ayl
sd/p4gdotHdFiZ6sLj+0U+wIue7eX+Ga16hLEQ4UC2ClYoNaVM2jlphIuaAza6kQSZpyulcL9Fkg
Hnbf1GqqjPO2xE8YxH/Xy5P1JNWKDh4aoHWjpANkZmE39JL056hbgnKsgmdd9qAHe9/waqiDx8Bn
VKCNWKhaBLjsnILKBRVo3ZJo/li3qReAa/++mbWsC9X1/5v5A6a/8M8Gej1yt/inCPaysH0T0LSo
Ci+aZqtPONF77bNBZRbfa+HU19hnaagJUiIv5BxIUXqrCYxfZjXottCOGLgzU//+ylbP+2VsYa6+
0OwNALbwtcAfBYbIp8LQCystBtBPh548Z9/GWfuo8xMosDk34tq3AwICHQkkzijIMT6jVz0NwgQ+
k1ZaapWa+tts8x06yzyq67WbaqEMRhoLlJjEUuqD4oMW8wjuRuAavxWVGVnKpHPi5upXw4QLHlGL
msuNAGo35gOgR6hZ6JM1QBatSBJc9bKVE877cPWL4a2PGSWEEWgELPt64YxGIUzzMAPOR9rWkHat
qYTZA5LNcrRUdTCJH/UJaJzIIKdHtdWiJzmSu73R1RGnTnO7ZjznEFnwS1BCMdiURlMGDbTUOVA6
hukOxJqgawGiYovSp/tOenv8YMhA90kFYl3XWENKP2idYqLSHzQHipklcMVldIOnKhBlnJN+65TX
ppY1X2wuiDNLBbStGGadaqvBUGOBNIqXQvCMMHdsr2kNCLNgJA/csPlhCr2VapxEaM0GsEyIiqiX
QMOIOV2x0dfiGAIuk5a1Q7J+k+uZB36qzf1Ps2JmoXrBmwBVBMxEMffaJCFdKCXUm2mjfwJ74usB
4kdYhpyoyLHDkmcqAsphA6RwbJKDnLMUvEaAPpsmccLhqhmITSyXCa5NVrZRMNHhaSqy6BcHvS0a
hQHt8oJCGSf4+jGGIgwSVdTtUOkBrPva08IK0+t5ZlI7JqWVG66h22nyYBSxY9TfCSSiDVB0ctXC
btOepd2HlxyKuBj9YCeDCKackyCGVSPLXsq6fpNL3NIiMCoiBYm8AIqS0HTv+8hKnJAWylMTq8TM
GesjvRImWTfHhR3ootcr0FoY/Bm5FmRbvfuWFm+7LoPCEf9aYr0kiIuwGUdYao1XzTBxhbpCoLnz
+F2TkZpAfJpzh630qWUs6d8xKJZ2PBiCNo2gzGxn2/mg7BUHhFhHzCK48bb5Kf6ULf0wbTTMBTzN
nFf/za2Gmt2lZfnafwKT4EEsY8YristNkcQHomZfPdyMCSaGNIo8jUmAySeTdH6hDKAKo9BLzzj+
cRPeGTPLSi9ibtWntSoF2MNpFEBGizEDQEFSR+2f8XbkpP03B5yxtfz7ha2pFOWpJ9g1uQWCtnjN
CYZVDM6+rTRvr78Nc4tAKk9tRBC02embeVDPo2N6AfQPh2/tPvCyXf80WTx3uHF9ZmFMOAlEKdbN
Bt8KgAwRgjh18zANDxWAkjVx0KUxla+etT8GIYMBQDcq5GwkkToSj1rWgWLgYziCTPiQPs47xY7f
7x/p9WFm3ByAjWOgAP2L6y9WJlO6SJIDhRUf4hw1hlMGuSdZeifDpgOvqmqpEmY4QgsZyleTgWWJ
i94GGjcQt1cZ03REE75MYDpqdrSLbBG0jFHicxa46v4XVhhn6RM91aLFSuOCFPlZs2Yv3pXvtHRD
Ytf7aVs9J68CnlRPPIKN1cNwYZnxmV6lwDMsY6Km4Se6X+eNJbf/JUxd2FgupIsDV9F41mYNNpC1
Ae+Mac2Oc6RXA+GFBSYFCQc0WAUBFvAZrUAo7J4HgVoZ51scQQcqB1VCdEAZR8gDU55pO4L61h78
+ClzNA9384a8QdXZtPsH8hF7EaZQDa85vKLHv7E5PrL4wNXF9scT//4AxkdGLTZAR48fMDoPgWP+
jPf19p/0gPmoI7qJDsr+u8K9b3M1oFysmXGOAm1zUuSQ7aBG8pJgaNnKgew9zFFBUFGYUDTJpifw
in5CPmR73/SaOuHVfjNOo8jx2JIKtslD1EP90DFPmJ/04zN91x70yBZ8FbBvN/Z40JDVaIOJA5RF
UY4iN6/vKh2axFi+dKyF59xQIM75MjQVOCbLQ9/oNh3Fcz3+mNs3iM65qsArq659aAjuyCjBoaaB
wvf1cRmEfJBrCSvPEylNPFGfxI3aC9ovMyshJmsU0uv9vV6LAfArdMiQjiKYM649xoOEiiUWjGex
lJbgZz3N4cQJpGsh7tII476wPcalCiOR8jPWQbS6yZATdfVL073dX87q/l0sh/HacaymsO9AfVFC
HbwbQMEKdmMZ5K0KD6jH2zjGR5EOkQwEqeCCMD/DEAK/zzqvgndbVsOxB5B+ESn78/plQpsK5tNG
WI59pTvzQXWJkx+Ef7Td8NLtI//+zq2ddxSY8WJEKWaB7l97HqYQqyYeIMFCg0899lIdJNQlaIlF
azA/FcGrwh/3Da5v4L8GWdEQI+sgPdbAoFwoLhnBz05aLwcT8n0z60f678JYAA4ACbI0VYudXd3b
L03iyL9qw+5Bwh62lpQ4tXff4roP/l2YfL2TZaFJtUwXH0w9Ql1VdWj2rKj/4dq7+F4sG6JG5SLv
KlhR6o8c/FslBxywdq1e/v3l3y8ubj0GNibMRbCpjHbShtaQ8NKrVY9b0jrM1kCNnWX2QZUqw+gB
Gq+N/ly3k52Mb7WogsMY9MvbeAK/4ZfruMt5AiIbiouAVgCQc72mEL1s0JXCoikdYjzwaeLRcLCG
TgLGguMFq/t3YYvxAtnIBE2rsX8RpLEFcHIqb/fdbGWA4no1zF1BjYmq9QgLFbSSkl1ZPxfhU63a
FGgV8FKD9iPZSaE3gElbguIQ5SUlywrYpASycLiuMOtr3GTmwZATqcMctS1E0oCBLB2NPzUWwHNd
J0bhFG2AsVhlrJ4yneQniKOnhY3RjOhBgvxwbYEimnfyVkOKvjT1DRH4bTZP02WM4jaBgl/UPyey
2wyojrr3d51nYjn8F8dCyc2pijMVqWCiH9OOWgFNjrTmDeGvno2LlTD3GC6X3ohnmGn6rN1r+lAg
tZV2yRgD06UlO8wsRpaahHu1KngjravpFziw/91G5mob6lKaUENK7afMtLST7AbfGqulG3GvnHOn
duUnBM8N7wW7miRcWGUuoKHtYq0vlyUrhSXKXp0+F5FfRDZEQe9/w9Wj+dcS285JkqY3whqWIlSr
wUJitTLn8HO8hA00ulLoel3AQobRCLn0ZMgbqDmn+MRbBhNhzFEqQdaPz9RLb7oBG8/3t2n1gwDi
i+RQRnhmU0OaJHTUKvDvxeDTEjU7H50kexCCR2gF3be0Mswn/0ErA/SGowsOnOtTlWZSkimLvGVp
TFag7Pv+dxagh3IUarRMC3dQNnr+bQoeSu0RZVGO9bWFApu7CI2gkkfY1IeqaYTyJIjDhrPpqX7x
NG+K1FK3rXuYHAx/ldahtjGhK3Daput2wemJYT6w0YrLv1/EkoAINBEC8E7jKvysI6jcjd+h4XEa
tRclbTiBay2ioHkGZCFQBCpov66NFQXqG8aipyKroj3O+zz5MSqGpRV2RPd96jTtP/e3ddWgimE7
EWrW+NuMQaFEilKiPAru22I/Nd8aA2XQ8RgZgz0H4cucT04IIdP7Rpc/yt5JSBoM4AwxfIX6+vUq
ddRrdCpB0DJVobqTbuV+P/W8xGXVCEC9QP2hfo8W5rUR0xg7sMCh1larjdcE87aKRL8JiXt/Lavp
P0hfTSwHNCzAaV7bqdHBI6m+PAbj7GGqT/MEpq26OaLK7kI9yYuq6FHVpacpaWwz+7xvfS26LLNr
eAMTzPOybUZizpRU5vL2GKkljIe++HXfwOouGkuFAed9maO9Xl0K5OJCT4TCXjD7C0l9KYheCI7t
+2aWC/nGIy7MMBe2qGQGdFORJck61HJl6D7lXpc8q/9BJJ6gR/nvcpjDLBXS0HeQ27ED5LAxCLNT
sLBLkFPmkZOvnqsLQ8ztHBsB6coZ+1bIIkSqP1Wo5WTPrXrqdIcW8aYxOK2q1Q8FeCFB8ACehO3f
lENninWF8Bimu2n+EMlGqjmt5DUTy1QBhJ4WdV/2vhSUBJVqATVQE21zfXQpGGRaHmJ9zaMvjTCX
DEnnRI0ojOTEeBRJdzZ5jWqeBSYwKArNiylH9Km0hUfipGWcT7H6mMWotLZo6UqIPUx8S8UpDoca
p7Ix3sUCqqX7SX4WutckOkvUjh6EB1TBZ94beu0MXVhlX2oRcu0MNA+4INMZ8oVvba1bpeFQwb9/
VhfXZc/qpR0m4IUAYo5UhB0JPVg/lqdzP77Xs/lI5p85SJQsPf1x3+Kq4/3dT431CZoqRVrgMIEE
yiYgLlK6p5THuMfbPsYtcrmRwzrAsnrTn9PImolV6ZYScV7sPDOLd16kE4XeDMqow0yJF2cGpq2c
/GiHTSlyevG3CBQ8oy8/ExO51UnKdHmAIQ01/XD6nAN8sIegfKrHzgrT0sbQDTI5Hkpw5XSh3YTx
FnSDTNRHmW00kzBp5OU6zHpx11L92Hcv971h7XgtHS0TqFkAeSBZfb2FgVYMI2TOYEKvjtVSFihn
K45ADZAo0HusUA7b6Qp1Bu1jDD/QO+ckwiufECg69MhB/gixbBa+SvpOymMZl4iIsc+h8BMIkojf
tS+P1qm47C7MLD/jwlPQ4QjVVIeZtoXWVjueWrX63VLRub+dK8f5ygyzm203V328qDpnTfKgdglm
BP9H2nX2SG4r218kQBIVvyp0mJxndr4IM7seKgdKosKvf0d7cb3dbL0mZq9h2IDX6FKRxWKxwjle
dj/a7jWrIg+0K5KrfuVmxOgb/AAQJYCyLO5eqilqk7a46lOreTF0TLH2X3FEt8rwCJMCddOnmwzf
d1lHMoXbWDGUwWw6fXFZAZsfWXbveQCx89JOgm684qmAf4O3EZqONcRMwmLWLStosggapmrbO/GG
z8VFM1PJm0QmRtCHjIzagwoxY7dtrLu03eSxxMiXLxW8/DJXtYwqoNUXEdOx9XVRU5cZOMp8PqAZ
NQldhqyVxxEydbLi6qo2YGs1MSWO0yw2FqMtCkdqETXGQ9BbOzL2fi7Ll6wLQT/J0pqNCTVhZ9qC
gI3OdJB1QrtVrj9PBCRjsrGwtbO0DOsDpgovDrRbHS8apaOu0B79OUaqbaMYlY3UyILGmAKXu+jB
H5E4TSrJTq1phoYagPlh9dBzuPz5gZ9IBwsP45oCY7NzVN9lRRPYLh82CZklgc2a4zuUJHikecYo
ppVBvdg1ABpgXAFxck/LOMBNsz/vldaU0pf5QUyyEEyWCErxXIlyN0MSuB6tcFDTLUutcGKu5DZe
s3IdDaEo4mHiGswox2vXAJI0rxKkgNwMCFzAjcIqOpcAVJnSzXmF1tbuUJJw78dKMYNrHgqVymYe
wQNqf3I3/P6QDIz7UIywbpqiqxTqQow539oDJiGrb89K/xbxG/kCbcEnVDJ5kdsoiSKjVZRfE8jq
3Ve7D4dvt0YKUgQXl2QaaTDcCejq+q7q91McjuP2/Jas4AwhQYppX8cA0To2X1iseuRFpqYmNAH3
Vv6rvkoeposnxc8vx525YZfJ3r5APfdW98ob0A1c3i/cwDL6ljVLP/wI4VAlReH2w/IR3XQzmi9K
n/iqDGdOJkNwfmwcGG5cyHCMjUHfBm0E2Jd3fjXXfB8K8ugfRAu3Afyy46M05no2gloAich0/qyL
+IqT4jIj6SbHWL0JtDlHi2UINGuxxMJssmTn0GgtRmImWJSGjkKvBOM8mnqT4tpoCkBiMOpbddjr
KIhJwpc1j3EoUtguXus5rVV4jKawb9AR5+tD8ZPXWli4zobbstZdmYbCzhkMVAaRhVWdqhodk8b4
EdVKu895+1Zx9Yfq0ipEq+hNAQIByYaula7Qg4oBMBWVIw3/Ot7RlMdpU09YXbSQbUiS7DVL9zVe
htzudrhskI1MAzChP3BONgB8Dx36oSr0Lo8ll8Gp78RclYmOfczPI7IS84VDDuLVZESSOe9dcILu
k/o9dd4s2XjAugX/sSbB5SggABzzGvrOtjZu1Rr5QtNReVDYysdYRT/USruOTVlF5VQ5OCHQAC2t
a8tInPicngt9qpXlChou8VojY+bNic+ir/PHcy1PCTkYDgUcD9jWxT454DlXI9Di4Ox061rNLH/K
rQCzt9tGSS+L7EfnFHsTLLsmnXbU7H+eF796bJb8IRLXC+iQcNFanHMGNCK8maqfXVbgpCQbnXJE
Eh9grpJY7uqSHggT7lpiqknUtjZyYXr0UFsv2Zzt3ZZuTOVvHjP4uX/VEpwegL261GJQa4pBF646
l3ZpIxy3d/1Y3aadGrC485xZSh4j03D584OYr8QnOc4AuXFa7/Sc+SnQ6UzwxnI3vx4nIG5m2h0F
sKieqruo7x6L2rq1k6HzlC7fNpjK0DDh/xdb/MddiD2g4IrO2dAvxwcFgzzeuDSwjCBC9W76PC9p
9aAeSBK0H2zmVhrGynxjfDeIV+S7HMUvNIlEC7kbl5ju6uV5IE1wwdWkAtFt0SshhqdObxHS0xqV
2axMiuB84iEzMXm4WJIJxpbQMJmHIFiyRau3yYEqy58fmA3pzD7GMAi2qO/eiNtdxb0V8OgFRGSh
YSVhEn+UYLM5v1sSzUSsjK5RrAj0ZkvOXQ+MWPedNtnWSie5mJdDLT5YgcyKVxDm3l1bbPK387Y2
3QwPPGoDXSW1diBB3/6NJn9E6MfLByaeZKQK/ErL6UVqx+jmj1+ieZaIWT3cB5oIvrIiXeV0EzQx
JrpnbX2t8QetdNDjY0nsYa2ki25ZA8MtoAY7RVYy3K5VSOwi+KS9N47ebD7kmDAhL7bxNs6bPro1
MQ1ugJu2D1sZxZ5UurCeMcLy1mBQVEcirTLurfgidvyhvtRZmPefFr6EgerI5zpaBIfw/GauOpED
1YVVbu2h6dmSEKgShtelP1tbmvQBLZ5L1zNk8MFr6dijlRbuJErjepkkgseeb0wOmJrUM/l2ThjC
tweiPOR6MKaS3oNVQ1p6oZcDARCl5WQeHHfgWgyqW0FmHcX7knHPQsG6dJRtDxXPr+bq/Q6wVgDw
YHgaQ77HovhkFlOkIzVgxhwtiVqo9MY2x0NmNt4QW347INSB5LIYLEZSVQAxHkubKmqYioGpPzxF
Wo9l+a+ucbmvU0B1z7r5fF631YQzwk9QfoE8VVfFXBitXKdVTYhD46OxbbP6qmubKjA7Ou55Olnb
3iI/gYXeYj4dXBtkBAZfHc2PBaCQJL7hdJ0RCmOYE0P4BLVm0ZkOFSM9OgoxS+0MoT7me8vNgrg1
vJz8oKMh8amnrvtYmnBAZ67zNGWQ1s1a0Oh6mNt3zfjtZOYiBIwAaAlYssKClepxNlLbTYDBUgw/
F6S3O8fmz1XaVZJkz4o2MBZU6gEUtfBfCFZjGko8IgzOfVd5b13q9eAzkXF6nt6wZGmjwJA75gWR
3F727+DIaf045Jg1wzG3PvNoP+cAq9szG7zC2WVVvY4v501zTSX0/WB6FBkXZByFC13tVKThKFBl
silUnJ3pPM7f75ICoswfEWIfVq0PAKOoIYI11zn90Vih8n3uE91GVGLAdeCIIQ18vGh60ZERATuG
eHP3wugb32js61yaoVjxwahdL0u19A8Bk1tYrS6lHPBsHGWA5MEpP2p+X43BMHEfnZdxGbbAsUDJ
7/wOnfrgBXkceD/LWArAoATrVhw9TqoIMlMggbePicO8ytpXQ/Q/ylm+48DwbL1PqVqiKDbZftc/
TuXGnm+Z8fq/aSOYd50OphU70MYEKXfsgCFTezRU9LY8nZezYtdYNfhcTB2oLqBjj7Vpkrjq1G7R
Jn8c+H2p3jbG9ryI5VOP48VlY/6IEC7k2Kxn111EjPYntfcaC2iFhqSvWVbHOw1McT5VHSg/FgBv
cFiOdenazlSmZXhjrO8pcx9Up5dUnVYlgGALk/eAy0Z26lgC0dI4SiKU1HoGOqhXg3w7joAGqC0A
NAFJChRPjn+/j+upHX+Xz+znlmwIYD6z6LYE/+L5LVk7K4dyhDeQPpZodx2QvLaKgOa5R+1nmqOc
a0j0WVsvFI9RvkXm10SVWtCnw2uktpBbZkA5qv7JB11yb/7OHAvGhSZp3DQaoAnxYBDs11LsWh05
XnP1FWai9u862M+CJoze2+0UFp7qvVzrF2Rjhpg4nb3XAtMO/IIGyBV4yIagT/sDoAPoFJm2sjfM
ClMNEhbYRAMj5kuFRXBIDPOR5VTiOdabtdeOT2ofeTFo4DHG4rHq2nW/DCu970i/ydJ7lbc7VE+f
ep0EqsZ8i1ZwX43s8btyFpHbA1wprhrAoorHnfV51GIgHk9EK7+M5v6SJdqWNOZmwrGcZllrxJo4
IMzjVFrLvSPGxVWVZ9lgw84YgMt+THaUOV4xg8AKHHJ5m3vppBmDn/aNuSuVAlOrhsEBGjjawwVt
KA/dfs4dD8zAv0EHHLQNqylvnyPkhu/Mihsypp0Vb4grGEgAaNNEel0sK04VmTuiDICWmneT8aqm
V0zWFLUqAu7DUgFZiIZJ4YjHXNfYbOOW5yMwgPZTdoV4+vzpXrt+MSj1R4ZwvCdTa2jbQobL3uZ3
A7uLbl3zHz157/l9Tpln9oVE5rpaBK53QdkgorE3ddcDRRqYcSbbU/qVmKFBPs6rdfqOhNEC2vy/
IoSLNwJUSYFNBwheFA7KLvtqzSAtb2Y31Nu/CGAPRQmb5E4UqGk9RLkOnKO2G5J3VPnOq7NyNo7U
ETYp66eh1VTIaJLJS8CKab9MTuG52iWReckVd38kSri2NLthkVZD1FD91JSLvP2qQQZDt99WCKE+
8CZQ6EPTovi8iGYeocIL3zKhdOFFmRoo83jhJNXVqHS/yqSXmNyamUMg/L5uLNCVJ49TO7ZH6ixZ
DYUBZrdVgwGw+kCCCOx5CljjItNfgLwcjIVGJnNty9UlXjyAHQUNBIwdYadwtWEYvlX6Ge/wkbsB
G9SdorobW8VMDzCHlZ48z8mA9zkGe/QnXtNvz5ETQCgDhRdfgB5bsR5XIoaYMYeN8JB+DrHj6a0s
Y7ViM3j2/m4JAHggfNXx1Z1zOjaER6hkRqER7xvtcizDXgbgurqHh2KEhy+gNBRVYVhG9aXWQ/pM
PtUfU4DCiUE9GUnSio86UkmIFcYy1jqTQha39wwo8Elz6zrh+UOwkmpb0gW4WQGXvcC/LR9x8Dxo
2ZzMrEWTSGmOmwxTnR6lrubbnTZtOzfLvNIEA0ReZRRpqG68QcM5ignaYF60RX/Pu3mSfdGyhIKl
4vYFJgWyfICmElvX53QA42eP22BqshClIQ9VNy/q+aXdWH6ks53t1jcAJdsCvOg6tul93Ej6mVdc
HWr+KFcDtBH/FK9VkkQDyG3SBX74Cz0NwPe5iVTlrncHdE2MgWQH1k4mjiRgRZFu1XFEjneA8BYN
dku+sdYiAgjz9sqNiB3GTdX84ImVbvDiue3obN+AE+c6dRQ7SOdMckB/77Ow6iZsQIdbgn9Ct/jx
V0SmE488ipFsqa2hA0BxQVSfWoXxpLipHnRZz6iHgYIyvkQ3OQ5ZkmZomNJKbd7bdsqeRpL1s9cp
tvHhcEqCTCEgZQKhWHahNlMZh9mMX/LazmqfKjfRgjqqYwZEYnC10tkqnnWrwy3cVdqT2hnKV1O2
zdZNFf3FjKJml3dTAQo8Y76KE6NAN0QUxR4tnPyup2yUtUyfHj0AsYNhCiuBlBBYyo5XQ01slU9a
gqOnz4GCN/k4vkezbKBVJmV5jhycvcgtC7POISUhl3H62A9osJwkt86pX4QmuHYwoeQgQynCC9es
qKLZhYwG0G4zQC6QgkRnbIxyy3k7Pj00x4LE+MAtu0izIWjUMduo/KTNtUvCmXkN35yXtFz/x6Zq
WBrSdATMN8gJiY8CJepzd7bhslAOM8tbngSd/cirGxyVrArsQpKGXInjTPA/AC52eauD5u94l7IR
FRKdl0C11gEqodt3pfmzQ1tJpjGvd8hmlI3WrFTk4XlgfcsrZOkWFSSm3DKG3kZauZ9C17knNCj7
19J+ivlH794nKJbhvmmp5JF9ao2QCksB8DBQ3pFuO9YTsIeTaeeoqgxxtxu1CBFKdmsxQ7Kc69o5
roteIDSkYW7vWE6KrmU2LDn6KgItY/HZTmgmvpxdj45oQwp1+4IDyqbWvm01UM8FEwCe32jlEOdg
HKOzI6tAktfqnuf+cawvaHrVKV6mPKtsp8mSOyu1AUxdAnoIBBWANEYP4bGafdXXBQYHkJDvngse
jMRXsyBKQnCu2Okb0EgppFo3Tr09fzpWchhHcoVzCN6hUhkc6Om03Taxx90wySbolk8/PoBQDUkl
LCZ6Rk4qqqwbOj0vsYNAq6rbfTPspgYcZpZfgeH1vDZrRnkoSoi3soqi0R/vct+hHZ4A1s4BOZRa
5BLjkGkk+HuaAmKCxRATAYWoHu/G7M0tAHk3/QJHukSlNX+C9mkUNlw4FHCUHhvGUmlvywFEGCPG
Yt0HN3U917xn0WMPqlpLVmTX1+xh4VAA7RUqEJboTLRG4Q0DyChYX7y5Az1p/agDEjoNQQHQRi8A
j1KM655+TJVfODuCZ2oN+tIaXRNbh1+qxi+mNF5RP+bzrrSCpCwezu/w2tIffp9gr1bTgsKdIvBI
MCCvenzaMPuetJ9dIglxfpdxRLOFOwU2EdJ7cHGC4yEMrBKxiZVguKEA5JxP6Ejzmph5XXbfWFMQ
a8TLujLMK3j2/L0ml1Xk581Pk1xk40vpjJ41+qp1P1LJ3bkahR9+mmDmvV4TtFhhEZriclILLH6I
XDpLA+I+pcUG4N0821UKAK6LoPyLQg4gNSAeLeKWftIs2TTIEiN1n/tzrPqooHqR4Q+yJqDTS5sc
CVnilINYJ2trtwSGBG4X7UfXeWa3tYsNiZ8Gc1dEt7qsG3P5uZO9PtBpsboDcU0zmTSZIM4yU9+x
PIPcjAAmcGXPzjXrRQISZHwAArXRXXUsp58UwOtV8LYkA+JoumfzQ4xni6F95DLwwxW/gevy9+gU
GvpRoTgWBeyTFGQ9EJWkjxaSYoXNPFrdUs3LiI/h+/PHcmW/jqQJ+zWkOs2VpSaapXvQzABGKMYo
leFZAEU23gmASYAqc17kiq8/EinsWQqsmdLkEKkzEqpdHwzVtSozjJUNOxIiuJt5SNMIoPG4u4bC
a/ILxMFYVs9hAW8kkY6+umM4T8j4ozaCVovjHSvK1MiNaVnD/DEZ90Ny05UEgAiBSUPwoiep4cf8
V1v+SqyraN7ZhAUDsOyJunF6H221Hd2wKA+0PsQwuT/mvRfzDSKKDPw08e3gfv8SRBn8z+cKSwP/
2Jd6gt9n6A900Smtsa3dfA6KE9q/zm/1CvIqMsoHsoQUH3MwljwvUUrUfFZm0CqvCepHbudl8V6d
QpZsanLlaqFe3XUgbgIFX6M/uOZbXsTbWnYFrbnfg6/RVaGhuVXzaFBVfI2LZUZ7Fb02uW9moDri
e6ukXjS89WzcmuZdWQTD+Bcl2sP+A7FYryAn0I5LaBo1d6P7BLRCoGpdjLHkAlw9XwdtDoKWyhwp
bptATNm+JWwIaL0rGxnl0JrfOMzeCH6jRqM08FmQvSHOnk//WPxJJyg9XwCArHI2ibqVGNJK9gQz
n3gMoj4IZhuxoMbdOR4HDdQMPUv8PgYb9LNdhXl0MRqzN7qvYFDRO4Q4El/1e0+ECwajQaCEQcJE
X6YMjs+2XShg1KkstP547Uv/UYTkkwTxrwpdal6yB4Qr/RV71Wt37VzK8PhW9hGiMUsDZA6gnojt
KhnrmshG68hS9XGcoOi2fAzPL+vKLmLcTrPBpgOmSGC6HGtXF3Y9NgkA8a0mARzzxlK3oKBD2cwz
kwC+KJW14Kzc14cCf+ddD+5rSy+ZVi+sTsQAo3dao9V9P/dXKZHkwdfW7kAxscLLVUBUGIWL94RC
fcdGMmn0WtkZkAkRojm77s2yhOf2Y4xIupFP3NeBSUbuVu4xgIqgLWppWYElCHdLZilzQTLYH+qZ
V23V+6RJL7sB3IHLVLeU12LlKjsSJ9wNwAUjVFFhc7n+K2sSD6h8Xq6EjXMBCgjprLhMmmB+zOzR
eFRCmm4FLP3AwIlnsN2YBaZ+n/Vf52195ZpeWBeRMUb710JlISylbeZu03U08y9RlN/yTf5UbacL
tm9BIO/6ynPiG7f0CiObN8o7mnTCepteBXA4oIT9PgHs8acIywxqVqvsbQUoGm2Dx8ZFZ3APTHTn
FT49axCCYjoSgiisA53m+HCbc4FK0Ah9dZS0jT5oFJAU2w+2sj8v59SJQA5B7yeKXihTi+FPOtNK
rRPI0bSvzA6RxpqbV71MPQ48PXvwY1NywZHlYB075WOJwvLhXZ1qUQSJ5PYdvMdvbfiY7sHYEz79
dL35LXn4WbRh4rc+sAnrzjOC5Kr28ovqkW7mkIRI7W1lBZbTc3r8SYIp5+pQaVOxLHYUsnLH3Yu2
++GaQdkF51d7pTR1KAlcG8fbih6dGiQmkDSDVwhJ3igCwm4X0WuNpOkmcQsTkROrfhmxRR9izYnB
DuVmT5KvWDWufzf9hGlOnTQ6DEALBPU7w6shjH037D5z1bsD0bDXBAmOzaWyk0H/ri6zsZDuAAfX
PEUzZC4jhYrsM2j6Wkwq5Pq9Y/8YzaBhkhtk1aoPJC0LcHBTFWaqsnLJc2dDHbhoVGgsT0WHfGXs
4uGVG/dGJ6nury7pgUTBPzlGBMwOAonE3lZDOOs2yhG3Uf0XlShY0J+qh9guZoxxOU5LPUK1wWvh
m1rrcQ7sUNVj/VdkPKjJ0+jeYJzmvM2s792fYotguBFVU2qVi34aIOqAP6ncWW5YuqE6SF5kpxfz
kYJiEVyjDCAxFSQpRmjm18N8p01v55VZP4Z/FlGke9MUpbb7OMYsyIIiVIUFktnd3IZulKCx/5mn
njLtuQzVZUUzC3SaSOAjwYX8lmAjaUwod7IEsX16ZWt3uflWfD/iQPbwQITgXEHsZqXDhBxVVt51
+h3jz03lz9Ot3kvc+ErK8liS4DPHBp1IKBHiIfqWfRg+A22Fx1+oP2zoFbnxmsE3vPjjAjHPbXtB
Uu/rS33PJfmP3/23wl2CZCkKgLgn0VgvFsYnQKstSHEIsDSP9J6xdS7Ujyb3spdqm1+WALa8GL/G
dqNLXhYrp+FIruBfmh5JSptDrhPd5epj2viO4xtw6Om0+76pHokSjAa9a45dW1hnJ//qlDfrn3jw
qxoI+P211rxo6TWNeol2K77sSKRgRLliGECkh3ZIJw3a26xumXtVymo9y6+c2zvBgPiUtfPkQDFX
+zXxD6IEkfvQxA95sot0iU9Z1QjQjEsP3pJDFUoHaj+08TAg02ggUcBRlUtan+ZXpJfs1uoJP5Bj
HN872cB1knWQQ+db3Qyi+onLYpXlJ8Rlg8HDgyBpiZYEwR7KzokrPUK7faSjm1P9IrJM87oAAC8C
VxINUOKzkjjIDtgzxv6pBtDwTH+czUryLloVgU7IpTKFxi6xySqLNdCaoVsTXupXVT9YGF87f2rW
9ntptfyvgCUGPbj/407Tx7ks0DlY3KsopuvZrZ0/xLJwbm27D8UIZsXShuOmgh5xu5/LF7vx0khi
UWue5lCEYFExbWk8ZtDEqV6U5IdbhY6CBNyUebkMpHV1VywT8RkB1MMJ8bWTGYPWqqivmcmV0dV+
WzSSbZFJEJTJEKxU1VJV7nAlIA9Um5IobHVDDlRY/vxg31lXI4fnog1AiZ8T44lMAFYfJDuyKgPT
TsvUJZJ+YmmQRnPZZCNK8NV4qyiBU12R4uu8+a6ErwsU0L8iFvM+UCNntM2MGiLq6aZzvN4NQEHO
6+tG2fV1E5S2bABwzRcDYxzj/SCrxxCCsG7obgD5J0HWMZ42jdUGeoUn1xQo1hX8c4OO9vP6rRr1
gThBv850YyBgQZzDrgZtl9gvNgkmtqtlHZXre/VHL8FZDtwBPNoMQf34bqXbBi23hsTkVnVBEWuZ
nVwqxcI15jRugUEYJORJ/TTUz0m8Nyha8R7TVBJxSQSJzGtNP/RF0cDxq9OOF0+IWvPa5+jLsiQD
FquL9kcjW0g9UBBRdRoa3nwrflXyysPgdOjKkEJXPfTCngiMKEzWiBanots+Be4LTJx4Bsb5mBOo
PUbZJRHiqsc5ECNYmtalqRZTiNHVe0V5a5TgvCWvvSQWQAxs8cJGgcD++KhWqZWW0dIo0MxF2Cjx
pZNmAUn0nRYPl+pwM5Ylekn0svFKt5V0e6+URJAlMNGjDih5FMvFvv+0JIntdDNc0Y12WWyR8g1U
xUPhdktGLwrRSTZKRP4eGBTDj0ORiyc5cE3wFD0AACFS35b75OGp3NPW015dvwnqL2QPtvGNdq+9
E18JmOIpv84v95rVgFgRDPKY08Tfwmp34AYAQyUO2+jcVlnumeluUNDztT8vZu0EoA9jiR+QmXVE
CNi442RuHZyAStvq0T98up1sWf55pcUKm/dHiIj4CmKbHihEENLXPlpoAt25juwfhr11TV9DPbd8
SN1tK6NTXDsQh1LFwz0RFG0XqW15mXSVV39/yBBqgUEWewQoRfTPHBsI0/lczzUORDcqVu8bdtpu
CabLGzDsZBbAmnvVLSSncO2+JOicBGIpmtQxXH0scySzhhIJZEYdCNc8TFen4HWulQaMdp2zNQdd
D+q2Tq6VLkJubyq+TWpqHCltCNkRFJDbzFmUbqqPwt43zo++35y3yXVP82dhxbxIM3CgOs6QoVn7
uNW8gZloPrnLu7sZKeI2CiolVPXwvNS1S2ch9lkw1vB4Evsq81xxSJ9DqIFQKidhg0MXubmn5C96
KQmsVg/3UiFEhh9ZfnU5lQeuRS1Iz123R8mMJcGcliFVusaLwfRcgyJFEoKsHvEDYcLFMFdlHo0N
xlfU+m4ygm54zhzJjq2unQt8A8xUAF1eBL5SaGznZT5gw5oSqD2KZzsfeFijBw8TmLEpUWj1DPyR
5gom2FhNhx4YKDQlxmPs/JjZG3Xn+6JUL9XSQayAKQFD1mR4apQO5iSXmWzEP2iMFz1losaYWKlq
BmCMfMTEUYeMwaRcOUnyTxYDUd+OkX9V1TLEdDMNGntgX+cN9GQf8QH4AfDIoQEc05qC0VTTqNd5
hw/QGmRB8T8DUW0aPiOl5eF5SScx8m9JaNCDV0OwJ/boLRBcaWc0zHeN6LXMOffdJq3DjgD2Fuzq
BgDcPWbak8S3nViRIFa4cFMgx0VEg9gGiOAGDxM7MHAI4zLyqKxp++RyEGQJvrtkDMQ3ChYzaW3w
f2NDa8kZX9+ufxfxBI+AAf8uhRw/cW4soGsNwyXLPs9v1IkfOdZCLL07uGDmqMOK0fIrQRCSxOCK
V+lt13BJ7H9y5hZJS1ESkBFILokTU5WO5rXegDYZCBzsfgS2HqZJ3ZeZTH6bZHcFq72pbSTZE5lU
wXWpVhKbkdHCItKLIVeD2roChYw3aWhWLYCMvIm74ruuTFB0MdJD1xwPtgrUQuYbHDdppXmJ1j9m
ZROopoJeKdmY8+oOHqyrYPNJzzh4ICAuNyePRHuL3zft5BPZ3OyqHDziF8KyJWkuqAWY51Kbph4d
vW51GUe2b/IiVOAprVKWXFk9xgeiBJVAguxyk3fwUy3oPj+scZdkIyDQSp9ZMmimdVkArQAsLrpt
RKSMXneGuihxAEzSO95UfdhxftHoehwAAmfHDCm30El/z2IeC0rGfwQS4e4xbaUvuQq/AQagvVob
FyBBv2ypui/7ty5ubpHK9AD5dtUUKo5Jvj9/3ld9yoLj59gOkFtEx9yMeRXlDXYxV+ogbYgXzZ+R
GUn88KqtHEgRNrAq9KrvUkhR4yRQer5X43TTZ5WXS9Ojq7cq6HaBz2sjsjmBHXHaemC0gCylC3We
B5kOtPM80GlQA8bbwZQfxatZRke7uo6midAL0xDYTsH7673VFPkwwK9M0Wa00COFonRgKZ0kGb/q
v/7IER8+U4xZrULhDP2wLmLK97YMh7L3OBiSQRhosp+Yw/ubu/tApPDqGR00rSoEInNsmBsHuK95
4bfNe6qVnmpJHPRiCkdv5OU4HEjTj73l7NQgRnSwkMbg6dEjVR4s9zpGVIaQVoaGIVtM4ekzWKVl
lCpkWbwJZyUAdEw3Ixh5KbnfjFqQSZN3MolLEHFwF2S1sqCMQ6IGmO3O5EHq0nAAxBTFyQZW4HOe
jLfgz/l1/pSvxiYHi7pY74FYzDAm3KkgdhnXQR9mEBuyEPq04XXZOISShg5MK4zOCIupl+BasJMJ
0YlyFfMX1rx17SVaYjR9lyIPVu4KYzPPeAGl944ae8CfGs1Lu9+T2mc08c8rvHocDz5GWGeWFC2f
cijMrYcCQ2ZIjgJwRyJkdVUPhAirmhOAVw8NNM6yC8LGsJlkNZJVvwkCywVZDu8gMV1uY6vyjs/w
ZVhCDZ3URuSppeegI+Mv1utA0PIhBwaSGSSqU0wIobmz8yqe+pS8aJbEd51uiqHir6WZz1lwgQRH
wnJNz4HPD0cCjBGFJ9uqNzYVZrHP63K6LcdiBA+i2AklGcHeO7rOAfqnRuGUdLJhhdOtOZYimLsC
3tGOd1DGmfWgSF9YnnhN9DmY7+e1WZcDDC3wuCFKEAd1nbE209xC7GN01lZzjB1z7dojQ7cdLF0G
VHLqnqAU5t6WcVBklkUsQ93J5hpAcWAThBnE0yPBaIkdxGguNtMQbw+cWonhrW7WgURhs4qYWBnN
Vdxn1nxjt5hUcun9+RVcNbsFHPU/iDeuYNvcHkGwNkEpheSfZTkYr5lhR9soc789egGiRBxV5FgB
goFxWiEkzmvga2iTAUzirLrQ4x3vyI3R6l7zAyhI55U6JUFdZGH8Eujv4Dw76ZHu20rPnMJC2Dj5
2ttGfRw9/b7y60tAW2doQxveqN9/arK58d8pyOP7+ViusGEanmbOZJnMt70n5yK/mu/acL7lm3vN
z/Hfeq/c9vjPNmbpvSczHH3+2m6V0AnMkIXdLn3RfLSTBa5fXVVBFw6v5Nf5ldGXLzj3hcLJxDAl
6zFthi+8jbfxU/0KqAHfCdwQX3BZhwOwpuYLIHQ8lN5FvCUeNyUO6DSEOV6ixeYPnOmsNm3fj/gA
DPwx9qpZT0hJG8XdRHBTSIx7Jdw9FiZcQomq00qZIUzHHI1xTUxk/hJPBSI/20T1I0Mlo5a4pNMn
0rFI4UBNA0/LJIHpLVB4pAfwqI1eh8rj0c6W3YBra4mihYppMJxfVKeP15KqTsQrxcaRqrxRIRh4
iLyJN/5MedCzSxklxWlhAcfqUJ5g3mViG6DohLwye+6ALareFPU7Xn++W10rE9oSl8ml1g3O2+ya
30UuEDQseDlgcFZwHGM9KnGWo4CH6C9K90riejkNtdj1MoCcq8+ODEZ2zSdichtd4Zjtx1zC8kEH
JuomILafGgjsss3A3u3qZYwk5/C0wIalPJAhpqsaU6/1jim4uRh7nMs56PsPniXvRoGK5aTdabVx
WZt5oDoDqJwo4DNewa4iOYunU+rCVwgGlOZJjM+ApsNQ+7X52UTlfTFWGw30Xon+Mg8UT5krRUm2
jPdAOsslRb+1w3K4CoJBZZVmFm6JVbBAetPUmPswXmftykzv7FFS5F6zokNRguOrSl43dgtVVWQ7
WY3hSTsg/S/SYrrFz9qdzf/G+RxKFDxdZZLUbmdIzKantNmOhU+rwgMEYNDx59amIeZtmfr9TOux
YQkubwQVsTEvUkf7uTIAWS2LuWQLKTg4p9DMtq0hoC1nYLCAI1sZUBMrEzC7VCEh0UuplN5cmg/n
3cCasztcTsENKG1U15iLhRsg3DPHRyPrPLuz/Tr+J0Wb//ezMss6IkeyTG6iTCXYy9yhGJ0D7Mmn
xdfQcSRjUGcPCu35vFbrvuaPGMFI9Cbimr2cgG5Od1E7XRudgWKbbBh1LVA+1EawCjPpqNoSiFHb
hxJAM7NNNmXt28DDP6/P/+NS/igkmAdpoimlCiSxuMbQaheayas1B7q9JeCONjfLE97ErHmADkRP
IntxV2Jws7Dsobz+G8REcGfO+H+kXdmO27oS/CIBWinplZJle8YzmX17EZJJImqhdmr7+lsa3Hti
04KFnIsAQZ7SJtVsNrurqxqtmMyo8frM6n/x1By2s3DsPi9tR0A7OOwelNJsXqfOrPyuFsWVaZX9
pk64Elz+KYuBTdPR5AeiHv2r2ZmPrhAjIyK2a9Z4vDN9ljyV0F7FK8E0N3a80ir46gWcrfrIlnRd
hYPVxWmDVdu18ON+gk0Ym5LnCmoutfvOjdHHMq9bK91WOnm3S0ZVULB3Q39Qu9+KwwO4/z5TP12N
AYXvAuOhbJM4fKhqDJU1hZe5aziItf2RTpfCyhSaDPjNivpryPd9HZTKdYEirrr2FlizJB0w1zWN
hHFYctzIK+xNXj4V6ltUsU0B2erLX30xNB59CemURShgmaLEV8+zoK0h7etB48/LSUm5FXuKeNXi
l8sWFzNcEOv942jScUP2otgTwXGz7G1i7RWxUU1wxYIqDSPt4t4dUV9aw8AuJy9HRqVQ7FZhLFob
e2qU95h2oKp1nTWv2aRtGi0K8rqlYi4Z3o8Ord2rdFw5XOfg/DltmSd90ByG/JM8fVsB9WE3LZDW
lnbAhef1BAh9tpuSWxzzsv5wgBzqhgdt8Ej/1LtXRH21V4lc9GXP+vMrpK0301GUvY5fYX/7Rt6h
rbOt/WQP3QGVml6L7I32vrovvM+SMvob7UI1SH0lyDauP71fdoPFu/FoQ6QPolVTVyPiNB6QMSnV
+w8UMWJq5KMv1GpvmY0/iFWgw+Jb8vgzSEEuA1Ug4CKwCgpLmgeM0V8f7m1Mw58Mz0hoc2ADWkoo
uAQgsrRXdn9P1CY5ghT6Yp2nRcbwC9KaQhcQ3FV+UQ4r18r5XOGpFRkAUaAAnmQWrKjbhm/ETt/G
lOx/1D7/YVHj5+hFm/I1VKjjx/v8qtu0FHyl78bDp+bFQbEH6Ymf+uuHcMX/5HqUaFrD6eafFQ0a
qPXqklhBCAQ8SFzq4VnpHO0BUMG892xQel01IobOHsguxC9TS0wTVN2j+wNizcl112jujdpyp6VR
7prj/TSE7XvRpdUBaM0QAGHbah5ALSCCkSXQe9H71PULsLBt2nhQBG3L0gU7BavCaANOvgrcWla7
43YHCh27QlW2UrT7QRXkEdWHGMVa2zZ3ISudV9704VVaR2NEwX0vfBwpVLyNfroFFDnbJsoApFre
FABAKlDtA0XFgUNHy0dxGQzQvG6fs2Lsr0LiMjDPVcWMIXLymwzIu28FVPK+uyi33nAxlRg8BDYd
MMais0kQWmZ+ZQD/Hlihrfo5KOHpECtgvikb4z0G3+FdAdfmvjtEJfrQU+5PLWdPCtjZKHTnnLs2
60bogJu1aCiZJm3Xlo4F5oZ2JJ8qNvCaVVEOJkVbqBhdckvVoJXLhh1IwcO9pWR2jzBdtVfCdesX
Z+rGJ8txqjtnGNi3Ro3SK3DyaPsKxCKbrO/U33GlQ5egqNX3rtXdfZcz/I+hU/OgHO1qxCiW1u5r
NKOuotRU79WwBwsjulPOc6d27Q2rRlL6VaXmP8PJVoKQERHOmkjGTnN4Ce7xKKvNKwGOa0J11rp5
gFKWKWgdhhZHsykVA0U7SB+pk+jawzg00b0Z6uBwLMosvG1cot/hoQ6eAFI5/MOuo7ChRRJBTrmx
awW82JXt7lQzN+/UMG2vGDeUGxfQutYrVSfZ1CQcf5OGmF4BhFa7vRwgv8rn50nSP8HalV6a5oRK
YarisOg38QNywY/Ev0uvQv8T+q5b/Vuxj/3X/trejwGjylpd8BzbKkUQKd3hrCncbo6UzvaHQFFt
xx7Bnjnd51R/nzbOJrkH54p9sL+Ft4CDMromwrmYmLiYWSGYiQGgULI/ZjjWZpRi9W1h0nasbog5
OZtQ9N954nymtTjYOT6aVYz7yxu/WDNC2QbDH7PuOxB/p5lwXBk2LwfeeJnWBKHRQFjJcb+nrDKD
2uhwMxAFSaeCsqyagVlA0VBIKop8pdAw38Vnn//oV0h3td3WhaOi7+WhJ3UbKsPWVPYT31ZJ719e
72JQPjIk3cQdOB0VNNcaT1QC5V6RdrRMwoOlKu8idiggrCu302IGCOZ+AMVNsKCcESoqWepag5k0
XttfG7hxRsev7UcNsbmN8LTxu+EmsTd/v0ooh85y1kgD8UQ+/ahmO+oiG2FTrX/kNu5565XUFnXE
q7WGpFleHypxGMIEtbMjP8SBdVTbpsaOEvUJHJHGcI3ZXdw6vgOwmm0GMabKNW1lgbNXyv5i4fEG
wChoDi25WdG5cVR2bd4gGOXgn0+uWRtvSjzPL+/johlAUjHg8SXUI53LSIy86kIk0sW0q1OXEuVG
b39ftjE/cM6WcmRDegDh7QvaHB02IrusAq1uu32VRuHKhi0dMDAM/rOSeaVHD95wHA1RabDS9dBm
Syvag8Gu130wV688spYdAmTFwOVABuaMCS0meZkoCkxZfb2ZeqTZuEOcavKqpthbVUvAmcEpw9yH
WRprx23pi2EyAkoIEBfGbI60TryOI8gktI3nAggBlbYYpDgYvl6poizF65mP+X9LlMLVpLmpqHo8
JFMFA3Ojb4zpGzDUz4mSfWghDnkGnsp2rUO3vLMmuOwAJ5t7Z1I6baV4LUCBrvHKegcy6lTbdm5g
6t6ke2QaaKVRm/OV+LW0oQBfuGCsmKcWvl5ZR45jgkMP8i5Yqms8WPAXPlJirFxCizYAWAPZP6DE
aLKfOifItSa3KLGujETXlb7Vu3JXlr8un7PFm846siIdtKR16qztYSXGHKI2gv+pSB+qcPjWmI6n
hXXn8br2za73AbB/cut8bWRo6e45/gGSb4Ylhk4KjiyjTcc3MqD8NsWfilHuVAEAMUYyLi948cgf
rVdyUotrHSYHsN6cbdvuJR5e2/ilWxt8XoDOoHAJ2UsMEIIlHXyzpx8v5IxrhUDuMon056Q6PyGM
vLHslBpNdOjMT/Cb0hhS6VQY8ZWpc+rwNKZ51fTge2QJ+Fx/lo52E8cQXWjX8oqlh/fRj3MkfGKO
2ZA4CrHl/USr+HpytqLwXKvxEjXx6zVZ4WU/BvkRVEUwnC9Po+iQ5QyjeStyZ6RlrmEQqtibeb4C
RVmMPqDs+Z8ZyZEHE/z+jgkzSffalt/ElPijGTiZA7VxyKeiatxsLrvS2sIkzx1bLaxYB4sqn7zW
iTLqAHRctMPanPCaIclnI0ZKU2vmHbSfU+t2iHqkZ2sTiIv7B3DlDOcH9lce3ISoSBlrDZLNELCX
Jn3tk9toTPwm/A4RMVxQtMFT7PIGLp5FELU54FoyUG+WErKsFIJgbB+xxwqcytn2zdZ0b0axRq2w
uH9Aw0IWAZBcXFCnhzFF4jcVKexYQE1P5p6h5ieUdHN5NYuB7MiK9JW4M+vbT9jAyioPOaSBgqhV
3u3Wmaiui/siSsiKxXNRe7zQju91yeQAsYueFB1eaMpnC+ECcMOheeaEladoaDcZFDk1pFrUZKOz
j6gaqFXYK+DOpW94/BOkp8NgsCxLGH6CXXFfZVaQmg+jOdzV4v7y9p6HVPDEgB0B2pqzeqkm42S1
QaCFYmHUMh7cHeaVoOxg+1H8Yoz6TlHIVVM+1RG77ljjYyQFfBCm642NSRMkw639bCZsZwrTM7XP
yz/MOAunXz8MLAGgCpiru5J71VHSFXauzpwESgMsNMogzCpUHR2IOHnRQ3V6d9zM3ceG6HeJOaZ+
LdoeZ1hvIfDcTiGtppS95nWp3uWhnoS+2rdWhsZaKsCa2g/tVT4YA1SFR2L4ts7KnyLpot7XFT78
zMDY+ouFYB9tzGEcaB8T/Yfd1dY+78f0eowcMXhhBJJf4dbaU9mq6XvYVPE+QqcnqHDz8oOSC/cm
VbtipX29tDOQO7BAt45alCPvTCRUE7z4IPyzR3TjFTLpG1K5+7Ks671hFNwfHQfgj8LsVrxyDvYn
zwfooLnQgp7FUPBR5BtucBiO4hRxry2fwhwzL8ZacWL+qJcsSLGrh1DxmOCWB5cWyDO1AxFXYbjy
aDiLKPMq0MXSCR7ggFdKjsVHmzhuD63NVjuogy+6984OjHQ/9i+XXfjrQ5ytBui2WbpGNXR5ZkCg
6R+NIdgfhTd8tn7pc2oHeA9R/RGcll55P3jNCifZefD6Wt0fm7PzHOXQTg60JYnA1zkE5u/0ugeg
bNoWh+y22rdfpfe1T3Z2w0kGpZwss9qa2B0MqtvogT/Hh3Q/bEpPfbi8mQtO/4UU/O9eyiAZq4wZ
6WuY6QI7EFCPCSwsp3v//6xI/pfkDPxq1bx7n5Mf3YcH0N8o/tobZGXLvpopx98o0sM262ElOYTb
wmOvjY+Ru8Beyd3O33Cnn0YmJBKa2UbJADvmvRZ0u/YaSuJ0fMu2/cotsnhs/zj6F43X0YLAQ8fB
HABDRN1NoR/V+1B/vvxlzp9UswQUHsGQ351FWS3Jz0TRdmo7xZDIzd5L5Qqx1y+6zUgeQjtw3G2q
/7bVoLBXqjJnF/GXVRDWI16gviAP31lMhMTIMu6Fs3g45EzjcFfhEijWzu3sWVKswPJAYAzqGLwi
5KxNy0TWoIWFeREiNoVRoZ7/iuZ0XwzUDrWNA0UmiinYbdND+HRam2ZcClXADjqzHDUIziCncxo2
SjNMXLMAeXIivH5TBvkOjDMJULLhLtKpu7VK4FW1x+j18ldd2N4Ts/qp2SxpNZMB24aBtaupA/D4
51jcZOFapeYr0kq7CwSfDTzIvDjI2pzaASd711bMBA1YV+eqxxjrbpAe9L9joTToRAjQN5G0HH44
uSlu86EHYYjapeUmHdLmqreH+gFDPaD0akG2+1zHZnpXZYr4UbrKtHK7n3fUZ+Y+/FIXQh3IQ2Vx
ipiXAD+i4+Xp9+LFpeCT1ilD93i6KoKio+pTs7v8ERau9ROD0kewilmwj8Cg29yDO5jaaxn10lc+
XpFUc2nNqHUUJGseuL4g7FGgqRLGqpeYKy+fhTA0Y7zJzISMf8g1K6XqKhFryE8cUm2ESG9z0PWJ
rl5pICzsF0BFSJk15A8oRUjJec7RA+7TnnvC6f1YQeI5/IsUZRYGniXIzbn2d+quPYO4bIfhvBmz
XoP6Pt90QgeurqO1tgb8XPg4FvC0ZJYlgBKTzHbSqWaZdSFiNwMwOf+oh29tsUnSNa9eyrqOzcyb
enRFdH1fDcmIXGjcuo941ENI98G+zr6Fd6AV/w3CPBRq9ACUmH61ElrPsQm4BoEGxE5CcRIIEenw
myDLC9MUK9QerUfzytwom+SHef/DusUwf+ele4iUi93IqRfvwVC/S7b9GvJowWVOfoJ0xFLLjXVn
nDc5fyfOTbImjrR0O54YkI5YosZo/7swYH0aMW1DGtNuZjXWqco24gdZAZotPRtP7Emfk8UZ6xIG
D2V7cVOgzO6Hh2mLHvF0lVPtXtmOr4Im3ovx1K6kaIsZ7vHnlA6HomRGZupYav0GON8+dvzu1aQQ
JtFmR/LahzT4+wB5stj5CB35Lhu7qcviOa5gAl9VNhEGqv86BJ9YkEIKKoSk5fOacj3FIHqyK9Y4
EZaP+Z9DIL0LqpJl1TRiDVUeBS5mCZvhlbS0XasKLdrBUA9GbtA5AOfW6V5ZnVayjsMO1+4na6CR
8x3DPW7CVnZsIdYDBPHHjuSAxE2bERhFAKmVu7G7afpXRax52kJOdmJD8rQUZbRm6GBjih6SMKUt
3+R2QqN+1043en0f53vV/T7+i+vyxKzkbgRk7UrszMHC9ATqx6JSvbJAQze47HRrWyg7HSvG1hVY
Xug8WuW3Ohqokfr/nw3J7cZiCrnewkYdPUzOrug9YTJ62cZyRHB1lMFVPN3BaXjqc8LRY2DPsWEV
cJ3C8l2Qu460zoCjUJ9HUDXFmDp8bEJoO2sF9LyelLXMY/GpBSVDjAJiHhCtJcnti6bCIG0BtxdV
YNj3HQ9ywB+Hygu5C7KOHsTgh2yNvn8pa4eC86wdh5MwPx9OF95ajNRjjMSq9gc/3Jc/Jg5sDcXA
O42+WV55oz4MCl0rMC9lqCdmpY+aKEaCXYDcA9naeFcOQURpfT144q16rK7XnrFLEeV4kdLDzwZs
e6y1WeSE70rzBtMGTuPXf028M7+V/2wlkbo3tcsdELrCilW/5aVvTjdOV1J0B5ohCPnbZY9dTEmO
rUkpiaZUw1TpsNbQaDv4mAH0km828JJ6QvkW7x/9DTQMPnt4NK4wBpygTeiBL/zyr1i8xI9/hZSV
FAOmV0MG95kgkkDTm2nXeOzR3fzS98Dn0HpbVlRcXw8rcXUp7uC0aiZx1FkMQvLaqdRSIHCQCma1
X9eYZLU9W3lYWdt84KQXH77nHyOSj4IqwEnrEWtrg863duIWNcXv/ND7Ie22/U6sZXiLGdixQclN
RQ06BoAnZ85CLQvC7fAU3RdvwwQmNarStSLm4h6Cvgx0JCjegzHg9OSDVMZ0qznfi3Mkz4cWFIVr
z5xlE/9Ue+VmK1gQkj4eENJMnoAgDXJYEW3WBqkXEuOTsofkgl2aqooTo+xRQH4nd261tex/IXqg
ZIjcH3/jFSu/pjO7a9reQQGnQRBOld/D8KAw8GT8/T13YkZaR8uMNq5dmDGiA9RkO7azwpXrenGr
jlYiXTGTrjhVlHIOcOvk941Ky+jp8qFZ+OIni5h/wVGeq9RQRTDmvULfhRbub9aB5XNtKHbp9gC0
Ay90vNFBiPR1qR1ZAedlqoCYlXtJBORKjFoAy2hu0Dy/RWkG9qDVAZWEsngexHOo0strnI+hFBdO
rM/+cmQdWuRdoqhwON4l28a1H9Wuup6JNyODbOom85OBwxGb7WWzc0y7ZFaKeXGWRHh9Y9GT8dCE
h8y6GbR3o/4wpr/Oi1E4sDEcByYMwPHkhjNA1KBWVu0EyBOQhwA6dMuJgvFctlIYPd9HKBm7oCMG
SwWKBmd5fiuqNh9J6vG8gXTQTTk89oAe98ZehQoZ9HP6lebTuXNi3ne2Bf1tnAKZ6HAoOcnK0k49
MKEr2nPKHpTmry+mExMyuN8SJHfDAiZKS2xr880QxG/WqPYWstXZCnB24MI2zvncQs1t8URyoM6j
Uf7bKT3+26XldWPQtqb2h3JDHlO/2F32v/PgcWpUcvsRUiR9P8BoZfcbwLr8fi2SL+Q0MDEje1Fn
cSB/IF1JFTCmLK5CmNjkT9DO8niQgL7XPWT7htDCy3cG2Ou3pXcPNA7ktdyDtb+8yPNYf/oLpCDM
TYXkaoxfYANpq+wtfdMZGEftXv7ajI2BcBQYHTQREcpOQwiOF+9cEWOB4tlyr40hsNUnscbOsqAr
6MxwTPQ6dBWw2q/s7ShSqY3ugiqLIyOl/CF9AfQg2iSah7IOja/ibehnQBt6yU23iQL+iKmPy6v8
isOnIevU/hwBjuxX2aQ3LnofnriaAs3PAvNdux2hcpI9Ozc/7e33nysGz1O2E4Nyi0+oUw0EOgyG
HxaYZzGK/dJdQ6Z6Y92IIdB+J7RfW+N5WEbDY2aVA6vvXPuU7tREHZXaGuAxta88JnfVbfeY2D45
YEyvo9PW/dC81K+g22etNjQXnBUP1pn+2YKiE8Aep9trKSPR0jCCF2VhRqcqfMhUcdtPSrPX1FBZ
Of9LCz22Jp3/1LaSSTGU1MvjCjSi5fchz5706B2kPLtxDWa8EKoh7eBA7B4NM0wZyLualCyswMgE
LojIG9TvwygoKR8vu8tCRHPmI4hRN6IDli3t36ANbWHPRL4DQTGKojlo3yMFdFa8csnMzIgDfDFa
C2fUr1bs8MRWejyxUeiPkbCsShwu7RYUPFE4mHUeUKM+dYTYjRWupwC6TDk0EewXFzJRzPIv79ai
ESB9cHHCFvjwT42YdhaXvYNGm+Lcd02QCd8yVkwsZARf8kgQQiULDdqRuRz0uGBxtsMgnd5Y3dMk
3pdo02oBYMZoLqzhhbUvtK4Uo3DjoEtCEIqxNGlZbFK4yyJIcRil00xUNcPR46Ea3g2GDT+3GSpp
2MzS9GynE77bsx7QZQfYFZS+oGaPnVcaMOgpqPjHU9Pv+14xX3jY4DUSq4AGJ6WRTn5nIKFSOWnZ
VvQZxMk6JFeHpu7FAe3G+rbSxkhcl3Zs3hFM4O6taZwCjH+xa6Jz9UMfC+d6iJ1mL3AQY+hIceRm
5mRqlUfQmahpFbnkN1eLIZhMZ/wRK6N1XzQhf2QKQINl6ohr002HwIKN+9KJyHWZ5zPV5uB2V2ZG
yFtXsWqrpyPT6CB64MS1SMlvi9jp/EnNmsgbwS/xfRZEgFBVpBV7QeBvtO5tftdjTHe6tnW1D+9c
RTW+JYPrdJhUm2WYh5wVe9ti40spahbYcQchhUJrdR9NMLJlsTFhzNOBWhS4+cakp5POlG+Znqtv
aTWF90XbxMCN2Va1552S+HY5QgK1MzFQgXI0y6/zEiRQ+IxGtDHcdPylVzow+1Of8qdY6CXKZ9Bb
CvKmiX83bZXpAVhuchSBbFukKLdF4k03e8wogumG0Y45yQ+ouxmbOhImtPjyzDiYrEFVvSWYy7x8
quYigux+MA4SWRuYZEyUnZ6qGLkqUzBp6OnAqpoYadWVdjsl6jaGsk3Y8V+JslZnWJBEQ9kbWQGG
DkDEDULZU5sdryoWtYh7yiMKVPnhrfDsifIb8+kpuu2uY488WrfppvLFHf/BNg7SMJBqreFal8Ki
5UCKYqbfB8uC9CusMLLNnOOwG2lAwBMqhtX8Y+GChDrNHxPSlWX04VA4LUy4YWAJqt+M3g/UkW2q
37m5b9xX+/hQU3e/hjRaW5oUj8s8s4t2FtuIDIB/spH2+UqeumZBqk21oybM8StS4nw18e2g31/2
y4U3NriGMa0EjkyId7kyWKbF+6PI2xG5Y6ErH3Zn2+85i1BErJwcXR8XZP4BD90IUYiTbqItC2Pd
b1Od/6wjI4H/glu3jPuuWrkklpZ+fJ1KqUEWhUMfmbhOe/E8o2kJW2nOL3nNsYH5BxxlrU7dpoUO
tl4ICukvqQ5OfBcI5bG8yvV/YQlKCf9cqdJrw+U5IkoCGGYzfKQW8RNRAuYPwkZjjQB/7fKWNk0t
QH7fK7i8m3Gn1VcNntq6d9ljFvJDDBGANhF/oxAu98jjbtQ7RDNko2kecKsI+JY8MqjNmOGajMWa
KWnfhkLl6aig9h2W8a6P9nkGRoDWb9Ubxv4+6z1ZlbRxg2ZHXRqiUVEMod+SGLMLUE16MVXIWylk
ZQuXLoMZDY+iCxiqNRlIUUVFJxoXWwj+rLiBrDBmWc0d1GipNez7ZM0plhz92Jzk6I2WmmOuwNzI
0e3v/FH9HXa0y14uO8ZCkwACFgCwor+Ewosla2J3rlWzvoTkg9iIjb1zH3+hh/yJK6dGrwnEElt1
11+7u/Ktd/01bOmS4yPJR9lWB6vnGaCHCFBVZBZsM8jRAdvtACeiTX9NSQ1i9iMr8rtzzCOw3Y+4
URMGylh2R8wHsiassvS1jm1IiSqf6qlKR6zEKi2y7Y20RoNQu5nAkIm2cpg8Xv5qa+akMxaPZpU1
GcwZxmdmf+bIkMtwoCx5vWxnqUhwsnfSCUsq7mjKl5zKd/cJHICETgcUzXB5HuwNGloddW6dIP6x
YnbuxsmJF+QQAAPBHwv05adRvkYIqUOhAQ2MG5RbGLN6EPqjNqKMG/usCNpxHdmwdL5ngKQ1Vwp0
3ZWW6jIwaESFiT0tQJdVTiC0EOJRgAV/o9W3HZrMiruCmloKlWDWJ1ii6oKVVVomMuHesHsduV5v
io1i3GEsM6ROnKv70qneiIN568s7u2hxxvajlT4zLEqLJKI1myrFVVOMmQ08gBZPu7SPtQ89DTGc
X5lVmG35IPgKVeZCXoD5EwOjbKjsQtVJKjbhE+cp6dETzJm1L8SNHVbbyytbiCUu5pQQTKAyiI65
tDIFgGvHFMAPq2nKN9akMp/UDRTMYvvXZUtnewgaaiBoUf+wCRSNbCkyF90war0rcjARt1Qfdpr4
WZv3VvxJrM1lS2fHfLaESquF9y8msOSvJRJQL2kF+CKgc4sxwxaacDuCilm4cgmcub5kR1pR0rgC
FVGsyLCzAM+uT6dUvV5LgjRz3yETcgUKrxXXXzM5f86jPM7Oe1SsJpjEIwPEIz5jD80YeV3hpdYn
6/5+gHXeSeAEIewFGnH5pI1R42S6DSIOENbRrLstMUTaxfdW+teJ1ryVFjxjLvWg5SNdBFOITEvl
MNRkrxa/UbIA820eJM4rUPFd9o7FLTwyJV0CeTm49mDAFLSS1FSnOhebLLuKdOxhegBBzWVzZ0dY
Wpl0wIzYYKpbz1uoVkHKwuuoX1NFPU9GJBuSI/LY5bEp5t0bP3LyMA+GsgEDoldtclVPQdp7JKRZ
uUM/XLFGj8TPvftA2js0qoCef7q84AV+w9NvKflooouiUE38Gsxzg2PXhMw7KpJ0ln4uybUb1lRX
g6q5hiSDWJNfOccbzFuBmqSD2VyMRRDJkRQC5ganGXOgt/T3FGmEXvW3ChjYHC3djm4B2k2gguqP
3MXkaRny3cri5///5Aqe7YOcHvVdEHIgaJ8eULwWxj5WptwTkIoz0GfBcA5ITp5Vgg4FN3YKcF4d
D7+bpH4z1ZXocN5Eg3WIeqLygqsKHAXS6guouJHMweq7/rXPiR/q4IByuGdF1UsIikIb9H7lkMI1
hk1kpW99n29C0h5qXqxpLC4F4eOfIh0zK7QMcFtiI3K08SK2Ud1fBrtRq+jf7PixIWnHW4ereJLD
UGWX0Bh5MZytrpa0KZ4IapsKnrodWL3KOwOSVysf+yzf+tru+eqEsrl6pgfuqm3aVS62e66JGOXG
Ij8N9Z5rm2SwNmnyjY23fE0VcHlf/9icw9vRDTCZOFmigs0qLqZqo8ejkfkk4f0WEgLDe+eW/cPl
ZS5d3Fjof1dJZFAN9CNEZiKJ9MZBeEVY4ea2b/L4EbzEINFcbQTPjiGfIAxpz+VLA1mPLIWTQR27
EJCt8yzmUDZ5qnpvmRkt7SeH/Eh6D3RmNDbfivCb+GsVxK/v+Y9peeq3GRQLlF4w3VZD0OsBF8Ln
Bmrg6VqMXPQcwAQgEoWTetbdsOtBmWodlnjxwsKgHj09ukGlGbI/V8C12ZM3rTGmLIZGNKD+sSl5
jg31lFwrYJOkgEDYQaaanhIenCRQrGtSbadwQxQwBX2/7D7nVbd5V4/sSkkspGMUkWmwixERsK3u
6/bWIgiEoGM6cAHkeOuHWYDnCYY5QrI2A7B4XvDGRI/KQFNTbihqTTKmLjdz+E39DBKM+7jvwYL4
kilrd898r5057pGl+Zccncx26DJ16GEJklh+ycDf28Ugbc3/RXY7p+w6wAR4FpwB0LRuUGJdw4IU
lNjtJIH0YoSYk5vmR6qJlZGGpe1DjcMggGYAXyK34Zyq5pqiKrmn6Lk3gPLGbZnHleo+NMVKprS0
f8emJP800IWJDLRnUNbgtZ8arUUzJyHQ2LNWHj3n73O45LEpySVtK2ddx2GqyK8b/UN370h5K6oD
Kz/R1zKmD1V70cKd3r2CoEYbANRf+QVLMfXoB8jFlXwAHAnTX0gTip+cX6nOQTMhlqLf8Xitmz9v
m+yWx6aknKCroFfoRlHhNZP9O2UvaY7hftL5JZowTsmCzlyTEFyy+OfCsFxpd9kUl7ybLwzL/Jko
12lJlbCgDMxk6k2SrR3wJbf5Yw3x9PTYhVo1JnqJ+9/Oi6u4aHZlEyLh/HU5ii1ZgaIyThyGUS3g
Tk6tgC9YSZsOpP8st/ZuI57BYuyDmWxz2czicTsyI2VNhsOyWDNhBlnkNZgIgwkm4sHa1Vxfgaot
fCWM32OqEuBFQjCWIq0ozv7rgrbbN5ssNF2/VzlYySP7LmkV1bfqgVEAReuVfGLhRQQ2PsdC+RL2
iTtv9VGczEtBGOesQBcmVh4MwW2Pow+9csJmJ5Pc3jJRJAJ6xUb5RNbCniojLLiBhzGvXojw1fgw
TlBq/nDckWJymWprwODzFiQ4J1DnBsTfAocCKmKn66qKTiF1pRbQV4XCEoboMtFRMdneKFCK662d
q0+bWAevrKXsDQGqMCgcWG28BbE9GID72zgHDpv0m4nYTyqEPh0n22ZuGiRu6pe566X62hzKgg+A
ngqsiPObCS4gPRynFPWETNEKT7GRJme0cjYk3FTiPTIqr18TDDgfB5lhKYC2oheAwjWYc093qHZQ
UNBnczbHXM2PHvPcaEcR696edlq/6cVWWRPTWQi0SFxt0OChuYdShvQ6sArHMbPJBEM7milxhCaf
vSmi29o5VGbs//XhhQO4uCYhvz6jb06XNw59Vg0lloeuvF+GyFcTmiU/eXt/2c7CV5vF+NB1wNg2
Zp7nNR8dILvLlTjtsKah3Vo6anVsH/VPOog0zXZnI9L/f+bmn3NkrtDqSbXnLRyi58JlVHNvk+4b
C59zqFrwf/OowuowlD63NgzIiJ2a42UVD41KCg+kM9lMj97SJNX8Rn8BO2hj7afipgjp5SUuhF2Q
DADpBh4FPN9lHFCkC2tgWV94Xe23Bsqt2a98fOqhK3bZzoI3ntiRwnvE3Z5UGoKS5ew6sK4TakEc
TZu8DPzCl00tpd3zPQVCuFn5DZ23030co6GuzRi2bO1uMO+UwdNRjtBjT0Crw3IDWwMTeFADuJUY
W6f7tWJ+4YUD54RpgvkvFw2CU/OcQDmDj8OXk7bqZ1qBOzfQu13peirokiexzYaVc7F0sRyblByV
teGQNwRfkUC+eJrcRxAor9xdix/waFVSBGPEGHurgwmlYofKqgMlqoKujm+sNHvt2LiC7l56sx3v
ooy91knWlE6LXbSr/mfNvtmZCnLt6BsqilelIR6VyAlclH1b860B99fKN5zdUb5DjzZU5k93C7cd
SxerZc0+rTZVAsan8kERP8PoxWGHonzUnE1tPJXmyqtj2Xn/7LNMRh0rup6PDizXVeIrNfpnLTtY
JPlWk+L5P6R9124cO7DtFzXQiR1eO0zSKFuSrZeGJXt3zpH99WfRuMee4fAOYZ+nvQEDqiG7WCxW
rVqrb4oNnZ+okWwV6Hjl2TOF3CS0eiXLZxnQteVzd0duWLSeG2x+3v4ookfwjQaD65fZPQTEimlf
rXitv/WyGSZhLGJdZYQigKj4xIXSWF0qE1YTLaiGZ7t/iOZNJiMNFt0hYGD6XysmlzXnWTTWCoEV
YiJDGpGrbMDQrpN3naHfvlzfSUEuhrIR+HsZiQvGL7hTk9q0AhcgQpHrvChVvrWaV+oqzx20SJXa
OmYE6GmSSAgOJEb5Yg4YbDQFskSI6TUocV5IdJOh5JAQVJ8hLwh9gkriLyygcu6CEVc0QnUH5V8I
b5xHPAxZubHeIf/DjHcz6J7e7Smwd9e3UuAdZ0bYkT25jElpldFgwMi6PAyo4xSu32KWt5DlTbLF
cL6fKo5W2w2z43wAs4rOAjqsvWQxgmiK9BOTK6hiYECZd/WqxSRijlYdlAB9s3h169BZQ0oylGtl
H0e4byeZLrceV8cARK3CVBPdr9PPdn6242cySN5UIp8DkQ4+PsATDMF+/nWcPqn1yEGqVJcgt833
rvaS1F+hWOCR4XMF+hIx4+/9Aak7tP9wxQNyyB0t2lpFnM2wCMStpwyRr5jxUQPblF78NbQG2fuJ
Kb5mgZ5DTtqcmVJmHwxAO0V/A0eit9bOw/VFCdRJmSk8ocBn66InyCUPPajAmiUmtU+HrvhRRXH9
AWFv5eus981zb+sRCWldxDczSYpjsa720aJ6OWw1zU32+WjXtecsqTk8AF2tjWG6Ju0UqEY5STIO
QRRFI1vXoC4JOkiQ3px/74YsSz9Su0ZOVeAps7H6BwIyogIzoUYN0vfu2/WNER0YoB4ABdCRpaJh
f24vtsZmanrYS4bWy6El535bkEBa6oOTJpJwJlwb2r5o2qMSf9HcUMyuHg22trXttLdFT2io281t
FzeYs1ybu7yo0x0WL4E8iJ7RkCZDCw8dPNZ85k5qUhhtiqJmg5FzK3p1KpU+2bGpPa/pomu+MRXD
t9ky8p1uluS/lozud3dJprCfQCzoLej5gO+3J1/xYIlBlA3NlicnyyHspdTmPAdWOyVJ2E1W/kYS
ZQlKy+iDTOm0/+LVQL1D02JNmooLcmGbyVaDl0NzXNSPzj9b1IDlZM4Bfm7qb7p5q7tFQKzHRn/U
9SVIlkNvhmhJXncVwec7s8kC4slFYdprN5lO3/hKgaZnsQYl/c7qqqQovAHwXaizyJI2E3+SuwDP
THKndqFzvNgmM9mFKli5zG25blkPVrN3jQaSuGbvxreoMw3tpmoeG/f1X5YMMjNInSNm8GkGLltw
NhUjWBbV26YO+uHJAaW3sYboRVdwhuvWRDkqlvvbHJ9g5BgZaiINXzVTgWnUd7V7R6f9CD5cTKeN
mJeNrNcGzH9o8lg/ls6U2Rd71R/73GVTg324dGIsN173We6b6VsD4XXVp+lLYuwW8rWJM4lNQVZw
tmQu/swp8lWd7bCuPybTT3W9M8f/rm+r4Ao9M8Ed/2aainVRsatJAj5a4DNUbUPQXnXLXbkGHfuy
4XWLgqDKxFcQVcGQBjo8bh+VWXPn1Vgbf3UPkAZRJ8dzu4802trSbyYyhTqDBjQsqFbRgzg/lG5X
YhQnBhJ2Ud7rKiCQDHByMNmV3gIFgevLEmQ8mPwBEBt5lQZxYG5Z5gA2HRD1QJupRBezOiI3DbMM
ZPC763ZEVT1MleAtgdiGtIcf/NQm1YqmQmt8cyTAL1e2ORaeWZhJMPfQhfJor+oJlJfV6mgpzjBD
7h7jQkEbL6UEey5yT0j4oK6MshFwZlwAmuIkciqawXdaDPnE4HfFAH3k2JKdFXxFqGpoFua8Waz5
FRhOQitEUZ1BW/MGjVSvAKOyqj+jcermH4aMQVR0GECQYTD9apToef6cqcKUkQnqQ4h3eFH12tDM
U/sDiPVKCPSUdbLHxSf5mswt+CDOEklk5ExKgJ+Ud5Sua1qtxvWr/qfmW6S0ngaNbszoT9ACy91v
df0aG6+ZjFL/kowSUxknhm3uRbo0Y64OBgybyuS3I8gOlCBzH0j0XYdOeDtv0ujgtluy7lLX782H
zv6axt/W+q6XMvmILrLTn8IdnWWg5TRa+ClMpZXAeWcNQKIyIOp3CBb7RrfTy2O8BhX1YgXYZT+q
ln+ItHgpQ/ADpWT0SLifYBuREZtGiz/tuGFG7pMEfCm1JJ0UHV08V3BkDLxbMa3FxSPdHvQysmBl
Qjdi3hT696jcOsyRu01GD102+ZYt0+W7OKVEBSYT72Pwi4Lohm8PkrQZHVcB+VUOcbolKkB1AdW5
ymhkSlOXy4MloJIBA8UoM/6X/ZKTg5oRLSmcFjEJhYmD4aBTnsdtGPXJezTNP1ZXf4XGmq/X1YNm
ynQULo4uFoidhRg7mueAHHMfsBjqKAZROqudtWxvTfsumzHx+ZbaTtgrX23ZoMVFvGcGwVKLuV60
uy66riPCLln6vPY1i3o0eVx0Gqig9ZERT10klmd2LvqtXd2oTWRhYZlmBPnyZrqrH2W+Qr6W7puj
yCCoF2eR9YuAfNYQb7Eug9tHe03mJEalyG+tG52isRbLZgcv/VFjvg/SINAX2KDWP/eSpS1qOwHJ
hd/gYvGoOmdhPoCfDHgyGXZDtBi8FQGmsNEovORNBo2MAkAtsBtx4xHyQO3N9fD96xF+Fr6xXawD
BddzWF+Xc/mxA467i4DMWkhfAeBIbuySDBuFAo2mKvdlb5JDpM9HTVEOjtPtFb1+adv1ttHjGGA5
dTP1yUNl5OYWEyaHWh92kWLqXqwaMhl2jSWLFz8VlR8QEOGQYk/O933uJgw65glqvIq1abRyp4JO
iVpq0EwudBcAq88iX10+45UEmRYzkmLJRS748mDbAeMIbjr0ZXiwaN9EKEtCXcmvtUM82V7cPYG9
cXv9k4iNYNgevRD0ovlwB66KtmxojECAIBT16tbC4Kkpg64ZF68BNPIhksaSOoQclE/Od7MvzDXT
XRxLjENvlLsPPG2/o5QbOH7be1v62b09Tb5zX90c8/vOK16flS/JoXm3AypZryDqsl+CKiUyMKAi
ecTVmLUVlCSx4HrJQ0Bfbdqtnj0sOxQSwGwGCdOoe9KazvFILwv5ws02GRUOmH7w1ObcH9WM1kgJ
bJsZKCiXwUc/9qZIVgmHvOAcY4l/zLBYfHKxkKpD02uEmbTGqGph3Q1JKrmbBfcHIPfAR8A/MVjD
l8CctlnzUsH3tLonM7qbqq+QlRiWJ6f/apq7MZJUyy87TfCfU3ss7J8saaCDE9E0Y+WeoO7ucoAs
QSKhodRzMJV3FzQ8MxRzZW8H0UaC4wHgPA1OC+D/udV8aty26Qp0BnaYEXce1bD29W9AflmBGZT7
aZt//vj743hqkVsnxvLrsolxTTalek+N+oA6432qfP17K3gaIG9TcfAv1IYgPMJoh0tW2aZhN9B9
2/WBVqUSPxTFUDgIY5QFPA/vZs7fB3fOF2ep8dXuk+OymfYQxPO19/pofuKpICvwCCL2mTXO7dHi
iQDrgrVhMwTKztqmW+2mu1nvAM9dPFmeKPINoCkcoJQgIwgumnPfmDMnaR2txSHDAJvR/8xlBi5h
gAz8dGKBK2fYNhit1BIWUKMq9sNX6PgBjupBkVsL8uN0WP3voBKUiQiKYhSTacNzDgKhIEw6X5ee
aaszWT1ilPpFIwdDD+dC5hfMi7m7FUk9ED0qiAhYFnxuIyKdHnXLDCjKPrt3br9YP/S9e7ceVJBo
+YBRBKBV8RUZAEa4MoQshF/UbxG6OKvg2agjA/puFgqNFbq2YI/zpDnOZXcAn42J9P6vGeY4J6EK
k6l20jWsnXgPLPgUICOsfeeLPnr51r6tj92rtWtv3P0qCR26KCafGuZOG2mUuWpKrE/fvi8wvN5X
xxlRa2M8117+szm2kCQA8GvY6feZ174pB/Dt+8V3GlCP7KWFF9nP4Y6jBVBirFr4OUMfkp39DGnR
G8BlQ/2ZVT83S+gG5q49pvf5m5/LcDpC4xB+BVIfXoanzvlHiC2ndvMaHpZaNyOGH8ERqM2PeRJU
0c8ONZ5aAoUQeLSNeQDgWFB0AbcNt/fFBDSLy2roBjQSbEht6/PjUD+kDmoTWeq1iuRCFPgyxv51
yA0A+QysIlv/iZMpdCJtp7LmfzWBCcL5RHUJgUKXwXMFUQ65J7K2X88CFF7O7VSG1kRJikYrxDGV
wzrrAzgYiUw64VcnigsImJSF+iyItfCS4uc8s8SOrRL8qL714rzbxyGwPajvPbipt7ECcBQH60HX
POXW2cSySSBRmD2zzZ3XNutoi5EVHBu//6987Y7Fg3FTtp4DJ3VRdvWN1mte1LfrV7BoY09XzDmM
k7dwmAJW+/JmmV5rWX1VcAAYWydwfgh24KLjPpw+2uDrTfD30e1oVJBj5l7mfNH6Y5KHerylveSx
cjnchRzp1CB3W2GYFBSJDTN4Y22Ho3a0b9YbN1R+9gHF2Ian3sgkUIRLxEVloKYALiqTu0WKOSLz
oMI37Xo5jO6yjcA0YLn/GfYH3pmgDbe3oDKWFHGF3w1FLxSm0Cq7wK3NU9XOOZ6lSOEZmnG+K+W8
5KLDjWWhDg+mQjbadH7ozNFIagi8AGNYxh6orYp0n6q3kAtWRkwtvujUc9YHHQ/C9HsxbickV7LM
V7TK01/AfcycLNPSVmim69GqHAx71O/NlnxePwKXMVOHehECNDrFEMYzuINXKiAkWno05Mb8GVgb
KzsMy81g3ivqwTR/XrfFfOE8wJzb4o5bPmdKXbL4TMfvtrmtIi9bjlp662bBdUOyb8clGZ2Ra/AO
fLssV0MF/+2nYW+nsvuNXZ7n62H8VagZQsUdcnh8dYK6KoX2I4vLeEUODfSJlzzQ0vu2lvHVixZ0
YunXe/rkpiHdmqZMwdcvjHWHBhGK7Fm4ztbT9X0TLcjFIdYx5Y/xe34ytci1NhtpBJ/vynvbjT8W
wBZVlF4Ai5XcnaIMzQG8G2hoNIagBsRdnoBClYURw5aeNTfjGD+sFKT4oEZB+WKT58NONR40G92T
Fipay52uPVtWd4x74rXGR5fnkqWLHrenv4ff4qGNMBgy4vesJHqrJy00O+1AmuqQ5clDXzphodHA
RrkCXWW0qqq/PodsnhGYd4BwWNuPi6PzpNN8HgBpqHooV2n7RWOCYgWwuKWCR/236x9a4E8ObnqU
gaBc6oIP5Dy4rVbc0RIM0n6F9uJAtrT4vk6SIC2zwYUvEtXgOIiSxu/SylujbUXjAHM43vWVCFz2
bCXcUY/bZlG1Hisx0YgavinpXVIESRb+36xwUTJpXNB7jFiLRQETOBbGHvVH3fly3Yp4x/BGR++X
oB/BHQlHWzMbbogRZQ0dNTAgYf6cupvrRsQb9tsID0lIwHEIulj26ZXbyrwv7V1G/WWUoNwurxW4
MwrY0J91DdChcA7WVnaULTY2TOkNZKzDvjHa4wjBLPAs6SDAiLb6LOs6iLaPdQAArkSlGL3mc6cu
MjuHGAUYZhwn83PqHtWy2rqD9nJ9A9m35qI+2pDo1yDkwxA/FNXmbabRBg0x5H23dLW3dfRx3cLl
PcnKXMioXFRtGDnn+UKSuR/1zsC7wnbSEnzTIFfKkxlkOX31PtNsRFyMS0n8u/xg53czc5uTG6Zb
k3I0a9zNQxyUzl0WvbiRP2dPdXVcdMk7TVD+1aGB+4udGTTNxGQ/5sSYq0Zmmbf4Uknq7OvkDdgy
PyvBOmEngV4hHC2falw8R65MbOByZyFUArtQ7VMZrJSLFivSncE1kR8PaTC530wjjMbDbL6Pqv+3
nxCGUGZHxc1GWOdvtzTSjLGvkaE249fF+hZ1+3h87fTDWkmO86U3nhnir62+Bi9qMSMz0LqvNsC+
y7K9vpLLBB8jeCDJYQU2hptgp+7kW/XmtNbDYCGXWm7W4cGqtkry1sW7dr5p9Ju4lxQQRV/o1Bzn
h3VcZWOHxjrGXahPod1Iu22UvisLmEkKyd0htOXiGjRcaPgBlX2+tGllU3qugytffR2cbGeS9bE2
ulDpRq8xFknGcxmedLTpgbgyQO6M/7Jfc7KRRBmyuGb34TxDzdjezM5L1ITXP9ZlcGc20KoHARWQ
ATwZVJ1NDuYRADsZ65+EPrXZMaFBJgu0Ip9j/ExsavIX6uR8JZrWlpVhMyvaoxVBNE+GaREGI1wd
eNn9in/cVo1q21RNC5AOAFBW86JHn7F5b2T7kuZeLqu1irwAZ/S3MS4YobabjCNInn1nBT98vif2
I4Foq63ue9n7XOQCNupFmKRE4gvEzvnGQU5lrkiCjWshFlp0W0ixeSSRpURCK2B2Br0zMkncVedW
kq4m6NIWje8qj9QFta77pNgyNRCRpyFR+W2E2zWnnRVEWhhZcTjrfZ9+rtpB1WQ8hsKPg5Y+smLU
cgFzOl9L1QDKnKcw4+TkplQVZYeqAmQz4uXdHq1bPY5KyRESWgTID7z2AC4YfC82IZjeViPcTVH5
gyUSve23yl6Zm2Cot39/WlHY+3+mAD85XxyYnIc+q4EhaukOPMvt3HguQfIqMSP0hxMzXJizItKO
4wwzURFa07cxeWrS1+srEW4a+iTA/qORoP2qip/ENogUml1aAIQG0OeUbQZyUN3IqzPwSD1etyRc
DIKP6qpsltpk/35iKTGjZjZKLGbuwZxBDT8ryq+LSSX3t9C9T8ywfz8xU5QzJnOZmXwsUTz2lzSk
muUNtaQLIwqljOvuf5fDNvbETmrZILPJYacjCQa+nddqjf/l85+Y4E4qiscx1HxhYoqfSHqfuvfr
IknoxJ//zyq4uNab7tgS5sjgVt0k8c2Yb1vIXyUmhHGlhQPmruf5NzLVP+vhHzDQipr71oSxsUpy
j8xgbnJWTIW/W6MTDHYZTqsZtNaY+Vk97fLV/b/tJ581YGg1mkBZ+yu8jvqXydxGvaziL/Fyop+7
BdCMae40sFF0bmAn9+rgerYMHS7xcX6KorXqWVN1GNHiwB3CydkQ/WDLSldC37BRIAOhA0ZgeNCJ
odIk0RZYmZtP6Ei2NJyKxyKKfTuX5XOCLgJc48QW5+qJBtk1e4ItKMltxkN6V99hFHSz7EC6a3og
Ncsfxp395R8iEiZ8wH2o44Lir6jEtCH2YjcIr+oXow2L8qcti+Dsd1+4/IkJFkVOokQWF4PhRFiX
VWHa5WPRvueuPznPzgzsuynxb0EljO3inwVxITZKhkIrWiyogTIwhBW/VTeQV7pVtmngbo0f13dP
7B5/jHGB1p4wezKbeE13iuEZ6YhZl8VH/j2Tj5q8Xrf162l+bR/ZjznZx3xYetInMKbSXRmqfvpq
+nFo302HbodJvBcFkjlTOByUrbHtntKgkaVmsg/JOWgfx5Pa1tjapCM7gAqm5Y3QeasZ3/TmdtL/
4cVx+iG5sAz4X97FJqzplflR2BQDrbq5gSTo/vq+yjzmF/DsZF9tI24AKMS+DnHYRV9IFdhAIq3Z
bhmD2trVKe7QZBeptuQBxxZw5XvywM9VWxLSMGxy1EHxyM327vKFRMzm6Clu5mto17SdJAORfEOD
i811tPZJnMPoCAR0qT827eyX7lbvv81l7ZXz5/XNFV4Ff04jDwVR17zNVRZeKjBUUhs6DkPzVCi2
ZFWyreRCDOQ3yDqVMKPWnyTzm+FggzCZurtk9qnr9bL3g2xZXJCJiwajdQbsRfTWHu7q+ovePl/f
OfaTr3kHF1qmtmha6HXjiTI/L/TDkDIvXOIpzwLlBSrYiWIrm2DAWYbXlSpPGrTEGi15jIHooha5
Sav7poiDrLRkJ05mmgsknaO3apbCtGXWr0Y5HjOMuto2PRRmeuhc1V+bClozVkgWVXI/iP0fWT5Y
riAf9CsYnBz2KhrL0RhwGWXg5yvUTzVLtkkJoTNMFJdddrvWlqQmJPQVJBBgasajGeIc52HbWHNz
KTJ24ggk+No5rDTTmyHXfN1fhFfRiRnuYJuj07kZxZ4O6bQpHcfv5vR+grpHafxMXJmupaABBu85
6bxyq7Lw8kvNEhXX6F1JvPS9fLT27W23i8HAsscNdACVhvYt28s69sLvd2KXW6bVDcakJrCrDYxB
P/fdcTvUGJtbPb1+A0PQv+zqnwYz94I3QUYNQic0mKP6VQGe13nrawzubDCJe92QKJ1lFXmTvQ6Y
gvG5lxCrJ+MK8JWfpup+UdwbHP7HrLNuMc0rcxVRtDy1xR0/TakqsGTiDCx6vk3iYK4fx3WHqk7o
Kl6MqcSldyTLE3nnqUn2k06OnVnGTVukWF5f/Fc6N8r43zJAyzMCFaJMj0zkIexxzQYdiY4O4bmp
bpyGBROcCJz5xo68JH3XnWNE642uB04sE1gTdwNOzHEOWda20Yw9zLXIiGxzXySgKXAeHaCMVvfo
1GFT/hwtK/gHdzmxyvtlUgx2w2bJFiCalu1U43UAwIql767bEQWv083kLlajtrN8QB3Lr+f3XPXV
5CGnkjxPdNGx+rzugIZdh8jV+fdCk2iMrRbxsXbqu6mJnpAvSC4cmQnuLq1qpXHqoUN60ERHdHbC
tpc9FIUbZaIxA1pf6OjwhTcUldoU8sFA75Hc05Jvvbp4mYyzRHhwfxu5mExCIQxicguCn03p+zp8
SUEGkaLgu3z0kLFMtUcn/2t2d/SbIO8HHW3Gwwa2wfOvUwFS4UQ9vk5O3zv3wZSNIgrj3snf5z7N
olZ0UliCmFrWznHT+yQHYiCulTCi/1L7AKcEiMOB+ICmIxeErGRKIWmBtaDzW3ixrZReOg6HNpH1
z8TO8NsQzz002kuhg0qE+RueFM2bCx7bTBbFxTv3xwgX50D2MdopXrpA4EPstvCcjNGwpzKWIQGw
Eh4Akkm4AYA1F5Lz6HjrzgQ4sk8fSeJFj8HyWR9A/Bdtyn31Fm+XQ7WlQb4HAf9BhgAWxvIT21xw
rZR+oA4bEqVsmiYuEj8poRxOlhSz7IvX5MVuxmvpeswT3FWgUYFWM2Gs6+hDnLt8UZEMigY2ENdF
CIElc3oE9rCrA0VG5yB6eTJOSmyvhQmtC8hvTqvKKi0XSEAyhiYtt0qxbiJwqxTduhvMnwAF3BEU
0DLKOKRkKAfROgGXAtYY3FWYPOSPw6rO1ZwBM2SOmEY2IN0YanPuemNeD5BZ1KtATVrZ2K8gFGMg
DdMBQCBgGvFXEewkEdCrsaKRhuZYEWGI3l0/ZgrGxesfUAAkBXc0mCvQpkRvFEnx+RecVtJb5YhO
lUXNh3ICLAvWhhuQslcHhUKVVlmUB9Sl7BsN+Yevr9n3TC8A4LKm3EtjsPdl8d8XmfGTgK03IbcG
qCn3kxqm/rEYWPdEPkn7nMd5kDcxdp2CRcP1r2+AIP6cGeOC6og2sNpYMLbEC6BLTBJDtzriKQn9
uG5JcCPBEjqpeNlgn/mzUrUoVrg98rqOTpBoT5D+F2mqBBpV9i1NyaYrXM3rl/4nOP6+XLctWiUm
TA3MjwFxhMN6/pUrcCFAehw5EI7IvorHY1ShADfK5nNlZrgYZGkVXWsbSwRat9NLiN7H4D2SfDFB
MD/bR3ZsTo7FUNGxXgZ0CpXV8jELbOtBMxih+ddUIISdjD/fi3NDmqFQ2TdodcW0v7ORNbbV1mg6
yAOX/iwTnxc5BzS6MKcLUSmgVjhjyQAFgGLBosa+B+OBoaceYNHLKyQqCSq/1Y+0yOm27qbsRe3G
UvLuFm0p0IwOeDswVA25MG5LlzytxkUBHHRtOi9bu+GBDH0bpAQStOu6yIjkReEUI88EM2ou+Cx4
Xol1iKbYzLHatsTMzvjq9ocx2mnxbTpInEX05sAE6m9TPJPEWpcmSU3EN3MhkaeRyad18pUMFhiU
o7d87PaAvX7SRt9TVfZQvaSxgAudHjvuelxzd40hB4Jjd1/eFffDxvXS8KHaLIO3xh4wr/lD/zHd
dq1HZOqzgnTgzDR3SqrJaq2UNc8IfdB0X58eh/5Jz48lCuJaeD26yGxx7lNMrbYuPWzFy3ysRsvr
MihGT304ZclDNrnbRp8k31Vk8vSz8gGtJyiwo7YINFn2MGm1FxPtXqk7PwdzdbPatjcR5eH6MkWn
BCcEo/Sg9ANLAGfTyVqnmRncApxHo6VCL+NFS/OAxpKLQri2EztcFEUXv58yA3acaA5uq6CuMO/e
Pij5xpEJyAhN4VYAChwUchiCOD/4tjLmo0EQsOsGeoRpuY1tr4XQaKftiHnjyEYRheZYXow9RGTl
wXIRaUryq0U4qnG6a1dLA3cu0F60rOmdW7paUKTRbVNAavz6p2MeyFWIwQKE0RwLIQcNPBaQTu4M
o8UEZEqRHDflPUKgpxU7VaaeJ1zciQ327yc2srwyInWGjSWzP4Ypv4lS8Cs70TMS6D2GFD1DsYPr
yxKZtF1GcYR2JMHo9LnJqZxbZ2Vo5Vn7oii+G3+z130/fynRLpQWi0RX1KkxLqLUox4lNkrR6Odm
fjL9MLMM+PXEU43v0E/xovkmJX+NLIdGIKoEjGlSxbfj3LNJ0knNmElFWzeLNhzWId2Ms7W5vo2C
yWnY0dlgn4qNdPi684qBtL5lSaA+j55lPMcpmq6bhGIcItDjT7S4UJlSnICUslk80aY6+HYAjuI4
EH42N1MzDJ00OOsquqGKk4Zl+qLar6N1iO2nyoA6R/bl+mJFUQz8lIyIGwn2haQSmArirFewp1qi
P48guxghS5VgyLCrZNrvwsv3xBaP4HDAxWhWOfbVzH8k0AApI6hZAKD30sVpmFb1Xh+W1lMb995R
49fr6xTlGGA7YxBJDSKdfLceTbSpH1Vc/G4BrovoCayvHsBynqvEftVI0D0yY9zZWFdMaWYajE3G
pxtv9aEIiuytbcMF44zX18X+FB/KTtfFXbbd2oPUhWEyJ+1VL76Dw+gf/j7a9EwuE1TxPHQxVofY
aVz8/d4tn7Vk+tBLJfgXEy5gRGC11sxfZZSTSNmoneHWaNr5cx4UVgUHSCTpgYD6Bifa/G2C56et
GrVUixzJu31fp35zXPZQ/Htov5ob69nyvjf/aWEU1mEfOltl9oz99QWKrhsGKUZdHWRCyD/P4/Ia
DdOcoRbs2+rgkwqsd25QyaYGRcH/1AiXJnRTYTjQkkSJzn1p7X1ZBPrqYCjZ8Mvlvvy8viKh152s
iLtpIA5OW1LBmL4onoYanSlLIoV7ZoMTB0LaGIjghzrQaEltvUN1k8bA34HuJ/Xj4kXLeol/i+2A
cAFBAXSI/Lcp5x6HlaHkHCeZtypeOGGOwYtA03pZdUz4hVwUVRBokTTyzxxFzfKiJwh/rtqFg3XI
0oAMP0mTe2r1xYie/v4TMbovjDsA8HHBLeSuSWJUNly+oW8DipyKrAgm2rk/BjAGee7VtF2dsnBg
wJq/21hEax8S2ZUhs8GdnARd7r7KYINaGzd7NMgdEu3r+yS6AE+XwZ2bRh1VdKFgYp6OSeab/b4Z
A1NGZy5bCHdgSIXH9mjASmf0m7LNNxTIvnLowuuLEV08Jy9M/uVuK7o7QLgT57LdDJBIdF9ygItz
67Ny/7tuSbigPyUkm23rSdDO3JEitYalJgInShuByHZb9JKET1iOPF0Pl6i3GI6kzYxtm9L1kTiK
N7e4tqF+YJn5y6QNQeIO+HAUvV+wAq1QL6nqdFMU2V3XLrIfI9tcLqMv1KKvTPZ8Hw/KvftMH6dA
83JotNieu1X30Y4GVZi9OG+OxEWFidPpNrC08WSzqUl6nWbY7MVxX2fM6KZrvSlaFLvq5LCYJuSg
ki34IYKk/AcI4lnhgDvlCd64o8nAonF6uywfLQgT5xAEbBQUJ9rzdZ/6/6zTQd1Lx4sQQet8nV07
1LRleEdMcEX7ghrlBjXDr3YZ77N2QbJWQC4rJ9lz7boHtaXN5voPEERoPJ7wesIdreJhytmfnCgx
auCs/BgM7eXwOdcOvMsn89acDpksuImWC3MmFMEISvroZZwvt2jnzLUylA+cRLkzNeTFUB1Ih9Qf
FEz+gYaSJlZI1d5TabG7vlLB8T0zzR3fwuyGviuw0lK7zZqwaF+rSGJCcFxgAuhYg1WYMZR0vrrK
aqJ0YQCQrH3MoLZrhpm7iaabwZA0CIRrgaQWZmtQrYTK5rkhKLlrJLWxjZO10+khqV8zmUqJcC0n
JriEvlCsOI9SmKjSMBtvW1CCKku4Ljt3kuSKbOO5fB6DfX8Ww+3a2s3ukjf4MEO+KdMDbd6XGKMV
H9c/P3PkCysYsWKj4BbR+Jd0USpTr+crLr3C0ybP9avvRjgeIbIqC13s+uQtAaCgEqYVAI4B7kjl
aE4XdcJ8+5Ye4id6l4JwUNnH+xLWRgkgQnRfgPHst7ULQGrtNmqiqOiRHZNtdmyOySa9dY7qJt6u
W7LttrKBekEijLYAWp0qo6q8AC/YedUlq43luZAmmdB/HGbJMRJ59x8LF8iFXE/dRRthQVUepuXo
9PtSKr4n/Ei/V3Eh4+woqz1HE2zQxzWgdwX4QH50Id1Eb8m7svmH954O3jsQKCH4Mcah8/MKtj99
WllrOi7VBSBJt/CRhsuUFUQH6cQKX+m3m9FQmxkPiNH8OkDISL+psrdh3V4/SKIb49QKl6CaUTkq
SYq1ZK5XVGClX24KiCZnb65xV62P142JXIGxdKDSjblcwp8lZwRNBqiLgCKnnY6am9V7UNtIQhsD
rd7fmwLtPbi+IVcDJjwu4DWGtmqGgzBU5zu0d2n2PsqQx6IP5LhsagzT9AYGbs/doFnmyeyrCfiV
5EdnBE61SXvMGMvIWkRQAdAF/bbDO0KM+WF9ZsIEKQ21TRz2mYeiGsjDwyJUjo0M9iP6SKfmOI9o
8rQkHcgrfbUHFL4B6SqDiQf/8HlO1sQO9ElC6A7upKcdu4/m53beFf1TFu//bya4WxUC0rGTAuXs
awQLqDdUTzCnL3EzUfhEqgfoFxwauGJus5QRD3tkfazdPgf9OtxQVQZdEp1QNNlRvoLqh4tIfb5V
xEmmUgeTOIj/DTxWFr+m9VZH5Tar3Ucz+XCMUrJzomQBlNFs7glsFAbfXR/w0JtjVlJol8obptbT
lSdSxB6hipcSCeGGzBjnCa0BaFuhsRdfFdZgFKSQjFmzDdXCUUYgzXaKv8pP18V5BIMCOjmbkJ2W
OxV0271ee1EWlmXQRwMmWx4UPDn/wQlPtpILQ92cT3Qa8P4D7vaQV+7XAdwbhpnIcC8iJ4GPoAnF
5FmBYTp3kmnFUzxWcFkswEbr+Wtrv7qAmtt7Ld1FieQhKd7H38b4YmQ9lLS2dRhr4mQ3FxVm9ced
O0T71ITonb3+1K1l9BxFlU0XCiPun1XyDCaJms1WxiZYauJ4Y/uyxLq3prfQ0JJ8Nk2ynzrnlWOE
oDuxJc568z3RzM5Te4K7hB7tZglL1QggjHO/ON+gDxLUUP5Tm23W695gzfd68yVeTLRUU08dp38J
nIx9H6zCqMNdgDINpTAaG2dzseJd3yMvSIf/2vV/SPuuJbl1JMovYgQtSLyCZLmu9l4vDLUM6L3/
+j3s3b2qQjMKIU3MzJMmOivBRGYizTm1JC1YvZXoMzgWJpZgToJf0xoM2hsKIjVRn5rgsTVu63w7
/+TT6z/cDx0pr7bA+gPK4NxuB1r1SjXDfyYgMJxQ/qA2Ntdlo0qr2pwkA4KUKm2ysDIhRSXJPX6L
m6TxQwDMsywtDq0myz3WI/aJPMF65mKe4coQ3VDE0Vmt/pzDb8WYuWpnbtD1vJ616SlQn21QuZK0
krxYVi/JiXDByyWj0oOjDXFPV9Mrx3rM1OAxCeeNjZP9+49HwSz8CSikAh3k/OPxLOkCo4Ckojpm
tl9Xx9D2L4tYLTGgtQdLXCCnAWh8LiMq0fawRxXRz/nRTU88tNmINa/QvOlgMGPM9PjRAd7mZbFr
Yf1U6mJQJ+kJHrgTtUNIxRhB0aouwXbEZQkrXwkKoUSE8XAVXfYlCzuRUGF8AR8JF8wc9efEwOMr
MvhHN1oYVwKx12VhK/aPgUsTvDe4aQsu87mwYSIzaRvYv6L9BA6CR6Zkr+ST51gNM+Ifl4Wt5I9n
wgTjt0eu6eEAYVl66MYaQYgNg6Q/uXp6JwoJNp6W82xoPUozM4a8Zv1ZTx+SZmCh8vOyLiuR7kwX
IXwPjaI2Jf7rRvr4DKiAjd1i3ohWXu3Q66kznvmQ+0Q63y07QsE4yKzTflg2rBQ0eQkGSrICcO77
y7qt2PiZbsLNcpyOa2UN3ThgUDKQMA2tbC5OpodwjToMbI0phx7xaFxhNwfbRRSKpBI/tBKszzRZ
/v3kLoU5RT6y7EYA04y0R6fdjLW+3CdmtZlbSGxi/dyAVvvJqwYK8HNpbaZlFm3g3AFX6xnNVRXJ
ak6fvXwhUYVC/4kQX3xpqTT5qECEtTF2WGP1TXdk+ZXyfKPeDu/8iLnlJ8zfXJfbwE9qlnxkvxPZ
j1gLYmc/QnAaVlM7ywoIKkMh6wZGteNoucCcskG9AkSCTnPRmiUyseuu6o/qgvcIaa+0WgGpaWWx
xrjPsvdyPPbhyPgocSKSD2kLTsQYo6SplrIrISUbpq2jyJ7u6+7jjzLLLzgxzEIBpENDFwl4aTgD
G7k/xNsswXhfCdqX7SBjSpGdnuA4IrQxxzmDQBBdYKt1nu+iIXG7yBuMb5e9x/rV/qOa4D2GnGZ1
pkISSF+mDlU9jeWarBq6six8ZoKC/6hAdtp2ERIMdcJ0tEei1zr/1mKHtle/5bE36ayXocbJjELw
JVjTxAaDCb0M7aULvklLlbJzE7yHVvXgNRrx91saflemYQesx9e2tDaXP89a3nR6dI7Q9mpJGfbz
YtwlN7GUuAFKXMOBwgsw7/Aa9OC5frBkkH5r1eszoYLLiGoyZh2BI4ahO/vIV0um7fKraA//Yepu
das8wYfkrXdZ2dVsAFDlQM8HlS9S3/NrZifIfAIdYp2Be1Gm7g0UKmzlh42locuSVq3jP0lfatm1
FqlZ10HSVGPjsi5Y2fzLvTqRIBxhYdtdpy6xrAbmut3/sPiGy9DcVuPliQzRxzpVE9cGbMNK3wl9
nPkNRhPGFLj5BibIJUe26pIWwiIQH+OJJ/YIwVNvV1h9xx3W7w0N3RrHG5tjF92Wyvbyx1m9WieS
BJek0rjrEnPxFs2DaoHQ0KelzCOtG8AfbQSPZHA9KuYB2gwKEqbeV4zWz3VfK1tWaW5RDyzDspqB
ccuXJHsvenfoJDdb9gsEBwUAV+TWLbRsip/E+IG9l8unuBqzTk5RuExzSucgGxcN8xc+PFANhH53
QYeL62UN2ONK2UqDxECo4KmsOQ/MPIRCHECWtuoGsztw4CaGbi9rRclECZeLDLU+d9piiygcKcv3
eoumtz45WLK2mkyScMUM7NENdrNIGhQMSl9FSuhqDSPjj1E2XLHq/QD3j3lpIAijAHju/ap5AgT4
JzO086q0oLMjH61118jGwVdv14kY8XbpUdrwpVIz29+xtdYPRxJI6oqrpn0iQrhcrdNrnb28HAfn
MWx/T+b+smnLVBCujhVXBMDt8Ht6DgKphHtqtzWC3/+bEOH+TGblDP1yTnpPQPyZAZRja/C3/0mI
GN2zuo5b1AnwLkUcinV/VixmRzIMS8l5iWWDujdis1nKWJr9HJrfIr5NZQB8n4XUL0+dP9/cES4K
eAqqNFk0sTVGdwCYtW6/6XfgdbrTbiovfgWYqZe2zPSa4zNvWV6x6kqRuNTVy3ryG4SHQOVgAtlZ
cj6Ab7hW/xL1lVsXxyQ6atg0vvzlVt3riazlDpw8CZRIDxO7gixefg/AYjpX6YsaG143qH5LqVdV
2cYi2ftlqdJjFpxEGBS5hvCItHOjHTUsGrN5A26u35kbDx7Zz9viGFzVfv6ibu75R3N4uSx/NeM4
0VpwHm2rkXRe3sx8+GaWzwrIIPqabFJNQ4OJOCxPkkhy0MufvGRYgjMpwj4YnCXJaUsQKIWMBj6w
CRn4ly+rJrskglOxSV5r46KaPu0dEFMOr1JKF5kIwaW09WyCNB53ZKQbe3zI0w/pasMnyMyF4xKj
8AQgwILOUCM+Nm6x1R4ihjG5OySh9ezxa2uba275qm+Ch/iVvKps2Ok3nUu9Z2ObeZmsCiDRWGw/
VLmjTB3//HhPaXdHmwczkgSbdRHYGFnanHg7CPbRpsZQqcuNmOaOhfEuCZ6x4XvZNtYdyx8Zgm10
RA9GzYGMKJ2eo6xl0WhukjFgZVm856ZsLmX1lmEgBXCOgPlHferct1Q1mPEyA0mHjTUmoGQy2m36
OvKq8hDGe1XWw1+vEKHxbS4U0JSIa0YZyZtszCZUeh+aF0xow0SiIxb7LJbdmTeNrCm3eqNPxAmh
og6wfzrZUC9S383p4FT7sHAzZ3/5m63BW4FH7I9WQjQAHkbuDAW0UnbO/eSr19HBKLz0tfxWM20f
b+NDcme5gX9Z7Ko5nkgV4oKVpJgyySG1NY6YZ1TH11CRaLa4iS9XHFuDGhoAAI8XX2JDneok42hq
pFhPVnda4jfACNZHr+Fb0x7ZnLz+g04nAgWvX3e6khgKdEqdST8SpMRu0FkYxlEnGVjX6vGdiBJu
8+yUSTzOmAfsaHI/56EbcfsqHf9+rxyTtX9OULjPOq5uwztIIenWMcC/cJepN5ZsEWYNDfZMjOjv
CRhoRroMN87cw8Z6qtaMhDdV6Y/FC6ghnegKa3VRcNU3D1MM2KEN/ae3tL3sYAKTbMHGPnclgwlg
7IEsDTB0pozxaE3fiMw7rtrjiQzhNA2MKpgWehDLez00vCz7sNvv7exrwc/K9CsZJMGq+zgRJ5xq
o/BWrQOoZJpv1vRD058IvZIW3lbfMGAEBPqYiZabiBrsTKlV5Mu3a6bR7auPMJDY4KqlnwgQTm0w
QzMqbQio222SHQDxJyU1XIsjKA8B83gJXejMn398oA8oocPhaI2pyB/KsD1QC/M4cxdbhxZrdDdc
BWmRbjbZ7rLDWPtEmEZ1MCMIbA+wvZ8L1sd8tGg+wmGQB9u+xxTiqF8lsgrK2gka4AYxAMeCeV5x
VgYslEpZhcZyvXQvAOYet2bQwxvby8qsWALmHLGcjUYOyl5ie6EBM4ASOVbqqth+B3xaoDLgev4D
McyZFCFu9LSyx45ACpBe7soS2OVVugH9zmODVg1Br+ayUitnh3kQA3BQC2ob6CDOvxAQllPTGe3U
tbvQL+rmh9GOLlFUSWtmVYyBQruxoLt8YWGywTwAzBwndfu4fMt7rM1o9R2V4lutfSIwP2KpEcYG
mxPszY5IZpmhkrqBk1u+UyXxg0rCtznhsR8Z3TELypskJq8Fhn1ZP5PrgGcGU9u5YmNQ0X3SWDKc
t8WxCkF6We418Jtsi2B3+PyAM6vUorkKM2zehmwAxUYy31itqyWHjD5d/pYrtw1IaBhAWJASVZBe
nIvKsYgeNkmcudiQwRJFxwM3yBGjtSkJEKkbpZX1w9bOG9O4/5cWA1RxggvWgkypDa3J3K4fe6bG
pNm2ZdFI1inWYEqIhUVpXD0gCeDDniumzk1QFxNav2W41dVDX/shvc4VN6u2PPVQcNjW6oGUNWvM
H4Hjh+Z7WO+D7i6SYQWvAaid/RLhiJOYRzweu8xNXprlIVV/VF4FUthf3TZBBXIfHq270Hf8bkdu
ZOCKa5akY3xrmeEEUZ6Iz9T3etX0iyUtk/0DLWaWt0RjNt6rLrhPQ7Yc/2WLWhW5YDkC9Qc39/PB
cFLcCEebV7mWZe44bmh3AFM3/vdtsnS3lK11rTW4yCdu5P+TJbwGzIj0MTEhawIkfxbu8j5mTeSq
8007e4ZxPwHhqFb8ywrqa3fmVKrg/0jA46IZUyAmZcmCvTfa8bWuFc23IHCma6eNjFstINavYBid
csPbrslZStRgz1Wtvx+mNEdTVtfApa2M6p5qfd27Td1g+qI0Oi13U4VqP8KGE3+IOEJUiw2rkaW6
Ue6CJOLPYW5OqVcpLfZCgt6SNJ/WtIPFLAjJtoX9MeEBaVWYqrEcmKsSL2PTO1BtR/yFzhIxi9WL
Pg7c08CRs4AUAXym8/tJh7SaNGCrg0pd29ajtnGa0J8CQ/KxVk0ExFXYhMMI4/IgPpfDLdI3Q42Y
OEwATfCzIbR+K33dJWwK9DjY0KgLfCBctg8pXKDt9jn2WBhPslDWofwc5xJVNlRETcxTA/hDHBqZ
p7i3jA7UIsYG4NPBXvOAvcdG/4fmcQz1d/fcNw72xJSU6Q6LD/EeHOt+tgOm2n68mvx827HOf9SP
1WPu/sNeN3bH//tx4riJoRWDoiy8J7MFsnHjsaN7/MjQ3A72dd5L5r3XPv6pMMHGBg6HpSwnAQAR
XWeDUqu/NOC+PHRKlL5fvq5f4g1GopGEwweCsgqLYoKhaSAsiDJewABU49WemvsGmcvfi9AtDWOQ
KmCHUAg5tzF1HLqRJhPyrrIjLoB5WlfhsuXrtcb62RcSnF2ZzTbJli9E7uvQ16503/F6zHUwrDVs
8pvAV73fl/WSfSbB0U2RkhRVshgsf2jNfaltg0RydGugFmdaCXHatApSNgNk2I9vkT/vey/5hrWg
26Pm3s27u4BlITOP0cbw+eaydtIDFVyDNdO6qXSI7n7bT/Nbf/sBzPItUL4Pd9l2dJPyH/JmBKqF
shaAeLYYGfXSwHp0h2CcWr/H/E7vrqSkzqtfDNUJFcvHwDUSMaE6WsTRUCOZVa1pmwwqw7QE2rWy
8eI1cCEgF1EKTJVlO9YRLENPu0TvPi0jKtg0mR88/5F16VFv4KKm9Get2a5mxq6VJbsZvKk8ie4k
X28R8cWbniTJwtdLUrXVamMxTjDT+WBPfVWpMmwsil3nKo2VbWCZj2rtpExVo6vRipR3O04fMq0j
PuApFYkhr4VN4HviSBDVCF5Ggg9w8iExlkQ6Nn61mj9g8LCad0Q2SSETIziBoIurQSshJilugtgr
g+suxheQgVStf2Awg2MQiSCNE8NzN6RJ1FRJ5vLEjjc9yHRiGh/jaXqi3WuYp9d12rmVGr12RNnk
6by39DfJB16pQBDj5Ccs/36SSGpaHPLMxE+wuRc+OSWLQ5b+nvzKv9UV9jp4/FGbWLOn+35gsSRC
rWWxC2noAiJnO1jtOxfe8ybrTQuZZWuCSO8FxsbGYltHPzPZGPOqmieSBAdo6OCCK5cctm4tjyZv
YdixZFRZiOJX1A37MhgkXY8vERGw+HjygQ4VzG1YWBN0U/jU18aSv6IyMrIsGSev7sx/aN+gtAJf
h3l9IMN+uRBTZLaqmuME0cJNnkf0BtTZk9jIynAgmELVZUXfAdqBuAmDrRHbrBRkdyoHfulhnF46
Z1PPRwfw6yDw02zPlkHSrK0FnclcruiJXfIoAEUlhUwdjLVF4mlwNeX33rgxgk2lezO5DSt3gidS
3irdTYG+Vqhem+1JsaeFrBazGj8BxbPg7+IdD4z2819D82ap3i75bXHFKbPMX8F4D+onJWCD/kgC
gHL6GohI61sruUIPIwCgSnXoOr8c3tPIL2JJVF1zUCaWQQgFvSH9gr1MxwJ1lBTPB0v9NTdvJbEB
3u0AWkm6dbkqCbu95oLRTb7g/9o04GFNIKnxU6/YmVukDxugLR57jITurM3bwLSNfRsxeqOwZtsB
VoUV7nvoA0zKddh4pfnJPr9xwH/Bdu3bhCSjf5m3AbsvveA69F8u2+paaLZgqSY10ZX7kiR2SdOM
ljkgfcObD5YzR3eODAZoXQYwzjQD72K8eM6NoYmcosMed+bmk7WzreraLrSdojUS57hStCfwIUth
BTVUOJNzMUOSFjylqK0MTU4jNg+aetsDS/xQq1XmGXWr3ved3h2yqVWJO2Vh/nr5LNdfdbYNHUHF
DSMTgj8CrVKjTIZH6g4ENB0bP0biWfUGe/45MySpxtqpgjAYhEFAMwZHhRBztbjt7CDp8TQaNtT4
lmdMVWTbOWtR4FSGcKQJpqircF6uDfdmmyX6Tk8BQ15sgI9DZFsfa5MgaE380UiIOWgc52HMoVFU
44UJcRUDuOz7W7HNGAdsQrG1QRybuqgoH2f3YP2cdjLatbUgZAO2FFCQgFhClfPchjoAz6NGiJ9Q
z7gMnR6zuIslZrL64U5kLB7k1FNnyoggDhmBg+VIUJ5re70JP+yskRW9vkhyFlgQGKSKrg/unXCg
oaqYpI/63J0Dextp3NXtzEuaeXPZ7r+Iwa0DQgwMHkN+Bv5zrhCIq6OZdLh4SrXn/bsabDOZW10z
xFMRQtZVlcaEIjlEVHh4KcFxJn6E4Y9exf6OAxoE/x80OinTCh7LqBKjcepFXK+7Zkavw9Hyp2h+
uCxmVasTMcIV7iqMH7cVrheg/sHgZNc1y5VX0jxRZV9K9xWXvyY+TU5rz8Jl1nmkz+YAaag0tOnb
zG0WZs/IncPytXX8olCZ80ut9uB3YJf1XAxAlHx6qwQDQc/YVniOIJM+NcUNaW/H+VqNb6PHy2LW
jvNUjGAkmTNUWImDgkHyyBuTpYXbmB74rWdzi6xZotRauAH4gbHg/FgAdxWusdmPuc57rM7Wbxka
3yHT3+ND8DBx9g8DGAAHVVH81JFXAL/2/H7VVktAHwpJqnXlxNtUvyf/gPR/KuIzsp34JH0y6mqo
li80vM7DT73xtNrNZKvbq971jyJfSg2RnhjdAEVatXD1rmFAOrtsAmuuCHswwL8hC3nJF8KypERv
wdKQahhHCxARGVZzZN3TtQ//2TxVUYxGzVS4R3SEo20wr4I+OhoI2xkQChleR3rJ2Vhu2zzx4kHi
j1Yzi1OZgicneaIRFI3hYjlod/Njy2vAX1yp2WaY3IbfgPoBA/6Xz3Ll1i7xAzvAhgredrHkrrQ8
rrHAiBcFVsT6Bc83+xVPGMapPwwZoNlnR09wERCGNz1CiAVAM8HGwbnAu6gO0DNxTbd/HEyWZWzC
IsNLdNXujU12mN38gaYMUHXVHd3TbZcz6hEW+2bjyt7Za0W4059DhMl/UgRAn1Kge350tsTNn7if
XAc7plyHV8YhelQfLp+1VKAQcfgAyPQihv4RYdhPYo7H79udDVHjS+Cm+3L7UyJxMdMLJ070c68y
D1lg9AkkDpgDZwpL3PEQb+5mVPtzkD0nkpu59iQ8O1Lh2oTdMGAbHvIAen80jnPvUpawguW3pqt+
L244eyW1d4NPjEX6Bu5UkqVIj1i4Q3lYF6QpPn9Ac93oG9gY2fzgh1e0NQIbvXMGCh7JVs6KXQOd
DbUqIPFTuCTxSWDxtMvtHrggnYXpQCByEKdnU+L3Ntm01k8HyO6D9VaiZER5iPfoBgV7ltDfRjxf
Z6hids3OHI/UfmzVPXEeeJf7Sp16NpBOZbtXX+/78lOpg1qwjeRX9J1qRKdyzvBT08aPhgcte0f5
olfxSh9/Xba95aTPTA/EPATsbciwVSA0ikWYhoJPpglJ6nZFgbfEbLYsSedS4jS/xIJFCrWW5hEi
5xf/BYyvkuQRJjUA7TUfmqJ5HqkOVvucPP+9OrZOdNDsGRimEcvOvdEGoB9B01AN+fcMFd1Z5+5l
EV9SG+iyICijcY2BHU0cCc5bxUhR90NrqnyfjMd2BhUW2gKcszx6scg/nByK/iiXYJFct0UwNCMv
p2S2anSOovrF0vjRCesXymVQ7kuGdG4GeKcvrVaMVEGUiCiYNKMyJ3bWumO6iRUvD+6Sxhuo5ArK
pAie1bFGMxzTvEXNeGdNv1t6F+cep7MkWsrECO7UKe180rS0dcHA0u7VJvqh9Hn1Ckz+XxoGZiRf
SCZNcKZZ2joUvrtFqvubTD6NnkhzSGW9qK/3FB8I+RpSAIyq4FF8HiIsu3FoOMWtm/IQtE8l4Z45
RTJrW9XlRMry7ye5ZzRSrNilSQsQOcfLOmerL/QFytKl2fztLVr0QYpBYNqgghDeIUWaRcDmgCSU
JlFmdpXODbLvLUyD3gJqUBLxvt7Zc2nCc2Q2uxCA5bCIsW6vjKBvWFU2ESt7rd1gTGViZAAOU0ap
rGqzfqB/1BRyKWya2gblULOeHstMA50kZfmMd4Mh8UpfMmHwaWA8i+LpD95KYOadfznT7rs2j3C1
cidgpLXxhozYpCt+gniGWScvc6g7GDKA3bWDxeTEQlv36RUF468ikydaDeNvR1DZAB3tkWt7nn2E
5QQ+JFui5Nfc+1PLP+KEvAG8YHqv9hAH2B0/sW5srOgV6i4w7qzhOYo2Weci5/97Sz1VUbh5fYnu
RZpCJm8/+XvzGpkvENq5r9r3juxd9nVd4lNFDPZhslYj8MjnH3IcgWbrWCBYpNGzpaJ3uW2UfZJz
FhtHTUfUwUCI49kIN5fV/DqFJggW7/5QBUQpIbgP8qNaf4ud70X5XCmNC9JJzMPhfhjKfmoB6kHK
LUWCWFjdts+MbRNiiQRbJEEZe2pubAjmQi7/uEVpMTxhvPy/QxGsu60anhsKrBvAwUwPHnLyFo8S
GV9yrkV/TVsGxSyUHMU+SV3XJKgnyAA4Z80miu2pJhx61pO086cuv8HzU9ba+9oqEoQKjqnP7Fkd
ObalJ7t4jsdha4edV+YDiyLwUWNutEfbLa7eS3SoY+u3kczXpvacqlgXtnsvtybPNOZjHeTbywe+
boYnpyE4LpXwbkTC2boGwJka5VXvdn2/TacfIJZj+eDz8trODn23vyx39UNj5hOsXJiBQtvq3Ppz
4J+HMfbkAdqV7yy73ekOAOzyUqbel7bg57lj/AHeHTRLluC3sMOWof2JS93Xkxv0KYaaer9FTdsC
YYFm6k9mWHi9ndxPcyiRvRbJF2i+/y9a8GHmgGl6uviwjvSHqKr2hiULBuun+EeE4EPyQU+6MsHH
o+0IlCMTLgRkTqb2Ty7jRBXBZQwkV/V4gioVSiBeskMP7Xe0wwjtsd7lu9xx7/RHh9GB4Xmxmx7+
xVT+KCmYSpm3fEgxiuxGCZaTaOynpPGHKZPkrKuB9URH4YbaQdPZzRJYnWhvzRuneKAIPckRWO+1
uuuS+/9NK/HetdTAVDKONNW8Zrgm5EjGn5dFSAxQLKjEcTDQckmPleJpNG6lSeTq38dzEr1MDGfA
l57fYaMxkawCatRN89u2fqzo7vLvX805TEydoPwKaDwx1SFZX9hpAx/RqslxSAgztPjRKp+IWe5q
kl71Y/NxWeJiSl/Cz4lEwQaqjKgV1SGRTGjSu5NyVyk7q/gZtBJjW724J4KErz9QlSdYKgTMrHPb
AUrU7LAMKpsTXNUG730AEqPR/GVyJxlmJTaNCg5oQHjL0nEP4oWCheqbOlVuO6uS77WWA2MAbBl7
QvMLqPXn9mB2RRAUWb0otWvMVwe0JnTTyhgFVq0CAJBIfcECpIkwkwqqSdwhODpOUq9uMfCTVojd
javxHepNTCk2/2AUfwSKu9BhW2BsdIDAqtg6+k0NsqPil+o8aUQSE1e/14kg4dXMFafiY7VoBjQZ
0noTsNySD11z6SyZ+/nkkBANHXVfTB+gS4n6iWB/mT1xPoUtUr6chS7WHw7EHTdkYtEuYj1L9tb1
sLmJD+93gUfd7u2xueq89MraVpuc4chd1N8lV+JrKxqh+uQ3mUL9t1SHujZIA0re2zfF5wdj114V
9+krgO2u5pv4NdrP/n2iMuuuuuLgJUVyLskMv5Yrl5+wrNmAJBHceiKPRFKXgOigXeNOqAsejO3o
hR4Ih3q39bF6c2cwfRtKJii+1mgFmfr5rZnSANgHDmR+8NkFqt6rejfdqW+V9w4+HG9ywTjvhQfz
Cqe+syQW93W7WRAupEcDNWJK8x4KH5a5mcIPJjfZKu6wGe6sLZ6xx/QGaGGyc17M64v5nZyzkBpx
PG+DMoFY9Am9yrcY0LAT0HY0P47Vk3nrMMUj17anevq2kjipz3WfS7IFL9VO1aBOBs4buxmbmb3Y
t+Pm44GwbkM87aDeqbfUNbamN7Hk9bHbIEOXAeWuPgZOzUxIp/q8rQcS4CcA/FuDibX+w8zGjeJ+
Xr18k72VW/tg+NIV/dVztwHnhBYqlrzEbBgzEFPDe5y7zYCXh3EpzFuw/s3YAOxrAyLBq3jCaFRc
udkmQItLkkau5QvGiXTxqzcp1hMdSA90k5m9r9PpHySYADww0DoD9ba45FQqaQRzHrEjncYupo3d
WNrRWDtCE0NVGPAAPc8XxG0tT4c4UiGiwf6/V+3gpNsPWM7Vj/ylZL/4nj9NLNx3bvriyA5wLcCe
yhbsxmw0Y9YCyKZJD+wUl+deiNIBKB4vR7zVEgHm8DQEcSCafqEgIn1dJxVIr12jY/MPypqF4vs7
R7/Kuk+ZVbtgkHWLdxRIBjZtpV5pLTs6FS8YCkjRooyMyxlPzPoxviXXMfBNAReDLUHmuMl3Aw+N
7PanROu1t6KNPVxQ3xiYmhf3Q+K2j4NqMHC82oudMif5Rexjnzwl+ktseWFy6E3JQa/GvFORQsJp
R8YQYh+4ceuIJff9Dgt5t0BjvCr3yW6wGAGX842VIAABEBpdydjHdnf4jN7NZdVXjNrC2xjrMajR
4r0qZB5B3WThWKGpPpLnonBpdluaW9QUwcMGYP1bR5aZrnxgVLaXfXIMfYEXTZCn65OTE62qXUwJ
9tuRYsDNDOIeDyGwzVxWbcXpgIBtWR9Hoc2yxEGpNCqj3lQBrY6m+8Ypp+9Az5FkU6vanIgQPmIe
9Ui1AZALSLeKtcXstcNtP20v67Fy98EpsrTUFrJobHCepwmk6mIjKiFkNlAK5YnfQR1wagXvl+Ws
lV4XNh7sSOHNoKH0dC6Ia5nRKF1bg3X7MCI9BN5vbwIYjXEFkC57J70uw8fLMte+kQPAeNPAJAIG
EgTduBGXcdJ3tds42SYPyn1q1xIzWKtzQa0/MvRztWYrJHmaQEZSYsoGYJBG7RZ5yVpjU7fePDE+
e2G7Cblk/XjNOBbueRg5Zlfol5BE8zKiDmZFjOkmCH5F42PR/b58fKumAdx9ULTgUmE46lw1dSym
fOr7GthWTxXFyqIBrNMYEfblspx1Vf7IEdxymEdoh7aQA76JxLgxuxtNhv74ddsE38jBbCMqwNjo
AWf4uS6KHaVjoC7WlxX3cxwsi67FSz0bHcbITb6b+DxjX7vMj4UW7mtqvFOs0Xr5zLOHy9p+EvoJ
iSJ+CoANdLRZEOmFY9VMMN5ryVi7fTrylDXUbl6GIuR3djqWPyYzH3XApZV2xsBJl3h9kzs3YRJi
7a9TksqFQ8t3+OPFNgdlASZokJccR6cZbFZTwgsWAY+ZU2wHRko5bqOirY5lyNtni6ikZulQYmlL
5VZ0l4+m9ZM7CX1tJx19znGyXyKK5R8P4B/dfRQkGgy4ZqM+ggqh1ePboltKVkE5OUyv+mgDppLi
9xAqeDQ5jq76HHP0d1pe4eVcaZ1+0LvOkSGufY6YC+dHsR9sYh8DXHJg3zr/lIPSzpNTT7WbEwVI
4c84Yh+0F5uZzrvG0ZgxATMnjj649Vut2keAArFQj18RMLzMwkQKpk7z+luic2Y2A5aPNXTT+r9F
lgDX+NJO01EeXjbIBHNLMUCiVha+sd5GVwOmU4piPIz262VTWgmvZ1KWC3zabZ2dvLNUSKFNOdwA
sqUOWehg3pWpJJr3at4kDwmYoriNSRkQid1dFr96b0GnAugMDM99yeawiFBw1cG9xWDIMdUw/6zk
x4DzfwiD+NRYFFuo1bFOdK6lNfKMlPFcu2Fn35Zq72HNOsQaihSnYyVPo9jHQt1CxSgDnunnguZK
G3o7W/wdnYhPuxTdqYkASgFDP481R9I480J39VQbGHGa3Ne7nD9dPtMVn7uwyS0RBTELlDXnv6Hq
pxg8X4ufQr7Ud79r4AuYlj/K8ENlcoSwVRd5VhoYUnY1Pd1QUh1VK3iJU+cwgBHbvazTSv0JyiDm
O6DeWfLvc53CYCzTeDHTukC50HiMwYINjtN+ALPStLksa02vU1mCXmYQ4i06QZZCD7TeWmF7rfJj
astQzlbloL+EhB7lQgwlnesU9/DwM5hVwMqnA79NR+psKY32m5IOizfEyp8v67WSyoCUDc1F+FE4
ahFkIB+TaMYeHa56hj00Y3jIBlmhbOU6n4lYVD7xJn1rVnSi8KtDVWDHVNtQbfLavvkH14hleaw9
ImvBOqtwcjxytGJarrNZf9RZ7o7BY6z8unxa2nJVv8SIEyGCGWQ8tBrMt9ZuZX/2XdSEjclbru41
7dlIt5YzYnbDHdqbjm4xoH9Z+kolGQeJN48K5CId22PnBzkD6ifHDBxSatIw29yBtBNY0zcJiqGh
1/QyUra1KKAhr8Z03DIRI8LdZD1wOqZ6Mfly2AexudXG8RtmKq4K3h9NMwdYibm3jOHlspZrFrlg
NGEFE1N/cJfnWpYBVxLSQMt4BL6OXtxg0/bvPf+yaPafCCExTPs4M8hiKpYa3fdq9hCHy4CrbMdz
zfDxtQA4huKVaYnsiqhdJeAwyOELa+qBVWujl/OeZpN3+cDsNbvACwjZwMKeh1Xu8xOrbFRkdbOo
3S7UqoKlFB+M1QDJ8dQsqa1NH1pk4/TV+Agwz/6mTNPES/UqwP9JwY9kkRq1E7PVsNFZPLbV/+Hs
Snojx5nlLxKghRKlq5ZabJft8u6+CG27R/tCbZT061+oH/B1FU2U0H2YyxgzWaSSyWRmZAR1u7Gp
fNVslMlr4hSEkZBtOygogAb5rNfbhfagdkNVHW/Cgc5XBKDk13HWU0yOOyF77UKnCOxYA2UoxhKS
G94289EhvH5qU2e+GoB184eunm0XdROKUdS5w39q1HUKOkDLKEw3QnHj04Bq4xBUelXtlFJz/GiM
w3ub6wx3pU75Jidj6Zk1GbYGGx1oaWEeBy2V+B7Uz8lG1VgImahwn1WKvqeKCZr72diUNZ02M68d
wNSc6c7R1RmDHwq5MRleW26c91URGGWmHo3RKsHQORJjN83t/DI1lla4nKb1vTGjP+7mY9yFLoTh
88A24+FpzEdt27Mie1eiRPOmPrGAOVJCAJ8uf3HZmxd4KiQVCHQYVRUfoLoDhZ2c4mGoUkJvkpDV
tz1vuj1EoMkLoG1h6jZlP/q1Mtq3oHBNS3dMp2HlGMnuKjAsog6D1AJEVUIwBIFgqpYKfkWXqm41
DR7hj4YdTO1KPii750/tCP6NDTSmsUD1xW4iiO1uKicDDZHP+OMw2Ctbu7YmITRADzcfugz5i1ok
bg/yohhY5yJg7Ur3SGoHknDQ3bXwEBRjeR85naG3WJPRxX5V+o15qIntUm132VVk0fTUU4RvlKOn
VnMT3wj5182Y0Yes7LeXTcjuiWWeBhUlcGSDXuo8/HA841qCCiwQfpo39yB9qzDmEoNASsmrjwpj
PGFq72trrX0rcwvwkaBSBtfD7OLy95O8wnG4MhjLFpbajZ54lRK5OsqNab5Da+4f3OLUllAyK/p0
LOiAbazBfu5C8rXYKJb61OWseQBU3fiXk3WSrQseHxVsanOK4pnphB8WXr9uBOhX2+S2yyv6cPn7
yV3xz9NAcPkJbCkMRFNLagtJychtrCyo9acwXtvE7x8MA88L7gIt3KWfI+QvTQLhT2j2Fp6WoyzO
nwyAVyLzQSEGioQrPKPfFwWEB9akoyiICrnoHElYDM6UEyRINqgE/lM0v5jv+/Hlb7cOPCPaQoEB
rlmCQYJzF5xMDgqMylxIHMZjanxAMO5Ql7bPrDXouCTzXMSbFlaKpab67RHJSGQVJYUpMP/4Y381
GKg07RxcjeRaM71xDixQJqT8PaXXuHf/fp0oCuLtaIL/CxfO+TqdHv3nekBSreJGjOmW2ntM2KMQ
tKbZ8D1c4SECNAYQ/4TgbAsuYhtJXjsTDIHW3JvS/naMyPHyWuQmkCuBVBBPcpEDVK/UJiZmWXps
ivbIZNCpGOrPyzZk3rfomYCGDpXpb6DnKO4Tm4TQNp/NDxukFvS9YdDs4CtmvieY6vJJVHgePB28
d+efJerTjAPvit0i1xVzDgWhPrRvVz7+mhUh9oGViBtaAitAG2znpLlJTfJVlMXKLS/dM0zVY99A
WwOGpvPFdImZOtUAM5H1lpQfYx66rPVXxXQlhXVs2v/sYCDn3E5tdZWZctjJy9ZX2HYefxjV1Ryj
mmdlruncVpiwZl7+9zigc7uCa+vMQTYbLnZJF0CszysHB5eVHQwjusvGA1Ip76+90FERAC2MBC8i
xcKpLccw6cYuQ47sEC8aUcEF+ig0XsJx5ekt+XRnhoQbxII8kGZMMNQaefGIJqG+B5NgdT019Y+M
xmuDyN/fOyqaE9Csd1BRwxiosK5egXKvZiBItHX2ojIUE6K+d6FE5yIfPRggFgiJ/g97iccw2B4A
QrK/cUtmVFPsJO1LwI4tjw9AX8e+U05uyP66/4J5WhR4f/O/4uYSFpcMvGE2RegAU8+VXZSxa2lg
BDLwTPp77zglfhAMOZNaDzzDiiawWCT60+AcjTxImjXMr+zmOmOYEC7JMYwBwCtgKJxLP8tmz+Cb
lgbW5NXWlYYCSh17TPFb6Er283VirDinJHw5OnT98Okw5WeKZYzSqRZeUBBcOFAa0pQs0CcSaHq1
kkVJkptTM6KmUUh6LVdymIliYLHCH9xgj0St/E7XdlW95iVSa8sNudCcguNLCJbJyEaF2zMWhe+l
1tW1Sj6S5Fc0tH6M0czLniK5MVEgRx0e5FGYu/79gU8SbU1pVXDxYmlGUt4rhXFD2c/LFqTf6MSC
EECYOjVR4cACTQevBGxi1roHkuWby2akCzFNDBQaDjyCCLvWJeVUDCpH4LCjo0rHRyNZedbJnR3D
TqC4x/CoI9b6qwT/uqhMOPsYPoQLa3H1RMEwQGrXfixR2h+OlBzoLxXvyrLotpcXKAvE6EKiALrk
HiiNn99tJWlZaE5T6aX2XWrhZcQ/kz4I1XklGsoisAE+oWWZto4xhXM7jVlwTU9A+Jsa9AD1Cn+s
LDecAIlz8u2AXllSrN0xEugf8FGYjkZfCAIxqDmc28xnXpZ8KTtiUvSVROPeSor+B82N67ozD2Xf
Wt5M4ieroQ8JH7lrZrG2bwhXr8KC7U3SGJu6Y2AJ0ozny7u+WD4vCqNLhfCyDEaB0EmsvzW1qfFk
Qius4egSth6qsxHb1MWvECMpk/PUxyt+LPvMy3MbSBw8CfAVzrcC8+JmYjVR6YFdxA37D0pR1pox
b7DymaULO7EjZH42o7FiVwrIUobnbrwfyr1qjmh27mrnoNWbmv/D3QfQA6pJy+lB5fl8XQmcVwl5
jNTcTlFMApMFoGJto60sSxZtTs0s23sSz0jXpa1mY/ss557Tyu2gU2I7T5edQnZEUDHAZ1r8FXiK
cyN20hZA5ialp423YXwoGuLadAdMT1cG8fQvG3diTPhQsdpUbZGniDpEdRm71pNtm9cr2/admB7c
DEBb4Vm2sDgRsZ4N7jSw5xiIbYy1rhkbLrdAj4DKj8vHdK9X4cbkBIB2VEjMNPM0EKua5SGD7NcA
FZ2BcZeZ/5lsTdpR5qVIJzGCDvwPJnYFr0GYD3ka40FXdtQHIT9O+H9Z3W4r7bmcMUtyqAv/8reV
ORDKngR0Umg14dyff9uaKh34G3N8W1akO6bmBPiSeDxURm79iynsO7J3R0V7S4h6BH4Ulg4WVzXz
wZlAjTiqTxblj5dXJEGSY7AQViAsArLx77MxoAcrAGjHi7U0tzSLn4cuObTDryn8Mjjf23GH1niv
euABfNSSMTD1pvYVXXUHs18b35IlN6dHR1hz1kYt1BtwdCbQ4lFMzkJmL65uuuRZH/4lkv45OCKG
fwC4jucRTEXae23vxuzY6E+s3l/eXWm8PrEiXMuWw7OxNWHFsfdO/TrVd9AEGfjK5S87B8uUyYKF
U0FbKnglidDXSgq8wiIj8p3+l4qiKKzRFjrPSrJBD9izp7VEVHYUHJQfHECfUAYTj0KSVnrRUEQe
ZPGBA3xOihq9TY+XN/D3zIp4xZ6aWTK7k5DdaSztFQdmFHQrn/vMHAC0apMuDQaTTo8EQnXhBhPo
pekC/tAXfq05w0/EKg5UhxZBU84ecsVDSqBVD7audC9jryUL1yhgUhAkAOxnM8UgInWain4U0+w8
DFaT16gEaPZjGqbOcbQwGz8UYfvO8H8B6R/wc285s8dtFwPfuIkUMnRgeILEtht3IJk6NhyVLh+H
th29NGWV7emGmm14PBplwIHeaTe0zS2Xz7Phtw2t7+uQzQUA/DmQyn3dUY+OZr1hIJkrog4qkC2p
Sgx5x33tgPiIs1un6bTZtayx/FJ6mrxNagainoSC39iFdDpeVSMBi07Zsqj3SFrr1lU2UMPXaaQ+
cjaM6aEnk3WvxYUzBtBl5uiwjHp+l+lJ74P3O7LcmEAvjOQgBoUSpRq+xLUz0kNcgCgQeDKD3qEn
3OzjqKGbMR2QHUykTtUtKZ3O8pwppc88ZRA/7fsh32pNV20KYtflJnW6FhRfCeHXIC0ef4ZqnPYe
H5U6iE29zlciqewQnrqQcE00M5+bIcXxKEBV1Ya3ffhAUfSxs6fLvippzqEfBnJxZ5GIAMOYYKhN
VRJrS4FxGu/KahfTIFU3E3u2oUZZp9ch3RvK7rJN6Sk8MSlkNCOGFGipoCLSgKO91hkgsHF9jOr5
/bId6R6C6QM8c6DIwJk/P4ZOy+ahzGEHDeIdh8RCxdLn1LAe6p6vfC75Nv6x9fvvJ0d+nEqeaEsp
eLZ2mv2hTseOJN5k/yR1MM9Bmx3TZk1KQvLIWMB1YP4A1QwyCVuI1CAzjRqwh6NI5xwidl/xQzN+
RvHPCcgVczPhwCZPOOcu1AcxdulWup9kb13+cXmbv0fy81+hn28z1KLssIvxK4YMEwThYzNlfqmO
XrhMd73GiZestSO/OxAsLpjz5YWP8ruw7tKE/mASd6WXYbS/ZsqGJPaeh2tmJMVX2EGmBqorC5RL
ImtQyAerzucKNyG3HokzHJMhbnZd7FxZRlK5hZ5xLzbwyOuSZp9UjAU2MHUrrvU9v9BA+4eRIsAo
oeEikljNQKbWyVKJTdr2gFw23oaF3fvdpHSuM0+oxpqx/vdRYVm5hc3VkDnjB5x/01ADbbmWwWjB
AIb9lcWTazT4ksq7UvwcpltITE7zWt9G+llPjJJzo2oR5lFD4EijOe9SzXrr4n5TYe7+sr9KzioW
t7QgQGkMPTKx6qFCOCSsSIt6AKjZiuK2cZ4KZBsFJjEAxwqK9lCEa/zh32PRYnNB1mBLcfcKLlsA
ruH0DVy2LX41bealkBUIMQ62hvmS7uGJHeEwhuDemdCLRWxtr6r8oysCja+kN8tnOM9uzpci+EaT
Oj34KLGUrjnOauWO05qAx9pmCY5g6y014xKLyECwjptinyX2kebXNrQw3MvOIA1eJ/u17OdJ3C5q
O0WLBYsp7TuFfimt5c7j3sDTJdRuuBa6baevmJStDidqIewHkBFcVOcmHYP1I7dRYdY74sfF3ZTc
lkCRG2ty7zJXOLEjKg3xuDUmNYadWCuvLa0MOox0z3nkX97BNTOiZ4/5QHoVZnrIfTuQCImLxq+L
VaG5xXNFt0MkomCgB8kU0ofzbeOM1wlw1qVXJxxDQBEPyUbv+mQCprEzigOEUlAzs5lyC4TYEBgg
oflh82K41lvQObu8AdHn368cvIIYkjcQl3EXnf+ienBqJ1HByRtZmEBoirz1IsbDoK+1X39v6XTt
y96ceCk1GoJnAtZuh8NjFWpfLSU+rVae1bKzcGpFONha2c71FOJLUv7qdLWrVRCvY0egHWJ1Rur5
hrb9P6zLRsEJlZAleRIsRnWS1bGOEneS2OEmZap5VYHCE73N3Fz5WLKotczfYRwfFymS3fMt7Nq8
A2wdpvreANNPdZ+Ulnd5NdKLBd0wPKWQTmPaXlhOHGYpeB/Q52Bj70bLUNJOV3fdsDG6QHPudSt2
u/6vwTeYyNUMUJWj3IUUULCpKI461SOK25gQACALdCHztC8ICayyW/la34uEMIUyPSB0aOMD7n2+
hTRzWDMneomOYuHOij8PkatZ741+KPlV2Txf3k1ZmDy1JlQJacG7uShgLUbZ2C63htqhrtK6VbKy
g5KpqGWoGf+A8hooXnGURpmbvC2XdU2m6ttmtzGcwk9A5ty1ipdSzefTK3T0vImNhzCnmzCdVjxH
tlb8AJSRwYi5eM/5zhYFMGgjRB6gA9duwuKzt2O/AHG56iQr31B2xhfuUAxeOcuIhXluSQHqzXIU
0Hs7qTGAqWTmjRtyjWJYpiWgKrOm9s5MIg5aG7Qn8RxEjvgPPwHTdMiE0J1efPf8J4BZ3y7BKbpA
Wu4Gm28WHubu3rRvjHTPx8SltFk5+zLHRfsHMvMYX1+6MucWbSsatTZPKm+0f84astj7AmTqrRa7
dPSj9u8nPRBFVbxLFp9C+074mjqraihyYHxA7212zSZiX0FGAwC1kaRJYKAKsu06u13F2S43oHhD
YhgXchPAn0KqRrghzWTAQjOK6msZuobBIZDwyBx3LH+Y012SYer4zrK2M+s2l0/qsn3f7aKaZkHs
HsRvwvZqNu1JBBYrr1N+KkS/LlEdKaO1XqUsgCNhR40CAHUDE1DnH9EClbZugkDYo3rsNtO2qu7H
9GgVqKltY2untje6vpkT4nHkUtp7oa7kOZJ3GF4LKN3jvsfU3W9c+8kdjPuDqIMBSfMkHo/t/Fkl
b9087KbMdMH0u2JMEhCALTLQLl8OGBUHoDBNHjVpD7n2fEZBNKQK8ZHBvVUOfVMApf778IOeDx4n
OrJSSDwJW6smFG+lCsQUo1282nU37PTEhpDvXGNqPpya/V/7Czr0GEFF9R4hT7yK42hIbOZgiFNN
AarvWVYGoaYDWtGRtaMo2UfsIjiuUGbGfLDIj5oAxOSg38Q8zai3cVMG5TDsx4TuIBa7gtyQ+Ccu
YGsZZqXoaounoOecDm0LU3ba7Qo6bmParniF5KChawS2LhzxhdVSOOBhrKjMMgD3SqGe4KIM+YWW
JwqfM/11+QvJMhkoeAI+BMgSsJFiCGOontd1wyGfjKSTqP31kGOoewj3tUq3GCC+zXQGNEy90UL7
67Lt7zeUvjBCY14AQ9dLy+r8nDPHwBRyBV16tTduFSDOtOrdGR+o/qKDbhBtnQ9MEKw9z2WlHpR5
UFDCiwz+IpZBtaHq05jOzNPDKejCOai6fK8Vw8ZizYFb8X4ZJS4Uwy8Kc1tOcbryaSXRZfGcZUQf
SQDC2/mqm77sDGaozKu5BQ1iDCEDeDTcRiMkSEmqQAqJ9lpweadl7nRi0xSwhXiv4SQMGvNioMN6
+kMForDMkW1dNiM7g0vABtbeMQ1wcJ8vDUj0XKGhzpDkO1uVj58Masfm3OxAVbByE0k/46Jggvfh
MgYmYkyTxsnJbBrMq7julaWDMX3iRyUYZBIwK6qxa/fML4aXLFK9YYi2l1e6al5Yqj0WRhQxmG/7
kQZI60KXJGB7qgm7iRPMJ+EGuRsjZXJZGn1QM70J7eZj5Ucsn024jgGoMYA8AaIHQ5JClEjyZqYO
N5kH7al7C+hRvH0hER6yn9qkX6Whse1BvNjHTuQiZv24bF32sW1AHTHZiMk/jIycf+wSI+l241AM
6BPrwNvxoY7mByUC49bsvF82JXPfE1NiyX2C3F0GNnyY6ureB0tDcZcOVuxZDQlXTieRbSnaJGA4
wb4C0n6+Kn3qbCOCcLiHtnRgsPqdE/Pz8mp+41vFz+YguaGYmVyQf8JnKzozmadMr5e2KyO+yq7n
6avPdnluuGX7FnfWtRU9T/U+HB+Z9pU6NZTDDkq9KeYdLbdk8sw5qKMtWnB8Tcjs+1cFKBd1F0wt
gz4CL4fz9bejGZFqSKBTznwdLbwe47eT/pk6D5c3QWoH/XzgxJeCgFglHZ3BGIA9r70KeGoTRbgU
qo65cUVW3+pSS1gSgv5vkODiXCfZXIxBsJADvg/ofglIzQMlb1N4NxY/Ly/ou+MseDOMwQKEi5nl
31LlJ2acRYnQDrNFWz63gBtFjzEMV8WdZYvBSYBKnwaosS5Seba9YrZN3AG1Uo/5tQNs9qFqdMvX
efwSTXxNlvD7wcMNDYkDJAioYX6b+tbAIDLOmOLzGhoiaeu3JvTcrYquRFPZ3oHBCOko5m+Qcouf
qO6MDKh30CbRXRF+6fnb5W/z/VWIZfwG75soK34jLwZsBLwGxQCuRdM3MCAKeR6wKYCzx03JnvS/
LluTr2YZFfh/a8vfTzxB08LEyDNYS7gZzJjGt3LqXzaxnMLzCHKaOSFHPDdh5DazzI7XHld2bb+J
ze0E+rKx2CZWgrIXeuzlysNB4gkL0gfXDHRuUfkS4oINlmlnGMEdVoObyZk3yqz62Wq/RmIF2rbA
a4A2AfSn4qx8OPJqgkwMphzMwreqEfAIxYvm1NOn9HVKraehesHMr5+FR8xyfQIqfj1moIExfKbn
K8mMpFiEFZ/8GP18k1seY0J2ycEd56igs1t3QRQlfobbyO3s17KvroeMBc6sBDk/jOO0ElEkm4EH
ITCzuIfQ2RafwSChIXFajSARjOwnvNsggdiD9C9r87Vk6ntKqhMDiG3IH6KaiZTifKVVrSWJQlDG
rCa0sgdgnNx6Vu8ZjT5Nq7/LWEZX3vgSwja8C1FIR4Ef8q2YiTs3qTlNaXMK3o/yRv+BkrOfBJ/v
qd+5SZB58aYJdLcM+t0z8LLucW3EQEIciQog6mIYBYZqJ/zt3DqxFSA5+EKUBbnrxo1uy/sZZn0z
iA6DZ7wYALNs49viaZe5yuby2ZX5FYphDnwc8Rt1amG3UT8ZFaPCEKV+qG8M176y95n3Wr1V+2yz
Jr8nN2agq4zzgCeeOGszGmFPkg77rDyCEHbneMV29AowwKJ2tFuVHluOhBCXUNr/Y00IfXFOo9ly
sDQWWFfRleLGd7mfJK51906uy7WXlOTtioNxYk5wIgpcl6YNWNx0RCNqcJk7uhQCU9vUXdPelgDo
z20tN/NJVLe0FEe1X4hqrvrgY7zOtv0be7NcFQ4y3q2lYb/5TS7tpOChGukxNrIsrXuDmMJPeo3J
nivgE4hbu9Fjt22ej2t8KBIG3fMlCm+akhg21yrYtI/FDswdIMydvPjGcTdG4TKwq5LNuIXas7op
ty8rh2IpPH1bL1kwGJiwM76xa3CQQ7RTA9vap/OV/dyEB90DNGuD6sB8Ve1XP6ck5GE+8Y89wVPN
pFezevmc5IAn9x2HMG+KvWZetJ0xr33HffRXDra3phMhubnP7Aou2/HJKRQGu71Xb+zU/Xgwt6q6
7q7y9YGCBAMXGDYWI1yu6XUMqCEi3JW+7X8VBwP8uIoLORSvCYafyf5nfNVfQ69t5Tsu+/b9O/6x
K/iQUxpGStJF0vEt+4kqA+YAbsB7E2jeGAAi+HzsVxITqUFQswOaDy6Ybz0GswOYUl8chyvzjUXV
665kweVFGdKwdmJDcJZhRq26THBdLAKPzk0b3Gn7ybt7eAv9cIO+gktv9f0hef5ludM792M32mzj
68Qnt87T8xrp8+Ih33YYLBs2xixQNBMLdjwxEzvVdZyU6qmeHvJyO62dDskrA2U/ZHsQ1gDXjfgI
nE07Y2FmNhgJHX0okS4yOiQ8RGsoZwmsDbeSjql7yICjCChWUpUq1aqsJCCSjMGcnexmV38nrnlE
+7TChIUPmi6X+hiQX5N1l14dSDHx0gVPIviHhXMYE9azdlIbsLUP9q6+h0amF1h3yjZRV+576Wae
WFr+fnJxJCDs0IoRllgwEA9qu27prJwBqQlM26GmCKE961ufrc8HSHvge7HhOUaTLTR2LNnba5mL
1AwFkw8GQZFMiLlEU6JgPUzwvEi5scoHne1mAB/L3eXTJr2GUFHCaQYjzMIffL5hmV2QNqSYEus+
R5+DYjvb0gAa6nv7Js7dOeiuYveWu9UuPNC9vkIjLztdeHcAY6miOgMF2XPjzhTXI6PwSGr395Nl
7/rO2SR8TZ9Jvsg/dkT9wGLWCoCDYGe60gt/MLxadxVP2yJGPvCtE8ymGysBVhkAC5wCrhzo/pCu
RGsJtSTO30IQ8bt9CQGh89X2ZRJrWQXHsQ7tTyh04tF1kwS2P33STbOLfxqza/xoguhJ3eVe/Zls
nOFfXBcvDrA3OCbQWcIvyCJS6PGEX1DMaAkfaQjFBjOw9bWLSeq7J3aEED4VzJ6qGHbCwtjE6PjD
w577FLPZ1bTSHpJd8ehr/G9JQmhJMtNI7R6mJqU5WMD/c9Pxq6VJrA0vjfWZNxhR01YeVNL89NSq
cGqUrjTmoYHVeaj8BhOP+q9JcxnDe7ECKdu+igO0FbpO92x9r//9KK4OdW+g3DD5jvtCrEQ3yPnL
tAzhSDSFAGIHIPuKr0o+IFgrQKUOVkAUv8QpkgLtJ7yblIVVJ3YnYPfoe5o/rnKjyfYRlShw0i8X
wzJRdn4kah1zmFqftF6Ru9qmviN7jI8d1K8uGILaiw+641+Od7Kr6Myi8OWoPvUOUClgaQ9yH15y
z++d1u2xh7vGWNlFSbZ0Zkt4VgyLzlW12EoYdGupx1HXu7wcSQA9syAkgPrQzl0RwULt7M02d5XW
L7u1LVueyEIOdGZEiNJFPVp948Stp26tY+z3QeorecD9x2lLvy6vR/55ljl9SJosfiFEqLloc4wx
ptDF+cRXUVwMwuAiGt1max3W5hhkz3VkdQAqwxRQSmJzckwsVkcm4IX61rlTg/k63Dhe3bjpTwz2
bJFEXF6c1B1OzAmux4za4GZRQudhwKQPZty1NUy7rNRytiLB47KQlLOhQ/CZMp8fyRbSh+mmoa62
tX1oe3aBcVyeJLVb3ST/mU+X1ycZH0SX9WSBgjeOEQflUQnrvQeakSC7/Rg2qge2Pl99rL5Asfvr
skHJs+vMnuCYytirUB7ChnLnPskD0L7rhptmoVuuEUnJLAFdDngF5ukt1NDO45Qxjoj2agXFmeK6
6dDIRgn0q0r8bk3eXiJiAajciSUhIuqKzmZFhyXrkCouv7K2ZnB3f6fWbr0b3Wibu1e6q/Yu4LBr
DWVJm/XctuCgc9NQvXNguzpiuAXKNuFdth2C/3rqrgnaLK4gxpTTZQqOyrJIz3lcYzDgR3kT33U7
5aAc25Xkdu2rCf7Y9QVkqSusx8Ethqn8ApyOzG87n89rmGVZcofvRtEYJstzUUTEdLQDFULGlgXN
m9brItSqiJsF477Zvceb6s056E/xw3SdokiQfWRrUEdZDevsBwiLxaBQ2zgcP8AGpWfUvLHq1lLc
qfqECmdZoFH2Scjn3N6iiWuYoJHTX3p75TbS5V/1zyYIBxLq6f3ogCYEdZ50Px2trXZtb8dra69+
FfvBBfRpM7hjEG60q8ZNNnQLZOZ2vHPcF7pfE4uWRduTDyLqCLKi6dVpwm+ZnQ5Ka0dSreFbpe61
8GyAWA5MPZbgw1mTsDlRm9YbUJZACrMt3P42Rg4TxaiKkl3i97v5Xl0Vg5LeW9aJYeFTlwpk39sR
hmcog+5VvHVVb8ZxZUuMT2p3TRNUlg2e2hM+q6JWZYbpTni1prscnYsmdHUNBFlOcDmgL/+jb1Hh
z8LE0Qpbmdo+s/HN1MmjmteG1yS5WnrV6FObZGPEn5ftSW+sk5WJ4ABAvdJ0qLCyH9FVy9xfuEFw
amcPSa+vQmXKXosTayvUzy+SqlK0IbKwwj7dlbXfEPR9NoXpaYpbF//RNXOy/PB0fUI6ZZsqRvm6
xVN6t1P9sfmIuvuVPfyOi8GtcfLRhLvRhAQPBpdgI71Rvf5X+JRfKz9S17o1/qEtemZJuBvbDuKd
GAKHH0JXY3wptNt8WPFAWZHszIZwB+YW6aL/37FNvI89/ar0iy0gPR08Itu3G9Bc7PRX8nB5E39X
c757/qIrDACPZopQUZNB1t6iWJrzaF3Ra+PVQfW4de8H1GKIq25q7xWR08tR2lV3qq+9/0O5Cev+
8wOEr8hZmiVlgq+oaVDfuOmjIIaSYLqyvdKgjBagCmp2A5VAYXfbrqLKjFqgN4IsGE8XF3rhl3dS
+qT8rdGE1QAHL6rFxc6Yq72NhVhb9MW89CuOIUeV3Ct+HuRbvl+b05JnTSBGX7ZvMSjsXJ/aaRg7
MGgiwXAn7r6+6277OO2q3Rp3qtxNTmyJJwA8BGoD4SuvCtQwsII+yFzVG12y79Cxdy0X8iP34f1n
/RAFHZpX2Q2IwdbyRMlHBOWTvczAAdkMuPF5DMuyJsyZDjFWC81rF21XfzAhe3b5O0pSiQUMju0E
VmXRxTs3QmgGOnCHoEXEGl+xtk32BkjujAmZur+LS/+yNdmSAI5CQx4SPkun+Nway4k1NzGAaFau
zo9Wx54nfNKVaqfMUxY9E2PRgCUUpM/nVjimuWc8aHB/Rn44+nlb+GBWaNUXvcP4eGCPN2V9nJ3/
Lq9t8QkhtJxaFS/VYs4Gve0NNBqrrzo3X/VGD6Av8vbXVgCV+rODQk7Sd0NZVTkAijyBxCDRrzrQ
AqWZtbtsRuIWoLsDeAkwnAVDLWwhS0MtLTEt7jWoZG7YQAePYZDbLcvqjjWO/RASxp6SnJkrhiUX
N4BzSPKA2vjNrnL+7bohDntbKSDJoe4jO+id+wbpbXpg2Y+287LseHmdktzyzJwQKEmE5VMCcw3E
YnpIeoMPIwXLddb6Gtz0sjGJ94NsywLuDJ4JxJEQVcAsXfcg3kM1k+2HIoMO5Rq8Z/m5og+eWhCW
Q/PcrGPQRXhNrblamXlt+kCKQ9WOKwdZtm+nhoSDHHOEaLAYoDSqHlteuWUEngh2rVWF20Gv7/K+
ra1K8PnawuxrBb4kr58VdlfE2Rj0CouO9ewc1bLTV9YmO8joL6PCAqLp5QY9d8Gp6EkNsmlIeznH
stg3yddqg0C2fagsIwQSRF2gbs9NDCwbi0mHJkaLQU7T5f2Ogw18ehzKlYRHlmctrZD/WRL2Dnyg
GsZ7YGnahtviv3nTXX/MaMrQwHwgj9F9vSUgId9e/mCy6HFqVNjBUA8x35XBqJ3uCoQn9Z4OPun9
KX6I13QRZIfqjy0UGM+30u6HtIwr2OrGx4Rf2Wt9ctmDH3F9yTgAgsXYqIhsKukMpTfE9fkOpEJq
UBz4FrOqnYnXEi5+6H64jo8HDFtpfsjc8NSufr6wKYpHFIRhN4kajE+8pmHuq8o/GfnfVSk+zHiV
O3XBcVXiubnNaiTheXVl2MrKkZI5BHSzF3g4wOEYzDlfS7ioSEcEa6Hqf1W+48XDDEmsoXFnNMTV
j8veJ/X5U2tCFNRjonVZAmsY6rB+2OmY7S1nJhqQsuHsYcLaCEZ4532nRaZnlm11Q8du2mNWqA1U
qAR74ARo93FaWD5vOjsAv9TX5Z8o65QCLI9JPEx6qCa62+cbklQG2FEtyDTNmR4M3WuPx3cf634K
SS3OPiGE6bKhB88XRr/U4dAZIErhDBWv/n227/O42SsauULX6M5UQ7921kZOpXt4+gMF74MkDUVL
DD/QOoyb9J5vo12OFxrpvHBHHot9eRXjYG8x0XR5Z2TH+dSukI/ymEIrJ0VPoMpeO3Io/qEgerbx
i/0T4EJFUpIRgnCh41QZwAx2g0/jqzS9DwfXKVa6prIzfLoawe/LelBSHbNCmBX+MTVL3fzFdF4u
75jsdjy1IXi71dszZzV2TMk3afZkoH6T+fr0cNmKrGOEYQPMXWO8zMGQh/BhopoXY/FbD0t/4RH1
GrZvNJAyoaJobq32igBOwNaKHrK1nRoVvlYLshEbHLsIT8Nznj2ZOV7LB2vtVSIN8Qjti3YmJH4w
tXfuFARYlmSaNaRNPg7e7N+124QG+FpBfQgDGzU/7pKHtbalzDnAWUaXQXI8hcSLJaH9UOg2nIPX
WZCALNduh5e5tFbEOWSx99SMcJLt4v9I+44lyXUkyC+iGUhQXilTl5YXWnV1F6i1/vp19trOy0Ry
k/Zm6liHDAYQCARCuOs+iUvYR9B4Uw6EvMrspskqtdEkYFST1+hUli3lTC/OUoRKrXvy1yDHxhpi
DLFhUAyPiUNKI7vPiWYlNLjLk9w0ym4l8lhbU85gpMCnjBKsqU8ewvYjbr1qDZdmKXY7X0/OWARJ
yycSw1jCIXnsdMkEXbVXa9VzFXQOOolWtm8pdwq41X/MhDvfaBBodB/EnBZ9suVd4mrv1LD9p9qd
rHGL+qJbj/btsz4vEv+KAMzIPLAAbLarUWAUxhQAoUKimgh/xqj/lSXyioilfUKb/Dzhh2c6WmQu
TxyYR+RmZtOw5PS+j0+J9kzImsda2qhzGVzoSxFk110GGZpkDXvM+z4KVuioW5CQTA/tttulbuIN
H+Jvf2XLFpUDqg5gRhQ0W/HKdXoCPt4U8YcyAQ6ji0Mzrwsz9f2VRId0LQitsIA4g5wZhYafNxgV
rRnVAWAX2pPq5Y74Ldz5ONEWOwXAwu5t0Uajuke2emuCw1p+RxvwTv8m38Gr7oYrO7ow/DB/zAxT
DoCVeXbzckubUGPqFOQN2hcUN8drY5taKijrXfGEgdLIZI5s1wf6ByxtiZl5kae+rLm65fX45xNm
wz673DHVNVahAqKjNtoZkiOhu27taXN9I0FLDBJiFg5EYgAduBQB4A2xJPmsZfG7rX4MuQNV85Pa
/dw+gte2eymGs90Y9faAlBCTGGbd/SLghMyPuTSYI2Bkbov62zV9edxnWXjhIFmmo7Q6r+rZqsVT
PEyBD1lsiLyk/T3J6r6RvpCft9QeMEpqb6G5PQcM459GDW1t7I6GUttThS7zSAfv2P3A/gtcz8uP
4ryeXOO4dKRsLLxdnDauHQCjG+N2DG2qvk/lRicn2j7fXonZPK4WAgzX6JydGab440QqY8zBE9dY
qU4e4lR9SiJtZbGvL2OodSaCU4sGsTCMZdVYUkadKrJ60SOxLRRsOwq7IFuD2Fw8EGfiOGutWwNA
tjXE0ZCYPab3wFdhTnK5otWitZ6J4ay1VwtxaH0snBqLG1a7eYTSCZ2H9zDAsr29SYsqAQkDXgYs
O1ecD6zvgqgrYBgiColKqZog+MGw+m0hCzEMEKII+BZQKJLQMcctnJpVSTOk0KgSfwJ0ESFTh8A6
9AGJDPZjEKmrpiRtbgtdMj/QZOEIAg8LTGrcm1CbBrXUFWxWkWLgtqKnpK9WbqYl73UuQro86kIJ
oJQyhFpCGFkC5piAT4jUOC1ebquyZBDncri7ICxjrGoBOZkWI6y9w8N6Qst9kDvNGk/vmijO55dS
Lsa1DFGxlNmBbhaVhFZuq2oOSfh9WytpbYdm2zzzlFUWq2NKGizfph1NICvqR9CAOoYl3WFm00rt
xAQSvzN5O/0ueHyJrBdmK/btj1jyIOdLy3kQtFv0LWlmy2wzJwW09ZS7PfoRFHEvMFsQft8Wt3Tc
zsVxBwGg1eGY6xCHIadnQZqQ0sM0ZVkgX3Fb0KJpzu0d6ErEIeBRdURkN6jQto0ll+5ED4V81NnX
tGYti6t3JoXzVIYRJikGThsrTL1e7zaCoJihvx/q1Cn0e9a6t5VaaDObkeb+0YrLhGZlWYAwGFrl
o6n/aMxM36kNtts3BdwoHVDDLeEVLRAb6VS6DebD2NPtD1jcPgrUQFQRgWHCX2kdVYQhGKGvEHVm
zACBK4MxZSWJuHgszoRwJslGNRD+LqqPVj0ivYXt2gWz0IqDdZwxg5B9wEuZb5SeYqCCDD7WMRPu
yvw+Yx8V87ThO5R/V92dGu3U4sgELybP/8X6ncmdVT878T7QIuJgPvE1aEvEGrQMGiKi9PG2lNkK
+MDjXDvOrwhVl3aTDylldpLzP/J4kJBYQ2GPFZmJ0WgnV/81zsnlenJbNoAky0B2CnZR74zoI+yO
rP5Q1u7qhTM9d/zO2JiYxQAOwuXqdcgCTI0EKYU/IxFSN0GpKNbvOjFciQoWUjgQcSaK2ygWJ1Kv
ZXgKDWiofBJBarUJj5MnHOV7UKakWwB+7I0PcaUpZ8GdoAqGRCgSYiiy/G2SODOPohZayvqosZri
qPuDqVY2OHlNWcyRUHfa/F8zzygX4jglG9onWg+QTszVHFLhUYw2orBiigutzZcyOFsc1KLXSwIZ
lfLY15ZQAW/o2CZ2B4x9P3TE7qeR3UrfE/2h6vZKdl+HdzWzWzi2YGV1l56U0FfH0sqYWdCuyGZq
oghTH0Nfm53oXYudzb9k6zE8dIdmEzy2biqY/iY+ZCfV3AUvdWTdPpgLwcXFB3DHJPMFVPJjfMDg
u/7gFoEdGB+dcSoCbUXSqq7cRVuBRCIJFYgCn0gZbQho2U35d+D+iQ/fkRu95aIdbtl9b2aH1gyf
C+9rretlTVnubtT1fNBKAzsPRo9etmUghlWpE7JPGr3+b8vK3YqJlo9NpkJXoP50/r5MdmPyWI9P
frh2ccwngvOs5xvId6eCQIzKUQVJlXSo5M8mXgmoF3pNMDQoo5kMaA/6jDNx6eJquZB8WU6amX9C
8e8w4zIkbkndKduPgw3lKAtAlbYKB7zgeTBUjkMBmF5MCfOPhQCsPUUyoBwDanO7gn8bBuARelFj
mFLvJDqwh2KLGeomLfasOwrBvkTyQNmr9NQr72r/gC40UxoZ/JQX+3aUd85Umz3Zx5Pb57Y24eVD
zVHeRrq/bwH1HuqD09WK1YA5tR5eQXmBuasvqfWSVLW0dDSLGBSkd1pD3CGwDDyYGDiL1zzggo2C
XBV9KcDtkQEzxd0oSMigtXNSEAfAA6JDNjeOcWwZxCmVyr5tpEsrfC6Kc7Z5L4N1SppFhYdQtQGz
SpE5DAVbZ7ZarHj2RWEAW0V9BX+YGrw0Izb1YDmnEJaAp3ZIJ5cIqtmI70J/yNtTVKxhni7czLOg
/8jjHFtbj4AeEyEvFl4Jhlio9Mxq1Z1a579YxDM5nFcTgTVT1Oqsl+KbaZ26uvSdKx6dAq8Ar7U+
rXXALCwkKNQ1QJ2CYMu4glkVpED3gcHaWmLlEFZsw+lzbI5CVt6FovPvR8qRhAAw75zoRa6cv/5B
EQ5YOGa0lqT41li8jCgvB6rbZyvWMe8+58Uu5HCmWIgUwMpAULQy426Ij4n4HHYrLnnBUV6I4AyQ
TtQIUWxrrcaXwZzUW6q8EqItKgGEUSQY4a7QBXBp4tJEVZYFWCw5aN+abLK7InjMopWYYVGPMymz
fZxFZJ2oC2pIIAXYeiZF52ueb26b9JoenMePhMCQ0HnUWmX6pygdkBTYItKk/5MQfpJaVnLKcEDQ
AaDEaDXZ9roMz7tSnV5ZKx6zR0/R1yfn0IS0yl3QSTbm9+zbeiwllzFi+J9d/4tCcbYfVRWXDWiC
wS+fTcdQPShjbPU5MOtGahdhdkgbFAOCHo9xAhw7zSkBBT8Eoh10man0xPP7pyZeqxPMW3R1ns4+
irtFMrQMNYaA1U3bFz1/KscTY/ukBjPWEVxDXbvSZLjgbC/WYN6HszWIfNJlkTTbZNh7XWiYQviW
SJ4fr0zKrO0nd4bbztDrwpjPcBzdt1W5T7Pn29u5JoG7NvKSGfpAIKGX3/3Mkxpxxe6XEq8Xa8V5
CTVMJgzBYK0ShTzrURSZaG8AyrIx3g+d4Bix7g7gLmrqR4OtkamsCuecR8AmjAz0Pg4EeU79ygxw
yNu7dLqv1d0QGUBj2WfCGp/KojEi64WrHzWHq6pDXQHfXRaCzkrhsfzMCeUIrT4gowN05Jf6SJo/
t/dwyRopRcEHeWb0P8ncCuuDXBeDAXmt0f2kVf48IBfWiplN6OqCSgsH7VwWt6B9A8yDMg4xgntA
E3bF0C9XfGlH/+lFeqy+85U81ELTEiaZz1TjXLPuy0kkZhDXfZNT+Ko9xafxDyDki702WtSxle2r
8rA6mDB3GPLe5Ewqj0NcaFLCAM8P9pin3Ol/0DqvHOUtUD0CMNDZ/9PmKVyNQBeLnGQDZKHQaWeA
PAdbRxw96mughUuX3LlO88aeuaxAiTAoE0FOSo2tmsj7oA+tflxLEK2J4RxxKwYVTZtZjAIGq34X
Ibu2lrVfmFS5sAp+cGTUR21sZyECgO90r3qPnrODaGf7/F1+ilRzlZBjPkG3DILzw0CzIV08b1Kd
vbIvzVQ/G+COCU7odRbaRoU/xV56RvOj8ZCsRHFr68n5Z/jNpAorSKb0u9dfJVqbJXm5bYKLV/q5
bXAOpBtjUSCzbahHinbAT9Fs9uFOyey2h0r5+7Qb7mNbKUzJ09ee2ysOReEcCm5tNRhKyEZdHB1T
4p2MQrypYtCeOR8EbQXaSoy00H6jAlVdUmYI3L/gVJcnwR/T0CgaEbO2RYi3/V2a7OLIScDqmdZ2
GD2N5THzN23rlaMtlKco9laWez7Sl9Y0fwCauNHDjcI031cxDRMzEpDNg5yqMuMOXZiFYo3ExN4C
IyvCAHCgOpPvpIWzIvkvJ8Qt0XM4cOYFcp3pIRoGAM+p7tHy11QpEIQ2cb8N46Ng3KX5oSrfc+pV
2quhmJ0UmkLuUPJHFL9UvFEUk4Dj15hxWxhxQCIU9ke99DdTF1ta8YwsiSS8p3llG+BJqwF12FSf
Q0CsprljgDWWiw0FV0bGth1oZSqkL+pDPcUo1HzqgCcVGtkaRleUNhFgTNOtUu5yIXPKfpsJnh9t
1WwyGzR46p46elX3FIP9ht4pLDNZxOw0+83CPUsB44ioIkVf3HSfRHeZZKuSi4bDAjAA2V2UbqPR
JQ3i1ew1Rfe3v4m0jW685sUDbZARyPbJ+JCMpibGtl5ttPJJb9w0pmbRHRR1F7EHNT8IALDS3gwU
/KdDXO1BXI1hmq2WP6axl9Vffv+MuklmPGndJldNbfRiepfh/BAQFKnhdy2jde+un9xOk5wQkOzp
O6k/ci20UBIxERTF6jHQLRkM3NGTkH/RsbbB0m0iYGlUhuUCwFsp72rBNsJvKVcsmX2Q8ZRGd0IB
YF0UUqQOffq6C/MDsd+LXwKv2J2anwZMDcaB+HdIY3X1ix7/6qveDMpDBwKDJtsDsDszBivuXCY7
Nam3QlseGjZ6inSX0N4kue6BdgvdQm4aOqmxVndaqK4B6wxdm5heA0kq8Lsu7TNVmF8pQTs341ji
VttWbgPYlNBMDiA/Iia5p0ftpXJgYU+YzhvXYtXryA25f6BjAxoILdxo+LoUXyZK3lYSxEeHxJas
3oqt7K4C7qH59qQemJ3tvlE4equdtdGAhfnES8ncwVTzUdUqXGp/24N8R9qV5vTGSjNF6Go9ao52
LJz6MG6CrWYXduQJg0lsZq/dBLO35fzDxQJw6x90dQ4iO3yGNEORQLRvqx6ccQ8chpfMxA1na4fY
fDd+3/ZM1yHspfrcNdcVsT4SDfWygYGB8LOQnLoozJau6Td//y39uJuOxGlfagrqV6mZnmSL7gM3
hp6l3XmN4+/rTWutpZQWClmXunE3XBoAWb7Rsabpa2kG28wtZQA6IP9ofzXHU+IpVr8SNq9pyUXN
Ca0AUz6bsWbsqOL5w2mVMnnpFj2zFIwWXh6VAPDSalxBRqSyX0TZTCTbFlFt1v0XKk62kQxfTS+Z
ADWPTXBKWKMI2oewe4jjtRfmX6S9//+momh3+SmGkUiFMZfkEQw+GIFJ3Wwb2fHJt3/F3mBPj7jV
TJRZzNrVzc7q3cbq7Z0SmU//0ojB7CODXkv9i/Wr8k3nvRCMCZF8hFGgQ5cwbFjCudbacbV1/2p/
IegvojAa9+HC+dyykUxJoYLHA4k3wPGpGQjqHSq5t7W53mFOCncmpY5OyVBDShWaOgZ7EJ+ZeeRl
G/8p31IrG8wcxas1eN813bgTmmEqQWNl1FtC/tBEz4Xi9qJ1W7P5Jy7shVOMO5DIWAo1aaGYEBGy
TeIyfZMEqkbOkI/5UWuj5Edoo2Elj3nl4v5Kxago0CKBh8o/9OIIbTLdlPQoB3oEYHcEUxfVXqLv
t5W7fjJzcriH3iRL4MVAj7dlIK6zxcFVPbaTPgTDYgf9KXss9sox3ipWvdYJef0smyUDgQm9ljMX
Nk9KwrTJ6I0QFNTJFqduqxHzDZMJDvXqbeQgSlvD1F0VyG1ky8o2rFoIVI/NIURm2DMs5UH77AEA
Hez002o64ioxwGnIOVZBAau6FkBgqQC5Jrc6oLmYFSI1FzzKa2gB14X7S2l/k1tnwXqbJXk3Ekgb
bPFO97rvPDFrIGxa8/ts8tS7GoFRYDVfsKZxs3ZvLR5EvAVARIHGScKX6kcxzzNpSns0VqGltdv0
cxZLUddCrsVjAdphEYNz4Avhiwhqo2uFgWVFsNX+tB6xVEc4lLvil3+vOSAvm07pPXObfsUHLNsO
YDtQuphDPf7SwIxVy8D7CKlAzJMf0Fjv+nbyS3rGPKFV3rW/Vo7lfOyunM6ZPO5YKoKUNEGQAyhW
QidL05joP7VCr7aJ3QMwB6+/lZW97j+YzedMIhfMaq2fqKkADfVPBn4n5KndzBU64NqBfQqEAncj
wJaEbQSYpR9QWHwWO+GwBrU/h61XWmNMFHiYBlaa7wGskqLWczo7o+Qgiz/6GonJspJnAjgXgM6y
PmUNfHkzqOjyzs1SjqyI6I9Zi/bUtjDQ74JSfpWY0SgjBR2Y/oAidx9sWBGBhE8xJdUHU0h51xf9
NtapKfbVk650SPUJoHK+bQXXYf68J2efyzmQLgZkNZHm203dqp/912Tmqhs8FZvHAjia+nfqTr0d
7ehusETVHqzRfvrXHTCXn2BwgRsV5KFKFKwYoGxL8im0D3oIiqc3EK2taLu4+TPO4JzlwGOOu8qj
TinDqIb/mlDryqbiNAzEu72gy7cdxo5EHRwZM0TIZew3ZBqep7NHBk6TAqC6U3tylT0FnMxHY7Jn
ZQcOAvRIutVKdLTots7kcu+1yK9iGjaQa4TSVi6mA6rUFstHJ1iD2lpexX80nP302S3QRaMyNQyS
dOMtDF/lNQLe+YTwRxRdLmh5QfMAglYuetbqImA9aMItgSlejaSHfw92wz7zxCw5pWvtHkvanEvj
3GCqFlNQJ5A2Gm8tc/NmredpTQBnEKoWKoM4C1D1J1n8DerQ2xa3FDz+RS/H6weNOhp3gkVppFTt
qt7qtF+1YueNV4cuplkMtnZDLWoy46T/X0k6d1DzAdi/WgxJISUduPMCZJzj6Jiy38yPXSZRNJcm
jZ11xlsfZoAryppX0mGaQdHzk5/UKxZ/3bELxwEEFzDSzFyfaOu+NMSRySXtMnxP/AMoEsNu0FQE
9uvDCU1KSIg0ZOUVu3TEgAiJeULQ0KCDhnMfckhlPSjr3mI+gCa0Q0FTTNc4eW3f3tGF9DfM/2w6
cv6QsxOWTyKJDQHztMSrH3Wrd7q9COhF5Cs3/gFVNVzRZA8M98fbcq8CrPkcUGDxQEcMT/DF+p75
XdpTIDWEpf4W+ulGzNWjHqyNF1xHOpwc7siJSq6XVQI5QRq+1OVL2KIANCZ2LaGENr4Nk4B0YfuE
l57D+tosmtDSx+TltrLzsbjwMtxHcMYja6kY9mSeoBzR9ukHaFuvnSiRD4LKdoBcdxQ0KOYQf1vs
2hrPZ+xsa7tYUgaYLeB/KmoCBs8sRNBgqtvbUtaU41w0DZE06wxIqRJLhxrDCwXlMwWB31cS731w
f92Wd3UyuMXkDJbkalwG2ixPdgJk6AK0Eb2RNYCARSmKjHYoCoBxJDUu1y5LAgLWcCACZfRABk9h
dt8eqfh+W5eF9BiOwZkYbovGCcOZ6SxGPk7vWmvSX0C4E07hrnlTt81D8agyU/yzhl+y0OYJsWDz
mJln5po5511CptUgK8MahvlrJaOxcVf9aKqtSXcdgOgTe+i+xrVGo6u7Y963M5lcsMqammpjAZl4
lcfRz6C0Zj++GdGpCdZmQK9udYgCOQVGH1HmAnkxp14eNBpwR3HoFf1YZcc2OFbyXVO80ukBBLS3
t3DJUM5lcWq1kjCNbQ5ZchKYKF0Vvi3nhSn0K8dsTaf5GJ4d5lCUw1wNZkfWYoBi0M0y/x2iuIPe
H1PFBQjgDOd/0oxvBJh61pYVm1exuMvZH617CafINNZ6qpbsYmYGAv0nlRQgA1wqVmUJ6QUNpAjK
PFyXnNR+N+Ee95u9VHi3NVpyiOeiuL0a5GTIwdkFhxhhAPmLaFuF/fnfRHDblOUgFwb+ElAwxMGS
gB9ZfJeAV7otZNHm/lkyHpvPqOU49cXZ5sJWdiKSVRjmwQMgBP/CnWj4a0w8i7aHYAxwb5haADzV
5RapTaGDwHSGNxik1ymKmDWpg131454kGeqY9A2p2pUIcFHHme0csA1/QT8vZRpyILKqB1vFXFGN
54sEL9nATuSn/2ItAZOiUgCLowed043lYoUoTKssI+uRDrWiMbcMgVnFuGJ88w/xQQC8OWaHZNBB
X7EZgZ8mqusJi1h2X3UBXlhq0twb0KBX2TRzxGFF3nxubsmbF/jMYaRFxnppgDxp2oCoiUo2az40
8ZgVK8NXC3VLuNsZChAAc+AX4UHMKyns4dmxhP3ROPWZJb7FmwLzStUueQEcs2AyTHr4jv/HaDfx
rzUI2sXL7Fw8d6ppHdTEmMV3bn5qE5B5m9kvoAl7oV1vgvxf2yUiclHEsDYIhDVM8Vwuq5QKYtLg
ZW/lImBSnL45+pM9Stt/a5WQQkUkBWeARU3n3qWpHCvSOIFjArMzg3IA1XQ12MIa1tJ1RgbRjQxY
XcBbEFVCh/mlMmMvTkPaoSNiBA9kiMKrYNZAX6cnaWe4AKPPvZoCRjhC6W6nbUGWVlugTFur/15b
Kr4C0JwGwUME/Jf8kspGlIotfjup7GCyBWQyCjfI74tqxVKv/f+lIO5I9DoLQCoFdQf6zUC0B6ys
+tftjVsAMbmUMSt7duzUjuiNEEMZ8tAcgAy71V3qdVjW0Go2rcu8wCocNEoAZlewI0fZEk935OPa
+2ohskQjgoT8LpnhBAFQePkd8jj5PRn02mKv1bfqiMBMuUMxBO1ampNtojflKO7WWJUWXluXQrmj
GCrGEEqz0OZ7xJSbhmRvdQiBM1y7wmd1Gje3F3tpP8915MxX1GMSCB3EReOhFn/UuUiwEt6trSMf
BbWFJJX1BBmvxVY/amb6IJgimiIOb8YufGqO4vHhf1KKT0kNRhs30ixQGreRsqXEE9Yiu+ur6GKb
FOnSNsY013w/gQjtib4hfLTRpvi83mwmXVWM4F7O9ocfbxowLhu147w/2wqAKwc0Solu4srPOAtO
vh1dkAfrDjqYwE/ih+4aC+MCscSlfO51xVTmy/Vsjj1mZYKDfGrc6AMzgLtmPzx2mxnqWsNZJNtw
e/oZ7qU7yZ6c8JcPQ10r162uBefk0OcaUb/Bt7DX1gHR5yFy0SCduYYTH6Jf9XvxKnjR6Sk49lbk
rb29FrI8lyvBeT5DGRUlnndi3KmO7+mJaexHR9yI5p8DcB++4w/hQd8YK4dnXt/LEGT25zN4EkAh
JYCcXNpZIZTA9xHR/6CFxEsakOCwfAU0askFnIvgPA6jERmmESJ6odsUBduEOC1luzaytHRF4XIC
RhLIKGeeqUtNNJo0Td4gGs175SsOUuRTUm04gq3usUdbuJsp0spFsnRGNRkFyBk0HbOBnG+TR18H
dOT83gMLTcJOk6F6XecE0zYIKFoLzXQNPPo64sZu/SORH9LxS4WMbTe/jvJXlpcOGlM/u8w/TGoX
rARR865cGQa63Iy5zwzZd84wpFaPQ39+UKATbR+z5lFNASsmlOrz0PuPLensXB1fbvvVxTOAXMt/
hHKmUpOyrFKCOBEE2Pdd0dtqqn/r0WQZ2ueoaRbwJNAqiaORjwL6HOuTZhCPaC8k8W0AY+0yRXOL
mD3e/qwFywKYBdDOwPKICjD//M0VVulTBC42Q3gAbkGEGpxW2Coe9PpasWMhUsbIE+DMkPIRgVPH
9+hUOWKwHH1KVhCh1Xb6NgrBFjtwRIWjG+Jhr9FcNEk/Ii00PWbKGo3D4lk92wDOpEtw2vl+ig0Q
m8n12+o09IWVB+XKRi8aFzRBpZHi8cg/R2Q9bFt9gEtIh0+1kU0ZY8EkArT3/TRsak0w//UGAlR9
fqcCHg+Pci5Ub0g1kUiHVkn60dDM1cXyIZ1+so7uC2XtSlvU7UwYd3OXhso0jLkBEBIQL3oWb+J6
SwxLDfZ1sxX1YMWBL+7YmTjO7VUM+HNVhaWcfB+AW70TYbBhCNdgm9e04u7pVlCJ0PlwBwPmvQX6
FYS2QL7E6K3T99oaBNCimzvTadb5LEDvBqMyQgBcWjlqvghX7bL5zYZsm6AB/7ZlrEniLt1ayKqQ
zC9+NfvJY4C8S0A/ec5W2YGWd2mm4sX8rgFwiUuNJOAya5FoILNAZROot6dmwLROHW9uq7N4m8NX
/z8x3C6VOG2Ai8EdWDQxsQGOI27GnlHntpRlW/hHCrc9WSiTWm+hjFofdKK5VHvv+m3ReKpglfrH
bWHLO4T2G7T5qAhWubOrDNlk+ALsu9EFS2jxHlRrk5aaGWRrpMWLemEGXZ8xsudH/eUmleogUl/F
6klhZFbqIy3ftAFMlfljnImWuDZxu3CtEKSlAWM146+pfC85iGaBXh7A1WeVYsbVqQKOC7r8x+69
klemWJYWETTMFG1EuMYAPHypWSYjxI8y5CpyJiqbrmKIo6Uo9LJCuU9Y1Dzf3rMlM5yB1zUFODwE
1OeX4mbCEDltWG3RKnJSiZ1GNri3RSDxhx/hAhQRPAZAakFOQlV4MOMo19MRSCmgxUNyC92yUfCh
sTF2xKYnk5lIcfwMNJXeIZTlWyGk6XeT66rVUT9/6go9ePYbBBFsBFJcnAmNq0ehgkSOLhx6WnWn
thF7ULYrOZapoHH5Pehp/R4nA7WUWizeMRugB8D+KQTLB47JLwJgr8e61LVTlRi+lZZpsAEj2PAn
bNWUngZfDrZMm+O0ZCLqDzB2USimSSBti2kARTWbku1EAi21GyNWwI8WB9FBKVBPMAGDrRATXeHS
aI8DGvGByi9nvRmruQGCU1WSC9OfUjlwIrGgaCMmWo1nRB8AloOonYOXZPfTgcCvNgMtCtBNE7UG
tfx+yrajSId9JArpoU7S/lmPp+K1FsoXidJ7iOo2Q55pIE0j04RpGc3IwTEvgdO38iXqhl2ffLZa
o1uTWCSPLeqjAGM0RNCZS2hQygZUjEFOE1aFI6txjxnClKierCTUUSMSbcUkk5xERI5OpYO2gyUJ
TtZVGOuounKndJ2+HQ1J6lBzGAKn6YS2+Y79VmQ7GS3GoFZLC31XASI0d0q50uiuDwYJfUNYcnQ9
TsBObDNSgoK4igsTiPbFk1yFEYLXGLeXH6ivaVEBVU8wDHfofPADlJoKajggH3wOY4RaX5tg7sGW
DTaAPivyIxfgKFEBMLqOPbVT3ehPSTK0gJRRMukNWFDpppCHQrTUKY3RFyyOv4nGwLNRiUXhpELc
vYwG9swWM1/NvamUIVPCQMmbLMSlvpNZaTwj8k43Y9PWEvArSp8eJzQWGSbAMEGjnoltcxikQst2
wEuWZXvE/52sJOCDzQ0gl5s0a8bOzDNDm8w2LJDhoX3euW2Wya9hymLfqpMs2wkpIZvCj6vNUIqK
pVcTJqLQDifj2RRLGkDAmP+sdFS0u4E0x5Y2gwukfGlXB1m58YXGOAAbKpQgm8WRrZGGbZqkjx4r
3Z+2oMNFyXIagICR+03oyRgpMys0wY8mU5Se2UWidduuigXM3oeDaAOKT/yhYccwltWFCC86CZNG
Khv8AxWE5Iloef/HmNrQGY0pfhj7vNkAHkf8EwhD0ZtDpE/7OIt8O2UKfShrEcDLKfLgJoXOrlJ2
MVjJBFZ9shQNUaaWFuxDiiLUsoqw0Pt7P8vSHdivBNS3SJM8yH1tPDVSye5Tmo0f/ViPmktianhT
L/nZZtKE+gCiEw0XoBIyJwVkwENXgKDM7nUhEQ8NSYpHBXTie0lQo59cQfBk9pOBMqAs172jswwQ
imqsd4Ab6LMEY3Vls1MnbbSVNI2cGA3M48q9fd2MhiYO/OEBaSDhSAgXhfSGlip6DRrfEefCFqbc
GobUGjXDBqS0g1vvRSn/yAloAwJ4z9aMd79GlttZflTI8Ou2A79u1+E+hotVakKKGiBquJMS4E51
z2mW2pH2OQwUiGbsJy+/S6YcAh/hGLpRQ6DhrHzAfAvxF8j5anBhTCIKiZ4NcwK/j3ZR1tptmdmY
SwEDlWwKvriRAfSqJoGdopyrU+Ptv5I/ZyvQka5ThbuUBaGMwLqBC0ytfsWBbAd14NKs/myTt5wM
vVl1AC9Vc2YnRWAaxbBySS/EBGhJnAv+yvwu4lP6oDGjA2i9IL4pASTV/sJR2XXZLkPFekXThSTj
haj5U87i+VxoJ61pQW4nFKUdGg6JSgf5TbMi1ti9qqE3BLt2Ddx2IZoT0dOJ16VEVUyxcssbk0T2
Uc5DeIV7UJn6V8ATbKaJ6KaRaSADjx+F8eu2ogsRHdgqlL/Ds3jZXkNkCcKUtBAZ1phdB+gxkwJL
ELZ+YjWRd1vWQowlosEMuVtgU2qAILhc0y4LarnA4KUV0G+MxJlaY98WsGQf5wLm9T3bNLhBqcx1
CGibMgTArZyest5/TyIwHKtZUq6Im08bfxoxlQFKDOQ9ULPjtguMDbjCAV9vZd1T1b8G0RtTV0CN
FpfsHxE8NFswCmMh9BAx0OH/MPdly3Hj2La/UlHv8CFIcDrR1Q9M5qzULHl4YUiWzJkACYDTH53v
OD92F12udorOq7zVETeiK+rFkcoEAWwCe1prhU4vQ3mOq/3MJOaObxWNrHNMjKCbZ3C9avfh36hR
W+j6tpGOms4u+j2FdrQtFqQSBmDU4FunCQQ8NO76Go2XlH6qTHHRJupmhC6mqLtzHQ2n3idIlaDe
CeI5k3mzDcqtYgC7pglRZEmDqHw2SrBg70gyLmVx359rrjx5PeCeAuP9lHhz5q8vKfuBmApFOudL
FSozKK6aj/QSXtSWv9TQbP27zZy4jQDp9dExC6o3vFFvrb3StZbWdDXm9L7my2J8Ju6+P3cSnnqn
AIwD27aP8wEx/9tRdIKAz7BgH1l1JYE5BIFnbcGF+PsNeBbkw36OM3t3beGrLs0NzAayoQZ3N3Is
QOs2LIrKOFOwPfVSORPFvA0UBZJ5M7PoSdPZWQKzgLtxUXjjxZCfO8lPvVXOxL8O1dDvAeXbVRta
g8FVgCkQDT7j1qncsO7BjF6ZKL2/f+h9jxrnx9AEWkTsylwGWujZWL5ZExvAceiw9p8Q+Djlcq+g
N8sW416s0oVzF62Adn5A/R0S7EGzq/5+tYQeP8BsPTuQFxSFOz0AiPPTfldVr/l45qw9lWc/GsSc
g2OhJm9BjwyDkA3c/np5KJfqWS6idbFytvxrdC+vu4/Nl3PQjlPFZ4xr4/hCvI46/sz+bZfppiKo
cckm+DJu3DJIvyR0EW/vaiMwN1CoPNt6Mv3krxv6c8jZhlrxCD7XCFM1Fu0WWgE6dK5bFfjQWyaf
nQ27zXbmJbk2NucquCe9bQddN8jtAVvkzwtSpi2GxFIReDzW/YX5gBRSBm2UaIO+grUZoGEjvWvW
3f7xfQs++T4ejTp9fnQ/DLTQoFQl2FpwooDTNTLPcH5NBvjrgv6c1sxtHr0WsXGMAZqLKgnaffat
ekxXUGqlL+/P5OQVcLyAM7exqhyZpwwLWIKG5FJ9qi7SJUFj5cpe+8DN5B/fH+/kMXO0cjPjjJM4
bdWA4WI06wHzELC6C4ru/v1RfoUt46Y5ntXMIBEfC5e2GEaF5SUISxb18hMYnIxtdGesnuQmPTOt
ExxjbwecnSjMATFQ62JA6ysaesvDaCzMLtCf5H08hta56Z3y9ZFgRFwBykUHHVJv7Q88gjRza5gH
OvjVJ7kGsvfVPXhX9s4+Zx+nblOoO2I1JwcfQczboWQma38Eum6BzNqtddeG6HRUF9knb5vcMrbU
e2+lnrK1f+aOOPliH487s8u0cqw8RkkUwMx8mTxWYdoHSCr0t+jPthfmJfuSkcBYJ4dz2POTtgOx
SOBckH8DP8/MRJ00rROeO/AvM6PeyCpHstpWA3iAkoxsgd7E9McahSBh2SXOVY9ld2NtyAfeuTSM
StpvuDVWB9EIgy/fN2x24lw4fraZXavRayqAuHAuVC20DvstJ93q/SFOmjKSvYD8IrKbOhrf7jhY
wlOr81z4NSNDDtC6o/Xnzkw2edkuRIXuAhBkCuOmtZMz2YrTk/vXwHNQIszdk+mAhY8yugLEelXR
Yn1mcifN+efk/FnWPHGQ+RsKTK7biQv6IpF+wTVpPHhJEL9ekMP4VHwDDPdccfTUeX60pv6UZz+6
MNTIEyocW4LYzXhUwtzEkVyPLnrgXAj15nW88GrnWgr2+f35njpuj8edHRQgAUHnj4ElLcl1XTzX
ZOeeE4U5uaKg0oI7B/il9YtTXw+950ZYUchtu8hf2lcO+smNT+9P5KRtHI0yM3ydEpbzYdq39MUT
W32uJf6k14SinoHgZKL+nbvYIN3rjDSG12RdYRKLug7cS+O6Dp2v9crf6k1/rjJ1ckYIMeHXI3+C
pXtrEqNTwQ3nuDFa8xF80Llx5j0+ufXgLwe4zISU3Lwa2gBL4PYmJqQbjuZj8GzVN+1oBO/vy+lR
XNfwfMR0SKW9nUXXJTgJO8xikLe8W9bDdZOfiRpPDoEmDcQlE358bmAx9VSrOlx29fA9Fr+EkGyQ
dfLh/ZmctOOjYWYW5o0lfne6wetsa7Mcwn4b5jwa5ZnQ49wwswXzCwOp+ek+HQaQuF/k7laTMD8X
BEwPO/cfp8aWH2vGZrBRMHBUYxFjFNNdjNmF0Xwp3NCnW7C9A/X//sKdvjARNtKJLAsUgtMGHh1u
pLBb1tUJFAaePL2s22W/86rAWhe7NPSWLbheW+hMLKwzZ9vpV/Zo3Gmpj8alVZNRp5nG3XVr94rc
Ip47cPDkHtQS2h2f9eb9iZ7cOgCp8B+axQFeeDseM7TTWzIF2xG9SEdoTGf5NmteciLOVJJPOuXu
z5Hm22ejvPOnWgfQmVqsPGdvi490+JhU27wCawzfquymBFtAfK7T5bTfdTT07FiyGtq54MWBAsFX
iFP7H5M7else8jioNj30ehc5WSQHY89Dwz1jRydt9mjk2R3ZojYRqwqiDnmC9sLbUl1Y+rHXYLS7
6OtzaKtT/czAbUMM1UBrIXoAZkZrZInsmhrzlG4oD8YuQpFsNy6Ha3ctNig5Hixoe16Zt++b0MnW
M9dHfnTiAELSfGZDFq/q3B5hsypsP+LsD6K7ePs5Ofib8frMUCfX8+dQcyPKOs+PoxEzFJ/00lnX
l/Zz/soPw1XfBMOKrezrfGV8iT8nwdl8wORW/HL8HA09N6Khs7ieZtmG0O0JynWxdy+rzeeHaMH3
Zw3ntM0eDTezHDAqKQhJTYu68gO6uW4X6aEN3IV1C7mKhXtRHMrnc43MUxTw3hTnnpWBW70CwnIi
72/IPjeumw40XOgHWr6/j5Mh/joQMpkAojooYM0MFfFxVmYRtjH1AddmNOj85zbZvj/ISWdkSpf+
GGR2lOZOo7SfQSSGQNCB9reoUr4/wKnlmrp+qIkeHEDnZhaRi7YsvRgv94hqjRognhIXB96Dj0rI
deU2Z6oQp47q4+FmFhErC1A9geF0FgUFi1e6ORCxKs/Bo08m+Y4HmpmB2fRZnJpYuH5lbTMwz2zs
oA/7fQdKqD2a6+wvek824J27OUcldnboaU+Prj+wfRfIqGNotra/okeAQ+I8X/pLdtWIhX/DIIMc
b8dltKzORTPnNnNmkobXKEuXWF3feyqTHWSehwLNDxudrd63mlO2f7y6M7P0dWd3SmEgG+2JYCfl
ydqEWsv7g5y8CsAdM7GroL/jVxS4LLWnJh+2rpYx4WiE2cfFx4ZtiyjQ2d5IbgkLegG2govMvM8h
mJWcSfedWtDjJ5iO8qOtNKIucbspi6nKq2K4QwdBgF4WFF0DP0vPTPfUmqKfB2/6VPjx5hlTF/SX
o9fDNUyHK5O81OXKOlc2PTfEzDJJI1uTTEMMnN5UGRJgTrRS0Kk9s3HToTE/Go+nMrPDvK1KoSuM
o/y1XzxpsmzMZcy/WfYBHchhMixKKKucI385ca/CTCzTAJ0RXIg5MGnsuwJ+N0alTR1Q+txqGZQl
1OHu+ggt4+fEJk8cZW+Gmx1lLU8L0N8j/LHi5rquqpCpbNUCLIvg7syCnrgF3gw1O8xGRIte50yR
VlsuG5XvIB60fH/Pzs1mZhpNS1xrUBiiLa9G+nGgd954V/0bISMm4jgWNOaAaJ6DRuqO+Q6fHIK+
u0MTjp1uq3NSS6fSZMdjzGEilKioUgL38uAVIZDSoR+XAbClnxVEtc24Xqp0DMe039TpcPP+Ip6K
uN6MPbtNB9PsfbvD2Ab7lIlll+8KseHp41gvZfIQ2xtlgcF824mQGTfWObq+E6fVm9FnFplDtojV
PVa3jMFhbbw0oFvNkziIuAEG7faMxZwbbW6UfpEU+RR1af+aWq+szRZe1QZGuUdH55l1nZ58dqAg
5wnXDXqkoGafA7WsTJitF2Fm9gB3uSYXBkq7nYqv6yxBmTf6zCs0nCp6i2rXlcdAiZp/ev8RpiPr
vSeY3QS89IhPc8w269GZ5HkdRYNbQxcurc9xAp1c2KPJzkIRMC6V2qgwWZ3a+4TEK8HsneVDUNYs
QBP08u9MDM0nuGEtQINn22jEY1JUFBOz6y0DMyhH0+L6/SFOT+jnELOzBVoddUR6DEHRF9q7kK4b
kW+9yNt1lj++P9TpNxCaV39NZ9rHoxubmglIBSicr2GHwll0oCt58F5QibmuisDesU1xc+5WPaFT
jUtn6sUGHRgIZOZcUT7tc9qmGFPd62UWQi5ngzZYEgegjN+4oFgtw35ZrkSQ7JxLfHAB291b1+c5
SSfL+NVIfz7I7ACoc5hlV+BB7Kti8ZjvwfgCtUBThd4FQFSLYfOUh6IOyH31YG2TM679yev3aBXm
hoSO37SxsctDsQEPmWHtVbRgoNAHq61zTmjylG/4Zs1nNsX7Jvc7Pq35SoQgOFh/kv2i3WShf0tv
1TKZeP3Pka6eNi7I0wML56P7fl6kwOrWnWlAfbJ3nEACbsSdqR96BH1leyhsGdhA5ZkQAXDSeFFQ
M+BmHmr7K5B1Z+LCk6/U0ZPMdjpJaC+h64AzAhiy7sD8CtxWQEo3YZeszrxSJ63qaKzZxqaeyAUd
MGu2qy4OqMq019m12jj3CKTyAHL2YHDULyS8gSz0mYP/3DRnu2yYna+cBEMTF10LDnAoKg+bRgdZ
+5p0LDgz0xPlWzCE/9zf2eEhMqg02gLDDeRjn9iBrreNC3UGcFyxe9+5Bq1GkNZn5njS8/Isj0Ja
AeWGOeiRjKajeYNBI50HA9L1niNuwC5BIdv2/vymx//leDgaaXqSo7PRtmtwTk3iqTEKTykoLFpU
at0zx8DpQcC0AnpbD8iU2e2VelLltlGCxV3BFfbEKpPeKjF+8AL+19f+v+NXfv3nY8t//gP//soF
5JXiRM3++c8r8Vr9dl08fX2V/5i++K8/fPu1f65f+eVT+esfvfkOfvzH4GD2f3rzj2WlUjXc6Ndm
uH2VulDffx+POf3l/+uHv71+/5X7Qbz+8ftXris1/Vqc8ur3Hx9tX/74Henroz2dfv/Hh9ME/vh9
rdOn6umXL7w+SfXH78R2Pkz1KlCmTeGjDWzy7791r98/cugHnFoAJVFwWAFJNnWYVrxRyR+/ex+w
VZMGKuDjE5XjVGGTXE8f0Q/4gglXBKU3NBGhzvv7X1N/s0M/d+y3SpfXPK2U/ON3tEu+MUA0txpg
MHJB0Ak4FpDc8xZhwCIgS1ABBZT0bQk6KN9yQc2dcyYWTe9EPsRnsvFLO1L2MAoADILKQ5y9sEcU
MYKuV+1dl/Z9HQw0t77IxEuvDbOJILqUVOR+yEfrpRsFECYyrna1EYnbDvguCDqSvkOnKKn7vSVo
ZQSx1ca3PEJbxYJUQFRorewLyiIos/p9Yz/2edqgjWCswEvkFaKzFy4bWBEUaD3FA4+xcdfF4PQJ
zCiLP4GuXl2mSZpaoewiqiBgE2NGbpTLTxSVqy5klVXWS7M33KeG6fimFlHbQu7Oyl9jmYxJ0PDY
GjHDvIED0U2iVY2UT42R9AXokcsYtKGO9NiaVJW7r80IdH+lSdQEJSkdFTQMgy2pyT0aOh2NPysZ
60Or4mKSd/BRL2jjcrhJINbG1k7SyV1peESHZdmSq2ZMWbGSrsriwIRMPfxMV9MR4ia+3YaVVQCL
gn0pbWC1DBTIY8cVl12csBFwlt79TG0VxQvmxgBrRzL3ky3pKrsMtNtmNta+q+IAzUUpSO3rRiZr
5dv+RjhuDu6Qzr7LeRvdkozFet1JS3sBzl96S8okLsLa9dwDw/OB3VC5tl7Eljs+xE3kssAxEm9r
OGVEArTceFmQkGgYAgLVBXBMd0pUQVES/9lpegvlfIjiPtPe7lVg5VS0G9Mo7TtbpQNiBVK0910O
UA6OeTmsBHjloqBPMm9hanuXVvm47LoUosxc++IAXlDbDgvVwY574oI3m1ikDKLBnTitayolVruI
cgDVfZIFY2GyGh3wjQNG77a1gCgfiHGVaTa8WJLz13Z0jG89H40rpxnGeh1VJkocygAB6UJ0RVIv
87zw+8BkRGHL6iF9TpwO1LyNOQ7A+nmy/dL2kfjiIu0dA91iQ5mmGti4KRwHYI7R7tD11JN0aciq
IYvOyzwVmGODFscOJZjA6cDlwiFMsKIsV2wJGJ+zs5UqICczREBSjaAlYkuA+oCNcUwumueBRMVl
NPqFXo6JK7cajI1YyLYo2XIA2sJeu2ZbjIHhaHMMTWnvaWaV0TIWQtwzo7Q8yDwnKgky06kroKDa
CmiIGBmwNW+y9qbxhzLbuuBK+N5ub9GFR0bvWVSAg4FXM4Vr5bfA1132xNTQZ8/G7orSmqvAiHXx
Ak4P2ewb300uhFNYfcCMid2aOmJIl8oaDbYQI/YiGFouvhlllbwitoo+pZKPT4Rj6xcALjmfq0Ib
2Dt04H4uEiIIZM+yloRgIDBwc2Z2ifbR0U+BIoqS/t4zWztbdLnZXkJrN0kD6FvqL3afWU9dzgYS
JlmSqaDsqvyqGkfy5Gr0ioY9WrJfXBkTsBGh7eA+HUtXbS0cf8kykaq+q+qS3sDGLInVF1AjGxWH
Jloks7YGGaxPBHr6nfTRi4y0QqYShhtA395Ect1NyhgJaFPovWLCpzttiK6/bFmKMEx1LsjFox7i
LDuAKbEcrG7qYlHaNEkWII4sygUpxsa553WC5EKgRI0iQsiyDIdcmem8D/OUdPvOMHh+aQuZQhQA
ZGdp2KrcHQ5Zl8Tsipax8UwyUJAHUZFE3rooRsdcjKlBs9B2VN9f1SBFzja1JYz8gtsNr8LBAThX
F2RQN3yUxrhgskqjMBqQJr5llCTmrkkGbuxInfbRrtGlDab4MXWoNoGnqgenB86tSkngNzSVSzlo
48EdOzjIwzgQsqiY2xmLBKs+BiAsqfSl6cVD8+jaQMC95kXeA3bEHK9bOdhXgTYgz4NSWKwFTomh
YB+9pPSuJWxRBuhXA4Cq7E36HNucPJd474EnjLBXAYjIOygWe6W677A2IwgC68oHY5lETw5hKXgK
5ZAklzakJHYSGIpPaVZCEtUZ/QzgR7RerCOvBetpNnikXnQdF19jFY9fbZk3V7zOsy+i7t19kjj0
Y4QX+isVXTLC+/J7CzjuwUVIkI/ui9t1+sGyY26AVKCFf2ZVkc4C3UZJFggwRDRhIyNPBmbOvI8W
aAj43kGzCnLfIxhgl7Vq5BK6OSOSaTWOHN2N4HkBkhOnjW8yawyzYeR00fogvMF96WQXqZvqO9Op
2LDppLAfeddBYSUDZvTBFAVsr83RCxHIOmZtYHUdOmpTBdnsVV425Rhyw8MC1s0Y1zuaxiDqdcYo
T1YUynclElu9C32IqNaPhtMzCyECYxFo5jXw68XoAbGuOyt7SN1OehPMD51DyvINhesiw6iZH+UX
o19iPjiPoWtho1kahJXc/GLqSXyQ40CZwLd50a6y0re/OLFdfnNjHxVpXjiiWRFtZZ8B9+6BrsrQ
XSoiw3lWnlD30Nw1cYOyvigBxpY+bvFeya8uJ/62Vb588dIhv/ZrzXFgsNaswsaWfrkUiV3cQCs+
4/0at61fGXuk0qNHVMvqASImqgZNGiC733JeDt9aI/a/USYMnE4lu0yBqeeg3WnklV0RoHEjCObI
skfvsFcDyWdRxe9Tadd5MA5ooQw0o+Y2TamAxh5pLXtRQQvqolBWnAYNSMvV0jUqU4d0LNQmilxL
L+loltYi8QaCbtPEMl6cDvRGYS8SxjeD7UbgisziYmv0rZ8HVmaa956l2X3Fs9hfmUPGoVNiQKIZ
6REBnwvY1Xslo8pBFXVigXZFRfjC6krjk1E57ScfvOnWMnYa0O9U0rLSAPig8ZKC6USHUmu5TZ3U
Y0EqiuxSs7hoLwEg7WhoZ2X8gBvFQCuIn9NH161NqPv0Mlol0pFF0BNDAUGceGa8tFw9QB2xrwpA
sKvGeUCVwkAfIDynT42bFH1oWUl+P2aGuM6cDsF9axBDBj0gnBc41JMnBQKel1Ln8Qu82eG50BmH
amI+4hRS09ZZ6WjiKV1s9QLvvNsEAEVLvOZOpK5TN0oeZF9MIgUa7lgAukoD6m4EONQu01EeQhLP
+TzobNxXcWrXK9vqfH8nXEWB9e4iRbcyjQQaULKYPtZly69jf+DlhouifwFXZAK0Pe6OPY10l4QN
q2i7aGIN3HQS1e5W6aw1A0UzuuvGMStCS2bObqzickQS0rJAD5hINwb9icxxaZotuEF1LMDTZbU4
G0cT7sGI8nK8ikUP9caY9/QTfAQkaTWHkxh6tS8/JsohEGmNdJsHIm5yF5zfftkDpZySbONHMs0W
hEWmG1bN6N9CwXwANtZzu3uW1clHbvlCLEhZQSka4jfJx4oM3avnZgWk/3K4TkFFbe2DHYqk+5yV
yY2uAeYP4q5z70uRUWT/iyi+TMEXk4AiDzJM4FTte4h0FT2+7YnEvxxdmlrLDK9ZZWnyyapQFtlk
xBrpgusOyPEO5N5AvA/2Nq8d9pC1mcAB2wz4AW5LaDdaJp6hqyIfeZKBxmbQWZ2VL3ydQBPxe+z3
Iwx9E2H9K7Sdx8CH9GvDJf+m3o2Ar9pXNAo0r78dnoT8DSXflyeFyHP+nf/AgBiUMe8FxIv05enl
9bcX/tsjZvT1qeLHwfH3L/8ZHFPzA7ruQCTqG2A4Aan4v2Lj6ROQMCH0te2p+Qc5qB+RMaMfJmZK
dFC6yOwickY8+yMy/v6RATYRxwRFOULrvxUZf2/5+ZmZQbnSBgp6Ipie4KzofJplZpQgZtz1Fnpy
DASD+iZlN5F6iiI0u0LLuNoMxtrt7wwHt9bmalWKWz+9Mq14GSVmaENHHFwQKyt2AuLXUIO7r+pH
Szzaw0PSPRjjZVJfA8YKXUofpfqsXzsRamNgEPsKvo64v3CjW5ve/X3TvOcl/p/b2Js8zf/Vev8T
LXGisf6vv/Ifv6RmDrxSr9Vr3Ly1wOlLf1qgaXwA8AtUg6CqQJIF/PV/ZWeo9wGlFwcla/Q3T8LH
RyZofZh0c3xwxaM04yOndmyCk/gX8ikTCsSEK/h3kjP4+zfJGdgg6M09lNYA4gZ/INArb7ODBCJY
trbAMF1YrZEGkjcG0sstUKhwkKesS69E/4UhVWYudTuYGYR928IJcGuC/gLZ7gzk8kMvl20pJlqO
2HMupFRyXGbpoNJwBIT2npkjJCZLp3Ffcsvr/IUsS6hP2abqQpTvyzKszaJeMMWaVxds3v2aEd9F
f5CyQ3SzQ3IM8hQILOu4a69YBT6SoB+iEmogNBseit5GkJHWI/pD6npM1p5m3oq3o4Rn1wnroSxJ
i+A41b29AKkLvPShb74MyKQdmBUDa8ClKx8sUKSniDg4omU3YhGFNjInGQjUxiIAf3apATm2BUoq
MTE2GSKzG24x9urUBScLyhq+YzWZbrOEp2U4eqn3WYHypgp8CyyNQZS5oNCrOqDKIdpmiwscWvnO
M4TQl8WgTG/t1jzZQCgUt6M/Ag6yYYMZ3xejFe9SQ8OrkIBJQtU5t8rL3JkovBIs92dSKPujlJYJ
iLAe+N4de5COCA0XFa0YmaiXwudL2pliQDf1INCCaJQOx9qY7TW87doOOKvbh5o44B5L4gEXcGxH
iBVxOyM9pF0PkxBsyL/l2mYH5FPyq7hl1rNdaUuv0Upmq8BDmsQJuS795jDEJd2ZaWtm2F5NN35J
ixDKTf0NZy2akivwO2/NnOJGbrvEAckzMl/XFWButa99in1O8gsPcdLHmgr/0TGVYS91ZFg7V2uH
BUXqE8ylUGQIStu/dXNSPMLAUfnSrRP1Sw+8M8WSRJWPQCOyBZRxmrxpLvO+aq5H1Yxg8UfbDbSa
eatDBuPztsQV9LE0Cwrzt2m8LLoONZ3YrmsoJUYyFiAEiJ8MB/FTSGRHHxgcm6cUouJjKHvVZaui
jnsO9XCmnMVgxy7ahhCnI0cFGvDPhjEWSMso3R/inIDaI66sZgxynqtbAKuiQ5cBbL6IfYZwvkKc
2SE9kxbbsnIKKGK4meMjdzgicCGezq8lGB0QnyL7JEHfIjhbeMjJZIEyG4bO4JiTBrkxiRFsgqMk
KHE3XnpwbLIlrZm6YlnLyVIgRdoAWWykr4k5Jhx0TKI9+ETGOyCT6cY1SVYEDlcgKuE5cpI7ziyx
ldwt4Y6WNKvgTMUWyNWNKe03auswgOAZfE6WeYP+fYMFHXS5dDCkrLTBoySNmzI1Jl1ai/QXJWTo
YMQV+GQWSEKi3KKQBWkCnKLtjzaJ/x9uk3it7lTz+qrgN80vsv/AKwqYw3evqP/9nz79+uZ++v6N
H+UDz/mAWwAnP2gOLJNBa+CvCwoECt4HEFNMzHCoVaJP9OcNZZkfAAcEDRkg6h7eXAOP8Ff5gH2w
J6TedHmBrgONbX/nhpoVD8BzBtifg9vTgWAdynSzWmBjtTStqqQ+JEBRAATPzYFe5azOza8EhFxO
UBDLZXuF0hRZRUWTjY9Hi/XD2z6uX8x6xAEHwrwt3M5gVQGgAoIMb2/ItEuLJFeQmueyrs3QbBvH
v2OxRfV2sP1E7PoB1ZfrqGl6iax01jtsV5Q48stFTJt47AJHlhESaWeeayrA/vQe8VzAEpnwHWx3
4nD45bkgM2ODrw28S2anChl6fCo/N6k3oQKyHMWDJEMW71L2FpPIrfR+EnpWicx3Abqp7LoGpQbU
illC3B0K2JqeKXDOavXwUSbQO3BoKDs5CDad2c6BPIOZwGSKC8TqIwS7uGENqMQQ75r0Rim+9bkY
1R41HVuuWrNJQWnF3Mp7HvJEN2Hs282tn5teu49NVY4rwFr89LqrUFK4PrOSb30gNI2gxAWCDwv6
F/DEgQF7u8OUD5QR5PH2SJgX/bZFI1m0rUHs0Adx3cPxSZyyeuU80ZDKbvIhzLpa2pua9So9g66a
hjraVJTK0GCLEpqHjCNETb7X0o6KtUiPR33h0G5vRi4k0WtayuLQdSNovcZcZ+Jz6tQqic/s1VSd
nY0KRiY4f+CsRmjznSX8eNSRQ7E6G9SeGxTVHz02tY/aU450RKlGu74f7WZSgKqQQV5zEzxqqJVn
Xnv7/kZMFvH2MbAPUwETjI0TD8X0mEePAbK6IklqUe7Nhueg3NG41pC/Q3UqOSdD8rZejS23fJtN
HfY4XCb5z5lxlhWrWll19d7oM5PsoKLn6C0rsx5OpuApv3h/Zjgo38wMmq/TO+BNTJRot58DTusI
urYxM/tdnpFBh+LPJaSJY+1LV5LyoalKNm4HxW22+ZtDMwS+nolgFwgX+KPTShwtKnGAGfYHWe8c
QhEFek7ZhWYuTOeKpyPWlWRD1CzrWJPmjFXN1xikUA4qzxNLOF5/IA1mIxtDLBurEjsZ1xSYf1Xi
Tf/zOEIpC5b0/kQp8DqzZcYdhkK4j0+gzmP8QhQkU9FHnIh2LTkZOLrH5fANhZ+h3Vjwq+wl3mte
LTKkfxeNj8AlK1q2Lws3speRqIcra3I+2pz520EAy+/WDI5Tyr191ID2rzMh3NtA1DYQjWp3BSut
j6A+7ja1QZzbznfSRd9UdGmhMNzbUXLXRm4n4K36Ue2TFUoWac52Bhl7RV7bAixssqn1Nx8E7s9C
y3YVQ8Rlm1ijfQlzeC61IGsUCCDm0AtvIWyoIfomONqQ5kZHulmb3r7JqVp7o+/dE9B4XqUcHUFl
zKf+eA7yvkSUF03PQUBGDNSbQYeaY1GQjMSl+mA5tLkFvyHaT1pQN3Jto5On4vG6isqHDt16Ny2a
6pbOCKWjluoIJVzpgOuSJ09Cq2+uQgUz6FheL3yUGoKoI2OIsnS+9v2eQY27af01lsEKqoSJSyTI
WUBJBtp4ISg6YkEG0tmGeIygFrw0nT5H+UpUzVOTa3MdIakM9vqI38e19JBljNBoDTjLs9eZA6g5
62ZYDjweDsyGK4wg+8b2lA6Uo+iNVyX5bcsN8H9mdr/wMtuvdlB99IJ8sLvqxgIrUuDiSVDSiQcQ
BtkVqsqB9jzrix3RmIOT268vTD7Yu14oaE8nkVrbg+OvtSPusrKydjxx+iUOJ3CQ8RoiDgn+rNIo
2y0d4ltkb8ZyvMiyUt9HXp58ztoKbO04HrKrXA3OHfUi64rESftYMtTcedL6UAfIyR7JRYJCDcp7
EGNltAnq0qPrtq6TJepyCuQ7ucGcEKSS2de8t/cmlYV0ECMbceavXNDr2eVdHRMY12XPIGa349GA
RjSUD3tH0qDIBjCNVnG/b8HUBApjAh6HpCmzTUKIjgOVumrDjebRjI3ixRpsuhWe7NaZhfJB4iDP
XrskDQSCHcPN0wUKpYf/Q915LFeObOv5iXACJuGm2N7RNsmqmiBYhkDCJHwCiTfSc+jF9O3uG7o6
0kBxQyNNuiO6mkVyA0is9dsJkiPjovrqDfqZjT/mCmmxhvvKlUST+m25LyY0Y647gD/PZr2JtKm3
vAI06gU3rZPWz1/D3sHP4cOZhM3voGtI9m6zk9Oa+tUhLRTxB+kAUTHuw96bE+Ms9ndH0sDuw0yM
EHRXk002TM70mDZ6PrjNuuzANSgqyha9k2TjEp6aGu46Ab2n7xL+WRfrAxKD+EAycHt067Z5UuTL
vcI41Q+yk9mTTDNzLTKvo/d8wTvUBtaER1H73mad+wlyiWpWsqddrbOdH9ag1KGpWo0pJV/+eK10
fSDkMk6ks1Q3Jx+L8hLlc1V9y0uiN79LbeqUvySa/SoxMVG1tzZuVfHbIXXhq+PKUW3GoviijPKD
7ay6cXyI4M+DjzjsZfret7zOyRRaZSHPOrDd8itqtJ42lmuG4JXmNBThUYUqNi9gGZ60iLLl4CLY
srdeNjjV/p/BTFkB5fZJgLtbnJZc8FMNpvB2y2yXtiRZZxZ0kA66p43A0hP66yJnqoOMWap9XDRu
fpqHKo3QOdT8Ddqz8j6xjCxvNKaJcKOXdoqumbJXsRkWJcuzT0f0nVQrl6a/Lk4l9EPISUyKSddE
FWOz03OuvE95CQdYQxDYibKneN14VZ0NO8E5GmwaQlIFmcGVX966uOnWJ2F3vGFdQu/SP6vh+bjV
bSk+3Z7B8dyaYX1TMbdYhm24ZzwO4PeGfdjJ1P9GLCyfDe3odPsOoCrnFdmDl21JyEY3gjLI00NT
Az2t1ZruIdZC/VLXhMGep5wS5adRLVHwVx1ETbXDrzzH04a7U8NmzlGLxCVuU5eGRN706g+G8PwO
exEec3EH2ecE5us2K4iGiOQc7AltHOx8FyoZ9/1e4m68BeNMALEaOu8FIojrfe1sFB8BdD0YRX1z
qqEqs4s/1V4cbrp50ZxdnPI2cgFvtrm4k+rUns7pWB2k3eiBZ19HHqhdZBfLVndl2QbJmq8D1KRT
2uHvuC5AIiBFDexpspAVZO3CYtAh1aNdtW9knoXFVmhRTgecH3NETn4eNVe/cko6ZBfI2fd4ieb+
T61mLosFVKGHLWNewdty5h9AfXzzqMMoRH/Z1VWqnH6MsMKSw6+xq+j+ekob8UfU9thSTrem/uht
C7ai7Ivpo2+fV2bT9cQhKYaXLOXA3CjF2H5s8jaTb+3oDsGDHszKJ5U7nZd+V71RHFnpVMv0pQMz
RSo1AOOJENrGHwUaIpN3xZdkbLkHw1ZKd9amTgVSk20zGJeh1KhlKv6yujj/CLPC2VmSYLsqijt9
WIayO2V9hYEMSZF4GD1/+eGrIX1zjIa/U3lAbobTbqPKCd4Zyz+6IZMnfj21n1Eo3AHDOUgaemoD
kc7VvptsgzCtbsaneFo+O42EpkKDgEagiG7WWKfQyYb7zG2HU7Ck1qvdpOqwgnElzUJZC/KJhm+5
2M8t58o2HuLwEVbSoykdzM6ZKDjOuw6PZIi2M0njkNyAVTf70vLjs3GtCQQxWyn/QDVCuPVSbleN
YOLFj5BrodFBfWGxii5bYriqcx5FFUyh3zW30EeMdopXYZ/cVadHWZfO0XM0sd31nO5lPr87ppZh
EsQZXSMKxbhdC/+il96cReF3F7ee54RrUl00+c4bf+SzztsmiBJFkvtPN2urg1cQAk0o9Ur9zaRO
I8Q3+hFnSSKvMSeo1WGnhuKPWOv+hYBd0sKdcNo2K4ILZ2nyl6bgrxucLHzzQSsRKYmovfa2UrCe
YHePgFQxUwIyCl54cIJxP8Kk+iTzv61z21PdNKIeSpAW4XHzQqlt7Fqz83UP8b8WRnjvbsoynFSq
qTYD/UM2jE+BfFoOo0ap1fcdHfWp/15SZe7vQ6xL0XfRx1nxoGeD+jji8GXr9IeCEXDI863yI+Um
rbpzmsadeongrB67pKim9lXysj5n+GB/EgOfXkpvdk/uUjUalUamD3hxHbK1fdccyzFDoNQ3hKOj
re6nMy7B+aMZ++Zp9KEW78hl9DJ2jcM7H+3eX6pGo7A1mXY/pOtFyCyK5Zz3Q/MyyhRzwX2x3wro
gJPdLUANfT/I3VrqpdxI6Yu9HbRtsDMad+VmEmX6e5xM/O471G1TFduOdjJZhq8D4IlV0lsL1FUX
QVhDrY/A4UuUJR08BdbrUUxEOcOF76d+ys4kX8dEQCE3S3Rh4pxCg15OGzG109VIVG86kuWrg6wx
TVBgrB/enTlTNgqCfYjz2XugIA9y37Friuqrvilufsljf0YANLyNLPzPHOgAzI5dFY/9klbHccLR
hcKsMvth1rPcZUXnFfDKutoIgwhuH9cGtNcLsuFYxPk88/kaRIPxUvoW0sGiurgms3ZOvi6ftQ7D
3dJL5xUHY7zR3qo2eQm5PvSLf+jTrNkPaS0xvFafTlOKI7+grzcNK9YHHy1+JLO2wxbM2CEsn16m
veXm5pDlg7qgYnIOXjBl245cXTidvsr1Q8x8+NRJe34LkMsojuN0flsIUz9HRVdey6msb62qb1Zn
xl9zB0QdgJM/EnOP2HUx/lE0aVAj4Qn7g5HZmfy8AoypFO4mLov+SgENt9jg3r0D9kjsYlD3j36D
BC5iUVk2lbWuv3hY3Xpre4H6XknTfvqk/B/EFP12FQMmv84EX2CtnpgYV6ia92RcHIVkHat7pFFb
JEJ/0IEGcPQ8F72SzqEYqvVgtNOzX6nh5pJGsIO4+TmN5Rztl8gvt5avndeALXiLET4/spO3O2X8
P/5i5VtnqC9ZOGX7bk7jZzt17b9GdoCzzRS7cft4fhhnrHZr1LgoodZxJ3URfkMGMDxYhebUscb8
0IiSzHXRhoQv6fZQi8HfOUDf2yoaOwQP3ZX8JpfpZ+g23YIWc2xcvrQMqnMzpzwjnXK+i7mw8YFl
9qlSwt6MskI9FQ2ocgKPaUy3sbdHGMPPwg+0j2Sdble7/NV7RFkVlRXvtLZqBp3RHFWQVujrJtZR
qyS8PUZVdFgcb/5lZvHWir48lwO9737RwPjE6wsKyvCLHYvmCPbIh4LNY9iZwJRqR9z7/JIKBuRt
NEztozvYKrwZSJ4lgdKOLnkNoyCTsI/QR1n+6HuJRavAk1S+9ZfPehUdIp3K4liosNBJG43pD2Yf
ZxuNMan5JqhfbM92v5m+Gw6NbBE7k1bAUuY45Xu0VN529GnlLFXqv9ilP4ONxdUJEdf3adbov/OF
OapL9ZMiFPhs1jjjzA6dSxoYDBfMCa+pHelN0dT3IDuHkQ5Xw0cX9NFm8CrrURbuezE67jHIDSCg
XeXBVsXVbbI5w7Dbo8bOBT+Ebutfd6N4kpHJ/9GgEixh1UJaLRTntRmZgjYqoOGhIkHyYelDc+XZ
rhJPi5gUlTw4F2l5144VzyVrCMLizn1WAsEvmb2EXCk32Gd2xlDGfZIDQHTlqW6WYmfcSr4Wcasf
BON/e9S2cTd2FNY/oCDbb23XdQ/UrHsbp627YyU76xPglEN8rdSeOzosjxEV4Xsg69Wgr06dr34W
xEGEYbVrhYD9AsfaDXEvg8S5S7Q4csKBLY+TcSca4u5GspjvKn4EPn355JZV/4IDuCSbG6FPbhlb
JcoqbzFdQydb0ZLRtvq3FGVPDEk3UAWBtNNL2rBsf6xhIWBYJQuq4r3N/bdM3Y5p+NPnr62xxksn
KWznyUE5fU7v71q7c4cLjG10W7QrHsD6vOcBvlEl6Gjdo87TS60yJNjNWoWUlqFaozHB8Q4j0tVl
5zMAvuZFpB4nz5GfcTXyAMrV/sJeVDLZp6yr89JmW4C69FXYo/3QBNp10Sx3zlUJd9z3stX2xnFU
cEYBGO6GNZ4PmbBO2m6dJKssG1nUgCJ+GJ1VJKzo458JrPy+TSKwx096qBrU9Ksogh9DabufK1jM
kIQT5xjzPh9YNIT7npF1xwfwpxLxRwtziPFVxC9idVooXeTX8ODV0Zk7XFJdORzmri9OmYAyz7Jl
MUk/OOZqVcTFMUf7/oftduPzokMNJIJgu2rCCyut/2b1ZvkMhkHtQYDRcy+Qk2xRYfu9zmbzFHXG
14ll1T7c9LCu/ha4EVpvLKsf9JLMw3djeMqZjmK9d1TJL6b6RvyKa+pgeFmSAcOFvQ7aKrZeg1on
8WcjXichkZkRKtVcKyucOTHdCWmZF2XzFmq2lBcgozS7pkGUbocS5OinPWcoFz0OO9oL8sD/cH3e
YFXp9XPusLzEloqTwgnG7jpxY0/jxxI4eu6CRCK59Mh1H4kwa2sk2HJA4cBouMw34+TOB3K4OLFb
8YEktr7ZfVn/ASth5IDx1+KpHJ1uadKtGzVl024Cj5/trP/eYXp04sGDKjt2yVyPlUDuPIyI7Ncl
5tUQMiZh4JD8qdu2rbrh2SStYDUp/8UMeaos5kYMLzxhVAFqumYaG1naFGJaV52mKiKLR3GD8FbB
rZ17O/gxKc8tb+s8GzqsgyoKt9RZjuqgKlSdaD27iK8yXQWImMuujK9xxwV/Ma63wEwpuy64Jvxg
7AiyxUN+QCTA+szBnS6/rDwuaaBIU79L33rSN7097Xj8sNGcRfUfGQ/j+hKuFH4IzpSIFbNEZd8f
1qnu80u0ZmtxycSqwyfPgpHe1F4uAfQb4+b8SzidYYWyMwSCSDJpP8xOkZFTcbz3Tj5UvscPshZ+
Kn+sDWUkrF4ryyNqzYF46sYdwug8Fpa7oIYaWPzLEAfSpWtx5HK2otmvCapG1A/Q3mUu62+cevXT
vFqtvW9CMYCClMzSp26qTH2JrAzo247nUBwnTpp7QUOaLR9+VqhIbBytBrp2Wta/Q+SMLsnYMe+d
b1m52M7JSBx+G1ihEaWB8E19toEXkBSQ9lHeZrU0xZdFGRBLEDaJ8YQRqXP262QH6ALAmEfztTo0
0TQJ9Y9R8BX6HmLZzTIN3E+Ok98pswaJ4d6z0Arv01gH+sW3K5e9dAxWmL2ASEl5rXK7Ky614/G9
Vcho+43DuHCfmIWKngmZ9j+3qRxKQr3A75Kaba1nh/f6ZSczVmOenBZCJr3PMnZgdkRxYTOI596f
0sSLreALVaWjMczEHpeu0hG9lUmI/J6bxTfCD5LRdxqGpzpM2UbalPiFPGXE/Gtw0gx4eDERvbYr
vSPukIdi36cFh5TTj6v3PGVr0+y7tHXVnjHZFDtEQAo/VBas6qkoCn7PfECAkCerW+TqXMnM+Yag
ZjSIYrLZz5njYMloZwujI6/AOb6ujLrWjhIJT9zUOtBMwYt/dZ9zMVg4sWUPQZrWAcugieJ9WU71
uO/sld8asCO+OP20RImo9B05KzMuJo4AR+1o0FqXvfQCxMqbulDpdh4cItLmrmW24uBburPSgq8S
oQ4jZj44t/MwR2t0pnFE5ScmHq0p9P2bFRV/X9beW3rn1a2muCbsIwy6U9r7eFBMaen1ag1VgJGt
bke9N1Mdubt41bN6mIduqLYI660LN5cVP0y9QMHBd+xfROGU7Wc8OJa1NWFQHgCyi/bMqumaC8TY
FO6LPgrUsXKn2n7JSfNUqFhmfyU8Ay3HQ7fSwASsgPXttggVb/0BSfp+ZdhnhlVI3a4sRh32H7tc
7hJ2i8PQH10JuCvi/kPHSHbxmZKyugemGVHoLmsz/BJFKaqtg1njJ54l/ZThCgqPxnX64TeNvaJk
KG243FPW12broa37CKua561pkZnd3DVrf2MaWD/BiErviN+hMftgiaNm68om9baGgyHd3Z8wjuiI
pf5YqfutMRaV+fnPwzn2DvdoZPdxd7RHcl9LXFXDvB6VdiqzzQMXYLCesKCcXRxw875iUAz2Yw+S
CCnU0uBVFkNxoetMYUPyvJF0GztbaDE2bp89enbadJfCUpWdMIpOI1hq3hBpyozhRNpBBLaCPwZN
KHcFN264DylAw+eG3OyiTdxlp9B22q9wsOf8y2t8ZwV5dtOg4IMTIDud5Xp0h6Wqrr+JfuKZl7Ty
9ruyr0uA06ypoOY2q8cv9+TiTxr2bSiq8uASHX2Y3d7NtkOlxwizQlZ21cEnJMWc2dihhxOk/qr4
KsB2yjOvgaC8+ToqGkqabG7TPfQvyLrlt4Hat0Vs3jujzNU1JaQ4RETP+UmoK6fXUqK+2hT9TJxu
GYdBffaR0nf7UUgk3NiKGjd9l2Hud4fYooPurrVm0uacrtP5sRJgYo8Ut+cNNXUxd4Q7jtI7LJWG
z8r9BRfAphpKi9+hpWYMa4hsquo8ENkRbmc7Ko6rG1Nv52AkL06sG/GbEI3IE57g1mwzyl54Xoum
p+xoHbqftpas3eMgHX/vAIl967vobuIsi8rFh3Z/R/xDlS51XhW7RhbOqy8xwtz4kPwGZZtJgSwg
U8d3UvDH4OGfExMHQum86d5uiv3i2BgiDZsFvk9LeDo/WMPEhYuJfxZHkQvnfgITA3J012UtTi6X
8tTqXBQbQx/Z8Dvo3ZSsQt54nD4Iw4KDYQ57K0Ufia1N3eH31gltvdMmWtW0CZt2dgkLX6aASZmL
bDOzZV1hHVU4cls4JmUmtpypaZ9mAX0B8jku1sFWcokfLZDPNJFNNkU/CFnyq5tYyuAXMENHs701
0sWGa4kxg4nI1y8Zk+/6lLra03+FuCl5fJdGn0RhBfpaqcxeX3ov4g8DpEUTMAh3kjylVp+LX4UK
jO3spc1L8uKtq+n+8D6pSl4otqxlhX2kWq2HAflAe5iLiiY3Xwx3QNiaXOHHW1bodJk3uc664Fda
9xmtZiLLm2vU+3WT348pZ6W/NSKIaNssrpXiz8JpM80X1TUGfxdutNmAznu13gWaN/2Pvtb+vE2R
AfJQQQ7EUAQyRoeSOMDmzMO4RJR+HfpKt88sE0Ye4GP96BpW0yyoN3Prux+nLr5jVHAKbtGJGDww
7AWW46jqLqLdpSowCbPpjd45gzQFbO8LaI//mJF8e/KYukwWiOMgKW0k28e2w5GnuK7Xh8wu9W9H
Gk4AK3Bya0QFaDCF9khrBVjArKtbVljt8hq1rcy2MkPAeVSR4qLZRew3J6CLtj1aFkVxmwph5/S6
2sw0R6qk7PGoKX17h2gajvNsm3ZD2JUqrqn2tWnIE9BmQbpjZX/CEO7zk53VUt8yPH8/Q8stul+2
cbDysEnlAUkOhNKSDJDAWea0v4yUZP6M9TDn3+Z46dJP36TcGynwZvwFwbJ0NALmqT71ppBbOoBK
utvmHCri4qnSK2/4opxol+pgsF8NeFaLwZsP9kgmrDVeVQ2C8pCixWj3ONnc8sOH5+egx9jlNwle
R+xAe4/uawF9yND1G+9moKOkSe+Vmcp0UIpVMbBRDQ4GWwKJn7wOyRP85Brrg+FHnmWCmbtYn9sU
WvrSyDEYftZq6g3CqmyWaHZgoaZL37ptc+zR2FEt2JVyva796LoPLUi5Sqyw0liYm5n1DDOj1Yzm
W+NXnQQdUf58q7tRiRdN1ak40qrI2dyxoZe3Ip6D9ax1pdADtfaIFnRjlWaQJwqtm/ipwC8dPkTr
mLpQLUwsAaBI69yf+tGzzIWdYZp2tgMm8hH6Fh1lwMD1NOyqorGphJtmvwcrrLI67bbTCPTSg5w2
QVbtajQVVvvoWXp04pvV0MtUJLJi0MUZzLeV/7cMi/9NBXhf331ywEOKxuhFQtHy71ISn5m6D3S/
HHRTB97rKAzOIlWItvwksQPSLnZg3J/Wiiv0La5iXj9/i0v+S+rR/xdnw7/5H/4/SqYgPOJ/UeH8
H/aH1//+3+BN/y2a4u+v+A/vg/cvhJsu8lCMapgZ/lNairCUzBMWCps/C/zI/U/3TfAvzgREo+gH
AQLZev+nsFS4/3LRZoiYcAqSJOC4/yvCUuKw/11vhuoVHbFHXAnL2D96oX+/qySVdXGYsYUEuM/P
Mi+tna4a/2yFWfNJ6fz04fYztHwR4II2yw8vRuifu2P/GFEZf0UZKn6mBAFRLiujU5Wb/APN5br3
p1Vcx6LAr5ojLP3mFM1waKtU5Rc/jNVTDCR9nZtBfgHb2s9WJX04stF68CknfUFb3j04RUHZrZyn
J9sR422BHHkfaPPcqDkvdrM/+Vt3Yb8pR8itPnatt2LsxBYGJTuNUGrtfcMZEgSN3XPEfvYq+nY9
eFZZ/GzCaErCXM4nD46BJP16fJ7NvF6WMaANeMzd65o7664Z1nrvByjxm2G+gbI8Za6zy5bwpWJ8
3qyuA4qKpf9eLQYQtEx8DF76GUd44O3G2S0pqyO8FeGyrfs7nQEd5kzuZDVtqEI993XYHfxy3BcY
TRMvyM+uVz0G2dtsmhcLePeYZ/78NIFv7et4zkBm8PR9qF6bq1JRxk8/jX8iBFYHIhnrIx5Vj+yH
1k1sM5ufTpHbr2Kqu5NlxF/NqubvVCJ595A860BYBolJ3kPB6HBYnV49p3Xj3tYmat9mZZtdGEzB
Ed8uuIsc6qQPSIdIXLuaz3k3B5uxHKb3kbcNBys+0R1AY/yI1+/X1NU7XvT4cfGPJVWKNsWK4ISY
ttJfU868V3feiASpJfWkyqxDiy9y27bi0bdSAdsxPvEm/WZpa07yztvMBv2IvYgTYdzbRXRbVt3p
oZuWd0DhGBuLvcnK6WfoyRcfz/luKcsb8G57jrD6EgqwUq8pCsLd/PUyajAoi3JGhPhV2//M7xhC
NmXlTtX6TbsRgg0CRPKrxeBKFEVHcSCsaI+YQgXNNiyjU9SF0/sUomFx8mi+pBGfTpLN8K5B3QHT
1t4esqPeZkW/LSREQffb7SJCQWIGKO9ekBJ255QuyU02eMMONM069MEM7L/y8eZpem6mnGFIlzdo
lgl3cFRsiUA5RIUH0JRZ+Nzxz+ybDsMoO1UYoUxzpicojEQE2SGIFMIpMsCkbazEN8COBaik01s7
W+h9la+JN7qJowBkp64hDNKV3dnV8Z++d07WEjExF2iS/WJJFs8A447hcsvRrux6mDh9D/nSMzua
O0GBM0ptQc70DswYYbN0zrrq8rvFeO/3tBViJ/ZOYGvew9C0D4OOxPOCqoSgle7XYPVvoZ6bRyfy
n5WLwqYa27+VeD6fuVh3YWh9LjR2XodAFi893BNZAJ69DUWzccWC1LAKsGGFgYk2tmh61FKi/1xH
EVz6nMyY0hDsrX3gYnJaHseR36ilLtytavugK2d+nwJP7Kemm14nl4BWQMNNkVtb1apzOMCAKu+r
qOWpF7m8UUos3ku1uiTPPI5DzKJn7n3xkcBfPs+/lGGfzjrbe/eXmmGhj+Ql7qy9J8FnRmF9i6EZ
96qn1c3uaSFfKZvCqXpQpj6GhHvd1esyvEop23dhAPxYy35VefHsKyhKOYgkj8XN8pwTnrL3JnQR
PGUF9+TYvqa5/K1M+BlOZETqqn0IZU6HXVVVSd2kx7yS4BItu142Bf3Jqkr93ll1faOe1kryEEe7
u3bhHtl1+cvTcX+VWY2ucanWr75oynsUDolvVZBdShkOh6kEWEto8jXIKYt00yIdP48tOqqhWJak
IB2TfuiWAdBV66E3ERDAXPj7JY85DeM0h4TLw0NtmBHLNQt2xKL8XGeEptWcuptWqAUWAWmnAYAH
17HyFxOG7g/ZIHXchvnoPOg7jzqkku7s8jl1wSN2VRXLPYDrrQJeTeMI5YJygvx3YJXB0dFx8S3z
pXlgkO//xGXt/1m4bGfq8J4dXWAdiublp19Y0adpyy7p6WLnF1nDbZW52ww4IuJVtNPI0U49ko/X
OpS/xxGeWTSdt7VGR70346pf0DVX74Op18QN1lPeM+ZnmauerQbB6cYUsTskxRp8Q6yqE0XywYi3
0ITqLa1Fs52L1fI2HAMPDMm/5tymGFuOIGJMyFs7r7KcZ7tzP9tcDu1mstzhXUZ5QBeCk+Y2OEzm
7UGA4URc1XUvaoV52wxzZUWHwVjiFFmL9d3TrboyfpTRtmxVSCyNFfmJVO30PbQs94jxTj2NSDtO
cVw2qEAbazuwwpKSJGuXHo1M91evAHTcOGnvvrWM6E9auhwDMBL652RHqKBShdjFKbv2HUuL/5dw
mrHdlG0OuTlUKoiPY5Nan90kpxdYpf7V8iL14rb58MooEiXuTDRCFZBkPNRZmrCjI+1AOUffub88
Bn643nQ3TOe8rNqDn67lWyOc9wYRW8Irr7nE7eKd5dovn3wepLqs6Cn/IA8gEN3k01fG/2S2lRy8
t9AsOEWKzOWEpImcoIXeeyrVoUGev1kGpV8IQyIbyO83pGjIbZbGrwWU7VDYD11PhFMJdu81qDnu
Brgprt4CU6VfskfCZjzrOAzmUPm/2XPYvcPDKDThMetP290jji637FyiSMo4NY+yatJrVE7Qg8V8
Qhv6GWlrqZOagwIxh9X+vI+LoOEEz6L/Q+yyrCisopzO+nRqPjudAnUiBL3fvje/mw5xyDM6S95f
8agP1pr5b8KZ5i1jhHdDWSaegS6zvYJTwBq17kjtGp411NFbz+NUc/gv3WuBQWkXFSJ+yjM1fLLh
+IRK85pJK7fbTWuJQpxS9VPuk8JBFse6z0ZCQkaWsz9BOPyk3Wp9q7pp5sOp+0NrT+I3OQL5jtlr
4A0KvTn1DGlD51zQRlSvflmGe5l2BLMswWGGxTiEufMzLOx3fKTTth989dDEvThmRcep3qTL9yqV
R9t0B5fn0rfUNYuaAwYSTkmiDoDMhf0uucY9AVFuRlBvpf4gkmFKWeeeP26zg53K2UM+VGS/u6H8
DK2of3RrZ1e0i3/1vFK9+FC1iRBuTuyv7X7veq0vytLNW4ZS4HGexuEYVHcQOVgcEqwWccCfWfxC
tZXu9OCOcPSe9zZnFelqnuqiL6+uCPZw/S44uC3jbEPtty9qNHpVUgb60WRnu5yoYq8P/kzoiysC
QhkDIFNwqacM4O68Nm5/XIaRfmuMqo9w+hNirLVud/CI1tbJ0ml3d7adlCufp9WEH75H3MO8dtg8
/AY6QZIn9YbqbWg2TT1MduLnhoS3IpeeBc9d8Nhl/Dd3axU/ZlMeobN2oZO+4l6WERRDki0BT8W4
docJQ0yREIKdnvAVOF+lGOBw6/wSSm8895n0LlVLbE7XS2QxualPfd9OJ0g+9wMkqEaUv1YSAUVD
cAzIYmkndTdESbRKuZvCvoI4EzExY5WfXrNpKEkZI/kjpsQ+dc64PkdEsavw0gTioeQpFRbDGQKj
Ifn7PpegXD/6ReL69MdDJlXzDeOY4P4wcq633PjZ1rZHiQZYOehHrNwhw0tBpPOgkXFW9sJm88i9
XY/pdN658xzXSRfG1l9xb5kVA22Y4ZQ2KiKwwPeOwITklVXD0iaiXaePuSf0q4voXN8IQs/8hKCg
/0HdmS1Lamxb9ocKGbgDDq8RAdHvvst8wXaTou97/qa+pX6sBkrVPUqZHV079VT1JEtl7h0N4L58
rTnH1J+KMBW46tp4QMaRZNLYZaMe8MXpzosBeQRlXFljz5DqabZDfbU0h+kDeK18rzmB8sNiIf1m
NhlHzbYmufK52A4V2gewXzWhPIyNnrIRohEDsfyW9T/0k5BCru0a3UM2F98G4KQAKVjNu0hocG60
JC1/F1q7vKelhSg+tEcfF8UT6t8mJPADzu1SUGiYHdWcSJDxiKCWN1p0sJbZvgClCuHNNfkNvfnm
lBRV9iQ4BrAwcahjAzGZh/IGwBSa3/l2+iOgLXsXYatHzkWCYFUp6xK0/bdKAt5CMKStJBF62RbZ
Ksc+D1jyCt0ubuc+Focp6sHbVSHN6yahVKErcwKKrU41A8J9puX6zmlK7TxqTrjV6Bn5fevo54Cd
z0OvLo9FEtWHxDI1L0pqJtGV6vO3dq6sY1I5y6536IsvtjHvKpXPqBIWNlS94dCyb8fUeLXHYUl3
HFgf9Nr9yLl/N2JGw4p0cdN1kMi0DryYjRiVw1fNsQiVIEsPPZzbyAnBCpWjtrFTTTsP9q5qHwFM
PYyNeXLaBMeObdxxYPjeu19yCo8iafdDP7pHesLUuMgSka89lJz4NgOa6JMbSbWZkCYduT/SbdeN
3Rtv9FswFNY26cpXbYxdAv6S7t1OzR9jEiErjRmVZMjNMRm6jrxO9YSNM6hQbiimL9ACN5pe2UgJ
BQcGd7BQQOevdDLVZTL7F7fVGAf1Vbhx8+DaZKrfcrzPbhppIqIOM+ewIFsMdpyLratOIxS5UwC6
xpqeu7lkKumgrC51jZt4UgHVIUIVpK0bjaq3XRJ5MXvU2oWBig8QuGxSf1oK67FZcs3XgnLZ14b1
DZyX88ZCmB7IwP5u2oUMtxihHD50bGgvyMQXrxKltefSl7tA4F7sgvRpHDghsrTFlBdux1mBA/1G
UCGByYTdvTGWYEw3llBkl6BYTbxaH9Q2RF28M5hG7fnB2lvc6REU3+fshN2OFjQjliLpd8lQBXdI
Djjv1OpFxoXLjNsKkqNJm/EjGZgTWTTLM8ay0pPV5IegCjaDmLQbpQb3QbjoPLdN4FxrDkZO313j
NM9uLbo2Z1Qcto/M3/ZtyIWW1TjAk2rEmJLTkWznK1jGbONaFJh1d+PW7mfSgzxkUjVs8qz14Aee
ZYyZN7Vrdzc79XNvaY+NVjbY0K2aLaj91nU4uzhUcr9aXI7aRapQM33H9hkiPk7YkMbwJiCw/jRY
83KLv+M7Oudhq+SgDt3AAZTDi77tc9gYdXwjtCY8IjnZqIrfIZx4b1Ghb4y5qbY0V4SXhPkekt2u
suitC91wKEB49aE13uMOCz0Sr+8ooh2vGONtsshmVw19sHXpK3lcPUlFDGDAAfLmOQ52nTJb7o2+
eKyN+lhXLEnM6V04XRaLsGlUPraMC/vtJtCCx1R8aGIc9qZuzX6LCvVjCukS0eY6ZYP6rtrhDLTJ
qw0j248Nm3GZGo/sFe1tj+L4lKuSNgWK5JC5xzkIxHJUQXEQNohQywz8oenIynC9GXtdPrrzoU8H
kB0jGCvDYMEJi+IY0e/DI2gNexS21n1jo2/PgmD23ZFxnZ20r6Nr9bdtCskVYPOba7KqABjbp0G/
bJM0uJIMKxi3QEuYFwhMMm+fxzzxZZNcyrz5qugve3ppcVLlc9HAj5cTZoo3SXLdfd6qpy5ArWVl
zOlYYbo9KvDhJqNfsF0s7dCbdXvkiN6kWL7mXWA2sL7N0PYRj8OfTLrZ63Nxj2BOsZZqxgfHtw/C
VbE9jbk4VhkcRwEIMF2jakNaMPAUBy9PK56nMCKOb9BJ1K2ZL0STi0CU7RmgqH40sORhENNjlPDh
bYq0TLohgI4mp/kXM9JJyMy9AoQNQAIlz1Mgb/Q21A9OgxwhrWnxuEPDkd6eofwPefQZ6ylD6ybp
rPcQMS3xbsVjJab3TiK+B8tC7nSR8x2FS4owCAAMDM9j3HTNsbaJKqtgXNGh0B6EXTOwgtQZ2Ga6
LWV4CDM6enoq4t1Kx0JPVh/sspxhiWDVYuO5NXPnyjSPd4SYvTPqLZy281gUr31jJAfN1mPftpoY
ZWzObdOjMw27G8be4F24T4qDnLjLozxw93Pn3FN46J7duzNLf7/NDQXOo3ZXNz7LSMkBs+cB3VAC
/o7N1vnhzNGnjEsbf+cMgCV0GiTvq0FCd+bbupaH2uHhpJ6K93VfgO10uwdrwDuxMGhGqNU95B3a
tzh7k4y2jgvzN3gWDuAm46Jr1b1d2PtGIpRxmDKZcbDH3v4NBxO6s4EDxpIDK1xoWIDViZs9tty3
zhLhd9cdyERbgq0U2YVJ76diU2SsxPcGSdd4M3K++KENt3YGAtQYhnv0n2fRtb6JFpNxFnzcbpL0
DOJtBTh4F6qieDLTPNpjADy3Yeuwccyjv8zyvU7tUx50FyP4rgbuKzmhK8xL7F3rHWgONCs7ZIVN
RY1uWUWHl8hWu8aR6XmJbGSDXC40QUBII0qnPN8H3bJ4karYatMESs1SeAJbh50/xbZ7NFJ4MmXG
uY/MHMA5UzdzphfuLJ/tSP6OD9y4RHjvITlb0tciu7n0faldnPa7Xg9vmtmR4pLIndXUX6ouBr9q
uww0nVZ5YknyXTRWbrQxx+KDfRYoq5VuRymbQ1pM36YF2E7UTTAW6x8NgQSGPd3QhN6oNPvs2+kN
diOaJXwnGzuPoL01YXKNYWhejFpYT0vI4q6ZIJRT81Xrk/eSsfbBHa59vvSHugo/YTGST1jr02Wc
22nXJ/jg6H9TtoAGVcPFiPXz2LOZTO2MkGeV+zGVynP7GvWz50bpwrdXRWisxOILy9a/xcwanElA
uqmC9iDnHD3wD7RnLfd/Pd1B2vBGo9nj8JuxxenfhlLsYvbGJc2KXQ5VerYK36kyCsiuSO7sBXVQ
j2p7Y3eMtMssem0RhR9DzQZ7t1wUq/mTrq1KTallX1Ev7B3eVv2kRMNIMzZwWWlYTiO9yWjha8WJ
cjS4jDxZsVY8qiS46TR73A+ijq8ZIOht1U7PY0CFbkXnKAxZ+3vkR86kNRtGBm/CzA/9krQeFoDo
vAorrnz98FB76xD0Jm+0jIqnxp1YqSq7f4PEZ6EmFfPkUVbZG53J/Bb0c7KbscY+YlGMdqMjTqGx
HFOexD0lyacN8TjABac3TDD74asIyhvT4KbkePTlMocRJXzPLNPPGlbnzA35xpbEywWqUxceaIYf
GmjgztSj5WQvlrMN4kz6i9L3/RQY5wjThFcaiERnCqVN7YwDdyCwHliJEAoXfbmGTJAPU9BWPsep
jEK7au/FQFh5zMSgRlNW0L21ccC4jvmjXR2vdFeMafqUOH98VZnTt5SHnQNIgrD/cSZAyI65CUkY
yUDFp0cjgWfMjmuFHGDVN4L1NmxHvurt/hSO0XwFMxz61WB4GLtXT+9Wn+mo0BbHFsn5Lu/veiX9
2U0eG+iSuCbC/HsLyyIJNHpf40PfWTWux5FduWmfC6omFMgubp56wM+r1AkfGBpmp6HdH6vPKUNt
ZFNKzHqr7eFyW+fGZqeiCdaczZkYt7GfoQjRQKgVD4Jbmwjos1iy68Ul/Eq12Do7YwHFqLGK0UI3
K+Z+0w8KtCztv+o6LU1DqiO6ObkgEy4HunObIGyvNEh/L/GNb7WgZuE1qPy8pTXa224A74oWVNvM
Jtuk5MR1mB3SCSjWnhAqoB3T0MZrGg6SDWNxMjgNZ9xN0bgGapTuta2HHlt44vJcF1bEypoE2bY2
EvWsJvbpsXfdbUk5dRyAM+XbpbZRbueqL66BUbIwsQeFnl53zh4PmO4hzya0XjOYzNN7/9D0uqS6
c1ptq6Ptw4IK9BMWtP5ulv1Fy8mudIr46LYyQuLc4VQB7bsfprr3B5NQZDG5wYpxDr3ZGB7xDgY/
uLjI5guHTD7lDCFQ2ER/1bJW/4qobSrkvFn0A6pzzGmSjhjjfyiefJFQhU39EmVKf2/ixd7bRTe+
lWqaXlJ6z9uslKXfpRXOPpvmPgpqa025kd+EaRpXWkLWPmkoNHsWwtvAjZ9zNAeXKXWL+6gV9seg
g4CHaOZOO8vVqh1KpuilS0or3aTJsNxAuk6RNnepT7xJjV3Fiq/z2JOTitLiNGp54NOdaqlqsw5G
aSCuxdQ0qLaK97Bu7syY+UGk00sCcqsdozZRN9wQvW+4zBO4YHqJH9Kqzn2cW9+w9ecoP61wfJmI
2Dz1OPDpMwXm7QwxjfB3d9RPbrmYZwvB0OOUUI/YmTFRdxTdzFYrwlsFQeeclaG97zIHyys+l9fR
nJovlHYQoQOn9HFGzR467cUfFswNhuzZFkcACZDRHszUKY8Cs+ZbIaz5Qsp2iXhkCb4a7MEJPaAi
NDB+dI3JXZ0XX6OikW3GSu6qpX3uNENnudHC5auPsSNrsRHsaZXKM0jiBEXcu5q6gJOR3R2wL/T3
bQhJH5gNM7kizvZTmiRbG2vHGcfSxBZGcZESYcDDAxMI3N20bQfqImo8MgdwwA/jQReGeTZC/E/z
ZBVUCCr7rPgCoMUyeqXF0E1bNeCOHWlfPjSc8L3/gZHLanKsXkReD2qTD25xDpbWoq+5AN8NQ2eX
wUBgiTGbn0Sf/0itscaEPP47itcvcoz/n3CUKCnAjwPG+fdIyjNg2OEX3Nd//dCfsgzjt1WSIV2H
0BsFQRJdxM/AEGCVyAkE/xsCj4Ey4l/AL1P+tool5E9UpY2741+6DOM3x1K2RNYpMHQbpvEf6TIM
9Ss4RqHLcE1Lt4gmszj0EQzxqy4jS4IkX4gM4RRcNw8WFoWT1rfhEWsLw5ClTXdltovgbWzCudQZ
y7bZi7KqL8SS34dZnkTfvSdIfT30+PQ9IB5yZhskCzKoQQpDSSXLwYb1e9jB6X4P42n0QaavPveZ
eoWaUKvH2zDpFh9e+suohl1or4amNr/XDBkfVhQ2km+xnde+mx4at6Kf7nJ9xp83rA1uzbg6MGMe
m/FEPMeJZSQ8NVr0TB7aD1gTpHGh7bgpBABhjW1yF/QtJmiDJXEVUW3sKPgw3PHAgntT0IGfVPqG
KOZkDnmIsYKhW5f3R8xdzKPd9BIITgHASR5Iycz3BS7gnYLLcBiX7AZtq0BkmZ2VQgw5x2dl6uYV
N+59jyykWAKHzgI0yNldJfhpcguhKPM4UgUeCOK7nAiCk+lMTCnmAzEI1t40ZLF3k9xzsBupUhn0
TFpMfCGNK2G/dK2+WfBLN7JlZK0qcDsT6kkpHzEk3dSgMVyzfCDiwUNhd4hrirulORLwsi0qeXT0
8DLo0nPi/jJWVMA1w7ScFSpPOBMm1VOWUmAWtXp22xyodiBfUOuXW0ODbyBsY8+Q5VlMwkdNqB26
RRTX2TQzL6HZCQ2R2hB4yDRSvjcs6WrZV3OnMBJG4hjVlbNL2uVYRMEjQrtNkVvLxiRfZguOcgeH
vN9YZuNB/vZUroh/6DOas+kRcMqBieOhtuxrnDl+nCZkKNflDtcAs4G0PWNDOY9VgBgkwaWsNRCy
uRpvBgz2bVpgtIFPum1Y87G2/IgdDIVmhYZ9SPsNA1b0E7HaB0n/OZgwUlzS3w3YHAQDqm2Vp3tc
cPw7OjO66OhOLNEhqYll1OX8nunzd7Qze1pcGI364kK/+0Vr07vc7m9rw96lLZJL4kICRPnAMT1D
dAxvu85rE2MfVwnmIEZAO5gpH3WW7yfcvb5dCGoWo2BMP+IpTPryNCr9QAbOA2a8oy7tiyynI7Nn
urKzoSF7pa1YmZKgVM16CQp1AwsTDUFvPxhOwQcZy4sW12RWNPUhnWS1DfTCm5c03MaimDlGuLu8
4/iLoBZ3YvhYFSnmutIjqOR1pNnDV9F9EOyJFyn6NIX2MkOAOMkQ0vtgfmJqfG/aDo4cp2sd8ibj
5yexbmG9HT9aTXCclHGR7MSSxkc61wfxx043r3KbeJ/Yxm1TVHuVTvcI1bGizu6lzKZnEBH3YU3U
XSkfaxHeV+yY8PNBeDYbsW6lrl08iUQamyA1fCeb97a+JFszc18lGvYeAZLZBu+4vkK0+vV9Q2u2
CrprhyB3SYA4odCl1NIPBo4RxuWckqryS3XZMcEenYWciNrycTS0UxswLOrWbb5p+sF3ChaJdZJq
rTVANjYFxyYT7nMzkK6iyCScXqQenvGU79o85wtuuKdEIZ74Q7pNe+XNUOrHRXzjFg22WSpucmXm
ENJhxRosOLWmndBw+wFdi9s6MYqj3Vi+XfZPNRUKHa/bweBAiL10n5Y0ejq9y3eBoVv70ZUhJ+Ho
GQ/xzo7jLda015hDviPK6wBzdOcM8SE/j+Dv7Re3eI6c59whW2KmCK2MiBJ6lPdD3LH4LwNiJzq6
k3hJm2bfuXgEnfmznJttZzL2cufa9FH1J4eWus0zmK90IbqgKb6Bd0JOpIlEXsb2WdrqmsO4LRmy
YMSryd2gVgOU92yp4k5ZPGwcXHlKGNFjuMTYJ1p5tPr+W6ysBzMD/iRQoEn7Tpj9a79WgYHkUBeE
jbvJGbE4BDVEs0zWAJqvtpTVXmJ82cgyue+n4Xu+1pJj667Xz3lugFS5mPx4JQ55tpW/j4wjN3iK
7sta93N8bIxNWXLVPLyOPX9qzZBTVFHGnGncj9EC5NOjABh1zFP1H4708dVey9lhil5as/iwQ/vi
FvXnbAocONkby/mxCbCZDy7ZQiTSJUb/ojf9QfQtkQR9c1RlwdNMMYgMSfhZxfGMvYM2kU0/Fnxe
yRlzOtl1/KHZiNTtaMBSpkYEQ911Fs5nNtCKGUbkXW4jXwo7V/hsss4Lkup2AuHjzPRtDZItRsNB
OiDynlXe6JmFxKGXKBwEZR1+h0b05oAYWcx835QcSdnc0Ji46hPm8RkD9m0sdSi7hVZx/mXwCEGS
zT8sXgsjqX07jO9iOb/kOgA2IyJOaOyO5mw8dLMNrMJWB9gn96NKryZKvDyr38uFTXVhaOXQDIag
jagLQUHXTmc0M3iIUnUoR4OR4XpAgbF56JTtRT2M5ZXwskmk+FLY8LiceOzD5gJh55DCRtoOgUPD
pOofQMSRNwKfjcedJWO2aa73eGZD47ELknLbaWvvvQItAPE9q5h1zwF8EWr4vGuZaYjSx09zD/l0
2oytU/tmmd4ZjnnKK+c+LlPyDJcexDzAObzGHN7iMfxoJyfbDK52i+HqsxUORh/iDsleSK5UNCmL
DZw2aOYcawg36hY0kPU4e2UEaaSKy4e4yt8MWZOL62aHYSiAXrtp5YGk9hxjoMtF2dX1F5Flz1nZ
/g4T7VAudbaJUJVhYPe0xjkPTrQc8e7wbI363jSHAcIDcQ296I1rXH2zOWT2S0RwRr2b0+HYWfpN
SrR4BIxj53YLIRvGwvLQ+mM++9l6UqVne8TUCOkrXb7HNixRg8gbvCgOOBr9FojR3qUrWwZcJ9tI
+NUlsrgx4ZKk760wo7Ocp3OUsEcId3iQzCw3XZLvQaYI7vuW27mQFxSh5tbUKrlx1xM0dtphX/xx
qs6tdzS12a6Lx2tWLLo32HTLUtnucyQGW3OgIV0vybPl5EfsCZ/MkwxIhPEVcDT+7Xzs4AvGB1sW
o290EfYaK33SYv0iGJztWch6/A4mg6GJg35Y0rilOYd+lO6n35gMqJyMA3RnmZc6B1c+t6waiXGa
hwZGXRC+jmv3AG+N3DPWFNCnECzkSIZ9AmhYF8O1sxLRljdNyecGhlCUN4US70bFBIwWfOW3c3fD
OnfG43NhJZ9ZEuOrcop3xVmOvqCJdG5tacSAorQu2fU6+iWt6zQ/T3EFpMmEmqhF5ztL08NT9NyJ
+cHu42/jMl9FHsOOT95Vj1ukUSg16REMnoiYZlldi7fPjRFr12sYVoAcAuoENOtQ/ahkb3usi0we
0vl2ZMelQ7KObJgdBvqa2XqLYw4YeS3vu2ntthX6zdis2kTZnZ2pUx6dysd8nBgLdedc4MUp0ccE
vfyqlGmc1TQ+LpXz3JqO12jO7+Niult77QJllY+Wy4f/hSIUpxFdB8mjpSmPxrq5kU6JirdISakt
UbG1esmiM4/f5g6WEPl9CBvHy9zoGD8CVvyuGnaxPa8KkuBhnGGY1z0NU7dJ3tOpvxhGy6h/bVMt
YryxFW+iReexlURM+XlYHFKdWUxa9/fcfShRA/EFvOc5CIpjgkUoyaVXDZJIV1pgMGgDmg31UwHa
3EtneW7F/KYppg8appZNM81PIoDMlsgnZDe3Tro8tEV/5h7Ouazjk+GIP5o1Hy1t8U5nIBpq00km
GYlA49mM5BHTktgMHWHdmrK8OaGgord1N2Qorphf/aAVe80LiuGlypjiJO5taHU5Xc6BqVCZbsXa
6pvpYgO/t3ZaZnU4rYODpbl3onKPxB3+DlcZ8piSXsaukmhGsQlaFPx1Pr6mTpjsca9877XUsxr3
qJmFc9GdLt/nXdqf0si+YRadeXx7G9YiP0yTKzD8A2UXA+lo7YCx6ujoM1ZX2sF01ODbmr62/13G
qXpkraqvceuWcX+Y+45qnGX1hPdP97oArbhk8LYw58d4jJyTeX4du+8DVFuvzToKXLfdKWWdqh4m
ENY9zY8Z4VKmoC214mzYkJkIw6ZjpiX11HdM9Hf6OL+1WYXiRLfuIpMe6dwmmNcFp9C0fZVdjmSR
ULi6OMeBI72glMqr7PRdVjyNJtr/rRpDf2rckZ9qKAMHawOktfFx6VVIAWji1k12NwDN2gIjhuw+
1vF9EyUfhGwvZ5NoxNySRCHVLImT1PZmGTZ75Mk0I22OoyrUb2SU30WR9Q5DStKgTpgTEKNZN6Wv
0f8u11ccrXul6k26OHBKWuqtjl+CcqDRag+P3hvZKTEHv7DaMJxBhQXDk+p5/m4DLcvz+JnH9RPW
7m2EvGGD1EZQlTdfbkXDT1uiR7v4nGX2assm9xuZ+ya1NSdYZF/zlI5eB0wTy/difI/I20VDWEWe
bYiZGxEF6kyr8yJc492IKmo4g5/KY1un7xI9dqQiskYjJF8yZ2enmb6zZ40DBABPgpS2uRnvKvtC
attbEjFVplbIEPaRUYSWtXhakLNyDKEH3yiUQGpjiHCL9OnLKb2FZKIA6QAcrcDs7mDJsDZXdLRD
8xAN6YMtb90igRZE/2YjCHjL5/ZYVfMJEe7J1kkeQMmKcpAhcxvZZ1dHvm+I5q0II7omwmJR7GlK
2hp2sG4x7zv9bRrr4Cgq0y845C65PNoFWiLTqV+nAW9DUC8vNYOXRKKoYPUOxvmmbGXjB0qiDoRs
6aq9W+THqRzvizRgZtHFN1j5z3GrX3VLXjtKsMgunhFOEcZkPSKpfTFG44DJryO0rWUeZCLwmp9o
IyDwd9s7xeCJyoTUrlKMmZeJb0HZGZu+XaBs5v1bktzkbf3c5Ja+g22VIjKYv5rFPCFbNH2TCiwY
12M81MK06lFNWJGxDRaiB60K5FSDdkKXxQlJNHKz1sUBwXO8kaipOzFutOBTilcII96w1PfAOaM9
qZ5v59x2r2WVX4eBZvGUcbgegtsIUMfRcoJTwes0+Sy3uGV+tKq+VDo4Mx2BGq573kF9QVG1NRWj
CDt+W3KEv3dW9W7Cs5u6tNgpbfC7ippEx7TRt8wjaOke8+6mbXq1gYL7gNuZMV1MUIo1RY8zZIOz
juQSDNKc+jXgufUEfjMr86lMnWcJv3GT8w82c9MYByzhlJReJssvaxHhRhXLDTIFHDz9uO+b6qDb
+FAReRnBcLCb9gnPdeMX87uVWO+qVuqYTr8ngNETOgl5od+COlhurEUR86V9GbyjV5O5rq47b0W9
lIe+S7/KgE/hDPNwAxcGMgYDImFHI+55y9kAehRetoYeVW5g+CrFMTJHdOuQPhPAaW7Hstf2Bn0+
OYFcRhhKFEkRi9+baFzjyCh0IPAEe4FA8zpYjnayWpWc7U7iOsINuxmhve7MQFu2bW/9X2Qc/duO
8S995X/sQP8/mCMh/7GtvCWC+ut//c+/Bm2tP/BnioQlfrOx0umOQci0Y8s1NOvPEOq1H/x/srUc
+Zth6oQdkW1Eo1j/tYtMDhcNZosrzF9Y/0kT+W/RWibQFSx9jq6DElOYcsXfDKPMdFHUsdM9Kuni
Jv9gwQFDvYP5PtQdDQWEDTwIgNdSbZOVPQXuXRJGbt3tkEBXLYBg3QISRZzKkCTtlrzIdjSPJgkw
DILRVcrkPetSLHz7JR5BGdy6AyNYcZB6ZbjtcWxiK8mvMgxSh/0FF3Um7m1BJtAjnmiTl7FSba6W
x6DoQRuQkCIa4yYZ0R+C6baUwZ/CISKRevvn22pnbDeJTznfSNqOmuY2zSNdaCFSmqSYmYBqALmk
dGgKtzXXQshAWqi8ZHEW1lYERXoTXP8yWLj7ieb/azaGzZX8C9cerjzNXmUYNOoZjhtI4X/t1Odz
E1fopMJXww6LEQDj0sIg9vB3OmR8p0Udhhic+zGoP2i6LXDB40hkxeSDcurjlyG2RwpiumwOX0mX
GxAtsBqLoADezsVJ5uNA3jX9tAYqOm1Kp+sdt9mm8LP5su08bbkCpi1q5H5ooEZah2GoSqRUWUgW
FJ0DWMu8r1Bn0qDDPh9F5O5bRCWo9d0aqvBwyklRTkvPwbau7smgDB2assxU1RcpBKjDYTKs765g
YMsvZDSs89JTFA451lCbCSBUUisPO3GgsRoovBypaqns6qDTiZRA598rRGoaBh4f8qbFNhIWVVJ9
NYxh8AUs3VhOCh1XH3CErcl95ffXdawNwwXWHbkMR1hMRIdfcPIlvFoNI5GPXVeGzlto6nrC0phN
VEIcjjhw8U/ivo/52FGCvP7jn6/5Onz5V0jDesmVYQu8u0x6LFOqv13yJu0sO0vG5gUF4hSqo0Tg
t4wn6n8Ou7s6Ku0u8gTqsXk8ljBUuMk1wItdcjDAuNjpfxNv8KsznLdjqVXBLyT8CYzE7t/eTmxF
nUAxEjy3OkyaZjsh2J+gRtgjpE0qX6Tq8Z6QqbyK7jWRVTSSJvwbYbz956/F+DXiYX0jrH420znT
lnw76wL415yFhXZQ0lct4gDoYFZ+MzSsNcm+IcPUNu/pFMSBjT5yZX/TYU+XGs+eVg8Gt1Y8O+Y4
+8HSr/8ZxtklrhP8v9UZt9CC8NHc5nBPnI8SA0iYXoGQwT9wYOna9//8KX6NH+FD4KGBD8LjrLMW
w1379UNYBqrKzqrm50nUCXWRPSySr9Hsx9Kd95GEPQ04ToOIRbn5zy9NBMff7yxc3Q6BpNxahoDY
9bc1m5GL2UeEnT3bTCfm4KlHvaLgxbR2zTUMZLa+OHTd9RnA8ZgnIA+1dnBr+E5WW8ibCmgKT0QU
h+uTSq0WYTvtW7xM3BchQPJuB05Pcc4s0WoiWwCIvS4n4xCV/E67qWcl4FMwIUS9MSyD+y1AQzFV
D1VB70XtzajJCvSL6JpM15fsADxkbZUEdk3LEq8AD27bkqR3mifGUsB6ZdWz7tCA6XlHeeusT6UW
x+uahMCaLJcdpiZ4SdsGRi4Qwlhhw+UgCfKZTyKFmvk75+dvGWqcNsNJ75KYzzWRjc1bmqoIxPjJ
KYpw/XhTsX7mBEpJ/TERWMSLmyUa5egTGRMCjXMrp2CsNiVt2/qDRZRBlV+0Cys1KQttJKodxiZU
yEYV6xEbYAMCnMZjZzhU5sc5pNmp7pMKzUW8LyoVDsF9lfaFrb2XPxdIlGA1F2+qu2yqvg1GRyqa
J+eC7/tVT50uMcBqCPJdDkkgyrUNv6I91gV2GTr+6Vhl67t2TCwf3GtJOGiP5tCtq1r+830Ssjdq
j0UF0wsct6XCNbh9Fk1u+DPekdbYxD1qSRzWOmNV3WM7l/WHnaBWozv681eFBBrO9i200/VuIsCg
nB7yXMfWAs69HcI9B3CSf54wyK4XN0armGSv3TA6KHpTNRpJQAMBmyFvuCP4rj8LfW5ZY4pAhHyl
//xs/DHx/mXRVbbJs8cWxFbLw/G3RyOyA71dFgfvK8TEJeVAs7iYaf5c87Qaqxha2CFduGnGIjH4
T1nUkJe8P/8JabukV6H+zjvtnpSadbOWuKe4ih1Ir/GRFqGet7s+axj/7N1IrN9L1ZBBuSfwPmyx
24FYtMzHxMD2HmLxd9uqtB7RoTEyfCBGpw0fxonEDftSqwWYD8lzoqpVfwanuW6gP1l9pU47Vu1/
/sGQ+np/Y0Je73aDYeFaBTnJumZb5rBioqw4p9d4wi6EK/2uMpCTgkMtWsQm0eufu50xiZmfJ1s6
IYW31lx9REFdzQXXg+2RsopuYhwG3TY0k/9N2Zk0x2003fq/3PVFBIYqDIu7aTabIilKomhRfr1B
SA4b8zzj139PNqDvms0I8vVKlkx2Y6jKyjx58pzIZBI5he3oMUTlt92fpjYmNq4FHZcz1rHWoTYA
m/qmc+90pph4vC4Ka2Uut9BW6binDD9lHreuDcTo3o2CL4OgbyJv4ngm8Q9GGpH44k3X0ISJSTp7
8lD3g9xQhONCFmiXLE6bafZzashETJFSxc9B3qQHH60DSwNdOxNReaVHlKh/ebr5qHFwqCHiYdow
Q14lemtS2wwQJ+03cOOJm0cdXv4Abg67gI7lqOuvBF+/Il73ZjdPf6LC4tXLzWz7U2z8uZgUt8VD
YM2Dw7zfVIEfYTyeo09M26SU8XTGSVPlPRiIOatb2Lgk1++Ya10c0egpazcwPYxVMfd1zctdNOvJ
GGq7sZ8YusAk5SoZYSIxx56R25JblyHjFc4tHMl+qhndNm1l//b2Rr7IVrgC9rHlaha2KZv5Mkmg
HNdMH05PUVVmnv4+mfMM89AI8PlCPMpzMpw74UH3vGt6OPJ2Pa+gKfGONdPr6whsDafY9RVSU6+e
RIbvROE2Tf20xUa6iRKQ2fkc+6c+NGdey5TTA2FDsOtJR/q4kLz37cdxkW5QLJoOAsXK1VwNSksX
iz2lR91Czu94IZ3BjAYshsCAZjFXQ2n7f7v0XrrsPlUzk4XvlC6vngBfTKYD2YWlwFO4yBvXpWqx
3lzrp9hIXKo/goVHkEImzuCPPfg4ouVU3aLxMC7PYWgxHPLOEyB1vtjwYlqv2VXQnsDgyKpfplxT
7lddVgT1E/ZyM+GPgRPZWXHKhJ//AVok4fzGz6qWf9yTGLr05TR+jKswnUzGNTTl6AkRSgnZmWGS
Gyb4tzc/417LgaBqfb6n7YMdEsmYCjVf8DRFvoR2iH+A+2L082+JYVRD+rkPsRpiINzL3MC+ReRB
Ze69XY6SaExIajU/teFL4oCgNT6jcKhUlLRfo8CXVVzTN06XOyqkfKRbaIQknSfUWNAGOGD4IKlP
H7SMAYH1TBP/uId/SIJ287NrV0lyumBq0u7jqGdHRiksUw4Ny04Q0z8EBFEdnOyxW6tvJcxgzhiR
9OCM305ADIxg9dQH3WQ9/w/FfLRm6ItqSq17HFQpE0+mxdyT9d3QOs8+QRLvrfkhzLXNcdSnEfd4
0k5PTfOxrYuVrme/hCHzKaEfhui/ofhRj3Qz/HJmGN7PAVYRz05do/4mzB9O2jWRl32insy4hFXr
mEuotpxlAq/WmN6uvYdhBAE/4f+tdi9wwlQpOa/qcQWep45bFReW+0gnLrcudg98mJ6XmB+BZSFJ
kcHu4if3X7DY1iyUkjOXYpKcTR5w6DAEnNyQ/SfkiEVskVKNvRIgwUxHNSNS17qSASLTLd/a1nPA
H/a2orrSlUSrn92c8zSvOeEhM2tcmSNUUc6lqDUbDP9eqTm2MatZE54VwjNFCXWdXnKh0Fz7ffbs
bInuGfBIekYk89QLEbYeKvIRk0bHmp06jBenv5vQO2fviNbzjIy0qkBqfea7TJg15dhTTBlY56LH
6iSp3+GGfN4aK6AM8alnyrzumS2Li9E3PhZrhII5DIFuYXTxmGBaGP9dUA/YI3MoUBq7R5XTSkaO
KAgkb0tLjKuiD4Vf0rfu6ZonxI5n2prr2NwZsPhSTLRKMyXJhtzimFBgkGhY79GBzJL6UxEuc7A8
sWNW+t1QgVUYxDdm7ia8qcJWDf5YRkgpW9xa235Cy6/nedLpKHBeTEen4j5J0xymMZbEAbuFvtBK
obBXN/v7ZnZQ0qNyS6eU9uRT9lPZGAyJ3OgfGDySLYV+O3C/ip6oytsmHkY4Rto6uCzVmryxJlVi
nbKdHyAGyDA73NH8qPEd4vRSLrM000EZGZ2gQ+UxJfLz7Wt4dXj4nhwbAZmJSExdWmU2iVelY2uM
j6Y95PNjbFZIlS5ozq/PRulQ65zKADWW9wCH8739IxcHonGF6KrJ0wL+276okaH6g1cFPd55CUor
0Y1V4KKTAnnY9WxcwwOf4u7BauIuEHn4uPGqa/Yi3nP3QSbzUt+C2MCx5MMEF8iprosm93yZxpxI
XD90eDjyruMV/d6ENvUa9nArrLwZv0aMiQBaNqkZp/ib1Vg2WKeI4auB8odSDwJgQuiqnWPu0BY1
36lB1EtWrvgIgKCAD8AaBhpQlweV5TbThNbD8DVAWcVqf6SzasnzkBkbeN/IpYnHLb1pGhg32B/Y
gl0icG+1x4T95v/Wz8KHpEeipVK1zI4XVVNz8QMVPtT4SOFy1PQ4xXiDgA7p9sHKiNO0vesHa1bT
dWC0AKyMi5vsr3svsNwiuY57XAmzWzeE8JWeihF5Un3fl4acRhaaZ4n6C9s62vX31ppwJVFdz3F7
7BIgFjxZaoQd8mvTQODAP1gTpxCyPrGN6yKsl9Bk8v5xrvETrT9Q4aPIc/I4fS370HTBYNEu15w3
Q1biC7bIW657BFnk3hH7xQOgBc14Tw7xMpGlAERtWpHBmL5Nd/sieUk7ZEjDZQgeHZWMY/07FT3k
RAbnI/aa5CxE7zgdNU9jRiyKq/l3Ww8kFOY4UBe0bzD2y0S6aoi1S1b4jwDM+fpME1z2Oh1XjyVg
xznC/Vck8MSEf/296EBaQeCdGeKXYJ+uJzeZ0Lh4NJXB9zJYJTjuZFcSHzdnUS9nrPpdbOoCmvIh
w4vkIHccSJPjMm/P44SRk2ldH0eLpc899ujEJld7ukqAiu3qrio8D0k++udzrb80OTUbpLIUpY+O
ElelXntbxcjILrAHyYN+B2Lwp2l4J7W3JGH8Z3yybcsEzDapNZDfI0y/TCiD2SyGRDnx4xz6A1Ui
BpSyEFTrdv4f5ACMuB6RtQ7bb+nYgdlcldEyp39S/w3kunspEtZTsNZXcdLnacnwVA0h/tjWnjzo
t9/pBZ7s2zZ1kDYdnq7v2iC5Ly+3a3B/m6Faf9ELvlH2lZvEsopmhREjeljngyOZMBY7anuwiwXp
iUT0eDObAbX4nYu5PFO4GDxkmTmQVW16l+C2pAl9Bdb+WMJJYi+Zg5LkyqG/yHd1TPHOjx3z9+vz
2w9BlDAvXpryFNUQfA+21quynzHIaG1bRaTxGqO/ReVQ4NeyRGUWHkyvBT6ksT4gUEvuGVfZ455z
IaQnBwberCHpwOQvklhjqLVy2TsiV9SNC13Tt2YBQu0RkaTkkxXFa78evbmoSBxUNWU6+fvtm9Kv
ViJqzhyUvFu4QAIcvHy1gVriVY/p+LgjskFdBe7ngTEjP75OGPqD6DwCZq4lehhuk0UfktLuUMpy
zVxacVE3NdxN38IGMQ4jdUtesY6Bq76uNeQpA8VJRukgo/cdpevBof1v0w938eQyDl4R62y49ZDE
y5wb1TNY0X8bHctkFGBLFuxJC0ibqFg6By2gzvkPiuHuPzFuDBps0kNYaIZobjLBf8NwqdJw3jCM
HRFdy2LbD+4G/PiMp7VCS6f/ub8OLIcFkVqRZhcMDh6dQ/mCDBikaAR0rbw9ISYjrwOEDRUmXCvO
WHI+xxyBx4EmUYVhJMLNy/KRxr1cH1bDepluqPN8BuwOdearkmnewqwZkoScTjbMDJaVxO3h7ff4
6rShHevQ7XHJt+zXa9PVcbQqL+sfx9KRHbpWIK8/c9wd2KdAwfIMPSsP+1sUqkUG699+vWwKRGG1
lMrU6i9XEblWkgLz1487lImwnsn5gpa2y/dDJQDqRhvP4SryKOWlv/P99qv710R9F1U1Wl+B9Wpv
xj1SDdbajF9QDZKqiiFqeBk30B+HFIfPKcTk5cjlrNRmDZADL9BeFWvk2kAvmaJir81Q2BDccCAg
849hbQiMX249gT2dXypkWJ7CTremd+jLaBzwk9Pnb91XVqFy6XG00dAX+sPCGD/jjIHZD6l77HGu
gA1OjUrUSA55UsaF8U6EfBWoXLBAxzlPZikqgIs9jepkZnc0b7/sIYpyRPHK92a1Q7na/MSngxjm
okLDakHusJwfp6J9twC4TEhxF/dZD7SMPNtX9mXHLURxRUdLPv/GZKYRISc1F3zHlA05oTrwWY9v
L0RLTs5/nqzKkwxADNzpkgVAeC9X4mRoF0PFIfotVmHiYK5l0p1DXnQBvSJlrOJg/DGdVfT7rg8b
mtDEunxG5gKMAhuRmobNe5vzFdOBph2PQPJBegOvj6xuxkOmqooYh6BIIsniZA7HfUYPjfR3S9Am
mkTzY20MPBOs2SRBWs/nDMeawt8hXiY5ecEoeIwMvVNdI6Iub28LlEXkFOuzl3aMrt2sHu/iK954
tJ+vOrx4abduCWhD7swu7NyFbHTvayVOJ8vcLQqWRM7YIQzDuEM+Hrkkl0bdofbM0PuIp05v4kRm
eEjBdbjWsrUb9MGoX0vmdqnixqk54xzoA7D7LVVYXJ4/GFJszht49/brvswF2PQ0lWnIW2QEzOBK
DfznDyZ4ou7//R/r/w49Cg4BfYKnvbIsYCSPWN5C/TpRmi5petA12/u9hMiSLfT/l5lm9tLjnSos
3vh+fOwvlpmBVFg7F3hAYJlb+wpH+LLHmQ830TCYjl2oB8/H3FW1jEtzxMQoSjIdvNBPOIjSQ2tj
3SjwX28CY2Sfa2Z5pvrL2w/HvrxIdCt9ZlHR5w74z1f4KbNviGhCJr7Zo/KCRxAtx733xHgCB7fp
z3VunMCw6thLsQDyPf9p7kcssG4YoEo75P+KdkB5qUpQY2AOPmaBHwpGyh2azlunrokL0XJVyMvL
WItu8xm8sg0xW70uwIY4X7dmks4XPurt23yZwWhpuSlaeyaRhoPvVT5oIyGHxlw1f1kMM5iZOEZy
oMmfaVQV2Y+3vwrs++V7Z//atud6DjHNtgSbf7ng1Lzio0F68yWuKigthwwU2kE+Vtd1Wx51rMa5
+lDYvWCHmTbZy1FUW6m+YkXIHyiMV/wgs/JyMDtmOxtPG/gzWs4iP3dupmp8MviLtkw4ROw45bp/
uPaAMNRVSsSn8gYallp+6EWv9l5RGKTOXT85s2kfhzGQjyJNQRXp4NOqMJ6sjiYZpPoUwY3nyUIM
bL7GWr1O+6vCAGbEQ2S7UCMe5Ma82ZZfDiPTyz+hAxGCMhcTjkfoC68r/bhDRj05m4d5drqA79ya
sCVNpjY86TZCi+sbjhnyIJiNx4v0O6M3uAdc2VbPrCHexgyRLXdF2rkMqeERpFVz784dDeTHCOiZ
GyhV03QKOk8W88wY6RC6SBxQvJbMwUN/nj8gViNJxUgt5RYf9NzVCpJijRRVdKVII/Pk2tHzyFXH
6P8N2ceIjisvbBWg1bzFt5yZ/i9oYyRWeqpGlYe4EFFCAG/H+QRA+xjSmXb/CHOmM9V14pSaXloG
ZEV6sL+DbM1AGeElq6YMmZo9cwUCExFi2vbZ1MX1dcPICRrTg9n7MFwDbDUgoDlMe8HYQHNMrg85
kBJOlBXkUxFSXPTyyo1ZbhkIdUqbQ2cCODtHCLUGb55jV5K6SiPNty8hg6yVx22XVjAY4oKlluKI
HG3Wxtd1pRCaOioLAZjqQzfkTmF8yMIl4h/3ZtLcmpYZ3iUmJdD8AVIF3bVjNBheFz2YI67fKFqF
Efg7wtXJOKDgYDbzHP8Wh3bRtc+2m2m+vQYy52nU3qCn5ZaOLisThe1G1jt6rvL/RmcJcPRI6t76
+Cs0jS3p68Pcp5D7DcaRo+vIVuhqf04RXuQamfpD2uadtJEXfrmfPY4PdrWjLPIGWiUv9zPfDmUI
3+UvI1mZahkPsR0DFcgC73RsjctqJo13kJlrUmT6hLGxUzv8jcS1xIOlC3DjyhbyiY0IfeM9Y5cD
6PT7FLJ08DFxXINDYUevYZDQr2/MBTkw5oogBKIq6JhGiRY9Ot75cDvXncnTHWkOSq8JAy8O550k
ByEXBHXWISlBwuHI2btutD7NR/Bz8dj5LmIWIZ6pOFarFj/IQ03XPLqJJlxlUXLjiKIMpYZz6Ff4
4ZLza4UxCrSOx6b0GPYuf5Oifx/2uN2AsYK7o8Acemjnx1Pd3+eW5RRMTm6/iNlpY6DD07NiUYNu
Ro9BEiTjFX9oR/UIzDOhN5Xf95Q6cuoRQZXZ0QWzj5XBqodts6XbsZ0JeLC1i3Z2ju2LY9mVXtuw
/bzWGYy2AyJeNSyWMg2amKt0tlYIEwAobty3EokRo3YXSeT3fL5bo9BI+iujwLqMglwFTHV+djmR
W1ZnHYw9jZw9l9+ZIym6K2vzJVWrthh8XjrpZNnNIt06Ck6nRdMNsxqTGWQaC/z6ToAJt0KiKWeH
l7h3+XYakl2TupKDmfRRkDSKQxh8h95s3PQ/nQU6jEBXp9e8ui0zzlqP4bhzcyFgyS0Maa8G5Ia7
t0+2l/UTeB1cBtvne6A2eJbtSKL1j0SqlSw9iwLcivJK2swbpmMyZjoDIKqVZbxjll5svg9WvqxY
+Hp0K2yWq0e7QpOUXGzDEWmUqkDB4JNdKkEVhkYJwLQXLoTzZH6MksLkMjCgl01VFp40eP4boOcy
bwJIhN5sQQBQDpCIc5lVAot7GShtymtTw1Kge8MiZaAxIRqYhqhFOoi4jnXFuOs146lUNHGCppfI
BgxCEt5XK+240Eu/gJXR8jvE/B7bNQgz6ROm5x5w5J27q4PBsvwxVH5UjF+zrJQjbW/DJhzAboF7
hYUKwjvFEmD0ZfgDKiUoIloF08F8lcaquHcpfvrocxkxVIiDwkzTmPk4Z2HZX3fAgbwF2s1y0qw5
3cVPewgPqrguGHPFUReRZBstS41XpjkMw0dkjIzyhCJgyu+yXWbozc4YI8set/H63MHTofahIwL0
POSJMFKnpZVvkL7y/Ig1kZTgblDIvwUqFNzaClN53TWAPYOduEOiT3jNmJY8KX9o5UPcoQYlOmRd
bAE22BhrPBeqyPgoNNyFHlHivkQhkgI8QSaAbiq8TjhzDrUKwk6CHhqTCRILjHWmJYJ0cI2pSYj/
THiEgXEoAapw0kPXkE6FbxgtBzhe8mfy4xw5y3DVRXOYDIcM+a08Pg02M0KMs+hOjo4J+5n10aFN
nz3VE7Tp260Om4tMSB2JUJdkacPiQgG4jYqquN5J61kP+RB9/gHrGZIuXkN9vxWONYKm3L6eDSHI
+EXrJtXdOHHeVcd2LCjsKyPz4wmPbAaj1uE+WgupLjsEoHl6boY25IMyawRGsGQwyR2hMpzh6L1Z
gKJYRkjoLOQMvNvUZRAWrslsm6Qm3tyU8ZEeUh58QEXcCpa71GrP2O92wSjY+VxW36J3Cv4Pi5bv
NJmDkwdndxhRHYoyz1tqyLhaQnWl4wzbgEOVoj40fNb47EXIYE0mFn8nG0tvujdTpqT5lHhzxHUt
28ND7x25+scsQS8eixDYqYlxspN8kVZX5S3g5j3RjB2YooAaREwOTXXUIldcuQgcwVknsUMCe+AL
WJQzjxThPeqfG058YbVu1dNYs5fN6ioxcRtsn1uX0s0mlJ+Jzb4zlk12vyCsyoVZeNPwdfvDhLKk
VkavB6te+xMh3SfAt6shKeD+67Y5dC2Kj/xPlCILWvHV59BrIX0EmEPz9h3Prbmu2S+kk9zP0uSB
GOl69dclKWbXPW4ogleGwg7ikGSJ7X9Barbjd8Gb5K332JPMECHP5K69k5lZqE+jZGHjRzYztGjV
dXzCRM83n2rQ7IwcWtutDES4tnBbKqNqSudeR1YZM/W5jWbsm9FMSg9BKURVLNTE8DSU/RJtL2x2
lSyyDQpiHDBIsw8tGrU0DtAKOK+1YVzVLR6zXeHf25w+Y7Qcqyw6ZyN7lpCPk7TwNsvjMacurU90
WhLUHLsYkccnOogWOmENLZ4F0cAaIgtC9dsd66mty/4wD5jpodRflRKSQGMylGQrdxjKn/k5jExs
S+IBZ389z19IxDxvgASZRkjyoBRP1jKj/B8x44HIdRFnd7VtKESOcwYQxuATCsNSQvSjlveV+m4D
O2PaEFpjaYRYF2jWIriYzygFJLOJ1/SMJaiVufHV3iwdR1O6Pjuv0F4x8aa7RX9JwhcBhT5vGaDZ
juwFjV3e8c5Oz9pBYo+RMWQD25575CL2p7f2RsctR3VjIm9fd/4XODqakdEJQ1D0Q1IlrZXpnGcW
Ic0JgFJvGiwSTK9sbBN5xRz2L8xtinxU7Iw2KTM0Lmw/rZ88XE74hYw8A2HBbBgib7j71ToCnue6
Q9+QHYkccC0beusONmEsgckpc2s5JYU7Bz/wosdBW9lZgPtK7y6NOGF0ncdTteZ4dNHQ2bfZZEyh
4WATMrUreC9O8m1i5V9qfgxM6GBte3n0ExeOI5oLsoId2m3aQ9jIlxuEWG1Ch25tSjfzFynXQ1WS
+R00h+OWf63HIJGln5qcRCcvAW+KggPpX4xCvB7ga/vZLC2KbGkKQkHE3RJCNmitTcagzu5d8vCm
/BLiEMxtNKi3cEUzBTP/b0/H966p4eIdWVxVo53mPiJKnt/fxuTvvKH9eortTLPPnfo5NFTtfN3f
F+iP4G7WkCrqYmAAQwJ2DCVABmpSBhl6VBlEMu9hpxHmkdNImNy4hWMdywKdypY092sVNI3B6GoD
rfmvaDLJecJEusfx6JAjzmfsOG4jYZJMGwzYUQmzpgnP54dM6OdvKKlX4/QR6YO1TT/UM3UuEgye
Cxp7pTHCnqYbNy5k09U4trAaIpnF+pmDB+BGHKyVH8IiPm+T/QZ7n4Yvq8ZEFwcSLlP1/NEBiTU/
9xBDB4kN4AQ4xPCx23HJ7Ld8M2QyxdPfI3YxTC63vJFVsq1rguKU7CLcTUwuf0RqmORhVGXKIYjT
oWw7a+t25rkj31PPpRTtw3ZAtmUlbwEa3Dld3agjSRtKQzBaYyEM74hBg3A0v6eRGqM8Y8pe/la5
JA5s87SQ0x+ZfzkG9l5+tkXA9Qzet2dAd9noBasazqvOwzqmPTRoOa7+yUY4mOCgh0mYq3s2n9oM
6MJqnRXgs73Rgop5lm9Jm162aJ7HNce+5+YjO7VQWn7bhV6zPicIqIb6tiNqmjM2zFkIo2m/730R
7Q9j39laVUI56bYetT97yIn9Akz2IBx4bEOULUjEsFJGKdUvSGOYNI+QDrGhGN7aY87zO01b8lcO
mhHhh0UDWlfY49UYEX1E0zBjspZyPZz+oh1CsDyiU96T09od09J/KHHm+rTjN7jSODidZYxNhd6h
7JG9Mw747wj8oTk8QKJ8MGgJukPu82vhIK/Gjuh6/NFJfxXd4KLV/DH63sSXsKpbwApVhWUfPKD4
mQp+VTqYshxbncsfgUqgNx64pHD+4YzQm/8Q0jE35vizbNRW+1wirWIut3cGCuwjRKq8sQ9uamf1
t3xIBKdzWl9wum6dZeVusBEJRMdfdqAo2mDAuq3l4B+SRCC5XoUC379dRF5WE3AaaMPR8KFoopo7
Vxv/KCLjvG3Lsq+cT1PCMVOh4OvNKXKgGY/mJ/NJsnI6e1rRREFuMnXS+23dvX0Vr2pJKDeBkATA
v3gr7kUv0jNjw8VWxX7wnYLlsm+dLGY1UHacuQrpPEoGUm4bFikRYSnEW2b09sW8bFBQ2EKYoO9j
uqbFpNar/lcKabXpdDg+4IYtlGHkuWXtbPXAOiGRxVYsJ5nUefuLX70LpBldi/4EvSfURs4NjH+8
C7v3mWML1PCAa6wcuF4LnJbd7+30QWFF/m3PBcZkCGL1V7Tl7W9fxuX9C8+F6I4ygAs6/4o5MkwW
uujFlD8worShlrHLawDCTjgdKfuZPMA96FzLv/3N1su5V9rgQq6B/09bnK6Ad9miacYkgvgbGh/j
opMSEmth6h58opq67bFOJAT/hBAqLap5qz8Hv5F4DBQhUV2FXhT+ZtVpCun97Wu7XKJMZ/AsNEBF
YNHAuoQ73G6FkuGF5se9wtYbA7MfAvL1bYlOeO7Mj3tnrnBdOUT0fwO9XLayeE4B8qJMjFg0zuFN
XkI/roxtKhvdK3TURUhxeybwMkfz6xL1jRqOg9UjPJxn6GhgnolmivWjGRiPiK6ChmkZYOgI/9b0
A+Z+MV5cbz+ti7FNDSblsKEZeHShldEjuLhCMzQpUxr8WqfC99f4u6NbXB5uaaAr48knnhPQPKa+
i99tnhCYzIxODUlOH82TEXyaPVVM0zUC2iOmPPuw0YSJLNsCXqfv/0Gu5nS3K2+LRILZrtDoT2/f
w+V2RJlEYaGL0S7bQb0ifBE1RyYTAu/h1/Tfttlqg0wAhAW9tPXZTzS5LtO4TJtba6F51G9fhH5J
keNB2jQuTd8jHMGwe0WR42QbBZFeHtK2yjlqMKir/PYhGDEoeY7m2RATXWNhXvFx3doY+xR34kKS
x/KLjrL61Ht6qbObem3M6m/EEKPsR2zgVJI6B7ezRqg7/kDGydD3YgjDoop8yOwTMiogZMCzdKMU
FEBWzZ6MNgXoGgOIpifs+h3xraJ5lAGBEpy6+Qmvho7sL/7PjraxJCo+ckCxjv1t+KOeMo7qimHt
Y+M3djzR1mfyfGVN+z5J1R7w3HMXMmKEK4mvmGBEcxHFKHrpOH3T9pAZVAwoZMbOHBujjriDeBiK
m8xBnZaM1O9kN+Z2HGOx4GlSs/qIkkrXYyGGxtik8NtZYvP57bdnvVpDzEQRN0z41JBsKKVeYrTo
Bcdqotv5sCPd9Xb7ZDLUd3fAhGboM/A65QGdSEzEeCZ645zvkGKzzd5m6SCwmblmMqKwql6oqFt/
dr/tgtZa9c1ER9ucjk3ju+F7jdTLvgsyEtCFiICMWkE6uyRAOszWA2Kb7Udqm1qjsobBilOemHgi
2d+HTfedupaGNKqZWaW62sJ2jOg8C+vt5/uSqgLqDGvIZfbLZZLMAwC+yBvGBS6ZR6vto7cafQtJ
o8MaODoaMxBIjCreGTd5+yslcP2DRcBXQgzWDt1kT2a6rYvARs8E+cRUFx/3huKezDVbqobYQELe
2LiQzu13oN9LvJ8QoEVd2tKw/5xXqVo2NkKimeqPuMJ7BJqCOsz949f3516HTqYXdNJ5C62RSfIP
b9/5q++Hnu87+gyyK+XoizsvcxS4Ft+K7/f5iYmAIOXVi9GuwtKQUG4bm/Hh9xhjry6A1wz5jPER
xr1MwvPLzeSCJLroHnR3sBrP0UOd66398IuMXkAWjoiiYcy1TTrv+9sP4PLV+xapmTAXCMrB6wMh
Q0+TedVouU8JLqL0huvXKe7ckHqfi26N7uTaTBS/s8jty6yITJA4GsAKIzNkzV3cd6ad0VmLqr1n
/ChuBgzy6mp5RpE5XW/3ZnqJoobzvbda6Wqzb6TyYXZBGjJJiFYuUGiTDtQwnQdpcr1ingb059Qi
ZE8g2bv19DfO6HJUFqwhprVQk74ZHY4WPH2UTIXRVRVGxNuP9TKzgqrMwobwCw+S7P+ydRPqsJ4r
20rv+2DEvJITy04y7ME45jKsQMts1OmvATG9gJj/HJi0GxHr1D7k0nde8mVIwZKUvF/5clW0ti5L
kSnHB9Hpl/TeO1OrkghiIPifZHYbIvT2zb/+OiIXjRymJSEok9K9XNNpojU9zFXfoV3igZmktgB/
Kh9JYHvVvN+2069SMw5dihuCGPoeJoI+F1/ZdeHcBOSIdzsZOz2zmuaoqNfnoZuk7SLD9mN+Hy89
43ZXbel2qv5kDz2CgicmqUMT/xHEokHVduBqn7rSERMElNlBC7Y2Y5+6Pu8sryrEnwx5Cca/vuh1
6PPw4PKpkrst8DIYnwsX6WbUUyc1B6e8rN3cLaRPEoeQoJjUgtYBQHSejcg3up0eRulseEkhjfQ+
jlp+3N/YayjrSjcqhb0JSleFODA8JlsOV2ZNRVtrLGTWqxhtMjnPQvQcobyNrYwGWbKaV3nY0O3B
y4tm9S0GqJJrjqUhU3yrV8qFMmUkCFXLAB1fshcFVVRqEKqxHuSWREri1xxVl2LNAxK4gSqhXmXD
VaG/kpy0YS4o0lZR5FIC/lyiwu1OfmuoqD9MrdEu7k1XMB0V3KbNylT6Vqeb5jRx3ylw+eqcdMQc
/pftYe3Fyh6O020QecdQdty4mp1yfd57yEBcUt3Z5/J/gwnBWQQyPPOBzVKbS3oTMkK4IMp3pi/u
laBvB/IwvWaUeea9LVapSYRAkjPe+E/O455Sq1Il6hGx92lk3gSwS5HVgGjVf5Nd+ohlrsiE/OgV
FtbP9PjzpD9EPG6GvIqYuwQmS87LtbRsHqAx2KJwAD+gLU812ypw7zAgmoL7ZPC64bcUIQnmBYGa
9Roct7SE0aySJMZEDL+gNQYxD+vMtEXb/lPeKFX8gPiEphtKq8ilXI9mLWBphE4ve2VBSjZmJNIy
IgYbIMmOB6wGwLgwhcoYjzrwT4BZWHgh0N1GpbTYSiAFdNbgk8z693UDuHPX6J3PUeYyPHzc8di9
gW9vPdQdkcTNybZ/FrnCgB65OXpqn1qzmbL4qlmHbP02tRgzPDuNYU1/YdIOgwKpojXWzzOfsz7T
Zh2GPwEzLPVMf3QcPqOhU9T2yTBqY3n21Dob/WdG/ESURq9KOogZc/WoFPMxFoKh3dYS3MFiJAiE
C8t417nx4CNOyyMEumSxUiu7FpVbnVYA+x4tKFxAt74w0ZBYcLMWgduOj56f9QZtiA1sJfIK1tJu
UWBP4IIF08Lvha+s9HFb1oOLj/xzdt64owncGh3X0bcx9Rp7U5bh1rfGgDZcP9SGbYwZytBnZs9W
qmdMjrIwN35tatupRm1bnFbWY92EGrgYVS+BsvfpOjfNpqi9NptCD6B5eYxcpZPClvzkZU40QfTa
ubXlHHPY7ne6LTF/cRnJM3Pamsxvzs6KQMwGrG1bPfMD3/g+6nZ0riGBSZ2yt4EczOIk/J1HMPsz
p9g8D2Xuj2kXFmhRtWXTZhxVfPcGoIP6gUvsGG7um0TinUasYHID6KJ5E5nP6CRqhzbKLo0QRU3/
VBe2F19Xjh4L0NwN796aFa4/CyI+4H/BCwStkSe0zsy80KjmySC0vjVUVtusQJ7VNsBWNIPwlQKw
bH5eaILNz10NqJ9o8mFdA8+JAL+cl6kH6krjPRYh7GNjxTp+0BgMrojSbIEyKUOfIFrMlWYzZrBb
s/SqxLYwUYfAUBAWmm2zTdvnnYHv1lkW/xtCYrzdQ5iKBvyBuWrLZBVsHKbt1fxa2+eoh6S85JQe
cwo8si1SMjTD5Vl+K3QkDlk5BdI+lvbH1snd+8sbW0KVrRwa0SxNwnHASZnDbYOO9rarc66f9vCw
gYwDTmk8YEUmxHt1N5ZAC6OFdVk2XZjn0VVdJ7zTABcvfG5p6LdMf5dGK/NJFv1YnvcWxBmYVmTp
yCFI+YWst6yvX3OwPQJPp/9dbOdhLHwfOvb9WGby885W9O8dmnLLKKPcZG3tL8g0ZwEM7DWP1+Rr
ioEGtJH9mFNeT04z+aucaztuklX9uauysYWW1ZGlMaqIXsCDQ5pB3yLbdIz6La7UVg6T7zRIM9K4
hpOIrRMN717aXuTp9HZ+r8NBGEhQp5kzw+vh/DdroyXN27dvuRvUEikcdlpShnoE6wj7WxmgDYeS
GMl8sHBLvG1SioqzsB5Sw1/Mj9iQEeyyuq/9P1om3eLvEX1GMfB2KuOvPHX9fRw7z0c51ff+VA0T
iwNxh7QnFZFOiuYDnfx0EPmA0R5ZsfsoXECzxmAkj6FIgLowCsoMB0cXDmB1pbZxgk6hEwZQU09y
noAZq9y/YiwqjMqjCwA4dNeDiXBwcN1vQwTbsg02sYI9E9iPe1SViAC3SWMPMAERk1vL4CpqKkbQ
6Z4VjrGe8raS98sb4sL3gLwnjvtCB68TzD5bhA+zt+rKloP7ca8Qc10s0kbcGCqBgfIBo3E1M2k2
pIZzjoszqCRVO92HcSlhnuCwIiGT+U9ZMTRP2Hcaay8SLYT+JM46aT+wYGBJxPNTTyuyr46oK0v1
0270DgR6JUhhftbz0GrsIeLjTkOADyRZpdo/kfyQT+REF2y0iHuh++00oboZqTr8jdBhchRwVR3t
Sr5mO4/QiYazY8AJhla2RacteWq39BCigESLvQkYbS1X9J3YfVsTcF+ea3LmODaT6DBsCekG8nRb
ZgvvGK+FqzG2ChuCFeQUniRBHszoNi24L3rwuLfTXNtW8xBBC4WGsO25VAjODcK3owO3s+2gEXm3
fl82VXJKTPxmfxbby65cuOZYySGdgNxBDN3s0XFN6b06YxR1WNtEGH9XzIeIKgBKjcIMogSQ3vNG
7sD7WkB6vXUnQWiKHE4Zz9RGiUSRTV/t7dgFo8YRGlXILF58NXRKOj774FG60ZEs0gveP/L2uqm+
mFPiWBCQEloJkJ8yGLU0+c7Ret9j0ObXdjj6frLm7u0OVhjR1GfWVYR6RYy7QzqewWZOSeyw+pFg
NF0tJj09GrYbv83JNetVvge1iIO3RDmm9PtF79lrNhuyFi2OZFbO/pD3cVBOaGaTr4R5FM+fuo1N
wnBw2fvXFCFzVR8ZvYi69D9v15OXGAUKiZ4IOABZM+uiLkG6VbtzlURlflfkNeRsiNhbPr9K63DZ
Oln7yM+/+mKmtijhgWeAzBm1eaW3k2dO3/jVGt+ledzgEEGl4EHyr5FpQa6iMZi8uS45Kgjzb38x
Ok8vITn6lpbL5LxlIpzJOONlyW7CLOB5jPap1/Fq+BzXUYlef4h/W4O+Wo+kQYMEUvI/lJ3XctxY
mq1fpaPu0QNvTkz1RSYyk0w6UYZVpRsEKbHgseHd45xXmRebb+eG+kisidKZiYnqkEsiAWz3/2t9
i/0mwZ/BHMUHYLuJeCDQStpJXYtdHmcWrzW0F2PgRYaYdCmAb7y2TQNMTQ0F4K700B4noQ77Vuv3
SbKK9q5FFbro+9JLEhuKda9Lr0E1FQNwaioKDqeJaegT2HnslslJ3uqkqDekBNUe6xGDIeG1LYTp
Qc5LLxuwRhR11ZCJVgWEFJ9qWC8d6RRZ59R3JAlaOTDsgHn0GfIlKuDD4pSW95SvkYPJ1rO1ocuJ
tlgRJN4QOshe7rQOMA7uEYMsJZtmhAJ1QaB6npL4XSxBFd0Z8qSH7M8JtKkN0QfUwXK/tJ1v1dih
U3lSdTR/jVHxjZA4l2u9w/s2h9YUpSQCbOu703X+rP22LHBtxB64OchQQjAKoX20J10nn55TRrsU
xxwwi+mdUt8pmF8mokRXjNZrvxTxIR27jm7RRa1bqgp4hLvG+wIHJslOMdvehkJRXmHOC9umn7Aw
rYoQuXU/JiSWxL+Y2oKQNhznzmtismYWTo97RiOis+sSns7QfkS2sGLH0ZsAmMUjp5EsbcD4CE/v
4NAOdf48JPOkv7DjMv3roSa2I97nc1QM9CMQD9Pp2LCSaqOe+snAA2mJUV/y29GvJddH6eM31ua2
/mg8UpYmdVYYV3I0i12f13IHN2I+IY2v1iZnKHcmu4rxq5rq4qyiP5N47oS03QVQrrfhZIkRvlrm
a9nTT4YYGIgfxxh1RwqPTCdgqG3a1G8bGVj2KnrXtXM9CkKTSPqtg1hkHw1UXQAbcdVFVx5MaEjt
cJ+rImhruB1m5F1NBYzOcDbmlBpMj7sxrOH23E5TX1MPGoz4Y1GQxYFouIynO9Mru46odtslPBQA
JoOZOTrOz2jtqB0Roxn0nR4OLX+WnEoz18RDRvBmd9bIgVtOA1L8NExEOj5HXb6QUu+kE84r02jf
g0FIxaGpe73Yt6vvLEiTXXO6dpGQFUdhRUEdNlHs9fu0n9HDhUafz8ZNEFSkBHmLN4KcxymyG0qA
62Sok2JXJT5p2IkjgnPs4OKAI115t0ADCEmEdk/wXc1M8KGoBuNuaO1xwg1hmZ8NN0jPxeyQM0Rl
Irtvy2AI2z41nuZyJnWtb5/JvG2eNMPM7wtbm8l86m2EBzu6OxGh05WVQMy8pURC7zKcHXslcT4j
laHTb/F9aF9JP7dOgPfKcEGLfUBWSRq60/lXfFfjoGsJc5DgzP3RBaqy6xAdQJAK1tt+jex4FxTe
8kkv7PVIJ9kW+9Eouocxbep3kVW3dzFej2O+9M773tesUxTo4iCyWiL2OLDe0OOtToROLKFBvVCi
Zbw7aNvxVQ1p86NeO84fJFcln6Kubx8Xuqm3MVys66JridlDBGWHIhUGa/S0Htw5s/EPrNlM/l0/
3AhcBQ/C7IzDOrXZIc9sE57WWIPC94zla+1P+YdmsKd3pa33Z+hZyf3k6aQ1a23WEB3Trje4eIIP
4KCKsxFHzjsfcaa9y8CM7hCr+jc62rtPhTO0nwJ4aydUHtqes3l05bQD+ZKsYCWpiPjvKNT59pU9
utWHuidXZS8lwEdrGbXn2EzFbSBqTtkcVD4gDDVR+bbWafKEeWdasRZO67i+5m0kXmI3hc1DrGIo
xrylEBIZLwZorytPLPmVlTrLw2pq/Z0bd/XJSMbxOpkyrDPRuiBnTX3illphvwOh688HALwVP8WI
DhrnpZu6tpdd5vutR05eHv2J0PEpIE6OYHd/PCGTCnY5oAeMRQ7zYZrrH20m4IM25/6DE3velbWS
wre3Or4ApUjno88GEuv8hLczFL6onocyI1EEZ7S45dVkaxrUE+PErDAUQcvCq5obtzGAmec5tTWU
vS2OI7bY1w7TySNRS9gWYcg/WfQXiPkes+ekytNiP5kV4l1nqjidR8RskcIzIlIcSdlBmlK9MKES
9GbyP9mOhSennoENbLeYWvP7onnD0cEneZ0P9cCckaz5I+y8/nFisaF72lWnAbQ7qfBW9cFF62WS
iSKMPN9r6ZhwKqNmO49HQm66Pwyvr+4Tzh4HbUKMEBIloqe7mHLQAc/h05QBqpsH8Vuymv01qPUv
Y2c9udSagVLnMoTdywmDNpsjm+1auzZ6gvluqQ+VpA5GhUXS9VTfs6NIgiPttGikd2uyJCcaNQXs
UjXTa0W1eEeDhBhpTZv3U+AQEWDX2h9a3JscQdrUrnZcVfHVXSvnKks0+0asS/MZq5R2ztlGM7js
+S62rek8pF1Gh574uxCyRfPHxNpxYyyO+wl+WvNYRo1uh1WS90d3mdwn0+jKNowirT17veOBkUd6
8qolZbLgLqp7SBsm8PxD4nTEbc3WANQm6uqwzon42wUeTlf/d7Qc/t7s2gVqHXf4PIylGeqCkLhk
dbv3ArrYYTCzJD1yctbfx1SfCWb0y4gvJJhL0BK+x46vPRrAyV6FtTD9BKl1izA8S3fceP08kQFw
8K2h/IglkMrOvPrPkSXiTzkt6G4npKRgx12oPxhB5hyz2QAXnkZtcYqFn3623aG78rQlebE7ZCV2
1HsQUSZOJESmFyQ+VRFDE5vnEfJcc07NtAqBbFF5sfMozNI6/erXRHxhovYfW6o3RCLY8VVBPDSH
yK5H12/GN+U61jfkad5z4V+yzi2/NKtBiGQMvk7kFnN3Y/UH1IEp/4q+0Dm3++Aez4R9WFKnPVoN
IVE7Z0prEsw059auZ3fn1fpn2Dr2zZzP+M4Kqz9NgSEVt4zdMG3r4vfVNhOg1I7o0Er0wVVtj+1H
FwYRJLU8T++1WDP3LMLifdXOZJUE2nqtM5udpmWJrmx+dhZ6o629T/yRlCFBra04zhnJY6c89pPs
VYl7qUxJQeOa+pAiSAGSzJB0bWTxRzlW6pWNGkl5oK/ZRZpBnGIX2Y4oiiyhTtobdmRTUnWT1JO8
34S0ORMKZwhVavP7PKFYhS0IcuehB0tXBPu5iKc1ffIwa7KPzQgn4K84imnF5koehFQPaYUXM1Q7
vR7wbew4uNITmtM+bn6LnKCcyd69NJyCtUJOwLYfU8x1UDmV/WWr91Euh1G570pwq8Svj+N6hxoi
bq/aiJI6dKqYkOQdo86t7rOSbPiBTEWnzw4DARaJDM61WqLrKw7RWlQt/qsOCzQ6w1I3SjwUOVs8
DfD+dGxo+VaPNrFC2e+9E4u+Bl/SifQ9lMnIMCgG5oWpE0Vszo57wnIfN+lugHUKhXeC7L4celR1
PsibJicJMAWLmByjKWPh2gHfoAwxdjNdnq2rRvogDqHBYKcTqipFcCGhNetaLwEqi7TsXyHh5qQa
9eihna/fIHRm7ed3Ez3N+LzoLkPM90R9ivKIxi61nnx1n9mQeelhyCayaNBS5NW7DRdfrrRjydus
Y/pRqjJPqmDjcwZJuI1eMhrdn8hKpLRDXyZ5XJidUh7/kX3jd71XW+NU12TpZitpIyqm67DDJNN0
jxtCbjOUBITzui7JxSx+7T17KSq00+alUMV6azDXMtuvvtYt8QnCV83PVM0sbQUheK1qUrLwDr/q
Up/f9Kmo06RmkvdcSnogx0lnmyqDJ+r3thbA5vsQkylh2Yk+ySak8nCqc8SmxlY+u1H5UJq0kmUd
TkGyXKpPiOVBBSkJ/ta3UFeTWz7PtlJi2a1itXUTRkN2a/CrRVUhJx9/Nq4Tb3RG7Zr+kpVCv/G4
NeLE6XtpzYdoFK34sw9cr81uOBfjhNmNdB31+rzGZEOMRKex+COiB5DOIFdhChUM8Q5FWKLsGr6g
FYvLSrdluTzyUD1QKI0MDU51a46oAEBx5zjSTptoXTS+NIM1BBQN11vbTdWIXN3npm8Opt4sE9rA
scnpoCfkGoTjK2TxWNAmi/zK8Xh7XFnSuqg1Zfc78a85rMPA3AmiLLDCr9MKeOVkiHZYIMCr6l5j
m/OM0IAkKRMs3qViOSqj4WiaKwpcTeSUDHeVxZ4Iu5DS32+FS+LfZO2/ErXse3zTjarH9K0USIOU
ol0ZiZU2yJgE8oFGbFgK5zbLbVJev1W6vIsyenPycbKQpSp3Tow5O5UTdk/2PlHeknWWpoGsCtom
dhNcQRXtJ3qrHRFxL1jb5OtIhjJl+UURDIeVIj0ps9ggCCBk2DX2J1CAkhvZo9nQCQrNODlgdnFm
8rC3jtLW+9w8R24zjpxRZjtI9HpXwFWbn2a4YN3L5iITQYphcevmd5iJU65i6pqlA7Jx6YEH6RIs
IeTHZf6cMS3oH3XQsjWzc5Bk5RFn2zh+5tSWPlcSfzvRow2M/L2eFAMs3NlqqQ13bZPZT8kaZ8Vt
6kIdJ7wzq9xHNZf0Lt1kmjiXWm4fl7h3NQfPWrKjZ/jv6q0adFtra7M0j8qVU46pvKNm0TNRbD7L
zeI5XpTJJDTxSlb1IHvEoAOw1NCgL12gPEon2jJqnc+TNxvBF5GwlX7JnV4e9Fsll9oG7cVmrKpA
XaRLJQGOX9l86Gs8su/LRUTlc22CKBt2yCLnRd8tNqTfdK/mow1FpHQdsHXl5eCfHdfTUvqoMCKv
smvOgxeuUx1MCA3ULWqJ0S1lgdhfIt4Fjo/z76obZ3Qi5k7ZClq+XjCRqmatVuwccQ8TVzXbcrUn
QVCu8xYFFX5zinTZqVAaGjVHb8s8wbHgkwJCMl87B61AicsUZP3jZp3EmCC1Far1YC6eJN0XkFnN
OYwRwzof1VQGMVcae7YOrOp1dqqAooNHpKU9Ka04wb7yLw6X8npEmgxKIuX1pe4lL9GYFzlS6xG6
3PCwAV/aEus5maVKU0jhR1qW1GtC2UwuP6Kp5ZdXjFxQ/HL52XwCojJnQQF+NMuZKA41Ebu0qBnt
OBSl+AqNt/SYpyP4hyQMUKHyuNT70qtWT5ZOsmFukQq1PrnjAmT9el5osUADzVGdluznRZ65ZKOq
TkszZwj8r0e3kDMBpUG551Fdu6UOpCO/ogEtmp1RiJSZftOqKw7jN87qEsle4oiJj4VsUs199dw2
nMD2sJWvSEBh53ObNpbTjTtFcnlOlYrfIx5TikouXS/M2wMzXgXkT4OTjp8uYPN7cZa3Fy+5vebj
0F4RjNhZwwFQiSiKM+VPv2lPRkcMEz3QwJ1niJVuyct/gt6V65jm0JciIM/LRJqeRtCiSKIHuuAg
bMgKLjARXm19mE01btmt7CGgY5VvKw5hK6n3RUUY9JeuMMRgfrBaWyZPOvq4eEQHG4tEgOmgIbkz
qm8rxkD6D77pttjAy45twfbx0b0sOVrRyYVWmcZjDqDSkXXRxW6WKrbE8lOhEcobiDdb7gDqSwcm
QvrGvdIVLVMtXnRmXNyblrTz0bxS0L5RrBXhrxrcAFFfoSEAJncWkH25tPUiw7J7fZVWy5JmZxGO
GkfKkFY34UD3hDVwNA1jK5m9PNyA/RsVIfCxzZufMvg6RYDU8zKSt9dYDegqGXsruotTbSZUuoF3
LJrPnYF+5yBIKRmXkJatzbfYdjqWev5pqXlW/0IUx+X1ukikYqKXebXzAHlLeXC9LuVe6XYrZ93N
Qrn5kBVdIlVdd5AcUgS03cC8zWQn0ZkKKUoRQytHaBYlspmTzp5cZuv2QgHtIHFxC1stA88CibLL
0KTB3eF1SS6Q3cEOJtyeW2t+631u0hSabbLJa6om82Y+34BvGonzDOWtS7ppQWqU3jxmy9Y5ujzm
OZgk616w6SO1rcpQsuNJZAnm38WiXEE85VkxUKKfgeXLrYEexTSZekR63KLKBQJEskbP7gha24zT
UduvOUIiKs4o4Uryjy7b6E3OhseMmJvrUbNSrwu/Ee1IaeK5GCr3qGHTwoUpW4NaEccAs49zoyGT
5wo2z6bTEdrJpo2QGnpf2WLnZvuc587F7qy2thRhWh6gUgGKdul4ybZ3pq1N2fxFQCIRK33UgnU/
+UFEj+GUYgm6eFMrtmPsyuSwUcIlv9DlINvuK+hvOVJoaMthOEe9HL36xHTi7IIOioAezm09leVe
rW2U0mV/f6EYOR08S18rgVTOyuCibu/MdvKAQn85gHRQIK+3aT9VOMxNskHggfT5bcekBYxvZ4QV
3kb6H+pEGotOaqIIZ5bGTbXIb2OaoDL13TkTZ8dGAfcWwyMXhTUuAjpxVKbkbcLWlN2VLy/ty1us
Vaka35tCxFMtdX+x5Ky79fXshbyZFtcenygXYYmOxOInl5xtykb9Iuf2QYcbhmxQeVKLDKqCEyqu
JE10uz4h9LEm47q+7L43RZpWW0T63BAQzMx3GKBk8WXUjVavXIAqjnukfstUUhSFnDCV3ffb01Rq
vbjt5MPX7Zl60w7RMVuotcO4jvt3kEgXghdZqheqeIPm7pY1QC2402GHkZ0e09mijE/JSQd0paSb
6jlYvS8futLTtH4saThK0RurLfe2kAecnfhRgXKAb7+ifCAf0aYLQrApF2ijcxKfLADfjh2c9WpQ
NB1Ol+z4DRGuVANwROTrWilPbqIkpy00dXZQaAU1ft435Za65L6eKQFsIj8lXUvgcvCINn2Rko2A
35evuloHXFXQoEZ5CZtaVymS6axG3nudNGbc6vJmSpGEMqeiXZNTbYC0nvsdm0KexLZ0tdHwZB0F
xpS09q8tnm7wqpQ3QAiPwywfxsIUzYcJKth8ygYj36zs26F3dejQcxHKMD0os+9AAgafKY9r8lou
e5httzgGEwKxUEJ9EWP10RR3yDyUsJfzF1oKkk7k5N9fdmyqaBNbPhXMvUN10CNqlOWGZ8NhVNqf
N3d1qfHaYuq+cDmn2ZTqEbXZ3ZZuQiPZZdrKb9MkBBuxDVNiRvTL7O4bqhq8MO6lNKK0bxvDQe2i
uositVQ7/diupfwuUzNFng1jTW2U7U2knQ2VLwVsjfPPpsbY1gVabZdqmXrXt3unJdYs57ZLuWUb
cWqvOSND4HtsbvFNgYDKQMol1fYpglLESM8bjvweE5l8vKrcpaf1pUymMARbDoBe52PFBi/vtLUD
OJoM+T2kDH2d9o0+Bwa7HnmcEVkrRVJqq01PQUo9NqeStfr1IqlAOgQU5KZyNQWOJLexBpJquTKp
+pxjZXJPnEcGr7nSxbGQL5LrHBMW9LTZ/DdTPVpEOb+ro4CvZvntVqPdl8t5QhWLp+65FwG5N0eJ
Od/5lBPJOHZVtKJhspd3wo3RsanwNlniNgERdSD3Jar+pQ5A2oxw4I7wFcOhRjxYk/C3RaTsTOl+
/WaK/z5sAaHUZdApIRzaFnmLOivHMFfR30MqWR3AiEvb8DdvqBKvcBaTe/1NyiKduPyVb9oSpYFj
mHJKVK/DVsIkZ3CBYkNMAJ7D8qKz2koudZz1nkk0wawfE1eT6+GmGVMvsoJJkzDWc/Pgv8hnotxb
7BMdZNqW1nUb46XF5dvdlUzfAt/DWC4PRQPZ3d8pleTatlKwuVlMttVRBZVsAQkbMyptOKYYB7Rz
azuejbpkr3LEYdWORLVosZQabvOeNwmpa9tAOY1CPnzTUl72aDH+OEb5Vk8RHOrktrId5VDdjkqW
O8ltg1AJJdtktdF0Nn19pXZuwvElkCgBlMqGytR7ab8nMMryOxZSPE31CcmCvCI4T1LSbjh+0s+A
HKKcGtN2tV2Q4v992CSadJblF4rdZdbbE2x/31hCanSSq10YnsW4VEpSVx7+uX2K70MeFG8dtTEe
tQUpjm/FIJaZG0rQrcoCm0JQDSIvo/TPobSx5Taj1V3JF8HXLT/VKyvaO+EmrW0apjIW6u5i7Ni8
UtRLV76us7byVdg2JqMiVaxqJ4Xw81K8wmQmP1P3B/5Bp7Y1m+RfI9LSoyPWZzCL98qKEK2Af8yr
yek9to7bWXLTMav9gXE54g8DErb4kDSG3ecfmO7kxhzmsrzhvm7LR2osNEYohpJu6UeoPDxcjds8
nhQYQviLPXYxqhLKLr95cW1bbqLrnHg0sUNiJSf3Tfq8DQovBiP2ElDTZfRtIttIIeo6JUdsq2Tx
GJm51VEv3woQCuKzaZqDuYuHQ+n3+MzoO122olvJeVN6SzMljzBRuz5fgTMmVTyslNBvc61PKOZt
fS+mqlvGJy2hyMuJ0q8MYz6vBrEuhE24ZTGsdzVS89m5x6IE+UrWSteoLpLXGdxLsBD4XpnZ+z5H
XeOeEtMdHR9bjREP+qn3QCrvHKrIw7DP3H5pXmOzFuMc4ppb83uO2kYRujXZt8NvHeA/2w9NTBYg
TJ11tbxDHVEcOq2jV7uhrEYZd10GVehmbBBFJaeg4CT+bknGwbqulkoUTxWv0Z+ORlv3qXCHYDzC
d13pa2bl4lKORzp1FlMz/K7XTSvucWJF5SkauT5UVBYqYsG4AzjkHDDe2ydqfsnwbm55t46lGS36
qRb6tN6YQCnCXGQmKm5heuwLYqZf5CZ2IJZdjyt3CPVpRv9ldcl0bp3RFVRqON8Zt9UKxQFTUZ25
R9gaAfARc53EjZ8Wq94e7S7oe5olPsFc6dEuJo10t1Row53m5XOx7NGDoiLfpbQAZ23nVNGUW7Bs
9Mry6NZqIMr2w9pOC1InP+tG0rIQltnzXqQk/WS7lCx1NMMJ84Mb6gwDCwO0rTu3EdJWU+y0JB+9
4AyoJu3dnTUa+ryGIz2r6aEQbtk+C6dC1RKMiTPd4FwcxBF4rFkRkVboVykIBGjCOCweauLM6uuG
iqd9FxSd0G4cAYbvi8+kXH+pddfNqIFqeIo/lyt6p/yQDPNoj7sOaXNNZRh3+otbTPScAJD/hvWB
9tXO2Yg/F0Utr4iUcTss3ElPrdFd0900eJb47Kxsr6StaqbatoXmqMKhZ8SxdosyxnTfIZLhzuxa
O1iERT5FTi8K1D9NqHQpHfsqloTNZVfiYMRtr6ZlDREL8+omON42ymqLr5TvKXaB8TefSjuHA7VF
ErG0oZ0UyNFU0UqKy64UvDNQg/xOSVjVh2Sqf8nsJ3Xz6lMMY/X4TmQq0dXZehlZaU0+I4xxEC2h
EsZuC44qeaoWaQR45jI3g/fhZfVQb+v7QVDKRnMOboOgGHNdnU/R2LS6/zDba6X5h7w3aF6kqSeP
SKuB0u+1IyVKIF29bET/fWaTm6PZaJjdOvT+4mNf+1H1kva5G32diC7HlKePevnYF70NB+DS3lTf
dtnqTpffUorudJlSKsxOofcmzaCuePJYyZaDoLo4+FDmtHi2QlCosj6RKy5LetmVxHxJEw0Hoclp
desMWe2flrlHmhnpJlFwD40xxAXeUrrRpOEMDseJjtxcY+rYUuD4fHCtKlp/H9h4mEg7EFKOe9xI
1AsOVp/jRng2CzMztJPoihQ41Xuv4+O95gqpjxGMN0k7MP1p+PeWRAQAmNM0Jk1x39QjROS51J36
MLRN2+wQTZka9ilyMu/rOWgQPy1TnLEFcPz8CHenPTr9lBSnoF+QJ+FB9wLE0on5Ide1Rr/vcPWE
o9PMtIyK4o8cw+QTwOj8Spj+8IXFp69Db9WXQxQ4EX6RJeGHFl7S31BEhHjfjvX0OqbU4K4414n3
CVXM+zIbrbOfjeNhmAIGYk992f5aE6tbhR2Jie0pGYv5S2sjKdv5qzml+6kb6pcmrmGCLGiAQpzE
3ocWg+wNGEb7FuiCVe3WKUuWo+mUzb3rzNkLEuXmgdmt4ClndgK/rbQ+JXWrXXkR8zwuxWW8Mgtj
wv/LIVv/DGKfWa2oRf8be/n43PHwi3YXicHywhit57VJ9fsrav/5DAsyQfXRBngkaEFw8/K6M19o
QeTOnckxrwI4PWXGPqGh3ezaNqVCbrije4o9dnq7lLaWe+04a5pjrPDjDDGY2b2sVYkCKTZdC1gT
/Tt0FAXQiMXE/GNmenNHdALd4sorzDzMOCDRt2vEtVemVpgZ1nSbRbHxu68L7zOkm/RLmuTDGeWj
9TDNBm9Z4EbHoDZ19EuFfTanLvf3PXX7eWfqUXsGjSD+YG1jZRgxyvyhGXZ1TGLGHUe9TwNq798j
zkPEJE/Zu0oPymNv9sHJcfT5aEF6/2yWZvIUpY67d4I8PU7aGr1PMrQ73mQWdGIHc96D4GjuK9ti
Sk21ZAxR2JXNySq99OssNOND53fJfMhHvf2C9nX2QpSNFADtRBvrXZ3HzCwREL190+K9I3sJCm2h
5fW9389td9AHsyzDMagshKZ6Op6wJk/PWcBZLCSkQd+bdjQiDJntmwwu7J3DGn+zxgO6wWRxPhhV
UxyHLCLRHDr8NbStGE1kP03RNdrNIT4wL4kP/rDEt7AmO/9Qs4N7nOJ0+mrWfczpbfTpyFtZ3bUh
X8T6YMk4znf6TCwRnejM1/c1QNY7fixGyThaj83Yl18KDcLtx8wfiaLmXxx92R/4M2XNfK40vYqu
dG10h0/BgpjJufOn2cPFxvF7DdyPjs8TmnNy7UfCMU5AuxH0En5AAxVjjTYk5kC9RkSGdVgXSsF4
+/pyfsCDk/d35oRt4Rp5Tm1cU0fLjZdlgX2f7f1g8p2nGG1/Nuw8g9HG3GJSMu7DmVzn8kHXzRJC
D4pRMPFlmC+aG6wWtjMi9LKHFAg9SqKeEw37wTOwFtb3ol2msKyiwbub9UynEy10Xb+dlpjWbjXi
nTyZS7q+E+AuvJ2eO927NAvwVYPON5OgRaCIJG2X6TTYrxYsXIL8AnpFIVknPSaNIW70a16DwnqX
DYWz/jTO8EedMKAdyBAW5QUPkQpZzG+IHIAvFsNByXVlXWxy2wGxZ4Xbcir/48v8f+JX8U4xN7p/
/Se//iJq6kJx0r/55b8+ipL//0/5b/79d378F/+6S7+0okOZ8Ld/6/Qq7p/L1+7tX/rhk/np29WF
z/3zD784VDLY/nF4bZf3r5D4+8tV8D3k3/z//cN/vF4+5eNSv/76yxeymHv5aXEqql+2P7r++usv
AYSg//j+47c/k9f/6y+nVrxWxX/93+prCt9FfeC3f/X63PW//qIZxj95F2yTPF/qmbolORoIBuUf
eeY/KYADBcCn7EksA1aLSrR98usvvvVPjuUoMoDro83kBPbLPzqBZ+HXX5zgnwDkiHMJXJt8Fc/5
5dvl/fAU/99T/Uc1lO9EWvUkvrylQRge3jldfg6hGKbx1swhOJvg8cgmxIRDMxBS4c9ypPZDSo/K
7GILGdNSsg+Hvd9NfnQ90Z9tntjqlfX9d3duu7TvL+VN5B8kOIKJiMjiMnTQSxx6foQzeI6TIY32
jLvGjF0zO0ABTOAF9emkfepLjkJgfUQXpyHOOUpnpxg+bPZbigjwo8yfIue2L3O2dD7W+BOZt5b/
2GlVuv4EDPOXW8bYBYIDkwS2t4Pv58fLHGfdi2bHKu40Uy/inUySmO9m5vfpN2ETGRqWRhpnp6k1
43YHeFNmdOLkFj8hZ/xPl8Go58mRfcANe3O3rKURy+wXxV1JlaF6aa1xTI6mVWb5jl6p8I70nGe3
DdsqroObTB+L/hwDRPZffvLY3oKKQLO4+KAcKMe2w7W8uR9R1mecX6fgXILCSoyzK/q8J8NnKAP9
pibl0PzYp5j4dkxWYKs5ZuT1dWa6Ec2kSl9u//eXQ0YKoTeS5UWB8g1vYw4IGpsyyztLY3X1OLAU
LTsxoqBFOjDjFbCPiA/yeMa87FGsJ5wAFiL4W0w5+aPoMmv5CcnnLZaKHit2LYOJGoiczZiWjqrv
SIMcAoiGhc92pMhntbupE5AFg47OsGNYsYuJxrdPA/HKL/5UEOC9Un7Yu6Tzydhpkfmnouk1WGQd
n4EtGvzGDhEGKkPM2GgfSJ89DoMZRD8hxbzlA3LdMjPIIdHPQFn2F6eXiTc5GzW3ONqTSxQGpa6p
TD8poaJDo917389It7/2Vlzlz+1ELPW7yoJY+weqsp6YFSytHKF+8oDf8Hm4KpMoK8NzOK9bWFPf
vG/owmrNIjD32OlCYPiau2Loo51mNn76YBJD456HodO0Ya8tRFU/FWL1xvfrNADcP3iloNt7nG1y
nz/8/YVdzH7fsaq4EgNLnAPik6fNXlgOlO8ec4XZefRsPTpA928htFqRDVH21orHfEI0hdrP5pwC
jhqrEQ2S/LnSzYlaicKOkOLLb2V6Lfhvruf3/LvZuapp//W3NZoU+4zsSKqt6U1m85UddJn+1XX9
hh/VdL7Emf/9F3oDgJLfxwLPScEBaroL5u/H70PvL2UF0AOacHw8mWGDLm60Hm32AZtjm1IQjdip
7wcP2fjN3/9s+dnf3UvUK5gaLYxPVkCWJYvTjz+7sJZ0mkn9uB7crhCgzWO0Lqesjx1U4F2ceTUM
BCUbDQanzP50etiv+U/eNZPF/sfLoNJKXiMcQBIoqEa8mWR7LNmtqRvrdbQEOI0/ey099/bW0TtY
qRR8tBQvjKlTk0rp5mSriPaJHdSJvVsQefBW5gONwj9ptzr6vlqwuS37SdOEMPejhklnOZgzmO+b
uCfZ+TmZZ79DkO4YuKXG3mvyZ7TbshISBCgfn6PR5r/9UMe9H/79/X6TCij3kGwRbYt+JIcj8y87
Sc3JIFylU3TcfJwekgsq9ZTBc66y7IxKK/Zr3Iy8sB5Gbc63Q9PD4znaaRtUGkfPtucL//1lvXkN
IHChnNJNuFAe2wL2UT++BhzE02UQ5ngs+6zPjxocgvqsGWuMvDmJ3XuQEhaTIfVN/9T4QxX/bDV5
A4ziAohpxiBpwkolrP4t8g6LCCYi9mxHQ2uM/g68QWHuymVxvtrmpBd3iZV1/bs2pUCyo07ZPyVx
XuuErhSZc92XxjDdxl2Z1ieAl8WShQVlxT/WrpjXn0zWcg35bsBY5LiSyGKz0YRVx5CR24XvJh/P
p9RIeG4PsF5z/aPR5XhVSIPouruq7IsPlVeP89XfP52/vDQ+FC3TN5iGMRu6f2HU9YU1S+nAcBzE
qvv3o76mGFuyXHMe7KSb1iM3QMQfRn+wmyuvRQl+17SO3e1QEDM5/uRleRM/zAbEZQtCPA9hh65D
yeXNOgt5bconq+iOsPWDB5+cYeMwEORWXq8lDpQTnYrx0a3ppl2VtEL2LsG7j2WGNX+f+N76x1Tm
kfsa0P26MzsyUA62WxjYWUnetXdEOlkz3jwP75YVp732v9vPyYs3TB0OWgD91AXP9uMDNJbGngLR
tUcsrP74mE9z5kVEgM0WcKC5N5/WxV3nh7HGZ/LnNLaip5niO68/eaRyRP34HmFpJ+mGcwfLrHPB
mX33Htm9TaGNcX5MaR2e59wyHoeJYKQ9qXsUtcnAw+92KDCH17cAorL4hjUpbkN83vN8Khstsv8E
YtEBGP3Jlb0ditwgeuDwIE3dsZmu3swFEtWcmYFbHxPTGYcz5dTJ28cFoL0QPUVdhprTLxZ7paQa
aH4n+GB7Byr6scjswvuIszKa431J3exDATHKeZjpAecPvNll95OsqMu1vLmLTFgwazmieWBR3lzr
gNV68Xp/ONadV37qvYHiyFK0ON0To6vzc2kYAwkPcDaH3RpNzt5yFyO+MuuhMX7zFgtFWYmJg5wO
uLxHqA3J0ZuMYT7EkVHubbY1FaVnAoWJIli953xx0/k8l/X4Hv9lExya1B/ogNB/OaccDDF1juhL
srsA5XPX7to5bj54FjXqnVvb/ASvEvwrI7PW/icc079sIoi2dRyP/+M/DMo3m4iYPX9bS1vEbKxL
+qjj6srw6LeN887i4TVw3pz0Vuq8Pv39+/I//mCa+C4oKF8Ckn8cT70v/pu9M9uNG9n/+6ucF+Cg
uJO3JLtbu21Zlm3dENJY5r6zuD1abvNi+ZTU58Ru+29lEARIgGAuZjRSN8liLb/luyTVNJkYJ+IW
NEe+PXQH23eSdC+qupMXqMvD2ioHfRzf/fnKJ5mZWsmeS+AAncImHnTURP5hCbl4OsawFeS+wjh8
+Qhl0/3sL331vKG04X+F25wYuAO1hR5VHMUblIy+LN5YLr95fMIVqj4OlmGC4sPPN9GYZWJpcPn3
ZSa6Yd/JRScgtvWcCpWtJzNAcAeuj1kkyRsn0e+uTARsq5NIMPYnMZPeIdvgee2IR5YuHaqJcRV/
H1jTYTbMWA8Howe+fdeiCPbWefRLauCoogimPWhiUKczTw4AMDiyXlafxj8MfhElzrComoHuX/Sw
zg6+0HI92lDGb/YJXPryQEbl1CGHZTxcUvljcP48FX43FsAjfYoZFgzb07cAx6+FrD8P7ANNbV+h
PdY+l17lX3UGlLXnqV+ci81bUvnG2z+NmzxV1fEFUYtqF7IF/fz2t7YWLTYKw96mk+pF61J7d31r
DHcQTsghi7lrYeUDd9ngzTpavvvzY5+WclgCSj+VuIAFQDr0i37Bpme9sbWoXa1jSas3qbtpNxVu
5kZWvhWhLgqBLl9utEANO8/W3jUL2vtgZbb5wmQfejeNQBqDuOj6AWjCMDn7P9/ir29GDQ8CfmiP
evzrZF+SvSfBZ6XcYZatS1QUjrd+2RZdO/cx6Rq+QGM0M1Rtpv6NV/O7saG8RbXWZX+g6neyMq0q
daW/bv2+NefuTkKOWiOI9WYcOsjXlFFt1cvnwh/NAeJk6VxK36mvHD0xPojK2WQSrDpKbFc2VKhH
Q06x98bh9ZuozlchHXdGvEtN5+TwwtRmA6oVd/sRANDfk5nmPbKh6I/uVgRsnRAR9vxrxou/NVc9
Py/hCEwhBn5b98ZQ/bqRYlgNpkV3qJqyhZ/ciDEiNdC2Vb9PfCfVmMsVXDMELwztvKadnEXrTKMH
SkE+zO1FYsTpDu/fxLz981TR1VHx82lOREkRhDxUzZbTbcVv89XufOo30mm2KuoKaW67fCpj6J5+
NXmRi8fTU9PNlRtoGGt/BRVIvWYty/oalvCWH5jz9ae5Ajbw1panxuDk3rBlFTALSdBdMqWfV3ra
VBKVxK3bE4045o5uT3mliRWGpRDJJaEFbbIxrz9pjbe2ka2NvREkuV1DvZur5z7r1uyNPQ/Ky8/3
hFAxqsnMHZ0hY/MTJzM8NvrFZGDyw9rCjfHfLcWwkTb6s6agITnxYqOFi+bP0/KAuonlTufwtjYk
AtYtr9853eyMX+eX/BdKJ/lzipYHuaUuUwXAl1nZLF6oiSUR+Zmgy7XIg7CF1Nozo2Ae3i/10uTf
TbfVyrsE4KH9Ne/YW+KAKqnzEaq4k3vcgOhWL9Qrwsr4I2Rx7G/CV9CUuXKFBpgyaiDAsLbcj/1d
lTc9WiZOMfK1YWH1OXpEmesrBNxcNaJr9zBJu9I/IGpR8PF17QsSdd69ujTMu4yfvLqLB4BCrq/q
QDoxItJxmY/YymOOsAu5NqqpKr9fciuh8GHi1Q1IK8m1ljoPFfzaWW5RRnDmBTCNmNYHWQ3r+Flv
sIGqLyyHRJkJOdX8vFuge8RIhkwalM8wQZwYl01mpWWFM5xSHqPCn04FyqlWDDjBFzEjF8kJ2Z0y
bAtncG56xIHV/yNU1e0zr6r8YTuHKb+5yR7i9LaU7zQYTbP5QfMx2xWHIyuzdSwobV2gWXZrq/eT
EaVezqiD1v17oU9EAjfHu806JpK+37bFpZ6QL9K208AhhwArsEkHGla8kja6IdYWumYHORbTFNbi
vtF5ZKZRCY6Ihib1Ejvzp0GD5mgQZu8TgPuJvIBcZDLxkLj0GfrFxK/S3x2tC8GybpLspR954ilF
k++e9GegOFc4bf7dT15dNY9lu2ZWIlTFUKGGGcV1p2pvx5+adZsYIBcIDXUTx+j85t5IjNK+9Qbg
OveoSfbjDf3u5LtDa2D4hFrB3D5mE83KK9rHlcRzqO9kLFDhhOsq8WnzU96lLDR10SVFi9HE8a52
H63O7pBnwGOax1q6Vb2tXhYUYfWyFvYnx6CItG+zdZojCbhO3gMQybnl8vXOU4ta1KOL+dKK6m9e
sH1+aA1M1/zDqAl9iINcbnQJI31xPVbF2AhVYrXGhCQ48Lykc258HxUc89yYkbHSiCgShMMuhFX7
Y3ltNH5sBrTd+wEYUVWWzeU6gm/MAvzc5uE9EuMIueyyTIyegKQ/bcsVoPIR4CFVDMgAsJhsbTok
PeKfDS+OwhUWUzXJ9928Ipt3r/c6rsjZ2LADBQOQm2UJXGNrzIetQZJvDHPWEgf4gpJpsYV5O82V
vCDw4xn3bpdBfYoEkeR0K0pgfhTa7U6hpdHnY6whzDAPDGGpP7M6Jg9Zp2U3evve07ONKQj/3+F/
6hae8OYuc8D8aDel6yMSsAHeY5Sy2nGtM+APAE2wwCgU1BItwBeI67TUDOeg+UX+/XWVmeOkPgT7
SpXbjM3Pp+yjooNoPnK+tdLDwvKN+7TTbGWtsMWol55Zca+2tQbl3+95j2HUF12L++7M3yxreoCo
ZqN5kCLZ5p/lGFrGtzXcSMofr8qcZYsw+7PADMZmHiWJWheL3bJ3JhRFwZBkxehMRthWkypUz4mH
bqWEwGV+AGzZZ/etIUVx0DsKYB6CalRLVlirzZp/ZAec/FsofBu/QbV3o02OHpnRXMUd8VwXHt/T
hngBG+GRxIEMBLX61wcGKuIiaWNn+uxfw4Du6P+VViv/dpE/kJ/7IslcYPPmTGMQXFC9iMDrmnar
d/rcynZnIf6gfUOpoNOudXy3inpP29DrPwBZLPMzB0hvKlB+kQ1oIrlpl8UokymNvDI3qzOUF1v/
pqeERC8LrD8yEn2paTPQwzaLk3sr6RV+HNIuRafjkjBjSFr/rs8yfrWhgVMxkuUTtpiACIMt7fum
iIy1V+toHiWiQh04fn6Im0TVrzGCVEelN4FlvhxxTyweTQSfmIZLLTv7PCkGe532KMRU/u3YWRBi
AsrIC++UiqOq0YIMUcyFyh4buwxjNCkqycayjQ5lMbdrrkw5ZdkVE7buzvsFYbVA10uyUBCbjedd
wED0WNAg3ej6ouuADhWO2sNocMyZnEWaFtW+NaCCejzY6AvYy3RIW3NIBkouvZ6+Lztw80/bNqjz
+tjmsHS0M+qL41lelLniLtcQ+dXiWlcFD2ftq2r38fjN00YFCsdDwohtPCfCXrdUp+O1Z4JpqDqv
0Gno+Jg7OmoTryQt9hgrX12dxTnqDayoeh7U+QnxOON1lWOcq6GyXLX0j6deYxpZLEP6u3Fm/Lvv
4Gg48DSR6yy9r8E5ng03FIz6tgT2a8G7rOeXb0YbiGH3gevxlYm9KjHE2vM0xjIvBUHMWM3oEuOX
V/Kewt7JWbIAONMhuV1FvJX9p1yLO80JZ1E03T7VmwK1pd4aZlZlB/yP3dZ6bSnRH194YHSc/Roa
P2vQMy/ymJ+by3EEy6jvFzinfACdfRUPiNGmgB+KeFAxxdHps3ArNW+IaxR/KsO4WVt2k1G8tCVe
rwDVt7bgdawkUGJXZaU6QO2kKgqBC9HSJkS5QHx5L1Vng1z/BD1Ra8v7vpdqs/LRKBT5Q2pA7i6C
bnOBnQBAxKqgwXDB3tYZWqKsDK9nb5xGNc3NRleOwgPK7cyLxsQcQ785KmkK6Nc8Bc2wkoHEJNix
UFjDrUN/b3SojeWPW92Zvf4OQ4CCoUCXzkaeBHQh0gMjgLxREPuBddOnl5GqU1ddPy3RG3rINGfo
yvtjWKBnRTY+tbgxy0+rZposRoRNRlV0KwmvIXKMahvGNyFTN91aKiY0FUJiDJ3Ugjh2k+Upx34m
G/Qrz0ZUyXkdx9gjM/qGvweNrx4SMSoi4o9z3znTbe91uCZeTD6oJFDOpfrCuMd2s7m0pWxYRKAJ
tIXQCvblYDh01NkwGgvlMcMEJo9cpKhVIyYDtsWtHb/CrQh2cVNuQVRlN7Y5KH7Mmg4VS0Tr0oav
0ZvMcr2oMfOun66b1/lcI3uj5jOwQnUuvQJC4KY53JZZmcQBaJe8XA40BF9ZkMZR+rURNc6/9wPw
SyMiwke7Wc0Q9Zh52Y/DFs25LIxLpLWHDL8TgRhatdNMzU0wz0Ih996dtL7+4qfQeJ9dn+uFKIUK
azwAjW3rL2h1AI8j8yuAKkJaqPp2OtMXwFeRXZWwZlk4RJ5RTtm6+JynoutRzKiyDYxL2r0wWrMB
/Yv3EKK29XNXNyYwTon9eo8WVl9gLBNNHW/GvAZLSdoRFL7dgI1EMVKb5I4J7aXlpyVZAdN+qra+
6pwQHiCA5Mgt4sX1gw7drWXXLRTMEfEBMLJ24HaZUO/5Xps0LB1LA2DRCKUbzkRqbDG4zHEoXP1q
nDwk/m49QDmi3Pu4u9njOwvapCcP7QRyjs0uS+wPqGJ69XhW+IO6vkiUZPyu0xr1k1XqrXUWY9NV
abvKMGT1rh2mTHhnSzd6w3bhuetYm/QW4VOi8DdAHYrDDjWSTt/T54hXzsg6b/KzBVQc95Z2NV3W
LPAXxFH7oDLTWkOLdQF3jN4E01vteHnDAR6/Rs3HLbvNDPRGImIbrWQnPjr1TXjJISLl5Wv+OAyt
jY55FQ+4Ye9G0qHqI8yFVqDeXpQJfDgbhuJnXD2RNgbqXrrOGCCgqFfr9QhE3wlsDQ1xJRXY2q0I
PRRPRu+zt+nMGwfdscGgSahnIGFtqcJV7H1U2ma+HnK5kq4pQyNfVx7BfP2TWiQWjg5DhddVidpn
qZIyEpCBLeM1N7X7Wn2XNQg6uH1ts3rzGsOB5X0cowWAW3bsc6QzUQgmt5f0JPfzl3Oh5DOXMDbV
WW+uIBpMoNEq0zVQ32Q0EcmcZBb5aHo2y54iVpxnN8ftgoZyzYkgUaFioyDwi3vApw0dmbS/GmDO
jdkteWI86YFToMgCE1DH+hyPWHdSW/s6aCrGzKF0cgAD9WWlsl+57OzpbBvx+BCjy1GOEZzGl5g0
rtSwHHu/UIVIs8zEUxseJE6XMwN3IJ7Qb6VSpDbqVjW+80pr62lfSCvvizPHadPVO/igypRqoqi7
D+ZodgbvWjJs7BrMGlvEhcG5ipM4XbfjMY6E8cIeiWLey7i8pjEQ5xK9Ax7uDHXUD96UhlS7R3Y2
8KfMsnBL/Y1PmQ0grjPjdVvOiFtJkF4DZzypQVv0mqnABTUiHexn1euWh66ZTzxzPFyPrOTC07Qy
C3BIBAwB+/LFQqZ9jXyyMVZ7nok5FKNseInaVMfXcD2JK5UONlSeVUKxYmdA79FUpQZ9WdRJ58lM
ckB4g64CLYEDXd/sykzz00vowfFqPKyav8zbwWaAlzlihnj+R2F1Y5NENT5WyTMSimP8EW52V5xt
WarFWzjl2oRurM/8qSx4iZ21hohytXp/Rtuv8J4pE4i7rom75SGdTYWDShNe48FCd6c9N6YkXu/b
uKjmcHM2czsk7Whud4RWW6cdhsa3l+xipWjWZVFfNFtxv3TwPL4aOIjWOzT20UigUIbKwRAkuhwQ
qEWnSja3WdVtDnSc0sy8M2p4Gppp/rauxW5sFusRJb3FONfqscuf8tHQqYxCkjnA0fK7+gIpoMk5
38ZJmz5WdBfidxOidqzLoUaFyD8o6n/yPUbXMvEjnMvrIrJovzvkLGXRKoQuOxZiy1ULbSjimLTi
7FqlZvFB6MtY18BbGDmCRxwzB5wCM6HjlZx2w/Z0zLiOUTZhgIp6XosEr/mKZmL3zTYnU7LKxG8J
4F049RrsgEYCoAvTtnaZlPB8VKKe8LxN9Dr/IReqb8MvWa2qZd1ACkE7RQ31kAG+LB5fU+4i3lSo
eYxzj0vCtScVVnc4gjBrNXPsxFfKBtATpjWDs71a6r3vN9Nr5xUOjMSCJgA2PU9s2gbSQ5jgjNMx
HFGhdZbjNtlEQ7H1+dVIiSxHAhZ55RYPe9FUF+60oS8YrcmitoyjTJdGgsDlfatdWPxFU8UqmYkF
qWTbFTqyckLqSA/R1uQNN4q9ELNmigxJ4u/sSyVbF2p3ur8ruiVb0IVvlrm8Y0mh6xIAdezFHAw2
Xe/z2MLy+YYX2M43SdF4G7K+wtwE5ROn28QO9OUyPJu+L4dnYgmZP6Ve1+X3ALcF03Do1zF/GnOI
nwDyXXAKOGK6Tm9J+GNC5VMwcRSGY4Oxtj6gbKHKX4uiwT7ntMMzDJkGvEFI1lehXhdqbGr/btpJ
6Mzyl+KRS1+yQcKyBuGYBwVqyQxH3S2CjbQnYiA26jKbH1Ax7p0bJF3USbDoRs2rOu5hrDiP8kQ6
TCYRTgbPCLmYwo79PNDtXiur9/iudLww5/UcksKsuJ3yNZzvhamyjXh1lQYZKtvEorZmsCiiliVh
bdG/D2lVdGLYm0LNgUK3KYM4syGd/rDaAhgWRVOvNa5wIFCTL8PSlDivkkTUcWAMpipodE47DFyM
LkXThYtrTjKP4LzETMzlCISiCFz61DzwoHeiBmKd7weG9IvWj9bXGkAlaiomCDSRRGvdwvqJax33
6NDXYQOde+M0ic9bm+HRBWisdW7crDUYNnjzyXyXWLqc7o5nqqjbl+LpDNATMhD8mvUJqWWIUDsT
YIoatGSVjPUMpJHHJuRWwxSni8bOrAlWeYNA8Tq0IUegOjV73VhHTk3TohgcuppRMRgi6/VhDAYI
irLeLb4ZawMfkGjCXB5hWjSWVKRBAaJgc+iPtTzqsEQO4+iqZX9MFpMpHkgpKukgSBOQVnqLHWXd
BHOIBbo668HtzMkjTEYmlO2kH2yYYwENfSpiZ5nRKp8MfTQdewwojXqJERRTrv5Vew33RDGvg2vP
HEorXl1PM5pHSDRHBfhVpmQxs8ZUP8CJxR7pOkM5vRq7cH2tqGUQJM0rxr1pb8qRet8z1MdEEHvp
y3ZjpcY85SGGmkhAfH5pwPx/7sEb3AOFHPivuQe3z+1//29PZfb347+ihvfDf9Q/kRDUx48kBMf7
i14sxzGRDKBmMFs/khCEAORoAz1CNY4/+A8JQff/8k1h0fcCCGTSE+RXRxKC7v5lQVkAHedh0Qk2
T/8nLATDPWkZAfck7PB9IJa6wh85qrP/A2aCfZToG3eGHaRWz73MZS/WfTM6C9rDlIrujMLN5x0a
DHNy2GJgyfvBZeMKJDn75aAL9LVMwtrmAoOTlT/0xXSQHOlNmMk0eyTtS0z8FxrzW4uHIuQgS25V
gGC3/FTnjkPxaI5zPTDGRMtRmMNV9txaIPRgf917n7Jah/IjIPasIfpb40p1F8EbRCY5K8PaXTXy
Q7bW4rouqwFtnGlW/GbpxghE5hZqpkODiWzI3mfeFMZo3+tOPrahLr0qC/Rq0VI08lHu3MWkT88g
Wt2gBUW83PXY4VVnUPJN2j2WY003XVrJBF3soe1CgkTxhKxm/C2vkWYkzhsNK5qMefw44KDiXNeg
jXwsnht5PfuTLy/ycTPWYG0HD6nLfqnQeqw3w90DpoKWXKm9JCQ0Mfr9iBFMdQNdZpwjEuUEHAtl
FMRES3nQXYq7gVnLnlL+lqDPP275o75QYw1IzaCH9zSxh52jauZgm2IEj2eRwf9ullGmD+lYi3da
7CBfmW1eM4SV5VXTzbyiJX8Ysrn/PFQ2GrmBX4/6tNMyr/PPOhKeO8NfCiucMr+6MrOUFgAyftV1
7E7icXaJVFyEsJ+KOgFjGGN1KRBGlfMS6Elu6cEq1/xdafnjfdv5EA3NFqc2VBQBfirTS/Npc0no
gwHbtU8Uj2cCJKgeItCdXmZ7pB3Qyc+1TUPdijNwYqc32m2fmJ3tfsip/aPsPm2Tfdi0pjMvLCtN
UX0rUBkPG8el/NvZ+nCr5SVmJcj5xtctZ6hBBNW7z17ZbuUN9BjjdpzgWFzl1mQ4Z6004VVuFnJ8
IQi7ooq8CsHlfYkBRnXZgHuazwlp+y6cjNWYI+iNA/Et4KIkLMdkzbBi6qC86VPnW3tKQKkWycoG
bdSi0RdT+vGsa8upEECDyb/x3jTPNg8L2hYVyIgV79oUivDtoANaCAaaN3/r1YxWswPI1AoSkabT
FaCm7mtuoHIQQWUHEI4mVYuCsGpChVoxbefSolSFuPcs3Kh3INdHo14jXy+XuvMjjGebj/G8QVPs
asqcYPTotARrCRHgq7S12NvpzprXgb0U2udx6FOIijiN3PfZNM9RVrn2vTfP4rNPkycOmsKoXd44
THaWFmB1ZMzdgAyn+9uHIol3QS4gWtd5tnasgenJxfP2vbYssGDRRlLcUrpk3/sKscFwLQw0zxNq
FR/nsXoGqdXLw+Js6xLClEUqf/K9/KBnuhWxifZVWGI0UWBhmgx/j5Pw6CWVm3fVJj5Kzk3esWzc
NFvukP+xb7B2JQNfa7/TI7ymqz18ehMB5GR1ux3QoeS8wqYBeZ9xNFpIn4usInSktC6Cu96SatrI
7e01jDPaEJtSrCQ0q0dj17fKHma1pPwOfbx0r3sx6W2ouVhgMI18Z4LbmNExg2gym5cGCltRVwnx
N1oP8hHPHGfbofEHQMezSkth2TepH5bMzT9ZeV4P6PDZ+kebSdjeICmV1TuR2PKzIFEk2xsh9yNT
jygLKiym3UbZxNQNZgtTU74Qa64g4xXQukmS5CmJU+ta4IuIypg0MEfop8KvwmRxBJFdozXJ3sI9
qtl70izyww8H5vtXmMSPlLNfTx1Q/bgAg5ODaaCodD+dOig7ItQH4XxHYqXvYiP2A72vtjdgLKeA
Gg43PLIAQdqKpgktSd3GD4eb0aP8Niz9TITIjCA466nyi5HFIOWWY/YKgxnCW/yAt6h9iem1JyMa
7O0bkCf1ND9ARbgN4EaEf0AzOOu9U+BRilzZ3Dlmt3OaSr/wZD59tdt8+ESHxPr7zwN7gtzhUh7s
HMfES1NBAe0TBEhdxz4Gplm7Kxvkz8MJ/sOwK/SZtwxF39OvenozfpRWINQDKfgnHPImOxrW/6PA
8X+Nkfpueu5H2T//6/qxHf7FofftcYQJ+v8AQZVG8w/vRhFgf2KofnwE36u9z557Ho7Hyzr5jCXQ
j2TVl284Boq285fATUxB9xDrBVjEmz2yVfkVwHSmDeIeNjSR/4SJlvuXasC70Eh9LK59G/zUMUy0
nL/gablA8ZkPisVq/KMw8YXF8MMUBpSmJpPDRQQaK7+YaeOwZbLdTOkhZas5c+fsM9fcd0N15WZj
R+t5E0G+rcmu1McUjXbkeZbLDYvAvTflh7TkN2Cz0zNUntNg1M0H3B0cJmC3s1h0gZFVl1a1XdBJ
24tGfJRN+TD35XertcLVdi+lo12Q7dMaAHGLvmn+DezQOaIR9/ibQSGMl3FnyIa2BeVQnchL/Uee
2EWElFMbWkvyVMFUxftsm0JW6RJMpvu06cNzVfjaDj8HGgYofewKkZQR4fwHHvjGtOqHTBhnjV2I
KI/jBPHlbAhSE9l9ZHPQ0N2aCKmW7Xpbt+2MUhdFecQPfUBYoZ/l3z0a/JAFerI9u/tSttWD31S7
Wo8vRsmOPefxxTq5ez3l8tVYPAnOlQP482Q36TUxqbqtbMCYA9T2oZzqFhuV5JOvvVta8z1Kp8WO
dsXDvDo3KKpCfhmzb/RtyMi5kw2AHtqsPtpso7iv0ql9b3Wxx0lF2r3MFFMNV0bYMn0DnZ+HTfHU
V0lFs8gi+mrljdXon6tBo6kyP0zOej8MvLmswN5srdKnecOO0svbEMxZC8I+a0NcMW6GrdrlaT/u
qrp8r/nb521mnAyEeOjU4wcu5Qc5tu8LkNFhjgQvOhSbHyIvYB6MTeGM2KAWOV7Q5F7ZM/eYUXyB
GBE2pcSnZnKgNmYSHh6e5Yv11RVT4M4acQM+DoHZZE/xsKyXnla2u0Qa2s5HtvUiRf0DXRcjCXBA
+uAQeObOJMNM1yjiD0t5ntFfvLXQ0NiriDQkV1suUFS5piNEA3rorahInWW3brROaySQaMhPAOYI
rIoamXHNl+POFnK4o3y/UGwyoZKNfR6ymNFDEyky1FZ8kfcCxM1iHRayKA5i86CVkxk41XizuuMI
voSpifoSPZeNye7YaC1wNs4mcXzun4NgjCy9ftgA1ES0PPbwaC50q7gt8/69K3j7aTe+r2jZJshW
dsXDD3vXbw5strYfjzB4Jr4jhOJe27Qw7Bdvwh9OUqcWjZVINzkQL8NDa+zDmjtnQMtMJlT5FvlL
nVI/7TbqamCZgbJyVZy8fj63J6nryB7FycH1YNs4iX/oXXnQmvoL7PQtLm44zyjiTKhSFcOXPz/p
L+Tbl0dlU3VsknOD5/354nWlm01jG8kBVPuTiQtv5GhrSFjFBoct4uuLqHByi8srr66utM19I144
hUirO9CFYEtnp4WZdHKIK5w9PVs9ORTTdG0Z1VWSOucdCe9qlbsmLt4YbvcUZsv1KClwXsCDgux/
GibVphh68GEJFmcEnWMPK2u974t3Y8uS7yH90/H271CQ8xGxme9zy7ke2yejA/piYw44Lhg4oXY4
1pe2Zd2TjkWVvMR79N5rvL00cPdqu5vK7w7bN1p6WGbR43LXdqdv7Ee1ND/gCYOj4eyet032mM/D
OYqJl3GX7tiNdsJLn51uodcgy4elRF0Jad4rWPjIxgIrQGdlxJBCh9VDPztN58fO9O8qAIBBIcz+
0ug3nM1m65vb9V9yWhOBxRF2aKX+IbXIVvHwyw5lAuIDIOE9XOa7xDPui9W7Szdxv4JYC7LeuzFs
bw0bL72o0WRpWu2sdYT9CuD9PxA1/e8Igqjb+Y+KyP8dWh9qxv3X9bbgucy2558CJ/7+GDd51MNQ
toL3AGeZGpoKj45xk+f/ZRi26/hq34JI/D8DJ93jQ2AqfLil9ktU9Z/ASbf/As6NKJUNlRw3SO+f
xE1c4cd9DJtWvgAlBIN4nIage8p1MLJEd5ikgDvTcy/1oqzuL5Ju+2f7xetl8Ib1bY9sB/L4zzvW
unU+kn7rcJCahvmk2JcU3c1v5gIezCreIIifkj1fr2ZDT+BSSljh5GoFj6RDsxoOXu/eJGishFk3
f8k0bHBJo8lArXa3cMLTptGjHmUCpAwe9Lj6WLvZdbul50t/a6EMugdg/SR8/w5J0vsf5sdvTqtT
4YfXe/QsNnAiVxNHz59HRJ/N2FgA5bCjqeKCDs+vNdk4kPOIwBF9TPXurtONM5Btt0ho0mTXONbA
ar+ny3AljOWcfgGOpHapUCuNDLSleuOlnaoWvNwjc+xFT4Hw3lanwA9HqoK1bsijDge40MQ0HdZc
st8j2Z8HBLcXwMi+WMsYeC1WrhhDXiephR1i5x4WUJJ9Km1knuRXgD4Pc11/3JL6rGlAx7kiNnZ/
Hs7TpFJNYyrEzGBWGgfjSY1YU4I5pctoJoZVHdpqHUAQx5gzwIkpGt89sxydOmyPdeE2i+jPF1ev
6odY4HWYHEE6QVZEEq9u7odhEtJrnSJuh0PJPl07MetI+/rnS5wuU5sYQ8CYskmcKRlYJ5eAVZhZ
ik9+qIR3KdfhLLPB1jbOG+fsL+WIl+vASDMh+SLa4p3MSmcENkO9eDj0fv+c1F57PUCC2kEZrAFP
ueWh8PIEKcgSx+IsAbeX928wahznZDTVLWA9Itj+IBnxz8+jaVcIxpWF1h8KQE1XRUZtv4e9iv7J
uu5H0DmEnuO8fsbpD98rLda/4lJoYQkovSthF20aIpGSPU8tbf2d76IbjRPzcr6tznxGc7Rq946t
DQ9LH1/HnX/Tdm51bQOWOOjFdL7lGzay1INp39GcnVr9AFHxHXwweUBGT0Rz4r6bigbPvS3+1DSj
HsBzvoJPZp5xG9Br+mm3QnLfx/qS3OH1YYWLl6fgSSXaSXHzjn6pu7OyXABfyvNw7l16BSK9mgut
3CEocD4CHqT7LoCwuEkIwkz7DLS42As/qXeJtTzhMoO0kAMDDQvmnTOdmcZs7Mxp9K9sP31jYZlq
5fw4udXrgHXuw6FQUi+nMw8OkVdO1dBDnoZDhTVkAWICO0a2hluXXaues1vstGn0Lt6CFWObyoNL
nfA87UzxLBFhlNKc36GsS5GTmR1aW+UehgpRWBxktHCdkuthsoOkB4sQ8Mja56Xnl22f0A/v9OQB
h2WaKrk84xCxMUfpICYK7/s/X2BU4SjGodLC2zoJaNdELDbaCz0byKB9KiHxXyfbcIdR3POfL6QO
1F/Gk6PbFIZqoJkne+qsw21FzAtRalEWZ3W3IUbjETOulBrYtUqkmXbTUH7NmQfBny/9u00E4SOL
AhyyLSzvn1eWMAG8t2Pb00Zpimd0Ya5JGvWv8VZnb1zpJD2gDkNAI/B08thXQQidXCneBhtLy7g9
YIbz3pYU8trS+pgQZgAhfJ/F7bc/P9lvBtUxKD5BrKdfSYPk5yfTtSmu5wKlbzFm1m5A4Ym+c4C0
4xjFrX5tFXo4ltUbD/mb4eSiKIC49CXV2/z5ohp6UOVCQ+pQ4VoU+U5+Zc3gTjFzq9+40u+2ZYeO
qtoW0fVjlfx8KZr5GOTAdz0YbvucrIDsXFBfSCqHE/jgyJ6X81mO3zsxIFNYFX//eXR/+6DwG4mk
XBqwp1PW6bzJ7X3mDQo3kAfsa6SF90O3vPGUv5k01L8tJS7hw2k91VPxUbka47juD82Gqoux1fdZ
jwznigcvWht3rV774Z8f7JSNqOapQ1bJmU0qDW7rdN7ATtkW9PMPKIPanx2kY4x2OE8zn913LW/X
Ff1yBKXac2dOjJ1n9PlXb2h38+g0e9uZt3PsMJ23tO7U4jjZIZQsBJmCbWD/fjqvHLiKXp2kvOxY
7NGHAC7srY+t/zdw2jJwtwXxESHfY8tBfQ607htR329fA3xQRc4mu6cs+1M0g9VkbvczqbA9I2Hu
zwcwnlcGvqmrkTzllEmjP78ENXdPH9eEoErEwZ70ixjD6mgJJ5DdHcrNvzC65jNp+Rvv+XePBHyA
w4tUi+LQSfQEpVOW8TZ3kMZSa2+NUx1ijLTuZ339kkCFldobF/wlA1ET64cruicbYIIi1NLXK1ds
2niXxxri38Bx0ROdHge7NRacLGsQlY0Hg2IezmxCOekUX6G43JROe4Yz8nKI3eER2eXrRCG5etdc
/gd757EkN5p253vRHh3wZiEtYBJpKsuziuQGwaKB9x53o2vRjekBR/13VVaqMrp7pQhNzMyiO8gv
4T7zvuc8Z5sY8c+P7/65b1ulB6WvMgsOgScb5xl4k1gMfe2nQkJQ73QclfoabOjdvxvm5KVK+z7S
9X6ofYwUooscFzrLlLqBOEYXZpEz20dgR39dkPL29S2zxooXtPF+vCzfcRB7+SDcZL3+1OXTpad8
7kv9vc5RkrIsjKhvx4KnIkdqBjwkUQDkFupViiHfblLpujW1I6EtO4H0eDFWS9/QwvuPb+m574ZG
uk49DKYF/z0ZfIrjUax4xXKS55DOm8NLm0/VhVrjpVHWf//qbFMCGZIjdmb+bA4OtQLcVZdqqWcW
bxP2Kc1AJn4ObyfvxmQF2J5rpfJB0x/JRPmCieBeapNbIwoexDoHhUigzIXX5OySaoKDYp6jNQUG
5e2FEf2Du7cyiESG7OCjpwm9Zb5HybjsJoPJL4gTR9RbaZuQqbQLJPXx48d3WsT9vfawnnPdoPTY
eJ6cc5JpDiZ5giadV9LXss6eiRkIsZCPiGzyT1OdflGr+FcHYh2Yo5TbeZm7H/8E68zHz1nZUonN
5GdAjXx7D8qY1yvFYeCXWhP4hE39jBfpfigmw25wTdgD3jtkwdldPTbKPoeV43eD7EWYgbyJc6pL
MSW9a+cgwudZ7MNWp0vTDiSSWybGJ31y6ylNdxkCc3I80EuWy7WlDeEGlfYD6oX2AG3mCQoQvhoy
SqbJSv2uQy1aS0nqG4imHUkZRJcAlV1WF2DoY/rGvAyBUwgtphCemC4sM+VviSYSVjIaEintH4Ug
kwiGt16qt0hodtgFo32EbMcFQwTnfMyPoE+7K1WEaCsvsdd34eM0wLZH+7KfmukqNGPFT6O6Buhl
Jk5OmAoaZ5psKrUF1S6Wli5SnG3Abj7o8SxvZiHUd8Gi3ESTgu0Y5q4XpWPxRVos2RbL4EDCIwKm
Rcjt1jSvBhyYm1mk2a9XPWJZSUJ80nbSPm1MYS1U/MpRK8UtrMdi3sUogwhjsKAClI12WJsPO2Jg
//7KDyRNMhEiSCIL8sm3HiQFvCtxrvxuLJCajEtoEzEBlym+Da3knj914SM8sy6bHLjoJbDZWM8K
b98/4DSAp6K68jGtzNCxzdDpI9EDaL83lwGUfldcuMR3JS0WZiSOsrKisekU/a4+vJrPVARCc9rq
JZtM7Gdk+6Qeha/koSwMsv+K+Ftf8y91hCZeZWl3eZ7/rMruip9WHEO5Uu2girKdZCWyq8XTfENL
oXhRBVnZ9JLe2omZoYr++DM9N1PQc2eaYJaS+FRPJsjZzNPZssLKb6v8yjSqfT+R2bLk0Y2pkG3f
mJBOg2RJXKuWfw2C+aA24yVq0JmpArkGOwToVcxY79hvY60YXW+UrDa5o2U01MdOc6KFHKqPr3Z9
yU62g+gI1vnQ4pIpGb99JxS8uBgaJ9LO0/yrTnI0B44LO+x1an83xKpTgG0t6Yhu3g5BtQLlfzOQ
azPKT+3YtE5UFLBgoy11mZgAhuhOD5U7o9XaCxd3bqkDOsaeQdPQUbxbdEgSxRorlj7unv1K6Muq
4BFHInk9xa22ZisWyXD8+IauH9G7q9V4idfjBDWj9SN89canZmMuYidxtSnJYuRNPtRa7hkxsAM1
GC8Mdu7W0kigHrx2O95VN/oZ++4EycrPNP1WwMfpqH3upIp+qAwAsarxoNT6A57LC83fczeW7sVK
cwMVTr3q7UVqo45PVZUqf8DZJrVeJWOCJVK5d6ta8rR5FSik6fPHd/b3ifTk1lKk1FAymTIlMnH9
aF7f2gFLncbC5g+Lle5ARV/B7rOYx7UXJZ1CgIhrwtKUvwCB2FJecos0PRCmNRCgunBbDKv2KKrm
m3CcFydsFM3EdqJonlAy3TfJd1WtqAUKrUdUZesQjKUBJGseULK+WGn3xagWBa+z9ElJe83GRHO9
GCkWLLS/6OOib5Ui58Q7oDrWUpOYE3OwezUlINFKI69p1xAvoyHGCYGJO8T1w8e3R16/o3e3h1Ia
h0goZyR3vL09WqbqFfK+0p/anM2UIZALsh7Aqla0m6XU9urcG5sqEPfzujuIBLn+CqxhgxtkeRAj
1UUP3HpGme+0pUw8YqVVbkatOkmsftHNJHeTMLY2xDtdqpSdWZgA+yI7B5iK4Ek9ebCghCFMNBWr
hA4XEor0YqOFltyxncIrs+Kp9rVpXvh2zhwaYWpTc2c91HXa+ydnsVUeSitYK/1mVLtNP00GIVZr
ghrrMiWQStzEC1m6oCuCTZXFkgP0lakkKUTc9MonzdReprF7gvuFPkZc7hI4O/upzmpPLC3hwkp6
ZlVaNwkK+RI0VwA9nXxyYB/C2ujVwhet1ZucPBIU1NnQUzAs43ta/zE/E1u8lFUDjZg6347yKF3a
w757xyR8PnQwuWm0qk5n1CnBtxiYY+GTiHXIZvFaFCMgPADQI/KAZ+tqjNnCEm5yYSZ/f36ArA/G
UaXIiUqUd+Xk5SayFGRLXPpZX8XkfVt+FS2pPXcmrq+XJogeeEvtSeuPSAk+/rDercUnQ58cXeo2
lqJczFgiu3mLoXw3l/QPquHCE74wzGlJ3BzkLIIzzUdgDZgX4DR1rS+Xl+pN7xb89WqgExNnwSME
5/z2RoaQ63oFoIg/EqS1C3QibjJJvQQsP/+8IFGsLXMUrvK6TL6aq+XF7CHvEWbHkWQjd+pDpKvX
ehy9DJZ124fISGhqHQii2sq96X38wM4PvgonAdax71RO5pMqGzoOAyGDV8J+lZP0QfJjBiqD3eJb
3dW7ECCEYzaPsJd2F8Z+18BZ7++rsU8unEDzOIpIFPJDZCGalXmNvnZqOfTNulsMw2OtJp8nU3ic
2urKkrQLH8q7qXQdXiVLBNwn/3d6ug8LY1oAABT+YL5Es4y3LDyM9Q1m7S2A7QuDrdfyZsU5Geyk
JrIQ6cwB2ij8fM3TNWUbGZ2LcZ2qdfYvhzp5bQOoBzDNzMJvic+Cl+eEzH7ScC9TlP/4CZ6/KI3Y
APb+oEJPZhpF7atal/hAeiypXqXr4NXJleYou8zXsq4N/+TKaDVTWDJlizyZt19KTkcSrSBXNltN
T/BaupqWsmoTNDkhMJOSXXhDz17fq/Hkt+MZYzr0cs5DAwBza0jjsW3qXY09QpS77T+4lcwz6NPY
Eb/royQz1WHgQhAOUQrblaleW23pNFmOkzW91Ex/tyddX8bfEj2kKHhRT55bK8hI3a31umZEXLqO
fRo/b291Xlsvu4ScvVRQPn18ge9XZTr3K1j4dwud/PCTL0BtREHsgvXh9bFTzrLgtkH00tXYTMNq
J6j5VR3VuFZW2kZnPGRDc+FwdWbVePMDTr6LHj30KBJ549cxsptM36p0KDJzvP/4Qs+sGrwynOAo
WdM8OBUgZrW+wLXm5raSFO3Zm9d2mPaXXk0EV+9nFIqEKNRXwCcZHiezZwt0lmBs9rC6LHwFShcg
w811PFq6k7WF145idDdXE/xTZf4+VwnNW0p+bioTcoen+wFHzi8strUdmzL5bmbS7Lqe+lpWV+QW
yvrGWBqy39tDXSrHZJLvkByXdhLr046A2mEzxpqAfrAe7R76FKAbC4KhXH2iPtVezSW6U0is0yZs
CvUQYNtdJS89EgjyXwqnD3jPaZYTRlaB8fDbITd/lYMYbhvC3K/KId4OhXA79Ep+SBnJhYiHLHwU
91KvmO4yKFBC024zrDQc8i+9cbDS7YDf2S8Mrp7UzR9Vl6rXdaB+DqlvuRM93xqWj23k3eCbqvBJ
SbLsiof0lSjc6aHjdOyUVrjYslIt2ykks2SZAwOcTFnYspbVu3EQelcQsGcSb3/ol2lbVllmWzmy
SgOI5l2UqKbfF0Zwo6q5BPtCQkdJcqqjapyadKlzSROG5BSIX6q2fxxJf8ePKN8YgbRLpYpIQn2W
tU3TVjp6A9n4AjQeXJ4mt1e5ocAuCoX5iD9wdKN0Ce6iQMMTFSfNnma56UDQEvZRI+JtXouHI3Hu
P0m5r/e6PFfXYsPWc+Uhzn3YeFbSabjJ5eTKJFnREXN1h99H88CWibuRRAoE3vR+8mzcxSpmxkKR
HpQ5/BbkgNCT8SGWlHEfS0YOor0pnc5MvxdqVl0PS/PCMXvhsi1XoX6OrWvpfEXJEm8Uy+2ItsBT
EYSxBkLdW4U+W0KIUmIZpe1QmY6Fw4OIg1nxoPFoLm1jZQvt+obKO88OV2LkkwFp2Etfap/nCnws
CMCkPyDOmRrbVALA+d1SOESjj17eRHsiX9pPEiIXVOc1bBEjl30pD3USN9Vyr/btBNqEUBMnqRsv
CcvPpdlm2COTFGn9ON5h4A84HSr9TmgxP+qz+DySmg64N0xvm6BSBNAwiWG31kT2rRpc6aaguoGq
jl+1okn8ghtPniIqAGUzFPjDtsMkCUddrdOG8nGjFTgwZpgnBF8YcN4Bg7V3fdHLPnaLNUxUTx1A
SoQ4CDVmwqWqDjmtih0gWU9rWyi9Zanzx8snQ+y2+BzLbxrE312QaPeco9MnepuibA8oIHf1oHff
IqXCZ0A2RmAXczv+1DB8qnamjkO9t+Qa8LYwC4mTJv1jPEtbg4IFmUiR0wWTVwmjk5NXusmiTt9P
svbFiCbpUIsSursqM7CeGssNosDGGUNh00Pqsxel54Rct33jSj0nNqTCQeYUizX4mQT1CXPqOF7J
YfitE0fdCzrW11zREsWVm3BBR428zA/NGXkhx55rIwf0WSmAQ21gJW3oKPkiQ5/AS022YrM4ldwi
UQrDWvYFox8Tp2omQ/SMpKxuBKEYjkZuDftW4pvZSAkEhFwX2od4FqSdmpX4o8dcjb9PZXBjRGbr
wPbTvXJQY2cQA/FOIEkeCGLJTDaDQyCIedwNY3sNbmF0grr4oRGspjlVFIcefl3MqUKsUZMMskDf
Sa0Wtkjjm/FaK7T7dM1K6DhBW1RhDmkaAUCsAtWthckRU/Um7ZNbpIp3o6QSEV49V03yo5krwYZ2
eNCy7NoMRdCt414FQmIbsY7jwohIlG6kZwGMIQxDJBi9mVBJzrL9jMzGX1rCq/XsjrhZKjE4xj1i
bTOX88dn9AitC6m326Si9GxorBj1Sr6bQ+UWghUUObwF/hR1t9TsfuQm78XUkkQ5jOFOitTRYcl5
IlImwC1n/GKg3smQsnX1cAiq+FPRq+6oPA/dghKz6Z9bPX+ORM7kWIc4JIvV/Wh1D9ChjkJeEATb
lVdmbHijoCJ6qu+HTn1RDfRAo746H2ea0vE25M5Is3UndAGf2JPVN60tkGSPl2xjmv2x0MO9YRbE
3lsjxEhqUe5cU0jVm+gqKDQnwB2bDNxA64kMYKJ/rU9FEW+ode9KNfoVJKQ35e0xzKJDpPUeILOf
YlZ8QhEPdUoa90sqr8VSdvE6orFEeTAk4cDq70gcSudY8ymeE4n1BU9/xmcePQ/VmgdoYCsek9oZ
0+JWVpatpTMXTGFW3AsSX3q65E/KMNsj8ClJK2/oFTv60GmrgeZ7NAQDs2t4rUq5q8bSF+LT71TI
zTvmGbs3za98U1/TYXYMAzzRJBUvFgW/MMoPYtOYfmjd64GO/3Yyv+Vleuxy/diAI3OSgddxJNd3
JtO2CzRpq/APJiUob5Mwytxa1aDEYfpMtcGL2ZBAoOoSV531zlHNxVfr9j4tpp8j3Pt9Te8eJxLg
A33yI32I289zNA3xnZarRVPeQQyYIg+NpL4JyTjdU8H89fE27NzJdhW2g8whS4CN38lhIZgCoxdm
KmUJecfAetADovMzv8jjzSyLN6hxn0J13PZmfOlMfeZgSc+dcq+oIZWha/X22FAXxObxGpV+2zaY
6cxt1sEaFh7KbLy2Av1WqYRdINJRhf3Mo/wJ4m0/N8ZdJxmHpf1Gho/bXVIEvN/8otLVed0oCq3H
i5Mt/6iWQhiafeGHGPsB5dhLXjgCatCP7/r7TSnoYppmFlo+UhVPlVIpCEKLuOeCFx8CZCzbAlyq
abkfwBaJYGrL+lJB9P2FiahnVBETDg0TWglvb7YqRjXaYKono6bvTNKZ2WwfgR27H1/YmaPg2hfH
w0MHUlFOK6CkL4srVbL0h7bfg1nw80hADdmAJ7iYCLXWJ09qBYxFdVckTk7SjZMqmlrqYwJFF2lG
XrIBCDb6/E0unlaAqwO5iKaQorozpWU8yRdO2Otf/cHQp/JIAKewdzvuJlFAhzCmf2Bl69Jf7Uaw
grgmW/qgxn5Qzb9/1H59zaffDHBQocnHqPSVwHqUGjJAimrT18W1PHUXoiLOvTGUEEy+UI5PiPLf
vjHToqVTVVB2EgqOmkRFcUTBndRfCNQ5MwtomiTJeP6g0NCMeTsMMSWSvtDe9/uxt3XrWc5GWk7K
FnSXlwrG39bHw9dY4xSYcX7HPZx84KLeG3KVdXwHc7vXxWEPCULYNmb6sjQVJURurx3Myqewjva6
cUkHeuaekjFB59rEU82vOKmUpFGWDmVe8viWnI5AN6dgq3FwNj2MiY+/xPdTjIj3aK3XgTKn73zy
dUCBgQLR1CX59ot2qLScwLYcrgkainibaoi4lnaZPHPp9AttozMn+1cjYzJ8+0QroWBuMLhIozV3
a/cwMFX/44s7M82sNSAeI1GcaI9OnmK46HW2xHx/2twdCn1rYqTmOKHpyoWBzrydq++duh2KVpUM
47fXkutWEwUjc4yZNp/l+r6Z0x8Qs7y6DQ9Gq1/4us+9HrhSqaLjEqEnebIiLoI5NSm7a5+WmdMA
9W5KAj2mS3fvzANaz4dQMQx1de+ffHJNnC2QbfnkkCR8bVZpoqbeffyAzg5BS4BiPe4sKlpv79uE
bV2E8ErnMJ6Pep7X0JfMx383xvqSvGoIhPJEKqvFBJXkmkPb0e7SS02HMw8EgAgTIEknKJt/N0hf
DYHqZawoZxR+Z4k4TeMfA9TdSJz/werM37/6ATmoohk+uV3DBPlH1BmnMJanIU9eBgW3Oapx7+Nb
dv56/hrn5JYZajjUWkVtD6mOYC/p4I6m+VhT0f94nPOP/69x1s/q1X0TxllBg8f1YPG7Ew3iQ6At
X1iDz45BLuZvPxVhSyf3rJ/1RreCdX0yAq8P5G0NdvkfXAa6JosCosFkc1KLrcyZ+K6SyyARErpW
cTUM6vbjIc7MZJQaEXVgI9S4lpPJUhws1IkW5d5yAUUR9MeVfFDDvFisS+38szfMoD/HthY0zmmf
TmqCTOfxF/60Ym5XAkCC9/vvXw7qGMJ9efhEFq2/4dWDl6wyBYusFz46pGtybYFgmsNGrWNHTMwL
hepz17Nu/rDUGdg4jJPFVB+7TLNKkbE68W5p70OwFB9fzbnPRcUeskaOo259t82TmlInZ5GHM+dX
66lyNcbnRnxB+3JuGCQoFvoXcnDf5yEjIDFD+LK+YoDyILGCOGRHhwDy8dXIZ3atLJcGu3O6J2Q/
n3yVC7VwMyCgAHiedVPOVBMJlZeg0VW1a1TaRkhQoFmG2zXaDpoUDQfZH9svqQ5HTZeggxZO+p0s
JfYQi63WRF7Ilp+WFQTDZl+M6kNRLp5gpNtG6W1JuR407cICeWY5fnMFJ+t+G7UoASyl8LNOobr8
0qmyn4jlUVYbT5Ub/+MbdnY0DSmbuLIp6AS9fZlDqwfQV/Eyx03sissNbE7wmaBcy1+xdalJeO4l
YKfxX4OdTM35hH3PjBlMhInLemBHvQFv7/mfXBJ5vuvGEBXlyQ6jiNKuNSdu4EQKNR+MM4mRH6J7
r9jb68aF+fP8Nf012skXOgzUnCtiHnwwzxtDmX1NeIrkC9vN84Og4wAvweq5EpNeTznBYBAPUSFj
MYXZE4o70QI93NQXLuXcPM2O/b9GWd+VVxNbNoAPNnSZtlwCQdo6LL+JFJMnqf/yck5e8QpxNJw6
BhqUEiDg90z+otXyhang7JuNUglaKCdo9ptvr4a1zhxyMhfYB7S+MP5S9NovBcOl3OUItXXh0HX2
3v012qmXBu1C3Lcjo0Fu9Cbo3bCX7dkkJKH/2+JTJJnWupoiE6GvePoy6LVYKaI+8zKIpLCX4yY3
jQv37uz79mqIkzeh7UNTHISJN8GQXarKZtm7kfKP3jcMu2w+WdzQ+L99QvRz4oDuRsE59ahFIs4N
UlVFTsWXTJBnHw4LnMnSA9vh9JgfqrNBmBWraEfLbTJ0b5bIBJNBmOQXVtP3I1Fbkzj9rro8+V0J
qpArS0xitjorWkhR6l3b0iGp+5uEg/fH09z7lY6hsIshFVd+O3Xf3r1BriKpx/LmB4KxMev5CfmD
H0nRtZBGfq5c0a4tku7CoO9fDAalxgZOCKEuWpm3g6akE+g5XHE6F4snEgtcZtd5O154/d5/uowC
0ZBzIvtGDiVvR7HISVwIfOHFSBYPSwkNwByk2HM8yFQV9AvP7Ow1cWymIooj+J1yvcZUpoU131Mn
pC68MD8T6BeOk/fx8zozjEQljw92TbYls/XtRdGFzNIomXM2WqD0S+GKK7frvrgwEa1/zduyHfV2
emeqhm0IFdn6M15N4uKCwjdOzdwPWxFQuVmJ3aOZ6Mkllfi5y8FPZlgGYnsdtf3bccJiID3dgmOR
l+oDEYkucMRbzC1/ewO8yusVvBCc49GnnMwR0pJmSmYoOQrStHFMDY1kLGgX1qMz75sGHZr/AZZU
2Qi9vRYyXEgX75bcl63Z04h4y0XrijQKT4bBQpzty8dvwqXhTq6Jo/UY0LfN/XqcN7QkbqBd2msX
wFrDKMr2yz8YDuII/B6K1YhE3l5dEZWiPOgDw1WgnkzLJ8nTjwrFzmITFld74eM9My8heWEG1HFG
cN4/eTFIr47GRsxzfwRQPUnhN8JdISBDM9Su43ne9rOxFcJLG/8zE++bUeW3F9nrVbqQjpH7qBEI
2FpQuYGaA+1PMOt/PuS/hZf6N+Co19yo/+H/LK+/5T/b/wdAnWt59f9Ol/L7b93P/Fv27TVgav0j
fwKmzD9YfSn4GSgt1wIgE9f/AUxZ8gqYYvO0rph8huu/Ksi4i/77fwPTTnGePtJaPaeYvX6afxLc
lT+wYlOxgDdD8RcU999CTP0+Sr+aOLHysLclp4ffRhWMCvbbNygd8xTBRZHSvZxir6ik2i61LnXR
K92KMbEFnaRhh0jCX2YiFY+i0QirRfCO5uI2SebGlSPywuEqhLDY5HkXaGm4A/s+GrbZGl7AqjwC
NSTQJESICWXkRV5gkcxqBRp5Hr+WCelchGmT26H19LtVTD4Qjx0+6rvUHD4XeQ5ALhi/SdWIqCEd
yB2ZzMGr5zly5LH+pZGRwUqpAwZVdGfBZOjDlwEXRWsPbgJc6Laf8XSbbWn3Efsuu1W6gC8li6pt
wZ5v043iYyiBkVdiQ3GzyDSfQWOLnZuFagHdraFfrhhS+n3u8CXOhGNu+Nf6UR6m+a5KCMK0FXgT
2yBWWtdMc5UswICIdhyR10YlXU/cy6M5tsVGjav9UBuxr5g43EiAcnRS3NCFjVV7AJkdG3YBMMqH
Eap9rYNecRt4w8dEaq6rRPokBqhMCPHTYXcI4S/MBg1KScu6Llf5To8YKHRxv30x06x1JRgYdpqn
sNrVQtiOaV0RjTGiBYuPatssGzVXtU+k3n5C3kqJbRTDYxH1+a4tTPlb2RRwhOq5U9140qKv2Yjo
q5AWGXNZOrR7bcq+IFaZf2hG3V7FaqbvEJTMn8taaF/ksv4mLnOh2inalc42lFoT8ZeQNMN01U/c
TWtckJmMhpNMTbwbNcG6oc+m2LVW1nsSbgXQlkX9SHxl7FR6K9ixBT6jkrPPixrkOzOVencg2flg
tqP+IyQWnvg3Pf0Rg3xPbBQXvXwX6YUiHDuCt7ptN8kdtrh0yq+CsRMSj6zidL+QaKs5wxQMjTM1
mFI5xpNYN4V1sSVbB8VJYGZpwuQtF/cRaP7EphsH8nokeLPUjO5qCTXlCrHSPTBI5EjD2mUvjAEP
TYTZoDGf9TG7tiDGkkY4O3mVPcsdATqEpD21gdW6SjM/YJtRH1jw04NRRkVlS3Wai26Pd7d3xMiY
5+cKBWT9eRCy8qjVirntGqiFWtG3z5MwxpsYVPp3IuSSysUutDzobRrsSX0M3TDU52cxGNvNNObd
Q4Jr8yrPteCRRCDLTwQDKngzaSacQ5JT+oSKnsGZ9D4tm+xmauP8M1nxykvWl+KVIS4JmbnA+Msb
eR4F3odciTcEngjPZa5Ptz3BqfDf5Rp1GnsL8AF6LiT+QPzQttLau6aZfonBIDrzSLyA0VmGrZt9
5i6SJIGsUvp9vIL9oyi/yYLgcypOrjAY4lYYb+oSgOmkqemO0nBMPTj/SajWhE5OKTb1IG7yBME6
2NjeVQqBzB5Fshy1UKdHKZuJD02cFjeVV+Thpk+gtgVxeC0n7Y9AVLqfXdTQaY0tCUC9qqYAIQ6q
FEXCJ8yoZhRfNaGQZe11paaxNnvhSLD47LVsRTE46VogU5Vox6p/4lB+WAJd+a7gZ/vRUZP9rJWF
fhu0kbqva3BUTQd3V9CcnvArNELwXgVzybZ1rebbamlwwq2enrsk1r53HeGFyWTpjoxus4gGy8tU
abGDMBqe2ihQrgvhHv7brDsBUT0uBrvx2NdTSQRNklxZZhp9SawuuIHJNByDOA+PfV/gN5LxAm0i
UObXed92AOsFZYOz/moaSZcNjIPZN6U9TcWLPCs7TD2RPbQFsvaqd2QSnnZB0Dyg1JHc1hLvtGVC
2lQY7lh1tOYJYwYIPk0bIa3TfVl/qafIiYlrtkM6swegG+ZtkwV4uqNquLGSnNAa0PlPuQHZn2jI
orXR7kMkkpI1F4pq5UZMpdQuxckgM8Iw2OhIZRl7qDDdpVm+Z7S3pqrVU1tUxmFXEZLlFnGk/BoM
nHqgJWyhH+a7dc5kI6YfoQQPuP2kA8+LMqMuljsSWgivq2sgenQEHvW03iAkk27MTCi2pBNPP2TC
DDdj2+q3VjhL+6mLH1oVU7TRzOUjKRmZQ1hF51SYc11ULCMOxybcwrYIPd5f4kJiuqZ20YkPWSOU
90M7EX011Z9FwcwOJKYZnhGGP5inNlNNcC5aQgUJKYwzo7dyMMFRvTx0kvWETtXYFEW0YXdAusSQ
PYdkqtqlqoWuQseZit/c3NI8432cps7J5MVumuBKw+v4lX0+VDIUMLYSZOJGX0Yfe2OxJnv4AZla
XpRb4w2MOTIA0k9qNoR+TdoAmK962hCaYm5a1spHows/BWrd8JiJpCpT42EYl8/LMKYPQ5vUyD7H
4Qq1Zr5VhzZyyqmPNj3aT5c9CGYvFbUiklCkz+V1OPXXLdH2SCNl82AlFe5MbNs7KhTzIaKosQW4
1TiByjom4iPDyTETBWwZiReTkNFy4nT4iSLVa+HOFHsAkt1cgDsObkh4uE4Nth9l3xJmqFLYM40B
mqtOzEU+MTE1CzNVlwaPPVE1Sa9+XjB9kokq1PV9NPUt/Dq9lbVE3StDpA7woSMNyqw8S1XkRUYg
Gk9CFqYEt+HFcgnfNbtvLQmnN7NV3hSSvJHZYqRZ8cTUrdmqLsdON3SSN8UCzIgmSjD4ytuuGNRn
qZM1ivHRdrKso2zUd2SwApoY5qNSqhxdwogVUD/SftlAM3ALFI2JSBFZiHfoNhobVEQB+pqY7BFB
efzMsvptGEIUrgR+WFaq2zOvhTmNTjPXDXstCkFiB2w7qJgZowNa410RxR6Z6wShNN/7KoyOIeEP
D8IY3bIVvY+Ru28iQ9K3QlqKrtymMP0UVjtydpBE2rzzzFxmkH6vy0h6QHa+MbJ1nxYlwNnHQPuk
jVXkalAq3ZBQvYdRzrmXo/VTs/ri2Escb4dJ/T7hvN2Uk9HcCU0/sIgEXYWWNrmiqy5iyOrVYZQj
4jXnOPH6jI23V/Uo3zq7LKN4OTZNKPduZ05leq22cAaOad/muI0VbUqMnWB1ZMNEcTALO3WOkuGZ
oMPY+j7PLYGd/ykZ/f/j0oXwK3hrH52Xrom7av7X/wz7Nwem33/ozxOTzAFHoZRDnfc3epfD1J9I
XuMPjGrYudc6nEn1j2PRnycm7Q/IgPDlkD/Q1zNXydifJybxDwO/FKqcf3Ri4jz06ryEsUVfFUaI
Khmfc9NJjdjIoM2pWd1ummKp7bbWtAcDgf9GCYqLZO33Q6H6xChMJ3yt5p+UFEpdqbQktprNip6s
8w7TcOozMT6qTXDoDGH76kHc/ucaXqeqvKvPrLdckoGm45eH+HF6EqxEc8Zo0mz0XnlUSe9ROFkR
up2AT5qz45IQYPTxiO+KaeuIwJVX0Bv6iNOz59CQDDn3jAjNllj3tvamofaCrLgkKHiPFmEkmbot
YHSWebiHb0+5WlU2SWHOzaYOg3a77s8Q8HacSocqnPelFKUHzWi7R21OKpbYAXjc+MDf9HVQq8/5
rPtFyXJAXIC1EKvT3IhqUHm6HOwKtjz3Wp/XF2QW78W7q1xEJMtjfce4Q7zPrwuaiUzBPbPCbJMI
3ZHw3qs5b28N8ojoUpM/EYmDO0CzsHOyHrxlbMf/lHuowoQ/yzNvw2/G0ZsXff0B2HH52NY20qk5
dAo5K5eZiYxNarCCFEyqh5JFa2NNnRsbQmGj0NlZkuCYMNoAh16hfN1PofZNFMdDGU4EJYrLd0SA
l6Ar66Wf/DKD4FXExfAkVrHd21sTE8wcacCiN4Gcoklny10i71a0FvtWIToEHVI+V6qG8CJZQ6hO
C1G5/fjNJT/l5EcwESm/Y02A8QLlPdUPJQvEgzi24k0+9uEvIZm1r8ThapFjsZndCTKhdXbULOlt
EWf5FyFoHonKIr1TKMLCLghd9IYKtPwim9o9f6zai9oibuAPqBvFGB77oOcgSkyuY/KFuFZVPpZL
uZu1MP08BRt5UMxHFfug4IX6qLJ4IwAcKeEnhuwRzQ2KCazA0l9xFGeVDNRBfNGrzhjuQyWTXswi
S66LALKVLRFT/IVU0+655T/PQhmIL/NSjhUbhGYx3EIxFs4Dcz3dJkWcy9QbgnnTVonlD32Tcx7S
27XYIILvz/P/zd6Z7UiKRGn6iWixL9JoLnDHt4jw2JfMGxS5AcZmgAEGb9PPMi82n+doWpWRpUz1
faukkkqlcHazc/7zL805mIm1jEkfmzCscsYctcKYdhuCMMr3AZUCyQCYJrEMlU7Sab3uG1Utu5JE
1D0j+Va/gtZYYr+k5uKfPH8iHdgV5ZGkV4fUa0b2Z5QYbTIRzvq95mBPDuI1n6zMsLom1ALX7dJU
P8hbEF1cWmF6rgbVvi7Z0F+jyjEJVcaXzYtJded7Lsh9u7gEtNW10wfqB2GYy8E32ui1idKLYxXB
um9N4Kdn1DrzjRXgqzNZlX2sVFHi+C3daUuILBiCKkOM83qmE6c8V4zyJrddDk2VUgoOxTQZsUf2
qt5UOC+Ycefj3ZhTn437YQ5d7CszOW0gbPjX0TogXROVPXyRZELfZqMnlyMZxJIU0yzgYQKrmW7S
k2a2bjCExO+Te3nBFFxTqFPdmf2RSbPkIr2wpESjN+mWY9d7VnmUbCfblOx6b0PFFOxyj9SzqZP0
XFDx6/DWLoolOxBKZ6bbySlpaJFSrRuwFauPXUc9u5knzG3qDPrddjvqO0tIdFNlTw5HMq1qyW7W
gTTGrSkEHgtlKe7T0iVTZ1xq4ylrQ13SUyi9bbrGcpKxnIzii7eGpN1pv/KhsqK3ahE0B969NrAv
O4bZOJ/boah+9MHifg9VOmecrQVlJQ2Kw2qWzU3nhQo77EtA7zRJTGXCOzLa9Ib492foOTdkpwbf
1qh5lARtPQdNXV4ZVTQeCgdSd2r2strUYe/eplLXcVNdTI3XjqZvcmDsj6l/v0RTfrQgVyZeGWVb
QgKdwypNvUErIq7ywJ7ianS9fehMPSbVI6IuW9BUrVH7PHRZ+46D16uhs2xjO0t1qCTU4Bpx5ZY6
9wtmy9nOJj95W/lLulmtNoyHXhn30DhIUxThLGOdE11jEUHTTvqEt1RwNbuddTDyfNxWRd8fReu7
YFIw5VrHOiN2cBLDHm8Xa7y27Fae6ijaMVDUR2LLrGTN1XpYrfARUg+lODHA+HVTfDeVcWu2DoEy
VpYnGtcz3GuD+qha/Max1G12DkAm/KJofLN9HH2azr6zZ/FDMNs8kuGMI2BqeE8GocpHsUbFlRbl
ly5b5xuin9cfWljFc826+dYHdX5EmlhvJ9Xco6/xgQVrVvK6J0jOujQ1A/dkKwkMPTm18BmLjvgj
Z5PBh+vyieGNuYJDL73cSgacxXauq1cspJ2dnxW3ts7ldpAtecWen4dFbJY1VZut2m0vrYe5wKad
WKE5eqLncrfN3JyakvipmHy7ireq7s+06/lDiT9O4Baf3NJ2KY3a5sr3yqCB9bZ6r2Rkl+cUL6Wr
wq+nhBFld5pyNW7bAnsfY26Do7PM13LO9K5pq+Lc1MX9XFhaxP5KBZlIt+/5osnEnqpl/JEbIR53
qhj2pj1jOCS0fB17ZKSxna1i70ur2vZZdazVnG08VGa7TA7fhCsJP7L77tbCGafZuq1p7GnFxh8K
tDeKq0iAia1LXx2CmbIiloCum9Z90U2ekZCi12tX+9F9U0fLyfJVh7DJFadABM5LzmKxx6ICLSG5
mdeWwvkm6JqvJaOw29li4kpuADnCw/oQIbA5hAb94Nj6NH6OXp3NGrnFdddQqWSB436uEeq9VY5q
TlWjoy9+r/TnqgpX3OAJ92LI2TrXSjXIPvKCfSWU1UJkgOPddS1VoRCFeoLetu4IkZ+BaCq16QJH
JBPwGgbs2XIk/9DbFLYJ185O2+mQQcndKT20iSVWJ06d/FOfZ/gHDuMK4NAvw5ktmd6ziFqsmPru
2iS9MQkLG5GcJlW6y/N1XxQ1dllO92Vq1tPUru+lDFCjpaJCXKkA3cL0y8DylIR18xANzro3K+fO
Ge1Nlef9e43YbY8e09xAmhqO+Kcn1lT0d2vu38p8fmwGbV910v6aOWG/nWxGh3lzEf+mJfpxy9oM
KFI33SQDHNCqclMb3ZelmvvbPtURSiowVBSdLihwYS3pvinHOfEL9u3Kn5sNt/NzveT5HZA8U0Kp
jO92IB4yVIFZtAJchXmVSIu9DSer4rvfSeuo+iLfFVEe3Y99pQFmQo2YccQ7MmuV68SwQfvYlCxU
OEmNO7Gg8CA88Avo7/ie2/lQkbw26PNKUPguR7oMNGH37hvVhn9e+bpyok/5ZA56FNVzYagO8D2c
niTJ37jmDc7TVIVjtwlRt6fKHyWOjW6/rVo/uu0zBp0jJ/2Ii9j0OeqNAsilL3HcBhssrlDCWtfz
kkef1nL1SRNN3cqMlWGbL3wJxZE5Q9/HwHvd99ILeYWi3FNv62Ll95Yx630h0yyA+YjcKZZjaeFo
6bhpsykmB8G/tSoVbhcddtQShUNNV0izkDAuw8BCRhoxsMeXg7wlufT2rZd77Z2B6y0IYN23L5dU
NnMrPW13hxUvhi4mJKh4aguxkg41zKJlzOGLF6ducKbIw374MYyjlrhr6daLnTIkUqj3BvlUdSu1
Xt5XOJQ249ZbK1YhaVjXtdO556JbW/dUOlmQntpaEL/h1713Q1iF+OZXYZUlGCE7x8FXzjUq8fAg
M1c9REsNP7Fgf34VrAGbwVXNox7bxKldfSWJPOpj31QNS5aZflpKBAx1nc5XjL/mwywzeVMwMvoC
HEaFGXtDE31e5Bz+qOpO73nL1/s5yNJDg7rc2kqcZfe2hn8K3NZaO3SdpK32ZUVmLSqDApy8WrMk
XMrlTtiZPz0UUbjk27Ewa7ZAn8CBQDn8LLnSGz0GkWQeUOMVS5UjN6PNItMqQU4F1g54XslGv1lz
Hd2Y3ejl0TZVynTiXpBmSShfk9fPFSbLXwNaq+/ASssjoRNDtFWV7JHVXfINPJ2VElG2aX4pQFgF
sw6zfeyypsrvpv6yGLTRuHgb1g124aWNeJbp0j50FS/Enswp46w6DUbZ1boCn5ubxLby4c3I7eht
4LfzxDL9euurarq36BFORZurh6ZYjX21VOo6mLvhdQh7iqVgWDtwUXPSL3JZ8BvouxFdrJGtiK87
mJLt0XXwIaXuXJ11U6d68l+qwqMQw8fsBpmkibGCEn4SRgOEYR6t2BEwYqXnqc2XlLxbr5ffWeF7
hV2/Y9Xh3pHMqp/MocqrF+UZ4rhMxDrSEEZGFeOQpl5KUWd3xO4xsw18XT50ds/U1l2YwOFSOW1q
s4Vd1/WwbbNp2q5CpWWsCzvfT7bBHthLpndOFXlXWUMeIbO0qXtcLajKQmESDdumCH7YUTkfymU8
dOZCF6LN4VljVIUoXKyviuyRgz1X9bjxK7Xu7bDJt1MWtfjED2kitbYPubH2McVDflP2y8SewCQq
a/pul7bpSjJb0H2z0xrAMZ2wFkVGbT6tBCnf/+wh/wch/BtCGP0RIbx7b97r//Of/+RTMH/+L0JF
QGopnXeI1gEQAGYEqNj/hwed/wCqABa4cK3hif6DUBH9h08SM8DgRfMT2jAv/wse5PeIToCi7zo+
410fhtr//l+/wCSknP3y3/8E0ewLKPdPcAKnuwsowb/QFbEGceb/xG0aL4gYDmk36VSe74husR7t
YJkPK8K2rR1q+0z+ozpOtBLOJm3s6CG6oPueWYlrxzDLrT0OuCgqc4JoSEOhsPIj2UErYxux8O39
nN/JsDZC3a6b459hjZ/qug9nH1rYQaLvgpDC+f969lZlQH5LIyepCAq/q/O0uIqYQWGyTCj5VjXe
p1bgELkswqA7Lpv8tAhgUEeis2IQhd5fhHmzm8xiR+iUm2gXl4pO1eVpaCTOh/74ecjbB7KOuze6
WHblgi0irQJzawlHzFtbC1wI9KL3nZNPV3lkLtuUHXdbR8gWFKyusznVBWFVxoDA0mC6M4b2jrmn
uOrrWv8FEwVQ/vA0IdKj2jNdwtxQ1X24Hx6MrnasgCrCvtZPlSwGdONjl12lEXGBS+GUb5252joe
CST/87Owfn+TfDhARNIBWMLPMS/n9g9KI11ojV59sJJx5l+riKJnhbxv24aF3kmJz0tABkcwXuCW
aXox6LVPjKe+/vk0PqLC8IMC+EYQlMjxQsj7ATltc6Y5iNhUQi9sxcaFJmDO1Q8jCF/IllyP3Ie/
+b9/hIU5ZIiiHfAfNfsF5Pv1wieZp6PqApWEs8n42w/f6q5/IHvxbwf6/elyILBn9B+ehRTrA8ba
SJZ3b/VV4pKdUcUrVqb7FPbTjqbW3TKHIv6pD23EVML77+K7l4sEuuQbu8SU/mY3nPJkMynJfi1T
JMu17GQS+k25DYcsSCqzf5JNinEARJ7BWl8unUb85wf7bxd/udEOYxQY2x/v8oAnegnvRSWtl76Z
afuuO/9NOFTKHcPsWVng4H/jHH9k6XLRSKFYs4kwwQr44ytd4HNjNmOhEjkP3rEosgFT/VA+//nK
fn9/qLJZzC2wU6yTPop7Ru0OA6FhfRKURb5dIrdhwVJD3JR42Pz5UL/B9EweAbZcdhYsH9DefWCZ
Bv4MsYoxBo/RvRq74LmzvO8GzdumME0Zr6JPqFLAE2jcbTW8/uXwv3+dkGQvJmhsb+yF3oc1YnBX
5mUOh1eO/a0v22tT95+xQfrsZOOB1ESyRrMUsgG5hXnwaBrR51nAXPBWG1qY9vZdFhWbMSwLDI8/
/fnc/uUp/HJqHz4uMFCMWjJOLfDIjmmiu8hVX3g0hz8f5l+WSW4B0x3GfyxPrJe/rha+UcN8sles
q1z9GGCDGrbOS3Xp8MJxhN0idrmZQ7+DCEgVjqeMZo7/53P4/bXmFFigMTqhLEEa/espFNSmoh01
L0HYtUkA2gkfxun+cqW/TRyYeeD5yCiGKR1s+g97kdkKvBDNiaOI4DlbgidVqZeG3bbXQ/LnC/q3
14oPiBkgyyMWwh8WfeFWmPZ5Y584q+wPaxa8FS10JHvM3f3kKe/imLf85Sb+2+WRfMbiAHIEs/XD
c4x6GPFaDKj95PiUwVuI/bxHBojXRu58+/P1/dtnazuBH1gB8SKo/z98tp3hrzbAYZ9UC+kNwCka
I2KU+dkCbpRLMe+lKiYIg+Fbi62VCTbzl6f5r+/tT40rml3ULM6H72OcU8PEXrbH89W9idjir4pu
EjuoqVu9jN8XHguW5aLYauSj1K2wMHrjL/f8X08CmxXWf4jybEIfHjRQdtvZedMnnm7fMH15WCz7
BpnQk7TkC6XdHXvXCinzh4vI29Ht+1+ew2V9+rXeRHlA0xhcpsA4RX54Dujh6zEbsOObhon5xmRc
RyUW/GUq8kR5zW5AVjaVRbnzu8iINXw2HBcdj+Qv8tmVAlVsFmtTuqhr084oDyhkTbQEzd9iRH9/
OWGYwNShIuEkCYX59Qs3wybIVyb0bFzuc4EB40lE4T5gYB6vE5Zwf74tvy+dbCWMfek7CS39zb57
mG1/VKKyksgbpm9lWTx6TgunzfhbeftT4vHr/ecj52DEoyKztz46LwtBnocuXfPCwToSfP+2OqW7
WZrhTuMZiU8jxJ6sx/e9qxtmu3ZE3o85HyTBPyN4etwEDpOOnHjtpgw+K4KODmp2s1g2Newmj2IC
IuV9P13Uz0ihY0iy/VaqhdnS6G4CU3/NQGn+fPc+Pit4X1hgcC2X5CCfBMBfn9U8Nrkv4cwlIw0U
PN86vNcZ0FkIcxhVX/O3dfnj6v//joelFJ0njeTHaJa8VmIyZb8mPdX5VStM737IUn/756v6uCRf
joLJ6cVOnbeQmvXXq6owOqvBvdYEYhlwr8y/rLr4rFx5PdRmEkHv+8sBP36aHBBbVdgHFDWoWj4S
XbSc85CR4ZLYWZC9ya4kXGjs3u3e+mpVgL/1VBSxaN3mL8f9jXhwOTA1MSkjHB8brQ9X6olQCRWG
OiFWCHNUdiG7dZ5SRRhrOQ/OyWbAJzzxHK4/cj98bMzi1g/xIaQCWtv6zbZsEU9R3v5lrfz4UXJa
NAqsUSiFsXP4GGOMwEENDd9CEnUwH1OduUdwYixZcS09/vlZ/5Z9yLFIdPnZAOHe73z0PygXY1SV
UWjWQHIP+7XJNpkDxzeA0ZnRJSQrytKtv1rv3pzuoK8NGzo/Y+O27o7XA1B+Lr78+Zz+5XXAxg+a
DtsFddbPzOx/dKNj5+Ycq9SJADLegfdCl+zIW8Tp+p2R5psY4SpkRZXv/nzc37ZqKEIm3r78wxJ8
aRp+ffHBbFjPNUnDy1D+YECM5TUWpmW9jXRTJHYo1uu5Gdsrv4IKPiGXC+Ku7tS3P5/GTwuNf66U
l9NA4kp8nYddxG+PZKyAL7PRmBK3mp1vnkw/lVNxO5v2SBag+l7Oo/80Udswmrai7KEXcjlU1bqt
7Si/N8L+CKwdXo/kEx90HxAoBecXIoiBhKFzdb9zjbW9D4w+v4UW4h1Ld7WOUbPOSYvf4iev7rxD
66zmZyVXe5+6bbRHzAIlsm+6HTHJw2bQZoysoN5WWAmf2xmXZ8ZuG3thEsEUyD7Co/jSGAH5q0Bh
70x29QORzZwktpSoRtpdY9sv3ezoh6VamzhE53Gw/cE7d60noEpU7W2Nz8Q+h+GSQLVgxD9B5t5m
86xvqpKZA4pCUBEf2cOVnq3yuQxa4e0Z4DrrXz7G39d4NkZoSZBwWKJIefj1pQD6hpJckec8w6r4
FpJ//GxbaXOoV/PF66O/iVj/5SXkwVOt0WKBMP62JhlLtwhvjOYka5wnL3OfeYZf2kB+HoeyjIvL
MHYdDowik2wxvv751fupXf311eNisblGBoGNCIv/rxdbF2sT5n41JZLZyctoSdw2i8DbQjRKvyIO
Jm660p1BIImhH/w5nV8rwxFPedUHV1nQ+j8mMfEiCm1cqRqOcmxUiC02OIgxR0svq1mJZ/0DYLq9
YSAFUzngh0xvMPfSaS1mu2Ox//M1/b6auHy4l2CeCyCAZvLXS6q8BQP7GRKU22fNJpB9cUc2ZEgC
t+bd8XNy2nGYSJQdVH9z/qEQuLwdH24ooAe7F2dA4MPH5TW3UpVB71FJmsNp2pUCQgNeNPXRbkMI
AFL68lNboP6Ip0wHR4YSXh2jZalvU1yWv+mwKF4zbGLpJYvi2AyevltTLwVBKkf3ihHv8hb6DNds
Of2oRm2dBT66V3ZpYVg7W3ROHdarLiS+MDqosdbTziiW9k533qfGss5mUFkH227dKxm2sEnm+nmN
6nenaTK+O9UenWGwX+FPBJ+ZMcmNbNvqptEEqVfQZpDa2N2dquxgQ8USPUyLK8+zaw8h7rxjXSey
dh240FV/yENhP7UXQ7ftZDjJyn57QIUnP+XKtPYi9ZtNxVwNh26JcXTBNvOW1+38DG4TJSWEiD5h
vIVAqxOZ2GDYY5DM5pjciJpR53UxVMPthcNTxUzi2yucgplxBsO0vhvlaLxTZ1tPw+x4757umPUa
RB+1zECRBAhlyU+aae127WZ9jxVztcPaej2aimFvlYbLvTWl7WaSuGsagx2AkwtGirkdBIyfRziH
hjMRyx6H3uolslGtsx26pjvjqKzw9+2adJMvQt940mi32DBk3Q6zgqrYpIZh+/DPFPeCkdFTjQxF
xHNmyk9ILuRu6Oq2iC3HiM5WYcmbYdQpoYBF8zl0uvwKM2msD1oGyFGG0j2coJFNfqBE0reQoVC5
NPUnahksc0FOoaPDezhUjJeSBqITVvXo3xbS5w920ZXfzGwa7xjv+ZuljHDlseb8XNVanBbXLvaB
KLBcblaxCbHe3Qxmzau2QIfICdbOUxMqhtGSKaWmyG9jZwiNE6pH77tWeAhSSJgZsks6XmasCphr
j7wpdDc+RJI9nt+dc1x6mmJCnCZmFbDt8eiVMKoEY+mwO5jM/RJR5sYmExOKYz91jmHdFXs3LMYz
9L3ilIsM79cebohp2HnPBD1CUpLN1XJagyW7D3yKltWT0XXpMJxbRfFIuqR1jZMZvgSyN196BF5w
a6SXoP5Id0NvWnViFs1IEmTZbbvGjxg6RtNO92HwuRh9purIvjqi7Mt8o8ulfi2Ih2J7bZYblF2w
QmwD8ZVZR/ZpRpGwKdYgsZZw3K7aN/jIrOIB5YQ8uW0QvSwTuqs+9fRDb1BfxGsbdjc9SWq7doL6
MS0Bd0RZZ9VkHVxO271J/SXR3TCf2tIKziQuYcSThdbWjxQm/0U9qpjwqtCHTOcZJ7XMRPr6on/k
M/k0Br2z9eG8kMIrpr3q7eAYqTI6mWFhHFZPFdsVcexTUSpCPrM0etOW0A86t9evsuJhTtkc7iSL
5kMJvnwzmlJtm6oMz0td+TdBkE43/bgGX2x2ga9RY/Do0lq8Sa+0IZbzTOeh9JNKD+45LTRcLFq1
9sqSUa4PgSrL7VD3tH5LMakblD5MqwpscJ8YlFM0NCHu61CKN0QxdFchxOpbA9u+CKrg3Vjb+qHV
TnGVatHuJoD9nR2kuPrYoZFUMzI3DeX/qqMbPsG4ep99HY2xSoWxMQ3lHCrfu/frgc1I9lFiF764
K2hR75qsTIcYrNGcCAs1cEtvV+dmVoFAj2y1FIuixEos9q2yqGNvdG78wpuI/Kjm58boEsiN62Mx
C+scCN5fDtGDm07kEIjSRH7b946z+bkLwkpi3DWR4EVDUlzM9VP22k9VwN82Qyg/2WMvrgYn97/N
uoF1083tlRPIYl9DMkvqprYIPuhLDA9mbsRba7qco6Wn5uy146FXKabRFeSgPMxupyjsd430upML
nHguyiq8NwQsj2YZu4cxDNfPaz8Ur/7iLvdNlD82c2t899fAZe2BOAGGZp2dxaw3lSBRWyzreBeg
Q7SORmaNy40kNAFJ34DoWTdCBrdSiN46rFMTPgCmyNNalzauuyF/zJwueJ6CCXm4NqMZgd2YTfrQ
IES6LypXRzuknOOWOzx7tIhWY21BaYXewlI04rkjU28/+hlkU3L3mAYy3sXhu5vWI/F4RNfIprmX
Jf51m5B8z00v+udKm/Mm73v/tkVJ/V1Yhn6tcpLwkLxO826ydPqKKyiGXbnR5mjzpvZNgI4HuIQb
fpvkeGDthqgvoR/nKkIsYX4jLyFIxkntVInHmQNjrIRA6t2gVxSvkdlU+yINhB9XiOQ37DLzHeD4
9JnQvvK9NGsoOlJnu7pxYMxGerYVjE17QK7aGysW5FPTbd1ShRJ38LU+eNnKemNWxzlyqnvmo+2P
tXHKDQzBBiFoNM7PvnaWO2lMoCIZVNXG9dqaFAjpnKxcdLusbcaryWcmU8o99Po5IeLCfZ8jW2G/
5ujnNI3kuiNKIT+nret8N83iiwym4DZTXv/NkBV14ogU71nPrClMZwkQkJamqillGDyvq830sPXM
s5QQrCMx2gCPCsWsaRPmIEu0iUJUn8bVjDbT1KOvbwbs0DMUgm32aJbTFf3OsHG0YW0iTFPRyd+T
eNTE0YTPlKH5WKfMdI6gjqGT+CkNzt5Cen3tSIRqhqebh8Ws7L1pzWqbM4H8rAUixReYLZ+Wws3N
HZs0tgJjfyku3IkHNLR8nXkenRZtnzLq8EONES4tBz3PHlrLXTUbDdQVjwCMOLc7djlncFiCXadn
aw8a5gjck1DfzXOay/hnFRSNGfSTXHrHdhrKFTpK3R0sXZxCzvGGcmW4YyGt4kAFL7V3qWP6KrrC
uxJDbzHdz1ZW7Ni6xRVeKlfmWGdb5Xfhk6Ca9mpz2AcjJbVRTRCc8uoAG7tmASX1gTYPu3o7eG3S
OplzZlOjEVhsyPaPlHfq4HnNGkuz9pJQBkltjP5O5nUB1bBBPNzOb74YjUMFqSrWs+SAXpm/cIfK
L3WXN3HZmMGuDIPs3EUd1XUYHfGtxxa4todbhefMcbyARn2X61cCkIrTUGWsQH26vJgmYt024FPB
0TiZK9htFtklSNI1ND7dwgDVYXnEJXxPWuu0cYYZC6v2UEi9bN1MPPExV5syW8+Yz5FoYsoyGRbn
TvmzyZdvufdhammwRI3+Vi9kn6kib27LWS539iqHetfj2HxeLFZQj4HhPSQtghsQ95zXRdyyt+Eh
wJ2hgoU8t697ytHZj4akCHwyGFno7j09Mkutau+aONfuYXay6Dq06q/phLi0qgCwtv7oh9f68j9M
IhKzjWsWyCFactRzw3Uv/NMwGXTZH+iBIBdNnT7ls/bAw7Lxmd+5mvi6TgjU1QW1t9R7Vr8vQYFk
WZXztuWtPY3lQkXmkMHduZVLnZyKa3vEI2seJM8wS7ukSOuz9hrrbLi8m4Iaw8Cj4pAOqd7lQ9TE
6Mtd/nz+6uAim+DFsJxRf6/w/az5aM6l82wg5Liummx5mHACODqqNO8yRBf7yTZpctqxNPytZc66
3jIw1Syf1nIdrDbWOL27PPtot2MRtYL4JB9aR1e7wyaY7BZ6Wdt4N07WlE4Mgd6t4tbgrV9p3CBb
Bd0VM5Kij9FjOqSSFy4fz7haYtlYjVnuonzKk8yB17aZUdNtheGs333hy3mL+TIihxUnfur0Tvl3
8PwdXp2wbz8LpKOPk1HKI+xn3e6ydA6xtXCd6X6Q9LkbYa7zuUMFAFHN1rsO0wEcRBCMRJu2X+un
sRLGdeW46B/G1acAaC0DzAgME37NdiQqJE4R+cHzdfUDQhbvXU81Cp7Oc3cgWQ4P3cTWpDADWG0h
zhywUhZZ7WdM1q6BooxTtjpiZ5WNeCBEC1Z+Z0WfcrJQXtF843bhz8W+vez5Vt5QvlQFN3WFaOzH
KmhD6L1Ugi67IHk6Mrs1/UZRYq/FYWjtBiTXk4mujA7bkGjTTF6ETtnUqJG9EMOG8JLC4j8sal2S
eunkjtCpMN0MSJmTuXCCw5RnKvGXSn5deL22ZhZ4uzTEK82jamS2rxY0Gx0S2DuvJoqFHkFe/yTT
KBdZAMEbEOKstDXfyXn2t34fWqdUKMlkDEMLCc6NP4NCDL42kigsmEpdFWyH2aOoc8hDNQVWLWaZ
9bvK5uG0s3/qouV8yZp5WaXxLWhE9jLNTvFlUqa5W0l3/DoaNfQOs2yhWKvmYa7G7DR45GYuxsTa
DqN/m0uk35472yQgNZH1GLkZGSNy9fDVuJzS4IO8TNV1qHpLxp6Dn/0YTemmN6buegoxO3Wo6ZSS
xqGTZZc0djCeTNDrvfai9GStTrXPDIWdV5Oa2yyUfKw9Eyc7a+Yrorp0rGVP/2IM0EfxSMXKbO3h
iQC6HjwVIbSmYiALqmkhK8dll6kne1nxpPGRv81xWeddUs7VvgcSuYlMENre8aDaz2q/Oj3lbeaM
3EUE38dZj4i0HXJs28KZXl27nI9SGhhFpkPF+9v0XgLC1lwZdcR+19vbKX9aPTc/oblozVjnFIxp
FTK+keynuPT2VHeNQyMgnrK5SI+pZWbbBkgCBGJ5zIbCPy1T1m+LEH+DC4Y8HlPHmnaNUyNSITCI
OByWpKhqa/wZzFVuuGn4fxM5vomo3RMh5hJVUxikpPDIkT1KDFZw3ZfqPOITGrPtbKbImb5mTOpR
taWfIhtu+FL5gFEQ9u6yC70aZMSNW7/yN1OaXkcBhDNfDfNuTUWUOEZ7XPHxjw3XeMMbAeJy/r2x
amSj7qWJm0k/UmL1E736A5Fb6MZ6JfGoJ6ZoTrv1aWr4YycX60ZpyzxmVpEI4oBiepXNMGGX3c5Z
BwxC2LMJ7pDIPDB2rbnuwPczZo6XHQFZ3Z6I0vk6FCB+ttuSnxOmYluly9PSO83WDBCWmoYf3JDo
5W28Ql47TVkkZcGr4OUW+oDFZHRS6BtMCjNWwOohRTkWewWhAVoq6l29x5bimYfwrjLxwo16Wbzy
MLv9ftH+1YzU9KZjR3aTqc9w9y2QCKUw5pyIEmVdIrKmAxjGxLvpOzLHhpNlUwStK4RcVso5JsSG
sLbCqZa7cO31vVt0kMslWXMProemrcuETaySQL4X+d7GtJrXlRllG7slhodDBngSkVWRLK7KyDdJ
xz0mJe5XvifkGZdln3Q2G4kM8SexBCwijYREOoJy4O1hhVL9X/bOZMlxY0vTr3Kt9kjDPCyqzYoE
CTLmyIyctIFFDsI8wzG9Uz9Fv1h/CGWqgiAvWXF713a1kEwKRTrgcD9+/Jx/MDEkVjpckBTtyZ5U
fd1nWXlnAOpbgfL6DMMwci1nTMB7KdM1oFyoCXzNXQSofx05Gjczp2vIhBA8S5WA+3ykOX+ozfQx
hXaG75HFc2gxhZYx/kFxIllXTvRRHSQBGDPs1lba/sDhdUu0Y8npXK4pb6oPhtqpmyh25NvQ0u1H
zRb2XRQqhauUIt6BjcvuAvyxALbboJRTP1zlvcD6zk6jT/44FhzfiXHXhq16m5ZBeidXCAu3VbCV
e+2LHSjoXuTkDtABjVtzqDM2V2/uTAQmvljKMOwU0aw7GuV3HakB6L52+Ob0Uvm+iAe6BiZXF39S
pitq3PQPTI1qmTFYJXykqtlBTs3upCrGaSpMnW9WgQkgwMrCkVdMANW0FEBBvQ6qXOKkCGUz+thS
5DEp4wBU/25MFgdUqpglXuRCQ9xZ1kmIgyBwS1mEzxY1keuKPfFo8Q2ug77Kr3NZG23Xnqzmp2OO
IcOFMW2JsW13eTwG95YFo8ngTP6BKpH0oay15E+/zMabIQ3Kr02mJe9B30Mfs2QqWhZmSe7YG4qH
AI2g4d+o7izDs0H7gsVTBAY6SZXNVlTrL4HajE9KHtXe4CTdx2bSC4iCopXXrYjCne+T+ASxHN9Y
EKU2tOrL67yI/XTDfWdYkfqY19AGA+7nrb6GkonEiBYWk6sy9G2bDxEdtFrs42pIqTsi6zU1ur0d
azMGFti1dwhqaKugG8MH4UvZh6zu6l0dGWQ1dhLQLq2gKtAT4H40vI+UHLJu5SgU2hOlNp6DKaJQ
AaLS2XTZwGcSpAzxtdoSXlTbSr85NefUZPVlvBoMw3mqTKialZaV6ynN9E/5qAWfJVIbqxidjZ1U
BcZ2qia5dlUVKJoMHBPZJDnrEq/6T1GDQHNrDcEHYvx7KnprGYt5XMAQNw4/JFQfSdSMbWVW3oAs
C4Bjex9EHGC2Xa8sBW1aRWGZCCf9o80oPjRoc9CEkP7UElBlclhS4c40THGEvqGsvQtpNqzhCOau
ZAcUfW32XJW0nyK72rN1xfdaUKyp075xi9Ccxa2K92UxW5768NOqEBcohOPKlTUaxk2tSAihWU6x
mQZsutMuafchVWzX4JD9Kfsc0a2RqVt9Moyf44Dek4EBritI9EwkW9Zx73TX6MyUNzMAdE+9XlpL
gWq4NZzfZqV32LWHSPSv8TUbrlAo0wqmjkofJdjmg4AWv6J81d2WAYECOqzylAjhbGShoZ/SGXlI
lhtwMWrs1Cc7Q68I0KrJYhrsx4qy1s3LhXsM8/5jEObKjaYFnYuWTbuS8QTf2XGK51XX29dRY15h
ppqiMaNuR2jEwaoC2+6phSo+KLqSeZ0+dluK1amEPFwRe1qXOju9FwNiTm35Na4L6zlHR+9LrbTN
J+pq6CHhrR7EbqyGxXXWDShd0SW4zuly7eE0K3cjGc9NNZklmkYJHo1j8DDaeYx61hh+Ot/rORJf
mHERM0ceMX+EO8AZHTZ7eppRSSir1UbRY30tNdXMLsVnLqEmnZb3ua+UHwye6iM9l58cTyQtaiZb
QPW01Hg253S6D2zTsyqu+qmcflRgSV01xRSskihH9ZdbzYVnPtGBN4jzAEk0k4YvDe/DZ9apMPm9
loDeLGL94xgNzjocNLQM9RI3Sh2gVjNHHFUUP0KNjYSjsHmNU55+W9qoWE0qoE+So/oCMuC4b2ZY
ILEV9Eq5DirKou+pyTlUWitAxYuSdwPShH7Uo88FEx5uqLu6n/irCjvDS4CkucV42DEzALjAkZi7
kIghLDAZljGxotuo2kyFkl45Bbamozl0seuH1lMZa8/A0z+O4InXdh13XBFI1A0aBqu2svOHdCpT
UIvGM6WH5JZGpH3XR3qxt6pRcyeJbhsOlgXwWXluUtUKzYRBmck+4Z814NsVFW2LTA0JMe4z6ne/
ru5Q0M5WSqls8rB3vGwCtmfQnoc+n2ffpRHWgJViTQgfLOFcmAqu3ab5RDkm3Mvd1H2tE2Vyaz8T
nhQ3mgueKCWbyb7aUA9QBYkV8/vE3oHGTwFcn4Lx5/lNcYS8w8D7xXnGAduAavYSueuMBYjRHrho
KRmj29ejh9aac0clPvFgOVINqkwrfBK2FBFuEDZUTBltK6NPLrTS9eWnBVihIvQByIcWDvLwhyu9
4ydlJORi046a+Wj6gU2vQusfXt7332Snp7H8+Z//8b0QeVuP738GUZEfUJdeLQv3uX3+x8+8jdpx
Fr/9z//4r1p8AzH513/a/0D39W+ak+m8g5Xwgr+FjaOw7/6mOVnyO/SHkDjSEe+GRDD/6LcKkvrO
JGThP4h5ChJKMznqtwqS+k5XABGAXXFm7D140wWt6SzNaY5/rwMC+CfAzjYSKCDPcZ6Z0VKv4ECS
HbejJSXog/RK9mhQhzLJA4JdjxdOuM/gWcK3iyjG2FJwpYyVmDwDH/l1KU3JU9SU3ZUc0UkKanlD
aQyuKIJ4yj3sv1K4CpTtq7pAVNtEz+S92tv5h85u7GKrmoi6vH1h3kbf0Zcu/myXcsTQvr4X0HSj
IGz/1333s25F/fMft89l84+tyH88k0Tny9+Zt8Tfv8Sc/toi88c/+JfNy0J4FD/nZdOItP39Oeb/
83/6w19r58IiJJr/cwXj/8rb//O/0eP6x89/rJ7rb+LHwYrkV3/pcpnKO7CA86eeMSgGuPC/VyQ/
QqgKIIUGiBcezaxc/3tFWu9mcp09ExR0cy71//eKNN8hM6WpDk1BA1w7/u2/p+Dhr6V2dkXOkJHX
K9I2Z0ogf2OVwwxcEu+ESqm5jOuRTDGzPkSDaOiu2mOxtopJ/qaVjiooRCT+tpcVcZtPdjau2n6E
xZ10obVXB6eialz7+zGa9M+2rTXOmnZIm68idIy+4euZev4kiRxVmPyS4dELkezg6QHVgSub4aMG
M/JyXLzeT/KE4E1h4GsujPGZBqH6ITGNkXKOA40/dJz6k9JxzypQz0xWY6a6JmXzUe4BOwLJxbyc
cmG0kggJBddaDCFWQqI2HIQU9Uim7izFHh9Eq/VftFoZjVU1abjLD9G0RW132phWWotVTLXny0Rx
SL7Hi5eWj4xo1qMZx5gFqzlNIiQkIm7s+hCtcDisaGjL3SWAzhJoCamTHEOGhsh86EAtD0OLIkjN
U7MYXF0xfC4yobUSgywBtIQN9mql/1pEr9maS1DtPBT0GAvEGy1J2SFcvo5iUZHpCuTEwTWtES5A
XspXDZb0a7IrDO0b3/ICkT/+O+AcnXp803MRJxBReiiZrvAbvwON+g7/Bi632Cwg2feii/6L4Wtq
74C/GRBUTVxNZE0hPP0ONAitOwDJXryOoWPNfIrfR5/9TuFPI2tRiTdzfHpLoDnK3DBwJKBBCAU/
BiJ7uVWnrKMLbQa6W0Chdw0ZLBg93g1Gy98Lp/1mR/ajqPCND9WkvGo6gfS5ToHl1YydWLlHiESy
gzkB0M2ZPwGbboGgQ6CV4x/tKFdosnwt7O7KzhHcj+OnQWquo1iiBkgrZVXkxQ2ymv0FAN8LPfAg
YDG+xSzPuEQLsvVilxIJSqUBFYzsFCmqSw0KnISeVPdlZoRo9cpTm600CScLbgqWXFJdriRjhbpV
v+3THHXfDLHBVUCTvaRyEoeuWYkUkXBavGlalsVfsPI3JaD/v5/zMyj7n2+7+XR//lE0Bwknv/Fr
2xnOO10l6s7kCThf9ry3fm07fgRByFYdTcEsBCdx4ujvbae9I9+cXQQgB8MhmS/3v7ed9g7yLn1l
9rJm2JB83rLtXgT1Xi84HopTHcgm8RpSx+yx8DpW57HT4DOkS+vYUG7owQStG9MF2kyJ4YsNFz2M
4iRflSb6kdEUrRuu5NI61I26xZxera/Cdmz+NCaU4dFnSfufnYTf3VQXOqhKdJtAZWhK/0PxbWNV
I8HysTDy+LY20+mX8+y/l+Krm8z8+c4txfA5ez5YifMv/FqJljrnjNSLuMcoEA7m2PJb4kF+x+pk
kWpoeEIVnJPQXytRtd6hV8DNhyrF/Dvzj36tRFV+xx/DGYDdI0BqtA3eshKXF+aZBgA1hswVJ/R5
4R8uRKPuwTIoRunR4C7WhtYjBFWb5fbVhJwI8MvU5K9RkKogoTbYV/PPXyWEgSGErg1aiV29v+5a
3yGkoouWSHqPS+GYI8aghxfSoZNvRudZnqUwAEgvzpSpCKdp1M3Sy3S12Ix1U68luWz+isT/XCKD
D3GQqc+vRr9MhuVC54hW++GrCRSkGgrBpVcoWYWWXpTrpiuHyOgXsgM6JqCNWa70NgpuEL2RRtpk
UnoF/BlsRa1Uxr6Sq2HG8WTfIkSkcaTIC6F9iJEyEp5aIta2CsdGuqH2KqkPAk6Girw/mhXXOrfa
WwEf876kdbhrmla64JI6R8nFy6kwZCyH4iFJCleSw5fri8mhTIyqZDNJ+oOkqlCO9TykLG+H6keB
GOZq7EuEgVrH38a13O10vYy3o5Jzs5Aqq78w20eJAm5pFBCIl9hcYt1qzV/j1UIyHYQebQtTETyo
zStdUYev0QDuYpKL8RNyXCnqVFpC97ubzSnpE0vyoF9QOzheWJwoCpwuag/mDPg/fAYD3diuy63c
s/y0/xyZTXbbWdElBvHRuoIyRmFEkfkHt8GjmkQk53LQB+DEAOau7b5Ir2STZicAjPrCrB7tzlmB
BmYcwYaB9Fmf5vWk6karKo1M7VnHpeQadZbhMwx8BdZMkX+Uh0H6oQR1F791fzKqpaPqS97JJVxb
7M8RTvnIugm8YAasgz4bUiBGTbY7H3qO5pGLF2VejemcE4GlZXWggnVSWqXyIvQjrhAATDapze5p
08p+6xu9DIVTOSIAZAraIsr5pZPoQ9NXntQ2MFbQUGgkq74//z7z6nqdOczlAL4Td0o4JwZ/O/xY
ca5C2YrLEoCnk66Q60t2ajt09whN1repMKy3hm44LQQBhrKVuQq3CAERhxdN0QHfTbt/ULXoZtLj
xp25YxlGw+Aey9X5FzzaXgwIMVnng80XnDk9e70afaLglIPxpBNiBsiKxj6yvfQN/5VRYIlDz8eb
bklYt7B3yUwAzZ6CahEdDtFsFCQm/pVReB+u5JQ2DXVxJbeilhlN9dLr68rfjHH/bVCsS2ZtR3c4
lgSZAqo60Bm5fSxbUj4GQRWrknfREUfrFVQSVYT9sO1RPmW0iG+AdSS7Sp3wmEpFBMgM7k0Bav1C
HDn15XCGJq1moUDumn/+Kjir2Akaqs+XA2ZWrpvU0bb4YPkXFuR8mV7uAFhrLA1FhtKLcP3hMDBJ
TLtReF20nbhttWAz4rDbqFn/Ycy6p7AqgaZr2kqDex9E1d4vlT8GwDpwvxFmLxRY9w6QrrevJ4tA
xvxTS5bnfO31u+tIWftQ0ktv1MTTnLlv9Wq8lEadmmCkwgnSrFqOwjk2vJpgzaDzLdcMAqQi9yRp
xrPruJCcf5VT80vV0+Y2TqOTO8/hKE1jJwWAgdLz61zeiaSMnkDLVFdDY8UXgvP8Ry2C2XyQy2iY
cVN7uaW9fqGRj4Hutii9rmilFVDgbGPLRu6WIMfXYkhmoelq3NTyWF54yeNNgwSCQvyk9EFug1TH
4Vv6ZuCjNFuUngng/mssDBRzwdx4pWhKGseRcS2svvgJNNC4xVYuvUp1zV+bvhFdWDnzRzuYA7ob
Gq7wxAekd8grDh9Eoj1StKgrempQ/SnLuHmVY5du/NbXVgkU2wub9Oiwn68M3HF5feISrbLD4Rrf
DpoMuVAv1jOU8GHcBqAuWL53sd+iRJgVEFkyOoUfz6+qo7XLuBTHObYw76XWtRi3Ncy+jnuBHyy3
pVvTYtfiCGBcOB31OaIuZpPrBfxG7jOI4x0R25HgsgbUub1USO3HyrZH6ryp2Pl1Jl2PMP/WNjSl
fZiFIV6xVnpnNeD5s4xkwBTZ9JWJG/e6nRnlOjV6E5p6Hw/wYAvnyRL6l0xPx8dE4hjk7tJ5ptrw
kZKqgnEA7n8AxHalAd9Z5fIgXEkyxKNm6d0GCCk2XmknX+cINV6j0d26gNqijdZq4Rp90chDGq/e
JiCdvSwdkrsym0x3nIhrb/4M6GNQHOb2yF/L5FVymrRXwdR5Ifr+LrX03q3i7uv5QY5UD2TulFyH
SLfQDVS4IR0usl6VpBQ91dyr/fQ7vk73gwn9MooiCt9oBbtJlz+EmoTcwbShO22set/0QtwLVS3J
wfGA4h3qGgyhcym7OIo485NxbaZFg5gW17bDJxN+1MF6w/wYWpzYT0pdIz+hOStVjRXU8AN2gEoU
QKDCvrDxjsLqYuTFnBiVE9sCxTAvw9MI3KjRo+EF5S6LUKQ9P/8n9hot1dnowsAKGTj64UsG3aT2
soA0b2OHt8nNKqT/Hhqrf2EUZ1YRIDckKV1MZaKVGoy2eUc3QvE0JDRcbfI/vX0QABEaqkIvSe8i
bMiSUUUycBqvVuzKnWCY4JzVKxe+zalVQV2Ccjy1di4Li29janUA3Dfm25BcgDDXky+h3xvuCBfk
FkCwedUHbQcxVkJ+7e0vSNF57o6zL+n5HX4r9IAigXp4hpuvHn1C2xm8Wd0bu/OjnDhk5k45Fe5Z
GhR9pMNRJpR7YSRGuCNnlXmNGmMPYFlgBxCAeq8DPXw+P96JCeWDUXxhQGOuHhyOp2JnWKlmnHlS
10ieoQm81zqEyuMCb0uMTYSrdgiMZ/lYX5jP+f6zOAB00m1CDwID3MMWIzuoQXc9fFZvwrrDNTDO
Wk9iql3gT/EHk4+6Cay8dgGKV6uiLJU3WncT+Q6GX2w9wSIqJdGkHj6YuLMV8PIGsx4uZC8nPudc
3ga3wFejf70YJQHpWvqNwSiObuwGMs9dTKEJfSJVbCEMtBcCyvGkEiwJKGB2yZdwoT78nJM0kFUX
YeoV/MzN4+ILXVnjq40p+doRQEiTItTvJSCTGNJ19v6ti4k6PXsTKAjBBuHSw9GhO8ldYcqlF1fJ
PTHacXVhSfeVgMSQIs60ZpHJdzBtLkSFoz72LIJH2WvOXDjJ0PU6HFjRqj6IAr9AfCRqm9skq2Hp
A6GzpOsBCZWf+NEgoW3XUtU84g3Y3HINMJo13G4QSFkwOJ+HdLLXwhoIGyao2691o3SWS41Leu5j
2LYrZRyHGmsEuzZWsmipglrT2L6XE8lCikAIri1q4IO4HvoOFUsUYppPudGKPajV4g8RWJDmS7vE
fzjoG/uee46rIghnf9UC2w5hzPfhHzjJ1z/Pf5J5Fx3uMsSbSJwpFnHZAzF+ODPQ/obY7+LSsxxJ
/tpwYoPRrouv50c5zlWRvtS4TGkkcrMW8eEoeTdpqNmhKCpR4PCD4UbpHRuF6/wJ9ytE6hvbuRA9
jguMNNHnKwnjYdtGvDwcspKjJrTRP/CQTRIwqHv/asR+wWV/BFeOiv2en6B0PmQlQhB1rcb3jYXy
x1vfe34Ijm+SlPmOsljwGQYPidr4YGWdOTtP4aBeiWqy98oQTOMqswLlGhPJ6cf5YU+9PAcgC31G
i5I6LMoVpumHAeSbzGsjC6usspDhMtgSUk117A5928IiiO0/UK9qwGxjAR1X8eSdf4jjUKOiSuXI
tLc5ielyHH4ARwrrTA4nTo5cwxZAszCGjNp2g1p8jNVsiOoEtfz4GqugHq+gxLow/ulJePUAixVQ
NGQylQ+fUCAR+Fi1U/w4QCbZRF0vubFhlNdoTVhb8CgpJIdiNnNWzQvL8Hh7HU7CYnv57SijJ6DB
aYzEM6Jy9ntDn5oLZ/SpQWj603Onusc/F0G9bShvd6o8rzItfGg6HX07NdMuZB6nR6Gx/vJFWViH
3zMMkl6U4Hmoluuy2yqZ+gAr176wY46LQsiJQjejoUoBRj8KFVrnNLVuV6RRcVauMr0PPwzN2Lp0
EXDNNiJsCsTQPcDBNm7zHCmrETbsT1tPUYoZsA9GniDZBSM8W3jv8ZuTgsOHW8yBMMG5O0rD57QL
RPxxZHqUIGi453eOwUwexmRGecEx0FOeVXwXMx32WiUUpiDXy/SjplX5zVTB14r18MIt+zj9YCSo
iiBaaH4RoQ9H8ss6QBsozbxxihRA0jmMWssJN2VU/9Fa+aU7wKXhFmFJUjnVOFwYTk79NeKRM5Uz
8PdAW+K9g8TNhYk8OR4dnhnkN0Nt5iX9qszWtLCCIhgVnozm78cMxrQnNaHphpXVUpUu/Ddnc0wn
SHjSVo4ReiKH4/V+ZtrByHjgwCH79mhmJ+gcrR27GT3V77u3j6cBZmAwsqpZtvtwvDxv5LAfaS3h
dzGtTVOEG9sonqFkNdfWlBXb8+vypcq9WJhcR4Feow8OQhxo5MF8SkGhJn4hJR5nXTdrkfzZlvY6
gHxXBPm9JEdg1MEFKlFyE0vVFSRAF+8st1aSrVQENwW9PjcR8TYyczxzyq2WojFe+26YyuGFTz+f
LstHBf4DJkoB/Elv6vBRO2wN866kg6ij4r+yKT9o2j2d+hLnwtZxsxpmzvnZmff+0Ygm5y3CYTN4
b3HeIZynIOphJp4m172nWdJcoYqStdzEt6gjmleBNcmUTsxLssjzKj4aGAU4yisyALTlFa0LignB
viHxxh5PRqnE77rBoOXCSfbCLVkMA7KLTGreTPgwLHIZyYLgXvhh4rUJ6gkpDa2tlYdIabWOtevr
KbqCqzY940GouY4iZJiVg7M30jrBB62Dt5hCET4/5ScCJRAzgtcLWpf70+FHRkoFkYopTrxZMGSv
5bhRIJeguFpqX2pynhyKSAL+w9Roay2GqtLOprjL2yetHnm5HHPxDVoc6BLn8/mXOvE5iVe0U0le
59LPYh1laiXrwMpj7ip+BpqvqtGGseMLUzc/7+JrglqiA8GlHtbOslrRyKM+ZiWsLWhYiWd3ivMB
zQyI3L6P+WUFefv8W52YP0fnoJmh2CwgeRGq6Kt33Ae12HMCtJRogAz42dfjlS3yX5i6f4rkODkU
b0bfA7oBvcfDVSGkIsO7p429MOsmThnEH6dRU/emiPUL5+fLCltMo2NqCLwj+IiVy9HHapRCiM6J
KMIr/ZMD22ntIKbpGSWGizXWfrtarmXEv8YQsWgkteEV5Zjvxf21Zof+Yxjp+makIvZDswID787B
AJkPJS8fYOpCP06wIqB/oOGhem0msNDH3O/uE3TCcTSE/tWAfX4rLAJIHZD6+cpMt/3I/1jIZlI1
eCR6A80O1+xKrNoNkVwIl8cBWqOmpACMp1MCqHqxzJXMxzuzQ4eqqKZuWxglPp2GLWZf1cIzTQmC
KoW27VtXIb1GTuf5rWiMLUWYtTFsQXGHkUe1JdlGgGlh0oHXsazuwno/cfvg1kMa91d/314m5YMU
I/Bvwc0TdSF5vbD1raK16pUoKg1dHRUmVVG190ZPB6FHPmltBvUl0eLjUEJ/BkAYTRiNs20JPem4
2oFezSKvBnK0NYq03RiDUVz4kkesRLY0IggUd4ko8CiXoF8hkEjEpiX0EKlSSAGgpG/qGKtWafIH
mrU+ShIgRG4g3uf70K+D+9HJ/wj80riZ8G9ZoRRcX2vjVHnnv/Yx6okH4zNTejBexOwX+aZC7wV6
GTZeopb8PeJZw7oagmaH+Zi6GvN8uMvVrt1kcYc+rTpZeKeiyD3V0bTxGxBS5x/nOC7xNIA+ODyJ
7dxtDuOSYQ69XhUmvpWNaXyFni9v0QBR3XCAo39+qONcZCa2ArygcDsXvOZHeZX4GkhymFprJJ7M
8qZi2qCKIuhcjQjrr8xc11ZtgGgSBZBLpbZT6567CwqmiFZRaJMXc64K1HdGrUo8NXakDb5meIoy
L9Rdun7XTuWNPkq3yJJmq7EcVc8OtfrD+Zc/Mc/caWyZEqdBaF7WVK1eIK8B250sHCKjRo8OraQR
ZVl0kN3zQ50IYioHDdBEUP6UzxZHjRbFoTm+nGqq2lxJCH9fgcOHS23baEsZXQX7Gv+G84Oe2NXo
n8OKpP8rk20u1pFlYrocJxylIxR7tGSU2qVJeTHfOzWN1txepk5MKXwp7a7lcGSnSo89Dr67aYjt
+zGzZZyV7GBdKkmLwn7Z9piBopanyVK0NxvEkgQeuDiQBhWNT1u6oXWAUKNSfjo/BSefDYAbdSVa
f0S2w/UdakFq4g8be1M63iW2Xt3ENgoFgDX1C7L9pyabs2JuQYMOla355692ko73bmmmGez2yoyn
lZlhF2DpogkvBIfjfAwUHR2W2fppBrkudizJmITsYE4qpmEd4esoROlR8zNW5Xvi1iWXpVPrdu70
QbjCGYaG0uFbIeEphwZYIlwqZX87NTo5c1RhSKRn1Ta0sEtGRUy/sG5PfbQXAwRwAzCLlxekOHWc
qh8cUs68iBATMYOt6ZDdap12qW/60pc+zMsoO3L0knNyNCGRffiCshMpYS/7LBBJ+RCiHRHV7R0J
6I1vqBuIdbvYqPaIZG+xmkB10XovVxUA5ubOjho3D6i69/Wd7g8frbLbnV+7p04lxNEobnH0OGBf
F0HDQrtxJNmLvZTS5zqJdPQhh1JB2iLqXTNLjG0f1+XdZKjFnlcMNsKfOs9CaQ84TXCphnDiXsdU
cY0C7USyTCPgcKqqhpwoqdlLcTeWmwhizfWQ1c+pKJOHoOnf9zFKV6DBaQwAW10nZjtcQfPBhadq
G9QzaYydn6B5wKNvZ8A4nPvRQJYXmxuvwkFWewIPCqAwCDPJWUGBq5AUxssbZQ+6x6Fjfi7UsNuN
E8bS54c/teMdGhUYGrHrObAP56OD1B/KHZ/H6Usu80qFfzlArgu5ycmXnAlKIKCxjFS1w1H8Iif7
lUZGoW0CH8SuPsn2qLhUo41VyrZfo3Iqr+Jez+4adDQvzPHLWxxNMtdMOqvoX5DtH44/4IgqOUXH
LTNFU1sPH0WHTF5l7lHIR1DN3lQIjxh8YFM491pOBHKq+J6a4FPdI/yp+NtStty2UVawqnd44Vyp
dnrV6sl1AyZFz+PvbVLeWEF3A3AR59fkUS77P42xvMlVGl1qtDGM4CkohodRDu4ULAHAyKxBzTjI
ZsYeIjp4dKsPw5B8zqri+5y1Wlihcjm+ArK75Sp3q9nsj7HdJ5LvISMIdzS87vP5hmTvEzTokPDe
xWa3LiP/egicK1w0kOAVW1R/95mkPJRmtpfH4LuU9Ndhr28kEd6ryagicVMQBPGSaSGtmsWXVtJ2
nW14Ps6WvoJ1pN1XqORVH84vvJPx0WLBz+VDKEqLdW9pIqj6no2I8xGibtogb7M2jHgMx3k6P9TJ
NT57wwA1hQW13GK4ik/CSebzU1JsrBNGxG5Eegnkf3oUnXEoMZBJLFLBKnFiUGgyOi6BU131rKSV
KanFv3BCz5arGAbRAwAKd7iS0RhLVQzFY08XiGcEvhy7EkbG+/MzduLjsBHROMO7h5zypcP8Kg8o
ByNJc5q4HjgpHaQRknJ2kvvbpLzUkT2RCTASHXpaOrgSLvF1RlfrYYw3sTea9nSD5KS+RoTQ3mtF
gnJOUhYX7gonvhL5HZIJ3Ii5GGuLzCOj1NcKDE69lCr8tehFfDea/iVs8+lRiJNUq+fO7CLeUUQQ
mUwW6WWizlYooJooI3Lmnv9KJ0fBFhXa/5z4L9eCRZbap/Pc5eZYXZuR07nc97ILVZ+Ta2Fm+5E6
UXJdyt1wYk+qForYE7ESbPU2QyklyGfTmTLYnH+hl2LVIk4Dc5tlWZg2kH7LecOztpcwmPXwsg/g
FFXIAK9tK2r6HZqS4T0qlcW0iVQrqVHMCltjPVEk7q9qPbPjVR3607UlyToKeoNW4Nomq8nnGg3i
p2Ryfhj+NG2koTU+DZGJpF2C00u9ykcnvVVGAA6rqrQ6/UoYpYq5nlm1HwK5F3idKX3Xe8NoxuT6
ljKiUsvN7rsFGnWbRA7UMznQnfyKHV8pj75aO+gCdln3xayjWKzTOkNhsjI6TBzwj6r6da50Jvoy
4IsR2inUrzL3dpTACz1DtAMq/0yX/w4gxRhWWkZHIbeK7L6uxq2aw//EZEYgZVZg4PTQ28AxAB6q
6R9li0whzzcOOzOYeNTWQWlh3diZ+SUtZfl9a+INvLJxUviMcUzzDaWQNl+HIsQpkTM7+cKW2fOb
ORINqaFvIFYbYuWURtyuHbUzv2pJrM2eOq0BCqpPEoRRzT5cVYmVDKvRMovHGvTnTmRKGbvNJJQb
5kxMV3UZBx+rBP0xJBOqhwxLwY0Y0fVBFEK9rXpFbGVjzHZOZEUy9kXqgAF9qVDNtMxq+ox0vU1z
wZfCS+5aJ+4Fc/MK4z+a9pR0FrmPVCt+VcgG4sUGpeHSsX8KlHJXqCc9yHUprorG1i8kQqe2LIm3
RegB4Uib7jB813jcc6+kpm61meQOjTRtQnQpL9Q0TwVVdhHyNBT9OJAWQU4ELfNJ99jrueuRy6hG
502lMWxVxR9vp16ptuc37qkYQQnVAekEyc1YdlZluZf7xuC1tJZqGExytN0KCjJ9Zn88P9Kpb8Z9
EdL77IwGFvxwAvMumyhWDZGH+0C7lQLNfo+rBOX1bOyRUlblb9hT+Rfi0qn5hAwDrIYaMOnr/FCv
jsNUqDiIINfv5T2a56zPbq9lQ+EhDPmd/pp8YZGcmE2KxAaYFs4oUMiLbLX2haXkZsMtHK3xtZMY
hVuW0Y8J+tGFFzt1O2Momjwvki2w6A7fzFanukkKLvymXWdPPk6cnmzXilsBpVlHemWtFGAAG61B
G6D3A/O6VstmE0wkn0EnX2KjnPi4B08zT8yrebazuMJOiV7GMPTrrihaxNv1zO0CbESqRMr2DibR
Fw7Rk5Otgd2Zm7wkbosx25Y4adXsf+SBnI1uhKUrytHYThZuNefX7ollNBtlodwGBYhGrXr4eoT9
wOZ0I+WdknQHDF3eBnE8u1TgsCk31OjPj3eCLPLizPX3gIvjtLdjMagAhD1rAqcXxAPQo0CnSlij
Sm3kTbemxyntizjPt2rZa+s2tRyEq4cLSde8KRfH+mxmT+LF4U69Z7Fpe8RxTIyXWFtsaBe/65Ki
dP4HWqDyJsZIbtM2euXJdSLt1FJc2k5H2odU7HUq9QaVV4oQsDgO5x3YE/4aFl49kFMTmk7FpnDs
NZ7RN60pfk6WudHHaGsm9Se/j/fgUW5I4NYsByxgcEBSii+W6u9TM7u35G49pOJJFc54YdOfOBlQ
HQLcAD4W5OaShdlBjQqquUPUmw12g3GOu5Mo+gur/cQoSKYwD5Q4nZkaeTgVCZB3OZcCeiSj3a+E
UPF5tRPlwrucWHgzz5jwbM9MY/bV4TByisp7GXFtriUg1H3lZBszaROs4QZ/Tz/YunGkGGHdPPXR
0Q7R8zdr2cua6M/zO+B4x82NSi59FrGRzshic/e+aEbLryj6hWpxkxhNsaskTfW4EhbPVaVZu/+3
8ebneRXAZKEipgbGY2uNMVL6MUiuYUqCTRWOBmWAurrAdH8hjh/uLJ2+A2bUswIMpY1FSFEdFg0N
FX0LKyp8X2ohauy+nECC9u0WQ4AJoK24Q+qtfAKngeJuiaj7U+Q3WrvSCl9o20pBDh4ngbHGT6DI
tes2bOzRncBUNm4ZmL29CTsMA9bT2FjZutHw01gh4aW890u2yyptogFrkLSI1Ru7HquKAqvAVCcU
tdy4DXKwz8IxihZ/oBcxK7DIP5w86Z8hOGdfIqtoSXjBUxSrWo/rzm2nZtrXoa7iBdZMlNxzubfT
NUZn6f/l7Dya5ETWNfyHDhF4swWKrnZqdcuONoSOZoRLvOfX3wfFXagobnE1G8UspMnKJM1nXmO6
iiQtwTwJ+Q3dIhlhLlF3NqI7YZafQ6Os8T1iqZ6GpBO9H2FLTpYiGYurCN2ofOyMUBsx6qgUmDBo
FZS1fDIzHw9L8TplVo/K45x8yQw8AU5yGE7CszCI/jqHg/6K4VyNRncxTeKRltnqtlv6ozW0SiCQ
ZMsRbFww+FKQFH7m16dPQ5M3upfNRRZ6WS9rR2jbHewgIeuKOTUpadqct8vNpkoiBZdnOSgYqPeZ
1msSwuyNk7r4rKWePqOmlZXzjP+IHrpKm1kuv6vi0CfJi13jdJQ40qozhoIQog9HaLRfBe7N1gRs
QV/MWkVjqL5c/rx0avBYqG0naK0Wt71I9kA3ojZbGAgPW4pHHPwGv1GnYTZKoPEy16jwSkOEeZnf
zBnEctg+VlbxgZ15+uNjCqmZbhLyGmu6uYl6rAppqJC3KLC6+GlcNGRuG0l+LZJS/6JIHN/bw109
f8SqFLnQlkPlk+LQ5vmLujqN43rBcAInA7ztZNtb4nR4tnUKgVOK6n8T4puSKX9N1dIdBB1XMdU6
OFOkz0Lf+go1t0y51g9xm9zB6Y/dXIvem2PxWckwjq766qehD+9vz3Z3QNq+hMqIhNGRvfzuibTY
9VhhRjcOVXgnsqL7YM5QV5yZOqteG2hZ290fF1wA9dMc5JVnkYnQN/cgLmJLEQ/MUu5NIphRYNuB
v8bBWl49J+soxDC8Jej/wsC/nJqTTfAGIqZWR0p1HxkyZVtJxKe4nfsTxrxHsrDrUl0coXU8ClUU
remcKFvSazGpFl6BuOuMhoUDLKxfiko29nbF7NL4tbxBrYy1bXHUtbkKEzYDb66WGicKnCVIeFL8
rt18iYYgHNoj5O/OcvIyE3aD3Qf8tcXYTabeDmoyA1jAZusOUVIr6BYczkycUJ8z45D5dx2WQFYm
ElwrzisuYQsDk6JIUtOwju/CSlXPZi+0tyqatIcqYqe2doLdzdyLO5TFw0cF11Y/TLQYW55U+nj7
jOysr0H7k7gXxgZ97U0YVk1pLcVFFBMQzz8KQ4veJQaGGLcHuTKWl5nu76NsDgWiRUYj2TCGQ1wu
XdgwqadK7T9UaWDn8Hy49GHunXoK0oiGBCU+fy7n1LPoaLpOmHp4zDQnemm6P2YyTnsrhWqOT3NC
xyHhRZ9k+XVs0/ddTtMEwKOb1FbjAn94pKhintquaw/C170dA/Rg7SWC9OAMXh7Auq+G0FKz+A5h
Md0dSWFOmSl/ApY2+MhYHpHyrtPjdQVRpoe1RnlD2fbDJyuX0qWzort4qP+2EqH66axr7zMo534e
Gm+GNmcnMGPxExdwR+UoFAFKe9LjgALvweWzc6+u4msAoOX1Gt96cBea3ZUw/aM7p8JdVNLGCJWg
dvFCdaT8IUw9sMVyVCDYuYHWDgCaAyt4DXbN5YKTMUa50rFRk7Z7LbAl+ehEff5BASPwUYn12it6
isOuqKzwaPfuzJehKblwTukQbbVkKf4sypwkyL1b5WOkLLGbYSsBikfQx7YoIXZZAjl9+jpZ+J/k
4auwrHvNrH9Qz/i7RrU0G+uB2vvw04wz2rmCcE8avtP1OEcoKvpt0z9DoUgRfKq/W0bZnvq86E4R
bqi3z+HOYTdJ6HiZmMra/7xcw74vEZF1WMOpwLDQsTorwIzCOKj57Y5C8rgqQoPM3JbpKXImCeyC
CJn+evDZ0Sr8wtk+OIC7HwXMGy0hCBQci81csgwrxhH1I8Awi4ccAbZQmVDuEffDqW5ZMwkqaAdb
YXdq8DZWlQnwL9vOWoZKtTNYWnTX6s6PulOUkxEl+UFMeF0lIJDmlCMDT1F47RVeTq1sQj21gRyg
9JBWL3ptKm6rLDJu43EfFJEmfKop2Qn4n/RJqurOqxshn8BuJh8Ap43eOEw6FW/deBmWbnVzzxRi
2MZaMKMuhDtlPX9K2C0F/2J7gWZAsIAq9pUmY5omSdhJMp8Eb3TXVJE4wnvj578ZBDFAAvL15t08
JVVWho1dM4hstt2dlmKIaDZFdXDF7X1oomQYF5RsKMVtRtGwtx3pafGhFwQqitlqvH6NCm7P5Tpx
4kuvUJlV7AfK5DZCzfvM0UOr4yaN5PRzPS76vZDpLuH/hgQPNRoffBjUiRFU81JNr+i4WCAEgFJm
IOHP44Q9W5k1oFmKoj6oIOzFKBTtZUZZuTX0Vy+3oRrRqI9gnwe8Jf130GQY3UD88uR8qR/wg09J
pHlbIBnoiLoKqIZ4UqZp1R6t0jrQJvikfwAJcLUMQZNvE8cvS4nDc9ZJwZyXzgtWb091JNnnRc71
wEi1/KWoxtW9JfxJUyr/GeoRAcAyTK+VUSqvtz/ZzsZAzo/Ino7JKjhpXi5K5LRjg/a8FFRirn0E
thQ3DqHW/OkoaxuVaBsI1Sr6uHns2lKBYbGg/GQKdXKxlGzuY4ybDzb59RXKKKzneoNynrbMQl2e
zaxQljAA8Kf6TTXP5wRlPk9Vk+msgi/x5EKdDgalxHf1ORmW1gVvKn0F9Gwul7BNZq0xpi4MRI+Y
VKI8VRga/aAXZMsnHInGuwpcsuNWTtloXp+34s0ILTz1mtyYFHeUFx7hypLfANrNr+DEJB5h+cVM
HedDNOjZt6kElXxyANnSBVrU/GMca+qPWjMxc6usfja9ZUjkb71Q8smvdXuWqCJ1uX4/NRPKzA4N
W9w/wkztfaEt6UdU5EUIqzFxZjfJ4zByLQ3MoN8qqTP5iVFGoR8OBjZLtqQ2KdgXET0Pc5c8NXkf
/jWNEmrGk1N9T6J+Fm6WQmR0VbCyr0Nf6djXTPnPolOL/6ZVhPvREsnGSFvSGNjOTkJeICX/zfTO
eZcgcGT6bSEzVEiZe2KXmxMRmDVWQFZMCO/LkMU/UrvmBJRZm3yXRkfBKF6akKVWy/6zucww3yF/
fFbKpVrcBmfB7C6N1QJ70K4HIQSu9cekK/2LmRQOwEvDbM4z+OrXXKHPC+pIlZ6URk/CkwZ45xz3
Gj1qVZLFt1iyxy9FpbevQlcWXCXl9tWme4SlUv6U9TlmmI3dywWAoYqCSzGGqzOs8cjtYn0U1EZf
6zQN8bGEnuw3hTM/lrS9nTMmwQmy/MihSX5jt5X838rKMG3XRydJPHIio0FOMyNVQK9Nat1cCp0x
gOcdfVOKZaj9XlH6d+kQZ/NdY1SS7v1HdCniOrUKjiSxYrjYle68SplZ4HZWGJ8EKiW5i/pm+H6q
ne4tAn+FgbidgZ5WcsmmQISp5SdbmNIrthb559unfz3dl/cdNSrI47TDEIe5og9EjWNNYZaGQdQi
DRrGCDT0paLeWa356c9HArmzMlDRwCCzvzyKRBa12kQ51XHERh6rNv7Z9Vn9Tnba5CD03JsTADFV
NgjiQadvY5o0iuJhihmJ1CCoo7x5XKrQ8Npe+np7TtdIeOC1KJOheMPdSXd2M1RmV7YtsUGDKmqR
adIwgZUsOv3cDdqZh2T2Y72l0w/A2I+jAZ5klh9drb/ms/mG/Ah+gEwMTKtnc8mNlQaUbgydII/M
JRCTid38hNtuqRef1Ll/hCiNmWloj54Rtth12RQ3eqd8bKTun8j5lkrjY9eFfyW2+WjGmvmzr7BT
aVOtOnjld74LhSS4hWSyMlfyZrGm2lp0GUO8oJNW0+zY/lu0eX+CH/2/1ir/Jz1s57XRoWgC04IZ
QuttkzHbUQhwSxNhgN1u6Q+5QbuvtyyfQraMEoTQJlcHCfLn+47mz6pWteppgVe73OFRmOAO1q+l
aSuSvw6dMruRmo5n/q75L5YSlhP1Iw4uks+bw2Qpne7EBUM5+Ju5fYK3HoChGj3JbjmY1e4eJypl
f9twbCCfXk7LMbJ+RMvDCYZmBCZThrl1cnAQP7WL6pwEMIv7kcf3JBnK4Nd2VdzXRBIHT/m6dts9
joQOOR7atyqls8sfYUZJNFOpcIIlVQTWwyoN8niyg2ShYY0mbvOxnshOhFEcfdXdkWmrIPfEhcLe
vRzZkPM4lQRlc3yfh1OBL6irx7X9IA1Iq+JkGH2ay7Q5qZmhHnzk6/gPIB3u83AOqSkr2/jPjpBT
aSI4uD0od1weKoX+hnOkNrV3KhWCbz6uxW7aooTHmjZNUkxOgEdn4repGX6H7fUEus46aIjvzocs
BMQMRZUrgWqdIKjGGs0J9MSs39E1LNm5yRHYaP0eVzsF7L3BI6NQalx/xW/dSAPEhEPAwSgFUk5D
o7WBpkziWcai57mg8urefgPWW2s7nrrqloPMoTZ3xULHIX4CZeQEUhHXL86M6E1UddWpLDGW1ZcB
l+ROw5Ci1eKXohmP+vx7Vx23KXkCe0U1tiiDxFhELOcMH2rWeG/Fk/NeTS0sIVVkWeh3QQaTk+nL
7TnvnYnfBt1KTI2VEoJ0Y9CWruSP1gzTR83KkwAeXv46O3oDp7nRfckyP94eeHe2VELBZUINIiu/
/LidOS0NuCQ+Lv0zREOa0rc1Ic5yVzd4JsXlByS4ftwec6eiTAlGBaq79pLIJDY3QI9XboiUEydE
ib+XgvyF9Dz+e9Dx9ew1DDIRSlkadyh0NbDSqHho0Ox1I6nNg7AzuKNn3KsRR5ppnlhfDKmp37dG
Z75TFwQKcrZIAFnXPNe6A/6H/nBA+169FxTXgGWirYocXME/XV1Mizx6uz273e2LnDh6t+xeoM+X
K6qnUxmXIytqFFKGyTZ4q8e+dQjkcUr4kQh0VDMlih9lK9JcxQmbI7mVnfuH6i6Pi07BlTLU5maP
m8Ui2+J56cqme5blRDwnk90/N5aee4tWlM+yMeT4q2Ov3CJdj1trPb6XyOP8Qslk38wscZ/3k30e
kRZzZ0y+TwIbJ5rQteENeC563WKPj6q0yO6I5FaIeOcZlS10JJfcfE7wcj6hbyF/MuxhctuqtXwH
kb+THLW4yqugUSZ+i2cuWBAjMYhqmqLRWsbAig73qddoougofNFA1eOuvrPzpXjWUf3/qihRdn/7
a+1coSgfIvcL7IHC1zaIlntRS3LDnjK61SDWxs1XTmLt4ErbOd6r1DsdKhSv6Wdu9kScG0mo2jUB
pSFZpyifEDutlNSPmpZS0ZwJX827PCh5TILb89uLZVfcCrqf3N4kJpvbu0yUYRwMXlswufk9Xtv1
8AhRXe0925zkEBXOav4mjFS5ryIOhBpn6LIJzIFhgk0zbuy9/hcOzf2HrsIFAUt5SX6ycfvFS01r
WySYEyW5j7E5/mNG08qyWJlM3EurRd3mZsrmzJaEtK5ZoWhnKRKdZ6n4mzdxXfq4jfc+zuTIzZFQ
BJLTH4EI906RBqKX926t8m2xqBFYj2luSoK0HIjtrIa621WtOBtKeHAF721BAFuUiriAAPNqlxdG
0toWMnhMVEmGKEhsNPQiOZIPtuA1ZY31JHhfAyAD6PCvJtVvz/iU5EneLg0RXjOOSaC0Cc7Q4G0R
4JsI1YSXDOnwoW2a6LV1jOVhDEUizokkEtofYDvJgcq5wwZ2cpIPtzfpL+Tr5slfC2Zgq6goUVha
X6nfflvpWFIaWsIJxs70a8n5NqUgDeU+PxWRca7K7HEoxTsnpEYS6W/5KP83G5bnas4foqbComs8
jVXiGTLmkhTGq07zMms6S0p5UpEylhxo9REbptcGHw5P46pIyxys785DStFvhQ2gSEk9bpNAJMLs
MygOdkCCBNK1B5+SV73utbrxpDhd51srMPRg3datsV03GvvgFciVV+/Oy3UTs5z1y2LiaW717ccw
SY0XB9hEQdF7yphu3TluCTLkvxDX1a8grsfGbXvnu9RQknLrIZlfZsjmP0KwjY2vT9NzSnU+d2Mj
Sf9SJQWByxml1C8iM7rYbUo0VL05DNWvWZgqR2zenYeTFaR1gqoiUKdtXjD1aNjHxWwHnfNdiHx5
RPo2vy8qEGX2gFJzI2NMGtdNhpc8zIfbS7nTo121mQzgOiBqIRRvXk0RKqFVwScJUvrBrpXWj0rY
4ijcfJQjm9a3UgRSLz4UjvIWm9JPHaqMmrRHUry7u8iidUR+9Ov5vvygCnLIUQYYLVgi5x2myWv9
fuG9LJLo5IR151rhP7cnvnf7gLYnHVqjQOBMlyOOvUDribw4qJQRDaLctrwy5gq6Pcov5Mx2p3LD
4cEAvRgm8/aEJzJKLj3PWxfN3yDt2kGRNxBTAIj7apYnbpXRDK9oqNxPWdGcQRz3nqPExic7nCCv
JpZ+ZypRfbcsa+M2KcYzrez4aUax8RExQi0QFeXbyYzFO1Td/7xhuYqqr5igFWSCt9DlKrU4bBZt
pdlBPajZIy0+NZDVsXXjSG3unCWVniNJmg6ulN1PQ4wM4xmGGQiXy0Gphy8osyx2QGUmpYJZm4At
a+MgQtg7dhQqYUvRriTLUy9HMZemarRwtAOhYMsLa8mkLDo6Qb2U6SfDSNonLNicx7wY7A+NqMXB
8HvVEIogq8AMygQrefhy/LAZakdIjJ/NKVIrhGPEkllyX4KM8Lowdj5YIhmJAsbFla2M6rnZqwc/
YnelV9gXSD5exy20TqoSoFcD1Q871hV3Di393CG54d8+BLdHceTNUTPAK05Uzu1A0pr2qW8LFAMc
qfs3cwEvpwAwgyeAQ+bFW0rVZqbA0rJVlR6rgV6x/MhGxOVfzAUsC3pHhLRA2S5HEUam5Xo/sDeT
OOJCNj8UqCEeXMp7WxMQHnxBeE6rBvrlIKqNUXercBtOcaG+CHtJ3i0OgZg02+lZExaaIVOL8ENd
qicHtNnBHPfyVHpd/AL8meCWbln+oaVlpY7aMkcjttCZSpsFnnfWY25Q2/a3znTSr7qWTaWLqZK8
uIlsSBnt3KjWH8g4M8fFuqeKcNkpwp/9QM3NdaRysH2ARha9jsJAeVSZmUdUlwpqe40D09dMcQT1
stqqXhZ84iJP6/nTlbJ67aRYTv7G9Rm9aY5ov93+qHtpCrE2fWNiMJD9mzcQVEZcDbUghimhhwNx
N4geeBWgaI7nlJz61Gm94U2yNX+4PfLeu7eShOkocgfBsLj80pmq1iYNdV6hJYrfN9hB+LWZfVWa
5oPd22+xhffo7RFN/o/bB+n3ETcbWBc2ABeZdwgtZZ82yg9hqcsZ5pe3jIt0cCb3gm+8N8CArb6b
pGKbnVw3fdJnPa+sGLFlzptyqt0KXe9T3aJVERN5PC0t6rPFLH2Ozc55GFGn9CfNzrze7v8GXf/H
BoGQy3nWV3YfSAnwxJcr3jiS3Us0QYII1bdzUejDw/8j69j5rhejbOa9DHETRevFOiNKcIeauB6g
CmjSVWzb91k0Jy+S/C/yKTTYbBBMFLVIu7XLmbF3R8lZr1mtXEYSgWX2zLW4cXv/XAt4sYDo6Kwa
N79wPpsNZOJLqJRAFSkuqcOr0Tsx8Upe+1OsxKc2UuzPTdrNwdyGjd/qs/ZQaoX+nf7j8IIZtniI
M0nylh7Yxe0ftnNpkgisqFCyZ5mi4uX0UYvVu6FEoSZezMblkmxXz0kypV42vDzLaZ7h5RsMhvbF
lpvh0+3Rr0VkHCSd1jVBIgFGvrxZlpxEZKGZEQakjEPjOWk0PsehMVReAn8DiT78Df3MbqM3pV61
U1ZSf+wmkmQ9Ll1t4PQIZti1CxIUX6JrfMKMScRBWiZiPQucLjezhX7ws3duPsi05MYrKRRg5Ob+
sSbVkNJxrTg56vg8933+UEt1/9kRMfIiA3opFoWvQG5D84B7sxMU0I6gVwxVHcjItreayQqFsx5R
BGpH/d9KOvVeOiz2Aft+Z5RfEEhOOj5dwFMuN4WTinQwF9sKlBmvVtexK611Db3KD27V6/MO3RSg
5crT45bblpNlYTVa2Q5WELaO8GUpi9/itEk9Q5+su4m0x82dMHu7ved2Bl2bLaCLgMKsoJjLybEd
qypTsC7RQ7Wt3cV25velo3wJTbV5Kqul+NFY05Hf/M6VTtkQTuRasEBXbNvmwdMoof4UWwHi2dED
Bdf2bTaoLdiRoqGtSr20VqrwXeOAOZkm03mHfEgVlCZNzName61b1Z8nDJTJOPrUMleo6xYTFPd2
GNmtZgbCCcVZy+r+Dofb+nR7ua9fTkaB54oeH7guaHaXy10JPU7wLjMDHO/EuSGe8FES8VHUm0hS
yiMR2aPhNlu31Zy2Y1eZASwg02vlqjk5Awhe2epDX02GP4/SOf4ke3TUVjfsX9/9t1pUIqRGWqTZ
DCatau6mjh6sqKTxILa8vnAYZQ3QuaMxe9x2mZrW1LB0aM3ADNXM18J2eh20SAOCJzEelshPFogD
b0mmI3Lhul6XgQ+FRrDYvPoUhWl4X34+EVVOLubKxLo9k7xZtMjh6aK+TzJrOGpFXA/F9IBzsKAQ
h7aVzUogj0MAaQRJOar3MPLCe3nK6vTg0tmZ0SoAhE0G3Xtiuk0oQ80gjyBdGYGIpegxS1L1PAAj
CsraKg9u652hYNXSqFmRjLCwNo+r3seITRQxvO5EKpHOW2oP5xHHr8rlqBS0O9QqbLd6lQHP2nyn
uI2TthkdPSiMpAykEQncaFTHOwUe4cFm3LlA8QQzZVwvVkDAFo5NI63p4kXXA1yw4dlmIeKPcWS8
k5ck+6I0inxHyW45+Go7nQmWkVOgw6iGBLWlzMsKSRPu1Bo6tiTB9Yi03VTZfigs/WEQWYMO5qC/
jZH6I3W05EOmASPECyYJpsVx7uLMUB4WtER8U+hdENmZCKq2kd0OMaMnKxw/3771dtboV5GMeBn3
OITOLo8NGUlIErjQa8h1m8uOuyHwdJBo5yYP4/PtwXbuPPJO2s+szYqTXvfGb3cQPTrHRv5JD3BF
1x4JPYw7aZYGdA4xQJmlfPxj1D9hFvAesl2kOUFYXo43imrkCIPIDRdgm40Cyzm38+RgVjs7+heP
CEPnVZZie3isdEjrSiSMYs76m+mI+RSJpUPun+v89gKuP3hzyZHIQlCneQQEfAtTxZFcFFpqURWc
G+UldNoIUYLkKNTeAfsjnsUtjgg3zWxa2pfrVufWZCDZqgaYFUsPkmOHb20WVXSl0DHJ3ESXypNd
V9M97mPTP3nZzEEx6dN9gz7ECy0a49ExaYcaSV0uiO4IgT6FkuG9ksRub8VL6wGKNN8bIp6DP10g
msOUM9eaL4fP2lxknVaXnVnZapAZFNlFFf6w7Sb6N4OsUi6IgWprRHi5PEq95D0iymogJVgf5H3Z
fjOjuvh4eyrXhwWbZNI8tKUoEtF3vxxFz6MsRYyA0jIKey59mNhbuo40ARgFKtHJkfPfTopzOaB6
OaA0QvJOJ9NC7ELqHmbRlNQu4/yfscySh/gphuun9INHemYh9dKTiSVTHCALNf6V43QFG9xy3tq2
rE9WQo2THLK4aysE9m6vy/Vx42fSVlvLxzRUtg0/LVlqQHuWFcxJVnt1TyBYjXLvggXQDj70Dt2A
sdAOoIjLfcVTcrkk+BY5YLiw304ipBChnjW+UpaKJ9XpFIRFRaUc+e57uSpbH6Wm2R8yXfLMoi4O
7pjrg88PwdxgreSS0G2pfbpDhgbjwwpwJBvOY4i2vDY7R8WjnaI1w8AkoB0AYeYKoxQVi2hD2td0
HSLo/pCVzlEY925t12RXRoX6y4xko8CF7LECDY1CpKIcfN+9qa6ummu/ERzdFpdVpjFpDz3/II4s
Hc/VuPQ0udf/+CYl0F9BxsAXSC22LUa5spVyNWQKkm60/HAe53NaWMXp9l5dQ7TL+5pRIPEiIbQK
fmz3j9w3EywadaW0WYAAbWU6K4v1zxhbJN2qAuNpzPIHlRjgIPTZOySrzPla4l21e9Yf9ttLi6Rs
F4paZxGXynrsWiM8taHAKlwpjobau6e4nQi9gZgiTrKpS+GpoEnVzPca+6nwh5SOlqIkKa7KHY+6
of95IvMrRaNFBIJ2JeBcTk1B6bqVptEKTHUu79U+Ea4YYvsgdNidFff7eurXC3gzq0GZV+D+RGWh
sGyPrklFGp4U5yQfP2lTLd7f3ii/KGJXO2VtxFGqIXzcHvCEul8MPpCTB6jpVBb15IVOr4JBnsNA
jbToftEGWkhUIgCvJtODijckpI9KnPMJPV4Cxc5X5E6/l1MN1Yh8EH4nJX/DRFSf6eQpQH6N8qx0
SvXQZcNfi4Be4ShgE4Yw71+KwtJOkB4iFy2QyFeQYvc7BRxKlIYFSP8lvrs94b31pYpGcLZSfeRt
X1qre62aFyoqUiPUQIgsDCg7MB6cANqPmnKEKV0/2HaBudZWb036AEj9X26bjAagHMa2GcxdWaCz
3zuexTr6MZ4aXhRpldtCjzmjuWueR+KvAOYJxgBjE78k+mif637QXCla5sBYMNQRvT56swyTZGhz
xUVLf3juMf15ingf6ZvY7YMT2tPZNofR75cV7DlG8721OI0HBEwuXQc14XPVhPgj4+yhtajWmqXt
MoptlhO2W6lxp85a+lhOaAv8p1KaLkqaxgqyHAJlJS3tg0h59xaajF9uf5y9a+v3tdps/kqpY/YY
DaLWUWu36XLts9EZyksdpppXa6p5h7yc4TmAprzbI+9c/uC5EJJzSHkpIqzb5rd7a4pKR2+thGt5
MOqnfkJbXRFte749ys7tCDqOJx090/WO3IRWoGSnzITdHAyiw/ZRGNU50cqnyZjag2vkOr3Cjuu3
kTa7Ls81pM5FxDUSRYanqcWIJQYgbWkBcmRJWOY2stT8m0WEO0EMvAapW2cTCT5HV7cpr45RTHeF
U0n0DNIjPPPeIlKNpz22NoCMbaEwruOo0isKhVnTo1AjSwV6aaP60EnGEWZudyhuixVAA5Z3a3Qc
S00SGYqwCDaz2q8d9QNs3/TclqAUbu+MnfYHKc9vQ60b9LcNWOaiB7NrmoFkGtazY8VV0IZl9qTD
wQomJ6y+SaX4mdpT55pDHT8kNrFeXzSWWwu5eewL84cA8H8QE/0fP4v+BzpxO9SdbiicpMtzzoVW
yPKdpWCa6c92qaqnpJRN14b7hSxFMs4vVb7ojRsadftoj3rV+jUOGGdzLoGeoXNUf806eToqnu6k
jFTf1yYn8GC8pLaiQQhc8fEHPpEem0hPxEFVTo+LY31TnOUllkBVyQoJjA7zLU7fa/10HtT4eVwR
z32WvJ8r6d5Uis+l0XmzJr9rLckbFwRob3/e6+uFaI/CHQ/PagfzqzP+29dtaT92amksAYL64T0q
b70nowN4sImu37Z1FDL01WeYJHFtZf02ih3KRo8Y2RIYbVyTDYjnMAvfKUNrepYM1fNP58RrRMka
EBK8lqsKTtWHiQFRSQ16VasDyIQCEmsrfbo9yq+we/N+rukHDHciIioPm0lRJLKWVlAetyUpBBnQ
j/OjY0TDqUs6lL/wowpyta3OEc4nbrWU4xl7u9onLhanedLGk4RlwCnL5/QsCaG/c/p0eTJHE+w7
z+spNRfly3+gYyig4A3s2itMr+XCGk/gWnQXxtQRsnEHGseWpdq/ukOs1MZNIDkv9RxZmW4Gq8be
j7lqSxd9ncFPZR1t93DqPEkb1DtJzZf3sVMAunQSih95bpxp7B/y7q/3Jj+HItXKbIfptfXhwH93
mtPUMYN4xba0TY6KkRrpd0ao524qFgR/bSnx8lWfUBbmP81QDBDPReYS2Q/u2Mh90EBjPdhe63e9
+u4UU4CSk3fyYF5uZkcC1SMIFoI2Dp8IiYoPZhbVH7oBMeNKlv8xE6s651B+A21BofL2rttbE7I0
2nvodMHU2TzU6jhkqZmGZkCqOPtKMi2YFSVH/tDX5xW+GtKj1IuIRlFlvJxir4RjS/GbRluJO68R
9uNTMYtPOjyNU9o5f45kYjhc4sBjWuRnW4jCStXok8Yygz4OrVM4aYlfqyhp3166nUYew+BZoVOL
JvPcin7lbawp0kiDqciy3kVGSXiU3L8sau34M//9bZyR3Gga40GLSnSn7WdbMvy4nz7f/iHXq4vF
PDKTSCHBUEPY9XJ1G7VVzEiMajDN4i+SVdUzJAjQkSNsIGlFd7Bfr2MFhoMztpqgmhQANyWb2hhw
RjYLNdAXSepdCki9O4g8flTNUv/jRtDlWNvtyZuK6mNGITCUpyfTHP62VOQ0/8X6YTiEWjWnD/O2
y/UTZZgZjQkyc57hqNq9I5+0uSpPVtORk1rzUWVkbwENyNfrIgLc19eQ9rfXC0veeQUMK8FkVZ1b
olf3QhhZnFpDmU63p7Y3FAU8mQIJNW26D5dDFXKOogTaXsATCvnUJ0DI5M7Ges0Ks4Oh9nahuU6L
SwSq5Lb9ia4vBHJcIUg1df1FK6vqAZnf6hQBA3wMq6I+2Ibrrr68NnmLKYrAUFnJmVuMH9f1nMVJ
ydQWmZLgSFnvlGD9SsbX5adQrnNfgpXoT8I5OgHXlyZDq/QIYOISf2x9KAGcJ2obCSXA6L65K3Ew
cQsMbg4WdH8UzjMyR6jvbcs+SyfNtWInCm6+iu51PRUmtA+O/M32dgg9UFJBZIcgt212SNU3FfKl
fLbVFQCW17xg3VlhIqPXzcGE9nYIoBxeXhInECubw4yUtgKzrFYCOW2Fm0aT6Tdxr/oRmb/bQSI+
SA134g/gwQq2ash4GUhOrXP/7aCtKL1llJC5FkqXvJdsBIN0OTLcDE+GU84Gil0NPXHfdEL1LNfy
cq+rde01hdV64VgVBzv2ev78HHIfZGRWUbdt6yRsSVNpassBlSTzNJd2D4ovw9QN2ugJutX3Pz37
l8NtnoVCLpWBKwjfw9aGAiXXSTDyXgawjD/eHul6pxLvc/BXxRjisu2F1qKkkOcFI616H3dOHY4n
oRT1gfXM9U6llcjLQ72VDBJm2uXXtNsCid3SWRCba4t7QvIoKIB/3lN6O2ox/0LIX14uINGQH0I/
FlgQLajLsZyiziOyTTno+zbUvFGewm9LoRqaX48o/7iD1IaZP4pwISrDVf0xBWhaBVFTxv0Df2WM
TmWrxtKdFGbVgDCh1LzOk639NeipVntLaS1+jGffuzoe+wIDlQUscGd2DSq1RWK3b6rU/zDSofqE
V1iquGHVL1/SJWxGt2t6KJHxIKl0KNJRiJfYHskDciWtFfR/JZYla4C+Tlb5SRajAt9NG/VvRttz
B09rv8X/089vks8DRaFusDLXN1cIrk70TM1BDqY27+6aKZHJUeP4r9uj7Mhmceeu9Uw6FhRFtuoH
McEpVDQ05MNJou+bjPG7olgaBPRQRUifjGqWUngOhZH6WJnVUEztoXvvpL1GzTXU5qdEMsbHrA+7
l27JQpiB4KyOEtP1DrvcOOwbSl5rYwW7py34YoH0JJpK6agoT2jL/w9757EcOZKt6Vcpqz36Qguz
271ACFAkM8mUlbmBsVLAobV8+vmcXT2XgYghhjXb2XU2i3S4Pn7OL+xK7Kh/uGgOj+4y7afSVBbf
UnRXDeohw64zDD0gvW1mWyN5kNHs9h640FtSIuGj1TZxLs2xuuy6skMjv3K8jhgh6WoDbEPcHqzW
QSbUqKv4kULx4AVRbNGAQER28VsD50goWS7EzBLsVeHzmCk0HwhCVe/MtgyvjI4sIMxnXX8LzWd5
Ezut8141JxzI1Lor2n3o4Bjmo1Ymih1qk/1B0xEr2Wmh5U1+UqoD7K5Bb9/MSZXtEviqMIXztHhs
rQJz11ZVtK8xAcpdXOK4cjXnM9kbFOb1g4v2ewlkBKT6LkzQI/Zb0ZjTPnOtfnhjeHnLi8sQ6KUI
ypFkgknLv7ygzgMIkDgEYKAWQDSZa2jjqKaxPhXpfDQmu7iVnNa9MYr8bdMpAFpyT0AGb4t3djpt
Cc+en5e0DD6DDCIPhzOmBW6plIE9SvONpQ5XOrDUveEWw8ZavNAKr0YDdxVuPgfVitMzjCDTVMaE
JEnXJyNSsgvWB+ZkvxogimmF3PuSfUngtzqVNat2EObrlmNUdvGtDUZsF9u5+zf68ryVVeiQ1lDF
jaZZIBfV/T6v5/LoGfC5Xl4R5zcMfQH0QazAgKEgcTpio5uOCspXjFha1H7ZxIZvpsWyizjhNh6P
T5aDq4MCIB1YQc5Mg3fb6tFRZ40x1LMOrsPsSS6IKc++NLyqmptM0RdOBCWr37STGhW3StrAmhbG
iM9MpM6l4ieG4tqHbjG7x6oSwxvPNUUYmOFcf/LIe4tdUylw3ypIgWh51Z7ie83SY9pXFvrbLoQz
ux9qLdnKIl/YUaw2mUmQxgvg3U7HL00xiJrJjh5nN3Vv5rGLKOO0klir6sWucFvloOQzGXkhnFff
QRJVR8NgrAhi1kSsrBgTHHESpi4y1X2WQI8nhaz+nVYkYlCC3VyeiqcdjMD1OvHszkceQuRZrXzc
K0a49bw4jxMlMYD32n+QKaetNGqTQ2I0oQDMhvi8WEMXgFPMghIBoF3uITz38rK/wLEkw0ehRmYx
wAuuA9NxsbOmpxZ7zEE+32adPpQ7LV6+REaI8Dab258qomFv1qzPsKW8e1zkq8ABK+kb7lC8b4ql
vVbLaMAKDO8GZVCRf4tLME2jXl+ZTU0EXiU/zE4Vn6APFRtH0Pl4ydOH05QMCLCFdSXZbiunV2tz
OjamNh7HpkjfiDm2P4TWpGPs29sbgfUF0IqsbME5RJgS5QdzdU4Q3Awhyi4Tmk8eCO4kjm5i0YY3
k65+sicjOSJSAoEEzcMr3hz5TivN/i6ujE8vz9ul76BgI4NuWaknq3m6UOo5TGx16kYAq0X1B7Ct
DHIQ1b/7soqaX4pCUgaQwJgXB6Me54dCcxoHPzjnsTDHfEuq4vzw5G0ntd4IAyUXchUyT1lssTSe
1LypKRqN07+xEJrb53Omv/o2AC5ESoNbWyLKrdWd4yQC06iMpoZhjL4Ns9LvW+A7G++NS8NL9pp8
ELGB5JavhhcfLM8e7Gw8kuD+iKhOuMsGqrXzgmDMlL1ZOutmckZzp+jDtdUlf5Ju2ALCXXjC8lTk
UcWzitgaUPTpFOuz5QzZLFjWKRpKFisJj0U9epeZRu2T2yspAnjGcSr6fNeNc3sTJng5lHHU7fJ4
MDdOCrmwTy8tvoaMFdUdqi88q0+/Jq1IfQyKNRzz2DbeV2217Me+jDbYhBdWEhrvqKnJmifZ+tU1
otUu9IiWVpRarxHij9oP3WL3ia8qRrvRo7Oqi6QsymSblCTl6brO5YwjlHDi6Ro6W17jNerl8Zes
MuZfth4LIuaoWUrfRkK5J2StetTy8Z/R87w3D3CfE95ydZmaAPeiJff7yBg/N8WgKTe4CSYNSglZ
QQQLk+WhdNXyvYPCz49sKLF3KjDETQaVJYPzl731WFpfxbJb5OA4nmS5A3Du6UypVaGY6IZhYgPY
7MCr0/06Ic38vS8MbPg64T5koZV9c5U0ujbL0bkzK6XykXGmeBQjc12ZQ3Pb5I4++0mqenRKc66A
34KQFnDKXz7I1stKfixpUDI0wI0kYOD0Y5uqUuxw6uvjaBbOTiyLQ9QyLhvR3fqaoBXWEiImJK2R
j1oX7UOnkQIBSX0ENAZLtOeNk4mq9MN4/lYAJHm5T2dgT9kc+V2IZWDwJQrutFMEY24nJKoJ+eLv
VmR3x6UmNNE0pboxmim7cherBVNZGw/mJMwrVcXU1MsT5aq16j+TZuQ21aP24JXwPNopd27zSb32
emXeOucuDL9OVVlietHxpv5/+qUZADsxEI0eS2GLt85cx2+MTHgPemc315pSUhzqjLDBiKIp30PH
nN8nTimT/jMQlcRMKn23tKXxsHjmlir6pU/jACZfxuuCNMzqwClm7NCtKq+PEy7tsPgMcUzLaMvW
4cJmIfyhFXgF5JfWCQynVnGECSt8qOcme4s6e3uHzdSw6+PCuqvCwr5DhjY9CHR1N96gZ3hQVglO
ArgogTcHDL5mXoW5jvgeVifHzMo/53bp+ZGhosPSpGr/YcIh7G3Ywn812/BrldqIM6fTuDH/6+MW
HUly9qpLIh1KERmW0+nHw9nSR8cYjsOCC3nc2O1N3ZC6QkljS138YlOyUCUViyTw+rQpJFCVuHOR
WVtS92ebzsb1XMZf7Lza4kGcjavslM1jgMcVLwKkYU9bQiq8zCsnH451iA+pKnDlcdLU+GDPTXSo
U5RaJlTz9uGYNR9TtVgOpvFqLgHfwKNYRmYeobyxvlrsiNHWBq8/Li6gCyPOOy6LbuvwvDCm8unt
mmRfVXySV2OaWIsHbzLsYboWKTjKNtzxQupvcx7/+5fPtEtNwcnC6Rk4EviO1aCKFjSeU9o90JOM
k8yMspuynOubadzSwlvvSDl0QELZFyTLMUNYrcnFMqZRRNTbhaMWu0ihzNK7VnrV4JrtG4vRvse8
tzsCEtoyyTzzDZNNoydFppmrgrLZqpP4tRnNWDX9MYrnHs8wQ/OtqodT70WNr4mlIFErivpDK+Tj
W10Cuwd41mtNdTsLr7oKdR63bDfraBh5ir2huXyswyLZePRcmgtpwC6BNhJqI3/+vLZBCSMU4EmP
6ggiwUahPmiiajiAFbY2pn19CIOYkBhrYgmOCMr4q1cvofzc4y1fH72uUnezSUDUj+HWhfmk/PE8
uKQZi7wYeVMJd4OXe9ojEp7gI6JSZtGnVBzKxqu+hQDLF3jbiXZDfb0udmlqedHXYtYbzSeXncRo
ahpjiAyubexFnc45KnlGelAzoQfjGGmdb9U9TJJqgMLu52U2QFQjxz4BD8V1xVdyp1Dg3rbxl84K
eRUlCP3flwmJZtLrnQXWKmnidpfZhfuDv6H+tMy++1SZRhTtk6EdCsqqcOB8VhMHTauon3ur6wgr
EksANjUnJTnoeWPlRy+0EO9wC61/sAYNa11dnQbNV7S4vK2VpTm2RW7tambhTd63GAZSK4iSXQyt
rvJztsO7zhww9Xh5U6/DIoYdwVR590tm5/nx7yXmaCZWdczKYdqrRloFo+fjw1RpsbPRljyLVlNM
+EX6nsc6QCp7NcVohMxAs/PqCMS12eeeHu6R8U2B1lCirhwl3KP5uXW7P+l/nbYKRc3Ge1VmiIj7
VkFEX0HxBNod08NWAR4am1m6z+1GGo8Pi/fOqjOvpyg4JmB9Q36MwmGjfrccgZf0MsNLie05/IYI
zzIeZjue39Z9WlqBWXatOJo6CrdhE9ophalsqQ4Tmvnzte018fsZou7gKwIW9yGuu1D3C7wdDqEn
0EozeJ9POyUxJnyEePzpe8q0cOydvItgRRMx9kdnjOIUoQhNRX2e9Z/6mINNy2F0Y2O+btJp/q6a
+UBtyS6vTWlrOatYYdGM2X9U2NQ4yS+DV3IvWLBMXl45T/XTk4H1CMzYJQjwccUSQZ7u2KLu1Fyp
2pR8B9OZKAl107zvl/t4qdIcUkmZ+rraGAV7KBXdVddVRkfGrFO+LRmyVNfqMpQ/jX6JwbeRKvX7
PEenaRaJ4/hhPfTve6DD71RtqA9eu7TdwdRCWwtQvGKc8sFIR9jc0r5hLOYyv3+5e2dvb44hFou0
gjEAADIBp90Toje6tG/iY4cfNuSkweyXvWko9X04e4qDV2TsVbtUEdwTGay5Zj9MlZftqgny2KF0
TY1MdVj+O2T8rxNJ9fZf/82/v5fVDPBWdKt//usu/t6Ubfmr+2/5a//7Pzv9pX+9G342Xd/8/O3u
sWp/O/bFj8cuLov175z8CVr660v2j93jyT8OBUDD+aH/2czvf/Im7Z6ai36W8r/8v/3hbz+f/srH
ufr5z9+/lz1CTPy1iM/6/a8fXf/45++ygvxfz//8Xz97+5jza9eZeGx/2z3O+ePZb/18bLt//q44
3j949CJcSVhNHp+n/e+/jT+ffuRq/6DeQ+qdA4EZ5jz6/bcCQVvxz981fovMLnEj5wR3kLyiIMr+
9SPojiwFuLW8qvFo+P0/33f/7y3x7zliOP7692+kXO7xqOnaf/5+lnWQEBmQU8hsya/gRXq6tIpp
GIuiEqipxGkXJLwB3um58KcFlo/WTtGxM7T4KyIyP9xRj+4ddcLFYmn3aq1hZ5IOIedD6SG2PJd+
1MyJ4Vexqx+kO/19aw7TThuS694evmaY8X6n1KRd2xMox2fDfqkb62rnE9KH+hJJW8Qkz+zZBCLi
cWNQJl8MFmmUfnKqufL1ekQF355E/3ae50DUc6fvdFEROSXVZOzKqByuqOzF70qdPHKmTfabWpmM
G1UlbVW5xQSOOhv6D42bVu+npfqiZlviEE/0s5OzC86WBCywDgxZq1jlHHQ3jesI6OqxReNeHDSz
+Yi2zPS1NGskZzy46zt7qsrHcjaL91U9fsIHU70rIkxF4rzIjZ1pFMn9oObV56RestnXWy8Esm73
qh95+fhTII59XYjuKxg24zpXxfAI0FMnAJjz4qFz+3KnqDMlVlSxrhte+Y7vCSI6v+xA/5pZUR1n
EX9R7SyM9qBpQi6S2RJIg8XkGp8m8v+fKc/OFLnP/89nyq7/kyrAvw8neQLJ//o/Z4n5D+lYLuMj
qCygzZ6dJeY/QGbp1LxcxGtAGhFa/HWW6MY/yDWRUyA9z/9Pdv75WUIUDU6CJ6FUXTFec5Ssg3Pi
f6jLKBAB4aIZa3UHl3XXpThdDkGLbfaxMbRoHwt92XgCrF8bshXpvSYFY9H2WsOEK6V0qtHOhkCp
oE9NpDwhOopkHyvGljbtVlOM9vOHDQDtkUJzPgR80XerQ/QpdENzh2yOupH4kHHf8yOATqH6I3Wb
qCGQfVm15LpjZma63gdlqcDIQ03iTT6MLR6PnaiCwfMqLOHVlkqz1n4dvcbYqCNdmDqSr4iII8Er
FYhWUweSIpQClj0vSN0muY11thMa5eunjgNaoj9JhrCGV9FvW4lWC6Wij1Ypyu2S1PFNlOsKpLPX
EyUYUHK4rEMKJtKj43TqtDF3kXbHS7edBpcoTYKvhbdVaLowbJTdWIyof3jWGZGzMPoqcp2wC3Q1
9CiEdM4HEjBbYL1LrUhpd5a9ZCutffB6Z4zjrDK7oHI783YupxA7hXaL2rvOc7AEmRdo55wP4OfW
lm+Yz7uS0tUFkV4017Vmdn5FNvIaxI9zg02os0PNwdvjgrylUXmpfy5Odpj/PIUhq6eYmii8M4qu
C/qe8BVGW3UYeeYcnh2iFyKE881MyYoMBalFPpaq0emKcBYVpbtcr4Ii1Mod4oXYiE2xvUPhoXll
QoSXHUctCmLMGTt6rUUTwl9Q22qqglrLnZtF753rvLSbt7VjFdev75VDQo/7wISgt0YOdcUgzCWP
KYGTwcLAvsl3Jc7OR2XRX23eSq+eN7UKFI0aR88uz2iqa42r0kyt2ynKtzp0vhhOW1mdRMOg9BUe
cGWQs8FJjJgagK0ovfobwybRNfRJwkRXJ1GcJ3NeRxF9WaL5yhL6iKqpFUMHyuP9y01d7ND/NLU+
iYZQdCFmxWUQzo57DVmfNF2s/3y5kUuLG8nT//RnfSnaPbg7+FRlUCUAnoCFOohVKBq16KHzX25K
TvPpVSV561I2ggcpT5pVtIpUVjiHqlsGSWs1QdTBkIpVjB9iN//OaZhtzNTF4cPLXj5PEMNY62+J
SFkSaAJlkDmxclQk+C9VnPTVkyQr+FR5CaAQ/lvL79WD4hQwLouA3MDnfhrSQ+WZ4/HlkTubJFKj
BG+kL8liUrqRT5hnedKyS3T8adUs6FxMLm0I5D8MzEGgvzW4s73c1tmwPbX1VHGVKiJrxD63VVgS
KWZBNdjTYxgRsvMIicuNZs5S1NzmyCBBepCOIOcEkpJ6di6KLgtUNxVvFduLoVO1eBmkeC4uTdG/
02wx3eHRXb+RPk/vUvIlX/q+WJKdprglyFCx3Dm9Igg4puSWG6D9UMB52QDgn61a+Z0MuuRJIHy2
ZhWHSEdYcRdnQR/13remC623ml3WgRKZzl5FWHKjmnZh/MlIAR2QegcSaX861yaifkUbOVmga8rn
WUWAOCM99NpVC08CohCyZ5Cu0IlZRY3pAgw9VessSMOsOTp5PRxQKe03hu6c7ivpGMDP0VCRlK01
Tz9DvkFVeiUN8EoUj1UmjHlvK0ZBCtF0SZe1STXsKjiJu2LJpz8MQ3hBjSjYR05y3Rd6W31wtUh/
M8618yY3GAi/VoYxJW3WLgeyEuVxrEqtRAl7qB5euw/AqwDekKAKaZgt9+SzPadDIkFG06T4keEA
nvegVBqktzd29lnshG6WLA2DogVyxMvstBUl8tTeJRMbkB4Pv84VChzlOEfHebDj22ZomjfhOP90
0JL48HL3zpHosmWsb9jpFBlB2J62bFSUDFy7SwJHiGRCpDMxPljLbD2WVTPHu7F3HKwnbGN6mBM1
Lfd1Ndfof6PwtbypXDSP/LBrvW8pxf9vkbDnaZdayDlv+WKcbz/eFsR3oOXJ054pNQNP1MaJ/HEA
vs+ArJB8s0SBr3WXz7t5MbbSwZfmgwKOKqWFeG2sUXGZzEg16pIEQOyNHRrliPLLp8fO7uIwsNPK
/NanqR1Us118enlGzjc+CBdPhmLE6sCSVhUqgQHv3Io+CabQLg+d6OwdhpRp8HIrZwlhFbcUQH/w
BMHaSdHf03lHKtIe4yZLgjppmsLPVCRZ7SGf0OSazBuHVNjNPGvi00IeZ1fiOHM91kNo7oeim64R
g/Jee03L75FvOkueFVS6T78nRjtSKys7DtpcTVn8iI02cb+1jC4MLvgVtI3JVXBdr+FYzTJPS49a
SdALZToAk6oOWgIa6+XB3WplNYVaHM4UamhlnJ38kHKf+3qRbuqpn4cDTwAjciXUeDnAV0dTSHrP
7WdTBPOQv3ML1fgg4qjBokhQBfIR6+/bXVXPJgx7xY4/ZqVKDbjUS3F0wVpex8juFfxPT/+hs6l+
VZMTb7nIXhoJOAnklThAQYSsTpeujBUN21QRJCgAXOWLu9ybmZEcXh7vSwNho0UqpSLlk33VSlov
WpRg0BHEaT7eWF6NTYHXiwOR+7AxtXJbnASvLFNKbxowBRKtrKTTZSrGrIXj0ImA7MqvKXHetbGJ
VVjnfKqq8Ji4+p8vd+0cuEl2gJQKQubk6iEcyhF+dv8IVxuWZipEoHR1GuQ4wEV+HEbdvuYJ/07T
ljFQGru7nRJUghYrKgA0GOKeqbS+vPwp56MsCbGUHyBigCdw5RH97EvQw1QRkYsFEWG2fLSpY++F
VDYx4EhsHAbnp/1pU6vDqVyMTiQDTemE1UfcHtIrC8G8YIq96I3dI4X0cte22pPXwfOume2g1iHt
kcROj3ZZGT/iNJ12FGPQWQLnd3y5PRm8na4iZlXGdrZLwQT00Gl7CbFO56mlCAwRald1qpqZHztU
z3BlHLQ7hTrybnQQXA/Dzv2aJaH26+UPuLSsGGIw/tw1SJGurUuEkSp1q7GOo1qvHxqQr58dql27
PgyN25FZPtROngXZbKY3XlSHh94VXupXw2vTDxzHUEYQf37KT60pu2IqHS/KGhFMo0Yej22364e+
8SMbVM7Lfb60fsl/AQ+TiVISbqeDHk5Do0VlJAJUDNLdgiCkn86zu8v0akvt6NJ6glcB1QzPZmpi
q1OiKxP0JTMnCmpViBtDTOMB1ER4SOZY8WeRJRvr6fyYJeUqq4BU+yS1aNVeOjSKV8dGFKSLKG+L
ZtB+qU6xxU04P/tohZiBLLNO19YY8npKqq7FGi1Qy3D4UsHtkSBh7ag7g9hNvMv2uE9tpXwvdo0V
SnBgAZpcA88ico2EmkUUUJWuPixlPz4IzRg3DoAL4RBSSRBGAO5KkZen/fLsBFAUd5oyJYmCJTPz
h3RJ5++RZrY3lCPDt/pYOzfYp4qDWegV+bGk2A2FM92D6899pywW/+Wlei7Hwa4AWwJwXKahycyd
rlVRLxwgSc5QG175LiWC+1yIReEGbWvsJFLjveoWVuNbs1H/LBPNOKj5bF7hSJfcVXoUXRtFKrbu
vktTYQMC5oaF8Ee+9fSjclUblVipowC0ifETjO+wy+0B6PFG5+VjZ306ciSh6EkwSHJg1c48GnNr
dyIKetbDn6Ve4QfeAEnz8sW6rXrQIbPXiGsvgoNV5VX1sEzztBUpnqEuJdCZx76UeEFzgnzLaW9Z
C14fOgpqaHOy/FGMjbkDldjvO5G1CMl2LilgL913cJrf4sxW+HnslX+8PBQXRpyUwxP0nXw6LIXT
bxgcjizAJMoxx/TrAfa/dXC9tNlY/PKvrMabAp4EXnJ0SN+/01bkthN2MSq4o3aflW5q72KRH4va
mji/vI0H56XG2F6AZnmBuFBfThszoA4t6dApxylJAfzx2DsQT1jIOxfuLaf+li/GpSGUkDBkAk34
NcbqqgVWBwk36+mc4cHw0NJxp8ROuiGJf7EVKqdw+SV/dG033BdIIdh9oxydvszQt0qIBcNpK11z
4QAG283zFwgY+2OtVkORQyxNTStDYyX30ezmQInk3sdUGNnNerwFaRNvdE3O/np1PG90tQ8ixMN7
OObKMYGjeddVY3dbd7MXDG1p/umAV7xqXXcIwircErm6MKjSbp1IGwYWLPlVCiwtFPI5caQcvUiY
gTpw6i9DtQQv77ELYQGLUfJXUdRiu8ufPzv5Y4lEt1DePWq5ne2mZol2VunpPqbBW0CNCx3iHiOD
C6sTbYH1a2gIGy0bReMdId25n9yxXm4bJFc3QqonDOBqxggrIROQbONpuC7p6F2pNgsyXEe7gSAD
mk7kBy1MEHaJJ/W7oY3FcUnU+IeduNmym6C6fYfUp+EcrqaBY6fDHkvV6L7tDSXyUSAGngqeUdm1
w1LdicJy93gDjRvqSE9+5+uvtnkoomr79JJbxTAqj5rQCWNMqNOsemtmYxsGi2Y0buy7OWC6q0Tp
BSpnjjq/j7PFHHxPFfH3VCnT93pqhfdidvTY7zCLxPGJKa98G4muYjePUR/dv3rRyNBZZqNI91PL
OF00der1tqL1uBgOhXbwKi9G/FXJDk4DAvT/qal12VEdQU82nbRlbOPpHddEe63r03hXT0u4MQcX
tsLzXq2LGPMwhqFTYjUo8Kb6iPKGeuVQO3lTi378O73ifoWuAV4Bid3TAezLNEo8qsPHXm2afm9U
ieh3Kd5/70M3tw8vD+GFfSeFLJgpjmepiHnaGJa11oCPNeL4VrfsFOEuB29EVOLvtALVHgATMgJr
Fe2M5uekYU2Que99r2gVvxLFlsbRpbiEzvxPM6ull7rWok5ZjbPbUNefcbqk7B0q5hutUn8lXaQ9
GqHVkxOIrZ3a4yfo2zao1r/RVWJAWOPyXF7HJaOTaaGpYq+pNLniq4hp+IiiW7u/0Qpy2iD1EZfH
m/V02pbFS7U4rVj5Gq6a/Eswqnm0Ef1cXBzEBtJ5+0nF4rQVd07wkskL/B5V75eY6ggRb+zhX+7K
xZ3FQ1tWQHiorSk8PUkc3pss97juzbdCKNlnxJysoK3CrZTbVlOr+7pssFcAb431adrlt8jZe0Fn
jssumap8//pegVOQl+cT137VlG4P4t+utYMaIYjSJe3NNBfx3hs7529sYaoTxAEgI3imrQokLUU3
cpts4RKuFBFc2RyIOvSNLXwhwEI9ADNXyFbUq9bskLBoUcsYEqZpHKybeo7jmwy02hV0fcOPdbe5
HQpRfXl5FC82SukTWBPUJyC7pwtwQK2gGFKcNJJhrA6yAobLtTnell23vCNt3FFqMOKNo/5CGA5n
AVc4thWCc+uYv2o8Z3BnVn2VpPbbfByNo+4q1cHKeufOEcaWw/GFXSYtrwnlyO5LCPqqk6m1VGrH
XkY1rdj3cVfurXLccry5MJTkwbE/BD0IuGAt1Y3HmDqrA63AMRgOY6S6+4I3xV6roNs0aVd/qr1+
64K+lDugXkPmGQVNydNbrc0Edl4zMNJHAoYkpzSptw96FBfl0e4L92ufcUaalVHcRy2OY1UsK2oj
AhC3RRrp10Dut6gpF44AwGQQIUFlEjuvD05pgDFjfICkdxnGiBb0zU5Vw/qIWO/fmVdEEkGTg/qD
+Lm6Wk1Amk2K08OxAgP9MKDl7JvR4G6EtJdWj4UMKkGtZPisyRm2Uo5qS1Ia9gJrtFeTfB/37avd
YOkB1wwAVBSvgFCu5jHqlzYJE1qpwM0fE6d/XJDNDV7e7Ze6Aj3f5ElDVZ+K1+lGSPGxqrIcaHzc
JgvanOiaNthevP7q5D4DOAYSRb6h5UZ59qhxvUWPswzbC8Nr8B/VsQoYXdFvTMuldQYaBR6d9IGh
bn3aCoqxWWOLFuX/dnavRiXSbkJF5A9wc5v9y8N2qSnegICDZPWOLX7a1IJmDJpB6Mc3TmHv7ciO
DwqvkGMhVHNjhi41BWdCmgMC+GAhnDaVCm1wlgkVfhAL1X7Juvyq0px8D3NzM5iTN+Tq0UMZiWiO
qic8wXWiWNMSOBvAPI5aY13HqQLHqFQOJKn/cJQOu+vI+VR46I7XhcqZ0erfxq7+8/Ujy1MGaVvw
DbLifNrdcIzDNKUWyOnVF9jQuWT1UrM4NLU3bkyiDE3Pekt0TOpCUpmfyG3PVqU1uV2aq7hKtpWu
3Ealpe+rSBe7MtS0OyvWITKPRX2A3zI8uHW7JUByaetxv+JCwPNbamOd9jTyuhSaGqLkGd65voPv
wW7grNyIIc5LK1JThLNXXqsmfPNVgF7iuzzHQ40pAPYUsLnisPChIDk/FCRkbq1Fw48DhZdDUybl
p340h2Nc9O29mSz6671QgayQCpARtHTcliPybMCXWtMnJN/sY+eq+a1px9kN2oZfXl5AZ9Q5UBno
ByE3hlUo6YZ1YXCsJqTPwbUfTbvs58NS91oNDTIHfqkO/XSEJTr/CI2UaKpGRG8im4De4ewtleM7
hsgaSKyxNu27scynYOhUbwgGqy1+oeWR4iQ1OdyqTVgNt2qf1TAsoTEOH6YGhSKnpWx3GLSxxPzJ
0oYCf3o13Tjm5GH5fNnCrKEkIK94SfQECnQ6itHsjZVbD0OAOlx51/Ja2BWFG5us1kW9qgbCCjXR
lZ8vD+v6GHpqlSQRDtvgXSjVnbZaWVGa6xpkCLup20OSZjBnukH1i6ZtDy83Jf/UqoOcQlJ/SNov
c2mcNgXjIrRc7jqwIDkWP6Yu7pfFdHao8yj3opJiqMiFPXaLm27QFtZDS1aUmMkhBOW45VaUP3+2
QD2hCEsvlgF8gDn/Ii/7Y1HxDcubqL5KbTe6mpZ2eny5t+uBfWqTzLOke9LwWodDOHPR6APTaWaN
vl+iCTEeUbo74HXzxjW8jrLJwKFOKdn3aGOg8rQ6Ciw3USKjsOsg5BpFuVdaopUq+x/Eo6/Yhbcx
nOsDVrZHKp+lKtW4SeifDqeOMmU+DH0dTIXRIuasL9dDlNST38fpdNDEmPiU0O3riXv7lhI7xnAv
j+36iH36AJIsqMdSIySZdPoBNR7bbmhndTB3rQPNlwvOz9UpjzcO2fN1w+1BYQLWr4TNrVXx3R4R
Hk7eKvDcOCp2VaEP3yd7kJSDsoivXa039jk40uDl7p0vHZol7y7ZUFzba5YN1tq8HinJBOmQfcO2
Kdk1Vf0RouMWR+nCOJIugnBFikwKwq0m0qjcUam1uQwgV1rXeW2X/hwp89Wru2MBiJbGIzzJoACc
ztYSjapdDU0ZoKcyfhmNULkm9i72aqGkW2+S8x5BK0OilP5AowDdtmpLSzEBn5MiEAouLqbTaj5g
yGz/co/ONxyYPemUQHRNhn1dtFPLWY1JIuRBHfXwzrUOXWHbCEZTi3atEm7Jrl7qFC8fMn68+4jl
V8t9SpoqLXjpBUo5eDtAQ9ExSzdd1i90ioerVEwz2Fmc0mdDlyy5sMqgt1MEZhZjl6TmVdvliT+i
17YxhBf6xCRDNMacVkbAq/AX3jRSEpZeBs2kLg9GV87H0VNfC6uVDyxDol2JBFkQa7NdM0R5Tau1
MsAM13wzwpv9bJTqlq7++X6lFTICUjmd4ERd3dzZXCCC1JlQDRY1PMKAIk2PkHgw5camMgOT8PwO
lR2iyAgAjZcQWgRyWJ/dZIlq1WmqqGUwoLfiq+D/qNP3W7pflyaH1Q2ARQfIYq9DEYVEtpVNGTSN
cdR2erV0EA6UrcLbpQWHgwtgW8JkD5DSaV+8CQJvUXlFMKa1+4eYW+3Qz559SL0h3TVOHW4EWJd6
9cRL49YgP7/Goma9lqe1vhRBj//Z0XUUscux8Xr13YTHJdkDYlXpOvsUxj6boamv8KMZsyIowRYd
ijYDt2+XzkYrF5YcBSEIE2AHuIy91ZIzEOVvNPzhAjEOaFybRX5YGDYAp92rBbdYczwcpd4W6Eey
Casztcq6OFcSbgkytJ3vJi4gZeMLtdo/G5H9yrPhVvTFh3L2bqu42SgLX5gzeXWA2KVxScg8XSNj
E2YjyYUy8Ppo3iXaUIE4Lba6eGk0yYTBRuZxjHzS6oDVORbb0CxppWwBBHccsPgtPMRus3XsnYdO
JP9xeOK99GSysGoJE3tbgQxRBsDQxTGse8t3W6MPwqxN3hpLpO9K8B1XwD6j93VmbpkMXhpOavpU
OyBpQtGWP3+2OKH0OlXdx2XglN68axTdOlIMfa0ar1wwJNCkQi41qjM4LoFGrloDLCXRWe19siiA
vGNs1njJpEbuF6k6bGyH80BNulGj24inEMf8OqOeanmhIPpZBFk717e8D3n9RaV512jopPsoYeo+
AIN6y7rtrEome4r+NTE3y4bH02p5WlPUFkooOMIm3OLDPlY+RYjp3riNbn5HuT72+14Y911cNDc6
keLnHpTPq4NUEjpPcBCCReqP8ph9NqexmY9ar3p5oHWecpNMSXZnquS8W6uDP5rowx2IgNdiDOg4
GD15OyDWxvG9OhMgvHfNiFpc0IAcu8JWxsM5Muo2IscLy9UixpfkJLj63EerrnFau1au54GKLdrD
IiqkcMgsHF6O5tbvUtkXJhFxGSnpDDDgtBVM5Iq+yMY8CP8XZ+exJCfStu0TeonAmy2UaadWt6SR
RtoQspBA4skEjv6/UPyLqeqKruhvMbNQhJSVSZrH3KYbEdhYW/s9fFXky4Yx3+H5puOiy4246aZs
9/rIF+6dTTRtg1475MXnWNFRTnbh9J08yhaVXJNEKS4dhNpX27wmWfgC6/d3liROnH74JgRDp7Pk
TwEP6VYeDd//abX1g2eM70YR7Yqqf7JHdeNrGRFRhLfd0u1KJLg6J7vp2+bL63O+8E0pSxMzU4ik
IHhe/rbrLqtHHq3jNPXcgAiDxGNZrld2zoWVhQNMtr9lUsCfz+7Z0kNFGn3Z6mhov7/BJGK4qbX6
YiCmfuUbXohiWFCyjg3nTBH8bF3HpTLqsgbEPNeWiIdgCnegWOJFoA1ev7klzlfciHRsVgIM4piz
IN1JZ2sa2wB9y75FtL2r+6+u0usVY+IL1+mWREFc4dHd3BBO94oMMi0cqyyPXlTO3/LZHvb4Ivdx
MxfRXdUp665QmXWNC/rCUHSbHDNDzww9BALDs5ssX6OizuFtHIGkNhqTkrI6Shg7N0HlI/lTZHqf
ysV+Xi1poQq70nLGqfmgB5derRdWSdauDl55XXAlCnnRe+OX8ZrR890y763Vcbogi4H0L0jX8tg4
jYoLIw3iMq9xCnCjh9AtHtNUiINtZu+DXD4UtX6UXWjHhTf/evPhAfNBnZAAk8D5HHNV9LWL+wj8
NMMfrbtpiDoU7yd15UK8cES3PNOntcce4Dk9nS2lxnnyaqM4up0eQET7/V06ej9fn8qFEwqhcfvU
m04iaLXTQYa6Clt38YtjCtpuN+f5mkQDHKkpmq6MdOGE0tJhI9Ol5PCcg66dGfjtWizF0Z/XMskE
V9wQZHw9gv/1y5qV1/LBF7V5tgt0KSxdN+suWGov5qZLRBNhvYUrQveeM6PjJDNDfMTfwTu20Vzt
jFn0u6EKo3helvy+X5oiWX0hr+zcS58S1ZyNT+xtPa2zk7wFS7OVyuJomarfr400EgNw5RuFJLb5
bkr2oF9pvIPVOf2WYZBnVd6YBczbJjtMEivFCETNDiEo88rV9HJCfwu4VA42N27O5OlQ5pK7Okil
PMLBMm7ddP4xaNe8vbI3t/TpNM1mlACWPQ8zze3zCdVd6kRTnctjW6PwkeilFd2zSyy37OGZpUNS
azSn9mU+h1msVTt0MU+q/X5D1IORTfX6g/JvpZIB5LhNTYiG2C535/7ZHMph5vJo2h9eE2S/SvS0
YeEaMh3vV3+Yll1EuOonErj9L7RaxSct+xnRX7nslWn378tC95i+W86A5U7V1/Kog2XN4Echkn5j
cAN+NsdBN8fBW3r0snycNVPL+dY5AE5QJHDkvvU787tAyPe3sbjmsgtGjcZY2Efmj7wzFms/VlN6
4xre2u3ttpFrrMoA9KaN1mjs4istrlw4F+Jo1pvUi6tgg+KeF1oXsyuK0XZgiBft+kX1kf+1Kzwc
vC1cwFqZW+8s6YYHIIr2XVBjO2SF5VsbskSy/AbqhkD3qK2c5xCkoJWNeDZPjr9mh9lWm4cHeuOj
G1xLVy5t4m1j0dBiQHwKTjfxpDGUGyJUD+wOIbVmwRiNROPtyV5EoZ6+OeIGkMDOrVei1vHqLuqr
Y16mzo0ntXqsoNZdOfuX5kI8Ca12U2SiSX86FzcrWdJVQ+Jqm0+YW2XHNJXGlY7Dy8cC4Zj/DHK2
YLm9iLxcGKQUBW3OIiyPrfDzhN75NZLTxaFIJDeNYFL088evztapCXpVHVVmDhDE8E5NAazG07yM
V2b18mFiVqB1/tZ0aVKcXZsraJ0FsTo+EI6Sd0M72vBpG2kmFRaTeVzV8zXSy8vAjhF50ynobCnV
efhYpL2I+oIRvW5w3gVU/RNv0cGux7U92cRZDqpw3l6rYlDqrxvvCbjLeVhXlgW1zCivjr4S+k41
jqAfK1oe4eVaw+bCZoRgwoYnn9uMhs/KYuGs1VrXUXlchNTvKmn738suMN5ehaULvTXBNvMrSGNn
j1AwSPCBvcMwnq0f7aEZvo51Jq+8Qhc+FieKKILcAurkORxpkJL4HyrJsWiqLMnbzrpFUNGaE2jV
1juthL9TfRBegexdHBX/8g0mArD/PPaHFTn5S7eUxwx22qFz8V60xrl49NPSPDSZW3z218g7vv7g
XvpuzJEG0OYXD8Xw9BJBitjeClPlcWwtdSOiMY27QLxVoIwb3qINRdEUWAiP+tktwlK61tCM5VGv
XfYwt2kl48ZTzZUbcTu2Z8HDyTDbZP9TkFnG3HdnxPeO3hgWtz5xbhDPo/yJrkx5wILQP1YFFubJ
IvPwzhnTa2bJF74gGv60gQHmkf+eY78GHMXSvEuL41q746NC5CuZ3QwjS4VzrBrc/taQMvv8+he8
kCLRRaR2SkUINTEC+tNZi2GRRdt1aFl4SnR7HproUbR9cMjTwfmjw7D/qXozuCesUkgcF/NNbhj2
0Yfl+M6UZXplR124xmkCAo7BK5Do9Bz5L7k77dloiyPUdp3Auaz29WKZuy538ivn9MLmRZNwUzZh
8wLRPbsNZJgudjWTlBFVjHGBpPq+LqZrMdKlCQVbfcolIN0AhKfr6wqzN1OYl8e0zGF0r2t7qM0i
xHZDv1UUiHNCa4mTsukBb/WT06GCxkytzmOovIu+ZX5Y35kiv0b4urRLAUZAKOYNBKt1dhinOYf0
EtrF0QlTAWy8m/dtvWQPbr4YSZ75/i2Qz2uZ2aVPtdkjERQxL5pBpzMrUtlM2HoXiAukOrZCW3+Y
VdP98/pZuPCu0w7kkf1bJI3Oky6kzVLXliScgSf0+xJDpKe6SNE3mWqMtcfU8a7cOJemhbM8EhjE
e9Qxz3ZgsXTtqLKewonVhEfPcIeDsZjXlAkvRelkkoibsXSgcc+rD5VhSuWWqjhGldJ3Zq7nWy0t
rG/aqXzKMijbBDLVLYhy8X0YVu+Q5XL9/2LeJ1re/xWCvnAOWFo01lDIogxyLrQ2FJjyhmvGPROu
7ufIwM+gMxGu6FN1jU5xYVk5bB4NGya9WRie7pZJT3oO5SKOdWPW3yPhsjuHqN69vlsujUI0RvPM
gfOOe9fpKIWtwXAvJWIxhvWtkwAzHcxk3n4dgtbZhJvZ+8jUbT/iP28SlWXqHHUujnOZGQllPZXU
lr/E0kZe/vX5XPpAoMFBom8o/Bd8GrnqGqOAID9aufG1y+Z0J7T9ZOCgmfwfBmLbM8Rmt/Gioh05
rVoChGmawM+SZhnMPcYAeWylb+aFcCNC3flbeqMf/kKPBS8wG2EFGw0ct6P+h5/0wTWycP/6hC4E
DohPUW7Fv24TYt+uzP9+pN5T0gbyd6QPiGwE7IlUHAJMjIY933Te68UPliQFALPGuoLkQTJueFc4
RC8uL3IfKh9bZ2fjxJ7nphuEdMwGzhcims17oYohUYB3YyLFYIdneXqlUv9i+2/jAbbfSqsbB+vs
SsaduUfyqi6OKggw/DD1FIfumF3Z/xdGoR/AUOCctirz2f53fVR1SbjF0Yr0z86Y1M60+jR+/fv9
ZfidRH6EqdT8yAuoM4I+2jpN//mA5txTQhadOBrUElp6AAOYEAO5uyofnA+hiMpHX+Mka7u9cQwK
axKx7G35LrCRGcwGXOGTyFK4Hw3ZEFcdqq+9o+f9DJgQtyvD2PUi95K8m1YjCZxueTIw7fz8+iRe
HN9tDviM0KIhX6MvdToHibJkb4+slIvJwrDruhoR/Cb0KxHPBLS710ezXzTfsIonZGLTk09t8drp
cK5wyyIzNMosto3GQ7Z0xT5MKZHemdRO0rsh2EC3VT9DLUjn7le/Ltlj1OgG5ZrN1zdMrfAO0nb9
K/cd49gs9izjIfOad6IO1GNeutl+mlLxrll1AKp1qmOFeGBSO6t7O45FeKyV2d9I7Tq3XWp8B1V9
jU//cu8xRaQdoFNCveKWP52isMzaAhmBmFNTeY9LORRx6bbiyjn6yzo63XworRF3bH4LrOd5ucfH
+caqiik/praI4mm1D2Zrf8i7EeB79HmY7Hs3SJ9Q4qtiV7oHsuLbyMVHOa37JK+Xp7lWn1JFZ0Ob
2ox73R+6anLiBbmexpmvlD5erslWkdq4KQSYAA/PTgrs78hwaTYe3FotKq4bV2ITOk3Glf318jZj
nC0BAEACu/M8ZMlKJDMQMAjx6V2djxhM1j8ayv6SXn0lP6xUca8MeGliG62D5iZoMP47/djlEMz9
xNNwSCNl3EYFeZcz59VbAz5wcxvaYePWbd3jsy3lRQJWIs0OKA69vsVdSew2pb3/y1zAihCgb9WA
c0647zTj2krmUoxL/i4zOx23shRX0qeXFw5BFnjiLW0k4j4nJuah3ahSwwwZu7bb+V0eq7D5XQNQ
uTKdC3thi+YA6CFyRrnyLOMYnWxs8iH0D3WWLfe6q0jBnYDcQ3n6n27xr537y+Px1mz4QxDgZy+b
cL1RdkRZBwm755ueENrEt2+JR4Q397qxvCs394WttxHxAKTybsNBPztTa1mPFrpe/iG0R/s+zb1i
T81oPrx+Y1/8XIRC4EQhryEdfrrBIe9HyJdts3JAD+VgUm4GZ5nRCPKvEeovLSBvERfnhnQDrnQ6
lLOESA86KxQXqr9369o579VMv2N98PqivbINX67eJh+IDBCddS7Rc3GrUXhN46TCOfT24sd53/Oh
tOFcCfFert7WhqOlSjGUx+7vc/ifCKHBe3BmGPsQdtGP1S+tBI/x6NBDOblSx7s0HwAQLtExSSEo
+dPFG/HR5UbAxq2PjAqgvDftZFalb76ImA/gV3rSfCaet9NRFiczdZY5Nm3ooohFOVn/GIM1fXrr
ngMGRHsG1BrFUHigp6NESFDmTaqxpFuQP0SLRhyK1jM/DraXXhnqwrLxdm4kW/AHuN+e7bnVRQy5
CWebuLu7HZTr3U8yuCYEeHEQPg4gf1yN6GuczmfuUhOJYgbxq3qh2h+Ed0Ib17pML0tyW9TBjib0
2GAV51XVWlVovEpp4aZZ95/6fKwQWsG4NX/Gh0sVT1aqhyEuzRY35iCtWzNu4VZnt806rAhNrch+
7lffw+Pu9c/5cvpEQX/hgQA6N/7B6fTNTI5awK04uJlf/q4AXdL/N7srneKXtwdlc5NK9kZ/pe1/
FllGcpFD5dUmi0x/LQwXZOaz6kHlXZt4suqvnOyLw0HnpDONthWwwLNJFVhEg1sxDxyY9bZuXfsg
fLSZMrW5VOH6duUefrGIGweHAGBrvW9iI9tN85+bRKXC7d3a9Q6u8nE4wm9tb664Jb/+qV7MilGA
ifIqk5rBNjy7RTDrRIBuwplzWMQvV41B0g+Li3zA+NMwPHkl97w0J4oUpAK+s5Vdzg7f3Ipi6HrT
O8ytWyWo0Lf7LHKqKzf9pTmBOyPoBDpNgWL7Ff9ZuQ6momgN1z1EuZ8d54gugKtWfTu0AbBRN78m
w/lCfP4v8RaPVM7iX1GJs50oJto2E3qph6JL6SS2qxpT/EOGqsfd1gUO4Lptm1OattF3H9bK9uKu
z/RnzDi8Yof0XNMmjrLtKQlzPVr7qrEMh4eja0ZsRUdA2ZVul2tNru3qPsknaB2QuIBlpxpMc/5s
Q08FkVRhde6hz6r5Sw3oYr/Uhr9zWqhs6CaFDzOwgSsp9Ms76++oqAxTAdnIpGcPyjSHqxlk5CfZ
mlePzaKi+wixj/uwCnFA67CPiEu/0Tsva42aNfDDA4XA5tFtivSHcvzp5vUDcGFLUtgAjwZxehNz
PjtmGToPWMFD1I/q3H1cUBGKzWoZ3vqMMmsEQxE5oa662aScbknKZSP2MiPqGKO7PLi69aliBfbb
jxcQC94Da1PifmGh1zu2QPyjdA8LJhyJp1DAnlx22OsrdmnfoKIASJHUHnLU2YrZtVkGjg6dA8YO
TZrIsJp3VgRRKu6xkr4hJXJvqei9ufW7lb4hmNG52OwIzwnmcxksVuUQvxk0EmPACBB2x6i/soQX
Jhfa9LC54bkNuXhPP5Su3cnsJtM+uJuyd2Qxzh6xNQtbbN7zWHAp4ivoj59fX9Ptmj07i6gfsENA
JRFRnwv/+Uvlore5EDBYcxZPy1x9KvQc7K12CSlppRPeman5nIbLn9cH3j7Wy4G3Zgnsj02V83S+
nRWgW87dQ1Q8DftRyemxRJv+dpl868pJ+1ugOB8LbYAtg+HOQb3idKyyn0Q7TYt1qIUJz7rP2ypB
gW1g1nNrlLuUktvPHOPdHYjtcE+Tetr7RVC4Cf7K4x5Juf6OJyNIipGiz1C41n3vdP1dleV4vwQj
cr8GXbNoasR9xymJ88WWONZb7XClMn3h0qDxCkqXi4MO/jntLEKhy+T7WIfI6/0bYy6LJKVxcuWg
XRwFGRGbETYyydl6DdI1qaKM1sHw+/f9kAZPY1pYV3be9o+cfRSeyO36ZwTegrMAoBkoaM7mZB2E
sXLrCvUjaqWN5Ji6XQZy9de328UpERMGdAWpBpyDw2vh5FM6tNZhxAglNkcnuC1XDKpeH+WvTdz5
pCix8yJzF1LPP5tUjTdQX82teTBrr/YSGNL9V4zFKAtSDQl/GKXMPze5XYhkdtByo5446+FQKQqV
cVZMJtTI0Br+dM6ctnGP7OdvJxjW7zrtVRnP+GS6eygRvUiM3vWqpAdnLY6I+fF4VTjitghuR/53
T7ZRtHOdBV0z/gf5tnEsvLZbJ8X/VxRu/U3qNPwV0dn7bZEDf1JuqP+ZRwO/ZW9x3K9YN5RzDMvb
++JmAxQCaDCjFZuw9kC32iEQtsrNzDmRSN1+CEtlhgmWJrRH4Hc2Hyuhy69Z381Z4rjSVokym7VP
rDac6400U40xP3zx9v8LmyDIw6HGfTWtCj/2M0DCsdmE9Y8rn+bFdgNLygVL0YnHFnb16R0QhVW7
An4yD6Rmwd6eqzbGrLjFIGq+puL0khFBJkmtFNT+pjaM/cbpWKY39eWwdushJxnqEvK+9Za0vebt
lVL0t3NfKAO1wLyYdtWU+Z8xH2l/2I2W95Oo0ylZKk2V1C3r5uebV2ETeaIBg9QRG/Vsf85z1xYN
1CXwmp2dRJAidzQQrdhuu2sF+JcXPG/1ZgSy2X1vt/zpInD3ZVHv5euhTy29Ry3XPRhmqMEMqmsL
/vLtZKgtgecl2wDJZ2HwZI7GGDbegvRmSt5pdWn7bK0ufryumxlPqvSw4ckWBx2r15fz5a1CZcKk
b01DklrcOZ7BG70qT915OSw6Wu/KJv0Tedq8Ehmwa17uXR6tLWbdqBkAKE6Xsl1xbp6taDikjS6j
my4aF2MvXWst9066zN9crwM/bDaZ08T+GPmflQgLk3XQPujbbkjTXd7MlbVTnizsGOFbw43F6HQi
tixt5fs5aj17z+M/u/vcm7tPc7Q2eaJTMRdglNFluME6kJpVJ6O5O2TVAB/dQ4d4X1fp4tysOm/L
ZB4ot8Zc+Cii4BlQZIlIKXw9tlJihLKsVVAk0rOzf7tFhUbShioPd1Hdhg/A0DL3xs860KRB30Rx
W2r7kzlNXRYrLQ2ikLTI1F75vSz3aSbFsw+KWNJxycIx+SvsvksnM9sm3Wv8wUkjtj6nlVY7x1p8
jJBTW/4rljH9CFa/elZh5v/q0sn4CCoNQ/fOaK2PQWdZXyZnCo147sNqws6pIcfuhsbzAQbb+p1b
WTaIYW+O3tdT36RxVAaFlyxLE8yHAQ9mxIwDY20eJEpB9FXXBjKLEsaU0XULSci6NozEI/mXxKhZ
WeMTtesBzseam/90KqxEUraOKpG9WKWMV+HJNBYOUhvHzm9zCYvLTosd/UDrg6t74ex1ZQ/tjcz7
6bPj5c53mqEjAh0b6lv0vnr0DSOv4jDj1PyTina4F/lqr/vOjXS+EcMa5zg2bV0noVn6uyKcZRi7
Xub+ifrU9xDA8RawZW6eObiELdZ7pbli41Jo8zNeLG5/IAbJoj1bpX+uGkM1aOpb2CdZqz1SF/Hz
aIyDpTBuho4OZIyoo5Fyy6/L13IoOxYtNDin+WQsuGm1A/mYilrOsBC0k6LUmX6Gqef+MCZ/RBxD
BuJu5W//UFm38GX6kKBNr+XwQIVkdQ7toJxPSkXVRAxm5iOnPtNR4tuz7WO0NeV/aqdxH2xPiyd6
hyg5GFUonirC0Q9h1lXEhVFQq93YhVTtzcJqf/arxsdoCirN1IwBD3kuO420+OSouyYvvR8lsACa
WxT/mJmMVnefFdnyp+1L76OtlR8grW5bdKFGf9E7HRDpJ5imUnXEAifnkmrCab0BZzPIJB0z80n5
Bjx1n5Y9b4fO8K+H0n4rw3AG+VKI9o/deOk31H66r3UIwzAeyIqeBwreTmJHpJIA+q3+3eC/D1T2
0Ik2/aTbzvhDwjSUSaemoU4QXg1+a4gDX4tisq1jH1XucrCVI+V95bssthZF/xN2kldjVJeH+cGe
8lLEfaiKxxqEbZEE7hJ+b7tO/RZUWJ5ZnBS6AHtoTky0T383UT4FCSRzo4417pnf0Z6fPi2LNttj
g2AyfxpEatw50nKaZELJOY3Xtiw+UT4UVWLS37LiGmL9jyGi1rHHctv2dtOSskHKykv/5a8JcF2T
9uMy00WeCK8L9gD/fEJyzwg+jMaCapxXlGHsWMP4VDktAl04awbsyiHfxNtFxCcY6iBvYwc46n2k
7bS7TZEjVwdOVPTez9wQl7B5oTfuWk2fxYNv01QUiN8FMaUx/YlQaO1jvqAuiJ8s5z5s/OWDIwsz
0YUDMVebi3vXrZHFnrXyUN8Ntm5htpICjQnCqpmMmaDGLC7wh3vD88Vz6o9zvSvrysNQRZnuxzRP
5bOfd4PPJ2wsvLz80brxKPo/NZEP8yegUUJ4hXRNtx9cvAaMaKwBwE3iYUUE9VPn2tZ68IPW6+5q
7OY6kDoGvJBec5UmQpX5w2bfwt5wtT8fGk6bOqzz2NRHNRVtTTGrDuubsu0VsBEhwXzOzfBvRRV/
SHK6iscwzVwu3LZGz10O2nsIpx5KdmV31qMJyslPtCymd1Y3oOklMT48YmXJLVrjqCfu8ETORoxG
cm0dPV9xZ3YwRT71ZVH9zG1DZ0dPhHN2GFVRi2OFeBV5EHGtcxSejohR25yrqchE+40BZsqWOeEJ
9NPI+ogDRklHujeIBHoisRrkqrGUCXrs9pdV4hd67CcVmDcYvNp57PEVSz6MgGMzR3L2YmdKwyaG
2zj+K0NhIlVQmJBj6sBd/8WiGpezVY72c2iX1a0z0fCPhe6aOXYcGPj7IsjEcJNyGZs7O5sCA0W1
JviYoQDuxxFv1rueQxfcBUFrmGiEu1UV20Vd/a7E1CPUhUrQVzre/X2DfmsK1srqKWO2AXH4srbL
UxqthsIOppbc4X3qzXFQFFCnC8Otu2RAk/q2mlMvbsgGjlMXmMmajQ/QjoYnxdfnLSKWK2Ibw6/h
4LWtYglQfMD3K9s8KmkKT0+umLMiBu2VfR08Q06J1ysA8LSkijtz8tpfDSU2Ejhv8oq4cE0ibOJg
o91VRU0UnC5LZ8VZ6zdityyB8TBJ5D0pqnj5V8cd/Xfr0mlx5KJ05l1r2LxnuVUYcRAVmCRO0u24
L7tifvKmYvgqm7RqEqcJxMJd6pWQpbTVprsVnEYZN1p7aseBqaJ9JtX4faX9cERSegnvdC7Km67n
6dgVAUHq99Ir/XUvSp1Zt3lt5N8CU7ntrtXKmhIaU+Km8YtpP86iOQyihXvlOmVnJfXSygfWsiAP
E83QJGI1sjax0ap7XCvopj/cZabAOpWj/6ntPed3HvkwXP2h0ua+GkM04WsmO8WFxXMdm2HP9TA2
/vC+7Pvu99jx0B0REwSx5QzpQnLHtTv8zvQU8iqZ1GXr1Fy+WM4sf6vVsokOun5xP5XK0D/H/lde
HaxCrr8wYg6/ztVaE9G1VH/ndASdYQMjCGNDBX6347t5tD8xhnzupnD8OU6V+tKgaV3FHZzdz2IO
1C/yE8K71rdaHS/2QHjnohJYfdzCk+d8Woz8qKocCcgI9ysVg+iHj9F746QTRDDmPFnnFY6NGQn1
qe/t4EsbeuO/ZSiG6RGKf/0T5m/pJ+FgBX0sU6N/DOZB/PHG2v7Xdty2TzI3Tf9wsfE0D7ZL2QUX
VZnF/Dv1h8mtrX9KUwYfVbeYAGGkgSI7nf+q282CEGzHaayiW6Iof96XjTXf+ivbCRTttntKaAKo
jeQwRsNsDJ5xzyqreM7bHPYkIlnPZlM52U4bY/21TUvvdwkfjyC6UNE/hmfnDix+T/4e0sh4X/dL
/a7Q1rwXyiqXfW31cjMvENN3KZvu59KNULJkmrbrJw0jjS0h5vxjoyOC9iArrQDDQoiCsUoRFGQO
5QIhuG7Kf1iwUt0plFE+540hKggNjdE+rl1vGTtlUqDcBdz3bUzdigepKIUXHFvLom6JrkLm7aps
tAWJyiCL96b2l+afQXBpJEPvuOuunE2gjtwE4zNC4n2b1FGwjLFkqz7WfW8+Q0n3cZYwNdcbkVe9
xC2VUBlbOR6pcTgV0RKXEcJ/MU04L7uxI2zdsHubexHT0G2nfTmG2WcMY6NfDT0mUHPBnK/xCPbt
Y9n5uOCMvml8kziQrETSVf5B27yisRBUoubeTdfYzkHJxHOTNU1spHxOjmOd1XfeaM05PhHKeZQI
5NrHwZ/En3msJzJru0x3UTHLAIrXvOUehWONCS4R7ZT0aGoadxr/KYEoQ5h/KoJKudx/izF/xsF3
UTdRuI7LXpIFYodo+h0NaTxGeWYi2/CoYPpTe/DTVdQ3HXj+B7sfx2VXOgXl4rWKykMq7GZASM7x
/mwuy4Siug6922Zq5l8ALYP2TrpO1seDEaSUZuxMJiU0g38dp+EklWPAQ9L00zy8t/HslTdZP1VR
0mtPlDtrXufPtTNO31MgiFlSTiofEluP7XcRiT5LQCgGP+tixfZ0quvVj8OK75cIbKy92DXG/sto
0hwDKiXD71UzIbcHl5R6k5Re9oDsemfszdG3ir0ztDnGbrzMTjwDC892lV+Y2c5YM8XyrGLT58vK
VR6VLWEs2IEqBL4kSHkc/aBCjkL7E1XXrGgc/YhuRK2f1BD4/xgB0jGJpUdubdMUwY0anWmIzTSk
aoV2LIJ18EMW8KLUwRIvU5150w2VY3+tMAuZHo1haMMEmaL6Xb5kXXMblUv+KIkT/Hgqa7eOyUPH
r8jujE+9hQV5PK+NVySRQTCacLKhq62ePaVJTZrRELDQSI7DbimI2ouq/IjiUuXEk6ojTDGHadCx
j9ByTQ8iGvRx5HOHRxHhdJGEWa7ye7t2ouWeyAgnhaC1wtuqa03QaDWaqklVBP3HyiqnP3XJjbjT
5dJ90HSInuVUEvMXGenhfZEOFXcHrAIsutpmzB+M1ujnOFz6VuEPKUtUscXMiZtz3fQx6jvud6jg
Q74rfa99mmc8Rm4MwoBjWdJB3DfKTL8tJSu96wntyiQcO/O5nTqCRkebTbFXkzL6bWmC6Zn6cxPt
xnIahzhco86Ji9ph4UbHzlriSbOZiGFmNhI1HtrggN88674UXDx3uerHhggka78EhjmK2xLiztfQ
RGVgt65Zv+5kVGPIXekFnUMiqPE4TlQ/EQ5OMdccl2D+LdEquBuUR/KqVjyzYrhhiO+YbSdTrqtQ
qhhqe/ZugLP5FOat/2wbIVe21WXS3C9hl9qx8omeKaMWZUChROQRY01lm0R5GFERWLX5M1Q98mp2
O4+/uoK+0w0MsfTQzGuU7vx6qH9Og9Obu/85uWpa7MP0odwS4qa0CR47Yza95H+tT8reSRrxlOcD
QvZRO5+ClspT5iGqlqAki70WcgpRHlOEzly+m1N95DdH1/QrXxbdEOwEE4r0P6pakGBOK0U+ftIq
tCsKUhlNXG4O3gK/CQdAYt41bauXxS96i3CNKe1BUXrR9JtAmmiraJeDaBRv8+RG73OdV7/eWmKj
3kUrPQRdTTH1vC9mCbU0zlLPh16579DT9IkvBirGb67kBQGAOvSOfVj5lEhPF65YJkO1lqkPJpxS
EMBQn2pzuSa1/7LngWExxopw6OiXcoROR+EVGfIMMXgcoabinSxy+dTLqLqzUs85dE3oXBFpuND0
3hD/AGI3AQVE1s4qo6vonNXzMn3QLk5/HjeT7BXvtTN/NhBAicO6c5MOIefYW0lHZPFc+OQF/Vtd
ED3IQ87G33O27hUQv9OJ96MiRsnsEQGiQt/oFt+mGqWDN39ERkExB6wyM7bOxRVKG2JN5ujxAFET
XnUfDAQ8OMi8viNfnDEUM2lagcU3NxTDOXiVSl8lmkyhNZ5q9a6osJGhvuwdSRCq5PWhXhwxNBlB
lNIb+iubcj7UOI9ttqpKHroxGJI+r8XTMAt95YhtRf/TphWMGsBSKOFRY0Yk4fTj8ONdOfBd+DgV
fR1F8OoXP+dUUUE0vsI4A999DVT+YhHR9jLDjS33/9g7k924sTRt30oi91RzHoCuWnCI0CyFJdmy
NoQkS+ThPE+305fw7/5t3Vg/lO1KKZRll4FedAMJVFZaKUcwgjznO9/wDrCGaAnv7besx++xkw0e
VZGknpInkm+Bh/PQ6f9lah5cA9YFyRVbgBRtbw+oS2ssodHNGx23GldQfG0XJLp/sirePaqXq0D1
gKDBQHvfoylL8mLs9ZoZRCUtARXB4i5K+cu6XutV+Gc1Vyf27uOYotwaLaUrZkYpk+ka9OU2osPj
cWmlb9rP//GGD9f+/T/5+bGs5gZ33m7vx7+fiUcc98rn7j/Xl/3zr7190d8vhqem65un387uq/a3
TV98ue9EWey/5s1bcKVvn8S/7+7f/BDg09vNu/6pmT88wQrqXi4XPZXr3/x3f/nb08u7XM/V099+
f4T/2K3vFvGxfv/2q6Mvf/t9Vbf8j9dv/+135/c5L9s298X9l/v9Fzzdt93ffpdM5QBaHVZvTPhA
3gGf+P238en7r6hBCBCrUD/jxhUwXZRU6n/7XVEPYL/rsKCQ9ALMt0bCtuxffqUcMNfHz2hVv6a2
Zgz0/aNdft2uXx8Pd+Lbzz9iMxL0Qftw0qzxH5ziugFfYdFmNOGLyqoTX0ukxGv12gwkZWgPjamz
/Fd35U8u9Y5qs16LjwuS9oXaI+9dS2FIokzoTPq14UhnGVmkG4a66TvtfKemazWSZnGwwlLxsqsu
M7IffG1oaNjzNKzThsTD22Y79guZM+n6OkRuSWGkfjvm5SYfysTHn8Wh7UA7qbDT1kXfHWnkjFaE
GVc5XftyOSuyTtv9+Kvth0a+GZuZoxrQ2GoTsgefsnDfcdKQyy+Skm06pCg8ZWrLQDWa2tWA+rlZ
75ju0ufG5sdX3o8nX6/Mqb0uMUbI6+9fPT8UpQAZwV5DjqyIAvh7pM6y/jOj5xeph9exn8uAA0ea
EKVk/rQPw6HnoIjecYQ/GsnQ+I0hV0Hax70vOwDzIJFpja8mdpihDh2Fj+BAos8zSjr1mMyWp6SS
ecW869iaU3XLnI+ejJGV2nM82mLHELErXIU5Ve+LoYxoR/Z9cjLZSnKXNJPlA3elcGEYpp1oDIaO
+tGYPr3cxr+i2OsoxuH5gyjWE8Oyvnp6E8d4yR9xDFcahtcAEeUXKuPbOLZyTMgKWB7Mj/6IY+YB
q4VTlSwIXBUYgT/imHEAf8Na4dEc8RCxfimOrYnAmwW6yh2vPE6U1ji89xE1ZkXiMmtD70+58ils
1MUtkcH2x4lhKkOBn5ziL2+3fznAGxgoIeTxnhAA8JmeW6p2fkMAo/ds2F1AWBjvImyojpexharE
cB0TECOy4i/4hVTFYdVoypGcLp3smoqQY1dYvfq5UTMadEUofUAIgA5eosz6Ti16VfMLzchSL+Er
b4HbNFs6EvImC2sboF/NhHOmn5VlqnodA+WpvAnpZeEMwHGnXD6a52VqPdMIu96fDYtxvDnHEaj6
mYkSXoDpboxjm56xMyQ/CYcvImj7twfTS/CkMLd4KJx5r6OSFCITWTDZ9RkX1ndFk1c35sjxGJgS
2CW15sxxzWmwkPsvpDv+pEcbVc/obktF5zC1S2KG7UvCLbAmuXCt1KQB4rRldJNUOS0cTFZaD5Io
JJmlWBTXpIJm1JYMPXN0BuaBUprKl3YYkmTTE3rp2yUz3ZXEqN2uMA8nuQMWYGENeyILBuPjrEmn
JejCzWItvJM1qhkzslyJdloUp7fMWNwlRALjJ2fiOxNbEvY1VYOPg4ethhTh2zu1YGBbAUZsmdUv
tjsMmeIadJZzPJEw/kPGPalO0UqStgrDy05Brnnpo6CLEWlShaKeFMo0XXWjbGzpUYGCaIFQyKn8
EQhZtM3bKQteBYU/OcTfSQvygYEWot6McBS+5fteH1lkjVWqZp1fFCFtvMUOD4fJuRVNyDBJR64M
exq6uJMc+4VYOrhniPVkaTP8pGZ9d/Ctn4PMiamhtZZye0usy4xFpEbU+UvXaYEhhRpjyvZnOcu7
yvjl665yl8BCyeH26ZRJUtd2liadj4oGA3QclH0bVAUFo956badNhw6FfLAyF1zks8Nj2LUqzsoI
AihZWP7s7r8Pc6tsFkhIREoxFpAJp683FjCPwlJL+CpM4etTtcyqI9A86ujFxji6YTzmOxljVDUo
chq7ibocz1jPn/RpU1xYarfVBnspNgnvHrvjUIRnY9/UP+P9rGv27e4Hdw19Gz4WQEpy27cfcuro
bjeh3PrLaKp+5oizRSmOO3OUj3v7ols69ett+ev0fnV6g8p/tVPXGudNEXJ4Lzrx+uh++fvfzm5L
OaDSRAdmVbEnV/znyW3pB/Q4LI0zjAklBzGJ67cKRJUP6KRBRFQBrrEL1pX/vQKxDyAYWyxpRDAR
/gZh/wsVyJobv14tq0iUTkqh2EyM+Bef7vWSXuxGkzDtAyM2DKxhUaIOL9D0OypnoYdupDolQnGD
9AQopbswpyb6GWFgvcL7T6CTgrBN6ertrVc1qdOSQa8VRAzPNk2taZ4e43fNNOhXaRarEuoaO9da
i/u312MwMLUPcwZqQc6wzZerxfDjIvuZX+37O8o9RYyeuh90Nloab+9obGdyqfa6HkhDKl80mMW0
NO9KJB0SmRHaRs2z7hBdBencRGf3E+gMVWxeLb4/OSb2Q8CKdFzLV+CjCDPSMH37EQBHMfBOVGDI
q6tXZbbmWTaHjk/5l28nE6yQJofS4Y8v+lVA7e2TBGfJQQrvHbo9H2Hvsmoe1pncGIFcVEnklrGI
5SNJz0DPLLFaOYEzKU101DUKTsGxUxeWG8oGKoBOlZYXUSfpN9UijzN6o5lxWlQmcwF5MOv7VHQO
2LwyigTqK452UisLw8oqQaOOQ7CAMeVoy5S6Ig4XE6BfQRnDJ1W6bWPH+rVsr55vwphUy22sROhf
kriVas+GRDRuQL6GN7EmklseVvLByjT9wU7rdNjMnAbdYZ4o0NHM2jE/RLMj7hZrMsxdx9Ajv9GZ
AGquY6BbcWj3kvk5MuZQP9cyQFU3qT5nW5hJy4A7XaqonmIyjwbXng+fMKcTRaBMulOdI0agXkWm
VbTejEbBzWIuvbJFnYHK1RxxP2asqIN+KNSwv2euqTwy45HxFclH7aQcxDQBfAK14EEABOJSy4NS
AYIarDMga+0cYAgBHspKQMG6fdIZZLl2llVezqLQNkUiVaVfValU+6v0c+6rXadWVHxjHfvADqOj
olnsmno/10BOWUa+EbbFKaz38zK6Wdgb53YspusI3IIDehpPbRckg31qjQCpPZxK7Mc8mwwQn7bR
5GvqpPvArJKtLNJQcWdzmSfPZKPQSsiqJ4nG7tWSAsB3hykBGahCY32uUWCKgQpOk6Ajng6XRTM8
lImYazdLSr0H82aQYev2VD+GXZh7C1Tkw0YaBysIqUZ2WWfFp05rOrdNNMRPADNBFmqSvGIf7UUD
IjXU26rNuq2lS/ZJns7WcJJIjv65rqTsUq21snIFmIZj5n0Yu1uTpp5Nk2ODh1sUZzfA9218UALM
weDpMEFNS5H72Ny0QdjNNbiqQtYXb7D18XxS4r729BzZeN8peyFcQ5Xij1U6xLsqSzMpEHrl9Ifo
DZvCy9osCrBemZKP+cBNK9wIGzvzGGwQLY4KGmFxPOlJuJyi2I5vbaXmzgdhOXXvxQwhE69s02Xb
Tg0sY3W2jdrvw4L+ztJLy+K3cWmWh/qYRQ/6MJuQb5wsWcG4lW163dDpbu2UyWNllSjUaN0ioyFs
DExg1dyUtIuEZn7ozbgodEFK3+Uc6kI3eQLNjQ9zP5ef7W5RH1FfEEx0ayncIXZtX8RpYgG1N6ro
pu4t1jhYjPbJglNw6UAAkj3wy8luFkoXBUkoZ3Q4RJ60G9uQjI86WmR3jToVz07RAZBx6my4a8mG
HxT4DjXBRQGUaCBFhRGGjh3oIRWqEV4MWTPLgGoY7XnwDPveS7JyUlxieYY3nzyNkduUKftEsRLn
0mSy2fnqUFDU5nhLekrRg5qNcqMEjSEK9VzuEi11TZvawE/7uePPNV1fP1bJ7FxGFAo8YLmsdF8d
6Th6g3CWz7VkSshcZF1xb0QlZAs17spkU+Q97WJHk6AblgNNNDYrTiK+sLUYJ4q+mRXKrdaR3EZa
suhCq1BD87Q0H2zftCscLPpBQzhWGmXgZBDJMnro1dRkbsfeAYOm1DFIMAUmo9vLQiW4DPZ0P/WN
xDy0tCo5kCf0nr3O0qSFylSPoqBOGm30MYiT42M9JOf3KsCS6zjcLu7tSM8vF1YvyEvoq5qrNeVy
Yc5SoXgQNsNHOC/JyiAd+s9ZJMnXQAWzkB0BYdudDAspnEZWgWO2CXYNPn3LxvbUAlkOH0fh1PHH
tjCu0cLurMOi1JLGL0x7KI/HvmNlTmlj3vR0CRK3kgsbWK7Zpj+jpe2n/GipUuqsTQZTp1e8r6Ng
l0QgwLtGINW9scvaXckY8DhZsuqDbnGvfnyG/tnVVioHVTsJGVnh2xN0KcGim21iBAKU9iWomsUf
R8neDFqmn8VJ9/Tjy71wLl6f2C/0ccTa4E1CzEB6++31mqZYGkKIHgxL1O9iWxSxGxu9BTS4cZbe
NYATNN4YJ8kYJGgKFjcA56TQ7wYWftA5wDv8WjerGSx2q5/JfdECX4y0CILzUMzjmeYAk/DRWmln
T58j0T0VnHw/s/17IfO//R4yfJl1nMgQCRenvcIM3hpm79TsQdZjEO3preUoD3o8tBxES+qYJ+RK
k3pUJzl10aTIbQMic0UF1UTr/mtX4a966HU9tKpa/ut25vF9fi8e799UROsrvldE5gGsSJUWBuLg
31qW36Yyln2wTmngfuFFiEnbq5pIsZnKwNin9rZoftDe+qMmsg5e5snsG6RCaOg4v1ITQdJk3b9e
T/TzITtSZVFirRX/3npSOzAZTqUkm0WRUfxDSEXc48VL8jYSJcg8y6Ja+xGO8qFU5BTgXlvUg48p
2jC7mQx20IOdiap+nrcVeBhJ0bFHBYLD+CO2TpmpajnwmhU/N2lwY3ozkw4tkSFPNvbDjB23s4Ru
CJVZ9WYIO5+qDsuKAJu24ziM8w9zlmiVx7wZDUczsjP4Pzj26bQXdVLVDBg8hwoSylGwWJAYXBEZ
2scchf+1q6lrp1molrd1RiuSaavJB1S18MLOygL0U4rqCQYjvZNsa6NVLttRzp3DWMunj6YtgeeF
LLLUcETkPvfyetQBUbekSqDU7PMSdOjkD6oyPUWKM5Ev1fl0oyTIBE1KmuWevCjpET/S6yPQK5+w
31AfwF2jZcCITtz3qtmMbq2mEdo4kaGKoOvVKQmUpZc/gv/QP6WtyMUhdBLnwRJ1faKPo2EFCH1J
lYfrfa2DfkqyxO8XW7pWDNhDHuJY6S1FuD4eFdBjyNf6mIfTanZyW1kth928gtBdAFOtCvY/DGfX
6hgMe1DNpTvwkYPihgKKy4ZJvx00WmPdl5JqI5Miie4WHF38uA7TbLc0q/BCRd5JuOgCN5qPrU13
B1xa0+BUqvDeK/p7yylE/ORWgprntZzCgy+UNCFZKztjYgwjibtGl6rUlXKj1SFMONrTUPeT8JAg
mUrISk2yaVtD3A5qqGWBGUmqJ+ngxt0pVEfkKWE2gaGXnDH0hjBerZb6Qd+ZLTBkfNni8VifdexI
uAAE25+cYu8q+he9GQAD7FTGpPv8xaRsgYcCNNwwYC8CwUMkuUUQpeOo/sml3hfbaGqAUmC+wCFG
K/LtAZb1IosacrUNdIlLyVoSP7NGjCOMRgpgjqznkhhOK/54qSTy+LUL+lekfx3pVyfYfx3pz+4b
7Ov2Y/36mu+TK/mAdsA6tKLrgjS/Qc7zxwSevhiJh8XUCJWNFc/1fQKvH6xteayJZfRB6bX+Eer1
AzJPfkU3bRUB5lj5hfbXi7XI60i/Cq2CdFoVe+jQoc+5t4DaHkxlGRd0gmqAzWjthYcJSLbeNRnh
XOdDrMMUSa3NNGqLH0f9+MlcWv0pN+PwvpKsQyzFMYtTq8RBR2ZSa5D+0rbAOA1G6yRd6R1KKQtN
i2uRoKVvjUm27dWRXkxaFXd138rXJWpIT21l7KLIqk131uTBR42xPkkGNb5ocyM8BrYZe2bZWJqr
zq1+bq+sRiuHOQTE11a+mHlv3LI/mst50EjymT1dRZXaAo7vcgMLRKF1V4lUqEzEqux5rrCOcutZ
6QxXFLr8UaG4/bIkUInckU26ayYAWZFWdRBcJl2n0gMlC1vAAJ+WdYNRbrShBS9bKnMQatFya5oh
hH1OkLOS9sNdmNeW6zQjlBysH6xNP1sRoHOAdUelk6pfsnKItnXqbMCTXlbhqNwA46y+aIwsPmoS
ZeYKRJcPLRWvz2mpKIKyCnQmuXh95NhJJkM6WvRjuKmQAeepH90Y1tvjq4X8J1001tibJIBGP1kI
qxY91NU+eP39q+E+sF9Fp5FU+IbZOj4gfflIniXbf7nKXzHkTQzhiPhBDCmLrn1qmvvuTcK4qnV+
DyLqAVC+FZODtQEen2s8+B5E1ANVo5n7MiXCkH4VKvoeRMwDxASY01DDAV5bxSu+99DNA6bVZHb8
R2AViqz+ShB5p/BEFotoILhUDdyoau+bAA722FJekPj0ptbeJNDVPsfptO31TAZ9ro/K8SiN2m51
WH+CCGBeoqYxHReAfo5pmfWfzShVQWWn/YmKYMPRLNTsg6nQhHH/Wmv7aDGERH+01i5BeJW/fRCP
5eu19vKi72vNOFAB/VLws67WJv6rA8s64DGvevCcWN9QGN/XGsUJkvhIP4M1Ncj0Xi0264DjBbYM
iqycZoThX1lsa9n0JizRGdApmlZhGWC0VCh7YUkMEcp+bQ7b3pQC9DJGX2+hXEPkQKQZfw1Kcvwq
j2fVurLlHuZXWgSVlsSAFRYZ7WFTUGrQnYo7m5l3ItmnZhY/zFBXjuO4JiEt6hOlR1lESINzEYEf
Oa6zuQte3fY/ia77MwrGkxg/EGGZxuiKtt9YGStdEaEicuTMQozK5r7181BcGlToHprZkJMSZfy6
/t+AJX8EtyMjJV9gfosbHlCZfckcyMYwwxgOBGElp77mZM9YkN85cv6r0rn7F9qbhPTOtAjgWFFA
OXbXJDCF7Ny5/vEN3F8H6zX4NrRt1tVF9Hm7Drpeo1vTUeLBOLHdZmxHH5pQ9ZPH9FLqvk6QuAzV
Bf64jHZoYL+I6bw6BQHuoQpT5YiP273jR1l2UubOp1AYeHI3t0PT3zQ4t1spQkTJouxye7r88fdc
M7B3HwC8Jdk9zAKE1d9+T7McFKdKoAY6aXmaQW88Y4Rdu+mAcgEjy58RJt71kl6+MHGcwwFct7qP
goczpqF/uapx9PXslbV4iPEjRQTIXtwwsy4KB5hFY+g7KK7PTKeufvx1UfV6/4UdFNiZIGro4Ky9
jDd5h1ZMkr7Qaw2EUx1T15xn0qIGupk8R3217OAN7eDBFtt8qDTGWdkDKh7P+P+dVmqXuHFetX46
owFeyku8gb6tX/a6fV4LmEtWfmpL5vmSpM8yaWQhbDhBMxOseZQgr/Vw5pSUfDOHvXGZKkrlMpr+
MmSS8BqZ/2NetFu0VHOLRVwZSn2XhuZ1a+u7sjF2tsyVdQuQkDYyLzOSB4vi2q2XBnwNV2NKULjr
x7AdE2u1wroe0dx1q0nZ6X30ENLcc51e/mzPieMO66+MVDWu5HDqAlNFriSL7ebQbCfVixMulbUF
Yy6YxD6dyWWnN6XtY6/UutWQn4pE3SUtBfrLN1MT/Wwe6vlEr9eYJyQ8eqQRkXmrTs9E2t4i4sO3
gpYJQHXJvXEabV9CEypwDPO81kamSYb5WbLa4lNHTe1D33e8EsU5CmjIp0Y6aHyj1tmq4FDdos4f
zMw6Jzc/N5KuPExbkK9Z2jub2bCvzbXlQgxfzuxKHzwrjpEk1SKB8hmqFpw854pRrJm+Q3ovoUq5
WNquSvOHdNY+qkJVfcdqb8M8zoKcaSUyHMV8sz7X0CpO6ZXbbjZl8UXvhAEsNsXrK7sFFJPL/lDp
UqDHjebq7UJqvd7kl9s46fTiExt9obiL5hsLTV+kargJMwSzTaEUznaOZcezhXWOl5uzNZp53qKa
baMFJh70AqEJLe2qjYyWuBshzxC0ErJCY6sth2Vp7MrMNE5Km6VAAmScjNyGGADxpkErJUgWZz4L
IzBMtaSlvkFPyGPgwliz4Iir6+zZHqtbNbaOXj47KKhiKxfWUZEvgwcN7H4c1GczlK4R96w2MdQ8
FB/4kkMdP5tztGzQnVBxWJgRGVGs4akXQ8c4ba4P0yHb5SaYB7uc1EBofO6UWcnGCdtbWH+ybyRm
SnPGmdwMtRpfgcnmOrGINlpSzFuKFlZN0d0uBgtAMsSzFOkFNgTNbTdZaTDZ0PZGiVkrxVqBqN3E
8eqICii0snMUdAvEwCeTkppXh8XpumlkGuegrPlL9P805C6NHZIeNKyp7NwBcx9Xj0PeugfzNOfp
szGwybIlf0BJ5jwelTM1HC9q2bnOwfG6DOTSs1pjwaOS42xFqLZuP+q7JRwcr24nG2lc87woUH8q
MmEBz3POlVnbIfPVuqoZPWgON2YuFa4RNreGWp7SmLqVJO7UbIlPdM+AIY88MIWZCMImsXSdYJp6
Flvx7Oop5k7GsG5Ra3kcsA3zJtu+lpcFPb9cuibVn9BNsK+1CH5Dmz0UEVsWgbjrNlakYA2+XWel
ft02t0mu7hpRsWnhbSLpwMKXQ1RBMPKAjyBBwVZHA/44MiaaTshYrGY6rkQ3HU85ZrTrqBJdBLlj
tKfH51Bxl9BDNi1BYoRHY7R8SBmbmjOZ+T7+KjZbtMoejI7xq5FDOXcFvqBSzUi1Gcr8MV/io1S3
hedU7Pg2aW4bK0aCtL9t8uYWhu5q84CtomU2BGWLdWLHfO7Sjp8zgerYyz6VKus6z+Rly6RPMNvu
4QuXTXmI6hK7As67D+FN9exBup7mlMUlOcdOmlUbG8ugDyiTZh8HK4TkKIfJvM2c8EmmMeqrkyYF
ks6rQlndZWmuuRyZ4T2TJRoAa9oXOmtorCflVLPgqEPEN5St1o44vhrWeKF0PEtGQtOlrREEGc2m
AbgL7WgtiN2xYWmHddfOLg9FOowEMg1ZI93PUxRfanauIqpfloe9SsBPjfLWpMnAtqGEO9XR99tg
za5+UBYRrgt6bk4GaybSaqmEGXwsyVAiY4NXKr10mOt8ZDSB5m0E0y9o5oFIn2u7JqaXsUz94HUp
Fjl0Z5P2U5PF8UUqFVlgNMY9FLfU15W89UentX3o//ItzQzjBDG5CpUKufqsSPa0tYtwPpMysAlo
CcUPbSSlH4Qs3Ss1NFwPfR2eXyIjE4wUgBSoo6IGw1jrX4BMoLilaIOXRmyWIaNDgbdAFkwIL/ig
SuyNVQ/yLS2fh2nieF6DE2K+07HGgQ2Okbnl0Ny+HIvkrbt5bEAOMgr1Wnk9F9OwOYHNDiXdNs7R
wRdeYbENKgKGRhfaV3OjOdGVTvLadrxgIC/uyoII/hIjUmGey21VXElF8hBlVUilyUi8W8FGhPj1
TMmusQxm7m5aSCYQj6eFaQOQhee+Ui8rrT9rSutRj7PPhZWepChHAHMgS2gnJEvKIqd5M8gqqhps
OJUQt+kFPZ5SzqA8ocniMpieT6ZaTk/nyaJQCe3GL2WGEWy6IzUdrpJ2yDdqJvd+NxnTJUZYDILH
lsIYiWSPjPLWLtavSVOei7Ifs7Re7nrhwCeKHwSyiG7aiOeVfOcp9bpp1wTjJV1AzOF2NtMHfIUr
zqwWiCpz45/0nvdpJ+TFL71JBo9UhfC99vK0nFKvmJY4yPApDkxLuh65EkEzeR5Fo3qLwF0CfJ/4
yXXNtcJ7kxGb6PrrUJZWU1zKwL0EkeFO26PtBhnPGi5iYfldFx9r+rALU7SOKgW0dISIqis3mU8+
cmZ20kfFqm8TzLKstGBooXOeL7pGyoY2qdzUMNjrTdIsVxFjCTeicPPitj0KO/kRbL0EMV/6RGvl
yqgasFd2takng6ZkdKO0/ZdEzQ6VyAJ6w7IesvC5apLOi3NxjFYcaVo2TOeG1KXH+cxeLkICNwO+
o3HN3UfmNu665owE1FRB1Em0VTYvI0K2XXox26DA3AYGvQeFgawRPKsnxnbxRnvO3bxKJ281vQ56
Sf2JR827AvUFFE7PmhrbQKmetsLr9l9ZWQDnhC35pkoSAr+TJE0xjxYrek4qoicH6/OPU/8Xi469
B4spDq4ANCBYUvtwdLXXiq4OM8kv1jvFw9Hx6CG11WIHRdt2+dzbFkNsTpU807dDaJ+v6aS6ENBz
mAdeh6MRmm6cuWvOJI+kQOtTbkgGZi19wEgq9XNiCApRNJkGv0Xj4KhUs+e6am61ikynX6hrEm2H
sbkDhRsavhAVWRDHvhqLLBg62BE6qeOabkoLmUNOEt7K7E7U09IAnNLsxqADyNooWl5yuqGpHG9R
7Wu7ZYtInE9p2kiHysjTBt9xXi38TQqp2ylR2uvSUVGkaceVcRBxJi8hx/jXk5GaKxo5GMZZloJp
imF+O20DPGysCKwIPiEJwangOLO0JnYgoPnSvTmmoKCVnSbqWzSEuoDkOTyOsOK4e3l8v9TJvS5z
/rdPqnxDy/z36Jrbp3LlN7b7b7V+mn9SPP938DMpSF6t83fY6Kt//Ff5G8dA2/3j/w3rn59+O38a
ntq3/Tfe4nv/DfLlil9n9kMhuNqpve71Yv2orEqlq6UD6q1/9HqtA4Af8KKBWdNOkm3aCN+bvYAD
4ErYCNYoa+dM/iVwgPquH8HV0W5YVWqZtwOceRsXkkrMABoj2UexPTkzSz39oBWaPLOzIvUyQZEI
09kyPjZKoUSBZpQDyN82RNAYy7ICBIHUTeQSo/JY9rHYyMzFPwogq6W7qqOeqzjiscTVpSa8Gbl0
glLxnR0N0wMCzSbESgxmPdjNzRNOCt+gK/+yQfaOcIGmAuPnVXlfhzKr7rsxOSYEwGKcFj9C3e4e
gR7leVJM6TSBegZOV4JD4zqFciTho3Pl0NRSVuStuF3q4UhHNL37etb90p66qJ6Kq655euqgLu/v
h9fb4f8wxxmhpR/toaMsvv/t8Om++cLuWX9ofzt79MvifhXq+EqiXpnSL+/ydRtZ2gEONsw+IPgx
JkXX7/susthfNigZ2aZp6KA5QV7zrYmNBtYBowwN/N231jev+raLJEM7WJ2RIAtiZLFO+H9t8Pom
h1kvrQP/WTnynK4gdtZd9rqtqEdjOKDGciQZPb6PeWIGZhl+rjn5fKcHltwb881Y9jevbtufdJ1f
uuN/HLFcl0EQ3WboijrkQQbSb68LdMWuSidMjoe0bS4ruXUQ/RrD8hOqBPl9VsQSiB5U/Smruu6o
QzZ48JgioTM4mGkQF+VQBnqlnCS9aUQeMHgFrdYiUzYNsP9bTJ+i2IdyVj1pfa8jK4dbxtlMv+E5
hoBzPS9x/Swl/VbPqF28UMFiJ0Fj6MwE//gIU++m0RXUrjDfoae7CFW6BUyJ9CmKRgUAWzczNSaz
A8JRK14GZTQ3lkL5gs5/8vVO/c/tvP+NJ5HCWv7Xc8ar+wLezuk//v+jeANNYw/8cfoAV7BWcgga
ESsvZu3Ofp80Kgcys0I4uABCaVWsa+v79Ec/oFULhlJe3QYBBXFmfT992IhsFzYjEEVMobnWL+AV
3lNf2c0EdlQLOOwAyO1lpc1sdGGF6JQvZm1jzolwghaj843MieOQlT8im1pfQRroTjMF7THgBG22
TefyhAF2gVKloSP61FnzrlhqGwG1XF/ukXuLT7txLE4XU06AhZd1jTBYGPcX6tScarmjX6aS6twX
oRCX0QywWxJC8SIQ9/VZO8e5W9s0StwWGfsFoZBZ3uRA4YqgM+rhI/5TdKzlnjZFFuaHU/dNcOOX
1uq/l1b931XBUFZQ6w/Wdt+IgoTxzXGwvuRbVkX0Xkc4FFbM217C9z/XtQGhDG4lUx4sOVnbq/3M
t3VtHgCvAgPJgIl5BHNN0rTv6xr+OFQfZ4XowDJE5ORXlrW1Zk1/xGUwOPCPIbHDl8JNjqHHWo29
Og8iVW3MBBwv0sJCoamsLla3wR8e6YEsM9E1tjFbuTDxpi89cPLjp5za+8SIEGh22zRJwkM9UaKP
MbD02G1FWyy037KUtuSk5Js8hy7u4ahZF0FidPjHDXFuuPGYSZuiqRXh5caI3oG01BBfMqvXtrbV
CjCNVg6aPxzxuprhw97rUw9G0nBmorC2WHGPJiVtEh9RZewjtDktOS6SMEYmW/TVhTPbcunNVVTq
QVJOzbZAjqtxS4HDsgs/tKv9zoReB1cltyww8w3Uo2GYOn8sl1jZ9KaZwjFtrV5yB3nOaq9DHDDd
MR2CY4NW5JwHtt1mjquViYMYnmYuCKuCMX0cbTv+yJBjXDZy06FQqcSTs9Mx5H7W+z66CY2xvWm0
FfLp2JH2qYHZ8AEFbtgQddfnQa8hr+chAT/EgZSGxUVS2M2MqNuAlKTdMXzw1EmE9lEVWdN94yQJ
WqS6eSdEwQE2JPFkepJjInaJlYHo/cpRhxK5xUXzlFlqzpxlVDnQo/DDqE7WpzLqs5Q+W5pd500e
50yMRH9dyG3Y+Box8byOo0aCfWLDds7kATaPWjeUiEO+rSpZEYdFbkabCJV5eBMQ8I6bIRM5XI9C
wp4nBTwZIEVs1mc6R+viCa1RKT+dCPjqpGvNFY4eNbrPwNbvw8RW21M16bC7irKIN4xGR38GBD9g
0zUVtkabmRCNYDCqeDSnpXr2aYRX8CqWRp8Y8kTFTlPC8nDgYcKZATJQugldQ8VtCmtV9dMq8SRH
pbjNkgi37XkW9BcQTZc6sFZx52ARgJsvA8eiNN22HVDuXzRdqrGfKswQ7SyDznXYKH3oF60MvWvp
FuO/2TuT5baxf7+/SpbJAl2Yh+UlAJGiKGu0bGuDktttzPOMt0k2eZD7Yvkcuf1vCralmKlUpXLv
wtVuyQTAgzP8hu9gXURN2dvIOypJ9FRQP4334Cemr7mtT9I5cDXkKxM4yPkNJcFKOhvMzLmZ66ab
NiDtFK/XpebjlOEUuIfzJifnZtAEd93QlwGtvUme1Pe2Hhr1Z8ImM7mY1WW4Q2l2sD9gRYcisBWb
gnptSNWEeq8U3PV5GgJvliAbbWQ9Q3IgzsAd30rmklsJuVBh1y4eM8u4izAdeDdQVh5pAChhR4sq
w0a+UNDmPozqOF4qUKl6b5TlKKUd21HYVXsktn2HEmB3HchSZXpYJBAaJXI7SIurm5MFQLqMdGSi
2yQpzroaic1tMWO+vR9CQyt3slSaHfXvQqeEoRhh6A5pOBzaMgNPHMD6QIA7KpMEtaiqQoASCG3L
A5ryjVJG9V3iyGnk16ludISyU3tvUj+mjZJ3zpdiJEvyEieVnrKxSK/gNSXdpsx5Fwxmoj3pVjI8
jlUUUfufQsQ21QGE7BRE0321oN3tIg+YJ5Q0rUXaVCF+JF6EWDF/V+vqE3oWS+2qdmt+CsqJLmRt
GPNTpmbBR/Dc4V+1opdfM/gN1JKpduiuClEDmfquRFwLTWCNWq4DJc7Iqqa5sLUg/UKzumD0koUW
gJr0PTPJzGmA6rGCoixSD6aLkIz92SgyTXG10LJnt2izLDkPba2/gSIJzcxBKVl2NSOuAT/FgI03
ZdeoNpZ3VXVfTUsWYIuhXaTdqCzeMFjpAhcIwu62XeJM94E0AGaZIwuD6gWPAL9G4/wdFaiq+Yw6
KcnxHEZwW53QRh8+ArCZY5SQWvsx7WERR1E5SD6bG2VCWluUw5rmcdRG/q2tNzWmvzKWMqjUj5ep
aeY6uXkIOL03wnpT2EEUuuhlVo+p3Q6PfVlMqIUsDQJIWT3Hn2ma9bS7EoN+YDlmUU2HLx+wbS9U
DcP3pJ7rrY13bAqLLKk/qG1Z/oW+5fKlmCX5SsMzlz0naczZmzNVZ+ZPrZTgxYBFJbqlcQs9a7Ym
0fqoQoL9uFW+GiMa326fj4bhBbyum86ZjccYRw8focU9TQcEOeoUN3v8J+ezcZ7MYdPiqn0P5xFu
bd+a+p3KBYedTJm923SIgn6Oe1ONXOSXnc8xIrTFJtAjFanVeFnmjQRmDg1xE3lnTOxr+1wdAkVH
2cNMH4bOMnr6D+jEexXH+CVt6DDzxibv71QJxZlNkOghCY4W5B/NgO933sJW3qXK3EVbKRpiw22l
sQg3HbqzBq2dIbqX5kH+gJ8CqyMvCAMQ6TYj+0YHHUp/fa5uwyKXDT8wlEjfhINpcMaVeCm7iwMN
YPMcN/1nMHlUKID//loweU8s+eXpy18UG+7Lz0/hS6yc+Oz3Wp38h06NDmVRkRlRECON/ydbIjKk
LUK5QFgECxe079kSomwUmRA+o5IH7FpwfL5HlegeYHRHbi6MCg0VoOdvhJXc4jiopD9jUc8SF6Ka
KFykXwaVAM/DqQ7RVI3Gsd8OA32gcSK4Ohqbn9QUbFLC49tgjUpeLzRkINKJJHCdk42xIplTCuct
SIL7WINc4mftYDQbe2yiT2mkS2IhSbXpyXMyKf4ykA5tlG6armajiOczpA/p15iVPLS+KSiAZ3Pc
J9FGM7vYbSNZnQ6VpvdXORiWzKfeP33WUaMHVkpnfxtOefcAKB2gNa1x2fCGWp3ZaDKl/bTQsrlG
bz4ML1pzCVieaBndYFgAhKrP+qZzSWdnBMEUKYfTKlMXPw+Qve/PE5qX1wnZI/2XoZreDTbbu89W
40hoCBA0uHWgF4e8gMKD7HDRQ1NfgggGq87Xc2XMlr6O1liHrgogg7ZsFD/EeLIl0LnN/qEG6jq6
SDnFDcyhYj70OA9puMo1+rmapEin0BtaNvirDAsoR6MeNzks33QjfB0Mt0yjYQJ3U86CVNsjIwxY
+566ySJ5JfjMdxFeEICPRgM+tS6NKe49WXCmFQVuRcGkB7ardxmQrriGQOvqUqq+Q7BB/ZxykqVu
bk72l9enyWoyip4dpxjdHcoDqgyy9OVkxGmoU61ZxLBL6+zaCRcGB7+7s9fvoqwTqefbAD+lZUXR
jwzt5W3mIrA7p28559piPE9j67YdFNUrO73ljMfrMMaE9kJJSnZx+tCHKUD9+/VnELW741xOPAKS
QAY1dw0pDFFdeZHLJRVyBHkluZYRtZfZ1Gi7uI1VelFR5fcxqjSv30+M3Pp+bDLclaXIprK6X6dr
U6pjoOpWOVwmfTE6L+vw0CkKS9m+fqs1+la8RVqv3Oe5gErG+vK71VUUxK2dwHfvilja1mrcfuT4
QnB/jiQiT8TEjQXoWMIZZRrtdQmP4a+xzOP0TIO0d4COGtnuRB3xqh547m0AP8yhdTrEbjd2FNDh
U9QxxhbOYrszEln+BCn4AjJHehMh9Y/sa9l888r+rSPvP0KVnXd29Lp/6FR9K6w/ILf/V9H+F7rK
3b//D0FtetmqEtf4fvzpfyAdKip+7PuW8iy99/34g8AEE8Cml6sY2HYJ6b3vx5/9h4UwLLJZAHhh
P4kqzffjD/YrtRgOVPpbUJJo/f/G8bdah1T5aeeQcyOXTe2H7tfLuToT+VZTazpeq2MToaPGR7Bu
Esdt++x3nWLFvWiUoyQIUZLDe7XtyC0eCkObQA0vjB6cVZj4Jggb34nah6N38pPj9lmk92i5P38t
9DZFkVZHUclcHbfovThOEPO1MLRzkfC/GOyHIp9GD+m+9CxvUIaZhuHcTAOJyk31kYiaLrJ8DWqv
fMy1r0N4Cx+XhE4CEQnTE9cW6icaBaJB13I/ekvgSHz19fMSJAmtB9qZP0gIoOFAcWlUHK+f6Wwv
bU1yNCIlYo2LQGsEsyfZ5DOvj5IuRuHFXaEvMMOEWLpFnfiZ4nxUUMuo9Gb9nDtelXBc2nV5E9bD
10x1shtUnC7HIBLk1bG8jGKwc5Om+PpsOpcD5WFUSgDSVYkXx/ZNBJUU2znN1Vps48L6shoeJikd
z2JFmUH5Yj83LyRsRo7oBKiBx9kwQepU5d3YmDfT0E5+pwO9mwEiuz2VPORocEM1UKgLctBA+AHN
btOgwZeHld+WVfahFYfkNMSH14fkJ81NWKZ4XzNFBdlwLR8PHS0c47RzvMjuJ6+xckNU7L4gARWT
+uuW17fhx7xDQkdpg4McOPsMueBNVYXmG8fID+ajtsmjsE44H3kkQoLV0ixTSwe/7aDgGkPnHall
zNUk8HToWOB4g6d7Jjt+rHppROqltF3nzjpSDEb9YcRg8Q33yh92ipeP81ydPZosjo7PVTpgJeEI
0nGo1aE3aCArtP6hGZe3SLurSIidAtllyFKId8qUm9dhOQ5V5P+DY3s1YJeNM3aDj+PU8MYK+AlM
Ch08GHzo+As2/1rwONerOcOZwPGkDK1EiqqPGjA814r7y1wiow+TxZsncugq0tBCVoz9bKFkQcxp
4Rjd4iYCH9tqt+aU31aasPzIhh0xxRf8QoD7OZd9pgSXyyiHrqT1Z0GhDj6+41tJl0yMDVtp4wzg
9uLBrSPnfWMoV0Sk+gWAptpbgNZs6jACFRnTbURTBRWkvAN669lo/Z7jj5FjjVU2Xi5Z28KOcl+f
2ganweBJkpMvaTF+CnGPONjgEiUnXNBFlIniHbaUNH4/xMI2wKTcaJZgpbhP5KcFKHBnKN5URVyl
P8+vE/AVFEkF4RKG++VcjqasHs00w7cjwwsFJacyCZGPKYxy1xnSPU4r5YUiRybtqginsNCDGDR5
mWGLlmr2LXv/JYJBxHqrbQ9VbotQkAiYwvDqzLOcCm2YILA9C+WvDYhWE0efEizcn5THK+CF4NU7
2X19Z/npTW0Eaam4iCxwdVN5GRGARakJvezroescxF4H6pdNfbnEjbWxofYz2z69ftOfbmcmahcs
IEjUYNRejnsx0sEc8EPxWqOnyMIOjlJ3ukU8bUMJzHGltn+0SiqHQ2k9znIaX+SDsQOEFb3x9Z9F
AteDTimTSAj6JSzN1W4WdMZSVn0IPagZdXfOcRMMZNDqEQJg1DChNyyOZrl1ODX7oEkmSuad7auW
9K4iKtnbJgFzX24mILG71wfpmZ60fjTmpZBLJDVATPHlIKXoA6AiwV7j5J80q86usvndnNI8H80z
2mQKi0f4XOraObqDiwkSGPMZdgsj7v0kJ5NIQ84oBVsg1Bzo3FTOpzbXDBS5ohys4m2sNtgqtomz
RUibq6mm7FqF6Wo2xfshuazt0fahT32a4tnDaxnl3fTJlAdnI83MDmDB6ZjsoJQESJGFhYs7fbLp
JNpQoxk9kU7Km2iZz9pSWQ5WeFVbBYDHHG0H3BsvJLmmHp4jHZ8x0CHND4/E3PJAqqNVVWd0XfU3
NBR/dlLQ7aMQbIH1AVf1cjzp91ZFH1i2NybO4Gm9RBMY8eUufg8vpfm2hf9WXvL/e19XFQKRv+7r
vsxJ/uv7u3/7b8ct3udP/5ONIPmKD4+sk1g8A3T+VYwzkBOlewvghk2RugCv7Z9sBLwcsAYaVgIW
JCSFv2cjFixpwD6UzkTAZBBp/0Y28sOpL3YqygEUX9glKSG/nDnEuOoYImEIj284U+N5O9vBG0e+
mHwvFvvqFqtCAJul4kDhCbwpwoaoQvKxApg9OHdHb+D62wWPaaQ/rIHn21C5lBkT9AFW231HnSjs
ZDnwgmw8K/X8UJYYyRnOA7vY+eu3eqakrr8SlVIETiix6uCvXo6aY6CNKi9z4NEWvoiUDg6VaA/I
Xh3Avyroa2nDRTmHWz1K93E+v+tmfTeH2k6MrjPOWxnx/9ef6YfTjq8P8FEWiEo2IEd7+UhKoitZ
uUzouAGWqrRsF42hD1njIhQvtrHfh9n0rUDxv3+qr2652sV1NZyRHoV3l8vhB3optxV10anA+7tP
YE+FG2Ny3sgWfjZdj7+lmGtHIXFnQ7xqar5lhbpSgvodTcQ3DqefcWspgFMnQHmX1vx6IiXWPJTI
jfNyg/J6kYvHwtZ3EveiMH5Jb+pyMPuLtqMv05XXsq6/df8fckSGFesTChQy5xLWOy+/Y6MbvQoW
GxO14bHSm6uly725zXZp4RzsIN4j2Lan13U7Otmuzu33Udu9cZyoYrKs5zfdUqC+VEqEEszLR3CC
GfDBkMOozMMzc0k+qU1+qCAT4FrwHiKIV8bhRu5HXwu1va7AXrPxxrQhufcKvC/YWCEtU6qZ50yF
Q+b0FylsrkFOd0M1Yg9ZXr8++cV6+/F5eWciwGRZrtZ+3VSFiR04r2w2L7uWk1eC5a1STB2dOxwO
LyiPXAJb+Pz6bX+2s5HEaCaxikbNQ1R9j2ZjTgd4CsaC2ViMnzHzvK7KwW/M6Pb12zyHQ+uvZ8vI
6iDBBt92LeGrhbYSNB1lnBRdmrS6LnRM3HL4FVVX4rqG8uGARXYYnsmpdBBbDNo5Pnj7A2TVw1hk
N1WxbJfF2Ejx4k1WeGOmo58jM9NJSONrcEblGcZVApOuzHZOVV/Ru/fQf/VG5p48aXtZGXDvvMdF
/I2cG5WQn7w7EhQKa0KIAf3fl4O4RLadSp3leIXi3EdWfq1OwwXtoUuzDbwsMD1aSSlACPy04+58
MiualOkTRQEffOo+0fSNVMafpgnNWz1AArVzx+mqFh17SXereTjTA8OF0IYaJnqJVoNzMN7cGeXv
aDR3y5Lczg3zssEmMZWgzPduq8xbZBt2E6njhL5Q2IbbAmASbCVfjKQMJSpQ2VlbFkQ7frba0Z9q
Y9cwoiE/j5zxnVHXV0H+WFsTPY/2HP/Uw6xKZ/0U3c4jbFFyQg+7DJBKAw4+YX5wrMEPWoOucfIJ
ngdi9TiM5uU1q/zQz6FrwdUOcSrvzOxTPXcXuWV/GTXprG2nbR0jrxwl+2VS9xBWNwHysdTKd8Xc
nxly8wRKfB8nxfUQh7krRc0VRbFLO5y3gxltjTG/KEEjWmFwh1nlk1QRc1fN9E4dWba6/ZAr8S28
r6u4zgyvWtL7Ya5KEDPZdeLoO/RIfSmM/D7srmxbOu/T+IsN14nDaFuGsZ9VAzJw6oc44Y2a9kMi
zgVDp6Xu+J3lmj0lv62hXaaNTbco8MVGUppfI8ZW7LtirKu5okXk6/UjlVW4LwU/0owvU6hjAh3k
NLimnWVWtzg2H5og8/LFugNidZHF0llTSAdxrZL6ari0V04a7a0o8NsuO+DDus9HYbdpzFtE7O7x
+fKHMNoLpxLBkc2l5X2gGZcmMJJJWs61eLjswh5NN3iDzrQtMKzFJ3VXS86N2HWkWN6GinZpZ9EW
li4yrcYOz++N3mPGW1Co0yqncKl4fZ5xvEzsQfzZIHfNsdnS28ucO8Mw37c4Pk0dfqUDgnybUckP
SS1vq97Y4GGGTHp73iJbLAc6dqjRXurGsyJN9iCf/RFtZA2wm9LOXhV059mAh+eIlnDHwMLuisP+
NqDXZ9fNFZAhv9RnT5szL6xzrxj5TMgktMYOLznlz7bI6ejLyM+rzXnf6nvxqqOM/wcpkdrSgzR0
56M++lAyd3KIV30dbtsSK89wOhsiywbIwjwe+vNuDG8JjvfpvHhIKD7PAYCpexqgX2ewKbUKJz5a
PEsN78wo8vWM04WD1VTvbaWH0Z/sDajQIcPaiFcj8qgm/tTCUtNzOpDME1DrO0MJ3ufq9MYO9bNN
3gEjTBsLhRmQ8av9qQGUY3eq42l2c2UhCxkWiAgZ6hvHvioOi/UmTzoMw4MI1gZ5+fI+SaBnVY2K
EbzY9GvEKm7MEGZdeZ0Zs9cq+j6e811fgOedS+A3UnGdFuFHcabKRvAhQq4QPmZ+i+rxB2wWD2i4
u8k0e68fRT+WSAlOoASDw0aME3evVZiJiGNU5IFN+U7BArlS5GwzO8ufo6HvElXbT/xXcpQ93ODP
C0Lc8IS3VlJQvSzfqlf+WGkRj+JYopPDqYGq/ssBU41szLSMjsM8RrdxZ9/rxfK5T+dtR5XOtMh/
te6iGOun2Orc2mKzQGbh9eH46dw4eoTVaExDLuUtdWQPmN07qwY+GpVYjLTW/ev3+dnkgFqlQ8yA
h8gcWU3CIatjSe000V3JPlWyfgmxFW62sesW53mNFEPgW9ZMsRzEmRZ9nJsr3ZHONHYhJ2jOJXk4
axznUDbxPu9ZtlH/RrH6Z2Ez5zfdFPoaDn9ZjYUZzk2G/jwNlRIBy3nwI8yKW0nykxSnuWw4E5IA
vYTne0gRCoPszetj9JP8jzInfmycHjTyn+XAjoIxKbG0qJ5kx8uVx6mNfDtQ/4yJg7LirfTvJ6kW
fUBkYAwF9xB7XVoFUYrmelY7uLud573mm4nqJdQZK3XeapXOjvyNw/jLREt9dhBabQ6Cr0Dnkrwf
uZ/V4GYm2n9dzC2RJvFTDo7eoH3UhGci0G0UNdpYNWxufimyTqGJ0EN3gc+W7sSMQAbe1WtK6dro
z/qAAZG6M+ZsZ5rZAS+ifbs0520XfqT0BRde3vb54Nfj4Cdm7k18Jp8G3yIKasLw0jbzQx5LD5TP
7iZQlkndXilzAijZOcQph19k7LtmcFG3xfgn3rc54iZNcpMnQEgpddZmQt2zeIR//iBn9aHhocXn
uwlrByriXaXtOk4beHcb6nX+qHPGTdFHEY313A+a9YVRR36VdedDEV5OSeIqfXelz4E/EAXOSBAq
iDfYpNlilSCZy3nYXMnsmE6m70SwBPDI7dPwIzhjipxCqSLZY2n1dbDTnUaurPfTbe0s171AGqbJ
cGZWhIhxe64QB4tIy+Kw7YaB0y3bBZHkR7J0a6fh1lDCLacdOq7Tn7raXSzh9E7s33Oj7wP1Ma6D
26XKfCLei9ZJOaPRIRahSDDYBy0Jz7Pp0oyKR6UPtwHKPnUZPMgtIbhpHyhDuPNgIJjC75bObStm
gRPfhESfNVGvVcJG7pzDbOGs2ET7EYMPMYZDV1/JeXjr0ANQVGcrPhcvBIacqGAPdwgiX0oOf0bp
bqzjrxPjVyb9RW7fN8NMpme4utOfdTIUbw58NaUZE6Q3aZl5kBZuF8vxm474KQNvKM9bEcjoifNg
65RDzUC7bKUJQLj1PiAfCZzuyirmd0M8XOgpB37CO2WuhXjKyml+MExI6fnVYiW3SUPQ3T6CInPr
Mb8WNSNwoFvVGLdKpe3HfDivZgj2nEKdjgZonN4sc+yG5XhRkJyWRnpTkLAmDioYUsOw8eEI67P9
UkV3ohYi5og5oWDBNjWMbE/MQXHEorJ0PlvoI7TLVpdz5uvoO3p3brK7dgHz09Y3arNsm8hwxbtp
pB4TDiC4kXRnlQyQRNoZZztjSndKQyQ33rOk37++2f14+An8gGhUokRFt+6H3qAiJz3fnd5gKN2J
fEDV+4uFqFJMgyLRd3Ea3lnWso31edsGhIGa80Za+sOGyyNQtEStHpNPYaP08vwt5VpuZG2i04Gk
2lB08Lx1gGzZboai8PrXJdNdR0eiGGNaGiwZIA1sgy9vhtSRVBRoyXu6kewllIno5XXNJm6jW0te
PG0hjMdT4gZJVh+c3TaplYc6mh7rOrqt5hrhWE3dB5V0GKLxjERmI03jZ1OPXRswtauXpJzsDaDa
IyR9iNQlQa9N4/2wZP2ms0WYIwaXJI2e0raPjR3Q2fOJNrGtjtvR7F1R7FowQkDbftqaFWpBI1ZN
OCLugqC/QKZlX1raJYJWe0OjfmTFt+Qfty1LJ2/Gd47JjJpH8MIg7fF1Ifif9UuYGIUXg95DSnBx
+yj8AE8g2pjm8q5QZrS7RAaasUdpKmSBqWAXXPKD3piXYxd9LLT4RkrL667Ji409BX5jkFRU7JfY
RbPHMlfpicxqcNsowZ2MXksxSj778PO372Yy6kK6kzhs8RSJbns1BE8lZztd7z5LTfQXoGaUkGxt
ZxbVtW325wPLV6IUAdj+Nk1SGkhDcFeahqtovIGwlg4QDz50GhkhmWMxFBWCNYPPTgAhIt8iNbIP
cBrpDJI6g+MqIllTC3LgcjgDJzG5bRje1p0MUehMSznrOvsAAe4u5Z6UzG6UoDuTl+xQy9oeieNL
m3w6kxxfrIsW8R2t0BE8hxXCXJhJ9jWTJUqe0RvDWVdF+woj77QJb8U2i0rae2VE9qiDN9PQZNIr
yXu+uJPs6BCl2NfGroVYt1Fnu07lUFyEDhq/6EG5wby7UytDHMEIkWnOF8uEYNfbxrkS0YPuolrb
gUWwN0ic0az5Cs6y2rQVL1cP0ISUUtTJpneaPXtGBzZbLp7S1L6Lmx4XI4EVSXdWVx5E4p2wKS8k
UpXcfY6azAabLTWbVFrmPa32G5SaHlD8vm1V+7Zmc/adPmfDsvPrsA3eixQ7SjDUnFBFkZr+TGFH
Uyd65/BqqyD0zYyTsjTcfhx9uyK3LiUfc+RzmTwZXbhHE6qjiLczxYkRZ24XNL6Ci1LR9pT8wcEj
RNcSndTL9C61EB4uLYuWfQ3xBJn3T04xIIaHNU5Pi+RCnPRNEb4RO/9k50BYk5iZXivR07pW31He
yudWtjzbGYmOGEwOXlMsQXCyKdWJ17eqH28nNCyJ+ZHHxupzjSGRYxMRe/S6wDf0FyI+icia7QL+
EjO9msY3bveTgwBZBpBp0AEF5PsZb3EU9s6g3YCbjZZXsulnJNhNjF50usiIynQuAvaP8hzdjXZ6
iKMcxGfvTs7f3qb/FzqC/ydKHOJx/l8T2RCB+K/bhG7fPP37/3x6CdQXH/neG7T/EBrWdN2APQmc
Pinsd6Si8wfMS34sTry/4Yjfe4PqH+B4mcriNKQeZHLwfu8N4oNOzwLGM8qcVEic3+sNiqziOOsA
xUcHEh1mMBRAbNc6/jOOT8gFggxWVFX6gppE9C5tIKZcDFUjI+aiml6JQdpZVemmWyzyp8VWkwvA
ZRYgpaUOlk1o1t5slwqgqXbQbmIQ+e6iVJhJ6LgIRa5etc1dqAzNGe7BDsJjSWntlMih3YFbEahA
fLXOF5Jbwy/tkhgrj/0hgQ1+2UXxRYrkGeTAePlk6zXauYYztpYvtwSWdsT+WiqAyQC0s9uMQ4+n
YEKSGhFFkzhNXdC/oU20Doh4WSIiYzCEcSNj9jJGwYIdS6yuUD2pz/Z0BEcXUNiDHFfYbg1j9Z82
B3/9IBttMbd/vb7unj4/vei7i3/+fW1pf6igA2nMADb7G+r7fW3xK4H+pUn8bH1w3HenuW5A4QfB
Cjr4G0Dz+9riVwrQNQHqAbv5m4LRz/D347Vlm4BfWFpA1iml4WT1crLgYWxaS2Cr3tJB3ZhTa6fV
hbOx+/GruixILd3T6WgBs4x/tqFyjtc8ro1LhRxXbnvl0hyyYlAvAZtSAtD0S6P79DySv7Wn/4dA
nwvr19emWIEyud+jk/Tf6z5ebeV89Pt0Q6MFFRN0n9maiTaERMQ/002GgISAJQidZ0D6PzAPC/Mk
Q5zfz1MLMfJ/tnKkk5iKMscCk5Us77dA5z/TRxJIEsrKCDgxucVWfxQmULCZ06RQFK+qA8udLVQ2
p6dwCrtd4SDX2BrgiikPNfEHQEsiajbvVEOYv4HGTuhekYTrHxFPTM6CxUK6MMy3TdZeK6O86fpS
8myrvMP0Rt5qyXiDYZrbJcns/ueUbObbH3Y9Q9CHXpmSQq5r84Riflbmf/XHG+DzJ/+ZkXQrhMgJ
xXGEToSi0PcZqSKnAlAMt6/nuSqWwPfgAjF9sDOQHL7xI8Te+M8G+DwPhZwKIkEEJ78DPPqxqS1C
HjBPdO0h7wCLfzkj26aPLakfVW+WI90bkrnbTJ0U87f37IRbOVS3dWf9hW7DvRnn2Yb6p+Q3yM5Z
fee4nRrfBwe7sZ0zfXZQ81Qtr3C0c0Ei3yR999DJVQiVtrx0SPYtCUVCvOgKdxiC3ksWALmNIg1b
a7IgGCdT4894MF3IS7qHoPDl9+ft/++AOU5ZHBTemrXffImiF7vo35/8Pms1xE3Qg7JQOyO8JZj6
Z9YidSVA+RD16JE9z79/zVrEUkCrCIoqYN9vvJ7vs5ZfyWzKCKY8R9i/5cv9E0ytIcRVEKzTWAKK
0LM73ka7sowSrIQ18J0hDEx40tgM1w9GvNHL6qFDpHYTlMV9j8siFI9Qd9MsztyKlJuMOvnQxf2I
/kH0VlvuJ+UxSnFwC4EZAneGwPvyucaMzkeB2rVXpfiFd+1Q7IxGvoBR9BlsqOQj8fMIEU7ZRNly
XUE+TQur3+hZ+TAv8nxu0f7PDNwEKvu9ojTyZgSmQ1nvEgx7BsIVax+Im8aG2ON6WVCdsEYLOd90
qCGJaMmZFyLr4jr2An8GfWUXNdqtihCxaWMahBLo7MM8uKC6kXm/v7T+I0Qpotv26xPh3wQ3DsOv
F8Gw+MjfiwqZIZhOmHqgj0heSATwr0WFIh0iQsK5i9MAn0aRgv59FEiq8gdxh04IQgIqslA+9veq
kgywqyIMxnqL6pUMiPN3DgPC9KNEkxuxoERCuzoD9BoJkzJAMT/M+g8UdT8H/cPRQFx/C6iPUaG/
uPK6DJMZaIoDu8h8Vs0miVFWBl9y2qUZleM9IF7mTq8nLfVnx7qWNek6w1zsxGuL6tJRmFb1mGsF
KULyMsZml6WhTm4wZ+a3VfPLfuKvBmW1S+DlYLUZ7hK+MiBNRk8k/hsb/ttXJmo4fu4ykcEa2Ki+
LHik7ZcC+egsnd+C+P7qucXPj0ZFDZplLKwyg5HTWG6sQxEy8Zw87XWuImMLTZMRSZqURlRq7kLE
6kY5tf3TLs7qOn7yxW5jvbbkzNfaehOEywGa6+60S68SSKOYJruTu8zH98Fpn7L4xJWzWpO8tqoi
1UE1OGzVd61R9H9qSSxP34L5350pwhjseEQCe7BslKcyH97ledfM96lhnXjp1cK06hHKU4bOfAKT
8IIepnIZ2NIboOdfzME1DMjoLL1H5w+1SfXPmtDSDN8CMPzqyutViUvfZCHXjS1IgdqEnaG8QLx7
0iwR7m3Hwx0Pbdrq0Aj9GFRnoA7hzqgm+eyki+urqWJaap1EMZ7TbS8gjb3+RQuGEx98teYh0ZZV
q9Arx9Ik+3Np8vC8TVTn/KQnN1aLXs/0dEICmBjm41K5qASddtnVcg+gcsxYHmT+iMg/4WGdIHyg
nLaXrCtGhQZ10CqYgTCKQGIgsZcP06lPvnqVQ6p0VR03aIlbIaYiaMi5o93Xpw33ugeDFGuwhPQg
fNvJ2KzQBIfi0pw26GvPsiXPlzFsl8zHsDinP4y5y2whE3vSKxVai8cLyFT7Pl9Krl4lh7a/L6s3
isa/WPX6atWjhVski4RuTKwOl3mAq2BTVG/g+H917dWiN7UFV6AFMr0Ngw7fzvwpKg3tDVDSry6+
Wpi1aQM5HrUEcJCZPjam3D4Lvhcn7imrlbnkclzH2GoBho7PlrGEN6NIb2E6f/Xsq/WZlXOvhDID
o2ZZ6QVGAarHBIV82lRZnciJolP9T2BNoPAAfnV01eHLSVd+hocdBUBFtyQSPlsxLVjZQ07lMVJA
U5127dWpqQSGVS9ajZk3QgmbuGl3GJJV3mkXX62ebrC6uWl48BRQFAzNZJMl6c1p116toAHnnlw1
ePCEyyKR977N8+vTLr1aQMUEENguuHSDKO95p1l7uZms02b4c2Hs6GWm2RzpTcvF8SgDCu81+olP
vVo6U6u3Tc6Z48/Z6CLG18CZpxp22pCslk6L5ussmxHTpIZXgfqV7iNR9f60i69WThZIVZH2Oeok
SaZn20BBTe+TVaLHcVr0ti42WgCzYJhniR+BnLOlD1GjnfY219JDMzXMCbP3xC+led+FlbLJ2+X+
pGFRV0uzMqKkHyy8bJJ8/CxJ/SEwqvq0zWqtSIXnT49ZhwbhQZvM20Se3utGqP4WXe9fef1zN+Jo
igdFHcea08d+qESXhdSR98hje9rJKSrUxyeyo3aSrMc5CNDxryY8t4vTEipVHBpHD91qUVYPIdcN
RtmVHcmb+vS06bfuvhRdRkqpAF4dCx/jKbR9Twx+nmV5jh5aDXUFxzwII3JsTx5Cap9IaKPT1vya
mhVUKY/dgaiLO9xqbanFYipvTgtSniHvR09eSNSpkHblNcafHCTIokg+LWQTQobHL1KSgbiFmh4x
+yY8WCsw6aaklKfN7bWumZzIRjXaXD0IqwML6EbFvuu0AV9j2LtmDKVeYlFO4ROHMsVkEM8nXnt1
XGZ2rIx9LmZKppY+BNeHNnTs09bOc9386GWOQ5yrKvwc34IDlxhbtTwxDxQa/scvE6IN8T28Q9ZN
59KAHTe9iT3WSRvsmrOASpjeRTg4+rldy8j84OEUOtJ44jxcHZm0TaVkltTIV2eck+UxhLc2xcP2
tGdfnZnGMPTDZHN1KFrvsnT8q15QuDnt2qtsMEFfelAjtsJGAu2MSIGfLm1w2qBj/PPijeqhPWIB
akZIkakJwjpyhzdBHZ22PEXN+ni+qE3Y40nIo9soRS/VtVl9PGlM1lpqTW4vXRhakf+/uDuzHUl1
rk1fERIzRmr1ARFBZORYWXPVCaoRYwPGeMLcU19F31i/Ud1bfyV777/0cdjSd7L1ZTlJ8Li81vMk
HejAzJX22TpCdra+GZ0Qd06MU5SrNH7FJU0D3du+bfIWuISE+NFxiZaZZKhDuOmRXbLvjWyG5uyb
0skSLQ+BAFYm+boYRLD2tb3Zy6JU2PfBdV3jbo6OFEBWEKCH/5tC9Z/GILdoWJTZJb0QqBEScIKD
vGeP4F7tnMPDzbikqs8HGqBAReh78DQGu2/bE27GZBELo+1qUIAg/P3U9w/rn1JXr9/rv1KS/tqt
ocro5ZAJZ7IupNR44r6K2krtWuCRh/qy2TF1RlGFCgjsTC45IBlJQ497egdSHF42XUoN+BYQVqdk
zVHC+5D47g/lbP/2LjbjsPdJ6JYUy42kjL1G6fY7CH74rrmJbDE9yzC3SILGJxR9+mYmD8jF2TV9
4NLu5QuBK6HQc4qFLPVvW3Ma6a5OR/5GFemhHpiv9chgLnzz0QrZaLJv64oylpfPrMu81SDyY7Mz
NebccC+vuIZ21wRyTZ96sQ7gep6rcLl2ahHMpzW+wiHARdrX/zZjMRmKxAs5ovF2nL4UZIruabYG
at+zb1WifZnPlpVo3siVVJYuZ2QWJPue/ZoW9PsCOQGSA+4k9q8Zn+WHtREmr5PCZMu+EUQ2YxNk
XQ72y4S9Q8+eebRAbeFvdr32bfaFsAUFzhTjZxiiG9r78dANIPbta3xzrBQyt8XsroNzOBepf/LL
/8vY/Q+XG7BGX75xz2BdQAIUZquRgOIC1QXKptiu+AP5hUH/befNB85UnmCW9TqefF20q4cJg5ll
b2fcDNM5HDxOafgFc5Cud7yHWlbG6et9L30zSs20guHoQsxb0dusUFW07LvrRrH6y5dumj52kLli
801Bmk8adYBKLtzXV7ZovUIK4FkXNN47cUO7hzXodu3qkW/38rF7Euur7QP7HqJe9SSIamQLFfuW
zW0VeeHXCPJvU5xsqe29CcPxXuK+57TrWxabpTNHwh0f9JrXkHO3x9mm48U7me1sfTM8OYwzWIp0
Xrd2Gs7lrFeIkIEw2ffsmyFaFJNeIt1hJmycPSRF6080Z8vOZ99sZjnURt6Vc17zUpmbuV2jesEx
f9+EvoU1hQ18IfMo85oYKFnKDOie3jO989k3I3TMms43TZvXlNuwyq7euoBGf+ru177xD1vPbQLQ
iIVuzAKW1wMT7BtwSusrppK1guqO1dHU5bt2/H+ryso5XfSE5O26aOboDqt3CDd92+wbV/lm0ApP
48V5gb+izMdnmcrkAvIq3zfZXNMsf1+wQ+wZ5bJOea3NYp6zQC43UIktr3b1/G3mYIc9X5GlY147
Q/IDignJxwEqsp3vfTNq52GlCzd9Xo8+ZjcBp8krK7V+3vfs21E7DKWONXqP4PEVkM2HBxdnwb6N
TL4ZtcEYJDIENRR90xBRTblcH0Kwc3c+/GZdhUMtDaARxbCNI1HLgETHgbT7ktT+VhZYRB511B06
jZP0WQbAT02WuH0nuy33rE8QOWQtvirv4JNPVLbcNGG+c8OxzRDKwmgoxxbzWZYu8m0mxvgnFV2x
bzRlm7Ha2baTC8DWKAAzgDmHhbgx2PXt6zPbLKEyVEkhrrPlQLyuFwdN3JyvfwKVX/v1P8yWW7bw
AC76QF2T1a0x9LwQeLksfPS7wpUg+b+cZ1Lk67E5xQqrGY9rlOvpk0qHnR0y24zVziEgb2iAZ8/k
ctQhqGMmz/YlrQFI8PLZcy6lYsWAPpPZ+AbbMQK3vef79thXNuzvM/CyylwRE2IwoX72iUJHB4l9
9Cdk97991c0KC+o6QTKSy+vZja9lkKW3ZkzzfUemqybj90c3nI9TjDLEOtTiO1dTeUk0E/sa36b1
tANAZ+FKstr0GaSMCTdnGsCqtGt23+b1JEZ2K8+XvPZjSD/LtE/OrJi6XVdyyH1++WJ4yuakH5K8
jjQJzkOTFreBT4BD3Pfwm80wjNXlxFKFpUkaf2hI4qu+WIZ9QzXdDNUm14Doj2VWxwxSv2H0+YGs
rNm3GYZS/EWfsc00sSTGUE2honvTINH0GE2kHHa+ms1YJYVJF5ugS8642r5jY7ccQgCG9u2G/0YF
60toVTlGk+zivAoH3tUBoX+CtF5f8D/MwFvQKGFxJ4YszmtDoQVclFR3PFvshQtJjvt6zmbELqhx
XpsJUxnwAv4jCGvzczmUcAb+983/y1+wTSXq0hT6d4O/YC7F+Ahc4nhAEAudXxZgEf33v+NfZrRf
uuzfYhJ0ygk6TZ7VybTkl5IG7Ucs4+7bvtY3I3e03Rjhf1mdE9PdTFFXnJWOdoaWk83Ahf8Ufneb
ZvW6EnZe5nSoSwu3675n3wzcuMWDY9nLatJ2BQ6BTXFGXkC/L768zSzqM25wwETXgdsuP6Uq7k5I
5o73jawt+i8D40oCtZTVPqfuNKLE6ZBwWe5sPX456aCQkeZQjeZ1oNrhRnRQZ8KSt+7bbG9dEPRa
x1J0fQEJMOZKZBSSG1Rl77sIA3/h5bNHunFdy7DrC/UwfV8mBZZJO/q3u/rMNsNIZ7yx8PFktU7i
+BQHrgRptiv27Vi3OUY2lJj4IEGsmbYggQKjN/+AGTvelwGIWs+X72YpcvjuPdpX3oMPRdaiODc2
DXbONdtUowVqnBEUm6xGOob+QCCovl97Yf+ww7k+5T/M99tcI2S62i6/9koF3lB76HEDdyhLUT4N
SZdAYA3ejcFVZbtvEGxTkCxuKFDIyos6wXXwL0HYo3AR23fU32Yh4dC2krFBgK7tpaxiltJDBPzR
aV833QzgfHH5Ek7YJHskJLzDqj4D8rimb/a1vtkkZ+gwHq4dfIjQ2TvcKup6nfW+9ECgIV52Utwe
zXxpM8hwkCETHcZZKHnAHJQ0++7RtilJES7d+xZTTy2HeH1vSJP+nEuyM4azTUniY+KsBWSmdnZZ
3tgxjZ5S1fZ/GAP/sppvk5KGWMS8CAhefRzpVyBpR4di6MW+FfGXauG3vQJsBgENRlXUpXaiuTQk
Em80OuqfUK3/9vSbFTdAddcUxkNZZ7MpqwYFcHXgsd/Z1S232UlMpoakkyiB4WbJ49AP4X2pePFx
X+vJy26Z8oyMlKLEnSgU1AWmKN+18+T2xeZ+kaV+e/MqRElkZJKyLlLJrjDFoWqnxe6bbH7hYn9r
fWzEakiQl+BFoAYYDLnhG20T8WPfm9kMWI+6gNKaGO89D/x7JITpoWJI3ny9q/ltihJUY7zsCl/W
ENBKfczWPueHsin9vgDaNkkpC0dUSBPR1B5XMmACwjUahnOybybeZioBL+h0PI5N3WcR4PBXQ4fI
2J8Ey/8yoMLNBhk80FKAFVWCwKeDygxhcDPp/k9wyX9rfTNcOwV0JqqVm2s4ur8DxTAB1Z7ofcN1
i6wcepSVtVBr1HTC3hgEreRRjybdmXMQbsZrR5tyINQ2tRRheIIFmn0ZxkF/3dcpNwvsnCjfmngM
6s4hnTC3LK4zi/vHfa1vFthiKQUc8SqoaTlE7/IEeNfJUfV9X+ub8bpOHNAyDQxjM/jlZOCzODsd
RLs+KwANL+fJYQxmpkqIpFt4sYEx9PxVkfDk255nR+HHy9b9IvhyvWSrQRuPH2gUyLc4oveHfa1v
9sdrSAedGx/UFoDLj0Av8tsGRNNdgSJQYF4+e1qwKeZmaupxXePaTeyxawZx3vfom7HaDC6SSrim
LrJgAsN5acA+Bb5/X+vXGeK3BaSxoIoG3EInYLPphJx/dnZX2du+1jdDFagi02ZrFtR67Nv1IsHe
f5M0+bRvDi62yU3toHFT2sLPERU8QcKHc1N0iE0X7hpQ0DG8fDsMds1Ipnj+IdT5ESHk5kOSdt3O
AbUZrjwD+FpRTDXGz/KOes8ukDr86VD1z3M8lorNs9s2LjzJMAt7019iFA+/57kb/nQivPbtv5/Z
cIx/2fw04aTmhQtqQk3WHhqzhGdUuZmaS8oBKQWycN03eLe5Tkhhg+kzXYLaq8JVok1iFBgJtbP1
zeDtRB72XbtiSk6uCp60TSsQuftd2z9AKF++pg65VGUwtFB2uMyltxBR5e8EAiNzvWuEbbOeaCm8
XkgozxpOqDpLMnfDJrVzdtimPekgTsVQCHUWvIV1yls+Vqvo1p/7Hn6z1qYmo12EAvRzUS7zUdMM
ImTK2b6p7aoa/31qY9QHeRcPwTk12F1S0bszVDH7Krv+Ru1saBk0QZI158wDr4tzfpD/SIG83BUw
Kra5TyGKDqjiur3hcRCOUF/hWjznMzTmu179NgPKKilEA7XBTTGlYWVja+71xNt9vXKbArUCx9oB
IjXfKAMBNjRyLWxmOR32lS8DkPPy03IzJgM3RN44ns2HieCrjuCV7Os4V27b7x1HwogSNrzNbia4
gs7IH5ieeaLdrvAxoGwvWxfcOPTLJbjp5PTBu2z80RdOfdr3WTcL7kwsc0M3TBebpP3nDPzL75Me
/5S8mf+6t/uHWX+bBcVNGHsY36YLuPBJe5chWtRE50InSTZCvUVhHkGBj2LAUBFRpA/gZAXkDI2J
b364q7QdF3QjmztahdCdG5hcgjXQD0FagFN+CLhPirrIA8q+SpiShqqIw8UnEJ0MeXxLheHTAOZt
UwJO3tmEfw2WZEJd2JrmLvpUXP/Jgg1kJ9fXkA7M/S1wt93wUFDYcW6zlkztJzMaECirSahlfhNK
afrpwL3WKavwRzTt1yB2Eby3PIwF+w5dgwZmcSnN0sKtQJ20VQpcLzqd8HPzJKKULfeDXtZ8htHM
En2M0oE3rycLkMSDwL3tGhwZckbZ60IaHtnKLW24FFCe+2x+388zdEuoORinS0kALq9abQcrjjbs
+wF/PzWrvKxzWqJoIAyo/BhPfTI+XmG/sju4Oc31vShtLAfoNhZCvkP9HclHWLxl+HHQvY3Do42G
DqcvAZRNMR/GmLZQ6CSwPHrA5NGmlEclSRp9XfsQktvKEcm66QBWXxMOFXKW40JUZYyt4ozQTmOn
U9u4RjwyP+rseW4zhRZIFgRxVvXAcGb+1CJ5IHtiCsqsxzJeLXx3OJtM+IOaVPhaqwjnzpWQrn8G
9nICnxALPFxmNPOZelAm6WVfdeBjWdjSslj3B10WeQv48LK20w0FhC74NCTaq7HqkFVYAGq8DOMi
EANZsiucjUxOGdjuWDKDEGwGnyR3HhZzhNVCSAXWqlnGImNnUKV6EGDlqoIMlyEjafIOJP0ynb5Y
KLTdO9PFhL6TTSbtDDIAeDcd4HLxAqBBADEjveRGZPnnTsU9+6nDIlhZjUTyNYaKMQ/wzw45jBjL
DVvwV0VnPzSqDyoGgkEUVtFY4PeexhJpchgTThjyM1QtTVjVMdmgNlESMwYfg1UbyPZmuibrN7BM
ffA9DQuwllFFoeWBsqkcTsnk5DLejZ5fB1ghgb8/oZ5clMuRjsKWy13aiSSaaxaCkz+egpLqJDxk
JoEICzDnbnA/YsQbzGsytL5TRy10kx+4aT/lyyyKE1OayAo+CnTzWRad/hYpvKPvkqkYwsB1HCJ/
O4bjUNyjiF3Fr4nEfWdU4dzYPw85XGQu4uErqDb69LtwFlB+IL7Wb/Gq2DFJfQHsT9Sub1MeufZ7
CxJ0em6LkhZAXCcLlc3D0gvN753mPoVcZkmbEn4ZQ9Gp+EO60hJaOxBnFtAAHS9n+kFhdkjFCd7t
oqPHuMmduO3Bp7byiFTIlslj2vvcfcgD8Kx/LMFsp3e5KoMCImqKIHJYmSTV6zONGizHxx4rQzTC
OF1wBga/RMqXhLwN14xTbXGPP8c3RWhBuDqj1BFmxWoAdUj+RHHYBM9DC2qKnpBCDngKgU/Fk9hW
hWFMfupGjeyFesFmri+hPbQcdgwFaGxbVmuQyhCvHXbr8GOGqbR8Pcejyz8lPtCQRZR2mFM8m7Mu
/dnrORHPHVVEflzEADZ3lS7pZB6bkMXLF9da1gPV5sOpO/dNZmcQqOQEUhREo8B+R7Vr8wJpAtzP
CY/vuY1CG8H5OMrEHmfSJMgj6ONARR8X43x4KlKepz8NbFNBf1GiLUVfFxyB/hpUZjU/SsvMKCre
LXaFDAeIujcUZIbwKz6rgYiDLCTrBognQ1dCBKTjAtlWAjkp+DfwfbuvLBEzJAgFW8JorqAJX2Jz
5nKCJxzUnylvn3KaBPIYQ8QeXsIu1VgvitwS6LGka7573lv6zIvemSfRyCw+49206bce6pwIFYYk
I+07LPSGwTUBkGJrK6qG0V2ITFe5IJ+duLCFH5DhDvygUzvG7lCY3rTv0jIS+iacY+U+qt6lY3CQ
WUdh/ez1IrU7TG4J7bORmGceFKP9FZ4TdtEhwnaSH9t+LclQKSGi54Km2lRj77uYVVcxfP8haEy+
imfs7Vnvj3NW5my688W0FicXqWm5w01fkIVVHMPVdEa6dpT6qkFsDHKKIRR++Jr1S9oBJ1lSh+Ak
lXM6scpQUHs46AwtfWKFmTFlN82SfgF8rB+H42qZjlyF2pt5gqkE+rflgyJFqZ4GzpkYzzRklJPz
CJo8CU9RGwXdXSxgffVPjlgej4dS+bhdH5J1xbeqZKT7GQkE2odNeBRxMEBEMeb4uONBTtfDdaXX
JJieJ00Uhh0qM30sT6tDkG+s9Jy1I3nqpWs/NYHIsCVYZh0vPyL87WtTAd7P7PfUuRJJaYuKRthU
AhhaYP0gLjm0Qdg4WYEl6Mjr0ERIXW1L1cFAn/UeR/qfXbNaL+sJN0flO8yAYdxVNu3gdAvj3Jj8
POeT5awaRxr7r16u03zXQM4U3jJZrO7t2K/KPqShFzo8aMm7LMHeYsUkwKsJ43Gl7xan0EEOsdJF
NB+SLNGdOPglHpb3mNVZ8NkUHkrGisUw3Z5bVib0Byv7cX47E5MI2K1FQkl0kH0uy/sslAQqHWME
twriiUl0N35cOhjZShuNkwWpH7PTaxcUFlNymsp0fJXkUOdcmnLR+fMaclhFwCzpspUdYq3bUR1m
vBMoTaI2QZYHtqTgp3LaCpQVwVyc9G/KUWAph+6JZvoznD62/TFBpagmpAMPzvjK4jYeohE+gRRT
Ba5nyYfIllfPj5wFDjBVQ8waiGqh4DxFJ7WOE8d489gQwp3Vp57dZbmd89e4nE3KN90K3YvGl4gj
iSBsLrsR4S+So718bfl0S6CbZe/71WTjtyLu4ISr0jFZIln1JXix37qsxTJQxV3edx9a3zYzLI8k
wN6nWqaskZdBQSMAnmyCrPL3CuK/kFedDWmAF5hrja7V+K6AaqzDPjY+dMB2MsyDNgsi1HWAAWOw
g5pxLK5ATZ6aC6VG4Q1yv0T32HNA6Jr0mBvraY2uqK9xBSLuoxcJ5/UiYzfzKlVD0nwa1lKoZzxK
hkmugT1B3blQqPgVFNgkqEpk5kVVMYxGHIKS66g/MLD3mteiSZf5Ei19H9driu+DDbcV5Ttd0GVG
yaNq/ScwxGduKk+DZNBVREORPgQrxsRz6BmSz6oJ9jUuqq7Ns77DFNtrGMKkFy2DFXexI4RGoUu7
lJ+SUrXFD8VBMJuqCSRg/PzAcMF6kw1YpT7A0l4UtwuDCu1jG2E++bYKvLBnPuvMPlExJPZxQWIL
vUUqVIFyOxyfHbnVo5r1z2iCe+IE20aRmcqaiIqbxibMfOQTsBtvEiQl0tfWBYkRlUChsn/PO8Xl
De5jqYsqEuaFeD+HuDP9vg4kGqNTMtsld1WMS0L3lpcyxobetm7KLl4y1xU3Q8t6FJ52NDBDFTWT
yX5EhrMM6ys0we8dJhG8H0TkugzvYAkafAWMZynvlnXo1y8hkveePY5a2X1hgqtEVpvw1SIMik6S
bu7Kd13XMTsccEKas4eAl5x/ikGXYk8cQYi4nhnG4ZdWSYzJA8+aMkNVVlQmqKGM0h+2EUH57EEI
WHB4cpBD3YwhQD0XXEIT/Vb0saZfPaRr+PMx1XP/VEBAPWC09V6PD23gmanilrrxY7JgG1lN8CCE
Fza1E1SAIdw5Z2s6zt9m2UThn7Xcx8NNP6VCYhZQyXuDbKzpyTTW8rNiOggkNLkjCd7SSbbxD95r
Z85Y+WDQGpFAF1VYFgv0yojF6hhqy0IYB01Tvh+nsU8xZ5NsOkadIdO7ZUwRj8RbXjEI1FpoFBUY
eC3tc6CcRujZ8GZkJ5vJgB8tsbp4HbQKzuXZtmlxw+Dm7FGKsJQ9JE0rX1s4ujH7vF2g3ssOYpyN
wGrTNqpacwaLYRg6mr8Ga2+w/NCMRa9hCoqISV8jDJepmi2WYyZ0EJiwOl2LDBJgNRAYTiZlW3VE
iTLsuwA10PEem8/C3hakjfLToAxc4CzBCL0d1jFvTlm6Mhx2iy6SUA3y8AojNaLjd92Qgh1d4Uty
fQm9NuQY47zbP1okX6mLoSvuWHMKEH1bGTxhflOMbZc/LhkqEe+HEFcixywP2ISHRflXUcFVvoZ3
zZxz8a3NB6I+miKS0VPUYxeNAxxKlPKndlJ8Ps0Kmsj73MX5dEkbqTHnR8aGly6do+UeFaQgUFQ5
02n5mQtIVGrSrXZ8yzGKgXVgayTPc4JDzVNuVTpha0VYQS0iRnE5PPR8jNdHm+NFj/3BBEsIWWfm
IXyE7S9vOiiXm8AXJaibcR4k+24Vik1gLxtkFMDD1EJTLlH/g6sWiSwY3Bt/3hdE2cTl4UnGuLIz
hScylHe4Xg8fOQRi+y6LtszkeNCmwD5pvWSCqsqpSL71ZGqedz37tkiqyNZZjolwF5l30W1Me/bh
umP+w7P/ysj6h/jPtkqqddHcet/xSy96OrFTmq9gKkbp3Fwy5CKhdA3AxRb69DhAt/cD8hhDMLV/
dCXHWYuJNnvs0JE0AqbYeq0L1ETl7KsgnX2ChYig/PCYmoHgB9SUts05lqKcKsanuKj6HjmusGgW
o7ptbRdRdGuFO7Fw9f2fSK7XCOI//YGbyCKSpb1u2eIuZYHjQ23nUi83qoncTxHqiB85ICp/ugv+
lxuarYt6kTwJrPLqYsG9C277TpRBdky6KBTHUqwIw1RZs6bZEdGEgJgDTUvEz5AiFwUwK16R8hVW
DKdOUaaDuV76Rs035QAXzn1um4AfphEVc+aUah6UBgGBuR/VYxf3OTZkWk+GaNCSlZqgKV8LZx6B
CKA4PChK5O01vwzGkaLhOFWfOhYYnp36RbDiGM/Uw7fnMO/EZ563kIHbdo7c20Eo3G1UfW4HulRN
3wDIhdMszu/+LJMsQiBGrq2isKp7KY6xA3XoNLTBouxtSpbSPg4kb8ED4065sTv+GhL/kWvn/3dB
xDUx898J9pXo//f/st2X32Um13/xF8AeMhyE56B+gJkEculrZvNfLpPyyrbPC1xg5WkK7zOuav4C
2OP/ylG/WAILlWZX/wNa/AtgH8OBAqhLDtHJX6KJ//k/XpTyq81//46Zj5NfKcT/NS6hH8+iLIT0
Ly8h+ckQDcC4/e2+GlCjOXbwM5ysmZf21OCIDCssi2djH7Bmxu5t8Ot4hvM+1puQihyuPkRp/dcM
QPmvbTs1xWcdaQaNbxkE+pDkuQcvM0/bxBwmv3KYbkUwvtaipF2NfR5HtYpmKPi9KkcXWonVj9GT
hK2+PKzL5NYqm5NM3ofYXpPpMCQFxbkwmrIHx5wcsZWdM5GcLM/WJT2sWkoFqbH0/H2P+lt+SaWY
hzqdC/fTDZP+zNo5LmqCG/Oq80V+AleIHRHGflzAM3g7m2HEiEIwrmPiKQAR+sQH4/Cj3XscWMU3
MI6yo7KzOKK8+it4dcndismlDdvmQAsUF1ON8+w6cllNHfDJ17jBGeDTuzAi0x3nmToULdd1lONU
4215l6msf0r42OZHWiSHIkmflV+7I58neey8g5UWCbuPK4f/LURS0VEU9BlZC3lF2PyYmYVeNPXz
G2On/ERsSy44WscHiO11nWT6B4KGqHyRxRNOIfNF2uAWVwc/o8A/JxlfD5log3peune9seaMk+da
F56J56iPv5aMpYcZwcRj2kzy3TSAtM/jYTxhc/0VGtvPCAgnsLaG4pyH67ckp8FTmJjpFCO4WqXz
uhxh+WZVLDr7hpfmo8cgeA31bI5QV2BwVdE27zgq3D4Dv13eoNBzOgUKcj2Nnfchagds6ggmzuVt
Fy00/O5Wyd/HkOmxSrrC5G/k2PkLiAhNcqus1cn3xvakQIcUQXBQyZC5+JF1SVrWU5dpfcYlYng/
xWtKTmXfSnpLDSneBIseIxyHfWB7hvsFCcbcMbER8eaB6JTmrwqvSwLcHAIgGYGjtNXe37eFUWX8
CmbMwLWIYOkwgid8zqbxiG2ulWeZDYArpO1qXrch7jPuiECMDavNHL3BWSn+UqwFOYArudwYRuVz
RNISNC4sMh10awdQJFac/GFrPuSdzj+i2yaHNTCkEkmeIQQfDvqGAn/yMDds+olYua7GdhQIiEN1
cevG1j8a7GaVOomp6QP1XnUNyh0KxpsDx4Hi0Laue4yW5FVbiOQo82Q4oIzMdlU55LAZ8YahFxPs
du3dgPmC3MZR7yeEMBCXXW8UgmUHJFQEdy7qwxuwlxZoX6HZTYPAn0oaTxXtGqnuFc40uKqccCY7
qnFpZhwzUab5tUTE+abP7GQOjjZaV2nbNjemCdrKS/WOziL7HDhAuchgKUqXXeBqbyb6KhW5PxcB
QgVlEJU1JIVhDXWirgDemQ6kIXkVD2lfoeAWYHREwBo9ykvkrm4YJteKU9RllCNk2x0kSrfX+tCU
I3ycMPKkuri7m5tpvEzIUkVdFA6fJJwdal3S+aMYfHAntIM6R2jyQFbHvrQoh6n4gm7f+hUvI0FM
Oc2uP7LSsYI/uT8T7shZqYi2FZ+L7o7MlpxDMZMzQaz3gs17eGAmgzCvm8p7jrjloxjh5xElC2+A
CWV3jrrgjqRJ+q7LgJrDFYaqlALp3K/sougi34QYJ9WvX8m1l28gkidVWP56qvJ9O2PGgj6y7PIj
Pgd+b6fnj7++oFBTeCOWNTmS+NpCkANIusxQ7wz0CxcIPy4uDW5nQd2lpePylni8Esy9zZNGehCC
rao/0HnqLqPVulZpjr9POlcjzlKeM8PXqpjK5IJT+4DLOR8/ycJCwwtV8KEDHPaA6qpPpPHsy6/f
L8qcfnBF3p+5wk+Esi0ff71D0YrlbbgM+kLmlC4PbZ/RDyGG3vdWZeRhTGjyfWE6fFZ9wb6ooh+P
al7ZF26S+SPySNevy2CH41Ag/bAi1mPqQyb+Jx4FywX3SeXbAmUSb+Z1DN53E0WgC8mzFYtAVJP9
SO5dhOTZISbuZ+ewS+YI2t6V0VoeonksJ/IhyTJca1ymBoF0fn3HeRxfN5ait7dg006MIgwRRq2o
EHSLKYJzk9G3aRipuZqKjF8CHIHeqi5LbpfCg5Xk8qdGhG8Q9Hzt8/FmGZP1KIg7Ubjj415doD6q
Y+NvTJJ8nQi0oiFMTUfSqvE2LHC7Ryfy5BKJjk6iV6RdP9iuFNdaJ9yt5oicrUOkzrgcxoHAGnQm
xIXrboaNvGwVr5E7Aq21IAlCqQgnkaBrT21XhhVSQ9M7lSBnJaSj+T/snUly3Eqa569SVnukYXSH
L2oDIEYyOIuiuIFRoh7meXAAN6pz9MX6F9nV1k9K65b1vjaZi5f5GIFwuH/+H0MxZ04oagmIlnjJ
sRcs8UGLygrXYfyQnWWHy9TPFEivr8RRZzz/5qWw4/epj3945O5FFu3cVq+7O84SRUPzWh8pXKt2
+aRZ3ZKtmEpStZs3H5JzLMSXpfGWyE634W1NoXvkLI2bPpuNw9Ag26u5dh/EkJ4gcFc2btf/azGH
/bbKowk7XJEqzZGVbXSWU2gOtESvvBPNWtA6tVrFvV0Y8tJ6Sxr5ekxCGs79m7WszbAoRhKbhALr
Sb/ENRSvoeM10N1w5tb/tRu3QwttGYhyFofRJ/6js4ofmZut0CVXUquxe/hLkigNdzAjNVAy0WcW
1y5rPW6T0e0mT1Y7Uy1whUKFhqv9feI2J3edqZfLRXmblOC/ARqzCB+iv6vLlG3Qk8Z5NrcF3nDC
wWnkB0wmYjdZ7QlOl726SUMiZuqPfIVbGpzReaQpxjkkeo5DoFr1UEFxPlmDwAknSzOq/dJ/bnpp
H3B/OceiiqF9jTJboqQasmgwLUk2i3RrUuct9RgnDs1bdCpGmdI2kSGwBSy+NLvbhqq8V6VV7dmr
0fBYK9AoHFf/tV9d0SEDy6aTn0kVMZD6eZA0HCNitcezVPEniPl6F4PpXLjhlmFTuFbkt231mJld
E25dl5wsDuldXGH/5MgTYxS7k3OgTZf16tLyG5t1t+/NvH+p2oIccW00TTQRgPFeq9o4kBbWR4vX
D+FGrcNpnitBdySl7NnSGWBKfnHy6sG6cUQuj5r96nOZGuhFmRv35IjPLNOkuLVUv+3ZFy16490V
/HzRS9hinIbrcdlkMO05K+wZpAvHobS3IB/bNUoyQ4Ofi1TdZptMIoraJ2bFpr00WdNHeVEAwkFA
BfVi9s+1zgr0AkyMwsem1RZyfZ9tYwzy0s6SMOll8kSfnI6kN287aD0oDq/xCGqe8kPXpaUIUpRx
u2mF48Pd5wUmk3oUb3p9QBygHtt4uI7QC06EwrjTyGF/8C8uHpSmmmfs2P9nc9y+zMt6ELE7BoL0
0BMcEv3oqxuJYl1/JnYlPv1WmgdDSKinpIiywnGPWQ5U6MWxPizE/XMgQo2gFotH5mPOJD+P/1IV
hciilDLgTH4bCz1crD5rHt2iVqGum1c6PShyT83lXPdF+qIYGSNpe9lJQFmFzsgAOq6T2OUr/yJf
1n9xoj9tdg8vwlEWUK17N6vpKTbdNNA2UdMcyzYZRj2nCYXN1SNccQazs7CrdYv8iv36JWe0P6O9
+JRq+mGWgtnLM5yoLloXgtriMEvsTYxsl3W/n+38u9C5iqYk/5Dlxum3VU1gTd19zzsWFL7rBqs3
cdK2GNYYNYYw8YUdiMIsua6b2w4g9lLVtX17ldQc6gXMdDHL9NV0XQvOS5X+TeKwHzdk3zEq26G6
yjGmtNH7pWYf7bnbBYlRt3tYtg8fxvXIwFV/YPZjU1TleW2J1DbSRh1jN2sfkWfocLLK7gZNYM3P
ZFP5UKr5PJnLBiGzPq+1L45uR6Zw5kg7mAddRnHp3tWe+PDL4Uteu/belMUG5T55oVUIYz90sUgC
syx46bf2yZDMlOTBXH/Un07myyDrxPRAnOuyG4vuJ/gSg27XVwRcQ4ANzlw/26mcHmeDRtsrv2Sf
N8NuQ6/zcxbbFL9CpxstBSmY4zXTUrC2KHiKrHcPSqIbgt//gaemCAsx1aFLxHow9HZ8mjnqjqVj
vBSNc3IMEJjY1eZxdDJxPxcdEilrIxOqSs6UiSdR2VxrjN1UBRgOxb41ejssp2E7aB5jwLHt1Dsu
6ckp8VyWMxN4NGab+RRDln/VFGgEc7w8rvX0YW1t+aXWfeCObvs0GE7+kri2fZjd3vnGvWrYoy/9
7GimPAM2sRfK7h5G5H4zm7tK1gftM2nVCTnAcCL1qRDVerIa8itZuN+LJbs1ea5fYzpzgfE6fkfo
ZfrR1LkACAz6eLDC0UvWyCtp9Jntsjh4o22bgYKOuNXuWD9p1x+J7sm7cI3RMxR2Ye5ntY3Hotzi
nVsn6maOE8Yz413W6XSRaiakvTLmn3Hu968AalXkVxkdpob2MD03VJYWbfzqAFbelWTmHzbhxRdt
GRxhsW9GCKlKcDhmnpiHKciUftDSqSNC/7z7rEmLNhQk24aoNjSd0ISH15bjXTzHrsK0msa7nM05
hHajEG+tOiC3lSLflvJISB7TCYnz+KxdtUX5ks6PCxm8xMxwD2VYEcHqjtBUczd9d1N3YXyz16i0
BHmDqkrrcDHG7+kMhUyJZ4bHGkGDyLzpFtLuQ0OYffM2De0E+XbOvM5l/eMkBPp4W3WZhF2+FAF8
sfm1NmR/0NQUv5SDNB+TeXRvc9UCLizaYDBXW4jAO7nJ6uJxJvQaYZpw9rVdfvWzVBx9t/Uiwo4k
bt1uPunZHwI/7TTbhsi6vcCm8MC3y3Z4F+7c7RogOTnae95y91sv3C1YSAubgql11UNd19suU/bw
vYH1DOvc56FXVlwEnskkMk01RAoMdkADUXkE6zRvapFfk0a5QzFtqEfXKefnwbcT7ux5bkdt46xP
aZNYO+7CxbGpPRQkST7dckUdd41M5GlOrSGael28NKpqnpx65Rhw2WcvHbTSsUJIc+M0XnE3Uab2
uS4F+3jVoe8pyuS58hwzKPH57pbGNd5GSKBjoyYnKK/1QpVRdN/Mzm3P2WSkbZAU+bK3OjaXkczb
V5jnR7jYi8vlP0nN9xIO6IsPnBUWtiz3rWZ2rVXcHbbF+5J1pbcr0D28dXbZ3RZJ6weOpbOvXSvL
2ylnCLCs7aO3UeXlZbweUHRsty6qUhM9wE2i0+021rYGo5+Wo1MsI9PEJIPU55UjXmo4urWV7DzD
rYI2Tn40izPs4jz+PneoSsq+uvRcv4ZtaO57udSPUqzirxhBPhxUgmaYie/R6OPsILNpywKkBe17
XXvlLY8uiyQqm4NcbRWZZjo8Sobxh4nL1hFXHhJRQIcQzU9pBV43icgQvCzXZ4SuQykbxjXeaskL
oazITIUXbWlHQsdKxPYTpqnlSEaFxOFkjaHyKn1QtTRC1XfGm2pjNzS9LY2aLq6eoQyXMElpEuD5
d+eWcWgPvcCsnNt65N7j2SxCZ4GDLTryjqvVng+NkxMNO8bdXZFP8d2iiiFkoEW8AoP53qx8KPjB
fADn6MTRbrvqaWOsJhXYMr6IketJ2i9jNOE0P9RXlMBMJnNv5Jy2a2GeVGeORz5XelILYBJYQ3lx
57I/JO6Y/VVuWflRo53bQxmWR9lUw2HuqvXb0LL5mInq6a+rkTEJu3PQom7+h+81xS5v6+m4eaN/
FEPd7Fdgm7fSnNZdjgI0DbJptD7VZNavo98OSEqzST2ROmPed1tu/qjVCIs5+304UsT3cwJOonN2
TaIm95dgWvN6ryYQGjtmUap0aV+BoOLvU503d3E+jmE9ygZOEUViQh76jwxlgJO4xZ0mDuw4jQOD
jaeW5n1dFvfJXqgZcJd8+eYj4WQLcf3vc0ZYTWuY87Hg4K5CAv/E00B24fM8xGzCTdfCO1wv2vVq
nJvF2pCupggyWw6hJuXWHCRVbToUBVv+pSj87AbFZvbdKXTZX4+dREBdVvnD2G8yKlEZtIEYMuJ/
h17eOQIBx43eVNYeUuEMaDvEzrDHInJbOThIKDIOndyab9A5d9CpvsVdLenUfb3k8gm0rbhYqOg/
ShtNHUqkKgt6vfXhnPrz14pSrIieUfWjB3N7cRMR3ygxGeRIGvbeVok+Nxm628mpIfJJePo5tQ3S
ODN7GLpkfrAruZybuAI/g6mlvqdjbyy2i7JUcpjBG29zWcSPBj8bQ+mqHuylsgA4hR/iAGovbWzG
Z/bW6i4tLGdXed1yz+sxBnJNxk/FINQ2yXfHVt+RlT27gKu3Rl1/Ha34OXM25qHZnCPktUskWSZ+
an9W1TSFtqPexZTvyhI9Te9UyQ3gYvkyWq7NFGRHZiG/CN1moe8DGpprsres0Qm0azqRxduwc1Y7
8hhkqTBOkzAtbTuge28Pj7geEN2yxbeaAXNtz3OTjM+UJbBshuIyp4nNdldu+zmvqWKybPvcOfYc
leP6mtTTW9MppLHetBvqed9wG0XpYc4XywJBjOPqyAu+BZllxJd2HO2IJpD6Rpq1PC5WiVTZ1oxr
OFmjBAVqaOdjfhJCjMd1GdbD2hPjYari3PTxeOGalCec7e73WeZ5hAV74V2zH52m08cONZk7O1lo
Z05yaPvN/UmKa/8sisHYbQXKbE0OFJNCmYcO4qWjTilUMciHQzns2TvuVmTryqm46FqBvaLq1kHn
ISH18/xtIo8xQj5oPuToNC5ZZ1xVjdvk7jhS1L2QQLwqm1+qrLQia5AxzKGuAuIhkZR5TrnvRJw+
ziPogamlESHovWwJE/1QAt9OE90/ahDNpQZL2hPdzD3K4ZLdNzx73/TCXljGmZgOvhnL4WWp1ydV
Mypnc+EGzJ1MfR30/PVmZat03nWeSbmst5zjyV6iQdbtnc6bE2L7r+2QXObW+GxnWGAjs9EErTK7
M5MBwRIazGvNWZiYsTyiCReRmfhMf57/3RdDz22lfgPi6cKZDnMuUX56WpFJhG18ndsre98s4L/b
VO0MUqIf59ZhAWh0UTUS6IHrREhRYBeWxmwEhXIaP1i0f5/ycoeu3Wa7OS+qk4+yeRwHMhqaN9Sv
XrASdtOsnR8WbvZ1yLNmx/UhDgT00B796LD3CtHBbmwUymX9xc2bl8XLOd96MNnaEbe1KvrA6WEM
yCDQu86Ry26rlox21XYvShd0L22HoImRUtp94bxIY/g2KWA62wGcTwy5cGKiBcFXEuarr3FQ+cON
6+svw6oywK3G3Fet+Zb7TsLWUsxHMamXRjBydaOzXOwULRUxfv1BOa1zbr3pSYoWdmQp5zv8mokD
CgDJrpol23v1uscI8D6n6tmLgUQQUR/Y6aeoGO2Yvbf1T9NSmC+Mj/khUz+IrXPA72oAaFO9MEd+
TbLlnotGg6K7SZ+zqf5c4XPuCkua+4kg0ItrWJ8yRn6j2sjMtsAigOSguq0+aoLjzo6/HDgxS/Y0
loS0Mn1Yr9cAFJP70m0/57E6pY39Je5iN2oK82lDHH7Okyq/7StutsrKI1vVHwILedBX3HusbIba
Qs14KogQD9aY48Oo/fp2y/Mzt6TkrKXZHmzD+lFa7UtSZB9zhrgiaQ3rWFA0daxUCZPEwHqTjIl3
cBjVEMAXfcq9Wh8H/Bm7VWzqfnXsT6eay2fMJcupMbo19NK2fXR8bCWEUDRRQnpjyOW9f0xIVjzU
9fQNq1CV3epER1n6wpauT2Wl28App/Vg4yzEZdAk7+3SWtHU1Cxxc8hD5q7TqPOcb2MQcePNB6eu
TqXevlWTdTsk035zliXolulcFgijJxZg5sWotsv829q4jzzv0+K4Ow/Ph8O6C5y1M3egroehyJ6X
IY6WHOqvm+r4IUv5H81TddN3wxoZQ/sE0/bkLP1+stNT6/kRtUWoR7t4Z1GmGmyot2/ceIzqKX2Y
lPVqJLzq7XIqCgSeWzd9FuVSRLFhfR8q8+TxNswsjYOe8ktr+ifD9p8t4ZTh7FbnZUjOHjXh0nWC
TRX2w5I3VgC/NtGoo/1ImOa5bOjUUmUnXtO+fiOkgfG3br91i/HgFWnoWsOz26VrOGzWScNEptwW
d/C87Zu55XdpvARGNUYcUdFStl/MFP8QU+y+Fs6dY7XoL5BinyYVr3dJ3BybkVpX2hjdXVZVMcws
XJdtZJFOlu8bFRJno/eL82xgYBjH+I1AdifwDCYoUU4RZhIdtFMy7Mp1+Valpt4tW3yxubZ4M3EH
fRezN/AelUrC4JKRlEAg7P1OnhM/VTfdYGXc8JxafgUQ83DL5llQx6O+96V5Q9EBADBXzV0lxmwP
1NC+Ib0ZHxbp5mcjz7KLMqjqLSeZg6aKPigdcQBnyU7pYJBZapf4EiAW21fSTPR3t2Ngp6e0jFjk
dfmRCY/bOnM1SjNoAwwKO3Po293CKEeE1KcQsxtWWZJCyJC1sqgNub0Y4HQrc4DPA3pKZ1fuHH4Z
IVWOMcbh9GY0cWMrkkO/8yaQ5AQ0I5vlc4aM/jhjVyCFbfrhFgXIAyQVmEUwTdmJXzBkGmwA1ac6
6nTTs2l43tnW1ZNViRlKA9fvtL66cX3uZDEGk2k+iGkrdrZsy7CKu9cynR70bH+BCi2ojYb/N4Sb
R52V9Kd669cIt+CPPuksLuYmMvxcNC9TM0sUyvnTuImTHytnP3VOHCJPXoPJ3R7tdmt3VT83SBqx
RZZrCR9vfSMUekAg0+ahBzg/uGbx6PGLSlmIAKEpg2siDyvEaOAD0DqpGsKqjIto8eM7fAtPsga0
GCT+hTEdA06f45yWJHAn8b6ZvPfBt96neSnDHk5xN7fZ1ZczvibN9EOZY9TFCipFeLvZTTLWsfOA
P6PdNyXFs2Vp/hCkEB8NgWHBlfBzskglo4NNNO7WRVNZ3vTjHCWTFqdG5t+MBjKiKG1GxfGuN7Rz
cNPO2m9D9+THFldu72kUsr9PFrlEfbyI275xpygegbfnilOZ7dM5+7UMpU6aCA46PY9z5u7RIzZ4
yRjboc8B02MuoVI0Vdgn/qul8uEOZbl3ScfsZsAXsUNIeUSPfJ+7LENkz3dFzAWjz4sdYqUdzCV6
/8LpQYBgcAs7v9emzIJmMO0gl1Rf6Cwr9hOE/S51GRQKqsB469bsVPqA1qawZWRwLUDsNN969M3M
2yx2ONAe0TuBM0rzlcwiZHFJ6/IfTXrKZvvDWYAxmuqC9r7arXZdXszELRlAVRlaLhcVuTrcbipD
1qC4XOywc+kc3NN5nZ12KauHJmkt5+dmt3EXxR3sPbp48thOTjPJ4mbBjrii7h5K5wIni+3A8uai
Pw00HVi3XdunRgtU0cFE9Ylh5HtvUBoDduf2H3mbluD047B9TYHqlscBKKkNMsBIfeAfau8ycv9s
dnih1vSB8z3u73ujWf/aisXvd1DtLXh9RbfUsao8jEBZXJNFECxQJU1YJV1jRrnXG9Yt6g8GQrHK
9FvX6oSUGM+V7ZMNKcY0zbovstvFy5rpae5jxeCa0IQeTWiU6nOdpGraK+huwHtPTSJsnW42D7j5
e7jmYmsK4yYBe13v9BLz5eK4AdLyHHcYo9zPuS1gnJqtbAn6kS6it7rTm3lWtO/gvcsX1xp3zD3C
v88QT7COdUXvG4rhNcIKlM2BVfnqATWFf+dK6/vSeQ9+j1bcnWcRlqLODmMx6CffwVfa5W2HhjCO
0cxlU/Je5bp9MAoDj0hP6bAd2iZnaWjWln9C6PG0zdJ7qZLiLenlXuQpALgVh3Y1zfukcB58XdEA
T1IVChzymNbefYQ4b86J4bd+yG44ba8uUmv/r7nv7evfn8WNqocvukVrrrt0byTxj9SdrENVygNx
1Id2Zgbuy9vVy6wozq0RcX+TQYWkGyRMBuoo7T3kBRavmX9Y5/RCWBXhNX2nkP3IcXntNvzS/dLc
xKPN5Y2x90ZXax1UarFvKi9NI3l9SLVXO0Df/aE3nOY0INo+aKf9Xhv+XYqimDtSd9YtMx63I8zu
FRYsXkuaooyEfVTYbR+aKW+Ixk3zJR7wfRqLLS6la7oR6OWKlCGPT8bcu1/XZcIDprev7Vh8Ngwd
0bj0h3zY4qNs6YxPRkW1zeahkG3Vp736+WlqprsG08ShmfVLumTLzQzy9dh1Ph32WuKczMz3eqzT
MEsHThnHAI/utxYdOBe0OkjnvKGoiAut2ra9u8CTL+lAhUa67Gq0a1yqOoiIbj1D2jlHqTgE1Wq3
O9fS66FMSsGUIDE05tyUSa96RIUtAuFVSShsRe2bFSe4U6W64OR9cmu/fZEKk2g+beIRTZ866i6R
EeRK9yPWZRHoTCU71VE7lDiDdRxmNF5UTXGXyGFq0x7fkcO3xyPmkDKFdPjE2w7u6vs3GWKazw7i
AHB/o1RH6+3et1czrAvMCrFn2IGOi2+F4P45ZBxtjZ0/F/m8hBWmvh007PO2VNVFFTG0ruqYBuU0
qsir8uW1cZ2KYQaN1BnCm+zmrOXZB8Ci+IHIMtk+kIfZ30tVes3jqLgc2qD61r4ucUk8+GuTD/vR
TM2zl1ft921W4IHBzBe9dUuK5EOjdL8WmZXBMDbtF5Rt3g2ixwnHLgTntPXn7bplBeMQ4xv12xo6
rL4tkQuGnQnm0qp2iPR1uLEGYzsyc+SvaJBJclxSfbaHeDmzgTFY+3FZhH3LOtjVca/TsJ8spq6h
1q15tmxK0ANnnBb/k0sfPqt58tTOX+L6tldF1LidPi9J4z4ZnhjO/lTZ0ZIa4kFVy7qHk8jvxjWt
n9K2/kHjon3hJa7DoiqNR+rmH20asU49fUHP0CLYDsqfXp/7ESlNyH9xMTSb6z62E2r/KLNiI9pE
ksdogNJtvEFm+0473xeYxylas203daZxymOuyHaWPS0FRJ67gk1xDh/9zjF+1h0ag0bJcFibQ27X
Tbh0mz6xQ+w9Dx2Rz0uyq6jinFjkhRtZXmxxMovikkjzeVZweyb2Z5ivNrBdfdO6o32yHWMIY1PZ
4Zzp/eYXPHuth+xBmu7MOF/DR46pxJNUJZGHQOCL3Y7yLhGVpMUIa0PY5L0ZSvp8TlZarMGQ2v2X
LS9eHR8nop66Ty5A4xMSPFQOjX5O2XZpfsQK/1NI9wWAKNtP8C0w9U9JZaZh3CvJ/K1fGEFzfJTs
E9j29Z54p68bCdHAs6U+x4PJT2ONcOJa4I1Tge61iRRnXdSY3yae5+Fe1/KLgzv2Umqv3CNkyA4L
UuocHdCqqm13hfL52+Bbfr6Bg0+i2VXoa8dbmXa1u7ct4/tk+mIHTuSfbDx+d/60urx1rLDYQqei
cQiG6LnMYMg9cXRQB+hAjCtVn1th3W3N+F54nb6QO1AcynxYd9hW3RvIyOEOX5B79fR81qzHqMUN
dNP1yFaDqk5+ijRDKdTt9LjsQfRJduBNU90zlm3kbJAWx6qbb6UhI0vN6bFyEHQ442YxjGP5aBwz
Y6nbA/OPQpohKN6AaBhQ/kC9n9VkHScoOXsdywgXTYgJ2ecbWM8qGe9k1d5WNrpXnGnzvq0SBLZY
qPA3u3LaJZtqb/O8N5Dv5GngoVSKaOWBTcWaQMJI3ARd5sfHAa/rcQJ44/si/MrU+lpZYxOWMgXO
5ykVQ5Yg683JN1jyJ2MwXg1M5fBbuA2UR8bWqNeNo957aPAN3ZQ1QdgrjDnBXsONUeh6jxj0CFWH
t95iJG8agEoHayXiB/8bgf05CIrxw7HW562dbIzDCW1TOHG0zo29MXsYnNeN66HnY/cCfD7pTf60
8OH4oSXmkUbOjMVlbdup5mFdKJSquYH8tyI+yZr67/p2H6X6/10R/9CUWf0//nPIPv5t33/UP34O
v4jjr//n/xLHW477D9fn7uohYvSk6eA6+i9xvOW5/5Aw6uxT5lX/7iGA/9/ieHnVv7uuoj2Tzc6y
HBJZ4N3H9D/+3bDlP5SJGslXpnL4b1pSfhPD/z/F8b+mJ3s+VK8HFWYhxjQdx/yXBOt8oVsr1+uF
lUM4YlsMN0BA070/Y6Quej1fpmXUO9B3n+Ha2SjAaOqdbRZlxEbSUSjdQpuXpBYgQ4GpEi4wx1ZW
504QPwCXO73Ah5BmUm+v/TJ9gYv70KRavMTF5B5Mr+NVNxiN/vZ78PjXpKn/rvm3rm6r/6P452sJ
6XloGnxUaI7j/J7+xUCjmlbWy6VsN//Uqdl8b2cEMv1mHP75QU10IsmQIbsV2Xpuu2b5w0dw+NV/
/Qh8Ale6nsLo7nEu/JaqIzKhcoeOgMuWzvs3v1vrh7oDZzrOhcFc18PuEpWSRugmkjcrztM2nP14
/GpuVvMI8t20AYpgF0k0d5Aj8RAgjBIZ0BvJIfkPX8rqPneK6ay5vltYqr0c7E3biGEQzwpvcG/7
nrymoGwUo9s45csQcLnDeGWXV+PoSJ44V9M/Ba3/M1f3l0d/9VQj6FdEdLIifo+/6zvAEcQvy6Xy
lPNUJiPaZGkpoLXGHbq/rCyl/GEuS81gbiNdWnTsnhfPuk/tTgWW3mhvQACRf5Nm7vypqty6PvVf
Px3vE68j+S+Oowje+NUKkhcZNnlt2Zfcc9QH9A4mMDkUJHJ1q/sNxo8cmqJ3knt6MpdzOatrYoRN
JLoY2oUR0fdLTgtdxP9fUW8sWDKdXJwpjulK5QrvN/vgkA0K7HfQF1D997FQisWwFH9Yk+6/vBbs
J8ALfH8Tsb3/e1vOHHtJT0sZZVm1uYR9rwEoXYN310uf6ekZz7jlt59WahuE5ZkCZWmJRwyDSfVC
rDS3CNGMIBhiQHeCkyyeI88FpI0rxzhwlM8vo1N33A6UzO8EzEbEUTbuZFr7j5Vl9DWQgmJIb6iS
XdKV4w7g0X12F796l1X/niH0S3YpzaF4zIY0QsfTR7rMPJghUB4b5kfzh7kmfrLwish0bToy/rB1
/Gqsu/4SbBtsvcL2MDWR2fPrCuk3Da2ULuYF5/j4hi/I9QPi2jyYYGJ/QqPJhn0s5r075K0IJbqI
Z5F2VYGqFrlQhI0HQi4vP//wsa4L89eFqzzJ6hAYo6Swfy8yGIYBtVmr1gtxDUNoxJt9KVZBTZbt
TKdKm1toGFqfNi6hr9vWdND4njyuaNbe/vBJ/vUVQlztCVt4UmFt+T3pzNrcJCf/07wYS9NFI7R+
gjcE302QD8BxaqC5J0+anDtnY67vti96G3CMB1gsHlrTQvAuIQz4Y58oJ+Yvj8i+ImeetCSXVhen
1/WD/83mNTq4tMsxnh9lUX+0No/J99ICSQcyx2Kx/2Bn/X2d8NeUtK2riU1Yknfq179mLN7Su1og
zV+c7hvMV0obHQ6DPzzt319ZG7gP2QomKMorrpvEb3+GfKxi6hLrcTWB/GdioMjeqdKbLTb9aJ2R
kpiV895iuQwGpbL3vNL1H0JkretX+fva4zNchxHbta4JXCSW/voZNsWBPNTT+jgtajnIATkmTPyw
Q/hL6q686lDlxR9EfpQxRLyn5vgi/eKu4t8LC3klHUyHeoYYZeD/mkZ/cfv9ctL/fszapi9d8nYk
zZEIfH6PFN3ywZtsTKOPqsYqKkaEi06VDUG6QkdveWcifOgadLaj95QNfRUm1oQ4qsRIMufrn5K3
1b88KT4N68FnbFMogH5bFG5CuU5lOuWjVVnlwUtM5vtlQOMd3Y2JK549EsvAE2PzTz/R79vDPx/D
3/7w9d3429p37Xoi1cYsHxddQb79T87Oq7dtJVzXv4gAOey36pJlU3bitBsilb13/vrz0OcAx6K8
RayNFWAlcJAhh1O+8pa8kreABinjJWlBW7MbVkGKqNZg0pBrwCivAzXdWaHtLa3Xm00oVIt1ampT
kCqMG35ypGh92kv+s0nFeOUSFW/ySVvHRZbmOQ3TqV1J7ziV3HRNozLT6+8VeVJfGvVrh7LDBeSN
+mhgN7rrqNlt/ut24vEgqmLwrhlcgHPteyA4au1iJPSseo2/6V2zfO7U8aD3hvcAkptDnh7TE6gI
+8Gg8LJTvNxbeIZpt1ztJh4BETIVYixRPJH39aeygpRsPuuCZ1lzn4pBl180RHG3smq6R9ySlFXW
uP4Tzbn8cv/lP/o0Bg1+/iUYuyQd1wPT+9cR0HAZuEDCQm1YHuh4BGsoPj6wgUVXijfXkps3xQuL
+x42r6VOyce7RQk2Jam1MgyfkX6hjuWGk8IA4A6vSIxjUBe0G4Axb5MmBs5igDIsRyvYd3JKuU0q
pBNYrx9FGDY7pI5TWpkd2GfFKzZymGmbLneHH5WfGBu9r78YJbA3z1C9BQ+6D+eMcNFSiUbZ0tPx
8+4Vpp79WAZN8CxoDm6lCL5SEIffQgg+VPM1bSH6mKdjYlobhmVyj0HCkudSCRZq5o2EOsJz4Zuf
3SpqAchY/k4e/V9ZaCPaCEbo/qK4PdwFW1UGZkyiZJva3P8ExOVI5cEOnumv9Oh6iW9yWbnHjvZR
0dDHGwOz3pVR9gJ/z9azp6ALUI+sm30phLEVq0pi5u8/0+2ka7y6Qp4rDH5nTz9/N+mpZ7a+lHGG
KFVvrbXM/CJE+zzWvrIZ3WxJZ/zNx+R6mWqypRDLmIR7KMzN9sXY5sgXDnXwnEqjTquzCzV1Leke
ePKyH8s/gF0vpmXt8K4kxoknBgYaQPRd5cof920gyfVK6AeQz/qr5erxT6YbBsf9OXl7itlTKiCN
WYMGfHr7bbO9mxQC76QIujF8FoTbTguK8bVuO//o23GDkm2ujnRZUdhQV9gzEFr3QMAm1HKRbBT6
Bp86vW2eFDuOf1seCAzKRCDaospotI2gW/6ILGdx9gwo1Cl6nN/uP/2bt9/s6SHFW3xM6hqmMVU7
3n9S03IzYv3Ue45T4JZuYRXbWACZTm1aWUGjqBtCebFOEM4EPRrt4fSqDwPGVN8MV7EPQ4dBFfJl
h7Lo0cSBWbyRlRqapdxTwINjI6yIGrvUFbTUYZJWCmwPzlO7d92NVgIuyFpdW5P6/vXSTjrp5Ytl
pNEnVwcwpGlRvyli6VMPIOkJXEoPo7DPaYskALJSA9hQbVN3jsN6bzVkIAtzw6vPp8Y2qVFQhaG6
r88jvCGSPbMfpcuQewgwJVW+SfVxSS/+7Vq5GYblrQPDl4mQZ5kvBEgFbbbEe67MYgBkmZtHCvLx
JuIu2tCB8FZ5VOArKynjp5Ba0boqAkA+OT0tNx0fhbBQwbRjsFWonAozeW0i29xwz34Gt//d7RJ/
O3pQ/aoCyWxRu3sXGRZam3ySokyKhUt0mpTZ23BsTbnyhABFBuR6PVnAk3GCUqSLWkXAIEsRX+zR
D3/f/zQ3dSSOMBNUkNAtHVCgPD8cXSmnyiQbySUI2FhuaxLUQg7f+mqKj1PthOiU7Do3zeGKyI96
qScL98+bhdP1i/IEvKBhELDQr5oiznfbXq4tQUtQTy5Fa34GYmzqTxIMTfMXHmGA8cxtRe9eGbd2
N+zKoT+rhb3v+uYx9/95AihfaC9UKt7e+eaJLKo7lkYkpc9dZsYihswOZ/kyerV6UF2qTwoSlDtY
GpOCapogCRDI4PaKhEOnSvdpbYzQwRAolq162Kp91MI0HxFKrir3NCQSeAUPxG2ueDjLe9F/s+vU
rbePSLxjCVWRqXHO8kLT7DRYq1pyaYWqbwdkYtZICy1dIzdJEkuFUi51L4axlLlbH31AuR7wUrqA
Eaz2CHbjSaeoFeBtxA3uL8vb+9FgD09JJzxLfjtbEzB5DITd7PAyBrS4aIkYoJsQfoaJGa6RTF76
4h+82v8fzyRauF6DwAHCsjWC6BLG1jGwWs4AtX6oIvvga7BlVP+RpvIpVvO1lBj0sA5FC8UL2SGr
LU5ev7v/9jc5lqCQPt0ilNMtKmWzkAz/jrqcdLovObCcVa5TVdJCf99lNJWEEREjBmgUEebr61Dq
3e390T9Y/vQROaZJ+qnWkQ1fT4ZeosFGbzy8BJo27sEjlZ8QJjIfTbU7+VIoBytJqI+dJjVipSmN
TYete8IHxzunyDmOKylIh9MQlcrBk+kBpq7oD1I+eI80AYMzwPnP9x/4Nt0wZaITSgi2plJynX28
LDdcVaWIdqlGRG75ggn89lDfYGQtr704HXeVKTmZha7y/YE/ODwpXajTf5isaPRCrmcKsYKO9eH6
Fwp4ww7dQ4Q6Nfi2rfiD+vEISYC+mVrCbQvtAO3MWE8WHuF24fIE00pRptBOzKMOlAaFQeHBv9hV
9ZLmpbgAY8hXHeSxhVm+KSwLViVlJ7YjhSf6D7M9OdAfLIAjMFSfHTDD7qgVR+pjI2XVg5lUT3lq
G09+22xyaQKCuhsP+uqagv1TM2Tmwnt/8M0V2SJ6Jqgg9xKzLSI60xgbdQgu6mhPQiFR9WQZkf4s
rPEbfVwUDdLkk5zE4X8Sv5tOWoIYSh9ToKdzYc2iPENVisIUVXjB1EWHMq3qa5Df9ub+wro9/via
U3mBqpiuGm8ZzbsrMas0jOvgu1zCEn9nSBQdiOgo346G9qlShgXLhQ/WECc7Ktsy9U4KTNPP342m
FUYE9TULL1Jhf0ZhN9oNI/VLCgnd8f573SZ/pMkWakcWmhk6gdr1SAhjdn0VxeGl7ZQ/GZLUW8UV
5RfPin+j0Cn/0WkzLZxmH70cgyrMpjX1q2ZhFJrZiaC3HFyQn5XOsJe+QAyWDoi9/b3/bh98Myrq
NDQV6uoG++P63QBPAIribnbw/qZDH9fGAT+Lv43o0KeWkZ27P9wH2dJUnGZtEKIwo3MrFCWPXWpN
QnGQqzEfdYGAveUHI/INFQUPPdhAvW4RGjLHM10y61TQK/qGsMymDArzWPquOOBRgE6oigzB76au
+32T9/9Uv49ewiKfQGZRsGA5+MH356iaFhkhhM1XuZ4j4Rf4CCDc7JSlqW3yFrVYKdPOtUmwmZYS
QHJkf/83E4XyBk1qypWUT2cfZnDR86qbQjh6lO4hzJzq6nPU/FMl8ZeA6gDYEsVld6UlyVpubcQZ
PER/s5Pm7itwppHevmJWgXsnKEHg1oewaxbOlNtZ4TChIoKGG9tQWLNZSZC4V0Ouz4vI5EsD9bDq
ZPWpENZZk8vkpUsLfyG8mu6l6wB3ylPZDlNyQU11dpTneQWpp3C9C4W0cAVG3YKnpjT7+0v0rdR4
Z5h52SEl4u8wvPIuRrETZb2JkDNodRskt6V8M+Lx22jVe4QOEcXtf5ns4oVjdPEBZjOrD4GnImvu
XVgdO+DWxkoPEMMhKdw1udi1dvQoxfa3xD0hf7BN7LFZWHy3hwJhCavdmgoiBjWY6wXfuUUExy3j
9CnUDrAyYw3NPwV9GCA+X+9P91uxcTbd9JNNhUoePZubBlpcqzAVhOxdVJjAGDIMJ2jIiHKliWjX
Qs126ImX/8hcvIepGP1dkQvrodZQKdIqjuJIAYxGmGOf8XqU/6F3YsRo70sG0vtW8TevEAMC+VBA
IgSMBl/O20swK82VpvXJA64ZPuQU5KEQxzTDbeAJY5308fAIt9LeCX2InoQV5zsXwZZfqlTgXZIP
7jfwYu7Z4iMtHDUffXt2FGIcNPKERnX2eupdtWjsKA+CS4O248lIxr94sSAfIaSd2ormpJtYL3Rj
QGXL9LItjWPlNVfzw/2Pchun0M0krSbFtqfW3exurWWNgm+p+BedZbjuwuifPRbBvoVhfybLgQRX
N39g1cv//vO4BBBgbwC6qiSG05nz7k4XkyFMChH74uVg3kMC/WdMVLwXdxAXmSDu2CdGdQCxvGTl
/kG1lTYe5UbyNkIKeqjXI2dS0yDyk3O2CFp3QGb/1W4SbhJVYClUeEHA3di5JzuXvsh9jZy3GMRe
4TBywhohKH2iHeO+5YSW+Xx/Tj6IYKkrcr5SCtU0PBBmQWMgpeVUI7Kd0BY/c2oh6/yroA3/zaBS
TwM1+mRgo9IYZJtosJ7gDKDtrhSPQwQ/+v6zfHACTxUXSp2CdrwxbzhmZeWVIFltB4mc/ieythGo
wDFaWAW3wQ99Q64Wgh9q38q8FwTKi6Lv6FpOkjVOG/v9uQpt9C2wFAgWXuiDS0y3aVGCLQSBQRf1
+rOLdESSRUA3Tyi3bSO7DXde4aWrwjTaTaFm7TrOhbIw6Ae1IzY4s6e+Rcror1yPmhZIzZShbzty
EgEn0kpNX1eZAatOC75j1mKuktbw95ACOX7DFK2cbnSf1dHyDzYSOdGqLk17XdW5dFJks1lDFZD/
TZ6Q97/2R4cREDlqM+xEhRLl7DAaO6loRzmxHK8zkkMmCtTtkQBc16VovnKA/EQpJT/3uIGceCoL
lxW5RFrQ/73wHNM411eErYD5pxlC7EgrYLqv3h0LdoT6Yl24+aXBauIr/gbxkQQyJBQru81Abxem
3ZAdhOG+StqAvjtx/KYdkMbCPmST5MNW9KF+7lDSx58kDnZ9DkEoHVCTnGSo/+vtSfWBaBHNdAgh
lj4v6Co6VfOMw+Qiw8hcy31J5b8OXyER2OseOYKF1XSzhBlOJb0FIT5lDPNcOiJVwMBL9UihoVR2
wZjsehSHNlaZxujQp9WGSzf+T06GJJTToMZ0TnNpa+Y8QgClS9oNCfnSUYlZU5uOYd4kw8I1NFMm
fxtm2pVToQAZUVOdfXjyViOToSA5URXuKZNQ1gadi+Rt0xxxG0eAUN0kHlzSv3H7kElH2MpO276K
LKPPkj9IEE+9VfG7h1ecFTCj8lc8plZa0PJ/beFhbwB2zAl7mqiXw8sACzRPE1M8iIskk5yaxsHW
TNoXcyzD/ZQHfQavFh1iFGQ2Q2m/mEgPnXCWmgIVl96VjJgQpX7ZPAS2ZRwXds8HC4S7jTiO1MVE
dHn2XGTkEUqYg3dp6KbvPPRdDh5J0hGVTjSVoQRoOd1gUgbvyZLDcG8jkLjROr/Z1+CVAFZbFvRb
RA9f6yH469GNRGpKH/f3H3P6lFd7XON+48ifAIpTwWa6et7tcc3Ly1qByPWCFovYJekvr36u1DFd
xUGXLEXY07F+NRg5FYEGG5Tml0aBaDZYNEZEi+RxuWQZDmxFxwx6dBjClrDRy82Tb1TiYYp3NZxP
HgxfkdGFlX+pDQpf6LcHu/svf5sW6yQPU5+Jiwho6hwCYI2NTQgicM3SKnvfo/3lb0j6KFKCHXpp
xi54LFv7uyVQiOosmHmIpwhpo+sq37DoE+R/4SnjT1d9tkAE/c4LiWqw7NYlkhwNhimDbf0DHQzf
6/6T33w2HpwSIj0YikzKTZqqRfk4KrKrXUYED8Y+wEdPwLFKLK4LGkD/fTAgktSyCEKmAa8/G3As
CBulrl2wrxrOho7rlJvSbawNtk5l+2JhvJtwh5ej+KLpOuAhjbVyPR6GNjRvu4aXSyHh5sKON2Yr
L51yH47CKjRAnsg2+LjrUZD5zAsLGa2LsKx+3eYFABxbXbK2fatSXa95IKaKwTUq61OJbnYMgEsO
Y5xwzEuiiPYsS3XziuMRgqdVp0NtTJEGVBMyjNBEH6yqom5dg23En0wCGYPCZ6PYqBYb7cShQHVv
9Af3Hxoe5jdrqNxPXVNCpPdSGZHCKWBFXYnyDVmcjFZIi2UMLOzMe0IGKHoFWA3GJ+irqkSGXSoO
g4fZiw66FdDcgBfWiqgkOYYl/HZP4s9rIJP5TwRHDjmKpdnadktRrkdPoMdVGK0ircMWejINEoTf
ArCOEerkJu4F9TaPemXnajEg8xy1ikl3JHY3EtfWkj3uzU7gphKcYBNIlRtxHhuTtYx+k9vyRcMp
ZVsBuF3VeaXxVHEE9A1cyv3NoN5ERQDYBYB6QiOCZWt+B9eJHrV13I+O0sony/yutOqPurHOgY9C
KWgMLzwV1o/MH14m8qACoBrzuYPaw2+21xRMt+gQHATCBZL5t2r+xRqWx+xhT9AXRqKniHc1XeUA
slksnqEjrSLYq3jRoI8H9lh6Rda4XtOOeUaaZpcp6VaOpU3dLfip3yQD01vS/7PAhFM4nBMhIAgb
ndzlo4NhNZm+KKtz7xXxn2BsP9+f0A9HgpPwfxsjtHav9yGcZb9Fb3h0WsjiX2lyP7Cy0+NYo0p6
f6TbbJOXoqBMkgvLAyrE7CADEQgVFBkUB3Vh0I/a7yqOny0DIGDWVoegReheG+p/Qenu8dFGBi++
dFzKkd9tcosCvlwsLKZbrM30RFyKxJFiCrimisC76zcSAtUc2R8dvzIRUWuEdswEMrpmrbneCrhc
vi1FjxVmrFhnvLDo1RinKoEeALcODWGFagkuU9aTqeZikyHQtdBwvzklLeoRJjBXmaro1Pe/fsBM
JvkzM1NxpNHGlsgqiACj6rLwYW4KH4xCXDt9Gfok2kQZej8NbWfXsB2E7ETkfTtFdB36G/BWjx2x
6Kr2Xet7k9kXNbPFATe6fu2OCNd0MEEQbvQhsdV5YyJm5f5BZJ49GAQ+nxLG3qpFlG9hGb0hUK6O
dKJNvhWXL+c58fYsjIlCLVc0XM8c0+AWbO0Q5T5MIneJMoqCzKOKT7YuDY+BF1erHCHoPRm8f+nT
0v+CknJ5iW1N3idqif6SDJZO6VM88MrSRkenhMfr55V9HJUmWbc02FfZ5KHXNjAF0UlDiKnNNMpm
MrIUDc7ye1sdd3aaVL8jUaGDBRTEPRaYMG9SSIyIIMYQ6pUO3g06UDvKCOLIOkdivA5RRh4we6X5
+DcZgsn/Uq0/4UZh7aTAf7YGxWYh4tj5o+tl26nzLNvR0O+3bqs/cWufKzW0942UdAu7Qnyw6GB/
6DSzp+STCO16OeRRiZWgWveOkQmuN1uvvWevhontuSMIezTbkA/7UqF89kT33XQCTRsegA8Gl3Is
LEfNyTqbxAz2hY/aL5IQ2UPd+HAnKq9/ysGXPAxuZP7VlETdUPCXUYrLKxQxtHZhYd/eFTQSCP75
BfKHcsf1i7RGj+yk73cIBHfK1u9IRFi+7R6SqPyX1fW7QOcmWdVDW++ivlSWkArTvpmtVA1QvoJ8
MDEpOfz1+ElBj6OSk9YRYWh+UaQK3LPZW6e+IyIlABn26DAUr43uVT8mbRqv6ctNpbj47DZWsLm/
y99a67OngQEF5MrkwAN4OzvsBg9huQbusQNdLjzKCHyxXEfdPBv98DJajdzydDWuKGGrUmoPq58J
hPbfShMPLzQcqs9qC5M/ITh8hLFsPxcg2R8mmZ4nqUoSx9fsaAcVK0HbRU429KYxkR5D1DF6j9TG
RjcagK1PVz3RSv0ogtr4AQDc/5TmOfT9+y97E5ZMaE1Q6ETn1NJuWr8ZBhGqAbXYQdwIyQPs3B0w
N+EeBLCyLouuXKgM3KbB9tRjpgwJYhbczcSRfH+EdmDrc0Xg8wpNvdqZeTr+IIHwHgNo+E4TlQiG
lEqzY/W3e60fi3UZa+0fnGyzn6Dwyi0nKiIauLMuTMTNXqaAQAOcvjQ4oNtMZUAeEpFNapd5QZOz
jTLjmIvOWxhluoaulhZdkynZpldMmoL43PXbq0oaYjuLPJgt6scWh9wvtehOkAaVX/e/68cDkSlq
JCjwUWc7Kkx8HS9kw3aStkkfDROZehNb631eiXAhNb/NTnkpwHxTt/2tSD5N7bvgwICOhb11bDlS
OyR/0jRUn8lB5e9GmVSOHY7+Ga/jb5hGF5u+yKYAMbE/eTLqD/aYVD9Qv0SQzM+Nw5AMOHSWUvjN
yKT20JGEt4iRjZDzJd3+e3+Gbu7yNyYurW1hs/Ata/bUyGRaYYYOkyPjW7nqZaVCSV6dTGO7tjtH
1mA/SmjgveLz4y/czDclF4aeINsThQkWrz1bBW2G1hM6ZraDUW64lbsXszdRorZcqmQGQnKDu1R9
+uhlURihpkHd1eBtrz9RqXsBdrSS5bA7I4yfJWPT5qn3xGdFOAUanH+26C0hpu/3SxWm29SS16WG
DlUZlI3MU1wP3peh7UdZZTl1MCif5LTsVqrf1JuxtLLHCBPYXVC59m6wUP9DAska0QdXsnWqVt7k
f0DY4KFA0OklrbpikH9AHoImExgj6rqIPJJGFj5TN0I9bKJaPqONX6700G83Ssyt5buDVG6wM0Zn
AMbkoUZl4o2R4G1ZBBj1+EO8g5Y/OFI9SQcrcrWuQqluV1lepts2kTTsAVA5XIGSDA6lHAQnf0Q5
beL1x5rlHt20yI+h19aPIQooa4RAEaijwBFM8ijD2mhk9fP9xavcflDI5xNSiKx/cmqbVQXC0leC
uIlUJ5NUHemXFtJgkVSPQTKaSMzViM7XTO0DMf1rgeryOqyNYJPrIG+IFT8FCPdsfQUrXn9swAng
4VU9mmjxb2VFLIEVbs8inhWMAthHCmvYvl9/f6VF+LYKYrpfcaX8dFHSVkfI094YvNyfldvLjCYE
4pEIZdCRYNFdD9SPQQ7up1YdZbwQrAJS7UzzUIv882AoCyHT7X3BABNwlDsTsNr8gDWzPvPVWFcd
0HLtk1LV+hq9Q2nzn9+Iy5mPRCkdCM4c6GP0QqOLIKlOMQjiL6QRt1j//vK1Nl+ZLsiD+8N98FJg
2Wntc5SDwLHF9QQWStIUqL1rzih19DnNxqWl5nbNwne6hRhSpOW9bBogXE6amMWbQ1Z2jUF+4GD9
8UNvfAD06NqgQyvX4Uo2cuxEUQUe+7jchlWiPeNR9On+m77FGdc3MT29CSZCBA+uSZ4tyrivxw6t
VtWpxwjP6yTuDmMaWJdad5+BUwzfYeRxJehlFn9RcgMhZqr2aLpI2yYc1MdS+F8DfegeYTA0D8XQ
9Tuplq29iq7NDkny6uIpmbfyR609ujE2LG1b4d2jrWqvhBBdYSNhtclDGEHNiQFsZ1sTHM2qhCq8
Kb3AP4Wpki3FXtNBO3tnFTsdAjCq22hRTBv13UWNlWdR2najOUHSGKvRNPtzjFgWtIlYOJ5pFV9L
yb5QkeLEo1MArEEx2+/3J/4m1SAagL9HqEUSDTl1Nu+671GUTlTVsSAnHZFobKhLJ9pDlqBOlKT1
z1qv0x1oZccoBnV/f/APTiJVF1PfjTwe4MrsgMgUEQadmatO7Otn0SJxucpS5bHB0/Y/o5E4iHTW
Fxgt+l+AOa/nWjGDYZDCzHKybgh+eXb6o2h9eWEVf7SR+IzEkVywFCbMWQlaMnJZQlyNXHLAxEhg
hAnCkduPjujUQqpChHvaDC0yxPP1xP1bRPB27s/pBzcRRSH4FKomCDX1WaQZhZJqNWpiO6iZnYU2
PGGAkTwbVK3XGL8mZ3uy+EvydiGG+uCogsQw1XuIpyclluv5Hesq0Kg22k6WRMout/F/QKR3KV7/
cBRdAWlJvmKDEb4eJUHD1i/xNnckiKcX/EPOqtLHz/dn8IOcCHoY+3viwU/9ktkU6o1nV02P/mAe
qxe6hMiLQ+A5qegFn/FHK17UTBseNbP9Enq9jFJoou/Qw6sQQU67Y2R69anR64UL7najCkqqMIHR
nNBNcw7XLRQEAiGJWE6rDT/wLq4fwgL6oGtnbbgO5Tpaq0YHOzzkCDpJrmYt3EW364rb1WZ4FfY8
8z9b2qUle0qkkFWgHjycEJ7ONlVdBAgvPRfVpkSufkPRcgnaNH3Q6yMSjgCB1dRvQY1gfjPFfiBb
Q6GYjjlm3+KoBW6GcETWhS+0bn/i4dwuHElvxdzZiAq5MI1XG2ozq+x6iUVtpHhViek6sVmD1rwe
7HMbew3gm+WjYng70yqVBw298Q1chQSpd13ZdOAY1jTum6VKzAfvDz2FPIFzC8rZPCuSpbwjQeV4
bvJU38ohl9TKCsLkR0RnBZnVIXfq1FL+yLYnIV/QrHHR3dh9D9QIArn6RZPRskEePNkWmuxfclWl
lKRyr6/u75nbjSkgq/N8BCocfHOCbxgkpVwIYkpFC4yLYaePcYPC9P1BbhEutiCQ5ACfLi3wz7Nv
A+i4CRW6ZY6XJSM2hj5+1mGAUFoy1A9+lKQbvR6HbdrIYmerzacK/S8qqa79b+FBPvgsXJcycDt6
R4SDs4zRlYaGMFZSnA5fwKMXjtkx13QSIEpIYbuypVz74fpDuzHSBvm3yhwugVqgU+1V3yvE5x7t
HMUYcj6Ue+m6FckRi7QEebalrPr21CC0kOGYUSGnJjqP9Q0avpUUKoYzCmn861UIFWWtskldLMdU
8+D34WusVOOPDI2phSXxVjy53kmMTf2QPtvUcJ4ja6QGOdfO7g3HtsMVNZFzXag5Av9IV0mncfxd
Jn+Ktv+NwckKgNoxNZqTRUFilY7EedBZbOvYh4/I4a5a6yE0EBWYrOn19q9k68f7H/Q2EGHtIrYA
hBaxK+om15ve9xFI9zxfe/It7V/aBvlTEmOCZ2MVuDDSbU40ZQ8w4KdwB97lLA6RvbCSkrxTn3Jl
0HYFQsq7LjazbQXgYjsl7gvhwG3zirGQkAJ7Q5Rpwxy4fjVdrmmI1LH6VHaIdVhyou0xbITTG8TG
b5Ha+skoMD3ppnhfx7Rlpbv+lpKI9jnGs/mHZ4XmrmwLpAVDYylouFH3otYDUZxaBAtkggzNImCJ
0z0b1NpwPPcJUECOUHQ2+AjkfpPwT0FAFYVo4wEPAzyN8BFC+AZF2l+1Pj4bXvVQSQfDQlvosyR9
wgStx8zvqRSPgfWMit9K+Mg7BuqmtOmNI7fUg8Ltq0Od7VsJnen7C+iDyI83IYo2sbsjZHjrTbyL
5Unux9TgFwU2H6l7RBOlscRQMWzyZ4zNsH1Fq+NbYyjVGgWofF/l0gLD5vZMIpNAj4qGwVuuOFtZ
qG3hYxMawjG6QDnnKJUmqr1tOu1RaQvQfkH3ev+d33KD+QZnVQF8pt+CvsAsJPCU2ij93iMb1pOT
ppfblkaFr2ebCF/pqHmxQPvj+7bq5ACT1XTd+EAjjeyYFNkXTzbWxfjSY9su6yffPWeauwql3Bkm
9z9/bdUCS741XPK1ktYv95/8g4uEuYI3xTEC14oE+3pTIDSLW12kCoe0un/ykyx68do+dMwcAx/u
Mi54s8WaS5PkfVVp+tYNBM4rI0D0+0+ifXBAU+BhG7BByX3nV1ovgtRq/URDt20Ed6A9hJa0zhNx
iYJua0cvSvicNOHGkvxDMdRHNhFIgWEr6cWWmtHF9nfCly5t/gWjeZCTevkllPaljjac9RvVUh39
uvyiRtlnwyuww8HJwxRfgvRoyBJ/xXPMsMKy/QkfXtx2aax42BvXdfTbFfq+EOMznPpPcYqjgF7T
Bxkl80va2I+TcgCpyxKHfxJynIV7Knnwm6YLFRbIxtffxcimZBVFbAe/kAdN4tgfcXSJvko9fpSE
PoF5GcLPFPwqmo2pjFmv0ypnv/83ql97VVl7rUM1DY/TXT65KcOkzlL52FjqD7TwjBUy/c/oOThj
uqvr1wxZIVk/3P+gHyQPiEvAjCDF5GhTzdnSQjcG9bayGR3Nxw3OlwSSB2SLlyR3k10wingfVhm6
sJkb7mXs2wCjRyjkwqdGVlyX4wccnJqj77XWElnhNkYDwEAkyUmLcJ3xJmv37ojqENsfchDBTl8H
p7Cqg1VgYMqo4Om7GlVTorib1D8IRIcdQVz7u05HbGcwJ1vZdvYZ96v+W1tWC4fIRwcnTV+4taAY
aFy8bZD3T9ULVwtjKG3EQsqp0sR3wlv/GNKlf24TP9gbRilt1VKAUaPSfDJ9dUnO8Pb2p/SBdODE
RGZqjNnt30o2jrgq+A5PjQ4KMgFgBGBsPYy+vxRo3PKepzILRT1yGgtywJwxorvI9rW1OziVNbQn
1LbOo1bEJx3a2qOHgeem6KDJlKnsf/cA02ImESYs2NYfH7iFccALY27FXA2aR7sVyk9b8swDCtUG
Pk2j+agGrrxwr9y21SklsKTBLnHMC0Tzrjdlo0QBCtN27zRycoJW0TtBTeMbxXBBPTDQVzEnNObG
pvZcyYP/IGMm/oBTbX+q28g7IUQYrPCEGp6qMukdJQmtp0430c8y6zOWvZO5tbL3vAr9AuSEL00t
/fIMhFkWjtqPIi8NOCJyYgR5AEauXyNpRg0QW6M+hWWyQSTB3QDjcdpRbdY2DhH3j4HbvUbURZ5M
HwvIkzkPbIDuWb5eFOpTLzWYfUmquSmq8u/9QW7XLawf2sWcKWQ9XGjXbxSFQ5gDRY0dzFtSp7Cq
lyGw9ccxyv9z7j8NRIuUuhb62fKsTgfz3W01UcWOiYnwwS7aP7gBn8IuwFVBic4psf+qjPAPvf9+
txENfVmagZBXgMqy+q7fr83cyA7lJHMC0/a+qKP+XQz+Zy2PALPYVnOIsIre3R/y9rtNQ8IDUGHN
kA/MLiAXVraZjHXmSJ5lnJH9EedaXwJHffRepI3TnE58UVNcv5fcqW2CygexDtCPbVgPFjXXLNya
RjJ5dWAUL8VttLCNbwMNgyorCjnQ1UgG54BH00o9NxjN3EkHvdtzBUsvVa41T+jW/7RL7Ux7XKEG
rQ7nzKXEsbAfbrkBUA/eDz893rtjPsAZHW34KndGGcOq5NmNHyVQWbhnbFU8zCgqfnaT9qABd8+a
X5nVTo5ih65MPxVhTaPstSB2j+r9WJxbU1pRVv9h5eXFRpN63Sgvvr0k1/jRSiDfQs2Npj0Equnn
7x7YltM0t4agoGCMVHPtIh9v2dn/kwH/H4UXP1oKdFzIf7gCOVxnOwtrVgItX86RwYm8Yxz4TE6U
fhmsJMVstSkv5qgtxQEfjIl0EexxjnOLl5t9ClEMRoXDQeJM7X3sUjDyq150KdkEKmalBQZaiCg3
7S/EJZ7C/FNiWy9Zi7urbE32TRdN9fd4Vi8ABm9PZ3AJE9qIpQmQb17Z7cdsaPJISZ0w677WhplR
EZGN46glqGoUmKvc3+e3pC6wvxanM+EQPRgOtuvPm4uyCHjnxolbLf0axbG3Kwtr/BIMAsiVCOCm
x1rYPUUVBuG1Zr+kbOjXNCiIhkx0BksXjNnKNjz1JanT4Bjm5vgzsXX/88KD3obEE4Ceg5f4CPEk
Y3ZYZAH+LV2ZoyVO8HKoTOGe6041qrVmRN+wPLhgbrErM0p8WOQY6StmMMVkA6Au3AG3H4jElpuT
iBZMGrXI6wkLLcXr4gr0olwiTqpKHQL/WIvss1ynW6hkS0ptt/VmxiPomMDS9KjnjSkQh0WYQcly
gtaL0PMq8q1eW+FjUmq72uqVc9ahK9AEfbhZmPEpnrlOa8Gg0BAFgzd1ULTZnhTmqEpWazZOFMj6
NkgrDNkHXcJ5AoZHUnfSs+/1UIZyXHcrKL3fA34KRiLQnRH/s02X2EtyObdbdirgAIQCFMUieMub
3h1GuGT1ckLTxklqYRyIZN2Trhfphi5d9h2wrb1t4/77/Xm4PQAZE0zMVHjWkcya3b714HVFFvQt
hXBSUkuJzPWooHl2f5TbGAak0htJBLlT+o/Tz9+92f/h7DyW48bStH0rHbVHD7yJmO4FkEhDl6RI
SZQ2CEqi4L3H1c8DVv9/MJGMxGgWVR1qlniAg2M+85qoxGC4wg/riFhGDX4Qs2VTKsSHKbDClX7r
Ry8084dg5wIQ4BufDlU0STmaplcch5C4wQPTQk2omlbu2beWxOnymam/wCs4XJm3pYIVfFDSmUz0
7qKaLrQ+JtmBAOomSzXdkeuwdItc+1GMKgZH6Mi9Wg2UdsUgw06qGOYGXQRXSNLa0bXpZSAy2vYy
7r5Q6BW0BBLkoAsd5zKhU3/+6ZdgXZGWQBgG+0nN8HR6Kr0xRgAU3l0XtNRpYnh7WJXWu76ifHt5
qA+SPoKQOaAU+fYc+YtPUaeo+QKHKY9QPV4asrxPYdV5bh/7/jYNTcvGRBM2lSjQvDenWYuxqVcW
3jzE+8+kSHMfDcMGtBMoKixftxlao8o0LPKodwrb3gx9F6sS80tnJuG+x+V532l1fewC5QZ/EX9N
fOzsAlJQcppPGPSN2VvqEoUVjqERFmZv3LVIPl/3plwewtLfDt4s9SZivxixqwNFncjN429hq8/W
WtD/GvKNT4XQyU6c4Cc2BvIzpkb9Pg+l1r38mZanDmKmoOFou83VDC7leUO925uW78MZGdXwHnen
X0Hfa9RczOoganF+VCoAs0qI1fPlMc/6b/OgFFKJUQk4+Z/FoD7e0zmc8ug+VVT/sfct+EUannS4
Y+CdNMC9Rk412OMm1ThDLWAdBfUfW7Op0OxAK9YSguW19/Y48gyVm6MTsq3TOWiBEgDJM8P7XrB+
RHLznCraLjHZkVmZdytrcn63kzU5v/u7wRZbkJw5pFxvhPdqG5rXXtx4IAXQyr08xeevBHFxbuUS
3BKUn92sEpaA49CF93JjpU9m4pGD8JWdahj0vURGubLbl0c8ZQ4J4CJhDDsNZZ7FES9Tz8GHkLfq
fe3HpKnxQYubwglGYe2a/HCkuX9DisrNtTzhc1Ugf2uH8B6XDlPD5Hmkbzt0ymSTPEbO5Wk8O+jf
3ouoF1TvfKWIi/fqY5icHPGwB6QGC8Roi5cw3asQCcEeG0hn8tpPRQzqiHL4bPfnav64F9MJZ6X4
dpxG+BUUxRMSGAIbG1mVra/4N6jJXIV+vBL0L6Op+Vlnwrk6A/K4zxfPioye4UW6Fd4HxShDAMnM
T1MjZ27RoUORi2G/wf0NS+9iWMs7P/omNLo0pBzJZukDnm6gLDarKusZOUw11ZbaSLkOE8+zfVHN
VnKI8+0zH1hIwHKqI7BvzOfZu/NKwHlTq0JkuILQSJ0eawRHsPp+5bt/OMqs5c8yI0pctjW9IMYf
vvOj+wJeI82CmDAMJuH28ur6aJNyNZCesbQQMJl//u5ddEQOoSj24T3um3eJ73XHiprsVSn0w12I
jtrh/zLczNNF6QIHlcWFDHAHd5GCPQrNAyFS/TchZulagvlDTuTBvTzY+b3Cd6I+Tp8MxwEisdN3
Q25VLqJB5JgbOs0eouC1FEukutqo3yWpeR/J9c/LI54vQgWpBSbyrcIM6vV0xG6Si6BVe9rgqg6u
OMEfG+nP1u6Usl85Xc8qHQRoEsQdih0csDPM+nSsuNMgVGWyBmRD2eJXuB2ogm4Gs4aO3DdXQt8I
GzMwf2j5o+zL+yHEQfM+Hz4H6X1dATlUryQwzHJAOTSZtiEem05lZJ+lmRcu9c3WTBSUpPKVxz5r
ifHY1PeoVc4yfQB85mX/bsH1RagPFunlMcaRxo5Spd+gU07sGmBsGJda8TVCMdDWm0a/k8Suu+ok
VF4iw2pWVv4H34okB1ouqYdGKLD4VlrVVHoUI87dhI10Pbfm94MQwmkFvL3y0vM7nd63xuwgAEyB
w4k0ZFHtQ8ZfK61UGI5Z4KPYhGrgdhCr7OvlxXe+lU9HWbwQfsGFjlnySBnTBJuuyBg4mNIuVmhq
eX6xuzzaW8dw+VKz3xnUdAOxhLfY+92HlDBg1c2qHo9+Jm2F2nsqTNlz4hpSYYAnwFXZfxMi/wYv
+iy61/urqPwURl/G6Kh5N/Lw0zePWnQvx9jHjk5bYqqn3wOTOybFSx3/qKurtP/lN74ziQjwbGX5
lzn9mFqk7PEYwGDTxFjR+9YjLz5aV5aJnkuD+PdzU9z7w01o/egtBZOCCsb1PhIix5IeFe1BmJ5E
0SWzFfqHxkIvLNpp5W+rO/TSF2TzO8qRmG/YRvBbsJxcS/Ec2euzztCPzP/aCzGuuD/pp8cBFJb6
xQhfs+x3CkPe9FTCjKuxxg/0a2Hh4QgCSt5kSAkL4LcNPHUpXlye/7PchmAZ1NisYkxdnvLBYv8j
hhAOAbkU6MGWFmVrSV+Q4dd+NtbgX5dy4CMPn0oH6BLqTQ6sz0Z311gzdHkLkxergLRiRgsSuaPw
Pe+yd6sgjQcTMpfXH5uqwHxAvIqK/ag1L1hIUCgKkleagNheJ9pPyYwcUXqJRip9md0CxCnxrFOu
unC6Sepnc/g1Sa+WtE9M+BzCXau+CCAr8qm4jfProdlGufFVzeUHLX0xBrrHKGM4lO1WToXzAAaI
MLkpzQ6u3DOqryYGgdHriXKUQ/jXSvAkUDl1Qkg6WxVj42s0+20FE9qVYc/aucpbmw486OzCBshh
EZJLZYbEmTaMx1blI0VGXe6GCfHLRPOanRqByEN7uJOeQ8XbNWmWPMatot2GeVLcY6Kp3jZt6zk6
0Ng/vrApy+DLh94omOYzYGQex1qQRL54rBGkzRGv3qpdZjrUzOxyBqJdXtTnByUmL5wllP0Ua0aA
nq4m0Ux9cQxzRkPydjsWbQYBdlgDQ5w1R5lsbmmO/llCE8HjxdYxoOfKUiFDa0+Fg8eJ3ByAMttJ
8ogxPWuwC2ilaXgPCb4T+aAzJ+kH5r4/9bxQ7KyqH9Ea3VVx4nQDnHtlMqqVyOX8KJ+Zddzq1C1I
nJbZYBjx4wZn82NR4DOvUCh80iwhdDy8jB5psSi/L8/7+V3IL2TqkTIFiQys+3TeEd4odUrj4lEW
YGY3VlDjCZsPrqKvxc4f7C9Y+lxUGo3Emd5yOtKUqlMg+MAWDOTONn4IrBHab2t7wXTjBzuKat7P
Xms/X36/8yoIX5yYAxQRYGsAYPOEvzumlDQHWxQk07GHHf4lBaR4TesLg+NIGo8ZBe1jgDs8pjfk
+Kog/MwbAe2qcCycRvGBUpDn7ToYqQcdBjwux1WHXVQff7/8mOcBq8l9yklALWTG9S/ihBB3j2is
dbQ7FC+H2FVLD1lZ63eFOoX4ymuRq3TtWvfzg29PEQQEMrhrspklUiBDyq3ycKE9GmTM0yCZVLvx
gwAK0K2ssjOMIPsOpjkISKg3pE9LIcdRGIFp4fx9VOVI30idqN8n1fQ5KeIJxKXVqK9jjUaXVSQP
dABsHV/Kb4WlDTsVXcVv1RA/KX5XbbtGUf44QoOXopPL8XhUK5YUMjlJq6AeiupIa8NHG0kT7GIo
0pXj7aNlOHf63u6W+TsvlmFSFgBntLI6hvUEqigJxmsTAT9bgjp42yiCuo2G0hXlJsRMutc3odEj
BZ5VR7QiFBdQVrbNW/EbtLPJSWYHljEehrWHPD+EZwUs2gBwLNihSyy40chIc2tVcQyggX1Wtb64
m8zoOR1C61mrgvg20o0XyUqbT4LRqXe1EbYAPOvuAXHqr1FY0aMoxWTtajgTvFRm5TxKCjQx+UCU
C0+3sNm0QMP1Nj827XOIDtmV7FXVlZpo/XOWgeTJfAtupjdqNxMeQfcNpjCumBbBcyv2V3265jz5
0SyxXODmge+DU7Z4nLbB/Kat6agmflA8hXUebLssntzLJ8JHo5C7UveBigF3WD596RYMd1MCsz8a
ZhrctFOI6q8+rlluzMvuNIgDGTZzs2jUzjIvi3MnSUA5iGVeQsQnH4JMWbqlqU0bXQgA2Q/RHzZI
5i/JWNSiCRwVgKynL9VrZjENhZwfcRdrrsVWJADsjZU+4vmxxjlDk5e4ZbZiWW41uRF9Mm+9QKTD
9yGW1w/5ICU/LRQYL3+ijxYmZae5hcV+mWXPTl9HlqbASASrPnKRIeLRSt5eNqKdHtXjLkcT4ldR
yfuwacbv3TCGDjDX1mllJUYpWnmKjGxNn+wML8v8zmcsJGHmGR7DIrwpGjAYEQauxzro962q2WZU
INOFqa8HmTmNRSdPe+UxYMdsckt0xaa3NpPYtl/xXZyZn6qV06zPe9sK0K2xUN+94e+adpw2nRv1
COJyN2rddzONWhtpyfGpayzxUOc4FYpJU012oITA55JU+XF5sufw4GSl0s0hPJnh3PRM+binc120
w4Ta5ygexRr4ihpMIVKAuXXVSuiEpKkZHjrQmE+5VISHUBSmlZrc+bfmXEQujUa5OhPflkU5Mwkq
a4oS6ZgMafzkmda+iKZh7yXKFqQlaPeu9nbIfX3Piih2tLzTNwZ2DvKEXd449dlKE/BskfM4M2OJ
NjtWBGcuNr6kNzSXUulI8z65SmQ/uBmh/72UqbeWb56dRPNQ9Bsh3bG+kL85nXmvDZpRs3KJ6kI+
3QuaUTuDTI/88vc9Cw8ZxcSllZoMTAmYJKejQC1IAuTtxeNMDnYSuUn3Si716I2Nw5GtVT2Wmta5
JYLrK9feGUeAK4+iLhksdTVoAsvSNWDxsjOtpj5inYytXBrXzwIuIZsh7eXrspHGvRFoXzMRIGKU
+2Ansfo7jm1gPo4GlrI0kzusQ3zvMUFsfF90+OrmVfkdzPo9WbpoS7HVXI3WkB6FoOYepyzzW01m
vgkCifK+QDZrqwy4svaFsC1ASGySTBO+0TaRtyOWrStL+SzW5HWpwkJW5R+aJYtAPMlDq8Ndms5j
WSGLSv1qY0z4fUajhFGAYrXoWhnxWtFoPtpP9y+jzi0aoIS4Ap25aRqTGaedWh9R+duB6jDqLxoV
QKHogEi7LbF1qcaOnO/S6gldHLvvrxrIGEL27Edgw9MHv6438zFbqCq1zgevRzBCLmb9s70Q4WVl
vRS9vI2baJPkd00g4ICwRb45aOl+SOm+8BSsLBHaCRvHVGPXl5n+AN3DWzjnfqw5QpNvgq7fRka0
hYm3N5LehYe7QQ0vBZ4QVEh+ZsF+UDO3jpLNHCgmiCIm/DUPo9ph36g+gE/gKuCLTVfRqm1mYjzN
//q9iN2yuVWTcOMJB9Dbu8SQnNj/IfI0g7prZXlXe+MupUaCgFTVBREXI9T4y3vsPP2lwEF/zCCv
nOvGy5Z0ptcivapKPHrtZBfC1NkxJoNot1k3gjL6x5HZ2g2gmTaynlRwX+oJAcq4vBp147eglPkh
0TJj49GicDCG9l0BxsGmrkzllvRtTVT4TPMCNDmyX5S6WDMc/UujDSs2PUlIZEpMWpPvsyIsb1Bp
lSga9sK1OvnSXSAmoR0A6ZZ6U3XFqvHcOlGkazymvwFxOGYGLfJZTKZ0pjjqt55iZfdKOq3dvOdn
JBgDWvyUeek60Ic8Pb30SW2UegQrVVAt2Izp4G9H2SgfLn+/j0aZSQs0awg8aV2fjmIVotZBDGyh
+plYieUI4eoiCm2XR/ngqiOaAbGGNNJcElsGhVWbBZ6o1O09NkjGFZ2wbzJeCHaVyq+DCJ9PUVN8
H7sddTknrmoEbIxosuzUj8Nr5lfarDzPPHmnRwdwMNrkJGmgdJFuOH3tPK20yhfi4r6yMsVR8rg/
mhmq3Vnoa9uwDF7wKO7cHoCfk+WEXhjYG04YN4+Xn+N89mcYB/OByDX08+W0aKE/RPi+ZPeTZbxY
aoSjmi/mK9fg2SAqUHjcL5Bxosd81iTJrNrH7CMSjhOimzfwEan+1UO+chqfBVPzKMgasvghKJEA
nM5oFLJMFWkUjoKaT26TdIXb6nm3twpwEKYZRNs27PWDMJrGDnygsBKhv2khnHxRPMsAhs7y5JRn
qHuejq/IU6ZEWq/daX2IGDv2rLY04FZT5oG/IcVTYWhRJ7StkAq+OaKeFqa/RqtT7DBO7pUaqbJa
jkcHQZyvUdcBJPKFDnvFypDvBysy9iZt5+u47np7xPDdvbwQzi5Qsj84XQh74Tkz6wCfPn0+pGnT
NFp8jNNS2lB9yuBTRRSM+mZXSeFBD1txbU+eXZ8IznBXz1qyfDK+3OmYlTpUTCMtnhQXJafBzuS+
j5AOMYZc/WmESngYcmrT0jRpt/hh4HPp6cWhnkJzNyLv6FyegbPok9okm2DWLEVtjNrO6dNYaOx7
RTgVcC1M3Fa0UPlaIij8WxgFdWX3n28IGmcyNro06sBKLnddMGiqFwvAFUohi7eUHYArIaO4MspZ
9MmsgdKFhTJ/Vdoqpy/Uwm8YqV1ER89os20U4IMaI1+2Rebc/1Kmffg1zr1gW9H2Whn5vC2KIBjG
obhuwXOcs8jToeOh99RWb4pj2zfaZgjE9hYHhgj/wWibq0O89eF12lUS5AcDj4MOsUYnytTux+VP
en4kzOJGXLgAaCjCL9FintGr9Grq9Khp4ESQFGl2jWY4UjT2D0U0jsig0+DJ1R6JZa+WV2bhfEuR
VCGRD3jyTeRjEZP2Mi4Rk9inR6g1gZ1BmNqprdZt2IGfoi423UyK1jzVzmtygB84f0yRrIYay7Ii
jRzqhMiXKd9xcakuAWrhEukV6aaJVf+bL4jpPhAnCP45kqc2ZZ/AzocWOXZfj2+zIpadvJkKmo+K
+F0rWjZ9XMTKtZKI1p/ut5lZjSQG7GoarsDKT9dINGWdWQyDeKcK8me65B0VJxXtHq9buX7OvgP4
DJIg4C2UaeF0z7vxXbVcSMFLFDkDTcLRSNNvBraTWY70RFXFX7zUW+slz7/v5CKYx6PzMBeg3mqP
p+NNlZpVtPrFO6injR0YQ+jofpKsvNXZcTWPgmQ0uQ7lZ6qvp6NkceIhFteLd4KQooONN9xB5sS2
KbNPKxWu8+CJsVSoLG9cNg6SxdFYDKGUplMt3gW6/KjMwFrMXWJHBRH1qrZDt+tq8dYr5MdQr20Z
nH1px5Vv7fyUbmk2mL8ub+s3lerlDKvgHAgpaC4QOp6+u9KaVThYpXhn+sW4yfTAc5ECia6kXGnt
RPSsXSQG8X7yxOh3oeOMacNJDr5b8qSg3N6klouhVr2rfKOxsR7Pth6tip1uJuUepclfg54Ee+CT
wk6MtVcvjotNWckjx5SgXGt9nN6FUx68lLo3Pldot++TXNau21DVj2XWSA7nOfaralfecJFZT1LW
rrrrzGf36QzQxAScQ7wBgw3/+NMZMIw8ilq5gF0otfpG76GO9530EEeyY+W9BiuZ/7vuK3T7FNN3
ykooVwKG8145ZQW8moi6QAbN5dbTR/B0I5L9DC6InAlXiibctIpfu2VlDNcpWn1XdZC89FMXXWci
GoIYTBbwDiIFr404DW+ShAlV/Ena4Uzb/dabRN14dYVBcwL9Pir8fUWQs4u4st2S6MftpUG8qc20
uCpDpXFEAel9ZxphVE6jot9mXqjaZp4KN5IilfgtZpz1BppNYXZ/efV9cMQiDEKdfNbzQbR9eZ6U
g1BEbRnDsBkVYauiRO/pSo3QRiiVHJdh096kglVtqnjaJ/302JTJJlGwvhW7WjukET1YgsDGe6T/
aW0oahxbs1dWTtfzQ4+HhANCWkWMwUVw+nVMHxxVZdYCWHG1vKrHAMnEBOZSZIJRCatosOtOEVdu
vPOTj0otTSdKXhYX31J5L8KKqJj5GMfS96dHNMOqWzGI1lp889o+Wfsz+UgBkznrgSCAtrhX0W8u
eQkEFETWvzyqvZsPfew2fVQCKF31IDg//Sgq0DwijKK+D6Rhfut394epc9JqySgdo7hA37uodWoi
7VA/570quKVX4UyghHdjLcmHSAk0J87RjZeFod7IUTI8AntbC+3Ovu78SIh5EVtwsNFQOX2krEYD
xBhR0kF+7pl/UidJi/RnmgNT8VUx/Dx6a0LsZ9/2bUgQ7Yj3kOe86ee+mwUMogd9zD3pOIaa7zTI
nm6iIe//tASMChI9y1nklSYRRfHTFxNFZKtjGqJHtZL8rTkl5nOLdPs+FXLl8fI+PgsOicwYhk4U
EwhTbLFDoqKPkB1GRk+s4vYujK9bq8II0LKExEFcSBEdWuyujNr7FSThlcHPETKYfL2JR1INot2y
xERMMX5mod6kxx75ux3Si94+1oyKgoQkQdzE3kp0+1J8Es2gcLs6kXApyDs3pShuF73mOb6vjytH
+nnYPj8UsGPmZaYULjnrZtwJXOxBegwVtT5Q1BY3eZ5bu9ivNDumaXToRPlToA1OLEaoNoXx3pOT
tbLqORaMx6A6MsvbkEaQSJwuAgVIJQY/fXLMSul2FEP/Fq1NxSXKBsgklfkmgdOxsVox3gwZ5t5J
nK0EV+f7i6iC1IHkgWrCmU1GOvkxV0sHR7xVH1VV8A9NhGqWEBTNBi0vN1HKtS39wVuD0wIgDUdH
xCRHnQO+dxssQa6zqdM8OY5FViHDWljfq0DAja6JKV32pgi8g8pBRMWMRVqXbj1YFAkub4rzXX76
EIu4IqVGFFdVmxyFOBS2pS5EbpJH/uc/HgVyPz0eGrSQ8JfwsLSxJCFOo+Ao9wEYO1ESNn0Gieny
KG9s1NOLgjIMLUNo24gAUnM9ndFwFNWyGbPg6Fv9hsvcTuMviRJu4CptB+3Zku8j7apRvqh95hiR
agOita2k3YwCVsPtneGN6DGH+BSKdhO+yFN8p2RXmvra+iqG8Y9y8NkbcJWIgV62vWPWQE3KZE9k
vjWz/jNEqBvT774U1fccjzS3Kn6gdvzn3wsCIHcgIAIugiUrGdJP67eh7B/xVLk2U0HGK6JejXjO
ipWAFExAhEgJziSBZbyNxuxAhFIGxxjh+n2hjYbjwdDbj1a+DQTDd7HoqJzejCzHAEu3zxJZsgE4
1Ctf9IPVObO+wDeDnSWZW9wONaIeVou+yLHvIoXmBmaD4lwhvbxuzjc/3DLWzXwCIFe7PAWL1ur8
0Mj8YzZVT704WY9lbTRPAgcVLiihQYrDAv70x4MSTgMHIa4HvLUM6IMaEFVgIi00iXVymDCKuAZY
jv+KN2yTWOg2RKJrTqfnL0pKzESSqmKnDbn9dH/U6hDQFW4yVFXAB2p6pH0RzanZmNkgbVhG/nVY
psnu8ou+2XCc7kpGBZwE0AQ8DioVp6NaKX20cqyyY2Mdp9xzpAB/Qy1BcSy1cxgGU79t4WhnTwMY
XLF/SgSyOdX1+kPh7QtqVXp817QHhFtsw3zowu9qaTn6OO7jcS8puNNA/4KbleZbpQ/sSHmU0lsl
uDMsysC+Vj/ok7QdRTDrdYLGY22HXKtWmG69Jt3VSGV2UrNpkMs06vglBfjsjgmYWbMCsBg0uAX1
Vb+/PCVzpvR+RihJUKHDbdaYkTcAJE9nxJjY22If9p8yLod9KeKLVmIGuRdyUaE3h4ZCY3SGm7bq
2hH5FrWdDI3WLUIrBO2znwOlhNOhTSsNJi6l5BNCmbLdIED72CbafSU3/gH/FlpoPnPtmannKhHb
W297dR81IMlTfUQuq0tlXHn18Ar9H9XhEBq3JUemgXnr45RiuzV4Xy5P1lm/D2kJMn9zlh1kFZ1Z
PQ6DHwdqpQsPpN57RFSKq9wQwmMRJLUrFFq1F9p6k2hisRF6AphxEE3XUwXpPjJDaz80OBy3lNT1
UcZuvJOUx9Hsqk2T+/F9KkfyynI/C/RmxA6EfMxJOEFpfiw2WS5YZWt0lfLgST6JgqzWW4gE+TMI
8++C16JChoiBI8pefutPpmaXutU6cdi1G7M24i2WSp2De3j0h1cwsD06e3MaOzM4qBSffvg4n4Tc
ygf5wcv9wI10od60fuCtVI6WB/bbKFBksDeDg0+X9nSUoUiCrJ9mK40xLLbY77HtyrI5XF4Sbyos
71cxAD+AV0C7QfgR0i/vhS6VEqlJBO0hkqxyq1fq6BQovcKHFl9QBrjqYyV2YzN50meNjrFu3ayL
CnccEP21zKZy83SI91ZmSVeIrXytcPGx2+AxCMIAqWTzc6SJw6ZTsvyKOrvO6UAGhLJK6ci+FLiZ
apQ3lpdq+yAoMkeahHhLcVZzVDE1UO5sUH3Dp9rJSlV9MmM9cdTYKNGPM5OVm+tsOzMRzAIdBQ5X
4tC3xfguhgyLfrIabAIfiHVcbYveuzM63SF0KfNfD05+G2yg+B2L781r+OitXGHzkll8hRldD3Bn
LkeSJZ5+bISWGzmoGvkBwOceFqdaGRtd3UmkC5e/9xlZ7O01QV0gSAURHaT36UhYL5opu19+KG7M
nb6L74ZtcZC2MK1t35VscZs6yq740rnGg7YzrsRNtvM3gS1sLz/H8v5cPoZ8+hiD3rZhJ5byAyrB
toYUXKJ9V4pdJevAN1fW+HInESuDa5ljLyITpEQWr6wqczUlQG1tkDLt1jD9L3VmWSvZ98eDgJ2m
rMfFvNS9JaAqKy9JAU+HuCnmYRS6GMiFK68yX/An6wRdEiAQ9Ppn6Tqun9Np0/oAKdepyI566+Pe
DNcaOejcn5n53gaxjO+0BtL7EsycI8TT2uI5f8cZS/h3NYey9pKxR3F4hIfK6KUY67Anx3zOsNaM
KxejAPaaUQb4787tdUp4yuk7pgmVnxThiSMV3LS1J2DH+4SE+uHyClyCI/8ehxo4GiDUwtjzp+Og
MeKxG9T0OIjRcAiyoadTmzt5Hhtc51KDuWhTVE7ladXGjNF0BQw/PdWa6O2kDk+6Ju1ym5WQu5JS
dddjMAb2FEP9LqtW3/nFcGiDfdyFP3q8/pxGqq7NIn6EFh7tcrn4OepevNJHXwRDf78RfSF6WDMC
eimfMMIa95pMSY+l5T+MKuXeiu+kQQS1UfEJbdVHo7KQRPPPNvPbuCodIk5wIiras6czOQKENNAw
pyBTS9rnJE3Cq6IlpWvU1LeT0vhaF2t20B8sEhApIJQpqPG6S8RCrHKR9GWYHBtDDfbeOJlOokCN
elsj/3WillX/+7/588+8GGneBs3ij/8+Fq/ZY1O9vja3L8V/z3/1//+n/z79I3/zP79589K8nPzB
zeCOjg/tazV+eq0xFXob03/N5//yf/vDf7y+/ZansXj9118/8zZr5t+G3lj2139+dPj1r79mUb7/
ev/r//Ozu5eUv+aW7cuvvFr+hdeXuvnXX4Kh/RNUHp38GVpDcjMXR/vXtx9Z8j8RhScOAXnD+fP2
oyyvmuBff0n/pJ+CxDTqqSgQkpj89Y86b+efCNo/WRZIP5CfzcSxv/7fc93/faj9PddMw3/+/I+s
Te/zMGtqfutidaMmQBAEKH2us1FyXMIyhSFvg1ieBHfCYaU1oIA09CHT35mm7pPBOuTZrk1esuxL
YtyYRudKACqbIT+UQrsbSnkXIB4pDuPKiby4uWdJbUInzkSAGCQgS/GdJB88s7QEGi8iysLdEGdO
XzeWWwdK64a6tXY6vhUM3l0BdCWQVwf1Nc+EzqdY3GbepEbdHJy64YQ6FjEvsN+7Rp90z+6CGFqa
r6joQPeZADBXFxHOtf04Ex5xoZzEjeTVHWZnOOTetdMYVqC0PFGzxVarI2STa+FBKoPmaxkPXuVm
MS0Pe6Yn0eQfVPm5GKY5E0Qb9GsQNdp3RB4GH0eIcSw2nWn20WNWW5NEqVWbKsCxYelt5zfRQeG1
tQQqh0x9p/dildgFWArzChFUvmYSZbg6a5PcfPJqkFZOPsJELwap03bhZPo7QR/BeCRCm6jbRA7a
bQA/EB2JQtEBCSVZvwtLrYTa32bRV1/DXsaW1UDSUS/NoslOur79Vqo69iBRjYZN4XGP0caXk3oT
FAbc9jBWq9TONNBCtm55CG0hRlPSgpbSScQ+Os/gOwYwUhyVw+an6ZUDQBevLq2r2C+0AlkGInlS
5jqPN5nfI7eKK0rh6vLI9KpKVHA5CAnmd51ppI3rIxLu2VkgaIHTCgL1CVx3tM8tUcToDLmpI69c
ZqrTJ73U7H2xiO4kQe7WsM6LeGJeTKiJQPnisqUZuiRgCG0Ugl9H/1UNlfqgi4l1pyelWMCplVTB
8ZKhODRCRHkhSeiZ0objmPv7kD05Y99v7LN9zemN4BqVWzY1DNNF7FvLUFsSkPZuXhm4SCRhUyfO
1JlydDUZVAQBpvapZnswLAd7QNJrrTS27FIhykTJegZ8QF7mEHvzr3sX+k81/nDtFNM1CHvlqY3L
+j4K6n4ztml10+KfeLASn063FFporITmDZoYkMM9qERTAkIt6Jo1UPbifkNUHZIPBEXqdaAHsJg9
vVINOhvUYCNpE0gIV1pq1R6pRlR/lsn+PQpCQ8hOAuskHj0dBVE5/FbbkBq5MmTXY5glbuJNivvu
hvno5J6/4Lsji2FmZBwfebZTBba2iOhKzGI81KdpzuSxeW91pvapreD4SSCk28lU76zReuZoRpFD
9WunwXBx5ZRerLGzJ1i8qCnl4hQNNAP6QfptqFmxyesG3/gQdwq9NBwMe0c7KsdsRQVnsb/Oxl3E
mN4Y5WoY4izQBW1/NRW6gPqB+r0MSlwXm6IstiAsx19jhju0k4r5eH956he309v4M6IJlAPyX2z0
0w8sZAJwADTl8UVE6stTU89BYrpFdAXvZ4Pm/4/L4y3bYG8DznSYmSDOklp2BsNcSD1Yg+JGtqrY
RZPY2ECNkz8HqO05sjFgzZ3E6GyjJ3Y3kd6+jnpqPGqJP/yhQcz8JFROUMui0EVIs6R95SKH80ii
v/Ei5EXYY/IntRzjlSxikcf+PQrvO0sVU8RecmZ7EwH5vMDgJFLF6KmxxumQxYPxpAUgoMecFQ6+
KPFWXHrOTwfaa/CX0SaYK1HWvOzeHVitYI0YkLOctaLhng3a2J26sFupFcyL83TbUtlkhpCmlPj3
UpYyz31t5HOKG9Wog+2QDmhvdpyIqRQl3y6vm/N1igq6hTkHFxFliSWqczIDYixS3s0E5eI2s/r8
izBkLQA6QXXzwo9WsvWPXg29DMhL8w2IptLpBArDoGVg6OjRhnm5A0WfEFX20aYdIFdefjVp8W4c
yxx68qy49xZYL+U5AkOvClD5utuUdTe5voTvjK0VWv5DGT3kTnJdjjFUN8uu29BX7/eyWOeQBvyy
GG9SoxAbt/HLATGzxmvduGhE9XYIDVS1/F7gTr78uIuZmUva9DSAngL3kxFvJgM4WVp+oxpVHsku
mlnDRmlGzDXAL2xFJVsjFixLbn+PBTcTL0Iiev51OpYEg6/N4lEGbN6K3/tpiApsYbT6c4XlQ+XU
Y2bKpNRBouzCYVAoc/gmYkVG1I//Q9x5bMdtrHn8VeYFcA9y2MwCQAdGSRRFUdrgyAoIhVjIePr5
QddzpQbb7KPZjBeybNksVKFQ9YV/CFDcVFeDHiGm0MZQ+UuRcbnsTRG5XVDAYnpsW1Qxffieuhku
jhWVfqTNuXb1x+tF2AR+HboYIgbq5oQV2GJpVpkaO2023FsdsNL1ossZUwX8SF4fanPWrMvFaUZs
vwIyaTptij9lk7RC2lzPZpdoh0Uzl3fWErUElplsdxoKoI9I2PYXTrgtOP/nsPSb1osbPDSB2Olb
qnpXZSsWxq4o0/Yha5qohOYhlb2GJDFsAbmqZNAlma46MWlY3xQADYIsSqigCFph9hHEC/0/I1rs
69TGuupA8S89WLKgyzG0Xlpea6OeWzdTnDvlAf2GBv+RDl1MgBOZe0kva3N4/pwPour0hTg/ofhv
dnjpdiPYT7IUTAy6Ow8lNVDzSxK+/rLWE+S3w/Pfo8D+Wd2WSZu3okhRXYxFjbTZLu/K/NYeevtb
ZWc2mp+dm1wbUdHshTUut2UPzLHnYrpwRZwZ3/vZ6QUhRbd3a/VZcOmioGBxesLZldK4qXXzOnGa
+8ZOv9MO6/3SdZ5Mo/76+rxfnnbkpsC2AZfRaUJL4XS3NCUwmHKEwkf/b9iJRbZXap2PgY2j065T
HOeP15n2H21PagyAeTGNOB2vwO8XJ7pKh3HXy1uvMvL3ZpGUV4I0uvDNNDEQldOVg+mBWnbAmV7y
+dyGPLxpUv+f6nxr4e1FzztKUzOF28WMkzF6D+3BlcE8zsgc1l6HHmSFhypVCFsbETEStoH4UZX2
nm8bA+LZqW39oV7g+kBkDyvAF2QpKmuby00mROGKNMwdf2oFblP+QFniYr9kfZG/NvgK4WSAFfHE
3+EmbQm6jqV0bQnBeaeKDDa5HtvW17pNtAmqCTS7PfYXENNKDfGsHAlZPG8FqIHDqJbJD5vu1ifA
ZRWFSYjcta8U0P2QhXTamwTvw3ZP267UKeFUGjIsyZJ/bIVYimMs3CyF6SZgBaSOplxqS2xajj9n
hUrA2img+Izs02Y7eXFU1WVq6shbF/s21glkM3tERbKwvy7TMqn+ouXKZ+yJAZwpQ9MfuiqbPF9b
0mnXLrUemGlpvTNdRXx4/cM6vZh5MnB2UM3phvJwq+f06Ub3FF72LOgLuU7ahEPnGpOvU8J558aa
9fSHY+EjouIOhdgzRbcX9sx9PwLbwAYkdLiZQ+nGRdjT4Ahwqb8kMvJiWmuygCYySTgqZvzQzbQS
s0OZtAcR2VnGLewXZ0flBlEdJ3cuJEObPJ8lXMeigglbErwbknWnY+VG7K78DTdUS5RMeCoOpH4I
+kJzvnoGBS8XbJpfDUu/V3tPv06QBfS9RiDQAqx634j4kjXCy9kTvnOpc7OuWdMWHaRD2je01mH2
ijnvW61bm9gw7Vw5/5nn0Dr506E2p4JjSlUvc4ZKk0ruZqoagdMiFS66JQ5e3z6ngcrPodZjQQMh
ytVD4+10nXU3Q5C+d+1wKdXh7aDK+anCyOVhmWZQJ22shSIvjQsX3stPF9A2dp06O1fFaWJ748m5
nBNvyBwi59F5D8pS8b3JzK68pdWPcR65Qe1UrW8kmCnYaQvX2zGrt4mdym+DJnULixdreFjyRr9Q
BDjzkklrEIJfy8Qg3zdnCmSdTJSic8LRnbx93XRLOMl+3Eusk3avr/y5oUhEqRCjQQK6bXP7jlUM
I6uwnbBAw+sIqcC+g0sn7rGfyz+8PtRpGPXzJVP1X+v96z1D8ej0JS9a3VR82QzV2k5g5ZzIajxf
Oh5OCzd/j0LxaA14kWPYjmIryA+ZRuSEyeTk2V7PNOuT0cblzVRk1uIPutej61IuN+4QtRe28eZm
//fg+GaxmCBqUcTZTLEFyWqiPuGEi23011TS+30sGvONDfEpzIsElg7uRU+UNfJ94TRgz3SZfomd
sbmkeXQazf39JHQpVxIWhY1t70PFSgdUBlT7VMz5HbaA4mtrN9N9gcrr0SjVee/QU/zgjGr/WLd9
eQGLcuaDxiGFb4oz/+eVf/quRbqoGY1egMOWAkVFUY2nyeyjfdZ3j0T+/d4SffL8+v46O+WV1g4H
A47M9ia2S3tW3KlwQpAmSyA8tB0qkt+rOnGVv7he55vF1IqnsZ2nQ1bY0+Prw5/7kigdIQBGurVu
v9Mp9+hsZd7UIG7gwolJXKN/i9BLdNfpev/t9aE2CvR/v93fxtoczWpdjdLNFyccLPhofdxZ11XW
GodY6Zub2U4QnxCOQTV+Gd5ZzohzaTyJT6VR2Xe9mC/Rmc/PfP22V2wsfYHTmc/mDCx2ZK+pM1rF
XcM5ioLSD4KhS7LMl0baHoxKXJZCYaQy9+YAwyMTXmeq0a5Rm/DCGq8/6yRcBY5Otec/s9rEGbmq
RUOOL3KIm8X4ZrGLeDfNhf4mMdEAsZts58rKC2hWR3nQIll0J8dxn+NIe+FBzs55zRioTVLX36rn
9KsqMNeBExoD4iWLFS2BPnbGftLSS2Je54YC28XhDM2PSuhmWyVRO2t5y/FlJGiK5LKz9nozGeih
ZPrx9eU9zfr+vYPZL/TjEQMBfLAZystrV7GhpINFp71oJnb52VNlf4NabbFfUqe7gHQwz7xN7h4O
ROgOIP43OyeeexKEvuJtNpqDdRSyKRU2ZhcugHNHEGAsDgFqdyhwbkZxCrPQG41RlkVrr5txUe6N
hFqdokrDlyW4NK9LjbvCNMp7Yxxb//VFPXfq/j78ZstORus4clgPfYu6fd4mLnBmuzgko6UGgng5
oFCUHV4f9OzKroRvqgbUXLcFbWtAwwKm+/omTaRzzDK/moleLoxydmtaq+qEQeBPxff0jFFSOFem
w9RwrnEPgKatgwq1Dw1468Iinj1c+aYoEFAtp7i5GUpI4hNBnhMKD2H5QGmog9hYuB9z0WNLjt7E
pA/VfjGPnejr58bCVotmujrvauq5F3bU2e8EkMw6aWa9/fprcH2dbFndDHvDnTrK5s7ENPmuzYwm
hPDfX/0f3uZv420yHjWZS0C/jCcSNBGbDvaFzngX1vjcnqE0COAIUzlYYeuf/9aOwEYPipnK2drm
SvGgySwGP5yo/4e5/D7Kuqd+G6Urx0JDY4Jv3l6SQx9Xzh5cUbp7fcXOffME6qioUT0jDd7MpZ2o
XpYK33yaN/J6duJU8UWTjZ+GmfaZXxlpQ/WOnNl3ZKNph1wfLrngnPk4aLbgJrHCqTi6N6FH7mW4
XxalG05j3N/0Sb+gAYrCUkkX/en12Z45YlajDMpn4Pno1m3ueluFgTkpFUPBR/405HLC/McK2raq
P0uusH1eRer+9THP7BbGRHdKRSGJ5HB9pt/eYzvNipLPjBmnzRImWaZdI8twqXl1dhQYN4BqCZdf
3EjOYC/LLHM37NuyDF29+mE0xiUK0dnlAzLAXz8ppZuzJW+NfrY13lRqFE7EveCKHeRA59Pi9Pob
6svi3Zhpxp9/bpQv1rYuRzQ8m80CEokbdoL2dthQm7ij3mreiORiJ3e9XTYBE3YgCHNSmwGGvmXV
tPqS9oWicXSMkziI3pEfO3zMoIcXy22tdN1jthjLoSlVGSjqqB9Erc9XLZxGy1ea5lJJ6uxSr3Lo
q13Ryjw93TWDlqsVUtikm0npzf6YlhMkFb055PXccXQX491sGgB8Xt+sZ44DVuHXsOsq/bZZQbE7
CkGTE1r4Ze/0eoi+L0rt7ETnNWERN9nsO4b0/NG15qCb3PTC+GdqVvCmKQ/BGqZBypd6+gBpO8Ud
OoRuKMtJPHHB9UWgSaszQOi3zhd3sMZvC0rRCLJ0qvZY6SVy+TltVARKlqLa1YsVq5S4HLoxry/N
hk3yM+jDKEalLKlqhEjby6yzu8SY0IoMiV8BjvRoj0HvypV7smX3Ps0V7XnqTdzHuzzI9GjZNRay
foBj58dlNM3vrYw+OU4eBUqWmldgVrO9mrrZm9ROR1Tc3Gi4UCI6dybQovtJyPtJgT9dy9nCJLmA
WBmCdjEQFnGSKzWK7At3/LmdugrK0/NFQh3z29NRGvTD6XjiYSJzBKrqdFQmHDyjca8Z8XTwylmP
g7hSFuvCuC+vjVVHdy0QU7YldtvcXCVSr5ijkEW4Wh0HPx0jpZPke9Sf4vD1V7/eQKdnA0MhXoFU
CyQY6penUxxRK+g9AG+hOgI3b0ccu/1sHKYJuJJrFDthqNlt36lO8dkRaN1e2Hk/3Se34wMmYrcz
UXAm61f721c51v2MxCuG2qKHZQzlpxHfhdITQ4E2NO+zXPdiH9Ut+9bKymnZ2d34HvkeWqWt0dYA
octksXee2hduaMolG31dKRx0HWxAwlgjd1l8UJvB/JIiTzwE0xJF3Z4bUr935xjisO6kctzFjiof
CM1xiqEw+aWNB2RmtSWvqn1RttL0q6LB6QX6c3UhSHm5kRHspBgEcIvtSqH6dP4eXWYduz7OZisd
d23lZA8I2vx53ZJRVlwG3wqX1jYOqXsLso4nqL3Jnq5OuXh7axm+C72YLmAkzu0nZBI53yBosIE3
+8kFZui1PSOBWa2vnMzQP6j9YuyNWlLkU6a++YHhxG5ULONST+DsUuK+jSwb8hREJKdLqaPtVBQW
VWOSOvw5x6lGiMVr0oOhzs5zNMZIk9p17cculNwh5SqU9KpvONRWoiSgMUVE73ABHN+9/omdyVvW
9JYsYUVu8ZtNFNi1aOGV+UABam4tg7ZTq7+3gYM+0gcy7yerjguwEQhZz7GhDL7sXMCTi8tHGEyT
EjdBYffzH9cBeSYoKKTCFFO0LaYqjewEKvXsQOR3q/s8gy/a98PyTTOrKpyaZcn9pkB6+PWlOHew
2YBTaWrSACPwOX1FUk/4CJEaCBGYHoNYR3SIPOqbNmnuhSN0g9XhSoMoBMeFrUBQDCp0c3bLSGs9
j0pn2MAwu3bBK/u1McUPHDf9beqmWe8ryah/zpEb2PeZ1R+q0kWft2iyB30p6q9uYybf6klX39rK
hDlf3prphcP3RUiyPiMbAzgU34q2rc9FcYyWAgC6sLHy6W1vSeVrJKMIsyR76bBvTBP1UNvJ9KPn
0Z5nfWkPr7+PF5/M5gE2oZgcSzexzFIJ+z4Hbp54H7CIuFSFfHEkrIOQgBFYo2YNXuP0pWedY2Ud
90yYucotrbxrkRtlMCnGrbSGm860HqxWXogP1rd7cq2sY4KCJeeirsTvTsccG7NObCXFLc0myvTH
uIg59mxJNtsc0jJWnl9fyI1uxd/bDaH9Vf4eA9ytzKCFIb3qKE4UOioOuHEfW2HWelOOE7spf0xD
0fxVVp4FuK8Y/LkBR2gXl5L3F1/XOmkChhWvoaM8tHmbE/ssia1KCVNQsn7CgUcHVLXu+7qv378+
37Mb57ehNsE0Pc4YwAwbpywn8zpzkocF+unx9UHOvUTU41YFuZ8Av80gs2MOU6xkSqjrOeJm5VJj
q+E2rnqIilb9OIF0//H6iC8CPrJZVgmVgRUuCZ3hdNsg9j+Dwmo8qklRe6O5+XzntE7+Lp/iNPWX
Psv35WIVF46BS6NujioRdfGQz9ILBw8pCQuA0Q8d7ah903pD6NhWfavMbXThunz5BrldAAWuBCHM
N7bowEYsiz0lehSaWercmGpp32panF+9vqAvv31GAZtCiINrI+OcLujI8eIu+hCFuYdbmZcM4O4T
k45tOi42TPu5iA+FmOfRrzK8k18f/GXGhaQw0l9A76mdIyezPt1vwaVQCBnzyorC2dOz+3ZNs4Kh
7JpH22hv9abQghL7lqu5TZz3TiO8L6Ro6t6ml389u61xZTZuvnv9mc4tCKEeJCvYACtY8vSR6tRK
ZSmheGbSc0H6oZs34XL+FGEEGwWmXll3TWkj/1zqyyVZG4AR/PTtsQhLBGUPFyjrC0joqBWobLtD
jDl0595AbHS1IJ6qpd9lTq2qZP9EP5VTW2+yWJtan+x0giqSjjkS6Y1uo8brKlCShNXY1qHs69SA
KKPmH7ntk480YN9W6HD3fk3zx9wlbYJiUiKMsgy8qGpoK1fKnO6itDKfk773ksNkVA7AjKqVUF0j
w/RLRRvfmdaAW4AhRepnOBmhBED5osKfT8lF2LTugET2JMBL9zgqF34N6171CzkY32BbTD9K0Pe3
3iJabyccmX2cEDeUPn4yHnX2aTHfG/VcPUkgMMynnpsnSzgoNw7OVPpNDgHebwyLX8tooZk1l06e
ByWA969LN+kJZi0d0jjwgOwUogtCrtcOQpcdkhtyTgKtGuuJYnjaHb0ib6wA9dGCHBgBxvhWsfQZ
GLsqm7+QRo/j0G4W9QqoSv9xAiSd7boak43Qrt0qeaeMehsUbibcR2HMUmCRMDayDKglucMQWK5y
VJsYsQpMCaW2hPVSSEf/oNErIjFymB9aty5wAUywrKKOPmAPTIsjddXqUUtiqJiH3ulyRFGbUWI+
bCRNAieqGHOEIRFpDtTIWUmndq8hrYlLhkE1SHW+dFMiPsuB5leQqV6TB0ZuTsiQRC6q/mMvxs4v
rIm8f9FS0Qaak07fB2RQ39U0pL8no0BvUrVXj8VcieM2dFe51qcWn7hxb5dNJI6tbTaDvyxqV/vT
RGMorLHzQj6xdwnbmrkd3mttSSlHyylmhXVrkbXqooHtmxuyW3YOHLXlmtjZ7ehEmDlqYe6s66GX
GLGyS2MNNFC3TMqPGWVgf7IGjfKKGcu3VFokRVPhIIkyEjoo+yyPOra6Mdj32OcsJsrUKt69SWVh
JlbTw6lyG1ZunSjzN9oBThbOhhM/NAZnD2aJkfN2AM7Y+l01lQ0ZgAHuSrEK8TyXMeHBIPX8DeGl
+66bm/o9oIS68pemqil36qX2dq4bTBIwRpHjuivH4baJqtbej46i8fMBEwx+q1at8HlzdrLDWUtF
1L1qPlDpGcadpVPRCZbYllepVNXBz6zKlCHx0fQXDefhi+G1/KBVnbYNlEIsBlS8YXlvRbH6nsan
/tmiLoiCDM5qsz/3i3ws89aadhAABhNUcGTbod6nKrJP9YzlF+WS9HtnRPN1NlDq9ts8Td5Gpj51
1wb6qddCqXGpb7n1Xb+ykkmGaqIgPUxgltEmjwGBN3QJ41sXZZ4HRSrO52UQ1lsL9SH0SLMEAmMe
CSssIlcXfkKWcmcqGLb4eek4X8feiw323zioV4pi68iPe1pWhC4a425Q0M9EZdpIzMrvVaNF5ao0
zO9NJ5b87aAYcRrESaaMR1udNRcRVXJ339GnKr1KpCg/NXpdftKi2HhqlWSOfbWRg/Cd1vI+u1k8
Vv6sRzWlizrOp6AoMKZDM0uUXUClMeaO6yxiMmkkhzEzxkd7EvqxtRIFGqcH27xernuRp39NM2Ay
vEXy7Dmx1HT2k1pIDmDLkn8VsPYfY6DyWtC5dveM4oetIdPqoEbFwdCjlNaL5IMa2/YHpJdFuzdd
nO7CeUyL6RNVMwMNj8m0xG5OE/3dlEbDdOCjiHjq1FD7r6lscj0oZhDVfpGlrXOTxkiBXUUmKir7
XFKZ8rV2otnttVFX+focOUpQKwCUdnOci3QPQarKA7Wb1Gt0QtTctymfK9Sdhfq5NsXSH2ezKjR/
yJUOGTKNLMfP7EFF8rw15zyc+rrSfDvVYVGUqiVsNPY65/MwtfGTacUAv5Y2iaKgHnooZijboNoi
MjtXr6oEXnxQI0hgHUXhjAc3szM3gA4i+qOW28aTrgw9Zj6VLYur1hl6tJWAO3k+wKGIX8c4dva9
GhXpjW5PygF9XPWHLldCoTmpor/NrWKUq/dSj4RKa47RB9EpLcYTOn2QQ5cv3cB+iW3+FI5p5tcD
jbswd8X43KMBX/qzlQov0Iym1bC9gB73wYAEW3zr8LAYw9qdMD8q7La+0XpvPMR2an9QG295NolA
jR0nKCrp+IWmH22ETddSHdSIe9FBXdoJsyyzvyKFW8fXdOjUIBI8GqNqn1OrNTT8asSCrlfgOIny
ZVBar6AOQ2kizEUmp3DRk/QzeL/pfimyUTywtUeMU+JaO2ZaqnyVptn3V0YfVV9UeiX4hFjtUvqd
HcWcHV7nLbjPo5tU+VWpdEg1Ot5o7kcAPtYOECZoArgGndhZsz1/TItOe1KMKKqDOBWcEwpxyBe0
ieJbMxVS90tRcLWrZmc+xnakPDdoY5OyG8j/hQqqrUPQUSXtgkyK5KNRoloQVKItPxTAiPSwqQbt
h9IM3ffRWOZP8KVHPrzGzG6cSDqEDOXsDL63mA5fl6LWN4ukkrwvo2qOcXBJ8yvLau3Zn8rSfEsh
Jf+sO4l+L61Sn8J5rqrugyGz9K4rF0OGXrU09y3/VeTTnK1t3P4S8VdioK8cpFlZWME8D4RztpsN
33UNY8YwViP7NqvV+nNfyV7xJyQHu90wdxCQ3WqybjoMI7qrNF2a7mDWQnEDDXNAcCY9eOXAHJBJ
4/kXPGgg3pjvTFQv3kelO8uDU6dufT8s5uiG9kgZlDCu9xy6CuxrHwpI1XCTAmv3yYLKJJyhjOEz
qwzzF9GVZU1oUyhtgM6zeqc4FZBop4IzDtU8rwZcYqfrSJdjMBrFd2NI0PWuGxOvHSPJRLjQtrFG
G3ZzyhbitqGGNBySrhI3uVs37l71xuxTxffYBUOv4JpTyrrH+LAzlWe31fgIrS5pv8h5nqxgIIO3
drZSu9dlZVSdLxUVdqUGfO4LgtoH1cg7OOw8r18UGO1klVTbv4rJidVdivpIGphodtG3mLyVkUqC
YAVF06Kf0S3Ocm1kY6WG2aKMN1Lpk3uwY6UIVXQoHvJU+JQZlypAfYtZFyIjPDYbnatk1OscRuBQ
cX1X0VJ1YGCVcYbWXJfNzqji6cbNXLRFMgXgwM4ZYw3jJYuINcSkytk1RdV0gZ2kzTezmPofrtoQ
EZWxXdx5UG0sP5YDMPx8zmwVWpSrFAFpkzQCqS8yIiCCgO1HEYU6X2ssLLWgaoo6IPLlOPNo3sNv
t6yy3SHxgtsASZZ+qWr9sy1wmkhAhKEBw69rEXGLTkV3yJL5nCghnJQEihB5TO1HsqpvZqpIfmTP
xjU2eRmdEkO8cZ1ufGstLsZbeRqhj14pOMQ6y9HrY+ehWDyLwnQa3ZRysHxrGIxDhfDGIctMPRhx
5yKI6AGvL6PrZ6JdUD5pPryelp2p38AvhdQMvwaBISqHp3lZswzLGHVqFK64/YNm9+aVqS1aUNem
dYcYWRbkWpTdE2AnZjBB3bpvezu5gIV6WcCBPE9CT362Lu62UOxM3igHpL9DU8+7YFSz/oGzhnC8
nJs/T8xPhtrkoYrSNU2VUeloSyU5JkJr3ytxrlHeKLCwmiFKLHXzaBIef3x9pc/UHSD4wKWyVktc
WFunC20Xphzpe3vkFVLf5UI0OwWpjQtp9tmVBM5Mhg1OEIGs01EWtUToDKm+EIZY8bFANq31XRhs
B6puF1k65wcjnQamjQPytk3ocaObMqV+Y6IFHcqKJimR54M3kze9vngv83c2CMWM/x1ps3j4JSWg
z3lrNMSmY+LgKOzO0wL40AG5G9coGyUieXx90JdlOIpiK3oADikf+9av1OrHKMGP3gtnyH/hrDsi
TDFBqG813MIuTHDddptzhUuHZitlexsS8WaCsoyrrnUKL4wa3fw+eq01hobVme+rqVPDfEjLx6Q0
8me9RzN/qiz96fW5ntmdlE6R5TKpV9MQ3eyb0Y4Iu3XqxoY+Ok9NDq3RMdLh3zSCvyWD3v57Qhv1
oc0//vdd+lVWbfWjO1UeOlUw+u83w3fZ9fL7f6FY1P4XV/m3Lx0qQdv/Zx3562+yR38/yf+neNHa
yf1n8aKrPPnSMqn1jX1pf9cwWv+/vzWMLOdfXDL0y3BYAMiFSs5/NIxs7V/sxbWbSS2N/vyKaPhb
w0ixNKSKVlm81VSIw3ztOf9HxUj/FxoZqBwDOYWjZkJS+hMho9NPQwHPTl7MEJvCoiTMBdcl8qOY
rDdTsjR+3WHvQHEP+G8njc9qK5QPjpFPzynOMUGVouda1BpChNE0B4CmvAP8pXQ3qJH2JORwESR9
+iH9erLNB5QoGf4Krokbh5EUN7o51zCxJDc0nMs7vRRRoEraEA0db18b5vx9ZywfBiXR9jrcYNoV
kTUE+AXFISo2+j7SYagZVasdnMqddjmF3off3vvfn8LvmjGbm/fXk25Kw2rF/dl5Qhz7iO6fIXvp
5wr23BQEk69qbiY3tjlVu2FJEI6xIppvsO6rCw3Jfxx9PdN/Kw0bbht5Azk9JTTd2ttOPYYKpnM7
t7H0QCZ4lAKcy4NkHDGi1Mbhxm6i9EKP8rQW/Gvm6yH029hVaaQLGFesWQB6YKVgD+k79NzaK8Vq
USAePfUB26/Z8zvHuYSCOr2rfo1pnI45eJWqK5qeHWvRF/ux6OFoYrV3Byjw24UX+k/T2oRQLqJM
BbrF4jhocXJD+JDsuNirxwIQ0DFbIgRWTTGgxjSrgVMX5bFYhm7vxsu9yMeffJTQM8vpzhPtX2Vj
m/sqxVVZU7Towkv/iUn+dcv8WoRNgwywYlW29pgddZFNQdmm2c52q3afE6ocDYKG6xFNk+vY84rA
oUP+CE42Q+ah8XZYtMd8vHHrA0V0DhiRJ9fqqOn3NQnZjYHAw5Xarpq1jdP6BRWc+9dX9Z/e2+ZC
Ktox7XLXKrHxmQpk7y1i6CkbDmXtXGjpbYTi/3dV7BcSJImIc5NU6AhZI4dYbjR+UlJctvJ6uqFx
CTlVptWBekEFDXCWV71simvkZvF3nXrtHTZE8y6RifWmEk1BV30QH7syNo9xnfRHJ5tJ9UDiBtEC
AsMAubWbpgpaaKKRyrW9thP5HDRUCHdFFOn7oVvKG3L95mqqpyysLaYsqVHemLHZ+K2oajR6kbpD
quNOj3t3P8bS+COe36+l2Jzr2WwtGQB0FJWReA+qOoWCaKN/ptazs3/9hf7DyYNc/emXiDUQgQ+i
u8fcydo92GQVUd2kCLqyvwcJ8nGM5CdkIcpwNJzGdwtjvvCiN3iUX7PbnLg1QstwR83qKFK7n3y8
nUw7GAmEnlSy9O/F4Dolta0ccV/XmYUZ9FiMH1oPzRK4rJOlHhfENKsLId8/Ps7mCKb5VFdLZa32
r4VxOy5iyGnxpMVxni2HGpJ5XbpxDtTQQAKur8adogkBeaKZjoNZXBIZ2lAEf63K5jQeSqxYClWr
jrRS0mOpI4snIPQEMo4+NMZohGlZNLtZ7RRa6o27W2jcHVx36S/cBudjCfCpp/uB0NtUhkzJj+44
4MqnKsCpq7zBMMrNQTujM/H6xjt/koBAPR0nQuC7W1DiOA7ZhMb7bNtc9kBfVa15fH2EdQe/PF4R
IzsdQeZ47kFuFEfR9VkY0XoOM4GeYmNp/RUNEWBWtL8+vj4YcJ5/GG57NE5ZX5LYlUeoDPM3ECjI
2tCAma+p2yjeniZF2fqitXPH72We3+Sx6mZh10cTDUrTI8N2O3vaCbuWGKK24g55AFYHTyo7yAdX
3E25tIWPT6L6lTZKtDqwaz3tCiP7JJDP/pSoQwyIuaNnD2JWYiRN8uXDRQCFOHZO2fjYbnjiYEep
81Z1e5kFlRehqIIuAG4a86Tftf0w3xtRrve7hRTrKp9bl/gj1ZRllxeR4/pksvQTbUK0g01PWAOg
DoERtaAGZUh4N29iywW8hsp/dpN6fa5RnShKC29ZXfk4m1L88KggTbvOc6ridm6m+JNFXHGT9tnk
3g+Y+u4sezKNILOK2AMjJXXP77MxswMPkRF7h5p3vDemKu4OelLZjxDoq5SZVcsPJcqUr2OWejs9
UnDrRnXNeNe4y6pN6ynmrcxs73Fu4RDsNDNKawadS9Ax6OWbfl718tnyohFyd8L0fBQYF4lPoyGt
2xkmu6F0/Eu9So69kV/nKqKLfrma8FFybpwh0PQ++5KpxvRopAWWre1QXzUldSMr1mnQdthVORAQ
jdql1VAnsw93YkyP7dyS35WomqE5miJLuYhSe7Zp4Rr+WAtXBKNmizc2CFzlmnJc+72yrfwHSFnv
RjZOjY4xHawdQQJywa410DZLZYdZQdlFA4jTvhDAuif3sXAX3rImxvyhLMqyQClKdysaG4X9rCxp
JXzZmmJt63kUz5xBK55HjNoif15SU9tR9KUWm+ixUhw9PCqes9kejoYr5AeUMLMvmrDtrwWtrxae
aTUjQNKp9leI74uyhwg3dTCT9Cl+Z6dG2QRarVQJVDOXgFMXevUAVrJ4ivWqjFE+1IV6FE3f1IGh
deo+wksIGPfQ6lcYtCr9Ph3lsiugX9GcoBl221qzZ/iAFaHQpXUKvsN2gfL6U6L278yuJGYoe5W+
s5uCdezxtozDtNNN1DXmMg/H2rLDwkvo8kjPu7Fk1YeZsUQ7TYvoHrvYP4VuRvbkR3G2fPJmq2kC
1ESw49WjqXvf1Gh++ZY5K+DM+5pSmWsmB3Ma+waJEa97F2vs66CPXDZ73sU/rKSsO9+0RorKNH+t
naxEbKFYsjRHxdOKPTL2dfZm7DT7fZdM/bNUlbrbKXbFPmTrxOH/sHceS3IzV7d9lRsaXyjgzUAT
oHx7w2aTk4xmk4RNuIR/+ruK0i/xq2B1xa/xnTYNGkAizTl7r+1MFqu1S3zrg4KIX4RKusG3im+t
Cb2CnAfR1+VPzVLuO3E3hGck8+D8aODypZHR9HSMh6YfPmWaMukD0Br51g1kQEeOssofVWxnn9JK
FegR9NnqMetR5Q2pbM1G2Bh9+dbgqbvtScD8PE99vzGhXD67bVqrUNGN3Hd+Jeq1cDRhRII+ha/8
dUwKHX1vAE0/p9ipkbj6Togepz7ExTw9d4aM23DKZPPmMZzopEpkCTuzktkmHxOLtL7Kt74Mqp+A
+8fVYZR6sm8QOdB5zIym3vloa46ggGzadXbhmZHojeVbHrR1t5tVNi9rM860a6EW/JRMCvJRNMXE
rNnVXygsz/Kg10K/SXtr2Td90sGVAuvwYivi4sI+mP1rA6Rst87bhiamRt+tj0V6azR8vrzIZuc0
4+SGowODJwpy+itG4S1EtKcFEwW8nt0w250M2ykIfjiVnoq1LEb9XcaIfkIOlE6+L4Op/9awZS03
fs3kGdY0kmTk2lpxQ65PRxnebSmG5l1NTHrpJVtRH0UFo1bbX/Sgk29DMTLbFsq0ZBjIJq1DN88Z
z2oYhGAOZ86M0iZo6YwniXMNx4Lv8OMl8MyKfipvakard/q6ZQPVzWrjlFa8L6i8h9ViidXHlzhu
gv6wpJ8GKE69VJJ+RbVzczpLYzdbu5jI4N3H//tJO+Hfe69TeVi6mFWweGa5m4j8osyd61s7qO2w
d+KZfIhKPRVOMW4Wk34952Iq7wJMcN+ydwmqNNnkBuIu3+mNMLMrpEasghub2KCXevCMrWZ2ko6D
SneZQ8o9r5BVdsyXQ2P76lZvM/vSVva4w/nTYzrZyk44JkTaLcUu68fsWl8cFRKcmq4yk0DfdJmN
tYqr49cWqH3DPmlbQB2+NurBvLC5+3PZB7fhX7deXgKCLfebdOfMmX6HJVXcTGOdvWqNtoTzKNUK
8U9MKExJmugSzxcOM+aZLd8pD3b25oJ2v03SRZY13xE14ExPEVsZiTfWZKFKl4ZO3IsmHMja/tQ5
tnrr2E9TMOvnQd+6xCqj9AkUxGVvmeQa7FyaRrpNxwtF0dC8cDQlAYkopQF7ryriZ62QMSfPpKiC
NeY594vWTcNVMdKk5BRpCSYQu7yE3Dn3XE82zaVdZxWTKx2SfjLZ9STHSkZddOt+GhWQ6kY4HKRM
yKwh0L7ye6Ky6pJF59znfbKdXlpI1a61xESyuPKLG0/zGrox2jLiuv9Xcul/f3+nasQW+GRLrGPG
zs08BuvJrSwNNrJa+n2yZu/C53HmRk7dJ7G3pLgY6nyXDpZ9HatpWLXy2OCCondhKjx3iju1opbl
4moFsbk7y1mIeRnp0hWpRWEWcivwK5afaHKy+b4sg5axVwX70V8yrOqm+PHxZHaiOv3Pwzw5Xns4
KQMCrwu+sq4ipmuet+RmJvc09tOHJiYFu6fi+KkklZizt+XcZI10HpYmb6IZ4fGuJnRk+/Hvcuaz
PNUxE4aRMjC7fKexbQ79Qs8jqTsIkIpKiwxZZWsvmP/V1ThL/z73ek/mHso1HgiDuNr1vgUd0I39
iGa9traASj5+fD/nLnFyRu5m0A1Tax2rYJm5aaDgs9nJBwytCD8/vsSZlc4/+dJroi+GnCosZa/J
DK1UVWDuOuNCh/fMId8/+ZZ9MSaL9Nxy1zROG8FdfK5aGVypAt3ACOXqwmdwZro6dSGUw+iTFmqU
O3w2y1rv9PG2iLUbRK4LacwO1R56kpHbO2xxBmFeeHQn8uJ/j/xTE18JUNhIVFntQAw3L7mfckOE
ZnIy0Qp7eU1pqSehoWcxh94xTrE4FaJCWJejtoxEo+XXXdEqFBQizX+WflW9VDYHYUx8Q0vuXTXk
DRu644Fam5mLl7JgxrecptrOwDnva7LtXwmYFzmxdKW+N02K6StBnIgAVcp2kwRzxdnM05qAEwQa
mQcjr+s4pBcNemPq1PCQij5/KWdJW8Qum2q58ELOVftObfl9iT9RNkziFCOszZy7+UORexrlcWqj
ueGSjuxbyV6z6599jzDTnbLy6eMR/ctV9YddySkAhFKIP89Np23TNCkPqtaQ9Fb+8mWGS3VTM0zW
jlUHC4GuTsu+1ownikHgCkKL1JBvCPjaJuwoD8Ura0yD23IWwlq1ztzvSGyRG42Cy86SqVFHSFLq
b7nuy1cwnfWWUNqkizRT0lBqOAy2q9Sep5giRT3fNZ0bdP/dPHeKdgq6kW4W6rWdqPjvC+Rtm1p1
y7WF1B8kfJ69NkkRX/iG/9zfwMX21z0W1E+rroj73RFd8sOyuocjS4bTYXZLEq+xVf5YfLVj5Owf
v75zS9op41B3M5jzPi2qsk+uDb/vH/RK6lzQF2gMSZLrVRJsiiB/E4unvQYOdMOezdD9x9c/M+e6
x5//1qXKSSuo4TjnO5sgkEgvXLky+iXdm4QCXWjInLvEycrR0nLxp6FMdrTiyFdMTR3kcFpdca1l
9fFdnFkJ3ZOVY/HREda9Fu86S+JwGxtU9I2TX9etUe+nBklhQzzG+8cXO3c/J2sIUWSwAwI/3nE0
V5E/6u6elO8gGifdW398iTMLySnIKPEwQS+cMHeSet69sdRa6JcWanYkzFvRoUb++Dq/0PB/mjxO
qqtB1ziT1jJxGcItr7J6tiLlVmJlVLa9KTVLu+l9lR+U3t8ZzKv3nivl2jOq+qUvTeOtGmXBJt34
UXKCC8sK+4bf6c/xmJW7IXQ1QRJY0qgwifPPS5q6m6Ur4mMNgtAdDZv93Mf5Rmu7bVJJCn61dNYD
yi3KSkN+h2LxPWNyo4CAzSLDfLcbKmTfupc0YV+xv5zI734oeb1rkZM6DGc8v8p7BYlcmcAsXfHV
69Jm43HEvzDQzn2uznFN/u176Yq6QslgcsgiHCxMkMRlIUJuN3LJilnhK/G3SWvqu1YbxWZoCu1L
rJo+smShXzhOnxnrzkn3qhoQNy2WEe+U9GIEq0v5tJj4M8xeN9BSYi0IsasMPz4eIebxE/rDCHFO
5kOvgRXUEem4Awqs33gu3nhLlMuuVm27H3HKbDtXmRzKlUnuwCDDFBNDJE1sAyJ1MTtN1acg0YJI
ybxFTNzqG3uc7LWS9vLVpdVybBFmK8cszBVVDhkO6G4vfEbnHtXJXj0Y8BJ5aR/vvGlSa8ss9ZCJ
aEb57HxGsZ8+LAX1o48f1NmRcZwufhsZ8xE0IOsm3pmSUodtzWqrF938zRvm4Sol7eEwuDm45CJJ
nsZcVtGSZGrVpOmluz2zt3VO5tksD9JU0zvutoP8SFaUFskUlsiF+ztOCX8aCCdzbKPaYACpEO9i
A/LXYhrprlrGdo3zCV34NHlXtTaZa1Mu2b51GvwDoAounGCPz/BP1z6ZcnVozTio2SXqToGkoZ9K
osizFOaZ2V64vzNT7il2jJpeZi8zKklvns1XS5jTja7Eu/LBwUaUpi6V834Zov90LydTrj+TNwIi
j6hBD/FHE0zzgzUu8mpsu25lVsLc+sBZN2OB5YsMnPShNHvcTG7KjtqtM7pEtE5CNWnzeog96zA7
ZrlSnnsps+TMsz6NWbfi2Opmn+W6aMvsQZhU243FLOhIOcbLx2Pp3CVOprB09qseX0e663CgbX8x
nRPsznd2b1/CyR3/qz885dN4T4WXEcdlyiVUpg7eaKDD0fJgYzoyQGmfmmRTGP2allx9YS09d1Mn
k40miUarfeJgeX0IvyczPzBkVWS7tbywkzqJ1vv3Eew0AtOa8BDbRUAB0NOSZyrccjsErXlftG0d
zbFmrWY8EU9ct9nTZE925oRu24n9ZdN6Zb+abANnhjfZ0YJrfWWTbBJRo+lWbTtdOp2e+ZDsk2mo
DxrUuKmWcjrF2hGMTh7NmTdvKpcmmofTYfvxIDp3nZP5SLiNZnox83drzA7NdAlgtgqMTUK1Mkok
FqOPr3PuvZ7MPQFomKpunJTieL/si2HKQk0E2rodC3lh7jkzc5+icyuarR0y9Go3DKNYL11g33RN
Oa//uxs4mXAwCE5EDgblrsVnFMJScNbCZIXwZ7r2/9UlThMM8qbqLDxB5S4rY1p2OEBvQf3dYdq+
lB9/5i2cIsrjAOR8OxfcRBL4d3WOWyOo2uV+GOSlt3BmQJ2qkrWEVBrCNgktaET3IoRer2siyPau
ruoQKeilKO8zu5JTKAu/ejv1uZXt0Fk+YQK7jTPlhgYUz9VQC0yz9iVMyrmHdvz5b1sSKNjjMs4c
IwhQAyRZkp6WeY1BkSYJLgzdc/qMU4pVF5tl59dDtssydHyws8RBn1KNCMaS8IhRdVFz7IiZVG/W
aW7g7gEffWglFhng9hf35ede3sls4CcOZYGSY3RSNfUUjkSdY0p2DOOrwGZbY2DM2v1gCoxx0JHe
pKqMr06v6gqDkm29d7M2HoLcgYWbc+ZAGldwjCCpgfrUx5/ISYD7v+fuUxRDpaUOx3s0u1bfhDle
tafZ7pFGkNVktnm7xnBtR0gPEfW6lR8pa8ZB2On9Joj7MbQLxyGy05vhtPEaR0CvNNO95nMfG/62
c3CsD1JMa7SXC6bZMV5ncYb9NU+u2lFdN4NUYaXwz/YknOk0Y6+HOXY/u4k/bGVs5Zs+bq94g812
6DQ8Dmls3k66WhntpTnizIp81Gv/PhgLLM5mTRDzDnmFuc+MiXNKkKG71VsOi4v5U1uOYagtDouP
n/iZC/460fw2+jORuQoHRbDFpqVCONXv9liou6CkeEiKqk0th9+B2KdL0eJnPrfTaAxMzFOZHC9o
Olr9kCMr+sm07u69In3/+JbOFRpPObyjDlUD21ew9QY2gSXWhlUlk3zjpob61rke5exuKFa1VO0u
RbywgkU4fbtw8TPLlHmykOhoTlyNTet2MMbn2DH0aB4StJv5aEVmrA8rc3DSNW7/NDQtrdiDJNCv
xmb0cd3n5cqCNrvJ9eHt41/nzOv9RTv87fVOi1nLehjdrT5Wgjibwd20S6luA/IyAMwToCP0lACA
0nAvXPHMHHMaf0YvssvJfkMXqGX5i4ksdmXJKT6kmWvuKf9eoqydGUenKCXYEgT54EzZYokp10lh
Fje60Q+r2kzzh48fHjGEf94gn3pgUDEnuT8l2W5cAh0zQF/5V2lDpCUO+xyz0aT38dbxCzeIatzG
N0ZaDT09Q1oLa8tJ0xWlFdRwGLM4gqXsQrECTzW7zZFI+7Al7JFcNVZpvoXN0EKAwD7IvBPhPxu/
ygJ8QjhUmth2ua/2ZsqZOZS0f74ngwCCkLCjvXcabbijmG49FZYBOQsayfekKRODiMqhIHdUpe7N
iAImDYNO9UkEh07cyUBzqtWgBeMjPAR3WMW1W/UbLX5HoFFWmN6FeVt2GNJR9+S0P+GAHYCo1Nkq
WLoGZyvYx5U36wz0FOXCtAZwESfh7HvFrl8mBAmapy3FCudX7q2FIsYl9AFV/nApcq4mgpYgn02W
+tIOevrmdz4iY61pg6PXz8H/DnVQvPFCp5dKl4+dm4wHZ0baoYzgro4HjOcLyMnQbhPs58NMCHI0
ke5zXWGS1KEVJPYQCmz59Zr7S7/3RWFciywWTgTHU/Qr9Hntxm2q5M30WoWkQmTIWB2sssnaKm3j
1eka81CAvVwnia+arS5LynhgG/GR5uPYGpFfi2ZnadxOOkJtj3y2dck9KWQWMB3RZ7hUrXL6Uel1
NzyiKm4eMy8bUOn4Ae5o9HXBeyNUYUWLExSkIdtWteI7FP2RxCJxD1txO952gVZ8L0EGvhYzFZpQ
cyFyQFKxsxdSozCEjhisP49p4njRRBaLIHx29D91VTdl0bDE9besn5nCl7zAwtvG87A3pszqQx0h
T4QcqjE3qAN7hvRiQoSYEQAVIQNyfJ0No+LDNQb/U22K9KeG6jLdlkrKfOVJJXZTV2YgQtoSRZA9
owAL7dEimrv2HQHrIO56CP35DN7Bakvkk33aZBtO6w42vVLa0zYfCSqwrMEy10TG2nbkJF56MxJ9
aFDFGPWHMU4WjzDJzg9TM0g+xRYMlRvfKLEO6fWkW/thWXQjzOEtlOtKBghHG6WV39LOdol26rvg
6+gFG+HTcovqqZzvfYK98zAvAm874Jq0MN3bY8QyeHRqEy1wPQLfzTdUfJsv85DGb0pf0o02FNmx
wptkkekqPTgMdPKrqCH8aV2PzHqHMTXgPVtUAR96D7TQjqMPTXefFa9Y9y1YiJCdjf0tIHHlkyaU
nOB26t4hMw3ohjkLLjE+cHhIfnH6V9E3wxVqB1zOpt86WUQjO3iKU6UBG6iRYqCqCdrskS5MtS0z
zXkfXPLKGQuaDHshF+rgeZN+6kvhfa96J2dDmxF2Gk2BUse8vrLCQdDQpNx0Qb3E7GhEfROPU5pv
WJbUQ+wQwBL51ASdaMkDgiZbv+1xb2MDisMqWRxkXP2YP2vNhA6Vyqb8hF0AtuCUJ/43sGtUYXLo
NQs2nqM0UDm2c7f4R4NLlQ9uscq8TmzR6bbJWguEs2waCu23hZwwy0/MIGmYB4vBVFMPGs4rcuGR
DRSztp4trTZWhYWjZl0tPh5vXdTP2MmwQgy6d51bI6GZSSC778NADgr0HW/ZzGmg02E2Rvqvtg2n
ZsFa7IdmxmgIuoEektWNN4OtwB3z//mROYl41wqVmYe+X2p7za2jWK6TtvgeBMPYr+Ro9ODapfMF
16vO1JV3M0+oGQZ/b9lIM0MJjycOGb7D1bQQ9BmiC3TudOLQ4jBou3EvoThAIghS54GvvkG9nARN
BjAl6Gcyn/wxqhaYRtuYDtc3xxlufNm8kBKftity0IOrydTiH5J/z0hARxgC7k7vbOlZ7yKJNQAn
WV0Tpuuazj7GeuJtrIR5ak0cHeIPkCLeQz0pSCWVfuwITIVnh27DZhPQSj+Qqwyl4k0o8kyB0Gbs
WWZpGE1I5VJ/FTPM0F0nxV2TWt6dtAbjOa0QOsAISaoQQIzLUMyKAIkShVGB7LO0rwsa/Qz0ehT3
E+Hwdmh3tfHFq4K+WjsKlSMyzuZOCbMjD3b+hFb6qNgKsvJZyxctQ9KdqO/F5FZzRBSyBXWlz+XX
gixzQgkJEjII6bTbA9V3CbeWIbua60obwyn1dfB5Xd4/IoYdHxOCcL4SLKXmrd9Zmrl2c6ftyEpJ
yWHNBrJbQpZ0nc54Feu7kkcQDkFRfpvSdnheqlLe1iAXbFSq8VKHZTk26WrShDZELgNnB4dohh+U
V2Mc6d6UgCZI+9Ta1pg13xO+3S9sDFoTwAn5sCh8lUDsPMTtcuwS55CtAhF0aL08sbf7kkI4YpL+
GkmNE6IhtbZ0lrQQrex1OrQ10BzHVI//NxgYGOwa/O1QZvIzUkF+NZg69eePN0Tn9lzHPd9vu8ml
ENB3as/fQqGn+hK4d8U0oyAmA/XCSfncFY4//+0KKpOGpdE82rq+9qnLLOs+Kwzybp35UvDCuf3p
cav32xUaWRb0zGwaAGljrkdfyatqqowNrtBqa/T+JaD4mQLGL2nUb9cRRFWqOgGcE+fJK4fYPTQ3
pNwy+d6k1bzP3c674NT6Va79Qxn3V9Xht0u5bdHqeB6SnehxbDZVEd97QTvc0Wlyw6VT7s5ye8S/
Kitv8KBZUdXGBMUmCVHIfCAvQRH8hOXDvJx2+fUgJuMlk6OFx8caVya7v7UfIw6xIdaB8+zkGsm5
uzaL1L23gOJtUmKBQ5e6NILA0tuPWtZG3WzLtUYXctMYRNNBSS7uYihoW8ur8xsBhTFS/TxeD1o9
rRNPl3tJhHo0FikzR2kv63LMQG7jBFh5PUoUdttQMBY1Xxho5zpRv37+20Nr4iJDoVho28Yt1d5g
LV1DMUlAx/VqZQtiYiDIYLTNc+2g0k5/TAyDRcdPLvn8zwz107TuPje0YBIMRAc/QlQVsEIca+42
7Hkvdfx/Har/MDJOIcM9XtfESpZ81wKlXHF/86aOqTVDG4jh66IErrJlxGbaLOuqFPEXMPYtjBhI
cKa5zIfCZB8n/DbeLmOHKVEF4kYQpLXhbII9MQ7uK7soHvKuem+dIN18PM2c6/78ktj+9m6SSsRl
X9D6WMQCIBuBYCQhMG3+6UheOu++tdz3yW+s62K2nV2Q0qUwUx2wDUvhvWUAbkKMyygUdvBkJ44T
miowLnCjz8wg5sks6MdwExeYijvh195D4IIsAlyeRmawYPVqPXv38WM4M4P8Uor/9hTyWJcErJve
Ngnme5IKqm0OTzwEmiJCXuJ2ifFPfHypc7d0MilKfwBsWJliq7fTcD2jQIvYGo4b09ex4GErufDo
TmIt/13f+1Wy+f2ezLgxWyHFdhhVYEE8W4o7OuMWYCYMWlvPcBtz5XcgUhEwK/U2mINECOb2Wx8W
HyeDOTfIk3ec2yCjJ3Ph9s8c8/UTvYKVxAro0pjs2qIxtmVKYQp5uLn69XD/P+ri//wou7Sb99//
8TdcXr+NuCN0419/ePsmf/zjb/dv7Vvcv6W/Uy5+/ZP/wVzYf4eMG9BBgKdIGvARZc6mvfvH36DE
/N2lF+66AbGcOLOPc9z/YC6M4O/mMdYYOMa//vA/mAvT+7uruxYkYwgZpAqg6vlfYC7+Olm7NjR9
Em0BcNgGWEYiVP66e5jzyjdHNyYQJy6eSmx3BF5Li+JPfCkC/M9XIjlANyzKoae9WXvIXUMjVA9u
6zzf1r3u3OMLJvl8olrx2zu4/+c68Dt34k+XOjL5TZcn6KBA/etNAYDpO7PjphAp3SeYRCLNcB6b
VlzYoPx1dvnnw7MshD+QiFyPZ/jX6wQ49lWVBxmp5qYikHDKqM6aiXFFRxhvRIb+6eMb++vM+a8L
koEA9ZwQP+dUbT9QUkhhOtPNLdviLqj8r5g52xvIj/aG7DAtdBJ1MV/V/+Uw+c9qy2V9sGO8MwhI
JAqQHfDX+4TI3WiBspI1fnLvXgMt8qOsZ0FnB8GARTnpaZjq8XY+7qysTtW7FLz2YcKocyu83lk5
LZYzp87l58AgNTyjDHQYoC3dL6BqI1tiCk3mvt0HOPN2Rux6TxlVECLZJ/BgSpE9s0iWRE4uTNz1
UPgHd6ryLwVt/TXQrqAAzVBWKmpJHl3pA/NxOBeT8SqAUFCzyr0vsFhI5MN1aodqVNodfFP/XejC
/mrz6iDqLhhRZJujNO36br72hOzevKr4nuQDSfCWdzsoDxOuGUDJo9CFSMPqMp6H53EQc5jcOfde
+W2L1RsYJZ6yVPts2Il/63jNuDYkNAzX7Zv0WNSbXkrPUdt0btO7fPQB24Ib3tvUCneOLt/0qjF3
ohmPlmdimF90tzLeWrZXT3UHAh4wAx7sUM7zu05RAiXe6BebxRn7rWbjigwLCVxTQwiehEGKoy0q
gIXeOZnedByFp4KOQaBHAqPtdQLRMWPfqucrMMztK/XV/NGwia/wktrY+3PmrExtcaFFl+Y3yGh0
+FK9JL4AYuVqEal2TSSZD15Fd8J29Pv3mDzYUCTCeNas+riRqISTRnMns2u3olE3yELsW46ua3NB
fCzaQB0SOlF3WdHG913RiL3h4WUHf2uBj5G6xvlXFgXordnZ5Mh1XPZvk4hSIt0ONT7Lp1k6jQsk
sByNUCXSO3SZk3yJycUwwsUXSK6GwkV3lRNFtejWARRW+WbGqqXq02Xm+4Dzuw9zqfrdKJByhAnK
vrAwW39npGmWhZz153VPy21lS+AWepXewU5d2FIs/fcjuOYgp4D2nu6O9IwtqzUeO71rf/S6rq4y
Ebs0k3m4i2Nbm1QtkJh1XJhDWDYjGmMzo3JUdM1r4w7x3h0yi8rgkKz7QEsIBSW4AzYWlthBpsvK
mocRx7DhvHTjUN1TkaCcG5d5JKpafPa7JYsAweBBtqV+4GyWvzg0cPywaYqvBPUCKIQAzrHD/9EZ
ZbnpytR7NSrXgNjWzc9pIOPHcnDca3ewg09C5uYYxq6/VRQFDgHgihtK8P4ELMXQP1lLciR51+LW
IBUVD94CpjIRjr6iSCC+p2mc3E1OmUXL7OVXAaEsD0Bw1KuPFbTDSVw3xRqWaKnetYRIh7U5BzLb
deWsVxsCSmGCeexKOyIVkqPbpM2V1Wyp+TQN9lR3kg+DbmbJqukhV38vg2IsNtZwRMCWS+OXW+Hg
VQitwKqqmwRR1y63VJB9ynPLMsJ4LvTvagh6bzNDhp3XcWroRC/6eIdvWFJ43gtQRz8Sc2d/XRrN
7QjfWzxvg+a471aayO2RgMoaIgymmHsdqJCX6YZD0qAd0+7G6TiuQIxr2a7Egy/fKGb1z+lQ2fnK
Ya/trR3btG9gTSgJDtKW4yFxRlEdiE0bPpcSl9zWcK3pTQ6kO4XsHR0scKaa3nsi0xfKJcp6GXsR
eIfcS7qfslbzkzHLxHrOCB1wolK6GoAzaS7JvtW03F5JTwJ9STJs4JAQreKR/owfainwcIS0W512
HYdeW4uE6q4dxPeU6+BQtorki75rEbYOIo7awKtBsI6H2OcoTFcggmAoXqwhheUus+ynncxLNNQJ
vKkmALPEcJr4i7XvhTai0m3sWIe29AUw40C/0nqX+YLnsdcG7QdeTiDYtlbfd3VqIEzvKRRDgttR
8KKSOA9POcOr6vQI8CZ8J663Naaj/zMJnlWv7nCP7kQp/Zpr+foGIOi2jt0D2d/g0su+hPtuG3eg
s1764zMioZIVCDBUewXG8spNtL2svatiKl7GsXl1KhKGJjG/O43xZg1NmHX21miHa8OtP/l6Mnxi
Hdo2s7vTXeIV3JbuLPW2PiQjVIbCHOMwjvt9VVbbhQZESNrhSw5IG8QnfPiaCNMiba+rPL9hldx2
QfsTgcK2suw7265XsqifqqZ4KK2ghP1pb0fX2qZe0n/tmRtCSXIw2lsazVTuw7xU9u1Qip+JPT7D
LLjzDAZJUAJmBz3jme26SoLPLWwJcP0zMGuAsZtYqQe/ZhwNy87TG1SqzVbMDcrHLHmfdHqAJMHF
wQ/o32jpnWCVLMULuoouLEiyoOWQdWGOXx7vCEb48tpxpi+p6+0sG76rmiKirym1G+sCiKvddW/t
wG+8GNdJPt/hzzm0iTrafgz2m/XC32g2isAuL/PuOjXCVNDd27gyWfet/sYB+fZke+2aaI9tM0zP
IOVzCK5tddP4YidbyTgy5Q7D8GauIRh4xfwF13xNJ6Q4jGO3tlOfPhCEbyZLDfgotYTVSH1/28No
X8WTBjSlHN3IGKkYVD7ef88BLBG0UeUXGmli5pacA3Dpc3uvJVnz2fDBjteW3d71QECswUZVKEg9
uC6WPgnNxi42yB0PNn3SVdYk4Orz4jl12BrqeXnjtlq8zYtyczRe6It/5ajkrajy76WlN4/Qrtez
B9jCNs1D5sZ8Ucgk0IM+BdK/mpvYusuIwMCIgECeC3DzWbn2xIyc2tI3iIHbjTb5n2cx/7BhbkeN
4/ZRXx1bmkkPNV6NCEs7w3swvay+TXXgtwWqgVDX29u6BsEzBRqulK4O9kHlvCot45Gp+SrwMrE5
ArmbRerbuO66x6ElZL6qGjB4mtgFizm+mdqU3DTe4h2oid2LtNzNuugjG8ztTa45+8bXqh05IfsW
yyjdU+2rxVq/o1Q0hNI3bobFfSgneGMtzqUwsDOwLLpPI7q+pa6kXhFcWNHYEl3RK3M7ixEMh8oB
wKSvVHHVpp2oUdJ55O/Qg5786UEN6UtljI/St6+CUdGtMKuEwQ0xfDTNW8PTbuirgaIghY59QfI0
zfqtYQ17S9YPgTUf+lRdD8A/wF+4OHWDpBy3sP1vOPEva1+nZN/EYO3aXTWNd1VD/NXcm9e2Mz3X
s/EzT8cd9K3HJhEv5JU/Wo51G+fttVck93nQD5uBoA5jXo6tXvrl6Ty9u3oKjlpD3OPvg67dqTHb
Lo19rfG5IuhDW6nymyqJSfjKs43vp7eAsb9Zk4QjndL+ymgxYskLDc3/atjNYzwbMiIx5i7Li7Xn
WxszN+5aVeTU8/H/JIt27erlc7fo3+ja6iGxZqtEm9LV0VnKkB2Tg7LoyLTceOwHOZAbMgPdAkt4
QjQEYRpuy7q0XNM/u14yvnXMAsyFlZaFaepYj17TQXiYjNC3e4MwUK2LptaHS1PjE+/q3guD2vyk
KWNf0gVc6+3ihVIf5j2scTPSWvO77vMS82PnX7OnyMi197qwdeio/4+9M+txHLmy8B8yDS5BBvlK
iVKmltz3FyKzKov7FsH9188njwforvG44fdBA37oNoolKRhx495zvjN4BwzqBIWk+rlsxGOdDgay
05G2H9mHkGbcIIWTrrJ7V10GeDae9ISO4KZomFYN/vhjTJp4U4/tefAm40AcZIQw6bJUgjdd1h+z
qrdS5+vjOjNjg6RDB5fsqw2OtG7XTihQUeC8uv248EdO70yVzlXJeSM9Gr4WEzUsc2DhxYr3tJ91
/tMe5RcxnPtFG8dFNZ8Xvnc0o2Rgm4rIOi/CMin7XUsqdth51rrLUy/ZKZ8ZXJeMj6oBH4jG4ZrP
z0fx6ps8a7/LWR+hU6MK8y7z5M6BWwkMEZ0MirAZAt/ZzAMZupU2wt4u9TEeNSy+fjauQRTpPIyt
piaIoaj3zerlJoD5NqdmTToi3BmxO83yXa1DCxV7TBEiDRdYUFvTOu+6fU+3viYvIsfSr835BZvF
fNAJk1zoW8UT8JAbDTqETrqqHlfiXYDtGKDQ0tg+VXRcuWf13vBiwnsnFIb6mCjI6atWtp9s7Cq1
ospp/EeMZFQACXe+y7vIqkuIBaDH0nxbwDpPBik8L2PiBr8kCoV9PzkYjryKkdQCrXPjw9gNIv/i
eiOXKX1IgXB9FmY5XynhnGFrpLuJeOAbusHZdz6sst8SouF9GF5gbAZxsdlalNXw6eOCFLcuuCZl
DU8xWQLLdTZYZMnls808iYGCDhOrsk9pPOcHrJYAy6eu29awJO5i3xt33uTON6po+seeGMFbB8vs
WRXBO4iPekODXnzHJdAcDDU91xsv8TZJwRptgr45KXbBvQC9jtmt8B7VUueRCTLkpq+NImzsciaM
WnXb1iBuMDbd8bbOhPeyjHrFnJNCiIyXVp89sGRHjYpsCHOomfdtkFTbAlHqhhgCXie4Nq/ZktpH
onuse5oD6CLIWSnOqGeyJwI9KH9jE/7+pnDjYseKlT+EZRC4wgH6OrMKf0k5qGjMJ/uLHIzyZCLY
3NCUb49ppTIwSRj3hxAJAamfXTKRm+by7h8QpCR71F3yqhNxf3bjnujazPweiGHZJcBZmGik/lM+
z85tF1jd47TaxnbRE+VZZV2n7hpDevN/jsqKI4aQ8qDXgB96hrKfmm2zHN1kHR6UW126GjKfuz1j
8a7egiK2skMmEoO8CFLzqJoQ2pus2+VkVjY86l81g1C/iXyX5XBHcsCyDGdTdJk1bTtvLXKkJD2A
1T5cACc5UbeQwLApp9iDgFHKkhH/bFhnreCe3nmFb732olpE6CJiEeEomuShEsuJkR6bK4kH12aa
jEhZgUrte7vzX+vFdbhsZQmBPhMGOuk1kcffnkI0dYg5UPbOssru1Pp2GnmZf0nhGc2oWbohQtq1
RBaws/0AvmNHWvx0NQ6A8oGkR8pZwBWkzpaYo3pXVLWkBZMLkGZOv6VP6J8cS/ihGOK7bqJaspBe
ILEN5n3Dwb9u0AJfuGX8XEU7krRQzodC+O2eK//jMs7QsJLJv44X9Ohj30V5PyXnXM/vwl+/vQyF
/WLgJxyd3ohghjmHtI335L4++AWXHII/DgmOcATgyXiak6Xflqvl7uYZucUICukApVed296f9kO5
lsd0ESUiPYTPxuI4b3HAgIX3eZ+QSLcVZlbvSPcZIszhC6Mi8RTbFMGLq3dDlgfcKOykR18TpBtU
Hd6xt2t/47rGeFaVbHcxquPrvnGhMJEsy1lJ4NDNUEXe5FtQgsnpk2hu4MWtX+CBWHlEjJD35Hi7
xUIfSZYMAdFV6t27QhyxXXuRjziXvw+MWALN4OEXeRc2AYGdrW9eQxSTJ15lQkOVRE1XWHzxRSpu
VdveEPcdXKee2e8SMQeHLpiIY6OJlb/qpgJ8pomnuYaS99USLrT1SmI6PN8aI+0XzX5eOhEJncDO
Mp0K4Zf+zJa13iGqYIaX+cYujRMScgD833bN8JAnibeVKnkZTaQEcpmKSHXLx9x3ZHCaIxgmxHNX
vO/yKpm9JbK7gNN6NHdNRRtirC3nbanqbhdfplkzfQLUY84Nrc7lBju33nKrrLZcMYajy4R048Ba
piRy3WVn20T1UnFsKouFmZhFTOgHcQ+SgJsjF7VP0y5+Kfysqc/WjLeqvMnnxT9nQXyLOYfrhLLH
dycw8utgSS/5DqPzC1U6/JoLhusZ2ttA7yy5b3szO/kGYDUSk4LdaDKI9oVrvltszNdtYaotFDR5
ZovPNy6IlSuuMWXEQUCGCXJBYCuZHS1KumBj3YvbyJrfVtqrkfb85UQfvLrN52nhopPXX0ZMLJug
NZ+HEGBzAH51EbW+FV/HfPhItwQjd3YvJpho/MuhSquDbYIsNRUz3KB183KzKKPbJJVhPvvdwGFp
OB4ZGfXwWGPmPXIXb6NGoRongmkCutt153yqg2sMLRY6tzWnsUnqDZejPGgRu1V+fEPihIUepXtZ
hmK9XuLC2YyOZHU6ClGWbVf4rctPG30ZqWgG6w0VzyqcGytpzVsQDSb7UkBVJrs6n8PEYQ6+LZZA
vtjgMImItZP9HCjj4AQewiW4PzQhmueipc2+4kOOm1Ru4rwRFIuGsZkImdous+OHlru+sRzyK63W
i4ApRzOZYwAK7ZESlMgpqpuRlSIolLX1UZGkceX0Fk1nx+gASzV33jxiTfYrfzcU9Otz8tA2gd96
d/h2qxuhnBv0JyVBRIhByU3C52002XNfWs8WxDtanykX+cal/ls6N4xrxS7BkvAVyR3OWGyc3nvp
gMWFAIYoYdYdYE6EVPV1MNSRmNt3mftXeezcOYv/gT/ii1LKpcQF/Itour9NxfxTtKvY5UJXUSwk
1w6tv9JkYnYPihhEGpe8zuyvLTW5d7xz6rw2RX9SHPFXVW7pbYtm5irtkjnyWkT+SSYN8w4wYHEg
KursZsur0y2fRt4N3Nim5bFeTf0gJhocXZ9A5ypVhRyit29bEunRpCLDDJGG4UfIpuNgD9OuJkPv
NdbL/ApmgnuU4xtn3H3nocxEKNuZ6BYfOh6su0dv9F+Ikz420Pd3JUrLsnA54VTiQW/r3mtv6bZ2
PO3bkbA9DJIUDVsauqdFCv+jWzhHi9Tccp+6GuXwOKks6md/S5rZg9eWLRF0cufmtEIyszlDZbSp
fVGdE0uLwjDL7ieltzTAt1Abt43LWsyhD091di1n90ZmwVugzGM+uZtW2Eyg80PSiSt/rZ5mYfq7
MquISByuhob9MsjutTE8jWn7rOphoxr/ip7qLgVtNdAOCarxkOhsW6ZEuMXWd8+AQAMoWjx9VxMk
/0FGyVahmSktDltAk1u7M6ImUUSDL+trLqurlSAlN3VBlC5RS6FelgZcSt7eOjg60tpV8Qh3cfQR
c84bVgbaT2cXuNVLC1QhzdQ7uBnkZlyNL1ebNTkg4N1UbgtMDQO2sfTvY4VgvsCBhD+/VTZZh6Yd
HJbAe45b5MIBsR1iYBWtWzQUME1IrMtBrUg6/57N+SYlQMaZeX31s3La7mauAn012c2WU+Mw2VP7
NjnOoQI6ko7TtUg51bN4vk4SZ5s2uJEEVEmau6e+qfdcTFmrsXOq0Q3SMNjMKdFE/E2LpHlvc7Ul
BGrD+bGt6vaOaeibNNgG/YRDm8z4yq0fak0DKTDBL+FzDDFr7WRjMRWw+DGGTS690yz1PvXGDT2P
O8dpEcfm6aZMmRv1/s4IivrEV3kO3Pip7xVVxg9nsk86y3boRu/EJI4dQWtbXeonLy7vFj+luzzz
h9B95rIT2CMWmuSUwBoAOFo9Ij89lwvdL050p7e3a1ddgAUmgrrJuU9SbLVr8IEYGl0eLgUOD/qj
xtVs55HjrDaiuPlUKH3Wfst+4Z+NoT1CRd6WpPJ5RnNdx1z7B96xYGbwF7YTZH1O+fu2TE7OmH9M
erhbkjpjhNAf7HzdpMQSPdBYXygDym0TD33kud4ZHg3Ka+PSwAQEUzfjfO8UNm1tl7DBtc/vOPDv
S68/K0rK1SxoINi01vj0xYi21w36I7L3B5CIQ6jkeGxLjRqaRiwQxn0GuqQV1nGuhnqjJ7g8tJ3u
cCOeBESEjZdMD6O7PKYlicq5DTgWJ0Lt6CkaHFWSacRuGhtoAFMskrs+M6+yFA056esH7raRl4sP
x4+h5xbDeyOGFyXYOo0SkVFBop2wCT5PSvXTnAZOl+HXnM7XxNJciybYznX2PqbynonRMwHlpAAu
w0fpjMe18INrZhFPgl2rZTbIjBM9YPq1jMshHdFb597dEuRXiR+zXTLssbIg3ao42ElLPUwuTQV7
CuCBZvOxE9a1W1T7OHCf/dW4lTZ1cmOsSagT8Thktd7EKDNFUp6nsfrOwSXNnb1vZ+M28NLPQI/G
hr4LsXxc/C5XuYaPPhnNLXeTrWMWR7dMj3EwPxRe9zCYDPNSVx/qVt9w/n00GSxFkuGfyySd95Xd
Uz9JkKFMBTfVWt9KVZwUGtN9bKyvTLDDqZqPqHNv8Qas3Cti84R3IXu0Eu7hBiThm3VlKjf5TUKl
MdrD45pVT0U+zZsUwG9UmEayIPVUXLtEbF3LAOGXZRbLCYDXGJbBetMqUB6+5r3g/Siv9dLJfTIL
H2200171nbSel8tcEFQ5HXrL7xcgOD3E5Fl0EC5qGj6+gm44Uc6+GaBzVhZdsB4z07HOtuv2m6LX
ZbdroH1GllKXEsj3dgySGSJ35QVaXaaPFYCxr8Kx87ty6ej6FMHSgS2Kze2QZfbDuGTunSNTNNVL
FiTwrgrzexwDOjEoHQc2ojjLN0kMh6gz068ynWN1FWekm6A5S4Z3Qi6JOhZTM90BhSWuZw78gcMK
Ii+w0uwLLykY1apW9x3Tw6umsOWjkwXrq2e4eFshtN8YQWdhVSm5MQdZsm71KEzo++TH0zp03mMj
NT8mOslXzVQGc+giX8XyYcabnDFcSfYpyO9K9tUultn00PHLRAvlTRS3mqLK5gyrdZJ9Bp1EC6nX
ASFST5Zl0zrU41ACvbyfj+4wOzvGCTaFXRw8YHwAuWpq7o0lxQXxaobt7Cy6JGzs43QWo41/YXE9
fqPanl7KOp4xNI7yMLqT/5nCstm5Nl3QpBhE6Ps4miZRzs/m0Ofh5CTfCVagbbMsGUCqiQPACsz2
Stv1cPAvhsUp0z/zNP2QvdvfZnQPImsquqehEuYQikaPYFeL5npZh+JRuTRW2ymjKUNfdUukkbWR
jVtvCkYpZkXnJ2ajZChJA9WV61fNbBDXURBM17Ohy32re/Yfc5U76XftsWtUzQvE1tYl5lY01k1D
z30303Z7CMy1OGakxyJMuGc05Dyk1UodDAFURyaqnu3s13U0Um2/znrGQo66P7J1X+OudDn/3YQo
zilbxqinhbq1HVpNI8nSd10W++e4kcYNPLTGC+U4N23oAljhBB3LW3uZGJnVIjkKNU+cHVN8OU1Q
XIQYGYabTDsOxBUrP8akVMKVkh+dsrsd/R+9SwqvJJR7DTaGdEkMNBsO9gF+4Y05yiZjBWiGTQW8
qQMWi+AxIM2LENqh0T9Xi2zjTTKoatfJabj1W7PiuuZhFxpWe9iPU7BS9FO+ccWXYr8KrXrKgpxh
uiK7nneN9sk5VrM4aPS3B1G0JRL3bgVr6xGDOu4q4i+uoAOPxC4meUztbyvxZLWJ3W6BNK8bJoZ0
APpkDW6rasAY0i7GQsXYLzdzgeNnsRJiU7VVXRVjlpI7MmHN6nv3nDGo4880vJs21nLrArDjO10q
AIp5Y4d/W2sUO+1g0UoI7AWnhp+Ydsx+HXOVaMrYegsAWqZvhHdhe4HYDfZHehe7zt/6lBDjjlFk
lIwIrBhvYCBmNtZ35o3XSd3v/1YQMUimBY2KNifvKEwznrVZWOPzBvpS+pLEcLx3/9AK/b8670/q
PBRS/3cS1d23Gv6szOP//k9lnuf/3XMtoF3EyAv3v5Ok/qnM862/O5D5goAcO5sj5CJU/R9lnvl3
NHmSWKpASoKm0JbxH/8ngcry/+6Q6WCjzbMuij7cqf+BNO/P4k2PIakpmbdbPkovDDQe+sA/CvtT
YpqNROVJ1JlkL7eNu+5JZv0r4MufjbT/fAriQyb+vkAN8ZuGTTH9ajrgmDQs2gcj9/dtkH2mszzD
sg62WTHeGU7z6w+/wr/Q5/0mY/vHJ5Mu/xAE7Unrd6V47bd1zewX1HeM28LEZPKQ+EN8InP2cx5H
5zzXtv0XuvjfNIH/eKaPtMPzHXTt1u+wiqkvkoXTwqAlnr1aQdofSp2sYeA65X+/eP8nK/VffaN0
8jxTkNjLIrqoBv8gCbYaN5OJ39OOnvX00tS4dJzELG8m2PGMS2LryjGnfkcbrLz+99/r//qMPM8W
DK9sz6Hs+4fr9w9PRq7tuIWwO/rt/siURPTWY9W4F0VOTBLxX3yj/2t98u64aDktFJYOU5ffPqer
O2arloAFxaB802aaDdziAv/vP9O/fApPkojZkD2av2k5+wuGusw9FQ3lHJ+JtUq3Rmq30X/2FGI5
beLeeNNcW3CT/u0pTt06WmSxikr0R3fBaBs72yKS4N8/5fff5/IUn3fN9wRVKTPUP6+M1kqFrstE
R0N/yWKvrOmxIWT90HZWvP/3j/r9a+NRksdYwnRpmSHd/POjCoIVXQOITbRwtyeXC18Z1fNfUZ//
xVN8Rqc2P7Dru4H72wdSy1wOPkkFOEZpdBjUdBBv179KtfmXTwlMFNRUCBYZkn/+LIj3KZbbTpNo
7XvYt1HIVQMTmP/sG2NjYK9nCwzY2CkyfxO5LiQmdZXK56jruOflcTtbQBeNTvzF9nB5Lf4gpiWG
FvE2sYc2Z4vwmf/++dPwI6gRXJIZSVPjQDFnfWUbZvGeCJ9utk/S992//2C/OYI8fn1WAd0yTibW
XPA7/jitGsiKEBajDIJ5WHbgIwbLAB9hm/lBeO1nIsBjrRQy0cJNkmRBKKBEG/8VSd7Cbfzbh5cu
p+nldDRdQRX8O5RcC7mOcqzGaEpsgQ9ag8UJjXGVNNbh6LWI41oLH4VA6GnvpkIF1culZvfvmS4n
C9f8KfleTNyuB2bOsz538zStb67NXod1h9nsAfpfStfKqRTb+zBNMtswfVQPJNHCjrNJfEi48ohV
XZX51N5pQlzGXT216mQ2F17K7KQz8dt2Wzw5vF/VVerhw99nmL9R7y6Zn25potk986vBk1uzTVMu
CDDtARRM0/JTxypfI9zHq3hLrE5jVU89QueJYBQFnQIDEY0uCJIecncil5772rihTzdR3y/tutxY
Be1c42g7Re+fpFgKOFcEtZyarFkN7tO13220azbP2GVBkWambqOgduMhytGGH3Ni3PJtkRTF05RJ
dJlTnCynuHfM9mftV5XEtX15Zb0ikyQf0z42N+tgEZVHW0EzPC77yg772cNC6kyDfNVSoUaz7V75
pKbMJmMYK6UVD+/fvSsE3JqNVIY4Ck46P3S4iOVbE4jFrjF0mmzqxLHTbRV0MKKczHaHUKMDdCED
2OvMjWiWD2Yla6bp8+VPMYvZV5HB5wYNo+ixmCJj3jPqWP/I+25aN1mVDknkmnPykVo6eEBP6nwY
KYFJlzynEa+1KEoG2mIyJ+jQttUSWG5NSIDadnrXSTv/WkXNyQwU523ohPrMTBP6aZVNdE7jBmfy
Rsez9yZgAqHBjgMwgK3Q8nRJtClCegvGLYG67Y8CUVZ6lRMiuu56D1AVsXKe7CIbPPYh4dLDlVZ6
LMa4YVkj/0r1zlmajP6gjZDbSKR5ozpPvegaS9jeGT3SD+hatyYzpBjiSpt6kE9tuAxboNqxG7bz
mBXbsU+rvVHk8qNPsvbNqBbvdXLauazu/NHL/eY+MIlmOQ+B1QxD1JPCsc8Y6FubLLWDB34yW9Ai
n4wsKiiLppColOAF0lk7RcTDX7gBMD7zo28gatkr6TEQLFSBaiDr/Q7MduF21jYeNDPRKXHlrShi
2iClEpkBN2Gx11OSJjkyLgUgP34v/FXdJgkZPvw2ifdztcv2qe1nFOp67Wcz9INpvtxpu/HDmAbX
iOoWZdqClw9JipL0O2k11I/pRDcnTOO4vW0amwSptreYQtoooJGhWun4JIecRoTy8+CpSKfSvZ6d
obhJVSWIb6qE0+3KEjvy2SFV6N1Yxy4OrX62zCNia/AShvJsJ4qNnvCCYSVpdpvWqXu2q8r6llm7
+ttByPgwebZdXiK0lmXnWqpnQBUwTGYuqzydnLvcsgzikdZhDa3YktjOGj9GJG8TfOHVNVl4fWrQ
6jBRRR1lwX7FMBbxWQQytUZgaNBPQflEMvhmqI3+1yRmHxE9mwwqDzLtRrTCCGXHkdHrwSasikU5
ER+B8EMlP6EUdxA6LWWKs9u26VfDUbYAWUepEi7u7H4PYqxeHMXYd68GW7wvRCx9oKzNXlard97L
daZBFyctvoYlqTxgP2kyP+J7ZwTUMb9DrngRqmIPoLYwswZShbskhhsuUor3cnKWrwkk4QNqmzyn
Yxn3XdhMsxwRVKzYATo9liJy8Oc9mU6QATkxuPQDIgDLEPINmz+wsXddNCQVL0/JWzGhmHUBC3qZ
9n5xQSsR7yoGdlexgO8RVm4iu2s0qc7VWErKnLFKu9cSy0aKipMG52ZpRfNNti909qL0LbTEgfXu
rnJ9u7g+gk1OhdGGhWEjhxuSbGLsIRbeRukUIr0GdSb2rGUpNmPQzZ+rOWkLXwXdHLoIw6iPg2Mu
DwCp/V9B3YFWwKfg4LyALmeQiVa2Xy57wE8IQgasAGF493bXuwkJjYVzUSEylQ5HzqDIdmzNfKMZ
07vAssEWxDPelIvvPg/CaXTSr6HXBloiP2OwHgOwIDsxD8DzNMRbP8as+QQpqG2M+0yVCQg7pxmq
Y2sJUtRo1SEzdi6gsSUthzKKU9X9stLMGbc4yBtkozJDODPjJL8zpe/eOy6+nrI2qx8EsbR3uaH8
gvkefOZwXZT6BE6jILYMufE0zevyBhegh/0GP3QNK7t1fiacQct1aS64RvIYdBMtmwonxyJa0gqQ
ujK3sWgF6kORrEKFsk/zuxEYEXKJnABSE5g+sUvIr7qd49v9dFHstQ8NhEskEGbqQk+r5/JX0CG2
D0vdiHqT+sZy0oMzyp3Npe/e7kdihm2m3SlKRW9xrzyRtq9+hv4gnJUFuKQz+uyFBFmbWbBsGHKl
i7P8ooPluNuhHhp1EjVCjyvDK4MkbFcX97GnzAuclUzj7giJ1Xzwy5RXe1GePFioicl9S5f61uqL
HsoRDW5kpAMCsqovHe/clY68KN/NPCalwBqPFaLunt8lje9njrievXYwz0pKS4RdEetn9pzCCTnY
g5scVpSJbHP0vjvTnvYlyNFv8mRAYJRLmS97xIzD44gORgJVgrd6pis/M4TASBGEyKSMDyWq9W0w
JXIszPz6IXYyZOfdXLjRyhT9g92ipKs6ck7VngWboWKn+1i8xby0jUUPxiXuxatnN/aP1SSsfmBw
WG/awrZfSKxjjLKqzLhFaoUQTmZOigy507eUAeaXYNbUhRV/NpNjm+XAFFCYX5YW1h3U7+6b2k4w
Qk7cHrBMV9YAYExNImyrIeb5frxuOwIvq7BDcnBv9bHxZFQWuq+AAeRpUHItNwMOm6+18qduO9gT
Lxna1eI67npyImfZU/gVvkDm09PipCYmxbLGWwKI0Y6LBy6Y+M+8vBWPDJY8gizitVmjSZkF5ZNn
LAhwHQZI27bF0BQGjt1NoTcF+bVWKfSeTNPfCP0ZiRNhw75/V0p2uA1VltdGqwiKp5wmMLY1vFZf
lW1d5Naxxqs4datxkZ0w3krVtNIwz/MMEauz1OYWToZ+7rvKPyvBCGPfGV1cRqLSpHwOa2wD26pQ
WV8Z1A1ZxE9F7IZgZOxt40LbDmeoUaYUsm09R2IMaP/2qY8ZISl0Vm3dBlVkhP9jAIAxeAhB3Bp1
MSgZJYh0mg0fuW6q55cE4kFvo6qMO5SQhV1UY9gEmEhD9DHuew8L/rYHykow3JRTiOHs4wXg2ze+
TLNFJ2TMU/VMHzm4L3sL1M7cYQLamp493skqQbDn0nYaEQsVzU4tA8GRKs7KfFenc9rsUBBCona6
ojW4cTLYBvs4MvoXwHfBP1jqR8fQkj3D7ir0uS505xA5EsNVQ8HKDv02qH52chwuLhUhfjZMWrxN
1zEoDRsEe5zF3oStz5PG2KB9QCW9E72DSG5ZNQm5TkLLdld0nXygnhtw0nV19jxyO+iixtcOg0aQ
jEhu54VhFgGUP5Qe1clwTfwGGFwYcbpek35701zfjo3Sb6aj5me+teqbeWpnM11myBQKLHhfq07V
AyJ1YkvjNKUOzso6+GBqYTehXhQxVfXiBDfcfqD1IIKlGT9lOdgmf5kl5gUxA5uJnZ7BYW7q+nkc
l+rJlPTdGJt38iWGmPdzxjfhodNOwAePPptw4fRueZ0gS2PbJMamDjP2prM9KGx+Ii3kIwHgKYF6
Rody2zWyEqVWFtcflhITdjUMFS1af9fzQ22VwVdpok3dBOVFmNPkw/zM+2UW1Dn1/CslxdPdF8Gq
Pz2nnEiL5/bGFkticLbrOiLXHCUv3o5iXvAuMP37bIfJH1F45cM7Ti/1Jsl6L8J1tZefyWwSGUnE
tXWurQJ7kWMvT27eTiI0XRQwx743chnVY+L/9Auirh2xrprTyB4+Bnch7c+Ok/hEYix0j8V1nkTQ
Trcp1k2EvzLv7lJmJf3GQWJFXc099AowY/WLycJMVuioYRK6qplfU8Jg8fHVK4IFoGkow9pROz8G
VgK3kQwMQSjJE/jMksK4NZpy/IlKEBNHP9QUtGOFlWyrE8Isqz5jdl9Panpa6kE+jfnlzaxyI/3l
c119nK2hTA96SQDhTckkuLoAQcU40DcVkimLeWNYG0t9nwuzipH9E6YCJG2aQDJN6AbrLq6/Cn9B
Yep7HmLJ3G0QLhbmopbQwjgyYi2K62WTGrL+4RbYUOGFKZ+KyetNhodDQh3i4pD8jGWDWZLpR/Dm
EJuqOTih6kRobCWDmsIW/IhZi9hkkhQReZatR8+vR3hpcez/mErGS2FXWor7ulWaB7dF4LbF0dK8
kROYLuRU+AK/B7YUG45KgFRGjVhwwKNDbQtb37ee27X07vMmX0o+h1bFtlGO8d7KSX8H6NcpBpti
uOVEAfLCRl3dpp1a3lcdVM8SbXsV2tWc/YpVp9oIfnL/w+n75HsY54K04Xqt+62fGBl4LSIMfi18
pSjtRw/+Zht7HJnKFo+TxbVmo+rmEgngEIPuy2X8kF6Qvg6muKSAqoQuu66JSN2Yfu/Z7DqMlnfe
oCWG2DxwTn0t6Fp4lNtM4JduRbwB7mQ69K3VzmjYE8nxkLnUCAHxcZhz+0a0EWi1ZiHyGA8gAbzI
rXh3B6m2tq5nuVWLHh/pc+aXVBSD43mamVttna7Ffj/G2uVFZjHguPFxVu0keXyY1cB6aiI1KrPc
YLeSPTcMX35Lbjj3pszmb8Noc71BnTJlRPRYq2bNJ6hdbJRfazhmpARtutETCCXVmkPlNeWnyHXn
hMIbLLQrtp97W5PCH2UOM/AyapwUg+zADYa/luzLauvkXbK0pyzQztmr2vhZ5PFUO0+91cWe/SwT
JrbbaQBGiR1hmH104WvvZuqeHgRiZkhbCLHgBw2vslvNa3KcMd8Zpuq+wA/MFiIeUyenEXAqh0NV
di7eYvQKJiporEkptgLkPD6tTYIqxHwQOW7tyPN6ow/rJAXBW8k5/+Hh4y05gJF4brI1r4OQYCb+
Nxjhw2LEns2zgQT7xTC7C4ymXZoXE+7KY67Jbt305DoTRT/H2Su0Oei7IDmRiuZq/mUHhv2zz2sO
OnspuQMJf9ZIfzRXfaJI8rK40CexmpQWGsKNjaov2FReMd31TnrXG5ag5q5SherBIfI6wTyY7vFY
ibd5MFwYCbMknQWLT1VvEo4bLIxqSeEyLPiS6NgMZX2dyNLr3qx88M1TsNbwXhs06+yAmukVPjWL
Xyq0VYkD6HK+ruwd/8XeeS1HjiTb9oswBiAgXwGkYFJr8QKjhNYaX38X2DP3kMk6TKt5PtZj1dVT
IhCBQAh332trqhxRc9aYA0tLimOY4E7oW/FJFuc+Cd7ZouLhqEdEiUYIm2vIvFYXLvW9jT6kKvqE
gFL7lF3PLbCca7l4htZuKAe7voGl1xVnMel7y9MRaxLVpAilaXf+bOndTR0O44IQEzjgenNCBBDL
6lbrUJRhYn5cjghmAQ5kfR15MqRI2CvpzKR0ILIYYMvQ7pbSXd0i8b4UbZkPT1ZjGOlZUA5t768H
1RfmRgtR0XsTJoPyrjTJ51bOmAPEk/gC4NvUizBqji4pKbDkjYKNir3uTKFwsWwnYHuS1/rhyAaJ
O5hcZfiFzn2NZMewfSxuqJqmJtAx+tYmsqFiJU0NRtlNJlIYXSau8Dp2tR2gfMLkkcGSQxBqa0vD
vpILtBgXjU8i1eHaTk25YKtJ03fUgM1pnwdNDjmxG5DlhGqszZupKzgtjpTcYiQ4CIKReqSZ3Ljp
QE6EJqqiCcFtX3A1uGUNjM3AlWZtapEjJF3YQwUtWUAVxjvRszec7iOTYOdEdRU5iCJ7z4B2sooQ
O8v1Y2q37fRYVqsYhSzGqeSL4oYxeI3MBh1oLvdQJ5nQ0VidjFZQDTc6xbZGRwiNuP9Fl2uySaBM
TXWUMAqQAIoEqMrosIfDsyy6ZrNqkjvoLgZeD6Exh9gd6FV8C/Ue3pAvKqs6Tmpdj65GqsMZCWMU
NjdyEHrHI2WYKNrSrgMRi8ad2L8HxbJQJ4eVvTCER7EVVCmnqhBObqkBkMRRQmpFdfXMztSHzK/9
K1I8BfjPsRF2GqF2ruNkPJqUZlTmVUt1RGBtEAq1Uk85GMatxIoTgYCSGDK3JKrHhdy0Mt6Wg8EK
64xlmdYng1kLduJeojA2Qaseds28MsyMLPQ/Kar/qxr4UjWgauRk/veqgdu620f6fP6J/yB9xL9k
0l2mYVrUuVMsSV7+34UDuvUvzRZkESma5Y/INpms/xQOCCoHLMICNoArqvn1hX/zn7oBof2LP0NS
6D9/qfE3dQN7WUaKGWyN1ItuKHhSyeq+cR5s2V7TBqL3c5bLj026SFrmoLrhuIbm4svI/CGTv5fr
/qctBZIvPeYMY++l5iZZjkRUJWJl5mZDltmILnrVtNZEzbpNR9biOokL6orrcD7A+NlLCv7TMm0q
ZFQpI9hnolujoLRWjcQqCRDdFXq2CBfEgUb+OJSC/lmgb8iq76W4M61rRVLQSKRb14DjwQf0p8kh
mt1+gu6fvnxpZi9Zq/SwNSm7EAQY+uisy8EyDFUt3ZSalLB3+U23KUYyIsRyKHLS0+Qe3+nLcOyC
A0CjPTtJ499PomlAOzWNzPFezcnAGSK0Bt7n4Mqu8Bq3OJXcaMOesFH4kZDdsOYC4CBoczkMX1KN
7mYvXLN3CO6PDjlY/PEdA6j6z9Msv/6lnoG1NzI0rH9X/RAUSAD0E2kcDxl7779j7lnIaU3d5gXD
6dp3F9a0aRj8LhcrQy31NQHg9IxaBgokxVj8XS0DMAZqT0h+ko6lokFW9kZXE01APS4rPoF/haAe
G0vYtodAW2JBlH1NMS/tmCZVDMxZCjT4LL+Pm9xhqkCFGztLTR7JofA/nLdq0U0Nt/fQzzda34Xh
poyE9iIoW54d1fBFSTaJXD/xXa4lPTAmmTCGPgxccjhU+zit+qCML5O+qgIq+Sk/OddTKQncSJSo
W8nVYc3NlVjRKW1Tzea4TiOUztSnp+Rkcnjsl52IwW6QIZKRX8VEZV1TSlXrNJsYmaM4KXU3ASZ6
Zi012rZ+EqsoMojOycRt8LgzudwGowIdxuw1D9zQdGsOLZAJUgGa5Y2a1KbbaPlxUyZRY2/Deizj
ayzgStIFQwX9yaoq6sCpLrfv/KrzfQA23GAhZSg6Kt5J7wE9SJEUv2bc3bltDqXyOGdEGPn2iFms
AK7jZiJlHBAtxTIKDxrB6NVB3sSbVtMiYtqZFTTrGZy06spZjeGEZBacRuOQysGSKOVajI2F2jX0
BfFyPNGJWkXt0ZilWbcNZkk6JWzLYQxlsPWmFWOpnAMD7irXboNWxcvOB/oUpkqEnLOTpdOItHe1
AfyKaGQwUuvNlmOkUhvTHq3jAFdd27PNqfHXkrAoO0jGNn0WVAp1q5qj2bTOoxEqSILMYOaKU+Ur
RKe5tCDglAu1VkkIGMZkXVQggy/QU5uXJEKMF51vpHDTtE2v7D7kcDKENmSLKBFlBDXHmHtPSFPz
EY6cbjwOXFwm6jFDr1pq4XCT6JARUMgOM5mu0LS40CpVrTh9qaav7J9Engalrx4jLW8zt+GaBfBD
snIqiGXtVUKTeEbVguQ7fLCkWcMyhD1WmkFAbq0N0kfNzlNlOQrD0adspPxIyM+eohf0XwPCyBdU
686UvkdjULuq2fXnw1Tm91CBWGCDMgjOIyEIHJpkdC4bCH6zI/KmL2EKSP31iHz1bWjKqEQZN4yE
4iqp1pZbTng/V6Mfe5lMZYNjRQNhYE2p0zN4NsSZx8pqT0hMRGBx4LNfqp1ISe6IaTgTgRhJ6/RR
d12r4MM8LhbNrQVD9ohobE1oIjUJsQ6yrLMvyBI52inTEleKevlyCrMOjnJcl4CxAjxliYZJUPsT
Jvq5KtV4x1SEoLeylCL30OA2k4VPFPFGcqGXjws743aKDPeJlA3ASKaZdT5UMJcZzHZo3c5M5SfD
xgwcRHpklk6BtdCV7fd8lz6ZtQ8kzcZzO09UsNh1ES/wCCU+z/1yumVKgVELQiX1KCkZRr6yuASl
w0J5FgcKwxQjG7hqWEMUtCe8BkrtJz7qGbnqqa9nGmdiQ7QPU29l6HunVvciZsxVlkOYgy9TZ+85
EHCMZWKRMG/JZnYMjlyyb+WVamy1Ks6OdYWSD5eQf6pj8svHjdC8rBLK4nORwdgwkRNO9dBkLgI3
tJARLLLQU+Yp6VyVkOSTGLBfY5bq/QWO2NoIOteq3mVZAh5GfRysqUlSxhNu4ql+EiVV2zhpSIH3
2ozMOVk3VWBrqwGorLyqDF/XHEBbRHGlkg/hsoxLeNxRV0xEFLOy8vEEbHRr5zdlXTuzXtW4Pyy1
Fxttrur5RAHCf0e9dae6M6bb12FDLAonAyGHrh/1AlaUIvR0FRZxPZ+WQdxfzJTNqY4yKalw1Lw5
B5oRlytdacwRrQOq8UWSpqO3gNQfb2XcpQcXPc4othrMMF6Y3OIlFxha2bgzax+zGaXHdU8sCGZA
JCHVyOVcNjYGahuWwdqQpKXGbew3qh2QiCKI7g8uCbkocyj/CdvVaHUJ2D1Sd7PTmCU+FyTPsOts
O0xe1si+zWGVRHJXIeCwhhst0U2SV2E6XBl1GSF78XVVHFNNEA7omim3ZCMIU2uba4hWPTGP+sWo
DpjkleYo9FUoJ1SPz3kEhkEpePh1pheqdKx0ql4TUy1ArcGBl05jpS5vOWAG2soK+/5MVmTJWOH0
mVor6iCphikoH5YpFlwq3pJFCuQSF4alb8iQ6U90qJokZAM9RfokhyJdlUWstjcG2YrBY+MU9/pY
jeYWZeVoX0mGz4BJOW7a61CFWOsiMfQHh+9LL1y+HFIVVBn5/RFCFSGtIKoI2dE7siaOYrfxKcsq
2WGrLo0jbVKLrVwG87Vilpid2L2vXwOIIZ1W+2rOoXGqak/vStugxgeQMH+FmtbxiWX1w0fZJCao
vSwmfp+xn3O5xlyn3ZgRxQK7lLJZjYr+bBG20jcuqbmp3lPbn55PiWo8tC1YyBMplJqClQxPAzLR
mjipRAM2SYvMNlnXgNOePu8g/3dl/XZl5Qz3v19Z797z97l7T7E0+h90rarxZ/5zabX/ZckGpYDW
UpSnmkuZ978vrab4l9BMTVCq/E8VJ7/070urov+LKwB/DzdK5jVwi/9/Z5WB11JfSh28TOkn9UKq
+Td31qWk/suRVdcNneu0oVIcq8umwq1678iap11GfNT37s6pHHDeniLnInLOA+csdM4u3je3u4+H
t931l0H6w+1V+16O+LPVpVD9ywVjZt3TM9wXvafKubssnBvKvZwH/uPl/QSZx/Lf75vV4/3z2fHd
2cnz7cf17fHb5eAceo4Dnd+7/8EVGaU5ofNFcafIL3V4wO/J/l5z+rOfexcClXy9qi/9LJyHu8vM
KZynu4e745d39DfOA/97ypzZuXk5vzo6f7o5CpyjK+fi6Orq6OTs6urEPVudbK6ONldXu+Vnq91u
dfx0fXbi7q537uP1mXt9fXx+6e4+jq/Pdpfe8fHHgefXl4vR/9TM/nj+/cJpy0DFJHU8/+nT6cPl
bnv6dP50/PCw2dwcnz4Ezurk6mS12Z2srq7Or87X58sj7i6vL4+vV2e7A3e4z8vTb8+yV79LFWZS
NsgGGcuXZdowli8vN+8XgXNDHIJhvHq/iRhLNLj8tFh+3LzfvDO8N+Mym+/5nfelc/EYOh/Pj2cf
b4/Pl6Gze75kdj1efDC7Lq8/7j7eOIfyz93lxx2lEs7D5cnJ4/Pb8cd16Fy+HRhf8V2Q8XN89y+m
SUugC/yk561Pve2pt/x77Tiro/V64zqus3L5D2frbb3fP8BP+7/fBlN8/wDLAIQ/+nCKLz+n4eXb
x/HLeUZ/X67eA+fqjLHKnZPH3d3zxfPZgTe5fFW/tb0XXWgHDenhRKclY1sZ95H8FCQXJG0WFJlT
yHe/d/XTmW6/OWKGhqkLTRHWvhOknshdyhHC9+ayOo2Gk64RW8pTnF77qMxsNYjkaR6fI0mQnb7S
+ntNwxVd20nz85TcDugnu5tARGe/P9Uf191/wpHE0WTZ3pvNeGjllAOEy2y+ecGpwrmKnJeXi+eT
i+fHi7O3a9m5ezv0OX+qKX4MxWcM9J9G96bbTNUZACwabWRS3vq9SalCgl58uraorqpbH6uKY6U9
ENz6scUQFeFyaCsoutjS9mvPJ0ldApLV7BUV6QhTiairs7IhIFfez6+/j+t+WybFcdrCBGePVDWS
ad/ndd0PbV20kJFx++pPm2ESz702qFd1HGUHyvv/2JShaOzPsroEmL83RXQykm0EP15atfO1Pgdt
7E6EQMjfzNnt791aHvvri1u6pRNSJsZNyJUg1ve2zIJaOI2SNA/0mH5uN7q/wu03PTAp/9SKwXdi
aKbgYCHvLQp9Db2RaKmJfrObNz7FOJvcnG3v9778mIVLZwyLow+RegQJYq8zpR5BBp9UkwT5aKxD
Ytz3w5wGJKF0anyjrFa55/pt7FWJBQYbMcNrnKMcdX5/jj/21ibEiXgLTp2x11uzC9EFFEALwPoa
hJN61Rmoinb/shWLmKOK3JFstkGkfu+k0+ghVuB+RwqrqaMNBdmUHQxluPnbVjRNttE3EZNET7gf
4AxIQA+hYZI2r2SZiGBOTC20gwNv7seMJzatIIhexDOLVmfvuGQ00M50MmkexG97F1aK7RKn57JO
YuzAy1GXpejbjN9ra+/rsrESyojzjR6iCqzMkqvMMqlfbrdd5x/FZrNKpey+sEhP96YbzOWWebaS
KmOtjN1Wga4GBW2lj/OzMDSPUDQcon500CnejvHfLgTLowoZZwBO01Bw9x5VVnyB0IVHFXlcrFtL
PAgrJB0dg678+9eMpZwmiyXJxe3h+zLAZTxLRSFGKssyBM+6JlPeJswDU3b/0GrSHyYrFwL6Qmpp
+XC+HM4LH57bWBFoiazeBPsRDet06NUzg6pUyn2AJv3eqx/vmkQSdxyZXBZ3EF3V9r7EqJVQoCn1
5Ckn9YV+3t3lp/WD/aZBWHPae4yS76aL+Sx8nj+iC3vnr2rvkM/5Z9bq63Tbf4S9Pg9jlSJx4hGK
O3EtX6GsOCs+jE2wE5cDSp4LC8TYrXwRAxo4arbinAK1A4vv/qjvP8HeqtiHAjwkqDkvqGLHarFe
D7S1qg+7AvLi7wO+dOZrZ2FWC4EhiI0Mm5PHvuJOivVSbpt28JSeAj8Fkcg1gXT54UArf2gGKTUf
qWCmstLvjWlQCl8pzXnytDA7gusweFOvPFgIXAgbL3obiqwSYIO3VGdsRnIEnX1rZpCAS1+lnG12
TNjMdvUwD+tOjxwlPE7rYZtpjZdJpyqBSkUGI0Dxnoif7RB6CJ7Mw6OiPI4U6/jlkTJNm1l+U3mB
snRvitTBK21lwk9JoreiLQmspmsdKNOBtesP/SYFbCA0IEdKBH1vmSxijbIWn+5mxWy/jEmgPRVZ
ujowuj/fIWcqTRBoM1UTp5DvH2msGFitgKTwtCmT133dX0K4HHf/TSPs1/iYGEu04XsjcARrakSa
wQOOR+FqQhogpY77v+gK47Vo+5kt/OR7K4Y96L6pxgNw20acIKicyFR11oFVZv+qxaS3FAIcyCdU
IVSxfH9fVjUgxYYSVv3gjUmymI+mQDbIip2OmElsiiASbjKN6unvA7i8hb0vzVKI5TN+Mt+AufdR
+0FWpODkB69vrGJnItyochU48JxK4BWbClWbgkGGl/qd8vezkKY5dVMYwZn4c9H90l9dZFKeJTmj
qgsA3bXke5S2qNvfO/iHuY64H72zTCeXi8zeqOJsJ8+11GNjEpjrWE+7ncKue8jla39xXF6etoTD
0HEDnN8vd5BS5KpFkw0e6lRBjoN8ZYVr80U/TNYu8SeyWMmYrRt8hfktQlk1Q9E82mO61Xrs0kk1
m06cZjflYK5I2538Pgifx6v912wYBudzTuh4n+7NrUDtoKCwW3oKmWZgQ22dv+ijUp7XEQUSlFD7
VwZ21duZ+ykXayVoLpsRVhtlZynKF2lW89ffH2mZWHtPZKvowpH6Uhlj7FMXQHMZsCy7zoMYA5xw
EhSmwVhap91w6PP9U1MYpHO7Jr9OiHNvkQgVe1hANp3XUQoI6bkoRoqeMVSlktNv+gOLxXKY+t4x
1iFTsRSb+cC5fW+x0EsrQFPVd14fWcAnffQQbTThb2OQv4IOG53MQt6Go3pFWmM8cDL60VVFlq3F
/sngX8tn9X2248VRW9iAVJ5NljpwTS1dcuBmn6obnJtr5UBff8z6pVRBBrAL7USh0b0NVMbQSKTk
07wprs5TqX0oBWk835yeyBnLB9aLH0uVwkKlq9RO8SO+ZHtnS4kyVKDwZkIltNmu5Anibt7N3ZHR
Nv1VA9Kd7WxIN1ifW+vf5+qPlfmz5eX8w/Au0vzvo5pKdtfXjZ14xkSGU5XKk7orAxcB2hN2Ltu8
yIMD7/HHqkWLHNhNRbVZIZHpf28xEs1IXN1gWawQYZdYfsNfK1Lv937tvT5jua8vZVJ8ggBrtP1K
qYxEEeWnM0krJdbFSWZFaXNlZBQ+Lm7puGkU4ZiUB3acvSlKo+ZyGVmYMizIBJa+dy3XywCkUo3Z
aVk2rxHQ4Q15PpLr2FKJ5987uDeMS1s6tXWEI9jZNPbv7231XEJ8kZCFbNtIufTj0r+J5qz8u5f1
2Qr2Zui6ILuACtk76fgziecSWxJP4Ci2mZUwfq6FCP923JgPsCc4XVC6w5q592lT9hoYxcy4UVEM
ojYTTX4P7rdM111dNQfO+vvXDYIelBxiIagwy2S6tDcBJ7hdadVTJQ0oQFhHZqkRCUGwD8jQqvVU
u5SB4lG4kVfTbJyXQ50/zqUl9U6ld1O8wskY7qUagW19yuq0foEIn8fvVi7Vp/i/5sMqBHePP7kW
qfjPjmDvm+N+Vhs8OOPEvvzLaUBnLHJHvCMyScr+IacCv0jdE50Rc2zjP4vilJyuf+Ck8eNrgqzD
VsZ3KSO9xGHw+2QzJrvqJ6lOPdumtsDJtHbEw4ALjOVStis9Kew++t+df3lNCq7u9uKdKGzWjL1J
0UoWakc9zzxCctVqiFG6woMrDkxwRfDoX/a0z2YMha4Bg+J2/xnB/nJUS6Ac+r2NA0A1wuqGZx2c
DVaMPUhfzTtlsMrrKkVGF4RRsG66MUSK2YyOgqXHxqyaYIsCV7n/23e6nJU59GvASJaF5PtoZ1ar
RVkMEtymzH8bQcxYo0EWB3r+YwFhfAnfcXYUy6aqLgPzpeOIDqIsq2glrvXoGkfk8GKIwUX/fV9Y
PpZghkbN4ZKd/dqK1MAUR3SfgmdWYVd2UreBn53/F3OFE4EK6oWvgNPq91aSsNCltLRTTtk9rjDj
oHrUrUz/TV/oCYEmGqKW8XsrMx6QFafIlG9aST8KgFYrTELC5EAze1vy54zEXlPjzRD/4Xr5vRn2
zQaHOJpB2C1dop6HoxvNVG+0YbshLpccmRF4zd/f04+ti9nAtkW4gOMdXdsbwTlqg4IK/dRDaNx5
SjLKWy0BQk55VXbze1M/Jx4LCGdIzjtLFep+iCuh/EJX7TH0iKZyMVJyTLTiOU1K7/d2fnaJuWDw
SXO41iBP7e1d+DZpFKQRiM0BQD6UA5eAymmaSDVWtt6q4v335n6+NpXwPagCQTASKvzeCKLhMxq2
a5or4IDWrBII/ocJsmSJ/9omwTVgK/NqN3/b7PIda8qSC1nIfcvS/eUzjjFBoeQwhVQtY624MpRG
qjZ6tYBzuxqihsKaFXtBltUHIq97lwGm6TJlmI3w84g0faavvzQMQqCHYhJKrJSDfxwWZnaUmAFu
TeM0gfZBqi2liXRGSRZkHHwqD/T755ZEhEdekFWESGQ28+/9pqqjHiGF+65JnWzvYNsdZmuQJTHW
iZkgIFyqVq8cmFI/py6NwnIy2Jm4CX9anX/pM3y5ItNQS7n4LEorBDhUU8bxeKCVnxOXVhhfVQHv
rDKlvnfNjiFDEKkDkVD383BSRznxOeg3UuHhqmId8rr90RynLhVcDzmMZV0z95a1oBs1vQPZ7CJj
ljddFt+lQta2sDqiAyvbj+FjnmAYbBKQJKGmyHvvTGq6rq5D33LlNgzXFuJlvJeS4cDw/fgQl1bI
cjExObqyuX0fviAoKtAqgEj6ocqvVMBPTxWHiUcFbPGCHUHZTWmPcfP7d/hjFGmVHe7zasoXsT+K
ZCRtan5Vy038Md/llCQ7Ta8klwNk5vXvTS0d+HZkYfD40Jl/3Nqo31+G+cssNCL+r5n6RDdUzRqb
AXXsL40ulaLJiRMhB6fcaGHRtnEbYC0keixK//bAzqVjiQYRWOZvMtW9KZM2Wk2uCh6NGNhqpVLk
+NXBGr4rKkv724vO0hawZGIc/KPuF0lN0LizwsJLLIy7ctclUnGqatGh++IfXp/J9wwvTuEgwcb0
fUxBaOWZRBwRSpqcVCtJk+xsFRDVlSkqDcxDAcKfzS1fOEVfKvsSmZe9A/UIJ2AO2B2BWBv9MRwe
6Oj5qJybmZatfp8tf2xqCdaQ/Sd8Z+6tJkGCEj/F0NXNsIydvF6vYB9VEv4IVadKB44RP79w+vWl
sb2pqUQlUKx20hBO98O6VPPBwTYmO7D2/6lLBN45r5CY57Nbfv3LB8AiPKmT2msuTh2IB+O2Nq8C
qqOhJlh6+1+MHxpV1eTAws3+s8zsS2NzBAJK7Ri/EBbZWmtTGSWLJp2olPsf6NePPe2TLEryAvAZ
kaf9kP/sTzhaxTSlmF1zGc7CQjGcyLgwphNe0Hl24DP+w9siWgFjEoAq5ur7jMnO7msRFY2G51EL
ZSGTg61tZoX3+wT8YyuorFiwiN39CNA2il0WA8W4boSN+3kep+pR1sXx316El7Ej2k8qnpg41/vv
c2IMW7WwzZRpbmLomTSQ85Vhng5Mhj+8IU3gFY/Cm6wo54DvrfBXzw3IP9yo2sB84w2Wq87ACSCp
GvKlVJj3BwbvD1OdPB6aRuIvXD30vQbRo9QSyQTqMySkKC4MMlOjVKKS3xeiRHdgg/65dSoahRIy
emKs1ohgfe9eBEdMB1koXMDjNlz0EFx93g/2aTCUuMkY9nk/yMGBgAzX+qUX33Y0C3Ir0i3qbjlI
2vtRyLaPZ3VOFoJLUbU3peJXw7YVUXtCOY/AMqbUkTvmaiM9irxIT2Us4oj0T6UFuW+OzXVi53gg
mUUbXQUxlDOn0VAl4O2ogU+vdWtwOxFk1wlMQQHhqKBovjVqIMgcUdvSRUgVXsOCKnTU221xbJVI
RtwAHDpCRMPQCeBJo3qrVnrzmCFlw/EiAILkdm2hrgNz9qmkaTXtVeMPnyalBjIvEeaCHQVwhxg7
KEFxJZ3Z9hiLFdMNrhTKUR0uFRaFHhQ7GZriuy3ZeIBmwm83SeXHJzgWBcQPhW8Hbtjo8TmlLAut
oBrSbS0NSbBqK9l4KTSCWU7XESp22iYpThBPVGiDokrC5rs2VUQMcRw8Vr5cIkkKGvrUyLE4ngx5
wiPY7ywiYZBSEQxMcXGfhBheM0Z+d8NlN3nsgHqmYKvIZzkBhohXXVHGE7ZWbPcOh7wIDqnVoBRS
jWJaK/PYvAWKVMSI6JrkxrZSMR3lYPjua2nOL6lownA7Qzhx04sC7kOTttFxV4ITcePehItaobDa
psGMAygQywyHER8KmwNDSboAlR2DF+UE57ZhYXVoSoDqu2asj8jTLExpEalJw+ncGFm1MfGrhIiU
imF2hjFAVAoqYNjiBg000Ao1MawCI4weJ8UIHzHKwtyvbkZVP5ISi++4o9rivaH264RzPoM2Nbgu
y3o11rg/zsEJtmJtthKxaT3HME5UIGWBmbnAGTXhpk2EbKjV0vbFLAeAAlmUaPfADqDHTY1+imuP
8VSRRzePi74MB6frzeoiUbtBdTIbCIqDHLG5CnwcGV1V86sFiDCV42o2TCwCEPHMWC5OfWat+qYU
R3o0h9AVuB2QuQethLNdQmOuSCxx1KAseUnUMb2wh75468LUvkdUG4/uTID3OCjr7EkpteaevJ10
G1WK9hrkCw0K/pcVg2QZwBKaZg9GJNI4iBlRr00rwGegxGTRidHNwx78lT1jJN3oQrmx2qnX0UvZ
7QUWxKXpcsDDmwSjj4brcGikx4IJ9BGi1/S9MZAa2THwgedtJSK47lnhb/rJnh6wM++AcTUddplI
XQagGpoFXiw0K3WlTrGerbkZB/G6IBcL9q8PMUoj1Dysp1lqNrY6SUutaWLmnFQ7IEmDps13WdpX
xwE35WgliVJ7m8weH1ZTGc1ka9h9hSfkCGmh5uymcV/wJ7BfQY1kJbTnbicTKrsnUjbr67wX0mmF
0vNJwvCtPaJSIj+W4f2AIkK8dRlZVqqtG78NjpK5ggpJ4nEBiiG4S9YStUT90aByoljPzZyeNmav
v6eGNV4ZVT4bUND6GtExQ4CCNWtr2cO7N72RKiu8k1C7n6tDg3A1gOkRULSStYbbppH1NCtjdZbF
fI/OhLWfvSJDWujrDObfrhfjaLplI032KhIqC5UwP63kDR/JFQTGPPYUAiUUO3IOYez0Xn8BZTHU
UFfm8Y5NyDA3XTNh/TUqoKzWiqTqSGlhCOXr0UriC5wkLBk0ja7fdArWq14pphDCcFt3Z82cwR3s
oUUkbqmageYmsCFxX+KjV9wB1ihiv6xSZM+qWuzpcQF9i1pAKRibh+1j1zTNxSzK4LLA5O9JJcjw
gWNvxaoBk5voopKlHhMnAfCSQmdyI83P36OogtNaF3Manlcy1bDkm6bpOs4yqk/aMg5ecU/JPjBV
tiZv5FDeb5VpkfWO0E7od9vfqW0H21ZHdunEzRjfaFVjPHOAr6K16LLhjFoD5cMfs/wcLCWuVdY0
Fc9DxUftdEkjXmzsZsZtx40a3OaQpE+Yzg8ypTT24glESMGLRFVkuzaKulfha3ECblEaX6iMGuW1
zXif6hj++Qxdxqw1qKZeGxmFASt/hJzrKIEEk8yS7CHZqFnUX4axL12SlZWeJ3kezpb79tNQYHzs
tPCZ7nJUhR2J1KgjkwEvROD8NRL7DfWRLAhqO3KNKVabO5Fn3SuHqfZmGDsm28KuupbhVL+GoWBH
AERd84GmSvUcGP3E0hj77CQ6HsBszTlWJ9idhbnbyx1cVe7H/h04IjuXj1GksQ9v2jbJLoXc+hns
nUYAFxzTMnaT2E4uaq1p33qR+0fj2DavAM98EIc5L475xuRFuIu+jI3NeMGfF8Zy3SiQ+noRP5ap
UdZrwU6Uu2YArEwaa+PJTrFwxg6mRFgoOq2E4SWk/klJImxWRkk2VnxXEBapd0hPEhPbTyc0B6TP
UzHUjA5ILYs7R5LcJogBSyiBEpxCn2JbEIoVKx+iSby5cEkyB6TEPKmDJ28SApnGtZnHhUixg+pV
6VCPynyGpANFcT0bAUxICzFm78yJQqt21KvhWjNKpHus7/qdb836tDWQXV7DTbdxtpLCAgof9Xwz
pfxQ7Bwf5LUAEdj0T0ie6UVthUWxqabMbBCmjXbBoqtZ903jW0yDILRrYGXQdR2NGll8aKM+w5+L
8whC1srubsdkNt8a8sK1JwX4FDAsjT26djxYr+mQq/cVar5jrZ/iJ6Ju9bmEtcTrOBTlqxQqKIyJ
ucASpOLdVzbs+/FplUt+56L6TCQH2lJ45msRRyBV7RCM+pjX2Gs1MjDgnmGi3yRkaGWvr6USPh32
R1DWtEJ66dpUfQGBXHRek9Rxw8CPFotOqt3LVBXj29Om/rQxEsiyro6XDQWUaTIiDvY5V1qYe/DJ
09uhb6NX1U40E1u5KpHWSV8UxaPN/SvyJPaXwsMAWb+GVhzYiFGDkD+EEBavy4ix37Tg9N4HS8Z4
OJ4taV5LXZY9cOxE0cQFIZ03TQsmkhIj0nYnpl9E/nbsZ4PPrlrWw67oQrzPBdQlZrNVv8a9Lndr
coxwBdmWUOOGWTwhpYkyKd71RJc1D09KG0G9wTJqEpgAc7IjSNrQ6TSW4+MOoyt4Xqj+Y4wvInz0
AIWDs5NW2tDm5sNYZcGNmYz14BIarpMA09naCI7I30jznSXVlXHekk+cj8q8mtOdmadUnSZRx+nC
jWDsp8cS5HPEmF3RhhsMlqfkMhQhFpAxPoteIGRJ3gEkDtSdnulJ+6aFHDJ7B+Uu2IOMqGCKkDPr
JjcHfzttBowUqDckAWj7Kwl2VuCFfdlH2CShUnkM5rn0xy1JpApOsSb8yd5R7JM1J7UCpdxlOdG6
65TzTXc89ngfQ65in5SdiNKeesXfLeL1VASDfYszLqVtg95b9hZPEqFdCY48vjuQf4yvizKos1tr
UJMJprYpJ8G92VkwukEDW/JDnIN0kPlOcPpk89S5MvA7deuo0Sr8Q3PAtTJXAuqTnKTMQHQL9lHF
NVSgS5jEZRm+qWwG/4+981pupLm29KsoztXMBRQolJ+YMxFTWQaW3vYNgk1T3hsU6unnS7aO1D/0
n8bIS6FuBMkmYcpk5s5t1l5L92OT7TKABPSQ3ik1A7ftJwSR12bcNkOQlB26bMc6Nod7BUL86Qq+
LUOpViHUfcD/DmDyY1SACzMa3q39HhbhJK4OhV+rsxzZ+gME2w/moo2zy1qS+HtIFvf65BqVvp+v
CYalsG+PWueXrqL+neMTEbagFgbjSyQgs24eygMUZ17YAz64s0J11gukzdRZEDXGEdKFAZYwKL/C
YYY1CMvyqe0VltagR0rqq/upwdMzdBmQQRrKbajGkAMzfPGqqnpY2Rzb3NcQUOFdtBfVvBgwrjR4
IGM3INs8bbo9OYQPe24fMw8mM3XxAnV4Y+1KI++Gm8rKdDXomhgRxTFs6+GBXgpTbv+HPDs+HpVu
gFLfNPt9c4nqH+UIOI6Tkr7sLGoI+ey47N7mqZXiqnWU+slI6BH6ZuAEBfxV2aoc4mFaLZKZvmDP
Utr86Eazusj8OILVe2u3UYxM5SExhytlPpaN0xla/2wOtDJcqg1FAUdtmnn/RiOHXniWPgyPY7LA
RFvmQatdzWogLgyzyb6hAKYUnooseClpl7XIgyHvUAR9HSmo+2qdSURha3oz96exGWGaQ2TRiryk
2dcVLh3S5eYHgmnK/mJsURbwh+Ok3kOjFh9EgVd/9HukwVFVX+Sm6naoDsw2JNxpsZjnKjrF9kxD
Fratk2Fx1zGIhQ9PQQ6//T4pICW2M81YmkiXq7RQd51ZBlM9ltn1sYVrFj71tst3aYJ2xw6ZRNBD
R3SoEXWbHabqljoFErf9DFmejT5USXd/0MoiMZC0JX6DHwDKi8AGpBavwj6VrAPqQZ353aGpPvb6
2D4p5jQhHzBrenMFcXWYOxDOoX48hIfwxrajFh1mBJwbUc/VQwbbR52WIq6kjmJPzntNuVmFGDbv
CaPIpM2UK8ggjzB7LkZi1goKbExOgTa92xt4R/yFS1xlXSlpAI8hmnyRnRg4GfoigdukHI/D1/GY
FvYV7BHt/ms8KUW0TogsrQ38I1YKfSFJDfSk58diG6ntQr8YOPHpYqYtDoddDqsB0aedNYgh49PC
7aBFYESX1Xxk/reHSjPg5tBNxE0haFNNfLspzB+QHp1VX6akHt/j8aAjBlzsOc6NNe+wXHlMVtyD
AXq+Nq1mwnDhA1nH+x6dNng6w7mahsu4s2FYNuZZ/qBAoWJ6Yz/fX2lVQawe98Xe66uEvg1uWPIR
sqRsDyJRS/UjaCbgJY8g+HW5dGuTzROr2yAbTPieqba23o8J7ffpqPdbQ2+gEugQRii8Wof1wgGG
svjoDgqwLhIM7AxtWtWvOgS0BGKtOV4lJkg6Vk+GDkNppIg8pC16qT6fB8puMQv1J0Lccgqmfszu
kciJJi+H4yIXcNm0sPvonbY9JmGpeuVQLtqglf1OUPYgghHAPZPBijyZi8hrhtT8mJokQOqxrAIo
nodt2UvdwMqO+i/szfnBmZQDVHRHMikzZ0yTdGMWMTSJfWynBy9eVLWn1MP8q9rGxWJZJnKdN/Na
kl0nph37VF+PbkzL1h0jQhYBt2F/0yHsDiu7flg0IqmPw6txUIy30QyLDM7ccbqpuvxIjm2u1Duz
QQhR2NNCf+yapNcJlwH/1WOuTKJDQOEFChekSup4GK2AmLKoLprZvIIZJZ6Pc6jvs/j4Zpot6FpJ
SYxC+8zQ0xd9yvXtwt4jH2KPqAh6+jwZbsmQ1IqnQfdwm1nqpLn5YopHcVCq/gH+FIgyigNQYvcA
gO65QactFMZBaxbiGKdt7ShqNf+oxwKS21GhZiGOh3k3LZOZQtp11iTVOwOXQVlxnJWDoNUs/IIQ
/YzEgNYckBawteRJiaHJF6idsnmGdlV8KRGkUf1qmB1hWDeG2fOhmGD7hQ0oVZRlp/cLVHrUEC8k
IUjsRQufI7Q546Bwi8dWI4NdlNVXU03KHBndfeTZ/Zi/t4u4JYYt+ycYvnpTwBGChPRRneGYR4QM
9/TxHVLHgr1Jc1vUJaGOGI34bh43+8jpOg2S0sVx+IgKEjyoKSDEGdhJqL01qtSYzpg7l+p+BMFo
4BmTvbQ6OJlJRvabo6YrbzM96UeYus3+TjkALBvTo4p/UZPuW2b93J6E3ueVgqrPIUJXGb6vt6JL
zZJgtYmfio4cktTCAEk8S+ZTgRevHUu0Ue3heW+lCgp20HbmoIVAOVsDPRzZwtxMaqNWMKuHqL3C
FEnuDMPSEQDndvk8LpQGmgqUhimexFlIfKZ2cJWmeW5MbnOYYWyVEa8WRe7QWmBnDzrJzOZ4aAQN
ULEBzetx/zbClmJAoKvZOVY9mREK6ZZ6hTOEN5tZe2hwcQ5bqL1HjqyVeZiL2GLfBhQHhSeYRSVM
VymEfZaDTFBieJD4xB8zqF10oVuJ/jSmyPy4+7xHrERLYe50+1IhQVzXQxNdDMM+RuEVk3bYxVYG
nVAHpzcyCU21wO9Kq2qLrwilbgTfqiJgAZ8eNRXpNt88Nv0gYoweQWbX15C70EImNZFH8z3s9wek
w7Gpi6WtU0vdaE1Da1sclu0LROiwSJuDpP3qtA5WwaJTW5hQKK4daIdBCkJEZFrIyOhadlvNs2N+
MZtFVuotIjv+wmTMjsJiy1Vcg6AogPM76VdDDamuZ5HoLzAc+BDgU5Vw4ZpllYcBEivV5EEVvW/8
HrE2wp25WaCN1I1V6yRqjXIKafUBU1TYpCz6sSkjPFhkW+0mX8ydOoTJ3qHVPRsh8lS0wpvBjNS5
pt2hslOi89EsZ/tCs1cQrCCSEqN06+URiSrXtsLw5gDp/a2d56hQ93Xl8vFgGlFrbWkTtRvYprRe
Py7c+aDkjVct7OHoLlCOgMqn1oa9a6WTMfcG/Rh/5EONnss4Tmq0ymjnCw2XaGUYb2FHaXspDiTT
Rq1qXuwtIhgB5HH+DkVuRpyPu7ippGpYoE5oYiGYgefodupiuOl6U71neaAt3VAlRki8VGDXmmX9
BW2t5DFmeTpQ4JrNvRJO9NCFe4zlQ9brPkHGYcFcsObPe7qjYs+G/pfmTRXIFaRrUBsHsTLy7jEp
TGoiU0ImXClNOLyaKEbh0Mr2pHbJlsxumySPQzb3cv6q7GNJcUtmJlpNhy4bg5jqh+UshqK6HAuy
ADuKvvOeiKE/QnewGOxNgrr2tMkPOOSC4HdeLKtOz0NxLEpsVWi11j0UwzO2P/yp2J1AI3bhDYWN
KL9qiDYuYjjhIteE9W6nwx7+WiEmheRXV0uVkHq606lSoQwGWZJCbi3OIGsaFDBloyZb7fUIoqme
xua0b4ol4g16zIbGTSandGwvx76fkOtGY0smLqJ008ATBV2zZeD26qO5xnJOT7VO55wzhRWt0vh4
hyEgpTpbdqPkIC9HuyFxNYMb7Bv27ycTznesNhJq+N8T4dy+5OXLb/5vjpTP60vx8j0djnzj79hw
AHv+FqwnLPtzGGckfejv2XBoPoCnlbKbJiFsJqCu37PhUNFB/BWElQ1cAbFA0Ma/p8MhXvstVUIJ
dwMvo0mw7p9Ch3NSW4W8kbMD9atLYAQwOlmc/K7Q3nSAjDV9MG8XE2zIIWUZakjHzkuR4lntCRhX
392kq2/lxd8UfX5VApBq//M/VIl8+K7qCC0F+HYam+i4MGQnwgkyAjkDu86ncrgz7aO6pwhG+txp
FBi3J0oOrnXQYLVik/XnJJCXpa2FQUtrRuEqzPd1sh8QMOljnRZpNt+VGqvH96Lqn6E2Dw+OCWLv
ptGO2Rdys2kQ7hU0DwgcZ54K5/rqmAzJC5ptIYkD1FLdyGAT0TWtWKMP4yv7B5l/MEluTQuvIm/z
/ONrPykrf146ZWVdI4Sk1fiTnPW7e60s9vmeukF3l9LSwNaMWF1/VJ+mRtHPFLBPSsqS+0OisajM
60DM6CH45aja3TxrVJje7woz7i5wOZSVSYzr7s3OJPUYVuWmhxjtDERKzvOTsZUVbJBJwIZoyDBP
cMdqFJUj0in5XVOrCmnF3nSzjoynRjHC0fUFKglw+wuji7aFOb6i1zPe/fgWn3ZWf165AUhS9oHB
hWefQIrm0IE3Gipqd+zSi4uwhoJgtDrbQRviojS55FAlvKjQjvCj+XQ9R1dlZR+YiPOUAkYKSNbr
0tkhMLImfU41sg1HFBJWCVDHtWE/k1de+G10mLZQ1/+JcGAwY6BrgDjOVbAOAPBPYAfh1KtqRmvB
bTJH7SgU5WyN/t2ZqXG64OVBUNPlADoH+6MFP5DBmUktkFsDZT8jfu/yKsAKBGPy8DkUf4stonov
brvm/b3bvVT/Wx7gtayOTRxG3f/55a/tt9/D99J96V5+8YuHZ94dr/v35nhDhTjjrd90lOUr/3+f
/J31vztW7//5H69wjHTy08K4LL6375Kc7L/fGFZZ9NL+RpSvZfub/7F5f8/Qofifp2//tj3Yxm/Z
FFRg+ggbE09bjPg3rjSesaBU1yFMosfQkGQ6/0Xvzd5gkZu2bZgPYS3QeM9/sXsri98ukO+mKRH6
DYns+JOY0gy5XP9gqjHUJr0DILmBc4MhYj/6pRWZNCQfRrahwBioqYCYI7XRbKzFZZ6vusY1cjcv
btkncBVJns2XY7c01A18rLD1qbDOrim2oMoBreshohVBDNNyDtOjAU7b13rPgPNQE23l1u3tkAQk
PGf7ZZN6hSn0epvTNK/AamP4ZrJuipV62O6N1SHyqGbomWuAyh831bSKS38/LGPwHag7tLtoYz60
d/nb+KJ/jC9FMNMujvl1nDwftVW+P9OlK9ncf3iHTgzewipDglZtEQBMbr8c383H8kv9ZWEI/XH+
TnxgflUq1/xafim/9O9EDVI86Cuwieg2F+He74/vx9gtF45FVABOpFweqCeg8IH62lQHybRrVXGU
2fQVXW1KuNT752z2cUwVJ6fXCV6Pw/GMefgkh/rBoJ/2wZhZ1arUtOjvNJ+q5trKlnNICWb31eJK
M5yL6WN2bT312/wOzZZn1ZuBsXnuEFocRIHGeU2mE/klp7o57B3yCgRsDTKEvPG7JXX1K26EtOM/
Os0TW/kPOs1zE8Q62Y7+BSbIOatgnThw/35W4VeMAg3odE3jvoNsPnWpcyWrc5pe1SAuassZMgWw
rArdOKnv9NhZfxI48tNI/+JoJ0b6LzzaSR/nt8PpsrVMx8sC8Xli8RptKkOoo7WgF0ZAbc8DTe3C
Qi1sAbhFwJLMA10jN/RDN3TPeS9A3f944dOg9fsTOIX85xn5wH0eQU8cHDwIjjOH1KSGvlNGJs7R
n46i28L5Dp53uLNexrd97UgQIUkah+8oKUFDka6rW1umaeBRChrqR1/jNcqteIEKf73P38PrThG5
IcJSpPezC0qM3Sa+nx8c/sf39H1YZvPf/QJFLTGDCtNwQpGOYohjeinZROL6FuVup9sL4y7cdh90
/c3uofy9QcEKJSx1HV6Fz9ML0k+9JooLKDNuwOaAttiirLNtHoxMVJmzNRH4eVIe2rchSC+Pj4dN
6OY3NRA7J75Ja7ADMOQ6d4BJoHGs4dkQACpBrh0if3pOVkrkQi4ef0Q8+1G9Fq/VK/RSBxA/IZVC
x7h4m1+obLuDd1Q4YaFW98gLJ6HI0qCciUaH697p6dH8stjEbotcREFF3ulvu2BfubCLRxtY+zPx
Y/N+fphP7PvPYf5XHOZz1uSUSeOvbU1+GSb/zpjJhn4YLlDkOGXIqYdRsSJALEG1AFay0K6OYw0B
l9lOS7tRkfFUKbz9eGafO+RJZP7XOOSJ6MvvLtOQ7c30MFnWaW9WSuBd22qhBZTbxIjUyt3j5EUX
4hyQ/eyBTjaHP/tAi1/bYg3Z2CClYyTR0C8jk3hRRuCfay0Y9vQFqhbqygXQb0C7yXIRj6PfAoJY
mnZrCJBswIQm8HqNkepO0xwtqOhntQuQMV8dqQesI3qQBN1NyE9MERg/xEhFc1FXiDAYFiY52acF
wrZ340LLEIWF8PLHcwIC6z9yZtlJ/3A5J3t40aYGpc9EC9AmzAXAZHhcJqImtBQaTkFkA72dbha7
bGagsmfO/AkFh7G+YuPYD0BkHHPcFS8ZiE0XOY9zm+6vLtPvz+9kXMM8m9tJzvmhdlmtZuDzVyTl
oZxPbptL68lYWsvFU0VsgJbD12E3Bs0uPkOpem7I9dMuiX/tIT9tMfl7D7mccSfh1fcz8rTPuIwQ
9EKdRgvql5pqCTDKl7Z3ol1xZqM/N7X0k2jibzG1zl2r9ktj8mdf6ycV7+lNNRWI52n/kv9OrFaL
YkQyHVIteHqai0sY5zvn+fkeSvMfm5PPwfnRcU7MCXgPY6DEznJdhzfdKhK1M1/vg3DZrb5Wq2al
4bYbAgd5BULcCWaBKvYOqrzOYVtdFM7Ly9r1ZjCbG/xRwTOtnEfNMaDHvgDL79hnnfqTpO23Der7
G3NqX5rRimtYBINyctIb7N8emOG17UdXSuSloi7FfNVMoohFcV2t60sojGgaNYHf3purH9+8c+fy
meP+Lkkf/g3P5dyEOS0Y/LkT5lf37e/uv6xEfV8EAnVAKjJnwgx+xya4br+s2GTKQLOdKvPGw7lF
Lz/vBxNUOVn0h6Ru5/OG8e7c8TUfXfsyu6tjoYMfitwodtnvKhU/zEmWUAfa6h3l4GEStQsuQZbU
zzbjnzuhExPwD18xZ0dMlpq+m6V/6Yh9zoAfjZh0yL47XmvQtprSTRUUuSiDOWGx2C81zVU+VAEX
Sw4e/i+eJSfm8m8+S87ehBO7+te4Cb+WQKRWShc0OX/ySae0hqAilAn9Ly1w3S/oP1T+Idh9yZ3O
ffIT13kPPad1W9e6fBbXrac6y9vbC1VYztFdbo7iCR2F+8RZ/thEUsj7tfX7h5PSTnyxrIeOqZw4
qXlgOpT3SAQZ17qDptCdEfRHZwBQzm/tutxIucbuydg1/vy6/OheeWUlZssjS7/zVedh5r/VS/VZ
d3thL/cC/SWn9qz7PcHJ9d67fsgESErvuCZfslzNxExYrrEikSbGJW0FAcBjwZfXOQECDok/biL/
fRKDN4nWrbz3ZqMBhbq7IjU18/Cd38vd3tWuOud9JoJVGpgeMH7XcIT3DKiIj0+F9Wa57xm7nSca
Zw0cyo++slV/pQ7tx3yq4ShBLF6v9J2Tb68s1/R0b2WzQ9HixXkYbuZ4rQ/CegUSjz9Dxs3vNtqW
+23xGHNIw9VvzAuZLlOC+eox+ejWvf8I4mXN9bym4tVwt88H9/HCch5Jb4nHq5tcBBqHK5xydXCh
0nCCR57atjTToJFiObxcXdPDMIm5X64KZ31xe436Ct2Qvu4Y3qb15OMJsJazeRsvUwdkk2jc1uvc
TS/eHhaY/tzp2dwT8QYu1Ml5V+MWW/py/KdN7+yylc6sY4NwD+Jpt0lWjVt7ZIcuo+2m2MoPq9zG
j1aH9fAEEhbZ8NI5iOM62SarvuG/VH6cfg1K0h+vFqQPk+1xrV7Kw8ozhN2Fr4fUoZuGw79dPOvB
/tJyXpYfvfPwML+OXaDTc8ept5lTc48rr3XnT95zuuo8UHFeuXpuXQCU7rRGU37HbZ6J0VmFTgBP
srMsxJJ+zzOBmyr3hT8yi98thJMsVdVPkaHI1ak78LNzpVzAzl+VAYJCu9Gd/GJ78NwrMwDCtH5u
V56y5hT9o+8J94zXd85SaCeb+N/FUpy7PycbfdOhXz02n/dHTqr9zrw8eLuZ0zq1+KK4k2s7uVi/
HLfCUwPWQOHM/fBqu16jqPOXGq2TPf6n0fpptP49jdaJ7/i3XJTn7MOJW/m3tJ8Lian4I2NOWQtk
HT0mgIdO/M2Z1u2nqMRYyc2sceeB3B9bb/AHv/d6b/InfuYPoz/61J6EfO64pm/dpdOC/8uKlHzu
KCa/fClWiq/4gNrchVBc3V94YJy91Iu9xJ15w9K8GZbDEgI5F4fGpSXBRct2qV9T8Vn0wmz84qF3
R2E42971Bk9fD95L6NquhV42MN0gWR282e2RXRQObv/AX9FRdKnTELPjMWR4NVjTC4QHnPsXVbxU
/F2G+DgNwTuI1quS3fEmDa5uNLfDMRqcm1JsF72Tbu2L+lUNJrFlp0US62r7+GyQFIicZYb7gAoZ
nZmfuzbb9NvmAdyvQz7DdPAAj0J3rnvnTd6PD3lCtx9s3zx/4HnpVLy9vVENXYvES/3Qz4Ic51Vz
6JvyK0/elsht72v36Bt+7laBdAosAYgs+PFmwHieGesTVz62xqgIgVUHFaPXc/d65MV7Ho2rspXL
kdwMrqxwymHU1kDGVsXKCqoV+iye6kNH5C1IolR44bGnLzM/9CI/4beC/HruRW7KgKuu6QMM//xb
HUT+jGRG4sdeKzKe59U+LVTetMyDlGfHZboj5q1sd36Z08Pr0YWGC5r69RZShoY+D0e7VILGO/jt
avKOLp7+3ls4Cx/dFxHiTVf4YFwMD4Wzir09l2HwdfTw3lwTj7v2epFvak+9NALFn5MIylaDX7l7
wTtJHDdMsNRH00UslpUQBXgaL1o69d18NV2o1+W2Xi22XSAiD8pFQQLYmTgdZV0sY8fBPffqoPBz
zz+suovuYu7TILnmk3bXbu9YIlrnvAuqF6awdD07dy4yHEkcQxE/DPyeeaU78okD1eTOoSueedx5
sHP7G/JOOKCLoPQsz+DL5IJw2uXiITGwNLf2NvaXthgc4+542fsOnW4rETlJcE576LypOElY/TQV
/7KmQplLU3Dq43+3LZwGu/tem6WxhakY/BZD0XpGMGDwR39/Pf5uY9izlhbYCPmM/kSTCfZBcefe
kRW4D+YC3hZRuImfBzPxOhCwMmm9FQIc9PISDvQufXZuzHw2WYSZyIK1W+y63WFlPKHQ62jOnjzs
tD5eAjtwWRWhV/gq3jPxBav3KCj+85Ha5dy5WDxFN53I1vaqC7qAxeerAeirFR23K4r6wvpcOVi7
czCUT2roH92nk1ioQRiuiA6o0NP19Lmie0EkvzsIuT0iIP86+YOLRg3bqP6UrSaskoaFVF1pJ+UD
eRvHEH2QuTl3D/oEL3PbIPEj7lvI/0MsZejtXdqQ+Rl6JWJFsZf5bVAHyldpe1Msa4F9TdwyiG7l
+3LQKfK18XXM5gukzq13vA/bq3yVn6AsE7/m/ZHL2Hi5QKKRGz5s8kC+6tsr6ajiFSWPyJffwzWt
yWtlWQf85IixV4s2yDnvmHHJ/FpkfE85s9TLvcrnnLjGgl0AanXOQFr9vRtxHXnA1y4P5PXIzEW4
TtxpCX0ER5I/OU+upORV8sifX5dyn5Dvw9heDMsckyvNrokDgdCHiMVVusrxGbZwcOE/ZI59ra/b
VXaT3GhP5Qrzzd7aXbR3yhphGN8KSNh8Ojkjkb10ZnQeitsHBaMA/Z5I2eXgfCK3ZAnDy4Ly00aX
bncxeVh3IXeXBeMFKTfzcWQM5qySvVcJeoPE3N07yY0uFAoKqRt5s6vYT/3Iizw3QYs0cmbujO1d
bl01G0Lj773jMgtCtrSjf3Rznut8MgnfHCzWly+36iiQeQqL+YWWnVfcoKMltpZffeg4FnsR7SCo
dWEuv6K2uw7d2xLUT5CR5SkC6yYJYpdtfs++thc4JbQoC6/hzqGmJijJ2GSBSjHbmYEu7ADxq227
NYPbXc1WCXmHszuwhyLX5DYidZ8UX+eiW25Q61VMe7m+9l4M+InefBEChNosN/bq4DzIK7S4MZwy
p+8u+yX1XLbcngXC2bqN17slqa3KM68hlefYtuew9Q2OY5I1mMT9cs8+j1+2JBW+alfqut0qweJJ
ezVeW/f4GjIzWzfdWtthuSKuLgVa5w7wJ4H7lTsbUjnubvKf/MGb7RhaPM8wAKV2NVuPQeaJjwL7
8PGRies3yuni9v7iJXHu7w/OG17fngET/TK5Ny7cjfT2FKk/K1MsrXMnjwLLM5q0C2HjHpqke6Sv
92AvG5c0iCunGXTyS/sqZIQt7lSNP31kaskh1V2Llzc++abgsCw3JQMjbaG8W2ifsb3njGbsUhfC
69kCvCK9d/DVdbRcM5LSHS+5/QchJxPVcqbQXiQCZ5npcGS+5hhYiAAcYQblygwUbpy6Np5mpIaK
gMsSFwtXF0duzFZES5neczw78FQvvwwvP0ovxYnYM/cLHuDauARpqFX+ajOEpmt4ER8zO5Oy0D/h
Lz8yqScpHY2u+Wqg05Y1ID3T2oPG4tOYfvNQ5aKggvIZn4xPMvaQC7q8YPPxw+XC0326S+90X3Eh
t9zSACn6i3Bj8nu3mnsqnapLTci1a4iddFP1beV/VZz+HivmFpefnipWTdoxPFa/8NN1H9TYO7zX
a3reA5qZ3X7XBoqDteN1WMJA2UBbsJSWOcECIyqPxQaD5qXkNlOJEuRBmGFXQrscrxe3i9t42z8r
F/ou3YYrevgfy4CeZt5lezJFSmb1yiY2kLZQ2mHF4dyklWVnSIOUdWtgC7999ozfwq3mNERMGj4s
02YZ+haLTI6STDDiW28UbxTRw8HnVaRz6UsVh6tBGKtxg2UOstvQk+fYLUnYuiTuOg8PtrgP3Qwf
m7z04+GxCXoXSRzeOWeZW3zq3ksCC/OSsIiPbNoTs+mlEQK3umF6Mk6MYBS0X+mN5G+La+I41r8M
gZJAWZENZRaSLpXeLT8HX440qn+4Gz2uRofvK50NcuqfDnsNkKchGUt0ykTEZwjiyyM5zhmfWAQZ
68bCPPLwYJLDNsm0KraLmxExqxXy4z1u9RwLaweI1GE5L8BC+uZWJmnNTzNGAxbJVBpLnZLvhBu+
9MTRPGJXkYnWzoMXj1jBJuZQHbmE5XK1Mdg2YWrIHcm455lQr/JHzNwK7gTCGcaKmZBj2mTAS+AJ
YlQWMDo+X4Y7/WruCCw4y8n83Io+78xyxkeaz4fNbBWxmD8ffrYeAvr3V8XFHLBk8TCs9R3DJZPu
TvQChz9Xub81KA4wlS7oil3x9TkVLeCq3zbU0akeU05BBhH6BbxsfMnNNb3fr2Y3bMyb/H5Yjhu5
McsJJz9hRmiy/3QqcEr8wo2XMhiE8EV8JfJuVy3tD7HDPsRDjkaC0V7424Vveq9yIsc4BYeARnbO
BeZCsvq0pl5WwTL2CyGy955EtcXo9hRCasbPdmOmchdEEEQ54o15zA2Sd1u7iQI5q2WEXD/Ku82u
SLDDXL+T29DsTr5W/tUS7VL+X18lweJG7pwyGowCwiiiQV4tmHZnHMKzMfYfiVz+jLF/xti/7xNV
zmTjTtVFTMPspgySFhxmGEowyC1O3os0k4vdOVAm/bZngjz5/Hf17Z/By8/g5Wfw8jN4+Rm8jP+L
5turb0HK933+MgP6o9DlpLKjzHJIcKX5BmpATnoVmPjEZ5oAzx3jpGDzZx3jfBB2Uir4GYT9DMJ+
BmH4XT+DsH98EHbWiz4pVP1FXvQnvccPbP5pi8Z8Xqe5PVIpOQjts+5RrWThvNiqlzJ9JZFj1B8d
khVUd5EWooZYEZua5I0nV/MW1DF0ck0TeRiZ3/6WNQKnZ7mv7zIvm4r30nbmb4/TmvQ2/ZKeHhxI
GyCNLEZAj6UbAn+TCRmZ8/iWZ93I+Pgc7uvslZ7UOv51r/Rs+eu0E+TftPz1Tfr3jya/oSK0gMIi
9Con8LJDMyygyuvk5CdbR75O5tweHt4ejuIrSdUS8MMDf6hcsukbYIIHvqsytS7zfeShVpP79WZy
Lmte2gqS6ncz5xIowbq4LC7bwLrqHhdX6oW6G6+1u8qrSGjXIEdMylUtqSXn6urqFaY/54qsZuZc
kYqa1tN6vgKTup6C2tVJ9fd+SXYUpiNRrqAiJbEuISGwi5MOc3g3TOjr58wxrz8+biPnljIA5zpz
32L3+oMagMo1pJTqc3AeDxK2OfM3DxsS39ve2Yu3t0SA/aCWT/b/oXEfKG2QF9TlBQPhBBXSy5/y
GXn11w/ci897xCd3Pt94hQQVXL/9GOzx61n070bmJLbP4tSGfbjXwCrLx4aSj/hy8JCBcZ5Mx7+j
EedxcELnZnTuPnvZA8DLjrd1wL9sQdDc0yPjwffpxpQ8ZNluoLjiFxSvEg/NCXktCTnXhzegNsfP
u/YB9iXxPs5KoUqz8qM5duJUj+pxpo8L6gHGl+pp/w7MOjiszdv4xbieXy+ux6vWMwsUFNwFEEtD
zG3kIsQMcZKddUtzoLaAMkR204xfy1eDIh8icmKWCKhdw1TQOLi4NrwB7s7nH4/ACefXt/4eAFW/
XxsnjjpSCjA47lkbxwslpk77LkuguXhVqBm58Knu4lDcIyTpZ97MTW/T22gHIyCVu5iKkMxpS3zw
j8/ps8HuR/fyxK3vmlBT00rWVqhQaYJKFKUQ1e+2FjguWc8DEOO0y0+sieho41e8EiSQ8njw12CX
6JiiskkVsP0syqjM+YRTBRNDjehACTPbUTPCayoC/ZkW1TPIY7iAzsyFk509KaK5Gc84f1ktsDhf
WaSlbrCTkJ8jJVtZHZD1oQLgEqI7NxK+NFCJ2z9Q+wGP1l1KNFp7n/FTlrdlkXlP+VmW0yWcSZa/
JchezvdY5FTfg6byQs1Vr8O7xt7UmltDW0vi+bhMgF+3VDBbN96OZOlejMvJW0rIjyUqtnsKv4yi
ReG0pe43+J/lNJLQ8oyz1fgJS7LdFPyadinxCoOnrue4CAWF4o8qOGze3vbex8f99j0Pbq6K1CkK
h/WHjYpdvkWswdsP221BqMnsuMx5y31ffj+Q+aZuTaGgX8rfZRVI5sopL5Jcbz7ryZRs/8LptThp
kei1It4fVaY8PNqfGAT6dZfy9h7u1WXtyOpZ7MDvjynB8K7XWIzbShydStzPnfvcvb+/Ld3c/7xC
bOL121tB7520kT9eB7/uIf5hbX42aH6X+ZyPBQS9PSda32SXmoHXBdIsGIJSosCChkGatovHMwe1
z8zezy687476c7f8e+2WZ+fDCWT/rzIfzhnjxYnz9I9bLefM7ieI+LuJ+9Ps/nOZ3RMP6Z9sVz/n
KH0SRXw3u/4ejpLkE/yR07k4cZT+WZzOc27/4sRB+ud1+81fHQET7V0YxXT86BPrqJd1COkIrp51
/WUAuXNZjsvVZXHb7pQlIG/3HSSFlznv6S7EkwN74Pb3wOhFvMa9WOZrsD0OYB/Cu9dR6EELlgzO
qsDwp11JJiZxAOoNu/QTV4HWJc5TdG/jecepiK6roCyc5LqpnWs0FLY0a55xZc9e3kl89i92ecav
lpatOdTDc4NW3lMKQCuHebiTDtYcAaa7HoiM9mi6T9I1l1jY0cUZF80d4QcBSLpMN8YnVrQW/f9j
78t2G0eybX+lcd9ZIIPBCPLhPpwgRU2WPMiWhxfCzrQ5zzO//i46u5Ey5RZRuHXQ3TgHaaAq07Zi
2rGnWHuv3YgDDeyxTKRB9xpR9aLmAFoBtzcWD1jBNUBWdrwzEPKPkKMaL+Qj4BJQHlPFmbpmt3RR
QZAqomVLTQGn3eKyIze7uIm38B+1OPVb5PfJyU3uXQ9GqgTEhOjXwZHs2N4ekdc4PiGORkmFjCzI
cnlDkXFpzM/s5M3y5jZDuYxiIh6ZCSdGs3UWrJ7MZHJFwPZTskjDTK7t9eZw+Qxnlzmxmf+Ny9TG
Hb20zkmiQAM7LasLpGryxYglDfcDkjS2D+31NiZf3tZ7Il6fr5agmIJ2W++RskF3Gnzn+g1gR/xY
aiKHNqYV+sWLuizX1I5vyBVbsa2+ig9uJdLV5d0bZ3RpxhPrODgGT/UOM0ZvW3uLhN7lj6ffBkon
Jz+xYlWY0pRwaI/CQDMoEfZmeHwbi8mUK2rK+G8CBKa2GhGaIxI9spSVrWxH2PgYwXu2Z92V4Bz7
KFCVj4xFe6WaoKtB9kI1o7thAcoRYJmbduHcXZ74zL4Y0/i3Y7LkDdiX+PYZpWO3cwH291bj98YY
kxR8loN8XM0xwLZCFfEAVCi6ZZlgXzWRQpXE/SgZA2LvN+RV7bVYopINPAlCs99AkyLe8fV+g143
D4V4zuDTFgKzREHbmCH0EIVvCnEHW4gCpwPyeB+ykAHL+5g5XXXchQvSM+1WLoFvNJA9LAJapcfk
nwzxlCMBPGaLX3bjvzRWPsJZYeCrxdXzeHjSshDW5cOau3fTpvz//vfOGDXJiaf8Z+/dnPhOFG79
l4vvROn+Z4rvRF3/d4nvjHU0Jjr4T1nHOQX8mck6EbR/GwX8bcM8XcdDFAf3OTo/TjRwEkpKqYFE
bPnmoTypXKZo3INk4yN0nXmAi/IAfWehlmJ8pJqpXFDk0e87V2y/B59o52ioSCqpHeprYzPfg94a
RSAcBR+7z85e16BwXyUA249wfgPFVB2aTQHnedBQCPW2LQ5uIXQQAgYw5ABeo6Zr1PDoqaGuGst5
BiTd3u9lrINYHwFW0Sz1rYzn30DEqMpJLdU8yPjfft0tx1KjAAl735ZXIE4XLqpI8EgzJlqDBVmF
iH9iO1jEgFjjm6j+IHCgQa1kEet19KNzfOOyskXfzZnNmZR1gGsUXSgdnIzFUUndo5hm1PjbFKan
h1s5/lWG6t+9yJ/VNGNtDaqN8S9cPP3jFWuswgaLL57MRxuRirE24MXAb4IpFHv9qxJnrEccP+0l
F/jerz/ezfgz6B+MoPAeJWAA8Y8w/wyPGXgyXBA8DupjtaHZobxrfGVHy63x74D7oyIJZeEcFQPN
Z4FFi99C7VQijOUv9L6yUWCgOvSjubxl/8Q+/RanUdxOLmHsKnGdhhAnGVFSLt5csc7Nu3sXrh5c
w1Iklj3+wygj8SJZv7w89tajaqJzXQan5/X1JzrYwIYH4uftx8aH1GemB2GIrbmznRX8iV36nyT4
37aNOtVIE6OaF07SZDFO8dOdHzMV45/x0Eb3LbDv1/eoIUItEQrIP51+H+d7//aWwzG7/Tge0Xrg
/R3EeACCwJddjx4e6mmvNh8fH6glPKzMDwnPsePhbsAxj/tsHlCi56NEJ0MdXrJEgdv4XhtsDt6i
FzM6b3Z1E4v+n7W6eaU1sfX/q7RmldbELfmXKa1ZT2ESY/6lnsK3jrahyAoIbRRwgk02yXEYCBo7
2EJYqRLX3UUID2uVQiVsXpkti2gzo6O/bTmrnww5Wa5PpIoFBEN6XPnZyTq6UugFCFiqN+qh/LRR
mmUMolYrBD+nnQzokUoVtBqloTBk+tS2aLSfx0lpggz2Jm7IW+blZgOavqXGw1IYbSPPzfhbh+H3
jOnElYuDMNScEooTnUga1OECkuOZ2VoV/Q75wQqFvasMbUAeXkdQwmYPRtU5xNtnlv/MoTuZwsSh
iwtOe0YxBQTWo4q+cxdjodzYzi4SY1uYsW7QBU7oFt7V4SMCFuKyD0BGr+jSDCZeU9zVZejlmMFu
jI5/3u7GhojXNnr6VWNXm4dNIG5nhpzb96nb8dfv+2cn80urnvgTZVZXrSRh1Yqdw5MDLiw3kftC
qiMHrCBfDrgvY2MEdPJpRGvtUcc3uoaxuE2AJvAtACT6FY5k9H41pP2R5QBI6eN4eae+13Un4jEx
7Z3eSBJJMM0jrPXb6GHCK4PbiZTG6NI+WcvGRD+iTNyMTRZ/UDQWGts2LvfFGIeMhd2r1f3oCYxT
b8d8jIlC9OPx4/Bxeaazgjye+akr+ZcL8uyRTizpv+hI59TkSHp2ulH/ejU5d1snej12Q7UNM8hg
LHY3V6vLcjPz4VNs85/78E+iiQu3/BMfcSKUoJ/XZKeFScJtKXGBFbQpQWMSM9wFj5W4GqvgfTPa
p4BU1Wg5hv4aaPeViT2aM4yIp5/ji8Pz4vKK5+70FPn7r7vTyowTMW0i/1c4ETPW6HPzTk7sL7BG
s0Iy0bHx4DOeFaOQyCZaibkA8sJbggUozbH17WgTJPHSWYj5lxpAdD0SIKHt7IFFXALLeEBtvjnj
mczOaapN/x3mNNGvf+Vl+lNkmP9Vl1XxGvmvyd9EXby/1n9LP/52qF4rv6z8H+VXpstP9srfNJjL
93T/Gr+f/dAXssx/D3bMkV5mnh0zDU8pMcff+Qdjssb/UIkCphqmaxpYXPGtX5yYEghs/gBnqQ5u
NQ5eSvBi/mbF1MGkKQOVrxqUECaDVPk3LSZR/jDQ1FE2KCWgxQWt5Z9hTB7NyG9dDaJmGfNQwJis
ygZe89XJNQQRuVazwlHvSonAFw7dwqReypeVJhy8ucscxIdtJ5RhOJxs1M2vIU5LKkdXbzIwB78u
B/mZCnZPBRtzapBj+N9a6Rb0DpQ2qZVyD0lRPnjry6OMn/JlFMVACQOajYN3mqrAbH8dRUuaoI7r
Sr4dJHUn8fwdHMrAqUrdJmx/ujRINlyRZ0zNV+M6cl9/HXPi5KZlVGRdIMu3peeI2HPRoqeM0ZVE
dm/0rJgZ7Kux+DUYBTeqDJpiqspsso2pFIND2sBgXtLKloHCAJDIhT2YqMVwiOXWsy9vqDKGRpMd
1YiiKxpRwcSsTytDmrpUC6fi5LZwwzvi0PKqcPJ1EoZrV2rvwVYtrX0Cs05XTr3XqsETMxMYJXIy
Aa5pigLiXw66cH2ipFMVZLtGlZJbDKVe1ZTsfSPNlrnU8lWb1kiSshJtdpqUWMxLqkNoN6SGs54l
waPvJ2tpXZVNtbs8q7MzR1dFqmFXdFknoDGfxLQuiKqULPL5zUBrlACUfS+AcULvqIwPK73L52Rs
AmzFuWNATdc5AeGXTrTpuRcNK5meD+wm0QzX7HX/UCjSVomz3M6CHs2jKjLcR0nXCS+XTK1FB5q2
Rdv4rM/WJNHQEDZOD27N+YwNPdMnmBfq8FQDpcdg7J2yc8mkC9vYGPhNKgMOH2lr9KF9iYM6X4Dl
V1l6TL6qiyFY9ZFSzOQsv90TgzKZMRVaUZ+2aCkil5d1g7G5W17FPPgw+kZ9UNzOxmy7R27U116F
HlmDVtAFVam7NpAdSbmKdvxN318ZnUNm4vzv5MLgeLAC8TA3wIX9Vf9IBPrVzQmOKSvCG1kHpWzl
1u+hRJ+TUiczUjjd/JGMR9fVUdcRedz+r6O1vuPQFlrwTjfqVyMn6yKT7EbK77uOvHhD9dD5aEua
DM6MEppQu2BlMG+qAjM2UnCDe26ihVrfy1ARMyh31Dj4PBWh7lo0VoW7cdEDCzg7NH6rK6GhA55D
ReD7ljpXlvNpME71wuccCIW1VWBWIXpfFw/uYpUOLVHuGlRq7DiYPNQ3Suya7bXChCx8cGZ3/opJ
YB8zs9T01s4gAvpn1dN0GhP1FBV+H7kSpuF+MGoXP5R6BdbKojElvmGJ6dQiQEvFV1ZYXNnQubzS
JHj4+0mc7MJEBKrUjR25x/AteqAoK5esGt8afBDKXbfSyn2gyieL8fAQodfTUxLdlCg8eb+sDD9Z
hS4dxUQc6iBOdEpl5a5mMdivnxuCojm9EE33I5FvMwhIYSA07OmM8vlEFJ8NrCqjAVYJo3xiehsZ
NOy9H5E7iu7UnknlkXiudk3WLZvhznHRRVFdwTSIsN0FZSeK9mVI9wnd9K3dRvcc1GAUr7Lqwaut
ONv4YNkOTZftCFld3qJPv+psprgvKiw3zBidiokm1UUaqspdWNgdHiIbcc06S+9MMGejPoujcTD6
GIM+/NCUZv6j+SjXWoK2kx38ssjOkmVe73NFEEMkqNmzZFs7lqlVe2bNBVVMo16RYUa0JzmUX7JF
FRlKBt6iDpb3rzcs83QnltSG3IUoCgtX/WtBrtxGSMkzR3fT2PRdwVc+xeQXebBASd7g3g7tQ4dW
2InV7bwZbfeZKJ7u4el8JqfdKamXpFKN+aBzeGz2rsn3erNzUXTt24wvwF8bhLvSXaul5XV2nD8E
6krpUaRaX7svMRRRdBvLW01eyb6QUKwtP/qtKNIFyTccXCoFRVnYMvOXDM1On0L9NnJWrBDyHQiC
LovDeCEurWSiuwy5qmqpws76w0tlrAxuR8hH6691f1TVm8tjnXlwBoWCZDCTiC8URuhk26jkaYaR
UOXOqEB0o9oxerM6K2NnvHCwkV0ebJJ2gcxMBpusrEUHeu5xyHmN93UVX6IqFj5DYpQveLrRYmEk
m9Bb0nDbNOAsNiX4T91w5+PtAowqwXVT71GsKGdo5Z6jXV4qtFv5agjB4yVKFBt/8iQrB/8AUq0c
GeUnagMgHLJd4PkgbZGE2t6X6mpodl6wCKgV91eqa+GX/R8stTzpjiSby0s+c0N+LdnQZLiBCPmm
Nh/eJpVo0it3/dIA9iE3YzSt/KE+tcwsie34S0AYG2753lUemkU+c0s/c3dfZGnccRhh/Ad2GQ7y
11sqtRE1ggw7brjLAF090VVwsEYNrCWo+uXKog/2ibZMW6CtO23lRWb3kzLR6laliCTdtbntOXbr
B4IEx7GkNhIOXmLi26SxKO5adDWURz0V9EBWwNSr4aJ4z9EEMn4y0jtXMpXU9vDApN8PylbO0GdD
T61klk5rGoZ8bjI8KkTABED0T1TKScaqzEqDDy42OUIfysEMgR55laE9jwyZpMyslV3u2qTbJMgt
7utGVEyoQIGUdsAsuVxWc3b/k6n7fNt/T2hieJ2qUeKy65Q7vTd95K7IMaBXLboEX6MmuYl2eXXd
+NcN29TBVmGbZLBqSZCDVggPGF8mwkBQ6E/XKh0rSRC6WB0OJRHute6ZXmrWb+WR/8is/s671V6Z
I/gB0uUMa5sB8RKJVBfFnW47T4wI9aiEwmWCfsC06Jpoj/EePoBxbdwEwJXGdtuYRDJV/Baxso30
8/INmLwJ/P3So1AaERqnDHmKryJIZCYrstQqd9LBuNZ+BD/BBKu9xWRb0bWs2Eyya6jrq2KjvReD
cAORX2Pt8SscceMJOKn0VVKseF/dqYvsGN/na+2j2EPk5FgkT7VuVjA6P/y75MrZJoOQbtHUeJ3O
RRNT1/1TwgxZIfBrdarLo7N9ImGER2nVGVgENrdAF23AjAsR7yX0QC2WmSaUcIVj4+8VOL4SRBXo
Z3l5Gz9reqYiNQZ5FBkMxNxTcvi2NKSYeR65834mAI89eOgIuwxry0A/klYgKxO1dmTYUJpaYMpP
ROjb8j65w4HW6zizEioiishmVz20ntABWZOWl2c44ZD7ddAaQ/oGzj+BRzAReiPmRcZ07BEI0YBV
iUR3D/uv3S4C3yxvKtTd/H8OOFFuRRTXEhslKykQSgj2noAlQhY92sv2YthRtBWFVzfH6zq7zoks
JGHi6PEoC87D8KMiot3X7/q9chu8Nq/GMZrxn8/COKjuk11lk2SCxOK/j+YeHbSlAAPeK/mpeSNp
pD/7FD432OQp3B0q5pUaQrcebGvdWq1Nt79OU6DQeoDv0iePx4AMRAL+VAo8k2xTycx024cFdu5r
vkrJjTGsMmcva67QiiNNdhTi1iDy0q6d/JB2c/0tv3VgTvdnol68QJJq1YeqzdHc17P6hyRdpWgv
7AsVj8Q/tEAkwZzgjX7K2V38Lels4vsmbRUx18OYDs5BEX2/kAw7KQ/wMSVnoT5I3EruAldg6dqN
k81dtO/MHfIqMlHGvK88Lf+T3Dah9RCTO+dDfnX7jfNsKIvkLdsqVEjVtR/P+NbnEf0og78H/MT6
n2o/t0lKI83JHTMWRLc68HAbdtzfJ1i7Bt5uXHcfjAxky+FnhTKzSTqz5aPuONvxkxlMBLMpjJKq
HEtu7gswBdaWBz41X/Th/WWdcuZ7j+4DVJnM9TGjOX0L9dyi7XrHkQ9th5ixEFG96XO7iUEi7BHh
G8+XhzvPU0zGm64rrBNe+Bgv7BeRvqrjRdUsI9AEMXMAgUxsVbFF8tuIWyGC54fmtgRD4sIPZ054
btmTS9TqVHPaBtPQlY2OZtfocV9uFPfZT8xY//NaZrLoyfXRgnTQHQ+jSbrQ0aoH7WpKG7SasiZc
sDrQRcOu452Op2B94XZr+TmJhOrumIrXCCt0BL5cNPj2LSk1C2bmClKaSOObGbEvH89nkvCL2E1m
Sr+afS10Gj1LMdMIjcgr082uPDTob5YBMoV7r1y76TZzlz1IMgahFssEF6JriND6Hznd0ww+tuMj
Ao4tNUMyodi1YM3K9yGqXtBLXSJmB1Kg6ArFRCJ2l7XsmRoMFzM7KTJZju7n6PAvrVIFJNEIVHN+
iJufl1eojHt9tkKmqFRFshrPPpPUgyZ5Qe0TrLBJrl8yA+3N0M2DrQu0KFef1XBtILQfbqLOrJg5
M/RouS4NPfUXdN+QPRlDe3TBjWXQYhPMGiVPAPXjKqBmdK6y6txYjOd5stqJx5Akfvv384yuUnkt
m12zaQxbZj+5hwu3U40FL2fUNTtT1xiUgBadqUTXZNQsfBUiT5J9Jge9ckAWrsrXVF7mvfBUJGds
zRMGcA+R6I8SNKdhEX8ThDb3lgoyca1NUIJZwWquYzTXR3v6zArQmkkyHb4ggUVbod21z8ZORgN4
+kN66Z9dyKKLj64sLxKIj9EXqbkrVJuCqyc2jZ3uC6QZSwUO6+io+mj1pF8ZWS0q+qjny8rd6IXZ
xgggZq7Sp02cnjZRGd73iEo4HjS/7kJkBDVxK0k++IPAeAVe9q+aDxQEDzZ3rg1U/CUWpADU7d5b
jad/38L1KR67DZjiDKHfS3dhKiIdG7CDg0e9hayv1NKu9ZX/7N6Huxj3UnTawtfBsb30+m1d2p0u
WCZc0BN0D4a0qOlHLW0i2VRTs63tIRC+LsgSqaIBm/noMaTj3x00E0KMhqxwMOPCnzlXn3Lwewcm
SrYySqOsA8h7SW6rDGHE0pdWbP2ax6hKkNaXb9eE8g8mbDLaRMl6kt5LCcN+I8myLn5wHLWO7vw5
/McU1R+ZqYOh5j0C4ywA5cmSwGneIMZEXPWjeAlCAUPjvIVzGaBvrjzy0WNtI54/gIr9KgSyxmU/
HALlUIAVqRSNayIuubzwc2dlXLgmM46Px0DTjEuSh5ESF51y4IDagcwGtSGpqH5Gby4RgWNWoNFF
3XgmEnflPl4eewLk/Pumn4w9sRdqpxoejTG2Xwp65I/yu56NIqg9No8tSniCsdCdIxx/RranVEz3
0Rkpo0PstSvkmR7C3xn1042YZNtcQ05bv2uVQxWbAzhzbmPNlNHKykWb+cvrPg+JJns+sSKJMfRS
XAzKoeyTlR4imYfbaMng4lKuOKy6hMDFluRdX8+oldmRJ0YkjHtPRsERJCq3kODKUTkBkkCQiyBC
IYKCjUcXGliIZqPA8SjP9NnJUU9MSRwGVO01DMxe6mPxDBljr4MugkRIR+ndk80cVM6dgGcys9ff
WezTYx3VzIkzrpVxoPMQe62pdyr4bxrLzZfyHg6ket2/0ve6W2YqTnqYEacJvPQfwj0+t8tcw6Pu
RIMbEa/UppUVvIeYAXjQVFPq7cJZakZl9S9Mb0Tt3RfpU8IHQYMfvnvoH4ZsU6jPuaKIWLlpQ7zA
4C0WT4EOGi4Sk5FeqH5hqqTEC8vi8kZ9L/6/pzvRNZ6TKU2FkQ8OkgDUzGBnyrWjHPH8WOdzad5v
bfyY3FJlQCGQh/x6KFUkjYQOmXJIqkXO0JQi60wFzQxHqMGVl0nC8e3M28ymPj+ZW8/E8GTgiTTk
UqpntZZilXDbwajeCDwb5aEVkYWONolU1I0VN9bwiIeQkNgVaFlrwP8tgPwN1JCrixp8dPXCA49b
uO67LcFjeLWkga2yK8ZvG3pw0dawWTftRqt3Q7d0yhmF/a1Z/L2CaQWAnviKVMY5xIqaFTLTBeQD
2dA+eK661eDB3wmty5JxnpIc1RUDZgSVGZzQKUAjUgaathU8Mo+v1UETRXBVKjXij8Si0ZrUVgnC
IPBByWZBV30Z2x1iQEU1Gdo4FnaUHLV4F0U7JN0IGqL6192w04nZSJZKRJGt83bHETXx9LGQn32w
SDWLIXqK6LpI1kRfRaj/DIerLAbTe5QvkgD5coKcinLnOVd+eZhZ7Nk9wAOACigKQ3ocDXb4RDf3
vuZ7rIMjYGS7FK4d1cF0VCHNrC/jY2GseXUbZNe4rXG8deM1D+whwrPsrVaKjAknNJPMbH3LeK8M
NFtQ+oUXWyGxavhqcMLgPOwlaVEg0Z4gbttWyyxCZWnUL7rCLvm6fSKoX4XpxYZU6O+S3F5e3ucr
7pcLMFnexABI2tBXTYnlUVRx1ogQzRK9El51UwJRZIN2lqixRaVscYssMifY+IXLt1RDQsqm4OTT
RIa1UVMHNSBZoITXaD8CEOCRRY1tUpcpMwPFLKVlli2x9jhGr0OaHApZ0Mhsy1XFhaGbsmdp+5ib
SmBiawrd0lwzHmwWvsb1oiI7pNhL36qJhRfbIhY1ylty4XcixPa9dLnIXhC+FsSOskEwx6S6XWiP
mXF1ea/OXaNxrxg1qCzryBtNYc+F4itA2rhwjeiiJ7bshWKobhI3ExUgQShUomZZ37j5Zhh9727D
qplk5ngYZ4d1MoGJU4pGwm3Fcvh/erDS84es2nNmcrJtnZkrfh7XTpY69cQyTQUmCs627CwqhJZ9
/6SwW8LXeSbqdGM4q7DYct9KU6uca5yinKm0yeATz0uO1bxzRpnM0dOkN1lkGRCGbiNLyza5Kpu1
5tlat3CcjV8slWDvFktWmAb628IszqXOzgEYk9lMFMBQ0ERxAk85xMm24isdrxP1gh7Sn8Dt5YAP
lHM+2ZmHMhlwciWB6KHFQLB8AByT/mferGPdFUx9lOO7pLfy8raOn7DrcF2crlxfFvLzwAegGyID
2GRwBsTsGfCrJFGXDDQ8xFoGwuRMTwStYn9RGcOzw1M0U4kGiuCyfnFzw9uGY/hVamprlRzRUKJp
2rIvnH1bxIlJ+/5DJyl4NBXpvajYC3y+fqnG/Q/PtZuh5TtYrPuhLIoZZ+vMu8QiVITLiq5rKtOn
3VPGp3qu+kp4KJIRVMHybtHBbC0v79V5PgThuMKQOQV+A89zn98/8SUr3qlS4HLvkOvsuUvjAdSJ
FQC+aYUnptBRFoAqXxnQaoCn4eW0xqO62syt9Vwtfc4C8FG0cjCYrE8SJF2hp67r9N6BdXjKDEvX
0nMWmEldsjUtrFQHbMqgartAhB6nK0m6KgNy4LnyULf+MCO94204UVG6DEgL0/EqaQA1ZMhTTy7v
urzyHMc9dBjEyv3o4HUlF3LlfrRFIc04P2RyV8bhNGogJYUXPQ1g0YnjGOqJJg9GirU36hUjPjjZ
1coz84o8OJErooz6q4qoxSJL4tc8RCSlyqm0LeXhKW1gxbOGS4KyLF+4UfwDD6BuXWurvFERbXZU
NX0oFkVrw7XHtGjG651igMbJj68QOmQHbq88re3p+5QDkqMZd6TD08eQI31YKAm1DSdcO1W00ySu
rBO3q0QuxSBldWPJdgu8IWV5mAvO0mOf5qHwZbImmQ7GVn3LvF6yAo5m3lqNRs+aOne+k5JgOELy
J8yKANciI9WvTTzmtndqh3BXPnRM2XuxLNqcBlar++V2CJx7yQ+lWxIPLl7dO76KvCxZJCWRl4He
7rUgq7Zdh2Qh4KVXvR/361pVzMzRdj5w3aKXZe/GwTrNuh7gBTCt2Xty3e59SQ7MNA4G8/INnmo7
rIYBgGUwYIoZ4/iaBB6sDgxfk8tDExigcfSw+65UovlAl/CFVvgAYgVPnCm1jebqnum4ANLwOAQK
LoXPViR1t5GkFtkovCwnYensAx8pOHdgNnonm2lR5bcV4SmcoB6NRJoMVBRS4VikQ3R9eSnTtxBA
pQEWNWSG+2fwEc38dSly2xmNEWfGXZAV6Vby2wcCVzNmfK9BkMyUZaBq9euVNiBXqnZau489AFpU
RQ83kRIu6lYKNmoUCASqqQW4U2ARFeb+c5p/qtxl5/8o0jL9qC4Wtlxn78mhKt7fq91rNv3Jf8Pq
Fg7d88+rW2w/8E/rWsaf/kddC9f/wPVHQcuIs/1V0QKcxB8MwEtodQ5Ujj4mbhKIi/d//4+kkD8o
UwwdfihwyTJw+18KWuCiwggAMTVGZlCYn/VCv6m5UAr0459RdZ2lh+Dmos4DBm6ETRAUtXyVqVyP
/EqD5B97Ne83KEoonxqPSm9JWWjXnpoM1yGLe8tBvLaXIPHrsPM6s81JdNNXLV4zT7bs5pcZOa1z
OTO4mI9GGFNkgD0ZilAm1xXG1nPlVuJHSgJ1XVHQd5dRkG7pwA3RGDrYvKU0QWqa6IvIj1xAETNi
OlUYz2Ripw4GJjKWCnAcDl59+KdNPrH8zkBUJzFq5egkRbTwXA/02v1Qri6v9wyDC7gKFqwqALfi
/YNO31P7iElORRrnKMGamVRT0Qg/ltGNx+NAOTmVvuxYtYViGExSDu17lxWgoXA0vmZBGABPVkR2
rOT1sotd4KCSwV3rreOsksYgy6r0I8uJm27LIqmzwyyntiJ75UNcZXEikCgzFjQpYBpV4s64TlPF
y8eVjYUvYzEXoWeuk9ZXJG7whHyUkmSb1RLyAMU+VfyrPEGMx5OVQvFU22tWlqLtg+ebag/IXI2X
8i5feS48cNmxoZ8ESfgmjlM7CPiqS5tDpSEmlZylRBA5SDOZ2vNjH2eNRrs60xhwu5McHoH+V9uq
0o8eYflK0kND9Fk+9+T17SiAAFFgJFCcIk/in7hzUqb7iX7stVozeQD0cV/ybsZTO8NWfmKh4OnD
TUaqHyViXy+3q+apRyLiPTZR79/WCkAZ4HHoAB0N3ai8LUqay7aqB/6xL7IaJoG0xc7T5YKbLKRJ
vqgK0oI+PcrdWmQDi9NFbPRDMDPPb3aDUCA1DKpRwvUpgieMiqgEdsE5BlkmLQwJiG7Sl9qMavnu
qkEOKTZcpnAspje6zQrZ9SrJOaIoRFk1qZ9tcyJneFfTKphvDW5KGZSLIMjK5ZB0utlXOTkYeZg8
a8TvLQmeqNkWnm/3afLT90pj1SKQugkqFgrmNZXZ10zFY2EJxN7QDFaQMcXu6zix0hBFdXE/dBsS
kPTPZi3GY6aIg4gCFN7ocX495iT2CQHcBeQeTtRuih4rYUX/BgsULnWWJGadRo1dd4ATB3lY7BKe
5iJNI3onBQBX1jJwqJofzuny0XScBApcB1AEtVYEj7rwgOFVfp2W1rnIpAWV++gS6m47X4FTKMnq
VnfydNsXeGOEWit2ZVzW1mWtOglRfo0MwDZSl0jpodLv68iVOtTM9wL3Mdbjq0Qx2IFLwXuROKhm
C1g542KOJmm6TkSgeDYngB1ivK+jaS0qE4Dz9x6NKESSIuUAq7YqWGLSuLSyPEMS1M/VGcMxzaBg
cxH7chWQ0dF3+CzOPjFPbgpnw0gN/eigYnXv+Rk3E5UmJqFJ+oTyUL7oafKo1sOw1Jq2mbmx45Im
S0YpIUXRCKJsA1by65IDZQhR15xBf7mNZqosevHkNDGjPpx7zTlLRY8LRaUWaJt1Yih06r/n1FC0
SPONo9QUNTiY8pIt3URp35q89la52l7xVucrpc3fdLyy3Tq1shqKTrMMl380cgyiLJWlN6pPXurO
GVZSTp/hV3F7kEgtehI2wAMnkh3R8COkhr9XKcrOlCTUzIBpxEp9p9hqtfo4yL28yIygQqoMjwBK
LfGtX6b+oteLbDsoyKORgS0or2/yyCjWaSyh1iT149c+1QyzkrVqnRata3dlBk77IijxADKowJj3
8oyq+0Yi+Vh0QlU4kQR406/HU3KtU5us40eULho2aZBEj2MH3Fd5DGIwBmxwE8dzQMNvJBKwMH0M
H5FdQmHn10EDzZUzNWMGajBSdtU1TLUUnkirGLp0nfa9ZroDkO8jkA5Ix7aeuRDfiKQOVQMXCpER
MhOTW1hpMih3ohBy4qmyqGNS3WSqe6vEaTrjGZ7lC/H5OhkdhBESBEMyKr6Tu1f4YcCM3jOOzB+S
G72Wa0v1VdkqWYnei/+PvTNJchzZsuxWUmqOL+gVmJIAab15S3r4BOIRHo6+bxTAjmodtbE6sPhS
aQQtDek5rt9FiMQXV0Lb9+67977IkodUNHIvncnYpwPkULuT0wa0cB0o8yMMw3QIlaH9iTW0MOat
lIpVKqeszE2v6UT5kFdafUybfNwFwmju9DkzHvQpnm4AGNxDH5XRTavW0QYS98Zly6LDvOYB14S2
RuLidDBHq6zEaWy17GgSmu7cpCyfksn61M2q5r9/t7+xt+F4YxZGZEmJdY2FodY1h6IwnFMTQ/mv
0MMfEqdUHxRjso9ZMulP0rV/vj/mVYDCZ5lkYTxm0CaQLl8uuMxkM5uadE6tGtn+FBc/mjF1Nh6t
K0SehB6dGI+IxZouNgOXo3SC5D7tZHwuFXDZcq4Hv0uN6VZK2/4UiKa90Qx3vAvzmvesaeNjpOnK
XRW73VOOGbY/AFNsbfV12ZbfhBaXF3IRr/PWrMLhTC0K3FxbQou+KBCpTcNDMsjZ09Igu+msST1G
hjH5QVzHQIGOvGulJo8AhNPGsr+x33VL4xFYTCCI3dYhc1lqWR6WZXwWxcJizqLuBiH78EzaGnwX
lj748SiKYwmYeGNFeXpXDDCP6yLqju9vhuuwBuQZSTnwGL+FJP1ymbAYUfUxqOOzpSR16U1dqn2p
tZBUuM2iERNyAr6OIlYYnTunL42NaONK5+BgArHQmgn44DaTO16Ob460BBncYTgHaT3vy0o3fFnC
WHJM6npEp/JGKsFwBpil4J3OaB8Dt4a3WjjnJDDHh34c2u+W7VbPqamHn/tJpSTeZc1dO/MWQmTO
P8St03qFHSm73g7EbpjG5qbOdIRDuaUdExeDgCJVXS/JmsEbtdTeeL+urxSIAtwoxOoU4sCZLz9R
K7NoKjU1P9dlMHpVk+lHJ9Ftr6zd4diO+rgxp9fnm8SaQBXzC0ESvkb5rSab2wpq9tnKhxjMb26P
hhKZGy/UdTqGvAdIweV8L5mlWB0mu86KbHaN8jzZk7MLa+tOz13kEeU8+kYyGV49jz0V40J5zi0Z
Huu4/SljXf0rSbP41uny7FA4bXzSLSPY+G3LDXYZ0JGhI4PjEif7uYqyyjxTulwv0rMeh4ZXhGXq
lU1pfFQrNG2/e36osRInEycwGqK7y8VtjL4a9VIvzvNUFB9kU1Z/9lNSQ76r5DFqnfijpnf9IcYW
YeuGvb7NYKwDTMBcR1KF8cLl0BK+QzvrbXbGTUn/HFpcEIZAcKt29kR/TFn+mQSwGIgcy58dzlKe
cBRsXVrYOe/PwfUGX5I1VIewLAz8RpYN+SqCqKUV0VvEKs6KpqR7bQjynY3AUhRutWvVaouLdY3F
cAFaNlDfwi2E9LfKEC09z5JCz4tzbMzjubPmBFml2t13Ros1oCOGj7UmOeh5Q1sJPQFbGfN6pya1
/iDGjPYWAa4AbkR2XES5chdXI5FNIo2dlcXhI7WvnjqKbR2t3Jm8BE39zp368d6wq+ZjVeOk8f70
XccA3OJMHcbmCxC+zuTDMlMD9IPRuR1l9qVNBIIqM3S8oW7c46C3jTdbibMVcS2TdHlGQA0s7DKY
R/53TYrJS8eJoyBLzjyW6Ycg08RdGQzUPazvjv1noxaNnyvJdJ/M+fCUFGJL4XZ9SyEdAyR0eAC5
918ypVebpu10VbpJnp15HzvPnKoW/Uw1bMzt9U3AKHDZ2JyUgnhrLrfmlKtitmuRnk21hagSjcN9
mlTiqJv2lhvPm0MRuaruQnimUHY5VBPZYpR9lp2zssx3rQhqz0iMr4mFeur9DfNGbGWTm5umpXH/
LkT+y6HcGB2cNaX5WYahOGhgAwelr9sbIQ25c1LFPvZt/00RaLWmbuo+9OlITbuXkd/YZuy7hSs3
Uujr1bTheXMLwDoiuFoLj+N0VBozyflFQeseczC8/ewqW4n69UlBsi5gNtnIDXlUV1MstECbKk3m
Z2Qa8cMgBhs52lgc2jLKb1yztzz8ReXG7Xa1rg62JgKCNdi5CcC5GhSXTSObI2c6K8L4u7ea6DC0
qY7BQNt92ljXqzPJUPgjEjRTY6Xmv0rFVDV0OjUt53OfZ7E/2u7gg6YCf4d1cRfOobZTZih9kTH2
D0VPzbKXZn77/o+4Wkk8ZLjJOZQ2SMXVb9CXuNQJTP0sBZqDQgzQlopkSw1ytZILIWn5ToyGaTP+
0qvi1ekHBqoLVTGq86A38a3SataDOk7SgwkxH8LECW66uko2zs3lO0WESaGJeVVhPoAfq+vpTTVT
Nr3jtl9Dy37Q+uRjKxcVSqSd4iL/9f406pfz+M9gGKzhBi1YUH735RmdzKnLtSrsv+ZYDtGJvLMq
iB1NekQxIPZd6U7HzOlsCMvcD26jmc9h3hZ+KhTrlkdmuJ9tmBFqEti7vuimvRYN7THNuwaJFgLM
pp+GT5rI3D25U3J0isk51lZr7eu2HTfeipXZBt/iYEbHUqkgIpDJ1k11Yo6cMgdzf5oqJb/LlRTP
RvbIY5DVOe0tYt13JzhvhlLnfhmCksB1aTGfoSRiWpk4dUKPfdU0K79wkgGmKm9omhfpSRVZcexr
2TyxpZ27bLQcv2tl+lkhgPWdGpHnbCK9TmgQfU8N49eYuOOxLgLjrCcCcYMK89iBhA/TfqQduFaI
9M7EdureCal3z5Gl+XGmVjA6Jc2TNXDF95f5apWZGWgsy9ZaouC12j3rpDbVjuhPsk1oz2F3xq6S
DPX+KKtYe1kAojw2Lfm0SiHnSpEZRLnbmYF6mgZH5/sn3MXGwvT6oRy+zVNKH/c5tg51o1g3Qexk
pEBTTNiTxTud/OOhzZv80PQ2zG1DVBu/7noOTGBi4gg2Lt5Ti83h6/DPCZRmym3Jj3PpZ21qdGqn
4OVuHN51r5GXOVj8EmHq8OxRZ7ocpkiiVot7Sz05MkROxx0GGb5vkFOZ2TOlar5VCyLHN4yu2jMv
9XdVR3E4KxNiPkvFhx23w31QORq+IVb6RJlBbszEJWi4LBPw2QIxWJjBaQTDlz/RjOJBjR1FO6WJ
ZXlkZtBSY4kuQbMGCC4FfbNrKzr2SvjTaTkm7++Sy4fqn9EJpiiMUfheak+Xo1dBGSmlHeqnzBmT
u17Aw4lDMMoc96+Nxbi6ScGriFnxkQEbpS/PCjUIumpuqqwwTiQT+cHstcAjjC32RqWHjzlh+cbE
rgr7L99GCk0Qh52aC4CzGtCg6jvy0htA9IH5x5Sbxq3aGNWzu9BwLFAEL5lw5qGwb9wqymzu9SYP
DnOfph/StBk3QoK3Ph9MAR4N3hCCh/JypiM1VWImxzjFspo8AHBrN5IA7Yy0M72iF8XGeG+sLDse
+FtQUyRZWE7gq9dSL+gGnNbCOHHBB/fEheyhctSeTKHmWzO9nNb/zAv+memlBKe+6BqAni/HsoLe
yYeePdy3pXieAYa9QSofbRna/mxKAcGpUs+qSMTByDLtpnYbfU+WOgHUNF90SIVe8icNC0tn8BVL
yxHjaVsP0pu/kTOmafA+DWgnl7/RzvKomgNTO8lBNz+ZRjE+yrbM/Knqw4NDrfeQJ6XwymFOPrx/
xpaZvpod+HsCKYFFHWe1EgoZU2gWrsZdp+sHmery0Dhz81sx2MsaAGBAXIPMxF+cZT+8Wm9LwGed
Y8U8OV2k7RIHALWNsk1dxPW3sH0XsgZ1ZAxbVmdKjFHiRmGGeRhYpW+WxZfGHLZw4De2rkm87oDD
gH6Bgl1+iqY0pebIyTppdmTfhqoS3ph9WdzbCW5wv702mLVAsrE1Liaxbi48pVCCjJmhuiIKIFBS
qiyMvN948d/Ye2C2iwmqplGsXFcqSL0iu29G8xQT6BznUIhjXibWRznJ9H4qqxGlMZVqo3HVraP5
cq+sdp9tm5gewZ0jjl3nfUlpd8kA4/+k9aOLGiNQpsBP8i78kWXs+l3Eo4JMS6uS+zgekq9Npzif
QK7qOzuPnb8IievHKrPds4bzQbGfBy34oRSt8jE0rOq5qzKnxdFNHDpTpaae1CIO9kWWzH8iu0vQ
mFlq+mPupkLzbciQzl5PbXABqrXVgzvr4cGoh4RHQGopTbgqp/mB9TAQpBJbzn0xOJaPaxW6VMci
HZ36oIq8bq7GZuc2nfVXEAfiT7ceaGDSzgZOQKHVTcZDFMX0BiuAMr3M6qvS10Rr1/dNBoS+j51G
/WEag/ipmF1l+eM8yps4yZVun2plnXlhlLafJ7OLPxtmX5nU8MrgQ2C0j1GZltm+M6ZCvW06U/y1
uM0iDqla6RMwyviYzCGQcaK1aYULQZncu1Yq3V3gxnix2IXWPaR1gHCiBixv9qNaiD8mybbEMVt3
DhE6J8g/k0GsHGRDO/ttNuJFV5dG9lQTiR0XA3QBO96cO5ohW825Sx0wqJoKeHSQteQ5tcag+DHn
sIM6ymPhbSF15i8wJuPnMHaAXYR1XL5tYT/VlPBiBCV90ez7XGK8UrpJshCCSxQo1hyp8Y2u9sHn
gelHfZQWwykcFPuX2+M5EBtJ+bykKAjLedFvh7BofhrBwuM38qpMsSgYdHXX2kH/Vc+SsfDIS7qv
VT3L9NhpXf/NGR3rJtFHS8NmsRE/0yibH4yxxf22qkRHbFYmA43ZuiIlbI+nCAdDmDhIv6w621cm
ZlbmMFeUo7FP+9Dk3VFMo6nfTAnJ9s7sAyOH4dxM34Za0cVepSfRXRYa5YhPjQWHXU/CcdhlelD/
obMfyZG1DlfpXLPqvVCahnZqMGF+yXIET9Owiex2qjobZwdvVnxd5tlFFhabD12oqrThmxKReqY9
Os96VwV7VRPRNy3PjW5HMwH7EHZF0u+Br1vrtpzn8tf7N9lldvxy//PSQwWgeqYuhYPLS1OZB2UA
xoRGx9vydSwn6G1uPSrBbmTzIyMKQr8vzPjw/rBvhNgQpA2wfCpkS61s9SJkoq3GKLCCE75O1mMd
B/XZLRREeoPV/KobK4AF0id+SCHPq2Rfe0NmBjdhrpsfHSsuMItB6j/V5H4cSecuLY1442Vczwy1
RG5xQeXStHl917lG3wS6URZpd0qtIX5KwzbznSERe3Nu0XKli7Fho28Bzm8NavEgAx+AI4LuXS4H
Zu2QsPp8INoVyT7RBT0NQ332VZqvuQcxFD/fX4d1eLl8JKggNcplEaw11Wio9H4alXo4BXN9bBwy
+zHBtaAvteYGKtDGg6Zfok4QyZdIg6eM+h+wJ8Di5efVZmFPxmANJzkP8mDac+dlsFmfozIebhJe
hn2LCtk33LjBnyYJbiJyPAzRDH2fVEntdZSu9yLKXJ8fjsCRUuNegfzuR3HSPrqBmLy5n6aN1/CN
RYG0sEQvL0W1NW3BzNrWjaxYnlJ9srHsMZ0PWqRrHPZCu9HrPvAjaWxx+95YGWOJZEBdKSPDgb6c
KpAXmXV1IU9u3dQ3k6MoNwMMvx2sU+kl3ZBvBP5vjLdwCB0eH9gvQl1FT0Oada0RteMpDO1PcaLX
1EBDa59W7l1oTs3GaMuvfx1esBHwcXMAoJYsnhRv9XUYtksQqvHUNgoa4ShCNuA2WxnGG9/E9wAm
Eb0D/q0FwIMBLTsd6/FUdLXcD9aU33XS/sRz0N2Tom8d3jeHE6wVhpwatLbV7iZcU0UY6+NpTpoc
nyOcnixI0LeTUv0EeCo3TtMbcwhIBp+GKA3gb81eLMdBymAuphMmS9EBinJ5KEWoff3tG4LXQbiL
7Ye2FNAvVwqjDycocms6qZ31w8r6D64+/B1O499iHAr//bFe6k+rbQG11+A6oqpM84lVNhJGjhgr
OCOnXEy9p6cJXdqEMvtD0prHSVTRjSTi2inOEN8OQ4xfaGGMnoiKcN9msbGvVCvyCmKE93/XOrMA
cEMHQ4IKPM9efbnWXiVJbpwpDU6r/UkJh+FQOYnh4Tfj3KglT/77Q13BD8tYWIssVEwUOHDpL+eb
kpwVx4HTn3pC8B1UbeVLHQXJg6zsyjfaEqqCMcIAdbE4UV1tuhvNtjoGc5XddkTix//Jz+FeAKmn
DEQN9PLnZJgfq6UZDeABSn076zy9EDQWgYw57qYZ7KkdSgPqPUw9PRhxvu3n2uu1or2J+0JuUKau
oO6X2bEsXLe5oQgeVrNTDWUeik4BHoZffa8OKCyskVDWhYbg2Truo2aUF0d1ypxdlcfD0xgH7rF2
MM8IJonqHuGomLv86FLB3TtKqj+3c+b4VmUpT31bZHdzpqPFR5q2h/g3YnWNlLnLSrlBEFp+6OVO
N5aLHUjBxUgCscTlvPZuPgwKJNCTns3ot0rXeEpNUqwo6tSdE7nBPqOEcG8m5un9FV1Zgi9vsAHB
l7lDVgcR5wUAfrWZ1cFoeKHL4cTVgfe3Ms1fIKUSHo8CSx/EXl7boGKXVj0dW/osHKfc/SNOAv1j
P1fVubQS4SuEhHszVGPclCxl56aa5TeSUrdjKApaBJeda5mt1zeRebDrIUBjhQfz7EblVyfrHTw7
DOpadtzstKjp7zUYhztDRLNf2abcd82UfVB0vT3WtLjYiOuur00TQpZOQZ/6l2GsySRp1EGXlfF0
spwJRwKjlCSesbWxvtdXxtI2B4B0ESoQY60oK1NTqjKP7fkUWmW/V5pB7CAfFbd1J5WNK+OND0Jw
DyOCMt4Swi9B1+sFteEXWJ2qnnp4nLgUD5gkOPmW7v2tD8KpUV/I2lzP1vL4vRolpChLJp5qJwgv
GN+getrNlfvBybXef3+HXj+j8KNh3wqbhaKCtjrjqSEa6h816Pug3aipVu9tLf9YTdYdxhtbXv7X
55DStgYhDBomAN/V1Q6yqzVBa5xSOxU7JZzUPT2DmkdVA98LukS9mUq1PGfqvIWxvPGZ0PHgUEOP
pLC+ntBZaXpy+Mg4uTIUX9rQ/KFFqvpTiV2sd4WQGzf5G+tHUALRmEorwP1LJ+ZX69eahdNV4WSc
1FzVPDoYiGPsYBGuK3b/9f0FZEdc3W4mYRcaO5NdAUq2WkLNHsNmSgJxipzwvq2rwvHjpgsfuhKw
Cj2IKb6MSdemezNVnM9lB2vEk9qQOvtZ2sWdqwdwysuJILTvTIJeciDLAB9wsFhzx7KIyOvV5A/g
2vBrIxBo3LSm1mieYZK/7hO3wpa4zzHFqhtnwIOiGHHFC+MSb/TYLmTimwphBY8oqvud0/TmnZCp
+AT9kbdLr9xdS6Xx1HUxNMUpLEF7CVWhpCs3VSvKTyLIux5xQmQhVamHT5XMcPMIJRO/08GlWs+e
I/2bXWrGeCvGSfsWmfUnaY1ps7P0LskgDCnZH4mZJv3RQWrQ7UKe0gy3ygkOfRXz28KxVW4XGTnO
3VkXe7T4IR3u1e6jlUDFB3OZBv3G5An70hOo/6QcrXyQYz5jjSWq4Os0pa5L/q4OaL4hbN2pdUk4
FUUDHpzQ+wUuug2c/AZyv7uPwLQ0npysM3d16eI7PcZWD5SSArnuU1uOH6daBZiz5rhaMJwwve+z
xck9LdM/tH5S/uR2AIBDBlZxn2b2jZbO3Pt6Zct2Z5VpNO5cPcm/ww8Ci1lwT2tfTrPyRwEF9EtT
m1iV2XasF7uMlxNGUDO3X4FvJcx3qFOfVXUM7zslzI7NFHafW9WZv2tCkc2xjQqtYpLMBtDNlLN9
dKB6JthqTt3o2y2yzK/FHNfBsyVdGnUA30RPSjLYWzZ8b9wlaGfgU1Cn5ZVd1zM0sOcKBc18KuJ2
3wm7uqFflXPoIkM5TJyzHYUrrGLUZONoXz8AFuj9wqpFxURT6FXeUcdWmY2R4p6wGGhuJjW1iRE3
tRHX99UidwV4XSqiUNtWZ7oy50AZyk45EZ51dzgPtEddlgr+NkvDBMvcioSvLyzGI/5F5rkkcOvW
JbIMIhE7g3KqHHjLQYmpzdAaTy0iw8PWfXV1XTEU5S4ET+7yFCyf/upu1ALEoWMjlFPciug+crXZ
10A0PVV0lHZqQ/HCxA0/JV3cPXdmV/wKqzD3XEsaXmJXypYs7ZJtuURoy8+hXQt0Oeqr68oPlb6e
MEFXTs1sT14X1fGHtgmmOzQBYlcbQX3g6Ee72QytuwaDhr3D7t53c7yFCby1sSB+8gqTZVK3WQUx
WqGkcaiH4ZluyqnXmzNAJR4HG1jAGwvNG0zSAwMIJcRaBgZK3cRSdPZJjyL0PUYW+e2k60e7wqbr
/ZV+44MwMqAHIu4nMAHXKXNg2ZNSBr17SrLevNXDIvUqmrdtfNBK5/KygPYCo9gw5qhuLtr11/sJ
C/fUGVIUPaZObz61xwBizPP2wBU8+bpL4cIuIt2fQ6nt2nK2MISYlI3y4Yr3//IjFsYIdSqiXepi
q8wtqZs0NcImOgfRAJe/FUXwQJaD2UIem2UIeWF5JnV67VAV6auvM0JaPPWE4nzVXQWJyPtTv1xC
lwnPInRBdoJAnw6Q67AbWw41DKISUaPAwmePviqsD/pcWUt7lCCmBUPWd+pdW4du+NtDU6TjLXeA
Esl81tL4UHfGseDePNEss6ddVZXsoaq7+zbN/0hb4++xNBX//a9dUJHLr8VowF3sASAQ8xSs0rtE
6VV7XtTp9TgZf2dQgRdlQ1ufIjNTYDAE+KhQQqDB4N62Yj3dlwUssd9ODJAvw12E+QqBEcLk5Ta0
y96N405HHqxib212SUsnMNQH73/qG6DN5TArhGi2IZ4kOcPUbkWlin67O8HVcS9qXfsglDx7Tken
+Zpn8GB1nGU8HHLELkvj6KlqbIR//VQ/T3XibKRgK+7qcgK4SXkaKTrrvFfrRejbQJv7WMU1U7fL
A/+37NHEEgcaXlQ9ZPbs+imSJC+O82ZfhH0GoDuP3xW9HtEiJ4mnhTLcSD7fmixg7+Weg+WJIdFq
YzS1G8zhMC4SF0MeUyQpfrDEuUo24YU0DZRcCroFdo78Gwax+1yZ0vaIE7nzR0x3TKfNdp3ryN++
GMnfXqpAvLkul9flVimDULepMFEGGgy5Ay7NvQop3sapeMH3V8eCzHEJVkgMIJmsHpQoR904xhU6
AiVPvij1rPzSY72a/LjWMhWOPIZQEaVkL+yNucBUt+iPhprQq6mKjMTd6WbrfnAp935UYIsIr61i
OqQko4oJVzCKDbTprZ+L0QATg74FtNpa3eNaFAi7SJ3kbEyp8zTPlOeUKQ2fuN1xUpghyBhCaT/R
gDW+syYChmga8jtTxYc3tc32UNZqdVRtNMxW3yTYYsY0DRwhKmwc9Ld2FZgzrh9U07BjXFtgTwKo
K9JH51RNWBArWU4PqEyvMYpvlT/DMRh+RmNj/lGGWYdFd0fsbrW0IQCWahavDMS6VgmOA170e1T1
5Qxy4UKkomwF3CWuRFdz0itmMrqnLkVKaRWy8EJToVtS6UYbe3gl1vhnLIK4F6QW2891IBErRh25
/RycKtXJb1MdP+LKbOUeHYXt1z1mxUlJv4UmmuZjG1r5sc+C8BnegESxbDtHQ+CiOmpYcakDKsG2
iKK7HDTiU91jJ5sRwXwdaqfDllaqMCJU/uTQSXxX9DR7DPPs9P7Feh2sUCozHNhdEN2pzq7u1WqI
ShX7lPScQp64kSJy7rSy/PH+IMsWvjyRC9GLWFPAO4dautriphlooyLV9ByNNPmLwtzywD17r9Gc
aSvMvn4UIf9QFmEbcAlAwr28ZPQkLiYlDNJzpUX2ru5V3VOSonlo8rLzVc7GjUJM9VBWTeMpxqje
iWAcgBR7mklyffnhnNvPSC0138nt1hNhEvqt4eITTHnsc6jOmxr6JfBfzQ54P/Q02qzhGbA2NQG6
zcKqmJMzYaMN4TmIs285Pm76zpWDTBe6Sf0Mt6I6Wz1P8U510+x2aNoRgow59Yh7zOpQjWX0IIMp
+GJJEdA6yEryT9wjIwioNaenIQrcjzKv0kdl5B7azROghV/oVfQJXYWKdD+t8aXSeyN4SNygzul9
1uF5E7Zt/AN8M48gX8Zskw7QXWOObc/N43Ev+CPunLTIO9LtIf/cmE6d7TTcaZu93Y30BnBbHd0U
h1dTYDwM3XOhZf0fah3SZCrO8OTauKfemk5CMO5/SKNLIH65AVrctjKexeRsFVpEt9y88SpQqT9l
WkY+Y/8uC38hz0GKxw0K5GWhlV+OpyxubJqpJAh/bNszagxZHZyR9qbZuL4+jeNGIv5G4E9JcykA
oqzgBlqz18tREXOlJR3OHa0OcDM57jnqxfRlkENU+4KC/yOCfoS/eZYpUH7UGO+eociCLfu/lVPo
chm6gNuYmlDWp8Lgrg42fyLu2bUynAFWmtvCVM0vpSPdQyWrOxvx0B3xh/UB2YC6K53wrzqCu03b
jOqg9k1zO2tW6KsTR80dNUnMXLZHYFF6G8r5O1nPViOgq2sIgiPPA2wEcjPNWjcLcSCWj1nS4YGQ
Ez3S3KtM553M/x0R/3+Ltf+1yPn/a4s1v+1+/Czb/zj8/fPv5uXvfv74jxevueL//G9uidf2a8uf
9I/9mmYb/wI2RJJBSLhQ7lm1f3uwGeJfvE2LZwuVFA4XyeW/Pdg09V9LzkuNCVibv1kKnG3ZL/Zs
Gv8E71Gs+ODuv1BcfseBbZVQ8gcQp7JtYemgDrZfooFXoM3CI8vdqkgf1Tbea07nh6myG1Tww1zf
he6XV/P14Z87/7W/2uox/mc0PJAWdzleBHW52l6NNseTpkzJkD6WynDT9AYmWxuwz9UIFHA0zqot
kGeSKa8uq3Goayh1ufloBKq+j3JJV5U422pUczVrvL0UOhZGM/cibhCX35E7QhksJ+seKyuj2Wlv
mX7d5P1R9lXk1zPgrVNr5lYgvcT1r95RcCmwFgYEOFxqnmtaUxcXcVUih3psiZUetKD4VYkp81J8
eLAulxPhBm3S0fYm3jRXsE1oAjzui8He7BC1fN/VL2H7GWBrlMrc1SzTWFwq1H6bx66InUM508U1
MBrtm5KK8CaQXei7mW4ezNgIPGSFVO1yeuZIZyi9Wh2023FMU3/KjPReWIvCPyYuoYVdhVXI8K0s
TJojlxIPgLp3jloOc2wX2+Zwb1Nk+hTQEimiQF12RBKO/aBiZvbx/W26vvb/mWkiukVty8FY8/ky
JyHEQof/SCjcHAxLnkuoTTtOMEhm2IWHBDerj32Jjj4PRPSE8BiK4wA4HsC/8jT8unyhT1/g5pff
QOWnDwHeGh7+uZQR8IW9ff/3riICfi45C3kn236xJFlbpubFhOsDN8wjDhb2UQo6F408bODX0sVk
lCLj++NdHzIEeSSeXE081JRmL7e/laEbmlMzflTjeD8X8Q6HF+/9IVZuoyRfi+jv1RirI2Z0tpww
CY8fW59+qMPOOuAu6oW+smdf7LS94ev0JC09zHY2vu56NhcbGaiDlE/4zzq+qlTFDsfZih/j7iDm
6CEuqPI40/1kbvG3XmoZl+eIoajtcZ0TXJFzXk6k3kVpk056/Ngd7GP8KfniPhcP9h37XfuWPOQ7
9Vg8jM/6URyqAyrIv91H9+NT9VTe6s80qjH7vfVLDrvgOd6Y/eX8vve7Vuc7hWIY1ygaHg15P2Hd
WhW2rzQdnUznQxKLXQSXnEZP7y/51a7CGgBZGlbX3CvYeK8q8Oas1HrQx+MjhL1fZjodLQRSv7u2
L2OQg0Bn48wYyxX76gHS+rZSCyMbH3G532n00rJowT6YH8b07/c/Zg0cA4QuX/OfI/GAvx4pSSIY
1w0jGbvZo3f2TeL9Ze2bffu8lQ9cLRYjEaKiM+QlR8m+AsNCNPOZHTBSQvXICCRcdNSn049hPse0
tsiWtjtiAxW8egBexkTZtMCiKOhXcbGZzUYwINh4dDMAJgjHCLl8ET067uc2o99fvfGsb423DhyU
znAHjfGw/qZ1bfk4zMUh1H7ZXXAb0jhDTzcGfGszEpiZJCCEW/zlcvlUfRBjbZfjoyaj8Vay2nuR
OfPGdrxaOpdCLVtxoToCtbirizTMyj6TVls/iaGmqIzagPZoLpIQ9PE4heOqU0a3GOZsZJBXs/ky
LJHfC31YXSvkZ4SA5pjU9ZPixh9VJT10Afe4aP1aL79jI7gLaZv7/nl440vh/WKZtRR0oOStjkMt
FA1vLr60RowCfnRL8e7QWvjgqc0+0POPvVXcte7t+6NeXeXkwbBtEH/BBASBXN2vedy4HZS/6Sk2
Aw+Ftx80R0G/kKQq/np/pDUVn/O3KHzwVNB4ZPn3aimdMmvMyJiNR/NReTbv5FN6B9ahfwl4rKK9
dkRK7Zti19PdztpYznU0+s/Qy6Ca6aK5XOb+1aU2lsaku61l0P7H3vNsehYg70T61+YmzAT1fzLc
guXgkkw9aB2GuoOMjTFUjMfQUfeJ/IDn0DGT0z3Vp1SvyZL+X4b138gYXr7t1WCrFbRj7Pbi6mWw
e0f5rgWffvfPX9R0y7845PB5Vsumi6ozYhUf31oGvd+Xs42/Iirk90dZJeZsDurhBOz8F5frK+Xe
wqqJ9bwMnwospA5F3X4vszS7SabYOLw/0vreYiRGIQAneeReEatHtIQLkM/RHD+hNoofI/hK3hAZ
W5De+lxx68MsNnAO0ReNxQvk/2rHhdq0MBan4jlSDGzvIsf4Mg+V9mcc0cO+VrPv73/U+r5iuMWG
E8s9djcmWctHvxrObIYkmjG1fAYCh8cSPcvc2IGreFOrf5aVRhOtjeP8xgeSpr4sF3k5EdrliFUd
zXVSD+2zYWR0J9TkrRXOKg1QxX09iI09eLU7+DziTOq5/5e0L1uSG0ey/ZW2eWcb98Vs7pgNydgy
UsHcldILLSWluIEEQYLr39xvuT92D1LVrQhETHDUbbWZqkrpxOaAux8/xwDxEzJsp8ZaSqHBEDdt
xOGOTWOY/NwE57Rn7a9P49newGUDMJcFWCD+xNV9aicuakA0jbaNOkL3WbcvVW/z71mQThPI6PIC
yjptxByA0NTIrYoF53NhrkS3A7axjgQXZut0DDXtHb1PeBs5eLwp6o3e7pRsiSBBrnmKBMuxFZm+
odTaOfYKWDGf68hR/flzQQOl9b37DGxoPnmHIBJdKjSfuXHJqPQ2BdPVRJHDbyPgedF/p2irGLUw
YN2W7osLxwlnF+RKQKDib/Kt2HoKa12x3ygEa+2R3pmxMkDGLfUHkEgpXGP+0P+4vjPk+1/MKAph
Htw1Xh36R+3t6AiniUZANDQ3kTsFOrRFDka+bcG9kUCUMGgXZScvmQNIAvQbwKcAviE9N+w5BnDP
shosoLWt75LZ99bGft4Xn5LNvCl2xo13M39VfgwAuL/Tz9fHeumcHRuXnIfZlGi+6GFcRbOnQe9A
xxpet3BpBYGQAxRDkBJ7Z/mnmA59X8IC7pMwtcBCAxJWI7EyeI75EE/VV1plC074wqGwhItCwwDI
ZZD+kvYnEnqu3hvKEI2aFpK5vwPsCrp8bahBl6zXB6QOzXVTfB3VYmVTzx8GC50lu+sjPz//FvLx
yMqA7Ai8UnJDFzpI+gmK7HOkaVXgQOmEjzvLW9isl4aKGwfNg4CNgery7LXauGOGqZ8iTfeh2uhp
gWn4+nf3dTwMPvvWvzTP1VKt4fzKwciObEq7ptUK0OQMCUaGPpwGjAglGmgrJD6su+tTKHLHJ9E9
Us1oQUF6BS9VbB65gsjmDBnNWpujEo4GElzML91Q/+F87aGvVYbtrfE8L1GgnZ+JU5tiXY/OfwwK
lKRQpxmiHsBNj59rvkQA/RHnHict5GFJ15uhoXpPAE2JDKSKjD37NPrKqg8QL+6VnRJmu9HPNtPg
Z9TPds2m/JluvCe3WjiaSwOVrsC2rRMECeMceWl2o49bAFgXQtOPB/bZQEWKREDS0BchHcRZd4oO
ndpzNN2o6Azf0Jf0R9/sUgoQtj9syKP7eNBWyr36Pe585V65zw/NS/HEQm8Fwch9t/CsOEt1fEw8
WlGBBQSo9Yz7ekYW1mFWqUbFC7IOSM3VK0HZ82govvNlKaS7eDYhuPZPa9IyFzW4tUGjAms/+x+W
sbPYxmsBAPTNBHeYDwDGtKXZOl4IRGRKJ7wJsIOP7EoLa6Su2RkD7JY/swdrna7NsNjZd84+fcxu
0/3MfPXzuHBUz/28sOmhiwNPX3SWS68d4MvTKVFgU/1pOrdFvy13xHjEZW0sGJJBOh+jA1ocqE7s
KtHFcXo+O2ZR3Fr2FI2vfJ29OU/zd29PH4rEz/bq89SEaHIAK5oNXPzrEnf6pSMj2rhQskEaBPSv
p7YtJfa8bIqnaNZtf1QCfV56NZ4l9MXiHZuQFs8xSe0AtDZF6o0VgjR4Pf2sb6tbfdPeVLt8Z26K
LTNXxqHKdxkEKBcerUsDlB7405CWetmkc0Rmovj1qKxZR5YY+i4aAYOueBwj6yGLIrgETKUVNAoi
xcRxgJZzyxbeNZfuXsE4/Q8L0jCUElQONYHfaZuXOSv2ZHK2rFS316+nC/cgMkVg48HrBllGmfM7
yzowlgg33nkHb1p3w+emWqE14boVseCSDxUQZlyDCIeAWJf2++yynOZTPB+SxDxMybrLn8HVfT/N
t55irq7bOn+MitcSsFuoFYKBSo673DmftNyrrIOee2DbTZ9Hb6dmey+OUaCE+DWvwrlfSjlc8JNA
CQHBIFiVDZSypNViU8GbnHUdyEu0bT3PuwmqE7Gr/OyU3eTwVcntFamqdd9863U3BIsNIp0lAtDz
xUQJDeBd6EAAj3rWJmmnBmCGhToe0Iw77fXJWSP3z4KMtU+tqyyVLc5fNkKVAIUUoU0gymHSzViD
PEYZRj2JYoSi/sjNFQULCyfVziXxJkW+aopz0MylOzd56JsOghpLMOmzQ4KKDpCZADziOkQDshR5
xH2OcmhieoeMuTiDZo3KicWStVkk2UJB+KIp4GRc4OMB15OpmoyKjUOGx/ohtmZrRQi4MdU2hsY9
bYs/3cKItD/aPCEHh7BRrjGQkatZl6hTNMxQJUclaEzfs/EZPMe3atlDVTJK+UKJ4ezUCJMizhco
IFTIJJdtMkNvACSYopaBb8eqtqOnhZlp3CGDEkw6303tvJmHJfEecSxOHIPI+otuRpHZQru+tH6Q
ZXLI6A1N1OtMDyal7/ceiefVmKa6n+fqAeQZ2q63J7q+7iUubF5YRtoBTQZCikoGR6DiBSAkYS0s
FxuaOVsLSmWKhrA8sdJvKOysklxd9+AYtfRNH7uabwPofP0jLowec4rrw8O+AdWD5BZJ24xT6rAm
KmZFBT1PaRYr0no1AJ1e+wNSl9Ck5LV212vNUlZCUivFHoackOh/BZEu+IgRZUrPgD5Vu4J0TdRY
Spb6nq2QDXUKL7IcWn3SgB7dO146Q7tpKoMaUGB/4DO6FT0NSQvHgyzglAJiCADx3ED6BCoEJsQn
QU+b0TwJZrTo7YrGHn2nLtnm+rSd3b3i04WLA8O5LtLip58O/og5bUjcRNngdSsgrrJwVGxv4UTI
wLiPGULiDmEvigywIs2Qyep5rDxkiPLcwzOJa/XKtrrXosi1fe9CBN6c5/ukIk0w5Ia7yt2G/WGN
VqwRmIYBpAWWCf+QnmpzVoHZNFbbyO7rbjc3pFqPg0sWpvP86CMhKg4BmstFolIepwfIggvSr6ht
bXOFHsXybYgrL7CnaXgsSNGBvabLtm5PhgNlJnm4vpqXDgHOIUCPcDuiKHC6mo05MN4BGxsNuWlu
7IqhQY32xqZGMU6rh3xt90CSKqYyBdcNix8s+R64c9FnAtNYbWkbuUoMNqdisA8FRwWn8wy20duh
C2Ls+0DJVWPbFN73P7SJ7glwnwCdigvTxvk7HWyJqpaWOomBU/dNUT5lQxygPTLUyMuQ/BkzN064
ZEsa3zhUpdLVsR550L0tXHPvze2eOktF/rNp/DAjKo0gSgJzubRJ6Zy4Wgd1kci0fPs9QbZx8rVP
3efrE3d2+0pWpF0Crm/O1Ryvpp6NW0qdIOtv0mReCK7P9iKsePCIwIeAOAUp1NPlQWxUxOoMgo2h
WdvzdjJuxgYnf6XRO76kQ3L2WEPSEih5hJxo+TFx+53aUvhEVOKMGNErWh8ssgKNkbG7PmtnR1vY
AFs5CrJAMAISeWpDAyNfyzFxUWp6kx+3xXMBlWwXmJLZbINYoyCtm/Rd1SThdcPn1+upZRleguRQ
p80eUxEfoROmo9kW76RAmb83ZfZAVQecD22o28qKA5vbqSE6URZoucX8nRxv8QUASQPxI+ha5RcN
bne3SMZaizyHrB0lWaXe5wlt9F15zxNj4SY/f/8La8JLC3oUtOVKq9ngcQpNGaZFZNTCwbE3dU5W
baqHA89fzPE1JvprSh8ttIYPSuHPHSiWKFl41FzaUnjAgVIDZSftQ0n4OO1XlRotcrB8RRCFDtv2
q1FmvtP+UNsl+o5L+wo4Dbyg4LDQrik92+bCc/OmabTIeMwhNtl8Zdme/iDxAzMjQHyu76VLowJU
VkM8g1sYpcnTTZyp2tQWhWZE4Mh8cGZ1D/rGT7wpX5vCWTgvF7wMKN5+m5JWccyzMfNG3UCtRn8A
fci64yMUzpeIsC9tTRG0AKSMlwzm8HRErAR7A2QV4ZlBpxCgT/s17kFcwM3uxSiGLYPU3MIcnqdk
EJviladi+kTTuByfQgG4AxEK45EKZtJXMmnc7xsIBBp6OgVJWTY7uMN3ohbOyilMuhoq6M2n/S1I
hqgfq7iq4qwMZ5qxTxP0Hj7VRfsdFKPZJrPa/vP1BT9P/oFeDeAOFZfKByxRWnEQiepazAnHLQnZ
ddOtvjCP1yvKoT+ZoOs9MPEU3fdo+fVTlasr4tT9amJzB74a8Gx0oLbzyw6kW5R4+vr6x52vnWAC
xDUBoiq8Gmyp5N/gehjqkuC11LtoyOD5bQ7CoLC3xnll2AoET/N6IRz8AMCeujJk04TSIYCagLTL
nQZeqkMpTuBd0ZHjfE3cLv0xFJw8TgO40n1k4oevY2l4NJjnsvxCu8ywfZ4rBdLCqN88jszNDq5i
Vq1PgSZt/AnkXM8FyZWvNVO1EmGPA1ywMnnZVyPT5tofsEk8P4l1/T5PuQpoZKrPN0POrXuz1pU2
aCAp7IIcg6Q5GL2K+MkFKwp+8KjP4GW1rfZQKTXSmZqWFV+QPZ9yv3AV56uZ68N9oU0FCKrqbvg2
tTYqu32Zl08q0trA6xK7fwF4pPw2DF3T+xUrk2gcUM5YOBGyV0FJFoAKXMBCkhv9AtLrSK2TFsgR
m0Vw3WEyriYdbE4pD6Bod33DyD5FNiQd9kFRh9ZgMNS5KijY0BxGIi8eF4YjPvd4i8hWpCNTIc9D
+wpWLBUYWrBb0JYu3OnyjCFBgNwd7ji0KIFkVE4VgrZF45WW9xEp80OSggY383KQE0P9pCyQXbs+
bfKAUGoF0hGnDNoEoHGT+QjyChC2mvR9lKXI7Exq3QatC7z/dStnFxnSq0iwIL5CJyHoW6Rp6217
7DUlA0gj7VdNO6R+z50HzgbQEhr+1M8oR7pVABKpP9wViLNgGCT4YGsVDbBSIOAO9sgpKxFcmrZP
m8p3WOb37sLw5L33YQVgAKQ3MJ24Pk8vGsRzALEZFZIcSh/qXeRqmU+B4Lk+iedLhbEcWZF2eJ7F
6M+zKcLUnIBqz4s/o/awJKEk9wujPAwrIkSEJYRQcg65s+ZBTd0ccSKPQ5I7EaOzz/k76rhBMddQ
FzG3tTfAd80pbqzJN4xxxH8ZtrWydBTOtw3ePqgeo/yG70K56HRep5JAYMCM07tRIUHl2eDyrcO5
AERK50FsmWvG79GnuHAkzq4eNL9AMBck2UDqg9FRP7VqQtRjQukou4MEueWts/HGAueSuSs//+l6
4mpD6kGgwkWCV1pPs2xaTa+U7I5oXFmrkIL3S0tfSv2d5VcQYSH8EYpVyOEKgOPpcBKbOBlB02GE
ftjRNwtdA8pnmNa9aEodwCKMe8tEeqd9aydELBmtl4B18sbFF3wUPvDiU5EBk6VeqyFjUDrVeNQD
eg1mp3IAA3dJFx6VS1YkHwPRP+Cbqcqj0UPndgmAv4OOnIW9ccmIZQq6T1Al4kEu7Y1xQHPmiBxu
ZCQ2rs1CrepnBTrV6+tbQ74DxIzhsgQJIWiF0bQvmXHw6HEpeItxCJ1qjSb1BvopShOijz9bs5ax
BQd2Niw8sUCThicPKDFEVed0jxi1mVuVobEosXu45p/Mer4+ILGXpXsTBoBWxkYQhDPSScbb3KZq
j45o4iS+l+EdgxJR+vLvGZF2+thU2AGgWo8yNOvn7PMwPzJniVDh8lT9Hom0NNAwb0BuiReARr+C
283P5sm/PgzZ6+GNcTJX0p1VstQGAbrBIhC6jruy9U0c1BxVaj/mqz+UnUciRrImxnuEYYEYrEsA
smJRaTwJxQQ67JHAWDg2skuVjUiuTquhcJCL5a+/YzzzjpngkEeEvmBmaW0kFyAkYzhakkAZ038z
ADjMlkKEpW0sxnk0WUaG/lWI+7EIqpW+Ut451pPm/ry+/Es2pLOI5u8yywlsJBPwwO6bUb5Y3ULG
e8mG2IJH48ioPTtzjy2Wl2g10wDNgmDkYjl6YTlkwOkwt3lbexhJ72ZorE99Zi7Rxp85ytPdK8P3
SItB1ExnkaPlW+YMaEuIBh1syPW366tycQfj9hRCr+gPlaGeKgdVltXg2CO0WLmo1VjDV2cyVo73
EP8hQeyvI3lkSzotbob2y4qKUKbxgs651fpnu0zD6wO6uAWOjEhnpVHUjAy68GNgwSTGVnWVQPtX
wj/0BvyeNunA8KHwmvbDip4GNSixW0X3YTroqj/f0gBQoryBRCSK5YY0HlvRG69VVDh/uw5MKEAg
XvYhyXR91i74ZiSTgCZCQCu4gqV7jHVtHtdNyyLDQ8UYwTWopCFu5w8GqqqBuxRuXlgkmMOLHJg4
JCXOSnBg9EM9fsD2Zl/AV+UXRgGVlvX1MZ0lVT+C2iMr8n4bLUKQDGIRhBNF5HKo74r7fPJVCCf3
Pvs+f0rv9aXA8+LQwBokXlKoaMjdyAXPdEVPO6yXR8I4Ht7trg9NUi2kpy+aOco/SNe14yJDjkoE
Hh752wisF1EORffj+gRecEInOQ7pwtZNreCWAht5TCCafN9ozy0H/3VJFl4Gl1fqaDTScYKy9NDz
Fu5uALGBjnKeP7vjp2bQXylJQoO6qOJ1GxSkHyyozxAvv+kdY9PrycJFuzRi6Y5yaIG06iA8VM6h
HaqHBkf3uqpv3EWd7bOA9GN3Ho1Zuqs0t6AaWlRY1KagBgyr2OdP7YOzLZ5jEhhliDoYLQO6jv+Q
4lK44eNllbWpC00hBfiX4SFzEnIS+/10f33jnMdmkgn5xdpBpgR5CxaB7MB77WZf+1Ywv+DoOQu9
ZF1aCxtoYd1knfhE0+jkAQoRGaMVFtMnPSsAL63WXPmXPNfvVZOhl5lVwHtmsJTpbGVmN6zo11rx
cn3+Fg63Jx4gR8+YsuySpv1YIYhaWt0eIiU7dUlt5cLNf7INJO8YK61uUgNrpJbDRusbf7aTld4N
vlIcGi3ZXB/SxQvmaN7ECh4NSaubTLHEvPUgNx+LGBjgTT3T0DOfoV8FHYUYsKGlmGZpW0hupZ//
YRQ4driVKB2e3fHz3C40W8hl318HCjUzwT0k6rGnY4NAblV1HM9zXtF1Yak+UtG+DZCz40Ebl9ND
N3++PpuXLULyD3E0/pL3O0WdjpVkxv1Ze2Gc57d1NQVVBZ5Jy30ACXbA+BLY6Aw4/muUv21KtwFP
Mm+wU8TSlakEg/EK9uDQNXrQl2drSkG8oO80D3IdN8ZiE+vZOqLbE8hEkOWi8oTUknTZpdSxSasr
1oHXXwwCTSR05YK+LwS2fvWHEytZkgbpeblrDmViHxr1LmbqzmgxwByhKs+eOfQ2UF5YX7coE8fD
F58OTjrsxmQPthbDpLkJ9Zv2RZ8D1MxGsKi0PoAkvrNNVmWAisyLdTPZDy7ahvZZuFTPOKvwfXwG
ADxooYF0EPjDTjcxU6qZ9DM+I3tp34afTdjs2ofmMbl3HuoVeet23SO9g3GU0MLF8vfFBT4yLt0X
0zjMsa3DuP1pQMoc/CGab+QB9Er6fRuWd+OGPNPKH9+X6EPOd7WYfYG9FUKgOhBMp8MujNJwIXVl
H8Ym7HvfS8OJh42yyvgq5r4V6p/shS125ncli9K9r5IJsoUUFtnk3evVkzZDjD7pwyZ+mSG8cn13
nd0kp8bkcqPqVSlLW7Gf0QUGpkvXYeHoqQvOfcmKtHxEmau4KTAk2kJeHmycKN1R7fv1oZz5PGko
khMYgEw2Slts0LTc6GAR7ipvazTjCnKGoc0aH2p+Cxi+i9sSiHNsDJC+oHZ6ujlcNjeoi8XWgbix
X5IxsIpQITfpUpPX5fn7bUdyARkhej/PrnXIErQ9GYda3ehsIWBYGov4hqMLeKBk1lrqwYfSJ1J2
IWhcfRcNVpW14NDOH7YfC/V7NOJLjizNsWrQFvWyA6Qf1HvvO3+sVD+71XfkW/d9gMSk75Z+t/Sq
XZpD6a6H0sSoNqiDH6p2lTaDDykGCH08X9+DS0Ykb2EwLclBKG4dTMVbuVm2zsv3NtdX1638D07p
9wxKLkJRAcOBIIh1aKtVb0ZKHXhv7g9EPvZnRQ27bG3XCyf4+u7QVcn70xYIboQC1oHRjeHtCdRZ
0HAAQsLrI1syIzmKearNlCRYJCupAzBVAgX8Wo2h7i1x8J49N0/24FmtS0UbVm5MWCjwX2aJD38k
GsM34CxRlSClwb83LMlPcFVRaeFi9rj5PbbNm5p9Q/QfDI0RXjd0HigDxeTivQfeWvQNnXVml2bl
VG07WocR/Xt5H5QPIzjK/OyH14e2/0g2S510wvWcFDiEQdG/j34QFLrldi9zAoy8QW344BmQhAFN
MM7u9TFdOFOwIOqEuIFBuShtdg9YcShowYKashgZO9KuJwpSPqewlq7eBVPyG0cp7d5M0WR0KO08
qNgq15vAyH7+W+ORcQ4uBHsyBgzLQdWpX0AP127roHSWdvjSWKTrUM+BazJ6jMVxhsBE4UHN3mi/
1CBzecMB6IKSrmg0lNNZtjeXoEZXrYP2WB4Etz+YIhDNm6EF/eXab5gPrV9Q5fwrc/jbquRn6Typ
FGzI1oEKaNITt17tJRq+S+9u7LvfNqR9JxqgZgdKFAcg1W4tqCCvqkfnkIbNI1m7YRv2P/M3a2ME
5Vr/pnLf+0K/0e2/NUwZ5WrGgFdobLIOk9YhPvVChKaEPl83cvkE/3Ocsiwb1VhcVDHGOSgvUwqF
8S9/9vMtHF0XMSggz4LgX6bThshFzLOEdXdtPpMQzYLvyqgu9Rme9ZsI5yBwh+CCAwzxDIriAjCo
kVbr7wqlUsfQHWPlq+s2/Wsxzd0XU69YDkXprvmckxLp0C41MwQOcdmHRZeML9mgAVo+EX34qtm1
NQaAYCTEr9HN+tmoM0gnjUhWT34Jgq3KL5WWK+i2Z3zhDSu//cUogPTVHRwnAD9kMg+vM2qeQHHq
LoUG4lNfsd7PG1Yik+mkQQVpcEHjuXCW5Hfzh00Qh+C+EMo68tVukK6kzDP4HXx5/64N+RAAAZv5
1QDSSQvqTV8KtX8eDWt3fV9cGKugohYKC5C6ATHn6TMw9zSOar863IEQ6H5Is2qdljnAzR1qCqAw
Szd66bz/uUnMLHYh2BkR0UnPi4kAUznM1nAXu2AdTeP+XcGhgsLTEzfmT3FH+j+8+DG3Yin/aVBy
wrkFIl5mOMMd6ifpaiDKk1fag69PaMdq2/gPwxFYw6DAcSrUklQQHp3OqObWdp6o43DnxakeFFOT
P9jx8EKJE/9om36Jt0R+rAlz4DgCQhv2gKKQnDAuGN0mSTXcWQ6YgYyp42ECIrigpEUcKpS5C2/Q
s2cv2ugApQNSFag2lIdkuFliWW2dKq5xR5yfmZE8WODwLGpzW6h4u8V6OFruXh/KTzmrb00oCl3f
PGfnBCg6FL7AIgKMCrifxYV7FLZ4jWspOTrt7owp/zqabbKb1IQHQ8VfvNqAWGidOn5eL7EwnbU6
YNQndsUyHNkdYnsg02hg1Ln2eZzMdWoZ+0HR0ZNa+zPlfgs4btPGu3zQAIMdDTTjVAs+Qr4joAAG
2gfgWCCfBA5VGSfTEFdVstmx76xCdUNqWJU/tNNSaeyiFWwapCxNPF8/ZuJopBpWtxFtanfQA2Kb
qjQgP1Ogh+P6Op6R+wliXVT90A0K3m0LapqnE+q41Ohop2T34widR7103TyIh1iNoIRXUZ+Vlf1W
5S2aG0hGodFHCIfgX+1U9VMClsx7CEWOm3ziu6SlxXpOVHYz50r+6yr4I172qH6vHnnz/s4/vdX/
KX7rdwqq5yxJ+X+d/rL99evknYZv/O3kF6sKGmzTfffeTA/vLRQI/+s/8YP++j//t//xb+8fP+Vp
qt//z398p13FxU+DPGR1wpOOM/FPPkDxIX/9tsNbid/29N40b+3f/rtrefOWtX97/9t/V/z//d+G
Z9/xr9fNW/X9HWA7+Qf+Il53nL/j6JuCJwU8/ujng+/+RbxueH8HHRUg/Y7gdwYtFbbVX8Triqb9
XTACoMcNjwPwh4tE+F/M64rp/d1DYg+cx1AuBv73H9Ny9yu8wYz+mqa/fn3MhC5dZWitRasFfpJw
TS66UKXoOM8mZPHnJAUbZNo+Qa21iNBBYL/1qhmviSFqJ7xQF/bxR4PoUeiFp5+g6wbnvACugshB
cgzK2IIn1vSg6ghxEtYdNOuWON8a73bOH4T76xuARB8Yz1clbUD/TkItf2LVo5kVYT986azBp466
K5tvjc4Ai1R8cJLo8Q5dY7sy7Xd2d1+1/bqP82AwkyDLb3XviWnuqmoh85EDz1bMK7Mdg6mrNn2q
+bWKkKne6BDP5M4SvbLMIX02XOnYGg2D3giU4gLn0f2UHeBwfcgnh8qaBk0E5Ms9ecHDDnUcf4ml
RvL8Z5ali24Y0T4dj7Ac213nG+MQxc1rouUrVmU/u9Hame1CjCj7qDOTUvBBLRvqeAZM1rt2tWar
NcrNPrjq1tYm3tKd7Zfrx6Oz+L/Zw6e7SQYtIaQebHCwQWxql61IBCXY9bDQ/nh2TIQJ8PmDEUQF
g4vcE691/axxXcFb2vk+uxnane8SxqD0/VLmC0GHHL39msAjW9JuIVbjsB5eOQBNZ+XXP9wNe262
455uhtfqkLwnN+gohTT6vrpPNwn3Dajv+sPn63Mqv1jEVyAeQfgD0jq0lMvRsUladLbnBNQRygpU
WS6EbfwZHNXTqrahLORnmo++kOtGpWfZmU1pt5ZaY6tcL2DTKFZ91m0qPrcgdRdggWJeXzd2YaMK
LRk0m6H4Bti4Ib2KwPuhQLdX0LdRxQwSnYz3iefG62JK7bCihrHtppavq7kuP5le3YZ4XLlvE2u6
bcsMtq/LtovApKBHSuYW7xNEwv5s18E9ojCIdyf2nlB++fArx68KS9Hg/zLFN600Cxr0/YdgKIJO
GcQrAjcGb0mcNEvBjfSUAfEByOaQDzMccHg7oC85fWOg68kjmo7G2y61WjCyJc1aU91se332hRc4
ugFA9oYxgWwN1IjiZnSlG4BMQ59DsXra2i6I3QOd2h33c7uynhpVraORTs6+KbVJ9cGV4GQBsPZL
lLtyAgiodjQqINEIAh40NiJ8Px2pVnu9ASocbau7tbuyNOKh32Sot2aWodBtlhSanvXX1G4qEMV4
zT5Ps3pdZNoUeAqPb/rOLhaYVCQ3IzBwwPuLfAO6iRBbSnM/U49XSZvUa27YM/SoZraHJDXbmY37
bmTOsOXo81i4jOVXujCKexgtXWgqAgmnLKJBDZpzpUphdBrLx7rs1HXWecWzo+fFNjWMBnA5iKyF
ZgKCNXA6T4ao5LTNBKXavjYBRi2qhXmQUTb4JrA1A2hmQmMMnTiyyGevqykd2MzWKbgDg6ycin3s
oOORFU28VmP3RzGQG49mFABIaC5xjy1qb4gA92iHguUMbgGcNpB9BdrNljnPrDlm0PZj49rGFkkD
c6g07ArSq9RPHZo+VDY69tYuJECnjejafI3Thr2BEY7aa6+CcLWfjiz+dv3YyA2g+Cp0n2CTmOhC
wR+2dDmYydAqPdP7tZIZw7iekcV8yEGnu62stnxwLJ4xXzXBgQwazmn8zsvMckPiGJPmz1AIv3NB
5wjso+4odOWweX6G5EmyyH8kOXJxTUIDAPEQAkA0D8jZP9QbuTM4lb2FD4hvR4KWZG0AMmYE/iBQ
+klbF4bW+q4DvSor15Qdmwa6al3uBdmkd4EZm+Dt5dYdTlyxGRPeLZQMzza9+EIwiADWgkc0wBfG
6dkvJgPiNSD82VZoHCW+WdnaSmPtHGhNrfuDNg43VIsNMPg1PZa3KVc52BygrA5eI2TTlnq4xME+
3mzic0SJAK4XLAuI8E4/p0aJikO8y96CcRmIWyMtV0VcDzhbmrtwyV4wJbKMcO5CJRAqXaemVA4l
+JInztabk3e1mXk4GI2zKiH5uGBJdrDYBiDyA301qGJUQXwv3ecaul5GZhXxFvmc7+ihzTe81NJQ
N6oCinSV+QT+H/bWGcAT2bxowgKt84EF7ViRxksDZ2D0/vr5+ehaOZ1ogNiQsUPsDEaVM3nqwYAT
c1Ir3sac5z9GYpj3Xmft1IQoQQ7wwgZOnu5JCnnLSmn0Zw2dxP6Qzxz8MmjzrmOl27fgO0p9p4dK
VTPw6qaY23LDaZ4/MFzHKw3grN31zz5fM3w1+DcQ7CFuQgP46ZoRXF+u3mbxtuud+TbLPABGOqZu
Cbr5wuum5IefWDSw0YH9CR1o0POQAcxWkXhQdbW8La3N7slt8iRfp4B7bYuSaRbYYHjy1XLL9j2N
DWOt51qxpZB5qtZNlVtucP1r5Mfwx9eI1CA8Mag64PdOR47aN/59r8db3jXskQ5xcW+OVntfp6NR
hCQ2097PLCTwAm71yo8KRyvza7M2VzMSP+2azzl/pujVd3f9oLRsk7N0rIPUIF6x7nlv3HZ9k7+V
Vm7RrVNakHgtGw0hYFPn85/eamJqPZwEDQ1iCO3lsJenyIonBQYT89RZl93kiOwN3+Yd61ZWCRKj
snbyVevM9oo3KDkkutNtrs/oha2EgBtVSbAaIdcq1zTsNndmF9rAW290+jXUe+dN3BN7X+qFsbB4
4nhLZw2vO3SmwrUh+yh38uZqb7tgq1e2KcrvYWf0aYhUQ7vKp9ENR1NNUUMEkRenKP9fH6T0uhS7
RpDfiQQKeuNQ3j3dNcSFClkOnc1tNUFFE80LbxR0rYHBZnh50M+HSlmpq5LxOoI+KV3wexemWLze
wEeAVlQ0GEt7NmtqUoBsMdnVNLFu425S7yrsPZAJeEvnQ34wioEemxKfchQhjDwtVZC5JDscWXfL
1NTadapNUGY2KJgX4i4EFUWx4CIujg+VAVdDdRzUzdLbvTR6XB9dAULDBNKmvFU+Ozj6B9UBhcv1
dbw4PFALo5gJhQ+EoafDgwqyzl2qYXiISkLLBIey6mRf0AgV3xhlbD5a6ryAeD0fHFwfml5RIwWH
mmFLN7GZI2WdYEp3BQHE1QEpxLpVu2Q9qKW3EAOdnw9hCmcQFEfYrzLZiWIMzWBw7JM2h/qhr9rA
AdbZTEB7bxnVym1APVG6M6ISJV0Y5fnEoqKJqjfyjkgvwvbpxI4zyT2482QHOuFqp7gZ2iz0fjw0
jng5ZnUMbuy5XHp0iWN36hBwIMCvK571OJ9nycbcJZo2ucmOpvWI7LSuNxzP0nkqfTYP5c4pEyQ2
3Dpp+p2rx9oNmTyFIfdXJV/omC5lAGTZM7gJJF2FPjqwxvATchkILnqswNjjbZlr03Aw23KbNnh+
2ilrAxMeJGirBkBJolg7r82nmyJFbGYnSreJHZX5fU/i+7Io1ICnGt0OddvdMDRqv5ZO3qzaSoVm
3GjY+wzMJ3fEdLsdyk3FjlTTGBJEXTs+JeWdNsbGJz4Z5EYFxwg0WXt2M04uCTKXL9H4nK873CGI
kERIBdkKS3JNg5nRZtZVbzt2gAPoh7nRfUAQKnbI+iWppQu2xGMFj1rEAajQSo+WMadOUzZVsssy
KHKxznt1tETdazXKiF5NntqZLJFWnMWNIt6AVLgQB0DRBxft6b7OiM7nhHvJLsnjH7VmJFubow4i
HFU0/3/uziy5bmRp0lvpDaAM8/CKM3PWIUVSeoGJkgqZmOdpXb2D3lh/oP77Xx6QzWN1+6m7zKpM
JpWYADIzMtLDw11t633rBB7m316Md7DhXAX5GJzJ1d7ffXgEIj8Xtbm2uEx60QGKmklH7jV2884H
ZfuhtGW4tsdJ39h9fM6t4328wiKEj4sgAbIZiAKdvjHM+MwowhAl2WxsL1DsKLFf0rsruLj/UAmV
7TJXC2YNLXJnLH0Wp+rYjC0S0hlOYK59EeZB5UdO6qxNs052NV+T/D0I7m21t9eliTzh52fBB4np
DEsRttBp4s625DPPPGelmxTJsZq7q2yU7qEMDfRcPKNasd6nfT2mykvdJViK58F0m+XKk7Q7xztz
vr9f2DMFD5lCKqkG4Oj8528OXTeJrHQQnjxkegUiUA5rLVWmb1ioGdeVMNRuFY3dmTHnjXkaOucx
sYHEzAJ3huWxFFRRX08AYQfbSOQm0HA9JGXtz6zd94sJThziTfjA2QiXLHv+W89tlQxNpEOfqSj5
ojwLDXkyfDGpzRls832KxlAsWoShHTqCl0kS0pq92TtJdEjyurvoAushUe34Mg8Cda9xjVqZHR7W
UaEiApOZ45mm0PebdB7dnG2wSCsop55OYaHlbRy4RXTI6gF9waDMt2VglT4eZoepc+oz9IZXSb3l
9JGNgooQfsEcF3HJbJq+HYc8OiCeKda97QywX8dwMwYi3EeZq9zgOFlfqGEVbTmt4tkCWexF09DM
2WLC0aht4EetlC9qW41+E+fOfmysYE1KG2yC3ooutQmd2baIWv7nKNwpAZ20waS4qwD89YfVNV8M
u26+ntmUc33w3YsRZ6lTzsDUskwQxpqo26yODpQ9I7917XTj6uUIQyULd5FTXcLRVy/6oWkhNvGH
gxzVM0nihx93tkklJGA6i2jK6WQitd1qLkJEhyHQys0Aur0u9MFw/bzWHmFeRbcKTDSMDYfc3FuO
0lzpmeU+a1o37tTOFXs9L7+1fTohS2hLv7btfmVD2di7iuFdKWZYrB3y6wts7pHaKC0KkIpiZiQq
/Q+Dn5s6Rrar7emch/RHcQbrTnJ8og3p9mKRlmkhIyGGCNtHM9oid5xtpnIUGyUJjbVeBzQG0Bz1
4/MZ/SgE0ItEVPOQn6badfoxTS3CUhps5FDareWr+ZAD8/bG2qusf8gtns8T0Hf4Ph4oL2SjxT1C
hnWrRYjDH3QF42YZqOEl2t7JVkeeaBeTiJ+5FX4QQ1EnZ/Nx6OJNMFujv43bXl6Z1FlYq1qt2WvD
rKQvrPIct+h9Vs9bYblKvKbWT4Q5HUWZsPJTwik6BL3d7YFExKqRdb+qE+7bjZp5N4re59jH1cGZ
/PrD9wO/d1gyeLAuxfCaMOqKSHejQ6257bWmKfljn3vV3ecL5IPQSdDkmCABmGPZIq0bw1YAbiiE
MoTQN3moBtfj2Cl7xVHiL3ZQn3NI+Hg8aALcVuY7/eK0pRM8rfqW79nJaGO5db7VbRxJKYyZvtuc
K0F+NHskGRQ8Samofi0CdYyOb+g5jObUWnop+jZeN1Y27Yd4Ql1+xK93eA6VMN/8Bx+VKhi7HD6G
utTcw8PcroLMig6i0MUuipwSV9kE1cZgVK4dqVpf/oPx4KXPw2kgUouth7Ox6aWdiA9WgUWOjhPr
VYDyh48qLpTNvD8n0PXBaf9qBWlTQmdXLI8JI0tyFyfn+ADOSYul1kb7oSZtbPCiPSgqspreqOVg
rJ7Y96oiziQbHwQ18nEkDWclI4C3xaxGQWZz/NrxoeDd/KC1hpshqr4Prd3sP/+wH4/E0jEdAC/q
WKe7X1C59uJSJAeti4INjaXVvpLUyh0njc9s9w8uO4QrAHZy8dmzZnk+jFE3aDW48wGpT/ESG1N5
GMfS2ZZTVB6k3RaHcMjc6z6fghXJUP1sdfXZG9cczhYJwOxdAlV0RmjN14d8kwwXyDhngTZGdJ9Y
wUq1a85UQwk2RupN4MadhgZpqu1Z++EqyuhPCW0D+XInKPZeqnS7zz8/ZLh3zzPLMAKRc9EFnFoC
xqZi0OxRTspeRqWm+Y0j8r/TxtRuHQS+px20ptHcN0Vs/kpQyi93thn0V0PZW9/qBoaciavCvZ0N
1XUzVCPd/e2gP0WK011YfWc8jmYfq/5YNMkdMg6036ixGIWPFSSIRfyta7IjoEZ72xZT624pcKa/
A6Stho1eDNa3ITRqlzASrbk4ontTTEe91ZKbrEnqTUBScUxNs7hTDBFFkJhTvNXpuR4TVHhITNdl
YGPCIMNei31jypp1Z2dQm0wRugPKTEYNBk95NkHOOql3bYTMDgdcnEKtjGqXQa0m+Zkbk/uYppIT
Nx3QGXWLMbl21UQ8mcpko/iSCorOdm/Qtd46lOZFm6f6OsxK+0qttOJ6KJF2XRvRkD7rNdGwqsLB
3lFs5NnGIWxjfzRFvdHcwPtRjnn9mE6K5aw1K+0sGn8b5b7hsYVfx2GqrSeZat9SNQvv2yGXrq80
duz4pdrIe8XKC2VHsQ2NlqkNcz/RIuuqd4vfvYweQ0dxrM2QZNpz2UjEBPSRmusNAHv/UqpusonV
wDZ8wGGY2WHkGPv5ezu36SDr0e9F2F664DrZKm3JwVZyMPGdNio5PrlxF784Qu+ajc1J883MnT5c
Y1MzfoP4bTsXFLzNZN120rkpJvoOrFgG3qFSHO2gVJWBETmqVjdTk9ee76WIzdNLIqtgl1m5+1Pm
6cD0JTkEH8Vug2tvsKt71PaprVTQHrTNoAST68s2czjqFDx71or0pvvUlJRM2yB3403cON20SkSX
fU2NYqCxzfKavSny/EgzqX2YhAXCFNnqNa0HxRGPUkDuoC0pODhd130pMmxlV1WNt6ifTK32oAZE
k32VtNEVRtjqnc2km34cDLQM2IoSDz693KrYFVIN961dGuMqSMfWXWu1fZ2P9vATB0j8UBrTCTo/
xLigXOe6mqQs4FT9JaYAWj6uEFBw9TYsnvW+6F7COsZeoFCdMvLrSqUB3pL5b48mgnvDmtofkyq1
gcU8GGuzGQueJOyj26gJR2tVj5b1YjV9pa6CoVRpuYPP07MMBdS/waru2zKmpdsNyEFXWWvZP+pa
oAE1EoJ+4A6L3Dnavt6zHjvRTgI+Gr7hyiJdhXL+OUmUtKsJcpB5UPtce7EAS+Nd0A/uHcWlUPez
ODejVcyVZu01wnyUMI8vsnKkBSGRWhuslDDraHTXzey714Ot+qgDWi347hjKjaEnxoXg+Mip8JaI
hlVlbFgbk1P52RlTAcPfK9hJpqREtWpVUeEMlbXjuEmEbA2/H+lo92VkJ3cpIqZ3GIuMmW8MTrgm
DFQ/83pInxQjQgEz9/QIkWI4nX4WdPXB6wfjcYqz7lcPBAyPS4ZduEKMOEBGNtaQ/ZoCRYFQJpL2
W9UjyUQfmVF/DyMjq3y9x7Fqq3lq8LOP2uaxHxMbI1XAUNMPjQTJIZ5bpGsB2RQnUGmO5cFDceax
zkR6k/Qlki9uiVC1H6aNdYzUyeDSXXjzPTerhjth9sWDrIueCW1Zuiiop/pvUU3WLzXg8uNPRTje
VQhLK/AIIhyr6A6wWOqykHcE8BBNA8uYOtbaGP7ogdumFUuvow7SNfFVhy3wSxdk4sUZtV731Q6O
iR9UKj2GRjx5x7GmdWRd5xSQLrkdGQ9J66BXMPYhCHlv16q2YecNONSObbyiWJ98SVV6aawiumwm
+aROltluixgWDxeaFglSTFcLdV0ofblOYZ326wCWW+8n3VBUa9ZCLu4KYarbVCudbJ/rUxde1Ipw
nDUVK+VLOxl2tJHRVB1r2Yqj53beS8/HfAjT+iq1vCeujlG0tlsOmxW9IC5U2Ky9QlpjGjcRC/hb
0XaF9IlZ3rOahMrE3VYf6XXIUuyE3LjV5aaNpXyIEBX8hhK6eOTHVw4MKI95muIxuJjCzkNnVGGz
0Cbp5n/nZqC3PiKo6dcUPuTXtsYwiJdKBtvXxkEp1p6iZCG+q+QivqitEQ3pybCO7tjmu2Qo9Kuk
jE3W9qBYqY/GiEIHf+9VoV9aQcBiEnEiWRPNLKRMcaRvRBxvxiorkC5wyK+mtO4cfyhFg6w5pCUa
Er0+FDwermZNnWvfui6sd5iHYGlma0WqrfJQ6S9ZzAbFe6NwunXW9gXOw3kzOHRn5s1N03oQhMfM
zr+lJQ5IBQki7WuosGJPKgCc6buO0d/rixASqF522rMiLPfaLSbvv5R0/79m0Wuz9vD/mUZ/KSv5
8qORb3nyr3/lD1GeTlj1L43r6yw8DS3+DVOeG/tf3NxhSQOegRXM+Od/MeXNv+DB8zdnCW5wYc0l
uf8XUR4SPRf9+bcxkqKcg4r1ghv/GVf+FUv/d67LEDZXiFkm5rWCz8lxmtxbMqb+EDbdHWmgvglz
1IbjbvzVJbL/VZZ4LmAjYK1zG1GAWDXrdaThVtm38EJ1zO/OXBkXfYPz06DIg3gMHYO0FfDL06fR
BpmkIpjiuz4pJr9SjAtNTZPHwcIgjM1X7VMty2ip19Jt4U3NphAaHeOat0fT4rsR9eiu1G66LlO3
fhiMpNp1lVkeyPxUct9guMo673mQSNi+mfK7P5/rbceBdgpr/XluLtczKQDYEPfr0+ceoqBpnU6J
7lAupxam7rKsoRNAq9U1pm/xl7zqwoM7uc1Fo3feXeZq4TbQ42TXF1Z/2dZh9bNNu/qxSIIba7hI
Ne3350/4Wng9nWfkCCGl0qwxk7GWAD/As2kOMU+Yaol6NNOi+1sGmbkSlW1tKIxYl3hB0cGklgC1
ba2sy8mJt7YmfEquyVrUqA2aqdl/ycK8vnGyKd/FnuTYVnp8y9QUsyrZJfvcDdXbsmnDK29QR4pD
M71y8IJzl9/TKxGnFGUh2ENApNRPOA7my/mbK5pswWFjpcBMzbD71O/UyjD9sUWM23XTYB1KMfQr
S0zHGpsf3CMa9aUkD7+VtVY02AmNHB9NmOycpIjWIQ2kN1YT42sY5G21KqdC+ZlGihusUttjuSfK
Thms7G7CG+t3NtakH4Jc9qGw7o3O87kRuFdlKZvdNJmE0rKpNJTBJyNeYeqZXw6jQWXVLYzkCa0p
l+ivdJi0T/rTFA3mA8eMna1yg342n6ar7HtApWet6c1v5qvU/KThVk6PrOvdwHHSM7IzWTybzdBv
grAL2guys+rMejnF3QCcYRJSxCfLYftTjVuEBTW2yjqsZX4/adAsM1KtbeMW5jn20GIa3w2zgBZM
g4zJzbHKIdEodko0iV0yVR43qTwMfNjj14UmoGbh0UU+mD5mgZo9eEb7kI7K8+c75JV/+2aHOMAO
QLczgQ6Guvre8cDpB0Qo7OI4pVBqWsMebug3d9a2m7tXkBZRdXK8atcP5GlW12t/j16uXHH3Si7j
CuvGDMrHhVl62DuRifkZRe+1xA0Uzccmww2pNH4NtMHtdLPfp2HPXqns+lJLY21vmw1sfcPNLT+r
pn1Cf9KTULvhOhzG4rZyuS06Isr3VlGrd17Sa0f+hcJcRuUj6ZZ7BvBZlCWZfWoOlGQgUUCbAxZd
QGnDaBvQuYbgWBi6DxPuOuI71FGCmgBs1t6+sItuFTbRVvb5fQmv/vOpWGjSzOMzD6iPg7/MnY5L
t6xCl43dmLF5DCazvLACxeHr9hd2gjh9GYwJeFog76WSdZte2i5y8oPpW/BO1vw+Dn1anFzF8dif
KXm92xTzYwER43hMKZES3yLoNJYOsXMwjrk2PtmNrt1YUpiHz19+PipOluE8CF3nczuBDmWco/9t
ZBsF7hqSvPLIrc3Y2XrvD3ZeHdqqObP5TkHo+SNbeH/SLkJhf6Y9LQbSMVirTeihxylKw5WS56L2
S3Sh1jVcjsc014czp+T8A0/fjEBNdwKvBwEdGt3pm1Wi7NpEM5pjaNYbtcMPu9ZWTWr/6miBq2Ci
UilOz4z5wVIGRaTwQ6oETwcA83RQiq0xAHxXHAeP285U3YsRGnbV7tKhfnHAUSbP2bTYEKqR+FvX
0zPg3ft3RgEPMBFGGQngO1tJaadmzQVwOPaKCNd4toxfYmAQIIumv60b/YVH0i+g0XT7z5fRcg+h
1k/1Eiq4BlmZxWotIriZtTXXbaO6heU/3aiFXKWKll/0jm5FPmXC1E9qOW2KIM+3U5wGT2Bu3dYa
43Jftm77g+Mov4uCUj/zRRbSdQgqwB+Bnc5aILEF1FyUNuNOsrPJiG/tZhq/tG5nXaRlr6/StA7u
p7727QGV0yaIjW1SeJdOPdBrN/S/wLC4STmZ3LckLVuBpCDxyOnXqco6QsOF46EozhGqFog0jwup
nEyUp6XFHRbOYpsoOo3eCpatUC86WOyZr3TtlWZde8a41lGQDBt92yuKHyTTmSlcrB24L55JkxpI
NDk6vKY56XyT4wRhlkWQscfbMWsoC432XqeA4yc9MqlFolnbHFR87yHy8vnSWUSg13Fp2qHW5wBp
sFVPx9USCm6mwFLd6KVc13Ve4wGLGD8CGc3286EWeTO2rvgQw6aiaQpwm8VwOhTcG61xpB3fYY+o
3Di9cpVNCs15UG9XedD6YjSHb58PuWw34Yrh4QI108s5XmaBktMxU65ccgyq6YhF8eQbae6Ck9QT
xlhGpe2dZEo3wEfpwShbByNk+2egAlXlTqZdqFOl+UOvdMj8Ru5OUdHI9z9/vNf4/u8oOdMpPDJ0
NL00CrtzJeT08axBRBnn13hEyedrrtHUG7aVpF9j9OB1I6Wph6P0VQC0Zzqd+6sglPWNbFtaDZBS
v3Tokt9MgxmtZY8/tmuPycqmeFr5IqvFN7Or48Ns2+VGEqa2tIubVI+m6yo2S78ZzOfWneZOlna4
QEwzOheN54dfvhwsI3hdCEaw0BZBSdYOIE7YTUfASHvlGbK9NEC0NsU04OdWClPZJqlWX0TuS4tu
tQmncuV5mDiyiL7qY1Ab2LpP7c/Pv/npRuOTz/dfGmBZhrrBslhsNPgOXdwGo3aMmtj4ZblttofW
7qxwbMo2QirDN5fS7FYL1HOZzrvvwchwdUizkKqg/2mxFlVnMHMry7WjDPCtBAEMV8PoaWdO+tMN
Pb8f6iMuOgs0v5LKL98vaEK710q3OhLiul1lWE+YtzhrWueVM6v3dD//GWn+mMi/zgTnpYoMFd+Z
QpBXRwsO8LOVa/QAZN6lrlFW6gfwQ+G159QwFifdPChtRjMtk5SR3H3Z8+iWxdBxGrRHiAn51laE
fmeX2N/pudLcRwSfjcDc+LHF8myj1l2zcgWmUdhlpRAmhnBPMSuC5+fU5yLNfAk9We2vDzbvYci4
+PkttvLUD5lRF0F7hFJPAiJ17TvgeXsZBMZ0yMciuAxivFs406hXq0V2wdESAR0gu50BVghuYdvE
tMKdNUX6RVI3L3no/jYzJV412XhO2vZVT235uDO7A0chhN1YkaeRR89o41KMojpWem9tp7IfUj+3
1XDnlN3WrQoovFOb7kynMrew6oZj17kxqLo+ie82SjArfmZ90LRJXGEwHd5wy2perLJJd9bc4ZuG
Rf5bz2R6ARcaWZQylJdeAUjQmQ36OIXlXQndzTZmK4ubKle/q3FcPhIYIEUgLeHcGPgP0uHVVzei
D7xj1xTuVkR0U7eaVaPiZ5Zg9Jm9km0qziTli6TldY0RHjiv5tjMElts1HBQjDR2RHl01OjBG3P6
XcbSvOhzt9oredHcholQ9l3f3ln5ND0FOCp+C0b0rmiz2xJ40VK36QvRLVpMRy8eb0bFFBdZY3lH
txj+Ib9k3hGcIlDgucBDn10SnqI2S9tJKMUxGc1m741JQcFDx1VnSKx1M1nT5vMA+n7bMx71OD4Q
2T3NMacrJ2oSC3JZQFVO19VnmkN8CKzxqpIeUMzY2AfPgpT9+ZjvgxpXMWI1JQvoQYjdnY6ZOi6A
TRWWx3ygDlTpUl+LxhxXbOlzbLzTm9Lr5MNPRceRDmYWwTt0T+k6G4Wh8uimbo7WRhTe5JTbVlLE
2UXSBueaUd6Ph0mggR2iBp5ISWJxSjqpLQR5SH5E61h56AuoK2EgRn9UcT7VlKg4wxx9d/7NFENK
mbjC09XL7fb0U9a4RleykyAffWXvJ9pFcY0W3daWte0XNmLvUYFRWqV27ZlUc9muwOEH0oCGNXTV
+da7PJqQ/LGLyOZVpaf034ZSDi+FVkyPTWbd6KVl7IBuVRrUVf1GKaWFXnthHRIUYzeFprS+kun5
2qU49BzrCEsMdm34ptIPmHvtbH7sehi+KxoHT+DW1T4zDWVVmsjOoS0WPrUoyCUZGhvsZ7k1yiaj
uNmN/T7pm/Yyn/Krf7hi53edLXnnbAPj6EV8LaoAz7mOZRSKhEbhMpDblBBKkpuM+8+HerchF0Mt
Unj6s7Ip0AgAbqEOKyWpnymPo6DUe0+NKJ/1sdHOpHav4MfJ6cFNCc4MgCw3B4dNc7qIzE6LcpsW
jyNLVb0YMBBtV0ni5c92Xs46ctJYGY7IaC/V78pq6taEiPyG1nKxqqpU4NTtchYq7qQeaD/fKGmR
7BSlqbZeNMlt0Rv2Ma8l5FtjyPzRoo9oUprf89ViY3cK3uZDNRU5ElxTdFm607oc3PyiSbNzL7q4
EPJis3MoJ8CsLKB/AGMo40zWb+OjMtEpRjS8ojo4rjpIBtssVYa1N5j3ojMaCuF4n/jm8Pj55L4L
D/MDmFSIeAxOo1clojf3wqTvwOfjKj7CqhAg0Ypt/k57s9+SsDdfxz49Z1+6AFH+vLKLrRFFGYpF
XIdP51bNKAJB202OhiztC7cLtga3XWumK2a9Vu1DJTdvsg5j+cJEJECW5uRbYjgHjb3P9HhzfGmp
pCEVxb18EagwonKAS8LkWEWj3LWeJ3ax6eQRnIhg8tv6N8YUUJ/Dwd3ACwjWEkC1LjqmKYitL11Q
uT9EdG463h1EIMbE6rlgBcoC+fD047S1nsHTsLKjhi7BE81ZyXrqbbmxYkX78vnML+pjrxMBIs/l
cO5AconWp2PRkw6exZ3hWNR67OeuQCp5pNLih1YdGptOpuFFa5jZVkPHYl3mir6Fqdxe0OMClUMr
opUFmww0IYvinaZR0Ye1Ayuq1kHiaM89OHPCt2pjmOJB4OXizKH97r5DlREi4Xxe2zQiLvtdTE0J
0JQGczRdXIOyIZNbsE73TCxaNunPW/SVXDsrAhCSlk15RAPL1fsuP3ZK+Ft2zr6X7lM+M3wsaUH2
sZTGz4UMvhj0FvlK0Go7KJbj1xigZ5WotMB8Pm8fbSC0+jDsghQOXXQJfUJ+wq3Ry/KjknHtTunD
3MSjHl3Iwn7ADHO6zsZbbOqUS/QrHvS0b/fducvIDHS+ic8AOSxTGzhnPmhnZ8/TpRMqKDcrTd5/
0cAONm0ztWszVv9OLbqzU6eudiGc2q2Rde0mBc5K0+4Mer64DfEA8GMMVKvA9SngzcJwb+EsIwpj
KnpqdSyazl4VU59s8jp6zCL1R1gXygpNTnMd2SXwrKGdk/5cLLw/g8/sf6TZZh/3Rf6uJo0V2XZR
H8NB/tKV0bwCEE8fPp9m6903nnPf+RvzkvA0l2x826q6qejt9gi86u4Msw+3E5Vpn+lA821EkpdM
ys4vNT3Mt42EE2XKvt8oQgQPdjHFxzh3px92lMc3mRsNO0OLg+fRK8JvYa3KHY6wYquLod1m6Htu
3aaxtqLVp61Ma1hpgDb7pudCkmbhLV5mYKdtV18Owol3jiaeOztJdxCqvI06iurGjseae2avbMZo
9C6nacivxVAmvhM60UM3YImt1nqyFTqcv6DsTF+I/HtZbvPxshtlvescs7wKt59/Q32RurBvYfpD
UmeqQEY4bU6XSdppcW0MxnQsPfnTGN1+pXuKepGknrSw2Jr0+V6PpGYk9X4XhGPxPRT1t7gFM66S
WL4Uedpcd0VVfHFFA11ZiHqrFCL3u8i1L4sMgp+V5v2tJUZv5XVWBnE1wLKxzUf92ugQLq3xu99P
5XTOTvfdGkRuDSwXMIAWSko7i1KEkSpO2rtCPXJ3QCc0GpQvkEaDu3/+ASmzIO6DmiL46lJ3xZZq
7w1BpR3bZFjng9yEo7OBeEoLcLV1teZeuPYe+9CdJOzFfeZ3WXanpbssfAzr2yxDadMYr91e81sv
24TNPqmah1j2vtvL1ei0PpvNL4z+0eLEPxMoP5h9kFm84A0czNlGSzXQHlYa+j+Ne2ydHFO1PMYU
1M1J7U19gCBlNJJZHuuQCkZuQVKmVOhXYZRfm2VtQu8C3elG2lOKqJ9WZddfTML9CdGr2Fmt5V2U
lLS/dCpFBldRk1/YQootpxC8Q+jOayu0KHXqer/PIy85c3a/1tNOAjA1D2ofiOEAsOgA+qcLW4vM
PhFCU45DbIzbAG4W5eHwLpm64W6auuK6UoT3WNs42hh96/i9g9R4X0KKzaG2hdLEc1lVx5K+cj00
fEJKRAVpsNeQQpP154tokdOwCenf56CeKzWAh69wyJsU06EXD9Zgqx9ztP4Bm3O4wMUkV7GiK2eu
Kh8OBWbI7Q+lZPbG6WcJoTgnITyPo55GAfevMtl5ECI2Mcvr+PlbLfPHP6/Fe8Fu4593nQyD1Wj9
1BTGEfJFu4/NUFunI2Y+wlAvuf/6osrlIUEpYTdq3mPjjfoeWigOVjKc1rrG7lCj/J9l86/PRLem
CzILT4y4cPr+Zu5RwJsq4yhF/ze5dJHpu84OviRG75yZ1cXF4c9QHMJMKMAQZa3ToeDdw/eDh3Ac
tPSr4qlQ8TNpr21FxXAjD7tzzRxzNnq64olAtPrBJXCo7yzr5aGZs+KnzDuipJ6/2ApOZxo6FOtM
ml2CrUysPQ/IdtVrKbL9FLjKL9fq3MmH+j7FyCdF8EhpKDWhcz0pqhMcJimLgwYASuktj8YzO/T9
yQP2QWWJSvFcqF7in303pGCKU3Q/GQI5lUnvfxp4Ru/hCRkU3PT2UGXynMvuMjVkUjjlYIyBuZLV
Uys+nZSu6CZP69Lyvm51+xDllJ+QPC629H2Pt1UDEyRrB+MHYblYx7S+3U5wqTcm7Lc/0/WPyJnX
8meV1/nfzame8SvB8N9ix/+vCSHT1vcmULxTQr7Jux//Y/Uj+f3rf/3PTP44YXLOf/MPk1Nz9L/m
iizMM5tLBUpD/5I8Zn3/xWUGCiXSvwD9sxjyf0seu38BUHGcgcbOFMsZGv0Xk1PX/3LIMrkNzfbR
5ly4+AdMzmUcNUFBuYTCnQSgRJhszj7ehOzcdfAqCIvgmBYv1DNs9UmcA7CWG+R1CN6TJwZ3oH33
dAilapNRmNCCDKkiLfzceJKF+EMLHxqywzdTcPcnSpxQKvloJ8FjHgyCwCzqRA0clt/pYAH+hbOK
oXLs6bxejTcebdDlzqXtDCaDuc92+jkbk49eT5976mbBuvkEPB1RjRqtMHNTObZ/59/zr4A4APbn
BlnG4Pm1Ztkf+rnUGSlbDAKpvneNzIJaFbl+54R+GlYr04pQLpdnPuEH7wODiNoSbdZgRUvqS4BM
T0ipLjjSobtSzK9F8mwXhU+RxreldmawZXLLe5F0Qhag7Ifwj7pAJhz6fIqcriWyy25jV7dGda61
ernA/7BsSZ+5vvKfJSmtb2KRDWIM74tAvXL1GzW01krbbz5fd8szaznKIhybpe52YziF90G3CRTf
Np6CW3vbUT93zlkYLD/ZPBSiQaiCsnNnNO90vWl12AauF4p7IKpqFcfb0tLj1eev8/pV3p7Br4PM
HO9Zk9xSbf10kKE3jAz0XtxXEGjWI/LgBap2h+ElP+gvgj6GfCUGX3/qaTOgBcTbfj7+crm/Dg8y
TD+ngTGfs4hKemHAhNZzcd8lX0ezvBd9vofU8LMvizMTt8RlqQHPda9/D7UIGHhdR47Wl+Le63zq
u86RBpTbcqtfDdfpGfrxhzP3ZqjFzM39OU4qGUqzu0MlJriQ58pby83L20C6RseZAhAkoFfe/ptw
rtqt1npJxduQnLmjdQnVcBO56arRNNgJ58LS+801z8/MhiEAQkVY3Lrr2jIK8InwfhD6JvYIrs2a
rqHPF8NHg7BvqRPOtDSqyadrsRUT/DwMCO5zEf+t6PvJir6Cf5xZ8u8nBxgJCVSXDzeT8RejRG5G
jULo4p7GhejB1AT9nk6g/EMok+XGMKhtkRFQFnx3GKrDWBmFa4l7lwvzOAFbaU7+z6hYaA7MgyAq
QWpBx4e9FDatvSSi9hgSVftq0yY3IpF3nYh2n8/LB18MPUGwAhhu6HIsPYfScrIny+rlvZastC7W
VpWpjGdm5VUI8jQQQal+M8hiWhqkPwYPCOF+fX37YOx10/eeulvaIFfh/uV4N63GtbrO18WFeVkN
fn6vX47+l//gPcm0yLNt6A2vqfibPYXqdi6EUst7A7mDWXDmJsyaM2How2/5ZoxFvBV1QtFbLZkx
M9m7I36n/Zlr1bkRFrc4wDqlEU0h7/sGi1hhtesGFeT1f/KpuLhR16dG6ywiXF8jKuCmrbzP4mof
0UDJDe3/boTFQdugpZYOY8cIBLiaooPIznyoRc/L6+6Z5bX++yWWOYnTelEvB3lfbfUdote7aS39
h3TlruXvoOCEkF/vfjq7fn1Dbf2lV/3g6K7O9Th8OF2o3gNwzMzu/83eefQ4jq1n+L94T4M5bBmk
Cl2hS1KnDdGROR7mX++Hde2LFlUuYbz2YoAJmD7iiV94wxadZMTj0LXykhz6rL+Nlgy2yTVxzitD
bPUKooRGT5zMycF5su1kL0rpyiu+BSWu99AK3EI8msbySk07v7n1Bg3XcNQ4vD9gie+Lm3on9tVD
9mA8hkcr+Pn17sbyWUfzJX/IdupNtWv3cTC7v/4Pe+avn7HZlTiSiSjJlORgmwfwzYSxxpV9v+2w
XXzpZlsi5riMZWYlB9jg+/Bu/i2yoDER7najwPJMd/bLIA/qfd77q/UcgkxP0e6aAN6bC4pBPUW4
18ht851Ll0rJNBrJITKb/dg3xXdJbcLf70/m+odcXMhIMCOzAUDtQlWig9RMHG/Co6geQ+y7c+l+
7jWvmq7pz7z5NX8NtNk8Sik5YzUwpQhaeZpdI9JwbYg3Nyg8SqSd+QuE4+ZSnOIyXxDjTQ8PP4q7
fKfcK58xZx5urKDxFw9bSL/0cs8O+vvIz70et5qP4018J9/f/B/eGAJ6un3U3/k1m4/ty4SYYCnS
gw5NTkuLx0m5Jqzzijc6XzkaePjYUZrVwDFvKSJm1SdLamXiAB/f+i0WaTgo6dS1LgYfqDIZ8A2+
Do2x/KmnMf8yL0b3XWRafqr1IX0wtUl9SaIsuWu1OYK7N0uA2qt0CH/aU9NwOy6rTkKRds1DH6by
nylS5p+DWciJa9Z5/DDKaPAS8Sga8kE29wJl00ECl66KlcumVhjj5FL5EeML+UE1Q/7ZQHDP8UQx
VUD589rOUMMA2Q20V4DNcRKlfAzbCWUFyN76y9IU8YMtJBN9/8metGDqjKxy7by1Ope2Lnz7BIhi
Qv8ypl3l9JMBX0APgXCD3qu+zLY8VfwttT5kK/AVce1J2H/ePz0XdTuDI0O1Dg4aNQOdOuf5lThb
ZtKEw+gce+FEjt/RtRMPwgkhFoq8H479nM2Jj1RcnSL1Qe7q9Y2w9T0Yq6z3wjnsP73/iy4yBrom
FKdAxXGgaXFuLo2i1OsySdLhgD/B41y/VLrxx8lXXZBHXqcrkOKLM41M8gqiX1sERAdbOimF2Cwe
p0hmMNm1lM6VrjIQ10jpbJfDAeEcsdPJFXSE1c4nWK51NSoqPTnaucaOmbu8/mrao/YLfdNOeLZe
yi9A9qXBNSaQ+6hWGtZdm8bpnyLJoufeaQjy1C6jm0/BOG9PfTSI9FUV5VPYheS+smpXv0JbLZ6l
aar/dL0p/1LF0n+bC3Wk5xkOGixRY8JUq+jtugnkpS9rmH1G9mI2DjJ5SqUpsyuUKbqPDLX4aGfO
dLJjW0PpP22SEhQMOlEBwoVq6baodD9ELco4LiD3zNhPiHPEgC/yRL5SjdnQugl9uAvpKrBJgeys
NcbzybOkBsxpMyRHCTGcBxnqpisrUFuxUa0woB7z7ptpCenODiuUfsMIulkZ/UTkZAxix6yuJBiv
PcfztSS7wB6HVMkASnnxc+rK6Zumyo6ZnNW7plAifwpD+0YC0hhUnRLdo6gJ8RjO76Gta8vtZ606
afJKf530XgSisYfH1ginO9TYZG+pculAXzwGiJyVFAZH6xCG+U4a5+pBQ8dhJ0+NsstnY77jjqx8
gdzaw5Bbjh+POlIaaacF7x+/i+Y/1Q1MZwg3aeRQyN+qf44dSpdOp8hHx8rXa6nSuz+DjTi+W1eK
ep/gyPQV2vVyqymthNlb3ukfR9wr0aiRu/IpIv0+lvbcfu/NZX5GziT+xEunHMVca4U7RwqqJHM1
1s9dUfBOzwQp2uCh/qUckWhpPkLlJ7K0ij57MFE1StylQXjU6x0w40CXpi9xK1rLpSCT/B4qVJ89
04572YulpsmfJDMbGi+RpQksusBGA2KY81lCzeYZNUxUAeR0UDt3KKzsizokzU8UMcLRVepa/gRO
Uz6MUto9qFnf6+5gOpIf5pmF8vX7k3xZ5FlRxtwF0EK57dje5/saUFeOzHbqHDP6pDvMOETQ9DL9
GalxpIe+tfQnIiXpvgAY/gCOoHJrUTif3/8VF5cf+DPIEYg3UHHCcWATIy6ZDqhfH7Kj6FMHpEAB
qLq0rOf3R7noVhqrx4j6ivailHGRg8mRkkhGUpTHMKwVt0F0AUE7afAxVbnJ+GivcALal+Y+hC/L
s91NT2MRYuyEFygykKPxLDh3u/d/1RvfDoJoVWOEVrjm8+cLUHVRbBTaWB7L0bZ3bVcZwQJh+so6
X8ZzdE2QueD2orTCU7OpFhSZUGIUTqoj/tDiPjbl8NGWIvPGXpP2es4OXdUUH5TI0lcfX15YvIOC
IjIKr0fmIMA8Y3IbBMW8CcVfFzvR4kaRJc1figxUNfz9HnbDjWmGxk2Pjs/NIA31fWfgf2enmfAW
WhMBkUbiiRDf0/encN2jZ5fh+m280sorHOqizxjZkdFYoqmOYxNFvjBRDxS6TIE5M+IrF+8Wc8XB
wxeHQr+lriZ/9uYZAOSlD3qzVEebbuq9E6ZmYNWy48J0p6idl2DRhjw7OgomkTVep7fvf+nFZlmH
B7AJpxTmBE2V881imoALZ7OrjwSmkjeZU/goI/Z0BVetXkQKDEN7Y41GIJfRnTsfpkbBS6C31Bzr
pY89ZHXwS8mWbgmyxlyNq5Nup5P4vURFaPKqKw+tlireoOjSjZrn8x2uJYVbTxni/N2kIg+U4Ggs
AQzPlmZyMZmlOJ6jL+fZcqTuprq8xoxeL4zNjgDusvKD0YpEwmFzoWDaVwIMHJqjM/XYNRktMqCy
E3mGMA5dveJcEPh9f2ku+hwk82Tz/xrWRuzhfM5iLYx5q5fmmEkGYJJECW/sbtECbKKYIwn8CZEs
6W6WK1e2/1sfa8GjJxKQV5bRZrU61RnUqFnao5Nh22WHnR26YlnyQEcJyUdkpj9UtnrNPuWNrcjc
UvSj+cbXbh8OuS10aMJae0xF1XnzlISePsfGlXvr8miTTpN+giEA7wCM4HxWFdSxgJekyjGaELCy
pvhHh0OO12MU5r+/fpezCKOPNQRJxPm6cD3oIzHUZmxomCBztBwHZU7e92U/S8gxoO6h+oakRVc2
zRZYy1exRSkE0f0GpAXI8fz71MjuZXOspGOaTFWg4yEhBrQYnVD4ZjfedY59r8T9cXWw7UIbGbTB
eOlCvXbD7JpK5+WCkl2vMkiv+xgF1vOf0mpCT9DokI5xR2NLSa0/U9L/t2DV/2olvO7F84O5gmXZ
M8jnAlnetq9yTS5EF6fRqbUaJzDVqncrFW85rbKLADXUaP/+ql7G7cQ3r5AAohsYsluQrD3Dm5CN
zjqKxPwGYnkfhW3mpnr8cQoPxpghMVmCue/ByGQKSpjqDpLclQN6+dGrt/NqLA6UgOOyzvxfZXLK
UqSZmmkdNRiBXqnOy91MeEJXoJr3OGDIV16JN1NpsMlrlgcIQt0q9xYlzxevpX2MExlpyHhR1a8l
WIpnoS7p4La0dF70eXF6FM0mY/EktRrjXZjk+q+Od/8fl1PBcsAQB83/L6jUZpMXTT4NllE7RwTS
HVeOJGmVTfzz/kq/6i+cby2AwqtGAyh41eBtPp/luZXbPAn14pSE9UCWPhTsKzvtbup2URbPyIfu
Fpyuou87vddH+JLWnLkwkit6qcgkum1hDz/kGiClB1t/inxbH53cqxOVXhfp6pOcV8aODDn7shSW
VblGX1PjjhUjktzIDO1nErLyMy7v8KXojbSOP6qT8Gdjyp5TEpEneOKt7Hf53JP0Sslwq/YpIiF5
FkqfSJvV0ksT4XxNoBRgf6JYNSpGhlkXvoRP1YuOK8upchYEGVunlCVXIKDPLwvrPvIB0hliJ9JE
m90au5qnGTGbyeMMSqYX19VLLjfyr/en/I19ZqHPxWZCOAoI5pZ9EGuDKYamq0+RY/S7xkFi01k0
KXdXarGnox3pGWGOZ1qa3hkDBNsorbNTE3bX2nqXdxe6OqCC1j4lKgQryOjvE1Y1dWFBc0tPspVH
97MZ1S4ojvbaZbL+MedbbJXvAc5CTLFSMzcvrWyg7dhmYXoaQXTfNIls30cWEjqWgg0QzlPZTWgn
Ikh6KX5R+tFy2WjCf3/SLy8TBHwAO0NYohLhbDnQVZib+lKZyUl2WueBZvZ0GqdWfkTE86jNU3sN
QfzGeNTMIaMCtia42YacNYjWrFqm5AS6UPIRXRluFnV9iQx52hlRfK0bdwmw4B1eKUkEunSDSY3O
15K0Huv3hLXE0rm7mcUqbir0KADebuK11DSUSkcOn1OZ8BOdfFeFtuZL4aC6OtJX3mQl5QEzCXEb
Y3njpyQNV/pgl6He+gu5x8mkyNu2U1LqqJZRDUtPtsISGMhreTPDI5M0IRudLZM3DX1zKpOrZfk3
9jldVnCNa7IMcm67ARuML6H3pCfKVIigE2TuqCZea/i/8WhCq1z5aWQAxF3b7pQZy5M+2CZgAovS
lSl3yo4u6bwzKMruI5iHu3qwNDfLzPbDbPTZnYF4sl/GsuaPIDeu7Ph1wTenjrow4A3K/2BurM3F
3ihT00qQ+E9J4TxN2fwHAbGjGUZfQyt9FNXw4/0DdhlyEgciCw7fhJL2RfPephBiJVWVncbFqO9N
KTJeIFF+oWypXPmwy2QS+COp66piSVa+VSbpotBAo0ctT8bifMsiuXt2cLt5TEdY160ixgBz2fG2
6BQAvXZiBv/4O8kYqAVAucTmzdzsJbtHbDij03myFku+K1rKfrVsNgEGl9ewh9qrpP35GsISWm3i
VyfdVSHr/FCbNfDixQnbU80RrW/kIUEgykYQGNC9KIJal7Laq0pt/LYYiPvtQ4kypNv0afW9rPK0
v7fCHLLNiAMZBqu4rWdQFSrjoNhN9Dwr0hIFpraoO82sIL2qydgeRxxDgkHuYy3AiCV/hMehoyzd
mvJ3ZRj1PymGkzeDUrf6nYlfxfcpC7vaTYBFmxT9qIYhkdaXIWeZiMCPWjv56lT93O9R1dFPI1nx
D1vtdZohfaI/T/2s/ygjJBy9mQMaFKaGT22XW+MHrS6dcQ005pcQrtHsDqT4L06ZohxMmtG7Dhrz
JxEBHy85jkhDgmO7Q74CUh0CEugxNLox9K5m1J3pDWNuHURlNA8WDIxVsEHgODP1KgZxqHQUkouI
en4z1yyDu7YVqFxRwbu1+l69i6huHqtGCv+QAK+E+6mXLZfgYviyKD09p8XI8qCvenkBP2dNhZeU
Ff9GBjIzosK9QgtklBDkfabU6C9HVRf3noz/LUqX3RwTYFajtXckmk2sAi0BrF/n5amNMulrY3dy
55W6Aus9thrNcWk0zbY/VqlKd8XQGsOn34YyKRGjLvuUoLLALMP682KEphrMAwmmN7Fu5rPUVPRI
agG5xC0duUc620FR2RdabIZ+Fps5ouBDW37mpu4qv4fsYrn2oEhdUFGLst1ubOZ7/IecHwlF3B/h
oBdYlESxzB/UVmZgoM3duDKGP0icl2qY+L1uJLeJ00vATNFZP/FGqAhl5jZ0WccatEeH4LJ0rbwi
N2VjlF9RTceSp6JCLU+TCLgCDKQ6pOQIQL3zIiOZfHVBjsSbkGgFgT9Oj6/usk+myFrNhQKgl1Bu
raz1lqJNXhxaegdVjtPOL80luoMKUDwAdZq/p5RQTU9dpsK+SY1+kV0hWVrqRj022kIpi9+2UYSp
O1FTP7ZO6LCMdhR/7Dh4X3G5shCAtptnqZvz332f5x9a3UyACcM4uJ/kRnV8yRTRj6YT0WdalpLp
23UpPy+AmitXiOSkjzr817ypcr/VgPJ55F3FJ6tCnKUx53iPpkzcu7oKbZbahJwUXiPq+VM1k80z
Rdliem2so6scqaV5Nzvom6MLNbWfU1GjSJGp8rdGtA6cvyVpX5q2tYTbCoJ0dwkH4wEBz7bzUnuJ
d7VuSmWQdnrQzl12mlV9eKyVZJTQNojwck2UBRMqA2gZI5hj8q2UbPMpWsroB9yNnrMvYZ92B/Nt
XWjnaSht80tIN7wl5JGwZbCkZfpGF5WcHXsH7FDMSEv9Ns9Nh1KWUjV+KGWD6UYI9f9qbKe7H6ZU
vbHFyDTMTexluBr445DIH7JRNn/FrQ0dK6567bOsLeMTy8HOiyi6YV0g4cbhVlGlfYLWOwrfkSv8
YZPc7I/LRJh/zMZFwTeoc5Zfk5IpTz3isr8iFSVNNzfr+uBEuYVyv1h+WMak02VDJAuxmyHfz5EV
BZGulZRom3r5MximKwrpcUidW0cuZug8ofhl0qvw9QJatAoa4HOkZ2bjsbHVytXg6j9IEZkN+PGw
uSsyvZNJ7xB4djtbmSt3imDte6o9y3/UoQmfidbGQxRK8yeUzOc7pyRad6UxNAknqc9RRoqb+Xdq
O3Deo6bHynUyuPVrpBMlz0KJlyUL8wTl76ppZJf4JY18fWHvccclauRyT6YfSztLPshjWik+a1di
k2B3+udWMcL5SvnmMhCE80So4FB2e2UknL9qXdpJSpPNzSk0BSo8wlC9yrYR93VooKe55Pj9OMw3
fWRci8q3Oh8UjlaKPDk7XUkTg4pNxtNOppZFc96fMpLr1At5dm9ivYwCtNqN0Zcryy4ozXZ55k7z
zJNWj+k8eqju1F5eCvEkQjl7UPVURcURj4Q7ObOW77x14na2BC5U6BBEuktttUWLvTC6J4dr2vKZ
kB5YwdgmpzxCNMlTVeJPoVho31P0zuN9jIebxP4WeeapE1VkpAeV6GOP2Og1EvIlII1ZpzxNRgSg
lwR0kyvoepaqTq+0J1WtYd2ns/lx7PTvBW6Pj4bTyEHVVqWnNWWyT7Wx89uimLyxsPKAeIRzYFod
KIJO+6CPA89njhJqLfCChEegPsKCGfY1wPk9KlJqMOqLfdtNUf1C3Sa606kvX4kHLyPPtVYDCJal
ReFyq8Gc8sohVma0p2FhNrO5Qhs2RvWjL0zjSknqMpH4e6iLINdRK0TKJas9zX0cBVoyGr6zLNdM
MN/4INjHMCZU6n20E9Zf8Vfha5L1eMYksjyFUv19HJz+KbLtxtMkyfjzfjD7xvdwIGAx0ONb/S83
G6EGFt9HiVmd2lWnf6K86xoYsOz/8ShEsGtCRDC7Kjqffw8WvXZjDlF9iieeuC5HMyUzlX9KY4Cb
acJshdi/shg54eejzLIU0qEemk8ZL4VX9Xri1R2gi/e/ZSvbSL+XHJIpo2BGR4m+wfkwS9UZ3ayG
w6fK/eY3rnAXt/Isr3b/xEHpXQVQbPfCdrjN3KEVkISTyXCyZ7jYrfjCSwIp4C5nrDS4k91k9/4X
rgnM3znHOiIFfYASaOBzT296BwQCYGn0aPxk1s5TpxGZa3X6I8/635KorpRct/tvO9YmvwmhNwtV
l4ZPQ/FBN34m6fH9b3lFP733MZv2kqqMVBEnpu/ecRvXcTu/Dwb/9ofuQfx0Fe8l9vZcbb66i93M
l90rBI1tSYDsbfUfX+WWmE/0QDa7BSoIlgWqNp2yppQV/FKqmTLfjJeaV2equFOyGkhZXaadHGQV
2miAyWYLsftJzvWAnMF4ymWxlFeS2C0J/PV3cb8QC9OoRF51k8XKLYR/qWrmU1gk05de6XrchEhl
LSlebvtGD72y0sIXq0IuCbYVdtqVGroI1I+owNbmrnfa9qlpho+jIvIP3dx2/tzIkY+mbvby/hpu
9sjrT8W3b+0wKauq02YKF/JLojpzOjmLJfn93IAomUgt3x9ls+s5ygqFSS7DVzlg1EnOj7XQB00q
ht5Ctyi2PyaFJCMFKHovo+x2E5rjf0vj/T/L9T+UtTv1vxuVfPpe9t+7/pzdyv/xP+xWGQ4rmSSS
wxwawFr/Zrea5n+iWIOe51rQovHHCv2b3ar9J7URgCCwbFZ219qu+je7lT9wVacCDUW3dW3U/RN2
61aA0UaXfxXFW9GNKAXAZjzfJ+moWlld2O1hMCbzsx1Sc2owWdxLM8yEzqYUEidIcQmRqbdJ26f3
LTKa3ymMqN5EeSyQJNFgL20tT5Hu1L4WacsTIYC1B5OJYG66dD/+mt3nf911fxNYNxv79QeDeKA7
SydPM7dEz4iskc49IF2gnoufT8sSDBW2SRVyKjsFKUv//fFehQL+vnLXGQIwZEBGolZygedOhYF2
L5fWYUgc+ZPeOE9msczuVEhj0E/25yzXEUQrczQ0rQT0OggYt4SIT/Jp2W4tDQ9ZFwkvzcfQMy2n
/zCMkQjaLm+omNgCScfU2umzbu1T3XButVi9plq3zU/oybCTgNSita2Drlrf5L/iL0o6JrdwgWir
QT7tFP3ozmmUoBMs8mCmjiSnrbiVRH94f+ouGkMM/Bry0WQEfEHB+nxgaUqHYimn7gBcBbEsSU32
alQn90Xf9XdOp7eIcUj9LZ4U4009S5KPQZTwbbu95in61i9hfJpDAGZov25D0FxRtTrMm/5glIa4
SfNK+4Ba7fAhIey/mQ1dPFP4UHadkNtby0gBtogMo4yKstaVOXljMegZrMKQFPFWg4DzOamBUSly
WS8HAvuehkE+e87Yj6eGHbS35nw6tpPAQGuSYb7xNj1ymrKgSAhlQ5Ln2x4b6o9jNuaf6eKrD7no
h0+2lOfwdh3tSqB70YRBdJTriV3DUwIkfruAWmEpeQ7U92A3Y/KATmv9M65xNTDKRDzEGlow2tSa
e0SeywMKTO2dOZRssXkplZ1cZdNOq8xlx39O9iXg2icp4R16f0K3ASU/ke7XqwAM1E6EMc7nU+qj
Ro8ooh70RGj7tJ4xflN55VMnu8YdfWs6oJlzhCzuStCSm4NEmTZ26Imoh6HRHUy9i6RcXMhvYOa7
Ik9ULwVydByQn5VdJZLlF3Lwydol/ZzmgVO3LbxgJVEF7H7MQndW1BjmPY6NyudBw8bk/YnZthWA
BfMLoboi+o+C5BbyIIzWWLpY0Q55sST7dgjxWNWHei93c4OET6reN/ky31LfKn0KN1fhSBcbncIE
CdJrs9CAIb2J9Hs9r/sc69uDpgzG13wGpXZHM17gfFLq8gFw9Ky5opyyDLASTiNuk5MT+xbecqhQ
ycL4VgCzL/2uVpxbJayN3J2kKTxpem79dOQYQa1JGPeAnSzhIbo14IRo2hMS7Mix/ExaU4eOgt9p
FIgCj2uG16BXOGMqblva9DUEhwbexLhkCmoB0zAufofo1+KJqiwKTw0n/Tg4jVG7EcDCDn2kPvtF
vdn5ZamRCF1UR6PMs+1MHC3YaAtgIWX5jW8S4NhoNNXGr/UZX0mgS5m8B0q80K2s63zYOV2NumY3
FvU+GlCO8mzkzeDRqCsWbsnBFAfKsFYa56bFwmPuFbS2oqVN72nySfS0w1bL3QIAT/aQopgL/NzC
TNhPwgTIbCnqY2q2KOg7fZT5utJq9O1aVQ33Aw7qk99kSyrd1saIW7zctdWuUYv4qRal3XmjOhqy
V4oxvxaQXkCM2dN05bn0UORZL5XNxReVuhjTtLcOZjE5Aa0a2cVPNdkNUq1/q0D5P8st37xUhnFA
zif+NcW5fuWyuAgeUAshgQFohegmNwdx1d8voYIZSxFXnXWQiibbqwsy+CUVcneIyuqmsNTxSvBw
cTkxHkEf+u+OY5ItbS4nq06XuVNj+yBJCfq3cZ75RhVZO0qb16hab3waMsNg45CIR25n60vCHZtK
xrg4h7aKQaPHRrRDKJM4RajRrlBpkL9/vbzxaTxjBI7ERYSNW21q0Jt9FE62c8gWWhdLo5sc2ux3
KefqP180ol24Z0wllO0tLavRAeuEhRweRsrqt6iwRX5US+HNQIPcH9twupbkbvEd7FQqAmuKS8BH
e3+ToRV1JluoSkoHPVerm0y0qwJontFl5JSW6B/vEmzp3GYql6DJG/3GydL6ys7ZZtr2+iOgtfKw
rSQd+t7nWzV0lEG0lWQcZtDq2DpLoD5vs6aRWx98kx36xlToXGWhTmcQMLUzeh2bEF230tJOS2eg
u2Xhe3eNyXkZSgGkQ3hnxSxiPY0QyvkP07QCdfomdA5G0pseHnS3deiUt0pjKgcNiud9hdux62jh
4MuSRe+1msfHwYzNKxvwMjAnnlsJ52x7kiGQCuc/hNuvMfGBzo55V0g/Q2zVcEZw9Kcm1rpfPZMx
+8rcwQFq0nz6rlZcc57cJ4iTIaMqKV8cPI0/xV3eualmRJ9SNEvhK1v42j1kkGFOmsoHoqFlWci7
yjJVPnkumOY617XIS8B1X7NcuDzD7HF0cqCAYRIDG+L8i/q27iaS9PAgxRiPomipuf1i0rqLy34H
GevaGX5rPOaNfQ7OGwvDTTzTa7kpF4sZHhy1vcmrVdmXcgc+2whk2f2VHf3Geq3ALG5D9g3WHNuC
JrUrocZI+h5KW88PFZqDT2oYASwPzRrf5Tm6jRshgdBWWz9uu9HXJvICrVd/Cm7mh6gDf4fDzLDP
VSO/cVITx78YE1avCJHpRe5b2LcWWN0gr5sF9FfSfAEkcw0g/Nacsd3Y9zr6SYSc52tUEDrIvZRE
hHlR6SZm+G1Il19iUH/QrA7+6R3LjGkgvADhUAh4hVP8lbhho6w2I06LBw08jVcW2rd4rKHAGdrX
9wd641AzEmU9tgKlenoo51819qIrZsOJjlXcdN/wYl++awaikW6lT6PkzY2RSl6ZhiIh0R6GxY2w
N/+GWR5WPwXt9PoKD/KNaIEfRJCwBgokkfrmcOtlpyRFXUbH3GytG0uqxucOxq03tkDu5FR0QdfI
+Qf663VgO6H9RFpSX+nrrdHAWebP3K8gZUJ+Yheytc2kxGlqC7Qlj3RPx9saEEdgJPM/JaXzthlo
t5BUUCECaLQ59KVohZk1E3CArIv9mADMT2j+Xjl9b2xbXI9WAiuZHJemdv4tRVtZ9AYpSHdiaUCd
igMAG6qgzeAr/fz7/e30ylY6nzlyT55Qql6r+KKxzuxfGxdXZFXC2SQ98mL7ZSSX0Ydx6nHjBE7Q
Kvs27oxHPR9oJIY5lk8fQSbjcd/Wyvw8NmMrB4vTzadcrZ3nwZaqH2pZ67dm6DVWs9cKE7uiXAU5
64Hobm/e/+3r+d38dOBuHPDXDhIg9fOfbiqD5NBLT49Cxi/JpAMHqeiEzeu9bOQ/Eass3PcHvAyk
6IrR5Vt9IoCUbp8xI42zJRZaehxt7MObScLCNkdKug4H58omeGsoao4ofcExWNP682/LSyMqtF7J
8L6YHTeeMJFFZt5wZwUnk3/+Vasy9irKZgLF3lyTrZqahiF4nIl/U39pqmhv4ix7G6vKcGUCX9V6
tkvGGFQEFe5jbdvCmmJwt5reVcdMb/qPttmqX6LFtn5grqx87ZVZ+6UNvfSQlnGleAZ+M1A2JcAC
RYbmBfDtRDoNFdOepS2tirGNqp9ZtuiZF0kpjWI0OlqVQr3REAcuY/chrDEm9dmS2hKMIhHPZWZU
OudITwF051371ZRq80fbhiYAdG0aSm9oO5A6KcYkqSvJyvgkdY11m8ZzkX+IzGH6IIuIHv0SmSOZ
3dyamo9TiRbBKItHr1gWFf8dZ1Lne5neqeXxeNofAZgD0BrUsOx2bSqni6ubdfNVKnSYvmoYx9/k
etIAlqdVmweNpVaDiz4McqhjpPFsNf0ulaiYukPlmMKV+jqPvGKeq8dWqgXkD7DrhPbRgB5xYWZS
4yepIz5oTSct8Man6REL+FMnhWEa5NY83+ddLX97fx+9eiBsFpc2LYxI6rDEDVudF1XL9SZT2vpY
REWMNz17dcS0dkgnUCGGFfqKvKRIzMy2CaVhsrMfodnOGBfmbfuxGtqRG0NrrM8LMTvdsrKTd+CW
09gdwknc0rjSbss5qj/l0WB4Mu38x6yNK0i8vdY9DrBD89WMYviYmKnzU8DNFx5C8iNYO93KfjeG
nCTIZ+eq7Y1xp0yBNXbpl2TqpGtp0CsJaDMTpJPMBS1nSpgX7kOQkTpwOu1Rz1Tnp1F2PMMtVNkC
0ea6HvgVGOcg0QYXfbW0qeW9KY1d5+LfrTqerhTVrsA/qfNyp4DXj5hD+FOyaAj5Vduo2Eto8tdu
ypEsAZFZPvBJuNHqNTG8i1UILkvI+FPD7vJIwQ2mMMrHjgVw0X42zSt91MtLGGIQ+c8qCYpE1za5
rPsqtcLeqY/ypEo7xSnDu1gZfnbYaAWxPVv3Vgb94f2ddnk5UhpHQR9xTEqdNETOL0fER9rOGUR1
VKha+w22Mju10K1Absf58P5Q6z17vpJkdWsVEUYMbcAtfbQdkJyolLQ5Rgr8LVMRfeBM03LlCl5D
pItR1nKlsk4i45x/EAVkozPipjlOCHr4Qraf4l5qgigEKBR380vZkGQYQzYF73/dG6krfSmN/BlJ
Ierc2/t4VvQ6gRkjjoKw47tsLfKDVcnxw2whEVAtkvJcZ10emFx+fmZm9iO1Uuc3RijWTdIW4ZUH
/c2fw5HBGWHtpV286N3QET3mZncEljft9aQ4qjjjuKHRjz/mOmaPy/b80a6Uctcalraflnn4WISZ
fKfWSXklsH1j6SFfI6mDxMzKQt9Ee2YKG1OfZAFJGaoABq2xL5d4nb+/BG/cFSt0BCdYNjLqy9tc
q4lsiCfJMB5RLlEesIacf6LLRtDs5HoXrI5CqNpIEdIblS7uCn7rHKCMEydeI/c9tFw55yEy5Qzc
lC31rX0Lp7or3DhMlp99LkTvGyb0JM+Mmtj0l1nFEEGW5sK3/4u9M8mOm0ny/F1q3ciHeVj0BoiB
o0hKJCXGBo/U4BgdcMzAceoqfbH+gVn5UgyqGE+1rmV+KckDDoO5udl/AMNqbsxkqPOzpmyc73Ha
GZHZaWUQLXOTnaISHo/+gfogfQHpSMdiEgy9e1TZ9oY/2CKdp3tQhfHeHFpOTawO1LlKFswgArnH
LbC94o08LHLIHkpp1vsK3kmYMBXblSKbaVmo6mKK5bDDrdm4GEVcbUBlTicuFH+QHiCAkDagXQYV
zjymAAaz4aYQj6d7oXvzY6GmIQK8VxRhulqXNG2moTqvny0ZoDmDWMELadLOW7+uLpQnghszCbon
kL2n/GKPc9+6h+u3wScLogkD0bepoh76pHVcOd8rmYiwVulw2Zurlng/J7uPQ/NPSxGPsA2A46x+
pW+XEhqOU0iXzvd9qiDH646KRisu972VNCcS4PEpsj4Vcw9E4vjiVgHnt0vpHRAqBwj//XoyRoOX
tPfzGPuRyNRwLYvcv8apU52osY8vWuuicOGQB2DkAc3haFEjUH3qegOLKrsAxzxZYWNP2nYQ9KN0
lZxqMb9LbyxI1GMLSlJZuW/m26dEqa/o2r7T78s2mHcWxckUOSJNruqhsTdmHqu9vg4TlsmhHzIY
D0NT9Q9onwTXoxTNiRD/w56vRJJVk3vd9mNmb18HGt+Wrd/TrsyjIcXOsqLnEI5jaexUY05bZxrn
E3v+pxywSoiDYgNLAdt1zbq/3Tf9BsN1s/aXezzttcslcGSY26nCpkN0+xZ+zxZBo+q+bmSx05dc
v8d10NnQS6ov+7G71hh3XDqNrd/1tdada3q9XFHpVxvlan9NZaeQIOpXcSdcCGmHvf2p6M8wWvaq
5b5J0vIxq3pzra6CXTO09YlPbQ213wsAIoMqg9rZIjRoJx9FRmVMJGC7MO5tr1/OmVLM58WM0oJT
QCsQ86Bzx6im7RTn3Yn67fiUo1BnxIJABpJEjP6OHxIoiU7vOVju3WHWL7rGnG+RWHn+OJO8fzyY
vuQtnxqHgdJrC+m3lz4jbMYVt9DvZZ2Xm4H/+VXqdhkGdpXvrLaeLhpVDp9K0Q0nKhxrfUlvdxbe
JXf1tVqEtH+s8jDjNgjQDGGherHnTedr9ucS2C74fcw9EOKz07zZLMuiP8tWUDl3VT+Nmw4ZBSTK
9NLbMsPU9aj2B+gvy5TUD2abOGcTo/8mqrBqwZglCz5ZXgVReJHz8msy4fNENRQ0RBrT/gtiAU+O
sxS3fgNyYUcYCPjKUNp+2YtTXQZgSZaLLvXEtIvbPD30QkvPmxRsQ2QzYnzsZozkoDnV000ReNAE
LCAr6kQZ8tosebNPqxE4fCrEzPBx4+ryNtj9YlgncW7+kLW6uoRAo/ebzKmmK29OC4EkFrp2NxpT
ixKWlV3elR62VTiUl6hjWOjt9NG0lJjN2QqYchh3msSHxlbPWtln69AWBg8KF6kWTlLKTSaHKcCA
bCyrS63rgE3Mk8jgEZVq+LwgYiF2gdk58Epi0YUGbmVpRL+nPWOSggyWLVX29HGIvtfbgVltIO7A
qU/77Z0WeaWVYzVanXrwrCS5rOuyPzOcrEqjTLhSkIGqKg3LpFefuNZkZwIBsRG+m1vNka00TYUV
oH+cHOfEykNrKYYzAd9jWwwqSEJUBgxnA4wcWyGFQmnoBXlVb3xtTF5s5lLd1m/ybDcs9E6iWHrN
TT4a9BhLd7G7naEb9onL+rvPgk8RrPJqxsPBx/f/9nUzv6iHXPjVwzCoZofyGXmGN5dc4Dpg74mS
als6fnumi8TuQjSD1Im8866PTW5F/xrOJp2U1eTg6PS1EYNtez8dHgInH8/yqlTbyuvyMyhnzmYR
Tn+ujTkSq77JYVxYVTRWbnaXeOW8//jNv5f0QIHlnwMqIBgr/OrtXgz6lCIJVk0PmJN2T54x+iDm
usTJYdT5WRGJ2mF+NJm1+W3RFy5GwsvFjcTJZkBfrejuSmvwIj2fi3++pP9Fav4Hc8nfXtJ7P5Ln
vunf4DTXP/9fOE3QmMw/QDihp4Ab8eoiNf5su//7H3Rb/sF/Bb7GMJjzZA2pf+E09X8wk+GaxVwV
NKIPyJy3/C+gJv8n7Jy1i2wzH3deP/6/8CF5va7/nkv5l9YfQecA6IJLjfU2oCAJFAk83fiW05C6
LkHBo21fgIjMZ7VvnlEAaSGCnqt4qID7+LPR1L2mY1fZeYjrdvhCttrkPRp+FCfpdJ5WfR4x1MSV
cviOKc/L69b+b5QRZVxZ/ns88KvrzeFn8f/+U/44Mr1Z/+I/w03D7OYfnIeU7evhsBI9/h1vzj98
XiEiUky2mUMQif+KNzMATAwpiDsvtjlkOP7Wv8LNMf8BqpB6a22EM8BmjvQX0XZ0q1hVHrg3UVLz
b72iSo6izaQ7OA/A+J8Kb/IReBDz15FCE2g/lpKa25nf3LbDBNgtiuE6jlPvM5CK5HnsHM4hJ8j7
p9828fafcf477Jen/q3iWn8P9QNqCxST6F6Ann8b/emSxMyPU/vJKAf/ckxTdYFrXRFNuXkK4bA+
2r8/NJaCoe6tRcvqgM56R6cYHYOZEm3KDnW898vzBTFq33W4CyM5QbWMAUuRntKu++OaQOVwLCEo
wFu+fTz86meJJm92aGHgVHtgYFG2FZtTguNH5+N/Pdtv6xzdvh1vGMZezNmh200buRMXYqvOn/VQ
25waAB2BJd8vdXQnU6DhC4tx6cEL0agJXUhFcahv0ui72pyNoRXCrj5xDzyaBKFewKOxh4DqzZWd
csx6KGhuxE2WmS898xAw19I3z0XW2PXGZSTp7j29qcXGKwdnGxu1VkcgSCqxGeD4BZEpqE0ipK/E
EtVWBb+xYe4YR4PTuAn1KVfmKGj13IqEOZYmdfUIhjtLMIjCLDrPbyxPxtyzx8p/8bsRdAB3kMkJ
rdko5WZJBeVcUzvuU1wO2MFDK5SMY4J6CSe4S/s2XQYr6vmAVFjEZr6AwW97c1tMnvG9rtoCVKTV
dj/aKnUxd2A61GwnP4tzdKtiJq2TXsUoohXzFLbkl/tpdo0aPUY54+q0pLmPkrRb1qGFAHqwT2Nr
CaKyZpaFd2pPc05wIATQ3oH6b4xOZu2lpYya8UFpZFdt0DUi6jQbm8+h1NUUwZSuHcZCKbDGpcXj
c8yCFRAxZVTfSxmbbQSwqSk2ou/KzzMwq78bnL++7DVDrlQ8UqJ+jF4JkgDr0rJZXhJj6faNIbm0
97N2opA7Tjy0jiix6VTRSQK5ctyvmi3Kx1qP9Zfaq8toSJDrTvFxjIJGtSeuS+++zte1yHH+WjNw
rzxKuqWXZE3aFsaLPpIDWawGsjoMhgTD1OoFkyhXlV/SKUnv3S6IfxY1k8mwR6v30HuxYW//Lueu
XTPgDz5pEAAx1Ie3SaltGkFKnnl0KdwdGhTjLja6+qyZveWEls7b/MeHSlKnK8i0GCDX2sZ6u1Ti
x5kwe1k+kR2LXZ62WtRnfh7NcyoimwFj5LkTJEF471dQlsuHv3nSdfl1YWo/m0MZ0MlRyqcv3beG
UVpPKFPJEIM0uuMTjs0O0qEnmjJHrZF1KeSMKSLAacIpOW4d+CM2qhm15pNKe+t2ZM688wd1imZA
IfDbGfb6QLRx2VEGTFxDjuEzmJabs9fV7lOlErS5Pbe5NhHnjuIlnS8D5B6+fryBx51trntcd2iI
vCI+0Aw9uu6gVIGd7aLaw7x2JoRWyzJi3u98QbGiWFXc6zM5ifsYJdBbZt3TTmss1JypfNy7xe3c
0IlH9W2yO/1EZL39ftkJVBwRruLHgVhcm2FvI8uYRTPUMm8PTu+SZA2iqAdSdb7U/feP9+Ddm2Ul
LgGrDSgitKD43q7UlNnsVPWkDt3YlJFXmTnaJVZ8IkkwzT9+t3whr56m1Ho0mY89pbraL0pceq3n
Ic3yl9LABH2vOQgzh2nXDPKKRg6olVhzez+U8KHzLUo00oyEn9ZBKJfEUvvSVQVza8Mrm90weiBs
6DaAg/YxB91WDuZO573ZLVQJWSxfJvSD8s1Y0zfHwAA8BR3E2UXdQTbi2sYD6nxsbcokYXA27alY
sx8LHbI+ymyh0nPpoZa3T2bHmFFv6bpDnGaWOPMdzuAtLWRtChdrnB5h6GRqnwaJN4Zuo8WfMBaK
832mktzfLbZXBPfl4NnXJrowYOlzgSjGIt0xQ9zA0sZ6ayMC8ANlLFlTuJXecC6toerCuZq6G+Rl
6jxqm9Gp96M+O/ouQBUl2Kxo8cfJrv0HtLv5w1lvFlWUl8zMIoExAzBj3uLaLDCmM8cTaRbNfhzY
11Xc0m1KhXAxDqtMb7numX1lZ5YEpX2b1IvIzwqj1F0UFZ3hho9+KKLYNYr8TNlNcgF3HDY3HJos
2UNdKR2yTQsOxzeSQo+sWm/izaTXo7OvoRsEYYBsP6/MLKRxG8h01boBhtvsvbam469ZE0SCBWEO
IBy8lxlOxzjSYvN88atdDZ/pDunUN7Yymm2QwBYipboGBYzOFHIV4tdH9HDNDvtkJ0etXIzk2jy2
xePiCv9znpclDBJp+gLIDFonzDbc4B7w9/hYVvpcRDSYnDukdJqSAWNQFmE1OujvdLFnfx0WtIo2
VhtkmzlbmL7qRZ+pjQfxFeOQplc7Sw1NcWfUsELAWMdee14kQTZsFq+QeGRb0Nb2mVsmj70K1Ndm
WcT3fA6EdaGsTF2OzLjjbV60lb8d+lH7MUzTqhxl0W/f6mkVPCyNmfyaSnwMtrFCNCMKptYinF89
zJfMSh7rLrGN0AHX7qH8ZOa3mmd3yC4gw7brywTNIEZW7l5Y7fLo2l1XhdCMK44nY0IQu9bNdNd3
FgK4cPkQuKwS1213+dBOw3nBT70b49a8mBgK08f1Kky/NaTH6qidRwbiEvLDFmmnOGpdqCsQpxaV
3RcJjYADRauf/sipMf1PoC+SG9FL7cFpW4PqQJ/z8UqaZpZd6dh+dJepM8JA9Fs4R6GcA/1SaI1E
nHAyp3xXBt44bJcurjNYHtl4L9xCz7ZBN9nX5aj7D0jOBk81uCcMLQ03/1Y1YIPD3AISGppLrH1W
mV9RJnZ6cZPOhtGiIiP9uwxi+k880IJfVtYZX1tUhqbQcRphnjfawl9wptpd+5s0MTY5GtCfl7wA
1o6wvH1n8E+WtL3ltO3pmI2RVSg0gPjxk9oythRVGIx2feOIpr22JyFzNlD11OFFoX4gMzQ628x3
CtodfTCHVju48FLB7FhNH6M3FZceGOHGvGPKnT4Oquzv58WqYBx5YvistX52SLrR4VGSAIV3xO7w
VeRlATcufMQsfT12N46TG6Ceem+4BpEIeVzTRg2HuiFnq3os25tQDHb7fRgRLAwDf9DdUM8d76XO
YfGFcNM1FPzbhWHvHLftL88bxo3q8jmG9agV14yaui8psuKYrBfzeBsbDIpA9hToCOLZLW+TPkFt
J8883oQsjPbOquYEMLCVp1PIXqKiJrVB/Jgd8F4kROkFUYK1rMJFUeiKOC6sW+WQ1zYj1tTfhI7B
eYixBmTfMndptee6XUQFohbzJ6hpBq1qnB/jEJAvmt2ArM0zZ6TCvgrKqeUyYBrZuEEeLBgvSFmm
tYF4UDVb0DXFFMUqq+vtUEy9E8qpcr+6E2iUkMm6dqMot9JtaZV9HWl5sSCelMriKc9N+4F5D76P
rdYU+HYWxrxssPsInjpUadtt0GKTG7VZgLBrN7o9UxLhBypivrqQGrE1uVHLKpXStpMYmfNCGwlT
JXAGmQqZDJsBM4VpI4wYM/i0bFt0upbaY3CC4QCKTFOiI50A+vMis+ZabsfazB6gypbVFi1d7Udh
VNRQrTaWHfiwEt2vRYw9cVThErCxzc5o2D83Be9XuX0bJUtQVqFeytKJBrfvrW1aFzpKcJ16mqQG
i9h35vJ87OdmhsPRNOauSLzaP7eqciBpwjfswGkZBLWk2dKFAPsSZzcxea03sfDp6U19E2RhprkB
7OJhdj8joSe+lxLQIUrjSXdpZnX6Webgi1efcrTa0ri5on1UO9Hc92u1i6gYVlsUoVNoN60aMKXL
W4SetCy+6wenvbHygimFhbrPL9pCi47pbewdzBz9jC2UsuV5gOO27MZynqAYi+HBn4YaIL/WzP2m
NpW48VLb/SEpI9rQAj3mb5jMGXd50rrf2yVefpWWmHe+FpMDC1cpVCM63y03Jph/NLCQErrXy1EY
e8ieXG+dNhjwthvnut2aZgM2WyhtRo908A9zlXHrtfV8vC9SpFm3PAXTD7II/YAmLpZbe6zt7wLJ
xzhUCHrJcC7G9iXr5/amkxUyrhpkn2SLtVb8MqlpZsucSemR7clhI+WsOpwgGvFD84ruR1fyZ0Pa
Evkv7grzpSgye9tVd5K5ZBFVKvblDia887UdtYbzdfEyZ9+Z3lREy6AhNQ0Ux7t2wCckWwcpNpTy
yExXve/XADIXpnbkCOwOQyt33JdKVrOBjlXvwUpyYwV33G6JDRRGDznQxYeR2Ve+Kb25/dwiLKMA
OepVt+HETA5IrOVPmWpdIjJ3y2eKpex7CQabxMV4Ei2Wrs9unVlgIasQPs13FTrFJts/BF+NDFlK
q5ymZMupmNlIBlrTeZm04xVs28fAUdVNJUX6CIvQsMOx6pZmx/TSW5CDsuyDKmQ+REpUQbKT+th/
nqXvJZuJqjNmjqeNkj/nkwkE30kSGsY0IaOmmq6LrCxLr83eCUrmqsZYbtWUK0FSI02lRoqmFRhO
dB0HlAgu7FaZ87ZcxERPa6qzbkvUTt1ZounmWTlnfUQkxteQanDl5dPovphKUkY6k0MWTO0xFHEi
w4Uh3WGohp5D2igne1OXw4QZVuFOX22+0zyyTFrxfJtkYDObsysIWDpUuM7wN8IFcBnBV0074Nxi
1jfu1Al1kTWi2MUQVACndkUZ32DpVT7XeuWiNjgNls/0uPDNUF9itiAZYzUhUyMFHZ5yNKdKQuhM
Zb+PDasctmbvZRYVg1aT/Yc++JpIVd1CK+uuQTVDF2Gk2WKXk2uDeRCiBeWZtq57JW3cKXpkoFH6
nsxxvAfLXJuRVlXYfRh+g2WNTX0R0uvJzta8UlAS1+Blna4a5T4GmnSfDWrtXeWQR/e9qUgf+ri4
bVTUjTMyXjDGZQcYzHuR81zcdr0FGTXjaD/XUn8gk4CNunMX/J8u9GbwH+LY6cT5rMq23vSLTO1L
c4UEzVtRZ3WcbWqvV+0dbtt5G4ratsVO00As7/OyIk8ZYx1/T3M4OREtEOsGqcYctTm0Ktozs/Pa
m6LJze7cNkmbkHF1mlRSocUZGfZsLttZaxJoF4s7ydDs5vaWJuCg7zx00S6bdja+lVUZfNdr0kFk
iEovt/Bp8ybsdWqQSCATtkRjUcKx9WyJ/mWb5sM1Zi4cC7BlkPQz3SW9UYGXh1q8yHE3MWamUm+a
et64TO/b0Ckr7abr9GXaKWBTOieJP/zwsxGOs4EavlwFNrX+DK+RMURcDXNkCT4b/R/6uTKsZ1se
jAbt0ljo9bnDHc7dqUFln33RLyiILSnpsuP+cqug7iCEN8xWGnnB7P0MXl0ECimzr9z84hvKmBz+
vlk3Z3YmGTP1DfJvBRmLPCws/SWoxIyqaJN/VnxqgHm4CEPZ8t3PBIX/4ube1ZKumMbP9kSUhZnv
+g/cYpE5iMdmGC85jPtnU5p9EToAcG78BuGJ0I0TLd0UdVE9mqS0+Hru4jxNIxsHPIQPkhFHF1Pv
xKNojbS5GuoyRa9sWB9scos2uSjRNb3x48SrLmfHGdDKwrLtSaOxieEYN2SdbXCSC4GAZb0hAVU/
+qYk+WNygt+YNowpskUMPAY6mCKIwyZxhq8JHaMXM5sAlXjcYcEh9L1zkabJ/JVAwO0mt1LL3g9m
hW+PQZ9ukyQrYyBBbZpUlrfxXRlgSAMqv443qBp7l5jaIXYYd015t6Q6NDhMxA+6PaK/GruFBoJF
8h12Im8euZwnj1pVy4Oj7B4f1WJ8HOLOakKUFrSrusjr6nbw+wG8N2DMRtHHNvsby3CXe3sYSsCt
HlIfFAXO0zB7gAaDOHEbXn83peFqkd6+iKmV3+fYC+ILQESxfqlrJqjODpgVKPsgy7/xI5qvpTa4
X7Kpnj47YiYRebhaXeWWhgeh9OYACdbEZTzixXN1V2IPxVspE7/ZmPhlueeJlyb7shL48bgdYvs+
kIgJmM4yf4cr+oLhfCcgAlnZZU9Xn9pA+sumz8gmofRTLjNzZ7V2OLeL89DUPX3rtBLBrjOg6SJg
6iUBoBrTk5s6KWvitJr1JZT5KLjjJ1b7raUZxjxlFJV97ab4H+2RtEi6K9sXXr3Ns5we4zgF09fM
s3oNKI5fSlRga6/YtPPSlpeJ6dbuFj0ox9v6fTN89iagDiGCfGN7PjCoN7+KBRZKaDWpQDrUH6W7
NXI5/ErlYNm7TK9kuks0L3XRtmyXDOSP7Y7nTowwlR3TxsaMQa8ebJ+Z261g084cIevmPFg/L6zl
/eBlXJreQyxi7A0cSRp5Qa+pN850WeFewck75LtEubKHQD/FNZWSX3sRl2YOP8vMRmdXmZmT7ozF
nroLMVlLth0VJvaUNJMuL1DRCPLDoknVRFlpzw5Sr6JB6dZXE/66pVEqQEVxnH+hASHtx3R2mD+w
Id5yxnvxxl2hrW88xh+I8y0zk9uus7B8mvALNKJJL4f7GjDVN+5HUxPiolk8JvTrKPJ01Cl3cc0V
J8gofKKhpBe7ycH5XReTbsf8m60q914yIUoQiJnxTEHVt1YWVfUlT7rs60BYZVHvehmDJoS/+BTq
tGrPkO/inh03I4WVoXpbIViczg8SSRXMmmjL3GWMaGWoa7X6ahR2L6K4ICguQbWv90srL51Ls4hr
lCpy6XzzQW+P0Tg41X1ZzLqzZXICce3/MN0wHcA91hNNxupnHaTIoqV6av34yxajh/kp0LoVi7A2
zNe272+Qt2WZ1NwtM94QhTtuAfP526owTizyrnf8uggdccRfEC94Rbb8tkheuDRo6F0/TchKbAbf
is8qB+9w+EPUq312ii9whONbUQ00mtggerVolh33qhHq7zoMzOOnJWgRH6Q+53KX6tcwC+UOQf3H
xE/nnTYt2YlW6vsHNfEIYbhBNcteHsu5NGNnp26Xy0PgdXIPtbi51KgxoqZcoNfnfXf3l2+Psw4p
CFgtDCihdx/NUxxlGH1BL/YQjMmyn3J4XHreqr+a2qwN799XwcLrbYx4lTPOwrLoaZRadWlWnHdu
0jWYmWj1CaWEP3S8bSKEckQH5Abq+e1S2tBRdHtCHlC3DihSC3UzO7K//3jb/tDBx9YN4UZ8US1G
cUd9dfo/XTwthTzoSNXAQIB7Z6O63tOGjT5e6U/P8/tKR5/XNGE+GuhSHjRfdOcWTbuNFdS/Pl7k
XdSt6A5AQ0y7wBOBFH+7aWrUfR1mhjwUo8h3TeXjUSlM9TSr1vo0+ot2/vF6f9g+DzMc4g5cHH3S
9aF/+5yLDi/J0S67Q1YEJi2J8sdSaGWUMBk+8T0dgUb+OWuhQAVmujJbCIu3S01cJLxRtO2h0IZ4
W/aVeUbHV95QAhtnmoLNj+RQct0ijP0IPQ/0SDfW14vRmj+dQYgT0XnsjsqXAKMB+unqJwxe5hgN
MNX20vtyHg8oImNMF3sDpXSQZO6+4MhC1Zii3NzGpoJ3pOiNb9y2rQM4kb64HYfK/ubGnULL2UbX
EyOhYIKmxUU0ppMezOfShMsT5a40sHMrenFWK6u81jwpfhRWqd34zlgvmwWf2gecoCs/DBoaeNGM
FfPdQFK60fIYQ6KPX/a7XLo+8soNZOZFdL1a+v32suug64N49Bix1HB5XHpZUU+lsesytWwSLLS/
WWrqnhmsLLuPV3737aynBoYk69uHa3acC+Iyr1jD9Z/SMjWuqmwyvrJUfmKVPwQzUzYIBKuS8Crq
+jbCvEqBBE+M/mBx3T1Qc6nrwTXKna2cUw47f1gKQW8whUjOWKt20dFSloHQyRJ3hwJjTki71G7A
k79mqpEnHurdQA90wRqiBsR8VnzHvtEcAUNcLoex8baL5vpbqrFpmxvjTzdLM0xJT/m9vns2eAHI
uFoc8sDI3nGm0h4V68q3uoPouMo4hfGFWk9H4ippv3wcFn9aiU/QXx8OFMUrYue3gBx8U5OFEsPB
72lzxGk+7rDIMCLfhLr78VLv0w9PtRZHHsURA99jTyRvpoMV135/sONkgWENVtJonSmCJ7BE1TIk
21rBJgX8/DRx2fqmFX1/pqWJs9HTyX088Wss4uPfMDKSIb8G+W44KTCdAnDgb+NnLspa19J6OGRc
d8IBuPDZNASof5nMM7g3+5/jbI7x92rcz95Q61sun85jU5Y6XYBgn5mt/vTxT/rTu1hxMnjMrTWP
fnQSaF470ru2hkPf6+kVav76NukddUGb9VSAHXuHrk+PVzanAOqn614cjd2lW4/DaPbTQfPcWYSM
m7EuoesCjH1pvfkG2CzXAL83p0cfnbIitAon2DdOxVgaPZ/xE6rk0xK25kx72xsKEFi618pfdvLa
VuNme0GHiStXw0a9uFzdH41R0x6LLNHvP962d5ltfRTXQ5hHR1gYkMPbF2lOSOcVqTUdxkVKhNwG
zC38WJ44rY6FuF93jHejA2fi8vcuCxTMC425lPNBGkmz1ZTnflrqBVdvqy4/J7D2IlV2XpiUyvjk
ZWlziwktOzZP3RblG7HzurK/BORmn3ETmc4+3oM1WI+C2YG4SI1sMlxAPO3tHhhmk3fpks2HyXD6
EEhFuU2UeFIx31gyjNWJY+xPWw5nwvTZCSgkr/TW37JGQIN9HW7PB7roTOHiKdvWYjrFj/rDQwGP
oe3CiQlZ4DjvNlYX66lZLwfN1ddGYAoxYE6tsNIX7dpsjf/BU62sR+gRJF5YoEcZwew1YA9BNR9G
V9cucFtkgoyt2vbjV/WHvQPDDidp5XyhEWy+fVVlLVB7Fs2Mis/CyykG7aWsqlNqBMfCwYSrCxQd
rCooAdbyj2s9xxx9FWTGIc685qJXkFoh+sQ0Gm2GGyW9pH3X9OWqC8YsvLXjQ0UvL0S7pbhKHano
wVCXzLRwri0fvU7NT0EHBcZlnzOEk2MmT4Tw+32hCEbkhsIIYUwQg2/3xS2dWsaaYRzqXKS7WpVY
BvV2cuIzfp9jWYXNsVdZHzjeRwVKo/lW7+KFfMhkEO+zQS83cxOrTdCN1okHeh++gOZITfZ6zPBJ
rj/lt48k060uwDLJOfgOfWfI9SYc18a9Dmw1XTAltjYfB9a7MoWYZSnd5YMhFRxr6M440AKy0YMD
z23scdWGIIzMi4sP5aIMWsXpvEdwrv728bLHTBo2E1l3bhM0PDhMkIV6+5yIfdFgbTrtAEjIPCMr
dNqnWqHneVkR3Z80KEfX1ZzXSL8Ak22ZqSbOt9gsVRYtrhYcWpsZbYQrCV3Bj3/a+5Baf9naPnCA
l4HMf/vLktENKtzj4kMHjOILn3byUHppfmKVP+w7agpcsV0oTRw/Rx90DEUo1rpMO+QjlDb0FdXG
FYZiVJU06lPqpuke43hxIgX/YVVCizfJ8Q1M8Rj3aigrxvqKoQI3GO1c4F78M8dm5SkrumRv9NLZ
5kGRn2APvw9pQJHoBencXeBxrfyc30O6ndUSQBstnxuK3/Mgm8AyFw1947ZK9pk+949//QKDlZsF
vwewPy/y7XrK1HRkcCb5TIxRInKuXacAzU7khPdhgrgeuFaCBBIgfMC3qzAEU2bTufWz6yw/YGa2
G70tTx1mx4mH+73LJZePk7bdyjB+uwizFLMG3eM817F3TWJyL71kscLEqZz9322aZcBY4f5AUU+R
jUba25Wkxd2upk59LjtfXSIAYkeTEPHNx6scywWisfcafVz0SHP0zY7Sm2doQKV6YmFJxxKc4BiY
iLCZQ5ZeKU9zrrB3za7pmAdDOBZYemxqH0AHzkSD04QafWmQ+J25Q4rawgyvMKQFCCQJ9lNgZPVe
pnrbhekIdH6jVcZwFyx+8NjomkGhWTaFyXUdme4TH9VxfL8+E3HN14KL6nuA95BXPddntm40trDO
qy3sQHXRLfYNE/NTijbHcXe02rFUPkDBIJYBq/WdUWysDgpk5cX5iWd6F3jre1qPIWoOeJ/H+hvU
Gp2BTk75rLJci4rCguIcQP8sxuHnxyHxfiUqzxUfvnKc6BYfJcKk7cWyYJ32LAre3ai5XOhqruUL
ZIPNXy9lwyS1cFmlBON1vY3xUipwmsWUPkt9Mi+LCmfwRUEdJru7J9L7u2srhSAcBpgrnOSkvuP0
MGbcugdp588SoRoYIna3qcD0A3lFTmvj2NCbqWZqPbRnGf8cLDltrMYar5I5QdArY8ZxorB4Hzdv
f9DRw2sCQcLW0/Nn8CYMqYxSOxMFUp0nHvxPy0CnhFzJwB/XlvUE+q1+aQy/HJrayp/TRuibJij1
W98aq5eP3+RaHfx+c2F3XYR0yb1r8cDd92iVKgU6NXboEA06whiF3l/RFZkugcQHX7vS4o6J7s12
metl28dJdqLn//6LpzymCUCi1BF8OL5jeDbIUeBq1TMTIe+qMitU31Yfrz7NKkbzCdXTx8/7h139
/+ydSXLkynZt56I+nqFwVI3fARBBBskgmXUmO7BIMhN1XTkwI41DE9NC3qcvEqQxLH/7qyPTe7rX
CYTDi3P2XvvFgJvTUqjHDWI0pzr12VBcWBH8s8EZxzNT5NWhjNdKTRXDIc/EemZtXqtpSbTeYVWf
4qyOv1cw4FBrNSQqztqwq8mTP8SaoM3MHB0uIov0cYCAbuUhcFj8hTWfiprp7t5/9jdeto0hiFju
P+7ILfAihdwekYDangRS5Jtcsc2vzhryZNAkOw59dC4+7Y3xICpQjFTXkynUk5dzK8sHOwEb3J3Q
5i13Et36fdPY0oucUj3WAqrH+8+39QCzJ2JNFvRA2BVphdubAY26qWwDceQptFvN3KdFYepe0kF1
8vrRiR8BtDlf3UVVnvoMtlCCiPgy7jpCT4lXLG5byUwNGvbMg8nxGOSbNblq0ODTUr2hysyCf1lu
79u6JFpbSMf+bfXIFM7sGG9MUdwiFAT5+nFZbtsEggDNXOu77uTmg4Yuw+muKy0Mz7ys16NwN0X6
pXNSoZFpbso2QzLR4oiX/mQWndyBv1AviYv8y5Q2fhFGAYYNQtmgQLRFuSX5ZPUChdnJWrrc15ws
C1DeGn/7UeMQ1nG+OvSfBDr9ze8OgRzHq5Etp4Kr3l5NlnCHjDM58/m8WioNvmT2OxbM9Za3epKf
L8irv6BVIZicaN8o3S6OBc4KI0+1HbyM9pgaUj0gHJvyHep1smVtNz9zUn71QfEXoEvEHbWej5jg
L/8CcnW45xjqeOpjRVzP4zQjyh2R/hQSmcGqt37/g3p5yWHPpT9kwEfTuRwzJbczUSuHoSPJdMG1
VH9DeljVnjUsktBO07gEr5Lu4mSNaXl/1D9kmv/dk/4ZljWDMiyOwtfVNAQa/VCb2vLQz0b1sbCr
Hh7PNKIVzQi51PzFtpMr244ISxFGPKoHCxM2J7iU/NkzX8nLM9WfP8WEHYU5e6VsAox7+cb1BLlT
KaiB9YtToCAuF19LKITV0h3+yon1ZyielWs8blaVhsZmqB75aF62Fn4GfB0XFf4L9ClxeIno8dzF
fLNQ/hmL2wGzmdskGOktgNgIlSInJll9cOsksn1zmbP7Kg3Rd3IsH5PdpEft55HwjDrgrOeaiF/H
yPDnLG9uiN8NRQC+a7hE04aLwohq1YAoUzZ3pemGyr0bZcBczUT5rGi0or2S2fXZEU335f2J8vKD
/OcpWFdw4RtUDV8hH+bEaqEmq0xPGJEw9Z1euxNa1/sNDK2Pi5zUG5wczc/CKMfjnNrlmTvYG5Nj
FSys9VFWH/ptLydHMndKTp768jBqVhd0CqKrhMMSfgRSQ95/1DeHYnPTKFzys23P9qMs+x4mrvog
Etzag6MArApzFFAdfoX3h3L4qzdfH5vo2hxea9nWFqRh5PpslKSEPBSIHYME7c+vLsx0H0JmCzeM
okbfKO5VTML2X5U3/vk9VyKdS/mRBVbfLLBVndpjhc3hQeZN+5iyc+z4/xZrFTQ+LHmXnuvIv/VW
qWoY67WCAver1kVVxmYOcPNBxfUXYJxxrsifdoLY1NozX/fLpXt9ttW2y6bugGqg7bOdK6NG6nLS
GA+iYEn1wa+le8Ntmu+YzjHzJHEZf3v/d9zYpf8ZEnIGhRVO+LzXzZA4H/twTBb1wUnb0d6Pjqib
HQ6g+OPkdtNDKWu0viTfZx9GYdQ3rLnljW1Gqd/wbzyzk7yeVGQoAG+AuMaBmA/25aeCwnDkvLfW
fXELJtQi4E4lgERzXyeHGmtgmn9OWoncsKz1x/dfxMuTzp/3sJbL2DtXSsYrGc6iVHCje8N4IOxo
vMqXMA9UF5Xs+6O8nksCFD/9GKYS7IYtUhT4xhJjuHMfdKVxfFW6OikN4ykiXv3MVHo9Ek5d5iyr
N8d5uogv36Uuu6lnrUtPdHm1QEtFsTdbZQBslfTn7jGv3x1HXpUYRoQiYvV6vhwrpivfDG6fnerI
LX9kkpYaAkJ9F0UIYNsxqo4aTqwdxlLxVZkswbLfA9MqSqSOmC18e0AOmyjNuZPQG+9AoBMi+AAX
9xqa9PLvWpSmhrtq56fJSdPA7ZLBr+YuutATuqLv/7BvvQI6COQzkxgF4Wj975/fw5tSxiZkeFh1
srhQl7LaVbHQDu+P8vqoBYwTUhIcJGqGeKRfjtKHHXADsqlOgPqMm5YaD31ddcIlYibI4aX9A5lD
H7w/6BuPhicbCTD7pwBJsn61zx6t7vVc4kWpOTdD2+2FKA9zmf79GYoiJzTXVZfCcrRd+uxYVaSc
04Y7QB6S1Q1aUlUUfV9mYXrmgPyn0fpy84JSRe4S7XsOyax9L5/IQsg1tMtAxVq1I6w/bm89OpES
XxthJu+Y6Q3Ndsskbj3VTAAKOSKcxAOZbVv+5MTWJddgK8N+kCsAQabRoN1eL7ggOf3iGSntXPMm
Y+k+6zJus72aWtqVmahAwYGJEymk4agglUbazEoKwervEtm/40mZm18kJYfaa1h78C6t9yGvtw2M
Bchhv8P0G34UtcnfiBxi8FswXJ8Rfo5Pw0DkPP6mtKwDV6ftcECyqPxc1KIWXlHXYq+q8BZ9ygkj
zlmHDMK2UnnMBA1Q4aF8nhaPvBj9urNxUdM1CNMne2yIvVJKQ95PU0ntrArbSgZOp2EUJK9+Ab2W
tqZyTcxIpPpFlakx9hUVclaKw1bx9azXHyNqcx/7KJa/KxPDL72XEMu3tPPmZC4Olvq2V52fpQHB
10eCXR2t0pGaV/RZQU3c7tMyGPMUH2a5GAVGM7mYlq8j2McJhiqk3xXOSvjAhuZ8HYF1nqtibkqL
iJbYFTnArZkunDr4pl7OljpDOltGffnkwDEdot/w3/f4RBfnc1mBMCmpdZeHKv2ZJR81/C3vf3wb
JsTr0Te3Oa2sYVnZQ/k0md5xxtf6WH0Sx/679cEM/Vrzk+GitoP+4v1ht4fm7TNvvvnScOpIKIya
G/RAFvMR/9yVorQeSZUekm1rFv7QjWeWt+3+vx11/auerTSZhbo+7CeeFReIbfN+vyK8zXntPT7S
UJxZs7enrZfDvRL5YsJU1SzkIS2pB3le+LP6G5Y/hq149/7rfOMqxcJpsznS7KcuvL0E5FIfWVrK
9kTwUUUqFWqd68yYfyUE7tzX7mrXThR5mWgDeh6dAKcmFPXnVpjDHo5KHDRan+3nwawOgjPEYeli
Z9eV1K0itZdXFBGwnda5foApIc4cJN5Y/mlJqKQFgggHuLuZgDF+SqmTOHMqp7bmUt8iZ7cq7cwb
emOrpgyEkJzwPQQyWx4H2NTJmmWXn5oBAy8Jk24wLyOeh2g2/x+G4hRm2H/SMJBevJxlkTAmnPcG
pwLCwy8LK7ICLe/dAxSr+czX+8Z+Df5thXkiYlj30JdDhQZGyNHMi5MS67h2aY9xAona8npUlib2
2j50P/a1nD++P93eepl/buxoraiqbXdsCCAgreywPA0moSskQBMxPYWGvyROfOZAu/2GUJLT+V2T
fsBGs6dunlAzytSVllueKoM4TXvBNBbHcXY5iQEc7tSm+/cf7Y2yj6UCFyLyYe3nv6LhKuShTiLP
10gEgZ2ooaOSpWTHdvpI4VW1w29KTh5Ey8HyioCFZCdQMpxZOLarI1drMFbIZ1dUPmBm/eXPagyz
DKmF8rOm+LF6uqJHw+zD20LRkjug1eG+4E/0MLBku2Y25JkD2atZRemHN8AVH8Ihgob153+2TAo7
jSCjFBrdGK37ziT+pQlRQS1P00ONJPDSnbrqzO/8+pE5L8GDo2XNHY2K8Msxy6V0U85S+inqFjj6
WKYbr1bJniD0s7vP8glGQDcUR7tpu52zdOc0y69WIZ6Z8ycvntFXhd/L8ScrjzFKGPpJhG0fzKaQ
N+linrvJ/MELPT8Zck9CakpjlMmMU2L75Uw0WjgJFOaJan6neVFJsi+ezc69ruooH1YiiJIHApnl
d9Fh3QN9EgGIUSnxVH5cZf1trDjWj94lB8ivSIjRgsKYKx2f1GgSrTNN6kd4Ks71UBnDcSzDcNdj
oCEOJ8dYW9FxXz1S4W97zqrHsCT0o7a6Ig00Zpvhd82cxgEIIu0Ss3ltkfY7YvSJjHH5oeiTHuOa
D3G0S1IbHg1IPEiuc31pfAug3BcnbLF/hKSYXkI/cw7aPHbqhWaNQHpKDnWRpwK/H0nGrTTTMzF2
NWjO8NPvehGbN0YSjZOH0ra+q6pCF15bluqtMpj89TKVxlVkiuJRZomAYsfE9Ysyxr+7gA/uPSxE
40OHs+4CnRJIyFAWynxuaXh1fNBxQLHMrnBXttptUKyMME43UorT0obhDKppLOAEV8LiMK9ZB06z
CGC1qUruoXm74wFDLAbaRuGi4PdtXCQBYPfkg6Eo9tdap47vTdIWH2cyQG413slwVeaucubDQqXO
1H0x5wTOHIrHJrmsKv26zQYLDEGbshpDr4FbHCPzkI4/2jJrXc8GcgyQmxIb3t4V2qAbjUtQcaip
n+MlrU4ilbnj0ZStwsCyo1BckB7V3fRR1/8kk0r55A6K2V7JUod+oRkDMWWJ28rrXpH94peVmtgX
4zCCZ8lDJ33E524t3tDAIPPK1S859pP+08oxCnstGJHQW0JbhnuZTxkiqmnE0Q6rB6RfpZfY3FwQ
S+YeZHua+Fre1Y/wipQ2yCoCva1plPMFMnqh7SaXUC/fVmoTALkaZu4nSG/lTNnQAeIWEif6CT6d
NP2knao7ru3RMcVIMHhaVy0/3FDO17qTFKEf1110HLIeBos7K1DJ1DZbPthE/ylBlNXK5TBZwPnB
y6THSB1kGMTEGlTQH0CmBFo2uN+tatA+JX2XZ7ukn52feVQtxwKrpb4HBKZ05HpNKBhaod5Js59/
UOMGnDCqJiseedn2L5ENWPpYgMMPZVY4I/rBKnOv+7yKHqoOBJWXEohNap8bck/L4gl0i9GmniX6
9qNZFbXrq4TUovnMB/Mxm5Ym5OVXZr3DNquAXyJ95jMJuZV6LHrIEEHq6jK9qF1iI4OpKSstIP5v
Ur7OCtL0IFa1qAnSppfzMW+IQ/RJchhPsq7q+Ragt5J+wHYdpg9WHZoKCsRmmPACa4nSfTTUMHeg
NaRRlV4OyyhH+OjlbOXHKVZR1qDuVaxLG6mB4ldtVH1JsTN2Xk2mlQjSKFM7lBdUtjyyvIYLRB9Q
RLhThhCWZqv+ZVt9/42Ybv4RzYznCcmR3n0ODQhPFmlwxn4Jw+6mUJRYxXmc6ivZO26uKAhomddF
Qwgqcx45YRSN7qa3M+HipKvUnTZdVH1GEIo9pMPlZHQ1GdxZW4+7UHHiNa9WmbPrwlHzX5SqrJtZ
pCTIxaFugu6ZNOtIJbZ9FEYnGp+mknUNOC7FPylDrneyhqQC7gh4GAqnRIIsUgt4z/PgyItVOcx/
gigo3hGdZCwHOr+lejWIdFZ2lPr0G7uTsQgKpYEALAY0xAd4T83HSI5KeYAoXWc35Pq6yV07GTYO
EopiB23oqis8uWUD415Z8sc4Du1bJ3QImKsN0suxUBlR62l1YR95TmPZK3PJehWOVnMLdVX5PfQ1
un5ijw0YVLIIIUrkaXicBICVK1lpUXSJFN291GLOSD6TPu98tTcqPciMadD3cpLENonayhO/08Ku
2GvVCO+BTjb8hLRyCptsoHgwLpE2AlkL1QhL8TLxDeES6YBJVPzhXuXI+tGGTYG+Vad7vNf5ob+7
mKUJbI/yEaCdnkQfR7UvGq+hyP4DaUJo7jRFZvMui8Pw0INNsT1gOfnjqDVYPPQ4XtSAfD+WrSnT
y53u8ncEtRsl12bC3wfHTcsSL7ab+NHoEtO4WGsQDar/2voQZZDariCsVtc0pCAitE6Go23NfjbZ
LZUZcKxY7HWh1PMvdkjdxuuAcH1e2GZ/N0PW9h71gggBP7QfFzLbnDyEnQO7DW+0W+PiX2Ry4Qxa
9E0uLdIUfXQ6i/Wp13TfCHNqSMQbiuOgQkD12nZJRNBQ7qpX5FlsUtQh92hvDTN91B6QLnGWXcbt
IYQvFlHs0JfPiMRcnAxh03+dRVX/drrSeGAth8ZVGZH4lqVz87Nueo5nlpKkvFnDjquLua3tEz/u
Uvt1b0s2vSrOPit1ohUB54uBKC2o/08iz2wtiHlITvG9pu2MpAWnK5JY1p4ZJ8Q7UmzKR4+tRUuC
cpwo02sAJHwilyp11wOvnD17cHPYugUqhWCZHOOiiriT+U2rhl/0yupK+m9K+gVfu/lltvqmos7V
JfquB8b0g8pt5AS6dLO7SRa8CNNttJvWUPobmHT6p7QsrZMdQnL3QKcMNw5pSJGvVUryk4VDFH7n
QlHwDGITWOLCRdySIQHbIZxnMFacJCnQ9U4NrBGdvEsVDF4SxbGwsi+tmdZWIEI1Zc8z1FiBE2b1
jjcNidhnec0tvaxYZL25LtQfIsndr8gKihifYDOYHMBS+7InOZ7dodb033HaWbnfqlnyWBFoWEBQ
SPNr0efLAAGqUmG6yGrSA9Bc8kfbjfHEObpq0n1Vzhms1gyyFuiOAWpZmSXGB452oNJq0j6+L0qS
D1cZigqYGlUT6d7curnw6kUZ6x0rDdUijjh8WF25wFpTjXh4aEqleGwSZYkugZ6pF+mcAKvEhj9f
GWORWB4kRWzIepH3X00R9Q81XJZ7d9Li5nIQg4jYfmz9syid+iPyuvq+JFAyA0VQcyLMuXbvy1Cv
VA9gQXZnOcqj1Rh9SSerYEWdpDIQA54nI792Kh1tJzVXgSVWaa480M0gYakE2HzNyUSlBJuMyRMg
wgK2GKX36CIc9DKF2FgL4wurt0jhki06jA1aUVw+e6O8t+l7GGAU5kVcdHNG02zKh4nlwkqMXyWJ
efpdHhnhMenVieaSkOD/OmyJX1jV2WVklwpwiX2mfZydwk3QwKbmFyofqn2dOE6ZXWgQWXKPzmjo
fCpZaicf6Mo0/5g49w+eIWd7uBg6KEh7GgLdQM+OvjJxeIItf5rhh0xAOfsLDhx8TRWslvnKTRc1
fBBUMZdDFmt19bNULdiC6tIsw35wIuvUOko6e5Zc4o+GaHS4TFNHfvfADfAb3Xug1RKXhHJlgar9
GhNGQ8WWWFlPjefRCoQjqwc30XLgbYDYph3oDh0XVuXwT8RchHx6jmnxQWpzPN3mYVubv/n9BvVH
FqKEAx6aqOpVwzIT7Xq31fObmEUD8HevGx+Lpp2KS8VMi/bKyGUc7SeSCa2vNezfGwD41udEE4Ox
R0Ci/QZ1MbeBRZxQFvRMxS4oJjxq+24whiyQeSVqGpFDs+ByNIZrhG6uvkt7jhojq/IDiJl6CFQq
UkmAC7SvMExUgqKaqzQ/Rm3RJYpZdZRHXcsX+34WBDNeVIveysBOnCnyHT5gNaDjKVMWLp1sHKPP
pl9DOtuKj/6weii0UKkPc9FyiGgt5L8e/UIDm4soikejt2b2irnJsr2Y8yy6gTWSEIpLRTzQQm5y
cA/gTO3tkdq8Hw4V3jMK4uo9Yu+Jk7pjd1/HPp6aA9cYIEU8cfFU16p9W8+jouwVoAOz17W9Pflj
qSW6b7IQ3ZtmzfoNoG+0d13UW4Y3Z233i5uy+hkmUX9iiVaqfaViynHFVETo0yz9kGmKmP2RAKFv
SqgsHa+cy8S+TQb1JuWyyooxx6RkO2Nrdx7/xu6DVNOGO0fRKPUFCJ/21mobVe6lxo0tMAp97jyi
rtTwus60+qZA4wN/YYryHnIBAdQ7Lc2LY17g4vDUxtJ/yrhh9x5t0Et+ODbaLuoUnBAVmPe9iBZV
eP0wJuUPTmDpzpFd5WNFBFxdm5iA4ECBM/PdqGFP0+eZPTdtl8jvRtSfXqxnXRA1RdWitnGNxh/h
xXGtsLIoI8i+WBKgk9TuLzBJTu2F2unqhZ1DMbqpKxadLGk19SZbNP2+cIfG9EUbEQM7rF1ybjuq
YgU5wbAP0lTld1WbsxJarUQDXrWd2wZVp9jksNETCH1ztFUbWtYy3AwW/4dXJXQl+ajE9Jh1uvjt
Oov7cTYnLT3kigX2TyEWndtcEX5Xm2G5K1JFJN7Uq+ZpBLcpoNgqTrVnuZWIetNC62+JUjXbW72W
y6MZNlV71c4TvPhwXCnfoIC5j7Ph/J6M1hp34+zWqt8XK6tQd2bxKS9lSoYe03TaTd08g8s358Xy
dCjH7o0DO2wJxqGZpmAiZO42H3BYA16e2Pg0JGzST0oCly4tu4y/KxzYf9phtPQ+AFMVCgLILr56
Q6HRnOpF/Avub2F87iUtKLxq3XREeT2Pl6FLZ+yCUqj83UCx42BaSvPnGqxbBxXocjOorcgFpb/S
w1IvRy79OQfvFvtVTYOTVYucDN4tN04eNmlPVZo5MdcVPSlpYWXyyYViD5ksJQhiNyiDuOPCaM9c
kKlNsO8I+zMUBQc/jK5HwJOojvY+zWvARhVeHWDASpjewjq1lQOM7QKeJNhN7arVihnCrjFScDeU
ePiSTCuNUliFjZU9zIq9kaJbWPt6dOrwkOLdi8yk9U0BCuhS0cbS2OkT7X7c7wU4SliByX1Xt+s7
aE3tq5QJ/Tc2xOEk42m+RYMw3SVpMYcHAQy74cBVK7ewXCIirYxq/IF7jODiWMrqSLpRAVgOTT/i
JmkYj2OcdOGVuyyod2e7sy6bwm5+LSHU2J2O9VfxhkXEReAS8fUZqGR7HRsUprzKgn/m5WQ+fwJF
POCq7vuZUqbiqt1lbqadeQfGxIZiOlUFd3E0KZejLjn4oggQ15gXIbyGBnENftHO8CnFoKbHedHE
Sba2PXp6prF1gtyKha/H3CI9W5rd5A3W2P9YlgqWRWXbBVfJOHGuJTiU8Fo3BHWPgROV6snY6j6v
cSNfFij/N65RT/Guq4imCMzUtu/CWFi3aVIvT0Wn9MLn39X8jvPMepoajs2ey/t6ANLYQfZNbP2E
FTnTGTKWqRdWufGdMl70KRshWnE7T/TRGzn4d0D13Pq+gZmLI5C814wLL3kSLD1g4Xe9KiSxkXxO
AmIzbE0KGkPIOlKzIXMe6MobC1k8gEZiJboLw2r7761Mk9/v18Vf1b5eNClpUW/qo8owhfo4lk9S
Ge8o/9LLMnzLGTmQQnrq97r7+f0BtwXZbfNsUwOvS3DkHek1T3VGD5x+XZncvz/CtouxHWFTcjbL
OlKAcJZP1ES81b+mPE7yzBivam/ra0ONg1QW4QrqwM1rS2qTBo1WPpWH7kIE9oVy+LuEjX83cJ8N
sXlRcunM3pF6+YSOfNcWT7F2TqC28RG8HmLzprAQatB9eAruLKyQpe6RV/+1CdrdcuV+iO4XP754
/7fZtgP+/DbPHmqdHc9aECZu2Q7yfPkUOwNp0BfNQL3oQlTlRR5dlso3XFtnei5vzrdnI26aHno7
d62dMaKFjSgkGK8716zbtrK2z7T+98+eibofazlVpydVUfdCEQcLNnEYXmXdGf3Jqx7WdqRNxTfE
9ZvYw1w+4aY4oAj1Z7tlN8qDoT2CkfZVrdun5a9WO4cx2mS8/numoNCCbLMqiM3NfKfIutQ08son
+xNCjqvia3JVkTXgZRfiE5fpLEiPINk/zTezdy426c0p82zozXdAQX22Et0pn0b3NMgvnN2jqQ0c
40mNbpU8vhDGw/tz9M3149mAm68CYXNpzK1dPhV8cW7/FVO/rwK9fn+Ut3/MZ8NsPoWFRpxdANVi
CdH2H+/vgUEHII3ODPPm9H82ymb649GIjYEyx1Nhk2vAaSRJzrRP3txBno2wmf76LBQk9LyuGpJr
v+NSr618Cl+SpnXOX/XmsvtsrM0HoIiMWCWNsSrHt/fmg/0AyLc488q0V6OQ6Ewjj3muuYSLWZtf
plmqSOiL1J50S073iL7Ap45WhKE9XYI5XrW1TR8daSQZxCyVuc+ZKvuZwqsPBinQrKddIb3CtUTQ
Vsrok2IrUIbWzpk/dOPS5at0gU2Z4k/wOivjmlb3fOUx9KFeGXbhTxSjdKy5FsjMtwm3ismZtZMk
6BvD+V2s1z2vHlKQF3gQSO8Yjc7+oEnXAK1qLuW1O4fLzwxnAD3xyZh6D0VNX1/RobcJDXFcSp6D
QjZ5sbaPvVFfHLy/BqzaUMfmdua7WD+vF22tdWtdVQErzGq1aLx8KLuhE1ms27eTXsIYNyvPOnU/
oi/uB4p6h7i6JSPl3E746hd/cQp6BSsr0qJPNINTUOGkHDEflvBu5sXV9EijczlpZ5VZm/UFHTqw
pAL5UHFKbpOr7INzsO7R7tnciG8IPotgOf8qzuwdby5qz8RomzkdamNn0t7nnDd/Wtxvde0DVHv/
l3tzoX42xGY2zlWXFvQA2WlR1nmK9kFhHir9fdaOPwRV3nI4ufHjnzH/f9Llf5D99ez1v8pTvT/V
w0n5k3d5AXj8v/7zRbbq+s/+O1vVdP8lqHZpMEpQdQL0+b9Zl0L9FxKc1XxEIDgVVn7P/8m6VEnB
NAlO5X90/imQgnyFXTX08f/5Dygt/1q75MAMV5iLCp7tb8Iu14n3v5+7YyNHRmyEZp9/IbvRFuMB
jBgBL0S+mw73EvBlo1d+l5rQL5+9nft//oXPIyxfTs4/wxAVjsRaW2MlzW2PvwiXSqGz7NwofZ1/
MVRWctH21S1uy/JbhJPoG5Rv/QB3Tv3WEB7zV2K4dXgOTS6mE9gQOhyRzTcPMb3tzNKMjqVKXJ6W
OUVQyOnj+8/4+lW6FrQztKYYQgBZre/g2UE0Vm2ax1oUH+GDhT4dKQIxKI/574/yciX551HsNeF5
zXrmf69/xbNRCM6IQndO4qNKr89TqAwScbXQCXIKNXh/qLceCDWWukrgbDh9G/FONjRMa9jqRyD/
w6NL2XkPHgK92N8Pg0Wc7R41BYv/5sfpQTPO0P3joxyLfoexQCXSJevPCDY2jpk/L25FcwIZhMWH
/GuzPiZjV1HRUeMjrJr62BEyRNdNzfdVqP+aOgnYrIM+aAyDs59wbgejXCoufpb793MRp9eK9AHX
t4rhXv6AI0F8oYIc/Rh3gNxipzAB/9v5mVP0uk2//K6Z5WgYMVpyRHG21n8qaZxGDD0+Npn6NMFm
8Vyr/mASpgThXlp/P1PgCzBPWKrQYW1ZMpQdtTZxrfiY0Gy6GMjq9DAeN2fOJm9MfbwGKhYypj5f
8ubNYfodudu16dFYZAjLJG8Cjiq/JpU2+V9OSQGwAP8ksqQ1A3LrjCmyVstp5RTHHh8D+i8mD2XQ
TjuzYrz6kQQTgUs39jSTr2ybfBv2TgEIuWbFWFAxWVGRPVkRsaPk6zgfuNeec/+9+qAZz0EOvBJS
mXvb8WbN6Ka2i5MjUYhZEKdEvimGU+z+9uWhBcaBCoANGiUenpcTvKFx1zh0c49SN7UD8WIjheDM
ODPK6+95JYYw39AYsUma1mZ1qlYdYGuHBVI7UXqtFCpV7EY+JWXl7uM+0u9QIn8wnKb7XY9tdUed
rUTjUJ3Tr71+qSb6RltfPXDr6rVZvhIznysNh99RxGIGKqk8hUpyTjv6xiCsw9x9uf5j6NnawvJO
r4Ym4QNzUbrswrJF9GZbzd9+xhz3n4+yeRQSRcIuN+b42OsZAVq6AOcwAbZ/f368+ozZUtaPi3MH
nBlEoS/nhzvj51a1qjgWii5IjJlAHcbKsKPc55ypE749FE4LhIursnD9759tlmrlTE5lq8VxLjTr
k4GfPPT0Zuq/Zqve/8w+ti4/L5ZcwS7GCoh9f725bvW9S9uRD2HX1RGE0r1EMndopNDJu5h9TR39
vIHB5pTTORzJ66nBsCbvEVsUq8g2fRRStxz7iI6Co0Vot4sk9OigZ3/9ozEKbGfgIiyITPeXb9KJ
y7RG81Ed6e06tT/qxItcNyiGqIL1fRId3p8jb7xLcJF8wjgU0S5vLYDE+ywdt/r6iONKc0gtJDKB
dLGBvoazOLeRvThPszJYR1nDIDnzQ75eljmMcOZWDex63IU3syYimK8ypN0cqx6ReEAgpB152PfT
H3GcGw9EVELUfv95X01UTj4Cfynb2gpPdDavV89IBGqiojtGtFY8yJ9Uf90U0UWomWeM7a/mC0Nx
ANEE29rK09g8HTDn1Lbqqj+auqr/FlOi3dZqh+rsr5+I8w1L1pousIL5X04YNBO0kMp8PC6DNl4D
3C32xdBFhwhczvf3h3r1e3Hy4HbCkY5vfE0XeDlU5WatQNQ0HFsHZULOj3Q1ka7lL47SXwqtd86c
4N74sSAecvviwKpBv1nf8LNVJcJUacZuNxwVnQcCm94H5ZqNQUaMffn+o736DtZHw5ZqczgwWTc3
QzH1Wqlmw3DkNKSdiMFBJReNxY0kdeS2XFqy6SqXyEebxuXx/aEh+fAcLxa0dXCwZnx/+rqPb2aK
WSsih+6k3zUjIt0P0paK2HXOZDofMAwj/1hvp2jkm0Vbbsg+1cVV0WKuQzqLN6rYp01djD7xKd20
I+lOtXraprlT4TkMqYfdoh7hJGqISVUOwApaIzDbNEacb0ToPMxhDL8qVqlwPp4NkV9mBLbrAeLe
qrsoNOw4XtjUTUfRL9FkINQJDazrVqn50KZLMft1WCzf8lJPsnvstdzG9KTurOuSaCqKhJEkQuiT
lgx0rlW0mOYesO+Qnoiwmvq9MeoCgCw3cvcuS83ut9m12riGlCnxDUD7Whz00iUlY8ijuglIgi1I
KGwIFL006N9TkBdD9z0qFtsOULA60Y3jQHjFK2oUaIg7Iy68OKfRd4O8p75RVZl/7Xu7NXYpVwMi
zmczOWikoxknaSBtuyWWsE7uYuRH8y4pF+eh4zz/TSFUL79Y3KyP9501VdHFkk3h8C3Pmky5Qd6f
2gfpYHoBtjdDZv2QTprZoPMFEHG3EDA17cmPtk90awlvi4vSyQ5ViZAtCOXgLJeNXdPEIy65onKd
jngdRmL3+sMo0qTwynZKnX2oK/KTMq4Si1pt0u8t4tiYuDab5MgOJarjG4NB1g2ylORUxyoltkY1
y9jvuUIfFOKe8El0HSLkGtlh6hVZ2P0MJ9362E+SGxnf7/jfnJ3XkttIloafCBHwZi9py4JVJbXc
DaJbBt4jkQCefj+oJ3ZFkEFEzdzMxKhbyUykOeY38ZPameUseWd6P4EButPWBcoYb+OOK/oYRMGY
7yZbqcxnpegteUgnB+zbxms5mPuICNE55QAdUA9B+Nz5B2UIUGhK6ogwASho1e6+ciYQtaXilf+A
NUBWmy4/1nCAF8TBbLGreE2bGBtZ4Kiq/m0gD4p+Tvh/6ndKbLnlMQtUXDqBXlfoVId2JA4TvrzW
wbGSTL0PdEoGh9YCt7x1vRSjzw1ZUjoR9ICKekAoqrXv0w5LOwO9RleY4FhB8e8KSsgAn1Ja3Lt2
kvW4bVO85x7tzMF5qsdIQnwbR61uD56URnyIU2yY9vBiK/nQgq5q281oWEPxiCMD9o61Ys1AjR6g
22PTFln6bGG9qv3AnhfjaIxkk6h6FvCZAee1bg9ulfK2ft8hmRQfrSSolL/tPqf+W6F/1O9KXS2z
Y9/GHniMMLNfKd9EQDsAEWvqzH2gT2Z7EWxkJ6vK5jiJoKvu45R/eTMmbpztp6bDd6jqAKo/eAQD
9s6GU4gLG89UsJcYzb3YYSHxlZJUlU5t03Qpcl+V7n7BADfN+w31nqb4NGm9HfyYtK4Iv+C1rUso
rxmq2btCVfNI3FdTauO7pbiD0f5dZbXVvaWc9vFJqXhWjqmTU3DoKqPrgk0SYSLV7KZIlj/6Ma07
XLoi1BKLgzPEolHZixJH3A10BTX3UVE1pmMbGVb2eW4ApFsLyc6obzd142LB9jjgtXzMRtbrvrHz
kRubIpssP1T4IipYfeGj/CLzxJvu8IIys1fTbixvq9SxpjxwtJAisrOwj+8awDnW1m4iF7vJMZDF
d6yXp+FlbApnJt03gLYxtI4L+RNL1bL/lcaj3r95aRl2fpKYE5kykYxxrBqwPD9zXc1HHFYra5o+
jsUUAExRkT/sH2r02ZvvWTmozYta5kW8U9kEyb6Fw+c95KMwOFi6muEebEBEyeRkjEctEXmOaa6m
w48irLMOQCXD8lcOBF9o24jrOXFBfxPJiq0pB+MpCB3zu0afxPs74FyHe7sFVLW3CxgJmxIrTYnA
fRp3xl0CGXTcpUCZQFtXkaVn2wFDE2BQ7mB/6TNAFE9ceE6wcaMkSneKHqZ+2Q5esyeQdMEHtL33
KY9ylzsaTbwfnocQCT7OyjQ8enkLoGrA/BQozSBda0/okJt3kdZ76qazJogeXoS08abT1QjmQaGa
v4oOJ56NzK1a2wgjLbO9zJL4G68ADnWeZyG1VikieogAoIIorg2aQfqId/0BBTH1ZQAY420hzZjM
VJSK+RElpeh7nct0otfJRfRUa17BzQkALd25shOq31kFVHu3iIt2x7qU6m50B7PaOm1Y/ehkGwDD
ycVUbeDeUsMaFGA1L8WQT80djMZYK7aDUqfdIUAIdjw2weRFT83s+htugPAYEPM6cEr7qHRye5fr
cxfbHcjOtmpjGLQPervBv6CrAcFv8mzw4A0liQYeS2B3DPImt6zXGogM9qRIJL9VHmEZlzk4p1OE
O9iAqpTVmm+icMPmpamzhCMWIyyxSww5xhtugrb0PXgSHPAGFOzOtGq7hlstteAoMQ3XH5wm6pXX
HKxStslrtfrGQ2Ij805NFPSEbL1NEg7YK2eEbt/ooqv5Q53BoAU4hjX3DxGp9RN4oB5DxxjX5unI
/WIl206kaT/bzMai2wZTYBXHodY7e1v2EdystCdq2fZ9qeob7my4Z1zm2FoDEgqiOwUBnugASkUC
PMSsAV2Btu5s9ZEylhw3nkIZ49A4bvJr7PUkvucfjz+EZtt9aptqaAArDfPzE6GPk25dODm44g0l
zPY0ttg1ltnkylth1LW3d/Dlsz7UYdDDHms1Okrb1oZL9TgUWfXDmmOTe7BEToEwapRQFBnCysLU
mWMqj3WpGeOzpg5heaimgjsroNIqjnreJxyLIgHkTiMuzXeNhNZz73VK9Cl28sbcGGXpfIDUGLu4
Pdd1CUsi8H7EsYYLZNvoko/XBZSFm2oK/6ZFXBd3I2FgcciSmQFhhF3SvD+7INCnVDqLcBroZp2H
4EZhVGDjuWukm7JTYuVLnczOEcEYHm6HwVeDfZQaZ2MhtN+tRVUfG6GwNzpHPHtVDt7QwCOhxRQH
8yNtrZJ0dShS7JmaTMV2CQZDd3LoR+DozxMOTER/qvpFDdTpIW7Nwr89q4U6BkvHwtH0oR3jYppE
Nni+gK1u9zIEK4ehe43vO2Fa4k+KnT5AYwmf4dzpxd0wwzc3KRBJ2Alhrv+EJVycavTJXxsiqDVb
hSuJqUsKh6QkCjkUKBc/qVJxmqaWgZqbBBs8BdJ8MPs4WKksXBsF3jviG7Q0UFxffM8pnpRu6hhl
6jOM7GsxHFIqifvb63slJaU1Q5+LDh21hKWYO5ybToy6JZ91SbUkpopxVJsE+LiW1V9E2ybvTkkJ
00GPIqxIQ5CS8vnnlKMXgZ1UJzi8lr5N+FC8C0q9BSZd7d47NTaNSSEIWXdk1ZaKP2PrFOWUmepz
ojZknjjJ6xr0NlpSO6WWTrDNkgEw1O1BL/PgWUaYWhACQIAS9MXeCJ08qHUt9J5NMXgjtFKrjY+o
EqKSNxluUO3bviv6lwyPnfI5m8W1Vn7AOURhPi8U6nFo5OXg4UCL9nyBRaSrtSZi5RnbYvdBOpV2
GnOFRLTVEDBIWhLkXdIGsbky7uV2JQGnC4GSHQU+Z6kKighCQHWlnG27HXcPvRiuZsmzc3t5L0dB
l2BuSmmzdxQglPPZqXowDnbpBs9Bipn9aEJJd+YI4/YoF/cbOiFwMil0zS4htrlAsWU9BRLV651n
UWboiNG62hLq1KjEZPrK+buY0GKoRUlIbbMe7ProPDtSaM+1WrgnykRruJXLUSBpsR1o8NOToi5/
vmxuWOW1WUjvuUoUeJWIG8F/8bqVG+ty2Sj4U4lkC9LB1pcF3h5ymKllTehX0My2IyR+ckGzVvA+
x4Tm0+1vdGVK+CNQF6RLBMBguc+d3tHRzvZmbF+oNqeCrj3GfsI2V57Vi3Hm2hI3FgKbqI6y+c6X
bpp0iLKtxgNOQH2oTUP7VhjRtPLMXZ7a81EW28Cu4zoU+BY+G5D+hFkMIOlj7w5z0OBjkmSSVyaR
K13KizFpSP25gvOf/1EdnOwp9yIlj/wOBummL5S91v5UnFJgEW1NB5QZ1lSfrm0QWlBU5rHeAWQy
r/UfI6YDRPo5gfChjGQC+S6ZPyBZoMd30hr/A/n5PvxP+LN8uURyXHw4ypG0/Tm/VHax8Jx/zB+D
jbpMlDRUIz/OHcy4EDhyiPKHNafQK6sIYGa+JRDhmYVjzodpoyF2tbiP/AKZeD8pq5LkUStOmGLg
rolZ/YghuVzTmr6ykjNMh+ALqC3hwWJUCn1pU44i8p0iKO4bq4j3SQxnoC7R0Lp90C4ihHkdMY8i
ROCjXaj00sHQtKqbIsj9LSQgRU2fR7SK4w0GvIir6WW8AkG79uEIe/CVRm+Dd3QR+DghTg9WqUf+
kBvOl9C1tK+pZ5b729O6Ogptc9R+gFVqS9kpFcfsaoC27MPqq1v4hZUdnLxxUqP3XiCs31yDhwMw
u3At5Td62+xhTnWxX1tGfa/jaro3xqRZOczXNgQPI/5GZBr4vy0WreraSAFZF/sAiMI7D0wIbM6k
eHYyhARvr9y1DTF7THF9EGrQCDrf8RnEMPI0GfuW2rx1mUceWKQIKJjiK732L7cHuzov9h1Yz9+y
OYuXKykjp3GtMfaLNjNPaijr71M7NECU9bVuybUdQdzGfY/KC+Hw/FP+uDCKrMhKo8tILzQjpIrS
9EH7SfGcqP94e05XByJ9ogXLtUG/5HygzIzjwoDL6QdB0VF+xH3xkwFPvNu/f5wZuMFjTELoXpgK
k/abhZIkPsqJ4rMz2gOmJVOVvdO0jWsIzBrxGMeI/wIPeD6fqYaSPQk2BPICYhdGGgJrjht9eO9s
aHXPErDo2MxfaTFK20Uj5ZI69d1mGJ6yulefcjvNVtBXl/uN8BQ0EvpMuB9gZHM+F9o3qtdQPPHb
MEu+TnFfHyxRAkbKIMeuHKS1seZc4o8Nl7iZC6l7Sv0+1qdX4IgImrcqlvEQf1euh8sth449hWeQ
HyoIg9+8jT+GEvQrghAWoN/lRvApUwINU+vYeW9yByB+rgqQFvMgXiQ/uV0ZZhPnid+ncevsNVt6
4q0BCNVvvXRyjZV48+qk+FSgQi2gDMuoVg200LGEwZ0nJQVq6tdopYk10ej55jxrLmLVPtsRco5m
sNBveaU/lk6f8wtLcC0EqLNQmwR1UBM9W/1do7rlk3Bl8oSio+Ij0TO0MJlzN1h5gq9sFGSdwEMh
G00c6i02itUmdWmOdeI7LU0/KohTEG9FmZSftRB1vt3tgzb/bRcTxiJqzrJ4TtRFLGqGJrxHpUl8
WPXtgaIcRRUbtrpppsmDnYjuMSxa/a7xqDDdHvnKB3XhV5JC8h7P/zk/EMgxxF6WR4mfjFm2Q5Ij
3gupjyu79NooEB2AQQF/sS8gG5Y70A6pu8SPgct9ttUErir/Z7xmznf5TqJjR51jXkaS8uXGCai8
B9bAOiqGnD7YnVl9SNDQ2toBMWJFB8t7/32CcB5BL51wMKrm4obMnVFOIf4bftWC1RxdpT9kLSL5
HfXJlct4/hLLPQJqjpySdA/jvEW4URRw2RIziP00bMWBMxECO3yuel39hEBJv0umfq3AcO0Q/P5g
vAHo1y+fZ0k/MYtRm/GtXjMPOXHvg6MMCiIqTrtyW147AVRPZpU+bl0sR873YRN3JGMD9xhi19kH
O0I4vO6U/EF2hbrrNSuxNk1QeQ9t6vT720fg6ixnVhFTpTq/lI4eaOyZ2Fck/qDZ7TfD6xLA5i0m
Y7RHg26tGnd1i+IUCjuI+4Ub7nyiUZTXo8sYvisQ1Asqo9pFE9JrRa8Vj3hamF9vz+7qtvljvMW2
yXEkTFXaMH4uEfhNnOxnKJR0kw9J8kDrPX/S0ixfSa2vrSjuQgDP0O2b7XbP52gUWSQ9WNU+0oXj
Y5BErtz0kSi+BhEklZW7c8HWI6DjkfhztMXWoQtCfz7RE19r2srcDbhzboAvBC+JSIZjkRQRqAj6
kmPnCrQYHaP4DONgLbJYMHb/8zMgS/w2vEKgf5EfenirezJ2eImlpDxWoBr2o04Rd5/Vvmkg9mWI
60FhA3ugCV/K18bSgxcRV+FdXhnJ/dBgthzZhVWtXPHXdgA2XKBDiUJ0cyl27bqttINERV1NE9E+
LRPZHgotpV9J3VSkR1k4//DYVys55dVNgLQnOCjSCDRlzzcBpdAgEAIoj7BafyoL49OUBOq+zmxl
5e649rqQKRNlzchsQHnnI9Wu0gRux91hDDMHLiiSnT326uH2Qbp2Q5GKAzz5HZosYbZdiYpnK8bE
LynU+yrCBR8QMG2fdMRZ3ian85CaN7s7DfnaFVTe1ZXEjYhv55Kge4uVNJtUrdpCS/zUS62910I6
D/XeeJidd1b2yvxXLR8ZCtjoMkFaxJJgsZQ8YCImDE/9aWh+5h5btWvr6WdbG/pXKhXjMYrc8Wvp
lvlPUBvtCqzs6hkyCH9gHYEBtvR5K/8R+GVqWPMnQeo35ARHRUHU/wFVTKx19KFqPqRV3H12cqxb
NrXUfgy59XUsevNQucL4gEcp+JXIktPX9394CAyWZ+v0hTCeOf9R6Tg2dDIJkdTSoNTTaNp0CCoM
1HQ59hQWsuIbTe72TUE+Y2VBru05WCCYsav4jqGkdD60NNLeK1Xab04ZSGcbJegEb5BIAXLV5Kos
dgoQ6mGjqalT7pDo8cTK0ZoHuNgPHh5rBmQw0MuLracYQUQy0Ca+PqXaqQYc9hfUlORZG5Rw16qR
dfSi3ngfbf/fqxT4N7QHCh7zmT6ftldjoKBaVeJnWHCFG6s0keMEWqKceup690ahrTHZrx0xk8oX
uRRhP3Zc5yOGYzSkACwSvzFwitjKXJTeLhtQAto4cYbIx+0tdW1ZTVyW4KpQmSXyOB+unwI1dzOP
JytqXMaR9T9tGoI89KI4OqDX4/2KyLQ+3R71WugB2H3WtqKKaeuLFwqihUAyjYdAoNvabaYwQ/NF
BwJ0nLl14mAIrf3r9pDX1pXMFBEskiKEvRbrOnRJOSaQB30xGMXJicJh3FVN2Eegl8309b8YDKMR
oL40sEnbzlc1Dt2pG4uO5N5qsk+WoBt5KIc4+weVCSSPbw922SUn7GAwLC5tSHu4PJ2PNnhFW3su
q9mW5DFKksotWmbhHoDQtLU1BGUzU3uNVbyXnUSP0L53KFaHrVNuFDxE/ouLm44JLwS4T4oNix01
dx0w3cxToEAi/RrkXeenZUQXjXjH9Y10qE8YigT2BkW66slyKVmu/IJL0s28INxVgIF5qbjDzxcE
t46mttC68Ju0Nbee1qrD09RbI8q18XRCe1iJtwDnXjqtM5+U2NGQstNm8UCJitvtj3Pt3gSRQdWa
lIyO4nwS/nhH+jCJatRUUz8xI/dAH6Kcafdh/SgqdzwIEXnfzSHPnquytNf2xfzdl1fmTCg1aGTi
grmMA9tGjGGGFrFf5HTDN9xa5pcOAbwvSmclzdYeWySDehG5m0lWHTLNRT0gU1pDwl2JWK7dMmRT
VDEgD7BRF3sikXmWppNIfU2MAJTjhmr4FmVyEFHTSH3y0KVh8EtRMnVaif2ujQwNGYtRns3LMmjH
vAqF+8xHP05zNmFVqNFeIOD0hgyZiksC+MmtQHt5rbd77b6BjDo3aGaThKVnkzl45WhKhZfDKrMn
bajl1lSL+q3XY2cl77g2R+h/bLHZt+DCjQtZbVQyUQ30Yccah2BAEpOiln0PzkB5bPPoU1L06sq6
Xp/e/4+5CM9aywXYXBWpr1IZe5Rj+Aa0rXjEbzi/v32Crr0VVC3psDl0HOBtnp+gEpByrQJ+84Oy
xrlX6uk4HWt8QZFk1nET3kihNCvRztUxZ3NKCjgASJYXSOAZMFrGKvVlATpsY3YThhOccMg2qeHt
y95Ze/av3RMElHNw5bJjljValHhFnRp66g+xpe4DnJXirV4E9Z2up/ajdGKE3VpeyZ3iNWutgqv7
h4iKssocbRvzn/9xR0UIDIa9zv5RwuahVAPfTgZAZLZ4VeKg3Y35Wp3jaqKM1MD/jbi4oAsPEyt3
SFK/0GEAmIReu7aqgz0AlubBaTtUUp3ia45G71Hv+ukYo1G7ciVdS9WQqaRhAZQLyPYilqZmq7Vg
hVNfzwvrGHtqtXHtoF8pN179rLiVE+b8S748X9oMU8epxl3RjwonPVjU9rFgsN1dqPTRUw9E5tB3
4yyEMcIeuH1urp7QP4ZefFUb8Syk+jSaGfSylI2HycVftRsD/VWdmQZxe7SryzkT1udDQ7tz8UXD
uO0bs80yf1SQ8d/gZ05kVdUSj+vbA12bFrht4GoePVVMg85XFFlW+gHxnJi5lVZuEtsaugPhbU5B
oVFh9fwXwxGNz/wwm+L04vap9ArN79Blp9p0HDZxkdWfgfG3vxQ7ENl/sSfJ7eZG2typMRZhYzYk
kVJMCledyKpdC+NoO5VDtLInr66gy+3Grqd9suRXw21qy9CLM7+jp4F/MVLw+tEoou6DbB23Xfle
165SQkFI1GAmccNbBKdKS0/PE03mY0qSfuhMXA4aHGq/oOhhutuWEsJalWkxIm8cLWMXSxfaNjOO
a7FDatupVNT0TT+ZQIRbqJm/aJGYniPZah+g1Mi721tk/ip/hFnzeCQWRJlwT3nnl+WlDiBSPE22
5Qtbae50JUjte6u0sICyRiPFTjQGTC9rh2qT2emgkVGyq9eI5ovz9++PmJGc9G5olC5zAIx5gxzN
YMvHWEBuaD5nDxMWXu979edRyNowxIZIAhV0SQDN22pye5cXQkZa+SBHJ90h4W3v0LVdw/4udum/
Q1k8hzNWCDWUxcGzqwLBdc0NfMvrzPHQgfjKtyF0gGlrCpLilXN+uX4zcoINajvsU2w2z68Vx6id
HIay4w8eeT76Btg/xXF1vL1VLrcmLzxef1RRSAku6oOV7oViREzBx7W6Pjluo393RqO5rySAUC8v
1G+3x7tcREgsFDxR6WYh+XDns8p6xZg64Xp+NLpptQnaBgljb8hebd6elYN+eQygmVIyI+sDagjo
6nysRrcyqDdt4Bcxpg2bTkGLW6maaq+2pgWFB6aWvU8QgEHHWYnQrU8cc1pZ3yvz1Wkizu3gmTxs
L16hpLJc8MxsmpLC912pCbGL89Ld9wgirqT4v1sH58ceLAKQG54icFjkrufztY3MokQq01MTaHW3
iaCxVceED2+cUihCzd6OWwPLlMSkcdxkWdwd1KZpzGPVj6Ny51VRZu5sK2zbnSJnzk5iRMn4V5ep
RXNQklgiAlB0dvrYTEbT79zYs341bY3UWUkTDIOTKcv7fmPXFZW4KPUM8akZQdgdgLhkzS4RmcDL
KkvwaWpHTpO5SfEwyktA8kXwMTXNQN6paelinsGFomwkPafjCHEu2Lawh4xjanbDScs7W74Gno1Z
RiI8Uz5pUqmbZ3xgmmbXelUVb4YiNo37QrfKBOaP2eWbMcjM/DPcwHE6NGYTDNsxmYb8o3Ca0Dw2
IX4e+0Tv2mlHdx3CipvZw9+2Vxbo0hsciH2cI0i3qxJXkXs3DwcsEtzJqF8RvO5h6zW2pdxRWgnQ
zdM0GR5YV9XcT6k1WK+iiGWNC8w4Su+AcUXbfI4gwbmIPreyN1C2q+vOPDWKrEFbqlr/V9LDyf42
6ELkLwp+FDF5YpgGH4caUAvc4GCIggfXiAvxEgy6Or55RtmOzxYXVHg/yUabTRPINI+K0yOq1KHh
br/2+eSWK0/N5S31HzQqjUl835egnt6JSSFKozpFVMb3LcifTaWH7f72rXE5ChbZlJJIRcCSW0uJ
iNxqcxyjMnmCKSReq9zs90mkr3nyzs/w4vyAzPfozMGMoQm9uOADw2xRpZ8veDvTd+A5yo+NSgli
XwgFcIHZFp61c8qk//Le2YH6Y+1oKrA3jGVtTrOnuAHtkZyUOpFwEUdpbiK3tovd7XEu73qayOSs
1OlxdiXHOL8f6jI1VcGrdZJpxyHrSz37leHY+4ndL6Jdk2m4MN0ecv4rz5eUIZkR06PsQMB1PqQR
6eCtayM9KelU6qA36iDbFxU2kU+Tmk3uu3cjUlXExWySWa1nqd4Ul44Oa7zEmpAa3j7rR+0QzD4X
tyd1uY6wlAnAaVPr/I+lH2IxyHCKBxH4qWF2x8qsorcS+6g7xFnCPaQYR6wMeLn9GZAPBpqC8iUx
//kq6mZiYlEwBrjtqfrRS2jiAYl5J26O+IatAWkCIsyMFFlCy/ORpoltx8nJk6Z5MqbIxrMsXFNm
uLJ4tEx4/Smzz+5n+vlcYFS1oEHz9KQFwvgm63r6FBm0po3KzQ+KWhUrhZP50TvfgdTXgWSxL0jP
qJycj1cM2jSkWY+Ln8ysR23Ipn4X0BT6jDdr9MBM1Wcuhf5nO2jDSr57bWhqy/NeARIGXOp86DQL
c4iKZn0qNLXt76oio6rgth12Tv1oODgUJWXQPUhtmLzjJOx2pTd6uW3ISRH4ABaD7bd3gYwN9Qne
mC1Ppl6MDxT8UGUHoH53+zRcG4UKP2dBnwdZplPYAYyjbWXDKZ3iaFvnSvxzqCrMsG4Pc3mTAOnk
KiFk5AhQsz1fzEJXStwF+uGEI/xjFCjONu0QIeic0l4JG39zNc63zMzmARdC6gJJZantiENVbTRG
Mp4A3k7IIAxh9FbbIyRXJ5t0/Ll1ObkvePE16p74w6pfhtTu8EAvE0X+HeIgIHY1avsh1g5CcfdW
4MgnS4aKhWMDHfF337GQyihhIzw7ixsuC/qKk4UaUc94IgAaj+g7qHeD1okT5ivTu18QYMLEl5wl
drW6TNRDQ+3F1CjjiYi2bzZt0th3RST7H6Xom4+KLZv28O7PzvHTSO/gkvKGLLIgHOobmVrJdOpT
0T/oLf52I4CXnTs5a57MVzYynsxzpK7jtAtv7HyHBU2qhCY27Cd1VLW7LpyibZhma4JQl0EGAQZX
LOV/G1zcEpDhxKoxKeGQn0Tdizs9MatP0sJJS6nrFNluTA4zId6JMeRqp4DD3Kgbm+iJLl/+uSwe
Dl7HoNVg7au4yLe6SX/l9rf6HSAtDg43jg7/yeIevwhkwqYXiYJZ2SmuKCd42YSAQwOBXqpG+mKi
xf5NRIOVbzx6HMegkQ+DaspvZhJmD8gmtI+9VTb7sJS1b5v5O9Gc7NaZBTmDwsFaOpATzj8v9aVR
x61KO/V5QZEA0xV0Gxx9pTdwsYkot0B2BNSDKiwiiIvnTcOSp5EhtDmc/tQNcoHa3g1Hd+XIL8SY
6ZqgeTVHqbBS6OXyTc8nk5DzlqneCT+bdeY3nkng+jPpatE+hZNVq8+FIKW9C2U3DrO0tlsdMwUF
sIc6LEIdp6Yk6faQZ6ZhM9iyp3wyjfka9/PiyuZHWr8tzhH548JYHChbG0A5obTi64pew603kn0/
Cx8pevpODvTv9ZhrMlSXqVbCmFish5xIwFQpfNChDZak2EcZuAauXH+XH3c+sowwD0I8Nv/5H22J
rI0qqCZ17w8o22xrT4+OujWsCblfjsKNB1iO2BI5cS6z81FUM221Bon0mVeuPZS4ue5Ugb/m7cN6
EYeZ8ygQ2akTAtFdtmLrPMZCzW4YhRwHUR3rH2FMd/ipzea74Rpq/XIrUMQysB6ZazHUOxbHwpIJ
yWdmaD4iGtDmjTRPjxbKbUjVZMbn2zO7OpYJ6tgAnENvd3E2yqDF0S3tNF8pZoOQBvudUuHdQGd1
raV67VORSs2EE2q7FHfPPxWgwUxoU6/5sgtt1ArDYBdP9Zr/+sWTwacCpOCAdpqLnUudtgm78U6f
WDyAdeVOimKkPiOUD52BskRjlNVBs+N6pSZ/dWpUbtHNhPV9kQwPthu1lA41fxrH9oBwRHMfpWKt
RHd1FEIKbe6bENwt9oUm8G6OSlPzI8POt6It6kdDhGvdveujoLQLgJoE2150MWzMgRFbszTAPZ21
DRIEBRSlfSezjjuIzwS2hlsI5T7oOuebIbXwfvNGl33XYFqBJS6G5UjlrMTBVzcDUEedNiEZ9RJ1
lo9pYfckGz5QmmmLbffJVmffMOMjZM/ZYv19eOX/zOr/xluW8SM1sQAJ8IWSqvtWhPR7hRdWO6sQ
a6CBi3LtvH6AvxFkIDG8wCe0blMKc1Q035AgknvdvYvD4s6JvHpj1NNf+Ft8w2rqlaZXt7Km124M
VhPjBsoHDkn2+Zdrs8bqkpj9YTpWcNRFP+I67xV3GSnje+NZJjlD+GcWK7TjZY0p7dgW08QmieBX
b2ELuQgRGlQjJbo5t+/Ba7ueCxesD88IEcniHlQpOLd5nehgmz2gmd7sl5lh6Xl7lKtrR2Y9A+fI
5pfQ33gwhTU2te43AUILYBF+Bskgdm6YxivzWaLK2IqIxFLYhuCBXAdNi/PPZAulrWaPSb/AxGOL
KVlzh7KPvs1KpzhKenqwnKPhWfRaf6iwiDpQ76zusMqVlEEdfaWwcLm8hGHEkTMBcI4H5oX5IxjI
cduxzMmc/MHCpq6Yiacl+kArk742igdubAYJ2sTw83Xwxyj0fpqw8gLdL1jWXdj136yhHlY25eUg
XIvsR5RwaSCADjofJOtRSewHAyM+pVIOWtgDBnM7c2WnXEQcoI6glwKzp3dNK3mxYAG2vlrkRY4f
15iSu9Yz1BUPd+KxRElmbbNcTGkWG/EMiCSEG5y4xZXvDZGW9Elr+ch2mzuZm/T+cyPZ3d7810bR
iQM5yXR3+EbnCxeMosdtprd8q0Ee0tZ772CmyLb9F6NQtEVfBKMJe0k1dd2mqxAopJNqABMMBsWA
5hcGH949CkCf348kBDEaZudzqRB1NydUsPwQif8dbDht33cYh94e5eK6oCU3y7JQYURd/yKEHkav
azHCdn0ta7sPdUbXKDbS7rstcIh+/1AQbZBD4fPQO1gEZ26MNXnDD/Fz0RcbbHH7IwLFwTb2kua9
XWhmNWtJAwMnJiL7PV87yqZZXuU5nUYljTD3TMVmVG1Q4Dn2rbdndWXLgfogiKYYbLHtFkPFZdmh
n0NTM1RBvYsAKRDN7cb3vvrzhBw6LYwESHGpKdVE1PtiI2ZCnvk1hhtzbwjvB45Ow3urhxSDwQhC
oeaRot+9mE7R6aMRh3l4MhQNKfNK/16W6fvM9LimCSh4/3g+QHyifrAYRNRhTN1Co+YsizfQpNFf
ipM2b+/8MBwQ6lPoQ0NExJ97MQidHRH36VScepUmTtPqys7RFbm9Pcq/ShBnRRaSGnoOpKGUJqmI
LW42tSAs1G3h+rJBrnKHpGf4UoM7HLaCth+SGIVeOicWpM520ZjK8FM8loP76oD51R9Cmibycxar
abEfixp/Y5tIGKktYJyY7qZ98FmTssJs1UDsa1NqSm9t9KS3jfvZo7gB24iiMtpDdjtAgDEirzgC
ZMeaOPfGMduUrhoqOx1ZrQGpN4L7Q9BlrY19aiLNfYn5inHIPdnVB0DQMj+GoF2HB9G7dn30cCU4
xCpOaeOGTtGgv415OckvOKPSK7brwX0IMVOt72pkFKN7iUTnr4zr5CexuKEdJpQywyeviMz4oHpp
L7rNYKK+t5MV0Jy3YSAFeQ1SM4qOo4QP99gr8dg86dK1pqNHgRnYP8rbCBq2gfdt1oQMoaT1qFnS
PxiLTVwWOezLyo5RrDZ1JChbryieiEqG5lCbyfSGkq3zNdVkhvlXnWEsN0yK+c01qYPsXbRC9Q82
gsndXQzBQd+6GkL+WLBje+6hcVPZ+t4GjFH9aHORvgJ60bRnpyGKPBSdBfUBjeioOyUamqkPY1NJ
eRzaDOvEFD/u+i4g0e23Qawq/Sva5P1XhYI1sB+edStDiVMJzJ9UUkN1a09DNv4CeOegeKaOcbct
hrzCvctOAudtIlr0DnVvVv22yPupP+IXaiV3ne3AWNjk5SiVZ153EezNxgxfSpYo/sdzZJDuETYT
0aF2U+NLZBWmsQWMnFV7T6a584qgZaY8FH0QvcEK9rJtZWOYvC88ta53vZNIlY0hen0nhwgxa8Qt
hfmIwGSqPeQyGGNy3tFLXroyTMc7sylSJEWiSgFR0Dq1u83xGBi34BaS6Be6lp2Lj3aTfw/Ctniz
Q1BkG4uwsd1WoUzeEMYe1I/ZJIznEQlpmCzsNM17SCf419uxsJQSJeqonO67Ts27nd1S63m1JjNL
dl1kKvFJMzMlOSakyeERwIsd7SeldPX9GHUCgMn8GT7XldbqB2odurVVk0RWh6FMKvUI3EX8L2dn
tuO20W3hJyLAebglKXW37aY8xHby3xBx4nCeZz79+aoDHJiUIEJBLpwgSLaqWLVrD2uvpXpKZsWN
S+/emRHrHtG7j5N8/Z+gVYUPy6q5TzBjh3ruJ3Gx/m9Uwqn3O+AdQnKthejS1hoFDWlG/IwTJKCy
+VNRmkL2Yq1VM6AmjvoREuTE/KjIVVdlbibp3e8Z91bxTCOL1HM65kp/rjpd/uu+k7p65BkWFvOt
vLlg3uhObJ9DZZKnKZeq9hJRwjr3Tp08G4mkfmuhBT9I3a6eQzExD0YZEBNhMvnjzlRfGDEK6u3F
qHvzOR6nAllDRTuIWq5CV2FF9LhgAsDt7jtp0KLAiSoP7aUhD3rH6Gbr6SpZzsj+xX3y9/3tu14T
oCVqmOwc8TgR33ZNjeTAiT2lw8WpYEINW7Ny5UhuTvetXNeQRXUHIDOz1tQrqF5szbTGCI03n+qy
SEU5uQqaWIvb1JGCDKzgI3YzmElQnIbwufhbcRa1YHpFCoERZVPVfYAFu5rPedMjq5hZuQFPVwof
3qNlKGAfdKV1ojgQqJRDtz9yYLiPRszYXzJntA2/mCb5vTE784NTZ4QIyEnSH+ANt6hZ75NltdPm
pTZTjelKdK/rLIadcBzn9CsdHP00g4M6R+ZQRgcHS6Ss28ecTiM8GkKKhPhxT26RQ3gZQuJtBY01
hi+W9SNVpuaJSajwT15ooBJxD11zi4zlo/cGZCYklKAKLMaR+Jvtvkay1kZrbZpBWSvzk55phZ/a
+pf7R+x6dcTDlATekiMharE10mor/HFqbgVQTUpnU9K19yldUN+obf2cZ+r7PNEiyOYn7eGokkic
pBzwN/EMEebWsDbAzSprvRNMUAq7EVi3950sVQdR/5VXYO7YJMckzySjZeBta4Xsr2kmU3KCdgjT
T7DTp2dFr6XvfQwACuqy9ev97bx2q1xYyug8JwI5sVduUmouWRw60wXvCw9k0qZ+SvzoxjDPH5zL
G6ZI8OguEf3jh/Zt1yhi3+JZHi6FsYyCQyn7Ci+q9r6upOHght80RYUZ1CIdQ8aAtrsoxc3iTLE+
XNokmi2P60ZJx4iigQBLbhvzfH8T93PUvBTU0WnOMfelkHzo4vf8UlFZ6ryX1cWaLkxYFQXyVmgo
eejkGDLoiMpYvW7gP3spjdZSUbob5earrTO4ALoRDVTfLpQkemYsjI4JUgnJUS1GeN2NRxDTHzad
M1rsusDcb3+ePUl9by72eLEkJfG0KSXYo432IVEdWk5G0wUjo7ePegOOL7B7GUw8LUX631ujaC3r
1kLj9YKbGmLXgFfzo9AOOtj7608t3jVOFGkYQJN9Rg5hVitnxTpf1IGWsKdJ1Xqxpc5JfERv9KOh
yxvWkLsjt4SsmFdkXy5cimRVqJ2tlzmcl+cECYKzFCbJh1qNf9w/U9ffjL0DRosYKBNEiE5st8+p
kDwslnC+8HJLn5awQ7+Bmrnql4WtFWe9ThCgyLOpjQ+ywRuGabZTReYZF6O9Oy+OvhKQE5CqF8oP
tU9JXXJjRZr8QXaqi9I0+fMkguD7q71ye5DEiaCLYrl4Q6yd27PWtk+qMVouJeoMn5Nxjd4jNuM8
91UyfuiKLJMOTueND0lxkqxWzNjohAPb7VWQhCGdKjHI5r9GVlo+Q7qQfg3DPnm6v7br0Itngzol
H5JaPwQtW1NmGSraahXLpZPt+L2aZqhLFIl58Dzd2kHeJXhHhGjVVamt0rVIIaVZLnoYL98gC+/8
SDHyJ3lIQ3+AkPoACHZjAw0VjTOuLS1RqhTbVfWr2SlxWsoXJXdMJC/qQQj9IfjdztLBm3hjAzEF
WR3PIVGUJf79L941HPuxSrpGvmjRFJ6axtafde1Q9uuGFQGop59HzxBfuVuQVuR5XA6JcjGmXn/J
JqitKYA8qM7JS8H/GvEoHl3SGfqG27VMZdfRnm6VC6wO/SnL+9ld4ej27x+5N37FrcfHDNVduD1w
/DQPd2asJJJsK5QvqAMtmg/tEeC5impFB9h4ln9Isw2kvQeU/Glp48Y5A/3vIrgu7FpynpdWVjNP
DZ3522LNywrzBvQ6p1K2BsODN22yL61ayrknm0Cm32Vh2/5lhYnZv6uaZLS/UjCrZa9WEjqVmhHH
6XlBLOLBGbm3rQRPR7ApCtjUY7dr7Nuyz8eyUS56kVgBuU0PQX6dCFSiony/v6E3bpdw+1xh8kJK
YbvDMbcFTiSVlUteydboKgagWbdXau0jheK2O7V5qpoPH3veRBrLlJAEreG+S2r3phrPczlB/Jyp
T6qdgGNa9e7gqIhfvj0pVLPhEGYbGeRgYG67i5mqjGXWm+vFMavxR25045mDq30uV4pBy9ya3/W+
bF+URdYPoKzXHoT8CCApiTYUa/iRreUh1IAMxZzRIlTqD3CuKt+GDMDutFD5u//5xFHYL1Kg70l9
CUToeW1N8eD0aM1gCmmM6VXjqLxL1MF6uW/l+uUkIhC4SQJOkss9b5DVL+E6zLV2oVra+qUxGedi
Lm20V9voS5aY+d9Ob4Tn+0avlwZNDhQQYFhhKGWUYbu01IR3vypV7UIXxvHQhUm+2U5sPBxQCyQU
XwkJMtroe+7dpU71pQpL/ZLLdvJhHnWuuj2Zr2ZjHWF/r48FZRdApzhJgmr+frugYrYcxO5W/eLI
8Y92hcJdHurlPMXdUT/vhpcU5H6IlvAXQJt97BibVGX1RjMuoNczqIZA+pXpKUuhen1R9BLqtESf
aqaPJDVR3pnxunZ+YzbVRXYauz2pyVwv35Nkdhx3GXXR4Zp1OX2OrDH52CxZtPhLKzV/W3jj5JMF
TiR6VnNZKxBWkpOYESXk4HxlKBLHBbPShIw/5d1yFOqIDdsefi44c3iU9TkDFJu2GzqsWhkivapd
2i75p+obzbN0VLhCBoDUpPtzGeOXJWuflkj68fDRFKB8UllCEgEI2xo24YFGXGpRL5pTmR9WXZL+
zI1WObgAex4U3gExCsojwKA9dvblujEZ9Xa1W+PCSJTtUTQ3ghzlFj9K+/6TYnXdRY71/GmB5Nab
l6n+aIRT4ldmLx14meuTS/QKMgJXDcAJt71dL0ncAN9mY1+szEKRKpckr52bipL3mp0e3Vox+Scu
Iw+gYP3bmurNKipCemkXXbLRmCvLgVYC/YT7Vm4sCEgxOSMFLEuAQrdWFkRfa8nODUIiCseFkURP
I/LYvhNzdu6bun6GUC9BTYRGAK7zqh8tMTLkDHVnXKBhkvwlGvqvppKNXgQ19uAqdsxE4KwsqT9r
ef0o6gJ88RuHNO6GHH7fykMFrE5kFdsp5KwIYWk5yY6aPH46AHQYIPoow4I83yXh1pg7zdSNxiVZ
6+Ep6ozyQ0widlbH6igX2D1EgqER7KDgZEeEBh6znamwVEqyxzUPDEuy4H8q6qfR6ZFNyxFe9Kp4
0T82Ybc83/+Eu9Pyr1VSHVw25b+rmJOnLbe1EiIefdWYzqaKlp8N3sPMJR9XP903tr/1/1oTau3E
YzR79d3ZhM0jNFsVZsA2L1ElHc3uXaLn+UuzlMuTGbXquVfD4kOKSFbtGq3c+LQqrN9pbpUHb6Pw
n7/4139/icDCA/CHAmNfsjO7UMph18iDdNTn+mVoQ8TPwkKuVcTqV+03wqfuf/dXf+sDM78gsiGB
stmjoIl8oZxYJ/h+6Dn+YEQMRdY2kU+FPGoX+qThGXlH4tT7VnehxttCRbwNcA/0EE2YrTugpetU
wyzzgct1kfw2tnqmbifVPvJu+3ramyUqR7hQ2tLMFuxqEAhiWVJVtkUwt4uenZSWuVPPVKv869pX
UKkhWJk+p2PjpaORnqCUKfy4iRBrlib7Ncy75tksZ+nj/eXf+s6CUdkQlVkxDbhd/to6YQO7WhFw
zZVT34xJ7kpKRWl9suUXgPX1H/cN3iKQceA6YoaTwgG3WXyQXxJfle4cEGc4LGDHYeC27B1vrdXl
hXMxvUczVPYyyMEHBF4R8KMWXf4mS1l5sOxbZw04N1V36r60d3ZPDdzDEN07XGsoN9ffkmb905by
5VnSR+tLbSTmmeN2JN8uTtL+SoHdEKUg1kLetV04w3W6xARLHtiFtnweItlc39dQu7aeA9+c32r5
9wwc7IJc0RAtLgGYtn67v/m3vjYQEmb1eJWYy9z50HpCNtWYudW8Oq3p1lOp02SAOuyn1ZZj/95Z
B6N6rPT2duzBcgJRs2hwEK1tl922WmxmupkHnZSPX9V0lV4KOdVfrWWsfUbmpeeYEaPz/YXe+r5A
wMHQQ64niptbo/MMf0fbR0Vg8RKdkCeWnmjgo3mXy82zos79H1Mm9QeHat8ofFuqaONQcqGOig/b
WpXyPsx7ySgCLU2q72SnCdqW1vStXavpSdaixrOT5YTK6OpKOlEyY/O1B91v/aKsfXwC16s/VTXS
1Pc346bnodhE8kb5k6LC7hOE0HHgs9GSLW3UTkepd3wEJqbEs6l7eBJgmNdQm0x3TJbI19UOgmw6
nMB0QGo2CymEHKcH7+qtk0hVihiMIpjo6G23akmXelLjpgigILcml+RLMdmdQUhsJ3LLKwOSRDnY
iFs3UFDSCqY1/twDz5W+ikMGV9DUXWrlbADGfXGQU3hBs6k5zwZ88o4tmd5YzKEAFkzL0QG5dSyh
lhBZO+EEhbntqvNkissSRnLGtkDQMKEAh7M7ahqKpwB0AdcssfHK4fKasB7caAKoYSIt7uJUWq+V
suZd2rXLPwxawn83t3b1d9hH1Lxkdcr/vn9oxFndeituHdUTmj8CobB/jeMybvU0ROyEAZuJvg9z
Il+1vNWPuASuAyyRX2hiBh04O3diuyVZOhuqIniXe5gdPiz8o8EjWA/VOyWnDPXz4VUxFIvSmTh2
GNsdu2YdHJRVTWRpch3YYRNXzfqkR0kzPRxWsG8w7UMWI4LHPae/VpeFXiYwptsZAnRaWBU+Qp9H
s767BAOHw2tCO4UTTaeOCaXt5kmq1rFaqOcgR68SpEHs2vaRGEgGFyqX+FshlUUOKAchA7cRUK8/
72/n9YXCPh04TjP3hpLX1j4QEAPZkCQLUOGwPjqILK+nUh3l6Pdaamt4KsEP/dVJVsLT0vddd5qk
ajmanru+VOJJFd0BKhqUWMSP/CWgaGLACok0ZYGVLPkpZ8J4cjvUPzJujLKghtHYXJYmV/+4v/hr
F8aDBjE9W49pju/WrhUlUUWoAuUXIKPQs0DRRqe5s4vlySgw78dgw45k7W4tFsfBgSJXJkHYveAl
GVatznzxVs/Xv6GKXD2IS8YnPdeaD5C2Jb83zugcfOYbKwVTTfOeegsVrH2rVZIisx4GCDFNfXLg
ABWzQ4wVlIuDRrGToNpMBc27v7s3/IKIR4kUaT5Tyt0drTTO4yJbod+D/iJr/KEYrew5b7RGc+1C
Gn67b+3WCnWqSG8sp2Iid/stG5jiqtAuSC7NSfPRqqcSvtqz9BUWgimAibU/KmDdWB+VHZE6UxAX
wh9bixUQdpN5hTxQ1F42X9ZebqZTzwhd/U0xuvbh5xY4r0B4g1CGinNfxV31lOETVSsDLV8rX0bv
MxiLFiVtaA6fdBhsvz68n2CRZPIJOEbE+Md2dctsZ6Vt52UQpmb+vPaa5haOuvwszQ68a98uqDnf
t3jjYsCpIBizINgB1rF3hTlzDMk6lAGFHxDF9RxeYDICqmAu+bMxDs57J2dI7OCU3nglqSThgKlI
4I33AyHUKmLQ4WsZ4IDUrxLa3j+aJl5e7q/tphUYaRSB0KaOJP79Lx5OgXlpSNEYDaq5qk6x1o0e
7EpHYeKNOyB6TmA2qPaD+tidSIaFacU3cwVtP/nwWU/QonCnxEjV86rasXru1OVRihj2jOEGYE/M
1ZKY0DDfLk2LozYZgAcHoAONz1a86l+gICt/rnFofMmrwTT8R/eSYioZHxUxMdG7r9+m5RKFVCAq
KP9M6TTU+nCmF3vU3b3eS6wQQDGYDKMAycB2WWWk62ls2lgpLETU1Xxy4e8KfRitoBFdVe38H1Yl
KP6RBxABx+7bpUto9RAH1oEpTdpr3CPgq1XLwTNwfcX4/+vi9SGvgtpv5yR7SYKBuc2aYMrL9F0Z
rvkpjMaRd7ZQkWLqkvn3kOq/cnCzrz2lMOtglAK0mO3a7iUcSMDYNacOrFkaL0aUKu+gTZ9Tl25V
dlTuvr5qNhIU4lQy0gG1yc5YMpDDqVHcBK05/jXUxUAL4XHNZdglOHnipjkMDO9PR6OkyuKMUxuk
Q1NqoLeM5velo/J3un8qxI/dxvCEJsCjCNAYibryGwu9rSinoBWoKsKIY21F76jh/qPmdRnMUn1E
HHFtDg9MmwDiMQFb2juQpdKhjcvWKYir6I+5sS1PkrtPpjHaXp8vR3KW17Hvm79/i8GoC1+xMPVN
KUflNAdKJZlomYRy7YVy2kOutpbOh3IswFDXUVM0p6l0piOK9uvLgLNEbhpMtRg5349K2yWjxWXW
LNzwQnZLu/3eK+u3KBsdwGe0t2u5OT/4NXnUGGUQGgiCemWvfDoYGlJ8jSO9xq3V+e2sn+jgeXVc
2rxvq/JoxPBmDcwrGQxYX23nwSBiQki7VqTXJFdlsD1pzyxL0q/PPPgmfJT4hwOLV/ecZhcB31si
CNxwX4mFKEyu8oaMkxbqavpzJTFoEoWq9Xcrw4ZycDeuLjrWeLdF0sTiiKW3XgWCbg2GfaGsyFyl
q8+D9EkfliMxmltrErAb6Ia4EECztlbmqY0ge7CSYJrXyc/sRQEXaUvvpLycHg0SRK8QFAf3HdAm
xKtbU3lspCUznGnQVHP9DsB8flqU6WiYVyRTG5eCFZBRIp97a6GJBf8SiuDtwxFOIziBKa/8xgQa
IDYtSSkm9kUUlj+mMsmgyeikSIneD1o4Vy4TZKoTHqz21sYSx9K8ZvvoTu42Fn63MMpm9NYoOYbV
aVCbCjLOWDfG19Qxh/9wWJDuIZ7Fj1JW3K3aocM1WMZINl8iwgVwrEr8vir7/iA4ubUqXgTuN2k1
YKrdN5zapVjARSC2kFvp6kIDbv+d2OrqKWEi6f/JGJRHFOBI7fbkx2EfwsihYwyBoJGqgZNGJ3Sv
289rUTDudt95XV83nIgDto4QD/6K/TCeI8PkFMMSFYxLrZ8SzV79Aja3R7tWb3vH082EsXgTdhHK
lEROb04S/NhFAxtCaIDAdAUE8i9ElpOLahbpwTm8sS5FPHcC1e5AQbOLFxhm7VbqY0VAt0JoRE5W
KZ37oqqag6919biyNBiOIXUjaACAIH7IrxcvLcPYaKldtnk/Nq5cMxTnKqNZLb411knkNmAIj4Yf
rh45jHLH+F4kqixzd8vMlSw1aYooiCpdCpjVks+SIWlA0triea27P+AZ0w6izBsLpdcE5ghA3Y02
WUqLJE1QhQr0dE5OfVvrf1Q0mT/zcqS+FAL6PDia15eOE0nAR0+EpgjPz3Zna7ty5nmiQZHN1D58
p7K6vyQ5Wn6Dv81Znu7fg+vV0QuhAwMpFTEtOePWWFPJemyiqRIUsyRVnqq2cu1P9SI1rt1bceom
BlQUB1nq9WeESQAaFPIDhpjgYdgaTR09N82izwNnNUJm9+YmdvNF7z8zsq+5fTpDFDKCEn0MgkBs
C5k74yXkdyJC2tM6VgwqZ8VI28GZVvSKnBTpntlqzw/vKGgZNHIIAena2buSrlnqk7RadDDBp/xk
zjb5Jwc58s2GBBGhIlroX+7b2x0XesSkdEDG3mDkNFV2x2VFKaeT1Gp+xaeGniL6d3aq2X7cWw/z
GQB3oFJN+wpJJFiNds+B3NWNXNvm8loy6fKlTWBwZPw/OYi7di5MLIjcANgNcRWlr/1n6tc0zkro
z15lvaNewvtzSnUtPzj4uvC9v0QOwoy40FSJxQCFYu/eUPBJc1vFxvIqtB4zT1PSRmWotY0LN2m4
K74zdhYcbI21/BP1al25kNSZHyKSQy2Ysin8Q4kq63Ml98186spCUyFEyMMMfFmXs/1ZKUtuhFrI
6HYFUkkvk2wWyzsd4H//2o3cEK+aiiY/033WpyfG6av4LOdhYV4kAF2m76xy/RLpMXIUTTiR+rmL
bkXRh9S0uvg1q+2uPDk1rHVeJLcyO6WTvD3LSDIsL6XTFF+zLAYiBaeWdjTrsvMab3sHVpyonwoX
V2rnh1dVqZM4t+XXZii7lzCvnZNS5Ol5ddLm1BaN+igOHtJK4Dy4VA4ejmrnMJSCEVipmJRXbWp0
T9Fq4ySEb1xgd+nRubg+FqDoCHd4tWkS70MeOhOjCcRUeZWzvneHCNTD2kVHr6fYoN3hg2GPCRcx
SADF7G4DdSuG0Kedtdee4nHsJe0cnierU06Rkkmeugz/9KliVudlRF71vr+4cb3YSBFgQZgkaAi3
zleTphEKuXx+bYyy8EupjD6JUb8DL7hz8ZwQyppQ7FC4E6Mme+wcF0E2oV9VXh19+s1MbMhYbdlt
yvhnVOYlrO5Hmc31shgwYbqFnEOw1OyZxqVymMy2lJRXwLr1c5eWXxfw8QerumlEPJa8XqoI67Z7
51Td0KdmwyxLj7zbECnxGX9xRNZ67dGpjQMTh/mCJwtmsq2VPq/hi6F3DolAGVbnsV47w0V4i/q4
1heHSrM3PhVFNLQOmGhFtGm/KGDbTbiEo/46x47yxzCv5QsD6sk7EAvRa9Np+nnOlvTgLb6xRujp
MAviEZDVnoBHMpRu6cNWfyUpluAnacOv65Qg/pnDeP9YFM5ZhHmD2wYdLU1W6De2+2lMi8LIpa2/
pjQyvFUyMh/qb5RH41b2Q5pyBzfs2jtiTzTgmMmzqIvsvFVWmFMUUpB5TcNs8ufQKDwLtgjmrMbB
rfto/nT/Rl9/QBER02wUeQYlmV0Ml1QJorIwIr8SC1tQSSxa3b9Yki0mCpzOat53aDgi5JYX2dH8
4bUfgzCWcVOQS0yzUZjZbm3PyJI+rYrxyqBcBcORHP5gegqwFDipp7mNls86SrferIxHpH03NlmM
PjLsSgUAsPwuzErpaEPPuliv9FMn5B3C/mRRdnZRIrLdkpmihz8qVRM8NeMUeDQ8zHalQE2bGpFk
ql1WVEIsAg/mG2+2luTZ6DbjMv5z/6te+xrsMQhNIgw3AanA1uDirACqk156Zfd1t+/L0pvt5qj9
sId4cjkwI6YAWBh9D2P3HEDprmdWZkpIUBhBqWer3431n5Mh/2P0zHjbSf8liW0mmuTlMinGs53O
80HCI87n9jHkJzDjyCUVLOH7SAxNMQCfRDbBoJvIGZhzaE5fsoo7FrmlY0NeUsOTXjwNThaHPwdF
CTXXkmG88u/v+PU9AgRJI4aci7SWUvV2x1ddbeIsyaLAaUKGDaByVejTd/WfZo04c52iaqvHc3NU
ZLlePom6SL6oVJIUqTt3MaKiQ6O0SILKXMxnhOO65aTXRS27XayaizeOsvmnpi6G4dar1n+FNEb/
eX/l12eNVgaFVcbyMMUs93bl0JLIVjIBT4vRp3ntMiU9GWUzHZzo6ytLLUmU/plo5MDtMVbpbIVZ
Dl4Ysi0olqd0ekfvyHadEXaZzjiqFdxYEy6RSirxACwZ+wuLs+qbNOqLAD6a8o9MK/WT7aRHil1v
2cj28LIo8JMKA9Iq7frdoYm7KdJXOO6DJLVXU3Ubdi9z25bC6NMwKMnPqtTl1XfKqS5jV6rnYnoX
NYs9+XY5xIFZy6PlmYVeaV/gK3T+juiSKC7Ej2XvpZ3cVP6iOJH2gsex0oPhsFtbRLWZ15e2gWgd
bD97kcLSUQ5OEaTKYHo0/yXPgqXn4HpfP/UAnDQYZSAoBG98Vaycm2hYnLAMLEnVPWmxTX8Kc5PR
Rf0o6rxaEEU90FvAeAk5Se128dkQroh9WWEV9IqTeNMYS55djfHBzOCVn8AKd4UzJeZleVi321aF
6VAq+VRzYYvk3LQaoUS7mJIbhmE6uYDhx/PAXOHzg5eUURT6qcRLjImxzN0LpGnIow1g7oLe7CE7
kAYUmXVlPv0HK0RKwCVwgdBZbxeXF3OSLVFNUzVURq/v+oi0s354ToO1CC9LJ5D3FFLQrZXRDI2k
gZE76KdQe14XM33NCW18Kj9HTcer40dUgk8j1mSADx2i3bbNKzJeo7PWwTp15lMHYYI/RiaStlL8
8AOCKVg3GM+geicQcNtVUYnJtCROm2BQZvU73yab3LFTq1PaLHPiNhPcW+W4qo/Gt8IsE5eos7wh
CXcrlPu0VOO6bYJU1RBb7Rfo2qdw/SPM4uLsFLn0oJIlk5cYBLRAKE2udVU8T/pGVCLKJpDtvH62
QWk/xVnWn4bMerDt92aKzRTYTzrGVA23WzobyqAzyY2pRKmf5TSHQiDRh1NGbeh9mpvZp0ePv0J7
mi8lpiIZqdu5c92qU0cKtSYAnmyeqsIoz4UiPQgy/XdVVAi5AkD+KaFsV2U0g57ko9ME1mLKUBbD
3JRP5no21OVI2+HaJbIgypC0yeDtZEpwawryRHOC6akJoNGGm0itpo8dWmoHPv7aJW6t7D4TLa8o
lIq6DRgTMbzEtPrZ01K1jV1iuuhvyZj+Gswx/fofPhb0ncJX8cn2iV1jlYaC6HcbrJEdvZtmvfY0
cywOIv8bO8hxB8RCHsl4nrzziIbeh0zOmW0w9LnDVU4bP4yTxb+/lhtuipCER4uMhjdlnxCHBcCA
FoLGoAvTzNOZjg3sBkYrSxm0j//BFLgcQLIQJcAUtD0SABcjBtfWJohGJ/qSt6v8sijx+2hJxoMn
6+aiqCkAhxXY230pN6FsZ5S91QT2IkMt3THRCJ+F7S0J/YX7i7r1lchC8bugZQR8e7sowpheG4u0
RbU0kryiVsuzGmmf/4MRKpGimkD3dR/BFrI5mF1ctoEiMvu+WCe3X5Sjy3QVJ3MQaHNxXemtUYTc
+fN21OAKHEYOHDf1palN+IOWuoVUomxeoqI8osu49ZWYC0VAjygWEZRdCmglVLWcYWFVSTinxIHL
IJ1LKekvA8Iuw8GZuPWhQA6CRnPA11Ow234oDRli9GXXFmlwrX5KIrl0W2M8Gju/vab/t7LHhoUO
o2ltqrVBlyStT5m/9Jp0iJjLjH4+fiboIIh5WvrkYAC262EGsV8pTLZBKyXjSzqtuhd1c3j6D1aE
Jplox6OLtjsTkYqG7Yxge1APTeq3yvKXAqPDgQ+69WlIARlEA7ZKRVBs6i893aRtJimasi6AW0v3
o6mfnuLFeDxIJ3jm5ePjgBC8wv4aTmg7g111AYAJ+3+KNhrOiz7nrfr0H7aMAVgx48Zbvk9qpT6C
cSMs4N3K2nV1nWyWTUh2S9TU/oMhYLVvM2U0Q3bb1jtGz0BXwrahqOaTGljukNDSfNgKQA5GFRlU
lCnV7s5ZPhgzQ/hGF+R6qp3Culu8zgKK8R+s4EHxAqJ4uYct5yPYaKM1u2DNR8VL00TytXp43MMR
jAhyHoENusaVRGNq1qtqMDVQVeVHNUnkv5iE0z5Fa5+9wPqV/nl/VSKe2iTplJVYjyD7YqiWzG17
sO1yrKzZBoy9Iug9PFdx30hfpnhByjuclqp5LWH6Nc+JNdlIE+h9Hz0colM5pBIM2QYpCNDp7Q+Y
CrZ81sc6yNqOEm0cRcrPOkdQw2M6TPrdNNThyANevyJkPVi0+YMzsw8odCeV5WLRuWZEMINXlpJe
nMExrE+agRqri+JmcVQOvrZJyih0m6mfUXPZOxB5YFA0BSYXRGhSxr4j5435HTWxMfoq6a2k/Vln
aXRQxBC3a/tttzbFb/rFaUXdNM7UfPugh0/gQ0ZxzDfjov99yYhB7x+ja/8o3AmuXujAyYC1t6Zs
e+10CRLZgIktyZ9bUNR5E9UHD+StTeSowm0hFJfYza2VBG7aUe6aIUDy/VuhdwPkVemHYVVfhrQ6
Cm5v7R5jj8RmCuPH5MhbY1WlrBkl3SHQ2qR7F9nrD5DNQowwPOK/v7IkvBcnmhkE2lo8MVtLkkbl
r+7nPrCrWvLT3CoZSNI6N1mX9tHvhN/iRQYtrRPOXM1eFEtTJaYUjUFYdpGbpcg6pigxHFi5sSCi
QADgwKwEenrnkOE5H5VELcegg49EdSPohOcsLEo/M/Lo0ZCdFQnQCgmpkOLYj+/pfW00k62OgJBM
lBB6qBAbD3p1pfYataTWdf+gX/nLN0Q96DiyEeE/dqeCuMlou0KfAtWeeAYGoIalt5iz2T6XK/0s
v1y6pvRo1Y3fkD/UhoNA5HprCUSpiOO8ADWTiW/PCvSE/xJEBiZi56eRUovXITv7NK3GEd/CVeZK
hZiDyaAed5u+6y6wAty0xs1UaKB8i8VTiLPITuz0bEuNHqh5a/3ItTB5tPtJwwzfzJtEaQr5gd1d
sCOklfuitYLBZjbiiQ5QZDwpXJrYl0Zp6U/3P+eV3wLPgLIBJV6SPZke6HY752kYs6ivbIabR9nr
Y8V0ZfXQO15/NEGORROeGTnu3j5tkbTB6B0tXZGKY7Tcb22o2zyr7+wSsbisOcLbi+u18fsqabIg
lgY3LZqt4uf84vdrJbWUPlu0QA1V3Y8rIE/Qr7ZnhP1kdGkaFT7YhH4yRWBYJ9Wjt+Dq3KADBY2N
yJuEl9nrRZoxGI5isNZA6vU2OttTi4lO6/r8PW2u1nDjohhSf41LKT3f/5xXtxPTgEbAplB7Jo3S
tivXlXiK5bBSAiYZ6ho2eC1Wzk4do5LHTR1nn2fXsD0jRjP5VEud3h24h6utZyKLx0JAIIimKCJs
f0DTSjNjc7JxWVAjpD4MPdpnJym67zGn3s80rfg7b9Ph9xCS6ciNItM5qlJfnTV+gRjCBMonKDv2
U1N6oscjtEnGpWb2/MssxeMr9bTou1kYR2TR1x1SMX9GQQakAsn4FR6tanXcUaiaF4K20XoO11Gy
3Kwxnc5VrDS1vMqJp29Vl7QFvI1zPj7JTpc0r2argCpu0CIrDzKbW/tPk5IpXxoRuJD9AcgWiypv
a170qFugmM8LZDqW3+quOemVabhdqPzonOisVPnDzRw2A0wjIZfCsUeUdvvpV2BtEyyD5sV0FNsb
Ezl0ZSlqn5K2Hw5Weesbv0GY8cx4yj3CuIOzBX7u2LqM5ay6YI0AxvUm71AW6p/v36hrhTKWRXDC
gQJJCdHx7kT3E3P3TTRZnKd+lPxhHaefad5QiSukYv00gVZZXGsd8ssyZcksmDLC7NxX/fC5Swtz
ftIyNT4iCb5y2yhH0vGhS8Lrz9skXNAvHm4so75rqti+THKrB9VYjK8zQmq/3V/7DSugKATwB9Ih
UZDZWjGTqEY+eXAu1jTMyC2VXfW/0TAX976ZG1+T28MQBgkQycG+12hWsTWsUmFDplZkrqkuy+fJ
UKazQsv5YEVXAbSomgE/oz8herN7Umwr1VdrGGX7ktv9+HU04vD9qIzIfVi57Mp6OHy7v7QbO0iw
AmyA6iOgH30XQpRS1aigOu2LaYU5AJ88+67a/dHQ+60NfNOxEKVUCt67mGwYOy1y7My5ZEU5nEJ7
GDylsgqaLvIRhPnWgvhQhAoQKokAZXskDCOyIqvJnUs3N4s/9XXtUdVYD+73LSsCUUOkwK6R72yt
xG07zwPExxejB9/WU0DxUxiOnx/+OFD9AxkV8pBQlex85azEJaIdWfQRQjjjqaymwZW18EjX+cZa
iCA5BZw3UbvdrcWkZ5QoNmF/PWm5NyRW9pLhIY9gsFcvP/f0rZEjkPOiWbDdMjudFKv4P/a+Yzl2
JFvyV8pqj3rQ4tnrXgRUSqag5gZGXpIAAiIioIGvHwe7+vXNzGvMubMes7aqYlNEIhDiHD9+3NE2
udcLu528EYfWdK9kdQlJ6GaQbNCFwW/3ED1wxRW1Ksc+5CdgapoPtl4fUKlWhyMao2DWA92zKneh
S4kOa0z+KFFi4Jh7TmVm5ESgT9HxQOl18N9ZW0qLPAKnamtD1wMGQLJVwlIgNYzivrLlaN/gbEnR
VGk2MnSyeqRazOjG/I2hK6vaMqsaAfzHcX6chtQAH1TqGk4JLBgisGvFpNVrXkXwkNJiKdVJhp4t
h2SqQX/0GXrIjik1GraoVKYavo7otV8PyFssIisQSX/uKzmdkJcoo7mW9FSxdqmTM7GExFATeXLb
I3so1dGBa8VUTxCymgDEEAkwdFZ5cddI+pvSgG/58ZsLD6ERisDQEgJUgNTtLI3vtAompJAm3alq
0QRNDZ/hItauhaEXCw9KVmCvg8OBo/UyU+sQaNgZH+1dizDDM7UiRlkChITvn+XiRJ1HgeIGErI5
DDoP+GpJUlR4jts7m7V0b4L4Soou1te5Ngx+1Of10/fjXT4V1jYEuizkvJjE88vC0YXD8F1lR9uU
BUJF8QPyP8ZvPxXIpbj0QZyce6bOBVMMuCLL49iruyq2Ko9ZlAewfJfWBh+kpaGKa1Xfy1lE+dUA
cxjNE2A/nCMgBZWl1qxqbQcmr75HJ4WTkARmqA9xpEkxkVu0Bn8/j/Oxc5IjAfoD2gi8akaNEd6c
nhdj7TQ8Q8/JTq+KwvIMi4sPvR8THpolDvlQGNJgBKDvDOYVwPMLODobGh0igJFhHDp3aJ7dIX1V
zd0NjrMr6qEdb/jg5D8yq8yeIECWxYGVqe0LiKuwysizIR6AFTp17bVO1H7wpqilpZODhEw0M5eg
DoaKCNzsNFgd3UPGoFZDKLJWk5emulW6vRga/qxZRQxIoqWj4fKsalOfQU658trUYM2tE5nmZ6R2
1qPoWg2aMSOwLiLTznztanijBN9P/NdtfPb4UG+ZCX26Db3T85qaAqWfFq2x+m6YCk7EpMQ76vSG
TujoGG9aNz6UdueNYGj8qFhXP+uVya/dFucvf1bIRuQ496SCEaWf3XxVogmwcJizk2iWhn1TKRVa
+9U4c8cmy66gsBc3k414C8LYM9EAmnrnOkBRrzVlXdXOzolhsNcjNSM6jV/ModBJKYmwLNVDbOOq
+X6eLw4KG5xF6BeCGwIFQfPiGSurkI0spfs+Ze0T1JxygoqV+vD9KBeh1zwK2tSg3zfXks5FGAwB
QcwuK+m+7qQstApF3kD7NQug7nwtv7o4I0AkxkCQNwcuNRfJTncsHBbrImknaA7nDhhD5vA8ZLHl
RpLtN22XXDkfLh8MyNCs64wbRAXAeDZanJQDizmP91XfcRfiuTBZybl2oxTtb7edQEsNxAZow+Oh
ZtmOswcbBiAh4Cnt6cDgbyCqIujy/pqm5eV6wFMAKAM4gfIissbTUSToVDO1FLijqih3EXckS0Zj
50rk+otpmzMmXB4gvUOp/Qz5FYnFrKxPMkxbpsUeZw5/sacJTee0LhPZ+371XRzi6NTHHYgnslAH
gpj/6TMZUdqbRY97VzbiCbItHM5bQvpR8W4t0Y6FcCC8hq394gFxR4G1OVOS576C0yFbnBXmlDXZ
Hg6vfBkZDdqWx0bKsbuaqHv+/vl+8c4cPNt8EWNQtJOdDpZYQ6zLMS/2EqvjrYMC5B3VC+b//igo
Pqi4f9HlcjGLwEgSqZGsYj8pExziCknyJaazK+/qV88yO48Am8S2QiPZ2bNADKbkZVbs1daOAlgz
m68xhBBefvdZZtlM0DPnYjOY22ejSA7PYmpEmDGuw0aTqw6JO3Gt2enySMcoEDuERBf4O6jSnj7L
ZMmTyuqy3LNcm8IChua+M2ZTUI9ds9QldSACNeJ1IwrzmgPU5ZLXZkoyDiRkJLOX8enQUa9wyuWk
2DPF6vqjWhUmvYEttDrsK6SS5d2o8vbN5JFBf7uY/8W6gSSTAcMMIFxnq7Hmea3Qvmb7PDF722Uc
HckWGil/f4uB6Q+gHEHLzL0/F9TPU0gkTXbM9lE3lShxoEnIKBoeOrlpkd9eLmjzw/2FmwvY/HkU
qNGCWYlo2L7kUxsAHTH3jDbsSsR3iZPCgQxiFFiXyHgQ8Zytl7SmWitJOdt3NOsX0NjNgsSSohC5
WOqrPTe9ooAlI4SwbHcAudjv7F6/KXHmhd8/7+UdihottjrIqbN4//nqGYHBA6e02J6DThn2ojRJ
AaFTX5OqyFMyWEh8P97lpp81U/AKZ+EwAMRnq7WIdWPgFeV7UXXMg+/eoQS/6f/hoZDTzpUc9Blf
WJCUaq7ndtHyPcygY3fSHOqWTpS4mRpxv5jkevH9Q/1iC6LBBkS3uQ1RBph7ugWRU0zVWFl8j52i
ubidND+FsUvg5PD3sycgC7BojF+/H/QXM4nwYIY8Z5tsgHing+LYjkZeGmI/RKrjRqqRG66K0NK+
8sZ+sUKAbAHBhv7ArDR+9nAKmgEHY5TFnjWl/JmaJTsWmVk+1Gji8FWe/rYrI0zSIemAqxSNLzKi
5NPnstWqN7Te5ns4tWqruWwa5P1ge+ATXglVL0oDGAnHCuBInF4IWM/SrqoSsDyM8WRAYTS/jnPR
uUhDYMwt1MxBi3peyPfm2KDdo0uaJVYte/r+Hf5i4QBMniU6oFqm43o6fdYa0jfdNNF6jyOOaT6O
a+iIaQo0SVYOU7hYmkCqjiVExq4peyuXYQs6c9FihLtjjgDPq+QJ1IagvNoa+1yAK2XhfjJ4WRHw
BHi8mrRKpEuHwxNsk6CIXX1ya5isUO4LWt+W1gTHdZIxczI/FbNmYo0ufMhtNIMq6tnOWi6X30/U
+SJEjR1LAe8ILR3mnDudTlTbw3UXOln5vrPK2uumbBVL0R4SaY+wTfldnGgeDOrJAHHmNA36IqeD
qQprFWui5T5htYKuvhwKO4P8u9kLRpk1SzAMTl2kSmePVOdcbYqyqfboUDFdw5CcEEvt3nA4c8EH
bK5cOeeLfR4OrVdIsJFYoEY3z/BPBRKuw7TQtsd6n3LJChsdV0zudIoPM/HO7e0hD+uxt/2qMmNX
HUVy5RQ5P60w/Kx/NjeFIvkFin06fNcJBYqwvNknXRQBboXXbxXJXfD9MrkcBfsY6wOhnokc7byT
3qwlDj/euN2jxc3eCvikF4uhEP21APmrLPIzZAEVLdzdM69pLqma52GCWedS6bRtvwduA6akqtHB
DmuoUKwsWA6XQW5P9Fk3JKEckkptu8njjWlUOUxxGhVyMXJbC0ALam+5OY/TO9Sl5SmEpTsdXLvr
hQH/JhmaRADGKSVtZtpTGEPu4i2z5OIuhcSFRIoqoeimtWPnaYQdBRyuZeleM2uT/mZMhIediRc4
KyBtNUO0p+9Oy+ByP4hy2DNHelE7PQkTRs0rO/xcgB91OyjO4BQEZQdDYZufjSJi1S5SPgIy7RTF
rwYDyuoCfm+jN0nQ6HOh9AO4Shoap/LhohuX+1zD7g+pEdt1gF5mahJRAeUjg53UkodCk9b/ZmY0
82uwkrFtUdgFiHKW7HFh90DjJr7vHBuxdqFYN1LRonD/tY7/68fw3/EHQxIAn9my/uf/4OsfDLIj
aZw0Z1/+c5sCzarZZ/M/86/974+d/tI/d/yjvG2qj49m+8rPf/LkF/H3/x7fe21eT77wS6j/jYf2
oxqPHzVkMr8GwSedf/L/9pt/fHz9lbuRf/zjzx+sxdGFvxanrPzz728t3//xJ/DNn7b0/Pf//ubN
a4Hf27/mr+3Fz3+81g1+VdP/AssW1ZwveAmBz59/9B//+o7yF5D9r0QS3gCgQf35R8mqJvnHn/Zf
OMoR2YI7jWQF0N6ff9Ssnb+j/gWsFsjH7CSCwA0/8Oe/H/vkBf3nhf1Rtsii0rKp8XexOv9zICCt
RAMmkCgE4DOKfIFXd6qIIBxmjRtwOxoPfJuaJLqNAoqSwiWAwyKGa2hVTuG19tP8/P1Bfh54XnGn
AxsYeqZTI2S6pArKPB6dTOmrjZ1MGelMasJyWC0XyiBdYyWenq7zM2IoxD8oNMAB5oK93+VQR277
stqwyMndrOnMYDDM9MoDnYkNfQ0DbiXEmcDawTF7rpicxnXcgpXTbmxTqolc2QmouEZ+j/6vbtWk
ch8YWa6okBcbAPSpVGRkMPUkBz3Y6V/TIVH8Xq9N05tUUYXSpEaw6lEYRInUyVJ3HFJG1iw2lL5z
J0Nbnt5Ccb8Zx3ulG+vHrBP9e5cm0rMlQejamIRjkHSg3U1XSQxw0pCMR1qo6r3e9uK5iRVrHSfD
m1FT+QDGfO+p3dCC6BPJoiSRVgwvzqRIvwfmfk3SHDQgMEdejI6us8hRVepCVXq52WS91QZOD4+C
qB2uMV7nM/dscaHgiw2CPoqZJTCviJ+CBpPKYM30dr0xpuShE57W3oAAyEPNjK45Yn7RRi7GmgnD
X8px2JGnY9VtjHonj+pNNKJReJRdNS48EWkBha10+yOmAVcNdCbUqFik7mhUQds1CFpkiK+hX6oC
jPSayXSZCvYRS7qf9DaAmJ1WD6RXb4zager96CaQiDeKBxu8zFYUBApGbq9tlGrfpSu5cXl9hA4t
SeQXPX2k3apmbl660hS7iSX7cab64HtCM6wNpI4SOoVKwrH6HutoR9l4QGMnWoI2FC0UAz2M5kfU
PIwTXffpEYdSkCurCC13XLkprNHtzUCzIdvY9fjPV5iT7WyuLsr2WME86ftD4gshuZhcpPkzaIg0
/5y5CXIfaP21Um9YkiohvgxMu5QDmpUfacZG8ISUdKMmNA8KJ2YhiD3JnZJlNym0cAMjSiSvgP3K
mlWQ0CwimShN+4QqaNDpH7isKzcHUuIVXVkdaC2n+4jCHAf0xvUgpbnfJJrmKvUAz5peec+50Swz
KHKuHdZZW1OvxVz1ULwK9te3WmbyZTakPd4SfNPUkidXAo2vXOFiLmY56llGY27dOF1ocNOUOW3N
ZmPUtubBJjgNcBaNq4lPhquXWvfp9AOObyvvCO0K7SmuS3VZaoMMVxcHFjORKUgKHWjPAOfKlRAi
wmUH2sGlQVs3wkGzGKIafxkKer6uo3D+/cs8q5f9a++D0Ij+DGjLzczt0weQ2sSYBeuaTTH2uksb
eBPVsWOGDR91v7b7MsztMVsjqB8IV9pHi6rXpBB/ceuAHoJjGtx00OrO++vhPdXJmZq1G8kGDypy
JLqWsskIbSO6Jibzy6FwrUIBTEX8eX4dlHoiRD217cYRsBYa9FHxCzWTnxOUeK7N7K/GgswYkjKo
u8wWk6czKyuNXRtwfdzkXG5uCsj9ekAEtUPfNf0ak6GRLJls1+qrbJMoMveFWtWBAWOUBVBDcDxb
ZgZqQ2sofRbqlbLhV450unChJohbEXoG+CcC0dNPF1sMbfloe93EVaT6NTBXYphyAj5LzW0X4vGt
Z8W27aK78ykSqeZpPY0WRtn3QalMZmjm/bQA6ohOjKmT0esyqu73S/MyCgK095UuINkE/eEsc4Yv
VgK2msY3bGgAE5UVHA+yIV+ZU1WG1phkS1pP5kZBAfTKyPObOZkboCfokAN3CSEDJJvPsmkRy0pr
waBpDa9m27fGjHsxygq/lQlh5wFoA4caQRC4S4hR5iT7p/uQdw7vxED1dSFXQyAXMNyjs2js97N4
cesCEEC/H7JlRHY4rs9wKTOGu1w+dtO6GJVQ41W1aCcZQIRiwTMSHs5fo/3/XAO5Bt7Pf/07qL/I
NZZ58lr/sX2t6uQ1z0+TDvzi30mHpfwFE2uQp5Hlz+pPWFh/Jx2m/BfUpsAxmxvGsO7xmv5OOhT9
L0gjgcGJ0xmgC1Ck/8069L/m3BFgsYN+JVRdkcT8+wP+Hez/Kw/8ddZxulKwweCirKCmCtwZYwFg
OV2PPYQki15Oi2M1yJWrCIVMsn3b9aZGIL5khz9Nz9+j/5xqnO7uf42GOvvswAFBbbRknI5m0rgf
cokXR3RBZ0FxgCnWrtcoYVqzZRBvJcD8rwmc/mJMnPtoGMYUI7857/4oaJSobTFkx260dkPq4G5t
hpDXqS+jTzFM1WydOr8pSjdP61ftHakk8OeLae3MzmmZkudHdTKmRdfYy2ZwHhvJXuepqfjfzyou
lpOzC/OqosqKooAGPAFVp3OmIqL80qa5bB5B7+wC2/C01LOzd3kgygDHEfqegqdelk9tfKtQ0Lxu
7GanlQsD0kmRK8ee2riT8upMhEZem7zb8bvN7gfxmAAH65ZN96npS5v6beM1SZDTO73emck6hzW1
4aedayUwAQnt+nmCfk0ZI56tXPWurZZ14ukbemCJP2rvI7vTu9ukRMfKbrKeoaw48dC2w8g4arD0
VQ+yfrQNSmoFctaqClrLoZGlMEu81lqk4aAupBgdO+AXakc7WmqhtdJQnYeCLLN2zsP0aiZeYTQu
bov0WX/M3lTuZtJ+Mn7kUrFNTe7CK0+wfQ/Xdb34sOXn0b417FeBquYIrcCSH1TxBha6VzOIoKkf
XfQCB2CIopG4DWpt2bGSUBzYmniKpkNUejUkZHswOdsOTwxgaXyyaE4U7VFK19WwMs0J9yQnjrKW
+QqmwfW+TF01gvm6y2LYLzkB1kLMvSpb63CH6Z9bCSJDYSx5MKsE1erKMvnVKsG9NjcFfjEMz25/
6HNVcYH489inhXBNEx6nej1G3ghVaiyESA/sOtU2ZS/AP5DEHWv07spnuDhusBnmYjpou+BpXcCr
o9WADDWa+rGxX5uxSdymryGsxHuHABZRr0RjvxoNfAoca+ivxybUTo8bQ1KbloEocsxb5z5KeEIs
swW7uqOboUquKctdHDRgjlgAjmcGh4YD9exwi3qrk1ptyO8GRL0EeKenN9a9xaNl0xdr00nvx6q8
hqx+cZ3/E7bMERKARJQZZlMGtLjN4NjPAcUYxaU8awreVaPx3FiLpOjse6dBhpXamfAVhEukSkyI
JqNMDB4v1jJP7tKiO5h9aZO6tbVl0WTMRw0HRQp6/H7RfZV/Tz4fwDP0bapYcSDrA/M5/XypaqAD
QY2d25JvrTbE27Y0t4Fpieo5yOlSosuLMVsowbCUe59HHipJCfeljwyL0AFNk3Qgt902Cyq5NCi2
1VpZiaWxsoB1kxZMVeE6W7PFM7r4waoi+D2l90RHFNdkBACMtDIDmVBAwTKR3qVNvWILgxPzpn6L
b5OVuq5e8lUcJGHkC18Fe1kiqkUU6kVH4/n72fg6iC9nA1xaBGag+59fgDFHIW8UmXNr3/ejq/1A
4kVVwrAFKqB9bvRprdl93hB1n68xEUNBIhlu54FwSMtI9QA1BUm44pZv+zX9YG94DosTAAnff86v
ltPvPucZOFTFcg9gI3Fu6ZJv9JGAm5Esq4Ct2UJalDhGPxXM7RP8+YLo0D0pu3IzrlrfgijbTaaG
qJRH22TpLFCAUI/aUpvbPIOULZzWZ7knCS9PPJ54U7ahumsP903iwQqpF2RoiFG7uME6m2RAYIi1
sNbRst8rh+E4SqSxCAfoIrwBmFriiTbMofM+7fRhPRlBHW0dth+hvMSem+ZYCleriP6U30SEBfqC
h/TAt2ynZi67rbY0vBZ3fwXW5/MGiBhtTUA452a509WeofGiiJLOvk0f5JWyU5bTjm7qG4jgE2Mh
PeoPNSkOrcBqJVlG4oEYDZlqt3MC6OLSxu1fisEHXmQztx6WVb+vqhA6gaXiVrWL38ursEVykgbI
lBPhl9yzezdtvZEicXYjTloor+i+krj1hq4hvVu+4N6xbF9KVoJj0wX5i7iVVu3SfqQv5qOy7W6K
QNrj4tEEoQcUjwqb9Dg8bluZGPqt0y0Tw8N+EGyh6Z7EAomiMRhy7fDa9OWGFAm5plb8pZJ1OYuI
WtBZBHGh84boER4uaoGY5zbaRtv0oV1py+Q+crmXb0TiyoMPjTXG4NLtokHNKUixNZdtkK/LdRoK
zzmw5eCrgR5A7EZ9BHCeb9ni+w2CchLe5M+fEdgFkjmki6CeOSr8lU/fNNfZIKZIjIfcDtMiZMqK
OgQNsSb2Y5yrOP/XGY9I7fhFvIzjFU+XuXUwuwMtl7KzQldFzZ91595uVnBGteKtMbqy5o3RAkYJ
4ge3g7gjoA01n+MuiTypItqhbEglE1Uh+nsmiPOKBphP1fRbdh+PT3a1gzwhvg94MR8JTdyxd+3W
Nyy3h0yiAn9YL1VvYQBZC2/sV4zeoJRQ5V6UhnkSpPGisUrENomLjlfiaLucrTr5Hvxbd6Q3U7bl
IkzofMgi+kupReB72Oip21qOp5b3pnbjOB42ZgdKuR2IJgTcSY92Tdo31MA18zZr1zATZNmhk0Jz
fBsRK5olOknAQzdLIizNz1rEIYZDch2PiA+jM9AJANn01I0KIuGMhNwZlmiZZCCTQ+LZjonhmVAd
6BOFVNamGGAiuO/aLbSvgs5+SK07tRxIQTFb/W+GMmg/MoFgYauDYosU6myrR4Vam9OUyMdSbyrS
D3QZmaMG8wC1didhXbk5zkOZf/UfQ2oL2SAu/fPgQi6obrI0q46AZ97rCqGblmWUyMJCVwO/ChSd
giHQIgITae4/Uef0cKYjnq5u1EjMGqyT+JaahSCtIsD+L8sfKCTMcf4qobrsptay7DptEwvhgc3h
6VNcLRxurSqmRVcm+7y2OxOHkEshUUVohcL5OYEPfpd6Ch8w+ajY0WPVJ0aAwBEIKywitBZE2TgK
Gw2XqlQcYEp1kwrrYJisQDYiH6xRv+ZncR7r4eMgrIFsE6Iu8MQumsJVe4gLWZ2OUdWH+tS6id43
xBQimEs13gS3RzKTva7cy6fo4vxaUGVEn87cDg76/TkVdUi1xkJTkHxsU177clbLbqfEtTtwrLzv
T7jLJ5wL9rOnAGqf0DQ8W95SnOtJzIr22Ai437LIbwZUJFHFSZBZvmgaNb1MueZvjFD5/FhFWwHk
IbDIMauAQ88W3lCpXKs4V49ZtmK2C8emRH93chgOw5k0d3W6aJ0bK34ti45onYMCCg4F+QbmGIaT
Ec6eDXGnN8eIP5TyfhjW5XA78oexfhMNVslwm+SbvnlLzbXebBAtZ+U6mxb2uCjFdpwW4EQoOgo0
CZI4aKXohfuERp6m6Fy6tMQig1+7XiPDs3cTGATToqJk4Acrxa7fl+3WMBeF/CwLHOAwTBLTQh+3
mfTJkHNAf8mt1ZREUmDh6tWfzPjYOkeLPQgLmdDCwgexd1IcqNqPnD0Yo8+Gmzr2emhUl25nHXJ5
6RjrCu2G5adjUcQDG9PZ2RYeuvCkPJTTjnT5Cif/JPmO9GjTe3W6UZMjMmzL9CI8U4pZlFaq/gFt
D6N7VdhNqR1ScZcjvTWbFVXCpOdeNy4p5go+GTJE8KRNitoYL8DrsSNPM7YjC9ofCYPUb/mqKJhT
4wW+c64TE26GueImNWE1KJlIdhbV3Jm45CD56Uvkz6Z117V3CX40zUy30m4hqjXYD60TKJqvagtg
FGmExHk+q2vua6h6GVc4TBe39uzThWK3/YW9Yj+dnmsiLfvYMtDRnqRxjoTdRC2N2w0pmcbJaEiV
C+HTa4zgi2gabA9Yc4AkgIMUkO95rABn8LnZW9aOk/ledqDdQDd28mUBwXe2zsRnLd2AHKajvNXG
B61ZxdoqKkMl2urioSkCHCj18CzZQW5ti2ELF7AUit6ZcbCRChiHUXmBfJCuEw48AUFjtepzFBpJ
Za5GNNHoFBUIzOy4EnC3cLxupVqbkhTaPaK6aQ8ulekcnK715YTMpc046LRARSun5Nb2aupKwuVV
Ka+GGmYigW74Te6z98gMZcydvHIOXba9mTRS9buEPrHRIEZeEZFCJaHdTPqBWzABrB4sbRV3blrt
ci2wBhjUX5GJhoDAxdEBBvssqj4XlYD4neUsdi3AZCg19ZhqK9R3ES10m3xp7CM/d/vPriNsO3Wk
eoIksYIq2wipDPSHmaSLDvK0GpggKF1q7mBtebLJ9bf5i5imJC0eUJIqOg9OKhP3VFi2Dq6DiP12
vGHTilrbpNzuGLC2zJXbElGzvtRxN2vjx9A1fqY9QX+PWAz/QlVjWSg8QEuck7846SucPhxgPmDf
snBMbxNQt4eF9Mb3Sr21JA8uinHnleZDNN53LXyfY0HU8TXWDxrvkCht9SmUzB28XDXEAbJSuEWP
A6HajeOrjXoXk5EwHaUUXdjtpvOYcKPmKEvA7JgrtavShoL64MUGAb2sMsMEPt3xXW0wP2rfFFRQ
qZQRo7qTnXGeshH5YJstZFwD1VZFck2Rw6cEdD+RDcS0vPFB2bTqVmih2hNTvtHTY/Xae7Gy79HG
PLXElra5qZNY7IwI5uC9l3ahUb1rONuSrdoOi7SBo0ZvbMpqXxsPShwtshjpON+Jxn81ssQ12jc2
GJu2SZeJhj84CMKHN1RSC+tDNhMi0P9XTwnEOMKyqskkAqv5gbZHq4hwrgeaxeZUKKrCcVJ9s8KZ
mY1E0u8KvorG5ZB5vAWu17b7WBvhHv7G83dDu1NJ1XnSEBoZKt+ImRd0hI4w7gKE+QGzyT1eZli+
PKhvEg+g+VZEgSx79Cjdt7KnvIN5YCN5EQHYZA5znQzctG2WhLgPukNzM0xIgQMIYYCX6tI8TJYj
DSIrZHJKWOGLbDXmHr9vsjVg1QBtQZM/gKLGiRYvZQ89ZGHvGrFbYtfX27T1EyswF45X+zgfkucs
JuwlXjsBu8lepT2UEguFdMfBh0fWAjSTetcCSzWXFnCXY/ICu41BIvJC3KYUn27UcZe56ZKv6aNO
5MgdD5Xu6Y/lFY2ms9LkHNpYX7VJbe5lQAZ9hhMxxPJF5pTqkcI8xu9SGDIMYFMjQUwItLFTr1Ug
ByyXKjYocK04b+HV56xzE8BOKsybRFfua8na1HJ25c64iIWBH4Lg/MXyBnfpXP0GReMihQ7dcKRJ
3rqxoTIvK7s0/M14Cyxu0E7Bw4HpA+Qgzm4mrUkjYdNRPlK45xButA9yIu91uUOSP7028rTvqXPl
zIQL7fmZCawSoCXYWBgeZ+f8/Z/KkeAHSSqlo3IsQCydXNnyCnkBICqdcBIEovSAfw8aukgWpXpD
pTDBOp0ecpyxQOH50v5QUu8Nxw9vZsiihRqTcowpcweQn4Rwh+4mNXBmrMfkozX3U/+hFE9WvZbz
t67do3GQ0Yey+5zsAIXxjrrggVgTERJBpSGjXmu4iDkVoPDEErCk92gSlKNbjWBy+gyRFF2l1RLO
JAM4U62bpy52TI825hFmHl6Sr2zAygEoGQt1DUBjgUDkUPtIJl3ghR6gq1AJRlf4XVD78Y19iF7Y
Z3SfffIn5hseW6OOgp9D1SgQvul3z9lj8aY8i7WyVF/Gg4R/G/s+clMQiGSUUUjPPPyvjBeTEmTT
sZMWI9ydrM3QH8rQ1ha8eOuyH2OxHdQ1mMtSt5XprumXUl1CqRk3DV90xi0VG5k9QfVNbLDBJzVI
xUrJ1g5AnHiZp4tSC5wsBDMDF3aJRvbOxT+7o3wnnjNOiucRMDdzLeCdCk42HIEkH4j1nL59v2CR
6F4uHnBfUK6fEZDLbGRsQGO083Y6JoqnicVgLqCcqOuBMgSR4yOoxP+vm56aLlGCIzDoxsLWXxyI
lel+x+9K661lN8Di7WnbILAeia6EXUp44icQZ09JjPSNkpi79TF/lp544bKb2kVwDYQgJ+ZtE/m9
4tHCV3fR7fhkglE4BowR46A/dQ/KZ3IsHwqshkO84Qt8oJXYJkGGP+C85HCKQn/2Jtq1geXjMy7L
B/5qPHQhC7KSSIab3eK4/zQqAp4VUGXF9FLFazlJ8QEXyc5a5JzIr2glsBbmklekUu4g0xTwVfIC
UbtcJ7lfL5tPIIG4OBVSPxvbDB9tq20N33Elvwiz0PTqIN6YBJeJKwdo+MuI9EoB0GBDUVd7AdYi
30ab6E7ugXcA9ZHf1WUcUmA8FBQyIrZs1d9oi25hvtc4rX0WqG/qI11DAMQ4oBdDvxNgWz1hT5Xc
p5OXZX4/rgxgqIo/lQsZNavunVuHsVuO2m3Cp9AYNk7yf9g7j+XGsWxdv8qJM0cGvJkCBK0MRUqU
MieIVBp47/H054Oquluk8opRd9wd1d0VVUptmI21l/nNMqod/h3iIPOhkNnGQfyaPce3+te2t1te
yW36VJY2fxmFy18QvXRhjYHeIDlSY9e6E8ROmTs9y/Vrq951ws7sbvNepFv3Uo9baAIG8f21Wxsr
M3Waia692wcrECfdAwg46an/qf3qbuWGKYZd8ZtMO2VGGbt0kIRuXelO4jtetyziVa2t5OYuTm5F
c2moC344j51MtYNfAWT40tYjZ4gW5rgQ26WnbT1rUUU7RVpq0tJTNpK0NPNt0D/EtFj9td7+VkPy
qaPCiLhbh+WqVm+RgFTq+57SJHIxfeYftoZtFqs8XzQ9oc4G9RV7Do1thog9UwvGd0wir9T+H1sg
KKHOkx7oaBhwiZdUH1WrUhhb6XRACK+1jZ4v3MNa0I475h0w8LZNfJCqG11u91mOY2MqLwT+48DZ
p8WrxFdO7A8dKS5n9spClU9mvnbJlKiUakDeJ5AO0ouVWaMraggXFTljjcG8ck4x6vsQaoDNkBng
uMEo70M3AqNOpYulYjoMi3Rdbtu74aY/AaVcWm6/59MIS3uSnDTYtsNjETtwoCRaxE/yXn0cI9vc
0yWPuj0CYxEdc4F6hEp4GVp2nTlyuMI52fwxPQEEdbTvaeoomq03DsLSSb6gl1mzt/ey4abNfVI7
feca6XxAtZE75AgvLpnXiPvo9/yh349f226tRI++ejd2rkJ43o/7Yid/rdb+Jr1p3Gnrr8KVdYhX
gtvsxr26wNrstnjm5+4J76fse39T3MnLnrik3AEMLKM7gy3pLWpsomaD0e0Yrpr4dmr2Q3ybqlzH
Qt2jJE/HVy3ncOgpjL9cwXiQOHIkRzV4N06/F57m2Hgr7rl8/1tOGv4k7pmviS/Kb4EYmezoExu+
7X2dpgVzGAoiYoy+Vw76Ql/kjmRry+mG/Hap2py3C3k5/YaPIlq28JS9wpAsaofrjZ96vjvTLn/x
oOdQs562+ktwqHM7fMwfKYWEbfGQlHygXTafmtZPa98LjioBQEPh165fO4IWo6SYAsNuf+dudlve
hy+0TbbmXbu11voh+uVzPvfb6iZ51H6MW/k2foU6TNg19jSF+X9h2EZPisJYeaG2lNB2I+00Zf5U
gY8l3UPt7cz6rrcWwjLOt0m3HoeboXtom32o3vrqMgQdrC8EZVFIy9Ak6BAeFomwsuqVpSyEdj2F
qzBYQr+hi4EVhv6NhrVeE7gXae1oEbvFjp+tzJ6RBYKtu2OzL9pbWV6P7VIeD7J6G9dOoCO16gjZ
jdDeJg2KexB2tFsrPEGh82rbuAIA/MM3y6QCENKsPwE78gIBYLYIG3lDMx0mdFLusfLOdl0qDbbX
DapbNtjzfp4jfFzPgpYP5ZreB5i6y+F0hMda1PdCfPBoKDtNaBIxq3Kbi/HP0RSu4TzfrDTOZjI0
d8g5wNdBFCNOXPQsrahQujYw40NUe8ViGtNXTc7avWLEFVSpHyDgvHCkSgqaHHI9iItgyEBnZxyp
OsdVk8Ky57TSrVFYwQYKnMICc2359Y9/9lh48nSD5u46JknQBC+anOXQilETpeGhmKyc0U7LNtX1
ZkGx40y93G4+X+6NPfz+uczrwVRlJjnDIBA7Oc/y48JKp6JOwoMZTv0uKcebIfLMZVwHNaI+049S
p6IaIyV0R3Ni0BKYxpLWcObkuAHtuoqakfupbCFSvTXqay1tvcK4Ka7qsbwBj8+uFIEPhLXAvMHG
oTa5eDJ1KpTohCnTUf7Wsp5kg6BOHoV7daUdvZW5Td38gXlpcPS3+S/lmVDPUDT8lsSOgJG0alcg
saO9mi8RwqFdkwCAaO9SGi7hUgiXcbwgJdG8hUzrRwo5/4+teqd2a+uQRjtf2mWeo5U7srwycaLK
zkYGTksL5c3J1cwO+aiN1CzbiiRiyejT6smvF2V6m8k0bx8E79CT7kduWLr0BEhExh1/qwh2+Jq7
4wNkgdKAyTNHCToZnUKLxAlJl8jlOI+eG6IfGCvDCSMnwHWCJBBtpf5aGjGDXi4fMawPxjpvgl/q
RQyIcZmi/ZqIx6mobuArxQvFGDQnCTgoC2GQbb7a713G+VnEZFepeK9K3u/IivMNQ5H951vzsmeH
TQ2sTiD0bG0c6y6FmyiFA51PNjvKcigxxUnuVbXvVl74Q5LxQcBWuMvXUT9YV+ZJl33gt3WhWRGc
UM5HkOf8i8iUAgvXOsyOnSUsGwlQVzFEkx3qnp3KoUwzS6+vDFQuY+G85KyPScHEhOMNWfq+1BZU
qaklpUyPUR51bmXsRjgwFHlk81EaLz9/rn9YbP6Q0D8DaTybAZ3fHxJfWlhoGs81Kl/CICPBVsxf
udQ+jUl4LTO9TM749TQRgDaQDs7HykXrRikVkea23x+9KablltXk2jIjm89v6e2wON+4qPvRR2c0
NJOQL0mkuNIPtVTq3dG8pelG69UeHoNZ19AWJz5/kj7HpOgN12ay1+qFL7oa+Q6A1uypDTd5touC
g2DB3tphaB55q9zSHC1ZJporp5Br3XZYYJGnVI9FvUj8hVSvBmFhqes6XjQhFJZdI7kGhaK181UX
nkQ1rS3PtTRG1AvpN+UkU+uBVAmumL8IH9NH6YSjvai7SujgXkiFSzg7xZ0t5nYZuFLpoKAmd07b
ODkjw+QO/n4Twja+i4xl/1bEwxoyBacDelMuS8VFQy7aNela9FZxv+pus1V75SFfTv14lTNeDpVp
wgO2hxfxVxWFNAgTsT2K8eRYenfPjM+eLMS2u6Z6abX8HjWmaxFpjjjnLxY1T+bMbKN5s74l/++a
UJkR9FkCD+EIZSGiDBwWY2oELiRasF1drS5g29MS6oZ1hs2MW+bFtfHyx9uexb8UINqz8R3ijuef
i+hPftBrQ3ZMBPWUhGnoVGrgOVGZlW4TyfIiyn/j3plcufOPXykhGDwmimAov6L8cb5s3Y5xFXZF
dRwRKtw25koAi6cFmpNKvnClv3jB+UG3Gi1ghCuJCnAQZgW/88WERmy9vspZrDePpSit0TGNGAn8
Dvp9LmRodErIkE0WI6SkyK8kgn9YHeTpLC8ECpDS9dJPJ+e8D7JwrI5CJlrMLKYFgsu3iNiXCy0M
b8ebvowihoD+icncy+eR4+NjRiQPliPygFCvCb3ndy6rYeF3+HMf67TeodM6s+ct4kWr24NVX41T
/Lbz3cxqtMVQVJpR/ZeNbKsXKyB+Wn0EWtGsaWT1zWaA/2e3sn5SZt1qKGkjA+bYvLKdPmBBgYBz
l7xiGrmgUhT5/EYD7sYQCiZgaToCcqvExwA8dNYe20bYZRVyqJ3MSHpoDAEaJMJAIERNKMUb3fKB
YBaJuGwmcWn0qn6smbN//ho+pOdcHjIpCqc9g33sxC8GdFGRCIBxffEwlo3p+MP4O+jKeqnnRW3L
MdN9kgED6DqjTOyjiMwNRXQZPDehzLBLTdVlY7a5m+qke4VyQK+mdasUxFsRXbnUDzsGuCoqBYgj
8WGSqV9caZdNvT5kenG0CvDbU83ExCpKCY2c+EdQgij7/Ml8OEBnTDbCimxQCT0m+SIOWHVbSxnk
rONoDAqQcnAridcmV75B7UOcRWsCCA19GwYBIHEvgnuvVUpey0l4LAGrhXZqyV8VaTjUwbQJyjC/
0VXQav44MQRWy2Kna1yHJSTK7dDq957oW3to2+gwTsB7BkPbdnrc3xVaqOxihJJtfXpRzZTRbhXp
91aA52A7tdJykn+YAHmFwHu1/EDYcBl0S2kKy8mA97dGtzuzVCepRtAGIolKowpbIfbyg4W7S6Q0
vIBpUleFIdYPePIsvMbsHibDTVAtOgArGJEr3htlM9414ZX09GPlxCMDhgg/huOJw+nizdShappt
nUTHqUkjx8fR3Olml2gjkXJHnGj5hVHjbds23hPMHyH/4FEoWr/ERrxFK8pVsKF6xlDBmSr6AJVs
VUvY0uqVU1u+7MRDLAKGJAOnIQ9DGOziw8eUxm8tMwuPWi+EK6XvlHupyQXX7xoZKUG2U+vloAmK
zGZADvS0aXHpCNjQapM7WEWFez/7mhZJup1QpUwNNOditV2FSV3fqIK/azxJXn++6T+cuWxBmACI
Ksy6enxr58FKabNKCLS+mxFd1kphU9wwW7N9Eei6CR3dTszhmtPNn9YkQKKMqc3Com/P8V2m0WOC
JslmVx3kqPkxJfWvNEieEy/epKbHIcjcSxCD5ef3KV1KtfHSyfdZbMbSWXNEOb9THDrwJ0+a4ZCF
CyWDr3w0rBZmzinLbL9qbV960dJbeEhNuU11MDtgM0Obp0KN6qO3W7phiLEHfJ4xdUQ4GaFZLxQq
tXoEV+BNtj8BxZBfjQb476uO7Guu7CoafnB/5O6+QyI2UddRZo/pQR7uOtA9Rbz2xn2TLIzRzWJq
TQqhU52UTlc8pdJrX7o147tW26jW0gp+A/tNAjqD+sqjo56qT3q+Np+xxuyzF0XZ9RBtZo1qp95r
ptuOTMIA/DAm1V29dd70Z4bfQnHAzcJOy0U2wN6+VfV7o3ry6N/pz2qCXXx8jySLXR1Gemb5svCd
Cldb7W4sFqNpC1+Jugy8Qm3jGUtojHxOCDjHGeQKjnOAkCupuBKWP54CWFrxWcmwQmVytIt4mYgj
ZvY6Gu61ooCcGGhueiFma72T9128+Hyb/CXwcZY4sE3mL8HiNEBX5JL6GmppKoal2h9addnLD7lu
e9N9XfPyxNLRaldLaBRoL4b53SpuPV5i7h2D5iVot7XyVVF/SeqvoafFVez94lci3AYeSsiuGj9j
GA3mrc13nsgM5kkyn8axRTD42e9kp2ktG7nmZciYTIicxmOiAaiiAzPSxxuvPfTBbS6vfPOltYBI
FT/lukIQj/4FbwjPH0dCLagpC/bzs+Vtx6CyNdg8va45Y0ZfnU7KUDcbfIFcpcdOxOkB0Kl9S+uk
pylHYzlGVLMDHsEszcrhM0Qo5I/0JEUVfDDSRalvC8ovSfsZCoWdSXvrZaCYquB9CQD5M7oF/kuZ
p6uOSx/pZ+NyaMtQmHpPpL96AhVjiyHGLTWnScyAu/uqfYM60NOLr+zo1AFWShzZfKiKQxT/VBke
x0h8FsPGhBht+Y+W/xBWX3P9IIKYCV5ysDv6rsSPZoJQBNAtjQ4eF6NaGytftcVX4FPAmIdFooCe
YMe2K0FbmODS6USXG1O2p1POmed4gW1ZDn0W5mjtk/xbOg7Bggm4pALuim9kmAqqY3DBgdsWD8ID
U8HuVdkh0UF/PlzlmaNWbk9EaGwVGAf9GtBr8iIHycchKS5i87WXT4Ll5j58d37NousXbez6ioM4
l96ujGiNWY5FbextQ2CM/TerpiW5kY1NOS6jatnPbLyxAhCCIMX8j4fxvqkAocOPq4dnMRiZx31t
868Dc1xQuJgQGqf+54QrUei25gpyIQPaSn604i0CwZm89ZsX39wk0zej+z6xM03IKybpxjyrbgM3
Jo6xT5iKWqu8dTGZMocdeHhCIX9l3U0lHGOQUfGGmmyQt3ECcOAmbd2ouNMBimT1azzPkwc7rjeZ
9KBy8ULxs5MeuuToDceIYWONq8GwM6uNzomex09ZcJt5d4q0kv1VkG5Vf+VFN3G7jZJt2c7lvTKt
QUdm072U7XRpkanLVDuM/TNEPqV7ahG82LT5/WiuBnVZhI9VDDXwILX7lsG/9yzzeUzDRrNcy7wB
yJ5qa7R1EIEIgEFtdQaS16TF1Pm0vwgkBig4ajzkyEn3PmSveZOj1tQdJgaAIdjSJGpsA4Ga5SiJ
xyhK+s1U6v292pSqXac+8tpyuPDQt1wFIl2UspXpC8fD7AoBYq6MSX+NTmkcQ0/BMaQeIxS7tbpH
M8oeG2+e38q5mxgi6IcZCJYB1mrSYFiVg08HpkMApKs5phJLjPHJekZdQLILIy1By6KXSAmil40T
Jjp4zylfxR3QrM+D68fyk5wIxuFcB85GmW/oo3cHv1AgriMFQnKUPbHf60G3KJVsIateZ0+dxGHc
QWYx/dehrREMEv1r7krSh3fCBcz8wJn7OFffc27+7gK0VuqMSdOSI8WbeuMXe7oB47Jo1N9hDXSw
aZAQSiqaw9U49E4WTz8hjTNzKtjonz+L+e2f7Y75SlDIkRn/oB0vXaS0/ZQEVoIqyXFKxK++NnF2
j1RcOanuSkfmxiKuf77ix/R0XlLHrgcIv0b5d1GAZ6mS1JOs0vqs+2Zh5lnvNLHxQyksc5+qPsSJ
Vt7oVZaCh60911Or+2qQHxUOw21pjiD69PTJR9YT4iD2laKadU5TxbYl/zIGDi3Yz8OVp/SG6jp/
TLAMZskvkn4waZcpdTh5YTyGZQwMjv3RSVmw6gZRdnqv7RZSHzZugX2vLfuUSzpo3chK/X0DxMJn
3NhmSbdUfUtajaLYruRWtbUSJaAYL4+l79X6Ustya2UaMwcmjQBj1E29qqVCX+OPi1VnEP4YM6O+
GaV01Y/yNZHzOXO5vDkombwSTYXGcSncXo/F4OXqFB9lSBU28kyPoxhdye/fZFY/W+TirXu+Fsty
7AGkqUUGHZORLkOpKsDR8D+qCePP8GWEcxJasQkiYHptvZTtfTYkuOwZ2CxhSeFIGIYMJvwgfGfd
eerkiEAZFhMq7CSxnAwD3KUU6Vmw++a6UH1oCYVgLK0Fb1e5lsp//IrnZrpMFwtTNiCLF19xEZo6
yjmTcNAbgE3oPE9uKXY0B0y/3wQFRcvsU9f6N9owt3d9v4JWa+oAtHrzyga9lF/lY5onFzpgyXmE
8UF3ubFUb6RMEg5tmay0RulWZcNTFCZ1k2syJAW5GJcTqDw1RtZXGpV7K2xIEuBJuL5GEqalTFoi
4xqQ8Y8XhvXYrC1GXxORivNQlxV9FiVVJRxKa5ycxu8PylRuyA+SBbEN8m/WfO1abzF4vEN04nci
fQTHGEFJdVgdIj4XHPN0ePnHQYgqnqjH29MgtlxqolQt8o6jX/jHxDOxpqae1ZV25SVmv5syb6N7
VrUoYtN3BnUQHZWfcvS60HeaJrmRsBvyG4UpqSrizuTXTUquoP/OrGBclmMmOgO8iLcL/q+qyv+i
3vru3X1QVXnMs1nJ+i8xyFnx8e3n/xJTESRD+UJDZharnwX+1Fnk8y81Ff6V9QVEEl7tUPLwODOp
s/+WUxEk7cv80yYKhNabLCCn4t8qjoKsfkGKZ6bsm5R72An8IxnHC5iWxuyaWQJjbNqvcJnEy96h
gT+KFoSD9jSYuXVDf6XeWFEqLLIIyo+WDN0a7ansESFHeIt5jB6JmsnDBu+qyiGYYKHT4F9jB1I1
XcmCzutZrozGHwpYEFcJHIiIXATkdChE3w+F5skTg4o2GiV0qZfSnplavKwENbkSLs9Pmb/X43XQ
i0aZhK7veSAIOka50+h3T8iftW7SQ1lA/Fm6UqVf5HZ/LcPwEfVrJGxgql2ku4FXxJKXBd1TYYBv
zAQrB7UbmAIsdKs/4NwGdz0y0TqTdWXRGHXnCGXVXukUzs/uP4cdF4GaBc6RDD8BqHGiXgS9MI7U
2rPM/CRowriuZVl4GUtg+wiAtc9jJTZAAtJ2L5c5Go8qCK13X8j+r4XeC+t8fAh0jcnmMC1hjM55
cLG+oGr1JOVzT6mBPeXloNhaeTD3ithId7lmdICpI3mnlPVwFw3qSxsDxv38Gj68bkSOCKyzfwVw
eabc5687a2JhqhO/OVWy7AH0pIhoKkO/ssp8I+cPmlUQMZlF1vjCLk+XYYj6UgqG5lTqSrWRwxho
bIDXYBUhCP35Db2lwudr4TAIy5KvGMQlSKbzO5qKrpewtRpPo1RrC39ooyV6TBLDUdPadrIWBHZe
BOAfG+FF7yHQJAwo16GQhc+e78mpEyrJNauv8/R93miM2YE2GaLIkFbWLtJ3lbIpStuqP+mK8K1l
6Ab6NltHg/aAspIdhMW1edbHB45/PPNZMkXiIwSF84cgmxj46UUynvIhYkgOdXPhozqN7k5oXNnF
H5aiNpMkti+SJqBcLwfBTamNtZbk3SlpofGkIUytCeF82C71P9OZ4zGyFMbOpsJ6syDbHCvf1WNZ
UUZF4PXtqRWydDkYlrD1Wr1yvErTDvmoi65kVAa+hek1Yu2fbpLUk67wjJlgyn6+ctS0QaHG1XBC
flVdI4MpwGDPk6WqjdcMpz4E/LnWxWkPCQXZmsUUzpcacJwKrUkeTp7q3Rh1/IIva2IPRoi4V628
fv61fNiYLMb5SeMB6Rudh3q+mFHIyF122L3GQwErDLpP5sSoGK+LMS1uplBId20GAPAfr4qmMKkw
sZczRr54j9U0xRRKgXia4tR7jXs46mHFCCSUhbXQzhqao6D8/nzN+bGdhQUSDKomYGr4eFEgXnwR
XIXadVYpnjofSqPVe7Ez8Quu1E9/WOVN2V9FZRSYwBup9P0O7Xo0hhpvOul1YLmBVje2qQze8vN7
ueBdvX0IPDdNJHiD/CBzOX9tHq4RXaF1+ikqzFs81O3Ch8vSFBhKQBmsXElBVQjV3GgdJKcBI5JI
HFFQG6H9kT4Mp88v5w8fx5wpUF/NPH9yuPOrKZWgwNMm1U8m8LcafOGUDwsZOfzPl/njXc8wIpO4
jovMJf5rjA3kbeg+n6CzM4rsEfXahbfmsVddhSGjLW/KH+gL+T8B8HrXwGd/usn3i198KbgsJVZa
1fops27V9sYw7vzgCmL+4xKyPFv7gAJAMQGI6flz7JQsExMhap7RnE1WyYT/WxobqNEmWvyP9ykn
MR8+eSUgUP7ufCmhT1U1iFvrVPZ678Yy5F7AtMWVHtKbcs75Rye/WZbNO4MMXr049/B+r0Laa9bJ
NLs8BoqZN798XFg9x4sYGSy8nMGEredTCf05SVdF0wS/yyyhO+5Lw+wbX6rqV7FNLUpjTw/iBfO+
7GeqZajCZc1sU+YhFEv5Z8Zhswq0xPDgTsUJIipKM+7Uouz2QEbAhJpAdYGyYGfWt0Iurv2wZK/U
6iy6pSCa9NvMw/RaoPsYDrh/hNtA78ytu7ey41040KS4pNXUG6esTnK3SD2F5mB9zZ3gQxrL8InY
TZ0AhmUGQ52/zAwPlUo2a+s0zvrDsSdBV/ea3JC3shXS4ijVsblpe9iIkRfP8mJ1kv4j7MUckGhZ
o69BnY4xBjyX80uYEPhD6FnwT1ovWxtMq+uFLMbxWujzzI0DWv6fx4KPDxbVNJHcHZtYzClU/Xw9
2mBlKlVNfBIrP14YE8omegpS+PNVPj5YVuHXY5MDJghVyPNV5EHyhkiu41PASc0wVyk0ZMlL+M19
p+0zv6t2fkYbQimZ646+X1wJCH9cfy5LGbfPvvAXd4k4nJpMGMKekPYO74qm+yqUwJbDnCRHTzF9
7YcBCrmSCy/gAq51gC9G4PNL5fZB2Ok0hLBMuOSZDklvCkGgR6cEUlaPqiPHa7UzsE5yB2UsHqPA
h0g+MnmBopA5ejkl63KU1Ct76w/vmpkIKjWAbGSQsZdvwStUrRB4C4Dkp9UQNgCP2rxeff6u/7gK
rVVppjTjz3axg/vJt8rSYEflZZO6dTIM20KMrmn0/HEV4q3FqW3NIOrzHZX0qZFpZhyf9AacfN8H
Bdwfo74Sd9+4COdxd87lJBMOASNwvpPzZVqvw4OyE6PTKMQm6np5fStoFYRGv9awXsfhkb6nbFuj
aj3nfRncJqmVPmGhKf7AYxgBEM8bXCVD2c4Yut+G2IILGnqDWbIwZeNvKRbklTooOE9oTTW6SRgj
KOLBxvM6iany52/mD18BNwPecr6buVw/vxl58GkRem10Sieapq3Bt443HsNTQWL+OMqqI3j5a4p7
btGN18AnFzOgt48AnDuaQSSOvLXL0i1PoWDglQzlOak0l2fH4FwopE0lwiqICylajcpgrPuyFZel
1mt3eeeNh8ETw6Ufe8H/x7eAGsrcqMV9SL18FjqdH6tPs+hkJaKxQXM/B3SsZle+hfmJftg+5AZv
69Biu8iVO8sYqqabwtNk9rHjxQNKY5afbsI0nTZTrg1X1vvDQ571TXnEgIIhHV2mzTSlK7ZrVZ+s
vvtaGBB480DW7F7Sx800KPqL1HQvnYq0Tpf30UZqRYioYlfvlCqP3c+324euzDzuIgMjzTRnFJl8
cfdBmDJ7HbPm5OPbXSKf0NRbCqXU9a06WLHr62ceHFYKvgrKoQhm9GspXtn0HzqS81VwlqM3RXeG
evdi15cC7zlWjGZuGZiQ9MvmmfTU3/QiM/ZehEGTZuCNcS3PliPOKK9Nq4yPniD/yizsbMbmgFeG
daVhZswJ27udwVkw9zIQ9JoVecg3LhO6vDczYFfdi8Fpf+O3RfSi1zVoHg/KCIIbhonEU12BjLTB
4Wi3vpmUL3o5qg3anBNSH2OiJHdl1nrfAqmZRUmMRLvVjUCp7a4HNo58R6IDHvQ76TFVB/BDwhjk
9w3S6MCmGEa/IEvaDvbU9NljiVse8qCKluzrvpYeaLcBDwgBoz7KdaEMEIFKFHGq3C+/+WES/EDo
Rn1M0jyCoTnV4FQGyjRQJsXEsF3WvPLQ9UL2LUsr6TSaFnKVWot1hq0qHip6gGaC77LYTEB6gtja
5YOe3QLO9n9gF5FxKqEy8apMSCbnUqD8BLALlTGKU/lV6fBid2R9UF8lyy8f1ElEfg4bR5/ZTiGS
zE7sJVSblOBHYRkpHPqe5FzR2nmUb1nVo1DnwGvSqLAmpvETQk95UERfxSz1/ioN/jvCYCTBR/T/
FoZ/bLvvSXs+w+AP/HuGYX1BBIqimw4mH/48qPhbEd7Qv4j4GfNNMN+gj0r+/a8RhvYFFV1a92/+
ARxgc3fsXyMMSfyCHPycB8j8MTLIfyIJ/9ZCffdlkrQgoETknHnmFI/qRRFQG2rRaIXWgG0BtZOC
gdsNCugZLW3VddjW5iarh3Sl+1W+lzul2KqFVyyTUZ/2tTJ0uzaOE/hk2cr3QbubeRnfWFZTPkrS
kN0YGTmfjiz5Wq3qaRdKk4i4jVZ7SHsisIbgdnUlhTmvhecSn3wXHTsa47TnORfOD31RrTSkrhX1
qDF+X/hpZrqRaf5AuVvYvHvJ+78e0fsu/JwL/efB/b0SbiZ0wCw6bpc47jatragvWu0op7CKgmAw
OXJQism0IgUxFui3RTsbeVmJNF0J8n+4SVakbprdGWXk885vMjCLfDBT0TtqIdKsiGr6u8RTQZpo
+njlVPuwFJvMnJEcNMfnU/bieUbsm87q0vJR6PVmGYz691QPRGz1JO3Km1PmfPzsgTKrwgWBbQgx
CdTMxcll5KLup/pYPsaGuEz9ekPfeGlOzU1Wim45pEsMEmxN2WR+7HTqMxH6QcplJ4LM6X1HEYre
Gujmeh30zXZM92IFBq5TN6lKOyQ5am3wNOAEraSzmke9g5G7qzpQHAHCTK0sXTnx5os9vxmVnvOc
eIICohC7SNjNYYz0QE5ibJF6tGtE8CCDl8l2OoLBDlXhWpPrw26E7DOreNIAYlrCzjjfEkWPUFJE
m+IRNJK+mrwBvpowwPJPvWxTDL31EAsG0IDq6g45L034Dlh5noHy5QFToMl+vrIRRQOMEo7O1qAl
5BcZ4gWyl1752i6BBixDFYcOJwM3cOSiMV/Gu5aIVEh5JMBYfWw9CZaoEMRrlRnUKk4NJFfMZAHc
u7Y9HwyfXwGNqL1AtysV38worSiC20xxBRyi2vL7P4wDqClZWADheYZylPXWy3p3YcVQJm0eef5T
6Pm54yVNe29IoMu9ArCpBHLb7SS4iAYSDZ8vfFGt8eTnglAn2+O/TGuUiz0mYQQrBrpWPTUq6FYQ
tcyoYBL22UNZj8+V0j1GyTg6hm+Jc/702mD+0CtoHKWqh9JOuw960iegGN9z3NHjVv7lS0pj06t9
xasX1A5Vc0HNftV39SJV5srJlCkPqMlmpQBA0OcvUwALpvr0ZJ9KTb718Brqk2KRm9ZdbSF1nqmO
1mR2KKjP0t/0+P9mKf9L2Hy3fz4ALZ4xrQnr//n1P8u2aTP2+DvIxfwn/52u6AAk5n4yjAlezX8M
bIBcmF8wsZ1hGHMW8a9URVK+zFkN02BYlbPWBAHg36mK+mVmp81m53ShIChL/yRXuYgB1NTUAgaV
hE5ngr7OZbnn410YhpLYPEVtRBJeKWlyN2ShIToarcPVzMazo8H3Y3ca5e61bCs0pk2xBkqo6PGT
VzblXTIo6UEasc+tqR6vnJbnUf/tAsGUACLEKptBzqUEBr7juljRMX4qIwRAYLVvUaExwQmmpXol
IJ6H3b+XYnjCXIPWP+/r/BNqOqMHdDc1T6MwIsbWV77ri0F0RQ7vQ3o4n/2w2OfJFx/rBynmHuyw
UIHvPVFAtytJB0ScwiEdgDY48IVKCGxtAQ2q8TjqktG8m0rhNq6SXRV4COtIfkbVHU8u4tnaMTV5
4oJkxYtoHOOl4R1iA+5Z3EXFOvIZZhd14K2CttSQnLfEa92CuQD/z5k8PzIgauTVxEpxJgBfPLKR
vLAa0zo4GYYQ/DQ4EfY00mqHFIuqPCws4PvSdlBRAW7VsVh1yeT4Yywu0gZDnQrBrKROKyiWj5ra
RW4X++FfL/W/0YnoZH0WnY7f0/wiJvHz/45J0hegCPjvkk3xGuc20L9hYPIXFNLx3qPbTSZyHpdw
dyNxBTkB35rc4SwuEUI4PVVadByfSAP/A1utt3HU2cYi6WKKwuSdi6Agu8jHEbvg+O0G5bEIy1L4
CtPNug8Hn1I9pZ+6iZMOZMzkZd+zLsZXtkxLbVnBnIQE603FzyL0UMFrNM3O5QAnU1Msq8QxJf4E
ThpyPEuvi2WPpUaRofBlWAgY9n062XWi63uVsh4fE1GpY8ePR9lY4N+YH6NJ+FZ1NXJZmdznryJN
13FWPmaK9H/sncdy3cia51+lo/eogEkkgIjpzcGx9E52g6AoCt6bBPBas5ttv9j8wNKd4jnSkK3e
TcTcW6USZZgHmYnMz/wNnE7tjpbQHC1dsCFfmdkwVZtet6PvuaxcCmhFYeNVFzWINeZdVt3EFlF0
3amh9pU5jP075+YvhxklSWjCVPJoAqHTcRLJNCxsTJHWeMj0OEA6u2/8PBfD+tWWuvl7QV5nbL+c
zoxiQKihcbiQvF4SkFeRWtYQm9VVTIGoEO2miMpmO1ot3qzwtDfWkL9nEPKbfcGjkIYuwvHUkJyT
MKc382K2IIg/SL2aaPmUw5fRcjU8ailQ/ki5UFPAuom3w48wYpUNR+Wr1qpg5o0lzemqC3CNFYV4
ygu9ew700sOACnEWx+8cBdMznEpxL2LswHyzEtOH3pls6LqWNZWbuAJiX0yqaTf0QaHmcT2n5Xqe
jUmu0l7NnR9VTiFXcK2T69Zo0WoUVjUh3oivi+ZB511LUSFnFjj1XTqr8VGTyJn4Wttbj3Ysmx8i
TxPiawG9YyVAg+SrP1ywBaSAhJUw6IMuk3h8x2GrCmJmlONDFxY/grk8DzXmZja9PZThePsy2P8/
e/+dzhSxF/oe+AmQIiK+8+ZZ/NPo8JkA77n9t3Xcdo9Fx8++l+2/bfhi+e+HIuY/r4PI3w7y8wB3
7L/IhPEcX+rRy0nMQv7LFVH+JYkcyZs4i//Gj/8MLE13iStJnSWFLs7XBeX4r7hS/wtEPoVuUuzF
WIHCsvMnB/hJ0Rz2P0WjxZKRdxXJX2r3xxvN7CFGDbEMv9QDrOmhiew7o02uKmpWWl0/qwopqnm+
D6Zx2qUuJroi33Ru3azgi6hNU1jf3974x5HKz88Dxdt14S9zMp5cKKqBFj9NQ/glT6t6q4USif7l
hxTh2LWWYuyV9/qnt8c8ScqYQrw2KPOQVC6dY7RhjiehtcxCm7TYepikdm4bzSbPVfMxnKJ61TVR
tmnqUfhFDdi0LiKASu/ZKLIJX4VngmIndzFnM4mMvYTQJ4uQR0XPlI7u3WxPKw+Hg6iGNSWw+JLa
gRiAGCy2ruDHzIe3n/zXgTlmAFpQrgGlx/+PH7xpwwjIsWXdmVJD3NZBtUfF2P9ZwXDvtWrbopBh
G9W+LsWXt0dGHO/oodnBLDC0LNYZRO9CozgeOxmETdcgym/TVbpCT3F1efn1cMh9xw93oDEu7Ctv
Y191e3ctD/IQI93dnCPffaVtsOZYe763QVGeX1/+XLVv9sW+W900+46fehvzYN50K6xK+INPg/90
I9fowH5pzr2NWDv8dvJNfZlwHyPRx3GLtsuh2hhX81V44X0Yb5GKSVbTjXkYVpoPqdAfVs6m2Tzd
8E2fnjp+Ovr9mnny4/Wtve59RIu3QHR8UDQba4WQ5qZZ6zt9V2703bBttvmP5IDGzlr53t7b2+tk
V+7BxaOlOH/Xr4wD/c/r8Vo7x0Bv41yYl9pe36Efi2gzInR8N7qnL9/f3dgHbWutvP18I66sw/Kd
+lXg/9iflyt04n1nvXwMb13v6/N2n/n3+Yrei4+z1A7RtwMC4jvvod2r1Xu2iy/Q71eh4N/riZqd
R+cX2OBpCzRGQzCobS273a6vHzCnO6/9chfeDt9i+O3dKnLRFtmgV4eD2T7cIEK2MVYoRW3nfbwp
d/zRDRfq9nl3dTatIBb799NK7cM1geCKX9gkm3RNGOdnTHmx/Hs5Gb5a3UbI9a0wpSk+eDfI4cZ8
vVZ7bR1uC3/5u/v92xv3pS1w8pz4jzooOaBy8Hdw/bocV4lcEdpaOUBkL4S5r9yzcagTWNHFTsVI
DZZTspguuFSduvri7x+QbI36PDq8fNVO6gtQmHZX53EHQ5T2ZFxMg2+MFS5xQwloQBq1fggM5Tfm
WJ69/GCg5RCZsBadnjeUngtFPoejgddIoNmlroMi0c8CXrwzL2x//lCUS2swCJ31P7/28ucQZ3Tf
KWO/mDqfzAzOPUuuAhzExff2+I0O5mJMJmTdb+m1nGlCuxBFdJd00YWbP2tdd28E9hpRvitLMy5N
e75vERxdKFOht5mpVpqYTOjfwwhrTqEenKR4LEvvtnZiZMG98z7vPvU4UgQtKMbiWyzUF+hJ+xIy
uT016Jj2V14pd7HxkfTBBc/p3SAdt6urETHZOdpJvGJRt78Yu3SLydJGiWBTRtc0SxA7rjYBYmel
g3inHPYZst5gRNZCdOeJHV9bGcKQdXYH2vBe4VWmcFt8e1Od3EAvhyFgCXSNXpA0MDGPpy5P3N4z
zTy61VOumi4BwwiyBwjRDx0qxzlIPcO+Aci5BdoxvDP4cQF9WTEWjBtw8SMAc38KonQxopjGzgg2
COmNfu2p2E9mVa1EY6EH2XbdXSXIElrAhW8/9fHt8xI2cfdhkkqARnZyGuTaqnHbES70ddKaz2nu
4Q051Pl2DhE6B3azSjrLRpWNXq8Hn2b39uC/yDQBTvcwmFp0W8ViNXaSeVWix1O0t/WH2khRqxXh
XZK76bnRIzGgB1q2Be2BNZ1dXpZVeYjnuL9MbaxljPw8Am2CvknxKMRcrMNuzvA4rJ6qpGofcqd5
rxR1PE9UFl8+KQVjoHUIybwwUF9lb4ULaCUjfnjojfgLkHuE03Q8/2LLOS/a+Eufkj7H0GmzOXtX
85BQ81VoQrmaJg5UFyoQAF8p9y+//2psQ+WNa2Ive5sV/TpTKthUw3zYrmOnghvYID3YmyGtpnTG
/jGOoDM4qFkWWU/St4hT1L134ZSc+BjRng/C+OxOhbrtlNnsmgZl4JcvZYnJoy3Q1C4miJqdTj4X
UuG0bP3arUVy63RV8EF0V3OuposkPPOcaLgHMtCQyOEumYhJX0ejnfitKoazGVTwGn3G7s4Jgytd
DpBaJuvDy/75o6Tpocz5538sf+eprKYmRlL3pZryz1fX1XNx3zXPz93lY3X6J4/+InbmPwdfKthH
X2yKDiGD2/65me6e2z77exCcz5c/+V/9zZ9l74epev6Pf38q+wKc2d1zSDj3OplZAu7/e8N/9/yf
/7MJ46N61fI3/s52hPyLHAL4D/p7AECpCP0r2RH6X7qxND4oQL5QD/mdn8mOsP6yXc4g6pPAswj7
+XY/kx1h/EURC9oKiGiKIzYMhD+oVfFRjvYyvUHKZDQIaQMu7RdkEo73MowizxmsvtnMblenu2xK
6O8op5IfYxtY8zbqA73163Cw5FaKZvxgDpn7yCceD4FbItI9gMfB0TTqBWY9cqbIDbghyc7b1PI+
20GPvmrX5R6F79hL7R3tWoVMzDwM16PptDVBgUmSRYPX/dpl0HKxzdQn1Ma9OrgsXK9FckR10eL3
V2qlD5Idy5FUV+NF1xlWsHKN3vRDBxGHazUEyT4edO+ik9l0FUK4exR2Uv+gULb4GUX64zxPIHBB
k6dfSq/ILBweMoXJQRbpVzGyF1+6enA+eEWu4l0EWKfEmSTCZVROIeYPgRJOu1JZPhOxhXn7iHay
8T0qcgPN8TnOP5kdS73Sp9ACytTNOX46xlAHazdq8Uo10C34bEdyPi9Q4ZUHDVwYd3N2bYoGu55e
ec2ZGVFF2eVtoV01mQ2p3CuT5HuUpBqsCyGms0ZW9O/0oXMkFrlTm2EpBPDLt80OoyXRaMOwhl/R
xqsuKCwwRxpkq02SWRbiCkVfUdpGAZfjOw4HNH9786toCyNZlTJrbuHehosGCx4kSQeOYK2nguOz
Njv3ukktvMuz0I1mv85bNE8pjevmRtNE88kqbe8b/NYURRsrBY7U5sp4HIBWNn4YAfVap0sffoho
h+wDxJVAy1dJjt+oWXSoX9SidldO3s83sqVyAG5pUtXeTUTSrkInRXdFU4W5pw6mzLXUFfbzJRHN
h7zAzxzgZuKEvofxVrpyO2MiEHaKWNv1o4eRlhCaU5/VbYXwUWbrJJB1UdaozZSI7/nUqSpz39U4
NI3CQ46DIoM7bCIv6rBRixsU5b2kMe9dhZtWMXYRdbnZBZk5ErzHZmFNvrTYY7BrpxbLmnb4MKbN
PKDek0ysudfn8myOiqT3E9rYj1k46UgX0Nc6r90+aDaTdMvcN91goeVL28k3dl4hGws6y7105lKm
vlCOO63MKjCQeMo0iT2y087zPqmxAF+JuLHtfekir4jsEnoY0PNS3MQmYYxfi270vlSaiXO06NyM
+WlFi7qUNw38PFPTVp8a71szd3ynukcQKpqq5nK2ChAdsZHo+y4fcPtVSclra8lxwfvKCIlW8AQU
LUduX6efudXQjevAqSUUOA8Rjue27+mcEKuZ8vUPAwSf5SfQLtK1gRDbgsCkOLvKLK3MgBIH9icn
L4vUt8SYAI31RM1kCtF8bIs4+5GBp/uat12NT3RTBc9dVWFBxhuoruzBnJN1VgG59fu2xLEWlC1y
26nXZCSBsRF9clPPVL6yamn4zhjpoQ8/pO/9NDbCGUBOguJvO4sEIWzDnXXwAwUCw+myefzCTlrn
DJvX2lyJLhKRb6UDxhuVAFe5sz1tvgHcQXRY21Ger3W3y/UV72iPeYyrAX4ootbRD7J1VbLryAOw
Ms7oFW7LuTTVdtJCjiYJptHaT16K1BuQS45DKxQNJRb6COjSiSrHRLJSWoO/GFHwNqhJs7b6kIrP
pd3g0eW6Y/zR7Urvexno/WduTkHCp8ftsKPbgdJG2XfdgzdOkjA2G1K576vOLDbW1LdYoWiJozBX
MsKKk0e3kic+ztgfYpnH4xY3WPF19AT2Lzx4fxc5aRht8kob1L4p+9nahdlsdHeiidghmjbZ8qYf
+7g/MI3aYwGdJd0q1WIv6aVZ/V2PVeczfLBNcpmvqcDfijobOYTrPsFDsnRydmbe7c0Q6Ug7ILJr
5phlpS3J8tke4kl2Eqykne9i6uIXc1lcJorEoM6Dg83Su1gbuOV0A0hr44UTstCGWhl5f5WG6LXw
GufVcC1q/allbN2mvmMlxlna9Durp6AWBGoVST7AkKq15SL89BJsg9i2PETZKjSLYjgabWN/xif2
+9QW92Nq8ZJWxMHmoxHeDF19macTtlrT3mqjQ9thpU5CN9FcmVH/MtA6H+Npk9fR52ZwtXVn1/Xe
adRDXwRGvEricW9JDMeK4o4+BEdbbaMK6l4WkWX6WW1vdOzRnP7JzWMMQgfISB6jZTpmBg0yeypw
zzwr+WRPVrTtMh3uVwIiJsAKBvUmlWLmPacZVkPTWTxX6ZloLe0MivpDmIp8ZYt2jZdLuVfp3ixz
3tSpOaQhyn5R4e6bMN9m7nDXgsUYpHfmUQkr3QQTyvHbPOhIzipnOvD3PwVN+KlNBCicQtxnaXw2
ONG5m1oX6TAhhO3OHmfttBvqEfCtzretQnEbZeOTrSXFJh+i1vOVbQygvIB0F7iFFDkvatNtNGFu
URjgFZ3PE3wos8I4VwYu6nmBuJQtrvtIsWs4cXREAhfNnWrluvXnRsObJ0mfS+mh3ZLt+8Tc65P7
sWoX4tpM5DyR7XycdeHrsrpuTcoxMeDb2c0vOYsQ7R/zeBONSbmJZiDtUYHMdwk2pTOWQCbrnuLS
vGvqHKQ1L6Pfzzq6ptm2LuuHwUw+c5z6wD+jgwbLYFjgCV1XcgbEGF6JGprdltDnvnbK87rOHs0s
+jQiePrUlIbx4Jh4cgqzX+Hz4NF0R5hIc8fLFgz3OvEi9BrL8XaI+J60X9JN2deYoWkIYJzDGH9y
BVJJpTMYl8owplU3fhYVHgleIp8Zbp246VUUN7ipdYPt4V8UEKLlxmWCI64VBfXOJdxYm5X2fUbP
DpWXzZzNwZlZNdV9KxxCE3OmSbVot96IBP3ywrpLdLSbMq/Hx9CUiFXqg/jSN8N8MafhOq0pCmZ1
v0qL6dYUapsn6N8VJr4LLmsI5ucmLyqyoasmHMIDaKerYkb5V+sOTVZ4zHz8bY6jyxmnlRkOrjWG
V5q0D90kb5wu8QkwYpyR9TX6U/emjXFcpPCtkeEmEg4uiUj7Lo4H4WpKMQDS685cizIwV12a77se
n3UtvZya8DxN5Y1p5HcFhMDWwT+CEzXUvRuTe8YmN08No/X7IN17NZvNq3fhtMaEZGVlX6MUu6qm
/UCQ8TnGpc2LnorKvRDZbTxdaX3Ddi7v+8k6kwHLjycvQaDmx2gIWRi9WeGsbvrwIyge3zGoczaY
T3jftbK7mBBKp6wYXMIkOde7ZKtlFOHdKSDrfFaGhauJMDZ1lGKnE43oNmqc62hwYanQ9HssozcJ
DeT1sAyFDcLXwCtvBMxfYxdYSFXDzlqHqfS2g0qvbQSOMk9uszbgZDbnp7SeULRP7XlNk65fTQ3B
iD5334s22paofKyTuSdELgQyd/mVsltcmJtinWYcJ238OVeoj/BoyJSqFI05u34ktMaEo3wczaWb
J/UJArkEYvKV/BbTu3DWne8W/jiGCuqItKDr3E2k6WYL6t7VC0zl+2bCFSxPv6Ixh2FHIjM3wfEe
n0CaWTpmgKVUYH6CXoMIS4dm1VZ9jPWHanN/iGOBAb3MxVNjJ/mjIXK8m0DbBtVGOoFs0NTMcyps
6LcRahVF3KyRMzL2thywtfFGyY3YIfS+AgjdnldubmByNLYWYrp1/8zcpsPBlIETr2UcoAE4Vq68
TcI8/5HZhkcZTkd7Ev0XdAt1t1bhahzD4qOekcxfaCPh1bUM4u7GQQshgk82iPvKDA0X8QlPZOT3
ucC1Yxqr77xaKCiPTdYAl0VwDhGQAl3i1ejyYOvK6cBzG1wNt0qZbesbXTddZ1qFSy0USM/G9Skf
1Z6rR3fRagphhiiR8AFzpOKzM72SgmvRNZfA0stMeVamsfZJzaV2RWAy1efpJNNN3k7OdwOahYSQ
0NOSRqJt/vbnRYbLmFOvLX90p9WDo6rD/2t1BoRT3io03P3n/2rb4zrDy9/4Fy5Gun8hcgi27h8C
wc+2qvcXtwLAcMqLC/l8KVL/rDS4xl+AxhCrBwilI3m39GL/qTRAuKYOSTUUjC2l1j+pNICheV00
wyxOgNADcgGRgY4mZKTjQkNglZE+saE4d3URIpOnx9IP+6TpP4+iqzIKCUmVdtuyhrJ+o8OPkXeB
6ybJnvzLm24aOgEW5G+IEG4OcDXNhz1YXtwjM9woMWsLGv02Lb3yI3xSFzugHPoViWQa29S0ZSBv
RWQHwRZZD42SnFEUbkMD09bKsd22KWLzyKkmSLls6trs76hQ6KQ6pqbfYB/QPnl6p+HmpnkJ195o
cN2RJZMrlLEUO8g4+BsGorc/G721MEsTiG5rXVFGJEqpsktbBdzHaRxDXlKiI5YoeloTKxk7UbtN
Yju90yCK4b2YDFW21c3BkAcdslMmtrKdmKpM82quxs5rQhLZV/voN1CY360NELgFU81C02k+Xpta
KwaTOXMSRE/CpIF01TQwqebKO89To4nXbw93Qgle9sJCK6Xj8fIPOgzH4wUxlWxhdAI4C+eDWJlD
iGIQIllCfdPNnDBg7uI6Oi+LcsqeZq81HoZKtZ8n1bIFppgK+TszcFwG4xNx2C7cbADU/ERaJ5+o
DbU5CcOC4LtNaOethVaa676cNRM/N0vNCOaqCFflzGsJhOpixJkud8L3Poa5FNj/aRcJ6VJW5kWh
9E8bjRd26Uu8Ki1LWfSzlgVUDiJkntEZjBE3uE6LFMPCNOqUvhWBFuAEDtQoPR9DaT3rRlavjVEz
wfGklTk/WrTRvI9seVDVO4oyUV2sUrevZk5mK3DuRGep6F4F8xQ82cPYYjWlUz2y3+t+cnScPAsv
OpVKcMPUGFHaOH4WPXGjKYZNhA4y7m9fZ2iS+UZGFtYjb++nYyTXMmlomDBnKOo4NARetturSbML
K2B3BJTYImfsJMambmZcinzETrTIybTII3LSqbdHPX1pGJVXBmtctN0X5xjz+PFyV6GpLyPqJu7i
KRalaC5asgzwGPWa/dtj/fKEyNYCquZ1QUlWB95/PFaIVEJmphn45UBmY4XAJQ4D+24qBvcMRw3b
PO96WPzeO2/FMRyBiaUHBsUC31GUa8UvGBBauq6Vt6Ek8gln6Y9Gm97kQULcXnhB+9GYmnbbgRGk
Nv5/6uf/heNoGVZKBAOoSdNhOeWQzCYdjdIUNsPq81z7hq3Gy951q34VI8r19PZoyyt19MpRk4Ww
QpGeYbnvTuYWsr45zLOThKtZS/t901TOLugta6cFmXfTIneG7Yg1YxQ7ju9sIfNFe+F4cLrlFPoN
IKuLkerJ4EGQ1mZcW+yfNhirIvRTj3rsXduQ7jxmYOFaD7UdPvfOtWcHxEAaAqdeGYOWFZhMVqgV
BSvRdtKAyplC57lxxmQABzBYWPHqRZ+Z1/WoSSLuDIZdgslhP5fzrSrbsdwFLHB+W84F2YVUxkQh
H6OgerqrOl0icBtITd7OwRDPP6y4rmy111uZLmKdytHnD3U8aMMzQg5z+EEJNZCYJpObpJdCxaa4
iqn91LfwiOXoh2ZY4sarMit0zlMdxU/kdA3lYiqvsnK6asMSENXojnUzbcM5Nufe740ixtGYnEcO
B0+EuahwIHa87EM0Z5S2ozGcjZHQNhIA/a15nD/3rhln63CwCzAAaRVKMnmnjzT3UGWZwkAr1K3o
ippLkexISnOx53uE3ryNtLEMBj9l5ORbVkRdcEELr8nwMTA8jo5Wl5pbXkVO4ib5gZ3r4Dtejfbo
rbt5wLgJAXRNw+W5d8zA3mS1mY/WDf6a9SR+FJYsVLOvqzzT4nVpYZlrIlYo6sjxeyuYCOHDacAv
PIxzzX32tNxDFL5RKQVWaVcOSUEZOdU3za4q08fSDX+GGEe0qNt4htLaZyIbp1s70xwlz56XZcWZ
ZgXEJFRMktokjygqiVdiOEfYlxj6iFaP6JI0XQnV9qVvJm6RfRLmTG7USKNUZ2Yvc2+vQpVTsQiR
DDlExaBpV6RnIbePhvhpe08SPhU3xC7VDxjFrncXNprC1bSvUKz5TF0gjLjTKT9h2J2Ok35JVBib
eDzQVz0fxqktt1ZvTpTyUxnbZ26HGxRW29CZxw8Uocd96DlBuq2Q4eNzGWmGPWKVJ8o+i5yieYj1
3EDgHgY3eXOmhb2cv7mFhtbKqmLJSgSP3FKkO2W0VtFdtLUZGXJXFXRcKEWqNJqR8wlReJ21Dico
PALmcyXdwdqNbZ5mB1Vxr4xYAXdx74ZnbqjZTr1xEk8kD45j5f1Hyvrz1Pt1k+jRAeywFrF1XSMf
t6lpZRUC67qO9jH9corPNId6oZ+VQzjIfDXguzBTHB8zu8RXGxlQx1r1qpMk30LL1bqxJpEcoNRW
gK0od1PcH7VUN29cOTGz5H/1LL6ZTWjEBxY3qjYiMDrICWGTotiT2gSkulJj8nU0oW1ubYpQ/VVl
0gu7mCfXmC5l3lO3psClAeNOTVUjPxHow3gxlY4R7VzlGOGlYbth/NHJ4jDtL4ckr9x2g95I2U0+
m0OMhyrWu8D9ljWU2T6QqaY4KM5g2UfwSY7q0BByx8CLPrSDiOO9FG2l+rOcfqg8DKmTWuHWHenK
mtfNlGmUnfS8c8rbkop2q62z1uKkoMJjiOzLROIK3EXL3XgVz5qhf8ydXu/PHT0vx4PWWF1wqQUR
lehRCfE0dYgCvHchHt/DZFCAUzlsyV/AjBMnnoRnQWFHqebiQlJPdFRoWLSHNi/r9egg3VCNzvDO
BfHreCa6TyCHFuvDRdji+N5PFh3Dfpi8bRqoaA9Gvd2XDh6CrsUhPc/We6zb47tweT5zCckXdfgF
gngqb6cFchg65XqYq5cuuB85bsdomOkdBe2F27vGqswDd61J6z2Nq5Oc4GVouQiJoZSEsPUvWkx9
SVyRmTMJWh+10VnKUTH605gF57oe1Z9ALEyHDDVHfFGbxvbDJFf5NqkTLBplWRjvMJ1+iV0JKgHA
wNuS6BYB9zieeCO0tJiWTfAjopl7lvSGebAX7cS3Q4/j5SW+cvjeNsgAECUO/f6TUQKtR8x8zJof
KRdutVKVprcIohNX4p/gNsXWq4WWvjPoaaoDphkYAiLJLPGSh51gTCWw5aqkHPSj5i0b/IyiVrpr
TD0Zt+ToCoJKnOJFjdnHTH4aTN3BDRD++/ynj75AXT2b8AfUNpDv4wkebVkHrhUtgU9EN9TaVWOI
oZtfZK7VXNbkh2G+wl7Uqt95pU63uEQw3ZCYQaAyytt8KoyJzeBkmjWi8RYQ72QVRKiD7FyzN+4K
TsdoV7bgd6iWDotpNQZn+7ef+zhrWLa5jgUj/0OGCGCHtI6fWzND2SPD5WwnTOj2mWXWZ6Gpoqug
IFB6Z6V/MxaFHQD2Sx0HpMjJHGdmN1sJaeqWGNu7wLwIAVBYHzeVTMbNnz4WZKxlO7GXF/uR5X16
lYJlvT6oya41dIRCByzyCAIkLDX6wrrVVe9YmR+nJS9HBRcswCuKVosYuHk82IRLL7C8MNy1SeMe
kialISCKhg55H/h07HS5gh1uvXMk/GZU6BKkJbCSDJP85HjU0G0Jfi2h4RqbdbelaaqDlChFmVhD
3Geam/qGNqA59PbEnqAgeViItw50CXocQN2QIz4e1gXKYOF2h+mPM6f6Lk8GRWAPpytb0ZmQtIxC
LQh9Y6YXu8myKi/9dtIdtfL0Jgnfsyv8ZUtRGoH6yWeit7nA448/TdgPQUgpON3Rq9WUX/XQqD4O
fY1J41TH3Z9O+ctBRcIrUBJgpZd3+dWuShrUfWBj0H9ymwE8K8RZet0ggMWU5mvXydvvvYzd7J0j
4vhYZsqRmyAB5VTiLiI3OxlWDDUI2jpodyodMc2xTHWnF62CV9v32orajXxvxOMz+WXERSqdQgnJ
NofhyY7WU0OzesK/XaiMjdnk4XVBU35XmF31iU392RRJcZd34XgREs7dvr3FTk9ElpGiF68TJTkO
p1M9ZADWelbLoNtNJUlnmqG6lMZl+5AJE+pDAUJAaZWzHpN0fGd9T5g2y3Ob8DvIu9HOXhLwZbu9
WmDAploYDeOwG/pw3sVuBx5jzL2nZh6QxY8FfleqS32azPEmG3q1lwCndikIOUDTLoCzHrhTH5jQ
dt+ek1/2OdsIRXWWEpVojpqTfV5Wksuha6adVo/o/Np9tdPa+XHIsSJ5e6RfZp+RICGjDEfxHm2Q
k/fbjuscGcJ52mUx/ktjYerAhVo8GBNb+9JpUXth4Ei+0pywe8+W/HcPKaHQU5pncBp7x7NfirBo
xOxNO6pqxHj2AOTJysJHj7n9/vZTnrhpstLuYqYKZnYRBoFzfbLSQkPYk96bsWMGoCBmBv2uril3
6IClhzqTrV+adKhMtw6vRm8ydl2bSLivjX5fzZPczln9SeRm5YckamDejByIRRo9FxoGXW9/1uMV
IdqGrEEICv1ocYenEH08LV2e1wzkJms7hqN2lmmjmL9qWgb8sA+D9NqpnPYup/1XgnGi0/xHG4Kj
Hv0lAf6c3UDxlGPoePhUueOQOfa8VTTsD4VWFbd2PTxC9hp2VBAyv42Ud1Zocbd9+7mPL7ifA8Os
E2hqI3/48rK+ehltQH2pBB+1dYRRfM+0VOXryGn00c8tpwLZJ+TwMaZd9OHtcY+P22XcJaFahBER
cmFrLIfjq3ENMy1Dp5n0bR+75o6iu7kuytHcZRE+dzCussN/YzzWmBeb5Iqq3/F41WSNFHsopdsB
NAIHdcJLLaGL08zJt8gY9XeO1989nrlUwT3cg7g7T44SzapAorm1Dny29K4LuyFrA39m064vK8pu
CFS9EzP8dkTKtZgDwZ3jHDt+wLKzvBg5GH2rBBovwBLM3UTZcAODLVnloyjfEZhdduQ/Rcy/F5B1
MxYEMcf4KVUwE9rQjpXJhAoQbGGE/ZziV9aDnNz/xlAAXEwGIxQCI338aItAdC/MYN7ChqcfPk0a
OH/krzZpMAbaH10Cfz8XpyPCNAtIG2m248HgD4WTcGNjm6jRvmjtyL2QdYMRJdW6u7f35K9TuDBh
efWIa7kInZM9mSspZ5XY+tZENnPjRV660hES/JC2tfNH0fPyVGAhF2VwlBdJwU5jjc4DXwrjXN+m
eBxtbNGLdRMmGKUosn1I/4CbFFbPf/58C3uXlWOJMKA5nspeRkof3E7foo/teGCTRfkwCkhDB+Ki
/L2L7fQE5xGhsCA3vDSFOJBOXjnT69MhGmJzGztaX18bpVNPq7joXPQZx6a16nUWmQFOkQJTuQe0
RkbrJ38cfAEUg9/0MH49TKkgLH1unndxRTl5YPzPtGke8MA2Z62lPQeGpKhwN6spBGBaDnpbzEn2
50u7ZHocNrBAcOM4ubmcOctNWzFoLR1M1QjfDyG33fkUOyCCrMle5/3U/PEruWhnoOiBvfji/bKc
Rq+P79LpIZVhXh4n8vOgZ2prTItmU+62129vot/N6RIosX3plyCJfjyS1sZjD2AYm3SLYNyEUHMg
byJGzNJ5N2gLdAq3x3eai795M5G8c9FydqFlkb0fDxqDH0jsubW4naZo3UnA2n09p/t2wWG+/Xy/
ntssGRxK8BtLQ/N0z8QWhVxNTsYWhVzTj2LNulJOrC6CUYvusv/N2Xn0No6EafgXEWAOV0qkbMmx
w7S7L0RH5pz56/cp72EtyhDhncPMADPoUhUrfOENKrC+6+O9MzV2KHGfZQlsyFqUODfLQRoTxlNL
kLHK0k1PepT/Seupu7k+klik8xeCCFCwuJmc8N5eL2JdjWnaz4uPPUj3IvcFuD05K5KNl/1yGCoP
VO3opMFEhcF+/q2cpc1Bm+Gz2MqRPtM1ocS0U0tV+3Z9Opf3C3UVEDUESRSReBvOx7HBvktAWxVf
zvAyxNLU8RfKwH/kCKT2EGCdQX1r8BNwuxtP0uUWEVAdlLNUms4UkVaJoq13cR4uk+KTlygeLluS
X9Tav7mKpvsoM7dqhe8NR2mSDiX28miCri6UgsRBQT+PDBAExZ5TXmXeKCTAVSfsb+t4ttr99aVd
jyjK6zrmRlR1KNEREZ4vbSDVGFiFSyfMvDCadpS/vWodJ7NCo84Mx43lXJ8ARuNdpzIG6gVc1Frp
oVDywSllB28jaZBva4LCg5SXQebmYAiLD4Zlr4MR6kLtx4KQHXo+NYNctYw6Bqt6NTqo8HhQAuvr
4zKE006uSnPj0J0XFURpmclxMQtEGGVmdfUK2jHKLcOgd96kdAY6mRVsOieDbzz3eXJivBaxvSa4
VVvTeOHf6g9eL2J8CG42+weXhYu92qbETgitYggcZtOOgmrizzR43bRrlo1dc/EdwWCg5iPAHwAy
wGWcL+3kDAEACK3yxtacvw9JVkVPVd23yREhr/Tp+hZ9bzCkKXjxKIFxFFenXwOypimxTpxUFckp
sNPCc0papJ3TVh+fF/VGUYsw2JzIQqzmhWC9Xpt65S1KhL4I5PoBsHxQIpOA4H7x48MT46Xm8PH4
MJq9ulzS3gxAgnH2QnrqPmmS/V9aO8m+i0DwXx9q/ZRTVeE5AD3DviDbXqMB8YZCizywAJ8GXXc0
WxOQrKp7wlwKMX4t2VXVsmWOvfJ040BQzhHlcKqJQnx5fbfEtkaHOitbz6qc4kky2CYwPZruZhlp
8GI8oJwstQ98IHBysKNWN3vxpMe1Gy1SDtlXp9uXlXARP7wW6PZSOScR5m28qL85aYfWE818VUd5
rpgWJ9vVejl7IQCdGxO9Ur/B3XaLX3/xCfjj8AkiPobErFLJON9bXaKHGlARRFoHFFZwa+xdvYFF
BWhruZW7hqqD0m080BdHR4wpcIZ8CVIBeX27h5M0RWk5evqcpf9irXf8loDhtqzk9qObWQyFOCUS
rKKDug45tATJdWOOR0QNDMnNcsE/G7L6FjZ1uhGXirDibXTDZiJwo36LOyEK0OtmYbwsNcKIyN22
uqQ/JFZT7WQ5GD96ZMQoNAtN2qTU39dwujhbMAgwLATbWi04TGoKYzG2Mp88gJQUhNqp6dTF/+De
FIOKngdnFIjSq7zFm+BeM7peq6GTe2qtanvHWGq3BrbzHKFS5yJmDDWg74uP3nriHhe4OjFPEkYR
fr0ZNMYqQlGSnkFhVO9lbHoeuIdmT1Hz+uPzo53DncAhEKT+1SHAJ7lDZ4ii7qjO2h90BKZ8l2BZ
Ak4/7r6UujwdAhLUX9dX9Z1j8AqIBHkmCm0XPcgIE1atQSsqNoZ/Wl8q+CoVNmU2fX7+/4wk5L6s
V1va1YHT84ICt6Fx4GI5vFlMiavFaaH40EnfuMbWQTGngEn931CrpbSCSAp0FOY8206ruwTWbuUO
kCJ2Zqp1AMOC6EkaQgTjmnLciHRWMDpudjE2IHUwklTt2TbnO6ZJbLQX+mX0OixQBdVovHVQoH/K
rGkCXpynQ4lcVIu9o2nCaTDt2XmSh2B6lHGZONWq9J+ateHNEONXCOODVjg5rSxtrNA79wQ9d947
HnKkK9efPSCLdHTKjR7ki39Kkc2wwix745q4CKBZCp5VMBwgN8nMV6HQYmZQrR2+eDtY6bHiFvbt
JtDu7CHSPGWalY2aw0WUKcZDmY+SA0mCtha4AVtVcbkOjFdDy2s7Wttar8c+VShlb9t9C69vCnft
CPI/q6Ytk5l3XjGGJ40VYmF8eLHmb+6KHif7PohBtNXmlN0rtTLIh9aEGWeVyFW6dpn1j53RGfr9
9YP17jKTYYKhEH2zNXRjUbJxGmR2HE4k/Z7U1j618ID2Zp7BEErtra7AO1schX/0scVzjaXO2rZw
aIE2LqYyeBXkwAATTzP5S8nT+AItYurcIWt0fwaM+2dIxmFfoctR7yVZr/+Ws5K2GOVWHRwLBMm9
QZ7i0gUoXe5De7J/Xl+Yy7uNzUCySA2K7wF+5vyDtOWQU5QeIFENJKbVklaKR8ZYKjv0kbRgIxa/
/AwinqCJSEUIg7VXAa43n5/DppkVODdPS6G5gl9ZvkPU4JIJuojZSsqH71OCCpqVWPByhInLz2en
VOjJDAsCAXTyVMR/qbZOf7NuWaSdzRcqPz6cUCAUQxEfgsg6H67T6ar3ctJ7UJXTw0KH7ZscgrcO
1DBJdtc/3OXthAoqhQXyRSbILjsfCxDdbM9yNmNe0bd/1UHXgAxb47fro1wG4YQub4dZrWCrj81o
xsvswTQ19q3VRS9KIyc1yY2q/qu11pLuFa1UgDVLQ/8NhKi2L8DgemXaagdZj4vPddwGWw5dF9uW
OAeBNrHWlMUpjZ7PHjIemDaiBF8J2giJZ7KCMsLUcSbh9K4vwcWepbyPiCn5KuVpzPFWV1aImSMG
io3hl/HQP4Et070wB/4lz3VRw0jtp43n8Z0BhRwxLVh0C5E/E3N/c0iiMe27CGVJ326N4k7m4/+n
2XB7bCcy7qPekqaNh+7iTSB+E4agRN20NFjZ8wFJ4LKumBPVx8CsfFTj0Pwka6n2L9Rho7g5+FCK
czJtlGPYO3J+08bSVlJ1EY2I0YW1AA0p0chdbTNCPUfL0kH1wyKqvxc0Mx+w4Opf5LYr5106JVDJ
e6iuTaLWG1v8ciuxllBEXxl3HKRVzGVFY68H5qz6tFYEt8lAodnQjP42zHHK29hMF+8f88R2Huk1
yh+0xVb7ttJwvtKXSvWhXxf7GBDyJ1b0X45gzd6AXneTjcrHzwqdA+5bZIh4cwFtrj6vM0hkDKyt
YYzpfTpL7bivs9aC/baoc7JhVvfOZgIOih/yawf1ogA/aY6EDFan+SSx8V5XZ8QSaxuDCEWrPmvV
2PhymGb3AwQ2JBDU8u/103pxLbJRwKRCxaK3QdC2OjxhsgRLX2WKv5hpjlG4FdwuDm7o10dZwbxY
RkIINiufkX4RwLbVpSCT6uSohiN0M8nBt3oqxts21oOXNs9Cc9/1iK9BAGuzyMsWY6p2JZYGP6g+
W/rGL3lnvhiYCF0qLkJyhtUPQV3XaCt6ZP6UhsZ/Naiz2yFr642U+fJKEoAjbgcoLMQK63fbbCa7
K8jL/KyJ/+kqJCNXdviyIMfzu8AGIX99fd+ZFW8o6aIQjiPyXB0TLTXDgdxE9wkWfke2pu4Nyd7q
34itcFYH4MMREiCdx+VHLLq69lqJF2PpWt3XZyPEdLhELzAv2htH7dLD9flcrB+FBpi5zAWoI/Gg
uBbeXOld0ZDYwVf04xHMNiJaQIRMtBOelLZ8DpJ02F8f72JqjMemxCJY4xmhWbQaz1Ljzlo6+g5T
FHyVhcIk8H9MZvSmQYXr+mAXdxqD4ViPI4yorgLDPh9MsnK9bJNE8We1mD9D+W+/5tkCPFlboiPJ
GQ159Jc3wp93BhUlZMT9iO9kiLDng+a91MBoYIaAPKu7anDkk1laxoHr1fRMp51RaYEae32ml8fe
EOhyglTQUUAc1w0IPEAdaymYqpI24ZOiSs1OjzHlUUxEIRJ0DrwyRxpgUPTS7+XSODaFvfVUvvNt
xZEQfXkq9kBMz2cuF2MoSWbFt80jw6vlYQDrgHxjFgVbHceLY8h06duSr2GzQBNktY2qXlKDBs6K
rwZOej9Oc3haEqhc11f1nU9JsMyxoMqIo92rEP+bwyFNTmGbLVd2XUa6H8VBskvBkvqSHOunEK2H
E0SOrYb/e6v42rQCJAw2ZZ2Imr21xJbNl5z40jhtFtkRnArKHjNsnuvze+fwA3159avgmuZxPP9g
dpBjr0sPglg1kfe1pEk7PNLbfVzV8Z0Uqlst8PfWk9eASBdILCW51VfTApgmAiqHqEaqPqpdSSei
QBsVeKyz0wJE03ozTfzrk3x3PWl1km9xLri8zyeZq+ic1IDk/dHGtaLuUpRQVcnxZFhsG0O9s56U
S1TuUyxCAN6p50MBXJ5UVN6JZzLcc9wqI6Shw6k736Fc6vvQsJqN5++dFWVEhhMOdwI2dT5ijuLX
WAdEbWMYTvuwSRYgzqp1gEjY3Klz9GPGy3gjC3hnQdmWjEVzlTdqfcwjq17Mnq/MFZ6FO3PQEx9d
ucg1k3zLBfsi+MZ0lrAfBX3A4qzoKkCs5ElXUyeQfQ0+p59qVbkvprDca1XWCA7f4rf2gr5wgCjY
h3eNuEd5PMi8ReH/fGH1Bu3UuM8BN8VBvgdU2LmtjnkG5s9bpfH3dg11BxG6EVkAbTofyuntztRS
IFsJ4jm+XU/LLumH/FGNEINSpW6ryPne90ND1BAFccE3Xx2IFIR22M9cMKHYOOYMhCLQg/wGpMOf
jy8iYRJ3C2+CCHvPZ5ZIdWqhnMWkorlQ/4xz3pvPCvqZijur4fJyfbTLdSQV5vnhARKojfXDuyyN
qqUOF3VF3uxLupN6MSnjAdULdGcy2pHXx7tcRyE7QYkUDzJCGnm1jh1YAmQdkJTsI9m40TPQDZG6
1D9MO4g+XR/qneddjCW87UiFyc9W57xHz4H8v0fDY7Iqo9uZo5VlSFrGVlMfkF5IQt/oYLA+mI2a
pvkO4HeBuGCjlbT7KK4F4e31X3R58SgiI4b/9NqHW/vTo1Pc1aWUUhMOg8CoXV7ENPw1mfqS7w0s
JnKPSjogTmuIU2Vj7Hc+NDkxTU4BXwHYLP77m2fZUKxKmYLBwNEcKgNPiK0ei0i1fZjA9c4CerwR
0l1eQ683LE1OgjoDEN75gFm8jIQgheMjDJn6/TzEL4E9FLfUBmUvqaX2PteCwB2Dody43y+rXJxR
iuFgbwFT41mzmmtkdVpe9BN4zqiSA9cI+fjoeE/YT/bVz2XQphPCSliMGYV5J0+AjuuhQvF/mcYv
ulVPXu4s6sZuvFx/yltCu5qsCz+ndc99gP2txWZJWKSX0clQ295L56Y4RWW5PFSG/Xx9q703HLA5
cP8C/E+6d776APl45gDr+hJdgM817qe4s9pYXrmKNSxenelOdrg+5OXRpg4i0koQpsTS68oLH9Ou
FAibvpZGOGnnLSqb8AtNoVDuhFugE0Wc3rN8DwQIkTNazOgdg9xbPTaLQjKvh7yoyDY1GGRWqAi2
vfpp6lBAN9uh2xtLCmk9z/Jf3J4vaGZYu3yim2qUZrkxdxH0rX8MNxqoBPoRlDHFyX9zuvIUdFav
NCrtlrw7ZJ0zpzv4X1G5caguPys2kOxqUlzhSLMOruVWHYYsorqFPUP0JZet+GRm6L/ngAldI7N/
Xf+k70wLeAKwaFH+1v5XQOPNtNrULMJIB12aTqwxSg7Ggx2V8tP1Ud7ZOMyGJ0Fk03AKV3u1sruw
Wijm+2WW6F+6Kcpy10nH8dQXda+61we7vINpG4likkznTAhvn3+puU5nEuCA+mAbRT8jyTF+wkQK
l1vKwVLr8U5M0iFu0K/Y+HTvzJJqJNchb7oAYYr9/GYtO8XqRLQmUqKlPxnIZiAR2fY1hEFJ/np9
ku9sE8aiKUc4JiLd1Xa0FUoEk049y5ij/BhxWe4TDUkEWCC421lptIFCfnc80QDmM776RZ/PrbXN
ycZymJc2XYKbLLGzo0WwcmvXqb5Xqfx4/4/5kbcTAQqg9ZojSEjbmE03676WJ6bnqKBoyzSwdqlI
xObA7LZelIvLhlYWh5vABeqK4AidT1BL50iza1v362axGr8qOuuzFE81gIwAUzfZbi2EM61GD12p
avtob2Wtc0DvfPTkAhluwMVbV87FfuIngXDnwmVXaYBtzn/SAvK0MUBc+wXp34lfPXvFBEQjs+Z0
I66/+LwMJQBwJhxYqqTrtytK0ACmKar7NF6rh7Dqp0O0TJHXJXAYBvjPG9vp4tphPLBmokiJ5xy4
9vOpGXEQIBSn6X6nIsuJnDltbneZkTbcuAwu1pBbgBwJWBolc0qGq7JTikqVVQ2peuBoJn436clh
dhrV4yb/dn3HXkwJfBn3Dh+KZqnB1X0+pcmWWuGoXh40eC2f2TTGEZZCtEGeuxyFP5qWuLhgsFVc
B5jInaiAu1vjoJSSlntxmqhq6AZThlrnh5eOa5EsHIouBkvWusWzaJneTWVnHwLYTb/pLyEtX8yI
Y2EP8GHsrgVVVWBoGQla1fr0ZWiwGqVW24c41WkfyU23RxxJuwu07pTJUrDR87hcRXJYAGWAJIS4
2XpXDGmP8mxT2QfdnCePuudyCpCCuLm+I1Z2Y6Iyhkk5yGeBPBQyAasDPJgWUOCyQz9aGhXT1RTE
dZtbmM49HmEJQqODO/RAzu45ISypCrEjONAnjbQj5AQc6DonVR3ekNbK3LEpsm6XpZqh4fzS4j+k
AMX/UfdG/hdHkubzWC32IyRg7ckI8BUgHs7mr0Bo+1OQmurnceo72Q37wlZ2EP9VjFKS0PidTF2F
Vjsk4vvJlqef0aii/1hTGT51CbW8vaXOKU3FRnWWIzUs7r9UrzrVLaw5QLIZAuNzOCJkjbEvFM4H
uRy64S6oLG3yyiw1/zhaC88Y44XoS9Bk489cXSKQEhbFkbuw1ZE74vKpu5vA6MKHsh1GlHhzSxp8
06hjdHAVJS99C7kKJKBTObE8c0Sh9cluqvbP2Jd5caDDa2OzKuT7B2Naxj9aCKNyH06cRuCJWjz2
u7kx0lxHtDpCmTvTkymvjn0xoiqQmDSjUbPqRzM6KEaCNJnb2WETFHvVSfv8sWgzFNnDJjSCv5o+
9YlH4IG2ZSzHWn7bYfZk7+wor5EqRhe+qVlCHecol3A0rv1cG50cKW6b5oXkO22UTLcltgHT37yq
jZryG5Y/XEf9PH8bAktLF5TtncY5tLTn9f3GjuQOehvEvkIryJbpUcOKvmwzFM2iVNEQorCelIek
0rs9grpK5kahvvg9vQk3LJcYVmxRek2Hr8T18dfPDAE9AaBQWoBlQVQvbus3EdKwtOUM+TjxAhOL
sc5qfwZDj2WGLdW+pZbdl+vDvUJ7386X5J+bi0dNUOFpM66iJEMNImCdVnIMtbwK/NFR88ZfpkZF
s7SgUbhfojweb3W1Uo1bq63tzkOwSz1Ni9w7B9TwVeNg6Um8+ENQywHSpY2MG2Sto5oUYiWW/ihb
zBpcMNGTfF/2chp8hrcGe0pDf7R+QOhXPtJb1WoXMS3+LnEWnnPC8OFbF1pK6an1qHZ700opWxha
Ollu05odqmD5qASP+VCW7R71ziJ1RyskEqKNUTTfW+BIFnoNUkRPFi7el0qFx/+YAme/U9B5Ll3x
6P6Sh3jQvaZOkuLBQexBO4wINis3aqKm/xQ9SQ1M3WpSLJdbI3GeRkutPrXJEH7nS+XmTkG4D5Hy
Nh7uLUNavHGsu/gzus6pfOK3TvGv1KB/81+YSOFy1y0zCJJAQ/EcnQU8mexdkcI+RlQA/PmktO34
FE/owh5mycGWwkkn7d4p8RP5oy1OcSCfBXaS0oVxdM+gISa5SU87OtqZBlxK6jVJ08z7NG5y9aXu
wnqqbjC/izAyQdM2RkI0CRXgWsiadW48mouB3YtZSvuhcerwScN6Z/qM0qDypyOsU04UzZQQXZzK
oTlqq1nuBciMo7TfoFL2cn0nkrqtjp6QbyHJoiyATi+V/tXWb6N4VLnyyiPKSgruGzW1HGwqOnHg
I6ksw85F8dxpfGQ3zC8ZBij/nJBr4akqAp72tAQp7LaNCrSso7zT3yx4sPyS7SJ6CEsechT9dRT2
MH2tdC/mQISai+oQpF1UCWfVxShLLR7Z44hkF7mMBmw14yvB95LL8mmQwrF6Bmct5b5h5wEekvJo
xBiQFlojo0WG0trd0FhK6nazjBbKTsZzZfJLSKbpvZQncexhVmoPCLwipmd/0+dWX76b0mIbL2qT
lb/sNtKQ40Nvq7214xC17x75LdTpuA/U7MGZ0Ur8G8+BU3ERmW0yP+AyVCrHucctD2dnNfGdKHMa
lPOxDUO1HWBg+4PenrWbsypA8i2qnO6YLJFR5dxnBoLtc1DX8T5eBvxGlCgJ8cSgDvigq1jTIJ9Y
FMF308wH0y10wEG3cW+Vs5+EnO77IAuR4WdtKCwFsZYcg7aRUK4Pc6OdnxFAc3pXlafF8o0Yzkhq
UIl5bsaxwGckmlJ8CPRevp0L1MxOEiH+s2TkQrnebqax5alUm1naRQ1i+l9T1VJfliYPeoRUG04f
CjNSjZB7nuF2spe1WJr3QYYq/N4qbUPa0dlAc33Xqrx1WAGUOjYwtjbnC6CNoRpG14zKWH6UC5Sf
flvYj2NlM2slJrpR02MNBNgzyZ4JXIz/prpo0y9Unpe9hE2RfTQSO/zdZJnyqerDAZPQPpXnfY3q
5UvH+QlvUHziIycgr2tpHxiLetDkJLHc0Swh3qMypb0AoI8NBHb7eM/TqWHChPbf/LOIB0d5bBFe
mX9WTqvxmRR1yh6mNMpiPIqC6UvY21ayU+Vu3AMnpjHbDVlxE5YIR+1xLEJaCsuZyIC8jWaW6maI
6mZf8dENfuhS1WmPcacsfPBklCMf9nV+Y4zSrH6xkAGL71qE16gbVUMZfwm0Nk/Uw5hZsXXrNOz+
HjeiTmvqPfWfNPcWfSzmL+hfGn91/iPoEH0B8upqKKRmGOYmadditsUzdxPWShSY+AE1LV7FSbUk
P62F/s23MQh0PBACE+WHU2RLiX6Mlsi2/ELBpqORrHa8mStov/eRU1vaaQmkXNlnXVINtKWRIoUY
Y08Yy5a9mv2hgTY4J/4sg2A10PrKk63aOvQI/CO4GMbRpHlDKMUL1k2Ib7ha2rbVj0GptcxrW1P9
LQd0An4PVRW3+yhfuvBZ6rXmP12p4acU5qTNh3lU9XLnVFF86vspne8buFMTBSheFy/rFOmWmoZE
8DcMxNBuXztOj2ktOqi+LGgMExX4PHqBxJGVmMbk/de6QOP7HzGYhusO3MPqiPLbqLhTIit/8GFP
tkQF1iEGQGnR8Kf/Dc6HcuUqj0/0Xh2kGi9SKZ2y7KAswYzZkEVvDs8+o8XKq+sbSfq8db+vr3eG
FRbSwIuoH5jrTkQ4AzLADcI4poSLxbONt5Az7yiMNL81DO/NB6MZlgDhH0AHHvYU+XSoopzbTJ8k
Y3lyJsTQXDsdl3/GPC/Gri2LAeeuAD+e9rBIQfsLjx8cc9xuHGULsr2C14Vj1eo+H/p+SDeKy6/t
9LPIiY6KaIGDOheZ8xoOrZORpRMN9qOttCH8Ta3ss1tU3Jxmj1x7SthcoqWfFaX9VS9wBfLq3Kqs
J1ufNTKBie7HnVSEsSxSG0Wv3ZIOdPCJJCuB34UnnYbSIeYh2JtxyX9r0y456mWlGJ8LPdW/2Uan
dK4SozN6i9lTbm+gy1+BEOfTE+wo6vSCuHFJgXE6YKpBqA1HnH2mys8KWb7vTTLpqmuKx2TG6cLr
9D7BBjScggikd/u9mYtS28+I1x4le/6u09v5Cx4uA1OKqcVXvR/+4GuqbtFMLwIHqjJAEFV40Lza
FDbPY2adjmtjYd97HM15rkZ3qlp880KMeVTVndhQGFrGifxgYdpX+gIE91FBF3qUiLeLzjYwGioC
4si9idr1PqIPGpjysaPm+ZUmVufVwNARVE14cnDqI3a9fpxWRqlwsEElwc0gYhet7ovaA1PtKvy9
zCNAD1x9aG2V5d4eSC5OVqUl9gMAbbRzhzC2j5JKKWR2m1m1lp3SWylGMzguOtZzOrQLVmVtlg1f
ksTEtiQsDITsprGPVZzGeHxM/q3CC5Ae1cYc1mVoeF2GyPv/t+R9oTbQZxjrGdpkH0PMyW4rAqJH
6vDOXVNP1t++GSVsFdNiq5ByOSpFWGrCGjhzdsz63DpaXwdqT/m3yqzEODRJ44w35WgN9lOYzVn0
JXW0zr6zFSSgt2JcsRPPDhVdL3RbgbIQ5iKEstonRYrJcipXOd6UmETao40CcQc5KXyOaYs+SXWN
w29Sa3hWKajiq4946LSGr4dzgCRagzjuDR8vfpiTZGgKd64bIztMuZq9TKEKC0RLKqgH5DfFv5Y5
aqioBpWzwWsU78P5JAScmb4lXMNXmPX5Zg/bNupVuZCOltkjIhmHP0ejm//ylhhPvIWhNytR/4iK
pfF3NjBpur7xX7WDVsODHTFEtsB7ghzi+fDqEFcFStvpaVi0WtlHTjjeZV1tUq0h9Mj3U5yigj1p
kV5/tiiX1rz8RvuExLqBi06V5tZ3LTTK0FMtAtxgNyx5kP/CfCy+ny38Av10IeXclVNptZMbAU6T
POxmrGZ29d5Wu6cR0PodEpD65E46ZgjQWSrIkm4RVfof3cBh0AVXhpRN2Clm5yGuHoUnOlaOeupn
dbTduU0r6XvVkSont7o2mjjB82jKkWsoHYxgOQpa+XB92S6AAJQNBb5Xo9IL0Jd/nC9bMS4OhTE5
OY1mOC04yc3dUWmX8YEKenmgDpCcHHrjrqyEf6rJVo6wirqf13/EeufwSKJEAfCBUiYop3W53hGe
n4HZD6eioRN0mwXEIsJdU8HSZBiobWpaYuLwrTSj5ktGKccnPS7lzP/wz6AjLvh6XAQ2MITzpZiW
ZVTsDOfj1JobzRtNa9r1CNlPeJhGuYLJUNx5RphK98OUZ+48ZOXGJn4tq7zdxKwEKE+Zsgs4RECP
q6/ROBEluTiqT5hghPZBiDIsbjvYqIkuHYbSbhxMQ31HitX80uvOVnEA0MuHtJv6ZnHRy7aOdRai
RoF9ktT6fRMPzb5RajPt3E5W5+7GHuQ+8SEct3clln/Tz4Bv7ByHsbRPhR6gPSRZWXVsnbBBmt9u
6sr0Daw/DgEeBIV3fcXXPQamSxdeTJTHVagvna/4qKgYe0nYykm2+XuSbQmbrij9FtVdpW+0GC96
4mIs6gcADPi+9P1WYyUJLqOY3JQnLDt/TzDPdCxLczx4BpzDDlVPbdSNG80q/abo8q9jEEV7rHP7
71TkhltAcZtnbx1wc9HLdFfY+q/CBmvZjZmC5tjMSXPCDA9XuK4bsF4r0rrbyQYlzJ3axlgRXl/x
V/L8+Q4TulNEJexvLo91uM11YspT3fUnJO1ssiIjq7QbPE/bAVvFDl1NHQvaIT61shRKn2dYg9Vj
jdvFHtvILntZIgpULw6Fjsc4cqTQK5ysOZHZqRal0Ubp/6AYP06+ZS5ZcEio3uODZ4a4jBVpmpjf
B/xOeLO0Ih6NBygu6fgM7YtHl7y2e5H0MpYSv0ZlqNwNA1c1hRt9sh8gEdXhxua7KCyx/gCtUHoG
ryRwnKsdUY2BpBfhUJ40U+se5siQQ3AnbZXdKHQobbTAhB9sY7Q1DnV9V/2G3THZvpIkeJ/bLZv0
CDlC3scAPvCeS8zov6wKy/lmWhQJZ7NZ1W4HjKY3sdmi9bb6hpBOSDMEz4XWnHp+bLoCAEA0ls3J
stjBj23Jy34fR1SHFQX53VOdKsaDvDRGcJDUzIgepUHHvb3XzBTZdCx7rG/Xd9U7hwtMC9ViYDx0
ni/ogGqDW2UKGoKrU6tOkzmAoezxmVCU8rGv7ehpHJ3giRhfvW0Mo05cGWWzSkBZp29hA2hyY5u/
c7SQV7AF5oS37QLiM0V5MI59pp1aCsnUexZzdC2lWA56Tb9/kWlDb4x48ZACtxS4WXql3C5CwPH8
o5T9kCmBJHcnbRzCZjdWVjHttC6P5T0fM8c7t9FHtf2kJPxPnl1SZt1L1IzA3KSZZmx8kcsFYPr8
CDQZYAld/JrR0oNQrszmZLSWGd9mC02wvRzqg/nLCse42uNIrEu317eBODBv9iVhAoAjUMPiRKG3
uKZfwRmfuDFNWgRYmAw7Ze6XL5JwASKsiJt6Y8XfGY1WjEULnTybwEUE9G+SK4iRBVeDJYgBylII
40952c1I7B01HNb+XZ/aqu/J1BQYAiDM6ely6F4PwJvB0tkcjCpddG/plobaIb0R2pKStpEJXM6J
rQMIhkQE9vqFrE7lGBPejlTx47xcxvtBac3o29jT1L5B8DEINoov62xe9HjIPGDIi1QeDqZIod9M
a5aHqA+MxMQMRzcUnFixNEtJEfvAJtnj5hsPoySMTnOFQAxasTr3w97pg+yXJCAvHp2eKMV/np01
eLm+tEu9R+hsoYmKdaeJg3RS42hqD9iWKVux6+oe5NfT0EcqhsYYBGva36tfP1DDtvTFfG7x9Hyi
LeUkFBN15OopltzjUJ7/wMgA+6QgQa+mKsoMh+VqfKl0NWk3Qjex297sffFb+AnE81AsRG98FTz2
s2wUZaFHn4rQahU31ENzh2ew8mNsIutzNE0WVUcn20CDrI45owpOB39x4oSL4eoJK5KOQGEchmd7
LII/QR/lXwLJXpZfUlG35R5XznHekFVY+WGIviBjYsgHVJmDAGDjfNWLHHQNJXr5eebbOLfVBBb7
VOllYeduEWQqMhJanpqHoA1zJI1wIs2q7xIv/bKfnTFsPKrzSFxs3AarHEL8KvBjQmAPvA/ohFXk
XC16gKNcOz3L6eJ1VjabOzbH7agmuoFmil4cg0nnJqIKXmg3EUCoZivCFJ/4zRbg9kO2lHcZ7hs4
DHKp84VJrQ6XmTlQnotaCWNE//FxODSVtEgvGgY2T0tXjIUXN0MzIJU8t9HXAEBIfiygJMjpUUN/
SHEBlxs58gdcR1s97Fcu3PkP5KKgvEsHmTydH3r+A5uyCaxU7kxgB7WyIEHWQx8L6cpG1YxNlJxL
d3ozI3BOrd2JClfpF0vZJQ0Fm2fZHp3BbwAD0HgCTKXzxBVaVnxWCy1sT8E4FbcL4sXjvwZUiB67
tUT5HwDfmLeYKIdj4DY92vzU/IoAidOdojfd53zKo45W/lzF9j6rKsnu9mooKTdKPhujPymzkz8G
TlGlvuSESer2lT3Mz3bdmFREpA5tqmYgFvKSLDSkYxnERrPr0Vv5gmZ4rCHNjrsuipX5nHQPdOlV
/blK1ZAmdCYlo/lUtBPao8VcUwDDMa/qb9QpRmoPQwPpE78qe6HwRG9/5INmOyMbY8JkOZ3zY19P
D6D19fwpKAuz3aqBrU8Zm0lw1MmFLbCKJgXX829VSSXgOL1Tnsd6HO5wtcspOsxzsSuSSsl3hZ5k
Ku7F6f9Qdl67cSPdFn4iAszhluwkqZUtWfYN4ZE9JIuZxWJ6+vNR5+ZXt6HGXIwx8ADDZrHCrrVX
yMZdwh6+MacRK9kkXdtqCFYv8AHWmfF55qCNo/NCZbeaIJ4Ku/p6tBNV2+1Tv8T3o5zSQwD8TGqa
BO2o4vxf367igzHE9YXd5q8PBpwEGGOJs598HgZttBsTv57uaQrs9EC/rAy9CmYdf10+CH/W3pDo
85cdGujD10f+aUXHJ4AfzyuvokDPpwP9+dlpUzAXpjl9akYvDTayHUQAiAxNNkJhk0cuycXWt2ww
vGjRm+xpRJH+vQhEeWFjOR8DGIb8GBNGIwjbKWVfo1vaiVpTT8pjppOmZYZGUc7Hcpi7vW632S+S
QdOo6F3t9eshODnUGAGgkA8SGwA6JOeTHa0gtLMry1p79A3Sy8gXGdL5mIlO2Bu4gzNi0H4wSPyq
g4ub6cdbfZ5yvCsBDKgxLQjQ/skxo2cQ87pAFk/j2q0BsbbaYr29zMSKgs2stMea1NMyXIIJj4o0
sKvleZocrlv9HFjEtmfaJMbjqA10FrgMkTBtst1N/xJFnc7iz4xYcSSPMMaFfCS0Kd33iRnU0RSM
cXGcGpW2oU9YOiHyzTQR4bl0Bp3qvOpu6jGpS0LAWIXbfqBXU/rCnKNS1ycUj3T5oaRlRtJsTA/P
VcwsUzvfAdnWww5cRROk+7S5kt8ozOoH15qXnzE7YPzo1G3r7gnXltUWyvUSoIjQhdxLL7PbaOld
chBSV+ne+9KjYoiIGWzia1xvCjaHHvuSPfimcB9iPymPlaD7up/LwFkjDDRTMVQMWH/d9a30Ng2I
qdp4A7ZVUSlNF3oAvav2GSa7kA9V7PflDe7iAp9aSMa0VGtniI2KhPsyoyWMb3S+81DLPyES8erQ
S+Puew6zgUuoFMv0w3FL5+d6n/fhnSn5AO+mcvcqG0pBr7Mj1JhIJzwSoJeOB7+stPF1tOfukGeT
gEzlWp12HEdKvNBvxjnduoLeL8dUNcDlIHhD2uJ3N9JaxdSoNmHBJHNrtz/9MfHch1W0tDzAeNaM
K1iBjkyjOfCSj5xyK6KKs5b20I6VfivYgUW7W8alw268VBxvizezpKe6sfofnWuM9REZaAHIARvw
D5oz/6Eay/HVrOfJD7F+GKpNUtVNsDFLmA+kCprFZimS4AApiUtSpJe0IqMgTSEuIBvzr9M2i+e9
M5I9Syw0TeHRX8R3rpVFsJm1lcvjFlbVRuaSwHbYQ9vTxVttSRHsm6Vp5og+LcS6rvZlgHLFSeOo
I4QONx7H7oLiaramQr/yjWr4py3KJN9gc1A3M5vm4L9ILp7WUSWl8pCXpVob4v06eOWhLYQpIjaE
4cbwCMJ77rGYgTAwA9xhb1EG7nzPRCjKX9KkzLmLJ7MerzQnWJzQ0TTR7D2l9SW8wzEvb0AZeucb
KpRkOC6t7pDaPKXm+7LMOYtrbFCxj2bpOzkNWxKVibsaymI71XazL73RNr5pUGqWZOdmqbyC9VT1
5m4taqioSk9/mbQGg2PNwH4XIU3s1DvhQ+so78q6JK1s66RAuNEicvk42LUoHsxFzTh45qUWXyDA
n2+SqFtonFOE02cE0vt8TED0hQriZv0TzBdzAwvO34om1Y+zXqcvtVKr15lt/9cDmUW33uuRsK4Q
qn1yNoFQQ+FAwPWUF3RbyrLIvvnCr98DT4JU16xn4wY4O76vyOW+REY8P5AcBy0rNw6ajKA9J7V2
6esSwwPLeWQyL4YRKh/78zJ0WaAoP9fc8TSey+EO6iCCro3Eqjw9fH0y/eVwxujWgBC5eqZCuDkZ
AFeWi3CnLHuqJp3SqCuS/F7SnLqyyzZ+tgbdPjjWTLBjv3iPU4B8Resz7cIN9OT6xfnIosQxeWWu
czafeq1NopuKwKjLp8IpjZyM3D6bkz3ri9yHBC6rfuUYnetdqAf+9tTV0A6rJqDs/yfM/c+lvSgB
cO1iaZ48Aggfaxxa//RxtRwg2Bf4BtJsuXC3+ksx6oLswPZGC8vl1jq5aA8NurHWquon6SVVddCq
KZ+2cL4Is2/r2tsYKvX9u7kdX6tEE3uayxJmLNXcbYeY5+HrT38++1yd7gzYD5NvtW34vN6aFM5j
YxjN09jVxU/ZN+2xnGMnGump3+R0cYiFSdgVxklTF1bdX5Y6NQnaf2AFZF9n9ZDHKV1Mbf1k4eB8
NyhL30yjo35NgMvhXDjcbUUvnr5+3/PPjQUu8BMOB0x1XDk/v29htBhTzo14GhRkzCYTnILaWJd5
OGXNjn4RNMOvn/jxHie1l4U5loEmlu3lbIGPbke1IGv7Mc8WOK4V0QagGa6fDoeEk9VAAu0UuwWP
I2vXt3alsX/HadB/ZzfQ8Cjx2/U87pO6vVZ2YYk7MAoO5Tg2l2d+OQx6NpdySUOtnq3g9+yVCp5u
PmP/FxlxOVsyVFlHLbf5+sXOpg4WA7Aj2KSxWl6ztT8PJTqTGjLDIJ5LTxTLJpBOe9DgPe6NZtAP
XkC4WOgBEcEdrLxL+Y4nCAWTdcX02LWoKGjyncZR5KIfrRKf+mfbSced1HSmDJUSItuijapuyA+Y
gVn3FrTEa41Iquev3/0Uo1+fv0Jl/El/HMHNOs/+Z9vAS9+AstzpT6yW0Yo0UQQ1JfTg/MGlPHsE
t7LDdtE9uRetW31TTVoUIekz3gssg5L2Yem8fv2TzpYTexdOlSsasaqo7NOZTc+91QrkxCLPiicL
7cIB88YlhtttOwe8guLjsHSXnBjO1hP2dixdI1h9u0zwz8/jsMAmj0HC7ac21mL/hkByjJ3aEkZ5
3Qb5YYSt+v71e56guow8uS/r8NJ/XK31Tu7yqUZNoKZkflKTVn6TrVY/eZkh9mlBdf31o86HFKwf
/j0mFxzM9E8+vxzWsjCJxyB5btKm+16P5o8x892biut9GapY5VtXa8R/vaRTxa4ORXQW2ZgBLj4/
tKPJB9WtjZ8yaSU33Nn8iID1mjIvdu7c1vNu2oqyL2RlDxcA0POh5cko9unuAogxuz8/ejGnesoL
lT7XYDMH9FYQYo2hS+7jDqHahXOQhg7/u08bI45WTFcoVvSQ17n7+XE1k5k7VOY9UX603SPsibGl
2lryckRqWdryj+6h2v+2IK9NkR8YGLNNlOAidGuFLWu4HrJpKPveQLxhNtpvv23zbCezrHwY/aCM
dxZkkC5cNJHB8gVlSq9bP5dWEeIO2fuhxDFR0q5P43bTe86Q4cuENuNqHI1aYR0fGOrdyPyguMsd
sr24ZeW2Md33a/s77Mn8sg9qlFVGS8ZrX5syK19aUaQFVLjMXaHyIVm2idLbd4MNId/UruiSaBbS
GkKXXfpOdgp1C4W1DqMorbo/vrTnMpyVbPpbp5faDwHRWd3BgpSvaVdrb36l5HuxGJbYIr9aHlyn
jO0oGVKnP+qWcp7sqVzeYQ1z+cRqzgjzAWg5QulDlGhmmrEKizlJb0fLxNt7xAlUXPelqJ9UbKj+
qqrk4mxqOhMRIS7Q2hKaT1Wo+nLRIzvwx3Kru9OSHEjs1iPNR5r62k6GFuxVIpt/R+HnrIoCreq+
8PUxfa64uWt/Omxi6wdY3GJDWVlPOycQtX6DT617TIRVaCHAbv8v/8Bfp8gc3wN3GK2t3ausCgFt
hhdtnFvze9011XUnOReuUWpZ/hZnNCU2c2qoHxZner1FxoUpAACeHOA8Q/AOG2jXFM78vbsxVefA
FSaMrnbv5iLBrljX6XM9+NyWpp2v13N3tMEushdHirLdxNz2pkgSFV0cpolaLUzTavAix66dQ1dX
pQHJHu1CqGol7L1DqI+6bWewk8jFSW149Zw2j6+xjBrMYbuYcbbkEfetoPlZmhByQqdNqleFii3f
zMmg9sPsp9bzhA+qjXym6OCXUIqmIfXpbIWpGXBBxV9rmTZZXftvgPeB+9520GQ3WIz0L21iByLq
TeGJG3zXqnoz98ZsH0sfEeAVZPzslyL32t3VSaZxlR8sNdSboRnFe8Ix9T2Bu/ezLKqyCzW9qXYw
sQLnTmSJf0uih1dtyU+JvTfg77rZAN3NHjnKDTI1j/mfhhnKqgwJmXJ+s/n38lE543SnNBiiG6jG
NA0Um5sKS7enK5bVlvFWoH3TH/J+IYY69DLXffJjQH8IZyWIU4dH24HLILsImEA+tioUfdrOW5ln
bXZvd+T87YKeQOKXepjsoA8xc07HkJ866wKnZlpIkZNqFV6Hw1jUYSxhRx0awuV71k1eTlvPw2k2
hCBiObci7fq3rhrV+8p8+02CpaFFI592OsohkD8rjLCyY0XGXn01zVWD+cPsuqGdicm7ymXplFc6
hs0D1ViVvTmqkuXvuPN7G0hAmW5kKmG+t0ha40PeqKAis4DKezM2M7QOwh/b7goqduEAbmC99wgl
v3Gj3OrG/j2W85BfDz3Oss9COYVxqNoZ5yr6WVq+b/OpdEKiZJFTMB8RQficFgdMribai3WHO3SZ
Djk+RllGcgE0+WGzGhxO7A1ekm70wY/tKy1VIrn2vLiyGUETB1dflGYMgldkxqaPO/vOWyZvFhtR
O1m2o1x1AQrtonlDLpyNoXJihKUhogBrwVjLJl1DE2a6qyggnJeeqBN1O8TAaVFp+FUHsdJVdWgn
pvs6xi1KsNjuulvFqCpn087Q/2+sJjUWIvMAKXALNkS5mxyn2Qpp0kbIbYTIEUR34T4FLvSIAlVE
arvR1Ob4Thl1rsmwQu+35X9gtnsXIeyfnMSIP4toqhfLMKQ6DAEf6C7uZ29CR6EvGGlnNX65lefI
X80Ay/UO/Ys3UEt1hRnNVmOl13Ova3jopH0xeRtUYLW511CRrakJU/dvPQZCC72i1v5oqPUHlAyB
0xLPFnuXDHBOacqURL7nQY+mAFxl7KcJX17T9BBmhvbZT9J0upKkDFylLR4DmxxnEgzBnUa6/yZ5
kN0DdmkaOkRWo1HpHe0nBQdwi7I/d6IiYyZtndYu/xheRwRiOsZNHzlYM+p7kXXj0ZuzMvjPVRbq
jbV8pNiB6nBK00tcD5aQkXbPJUZjDeeVCrZTYfih5uqDtrXddNhkRdJdSkY5v0JQsEIpB5SnyXjW
FAo6XWPgetxlkRZytAddXe575cOkX6Y+Zcft+9GMsmEe3/BWbsdwXPLkkonyeQFN6WyuRDqEfnQI
rM9FUAsQW4y1UT8viEL+aXku7Kd0RKOW1lqEtkq/+q9FLapqbvsgF/SeqaE/P9C2RpvRnK0n2ADJ
UaaOaDa6jafo5MzyCTP1HIVzrcYL5d75e/JY6DMuUBsq+9MU4qWTpSmT0Xoa04DSbUnTHUeKf5cX
S3nnuvXzf39L7kJAwhhRnV+64bjOlWVK6wkypPw5zcIJdZGoaII8NEfKwa+1bfXiv6Ip9PDxxcd+
m44NTlcnWF7dQFsSQ1o8O4rrSJgELc4hdTncI9LtUdDPjRb2dNcQD0r/kmXP+XyGxQZzDI4WUMMZ
/SQr9QrkbPCf1NggpYLKCk+bSPmos5xUblRuZwe5AC5GDXKk7+MYI3/5etT/8hOgQmILwaVwtdQ4
uZtBGeimQeXVcz/lWjiPOT6Lo1FZXpi0QUOLfKnCRB+9tyrQggEXAWe4YKlwPs3YCmnrYXagI944
vT2B5OpD3nrymWuOtaepOPa4NRn2tZ2QrS7Nrnr5+pXPHkjONbAtH93mAGNP/bycWl0KDU63+WwQ
h3HbjsgUx8x2runstNdIRC5Z9J5jtQCH8CEcQJ0VMj3lHXg13q6IMONnp666lg6S23NQBRBHQqVp
SU2gdOa+jIvvfbNdBd/dtMb6XoNQeMk95RwEWX8K780mwrpGp/D53T0HsWMrhvjZrtSIRY5d3fl+
22BJUKHFMYoq25lGpW3GRI9/FGvwd2Z01s90VsZT4y94Snz9Lf7ygxwg3JVYxreg23xyo5wt2kA+
+9s3A5uEo04r5IcqMB2MMgfBFEZZMtu0MJmAx8wFW/rE4EKSB6wGx2z0f/qhueRVdrYi8EZyVoPa
j29FB/bzEOVxELSdkRZ0YPRuCok98H/1shh/2uniHNks3mZHWgc0+/pVntVOc2FITqcnboQQZmm9
r1MFEd3JJwpmM3YKVXSPWps16TW6lq548JrKlwfEXhjXYliILPDr73CKm/BQVgW6PfSP9FVOTXKr
pMpKUfj+Q47Lxu++59a8l/ytuTd1zoCtO5Wd2llj2XYXtv1TTJL9D28rOGOYMILQn25AuuqgrGkA
+dBYgn9iglJum3ohekGYwRhsnUVoPwp8HuxIunJOr75+7zNofyVqwm3AFYd/Wckdn782jL2uQ2ad
PNZVO/2aTA09brWQFmrJIv+BFKvfB3aiPZJGKdC15OqlUcMS+hTgl7Crs32C37IaX+K0CW96hbo/
/xYSNm0J16F4NMpsvl4d87bcosQhxlnqxlrzPkMVBEmMJ4ks97G/5K9Dt8TW4cKYrM/5X5SHxwPS
Ypm+HkuI6U7OBJEZlhoBix/nQa+uunku7+xu8rgHQlF67zC0++XZk3y2Kl/7A0CZIDp2LmzS59PC
BdeCScyeCTh3ymcLcqT+ohicR0VUVR25lRI14ghbf+n03p43qa0qFdloldyQbCdlbr8ehPMFwWGI
whMvBTQBkHo/fwuFvamYWn16xIOjfMzJid4tngoiM67qfWGN2hVDdKmuXgf288DDoPxIyoTKCKR3
shkSGmQNTZmoR9kvKgjduCJBbiwc7QpkR+y/fsOzfYZATsaW4kfH5ARnlc9vmMEa6NrSMB59vVBJ
iKsEWEUp438zgg52CWFZF24NpxsrJy3WMRyDPI32w5kLfzlJktShdNnLEhymYalu3XTK5jtoF8MV
8zh/pZPtbMFwPVbYUqT+hY/6t1dmV6fQga1+HgBCdKNRd3qrPy54X8U7MK9hvksUtudxlRnGVUEL
r7jQHj+byLw1BH5GDxMPkyvfyTDDLyllPuuPhH5k2LP0izwArSg70v3Bs46gSOUbiGBcRnYdp7+/
/sh/GfP1LGFLB2yhsD7ZUty+Zc1UnfXImVb3IZq77nuz2vnmPU5DB04vsa9SUCokA14Uo3S7sMGe
TWkLjQ+NO2w4WcVwrT+/Ps2GRp8103xc6P/0GztrNPsqN7Bu64I4yS5MsVN5z1rNcSdj4zJ57VVT
9/lxMq3wn0Kl+VgJrP82bTs46Az62h6PUBH6eq9kjuVHGae9hSTShZZZO/mk/QOZxLJArIfBOqgK
nlmSBRnetMFQFFY42Cnkpai1G1ne9HLWGw+rUCfd0SsTTlQLh1tS4yk/bEyZbpF1Y2kTEkyCRVLE
VRU27iBTIPGsaQYMOCY/czaTsxb9fWD399kwif5Ca8CweNdPuwljQU29RtSuvb5TV0k5ZH1NN8l9
LOYJyGmoHwUuVDa6Hsy5ahVTzqdZ4d2orKm3curHvd241S/lp/MbDjLDHu6ofulHnZ0t6GRW5sY6
G8lLO+15pbY5OCnWNY9GBdi9z7SkC46kD5TKiAq/0vYMeAPKiP1EsG16s9T2CbtY9iSMprpk+XC2
yfNjsMKDD8yFgMC9ky0Q7lvaLVO9PJpmlRaYpKTxJpuneYg8o3G2aJ3HUOSxtfl6Uf7tscid14QA
ah7/tOZAJOVh+lIbjx5uK86V5nYkvpFfC2rdts2gHSW0qJ1s+/5Co+ovi5HzjF1gPdG4ca7//X9a
oFOHkBNen/4IGS3/1+38ZZN2mkkgOtLB9sJbnoo517UIe5EHcr+lsj89zcCNqmBZBv0xRjPyI4Ej
pCLFvawC6CvSDUyBRdxA3x83qWo8c9smIw0LoxLdlQHH+Oh33jw8YJLjvg1mbplhqy2uF05Jp286
txfzdmzoRjwrCNpphEVN5m0wNGoPGZLmIazzpgo29pgViEe6YeW+G3Ofhdh1BuUl+dOHTvh/Fhs0
ZaY09NTVIg0W/mlwgCnypB2tpr+pRjwpb5NYgowvg8BmH2FGFj80uQ2sSX+8LKO4WNz3BoXWeMQI
OL0LtAUvq2oEU9sp0o/1a30KCm2P0AhmdQ19e7xprGL4KUxyeLbZrGm7eM6t6sIt4LQa/ngLyj4i
ptk70HKdTJBcFPViQkJHJFrk8lsftMa9KNyW7gydJRHmsViya8Dj4b6rpKoeLfA2FRrAzukr4vHq
gqrk5PjipKYyR3z0QYSlw7qupP+ZsBTeQdrS4TzmjG2XI/9d8iXSc0NaG9ej/6eHLKb61czcatyM
M0rAUGhLaV04xM8/L5f39S6G5IO7CnvG5x8inS5YJscVRxHbU6uiqh7l+FY7MC8jeks5noWz19Ey
yCSd6bCSg+ttlsrojzPM8f5m9LveSeE14vhjcI7UFF2hpgKjM6LaKnX/j50lE9ZcMHeOXtPNBZ4z
SV1FbgzL+UJRcLL/kKJn+uh0IHVzzeC4PBnVFLe5sU9i8wikpeR3vTayK3qxo7EBkm6EitBDxM5u
6VBsvHy99X14KH9aJzx7zbSBusZ64Qd8Hkh9CDCSVNK+wYPOnqDzQyIl0jvN0MDjX1iO5TdByHnK
b8EbDOWczIshi4p47KQM29zsJ5rrIsb0tXeTN7TdqFblkPjOLoP7yxHu9PlNqXSYuSaGfbBP4YXr
YFpFqd3AE2t/mL6qn2Bq4pKQl0HfHbU409cukzmXhBt2Ob28rC9lmKppaiMjqKz7fvLxfi6UmJMj
5kPdtZ/i+bbFDzLpI2uAKEpLiln4Vko1V7uyIOgUb0vuCn0+tMkuMYxmekHakb32AzzaTY9v37vm
wTc51tJOkZnI2n/3M3KBr8uyG36XMT2LkEpHcsFhYpb7OuDWtXc9rbkpagfLzr40uaXnSKYPmKmh
h/BiATs5xIgv848NKD0KZgmivHMLZw5ugJq0dj+2nnGVN0Gd8YL2MG8vfGE+4OcPDMjFWUrv6MP/
5+RCXY6AnaZa0iOeN824oRGiDrZOe2ePjfhy6PPJ+P71E88XJ4w0Hgh4vGovz+YzfU+Pk1akx7bO
bPU7GEbzJ7br/rAnujJpyBhaDA6INq5MLwRC9yK8k7BxRIUrHNqOboUlWIq18EJ33dCT6zzPjHm/
JLUzbWxRmy6OXEH2OmvNmN05iV97BwWVyLqw230opD6PHRpEqCuUbWxdZ0EApT47OAFr6dHsml5c
jb2oGgPrCTytw0A24io1xzi7DlpVB/DCRZ2aZdR13rQbCTZAtD7k8ZGzvze3td/XQuIvaerfnawN
7h1Qbvy+bbOA5jCa8EXv8KCev7UNbjPbLrAJLLfY5a9xdM2f8yUzqj1LRke/7rjdkm8mmU+kQ2oC
u8bIyGITSYC0i49j1fN78LlA4Db79bc9uT2xVSG7AKjlBkGjia3z83ahyEVukz4Ibjwo538a33Og
l2a43hl2/KBrfK1woD0CNJNWwaXPcVJAfzwcoRnaF1ovfJmThwfenCwYM/s3I9czDuJejGgJyPet
/vHSWiQvXKQKDzOywPgFUORkLxIHAfcfxx8zEiQwYBoiVzONXzi/9H0XVoY331sQ9Afj2hD5LF4A
ACGphIVfDGqKUqfRXlmkCzZNTlwmd3Gb6tkGD0qfIMcFpdcOHUQevCZGGtz78WJJZjWbXAdUgLUR
lVxQ3+E3W+cHOXXtP5MxQZq4cMf6GPPPs3RtCbHcUPnRvzgdlsURrMZGd24m1ZQ1zgaYIgZ3htOq
LUSWVu4s7vN7pxRVvk8drXyzNfZKOsa+0y4NzlMQ+f+0Xepm1zq9syysCAbWfgRdixRAAH1VO1KW
XDrFCddkG5BniOlYd37ba9uaricVSIXyDIFeWXDYOr6w2z3M/6TcoMML3J9OyXX+2Wgnv7718yyR
G08KyRd0/Bmfzklk9lVnoRF9psVZWQ85ns/DsUdqC7kjnZYmGo1sdrY2/AuuAGVjGtBQ/KXad5Ue
j8/4ZTKs/C7vsSuxjbgLvFw8VXAmISVM7tw1+CM0bfy9FrSwOLDAFYjv9XNbvLmxhc+FZOVoL3BH
Afb6ahL4ObcoJmIbTg5OYcGMYWGlNd2/WZb7eBo2XJRev15aH3fh0+/o0ZZAsEtoBLTmz2srK3QH
3xRl3BTN2k11887/RZGaFO+LNKvi3fBFlYa9ES9bbKHnbDunq7h18FgAG+UZadKFXTxL85byOjfu
uw8+tuh66yXBhn81oSsxzPtZZ87gPSdpzlHr6GNrcaov6fDWyMJL39t06LYV+qQ42AattIMo6AWn
v58s03MAQJWhkIBA0KSUnheuKH/ZXfhNJEK6cOl9zAs+jwDqIb/wy2C+cWFCSoREgXqwNNtSt6w5
U7+xuwEJQTCoTN6KXl+y8cIPOK/ELPJa1zY6MJBzpp2g5TPR6B6MG+UCs9/mvZ7cdrbqMQ8oYh0g
QZS4YmGnvHS7r7/+Wsl//vgUYCgn1nIMrz73pNJPixowXtXiiFPlmCPr16rHySxIrNOdxruwk57q
7NlJgbWxKkDGZjPfTkGw3tE7i6hU/8ZIyqHjAuQnVnKIibEmDNwaq/pNteQgRKM1NnmEh5TmsBFq
mrEr9d705aZQsxxv2llMe5+ALzvUl0QMj1VTFeYV03UsC/x9qz65MEznH4hZsTrM0won3+HUIEA3
cl+k2aDdoIX0jT1mhjoKzKXxy6cabQOHgTO8Gor98sKD//J9ULUwVDj38eep5IDeUD1pvciOfirU
BKESxOBFVwn23DCGJme41Ag+Xwv03vEioopCa8m2/nktwC1SbSoycexFUJOUqmNGvhkooeMHqmk/
u/f12Gigbsr0H0WAkHz8ekKua+1kQtKYBKUklmvtCZ2QHLhheQLHheCmVZW4nuL1qs+2qj8q2ia3
ZhEvw4Xa4gOA+PxIAitW/wTckFjbpzkFdIeLptQTj9uu4eEtNdFweESg18kbTa+79q1I+kxG+dTB
RU1xpYNYUzmp/2Akc/nDTYwkxql6wFP7GS0q5q6mPpfupRbpX8pbB/90mEK0rfHGOMVwdW30msDt
kmMbxNSO4awN+fI+jL2602b8T8KuzFC/5GvTPi/S5n5NfVodmPvYuE+rpq+SHQoirT+6PeKA0DXL
VLsLqsKFaDAjojtok+X8o8WG1mUbxTeodolXDskFdOF8LTk2fCDUB3TbMFA42XIq1TaLpKt9rCfD
uBaJgB806FmqHbK0gEIdahan4haNZtVc0pN/xDSffGuHc45b78oyQK/2eXqXliNywsW9m7EYmwdy
M4c3x4fpV4WQ/SEce82YsIUsve4T/9PHscvVhb40fxq12DgeN6oBhsr8PONr3XGCq6r8tdhwAV8E
fdXllTgFBcVRy4L6R9vO1sFx8yGJ8V1N1+t8n+CutQ18YJtoWsoKarHntXIrx0Cbjq2BBOS9a7Um
6+7TMZWy26baIKoknJu8ptM0Dm7lHSeL7u+3gdiDK8ziGnsnSwz0QjbulTRNapgMMSatfrFUFbcZ
xIlulIBv/xwtPZmKnd0Uq//U10v3DKVh7awo/yplgBZ+ukl6wmsg9rVgHe6ij1Hum6RwdKZWfk8S
vDgjKFI4Qu2MBhLTdVZ71S9RG7amrr7+GX+ZX/CG1gYaLR56HSethhy/6RUTSI4+O2a50QLJ7cBP
Fx1GtbTH/SJdf5N3Di7Q//nBCOCY05A8oIadEqUwyuQ6kpB7AbNA5ZTxpDd0Q1rzE7QORmFZiiOS
mEt3ow8/oZM5TQFOP42dwbbOsuy8tKSSHeLlZuV0e17UicHtdjOWp0VYF/7wR58aEYcDvvHBdWz7
y23XV1W/jeVoa7DZbTyVx0z4N0LM/nag0vNWWM+Id0uALzuq/qDE9VvHmvN7nOfYgElZzvKW4tXw
DzFwxHyTBrNwb4bZGfpfxUzqwJ3m4Xz1tLR2/muYWlATrR0xg3FiDLXHLd0FHPY30s7jatjgS3XJ
9fbjoPo8KqsxL0Ut5xhKZvNkGqwtA8+q9AAqdS2QP9PD7zZWn1fzU4tFzSsrljIBS47gG3eD+gde
54M/bZD/LhJiNO2Jal9VQvsNgRbD2q+nyl9+HVuQBbCJ3fQqojgFEgfYBmnsowEu1IJKDzuLMb2y
jYx7RrDkvrdPjFrejqly4xezmUqKbPJCshY/ImSG3wLUv9YGe6vM/jXMTZfZ/3kyg/9S7iDSQiXG
Ovq8UfYe6O6EcvU4OKO41n2B0KLrwFiSK7tnouzJaSaX1oZgXXUX6sTzGmC9UroQ8czV8OKUCzLO
/ZIP2NgTRSH9f4migcDpddkByoGCneQ2mX2hzDpHvEncBNKlCPfX3IRTAY3picYUsVkenQmF/Y0q
4sw9BPHo77usekRTsvyb45wW4h08f3O7EUJzOwb1o45vYHNhAztlBX8MOVgehTIqy3OUGaqq35iF
7I9iGbQ5i+A/68MGuM2f8I1xJsN+cHA1u1dY42oRNvVO8aiWdiBahx4jeoxwRHqbktygQ198butx
sF1cD+Jee5GFZseP7EJaeiUxC2sOqwV0+rBASXMvlc3u2ZdkE4Ypjo3wqo2iiv08iwqyDEqrzeQx
qfxc/BSWlVZP0IJ9rObpzF7b0JJrHMvZL3FUxaQQOUORja9Evee7zNVI7eDoMrAa0YDEK3ycAYAi
9lTvR4w6v3qGa1896TTr8KEolvhnnA9eEv4fZefR3DaShuFfhCrkcAWYJUsiRccLyvLYyKmR8ev3
gfZigiqyvDU1c5hZN7vR4QtvqODPp6uizOzPkUV241bKyHVP39O3tkqewltArqOK9HSFqL7eH4wi
ieAChv4wCxXEtiI1qwb/p2znt35mo4ugGsEPE1OlbqVLiWysaekWiOD4IentpNbY9RhG3mZPgZFq
Dp1mR//h97EiHZpBNeuTlA7mHJuZkBxgA9nAWRU12jWGiOh+JoAz9i37snKVXm8at5TpO6+VibbK
3kTP1N+Fg4JeoJGqhHbImlqYsje01X6aCe32d6fhMihdzNthKqRmYoOUq3s7lb6aSMMjERBqAqnk
27fY1UuLztOcxhE5A6cwlm0ZA+FxAzuZ4FEyc6V9C40OxpsPv/OAY5KEPlpI1DEDMO7dnleRBgNz
tdM4sCgvc0lcbqsmLOmH2ICgx2kGXNeaMzw2LEqDOK1RST8wZIjqQ1QppbUTCHQX3siF8mb0ufl9
SqsEvyZ5SJzxuxzJMjagNAfUyXT7qMjbfWJia3AIdAV/WrdB8/ot5CG554e4RDxyyAEc02B7h7LT
LVxAFNQhmbRMzeNHR6IMslXi0VppowFLQxP+I30b1NltHG0oZqV9us0opYSeHiuaayWJhTEGgup3
yhDXtyC/iRgOcjXXDqJmi0sfMQy5EWmWPbLzmxHjF12PwRwXwnqsA0hHHgYtvNaYiGibOqjEW275
znfIYdhxSlrRt19ub7Dr64M4bu5T0/+b5VUWqULQWMQyAEcfCSUm2a3aMVs1FQovSJ/Tu23reyIW
7xzUi6jhXQhwls8GDkX/YvEup4QNadIWmA8kdhmiFlzhW4Tzh5yAB8Rn0aOEGcHhLPRUhJ03tj3L
sLLRWQNRkQVS1b0ocDHyB0LuAFFUTAIchJt1Che9axfBlIV3DsP8TS5+sU2jma4klElImQTfl2cB
wVF6dm1vPFoD6m5tUlivdtqMwlXhWr5CX4f4loEvfs670LrTD71Op2jizRAugD3QenmvFoNjJIRj
iqM9smnsPNlLtVJ+aXS5wFWntwOsShpLC2n15yX8E3VtRHVs+O4wCmxtLJh1MDnJSWE20nuT3RA/
kLewscfiU5n2iTjOsj/jFlJjirwGjliqJ5BHPvZVN1BwRjtcCz1bctopQW4nicZXWZZ0+1eiiOS3
nuQRbk9q1CWekmlj6Kn01M8RfK3BHdGXs9a+bkFBxG6ocR5yeShULL662oFFBOg8AtCjq5URr7hr
JGU1ynIefFfbQjz2cQhKwU3BJmqtF2D5cBw0Bb7v7e1/VS/jduBmUBDVsOg9oC93ubx0ASnNVnJ+
GERXGICKGk6BMlnyFlR0e4Krir2WMfsrkXo9jEabbWD4FTu5xLWKS7vZjrpQDroS2qc471FeNzEU
c/GTu5eELJ8CSlT8b05AiNcIaBc3cohMdAyDXBygzhs7O02j/wqK3bsR0tK6VOXiOU3+UZaLK3CG
rxh0GFFbZfzFmJQQit6vpf6QVsgWREPZeb6s5h4U/36nEJi4kWZ1d7b8fOX8fdzoOACkA5RJfEa1
2FrUp8q4hIBtV+0u16fsbFhICbohzYPGrWUq+nd2wPICfB+NuwhHeKrCwOMvN4DVOBIdPbndlRg0
UgfLI9ltka0qV6MyhGxQB+Gqf4z85zHnCgn4BnYdviGXYwZq11cV7jE7APjGV4SZxLQq7SDJn3TQ
adheSSI9Zw3R1p2BP1paXkNSNRAnMyzscmDkFxw875V2VzS1WFm9UUwbON9R7YKosO5VK66WlmIs
rdXZqWHuFS91IIQJECkn791n+hCuhsSM1w5hwAYP8DdREurfPsvvZYeLjcN4MC4YEDDUbIp6Obs2
c3pIo5O5Eyhnp/guVWPQAl2eEfcvkMn03rPayZyezWgsDyKRSvMxxbykfKkyQc5dTUrwA9cUNUKf
S5KQVms0wCMxNEBppZqx8d1WUvlnxY02rNURtaeV2RfxOY8hqq158BxnF9m5ekRFDLXLJEcz4DEX
jtnvnCjNws/OOKGhtckbH7r2mg2n+7+iIDOUnyFtYS4PtLabqfcquW3SX4ISFHz3KjDgIGexUYUI
VxaU8vI88huvarP2l4qmXPQgI+CWbrCAsYKvCSlvu6/BZK0qPNOCPVZ0XeVp+mhwn3PLqo89sfA6
t8FueaLSQEmqvdUVFeAHTSEJykMI5PkY5GCVra4TZyt2kuL37Y/1wd6gPOhQPnKIMeWlm6yk6KRD
yAHsxyJQprMaxgo4skz+3Q9iap/SMVHvHPSrvU9be9aNoIZDPGMsRfCdqCPWM9JonwglfQJBqogN
WEX5hxQ1UbG+Pb1lyIDByv/bGBpi3YQNixOeFUVDDWEE7YNNp0ZdgdIhEvnDyvYxNwWKWa7zGnUr
15Gye7SWDyYK2GiW9ER7hDx7Ea4YUW/7GRxoDvngg8JQ5UOglNonfVK7X7enOf9RixM3czNtYNfE
J8hGXp64FHM58jVh7nhHerdSixhLEpzN4jvf7oNxbFDNtO7AcoKxXUxJcWrUnYvI3gUIJuhfO7nr
jUMmdLm9d0NevbKomaC2AU0P0wKuksUNGUUqBhfY9uyAkPvP9GL7kxzYKGlkeTlhXpvSO3P6Lr3T
k1nsl3cEJ1uTahA6xyTzi2EV0vZWdIN2LGMnWKcJzp6mVmFkKjSt3EGcT3OXZMb6I+Whvrv9EZcR
+fvgVEVn6CjMJAxZL7+ijhpgUte+elQc9LTggjuJX3m1PXViPyL/qr3WXdxvB6vUsOCSjPyTAy83
xWTYkB+CcLLHdWA0vUEdHQvFT3Hd9c9Jktvq6vYPXdwZ77/ToY1EQgpEkLrV5e9UAsx8MH1XjmK0
5C9q7sexl9RD63FZp/lK2CJ6vT3i9Wehwk0raH6kZ52qxYiU4mSQD0I9YlU2Bc9tPtafQ1VKx9Vg
dUoDZUxWvqMgHAZ7zar1L7dHX+TgzBeyKP1B/j4X2ZcVs7HptJJ2gHpsZwH0elCMX5ZvdJ6Uozkn
YeW5grHqbOqUpn0tmdOdfXG93NR0qS+TRs8iVu/W2X9BQpmlDmR80o5BiR1NV5RYYxqZ+tlBC1jx
Sltvpju35uLmep8wf0O6iNwd9ZvFRkQWsnUwndePPjY9g5dYevdZKmLqD3pUqS+3V3dx0v8/GF1Y
eFcsMnnd5W7Cwk9W6zI3js1ImfhpsBrpDwoRCBybmjx8wl8uJAZr/p2mgTS2rfCXBQnOXs6RJY2l
jL12pGWRvEkSqAiPeo510FGp/Mec4X2OIHtngSbFmUWoLueoIkDRN8DgjrSNiG7jQZKOZufLz+hq
AtcLIXitirod7vQfr/l17NmZuD8j/U1C68Xzp4aRKdTC149lMDl4JehI94u2tUrPiLRhledZ/V+N
tAy8cwlX2skI1lC+1O+3v/DHPwOXrln0i/tcWXxiqUD+aJAs/dhpkoL8mZZsTISekRgLculBaULz
YMZj+WsMI/sJ1JIP1zS6x0FYlnzmjwAWg9dR4ZiatJYvPwIe6U1RETDwEeq22isjGj9bhDMCYDhB
hIhmB0LrZUoGM4fqkiDP4vT9NF8oYbqDmlyNdx6bDw42+nC81zSJ0RJdMvF1oedpIhL9WGUJyDAR
hRt0t9V1bDnJY+OX4s69fX2sUYEjCkK/nFFpx1wuQBhD4sF913+ZKugGGO1k5Vc5BeSeU6MQd+6Q
60uTSITzpaM+T1yyfEkdPwmlUi2TozKUefvciHjStkPddyvNlEJMMO2os1Z5WFXfTayDvjlyh7bV
nVTk+m6hN0Q2wuVNme+Kh95QZZQKYyyORVtnb/ye1ov7XhNeUmT2tPX9QH1IfMx9bm/4qw/LPc1u
n9UzKRlBPL9caIVHqQt6hB0AUgz5hrasC50aadCmrDclfe8707weD/0IALQzvhx867LAWqDjP4IR
9Y9FMoT+vtHa/KyXoM0QRgrqZp3ow/RvjSvQ7AzJgs41EG7QZWCdo/yPGpPtHGujKdt94RjRtkot
XINLIx/6rTyZenJnWZeF5PdBZ+I0uSw764pfE5r0TdIiC06pogYY/GBnJr6hyWRP56Ee9HglakLU
g1o56ScKCLCJRwe72VmmOxv2VVOJat31ZijdOVhXex31ImwgSKIAzQI1WYQnTjgaJZQy55hZTfs5
ERhmIe9kozBESq8/d1VCtkqDMz3mXZaTfFvRHZbZBzsAFjvILRkOMR2KxS/olKwqtHEMTh0OXAc1
iNTvfoG2pt2IIPESJQ3udU3nP/GvlGP+FjQS2eBYshCmL3HKg48fAFIfzhE59Ul6KLQ026elbXOa
Bwy/E3sq9VUY4c3sUSag13T7iF3dZTrkFEQdyHWgtNG5vTxiqdKBq0db6xQC+ok3fWKl27pMgnBr
0EO6c76u54oD7jzPGcdj0Gy/HKzTmij3+yo5xZLU7Esw2OfJqLQf8PS+OajEbRDWBLCO7BC6PLfn
ef12zt8U7VDiMCBE+nJsrUCB10In9BQjg/MF1V99i+WXvG96SXw3Q6NAvQ7kQuNLQHT6PPozoFN1
57B/cPBmOWCqZdDCZwnNRUCYm7j5oMNuHbUaf1FBb7hpXqMhkIxnGgKoA6CZTvQSwaKfLWMHyd/p
Up4MrlL1cY5HU6g+il6dpjvb/j2HvtyFaHqAL4AP8V6dX2yDvCnUvLMThyiOp32N7bZRrdDfszo3
FfKIwTn+wz7+0YHcPthmHVUeBjr1OgRdFuxsrFpQ94p7P/bQ6ojRmyuG7CvWZrZ2gNIj6VTHR0Rx
Y1oCm9Zyhj8UoruXBpud6YRDYNl79Kaqch3CXni78+Xn+upybsjEOAr3q8oztlj0OE4mxWo6Tphp
SwKzPc3yTOR5qSRZDSz5KED9X9ERbkBj5iEdVQgclkgeLbm7Z0hx9Y7q5lw+BDlo6gg2LGveLc+O
ZcKVPoLlMugUp1rwJTAVYa1ruQ86N7NtcFuBKeLX24vwwcA8alSooMKRiywLDibS+IXPFXR0DKFg
0wKL4xutgKTbohKO21oydecwCKXpzrG7vl6IyGR6TbR9cbFfFqm4CHDQTYfg1DSGkiGJr1QeiOlK
wZl1iO8U2q8j09l0A+lWyhwkefIyw7NLUEodcuKnNk2D38Bz6mTbdLHWPPdS7xjrEXWg2QfGBNGY
AUctXtFSk8qVpiSVtqrlSrpzrj66dUhX5ufsHc2wTBykIGj0qjPDU9Tn1ueS1/ypLWR4WYqGyimq
55VL93DYZ5nuw5eRugHoXdhsb3/9d2GxxRF4F8WYibUUyJaYYPC5yDU1gXPspTYv93okTbaLK4OK
LxC8xWmdRUWHmF6UCPQTO8v4Fhg1eoelnsbtbiik3P/sa2Pju5Ke4kwM2joETl1ZzyrOWS+QpMLM
TSljVZ4/DvnriKWC4eHMbjRPiHKNkdvqWfBpCsL0t9USeFDszrVH4SDtugkSLY5ebTlqQw/4ho1S
o4F6Fh2EBFVp1I9986AoIl0bLUjITVhK0ej5FZCLrVE00rZNbUTTDR/Rfei6su+s0L0pol+xElaU
zluMdpJ41GKv7tj3+IvUNV6UhlKH7gyqBLrj9LHsEt/mL+DEu/GxgTXXr9pCCquDrEyy9lMzUn08
1I2ujusBYy68M0K7ACQYVdMzxp/aj9LJFag7SRx9vv3x3rO65cdD/pqXAwU3CAeLKLhri9RQK9M/
Nno+/jfmfTVtQ1syTbBpbaR7BcYNkEdG+IJuVttZ+6bylAVYpTtZuknqRnSu6KrmSUefNXA7u2h/
IUNZRV7iF3V5J6B477ksfu6MA1DI+ckX+MmXj3yUD1A6Akc6hlOedStIm5CNisAfZcY2wvChU7u0
eg6aWra3EugqgTNPTyZTZ36nuyXCqCRVote6ypWGVtbXbO2W1lIdB+7Ua8rb5MvsAy2Vy59KHyev
VibH+hqRT3lYKQ3CY2u4yNmzUeLpvpZAuzBwncFpQzNUrdjlXaLzD5RZ9mnFerll2I3VugHBcO/8
zxHNcjEgAJMjgrac3/7LxZApyGBw5PhHWtma/JOHDrcRF35jGNCiGkv9W05zDLvgfszlJ3jAzsGJ
ZKk4wIeSe8PzO7xSC6o+93LY60AX2AYmWQD1uJrJBC5/mNlYemGOWn5K6KCLZ02E0/cY1kr0BOTY
2EHrqe+8w9cjUo2l7EZgTwMWcsLliOGgNWWRONkJVpUq4+ND33XMrE64QT3SYirugWs/GhAhIK47
upPUoud//1e9D9AU3QS/Lk+Z2ds7XkA8WcaWNnMJ5knZyrVf1rvbZ/X6maWUDp6Wd/yjynMaSJkz
KW15Qkq8Nlwda/Q61SbFa7M89rQ2Q29R0Ny6M+x13kR8M7edqPohYb4MKzIIH7YRWfmpdyrfeopQ
YC682Bmq/3AmgpNMC35yUE+eO78TDskmsDC1Fe2dx/6DBefEk73RgkEez1nsqc7qIlUQwZxQAsOd
pgbzxn0Yfjd1SNdFVZR3wukPxoPzSqsGaU96b8vcpRmCXkLMSZwKfIK2WeH/cHIQXpCT6i1mheHp
9sf94DFnarRi2TaIDV65ZuboDvXjqFUnH0sCZROPIZQaG0FynyBZGzeCeCNcE+Mo6kNHPZlHqSvS
6ARPqknupMofzR1+D9fjO97pXULjr80to4SCWUQnToHv99tAncpHLVG0CT5n8Yx1LqDg27N/725f
XmUz048YklOMuNZSlIOOlY6SQQsYM9JxyPRD2XijQDY4u6m0qKXHohU2xgwBQ8uYCYE2hE/6LKMU
mLvEu33jqXFlI5Ut55KGrLtiQUxHtNJFCDwhxa40HXfdIJdzT24n4BEt10gI46vVvmtdkXSbUMjw
Cnsb2WlQmEVtvDiDdc/v/IMzPCMnaLgDI+Y4zSHtXyvr6LGkDWaTnirRpmc5TM0NbGZYAbHWH8py
Sva8e/vbi/tBYkg7ZKaYECqakN0Wj2YGtzoX/mSddJQ9T3xO0AzqoP2oeqFuTamOv9JRbjah07LS
QWCWh0pRJNXzQTJlmBcq4z+fLbpEKg49vFmzfOa8Sn+twug0kVWjAnkKIiXBgXnEnDjDfWsAYmqr
j2WClt2dyOF6S8/lZKg2NDCAVi+JNgg59EncJdYphb0iobGOhCuLMH6OYnQ7IHeK4U5odZ2dMKKG
PeJc8Jslci8n2eOaAvCNERN/mr6HUaN76TRFpiuqvFvf/sTwKvjTLg4Q2s1IGM3vH9cW87wczTeS
iiAvdLilran9GeoNWh9w8cEWv1GGqYd6E8Bu7VCtbCIVw74+QZY6CNtA/8zJTp1vKMpJtexyoqrx
AeVRCSMFv47TnVGYqfyb81abyN7Enb0qEsB0PxvVx/rT8CeQaTG2vmIH2z04DDJOhABGG+ItFNWH
vTygvnAOGi3Qn2Yl5sQtDShsLIQSt9pPClRQIg6DWo7E+R3lu3QFwEoaDxh0qJ/UIKuN1kO0SUaA
XzdalYxydNTPEjkaD0EZDmdy3G7CB1HHgtPINH+DMQ520NA728SVYt/6anVa9zQH9MlOgE3ZGP0Q
NqsqpvK76jmPKeI/ICPdQJKHcPR6bAvlz5A/G9lNCDl9r+zFdLSlyrHWqeF0b6GOv+XKNgr5OWt6
+VUZDGU0XSPXO38fx0XpP5phYIOZjRTjmNl+nSMImCpfjTypRxDhiv8SFwNkxgy+vFgVWqP+Jh41
tC85x7B4KAIDu1YoddXbhGnIT9FSPtu2slI/cJ4lBGXQkJjcJCnG6CwKGq4a1urfMIasjpEeVKNH
H8k/ZQkFKfRVk8TLOsp0q6JK6wdUVYvYi6rBOplo+H/xg747J1bi/+oSR0ldqu95tu/UIPhWgs77
TWlS8dfIWFfBK7z6SfOyhDzATRFz0DxMe5r0Kdc6v3+K5b54QwKHLGpUYsq/leaEGACk2I8g7KFi
xDVSLyxXkVPLDVrzef02QRixH0IljCss62x8iLAQc8INSWKgf7Inv3GO4BDwBJDkzHyw1bH/TLmz
iDfwsvMHwjTb8YSJZwevQogsyxiN1dGc8qZZQ1MKGjeOzRJfe2Jz62ThOma5Mio3PwzLKn62pdon
T0wqXE1jZ7frCRT9AZBzprp6L7f962hDmVtNE671a+En1e/SRxKTcE/uJ6/wrTb93NI9VHFMKFDB
17tasc5YdftvvU56+wo5d+gebDmRKs8qWz/chhnGtRRkxk6s/KoYJ6+E8qk3sAuMhm1Ot+2naGiH
gCVX5Gwd4xM5H68AR+AoapRh1dJux11vCBVyMadECDuaAYpeLFcIjptqp3zrcmwPvitlpavPAcLV
7avG8n+jglN0b3poYajpYkSgFvswSPtHuVNE8SPogekeacVOaFX1AudEjMZr61dbB3H/pw4j3Xyq
kcGcNhlSB6NbmnZzKOTIGdyZvaHxiRAsNZLaeS51XxgPSSDkAQJLB+NuFHhve/3YkzWtfGxDnlA8
NLID/2G6bnDaGEwPgUXKkymx0qz7TKyws30yzi+ZkYQ4B8pls0+nqifWbJpxclPQj7JrBNlkrcZJ
r6wTUnpBwfdNanslZXLdeY2o+mcxTZOyJ/2RtmYXG84WCiqYtCYwMXGJ2jHqNrnTYJGoVumIBjHi
FsHenEChnTu9dMQT8/WLz3EcD2STqUAeT6lU8wV6RKCs9azJfjcSLjJ3nsqrgIFXGxjHDGqg7U4T
/PJe1yiXlNhRjwBrVOPooz+aQBXxEYTrYDYc9AmO1tZP/eQeoOHq+aJRBd4X2TDCbQC/87//640G
hBbYHQneyUxz6b+kCM4NJYtopeIEVt8J/64eZwONc9JEun9z/ra0TZR1bJjgqdhoVXTFpiin7C0k
talcfzSMk9qI8U6Aex1t05AwaLkzM9jzgCguZzdRWUI/TMVVBqHnNfqg8lM0FPl/UESUJ0XUw0E2
a22rTEY3eshR+ZU7dPq326/2MrOiyQ1khdoltzql8Ss4NV3ODOpQ9qqOWqG6WkkXTGmL6E0q0ngj
5JhUasK+bsAvpUfEUWTtP7ekIDNgKUTtGpKZc0WrywrAn5iJpa8Qcyt/I8fq8FtKW7oUieDhPWBF
qt7JJ68LqQbyggSkzJiElnzncu2xokNoi1viVGtR4aYGji+xVQWfqroiNsBEsHzqsRa3V2Od1m9l
ATGYcvcIqkyn2PuvcSHna1ZcJ9chGIVtd/lj0E2jYqjmw8nuUcwcY6XxEDhoUHIwGuvoNNI9uvkH
54oeIPkdWCFQBUucL4hpa0pbbTwZZQoVugqNXaYl/ZexKfx7HP3l5TFvMBr8lENmMUlI+peTM2Nb
8gM7KF5bQ6jBytEaBwnJCk9Ox4qbx7AV4oUGZPb79r62+WP/jkUZVlfgCdDUJ8qHsnk5bNiXiMMJ
tXy14Yv5z36es584iPXXSQuDbRl0RbDKcvKtTxpeQl9vj75c4Hn02Y+Cgw38jZ7v5ehEd35XosD4
ShEIofgsL6wjKmTd3qw7nGpuD7a8ubDto8QFdJSIHJV4bRHkW1MSayb8p1e1b+QBLycndMEtYjRK
H01904MyDO8MedVOo5VPWo5nIExYtPKXNVBQln0BBLo6Z5KG7rM763Np2CDlVkxYVmXBDnRkr3wp
5IFYnXh+clYAZrS3IlBpfQo7UEYP2SwLAZ0QvpkbDLEdb8Daqo+G5ps8sFog1V6YoRZHht05G2Sw
UONHuisNXnmQ5NHtfBSh3RQpOvP19pJeb1qmh+4NqdOMPF4yGtrYj3qymebcBEN2mtGKj4IM4Zw0
w+hJQ20+DFES/rk96BWskwHpIc20deo9qFPMe/qv5y5rA7uc7Lw4Yz+OTlImELryWisKHgKjtYx9
iJn3Co/KDI72KAzrYCsl3k+1JLQtsttdCQ+4HcstCe2wc0binJ06Ss1wuv075+f+8mjNAqlcVcS3
qCQuy/WRASQmqWr1dRR5iVwy1ZJmq0ETu3MtXh8ixnFYVrJwio1LPVylKQIqzpr62lV1PG7yyfrP
AHMWeUon0+b490lxHTIfkliO7/LEZkmp14isvUq5hHVVEuTh3sI0a7zz8nw0qb/HWeTIgNjjtJdx
2CAbqGzIKiARXIRSRn9F3wco2e1pfTQcAteyBqgQbs6yPYd3k1UO9qS9RvS/CdrK6MEwovSXHCb5
vero9b6g9A22fL55GXIJQIjivLHCSCXX8JP+ey+Vvul21DU//+uUqOvPNJz5fMJGWDwoVSWj9EoX
+RwMlYIpbNtMPJx027woFurb7cGunpFZkWWW/aG1KxOkLO5WE4VSxcaG8awVSStWYZY7b6R+yJLb
rT4+ghOLzkYUl38m6Fj9nQNwdQvNgwNBhE5M35cX+/I+AC6gTQkViTN5E8aBDpRqDYaf7bixH6T+
timTfK/45rT/90mjMUAMDBxu5rxejgsjBk4iNNNz2AifZg7GP+vcaoPzhI/yuUDOl+pEK5uRqxuV
+c/PGRAGCilgxlC9A3W7GN3C6k7Sygo+VUy5VOsT2GtDLv3U66rct2F9ryp3dUTm8Qiu2bTAexE8
upwt6E4/zAAWntFXtqVD2CtZuRlaPwU/gzKGs7q9uFenBG2xGXw1S1hhr7HU+1JNFDkJvjACFUGT
UTvJ9P+cqbznxHUlMU07fsbbzaElLEltGVTqepjy0mbj2Y4okPzAGVxDdreyA8zuRNd+MlNqaTu1
NR1/rdG6osram1VVbXPDGQ+pFRmpm5p9Pe38yGhQZTVKlFAw3q37kLx3FNOhMqtUnG07LHeFLAsF
jzGpzbykm7BaReSGvN5tcnL6ZgtFHzEBPOpMfO9F/DOMamQabq/s1YdEVJUXwyKmn2ESy26JIJaz
GsQHzpMpWeAxBuubgv3ktjLbe2oc10PB7KegincRHH+0vC/3TD+pAVS8UJyR127OYZg4qtdH9QmD
P6Pd3J7Wdaz1rlIPLQn7E7Kjd0GJv8ICELcRyaMqzu1MRtv6Q53urF53NA+pk0b8ceQmrmeEy2Rs
Q60tX8H8T1TOp4Fyh+LXGWIP+TSF+UquLek4ylmlelZVD8AGukDHe1APpl9xYNOLwE1S/WMQr+3o
HozlRmrQB0I3Oqyr5wqGTXYH0XJ1v86eF6jhzJQJAuWlpApHXCSRmbVnxao7pP1wTEHUvmxfBlUU
X0fVKtc61tjbmLrzne1yFTbPXw8eMSeRGvlVjK44WRX4eDKey5BqHqqCJa1z/Gb11hORXNXbLAym
ey4MV1f6fBppH0Id4oAClbrcOG1l80jCWT4rldIOW4meJqiUMsZygXCtf8pxmNmkdfLPTwnj0kBE
WYFoADrOYsMKYQRRpInurGoYi7t8VfkQatPehqHzvSNDxhvZVO/VVK6OyRwdwv+iYStbRHCLYKcL
BxE3qBud85aqJr5eADlcp5PSbOP3Vlqub5+Uq6yerqUFfASlPB4PrvXFLEEbgWvLx/DzCFr9Iapo
RithHz9S6/sUiWJr6pHyPMudPlGqM3YtU36qRF//287i6ULpiteLTheAZ2pmlx8ZrZTQMEqa4FZG
WLGxRtLUjaOig5DW+Mx6Joq3xb/Fle9j6vSVMGoiTAEMcDkmyoQZwse+hBGWHTeQYcC2gswS4dOY
tT9ur/PiszIWAAAsS0yg5O+55+VYVmVUKVa3DirMcv2rHzJ/3aKIjkeONcov/zoWZpYs5ExGYMRl
cpsFqWQHVh8ebN9A+7cbDETFEVoWq6a0QXTdHm1xJzAzaKCEPnCtOSdAFS9nNispmkil+/sydfRd
6oz1ixyP1QrLIXulqll9x3Xig/F4tIAlU3l4z/0ux8slLuNYD809OnSda8Nf33VygWhNUwlnG+P9
fS8u+HhEuvvkVYBVjMUMFRVq99ROxj6vjC+RXSkvPNz1AeZp7wmj77a3F3Te6n/livOCUtsEkYzA
wMztWAyXNEGLuBlOHgmokBW6RborGXKx1tpEcX1ZGndR1kxgqJx06ztatrk9/PJGeB+fy53lhTdD
hW0RTGYmwm1Sk9p77HjD76FdpQ9BPsjfKSlk3+1OaugsOmriaUZuP2a6PG59AKaHbNLlOz9l8dL9
/5fQhaUeZc6CmosE09BoLg/Usvc5cs0ro53GX6hqWBuBNuIzJb8ElBYKw7sEmdfft1fh+rxCxEU5
nYfHAQq1FFabaE/UhHPmXoIYfgD7h9F4mEWvVlHd4xfP33P5vXlV+ery/NntxTWUweYhPWKoMtfL
Td9GxYonD/dbDD225gje//bUFu/p+6rCk2NdwQ6SLMxT/ys2QoNNGMmosJ2VUdcoZcb1g41zqafU
sliJke6wx6qKO8NeT5PuL+Z81B9mfNmStwMkB+ETf9D3VhSG32haZa45tcNm0GrZQztTuZM0XE8T
WQYiW4gUxLZUmi+n6Uy0vKSg1/ZdqmNx3UfqytHD5uT7uW+4Fdngi9SqtJlur+71xmFYUnp6A8wU
7PzlsEHuy/Otq3MddtFWCSpjb9fEg5gfmsfbQ300Q9A+NoUlXi9zeTxIcP26azJ9P1ZC/lPTufzq
xxSG8Ls3p8GlRDd9woS0GP51ZSmKkGajTEkwNnseXU4RwcXKxxDA2ZvgqT5VKtpBXi45xmOTjcqj
BBTWE7YZ3Xmtr/bPPCqp2Qxpg/S2nK0FeqjO2s6GDqVbL4HVoJSkQpP6qesoSblZott3Rrz6lGhB
yGxWxuX+4eK/nOeAO7FvD6qxj61RxTolz8JdNMq+G6alfC8YId7hj7u8B5BK/OtzLiI/ejoqNjA1
Kpqm1p8yA2LIvhQmYjAQkHrHHYSTOC6QcGE8Ae8t5TfEq2qYV5rV7OW8G3zE3yMDcYJO7RH6AG1h
Ck+dqJ2ioU8C7dZ5nI3rwkSCYq2BZ3oJ4hnTrMmjfObxHmpPRYtYggEd9PRcA6NoX2Qt87P11PlZ
9VWtzX587DNJ2C9dgcLt2gqd0tjpY5WL1aj7vvoNYH/UebrNvjxMamGlG61r5WLViXLqvgD/U7VX
HjcF95UMUwhXBkWUuXmS+p8LQGE4hObY/6wLRQm+5IUiBSs1i9qnUstzMjMm+4THQRY+VH1fnaR4
GOgCR2ZqraNOr15Tgq+flppZr43uT/jjaY6060Wg/VFxRHmTja6WPNh8eQFoXYpit0wRoXQb/Nz3
/EwdNFXZJtUaRdmoPQRtHb70U6aaT7aZocwgoME/W5EcnKCxJN9zgkXkUlg+18Iw4BD7RhN6Gj6P
hYdSoZ19VpQcAHaf9Po3lEMFZUtFmap1MPqNtrXbnA57Nki/RKWn6rqXKkNZTRoyAy7/v/YBXXAb
7c5MOC5Yt7R8+B9lZ9pbp5J14V+ExDx8Bc5sx3YS20m+oAxOMUNBAQW/vp9zP3Xsq1j3bb1Sq/uq
8WGo2rX3Ws8qgjXK6jivnPk2mCOEEyXIQP82zJiJJzRKDZKh/Nz2b/Ny4bZuQP8/TXIQ2aGZq/x2
IJB5iM2wX35WwiN+FtnLBCVFGD/LwCLCBf1X/VXUJeQlVASDNB+Muoex7NVNXd9zLHSNH5Ujt/PY
iDD6sURVU+51bssmnWcDgekiex2djX40b+gOolQY11UiRlNaA8bxsHrctQEZM3Fj97W7t/yO3XUw
re7g5QjP7rDhowac5YwSHd2TqA4L+GKdFKEozJ+9NZf9rRlA9t9JJjv+7zEqRJ54RGNNd12jnG0n
nMb7DQUV2B1rxnATjEBpmbOo0fLuMk+jlQv9rav2AWiwFEJLNj2Z9aBXK3GV496ogBHyFNNblwt5
Las2XhoZbQ8umUvbd2YK3drummxqfkCKKNVXe82M7/2i+HokPhqky322djUJPGqDY0PqLl1k0Q1T
p8hmyk3xSeZO0KaVsc71JVjbjkj5yjfXihW7qMxEoVgZY7rNlfGJrxE5Z21383nB3AK5PR+H4Gel
bCOguz8Hw56wKLVGMZt3/lyVBq3xCqHedZylvJ8mId/yWKsF2BjBX2j2MLB9Uv68OUcNBfUegaYV
nP3R6GXSFWv9MshCukxMemnsSGSVM3/bWKtnOIeLOpOf3ByDSuUQwlavCy+i6xZ5bDcLBzyb4dLH
PdTr9VJP0h1/0RErxl+z4fb9fV71DGMSIhDm/hgqr/MSt5mGU0u0Ax20dV7WGI4zQHwjWkxoacrw
+hs6A259Vy26xlPtOOsvQLaRTuuCJRsy5VoYyPghRu+4s/Z4z1jYDVPQedbzMCztfeEZfrgXQ6i7
eLU7ryAyrir5MMZt+tT6BLJCxeyiIc77cRK34zWXCSCQgqdoIX+3GarT6kAMYwa3DGSRLPtzV0Sn
EtTAYwuHGtpjIPgHImcZ4ynwBVq0jldlD8q7Pg8uAXwYHHz70hjXNISmVTXiIMZP1a7OJl2mq5Lm
U9RsxpAuJC3BHiv0RBsxKJpT6AykSCpi1OiybBtMZgIjbfcgSQxwb6QU/re20eEdiBgmpKM7TWhv
ancud8HMffgxLKUWTDAmMSd67jQIWHiVsNx9nTnxQD9L7HtvmASRk0MBDRFhE7l4HP9fDMbgv5da
RD808sTP/uBIL7mebztUTpH+NU8lq48D/PJSKpF/3PwOlvwcLSwcdZ5HT4YxO/XJzs1SHuA6baeS
15RpW9Zlz1rUEh10OBXfdBWYt4HEhJIaWz/d5nYViiTf1mnehZOhT1E0dl9qAwFyvKx2H6CtNhT+
uMj5PRj2GCSdP0q5y5qeJtSkg+IXoSMtvdQu6KJr1GbNIgSd3sjBEbjbfkOkFR2IRYZvoobZsBLs
JDykbVTVXZ4TpQmUxl4fbEJWcrRi3lTfRXmln9BB1g9lkRXb3oh82d25pTTcB8c1GBvGFMzZeNIQ
1n+r9RqDNTiVrB5qvXmXVS0k0BrG2n7rM6W/mrn0qj326sjew6kdbvLrOI9kXuV+GNfKt+Jl8nHD
zdcW1EFam38TtAh74wCpy+eaLvALdD5LnvQWLIC05MhTcWHhc/C2wjqZYD40iUPgVL2XneCUnKm+
RcCVAfM+OjM3N64gRN8C1nJdNhy3uZ29xX9cst7EYiq96MxwXHipP7plcxoyuYwnh5Of2hGzOJm7
oYsMkprKCXliXY7yxinmGuO/X+RjWnTEKCbeyJwy9gvlLbceiSt3C6demZZmO5o0VZuraM7xi5s6
EpHeh13rOzcufsRf5ZChZMwBe5MtsDSqjMFVjB/Dxg1QwYZFXe44+E8vU9j0X5UD/2tH71YdOdGa
DHxA8/txlnvVQ1Nk/YTI3Kzn2DKqCX9DxMM6YHmYPqKEI2uK8s+6W7s+oMYip/hrVNnBdtfWbogK
tSSIL7Y4s7SxHilh2HHaDgQsKT5G7FaWCliGIutn4BbtAoR/UbfKCIfvhjCX6sYxl/HFaugnxVtH
MsAns6nxKs1DGz473ijHxFqa+aU0LF2dJpIR26Nt9Zm48E84UdIbYx7Eo51PdyFz8/IS5uPyK5gF
Xsncl556sjpV9TsxDibN17pxrCP+1Wt407bCvSxcS9mHYgvVRy+fyoIfyJkwHZ0sDMk9zIaM/ond
f1inHt14PlRWGStqYOcFooQqDuFmZ1Uqe3/eRd2I1IeqcX6Z2U/Uvgs1qPFFaFSeXrX4ADdFIL5E
7ogCkAGHXaa8z3OUeMJ3w9jGApifdNes5cEwwzWIh8mUxWWy1talhepk7bGulnyHbN3LDnUwOk9F
LrdupwgRImltWqnLomhbP4GA1vJQaMrIHSGrPk0n6jSQcob2gmMTRdVHozAWZy9QQ4ZJvwXhfSks
dBMt0vjbPnI6cR4tiYTaWS23Ok6VCF/yqMUrB1x/9veNbssuafI8k+yvoT2kVT/x1KMub9UZ7xTu
NQ93R/4skQkN+CUnXEMtAsfUXynwUOij7TjWICOo2Hvfam4z2NDZQfYZuYFFlxXlqQKNwYe44AGJ
6TqCcW7XAtGYTVhb99F3PWs557z0iJhbmX0OttwYYtsQ1gSMOup+EYFUYSDxKAW9gN3mvNhgoael
5gOoqgxWXo3jg3hNmq3Ya82p3o2RwF8xohzeEDtvlHS1hLgeuwRGEyoaTLz0qV/o2by+1GVDb1+I
XeuGuYkXvQusezxM1YgnrcGeakYKNNbq5dWl0psOU72N1Z3f2d1waRpbpSNIrYZom07x/Y79ptVn
T03RmDL44i8INq95bBtiOD+bvZUtCaYzxQdgY0/cL4PREarsjLl14mQ/WVWsu17pOxtnT3WyvbWJ
4rGDfsACnvd7oeZhETE6ewQgV/AjVXZgA5QHMZONz1046IEuRziL1JrrstsT2RFEu1FOxkNFe935
Fub8L8c9RqUswbzpG2kPPs+4V71rURqwcvVpOPRcVk52090Cwx0pU5ra+Ci7bfkcDlGNSEBOqgIj
C5TRGBTrd0hxCuDJUG13w3TJrk6uO6OGt6KOJ9dZyzp9gPEYRAkygH65dceGcoYmY2ncU1lTenlC
tsEnImeMr9ipnezbtsjhg4Igrw7GCDrtHWviv3UUmC7Rg6KBzOn3VfPCq+jDTEq4J7TD521GjGUj
lk2yyXD3ZrP+vpplD39vYvzTEHl97IXRH9EgB4eK9+LPU/YCCkWSvOecmFEE5Y2DH9NJGwp44NSl
Xopr8i5pu1Y+SPuc5SxDcb/M9rHyjMHeE24Fl9enJnlEFSLynWAJD2J6ucUv5gw8Bd8S+Y05IJpL
QXf4n91octsb0PjWT5pr7d5e8zW/DbyKh6eYfRrpNE9AqkaDw+bHPigL+2LrpdFAFqCk71a3nrkZ
Y1Umtdm1d+EysyjGBoFx+lvVY3WIuy10fzNuydyT1eThI3jwbL3ppPaefQWuI27ZQn7jRuMQGPmZ
UeyVuxk1p68QsQnfqCRbvRhC+MHVoohZ6WpcVAp2UnggrLFX5yIg/O4E0slUe1pD22X1F7vdW0QD
Wrt89avHNQqn/LE3MljXHAmBJLoTnmp2B5W9M29407gAjoMvCN0Dww3aJK/eGvpp4wI2Lz8bUet+
XEZnu6mawmY4vtWaFrUIfqKSHA65nj7//eV526HBNYMCiW4USh1EJ3++O4KTPUFnXXmOlH8OgyZ7
AeZ/lb0txXsW5jftJzC2+J6uKjPECO5rZRVxRtrEA+KfdMHgb1V8e0Bl16QfGkwDWf3OPf2XLjzX
o3PJWAyVL3rQP38aw/qeOUDmnfw+Ko52sZX3xrYQsV0P/vpkD0QyBbwoF7uYCBqds4AacJp792zi
43/5+21+84BR1JBpwUOGk4/a69VEgLLQjlSLmo54yPk49JONg4HUNFSkCBMbVv1v42T/KPMsC97p
Nf7bpWFi8HyhQnjozf+8DVYvOgaGpn9yxLWu4/iyp1QY9hEzEkrVrJ2+BNymS1AZ8/7vv/rfHgEj
AGjJJPEgFv0nMOf/GuWOi/KjCVb/xDgEYl4rnSBmaciuFAJjSuiLEG680F6xYksB2Y7hNILEVeya
H2Ae1/qd1flfXkGAkPzrymtknPjqbXecoJ8F/JjTus3joV/aSKaGNszzpOu+oJNW6vcMav9y+68M
SgBYaK1par8ay44R0P6qW7wTTHA7BcYgDosHKBg/SX62rVUfxoE0KWdzm49/v/v/shWhjEPQybft
uKzXfz740dLkE2imFJFS4b7ORPmdrutM3npknCZiSq95GVvz3183Zu8M36+fHh/d9X78/yO3m0xc
+2dkmkBT+F7XkZPvZxvD2mIHS5fSThGJi6ULEvG6Re9pZP7tdl+nTvyfBbz39eVXQ28qAD56iiqM
fy38tUuo1+VeLipokzEfsp+i6MZjSxXfvLMRvx07gopC2oEsBtUeaqA/f3qL5a+mwcFcdaLTEJeS
RSnhoE7UajQubRmXaL4TbXNi8ovZv4UpXf/n2QlfMgYDRtYYxqPXa143zU40Er1xAlNoo9eV4oRg
6KYK2u0dDc3bb/sKfCLvAHorIFr7NTVxDBZokRvrykRPd947LQxjdsiQxlmTu7W8mZsay85ANluw
j2RVyoeIPnu+Rzke3iyzNb83lnuTH0guZESmJe7aq7KGRf/PB+CDv7WIoQxPeS+9gz1QxMcuVf/B
r6PtotE0lQQu6+0+qKWqL5NJUsHFbbFYXBrQFiksazoWlVUMO6MZkdD/xw+SAT8vJcs/6yGa+Vdj
yigc2YLDqTzX/Uw/1i+xXnMWSC0R2C+b2+1mUGXDOxd980FwUUaG+H1QaKBefbX8b6M7Mn+oqrPX
WEYeD76wPwxBJS+5EPV2GuvCmuihrGV+FCZuwf+6HHB5Rj8wxyxSTQnH+POReKa02XNdgqsWfK+q
RTwejwzdaC/VljyW+CqRjGBcwG3nz5/+fsPf/na83/8U45BCUO++Kox58ou9MYU+ZWIghcbuYSXZ
sNASMYrljBGyOw2+WmQizcn8/fdrv42MCJgOsxxc8XFIn16vBg7HorVv1uJkElL4SLz30B5MS2lO
XiWjagSNUX+jW4m+ZMwblT0tNgknaT/NjUMjgSjn1FXd3IpkI6mx/m6FurcvxEgJ81A1g3P0p0p/
+fsf/WZ/vO4WV90UM7urLejVB9S3i0Hvz+0pmXDx0qT4spK9sre94desI/e9EMi3xSeX87g/nF74
/9fKKWvWjGal359qAejepbH6m/ifaq9aayzfGZ6/2Q2vP41J0pU0ceV+vvppZkf4nO4Q8woXyWQ1
odrCKun4BEFauih2Szibn4tind8pOd6uk9xRlEQMXRGKsuK/2hWutAVWxtk6DVEz6zNdVXunnHa+
LSi9vsqcY+sAdB+TdFQ3WVx2xvgydDMNZ3QN4h3pz5s7juMPhRg8E7r+QBJf3YV+NWi0KOmcLDA1
zzhglzvXEU50aiJ3bv+bg9MEQ4e0mZcJeyNq1de/nHCOxWs7ZDg0t9A6kss9WMeCFy88GTZyBeI6
BgzmK7bT+h208JsXOWSVBdmMhRN/En/Bn8vOFaVbtBxyT5uvazu2+XZunZbZVGfPd34f3P79u3l7
W7kccgWLbGKOcK/rXEEwsKanNp8GjN9pr9byHhNjedBL/V599eY95pcxSke2ikoCEderetJz8bkX
Wzuf7MIsD41rZ7sS4FjSCFqdRPPYHxpLqP/8JK8aR2b51/uJUfX6R/1fUYcMJFBIkudTNLVLmOat
X8/JXJtMehhcuvVRbFK+lLLR9envd/bNEo5endUTvOFVQ0pt8+eVe7o1AQDF7YR8LHt2N2E/0K61
vZ2TzeZ4XouAqDayuYB2wIOC7/D3y7+92/9ouDgeg8oFMfhq+5qaZjA4nbgnQhAjTPZmkMe1W3dn
tVT2rhqbF2lBmPv7Rd++Tegcr1QYqmePMu7VilHoyihX9tJTV/TVuba82UnIvQuGxKC/lB3/frU3
nwpp51h04G9fLWdvbJlLlDMQsILh0st+aaA29EywhMiZH/rt8kJnlzv8ny+J+feqzkM7i2721etU
tOQ8hfWiLsjzLCadS83srS4pEFC2a3HuhVTv/MrrPfujRxbRLYKygzvhait/XRoSTdJmvEjTxSTq
3DrkChTuqVcMDF/+/tveBIrSLEIsxYKHn4QLvq7yBkb/flni/IfK0/Wnwhj9Nilo3Ra/xKj9T6E3
6jVKNhpzQDww1nw1eX+bW+Yp5T1T2qX42bXB4sckjgfvKbLfPuzguvZzOuNMSs698+fnBP8BVpuY
zEvf0JyMbUzQsY2O4CEkFu3YjOs7TZg3ny8qexROV26+hTDnNbuKiEQguTpieFtrHZzHYHM/kOT2
W1tWfhCZb00PpXTMYzkv5eHvD+LNVxQF17bHVQH6j9D/+t//35qFBNtTDaFnF+ItZ3+KG8dBouzp
zG9uyDTL36mz375g15+KoJYGF6Ku16ftTTnk1GVtd3HCbnCfjKAz631TY2B5501+e0s5WTtkJTFr
w7z+GhmATYq5rG/0l5qKplh34N/mK2t6qp4bbw31yUB0NcB6Npr5p5+53de/39fX1ydK4gotwAaH
mAzl8vUV+7/7OhfCHNgK8wt83earU9kumY4eWHj7Su3Ihq78jvd5O7jGXIv079d+vRz/c+1rd4H9
72ovfHWCqrQ0CCDh2h27a1wMgCQZgTBRDPrti1qa9knng37++0VffzPXi/IGc6hESswx4tWOy8de
hms9FJci47OPCzRNH91FkgSlNOGeJfN18c4C+ZrSwD57BQUQ1oqNgY33NXIVuaNNyspWXohRzXeg
frITgGd17wSFSn3t10eY+H0yEdpsJYNCrBbgqXrnbv/Lk772EhDCE4rJm/1qsSjRtciRadUF77rz
HDGnuzMAEF/C2UWg5mWlPkeBsaQeFJZ3vqZ/Ntb/X6+vN4CDCEJQih1sK6/2/REFjwWsrLzkTBPJ
N2ACjMlcMMyKW9J9HocaPRezt4Eg3q3fthOORSNLKmEwOFfLTGDWYK97cirLPYp9JwXF5B97xNoX
Rgnl93nM38Vw/9NKffVH4/zno+DVpFp5fdaeWg6c/tBu52GJyg++Bo+bGguy1RiSHkSkQrWAmwk8
LBNkLbW+L0shfo+Tcw05KCtQtgMbyufWluMLsq7l0dGFqI9GaftGbPtsFjcRisXiK46WWu+zqCuy
m8YRpNzPDJtv0Ns04imXbv6iC7OKdkHrL0/AsOd5n632cFwZ56L47oXxO+8zbUGecLJ8ZVJT9vKO
AcV0gxtx2NqY7l1bpuM4TePnlRl9tddS9iA/YTeY9gFzgWvxJEyv+d500tqxqhr5N7nJdfzQ2dEk
eSuRwiQE0zr3k4Zu8tgpT4yxsVqTULvGGT3z6Dpt95IDOr6z8m361mrLb0kys+dHwfgJ6tFW6N9q
sXoDNedQyVPlO5wUI5a8OXZdVVwMmXnubqqDZd9lHp2mjRSmve3kYXaOooG8VF1bhD0grJnrzx2i
l/JusJS5HB3QEB/w6FxlCcEEjGLxNgV+t2PSk4DHCoxdMciquR3qKju5MAd1HJW+nB5WX2orsTom
2lSDyOEAjI2jSGVAvDsgbPoBaWE2y+Oisqa9w/4juqRrNwIfzXD2LysG1izxpommcFRs6lT1Y6fi
tYOVpEh3nWO4SOE3zK/Ey9q21FVaMvGcUkFM7VcAnK4Zl4sCpuUFuf4xAT+f4gLp2Eu4QKf4MFcO
Kfeqtu2P0bQO4kNLbOd627NO4MaeZRMk1abRqTSrci5+CRM1Bp43jLuCGcE3vJnjw5Jv1TXMOFjH
wyaKIE+Y4edAjiYn2gcL0L2Dlbm8IsjuVwBN4VjtGf9DPgNJa9sJycyhuZfONjTHpZGm2FHZkBRn
tVL9mlchf5pm75W7mZl8fe8GWV/dbGHmWgdj9qR1G2XSoS8z+eHTNnlbf4pmpC5e4C3TQ7HVjnVD
F7H+Geh8MmOAE0xODuXcj7xrHAg/hYIQypdJatFfehUpNIGT03xD3hGK36ge8urBW5pA//aY9FW7
FrdgBo+s97OjI2RPhvRUtQgU6E4dFk4enFK1s95PTtkUO9eRQp3WSAv4VGJDJdrwDfQp+NtxTLNM
E+U2dqySJ+3OtNlRHZjWRz5cw/mU6Rr5RjDnQPFrZ3F/Mo5d6lTMV8VTVbSuHW9TrdQjQij7OcxZ
9u7HpVS7satN63ORT2jNMgtOcboGrCxfyjVbOEoTwuRHJCts7i/L5yaRWOyaQxJUW/NwZe89NrXI
q3TKTe+RVpyuHsEFm/Vj6wZ6jGs6n+OpEwW4zVkY9WBAme4WC7cMWrg5rZYtar+zXI/fmRNu31qr
NH+ZBAoURIAjvfmmxgrcrjmM4QEOcGSllZPJ+ZBZSzYhTSAWNtUe6msMCzP/oBspMZytkV5MDFTJ
/Ais+9oe1Mq7WcwG4xp5XaDyyYDJ2oscCB1O3FmQ77uNjpWUgYmvF3/ndKdHSWtbmsPWfDWYpCAE
Jc2Q78ObpUr4Hob+hhlqNu1MSSpWYmqf3put8vxMph67icPG8B2Hby9iFPi+iqGLRRdrcvWw27ol
8PZZ23sdsuOl0ruu3LIvY7EuQ0Jjc+wYW0XdlxnTqkyA0w5f1qjno804zz47hYi+lhMoqdvAFlFq
5jD8zsaQZYeocw0zmcU4NUc6RkCP4pom7rnf7KI6oDCluml6AmF0UpIugOQTovpHK29X99yRfJqf
bMC7J+ltU/fQM8Lu7RhuXW6lSCmL28itpvU8sbGfDbrtVgoEs/V3Vz38U1Sjx0wp1QCJZaO1GKzI
nfM1b6DjHPoINfSBE1sZpCHiFDPJ9TUixLdGeDrxiqYDiHQ0t92nqGF7e3aL2m7v+2kMxjPBasiE
yt7uG1y762Acu7wXL9noWRiDWbdnd6cay9Up0FLkxytSSAIzmcOHXyJhR88k1BZbYq5NE5CfDi4j
RYbrkycvENCfkLOHy7HIXZKhkGkr9FPlRO/nblUq6z6MpT8vF1pfGxrqBmUGcqyuaEf1dTHzvjgt
gAxu6jCqqptmHvS5AUFqfpwj7Z45L0H0IzrMmNLVV71FNT3Lk2MBeE8539vNqZ9nVSYLMaVR6nFu
+aTJPHt0wTu6x6Fbg/w5oyRd7q9isq8sIN0P5eTG7Yb9tT7nKz7qLx5djmWXQww0YfUbjZWGAOqq
z6i3LHmeQuB4kvS4YmeWnrC+c3QwgILasru5OmJOeNxJ3Wxqv4Oc54+97aEBwnk64n8stv6gp37r
+ZK1W6mbDdxd8GFT7TK8TH4evOR113V7umCuOprw434BlEUPDJrDR2WQuSWjYIsBcJdedRSImjhZ
HDavGYYfdEqXPvXD2n2JOv6UJFph7+3RiFtuqn3hWT/73Lfam2gDk4zuHlF2/Qzbry9PZEla+e9s
ymwXmmTWPusay9tRFGAIkrBu5iMgTDc8OUbhPdUWvclp16wmPQE6wPkl8Fbt7YZ2MJzjagTSxe7u
2vWFrPvlexEUBMaXnmEal1wCFri4U1CLhLAsN7jJ5tA8AK3gENa1gHsfTW1Gh5WxDuAtk0iiPayP
rv0hWCdE0naSuK8ggMqQaDQl/qFmP7X218fpQwzKoiIeFVD8zkUmh9eCrtcHVihRpKYQ3S6fSUg4
XWOOKpDM+Qi5oLcMs8dVHjZPhlOiyuyNyc32Teuw4UsJ5gxVjb2kdtHa+SHYwBTuqRFnBIlgDst4
tkAe3rYrWunEWMQw7SxRiyn1lfKedbSsIun5IztYojIod0sX1T/kKq9G7mhGuKiKOtiHbj5TxoRd
RoUWSVS7jhE92mINxh9B2RVGRU1tTr+DLkAq1qkSa+JsFvQP59wOy9vB3SxbxX6zlbdV29feaQ3C
Iq2zpvB2xqYd+JZO66+xtQSjl7R972Q7SuAV9VtQ+S7KUyMovpHOXVPr5ou+q2ihkoWALHJKizac
ww/0Y8b8rglaMI0rrMRDQ2I7JR0TrehgqDFokU52YkU6JwmbxJ3TRxWAoRglZ3CPl6fqb4eCjslH
OkjlE/i0rT3qaABgSoVhy3QBL/fF6GY07kAb68ZOZkbm/RHmKxFfQ1F7xg4vGup96SFTm1tPz8kC
9EDjjUVW1sa1zI3lp110YomDvnPcHS83IrXQblYak/SyExacxv9WVW417AhRWCpWKlp7qbYDgBey
IIheKGMUiVyc8bZw/NH/EPT4z6LYRC7cXzpis2HyG+iCk5y6jDRzo7RQW9cu+GlzCaP2FqV5P9B4
zQxZJh3FcXOzAJwveWdrA5EFUutrxU2T/4FoismjeHSlEVw1v8BTSr9pVkTUw/hZD61XpVYH0GZX
BD4ZHo4mBc3fSmP9uWxQ+FJsKctJmtWA2g6MR3QrsnrDtO6wE9j3fbSMD5sppuoGe0U0YC0Yo0G0
OImActxsjZV/8w0vH07ZFK2sW3RG7I9GqCrArc619sSFOordCBAmh8MV1kYQRx1YSWZBW+7s2VEn
KLMlM5FUjXUr0lYsNbh5MFa3OWFsPxDi94zXVRTkB6Oq52PhRLqHl11VVayQ4Zg3y7YYToLWvxhS
i+ZUs28K6rWEFLLsM5cmPlXJdevOhRz85cBLJD3sS6U2k2yMnOpurcfNOHij1dAx7HOZ2IDUog/z
VFAuuXneWk/NdtWM1mubV+c8G8AA6Goaxx0C2/7oi7owd4CxOOBZqIJJlagQX6Ze15lMmhkFGVkR
ezKSHSuZjNpkNsoAvFirquVHaFCQxLUKPb0TUVSbKeYyr489TGvriXrEVsftaqbeZOQPoAKNIEMB
yyyRpKUr8e56ZCQRtMB44FVWFd62kXC3HXcZb3JOot8cq37zPze+TfV59aGIy7g2o8Rt5ONtmpTG
9lM3umCx6sRuqcMt/wzlNdtHVPmiTaclGp6CzJ7Ls3S74rNVrMG6q1d8sSpWJZb32O6nstvpogWA
Og/TUB/HWfKfX/vC4YVGk9FQ7AzI+hHXTh5kcl2hfm8K3/uabSs6z8zejHCHNpTKmTSRXgNLVpuC
nM2+YSV5xRrRxQVhItWNLvxgvDV8u7sNbd3YRzESEseXjJ+T+HKQuEu85NrkuTVrlczzkH3xQ+Q/
sY//LIWR43EnUZfIpF90G5wFoLhgBwp5/rZOruI3OLYed1QgGXcfwbX/RIp3jz7WX+bqzJYe7iCd
b20KSix6GVhBqgwVhK+Gn6rqyq8S3K1+auoOS56Z4S9sl8L5iQ9ErrfBiJr1sFit+AYnY17PJtFF
KwE2XaUexmxQ58YdrC7Nl8ZZjpWy7b3VQ+BALZzL4tx0gSA9Za22tjzMW5R7qSBekI3MKSa0EHQD
jfAzaSjzcF44f32Xm7B+9wVEnbgOCXw8OBPPVrORNbtIe+aWtpNDsEHcO4WUedxvIzYg6nNkkPaI
zy8WyL0fLFtX5h5BaL2dWzrMah9sXa9TDjXekqAF6R7XRiIaRVvhR+uukRUrqelt7nNABLverXNm
9TsL4bmVSqewk4mBfPMMnH6L9g1Ruv4nG+3y+CgNJf202Aj2ScXm5e5+DYowiN3C28IEqrm1fctG
X+sPbMKLSlm5G+8005zm5OuZKMwk9G/NglkGNnqcra7OruLPxyvCKiYSUdIrPhBL7I+wk9F2xxs6
k9yNCcFsWvCcwlooEv1N7TjomF1MIegut1M1jA/4RMby4Put7R2uPoPz4iO4iq26wbbjlZslD5sF
BhPVB/EltxUfz/ehYKFInSgrw30p53LFRCCLqthlTt7oD5EvVfDERmsFjyDjKfdjBEXDdyvzxvJe
YhS2bsKRnmtCGrXcbjE+Wei/1/XqTw1k9IOVlX2s7XTeE7xNNRmbckWqPYy4Ynb1ZMhir0thPo9I
Ns1kmHIE1BlZ8Khd10W8+KJUJuc431Aidq0iM9p3uoxve7qO50LqZE4Q8m/Caxfy//rJg7VVvGPm
cLFAR813pW8JFsuwRtOPn7I/DAH9iI8Nb+5/jBWhyYrKAZyvhywa/dJrP73vlGNYVl19cTqz3QOn
ZyEyDDygcVCU6jACDJ/PsIJ857327nX8/GejkAkuxAMkAQz5IutVd1PBaa6FzZVRhVDCcdKuDfpe
vc1MXAgTR1bQ/BC6wsDxP87OY7ltZVvDT4Qq5DBllCjJsi2JtD1BOW1koJHD09+vdScmyCJKZ5f3
wJbLjc6r1/qDjoLDyq50e92SZPmjdUG2ULy+QChQ/DMoAgKbAxlJGXdWKamdwepNS0keMhf4Bdf9
NB1IGaYFWRAh3krwx83DmFQUrWB+/IidkJQA8BVodBosjNvZ9oukM4cHv4jMibks5AfOl4MyjGno
6U3wGHVWetTTKb6vNUQWOMVSyD+JQF6ycSBWoBu/vd30RaLfACMFSpPKJMp77ly9tWSDtiYolIOD
/+o3va38nWIaMD9Mo3uAfLlkV3/RVRY+InvgUfDFgKo1q2bgoxVMuTEmhz4si3XY99azhTz+08Q3
sgRkLqpvTmzGcGnGZcnibP3RstRikd59cHzneiyDzcO4Mr30UA8g2rfJ6FbxF8NqxwEG5juMoQ1w
8xvBxKzdcMgxVRuJcHZOjmLKqFbwg+yxHb1tlXS5d4qVQZ32CaeTubPsNA4xD8OY8D510bJD7lzH
fe/2VM0LJBSOmSSHGIGyDPCS95//c2rkQ5YBO0nitzqop60JmzVbmWHNMQ8zi/teQPN9JCsjQNSI
ZMCfAEcsDnm79hZWzez8ev8S6ueSPQLeha85X7DydYw7whC/GYgTJpsQDb99H03hXhNT9c3rRmOL
VukSzvX9iPhnCmkWOAZyaNiXsVucOTCibqqpiwYnfUvySDwjUZFAxVcz477qiyle+ZKcvwrDrhQr
kztzX7mgXlxc4sjkCuieCFbhJbMwK7MdJD+KhDnq4pynyL7M63Ox72m9GnBmiCwPmxWs4Xbj1EYL
D69GDmYVlq1DXAjBJ9iIfKxKEsexDpE3LZRXdyjjPyXn/O8Mwk++MkIwlGs9Ddt93af9AkJoXqfn
Wx0pPc4AkkHT7Xf83j8riBDEqqcyHF/YJGVOUIi0FiZm0DBXGIbV/YpKJxp2wEA1jNZ4DyprzA7T
/8xOyb4xN/X4MIqiOLaxpn/UJkZ+G86hgEQ5ml3NlMXms28Dmme03vBCyFs/ANP2vuq1FamrMhfZ
vcWILsHjLmeOFg15B3Ma2fx33mJuenWXK+3wkkY+LK2kDf1Hj/cNMgNk0aKVGIz0g6pQ7zNA90yJ
EgOMNncFbpMu0ztnGF4icqBfHdsdvyWwuE7amMQbNr353+3lOTtv39sDUMh8Uzy3uffP+yjdrhrm
cXgxJwsefl4XgHDT8U0XjlKiEa4Q8vle/ZnHoFhAS19rGqSDrA6iKIZ89XnT9oD2BSHi+IK8e33X
uoolZams34VQ613SWua92gXuW5abzdvtTstOnZ8TUvPTxI6YmozE98xazjSQ7jUtc60nX5AXKCts
h8itKoFuLMDErrRFaR66GYLyJhDL2d0diNIbM3OcXpJWq79pg9s8SCGsFo0IhHsXSsRXViyNga6l
7IAu0lzvjkpelwA6Hl9w7MIioCEM1jD8bFsAxmqLUkdSoqZ2ezCvtgmtwAMt5fD/bJf0Tad4A2/P
Fw6P3yhq9WLt1qan7IqkMlFHamrRLITH18bUQv0LWLuBGJI9G1ONzJGBxDDdRHXzRejFc14nxjEd
x1+3+3Z5j7Er/mlILuF/zhwYmBITPI0vHM+SwR9jOlyh2lO1mfPmY3t0B63S+n270YsBBSlC5A9q
Er6GRNidN2qV6eSmkTO8WlXEw9sLe5IpfuJZ5S4qQOmgGQRpc2EW35lm/+4JVLQA1smjX5NwqDmw
oS7FpKWOI95ABBvI3k3InW8HLyV6iEScfS5KFOHvAz3W78qQ0sfOnUpNvc91vfX2QWjU5WHSTo4t
qlMQTs5ns8zrHdzz6bHs9XXZWOvU6aD3+rYTtutssEd1P5ZGovCStxD6Jm/sITaDYVL4Epj+cNf4
QVmt7bDO7VUgYvRYQN8Yn40gpOSByWd17CLUMDBsH/tvsRca/h+SGMH0M48H8afoRvdx0DtI79hg
hjVMad1NFgZt/krgacZDBSYRUC5OUMBj51Nlis7xR8DabxVPBcg7QQyZS2/Gwd9rFaQuYAUWBZSY
vMUvinmkvVOrd1DasUhTVWOOTeTH1g7HGqkXW8qmm+DHL0xAhQhrx/WbNy3vPRNwRYH/rJ8rmKfw
gkk2WV31C5vxIuqSbQIFki8msEBAU84HISDxXvZF0b31udb2q4iHdruOkcjISRdNvbl1tKT742HO
7K5Lt1afAq/vByQzOhPDX20qKrBKeKZmC2MxPyXkd1ng2tlEHPUAD8+/axCwKwy/F29O02VPwdT6
dwCLgkleaKQUPjzwcFQ9blEM5SD3zS4zcgQ2Jp9kY0wrNH75fuv+NgOjDzaUSHqkBBy3zxZW3/xw
on/A+CQUiDchggb6ef9qowGg4JTtm5JRCq68vDwCx1N3dZ32vytOxOIhRVemXwDvyzPv7KAAYCcf
xLRuv5sCnTebIWBIvc1UXg2UTuu93tjOs9G69XfNiRFPyzj0Oa5yp3iIp7hYmtT3h/d58yxsUJNk
8IBdO3NMYeUjdkD23HlFXYnyhzW46fB9ioPR2liV7TRvtYELmJv1Fkuu8N9czVCsu3EM0UDSzSb5
mQVG5O17k1N2Tzm3fnHHGNWWRK+1ejuZHV6xzdib+YZiix5jh1HlNo/81q3uTL8clJ63A9S1YY8R
dQToGmtXBHK0ROvbzSDIbyB7oHpv7iix6JOfV9B6Ai3eKmYXJvukYCUA8m/LdtsHvo7RfRopzdMw
hF7/TFXB+8szzhV/+3gczZcRYw7xxUL4gHa7aoQgvFLRfa+ebF/13D8fXMSsX3BaNhhYwH0EEOdT
G6mtU7pT4L2iRIEuhYP8zCueeNmD0CNhb7HCKJZ0Xi8WMfa8QI9ZTjxbeVXMrnIAAwXiFSRDhzwq
QTvEofncjHlKzTOwA6nsQ2XkqxZohb+73dmrLbNXyW+Q5tLnHGBEQSby1V3+xq3Xs1PISqqN3j47
uaai/jxiaJD6yyhGeRD8u34tOB/g1JEqAe6Npv7soHCSmouY20+WRJAkrmrNOiGC4XiHEu8JZ0da
ru9wKJ2wZYwV9QEjEqVYt8ighAdMo+zo4LkFuVO1i5qfGdXppeBqPi4kvN7p2BwuhsHXzu40P4zV
wsCo7q1N7MpcAagRPxGFrIqtP5rDz8Ea/ZcSHQBlc3s+5sf1e7uQ7iWzgdf7nJ4SVh3glSEPjorl
C/A4BXoNVed+ibqw2N5u6iJT8v9tAUrn0oKAPvdrHnsNnIGmKG/VIOqHpm7Ez87HWU+JdG0ttDIy
tpmbeda6xmk+vudtYN83llN7C/H6/CyV3yH5z4YOJYg7e7b6E5MKPubJ/tvYDa5xN+Gd+C2ts5xa
ao/qjSnBQOs8aCf9MYu4Kj94aXFX6fT/3TcI4qo+m+pJcxPhQAA9Dr6qxvApEP3pCr8/xZSuIehS
iVsY+csOyxY5uLmOydTM04mBztmjIHx1RPypPZiJJTZ91vefshTu+6oyuJ3VwB4LWJF2vb8967I3
ZzuP3oLA1HRYjzCS5wnmCAgNshdNciyDVN2rda8+FmnrAwhoYgucVt9tm9iwnnFErLbkxvOFyb5c
4O88IZMQm8cgIPzz0zUJR98F/5kcg27sHxStcPYWwPVt0prK0jV5bZxZ2/JxRBSI2sN5W7VDucTX
ovQ4TCLfdaGVfa8ds18psMv2EO+m76Recaxv0mTpDXp5fkhpexuqpFTugKtz3nRb9gplaC85upMN
2r/y4hc1bMttCTrmMNVeefIV6jG353b+ZmIlk74FXeNgryNpk+eNDkNG2aYmOY6CFmxaEEwIAUca
WgvrKIqTYQXESluiN1zpqXzYUyRHz4Eoc5blVDQ0pqqoyI5g/uxD007NKytrIprFSYEnj2F/ayYl
+PgyQkzHY2DJ1uB/O9u0ceP5U2tM+RGkxYFCX2Cse7IrW733Ubu6PaxXtgzpGSSrSa1J4YL5kp3Y
rKjmZsfC97sfmT94W81Eywb3ZHGPhrf+IMhLfcctS3uCwL00q9ebB3T0ztYmj3w+qwx+gFyOzay2
QzY8DG3l5iuoJGRxs7ZwvpYjfPlQ86kWhjxYNyX+G/bCGXltkklrIGqtQrcDen/+DU00kK32k/zo
wyU88jfqTeIgndoMKsqmXjwGq0Ep6g/mxuR6RrSIINfG/p0ldt6qyCKv6kWUH6fRDu5sb1DtLVLX
9b4QtR2sh6Ip12ruwdgpeWDdnvRre4mn07sBFxCd+bLmxRonbNb86IzgtdY9cFuQJvXw10d6Kt0W
E7q8C2v64iFNHpK6j8PWJQkhGSXn/Q07IOZOZMQnoehjS2q5gika9U24bSwEcUAtpgAJA035NHRE
CnsCaOvgVLDKQBmpcbrwxrkMEOT3wI7m2YgoCmzk8+/RrRAz3iaMTqMfGEAdi77z9xFbhbPFFCAy
Q95Bw9ZLRORs1aGJxabCVbddR2TD3IUJudgGnKJoqstARZf1lNngjGrku51uBMSJcfN7BNHwGPa4
vu7beEArpalVPFJyYFDWurX1OL7PHbAhtxfF1W8gG6zy6MHYYz5BxohTOkX76FTV1rTp4XncKSJK
fyZJ97NXJ+ctMjIUUHM/nNZBmYQL5/vFLmQIqGhxbbMnqIDO7rOiF31hoXR4ytXA2bJfypjasF9t
uqbxvmuU7B+RUIsWQtKL1AakLmpJMmZAIpay5OwAKrAgneq4Uo5o8CWbAmd6dR0JnnGp7kVvmTk4
yByXowTENI8mkIO7ZkxwDw3U/rlnYS7kkq9NAuVxmarni7hxzlflwIMEJo0TnIwBqZBVmEOqGMZi
UlEaidWVkY3OY+An1V0xusWGfTstrIKLsILxkLUJWSbifTh/fGuWpOHaE5LAdhS8guLxjlKd6zF1
zPTNVkwbNZ+oTH8PU9Ifby/Ai1OJpjGntdmWPIGocp73HfQuVtAWK0Ab6uIONaSamShJJpXReLA6
4e5vt3dlxfEcpWZFTtSl8C2/55/UrzFFWgfCIzoRYfUvrZo2PMV0dW1HlrqZLN/8HAashtuNXukk
a9sEgsjrkNyGHP9/Gk3cBEXrXo9PHqK/zzC/OVZKzUbavMayWlliZ13rIxZISAIwtlwz8uf/NDfy
NLBhlSUUqwMXbVFlWutkHeCFhuhs2gGIYENPvYXD1eJfPYvDYUpyl8tKO6ZoF7e6InpY6YObnHID
fzc1D5FWaycV7kxCvuX2gF7roefIQBQEg0aEeN5Ds605UmENHDsHi/WBZPWL0EakwKfYAXNnJTxq
1fDL7Uav7BJdR1eD2gBqBBTBzxudQlsx1C5TjkqreGIVeHFyMvrc2QSp1W2I1o1unYP9fHBi21nY
oVduUmJRsrA2YBGS0/OCHgIPqh5btn8MCgz7VjqUmwreU6WHyDxrPghUG/fEFOl1lHL9vFkLTERJ
w8K/XiVN2u9vj8XFZJMipybP+5ZJkBH6+ViEBI6jAPd/RAxcvbdHC9RnVHequ0kbgAcL032xf2Rr
rCseIHJdzz0kKl0PkrpVw6OrRN7W7zJ1X/rJoc1Ri0GMe/Rebvduqb3Zzezr5dAM0CaPbZBEfyfH
r8OVU3Z9hp6v/StKg0b/H3qIZhovSfAxRCaztYVJkUC3xwyPUSl+BkoLN6lxktcauBodzKNvH++g
rO1Z4MFI788rbRSF45h0Y3xUmzr6Cho0O2ROUO0Un6r5moDQje9vt3i5YHg+aiTGpKkonrOzcz6y
g540nIiPttpiN+F1GphEldRHJzJ1aTQvjgfY4jwcGU64vJo6zwG6yDpq5Fzjoxtz1ilA/f1D3jmN
2AxVNk4b1/GNey0EbL273cvLhUPDsvhOToKjYi6Ooo16YtW2FR3DAVTZehReqmwUM0q0LZj8+g2a
Gfy+221eHEuys5QTMVpngwDXPd+KUBhQEPXb5Ng0TfHmR5BjgA573idHGdxXf0rHP75RZRgWpGGy
ZD91GVGT5aJiS6IV/hGxw2xeiyaKTCUxkiPBjf8jq1yktLPQCPZK5lu/0AOMENcoBx06d8jbvR7r
YQuJoPzwecRn2Ih2y8AevMQskPRxpcxgZsVHClNTt61iKwm2atKPFOkU5/X2iF/Ea7LPxKsygkRn
bL68IFuPtSeUBLaLivawlw/1r2okb+tyX+4ij5TBCsie+JHnAZh3WBvJ8fYXXFlnvJ3fA3apZzpP
MGZROLnJRM4JJYJW/yImEe6TgNLQGmeEYKdOaap9NEiV6UyuIArj7KuLsptGUWNQDCs5TmVb1Zsy
8Mhf264oXhQIandQar3fkG2adh+3RtBwG/jhAo7pyrammE0uEagQKrLzMDXFVUKxsEY4AtN0lZXQ
nPSpq5Tut0pa2dtSjOjdExzTYmFXy9z9WWRD113OZO5egIRUUc53GHRPArjKT4+ZGcf1Ns47fbwD
P5ktzOqV/lFy5WVCOgL9hfm6slsQ9lkW5Ecvqo1vVuPCBISjvq7hDr0yHMHzAAN54ea5fAyBrGMd
8/zDTofU0+yyK7UBAx8/zo5Y9A7Bz8Q3RbpHOrQlAaUYwQuhZGVuVK719pfamugvaOi7VTBzu/Ye
hfVm2iplHy89iq5cGAjmwJqgHsrbaB5tIQ+uBaiCZUfNKMNwK2AXrSiLuN0D8t/VsBChX2kNQWC0
rBl+SBLzomthAnVoBTMKo60tvwA8R9WSnKeT/LFg9EULZ/a15nj8E8mABocNOTuzqYlVhVqBqIPi
1sEmN3hjrcl31f8peJR9v31YXFm+jB9rFxwPog9zZyqtbnGPwYMCIoZlTPvQx0no4Md58na7naud
MqSJGqoQRGmzhYR0QxFzNBTHUSTiu+ZBc0KWnip5oXULJ/CVOw8xBfI3OD0jfDZfHCiMouGD/MTR
dqcWAymt7B6giGl36YS5U17b2isK1/EunYx2QVbuytHLPYN8Lg9X6jvzelYOSN0IjTE/qmWGmYFp
V6z/xHf2NYTWl7aJl+yzr5wKnHZylRD9UpyfhdrDCDjUSJ3i6KiB/tUL7HRT8wpDhyxNnkJflMGW
ehRQztuzea2faPiBNeF5z4kkZ/ufR6TWlE00GqU4oqhQrnFIiLbCSIqNMdaA9FGX3n+wPeYTLLpO
eQGcNr85by8dYS+VY6odTUrDD5gD1IBbTCrv8HwhptYwRZfqhRcLllbkXicFRdIGMavzJhXTJc2O
A8UxQEl1F6Zj/ZyEDU4E2VADpr7dv8tIiYIgRRtQkWjTIxE4u0VSoymAeWv6MdbG+sXJy/6z28Nj
22UZECQkA4VV3nWaBls2VVIMsUrnHrTAkizWxXKSdUmOAjJgxA+EbuedNig7IpegGUfMzdQ76KfD
CdsjSAdul2M+aO0xK4uX7BwvEMjESmR5oF1QDpViYbPO52lfjEFi6kd8pNJTHHYIBqIR+7kdax1m
1TCUv9TBwI1ObaZTLqp4MwQOVmXYI+KzXaJVMFbh8Pf2lFwscT6KpAwlWowJyZTMPqpIklpVW8s4
Knka/erqKPVxteg9Hf6xH2R3VVQB/rjd5uWao00079CTAl2GstH58Dc81uNisI2jyF3nZ4w136cS
tQX4Y6G+vd3Uxbkvuyd5A8D1pbCS/JR/djBExUleoOaxG3qzWSO3kqebqleW1MeurSiZu+VIJDg0
59nUwG1VsxwDC2O0VDxS1jd/BB1uIXWg1X8sbD/SVWsYS1fAtclDahQsFIAGnIRnA2kr41AkfNGx
adXEXrVWB/cwqtFlob7ufBtaD2mf2wN6be6kkhzRGWf/BQy3akrKGEFlHKEhmI9K4JjlPu0H9DGK
zl3SobycPSomdIwogcOJ1s5nr8BTV8mS2DhWkaErnxyUMoxtU9Wq/ft2ry7uUl5NgDOYQUo1iHrO
dgHMVAAzk4VZsaEiUGw28j3uJb76NeQs2+UuCueb3oDlgYStky4s0svFQ+uci4j2y0ho7h9M1lDk
YWtbRxFp6MMrArmvvizv0BCqNgEUTGXl2WO5u93ny8Vz3qp+PrhpUkZpqiu0qo7dS4jiy30BHwpe
hm79F8OTXrjcro0xUSzHLWG6h0bfeXsVKgc97oX2Ec32dJu6ergllRitSjuonxAmKdexj2AzFjDt
/9BT+kpyAMVWLju5zP45BOIuwE+nnewj+lU4cKamGq3DfKqrbeEh7haOAW44Hx9cWdkiV0d4e5Fi
7wYHm8UqtY9lmph3sND8rdliZbkBUmiDj03s8tftFq8tIoqMKhEh1T32zXknlRGIYoJF17ERtnvq
qkHPdkOE/c46DnTI01pWUNRtapSGl3hA15umWVCTGutf/vyf8R3oUWmhcnUEjR9iluRXeBdWVA+r
SqvvcWhi5MHoL7nNytPt7EkKwYF0i0w2oXGM/fZ5s8k4unmMseIJSQ/1zkLqZwDmVvx1Kak1qzSF
CQxU2NkgVhKgyGZ/dD0DIiQPLel8LuTOea/brlEhHivi1EaBjiBT3Zy0SGu3/Jm/Fqh6v2nVaDw4
WRUutHwx3pL/4IDJpbTBgM+hC0YxWDVCfOUpDuIchQbN3JZ9V+yNPorQYBHBIcrSauHSvjLaIJvA
BiHFCNR2Xm4ohXAh3dXVKazg7FRFUD4iCVjtkX9yt7g5aVtM7cUWW9Dyq9k3ysIevgwdqZ7L6qC0
UTbltJ/PtsgDy8tROjvZKHC0KD4o3l8bVO70rBrjZO4dgiVsU21LqQldojy/U/A7t+8T3EYXzuuL
O5BPYcbhMUkIgTVXORVDYjIBSX2CMYXxaTAZmE2O0c9Y662FjJN+cQXKtiguACsjrwds8bzbQRUj
VVab1QmapfDWAWHty9g7rbbF9K5+rMZWCbYEsz5aS3GYY94kdedKTH5IP4UR1EhzUOIap8GU1D1n
H9QSnJMCnGtjxflshJbi75BVtBGTFnEzrb22mKIV+qwtelow9511WCTTS1pDGf3giUXXSLlw24Ix
kv7Y512bUgQoGswBTjqyqZupkAZstldtIszb7ptWfCKuEwtU2ItLjzZdmJvIzrCJODvO2wQSCRDT
CZoTbqMOfZV26gO1pGlCDk91xcdzw7JBidSXnAUw5bNDCmyRV/lW15zQajFPoqb4yOGv7AJHVQ4k
DAG7dG0Zb7V4yrN16Bot6iLYJX94qOkxZVBZDPCoNJ93u0PCoxhU0Z7ANYXPfOn3No2CfWcO2VZt
K/3Ob/QlMNfFfY9guQWog/MZaWtrjvMZghju2GC2p7REqXtdsKfBkFgIzLSjah56J3P3ho6z34qc
07fb/X2nuZ3fDTLbw1uLX9iXWfN51kUN5bxLT2Snw7c+UbM7d6haZ13mQQ5duKzHHTbCaGI1Wdg/
DppX/QgbxKuUCu2v+7bWWnhznVL86VF6f47xq9q1yLjcIWEcrAzxOSx2qqJ7dzG8vn3UAvVeiCAu
z1t6wIMF8DhHPIfe+ZQlo9pVOKqkJysZ4+8N3KzHBik3fWUik7FVUi3daC2FBTjB4aqcDP3+9hBe
2SkwX6ipkJIASD5nfXiNXxeBWmQn4Rrh5xJVtU+hgoUqZoVoGAXCWcgpzd3cQRsinw1slglDZlif
T1mbJilm9Vp+oohePda6k9xhh9GhdDlNHW5xZvHseUH4WupO1q78blSVdY5s05cE2uqnFOGll3Gq
hhadOBO68eSUR1L10wbsvbdJLbvZAFhUvlDDTNpVUadtsh6syb+rDD17MWCIrZ1xQo80M7jfoqw0
H5Mk5CV1e1h1GebOVqYs//H8hY1MjWy2FQfFQ7ZV6NnJA4eMXw0Ws1gI2FWRrxqr7n+AlfLQ3U8Q
1KFOZwRbTLQTcS85/MYO2xa3WWediH7Vk1C+eVNoVjuIaaa1GgQ5DwmUGaNVyjY7ANdBN8rRQ/tJ
6GmurG/3ZO548j5hTBN5FImXobJ5vkJLajxVgSU4YU9UVVtTjxFpFIidrHWSxnej4xXjBvK49Yla
RizvF825R77Wfw2wBP9S92b/01Apnm1wqE4RPc0me6erSrpGxeW/2x87201SYNkEnYwpF5w2IC+z
JwAQcMClpekfAE2UOwr32oZsQYECqgFFqy6dTYfi1h5lEsRguyba3m5+tpnemyfXAQ0ZKxKYz7Oh
iv20BvTvodhpJPm+yLHCSbSMjIfrhsTq4QdFCsiSUtRm3yIfRGKPGPF8asTkO1WuTOlhRGbIBsPV
6/ZXzJddVQonO/XvDKVkWIdpvEh9ngWn701L7hbXLHVIHlzzpsfEL5ogRdU/Uz8ha5FFawMIxpuC
8Fi8zs3uv0ANx4UBnmND3pvl2cPjDqSiBjL8vNnMd20KryM1fFUdjZXRJ8XeHfP4a1j0ORpQMBn3
duWw2KxGdz8lWQdPTlBy+G1XqG3fnu6rX8PGABoCuthW5/lqS8dYSmLED02thFihDJm/7drUeDUV
hMBXeA/qUmPLm47UZ2PO9F7U8Rp36Sl+JtXdLJyts6v4fXAokJMhIvFKKDJbfrbo207N1OzQZP3f
yK677ZRXqHAVvkHWiBLTytHR5lRDHbms20Mhj7N/jjvZNIR0yZ0kAyej2PN5SfH3UytE6w5KSGrX
DrViXHE6/DK5Xd5uN/UuRT9viyIBChnkloF2z7qJLFXedm1S4DsQZveGkUK7z9M6+gJDrihe66Eq
vgeqo4Q7CKugW9ei0YJvSkMC+MEkIaFvgAAW1gqAcvm3tzvnrTXCRNupqFyML7c/9tq4EPySeCc+
4o6VB9Y/b+a0nJouSmpx6EdtfK3L4BiPVftk+La/cE5fbYmQlxDC5e02D3lRPC5dJQ/EIVBUfTfZ
gYMgLo+4bSaCPtnd7taVlcaRQ6/Y+BCA5iglD4Lm4BuaOGBCD6AYcbt+uMfpI/jUK5WGinZnZC/I
EZjIlEyZ2y8s9Ct9xZCBxD4Jbde+TOyr8UQiLRGHpszi5zbM7M/1VPffNbU37j7aUxrSiG+5wQBC
zAGGSlF1Zj3m3YFIHv3jBmdRJVese8KJ9ElR7PCJNP5bqwdLqebZixDMJjBRNpUHA4bi8JzEVuad
6viIhiIt7EaPWct6Xskn+8JQXpzj5Hdh8pE34ziVahLnC7RxIzvS1ao9TE6qbYdG0dF/r6a9qozK
uqmq+m4IytPtMb24pSXrlwqYCx0OI7d5hcTmUe0I2xKHSgcYvnabtNwWKLO+qgNOj8iaFc7nQlQW
KtJ+gGxYUqXNn9ufcKXbwM9gcvFKlJZos3ukRmYz1OH43FN6cZDI7gWW9vo0PcRuj4FLQSpqlbZ5
t7CaLifVJpHkwEbRiIMviAlqnsRWjxbYocDdPlxpnZJ8MRpE5m/37vJiYu0QsJFnJuEsiUXns6pE
AmgUxt6H0MO05q2HmoDMF+CV4lhNnjasxiiOUOn2Ik25T1w9b3Y96mXBynXTvGjuRIub79fbH3U5
69JiSqLRgSN7qA2cf1MFdrHTe6U7pC0ZPHKVJdbiZjLcc8rkxsr3huSvH/v9FicbcW80mI/c/oDL
wecDJLRF0kM9Z/5GV1o0eVsr7Q+aGhh/jFEx2pWSmtOHdxSpYIB4MnUkwd4ySPz3yLf7aqyF0x06
xC+/p0Z6JJnjbgFaikfYc/2dFHddjETkgj27FKm4AiwnBgHbQgZiNuORaJCDtfXhMLJqP2PvJ8Sa
yVDblVZKTUpwlv1r5DQGsoTNYBMgan65yzEjGzeIcZDaHFiu0ScrUkIAhLxXeGmkg7U2rD4mtEvq
2tlkGjTLNZqoaDPC5PbxJ8DR2yTsqvEHdZwKolwSA5YaskZ7aDQ197HgHNwuW4WTnz7Dhg3FS+IC
2aMeMALWdrqmfQ08O+efQoVMvCAqXKGnSorTfDXtQmmf2VDuXR6NifZDw/nB+zt1Ws2jTjHgDbVR
19uPkmimrchuVfaq08jF85oMIcOixtmwyJSiOaHFIY6+aD1xKK3C+AlTpYakmeXlqK84H7R8g1aA
ba1FiVUhdd023YtBNPmJmFP5m6Ni7d1Jr03kMhmWYgUTEnnFLhv+C4vBezRzLNRWrL3GRWPdmbx9
B4LIXQeW1j16Q6RXKxxKqjczHpPXpCOLj4e572FJ0NVAqn1kKod9gbXvqwKLi/HCXsFcTQjmYxSD
11R4mvTB10GcmfHwN4mjsCQFTeoDbUtMAe5NfKZ+prXVo/FfOYbyhLR39xKjGFt+p87bffaxVfc3
vCCFvuqcKZieBWyAcmXoldN/1qGEKCsyPNGLjzRdsg5sP022ZilK914rG/wtyzjDBa+O+hCzFivK
qv8YJKSHS6pa+bqNXRJ7mC+4P/w0bYuF6Gb+CuU65NSQaHTiDViD1ixPMiHRaxNbVgfX6NVj6GJp
v4p8VFJXcQaCTEfCflwrcWY2TyBIBt1fo7AjF5ho1efU8gKsS/ymHTAoJQu7yxp6fx+HEyo8K5sn
DILSniGmpYNYxr2zbSm/FsIwJTFwlLPrNXGjgAxGVB8cBMU2Nvaz3SrT4wIR/bYFweoMX5HpK3DK
qrJPNbaZcJJ07dAklfsD/N+0BIG7iJwYRs/lqucCggDjze69DjGcrNHtCmV6nOBj30SGclR6dKsC
bVy47Oa5fDlnEM+46KQFHbiD2aMABnFMdJ3XB7Y3E8X9M/QoPoKepMLefc40ZOcrl0eykxbZ13Ao
w52fAoZaWDtX+owkBGAMDn7eKPOnqsdDse38GlvBerT3OEB0T1lVR9vUKLSFpi4SABQvaMmhbkIc
DnXi/OzXQUITcvTmIav08kua5HgedMHIyZAWYamtOxGKb7dvtYtIBioK7woGGXA7+YD5dSNyp+lL
vTyYWmh9KeKsuAcOrjzpRTb9VZQA6XxAuUvrWr6xzta1bUqPP4mSlRj3OSot7nI995rRfMCRh9Qu
IvD2DyhFHVq4Ngw/POHrYGdFVl2tCW7HX32MvsxmnBolkt4m6sKdezHuNsJkDph7YH88CubE+Clt
aqIqx3qoqdLcTzxYdk1qKhtNb5W1PnRLqHu5bWfdJ9lP4pscE7m9eXZv6mxAClVoPlSdZW25D/rf
capX2m7C1bGgwlDHX4IQ1amnPEsQcPrglINtZNTZJDKahH90vsrMsQ4HDVedB99iE7cIqSE2UPUP
lWUhvo7EbvbZ9ApF3d1u9sogu1IDEt0cHvkIgJw3a5WD4Xatqz/gjOGtM82NqmNKoPg7DYNcPcY2
eoa3W7wIGaW8BcA8eA2yJDmHc44hhrqK52sPTjTqR1dY+U6bNH2PyojxGxtLDwMfbH8Qdjb1vUlq
TyzAsK/MM9wris4wNzm/59yfoK/BTemG9lBBPfiWDa3xolTwHHDnU+6SbFDvUzson4Qq2cy3+35x
agEgY37RHoUmQ45ttq/1tsn4Q097SMZmrFdYpE6veuUhBB6g6LpQf7w8qmkNOBOKB7QH0HQWPlKQ
7Au46doDm1VK8yqIOsBF11chMe4m51y7gwiW/y3RxX/BXlPv7wd9iD883OdfMeuz2YGkR8JDeygr
PzhZhc2RKZzJwKPGH6bvyBKba5EFQQUjLQ+Khfvq2ogj9wDqHek60MOzMRgzpPfzgREfWp8KEvL+
WM7oIAcpYzjRwvReriykMYEKAu+Xj+A5CjvI7Ey1S1t/CNU+MR5a1cXBpMiCe+wO7QiDCbP57SvJ
FD2lftHmC/N9uZXJ0Vk6EB0mm5Ks3Hj/vFGMOBwLfEjtB2XycYUKkEofN2Mbjc+OcKINhQtrQQ7g
aosStwKzQJIrZoeHa/WtV5ArfTDyTGxTDNDrlarm2hfhVfa2U3T947PJ+54UEzeylCGX9+Y/XTRb
RBXQl3UeSg3+pzH1/8fZee3IjWTd+okI0JtbpikvWxJTuiE009303gaf/v+iBuegkplIohoYNKal
BnZGMGLHNmuvZRSHAvSyimBS32wYu/I1GShnloEQj6LNmu3cVlQLtXtHf8qYavw8G5n9HRb65VEf
l8bP1HKCjtDKkn1Vh85G6ndxamVzCVwvcQ0ahRcFnGmE6L4tFrjKqsjsjmo2q0TG2VJXzGnCYLhx
bi++I5VuTiwOAXJdkBqr4quKBhWhjdqw0qyWMkrJA8RA2VMCVPwhh/3oozsLrhE3SJOXiXGa+St7
dpvCd4cM2ZNlpcqxbriZtZf0u5he5kGrMi3IlDj5oeWj8fWDDhjLRBIGkxJSs9lcHSBvVKzR0kX7
1Ke9/lW1F+NzBkxxlyJzUfu3bV0EcdgCXWTheUEagdE+P6xxgWf3ErN9Gkx0k6yozx5bXnMUdUZA
Cxq5oK+nzVYV98q3BGfP+aFgDM7IWFmNEkZwymjWn7qit6JdNyXKa9tY3vcReYUDxE7DxuG5fGZA
08D3Qq8EV8AM/MrFLnHi2gqAnSclNPNvaEKE7X9tNXU0jqxdUubz7cRMf4aWZPspwB09QBAUxh51
qaTaZDy8vDoGKRD0JGQptN7XvwbNKa5W7IqnVq+co1pIJdRI/JewbcvfXhbkGGimIUMtGb8rwejn
H7jqiyFuHW15iqghFA/6YpOcj2rY3OlTSWUX5nN32s8G1BANlDXtq7oQziAiU5lCAD1K6/TH7SN3
4bL4RbCDMKUquS+ZaTz/RbWZg8NGsuupnvsIjiFb6/JdmJAiPaEQBoUgPN1usoviMunvSjJv9/X2
D7g88zhKvBZtS1AzF5htUbgiolk2P5kodACWBxKzo4uR2/dLk+jmMUFlevrNaJixWUxYZeU8egzI
0WAnU3vr3hnna8dh9Rb5QvR5gJJ2ecodPoHzlA0dQH1fQa0RephiqqLszzyU2XCIoqVKofDLM++7
lkJ/7u1ry+oRtGBpjrbh0deHhU8i+SkkPSW4DHgxV6/zLE3AIjt9jnrhmd3zXCokjuC8+s65dysF
lkXVKGKT0vwc2dphCSnw5v7SOE31oPRxD24On7FsXd/VkWG3ODIESHgMgoYLJGa4lB6cXx4inRTy
hD9Rwu7uY+Ac7b61YSAchSVeLA1N12M9Cr34YNIp7VPcfMviCccvqNc6uqka+6I/N65R3xV8BpvH
AJzxf8fSie70epzzoyfyLCv8XJvK+gHqLlVA4BzOO4hvwnzDn8k78i4NfPtBZCfQA/Ac6lzr83NU
5pkSxkpqPOeI0d33DLoIP0ZnbOt5kB/83A6jSXRKEATAi1w8unnvCbvLweI4uYKyIYp4c+ZD/eA4
u7xEw/owFmVl78pk6QsfdAs4rGbuwEnevrErf8ly+Rmyd0HF4YoY+kAjuzEqxX3OLOSu/ELhR/tt
AxkCg8FMVm6YuzxumKN3AfySFiNjoue76+UWk6iz7T4Ppj4f3Uxo1YOphIjGVnG2a/Jk3juKZu/V
DvKljS97zTZjt/Q3KebAxiafznfRYzI0RT2PufuskOlDR0Tpij5UOOkPQJ4j5T4l7/P8OBHld6Y6
4XC6vdMr3yh3GlwBjOu0EQjq1m1jZsHSUZCQPisdlHMmMyZ7PJZ1XBRUC1ohlPsuTrbCgStrZogG
CnT6nDwNa6YEDYdvZWrvPZOOp80+N1LUOGkkib1tJulT1E2IIYH//mq0k6ZvXO5rKybbRakGJCWV
yYtYZIRbi2LTM9e0Pjijl9+LNDRebFULujIeD1TQ3ePtXX6bQDq7V4xV6nQ+CSIkXed6NhVVoGhe
FiFe1Cwy0r1Izc79D1BC7bWyTIi5I2v0JAnfONqvpZqJ6DS3NR1K+jDJl8LNre/oteb5N5Br5rzL
rUhYji9mp4yC3h7CtvYXddGGnafW4g7BlGVrcnF9I2VnGo8gyW/exvukg3p3TNvRVSq314xnhPWq
g/BSLd0ZXuu9DGoilI37uP5EFGJotZDeMADFZq2biqpeLHpJSewpQv3xoHUp8uxaNT3a6bggp5xq
34bR2iqDXLg+FkbEBNTDRE0HWMv5Cud4yWtTAds2OKkW+Xqtdc4rvVttUHdOCjHOa1+ALqMpFc40
u/IphtZu18kprA1M8fp6sGg5xiz7qpwYLuj5L6m8GWVE6vwvAhlCVLs9ZVn2daVNo31UFDHd1Y0z
dfeiROPsN2zDHoJ2t8/rW2P8/XmVg2cQYBO1kSnIAZDznwDBSYksdKM+e3CLRns+ch1BuQrY2U+H
xlH2YbRkT6lQ1eiBuq32o50Y96Pba3TMrE0V6nDGDhr+Kf3UhriAhv5X5Sw76Ne8MISnP5mH+zJs
9PIzwm72vMOg3b3WURzbh1wz0OClfhQbX4twWqy7eR7nk1Vrw/zghIOq7tKuHca7yCqq8RCZsRHv
el2NPneE+PER5HTPH+Qe3BiusYA0h2tt1NWGBl3h7hERLHuf/EExUaGFLZGf082vNRlnX/s0FLNs
r4DHR7hzBHDcHcxpyrWvgKjnhzbyovmzZnQ6tKeMLJv7CS1H51c6LcurGoNU87W4YELn9ve4uBDM
5OGn31IoqrHO6pFALdSJoWqNnyHHVrWjpY/N56gxlE8dMop7qyia6p5gcqsqukrbuH34KnkETcbI
mOSXB/XdpTeWaCo6q/aeXaNZdpWSdQ9dKWH1pZjtrxmCiR/soGCRgI/KhXTAkv5kdfRLD2YRmK28
56G03H0Iv/TXobemPREn4sS3N/Ui+sUYHN7I5LA4CCTXbiabaY91bR2/gHNbtPvMSkCvAdpWDX+h
tSmoyamVu29S0Ut1TAeVbacXarZPrDh+krc437j5lxvOLwLpRBtZ7sF6BKgLXdrfDI+9lG5r/Ucg
bf+DFJ1WeycVvrTe2WovXLh1uQW4PWa1aRoy+nn+hYn25oRBwuilsoz+ScfskZZm8mhPs7Xx7l6Y
gqKNYTLmESXZLtnKuakhHkPyLFt/bsEwfhr0ZP6kNG2CgiojL7e/7NqVw15GKY6+AWkwzbh1tDyK
NhoANNlPuZc0yqHvGu8w9qFl+8LmevtK3XsPUO/ComzG8y+vFM6X279A7tuZ/ySkkozCVFy5OvZ6
PmKe2qFu2nx4UWPHrvY5RPv5c9SIQvy5beiNzXFtCcY2D949WRO0Vl+wiZj8y5CpJx0C3b7rFsN5
nicUPvZ1ERpfRAV5jd8IrY5J4qD/2EWTXihH3l1q4D7j2bbyqg0gvl8QU9LILfJhQsfRrBAId1OL
Hj1isrb3sydfR1MLQMvPMPKM0dkIRC+OPjsGgyuMbhT9QDav1qG17UBplslNqiP949A52md4jrTH
EALUf4ZW2cLoXLHH4yaHV/A0NFFXx1EbO63VUEx5Gcal2uVmWPzhpdKFnxnFl6Ku7A0XfnH8qUQz
9iAhScyNE/ieH/9OSa2RcLR/cRdIMLvEDnlr7Gz5Qyo6vN4+FBfPhbTFcwGij7tN5/TcFjgYL4Vu
rH9Rm1Z/0dJZOXpuGj5pUaMfu8Ga/9HjWWx8wAujtKMZQwDqg9vG5iqJmpzInVBghmXSWeTUF3yB
tj5ld9pQg68D4uPsxqzKft9e6sVFk1aJ2mBHobREc/p8qaGodPS+e/Wl1hYQhYqViF+gDOOH22Yu
vh7IKWIiTosUMcJBn5up6ZGZaGNoL07romCrl2bxRPxqf9UnRzvctnVxMrElDyS3mVVRwzu3xejd
rCYIE7/MiVk+cgf0I3owy6OVwNSEJlBZ/7xt8NriZM0QqRBQZCRm5wZrNaEOlo7oYkPBpfqcXpjl
F4BWD9CvTFvn5A0ffOaxSOl5CXji2SAQkaubzpAtQ4DCyj4tYWS6+7SlPLyfvXSg3asx77s0jeHB
Fm21P6vazk4AgGA1jiCssPzKQygE1mAPgZJo7r8ZIJXqXWEzUqUyfj751Nkc5TdCBE7HKAwSUP/t
5oKjKFonH38TuIVFecyHGn3mMR+Kn1M2ud/a2SBGVAsB3h8p7qQOAMUqqErc3uc3rqnzleuWxPDL
uRF2ex3Yh7BtgGeItBc7s9XOI4do3QWNKtI1cYiM2E2eLKSIPlNri9DGjCLzS2rUSNCnJrE/HdKu
GB4ZxK71hyyZXUpNqeXMflFkHWPocIN5iGHoevazmuCLKw8tXfTpucjhquh2AqrhlmnqRK+Gb1XH
9v0iEtaSfdj1s7Lh7VbO4G2Uh/CFiIJLg8fTz4/UCHcYDKVtHdi5ppxEVYyfoE1F/R0g0iEOu+y+
tsJiY3/XRf//WcUHUNFk6ouG57nVWc9gAoytKqBlkz/MBMj3I8rVT5In4Fk1yuVnRiEUHTLVepyj
vNglAkHt2x/5ysrlo8K4CqgjMqeV7+3nQq1URiCDFkSdDy0l/IiTm/8yhnr+ZBii3/MchRs9TxmI
vztYcuEky/yPsh317TVgQjNzktrG6IKxstvDRA+bEahKPMSx/iMWw/JgIZDpl4UYN5y+dA3nhjHI
OCSzUAzLsO7zHffQxB60rpoCNnd66DsjesB7KYe5Vv8UtdttuOHLdcrqnOyi6DRSvHUfBew7Xqmc
x8CbgLc6NpMujXDnfeXExj4y8vRrh+Dx18kbtsp062SBLSY2wTjXlwoBZcnzlTIIoOVz0ougDr3x
cUBBnJqg6dGky7UfaqhmxzrPCiZvGsLMVHHFvmNI6n5W9K28ZeWu//dLCJKggqAaQ9X//JfE89IU
1dTPQTgL/e+egOPeMto06JrG2vi86+jyzZZkJSDphGaUUOLcVjYmip1bnQi8cfbIyZNlYdZxhBVx
ly2OG/t5DcqRplmZeH5i1ct/hlFDVKIfaXA8xJUX/yDK8ordEKbNZ6OGd3Gf1LOhPGbFVPy2LDgV
/VTXStPnk/bRbhpC68ftG3ltv2DtoUMvC9uA4s/X4LqioSBgzQF7SmdP1GBOkGUV9R2sWO1GPHJ5
IRxJgk/iIRs/FHbPjcVjUy09Y5qB4yQhZC9tmB2WYkHDcnR6pHIa3Z22BjjkJTu/hKQ5PCiEKG8o
hNUltKIxBxM6aEGBmuBON5RxT6oYCV8VqvsUt7F2VzZwZvaZvkTURbJ5I9u5smiAFlSw5Q5DVrd6
0XNo62zYbfVgIrk4pLpdPReFUP2pVu1/kqQav93+opc+lvYmeQKsL3zQiwkkPWybJYY7JFB6NzzY
TlbsOowebK31jkpUR3s3hu79ttGri3xDBwD8s2kYnH9ZUgWIkoFABDXDqXdhqeUPxVD0n6ylrw8l
x2nj7l0eWwAQsmXJyUVM4OIh6T0lXxjYDSL6TCemjvrON6JB+yrm0dI+ljFzzzmwskUqj63EN64W
tyxGW2adEThlq8VMZXiUwiaoBlofv0+dvOpJIyNzSpsD0gbOlyJRnA9rxHhUI4iOoFQEJ8AtOv8R
9CprWIMMOwD3oSW+CYv7nQCOubOiShX+0BVQOFibFA4XjwpmXWaqKM9LQpB1ClEoUJxazIgE5cKc
gU1eTAcUkcR9mipW4EB+9eR0urhz0V28/+CZ8qRVSuugHAmH1zkTN1pRYmOxAtio09+I26WPngid
r2atl4cpQY7oX9gDvQM/HxV26gXnO+yK2RU84lZgpmaJ23Zo/4D3SJNP7ljFdy1yqhsrvLiqrJCg
hICc+iHIxlU4BJ0O4x/c1WBWlOlHWVfMo6IVcFS0lsZPXI4/WmBoW6PkV6zCciDnIFElofoi7/K7
wmVWLFMODFgJROL88OIo3FWaNuwLmeBLsaG/C7XvtqDKFxcWF0zeRtca1Qn8sfz7d0Yp0+fIFupK
wDxE8afubd5Bo6l/jKPj/Lj9HS+PrDRFjVSW7HCEK1/kZqpJ1jQpQWgn6lM9xfWdMcfmqTVQkJpM
k+SmH0nioPrbwvVfNU1rGKSbZO1ZD+lXYz1ocxJHJwPuQfEtTzrzm2cVaMnmDOE0EMoo1lHzCkZe
yonJnw1HdeGFZRX8DTeKs5KvzfkmiyaVc7VtfDLTuvrHLcXwOM9O85WhV9Ui+HK3dE2uGgSvyhCh
LIGvGSbN2VMmr9bj0xxHReyPOuwfTOv8gsyy9BU1tzYuzJVTJKkssUQBmWmOVbSS961RLJHhBaJO
oo64iWBipwyov/mFiQva2M9r5pAngT/yDVS4LlSONrKNwnBCWp9GdrAa+pe+qofqvd5OefPRJxSx
RGpt1Pe4nZcohrx20egMF5qb8A9r98M8mse+h0R0Z8F9Yu3trm4ebt+UK+vDJIkRoZjEwern56XO
7JoANolOtTUwM2/Eo/K9zat5BoHU/HXb1pWjAgsl4wpo1lGLWo9/xDS8DQc6hFObefWeJmL2GaRZ
dteLPj2Csf77X5hjHymbmiSc616JwnC/JXDbp2ZYUpgh09581NO2P0aatSjMwTED828sSjlZoBnU
iVaXD+LEodXSPD7lepX1uzYqkvGxS0tH37dLmWZovWRo69w2eu0LUqeV6Q67y2t5/gXH2FSWjJZj
oKS5or40qGuWO/S+RH9k8tfaepKvPB04tzfUEQwHF9gEIJ9dXHhFfEI8ly4i/RGlPLbeoNwt6dzU
LzAuvWQokmzMlVyuUudW8Cxz99/EzM5XqRVtQvZcJCe31dEaAONq7ap25qXWxNY1vGoL3w2Ol7Lf
Relbr7QMzaEmOUVlrD8AUjaOwNGHF8grqo0bf90U8wwqxiAmWHmztndNYdQty4JNu9rPlaofkFWw
v3pq2H3cl7GHuOr/Z0w+Xe8eYHWqXaVR3fhUp9PU+JUzit6PdDtV7t203CroXx4UrNE9lNoIBDfr
efZW0QZPMVha7Y2m2A2RC+FPgZI3kuVu9WmBPOSpxF28fvQ6vMEo8TISsHMxV6c1USxbtsmJim1y
r+WDdwLRyCRQrFRbCulXvh4FDzItJuep7qwfh9pmgG+K9eQ0sKwfXm0APQkdScNQ5eZH0x3eBGrB
OE88i6zln3+8Rhdz0U5LfBKFYT4jJKW85P2k7ybRbWVy15YF+schzZAyO2tWbBhscpiDlPi0xHPB
Xes6E3HsYeqiHQ+DE284sMtnQTJuMX8B4SzUdOuDknIuB93O0lML/8IXe6p+TLGtMOsxaK/JNAzf
bh+QywDt3Nwqxhd2FVtwGcSnclpAEIEoLHh8psn77XZ289mLmCF67aaaWa6MH3S4bX1jseuMRklQ
1fO6KD3ZYzJSD9BHPyR6+qJM7YK6gVlsHJtr9nCbvPDcfIq38u/f3fkyDBmC5P07ea07PWVeqnyP
XGdEbVBYf1pK/1vVt6sGGdthIE82TNYDgFWvVyXPR3IahRd+V2e9fKnsqN717pI/ALYePjapBKcX
w+DMpdF3goEEFPn5Aj1zMJoRSN7JpKBs+B1z6OrLIOJmOpSDXi733tCoztOUzEu6oz+3RZl8bb1w
7UiCZsDkAEPP7Y+K00chffqTW5sTzcua+Ek4TVCUavUXu7HVObh2OWGYkphkDbPrgcc8VxIj7sLk
lNft+C2fBmodBqjABztayi2i2avG0Idij6liM/J9vjj6pCPDV2p8qpSwGz63/dg86FUt6k8zoMSN
Iv1lCRlIMxNQjNnxaFASW51VNA60CWhreiroS4X0nOHj281zYgFG8pbeh/8k/+0C5tnp8dTxp8WU
+IOuZc8zidhGYHzl+ZJjWYyfgbO+ZJQqyzIfx7zm4miVbX02Im+myRaH3nEKOdkwhgxxck9pDRjU
bRdxKY7CPsgpaaBtumQ8lV/l3Z0N+yIx8qHPTmmph+m+CXvxw7TDdmd3mWf6Jn6ff2qC8nKXVHVQ
Tk1J7NBb3iexDONLr9dbQH35oc9KqPwk0LNcXCII2WA4/0lGXThMTIXpqSysQuzGlDKYb3Kx726v
/cptQhTUocVD7k2pYGUnmmFIsEAannSznknQVYjjl6XL4UMRTFEPTed8vW3xynOAVyTxoCtkQt+2
itn1jOcdvvjilEdF+CQErVIEWReIH0J9+StpPOVbF2odg1yusyFeeGWxEkSIc+Yuyyb9+aZmdlxm
8wIXpzGWp6ZTe7HT7KRB2k8podCyN33zla8IdSBlaMl/RY9v1aUf1ZEGKYDek54Ww3SoGgZJfUg4
7H7jCF9ZGRRklAQgQSXhWyfpc65FoBPr4lRnphr5GWjEvdkmEuZoNaiJ2t3WvP8158EANiUmMCRg
AdeDf0NqWC0kX8WpTUL92Dr0g0W36H9TXYwee7NM7im+9Ts6yaa1k3054JdLekw1Rfy4faKueA6X
Gj/xE1k1gIHV9R0bPVoE3/YUt7qnUCpN010CLx/Igc45JaqDZqKRqYfbVtdbDhyWkUM8J7muyjTr
6ubANT44VEtF0Ixa/TBVZvuYJgO+s57Gv53Miz7KuC4NwiRBjw0fRSC0Mri0I28RK6WvZrhPcxr1
D9W0tLNPv2V41mYv+WBkLw2Sycv+icwD1wweANOiAr0fPTAg2y7vY0gY/oZGSOn2XbZsdfbkR3rv
8KQx+npEfxSgwbrK7X7ng3Mqgy0Cd2oQLlme7imkFt03xXOieG80Zb5seKFrX0+qMsk0j47xOuQO
y4qQytWWIM47VzsilFjkzxBkGD+dwXP3UWbM/f72gZHfZ71C3lqKPlBo8bSvvl8zxpo3lyifMNC3
+LFNW6NVrfJpGkkRd9VCCg8PX/GLss1yNyQe/Na3f8D6nsgthsSA8rMMnIgvzre4seq6HutUC5j+
sApfH3TjW2HRjFMiz/zPqAzpl9H08u+3ra594P+skpcyTiKbKavbGS2DNS690AK1abTSr0tyLR/l
FHNje698URPOAJmFEs9cTCSJggmGpE7UYHEms7uz+q4d9wP06cldkurq66hP9kcVJlibbF5IDkzK
FvBinO+o0heoRXuVHhQ6QgtHZBBpw/uI/CTp4xBS4fMpy1XKr9s7egErwSz7CeIANW321FjVFYwF
8nJjmIwg7ZbqS6yaxV6F4KmEVraZ+L8xCHGTqb1RmPGhnSfm/PTW3oger1xYmuNv5X45qrM+TanR
aUPWDCZ1YSdvd51rhw9qTEPLt3J7a/Z6HTTIFQO/dmkEgqNFxed8o9EvmhuEao0gC8XiPaqa0uxr
xnd7L2vh7rM8ajed4VTPjedsFRmvHGAcBDcGeAfo7DVxUFIXXk2j2gxGYQzFHgR+ah68PtpiMrty
gHm7GTN8Y4tHheB8jWWuN2QvhglYyGo9FA7S+A5N2tA8TWJJf9Efa7z72yfp6rbK0TZa13j6NZ6+
zRR64UnI0qYpEnddVIPC7BmrMf3QMJTnfvFybT/OZnjKp2ULwnLFIcJpJTHJVOJoL6z8EQNIJV2H
mfcFUtA/NbCt9m4uCz07wus/Pc7KVIqHbvSmb1YfkQykFsQ7H3/FYQwl46DqiEtcJ1yMztQjyFAt
YJoizZ6EwpiNDxtc7X0uGPfXnkvdhSvx9rZfXTi1OrgZ4FVjjuv8SycR8zJQk+pB3cZ69kkJ52Lf
qcjYHox8nJxdlCSLDIDLytpb/MdyTiTWTrd/xLXjRuPj//8I/fxHKDp0ZotW60Gjav1nEFXFr4Ly
yMEurQ5dhMLYWPSV1wcvQfwiSRsIGVfvQOPAgxchuxXoCkgMXuV8hHdO6K9pT5PwIPJI/FXMnh1u
vAvX7PKcEB1Tswflvwr6e5H3rjZmRhBXbfcnhhw5fIkLVVGOCTjM4hiK1P2tyxmuj+8vjzy5vAHy
jwhxtb9TB1S9No2AEnN3YFTWO4agG3Nft5fksFjzlvzQtYU6nGKZ0b8JEpwbhDKdDl3bmYFbad1z
5k3jS+VUKVMrTeYikFyWMWB7ylZbum9XDcPiAMBQsqmuQ7cMBeLSaSsjUKZKOyYoT/rTlLUvnjox
FVwnYYWOqNDj/F98WUAKEEFRu4B8ZHWNCnMeNTNqjcCujO7TLIb521iM9Hv0poEJhKbsDHEs3Lxb
4xzXnj5gMDKDxHsBKD3faa2Jq2RKVMApBpDOPep2bn+nzmY3AVNu6+nfrFMyR4D1I8NRVzfH6vNo
Au1jBvYQ50FWK8sXJjfd0C/1peautrFxqGLaUHe3T/DVZeKYKRHT2b4giVj0LK7AafI6uDFTr5pY
6D8liVdC15BTxtndNnftGMGKQBjFSw5+U3rN9xlAaYrZagszUBPzk6K4aFsDFz6yxd0xN5blc2Uo
4tdtm9eWSBZL4QnKOsLylU0tUtpwGImkPHVufxhKs6hH8Gn5kUJctzXFf90Y8CSPjFFOCZwvEE5A
VHdHh2PTKM7fqEbp+W6ZRpCiplD7+Xh7afKnr9INmd8ADaP0AP5vdTuiEJFwze7sgMHV8Emvh6rY
V3P10rTtSanT/E7DK7qPUP/qfhGG9Yb5K18TTwSynheOMvia6Rj8EAJGTmUHnZhn+04ZQzuCB9Gc
gracl/Yepg8G18wiEVvy7FcWzplF7RggHoRL6yZRmE6Ozfw6li1zktS/xj5M9aT3+zr8hyDDTv0o
0qlwTXOFJsVcJab68Rsr+WipYgKAJBtZHasUrvvKLFQnqJj/vBsLDZVCZaa3EXvWAl0sruJIG3WL
lOHKk06nShJPElnQ21mZ1VwafbB7OkEzGWpyaCwjG32t8f5R0mjQ/dqejI2vfG2vJXpLOn50CdYz
dMJYVD5z4gSDMkXDsMvnNP5PPaRFvFfHIVSORik65c4zlwql5dbRX1v+ZIsk4tq6qWRLoKAEJq4f
glnXhSqgSwrStmj9pZ9sX2nmuPWtNPyGHnK8NY587XC/N7iKnZDJ6ZVchHagDkqVHnowI9+S2VPH
+xC0yd6F0rT0tTRSmsPtS33FhZDA0ygEZQi61lsVFFu9m+e8bPjCZVzXSGV38NYNQB12ZtQPG8Of
MkJZeRDAs7SUwXvKAZGVvzL0Gb5qM7SCKGvN0EdeOjH90h3njbrEtUWRYAEcgxAT+MjKU0F+DO0L
k9wBSp/NAvEC3Idf47lGBSiZDdEGH99Did2AUUsS+K9Pi6nmzNwshhVUAibaxyR2nW4X1jaNz7Qp
3Q2+uSspliy1MAzBswaAarWJjhmlKq7eCuySWSGeT1BN+tSr38uicH5Y3qB+LkRbfoNXcN7wQldN
g7ZnbIuCzwVpjF3m1Acm2wxm3lyQ7IbaPZiZWaYPOoCj9lGHYouR8lgkfyn8+wcZGt6kEoG5Q9LK
P9CXlpfo3XuOxsTYZX3vBEYMLXU8julvdWzMnWicdgPvfXkfAVMhvsHx4bkhJDw3pSPCMZmJpgeh
GrXTTqm6+i/YaGxxzHPDGg6umjArrTYl3djbh+nS9ejUfthhBvF4bNef11XmoZ9IJIKytKM9pHBR
sYdczNS/S3mI+8Xq4/Gf2yYvrwsm4SPiVkrGknXpUjOKJpqsEYxuUwzPkWImxa4hh92pShJvdZcv
fQAIbNTXoXwFVXIRIKnewlh8ntiBPlbJfzVHaN0xyr1mi2Dp2j5CcwH7icSrEeief8FZ7zU7gsY9
sNylLY9Z5iTLPhWOYt3ZRuXsMzuct0hQrpwa4C4UQ4FwSk5oeX/eHVB3cOzOylovoONqNMeuqWhK
pU1qS6ROFz7V7uj+zdxvs1WqvHw1yYIpt5AOS/mYNcsVmyjo6YIZDavK8nZwmUfHhO5mcnS7yPhT
dO6yF5O2JDtFjQdzD/tqtlWDuLLh73/DujXV6B2E2FGUnEpLzT5HXZ+kh6xGQnXvDnCYmwT74Ydd
oUz+wbbLwjvaE6tv7E5uP4ywj514cpb4CRmg0dg1iZcZvo0uOVx8ad36qSj6n2HaDxtu/9IbSutQ
bZjQOVCAkBvy7msngsy5osJx0kNLexUUAsId4YT92vYmmJu5TL8QolbQ8BfGhiO+cmO5rURIFP9J
peyVezKazs5z01aCmWrMk6kwb11kjvK9Bw90d9s5XPusUhSLCIF5/wvSmJzBy6Wcs+gEO0vrw3sS
ffHSUOyHJf+uz571etvclStky4aCpOVghnYtKw0ORkVnKlOCvIxRaoXxZxaHgs1PDiYa6HPktwIs
WuTM9kYv94pjklPrmIVMkdx4FYJ1QwRLox3GJ+rswj5m4xQ5d72TWP9iQyn+QlFJFkx5Rf6Od8dm
NOq0amIrOWko3t7xyMywUjKqlbvL2N0llkKJ/faeXvuEPCn0wuiuSsKbc4ttMSZeOhvJqWdocTom
AATKO0+0VnzPFIHTPhSwA3+9bfPad6Q3RABPP5e0ZXU5iiyEkd4EKaz30DVMizrvCgXBC6vqva/2
YLWHziy29IWvXQtqv1TH2F368iujysJ4id640SlmCnb2U7zhg54YxdeuZWTx9gKv2kLSnWQfgB11
9vNNTanPKaCKQM3nU/NFzdR6F8Il4+2rYVLLjTNz7WwSdvH1mPkANb+qD5UOfIkOlEKnTO+LP6qW
VdFdnydNuf/4okCJEKOze0wfrB6wLl7azsgKL8gTZzyiAOaEO6PvI+PBEkvnvH7cGkeDVgFitoTN
q3NpWNAmaIrqUQ6aVMg6O6nGa/ZqmRy61Ij/um3t2h6SzNJgZ2kAQuTfv7t3c1g7cU6kEVi09z/B
ywQECFBUmx1u27n2LPAQvwGucJtr2g05vuVmQx4GdD2s4t6LnOSFRon7smjAWKFAc8sRJBRUg38i
Mrx2w/y1UIDqCGkrVVto3lebqqqjy2BMowTZ4rmFrxhI1zFgXz1V3chg+uw1R7Y4uUPuJOsORdmV
P26v/9rNl2R7nFPJO3JRM4jirA5TPHg81OFLyFzbS0bO8lxaS07zwaYr1BbGxm280sFEDAKYJKQS
jHpALXT+dc1SQ3k1TLxAi0SbvVRVG/odQp7GHUIuJvqBZVhErg+9mq4/0S8rPoUWItGnEhqIv29v
gCZv43maS4kMVDH5A+kgZcDz3xJRdh1rrwqDIkc+xW/Z7nuG5usQQgatf1RHL7qLtKxHYlVYdwqY
4GJHWqodQrpmYpc7TbZvrHJr7ubaM4BYE7cNlTewWSsnEnW6tdADDBmpqgpzP3d5Mz3UmZow4i2i
4V5BEPbh9lZcNckVRzqak0BL8Hwn4OcdIr0ynWDuF4jVFKPpX/h5k3swzNkgNIsL6+dtk28zKKvd
B7bzBr0DvkoudW6zhiSjLKbBRvW8drUgVj2EizkZinakyNx2PjMWuuFXqVK0uzgeI5hADfVXtszh
19BTYejNqrh88JpwLk+GMiDocvsXXnEQ/Cw52EYOTwyweqUSp/JCw4pC+jh12vieKAZvJ8ijg37U
lXTya90qDpaRu9YXq+6MrSz+ykeR5FuUYCAZICBcnYN5EZnboWd+EnNnvVB+H/Z265Y7MyV10GxL
bMEhVwtm+JNqv4xVOQBw3a49AqQ5HQgGmBRFFjffzdRuVD9TVO2+8UC8HvOGHPs+dCRRMjMi9nK8
vd/S4707ENI87XYodqF1hGxmDaBGm8qNiOnCF4igKqTo9CGcdqNU9qBhjODKbWuXi8XlyY67RCLK
Xuj58Ws0R2rxVPpLXSXlTgx5fHDMuDh6SprcW25WPXh4hT1TU+1GNrT2gSz0rThC6GNgGjafc9P2
ILpoiBf9xe6j9Kmdm4S6TGzv+tQzHB8kR7Gv615/6RvVuLeF2/uoT3T/R9p59baNhHv/ExFgL7dU
sx3bspNsouSGSFt2Dnv79O9vfF7gRJQgwnuwQPYiAUbDaU/5l7UqzWJ78StkXYr/AM/AZ1refkWk
JmaX9OZjgMHGsemQrAhi4r0gFdNGxzRsjdm9eHDgiVKllVhTCYTS4SCcT7v3SK7F1PLK5un8p6qT
b4N07U1H8rE8a81NMifu3e1VvthT8gCBcyVWAqiH8vv5mHHrKiEY7uRpEEr8IexG+6fX2d9jz8tX
aqYXn1MCOOTEIE/xaZcNpckITLUe1PRpTkWC8bIWlNXWKIbJRugm7L5DCm3XDuy12RmSN0J0Kx8x
+fd/hUpd2Tc17Z70KUva4n4OOwULoAGMGfZt4ef3f0nJC4OZDrsBWOD5WH3kNk2U2OnTGCA75Yaa
9sMAp/HTKOJ+LTS7Ni/oPoj9UqRh7RZnUzB6HppaytksUR+qLRo5rtrdAyFNVrLJa8tGrI5mHbeP
RDueT8uMet6AIM+4dEq57Tv1KR6S5GAlmK3sklBr1/ycL48Btw03DmNSPdSWtsGGkRBpNixaTJn2
ixUn7hc3cJsAr7yk5fSLGXkDoFVraleX1w47lCMI4J/yN8Ab+Sn+2i2TmlETdR1W0OujH4WVmrs+
a4Al46bX7stpcr7biqfFmzwx5+/0GsYvOo7Xu9v7aBH3cgvwK8Dc0KKjIgSQ7PxXdJll9dMc88E7
dXxR+fJWVP1Ow7FX72tX1D6p02xsMcAJNwilrgk+X6w3oDnK8rLqh136RR9ldmBRu9kwHc02E/0H
FFbNdgeYLaksJGPVLOTG763AXYklll5+MrmmN4kaHaMCSHkDVf/18ds2rswalMbRSePKtf2iUtJP
hlEhkLSp6rIXPUFWhF9LS5HwoyZ92j6IwIKWYSu5rW2mwE1+YzQpWr/vxeBZPrBLZ3hwciubHp0g
1k2fekn38/ZqLWNkfvdbggTTFiQLMKlFBWtwSmSi+6p7jnEQ3Ypp6rBNiHrhE3sZ7kY0+CY6jRJ8
iDxN+RSnwjsknl62mwHDFHWjmiL63AZtuLKLltEjnG2N2i1tHAI0UIHuYjNTXvcCofT9cx9PHb6d
RZZFm6xV7GNYxm276822/gchs6iZfHfE9rMtbbMhmK7dZAPKqxxfUwuO5kaNdS85amOiaCs35sVO
l1VHOC1ArcCoQ6Y93+mx6Eyhtkn6rE5j6W4iQ0fssrOS57zBSHorkqEx917Qudi3u0HdHGwEw9YQ
Kxe3jU2Mg4Uk0hdg9kmrz3+Ea4kBoYK6fbZzIDkdFMqfVlKpzc71CoqhIu23henMX29vm8upUzhD
CZRGGxiECzeH1urqulfs9hnkVbcfq6C/t6dktP0WEX8n1jfCypOtMpXua2k7/cqdfmV0WiRQZ8DI
EtwsCZwisIexU73uOfRUZGvbQe32lmMN+oGSmhr+gKnevpAYlrTG+myUylno6q4U1i4umjfoKOhY
iUhwLnpwIqQIzwvQPuuKHexdJSKD0Nzpt9towabSlfrb7U9+ZTzpbgX6AEUg4G6LA1E7FHqpfiXH
hlQ+9MepNuONV6Tli5Zn4o+NLFB6uD3k5eXAC03nizNIBMksF/HH5CYCNfmuOIaEua4/iWAKFZ+g
UjHQeOsC7LRtI6o5dmVuqrt8VOxuT+hbl8LvwHV9sXRomY9G2hkxpqpmFanjykUhf8JZUkG7nCoH
OEAQxOD65V75696dxBB5ejXER72Z8vx5bKYQ+FTdBV9SRMvWYOGXOw/pIr4yDwv7j3Lj+WgMn1jj
UJVHzykmnKaVIeJP+uiwuD5VrfsNgWPDR/rBfpiqWF0TKHjzoF/MltYSmRvHDkbbsilZJ3mdwD6N
QEzFyTHtR8PYQDoX8ctoBxXwx9Gcui8RgI5i63RpUj5HfWpmfsXl/q2p0ylAys5yv3Ch1eGmmwMv
xCKNdGyfqTkZSDNNFrBgt6RVVo4JtrqWI/Tx4Ka6oN1gFUShM6gCv1GFYT4X7PMnFDaT19yDpe53
cVy8Qk/VvUNlDV29dcZ4HrdNhYzBLhBGlodgABpcM6FF0zhvAuVTImI9eY1Cp/0Z4H8xf7aNBJRy
GHrsnBl9Ce6RKtU/Z4oTfMFMyzMe7Hmckp2TOUH2B2xKU35IKdwb/xSxCvHLM7La2FqRGQZbaEt9
9ZC3ZjbQeZSJD1iHqtzDALfGhxLep/Ng5E3xPBpNGW+s0ZmbewUnYOO+T5KpPrKFQD6O/UzBcBBe
BsRHCRsHtqhaRsr+9nm7srtIV1GxpKkOuPQiLFZxvIyKJD5abTs8TLUYP+s4+D0G1DE5fWZT/VHS
ypoQMtXinG2WrVWCL38BlBlwNqRw/ALQeuf7m+p5x+kmikGntPtYK1n0OYrydls7KjTSJsN6LVZU
89mMy2APNHcNXnU5PqcYTAUqB+wib8npzmpnRvxcDygKAnvcJ8IDw+YhmpVtdDeVlCivnm3zlLhd
9dQhyJRtPXqq6crL/lbxPj9nJFzcsfwOSUtY9lAzy55m4enxMS7m2fHxJY3VT25tNI/D0Deur+l5
/si77JwK7F8fEOnITtB7Q/fjzONvf82Sskw+awENnW9Whpj6hyRrFGvNveLyTXBJ1qTSM1EnDcjF
ddRU6LIgzlAdNZyVHiY9gdka5TxNvkI9TUFQTRW/bu/RJTuQwMyl5UlLgpI2DLLlmHGOL5Hn9cWx
b2Zt2CnqUHyO3aaod6KXDN4ssjAW91OtiZN/5sgz8o1eKMPToCUVppeKEabWt9u/6e3BP1suGSby
DSg7S4b+stZjzQUiDkOuvdSizrznMoi69mUiidcfQzVphm3fRJ7tZ4XpRa+TNVrKk5OWE5ZSqugl
njiJss8I7olho7Y9fiN6pbTprq+nIv2C6cVQHtp8GrzPY9lN4U4grv5cIwM1fkTxNB/3ZWCE6kqQ
86bfuJgUbQOU4njX+GP54BtVl7pdYRov2KPP9+oUzr/cThTGJ0cPwoPRVl7yNa4qzqUXDbH34KFA
kN2bbdd+NexKZNsII8NH28xM82udRdWjM1CuOGBI1ymPWpH2+T+eFcfTx9yh3LmpCyf/mgV63K+U
aJYkbIn7goHBgaI0xAu5JEVE9lAkTp51R7VB3Q6yqCEQjVWFCD/2Q+PEfj4rXnSXx9aARXvWVX4L
BO/THJqhsUtpYfCvR7stV1K2i7uG34LsNQaMIG2k88T5XRdHSd8VeT8ei1w42h3qeOHzHFfiIYBa
sUmLLP9WBUYM0dbpx8/z4MYrocvF6eUHMDYAbMqyl5dMHyRCHxxvPJodlow+Dizm79yuY2szaMAV
1DZaw5tflgjousliGYg8YBoIAJ3P2YjoNpsYIh1ViPE/1aF/mOYw2Us/Ej8hLff80U2RVtOcQLw0
JLpPlE7WYLyXubL8FZS8ZamQ5pS3+PLjqFdGS1JyhHyFrm5XVWa7VYpRf1CgJYWbXim08V7tkaMW
6E4VH4zRTeLZ76vcGKWUCJzDUZmN5Mmy297cKkMD11vzMmr2g9XAE7Mmbc3s9fLi41dTR4ULS8bM
BbgIhjVYH6BcJkqpTYlNaKb3P3k/8nknOn1+Dtr5l8OPTIHH1s5OaRSEv5KheFWErbwTDsyJAn2M
xhFRN5A4lFjPl9GMzbArU/kBS9PZR4n720Qf47OKgfBzmjWl995aOuO9qYlDeIG/uazpzLEkc7Xu
dOQ6r1H0b+aXsnHNgxvr4aeomy1/Hj3Oh9PV1un23X6R30oQv2S3gkKmqva2o/+K7ynZ15Sxe/s4
N337pQ/SJkZfPNScXUDP+sVosn9jGJpfbo96eTTJtKjz0jpgdGhk5x8Y887RKxvLObrwpXof+F26
7x17/pa3TfLUVfG/t8e7yGIoHxDRS76eVONfAmUbp6+bQYms4zwDBskrffzctXW3kZ707772zoda
TG2201pxRWId7SLHU8+NavxeVOAg26iKhj0igPEh9fJsNxpjckQLYI3xeRlcYT1LmZC6PQA9AphF
ySIUqFcndPiOIyKK6b2Zl2VzVwf1nPqdV9V3KDwDvbETN/9VtIOwiBnwCbjP2sp87ukc/TTmPnmt
8KLqNhivxvsijaa17snlvjMkgg/VdBJgHGvkDvlr3ylQ/0eCUP1YKgNC6urYbVW7Hj4jWYJ+ma7M
2SGgkyve22XAwUrK7EnRKOpxyx6K7RljnRChH3E8VjeB65SbJjKdV0Gl9Y5CQ3h/e+O9kbTPogwk
B1CkBVWGNbvsQ57P02vi0Szhrhwn7lXtkBJWGH6QZrbmlypgl4eoVZGUdlV7vNe6AeBtGzaewosM
DWTTw+BXNklsBf0Bm2jtSBY1Do/G3CmYWU2m+qfUY3c6OG3R3nWaOgUgxkSV+pU7OiLfBLqabIVu
ZN4OzNBgHbpWw39Lj9Neo45kuqmv58UkeSzOHG4bXbHSV6uzzAOaAh3CU6oyfKIgWBffwa/qX0xj
VrgZJBfJ7+NyuI/afgoeagBnpxxtl9e4a7rgcSBNFn6NUTjS1cXQWn9uf9XL44zuAJAryoM0HgDw
nH9Uq2lEJ2rNObb0y6JtkFuBsiugm9P17LpgjV/1ppm8XERiGcogVKGlx9L5eOCCFAgDqnXUOlxd
N4Ywif5SWhN+rVrqwamcZj5oU9zlPul/L3ZGz3V9DwBOuYtiR2+/DwKsOmJrM/QG2fvddgBzND/2
MKtDAiTVKOs1OXHb7Q917ZcT3Ep4BtZsPCyLL5WXcIbCIW2PQQjKz6lyPdrqc2MeHSqm1ufQ7JQN
IHBF/zdPu3SX0r5yX7SqLSrfLlDe3sWgTA51SbEASG0n+tRXgU90PxRPiA30vSL7xBcP57X28mX0
KMncuDsiEoLl71J9PUzjzq7w9ThyJJAbi0Xkq4VjPDRClH7tKd62GKvvXo9aP2/Iu1utZKVsLgdU
NeT1i9sJ6yW3SIeuPU68nK+aF0TfBTBYhJxj8zBPXf2lbvp+jS8vt9Fim4FoAkIAJpQgaPkWK22m
zCgMi2MzYrqxRe4t2Dqla9yVYxNsR7du2nuux/wuDwX+Zre3yuWTTApBS4DHkYKzuxxcmMKKXSur
jzl8+ju1gt21Ud2AuJUy5KkI1fTH7QGvvADQbXmkLDRIgdwutiYyTsLOp6Q/CniK/XYMxKhJHfYQ
W4Fo2ER9GZIq5Ok/t4e98pGpe0jaIu4icOzkz/rr4WnTap7dqBuOLolSduIHYNrpOHj/bYewKZvf
NXUX66mYrUJ8coKpXbm7ro4PX0dngjQ4lmFuVysFYZjoji5+EilAECyXO2MCfjt5dZCx42xY3sqE
JsdBKJa61vm59tklRIUVppXJ63s+f2PA/zLT0v6Y4LFSAUNMYndvun3wahRI/KEzqlD9HpV4pbBx
ZX/JIJMqApcRdIXFctPo8vpy8pj3DBxLH2JYjREGKz/1IOY2HQJvLcS4cvnBGwJSIHumPMNLAZXC
To2K3TscR9eJx4diNIp/ueMzY5s6dtp8QPM//Z3KFuJBy7zg11A7vbKtq7EPNrrS2+YHY9BT5aAU
tYJTaminJfUxx8595FU7kKmmmyB63sf27vYefYsKzm8CyXiiEEQlnAR2Wacb9EQXYirmY6LFw6sO
4dHYlmiL0cs3gvJxDNPkJQopT29mlKSjnWIT4G7nvm/rD00UxYJmKGJwvsDBBYwd9qaVP3n0hDco
W5XeXQlfofEHpy6ND4Um9PRUdnY6bEQ2Ov+qc6t9hWbP+YupQ3sHQwwIkg5ziF/07YlebgooMgiE
SJ9IiVlaJFpj5mil4SioKBhqclfzKP0Tkn0+5dBOt5yKfiUcu2x7Usbi8EmbAElwtRfd81bDfttT
6/6ouVWazX5XjAmtYLtqet9wu7y75xo0U/zN3Nn8HnXx8IGzFHk7C4XdZKsXFg6nVlwZX9He7eJX
zZ7tn+/9JtJZivuQ4p/Eei4OqJKj4j825nzUvUgz/A5TVPyvvPihJz/eo8qMqd/tES+vBEaUWk5k
umA5lpWweiy9eVCG+diadeIPZqY/hKPyOXBLLiihduqvgpvocHvQy6WnUCJVW3hdKUUvWdbC7XO3
hv55FLqYtkWRmn46wuxxM/VuGJ368+3hLkPG8+EW1w+ONHgCBoN67Ce03+HZtN8RZj7lyaSvPDCX
kYuEw1J3IbElq18Gp6lrjlpWl+qxzKdm7/RD4OypPVnZz6aRVi6p3qCuALQNXUgxp266icd09N7J
DSXLoZCAypLUPsASdJlid3HuOVMUWEdHm+rZp1evgwMM1V2D29rKsbqyljIS52oHmseVKz/+X2+q
GbmVKJCwODZ9Nh+AVEyoPloZ3rx1Y9+T8+Ta/vZyXhuRB9QBGMAGIgk4HzEKahPP5FE7apUCBdRJ
o4M3mmO2CfMu3M5DsxatXNk/sjQltdaAAIEEOB+wDhutAa6lH4t+HuedmVu9+6Jmpoc3j64H5kqe
Ki++8weAMFDy3KTei1TnOx8Oezfd62tPO4qYCyZXEHo54JxY6ytV8MtoRKIJ6W4QiMgMZwFPUaJy
BjSU6sehFd1Ga0waQZk17HNsojdkVeo98kfJFq9V6sjvXkJOCAmVtDxC63uxhH1oGGNFafaYZlX6
EKGmdG8EIE86yJlbxIxWYaNyLstvCgMDZi1BDJt1sYRxRXERx0Idv+XC3IxRMh6E13SPRRZGj1qQ
eBsPx+JXfE70JyT5vU1cd9MOAbBVq4YrF65U8qFKA7gFoou8Qv46LyTZVWFgZXfkSc4+zbWW/i6I
/u9Mrt3BL7TcnLeaorvKyjm9tompTqP1KOtuF3XGbiinWIrJHen6GgdvcPvYV+QNZBuBs/KMXR3L
gpqBmDN12mXOTAHKTOFoqkdLVP33KlHqT3gcAojuNStcecCujiVxFOS6YNOWBW+BSkOkj8yrNPLx
dx+E2OeS0/bmD9G5mM/f3rjXVk9KhWKXp0oS3WIfaYnpzTWV1CMCOd4dqvioxiVFs/cadf5Gsx9O
ZD3H/9we9NoUQYiAB3rbwsvClSjNruvqWTvGKMa/YkihPuR6hfEhjRc6qP9hMNnFQLuAgulyf7aN
W04BjY6jSOek/KCiO7kzXAVV4VjJrJXPeeUqpzIDPg5vIXBWF4nn4HaIHiVc5baVeNsU8SeVRNvT
v1fVoGw71MffaU8l30aLeJMrgPCDJVxcPXOUR6ZQMuPoKG61hahgFDCX3WQrlSd8rTacPVtaW8Gt
X1lCYGRUrnggaS0sG2KTU3dDN5vcP3Gpf+PZzrQf1FKaOx4503wvfApgEZaCtIAAygJ1kD/mryvG
JTvw5smmvhrX2f1Q9H/KBoZHm1EhZ3+mxpqb0JVTwYBS9p8jQQC7OBWOW5RjTE3raBul2v3qpfzc
HTVIqzuwpwPK3zpWpdsWRft5RVj92tDEHg5+vgD8+bLnc40zK0FuIzGOiqOUL6C38vTgGFPuHgCt
pd/JkAYYtvnwX+IeG7UcpBkpmlBxX3xkO0zbIuIOP86KnW7rxsm7nRbPwdMcutVR7TJRrxT0ru0h
ae4mtWylnMliqiFWTqrRGPqRsrHyEmP342wr0SfpPrXnPF35sFd6crYjj6REa4DUWDbCRq2ENgZT
+QVxrvDBjbzc3jp5S9mgUOYHArR432spqmVt3j4ohhPGz1GphA/UU7SPt++kS7Ac7lgEXuTxkocA
GeF8lV0jC1OY0dlLHNqstehbw/TjYow/inoeP/CqtPdNMpVI6tsDDHVrRCavHOvf4CapWWM5IzYQ
7Ne04C8jKGrMFDakXBNnbtla0mrAcI7V1i8BXJDUj4OSsAKw1iMIIOrB+qB8SsFW+fGEZ/zKu/d2
N56HNGw+sllJ+eHULR11QLGlEbZdLZu+/IM+NAj8yLIe0bhxDpGW5h+Luuh3rR6bvt2F9cNgJf3K
RXN5+FwdEjs9J8kqv5AfpjSOjXHhji8ENEm3GWMwcCPlkVd0KRLPd3U4kE2l6msWMZfPBvuR4ixw
JlpcsA/Ot0NRtlmfeOXwMgVG/2d2vfYeTlCj/AN8nyfYMkMnfPdLBcKU6hVBOQYOFxVLc8rxSWoj
95iH2iGqU133mzYRUNhy92M+V8GP21v+8rDLNBK3MtTyeAPeTudfd3g0x0OLsLODm0Er/vR9b1Ef
tYOvA77in24PdXm6sBUG4EP8JO1h2crnn9PMQx7bIq2fMdea7ztzLO67Sjjpzhvy4MHMguHYR526
i9rUqDcVepf/WEYbCWTStfgUGZP4FaeaaFd2+EUeBOMC7KlB1xaMC8C185+l10HVAnmpn/NOr/5A
Ix7hOtHLEHe353+xm6Q/FHkkSipSRX9JZm69uDC1oJueYXW4w8EsIk6M2ZKiW01Y/Aln297/30Zc
fPAgsVtzQjX2uYOp0WwU18zugrBtHmPwMIc41g+3x1tuJulTQQcIgAGgcnbx4q2q7EaB1BTnT2Vh
pvc8y8aTMIKjFqXvpga+DYXiMCIt/EEZ83zRsiqfirDM86fYCehxmXgcA/HLxAkQLbblbmv/0BCQ
mzaphmjL7WkuryM5Nq0TiPYUuMF6audjd4016kPnZk/jSE8qziobGmDu+qHdaSWqWK7xp0B8+tvt
UeXb89c9LNmtbxQF7nRa2kAGz0d1Gq1V9VENvnY4RuQ/zaLsT6DdgrtqqlTvKcE2Lv+I66Blv2jo
VXmbag7XNA0WM3/7DbKsT7gn9Usuqt30svpgnpWvaGkH0bYqPJVMpAIg/nugmlkCubKrAOhOWJe7
29NfvkP/MzYUW84PXW5aWOfz12gz6z2q96dk7Pud24XJplQDay+iQPHuHCt1/q0I3p4bs6gPatFG
yW62a2XlZ1z9An/9isW+65tmaPoGB8TJEM1wlxnlCLo1Nub61Y7j8c8wmwnyHEltrnlZyvkt159G
FltdNs8uWFFZkOOrlRrKVwhfOIeXk2m8NiXZBM8+toG3v/Yi4nj72MDqSM3gKcCKkp/hr2fBii21
qsMhOgEkrtWPql7oij9q2M1uiUDCD2bTuukfYtbhUJRFs3aRLK7K/xmemENKx6L/ueTfObNVEtdW
4SmoMUP0yjw5zkVRfUs9MPpEWYW9EvNeO1zQMngFaBaaHLTz+RrK5IWDcEL8MgZ32M4U93cg2hJj
23Kl0Y81FWfc9ok7JZtWQLjaUE1WqpVY+NoS4ytEz04iiHiKzn/FXJWdJuYyPDk4cN8Nhhdsjamx
tpUNaPv2Al8fSgKWyLFJa+Tf/7XAipUx/myFJ20c0i+1LpVydA/2j9b2zlredm0w3j5ia8h1FBwX
F6ahwY63Wwx28fEcnyg0mtm+zKoSd3cttvT35cBvmwfjdiDVvOWkL4uvyFs+zI1bBV+jqtZAuaRG
NO0HpQnnHVTcwXnfI/s2HCh18u03AtlSHE1v2jEUUmXJqtC3HBw93aZl6b5M0RD6YTC9X/iX0j9B
lDT+QLFwyfajuBZmvVoqX03iNL/0HMTzsj4sPntmlK0ZyVw5Fy4ZtyflBpjeslFk1oh3KhglfgU5
Em2Y5/ygATa77+byrpl673NhxM7eSJUh9V2B1fjKubyycwgVuYhk/sP/FmtZ0gEDQNWEp1abkrum
m9oPXQQUAx4Sz/ztI7HMROVKMhi1cNoLwPiWTlMWNRlyzE7hhRV18eyEivM7Kos63vLvq10+JHW8
mVOVimY3z6rYVK4E2RVgc/pt1ZTvtquTPwiUKOQ02TYDLnJ+SINwzMcs09hapTYcYFZQQ8ojxFrL
se0eNL7BGjzk2nqz1pQ3IQA4F987T2OlbiIrP5l6/2/o5HO+pcjqGZuGu+/OmZX4GEDZ2QWB4d7V
xtrw15Zbyu7J2hklgbcM4q9bKdRzU8viAEsmKzG+Z+6AmHY0mz8KLv7ft1f76lBUV2Hmq1L/Uv79
X0PZTtg1hlcnpy6OlGCjouFT+Mi0DqU/qlm1ktZdeU8J+elBazze9LEWmaSpj8nYQlE4ZXNn1B9F
aeXqi53Y5fAPdVzH28xe3+e/Ak1rDrVFCeb19myvPKgu7zgPqiy10pk+n20J8DkIMzc5laE5AYpA
6Phfck3zs2M0Vr/P7TFaAzhf/cASyCZ7IRSxF/EqCngscKokJ7Owp3Fjj5aTEbHRvTsGyah9vz3B
a6PJIplNmVcC0hejBe1YG2NcpTiHjUFOab4KZ+eY526u/4yHwXz/G4PsD6mzCn5LyrGcf8+sy8EP
qU5yEiZ2Zf7ALVls20bMd5UjojWUyfXJ/e9oi6Az0OFRa2GcnIwWWY7XqZrr4AOQaeu320Zr2gfX
BnvzzJKUTEp9i6lZAODNXsFbuCjToP04JlnibuYOc9pXHUK3tXLrXjsZEkYMFZg75wITRqFPKFM9
xSddMfrct0okc/QC9JKfGxThDuHgesIAQto3vxEHHtr/cDJoDbJlJAYPJ43zlSzp2ouwdNJT09TO
j8aZnIOWDOlOKI3xGgNOXXtmrn5fZC6loh+WAUs1i9a0u1gHNH0atFqdt16KdoCvI540bHK1Wm2B
Xh2O2j4aJODheULP59eXUd+W6FKf7MiA6drU2pxuGtXJN6071Cu2Q/JjLXIUOg8y84dhS1FpEehN
QdsUbZZkJ68b3OqDOsWz8WGA2rESvV65zjyYYnQ2oSOxeIvr1HC8sK8rIz8F+Whney02rWT046Ge
9lalzPODcDJzTfHk6qAIwyL7qCOysAy8BiNyql4aUXZjUCB/NoLZ8ZVuHJptK1LD3muI465ZTV5Z
Ppxc6XAig0ZRfpmYhAgZWnqlpifFqiNUYzQKoGZNzh2UMQTZAu7N7Yv06ix5qyCrgewH13a+Xya9
HsO5EenJqqbhm1eMd1OoG+WmrLS8pcQ9tGvJnnx7lpuGdhlUTVYUoM7ibdIAoycTAjWnORfFR3Pm
tqXEO9vdxqq4ZZ/omINqV9XOyd//KqMujCIrYu08jcue7gwjzcVcITtR2s6rvVUiJOOkTW48ZTMu
8pto1I2488MyUN1NreS9++X2x762uuATZPrgSY1++fd/BSGIxvXImdj5Sc9T8dvtPeXJ7g072EBQ
Hw/vHwtpIBIGGYGAkDwfy1OQ7Y2DGm/NsLIeY60o/iE1CgI/Udsft4e6dg1ISQtadXQ7CCfPh1LM
llAE4ftTEYTauM2n1gl3cLrWrAWufT4AXiCpCI4NrpzzcURt64PZOsUpjFzrJ71rF1PJrkC2o8AL
9/acro4lUeLURKQ8zuKdQPzKxpjby09uY2V3qO+IF5ydHQfFCGONXXd1LG5PMNo0XC7y5bBDcw/a
aHaqUtyv7tN0aA5twRVx0CCXf749sWvHTydOIxb22IbLSipaAJEnLNxJ0z6xcf5QLd+FNXJMB0RH
/G4c/9SmMd7fHvTqDIGlgLkk3kcX63zlYCPMosvY+HXamI9Zm3W/J6vup63Vgkfe3h7s2pVGrRah
KvI0aDnLpZOgLU1l5ydZkTmHujDyyY+1GgSHOush9t8FnPn97UGvzZAknb4VUrOSFnI+Qw/NZSU2
cWB11VrE/ugBbxXG5H4oQ2cN3nB1LMnnRlSCmoC5GIvyn60Hc5CfPGugDW3DDdsJa8BWSjOitYbg
ta/5pgLI1EC6Lg93bDqxa2c2eo4UwvM9wkNZDhS4rndaXkfuAznxO/twMjGHpg549P8PudgtLgDr
Eku24pQ3qJM8xpnRf8exqq42bqV2H4eKptHt1bs6SakDxaVMt2YJGEmqtm+GrBUnW8WXC+b5+Bwo
sZb4PX7u95OWFJ/+w4AkSlxiUjTJXDShrLmZS83LxSlyovwwsJy+bcfqpsvr5gPP07xynV2d4F/j
LbbMYIV5ZoaFOA0Vzx4zZBEpPZp/iL2LH5lWuiu1TXnIlq88ZXuqjSBjQDgu7uqpYbuETS1OjprX
+ba2Rx1enHCrldDw2lkgQpCi48js8P/zc1eOndeFFHDwG+6qb5lmKHdNmIvXdvLeh59825USfUsA
gckO7935SHMrWS5FL074Aib6LgOn8aPKotUQ8NpSSf1AKbWH3ddFFzoskgT/GnFKnDp8zUUVfErm
pruDZfexqGpjJShaG26xUAMoXiCjiTjVrnTg6/PC80WhKYL6vx6WW9tp/kPKCRMKiIHc/azdIjQh
bvbmTjeLUw0Qwdw6iWPs7SCvq09WradrOm/XdiI1CVTToK5L95XzdYuUokrDaBCI01vOS6J0MYJ2
VWmtPHFXEltCc4JLGoTcJMs8bxj7NGgmqzh1SOAHH1w9UrtDVtrVoSRzeWwtXCw2dRAJFSJQuSbi
fG0V/x598eapTiPDFZfQaDbU11CkYbPPc014fopcgbr1ShyYbl9h176r/KASbCqbg4srrKhtBIgS
rTiNXZ4MB13Rhmpf9OoacvD6OGR+cPdQK102Aqs2p6BPqnBCHFYpf3mxNpQvHuWfd0qzvB1wqcyC
8rEURl362ibOOIk57jgJVZwrhyivH8wRmaWscJ4jIYLiPzw6bH4ZypIG0WI935h1OQcKWaA4mWPQ
V342BGI7hdl8V1dtZ28iy1uDel3do4Af4BGAGaRddz5iURlpWTWKOCnKUD+4Ym42BTitf2faggdO
a/OKXVh2P+q8fLc3y7Wo0/pr5MWRr9tiMIYsLU9zk7g7ZRymu0xpcj9tiugwY1j51SsDZfsfBgUC
KmHv1LaX9wyiOmWIpbg4oYGGDhH2gq5fDhCUE0KZrco13m3cwVx7kq5uWAdjcZxVQL5YiwS3TIeS
TnnIhePSOzkoXeq4O4l5W3n6rn7Tv8ZZrKY3q1QkEpugZah2MFvjX9gHalJ1iqb8Lkaj/CkN2/bx
9ke99uAiS877ZBN+AuE730MxamUg+GT+MOfKeEjQmlP3lTGWxiNqqda0cq1eHc5AJlNW7klZFoEL
WUPTjbWXntBA0ZWfuFh16ZPaWaXd+7JbnHy7Pb1ri4eil0r/BUYGMKnz6bXmyNsbtQWkoZpCnaZl
BIRV7dlrDrHXbmz6A5KRRdEVhcDzgWytsgTm1dnJSUX8sxV6ON8JKITFvoQkBS3PMrq723O7OqTM
/EykCigPLuY265OhTl6bn7DkyqOjZ4Ft/7cXWts8hC1GEpsMFbV6Jb5YwsDerlVmCBYDkuyllSg9
9MpRY0fBEHAOrR/NDGp3TzSVa380sxfzNjezTD90PXKnx2zINAc10Lo1LDTwzCHqfEfA3TrU1f/j
7EyW5LaZdn1FjOA8bMmq6m5RrdGSyt4w9NkyCc7zdPX/A53FUbEYxZAdDi9sh1AAgUQi8x26RLxd
SPa+PF6VvR3GuxTwtTQkpgh++yG63o6HBvHfq1nH6+cSTuPoL2m+vMSF531+PNbekaUvBJSIr0C9
ZLObef32pTCU/DrAxWxPapLU02e9N9PIV6nEB16W/uW6a2EfjLu3q8GicYSY4D3AAkmFniyEQzu2
Q+59hcTcKyLQ8Fk9Qv3t7TGZAiElLKmm2xJXObe9ktZLce1QvopOuoiWfzFaVpH1jcq/rE5bnh4v
6d7UpOYLNQ0Eku4K3k5egR5eBJtaKfr5Y9Kvbf7UVm45BY8H2tsn8vAYtgTI3mFGuMGsNSt5lfZZ
biT+qLVieHbVZeguXbJM7sGNubuQyEZyVEGpgKG83ZZFPWIHb4NwK/t5fhJIdYXuii2bL3rhOEGa
zHP0X5YSX3DZfKeUtTUeajOAZaqulFctxfvsvFYR3RATyPmPxyu5OzXcvGRCx57c1tayokYbuOfx
ayu9oP0zJLivCsRRp0Dv58Q+peDpjszzZIaxfZDKxZQi+5IVsjl6RWZU2YKc2nV2sA+x1LQc/Mhe
u5OzugvsXPp/b4HbRc9FmtUfqKvW/3s8672zzzOEYiyPVV6qmw+KqxLRnY7BVcVMXvhRr2o13Ns+
hslUA7dSO7tBOFM49tfHA+8tNwhjJg4glzC3yb3SJeWa5PF/dStFPZOso0ttj71nn2gGd186EGzr
QZKwO1cSLrwmpTLONmdX69oYnV4prn3pTOkl82CrvlGUemi/K+maIHnY9jhM+UjMZUdJ7v7YRAKJ
ZSMibNa5yWtrkljQ62pQEYittHBCHEkkOsfNyz9nN+kMfzRA0h10w/YCBE0Fev4Qwe85I6q9dPai
dFTcUyQncQHPujl0bQLfJ3gzaXJUot4DsIDoglMF8Ilju+VU1R1yy26WUndvJ+2rNScv5qRTdVeH
OX6bOG32V5uOyZtUddqvelbi1mLpxWdtWKyPj3fY/ZJzf1I9Y9Hp/HPB3MYqTcyVswIavCpR1+AP
rjih2xdpAisIfUu/BlMCYt+buw+Px73f2Yz7U9SZ6wa2wiahGUFfiNFxk6vhjPWTnptReubgWn2Q
i2GVn7rODvLRHVyqHBMOC41ByRnZxBF1nRGaQsiRl3afOf7orPmzTlF0+uIpRtv6tJZs580svC6/
LFH2D8+Ezot9PZ3rI9bgfUjjp/AAwNmbpsEdH9Jx4LpbgyOuacPLZoW48qOexCreFA0uNedotuf+
ScGunheCUriB1Wem8/T4E+xsQn4E0gewNSjZ3kuqUxoorYKGvpOSwSKiXfV/l8Zg+XXW2WdHYCuA
uyagNTbxchX2xL/MY6TGeaV0hxo/99mA1N2UKizoVgIalmf0lw5bra89gqJzcl1n10agwqy14kIt
D5nBx/PeHUjC32XblLLgJqhWiwpuSYuTa5NAs0VoOBPTJXfy9ghXczDQ9tpo9da2mrRhIMNrngVF
CnSUUZSoDz7k3lkCtYOSnYS6E1BuV85tVTXL3FlcuwyNN59Kl6o+mWhzTZfGhniPSqHaHLm+ysfi
7aXMroETCoEGjh3KmreDNrRqlTLWxTVGDyQJoRDP//O0PH43V+WcP4GqSGbfmNbxqVwaOzv4hrt7
l4mQEEhSo70VodWFNWhG0+DuOA7VV8dIprdj0sfWZY6pD/l5l6CYHVepvZ5TqrWmr83jZJcwD1zt
R1mrfXN6vKvurxDWg4zIkJ1H/paB9pft25tqGkVenV7TySq/5ura0mvBk+5sF5yjx2PtbSxE2FEx
pchESNsclaSrtU5b0+zaQwmaX1Fn0ZEKb9vZOyr+7I8kzSqkO+k90FKgAdknHbOKTXs51SBn+38x
hqiPuip7y0euTP0OaAH/3NQm0lzvGkfJAPfo+Tt1Tqo/lbH/e1kXJz7YOntTkrLF5LAcBCohtx8q
jxCiK/B5vvIzpvyMSuuAzjh9ge4AebYX4xH5w5SFCwdYyOa6KWxw8CWa7FeRJM7yyaumXHxHT0qk
PqaMtXiXuckYwQlUm+FpVPr4fT/Z0ZGozt4F/+uv2FzwqjFizVA06bXvO/V5dHMEAgsS51M/teYb
K7f0EGTFMB48ufaGlcFBGg6BK9wCNlKauNZQJ+nVSaYyO8VxbL4gl6P+Ac4KN7p1QE7iLeTV9UjW
fW8jIakO5kjq5dz1DMQw4RLf6OlVgI8PAVOSv+gOxlFSb94+gpTvjkYd/WcJAjjuJmP1kgWa+jSn
V3TD8nOzzN5nT9QLJbxZfH586Pe2E9EdzJbE59Nfut231Vg2plVnKbypBGFHjALq3ocEmqZB3MWW
HnSOAQi3zrJc+DE01EDVEtP99PhX7E0YkRD5IOFJAm7/9le02jCsI4S4qxshghSos9Dqj1UhJsc3
xgrT28fD7V1tSDbTu/5JJd/eMjoUsX7KuUJrCj0/Rkv9Og24IKSIJn4B050eDLc/u/8/nIwdvwTx
uDEXbS0K7G1tI2vPeMk53sd6XYFX8LgVR7fY3iH5WVKSqHGZ89wOV3S9q7daFV9tzG3yt4WuRh3S
j/jciKc29ZS/nKiZrHOitHZ9ebywuzOlRAGgg/vjrnTGNbjM0KKA61v29AkTJOmootT5yS3RfHw8
1u5HhJUM/0+yE+4Ks8sE9rZlrKTRpgCzMyts6kH1geknp8SZnd9uYEu6hQp2G24u6iabCK+YYkHt
TYmvq2mW8ykp7Ng7KesQHwT4vTUkeaecTmGC+2QT4J2pB2+vDOm16xvxPm3bQhZdlKxogl7XB/1g
WnvLSOkFZCEIXABbm6PnFWMRDQ3p+kz/CZOm1bS+K0tlnF13Sr+us3F4d+xO8Ceg0eVKJjO/3Z9G
RjHUBiRyLYt4vORj4tWBklU98qCI85we75LdwWgsy64aF+aWyIaNQFwhvJhcE91oizO6h9Xi60iM
9AjXIR71eLTdxQRChXGb9DXaojXtDt/6VjjJdaJF8YqlQv2qgdg8gcJJrUCoglzx90ek/AiySWrQ
8+q9XUwNds6SDrxvkOQt0dzp/7XaKPtYNsN01qYxOVjOvQn+Mtz2ZmptWxkqpJ2vFaZVp3KdecYh
UXHmfSz+Xakm/Pgv05NcOAuI9l2Dcpjh2WNUxOdDTvEfgHCv1mJjf1cO9uJHtTX+h1BNe5CqMcmi
NKO8Xc7GjkSj0Vi4jnapLUGtNMsfXdZH3hOZvvHyeHJ7jx2OgCVJ8Qh7bCsHOspQ00TF4pprjXrW
qfk918DsQztRPcV3ja5CWFv1/BWLnu+Ph977jhQ/IRJDeSdv3WwbzOlyFfev7Lr0xp+5Mqupb8dd
FprajKdprObfHo+3dydR62RhiTDUWjfjZVnRWaUyQ89w7OYHpdW+PBVVVp5HuzKeSWe9Zy9q9fX8
eNi900/Ji7+k1O4dZxqxFJhtzgCQcpj1l3miEBW0NiSmMq2V4uBs7A7GM0N6NMOB38q39U4lulhN
clBqY3eFAc0JsZxxOLeOOcyX/zAzsKi8BADNACG+3ai5Kso+tXIsa2KoEgifFh9dJadh1FnJf0ko
fuLvgMyA7t8yHIs5LtYRAbHrrAzN+uzg4vPdrpPyAxpDlt8vuBj4+hjrR4zn3U2K4A7gC6m7te2I
zrPjpDyJeZCmTfunWbnuOxLZ9WkVaKY+FxTWnYP9shlRgic589TxOBU8rrZQq4xk2KuVhApVv6qh
XrnfNLNLMLNY305FnR3k3ptD8f9Gc8gppEIboOzN1ZulCsgTqy9ebXXCdzZGkVn3Fxx4onOtxW3Q
QdZ6sza2MRzs1PuBYdexaSjOctSgMd1uniaJcpGZc/GaRsnyJk6rLwMftoNkE2nPIptJO+p8/r1m
M7OlMkkfHdgIHxQ9pttBCzirkVXG5Wvsugtgw9zwuksuzJl7xIoM3P+mrjq4HfcmCkAPaSrkNoD+
biY6NnGkpxyVV6K9djHyzntWDWy3YqzXPnSLnQeIzx8NuokDPyeKVgxsch5VpIubQeNkXKAN1eVr
sxjdeRSrZp7jeFhfU/AmRzxuk1X7pWBGnZeGimHSQ+ZoYnawiQNdIyLALJZ3jjUQNVI4PYIOXKjz
0Yt/ezQYyAOpTWuBWhRncTOrxtCifCw675xEKLZEi2l+wot89KXJ1/ve7auDm3h3PPJDKeRs8S7d
jDeluqZMteOd06p2Ll3Jzix5CZ6BDc0BFPKD4bYf7ef0ZJ4hawvUpDa7UyOCuomie+fcrZu/hNI3
57q3xROF6iOW/84nAx/HvHBDIU3cFnC1zoKO2ZrYJRSVdapivQ9Kvf9Nbgsbg9YsbU1ZxgTpuO2p
Ws2URkY5e+cZA3M/Niv7bCZYKuhaWVxsBTWvCp78EyI8+kEQvZ8fI8ubCbEKbvut6CZuhYUe2aN3
HlPDu9jaNODhFx/xlI5G2Wx8PfZAaQy9dyaOaSEdPvuS2DgNPL5m73ehnIvcf7wxATHIbfPL0z2b
NKMujdY7owQrzRYnkxoJcgKu1Q9n0Xee/3i8vVlJVBN1ENnA20rLwKlrWhPLvHO3OulFrLyfKSfq
l8ej7M1KIootGlaYD2xHUSO1bvsids/t6trPGVS+xG/10qHDbyzk8qBffndeWAAB4gf9pkm3uy3O
RXXWaJh7Lbuso1u99vbSvMK6Tk+P53V3iMlNMMNA/4ZQxZbffK040+zeyDDDala9CVSbO3Ruy/QM
4uhICefOEU06fhFuuc1QKEEZbbP/FLtWlE7HU6iLm/RLTl/2yfIGZQ0KTXf+Mouh/0D8F2ejc5PE
7ysret/bnf0jLroBNyKkV82Dvbq97OQvgo8Bdow1RtR9M/t6zbEbiKbs4iVd8VIYXflmJks70XBB
U95etTcLGt8H5YO9Jf91ULnVfj0gIq7aGkWaC2q27aXX2ugUKRAKxhTP7t//uvQKeMMjWiLVy2+H
slpWV0kYykwqgeoNxqf4cvdLSf05LY/0hvYmZnHhSQ8Y2qlbrckhygbFGHKsPzoBoZu3iWtT+3Q7
+wJMvzmSQbw7knw8+RCUUvV0YLb66COWI0tflNkFOrR4p6IUBjcJ1ZcUvYdLkTq/CV7S5GYBRsTM
kF3kipWB6JfvBgoiGk2dW2AxGx150mk+o+RRnpqYrOzxd9s8c+VQUBeg0pCCSbjU5qToianHpTdG
Z7N0YvfLCFu3eLaypGpfzJxGcpBjPaIPmKVbGP+MzYQX2eNfsPMteZJJgCr7h1bmJtFWtd6InXRQ
zno0Wf9ErZ1qp7kw6g+RJarqIAjtfElKd0xTBQ4L5G1TQlDjFT5Sr5JJZNUMpKYUWO70jsTbp8M0
eYiVtWt9AKq8X2MOBi9PEhigzdDcbj9nmWeoErkSYTAVTqAXa3+qJ324rJBxPrBnh1MftwniJXV8
MN3tyFKa5ecpkX1KOPybPK2PbJyiQNaEBeYO65N0lfhLeEb3DpYYfD58LzsvsPWiDdMsQTTx976s
bLjz5pOvQ7iSoC9u592mTuxEWIWGauG6bYAJZfM3ribGeaSRexBf5Z/1a6r9cyxgx7i00y7hVXo7
lgDBQRkjGcO4G/Xk3I6IlSAlvDQvuSH0/uQ1WZp+cu14eunTMnbekjJ48dPjCW+DPD8C/BQoOQIg
T9VtnmokSp5lXjqF8Cqq58jT449eurif0rrzPgJF6S9WoXufHg+63dKMBM+e95vcXJKnczvznl+z
OjXgpaQBIfoDdjjlo4sHuao/K6m29t9LwkjyewV+anC3o8pf9UuIcrPE0FFqnsKpTdfsq7Y6uXWa
gFda30wbNnHAs3r64/FMt5FCjgloBaUE2ZfmoXo7pqpU1qh3+RKWSre6Z9SNxvGEN1qm+a7opiMD
hZ2FBSxDtvfTaIzX/u1wY00VtZy8JcSDzX4arT7+kpnc2+OiJ3UwLKk4SpHu9w+ga5oXCCfaZGPb
YKxoqte4iVhDbSVS+JbWgw9rul57UWNVsZ9HroN3PWIEB12NLbRCfk0SMvCdPHpAZm3RBXgmtFYk
linsY0354rbRMPiiEI52atfyg+42DoQ2oIgfoi6y00trJtqXSEEz5gWoYn9kSXkftcjciBwa0uoU
XrekBW80+6ockzls0iH+Ezpy/Car1B/DVCmfOVTOe1SP009cV0c1rfsgIlNG2eNEOUZaxNx+8TUd
iq5RmimM5nK+6MKITzHI6a9g1LS3ZZKkHye66a9mtHbvFc1GUezxBt+dOIBexPUIZahZ3I4fjcCU
LYfPQF1r/IzGvNcinTuinoGihr0GSSzyr43R5D9AL1ZfHw++s/loDNKkIEMHWb8V2EqQyxyimcnn
yaqcMaDJXltv1mGZL2N/mqy+wwhQbQ+e9ruj8oiT8kASY7+5I2ZUkRCYcKYwqRJxXkxnCR0MCU66
mtUtZfa+fCJmHnmAbXGBcsOj1y21rU15Rd2VvDU1sXqcFAFCoNm/SNIduC1RBZqdeB+KaBbnsZrj
i5VZ7xWZ+WlY0T39hwUHrcCVxTuWh9Ht16b5RtRE+z5Ukmj87qGplSRqQq2fpuKnKBHNp15JvMvj
QWXqeHtPMnFg3PIdIp13NoMi+tKvWu/OXPit/aQg/VH7yHFG/zweZu+zklbS+EX4gOXdfFaY8FJ4
OkeVu5tbopezIEGnKmodzLpw4sDoMu39gsdwfZAH7NwRspzoyniGYvD2CJtLPkeZKNjFTl1foqKP
PkxN+0fZFeXBzt07rIxjo95DuRYc4+3n44moDno3zmGNg8ofXbMsX/Qqc5+VONeni+Msw/tYbz3e
XpCUDwL2ziy56yHJoYRHqNx+xWjF45Ka7RLqSLL7HKAp1Me0at8Yq6Yd+YvvREWqswQEuBTUrJzN
VW8kubvGoltCrR113iC1cUrMXn/hiQ2ISRT/6Kpr/GvP6R+mkdZ///ZG+lkER1gc4Ts0T29X2eYR
v46as4bmGC3RhZwSBpsv6iaKg3kZvORtOYpBPTlAaY8UTHa+MFq+QG/ojUl7rE1mNRgp9Mds5jrG
pUbxsZJL1rfmugjw0i61hTbFeFrtFbXxUzGWRwzXn65Jm7NKWIT6yasal9Ptwg9mFk15q/CVPXdk
pNKzlFNswE1+LXWxlsGkLHmVBA19mDJAUi1WX8pVS+sTBQhbR+g2TZqzKdXn/1LLXDRhJvLqNOiT
o44HV9dOXHF1Dh29WVjgdxnEKtUWhaHPodpOy9U1IzNw1Cb9zY66jNt0gGEqGZw78sDNdhitvLe0
pFhCSgupc9ZWtTibBqoCsEOKtHyarUE9eL3tbH8oKNI+nvYhD3O5S37JdBE1rtNUX9bQoyyEMWM7
ju/W1FHflehav+97LS5xQ3CM5iVL7Om7aFV8RB4fgp3jTo8UqRJgIFQgtn0EE5a/0lupyk8Y4S+p
2SD+iDAFbNAKHPP8N6tGco2JnOS9oL5wy9tcESmkQ/DFhRrmdrW81saAb/QipTBfyrgojuBeOzcF
7zWpi/JztK11GKYMIo+QcgtdI56eUtecPwlUjL+qxqA+z+48+oOXLQevl71vihQhKTY4RZrBm5DG
jTlXWpGoYYpnRtC1nvmmq5fE12q9OAO2Q6IQqPNHxRX1+8ho4oNLeG/OiPpI76ufxevN8MnkJECH
NS2kCOn8XQyr85bOUPImrzWtCsiwk+pkL9Jr4/E+kn/uNqCQanB4KEbcF3pdRU/irB210K6NKRIo
R6z58K7lpkZ/IHKV3gz02hHRv4+H3YujqGhxexAYuCk3h3Y21FLoCgczUTLjhOqN8dld1DbQFNhj
CJqn53amu2jkc35A8tnL82i9cWhpMFKw33ZxLZVuRzp1azhSvhLBII9OR12g1Zw/ci8bUj8dIaP/
2aPqlLylWw+EMoNRj75hpP22AZk8wzQCafngUYXm0ab6ZJYmB2is1zApW/w0M1zIoDol/qLW02mZ
2t6f1LF9QhHTexlShFiiylT9zkiOkEJ7Dz6AgFJYUdajgczdBjW09+PUtfglpTI235fBrr/P2awE
XReLZ7HMxslR7Aqcy9BSRV/FUr3xesoo2hRzIh9vj53TAE6QhzYwBiQetyjXhBswdSedb4QW2bNF
Ze5MtFmnE5qT9Ts9U2Hll2XSHBzCnV0J6IUo9xM1eA8KT+yqpLu+hIundCok5moZg4zKTnyubLe0
UBHvMDR0o7k+paZG1fBg3jtRnRokPR6a0cgKbV/7hkLlbkCEMUwW1bzU0dr4rQtj1S0c7fdzVelc
QrsbQTYMITcn0KzmdqT1xx2GuW+4dClUN05k7U8EvFe9w8rU75Y0K5CUMIzm6fEH3j2FYAo4hiRx
tLU2V6hSVmanqBpfWBtFMJqL9U7TsqzyXazl38xK1ZygPtTvrcLkiT1TW/etpoKL9vh37C24dFbl
vQeKDEzX7abP1arRrE5uelPDZa9cxCmuFx2DeqEcTHknHaKUQzFFCo+TFem3Qxk40QzwsNSQx5b+
sbHz7qwLTfv4eEI719jNKJt4EjctsIyeUXo71771cx5dS0d3L1rrogapDe5np4zyF1Bd7cnAlOPb
4+G3BxfeMVuUP/CnbBSB+naSZILCmt11CbM28l5dJ2+uWTOn39SlECk3ie6VPjrO5kF+sp01BlcY
/tAZ4VmB3ca2+VPQ82l19D5DgJsrSHiQOp5viGZ5yoq+Hk6LLWoKrXXzuendsT3lGdWvAzrOdivJ
3yDTTygevKbvYpanTZ23ZJoTLm46QqygZ2qetDYF5ZFnnfObIC9yT7qZLjJFoAao5G/fmrmHRDWs
QSeMyfi/FEXaBEUXFaG9etPHBWdXqHvukbz8Nlv4OShVXtaaz2xv43LsDmltlqUbZuCPAq92F/Bk
fe98rsysfYcSqNOdf3dDQbZGZxgMN5+XZP92QzV1x6dLajdcIkje6tAPH5NZbUNrUDpxapWu+ox/
QLke3AT3+5hhf9JDKbnhDroZNhusyjLzxA3jVLdeNGPAVpsc1Ps4JIN+KsrFCZbImY/C0TZGsL4S
bCXbwtIPYQuiqYzcRq3eYw/V9oDMjZN43qmwTcxyHi/rzmZlINoDgPHxJdi+Y812iPoYgfGwcCjA
INc+XJrI0l8KiM4HIWF3KMARBAXsQe5kprqqMYU3pW5orUPy2rWWDiOuqYNJj6uDzbI3FPcZD2O6
hy7EztvN0kErc2BaemE9WM2rpubTBRiU9W0anSOLt52TwFxk/1fiI2jw3A7Fo9BDXL/wwkGJx/ft
6nD8kP0OpyhOPnT17L08/mB7OwPVEbDqVJclCuR2vFmrUJVzWi1MRdZDNVizvyM9GQ8WcG/bA6Ok
6UsBSiJwb0eBKQTMhKwudJ0KS/Gl6DqQJk5vvdTQh6Mnw4rKp9EQ7hE8Q36ZX58hcuNL8T+JN/lZ
prsd2Ik68KhDZoS13murj4Hi8sbE6+y5sxQtCgAg6k+FrS5vB6y6lSCyikPU7Db5+/kTMEqCqYZ2
0B3kpSrZO15s6+E0NCbcNNOpTm1e5Ze2mEd0puy8JktIRe6vek5/6fH33Vt5R4otUiAFdr2lI0+E
g8Y0YyN0kg6fwLlun8eSAyKUpP28CMX1O5yADx5/e5tKRlY5afj/2/MC9kahnJVooYFQ/UnQtvuf
6Kvmz8dTu8v1WFk8vygtWxI1S9J3+3HVsnITgPp6WJZe+qakSXO2+w5HNaXXz/TYHaBtSv2uiXFh
z/tlrU6d8I6km3cWGDdEkyVmj6FHJWPHLzUb3UIobS08LZwtczTjM/7ZnRkgmVJoQTEbc9afR/pX
sR7AseOMBI8XYWd3YRFOXZjmt2XfkbyEMQ6j3almOExx/CoKV/sjrnrnkiCQ1QfLOhc/DKdUTq47
HFWld0IVNQVZ3Ccqyg9xO3Puk6pbssYMhYCi8IxA3mAFHayeq9HNVp2cm35S9fgglOzEYgRo+OZg
YxjW3aB/orjx1AllpHBGGOwcWWv3CWaFC/XasJ8fr+1O8OAdw1tGUk1l8f12ggg4xPVU13qoGGlZ
XfpWn+zT2Ma1aQGwRRAzSHhQWO8nUynF5wYn6Jdyqr36908TiiV8XJaaD71dZ6wrWrIjT8cb2cs9
vxdmfnad2lwPttLO90Sigy+J7SnS9tvj5C6T7namMMJeePG/FQWp1l+tpjvHnTv5QzIeUZh3jo6k
E1DypB3HBDYbaHVRZKr00gjHSV2/51NGG7BbP4qxdp9AF09v19QrDspxe5PkvKhc43LgLd7J1McB
V+DECPMOQ213Gk3wRmBiNWswzzyMj0Dgu+PR4GUH8QCn/nG7h9BxI3sdEWcVqSlOTmTO0L/aMkD6
M38igRleHu/ZnXhAcQOCMsNRSfbk7/klHGXcBOmw1naYR6OOkA41Y2/+M0kWdzjjOq3N8XPUeTR7
kbtPlPkyodV5BPLcCcxU/cFXefB4pXSa/PC//AjkT6o66XM7dBvTretAK7Sk/jIVg0OK0YpGfWul
6Tjq595Ly/QPgCNoBwadXi2Dn0dzdpT+3i8KzyZMx3jcUPm9E9ScPXw9lqqxw5IKe36Oq254k6XW
GMSGmX3M0H366HaZ99U1yv9w/TM28G4aSlRE7skrwwopic0VTvk6zgF3CTqT8VBlTqCoVT2+ndxe
jAHlNy32O7DuPx5viPt4yWZHfoebib43umG332LV+0oTSmSGeJtXpr+WxfQ0Fqud+o1q5Aeh6j5i
ysGkuiVAWPAU8sf8+uFTnZvQLK3QKcVydtOkvGRN4jwbU/eZBCT66uHn9L40kvJpHca0PIhgu8Oz
xpQ74fxA0L0dXgyitrBzMkPGW96CSKOTVljRpynRUJdYovpdMgCHPU1OXs++2fECPki3dlcbWWS5
CkTqLbrFQ6vMcVaH69gqij8WNf/U6VP1Iub56KDvjQSdlcwH6ArZ++agt2uVNnbimqHSJM94R0R/
x8JUL+Y4J79Z0QMfIhETSF5id8KX3YQwrtumRMHIAqridfUHdJ7Q7rqAGijmD0Uy4A55wp/Yu4Ln
VONwRfX36+9vYekKxOWHCeSdGZkwsjS3GtsKs3Uywjbv5k9q0gx+0uAk9Xio+8xVNvxAdNMzkUZ3
8r//soGzJTOGavSsUIlRXQtglgPdjm2j/PZ4nPtrAalNKjrUxbnV7+70FWuM2qwbJ+S9nFw0d/6I
CvSY+FmkGn4VrUeFrL3dQu0MmQPCHxWezcGMa+7CZmC8yByX2e86g9dQP5Xlsz2W9cGGub/XmRw0
ZFkE4BLadk6VpnYanjlOWLm5/RV6/NSGHj4uxT+LO5vtd31CKd1vo74yD26/vWUlwCD5KBvplPpv
P5/bD5OlZpEdtiotc9+1FDeoK8sKlCJPM1+rsv/9/nckVSK+0irljMib55f90hqN7laxa4dII9X9
s5sbeeubfR6/H9vCm87QpY5qZXurC7CG7UPaDZxp8ynHZnSNcVFsMv66+dCM5ficOI393qqH/HkV
sdoFuSvKo7rg3h1KPCMfNsgq7ixqiJsZ4ovsIKc166AHFcmDtc3yt6mo05Nm9ctynlC/+TwP6m9a
TXBtUxEBG4lPCKkbl+ntKusVnmAiEW5YRsoQJGuunEWRiMvUqDj24YZ4sI12Tgv0CRcdBKnDe5f4
D7padZrKeBR1rRcAeu5bdKCKvybD1Q6quzs7lt0jNQnlyt5Vd52ZR6zZLFTm7No444qHEGMEJWTN
tRF2kXNELNodj8oj6RnqZrSkbpcyHfPIdiIKkGU/NjChFe/dahf1/1Z16d4V2XgEC99bSmrJaKEZ
MHKgut2OJ5wRX25lsQFYluWpm3tu4xTg52wsyhG8/67VSHonBRZlbg+dDpXt28HSsqi73Iu9ENl0
69IXQvmjcFPsXstmuaRW2wamYmREWWcZTxpKo7HvRJb2jaKscQCbuj8u/BTZ8ZNaULRfNoHBFuTY
9EE8risEdSEfJd/KxdLG8yr6/MXWFuOraTZxdUGlofz+OChtlZVlmgupCxQ+lhRgTI3NLaa3bqxj
dOuF+aqrUGzLsvMnx+u+d6oYc382i/HF9IrhrESVMvhW5eBdaHm9mZ8Wc3S/lbgLvXcU9+gcE6Y2
+w9NN5JhnibybNGz2r6H4qaus6pVUMHUdABClZVlRkB5rO+DJIsLw7eLSM1P47I4H1uLh77ft8tM
93DAiA8dq6ktT5biDV+wMraM85CAAwg8Y+BdZeSV1Z5sDeGpCAUR67wihmUE82xiAYwA1nyCd7Ks
X2Wf51mrc0UJJitKjSVAB1Wf+yBNPaRygsLUc20IZmSr4sGf1kJL12DsRhG9S1e1zL7R7WrH77Gq
N+JS2uQIz/BX0qTz69S2oq/KoLe97keF4cwI0uTKEuP747bt9GOs5CI/28s4KTZKr8U0/WGabSxe
Z/ymh0uC4bT6J6WFanlfi6oUL0ZtKt7VmhLHfY7UhSai33EFaKPvNWPUPVVwA7G70tfYK97UbT4i
i53Gdvxiq7WJY83oRtoHy21AvGb1MNZBIuLZXn0LXlaNRqHKCq1Ztv4YhLrkg6+Za1q/LK0Od8tb
3FY8dfHUFG8Xtx7N90mMhUCIi7MpnnSzy12EqXX0vnyozsVzU3tq/lLCOJ2/AM2Yi6DU8jY6695i
m8gHtkv2LFxKvWcDy43FR1/Csi5K20XuGTMHrQho/8QNnjCx3n2cBk1f/0GySDdelcnCMBoacI6f
l2ctRftOmaHW+aNLP/LDYNvJ+o+ltJm4uJikJK/9gFPDZc4Utf/oxGW+PmU2itAnqPySTaUVkAhC
0G1jPL8Af129oM3z2b3iAVnNP2hrzxoa7zYvwze5jebw31gylFV9mvppEdZ5gm9tBlWDHW3na8ba
5LnvJmWcFD7oLGPQg5kem9RkruBsfdEHhPTwhI6Uvnr18qWOTjiV9aL3c6OKlRRtJLS03q52SXtN
qeZ+etYhDfG/rbmoahHQEbIT8RqtvdO+CgUKGhaq9mLk2kk0pbY+z/SzMH1uwYMq72JDNtwDo8/s
OAnqqbCbb0s1a/mbdLbN6FIaOYC/8zooafxszchvNGdy6RY9Fcqsbj/52tJMyQRHeAVZdypaDmnh
l11U229Kz4FMvNIkqV6Q3O+8D1otjNQOtAHL3ndjFMfdP3G0ZiJATSTttHNiF0PXBZhxA/oxvcbO
0HeOFAKTN00scUBfIkHiWasS+nWnwVq18myl67yeSwVEqj8Piud8V9A/kvhErXptxyWt/EjLes+X
dKPi/zi6ruW4dSX4RaxiDq8Mu6to2fKRZb+wHEECBBEIEOHrb+u+uE6V7ePVksDMdPd0v7Ej8XYy
UsJpp8OcC4Cba8negMm0CQzbZyMvUYHcy4ciX+r8uQHFGcf5PMr80Va1qu5C22CUGjcBAck1DzNX
P2YOkuB+53UbX912Kr8MSThs1lMXGfkjV20h60mzee3Qz1KVxnTIk7Q+rli/36F6ShqBvJwYYzrj
rmotkTeaqsbeYTWMbk8+PfLwclThOBzUrmTuHrwmVey5oE35h4kcYeV9St1J+7Xokg856tmk85+5
5En4WUgh9Ru8Rr281zBSZF/ISuAgg1UcAncvoE4lcHcYjvWqi2X3MuvUpvcLNirjA03qI8/vFhGa
WfaHAHkw5sTA0+PCqxp6Cdgl8/rHUqiE/F7tqSsohEBdTktuqb0yKVN1ye2Zk3s8XC1/S1hN6Cek
+yYh7euSpTgLcF1a3C9LdhYvWA1r6dZntjrPG3EwpECZaU32G/h+SkgPe8k0fElmjT9UtOvMbjoP
cNRjQOvIJ3koez5ni0rOu1Qe3L/hBWnqoXBe2aHW5SGvZ515dVvyM11uwciP133X/vwVBPxD4oM2
BNRTfW4ZvTNGOCTnhlWeuKRkAkIoJ3rNfp4QMBx3tFW7vXiTzv7nLlFQhhZiJLi51qL9MN0siP6w
xnayPY632IkSxsKzKrG5kZKlTH9gLVRW9/sSQjCXzcPe6h2uU7B/cC2KQnZB2eH22sm6kwfivSDp
nBYsXJhmkJFSMdDZOXlDDVTqK4wxxPEOpVwaxFRb+Cj/8AGvD4qFP/YGQw70S/JTnq2I2GAtJGjP
Tb0A28T6PUzLwfv6vRtgXlqLO57aNbnDv93Ur9EFt/63EJzquxQTqr/JJF8hMa8qEdZ+K7v18TT1
bDCZHu32s6qT2j1Y8CAfFr2GheoNDADb3sMmXZ0jvxZn5sYrSBUEiiY7sitTVbCuD8C066uF5Md8
AcZcihEduwA2qWUla9lDpoZppVMQCr4E4Nr7tNMWwoOeV1y0SDoVK+KZJLroJ0WRRD6xs00K00Ox
TNaRY+U6GfakrQ/bG482tLcwFhG3JViNYqEg3x3wbHNYcPC1rG8E2SWx/8he6R66PRXLxOBztnyv
atGF+6L2unSTL3jj7iF8b7vv9jiT9Qs5u9zCbvWwurhp3cxd7w+DjaJ+U7XM1ZjinCIsHskU/9kU
iuFHG8s5uZ5xX9dlgmJ4bSScKes1/mSHk9u/Q6sUn1AA6e5eEESj4pugS8noIDExxyGUHFlzgy8N
nilS0zr/KZquCBckn4Bd+lUk8VTlgDrp59cZtgUXBK8oA3nZ4Zfrjr3E/JmsYREP4M6w4Dpi52OG
M1D28Y1sUFD+wa20+8kIvo3wNcBSZsgjnKr3GDf1QlWCRxUcshIHyGvSqk9kV/3bFra+NlovJyo3
ApjurT0P9GfE2wfmw/xbrQdY+AQ5fWoKS5PIAenH1feKtu36LOXesut2tHq/2p2hAU/hgYE9Z7gG
XbDYiSBBK+cceCgiXzt8Vpvtz07PVYN/DXLnaxDHnPXyNOeftbVwk25bsv7QxUzedBFSyBpJc2aX
ldvttSjIXH3yW3R0ggjEwlWHmVR0Vyy7lOxiQ6Pso2dck1uWWCg31Yoyes+33b36opj9i1Jt0n2f
d5atPXaG6y8lAOTkSwL3SvdbccRxZCI7iwFt3/wSYoXH6Yuzyh7SlNs/DAtwbNhKWb4eRhQviFyO
Zd/teace4FrIxvCxCHSXihTOHLLxho48MzU6YXhxorVDJKUfAgmZuOK2JdVN5ocvEUNbHK8SLMCK
ooCv6a8WpdJDk8HPdmzr2ZJRlHJ5nU+8kEPWJPx1FUr+YW1r5mveWRF+RN4U258Q4Ss6hIbVeJsX
maV+hOEoMoIWB+byBxpM231OmBLuzeTwtINyl3h+i7DNgTknTyh/RJ8kgWQfDM2MRjFX6Ndn1XxG
eVvTewdyshy7NpS2h4Fwm15WvK6R9wWhzb8Z2i0MZx3GwyuBdkVeFUW3PLggZgZNwFnal1yDQny0
mXTuvUxAW/VSWLdPCLwg3Y0JkAZooiIhV2prUlSj4nmN16cqfDOZcmkQ1RUQCdRluAYfz9Om6zUr
SVKvaO+6WvT2rNIvG9v8X5ru/BwrfJKvrEg6M6GElXlft+cZPsU5ZB2mqBJtAnLeY+jWMcLcQA7V
phQbWTjhqA96mS8jVRmSrpOWNPImsF/efUf55NVEUaWSK8g0H+c+pqlORiewEAauuuX7lRXtMT8v
mhXkG2t0s09Opkdxpa5MxRCWqtIXuNas7ukI2oJRkvshfgI1sduUNAwljhS4zr4rGkV+96EBXLGk
4Hx3I4UrxLeiPOsr8qI1pD+8CJb3nHm2TJ2rV/eCyaJxI3rGlkKqqbJ4l0ssjmJahEkzmx9S0VKC
Y13Q5h43CKSufaVbXQ+UKXshkPKfY+06LvGN5gbcd+75PCLBxzUDVu0WdY1Y1DJ92RLGvwmdFueF
p4WMY2O9DSNrxYx8HQTdpHceWXX1lG8ajqFUMqwjFqwi4Wt0ukmRo7eJMOwC3uMpjhBaLHLDXBW8
+RqBokJIAYV25yDtPTLDbZ/QmmzrQzX7JlMvyVmg1LoB+YxZDmC+Bh+xnW1635gtK8dZqaP1GIkX
0qCBxdr5o4pnBj8uXEXwGyy9/LsaVigsDOYhPNUcBvjPmJ338teCJ8pHi3QBvG9nZjDDkRL/1NHt
kJlm3tavYYb6dKTWYgjysN96byGSx9nTSfEeymL1d5maN5A1+eKKu4xYo+9lXhCkvrWB7f2aHt0r
PBar/xA0Hn5U6GXT3qsTNpa7DbLFbkoWtgmnuNADqwNpfyKlLqVDYsG5YCN1i3Avl6y4K+JWfuaY
twCUHFmn7sKeIJRMZXtR9zAOCe0otThMv/oEBqdz23k+Jj74dhBSnJ8syyATyhYPZcNG59w8MFEG
3AdYEesp8Ek6hqzQSy8+ooRvfmWkGBYhy3cgHt16EWtrioFwuatBwVpHTjRKaLiKdmlKxOSyZe/3
ltcBAYIcZS5y7Mkex57WfZmb9l93HuT7vsDAvG/Kpf6X6o78qmMT+eAorKiKTssMvzWHpyr5UCak
W3U26Dk6mkyyK8nW55JU7w6E8L/Fn/wcFuSChKHuTv6DITceo9OKa2CEaFxg+pF0n+8iTS3SZgUU
xHmxrRUUn0BURlOu6PaRRl9mfQGvhV+VT5zqGUhm3ys4XHytNYaTfs19TSfPtiaBQq7Z2OCwPYqd
W2eZHJPEHAnu0sZ+3h3X3TADxXhMTtjt9Se32TGpMhB4saPJTPriCB/W4mWY7SByzdeeR7tnw4rh
ZBmc0F3Tw9Fx+bT7NOi+hvVhvJ6YQT7VbPmQnM+VPy9YrkdQNvoC84h8LWzf+tLGdywCY+5zs4pA
B5SHpTaBTchXm1MhBteU7DfGM4Et4UQHffMfZ+/xRKZHNmRqXRHAdnbYJO7Ckb20RWSwR0i78yUp
S2bHNQREuu+QSz06uNE8YW1ik0OHCxI2ieSQ//KD1uk0I5BKwlopEVfDcUePUEvRY2iQNoBi6eHn
2m8EY3Gf+A7Maex2uLgetc7/JSuCnYfsgI3KgLds08MJV9kvJT5ZNkHrRZbJpMHHcVkDLPUYQIum
Z6vlX+Wee9e3XqI6LAca+pHUa/abF6k/RyuyjI4UwCM+C6E1SjOEVC+28Mjn2utk+SlyszOs9bI0
6THQQu1e2c2N6CgNuUQMJ0+QWgEFhaFuhYHOY+NhgnlVfcIXlmFlpG1M/c0JDNmmJZ5g7q3NG3jy
veqLKhY5budYeHjlpdBXOgpp4OwPWJV1h8EDpkeLBqeNC2aCrKB2xnf80cHlyCxYRmHqP03ysaLK
87AOOWsUMkECzk2avbHlaD8m2+qXXGn2w7PWjZ0OsNVJ550+2xNgC26Tuf2qSNDrRRc1Cu4CxY/q
FXQ3wEBELN5hj5ptWKWoJMZyYAc3HLO9wEWpMt4f7vBFTwtVNuOex0Dw/3Z8gjmTxJZ/Aae6HsKl
xY1ZJGLDt4My0R8+y2bswfESO717qNGDNsi4+BDU166fFTuxh0qyU/WNpDmBgaDgfMz2Nn2u18Ok
KM4p7Cghme7ygdS0+1MWYsUuGy6+9zVfqrWv5waei40+xWf0PwYG2QXyRPtQIwW5z9ENuM8QL84Q
CAR8LIWTq4CsFBt8S01I0PRIqdzQrJsvP9UzFL34RrL8gu1+IFwZT6t5rNZ9/YWOIcfmjbLJHycO
Vk1+0/XrjqLMB2EXifk6bZd/KTXCTICfwg+eCytGbjG19WbBZtoQkbZyvEK4TPinpTH+eBZpoe6b
s15fV6pb24slo08WRXq/xBYy3/vNKHzI3TaZALtgZzmRnc8I9nSGDtTLrUJzX4B5LNHH3xjAxGaA
xTv28LAQXs893q0oBg5AYrlAzraJSwncKVyAH2JoEYh67ZEcGlHXxTkvQwmDajOQCju8E5oLTR82
4MzrlIJR6b6mZ5yBa9Zuw6AI4+fgkrWdFPwuMfNLw9mU25R+rtekTO9ynBg3YDF2t7+3JIUyWmy6
tI+ZAsR/N1vsINzmNSKWtEMvIEeE7OpXWUQK2AUuTRBZ7LkCKowp2QwqHA1mdJmXTwFsetb7HR4P
0FrXVX4l/kD6RDjtgj9impLcoRfx6dDyJPo+LeCQMYAwBdeU7YhrukkPh7ihXSvs6ZilxO9u1p0S
+UYu8KckibsZz7LECc4RqpXeUgoR4Kplza4wX6cUNAg0RwNWHtNuwER+rj0I9uW4cmV3jF+ddtV7
U9HmvDQH8KBhM5byHnCoMb/l6isQCglmz4GStuHj3lbw0Oxju68tXoBUZB9w8P+bJhu/Rsw07HMb
c/cG+doqBylr/FO7QfDG00KBrl93YpNXA4Q375XmegUDdYpGDGdMMixjibn+V+YSBW6H+wvv1dph
BN6RrY1zD2lPMjlMRX6I+ZHfyc4odd0hu3gj0Fzy4SRY51Z5JeJlrqx+06xjpg940+i4Yd7j8B4B
oTOh0gMyLMSxNFPZ8OYTR8IMDvDiTHph9YbbDte9nJpuTdgAaiF8yVXSvqckael9S6LNXnKlOPqb
HM3bhO3kQ/eoKqp4+kBtFSIHQ4x3DQRZX1bsbByjOxZIRhnHobxk8YTBOY60dUO3YPa9wxLK/KJS
Q9RkZZV9Qc3tyDjzdH8/nK1UHz9sWx5WZI6W014qjD6dK4ovG9DStZfIJP7FGmR0IDEHlwAWqK0E
HLES/CaRS14Mti7VHRIeox1Iye0/PPvkr7XdLnuGfuAf/C4x3OyCxq1PdenBRSiyfvhGgUO4dHQj
dDLs7MhEdyfaYWuO7bcoojwmCccT1N8YzmdhquJX+TH49EfE+HDFMMAJiOJN3O8tZu0xtEs+j06e
9vvKRf2zBh/4b85W8ZN0CRwB5znRWZ/GMvcTigu6KnpwgGEHhyHLI0PG04RQwkOMDHgAfmZMdb2s
WPi0nYfmg6Gh+oxn2wQc5nJ/K1UjGBxPlg9n2+Ws3jiGnWxoZbQl2te6sQM+GxcXwvYTuOHRonzN
MOnYe1HGxU8WN/TTx6n8DwZYsx5abJvxaQaVES81gJ5X5ZsPl4TK/aeRW+THlfGobiH39hU6ln0Z
S23iizpQ4aZ2FzY+rACFw4QxC49rhYFDN/AzARWUI5GP4Gs/SzrUcELQg5lV4QYJiGSfNNKDTN9Z
KMn6ym8LRjVYIuN7XvZ6HaIp4zO3H3Ivjt7X46HSTgEqONZmbLRqR7qdMN2pYcB4AZaQk0uZHv53
hppeTyRwcnfCJoyNuwc5AmLugCeOmxegH7QUy8WWO77BHb61ohdqXV6tqIGp493d30XmPXolVzs2
cJg8yt5Ysb9EtSo1wkWc/geqPV0HsNzx73xiMBrJtulqkGxtX71QqrmqqOYfnUi2e5doYx9JXS53
a7UcNdr7zP1HK2fygUJZ4UEtmT2M2CtC3rdZF3rHomq6SzvDEnqowBwlmOzMcg+sxZm+AnV7r0po
xPtcR+2GMz2WB6iQmB62Op/lyFBo7jENKzgONLowIz+QMjPoAMHJoLRcPlC3TqTYIQCuCQj1FKBy
GfmIJVGR/HfAqElNFXgn9GPoxOjISGJe0U+Lsz8LJGj2bmE5Fr6xcv6vmFusCLNcxCf84HF5qqpk
cfdrODHq57wiP1v4MCW9PgFCDx9BwE+IyKa4uxHS/V2GFgh6u3pErVG12feoQzL3gbdqHiywiXAh
WJ57Sz12PFOwct/npU7+K0k6/0RSwdGi72HAqkPssKgL+JX12BAW6b0uiEDwZbZUDwV60nMoyrD/
FzWZ/3ncwKHHEM0+ldgjLXrg/sL2Hkar2UDSLPlOfQJXddZhBBwgo450SpDHBn6vED7v+by328Bt
8iHQYzngJyY7eBydNV7E0Z3YIpxKE1e0ekFWdV9bCXce0ZFmHbFCbo+xLVqQiRiNcT481Q7MSFLt
vMfKkzpHpyvMAqleQnFfWZVkw2kPIESyPPeXBrld2Lj1BmlisBHjf6jvdmiSZu7fm1M6cglVl5wj
8KJzvkuI3vPnBOLR7UJqgL0o12vzCGNslwPC4et7ZuFhiMY3FxxoAeZEJDqocF6ycsuw2lWnqJTy
zHA2GhUU+s7g12+FxOt3aZbFqF7EffnbqjbCvjwzK/63pFnKMQFdir/Pc9feVkw07cVWCxA0n63F
tSuXbbkmG8iFq5a7PJ8NtkmbPt8dQEDwHifmZI1OdsLmkGoHdLN0xfyGO/oC3dfsbnNmrEIfkmdf
qW+WeAV2jUb24ItjYwPvGv9pxUIwTs7GAdt+vOhfsOmk4ZW/OZ2hSCDDfMOBR9AckMAuOteTunby
upojn/hSKnMR0iLGPNhWsh4IQpfe6nKrvuFOxcuJWAqGt29zJPRFbasEBR5NCdbSdXiQTBsglC4x
oU+AWK29AcsHnJ5QT+EiaNpucGm9qiGnC/rHDsPy1s97B9M9AWT6W47TOo9e58i6EN4iPAyvHn5V
JGP3nB7daxQJjjMkb0Afzz1+LHCVnv4MoHDQ1eyQLUwLCXl2o5kOEV1dNf8seAdT2sJvNo5pkyz3
Ddx3vpllgYo5azXmBKhLum2itTMSbT0kF9C5pTDgZue5JgOYheoNy7n0HGBfwOJobV6+74p4mNuo
on2CQSMa9zRz+hH8hSBXkIYZv2+bamZPCQ8H+YotM5XcIDZByc9ieYL4l1n43q1WgRPjsFx4qNRK
zTe8EUfe68rAOIOicwA2P+eODntbnyD8Cl7QaV1kg+u+Wc/2QtwMkiupii+dnpd88n5P8KdZvaaw
hiYCDXqKbdSnD4FdeHYAYPgbjuHCWT93Lg9P255R/upQ899mkvPwCvtAfOWwxGr5VMDr4Vepi4Nf
8LEQCopQhLn4dBhs9H1nPjPqaYas215dvhxTe6K7v4mdoyTKCKuUvtRl/cOLwsBGmuPQ3QQc14tb
6uSevpaQL8QxBF4e09HWGpcyfGMCrkETP6cr5wERhSd4oz5meqmuO4CrrFc7CJ3HIIE89CVaVoOw
J49fGZDviKEctk/VXQ5GvXnfGghSsLHUnf5FeoMH6lWbG+CltBKv9FgSPsSzUPQBYWtdcZHIeOhe
4lmfycXU4pQTXBS5eFhahOf1RQ4K9VbFPT1BNRerGcReOvG4rBu2Xj++JPewd7GqvzpY1fvnDG8Y
QS8DMq96jdWBuI4J0ket6FSuGIzRTCLZ6Yl5GX7vgaNunSg7N93m85sD7oTVo9ODCwPz3ja9slqf
48yI/mVP0H4TuDH2I0IgtExIcNu68azDjn1js2zPZ1UHfkcSawfAQeeg0uUzBmqNO419Qr15m+t2
Hrpa61+bs/oON1r1jrDgEhMlUj9/ROzcJc+ZKzHsHtgAwIlpfyIcVr41rvrG4NIB67FN/kfOdu3x
iqi+4BYX11gysV9XTba3zPiyvqRyM4AKFv+jKX3XoVZts/2zFRl7rlPkskO9IWrbl0rF5N52aysG
6HKAhVKtYVxjzqr7G60BVYFt8vVGVNUhQ9EDuJpn0vxWRUnKC6p/V34RTZD5ZUG35kdOCYP1Ysrq
vjrXOr8hjSxeQZoXD8C7gOuVgn/JIUW9AN9o9z5Zl/N3mcPd/IA0AvdNSc2kW0nPi9uF8Zdi7fL4
iXL4Bi0VLEImMP77lFYLLNmwPlaNLaYSEDkNrX7SfQEM0NqP64WQMP8CjS1/tjR8gtC820fWICii
t7rbUTxzrNf1R7JDYZaovJk0MQBHDySd2zE6c16RqFzqoTYpNwilRY3qF6S0piNenU70uF31hkYS
o4Xx8UxxbEsMCwicsJ/P2R13x4oNXwxNHfuBBoE/Q+maYgSrdXXTeCcLTGO2gDZTEtZetm1d/sGt
qwbUjWnuewE/pQzjWRt+C4JthcHNcv3bLHgoVRUX8xn7pk0P+RxbQL7Z/ZlWvtkuyO7SxbsK7f7X
Sc8ANqcGyHRjlvANzrkE40H8AICqLE0eGe909x6gACqeabGf70vUdgfSyH1ymze7UQhzdOdwrUC9
0scqcc3IVYLT35ocfKGGmvhazLGZLyptVv2kks3VoPuW6u/SivQPJLHk6LGNn6ZfAroirO8Uq6Ov
YUuxOsnbs/2LAEacnNlTNu27P5Zr5RowrxpN2CMkVeweGqsMficEao4SzyoBj+GPyVRMyC94BTEA
Su5ZdklNerhhrRE6Mjk0v2rEUpIwf41c7AktTo5ik+D+z24Z9pgAaSqAbGMBtuR8DNqrDP+c6iAf
R4Em15W2CIfH1GIW9Oh7dVyWrCJugEBo7/ZhgwSEjXOTIVNh6zxaeB1rfKp6xvS3NZCdXWwXSsza
mDnkx1L1cYxxYTIZMprJb/UGEU3v1tLCX0RF2vanJTPEDV0BdLSA0UWH5qZEMWiTpTl6Da0/xGCu
Zus90Vnney9l9Tcx5348h+REc1dGuERCioLkIQZb0t8IIzNiOErtDfLOCOQzroVodQy72ZJ+DlTa
+y3GkF8+JgOAXyneotoBce9Rdct5MgHVq+98g6g7IqOaQDtA+dEZ2kFyVNoVjWMCIOUj1QmKFwp1
EQbpoEBlSESu6vtaLLG+Ndj5M6OpNAl3G2HlMq34YarL6cv2BOlT7Utf77R6WjzdPsvF628YaGYM
3Em6fyFzVt2h1ph07KJVmETj/gHV2y250zwS3mPTWtBpXvX+JYDG/UV96J5LWUiHPkav/wxaSgDO
YGDFQCwIfQDd8cxvTSjQe0He9omm4fybJis7ew/xXNFz1fEHKqi5UwAa4cACruujM80QC823/C+G
dg7hYZHzr6LhjI5aZaDe2EG2rIeKK22GrDX++7Zwf4d6Hx8QKZqC2ywXso24nT6TmOK/QJ04rFQn
WTtu7RZgw+wWfPHNnELOVmfCVT3oj9BNpi31fU4391bCJb4axDwLP60ubPcezJy4h+PoVsKRO7EV
lhoVfcmJY+fDiYDGf+sOGWWPrXx40+YgwArEKWf6LeSivhzY8oGaAGk97WVHR/1hdLVSjCaJOhpA
JmzeehM7NOO5X+V/VUv5X9yHEIAwsi0vaZsu00epj2Nri3b+20ISeGnbGUQrzaoNahE167cZLhgg
Y9EYt3Dbn6ttZHzHXYBKDpPCfIGACIdmK1HQfECN8KV2FrEN2I6FGIO4ywnN/mMXPeoL0OrtGOB2
HNcJEg/Qxok4zfaF0Wz/XnIgFIMrM17csXQz22MjCAerlVspw7gu+QISDfrKCdyP2a4Hfk5ITk1V
8R5o076Dv8drPFV6WeW41aoEv1BQDA0+wgX7qjBG7M+ms6m7mwEWgSRFXKtSgX45QJezySyEbq/b
zLDPRPFx0Ttw/IgIJwIBgtjTtLyZdTYMDwJul/fIohFmqCIrgS8mUCk8HgSj0oj6R7JrhO0cpu3K
JZAs8D0H3lcnW3pjEN1j9g9wrBlMDruc3tBtt+PWGPPHM0ZmfOgWEaSA+SHXtRh+ftWNWPIRFHG1
DN2WFOmwpXPzs6o8zBg8iOvRE4Vle8G65dIg+vxxK53+jW81+ZvKIOWkMISmt2JvGlBnkFCCnZoJ
mlCEPWkLhSEVxy9IrDGxQ0CePyFJPn49cJzEsM7J+RDQi/sp22n6C77m7jHAb2u5uiRtvzgsm5R9
vm1W32ob0c1W3LB8wEGhG5Z24VY4FPyEMZaBihRIlpoFGgUBmyYMCHPzFqsA2MbkZ9HdSjnL+eXY
SrLeBQg66qEpT8fhWtUUFoGFa5Vf1kSmKAAW+aWjivDVBWu+dek11DU4Pp1tx3OEXZAaWDYfAm8o
1PlVP6eNA12gu+68lrP3883lGoonQxF5XckWDQmjLS3uMARhlc3itFcD7kqXYJEd8N8lbrR4hm8o
BCJZLtdsTI8IcBVgrG16UvlUohff/fJtWdc2+RExQJGrACi2DXhDxZkh7E3u7g4FsjpHaFSB53lI
j5oRMbdQZJfwpmoutgHmOThX1e7m4PfDh5rlESUbKjmCd1qinIiapz87iFr/0srkGz7CfFTXDENI
8/E3UZtpwHF8BZdK7aCTucXfVAQ3NYQ26ZeV1A4CZaxA0b5MwK345uDvdIa27Am2uWS5FG733xgz
eh3cSuviUmI2A02DFGR7tVZ7XAFdw7K7I0G9vrIVjruPSM2TyQXzV4MsW9BZzRU9FlBMChAvvWGH
JUlG5U79UBiLUId9xj3Qtgxfb5KoP+dW1/barmYu0YGsLOLCSUr9WHs8vIGr9fxsONScwIUqXfSd
/pDZJ6B190s1R0o+xa0w3VjborSXGjWi+Zc3snnDSuzsLx4cZnNPu/b4VeBcA//gORA5WSMcq08B
2MInjxOoVaLe+YDmST9lMqUPNDvKC0tO99TJJYO5AErCs0CSwX+QSB71FDesNEAU2B7FEwS+oMkS
XRSfZVNGMmgF79J7xL6WXyutuk+8VIGN4Po5UiLPan/FEmDBHwjkHyew5SUFP9bOyc12CrBK7UWe
Tg0oR8w0JX0Llpj4H6eiZreIn/gZK6EMRm41BDHX/3F0XsuN40AU/SJUMYdXZcm2HMZh7BeWJ4GZ
AAkG8Ov3aJ+31mNLJNDd99zbovLUPX4gUBc94ZC4cSKl5trGqculHsloB+U5y00wm4Badw1pjGN/
wG4uAqI5IBODBiUpzQxTNKJQt4Siyn8kRKb2GOM5srsyXfvfULGwwDmzbYO0EayHGS/23i3y7EIc
rlH7yV+KNztEPGs3NfPFWknfjqh6w8dlbpytmYricxGMfTcR9zCga/ZVN0N8j1C9PIOi2D94omJ8
Boy5mdAAuZJekldNdz8VAdxLO0/BfizC8n1ULmOYmZtw5wDd2o1C2XmBkxl/LxPkJI1BGT/50W01
d5sTUXab6au7US7JZci79LVDMr6yGab+O6Qj3dSQB+ZS6ip8Krxpeux6d/zpKD+l6Ein+VHzyzHo
V2H9UWqK+tWE47Ixqg/+NitvKtgWWW+VDJu7Rq8OdRc2vF2QOsuDbhykRO6SJozZY9uvTbT+dkcG
72q6wfkmbH6ahO7HljV1TY3k5cnI2eokWPa3wfG+GCN9qJZWHVc3bv+qpfbPJguj8zA67dvgDu6d
DAaBjBrQEoWtyndph9QXDt4DAOW4p4+en0FP/+TtJPk8+GXakmQiUbtUFiQzQbI02Xqq8/Qb/x0R
H+VNf1L66MTKPMLBRW+3F/pYeUh6YuHXntegOLW+NMekTe6lYgDuBTbYEOWLwBzq+hOQN72i/R7S
tH5u68RD3uSu3XZpcCgnO9xJsh5aZ/yCUPjbjDMoQmvvOhDFDf+VRad+tNwPauhes57gzG2hIHHm
t0IJ2ivSPsetSdTU7SDlorfktgNrH8aDv23pNR/CPIphxJXp/0TR6kWHyq3jh3Wo9XkeokEy+u01
JHzSAY8U0xXfOk83MwNo76Qdh8PaTd24z8vKEmaj3HgbJVX403ireF4xgL73CaaQvJP9Yyda+WeG
F6e0IsXhO2oC52OkofgSvQheW9G4j6jZ3ZMz1M1FSzEPOyev/IPkrrh3u6nZpwyi71D1qZJH6zX/
OjBLQJtuyTdJoKL9CDmE/u6lV2vCG2k0mT1z1vrLrWCjNnXqlpcavfiYwEgjmJG2/h61Nvk23PoX
D7n0X9pAHMVXF51Ew/KPzKypc/QBUmJ5ILWyfZOuoYpPtL5jVIZtvZGr+uFlxvkOcZ7sKQMQbyfN
vC5dvU/RB6Cia+Xtx6EP3hLelVM1TwVyxsQgs6h+SO7tJzf2+VGij71fRXozXSyhhPcL7YUzt0Y9
9NoB1D0t3APiWvyeyrW5p0RmaTBnV/zkVkH9weUcI91l3sURhH4CQdisYydd4RyXOanvnBYyG3BI
tMgrbrP88gORPy8Rvpy6KMU1bqvlZS17b9n4g/YOk/KKLzFl/mcx93rBcNHbM8WamLCOBNkPsgOa
z4U4H6BhNyj+9nnm8/NlVjAa0ZP3xUDAvGBIUtAqNuKZW7qan1MikD9BgLNEgBpbpme3CQSzyBQD
E8cIoTU2kdgGppn3TXb4Y1TbFPu50/4DMKW6M+CRdx4Ax8bE7fq4kBuWb8HzXLEL5xYQMsk56mr6
yD2jwu4pVZVF0WeC+JbJoXiuEL1BSx2xMG6WnfwabdaO+K1AiMwquj/5OMjdABqXbCITpjQNYcFW
CrfMrYYYDMKHlDLyqoTBlhTh//qNrgKB6AfJ+ta1KZ7+FIcXxrHo5sS6SCG8X5RXDRu2oEXNeVVB
dhNWVi/XJ4oSN3j2jVN4F7oxJkVrKsT4t2v07GyYsTnvfq6HCGwcR/tnNgHDnyot5+b3NAbxeDT4
D6uvqraNQ8OXZP2evmUNt8koqldIyLAGTqlat9nDmbD2WQ+1Wmmm2sgliWhVPbacZW2rsOOPmyvv
gt2jsmd6DQPId9vKieeHYQMJShpblsJpy5ra5KXXtjZvIsrh7bYo+MV6KGKdxU+Gjeveg2yAo/dh
KJMznpj1D/HYRbPNbTPmp5xeoHtqG4qGA1zQsjiHvHebZL12ItKxOgz0GaU8DjGzumKT6ElNmPFS
ZYsfWsPlTtx7Zk0+W6SHaB8WRWdeR7+54R61r6zFtRDCLQ9Hv4fqKHDRrWwS7Szawx5QNgFjMGum
cQ0LUArnvu6gGNk8hyRDd9s5pTcoGG/EJb1dQO0WufPnKHevLUpTcvKawWR8nog5+jeHnMcwdV61
O5mzl7Gy46MZ1kkcQdEKM26SCZbXp4DPRtZmOcmQ2IFVZPTMziFOilm+jiLmYk5GYievYDH9yExj
8J2K5aBYCN4itx7b84TTLkYUoe6+BCADKS3tMs/bQHoZ+ec1YOa+gPqr7vMgNtmOv7sYHFQ0L1l+
8o3kYPjRvHyPGG6dV9tzUn4NsdMs9Ads66bvkYNsnE8Csj2SZ1Yq1+o5Go3bXxWKrnfGSt15RxI0
ekj5oEec4UmoFMaopW6Ka6TQ9IAiB8ffB0g38bHustb8i6K2GlBqIJB/4GrI2o/OH1106NnzmJD4
i6ZenQrlFtelwQXL4JwdM962wIiUHdclWlDZaNK4OnxHGArfBvp0JxPiju4cyI1sxe+R+MVBeH7h
/8xNEYsHFE/L19sPYrDXDIkrecXZgsHAafOOvNu1S8unGnQ4hoNs/eyEmzLONqTL2/XcWAx6j0Na
DBlqf+zTX6yCfzTf8Gkl8iSS0S52WzArC9oD09yueCatJywf2ebBgbwmDkhFG6mQGRAbzPr+UeQT
o5CNFLqS6dagW4ThkT8wjU+uE1eQyjiTx/qMlX1EPY57pPRNNHdSEuxEBx3+dOpkdL+DMsowicwG
z8oeZ7HKkDwxQ92ig7I+HY+dpAjaK35Dz93VZgjM0bfs2PTPnO0JVfZY9MyKWk/5/pdyBI9IPFTC
E+ygjum9NwLvlp7IzsqoX/HZhMt9NjG53XDSiW6X8XXGI/TfbRiy9UWr4DEYyWfue+l0vn4KIYbK
x8xN0MU1Q4r+H8xnIy9Bwo/BrZSDbm98Zijyokw0T0cYxjn7JpF77v/1uguHc+sxsN1D+eYZz6y0
+jjG49zck7Qg0mOcMLg4ybhbWSHSZlm2c2OA0G06B37whes0KPfE6M/zUwnPJA4DE0E8rS027I2N
E0ZkuJFRsPOWppxpoNTrXkhPRTykHqk7O6fKZ2/nljXP/iFh4i0/qBmNbtG/xeI7lzDVxTgfuF48
BIS+iAtxZ0UD42oKR/QI2xUp61wfUQvfTtGzzDW9XTv2d0EwpQrRdTBlsNNxIKxhWmKs+0MsyA+o
TDTlP6IVnwjwretPD6KybXwMazSht3lp2NiGsYH/fpOH4QqWHt/X3QwmNN2wZFtuWRKo9Sdu43I+
y871Q045XK0dyXRhibkhVabcWz6U0Z6ykBzbH53ukBc8vwvKuy5TDpywLx0UgH3CVFg/mrgsyy/l
lpJXlV7fW+tdF2OVzQ4UQI1nDmPpdkqdW2xGTX+s+Uiseo8M8/pPB++KZxnS8to/dUk41NGbl/n4
mzc5yxminVuMSUFHJXWdXFol238TJ0m6FfVUpodQmgkDM2y+sx6zxa/meyLKscKudFTTU4yXFGcr
uTTP8Ty5NER+1SzbuSbWhzdj8L3hV0fyuotbMURkiA5Fxw6RxzHt+qrZMhEV5X0cViL4jNeOXaAs
ORrbQ6tCFjpsFEdx7mBXx4J31lGQZvdNHLnMJGpW6gUXgfe63vuclxy0cI3pnUUA6M6gCyMCtvba
7kF7qqouMfcsYs6M2NFtwAjmlIdpnd1D1DKZPdX+wqZF/DF+Lz98UcnuxIwyFd5pcq3y3beenfT2
dx77Xf7RViR5+fCoOGjNBt1xHaCZ2F3VbqahiqCDSgMjtLChId+HE/MFjzZyHsxl8FMGVfuZbU7q
vjUuhhsykqp42A5kpBbPbYJQ3W7qZOmAjpEE640VfZF+94QGDpLhvMiLnPBAMrMPQV8Gs7cnsD/y
p8ckHNv1jMNatb/wRyB48Ff44lkppp73bgJMne+UkPRrzbyM2QvGbcPCgZmpRbbBKwzg3Hnsxr7j
+fIrJKNVhhKzaCaWY08F+ydcI20ugckIoxBTNKKYxDpVP1YnT/ufuQArCDjXqlRdEISMYCSJQNb1
uD+CjD6n4nPKd3kyI3dS8Ohou8ikqo406wobRB029e+aILH8KSL0ovkHNanzf/582+nJMnviySHc
gdksdVrhaIxbOsTDiYfQ3wlPNiHj2GKS73gc6vI8gql2jxE8Qv5cu/iuDmsZxO15tqWhEFpJgKrP
ftGFtMwxrkIsnskaOkjIoHbfU2u4k4jaMxQ+0zyoZjrUyogS77hJ7XTMQ8eV3a6c0ApO2DgR5bPb
1rY7Z6yidq+b3v1r27qunsH0w2GCUeXduzTwXJfSY1BKqY4d+Gc3pkn2G0p9nMWmHiGqdxoqLE52
UaZi9ctZqmy1JytlPL6HLXkW7Sb3CHbaSFJLyHhB02GQn0yyConyDRP6rcVboninGzlNB4X0qj+b
nmE77kjHXT5ALqYWswX3j/vqg9hwM4mg6PpdG4CfXZVnE1Qv6zry6BAOBg0TqFkwS3Kr7MDlz8E6
MTxHrUq0QGKcDOrnofbKGziGROojqDuLd3a9pS+PGfXSeOpiyv2SCrCsxOfKqAOytSic9CMYOwIc
townM7Nsxjgo6z+U+BJwl/hZupYQPTa7t76JNSkdDFtfkIBGf1vCblNwoaG2TxIAy75LGDAyKwTX
9a5LRBT85n7RznHGY0bUalYw0J5yAgGKja/DTB+KtPD0FdulKPaJsSr4k8VOPA3bwGmC+VCS3lVS
ksAvL/yCMuq/GV6xNDgg+arcuiJgIrTBeYcX14a1B+ctC0GewJigaAhnMgTLDe2kWEKdtUN4q5ml
ehPxtADdh2NRNgfTmzj/ZzKOM4hRudTzK/brxB4548k1pwFaJIHj1IfuzUOGsRFYkL7Ec5Xf/rJr
m83OTtUTtcTYT7wgUTvZ+JXc+7m8B7bB1V1ONz6gj8eiORXd6MCgsGuDtAYzVL59DUw6BTepIlJ3
2IppqURc2nKhhsTH9UW2SN8fdYgP7WTSpe4MT7ISyw8iJlDwDsoODGZsOOEyOrZUPfmOraqeaw9i
hjA+Vomk4eWrnsNjE44RNCUgk+fjKxuWDEC+sxKj3Zx5dXjP577a67jkvjoEZprSX3hSObF2TmIM
u1Fk4dlXxfbbT2iw4FMF7sItpoCLivtyDBkG7sFMSWYIvdHN71yvFRjAeM7LHn7EMIPasbioXu9N
3nvDB9XnoD+8GTs2O4O5qub7mvJBnijE4n5nR8zj9ZnnvR2SnaWqwlU7xVyggj5qMsmrU+G1SI5a
VKOEHs3KlcVUdUtmeKLSZTjoarDmh+c3Zp6BS+e8DRAfFPQmO3tgjYbTgEusNMQWrWP36Ma82S1j
/mHlEVZ9mS8/YPBF/rTSPtuvCkJFfIckzS2/KsnCxnPHwVqskKaOm37zsXb2aPsIHgrz5FLKndMo
s4Db6YSW2mEBwvqb/DKsThRrU+DxpsYpjDhiWF4IfxMawwCA51BPQm/IwAhEivoIpc3tzYUb6fuV
COOh3zNujLsWvmGYIn8XkBvRlKdg8lX5xm6FDrIc2iFc/qSr7O1vRgKO+Y1wF3kvIw7W+F8+VrP3
11n0MFUbRNGg9h5qSOp52GdOO7VH7RQD7/cwp1OccEnJ2YQ7d+lIlNjGule4W2rHFPWxZt5PLIOH
p/2E2l4Ex2WSbfLcSXJR7og41ealalUSXnstsvalR2Itf+oOtOuQz2uqrg5qXLTxRVCyg4f+vvgO
Gf5n5xB8mnuEW9TdTSzRLrZOHrCa0UUCCt5W5v/Ri2OpWUk/8dvbT0Djvl8mm/j9DaG0LOzquUIQ
PDt/Cpq7TDpr/RGGdZi+4GnDv0+bXHntzlWcyKc0KyP3pJlwBfu44wS6MzwX+kj4kw/poxxChJOc
/RQ7u+A5v9hCO/MtZGClBwmJZVg4lKwO/Ce4nDU4RS6RTwUfij+O5tgnKdwMsve84uQJbVxcJh6w
KNphIoibM7KU9lZyqAMmO6NcC7FvEG9Cw50LTaZ3bO/Iwb+6MBH9L/JimnrczpgnSee3WizBnZrd
dhG7FR3r/05twY4M71viw8QNvIal3UBr+uLv7FOOKHZLRtlyBKOci2uosd6w5nr184OsBxmeTMDo
KieGgt7iMiwrJi986t14w1MjjNgPfGuOpSl2GwUSMEvtnXFit8GhXUVjKD6alRCADgdb8kAN1rpP
E6452++x4xMu4XGyjg+m1FF7yPUyhgqSJHWib0r1nFwxXMC0ZEMTtfSZMDLo1VBX4pMGIlx4ooGX
lm0QgLYPO9BLSXp3gZFjKu/TJS9aevO2Mv6nYFYVPOuKA+ucL0gcdy0sMCZB7qyJpJLKdXdDGyU5
s8RStuVlRCktySxaOcwIZtHMuImL0flh5X9Mn6c8sv1xIPJqeO0BSG7nW+fH0Xtj6d7/EpyQqLcx
amvMXJm3xNjvWiTUdww1DkkmESzt+9Slfn/QtM/dJ8iAzeDwSCspfs/KmdQz4KOgkMOiyGsMfeFN
z8KSZIyO5ubrDtyybp6TZrwhLK52Kf/7ZMQxOUX1LOJN2ulMR/d5VwPX9xKs47CachqPlpiXYh8Q
ehGS0dDDX9xXMsYFnAbL0vzogkClj6paUR9nM/K3zgnVm7tjqds4/5xzPl5F7RNy9h6bkjHTpWY2
Xu1DPvs03VaLTIOjjJP+c7iFAeDxTC0oyeS783cyGtIcL8z6EJzo5Uh1oZ5mieB9rHACfmVJUDCb
p8dT1PweukP5vpJOMFOxAc9WFPYRRCfcWoaREFZCic+abFPzijRl2jc0Y/TRTTcO+fwAiTCvt3+Y
EWo3pzhPvNYw0S7ctLX9o5v3sor3Nu1chtCZ8VkVAs6Kp2VqHR9Pu/aMvXJvdohSwuDvALfsqmHK
EdvzgJ6grMKhgR/2wQhK5lrFNUsDLbYYQk3/vdhhVSe47a7YyiIiACGh3IE0KuRMICi7Z8YwTDYM
BWqEFp0mS/8Q5H6dvi2qS6F6A5U4wYbjK9f0Hx5ZPRtGY0uIFybR/MoJLtNdgQcueVtbnPZYLYuM
Y21fuCWblPqwM9jJOx0LDGahdNt11zlZnQRX6XpUHucq0OxujnTnWfUEgzPm4QuNlc/uarayxsFr
mTr+fF76mgBqJrYMoWVj05g5U1n4B0LyHO+5btrCPIeWCfibITvB/ekkiKCHjKCS+g4vMXmukzN1
SbaJ8jCLiFaIVXKdR1M1l6oYOiyisgjY6nLMbTCzTLH3Sd4vQXRtDmnb3TaWoo17ZUNrH7Z1ab66
dFR8GLnrXuYkFcUjjjhFK9h3lDK7FlNIexSTQiDeACdi8tsRugQIgHKXk1PQQGHkmDyqPqZtxVaQ
9eseBZgZagLDTx8miijo92Q6Tekjk92mOHHaoEgx7xNe8tkpqt6fttceU0M+Pbh/jIhMxHABu8Hb
KCzl8gYbO2gXcYwMl5GEYodfmdarPE+YT4NdyT2ly20hW+aZMUuYvJc6g1Qy27gt5fppiMIgGI4d
UR28AtB3xqPlB+047VMNYwoYmJeutycsCGqucaZkeFpRpZj/A62kIGhiJPcythLYnGSKujh5hTFN
/nCLven3db9aSKaBNqx9rBgKOMV5vNVlBYUEpsB2N06mg1GC3YzGRF4YUtH7XdWcYleAuA/N+I9O
GLfkFtXnRl61UVkvP/rZJRLswEZ2t72j67fO33XQqfZZ5dfnnjh4wVKNLAwaOz7RdUWD2OHXzexz
rXKneSHgJYnmc7z6gaovuE5MecWgUx46mu/qL1P0KWFAVAHhGWyohIl47vjqztFI+6rM/HvBIMZ9
Kdf5hblEEh+driv+5BIedbMu4ejHTF2dQTSblePLP4gxXT8CXoo/2URkExuEiBfb0FL6d1Ww9PM/
ynv3SQZtgaA55qm7C0fsShigtPe4DMyoDrXI8uosEq89NLXNfZyay/A8uTesA3B5ir9cRqodSSMz
kTKQQ4CVM4bl8kdP4mB7zbmFq18Tvk7HpStP84mhkzf48xvnbJz4GyfqIvveT5YKY0Or5NaHjtHc
DUv1xvU6KPyJOBbXftq6vTvQ+ATTrSMIupDtzfiBoGlzDbzkLXjM4a7B5g8DVzzRGLEc4mcuHudX
XecQ4Jh+/Mscxnl3hHamMZ+IBvN4Rjs62u1YeTjgczxgGcOeAmndb+zq7dDs2r+T15KBH4NJvQLu
+IAOxKB6P4cmYc1G3cGdncJR6epSJq3vkn6eNt6+HYZyvC8gGfVzyEo0/wMA1wQfsglG7zFLGGbc
CXac9ncF0AEpMXXUeP0HI8wgPJOPVV/UoBfG7VGbprA3xLwe0ywnSJc/VlTnss4yA5Qqu8j/BanX
9s62LwmGO8PkxOUh91e8W5HrpOI6FPXEsLuxdDwbJN9kfc+rsJkfAIkIhZj/T4snZzt/CkBFSZyo
Tbpe0kZE5lNwWyaGcpGhJlOVNuffYP+NO4K8kbc1gaAg1SEpTFryBPKuPFcOs9aV2sEURcsQNm3i
Zc8Xt6QNFgmoCeS9rm7SahsGawX+RRwbE1Iw3aydPnwGpgH0WcL43q0GEdxRRkXOnYTFG+8EdqgA
TrTqqvEjCEMtLk4Kpc/4PVw8KLh0mPqTxww//BapJg6OBQrhfDZVhetUpV31CHS6tFRcflzt3bCn
YKCumTlVknmNyHghRKaCeY9SzqnC5SfT1QAol80SqH1St0t0qMuUrB2PEERMhCUGV7WDEzHfNM3L
vEvowjGUlrP9sYiyZILqzT5hSxJU8urpee1uJo3oiVXk07SvGynn/YAEWT7N2Zz6O4cbPb/a2t7M
CHP5VeDXuUrQRBx5LvjzPqpD+6JLGOt7XxDIdbdwRKJpVb13qfEyUSJTdDAqX2MsU88M6XBzktjk
+Eft4ZwGPGdi/tT7VXauOfKwJo1Q8o/cPcWwSTjIktMNfwk2xE0olychwTgWjFGEwSkuZvMIPFv5
v2fyJSTO0YB1PwKy1faYuiY9AB0TlZZrgoqDGrik36b02CEzMUXVy4KSoeztvGd7LwsKpEO7z8k4
B4TSbsveMRNJFkKk1Ned+4/ztAZO0pjomvYiC2DW4IiRLB93LtOwdT8sVgaMNb3mV7JYTw3bJdHd
J5meGImLeGyS265DI1IeUiYYuMUwuirARpVPF5Yw1nzpmUd0ynEN2zgiyb3LRXdaF6e2z4R44Kai
tx7sm81BjEmmacvAPnZd5f/Tvt/9xRPqhMc0TOTVzygx92UxUlU5LT0KrTItIXj4wIZlXGGF+RmC
sU4HSbF1jmVBgrTJRE0AxVr4/G6kKtxm1k1kqkMGw/ICFl9i3sJFfE+EYId7HGbbPfB3+C9Yvdpv
1/Wq4lTy5TSHuu9DZgokNNpNTJEiLvzw5VCKeC1+qHD539JFOXbJHBbC7og8gAiiaeXFZa4UIVbM
+W+/jqbXmBPut/CCxN4X2sT91XSOfuMvGoJP2VTD+CvMGQEx1DZVe3KLqe/Oed0jjOpOyWyPiEw+
ikwHfAmuxQyPKtJVe0XaBAh6XjTjswfSbk+C0TRRJm5dyXserfYX65Dr6LD2RfYyMgr0dyqgut43
gFETTwHWS8YFYZ7siEMFrZZsGIFm6QfHab9tZUK55eGmKipoDfXeYx1D9atqa0KlGGxlQ41Bug29
0ts5Aplwk6RwlTjOdD1FJ6KJJQEcSUlZiJtA8SLZPZvGOrVFidHNbpmYkX+JIlDL2dNEhjw5jszs
LSWKBaug3KqOCW3QLgXmqgFaN6UzoMBtUnx35X6sCgGBRixceJXOYP4yrxPhn5Fk05/94BblD2Rg
SJAYtfmKPkhwbLLO3hmtjFteaseKE1PO5A+jp/qSChK7cGUEudoHcRw/w4ib8hANM+Es+D9dspeJ
B24IEGCZ9LbuibEjqAUzNRwtfo1HH5crY8BMF4QPVKvAxRca5W0npH79hne0P2YMvS0lVkW8BiGF
yrlm5OaU5y4NAYwzX67hRae8/sjwbvIonanttmZBX7kwMZxqKipFTN/UuWCOiotmh83TKMII7Hz1
oDOnbUcEmAs2lcQ/Ztoxdeh5YP4JwlRvSQSdpUeFTXUOaZU12TEfEufcqFoH94ws8VcO1S32hdYq
f60Y+ZD5R7fgbQlhTY4WgZHxfli7OMAFKwwfdBvrR4cFyfWWdWDtn5kHB012Yol4xBSPxRHo64Kl
JQ3C7cYtWjdiIgIMsqvauGKP8ZQO8YlKAGF0misH5Az5iN1W89q/cBoA865FPiw7soxWWEuEZz89
WqPXaxuH6slkc1Afo5sgHiHaxMdoUQOJrSnegOKuY2VX4B9avqjqhAwiaZLptdy9FkMY95dEMXZx
310lQqP3mAtzUACcJs3XPEZueV8N2HePVG2NYQFrlP2xKGx32egm6mjmkrQ7H+PBzxwuHKGUnvk9
IteD1o/yiR0ZEfeEOC2ECpvvqcZKc6TSXNudLEOOQsbyWMJlFXm8YtTOwZ0kx9DZrwy67DdRKGj6
v6zuWqzUTtbkNYGDKnNYi4otN5EwEjq5c/g/4+YV5U1x08SaIwM+hBO8eHZH2yBnunnhSliiLs8W
a+GYpWze6yFdT93gjvJn7awZsYoeAUnToeht2+O0gNTdjXNEIMXgua6/8fwpvZKwO6ImaSiRAxgu
mpEQglihxOV9g8Lu2aaE47TCLM31tYLXL2b8WRBfu5AS1C3VzicwLN2j+5Pa288e8Tk8IRcHO2Z/
mthdeU1sES+7uLETC2XyaSzcF1aRTNWfRWuNgpAlihAfwmZc/wOIihUIe4/WqDt7fUzUlGm79FOj
vKR7RnJMwYtaeeNJNQabeJLJ8YIRLUx+J5bYh5+c8Ta/J3Si3y0p3DhqyricCz5KBiNNQl40eEbx
x6siFk9zi4YW/UHPj/TwS/takzn3bxjx/+FLVjXxA164ckwO7VA1O13MMMU4hKy8D0BBGeeUM5Ef
XgOkc/YIlSf3pGhsfZyrdAkPtutr+6PwWBiKkJom6qLJNc2hhLxMH5O+CXHaKsa6m3IFqWUWTP5r
xUgSReOk5nyBx0oIl5Cg9OUBXoduM56X+jlCEle7wniVOiy5NxKIUlfcnTJJ5/FhUaW6KJ51vGbx
Ko6Nui3TG1vtPGe6FMm+9MPxftWrCwe+8mbf1ZClOKY7PZ5LHyv+TnpjhQHAFmChWeYigW7Y/aUA
DU083C+Y0OmgVtHft1LjoWsnCrbXXnAzHr2JRmYT27AMvxqD42pTMfD/wxUrn5IBB/4R61j5LGYR
kINwE4uYO/dLD9GEBi825HigTc3uEn7F0c2xwrNC547LkLQVjdN0Z12dP/UEFPD/T5P8GFgmN+/w
Vbj1F3P20d8ABq5XUo2M3DI9iuFNmdyRy1WHIORp7AVAvQaL0cHFkK22iZ3EVzQIs2BkdGnhxpJI
N2z35tdiJwxbt7gGgKSIHW5skJuuZNnTK7tsCXxbutgQAuL6oFakGM9fEZPV4rEuHTliWRaEG3Jk
Nr156vrew/SO76g85k5EHTuKCTsCi71adISVVSP9MmAjWFKCpLHbNcWx73w1Pmgq3fGkq1n+mkoO
YSarzvIq7TT7+9GuxDkVqHd6x0CImoY0bUdvazbCnAgOn5jW5+X4msoijA6NP8/jYS5n/TtPKbRv
TbF5aUsRElA9AueRuBP5JOuA0c54idfgowbyr/dVZf1qs+QlD3FQc/Fv6OTnn6lUcbur29Yvd4Q+
TGhdykuO7doVGAJVcd9IW78ZIieAJNu2+gI0lPWdIgv33fXI0bkjvsh/Ruev34nYWVHzPDlckmQa
cZgD4gC/rXbGTJktq19fwdOSvyiqMj4HxL7NFyC7Tl/TKGzP46BgSgmMSN8wXhOqPtXYqgGvSmWv
QSOx2BcVElw+TaW/R1QY93CFFn+YHmtGOiyBUrfYrgy4lyCj9O9/HJ3XsqtIFkS/iAgoTMGrkD86
3vcLcdzFu8IUxdfP0rxN3Jju25IwtXdmrgzmuTZ67zHPz/ui81EeEgGPe99RWJDEQCiic5lgZNmS
Uyz1sZzd4AQgcTyAMBwJH+gswrmtOZzcka2s7V3eGotUd0eXBWE4TOkCu+0hdzOac0asdkx+qyl5
9pTSDvaAydZXJymEdZu1iFVXBLoikwgpgBs4AZetx/wT/dXmkjXdHMm7KigS6wlpCvUoXHw1nu2g
d4fT0qeV2ucYwa1NYUXRf0ufgKKoOPEB310EcaxgWFL7SDqS6TdqEERe+jL0Ed2tRfofhM2LkLfH
gGHCLqE2b4dJOkmLhdwULIhcI9ENV9k09bZLIGsDHU/H6dMREePGJhmy8XWmE4zdrzOq7TRaMn+q
rmbhzdhEVn9fKjqkDmNFWeGJSKhlDmNhSzBhc49xZ+1L5tlhYHcRr/jsGBzpu1KXaQ6b5meAeHCv
R6buS6JAxmJBxafPIsYDE74ZhyJoLmz4AYvBuZt7XBM2D39tSEBu23UtHktPVj8Jn/F5KBh2yPjz
RbK0nOcX8KCjYuFYrei/0gDdh3mOPND5+MHdrpGswtOubLa5XMPuGBg8WzzWysg5KxnJ8zIY980P
8/qO+mLAOg6WtrfMFhC5PCkglbLEXJ4Nxyf4LwTMh1tMk2jm6YKBk1D65LRbJ7Ma+bVq2jLOtA+G
2SEfmMmZMtkNbzv4dYSILaiIYFF43BQj0YxYeLBdNxIczivaLT9wYZqE50I2L+Oe02UVbkt/dgEb
t1bxMfiBfgVjzg6xA/n2hlciKS9U21nDZ5BKyvLsOVN7dhaVfQeA2b9tXOQGlMq8+DF22lwyVani
bxCurehoYS3NQT+EdkrJA6IV52HglfNsRhQu7a39hyYaR5Sl5nc7Yt0vXkdKE8rXcVz72xD1t/4K
fc/vH/BD6X8j1L4irpzV+Y/TVNecYVSrGi+ELr873yof6sEuMegFArKcKe0I47ozGn0rfJssERMN
m5MxspV6jDIfsVHya1/MXOQ/k5vY1rdNVJbAolRG7rksEmYZxq9q6whJLgiJ0DsuA6uAE7Sb2XtE
h5P2U71yEuHhW7f+clPZmQgfJbl5d4ujfynPTluPv7MT2d1h0lHV3lAYWSHl5D7yZKPxnW36sF9m
lndmsLdaBGyXNqNvrf1z1Xl19ID/Viz8lY3915Z55J2FHwr7gzzr9NSOVaLPQ17PkkiE4wzwXvHm
PjCbVMlLRz4hiWd868tOgYd9WrADtkgO03CKCnbuzy2AXro23Mk/lM0AD5zzPcQl4gkFzohPbGqB
fxtC3s03c4jfk1YxSheOZYTzkuRdEZX7wQ4xhUXIM7EHJ3oHdJxKzin3LPdBaVoGL4kRI9arvpyW
GBWMtWKto+UxMymlXhzdxzk2bu5/loty2jRuU6fWm7pLavzZPtw7PCp9RtKHQwFIRJW4f17LyuDW
xnn1DnGvsA8JwoSEIiTGJ1/zktoGWStWykW6Yvz1gaMh9UVsZmDT8mXvan5nzDVD7rBaWYfW3+YF
MvMl61nsCb+evA859pP7HXL6PA0UJLAGpKWm/HE94w4xB52WmAF3BHaIZIzOrBocxvq17i75SOXk
llhcAme1ZaqKMxs9awM1T302npOh17fK90kSy/47KhsgEWr1VI4iNWL+B+e7/lqJywQBFtr7XWvS
GrepngwiV1gmaAAtI00/TIJRjVG43dDowXENEi+ugVlVFlNrM0OnA8MpuZYqrxru6VphYYNwm8rY
L7WBZDrQ86gwnytISSU9I4xZ7RU6iBnqiB0iYSk24Zhwcvh7SE9dMMR01zY9GxxHvHJiDyDxuw1k
sbKEzOJm/rQRvJb+OQZTOXRc1f5QGJBSWsFIwaM4YU+3sedkfCD1OfH25gWZAY4M9YvGZvID8h1a
Q5TP2jA62PDByD3jdPaNvxwdDsfLhj0Mac8ebtPjgH0Vr2AFQ2XT4xhytzAhp8+sXGGKlmyuqFrx
6qC4zVcJOkOSVMDW68/txzoguF/tRRK4lK6fqtVMB64YgDwwD6zHHs9MwoGt6M9uFNnEKn1LQAsu
J++fG9msNSzXrfa5Ka1v7PW4vHwVFffT0vGQS0B5dWx/K/WG0wJArCzoImMXKoa47K47Y4ewwzUu
Aj90G7mLeOtEZj8P9dw2OwRp/NflVAt+iXleflmU1K8+QUAfJBdSzUbU7kQDD5sTshOQ92owcIFP
TLVeP9uyr77XQGTQRBFpKMurPVJtyTgmbO7KIGCDzm5147hh/ZRpiQup0hhu+Whz8GNgqh750QIT
Z1A8enJweW7t7Szo6Ac3V7NtXWbdQ193IiXgmbNwwOo2ZrFrIkC8NMauVewwnr1MTdA/8OqsABT6
PNHJMzYU2we4rt9qW+OZX7J2fZ/qABMgd2adxXIOwvvcmTkoMGlPBCOFZarN5AhMopA2W3g7CSG7
fULyJYzpdK4dJoSCDTje/+5tHsT6BUOgkAQ2cU+nCIbA5f05+3edj0HWr/byLGXpg3PDbMUxju+b
M1vK7tM01Hx47WSRczPklG0aNe57IRdYu/B6w83VbnmgdqaJyNgqwu0F25A8LrifT/Dtwv5sKuTg
TQbXgrxsFuJv1eRePrUoNSZ4ELCPcynQlaomCX8qwrQwTAKCv3vZBeGbY2oW5xVn2Cd2nPxPnKzX
Apt84Ma0xqmTu7WVsD4GqHvrToRJ9ZinTvbVTVfyIIk7a9/w2sli1Q1cXdBwkrvAqckTc3pALOSL
4G1skojDtEyjpY2X/DqK1E3DKakSQZvu2tkdWPoVeY+Zgu6wV9ylqO0EYa5RbBOp0+xgDdmOGA3+
rNVK/2gCUgIlPxSnJKjX95nn4BRHQyU/lsVSGaJTnr8SDtYfVe2LkBiYN92HwJLsuHU17L3Z5q21
yRlln6PBSVjgBhPsICRshn63wLLOIgIbIrmq0j8XcmjfI8NW65zw5f1gI4QjAkyOEX8tM3mW2Fjz
fdVCR8AEME67ZkrkfeAba9oNfp1dRL3wSHaXpMhgdfjd/Tw04Y/JuV32BDIia0OHkqh3wCMRGGdk
CvbQqL/UEQTMoWu3IDpN/qLdre8rIKuIUc6vk0kHR5+3+MMxn4bksaxdsBgzBv9su8AubuO2HTVU
KpXbXrXRrhBcLLb2ziTOrK+I9VPEGXwp7/gu0a0HKiFPSF98AlJA6bRvaHNixhqW7qYt2Hdvw8g1
/Amr/mc3QUzrN0g8DmdGQP2E3QlSk09hAVQ7FzezEkAKHcyt9wJ3lNyHA7B+okDsTNRDpbDGbmhU
4u5t1h7oBCpzGt6kfh5+20Jh+nZb1f/TM84DKkJaPVL8OQL2/FkdyCjepnY6Fd5d6QC40bisWkxv
rKhdnPw4Ohpx0LC9p4+KDIAijEzDwgKZCOcS/TJJfsRb3bFLwMQwjzTB2hx1P6Rv2NHvDVOkfwSX
iqSJogZ/GCWbV06fhcsRvZnQVTsrcywoRuBsKMuM8q6ITLafuf1XrgIV7sLMqYAs90H23fFg+iIy
QWVXO7ZRxoSdsbZbmpHEqmI/+RtFXbAmcZ31cmzPq3Ld8MQiuCNvG2Gr5etXvpq8y8yLqP6jnscw
1Y6DaK6VUOo6yoBxqxkpumiK/pMOhrEtS9nUJ2SGJHMQXZNd3BrbcXw9zEHsrxbiaIYQAInOSg1F
vObsHKYqc8j8u4n+QpP2sB44XbNcDIDzCHS8oFueL7etNbYhmK1z/+STsugDkj2Sro+coztB5pQd
zWlalXot7YJ/jjoK093nCwuRjays8CtKoFpxKiNjsGnwXJcPOi0HGlnKpPyWrFyj4yTH8NVSoTb4
DQPiNG7dTv9645ERq6FH8sNYoHlpiWaq38HpC9UhGvr2Bdui8jcTx16wFY2s6cpJ1SJfRxoOXzTs
bswEbjSYo7O4cK1TSnXMISJY3e38trHr7ShH9w7NZxp5FLB3DTfktcr+RjsqH79TZFb7z8KvLnhL
DBW8HYLfB+0uwUOq2bi+d7lGdi5cu9OntgxrAuGg09oqZpmVV18Teuc4bJuMvDFnCpMSx904pP6s
C8MNNxcuafk7TyMIQD6KVV3yZnUjwCyDj5ycFL1/M4RYMClVypNiM3p+R7UUVKdB3IfJ9RjYUQCw
AuTMApxwblkWWEC0NjGyWwacC2tIvew6u0oU1G5RuvqeR0tW//kI3erosbil+GNiq7+BIpQ2z+Tb
W/PkFIF5MlhYWVUtc8gN3gbQC7lWcw0Vfi3E88r2PeM1Hs3ZK2znaHnPhmJuL7YzCnGbUQXO464o
PGAK5AWSmwkvH/VGNXG4nQyIJ5E+Lv8vQBXqnk1CAfGoK0q17ajy5qjqo7Bs2LUnw304KWOOfdWq
G17vvGrI2+n5l5UY9UY+/iNMBybBYDY1Qr2mpmjkrS79yN/aE//F79VUtN4HqVJHPkrYrnzbWJJZ
u0LKwjxEM9Z0z0O85WjdwabboRUl9l5PU3rgNJ7LuNICoZ3Lb2o3NU7e4QtPOItQOEd4HhOjWd4B
7QEimVbL3L+SlgKEkYYqme6QBFp/107s2D+nlXuk4jeD47vH01Dlj/DGUEi8YKreME32wWbsjb7P
Bg3hqFnnFYsoPFd5dCu/W24QdXvx1g7dOm8tX1EDuUH3JtOtE9sp/iEWLO5JkbkYHwYK8Lq31g24
TNilsPbwcWRz0f9qdF38RLLGjrE6g4QmOuG1pyZTY9dhKGmoVwBG7xGdQT7qbphIGbtqnD7eI+0U
Knx1gXWRfMWKkXyGIsjsJ9iGM/gvptwzUBol7yYcKMOlQq49sPtoGlz4mBdOREuA+KwOW8lvYJw+
ag7GZ2Gd8tkKihcOjBjlAfNXyp7juiDI8hJK1XgvhMBccILs4YjwYYS04gGABYFBIsk2rHMYAi85
XojgwHHfPmKNqMIXxD86uRx8lfm2C4x40HWemaMP/OCideq8JFFJANEiLbArpyY/+43N7g3NIgWv
ktcclqKRSz9e3Lm6LP01URJMaGePtYWWfh7J35DqJS5C1mA20HmwFY7WacUTmZFitGET3rtDSnOk
uw7a3CEjYdWk4Tt3/ysdVNtP7qnC32H0xPLBpOLzCp8qPJz/0RyP8VKyUqDLrZJqrimtN2wsOORK
UhEb6fFuPguWXP1t06LekwxLxts+siIcgTYQPkkiLSKeqpDvSSCAlc4i9OARs9St60b9Cyan5osZ
ViZfER/za5IDG81SiBIlJV+bf+TcVMi+rBJoSMuyZNlpadPsERf2mm5H8AdDPIF5hV6CfHDLtlch
zPEr5VXci+L6OPJJc8W9VYutX3h9/ZSYbnD23lozp44L3lXwKXo19H/Z8t4Paz/cl1HDosAPM5SI
Zl7AeSR1H209RCWuujzX7XbmfWy9+ax0g49xtF5TEjeEKVrr4EleFV7DN7yhGEKEtzS8rDOrG7fl
ta4IGAmOrFFnFXett6yEjMcyR55UPYpaaORyGQU11RzTQJlTwhHVU7cSXwjb27ay1avpVXfFua2O
/VCwLbZuFYh07wFyfukdJu52dQgNd9xbKzhebUYH3hzQuWguD8XoR59ZFsq/EAsxB4I1mn/LOqgp
eximDiQBQPdnNQY15Zt07zTYcZrljbkWT4fJZ+fiNVilaPjSGYeRnqjWMWGDSfKaupLs5HQ+cCEc
EsRI15z2hUNOBONLYlwwz1fGgbmPMJ2COu0RdXe1ydM8DnAWFofK7nOqPuv+p4oqu2XOtjqMk1ak
3WPKYa3d+Zj8L32ErL9ls25rloqd0CBWSXvjcy6r+9n0PgoSpBT7DSIOVDpo1YyAs6zFelnWAliv
40bddKyDoev3xmbpjjmnF1VM66tjHUuy2wzobgGjSwQ4PGOqGW02gpKU0zZBBnv0OUdCFIV9PAyY
V6ec69BYjXn3/t82U/RLTtRWUPt2i8V+OXES8rJbIdrug8m0Hg7CCXygCMMEoD0V2bAlptWRyoGg
tneDRu8tSUnIhi5ds+zrIVL5qc7xvENCcSI2ntw0bPkCLZdDgr5U3zmcENYb3w9mfzcmUlx7PvK5
aI/Cz7yHZJq97tPPqZGmPMQM0wE1V74llIhBY6vQO0llh0DZAMtTV5ALa9SMS0LAOJCcqLygDzhu
R1kadI+ecaqTF1S5BebWHda9w3KsewjmdfiL8L0iYRgTOvXN0KZmO4krC5vt0rqdLZb1N2xrkTes
loDDwwyen+IbAhcPlQi7fO9w4Lg2mbSF99Fjmid8vuTWl+Pa5NtQerx6hxtvcvN4Bj5RHZEf1qdV
pH20HARxJI8DNhF9wc+hXZR5d7WsGyxN+EPqOuGomQYWOixMPWKfqiz2PE6sBxyMnRO3I1HriHa/
Mqh3YeDJOW4yJAXc1cplMp2a6T8zhOWNv2DUiiN279EhmNygh54E2yfgKCk54camDhRvcOIA8sQw
7Sx4+wNeBLoBV4wksoIdWNEzgyzC+9oES2m9Z3gQb9RUySUO4OWYPU2CFKH2Fr4BTpSchAEbreP7
Siio3mPFA5E8TiCK8A+3jzzg7GcqQpL1UfWSAx7aZttwVlrInFXdlcHs+7UFCKEaPyiuw9Th4CPC
EdskrwlOuP8QE0XBb7iwwMAcJdxjW4f1vdN77VfbXOkhaw8zuY8i414Ka+DlP65igatUtPZN3Tlm
+q7tPOoebQKMew7MHTO98YPmxelqPz1LhO7qbLMoO3i5q7BULI2wHzvkQzwfTiC+POd6peSh0PT+
tX4LB8UNiXka4Id6F1BNknAymRyW346Tdtu1S6F8UxRJeRAagps9m2VOvG2NHUJuF36FcndlqXo8
4qny3DNBmYY3/aiKJ2Xs2T54EwWcGzgYLFnQ1QBpzMImqMPOfLKSA2JygHA4pIn0D8ncTVcxZHDX
Jy9Tyy9NF8Ffz5HoAhUyw6AgaK8+DErO6ytmck4bvrMkv2rq0vFWOVbywAMHQhbG5RGsmAu6deOO
nPJP/+8I+bC14QWJB14l4meUKd3Pdk+gZAepnCdn3WWN9WUNJHuFUGV4X2a5/0bYo7U/EVeb8Ek3
PCexUvIqtClSXjs/dnx7HT/dZbYtVKOr9WGbZX2Y4AYhurzRTAA45OusU6ccMK98waPjgcZCFLU+
h9XzbkBdGQVAsHCIS0XlBIV88l346TZ/AE7VJ6wDxao5a0emeutx5Llg9RvSW36i6pNIZ0npxtDJ
mbqHdridBpCeMG67eb4ZnYxSuU3m1ik3ND9585WyFwo+vG4YBINDU1LRxcoVrzozET/LxO/LCQ+k
lsezp6aHO6xH60L4D2zMSJDlP1gHUcgzwE7mk1Lh0hwriV9370keuOeME55/tF0/ua2YJNcHr1sx
fQxyXVIKQzKRnpiCcWNvbITK5Nxfu7gf8BSs68HO/c6+n1wg5DWwNKwATg3XSlX9xCm14dOSfywj
4T82bqnO15DsumuvAgGwDPchAGT1Jwy7tO2MSwq3ML3iWxKAzplYcIAI14ZpOryUsx7mn9Gqh2bE
+KWkeWrDrLJ2Si/XC12IgNGBk9RLKkqaoTeaC+kLRc4Sn1eHg7uDhpi4D47Op+gUdQxrt3Utg/NK
tYV/wV3JVjDkFh/fWWJO1SGqXGuJsyEaocEYNWxBp1TjbmBpwds0vMZg4yrwguXLJMkAn5jLdxnX
OJKrfrUAebv3Plgv5Gf6pVn3bztjEYK/zmy3uNpVf8cuMRj2LUMFLoysYnDH0FguX6NpJhaLqtM/
he4S8+DPS094e5wjinN43hJt87U/P7JJcRz8d1d/Fa+c7A4GpqzZwLFQQ8ynVCsWvtHNI4WdQ3XI
ZgTFWNMhcrbrMaDvQo88Rcu86Not+D55f43kMi7Rz+htgsWprYeGTjKz8d2BqpWxh7+4tzVxcAhg
FMJvtW+lz3SACOeMw1fyMaZ0rvcKjMDL0gPYjyGoS/pTljlDfltmmcp9nTvWmSYlPCuigMqzQwrl
NNWNodPHBdWepHAKrE0UdBSFUxsowqmttisYnWDvsnX7tqPCJMgR0XDHOuhqzoRGu01JY698Gwu8
PoIfnEB0NoEHY2FRN3sWMEjsUMav5DNBj2QsR1jjbt8tiiYat9NblrrtQ1qQx477ZGBSwOGu6EW4
NgQbB+BcHI7WbKPqjf6P7OqpfR1Jfot7JF9bxH2QOlg/ARbe4jssbxS0xTVeC4JltKTVhT5TtFf8
OaCB0n0K+uzGlSpP4R64/fLaFL2FvXmMrJuCVqXgktvuGp3z3G8rgFne8heJbsrfeZTNj3WUy/aM
VktWdiMRyB6LyFmupGJbs0kMZzykLqWWFJkvHcOFRjJlEeVwzHGmkQQtPdbjLmmz9oMQ4lrd82s2
zZkMHUVtJgeHdkJDJFTAZe6a34IjD++MKRjqmFyfoKlAsMLe8qJBn7e6RFPT3VBJxIE6qXzaR0p8
7R35+3DjTGSrQsC5NibbvD1XwKRB+LANO8qeCgpYgiyzthNeKBrQEUyfVpyB8ohKGCyv1SgJoQyQ
G47KU2UaY2W/dlBShNM+jSn+nSDStfUcLkQrebwh9j2wPvAerZa9wEPKN0Rdepaw4vEIsB6kVWBS
7VC8vtqayuFNp9WEt0B6y8EydX6Lbi+8Q8ET5KztRWdYQ4Bx3kWeP9GcwgO4cMm++mFzT3DWPgS0
2oCsbBs17E2Gof8ZuTJ9oUi16Y5NGVoHXY+0kdh9qM5lyL7xcUHuLL6IyU9w7sJgzX9VYVGICheU
Cx+B1O3fZywbZ2n1Np2ZC6n1ubfS+qJXUrmbRZUunGNJsD4OST13ZzNBx0YFi/xqLydrgbRjqG/g
TzRkHYfPubXoeGArMaOm0avip/czCLzlDMkHIHsG7fMf8MMJLxO63hO/f8bnC2Uud6ULigA/wVhN
71WVtOSpJZqhoKOYDSR6S7Pjdai8w8hbh2QOxU7ORpkKEClRi+lSN2hVD7YiBcXugvwwjah5u9N9
AXcQAWTl+AvGl1ZLPSTrLtEadK7PSkZePGimD9lMh13cZVn5PtZh4e5Daudz2tVX/940zpjsyCn1
PmnFK4R7Rcp5xESDwMFO18UOUTjRf4SQAN4AEhn7u5aluNzgq+n+g0mXsXlKrqTDgqMcwthMgsYK
qoLCvoIRb+MbMAmPkbbxEgq76B5bTmX2kUFBvPvD5CAPF6E+0j/arA+LjTsLDxpebNLUq32D64ji
sUV1YfSUyTpUu1UUirXwKP6xEdWMd1x5vxyp9RmjKA5km2cxaJRZ2f+u5mcaKKlVdM990E2PITwj
P7Ysjf0Hdxq5UUPx15WO3dNRNJXVrzPkONhjTnbhHmSLl7xM4ZCdHRCX1R/5JRf+HPFXgZMvH3qA
hJrNPIXd7mLPhwn+xPLmMczav4nj9vkxxO/EUpAAM8h8p3mZEx//zOrlKfnftKcLdItcNo83ADFC
yPLEiXYrNH6iCo1nngdAIJy0osxEn3QBSgg7AjAgZJMmu6NkwXBLGxfzUWZJkYOtXHKaGHO8pDdJ
mBf/BhngMQvAn40sZcLCIaRw7dokvM6hSM4qfV7UOl+0QSyOW0ppk9gea0NlIkGze8G7ZnjxmzBp
N0M/NvmhmS0PJES0pHdIanxwoSbK9RqnFTfRCBNwo5KVzIDGwcpzCrPLNyfsKeUv9ti7b9REB+JR
VtA+jtNg9YfWI6V/oKbgejK0ENpPfd2Xx0Xh8I9NJVdCfamjbgDLLt+4e+qKAglOWncmn7xkmw1t
CLt4wv++BYboE0cNgB1gsqfC4Wir0KTUEXgJ3XxOXSb/WBfxyIAVMkVbJmbrC18002PW2qAcE8+b
6rfSJCsyk090/Zm5HnSqJRkZYxwSeMdEIcWRCr3J7IO1DbqzrjK/vXDUW/g/Csv/B2NvhFg1CHlI
ojCk4DCo8d+mxOn7E32CpOYMrLGEVTpf2Fs45u4L2PUQhTggVwWXJhXwNgqMgispDHVku9GNH2nY
SRncuByTzWezLso6LVRx3g5BTRSJTaP3FmBiCeJ88KjagmGwUsKgrXbAAhhkHaZAujABAdiRCg7c
P5l30FEJu6/AtPMyKOrJjiDQM3h0qpjEtdrAgwhrDyz0EOoY2sVcMho60VRahB2W6RobssOdp3pz
D0pIeLhjo+E6dxGn3onCTeY9jAN6YnDgw+VuZztUG8plYZLywp0u1FlegVa4c5lNzGIBaXKLdYuM
MKltpI16nzWdTpxhMKTt2GCRPgilmF5h6Y70TjIGfE6qRUzuMBPzWIe0ZmPkp7ZqkzDORFQsD+MT
SCu6KZhJLWJrtujOatCButgMw1fa4ij1wbGb/o7bNFtvTDl7/xVWydROS8ewXsrC2F8DxURdnKyd
fB102TCVk+WnmZQnaRaTn64NAj/jwA6GY/DKcJzSo1C4Vk/DiB3dLaU9hrdDpXlBg81wXjPdR3ds
qsucd15WsSdvtL40oqUcCm7KvFcraLTbUuf5/eLoMI37VtG1ZxVTk5158ZT3NWMrVZCOjMLbhTUr
UW13dP8V0DcOjjQlfn0Yknu2IFZwhoi58LAQSfbAy8zWG4TswNnpNceDmbXA5gROGC6nvrc+iPOL
n7DqqdckqdwfqAOq/jphtd/NSHkaJqSERTyTbFE0UGdT58GnvxLCkCcsrJjw9RiGhWFLEQ/OiA89
cQZk3cQdaW5t2d5eZsrcRMxNDQVq7FbsfBvJxWu26Wr8Ke48qD1bR1vlvmWR58Z1l7veIyp6Oe0W
qpyuEvyskt26gvrGrWrV3S2HBlr/NjONhs9cMA3Nh2wvmaLcZHwLypajmF1QK0XkO8I16szcFLsm
xJS+hX5AUnwg5fvniTl8LTnW0s68ZN03dEncImLRZrrtdCv6dxfFbydVNfmsDC2EExju4zuVHgCa
AryM93aX4VqnqxnHDmit95ouqCgmegE5Iudp76NUzePZr8PF3pbCRSAp6XF+MB7L7uNQjMt40kMe
PoE0YG/gsbWI+E+faBzO+c7pWwKns6Gggim/iRI6FEmEZuEx7H2JlUeQujxRFY4ZGQiZoOqPCsk3
lxnC+sZjnMDl0krdLr5O00d3lniq2dt9YPTB8OP7xCp3bJ4yRPa08prh3W+TaD0xrU0zfNE2Aq0e
Jqt9VHzT7L9pA7Sv1CS/eqKJw9ybSTKmZATOTmTc0nrf0ZjZ3iF1hTeQeH0uuoDQDsiFFu70Sm9N
dVODZnMOifo/n30JQ/CkLTD8kY6sXbQmnjrkHliP/3Dpi3u9cCjcOlRiTLFQkLs4fRlgGzEGkIyy
kkV3slKbDuJAeSAnOBOE9C1H8PLynIoeAnd9nIUr2f6Wenis4bexMR59Mlxvvk0vwFcNoiK4ieDM
AhOLZDo53UOYeXiqt/xtjbF4XZcOqwt2ni5iKC9EDQMprKg+XuEMcGHnM7t9B3PNM0gF3e71osNH
DpZeuxvXpbnphsqet77jkV1vVw4kH4xFWXpANZhZhZdiOEcu1Lwthw032lVjMLw2ZmI86DJbQx0y
uX9sJTvnnVAi+CUkPPFwnHh9bLqmEe/FLMIb0JPFR9hScrGhomWiL08F/VerbCbqvqVugSpcHDMb
H4GMCccZ/QfMnAltebIdwt2ohqYl9NiWJxeTzXQ0bbt4B9YzNAdxhES4XUqc1gcaG9rPlQ5P68O2
DV3rFlS8inkmmY+0ly4PESFfDBZWX7ZfloVNN47AHnCGDVqshJTwWaw+MlW7/8GyXcvTSKHA7QBg
ZdmIxIz/oFoUwXb1XOKya0Ci+0gPhQ52bM/a+jzr9RpdAMCEbZUWuAh5jyA7Xjd/+JFO6n9nXU/U
O7TGaiVeR/1zNjdkJUipVtkpaxzrkXS7IpQWYrm40M+Q2DeczxOs0Eb02j+0lGilJ0p6q209Jdg1
YshHSX2MIoAkN9o1YGjgEWBk81hox0w0dXaDcmsek5yL9Eic0/BuDjIaP5XPKxRLHxydPSd77HGr
1L3/TCyO2s46nTJ3R/yIGAFGVa1BY3g0MUFWY3LJB/bnENHdKct3cqwC2jPgFJnlOkKQLwFTotaP
aJ60f7Lsash/yrIkomjVSlC+Ao4fL9+G8+PKyZ5/Ds7eHoW1VM62INDh7qiJon8vaD0G2ppxbgUE
QTyQ5ij+xVuCVVj2AUSMO0770d+EjXTEftwjBLUe48LGZ+xnj6Oq9D11G1aa9wEyTPJMXxw5SyCN
EcFNbhKMMDemGjr3j1PIWuxnXlB/LV04n91IifYpCntoVhqBZsXYIFBNuAKb6Ey8Qp1pJUiTc9cP
zvMYBTW3JWqFs6/IU+kz3RHLP1qZ7Z+GLVB1vWGqcEf4JkAEHcNu3SobQjdeQmu4A9emrVcxE4VK
TM6WgX1j6TIopzmWLbZj5fRSA5ixb5OUXfZvV1IXcDBYEvlOwVh5H1yAhC/iAdJTcsz48cW3Ckbb
OZkcNx/7rW6xqqOUrl0SXhXeP4boHgP/wk90TpaAJtmt5Xgj/kiPLdyv5RccwEPuPcoSkkHZJwhY
BIotrLzJ0TFclOeEtCuRDoF5lCeSgEaf+LbXSZpcsVvHQcIqd9qKBVos6BQ4JyhxruXzGptcXkJ2
kv2Po/NqrhRXo+gvokqAJOD15ODUttuhXyi73UMOIgn49Xed+zY1Mz1jnwPSF/Ze29H3LWBmeKMR
Rc8+iYCv78FuaP3suoa9M3aXKTuIiZ/4AXU04izbq+6sHUf75zVQJTM5qbFqTZC6fHoZR5lDYoLy
gec0JuFsYkoP9LgAQBMMld5n0LEkHynL5PkiUkR4zIhVGPyu8DgAiiu7wGdB3IwfImu9L4N2Jnrt
cScCxmdBeIlsP5K2q/PgmXPeIeFssYxaYRPUd1MrCeI0a4VWH4JNdOpZUpFr7w7+dQQbPB8pMWm2
WycMmS7ia6l2KpylOiAxCMp3P2f1cU4tJflrlIIw2YxDkup7oiYQQcOV1hnqgrzS6QsjWUXzXjAo
0MfBQPFmtFvdwBSRgs8KOj1gd7NbE4eedRMYUk1fEFjJ6mGFU5UdmKTF33UDpBTPInK0QzWQkbmt
XMtCihaJHL85aOcPZ53mjzSw2jm1qg3kPTM1vHxIKYtdB6Tkpx5biZxR5z481951nU2Ft9uiLdQM
mla0CsVmmQSe+XwcZ7uvCL6JyLWSbX0aHHIs96oLyXQVQFicc6OnbrxwM7nTKfTpvp5x0kw3b2FF
qzskMNmziGX9ZsVpQCiZFMTthCJWfygeOFH6mkrs6C0MLDYxggaktSVxRscqksTMY/AEdeoNyj6h
vQ7L3wFju1uE8Ohd+QUWn5MRuciuiCMIm74Pozcq26X8jDCqLxAG2mxynnVfI3PJRiAruHzRa7wB
7NWgBHHuoLi3yAP0vhvzPrvGZDojwnVkWlyX1sr6c9Xk9n3xQ3XxV6s8E7hfdc/u9IQbPYkOjd/7
D0NI/4LlO02c7VQAtbhw36zQJykB+X+6unaec1hVjGfW1qzDi21EU6D+HiEOXEb4ZPowKkZgFzYT
4/KVesX0cSOZgpqx68TcMY7FDkxDKhnZuFWSnnFRBw4E4DZABTokk7g6ndDhdiZ9sL3T5USyYsQI
jgFyJpPaEn7G2QnGAvJcunWLLny4bV1QLeVZBVlyBOi1QdgbXHMvTsgQh2iD7J30cHpixFAAXm/d
SzOtQX6cwyqXe9JveHl0D+QFciIPwgtz5hC20BJxtoMvcex2TtCsoXWNJLdYMyTxXywsU/Sr7bh5
74p51Xw+mj8bPeZ6XPpXsvC6/JdGn3NT54xuTNVATg7uZZaZ5xruFSg+yHx46/Ml0xCtMCUfgjny
aBcg17fI+rI4PjY6Bda/cWc+JywUGRTVdVfNfucREB7I+p1Gd/4ltF+7gGgzfAgMyPRFsEhyaOId
iTA+KLwX0rdXsrpsCbhjj3WxCncexyqOmqxtjqM2Jvgto4yukmXkesCGjcvBwPwZkH2zqWH7ZNni
Z4EX/OZ4RQ2Oc1jzPnXBSBwipK0//RR4Pyk4OXRFHJVwSCPGRcgshHhPGbwSSYlikGhy0ao/c1aQ
Wk0pQjI8XSZBk3FLEA9sE67LJ1RAJHn5bu0/mkUrEtWgjVMvNn3AObYxMQQfbOcdvAeviDKxX5A1
3UJPtBLHFUDrK4tm9ig1muriqBlpIANL/h+JDLQPV8jYeeIiZy/Koc9rQgS6ikqGBeFAQunQzfIP
KhRoJWzM8BguIXN5SKtGldeo6tTBZ0hBrIsp9byjdPQ4WcmiQ1mu85ml2zgi9OL8aeGy445g+Mz1
HG+haiT/skEYAhebCbR0tPo/Y0YKX1LG2Tc9EFgLNIg/0GPJdnDxiJ/9ilHZhgDy3PnmHEbKH/c8
hHuKRKI/S8cNkJSV0AfvmkbCo5P+aOpTNqOKRQQHqPwhpd3+UzGryndBF+SvopWP8zhH5WOXz95d
EIzFvF065ZMRswRgHKPFEf7J6FmC+mAdyEwc7EPGEYFW84U+fdAHdqsraQbrSJlTlktOJVr11FdQ
/lZbY7+s6B+hFCEAhGBfF7+C1puy+9Fbi7/u2kh3X1VYG0Z+M4e2Z0v/vn4XCxrCY7X67bxFnUr0
djLSE15cRn/9tg7cvN04hW6QPNSVeO+mwr4b1wTmUIXWjfZd7jr+tUmi+INnYjJHOKYqeZ9KgNzb
wOkZkAfBou+rhZ5iF6L3IyZ6bhNinkzsLdywsfcahZZwujYa1umtMxYEp42UuGtIOKl2gEpIBmXw
5c+7xpXpW70InFd+ASYDqxH7xWg3R+jttmLu++oeb0lDRVvXqHYWdxFXsSjCqlucp8AxwmQUqN3y
itrvVeD8E88TFqzsSkBaW/9hbD7Ahe5SrFILT+Icl890vskH+D2Ga1ixmGmNQZzIrUqEgxcxqVD7
VruemAFEdo2GI7ft0sYZ7tY6GNvtQt+TvUzKdBxic6CiXYTEDCPhxJgPrBmelBmZcWfiUnKojwJv
XO+M/Iw3jQmmFAasoKB4wCe3T4510+N+bcuqjWCmw2ZqWWOYJGd2lrf4d0xrGU7WmR4R+londJGH
Y8OjqSh7323EMSXQxK73uI5TFrLGwW7fPXltZtwDnVfbvC21WEnu8v12iA5FFvf4yHWKR7nXeJyf
q1aOfLCQ5YBOIDIecVuyzI6WS7ciYzzMxOVU9yastb7Ls4Hz8eomsiFZBaV2OIGz45yTcA9aNR5Z
y4/jN3uoWX3EbEjzty6t0DITgQIrYev2hNru8q5d6zvBsB41WcUEF0xYGA/gokyAO35ihF4e3Zo/
/pKW+J1ArLGqQKjbjsq55CNz6uMqqjR7MiVazQ0Nv+FfqqxNgdgl5AWgeZ+6u8Gdy/kzTxqPADZn
kcQ0iLLeRq3sr2TRyPVFwJnzL+1UAody3GUKziON8LzJKEGJDyWPghlDrRfKXWnAMB0t64O/9D8W
b0ARuIjMKCJRUnFJ11CAErBBdFLQQy8dK9VxG4++t9Ifg9TeuRA+ISFoYevd0KAh3kWeM5bPIifz
r9sYTXjufbdwcSH3GgA23bN+0ONz7vl9fU8htfRvytL9MtsskmSnnBnXoI8QF3aJboa/g/LX9AHX
vHdXu2P3isxbVCffeNDBNGYQwcCgIc5m8akEy9pjFtS4tWATlJnhLp9HOMiljWe0Jma6EcEaQFGf
dY46FhtQEX4XvF92D1hUl0SyUHJuhhSQGFJUEUFA54uRwdE3EaruDBSvPi3R2rNuIzGz3KLYIgwV
VDNupIgykADZAGgfq3Zr2/u58WjTawNMmqjdGe1gQehKdC4GOYYfLmPb9wblL5oXRDj3aZln64Mz
TaL6A2Kky55qDJeQdsDErMjBuzIKXkb6NLODtWC/mt6hZG8UlckJPXz8gTa4PUMrQ3WPLk7w0tNO
3U2VQcU43Ao1Yh2ZOL2ycDDBFaAuvgKB+NLdWjO782lEV+DtTeUO+inl4cUQVkL4eHBGMh12M9fe
d9ghpz96Wo0pDkiGi5vODXW+c+u2jC480aRTQPi75TPY9pPNSNntlKYXgCTSL5eZ71tsrWKwfGfQ
FaDagD07XLu2TdbxpMbVrX5WFS7Ohf9DUL1krpmfSH6dxZ3jCfVOZSirkvTmOQe3CZ0Bbcm2zfvQ
fZ8rOS/Fke+iSFhEYx9UTBaJOP3Tpv4YH0o/yN8yVqnErBW8fNj2bgD1FxaWUcr6O6qH33GeJB0W
e6/DRAkKr3QPigqtvGf9HMd/eHlXHxguC320CyZNxI4O8+bbHypLXDL+pi6owAB4ef41FAA7b2cl
HVCuPO/GOilU4O28sGSwN5Zxj4ZyzDJpXix/WZ4LxSnMGcrkWb426zBf0igHwWC4W0i3yRssyq2G
GQ8kWN0etSLXX7Rhsn+vMJZeeMIsKvopxJnltZpGkER1CeU3AUL8jQ9LyVMQ5mTUp5Dt2/eSzUlL
4hTfOmb+xUVoZkAMHjxU4u+KuPgHpAxEBcK66u2BpDFvQGQRtzOjkKAaGFGF8g1EpCayrZwc/zca
fdkcLcIj91zcCECUU2QYPWuFn2e0w1SeSuDn6T5XbovvE3Hc1aZtEhGlhMti77s4/yhdnPgs2hmP
Ub/mxTcveffHYnOHJquF/8H+iFy6BSpidEy1R2gzW7T2ow5ilwjbqU/eVlONT2CmmFw3uB2QtxEs
jcOjkVP9TVUW2X+F43O/tIpYzF0ydtl8wVxSPdfRGP6Xgh+xZLJ7NkQMG0LGytOhLrZIw+f1LZil
d+4XvJJbx2druR2YyLascLiKjixUY6TA9QglJauVfGnCbilwW0Gk6tzyVjG1buWzuLhFqqM5z2fG
hcSMnsNhQlZTtVNVHbJh1t3OUpkRBQmRnURhhMbk/c4ta+M0ShokMl3G7BI8JWJGajO3I6Fk9A4j
MeXOvlBK3XuFM6L5WP38keuFTfwUeR4s+S5QLO6bWZtgmzmcTgdSVObwGM/BjQ0OXDsf3uPiRhsq
uzDp0O0IjJh9Yvuvws3AroUAhDD8koYw4T/omZt6fvVaI8zhPaeQkxuLUQVqLPZor3+2Y4QcYIPW
fvXuJ6zE/60ZqPBtZ6VTbKuFWQ5EBLJwKqhuyYvr+TireOaXNzZ7VNAwAOnGmUP08Ekzt0HCG1jn
X5+b7CqrJiouzZq06cnRSX1fFwRnY/oz0+Rt5mz1ye6WTHV2E4ayzxmHXHLJNES+NyqH/DqKrs5v
FtqoubckR4i/i/JInsKnG4Pccbzug8cGLneCScFsmR8r8EY6T958F3PN0VQeSsszYO9q/pzwBiBf
nVVUHkcmZ88QAsOfCRkfOvypcuWnjYdxvifmhyhP9LEAm2HxN4SADZjwN2HqtWwa3fovLovwnqhc
BAw+Lo+XwHrkD6OZkOIxdBh6mbO7ipX9JgCW8aF21UBujOgq90mtc+YfFbdRhBTckUXXHsapKK1B
hE5qwgg8DAEhFXytQrFcIyq/ACSZG8hpAxG6cGhWWOGzLjQi/MEVFUp+CPKfT+hxpoC4Y6S5myrr
GT/gZ7TgcES/YJfO3B6Qfb1oKFKSbgnHXYXbhcpzvotakrkP0orwAlki/p4CkJq7sXT99oM6csrJ
tOes+PKAZLyBMRmJBUnqf0E32WMtZ/8NS0bwL+VGJurCpSPAI04yF0HnDxHaArvzDCw8jClz8x/9
9bScZpGD62sJAHlDk82hj6GO29jEgk1IYDymNKnVKr6CCV7/oEpZv7Bl+n/AGvPLeCFrHSZ4WOoO
ARKiW5QOpruMMJf1tI6UDFv8JFiXIkrBDyKi3ZVPPormE0kc480pSHP+yNw410+op2qBzIWKy9yr
zNPrHbRCZ9nhFgzwkxOhAvvPvXG3upouiXc7AAzYoauqvk2rbX9uATTBNgj8vLzG8KwcgMzEojwr
wZ/KNzGqTIbBaO05PkFGuPcAXAtshVMXPK/tQMoGMv2MBOsRXxtvA4nIGVfob78Vzg9GeNc/BfDJ
xK85HWJub9QEhKbgS2t2nV9V+cNN3f6bt4Q8mT4vly0YnNxjFbsUJ881BcjqIiae6y9eFsSfQ+zJ
00gsCgvSXM53Osp7ec4J5YTJRs0PzR7LEekqWcTavnlzyryiEcvomsmyxRC/96eKsB05Tt4Ady21
7Z+587pg5xt3WI8sbovlEjLXYvcOcbn+QUcc8UHkvN/NZ6UBCR7xFfj2cAsHWt5U4UzDNi9u7E/g
FqSJsNYycfTs57znVK5S4xnD3g9kKQRj0BUtabWbHK3KRjQO2blJQjl10VHVG0C8aM7jw+06BwZT
kqTlyeGmbvVd77VmXZayBV36eusTtO5tVwI6p5eSSj49wNESz00CenMjbt8yg81qyI7Ye4qIEUfD
iVomg0VJZCtxJ0RYnYidJKuCFmk1J8A9CAVySvvPfAkwM0SctKcJlSu/L/KzJ4A0Ov6GPZbhnUm0
oeSJO/IAWS8t9+wvSK6IU+XAvpwUpK6QI/e39RZEd6N02ZfO2u8gNQ7Osheeb/yndJlWbhuc/IiB
0E+/Dqm34ERcM3M/Ca7nyGttdEily2SKhWy9ovQtJXm3aD66Z/qJDhMvPqJ/YWV8cyVjwJJVMGfj
He99FaDLFe0rwgyCv9Fz0L90TmFjgITLmO7HRqnHnD3hCj8Tw2jWmfW74X1P6K5GuMaM5ZWLa5NF
HyAUmLYx1AScr0QVBCc8N+zAAcnA3DO0f0iu/MjLjz6nTn3u6cKmfQdpuR4PLE8yb8/36mJ2T23I
bqkc/XVvmO9E/a5r2LToI6qOgfNRZCAp3WevyOnyTKcc5zg0/tIdldfzKXgZuwQexQR9SO4s4vco
lS1pthyUCK1g5rQTWRYH/2b4LjEpUKR2IDQzgPNqONhorOzc84oxWS2fES4uy0PeYq/iWQZj24xT
y2VKUsI9y9CRgejI6XYEkKC+WHJ4CGHpq4ejqUHOn5FMorDKCogKW4VT4/VmBEu5nx2DTaKe+vvc
ocAl23Fht+PM3sBsOBmoGofSQ+xHyEGCUwg9w3CxDhfGDhMMRyd5a3Vy0eTfAqvvw+SRqToMIItP
x+6DUK7z7ykfyEyhbEjB0yWkUn6EhSjvowSOAYnMOGcwbCMFH3y5ZVjKcR47JvyWCEog4hk0vLue
eTkjhjodf61JT8IJk4fwQvIG6YttESdXt3DC6M2IcTyVZIAUGx1OSCNIAltQkzGWv2kDbLdKUR9h
dnr2ju1rGjwDP4Lgy5Q+fKhcQVBVgzft30rK5bBDQGnlVtxsCiddpTNMIxXRhTtIVy26Kl+e2nSB
4joq0gYogOowPFC/jPaxJRVpX9KgB/sEEId/14dRZ/YdQSZyM43gCA5F7lFxTeSp5ecZLNo/k8wo
7LAjAtokF/C/biU/7pTqAKw3xBYSVU4sn7L1bCYLkDDLKdh5kyXB6mCyuuQ4sLlhpRsYruiHFj1J
4PNt9O10Koq+/9Pn86BQNJH3fEv5BufAvd2Nfdbe4Z014XTSpPH1l0J4pYuOh+v0wzUt7oPKwhxC
kmUqvhrrzWw2DZ7FLUJ3AI4dbcyXCdpiQnGwmGVCmAne5TMWZXMEJ1aJN4kYvHiG3xF3DzMgrJVz
n9rCzjAX9S0oNYux2XmsnpktrpAW0KvhGd4YBm35i64C1AcBudohi/uUijindsenVCS9fsAzQQ4Q
G4Abo2UlXGjZNl7PlqEopv7mW6kKMu2ygoGiGyn9a8nIHTgFaciZtdEls3OS7AaiblDpcvyzGS8X
VrPxXpZhTRvFUynj/OClhFzCZxnBDT8XlXCjG4DF6efnCIk+Mguj2mrYFERYLsmBBqOUZrcuTfRH
OWWR7ozrrP3vluS2YleiSH7Acja/ZE6c2w1+VwY9M118uO0hF9/XDCSfq45Cmd1kby9+6KPSVBj3
nxMnyehmLCHtB0Iz83OAaHo5tpBq5adDt56T0YL6J99OTp6A91uzEi5lP/Xr5yotQtwtL3cJSFd4
tkU9C4fse8jG6pZ/FVltHnzGW9yHDEDRsIeqKGPWpUhKl2FTxS16FhFk8Nhkyoj4YQyQl1xDKHJs
BKsYfeSOu07JAxndTkiaBfHkzQMHYCwRdSaK/SNGesBa245jSZIvHiSQZQBTQQPd0b81o7fxWDhC
bkfHlpV/Qx8VGqcl5zI6fLK2AKgVRDciSaQOSJ07x8zecj/WiWp/GAbOTG9iV2jM642Xucca/BEq
vRJDOwZ5yM9rOOyR3xfJV+OGkbeXczonVw/UykiypTun8foxc139pKjhZsqoXpS/CHfBj7BrUYjM
FLt96T7kWXTzTtH8vnUVPr1n9o6+/Gj9wQHi4cnJze4asXZqP8/gXPbIhYvxn6SHkDFL1RQ2Rjdx
+aoH9raqQsvYxHBsqXT89DEkHt1F0ZTlHWa7cpm6B9ycU7HnHCzrRwBREi0hiLvkLlNIN546lwb7
O557uE97t5dzzPIYWWeKV54ljf6rKCe8m/Q3Lj98bjY8HiNTrEskYC5/LFjzkMBXfSsy9m4NuyJr
We21Ow/TdrSnyId9w38R3PBXNI+rTl4l9gaWiqxYsuDYsFqevnsZuh3O3LR1DrbptHsMzUDNvIIF
TCERBWRs7HoUYRHhV2FsBabpihJr6zlkqLDnToPmDhV4lBCulq2ShQuqlik5926nBNwuo+3y3RAb
HBwnqVmRQuTFmfxZ5NTNCC+9NNlNsmkXxJU2qu7mwngNuekpHfQUwwD5dq2CY2MZRQ0IH7gE4keY
H9wOePZcVllRKqDu1u2E/bTPQFkGUwvUBTBz2HrHNV+7+QEGbSCZuEHIQfAj5uj3zMij3PdVtATH
EY9Nf2jRZufztlJDReI9pBvxQnYQyZoMp7zuLPy2J1c4k0XJmYelxwdg0sQTg2dQk05AcvhMb4aZ
YvUyQIKIgdDkR9Q30HDhMRygCpq6OFVAHmSDAYPDkPS0KXB5a4kOysVmYTfefhbDMOhXbRDKkrfU
aWKJbEDq5bbJber3WMnpaNkfMwmL2l2QYy3hb7Kt+K7Hpai3uO16u5mTWMjPIky7PL3y3gQ+tugC
XX6DlwBk/oa4EE5pRsKCDL9EdDHUMg0ibhPmRkPB7CR5DazDZgBP8IrwFtAxt/wyHRf3x8zsw79j
X1GIf7pGWY8Ud3bAFyOWliFhEgXTUKjFpJlrgWwebGMgT36bjD4Sw4WVwqXSTFpPVobZze0ofE51
okLIvMI8gwZvYOa/VUg5/pTUcdMP+gbGfkQYeeFIGoqBkiIhtPRcedY6zwMhGHRV0vLQS9dorfF/
s1e/D0CPy6fQh6AzwtQF6IQTtEnH55Hyy0QXptk9oLgtrs8M/E6N3bfMHgKIQTZ/AE7Y2PDQAFkz
Zo/v16tALNYiEOEWbD4+6YXsA4t6PczX6VDUeVB+xtQB0zXkyRuOtu7IpqiSKLOs0es+Ok2zO9hj
K1wS+JxegitibIHR1brLQrrSjTJ6Ztw/TMiAU3ScXV954MFsGJKonkD72lejns8lvRVqUD6kaleh
V2ORjFqBgVleZs8oZQ1zfjUVJBsZ2obtgg+i3dU1Nf/OsdFAacT8gm4trUmnQzntbXp/GdITAxu1
nAI2f2LHSku8ejxA0UkQqvzNKc+Qscq1vGv8gRBbr1vfTSm8cS+qorbYwnvcWxKzCDMlFaMiwG3A
XLSd0+lMRFT8r2984pRbFYf9P+QhSn3R2rgtXwkKuK1GxqJOhCsb+wv1HLE34+xDV2jyvgoOzPVg
IBemd7YN0Wqs+/zJmVjmcSL1uxZPn8Vosobyuwhtc0UbkgPUK1a6KJeqnYKoVDMmj8TDzBaCJMUw
bors2vddE12BLkwNbuYSHVtCiL23ZzVFqRYkCZElQZ7xYAVOk6PebGa1cihCbkTKG6YfztBk66kC
2djzbLt1fOUUQCY1TOHwN2Xr+CpKMbPyxXGGUt5tqIdrifyD2RR1AkNxGrZNWISN2szY5YBKLJp3
wAF5SrxSpKM/LpAA9bT4FCJ7qhuNAIUGJb2QLhNMj0jF8+zcR2oQ12AuF7UnGSL93U8yDFH/0gPe
wy83b3mIuPJL1wlTuVqB09rFir3AoS1c508SqvLfgKO85ttw+9+jsy5Yqsj8q7YWpdc3sBgs/uTw
skJo41v+5qSFecaSXHnnleS2v2Wi2waUE4Rx9HztmpEYmFiPNV9urz30zX/DhAYMGmkUrb/IzUof
G4hPyzGuKmW2bHhv4TWNCJp9QJozITNdUJ9QGady57ZNZJiBInL8NXjsmg5DRyzV4zow2X9hW0UK
B59P2nDcEo+0YWGgjrRI0PLSvngDoeD/p5osPyGpBnOPcSt7lWZMzCXXPugLcnbgouvQEQ9LMuH8
JVq0ep6EnJpDpRc3JGEpkkTpgbo1G6mz/sXUc8FwmsPokCNuro9h1iSPoWS1fZp8pl3E7pQRttSJ
qMi90xsNPEqmsdj4AQPox7SurAY1PkrMDf0QMpBJcmer3QwLAhkAMjgzY5nPgePi9B5tIGkT6gRz
DxnQ5gEuL3E7jg5wnLqIhwipxRpDDEWknWPdxaRiFCgFCqbPsiOqp8vYQxMs6jw14QyUEK5N7m8Q
pSWoMnE63U5rTG0Ho3mNv+IEI9suiB31jO4IaP1Y2+SXqUT+I51c3NWMyRnE/R/S5UQK2X6xrrcD
Ee89osRqGWCwDzmjNHC89Z0CU4E+bOjFTSc9xxEZSODMihu0cLjCGgiQm/Urt40uKvvXdamBA5IM
oGwETXaeiCK4zZlw/yEFnCTZXM5aDTuhW7Nc0bYn7R3iNCwRc55+UvUtmhCvNnkd8Xqoi1UpiVc4
G4r32hna75zw+J8cyqZ7uSU5vzodksstW8b6YviVsl2KlZxxjUvexmvj9tFbwjn6rOaiLdF/cfgK
NPideK1A6rZn0nimA3s/PuUwDggi9FtltwHi857iBnDsDPw5/mZs5SPngFJWHoXKfe8kTJj9XYVY
f0KWSyQujmt+jCDY4spzShGeKPUW1pQRvz0J1SLBqsqrE9HkChvsKsQfRHslqr8bAAlKtuM8KcxN
GgW5UxbMzEhgWi92nAL4Wwjt75FaDcmZb9AH2uyifd7VQhUsOtqIjm52ihhI91D27nXAw5htRn/G
V8XNWz8sXWYn7AnWhUrkufXOX6Hr3K1rZ97GsBg/8DmC04mcsCj2QUIduR0H99YhZkn7xzAMgnmS
MWT7rJ2p/+lWgfE+GixhSIhFch1eS6/W0zfOO8azwIf1d2IXXsrRk2besNwT/4g9Xf6xaa3HO7PG
yDE3uo6Tvy4SngJO3dr7pzAj6XvTANzhNEUN7x2QkYf1/WhCVR962jp/6wdGdS+yilmEE2sXHZAH
jmR8EOV6e2m74dUmUFj2rFFvKEFEFAQkUbeToAb/hW43r1MfxxFCt60dJIaJJE29T806WN31pIHN
rzXuaaA2floR24toCbOzM4H18WPHPYdjVBLnUnSUxXqIVX1FVkZGKMCJ5m/urEyjMwr7l7CRxQdO
suQ7hoNn9/XC3Y2aI6IzHaYAZ3smu8e4pUrcJukENb0ZuuQTtDb2I7BNmtVcExuGQQlLPESPCrAP
usZxpwKfLCyCqspqW0hc/gTcB7dQQunIZ8Q/LBx1RhDzTDx3+FS52v8BGDABOped/1Wm6ElO2C3o
iP0GsQ9hX0uw18QZ1Y8+tpGC+zsTxYMrMOo92KxTNwoq/ANMVCHu8l2pwvUMdX0GUVjNIBNFFbX+
Lptd/C6tLXpJNW9G0JjoC4eTmZoZsBk0DffoRigE+akqwosGUCS7FFux2ODuCMdftqPl2YQdVtVL
06v8VI90CdfFpAZAeMcEYLPSAKl96ox5cODsXs60FBIxMFGu2nmwEhtGcBIxTc8eg6k/vTMWTcVj
1bJH+A9bDT7t/Ri0wEYPE2LqLLln+UeI9JFFg98P+zzAU0r/4U0q53MukhdnFioDxhTFY3dXj8r/
zSEeBHuVpnm/XYIy+exxTPQ/64K/Wu6Z5Q7uVlu82wR2S7/6Mmmpr+OAfQB7CVKCihAoNMa7YpGj
uUeIt/SH0S4NgkIkMc68U1RiMU+75+CCNDGju2d2vDgiFKxcsymW0otgNARe967hvDZHXLht87Dg
DHWwTcbwnrcguOr0ieSvzGPyvTK0QXWzIB5mcQrVAX85iThQx3S5LRy52qvlYMxOKwc0Oi9iAxM8
yIiMzuhHBppJGUy3oAEdcWhgeSu3qxLz73SNOonbt6+6A7Iit9q7KBKfVYLJbBdU5AcxTnHK3zkJ
Ad593GqKVwYSyE2Z7HfyN1O58V/EC0ytHKqJSMBZcy3j/dGCbSDBtVuemtvxHzSmOupWTcGpdRkt
s9UCYXNiueMlP8R7IYYEVyj1oWlThN4BBt/0RILO4rM4l52oryodh/GHC97L7oFC8HnlGPZuEJ1G
vni3ev0ZJUQSv0CZum0Ul1UCJygXHuvDzTGeHuwK6os7Lgm9k1QJokuq2PE9WNIlOyYJpv+N6WdM
ZXTkSNbp5QWDldSledGUjJBpdBlW2zyk5t3WKJTcZ0VTz26hIko9f0xDDKrcACCkihWyM0UR1Efg
DWGoQsBE7fJE1eORCxBChboH7qj+9QA6ljvGGGH/OrmC0Ddm4gYBUeAE56oAkvTLZpS+Hy2OCX3y
E4ZDSKhqi/U8XafNkihnfE9TFTaXxiKo3TJZbQXxVqaLHv1m7sWeQaXgbiCesvnPc1kJHpCvKRin
aZ0yAvXheL6gb5/K85RaRmbMYyKkTwnSTvnLR4D6OeIH8+87UouHgxtTYMBQ8LD7LAVf12Eiuf1G
i+hma7aY+1IStLsO0clfJiT4vkkJkHeIAWcXWDxRBshSnbhNX9sqXL6oK5bpl4kIcCaiyLrqiALO
wzLktDKsNmjN6/Y+Seo+v5LWEOQPbcPyZxcBMGRljdejZrgDtNvHsIkNEAC/50NXZQAewmFCj9Wa
iKgA3Gr9XYPyZeh+zZWK89exmDL0/XwtHFpLzjKeayaKnadMu0HXvdJpWKJHEzep2EA560AQhZHx
oN9bDCozEIsRzzr/JPSj9yGMlv4nj2ijTxihRnWaQuVm71x5rvPExNzGzzLJTX+ijCFZ0M6Bj2fc
d7lSKtXL+mlGm53ubzsf9yQUnre9zlBu0VOzzmbXJMggiSV287hSFKeUOT0xs5AunA7RkTwwm7ZU
2B5hRuGlTTDc7LXK+uovQAK4FnMaZB9G2uQ8S2wsDJQ8crEQjUy/Pc2kA9GcsfPZnXI8YTKx+m9M
3nq/7RhMkz5UOFyiQTR5D4zCiSIpcp7V3e0G07epq36PPNBCDLzhRLEAbMDSIBMCvln3bndaJzHe
aFUGQ5WIkHuyslmKFqhACIq0q8P1EgdYmZh5zTAjzRQKAyDQksfTMxdKtsWAQKUrw/mPU2flryWN
0hTjVKpQbCLFhtwME+99/h9p57EkN7Kl6Ve5dtcNG3cADjjGpnsRMgUzmYLMCHIDSyporfH086Ha
xpoZFRZpxbmLWlxW0QOAi+P/+UXJ+Ygksg4+ixDPF9D5wbgzEDmgVGpYUGsIeVTzkNbsfongjV7g
W7e/oqGEjWRAwaejXEaK/wSHDAB1I8KynALwB8JrJMgKNrFPDxmt30b5HVJI6N9Qk/Nh1ofESeJi
U0G3P8Lrp7kXOeNAziw6wy9wakwCg8hSuXYU8XXbHmD8pZ2XHk9jZtN9zSS9w9MQYDNNCt0dsBVN
X+fZbBZLtcE31qHbWY9YBQ1Pg+m3X8iszH+ZjZ1888mbvTHNocPEsYSYvxo5zJG5QS16BRyFeVVP
VV1ua3wYjK2XpfHR63Is8CT85y8ROrVnA258CL0Z+slmQLJ4n4UEZq28uoB/hYlb/b1JqFbos5vJ
I1Ja68UTlvkriaK/0pq6zl3POqthZ3dOJXC+lAnRgLCP6d4Fudw40mRfHKGeJhu6yNmthpmJ8xEx
x9UKBiOeygN2pTmbXoV+cbIr0ouQR9LIiH32NVJRaBxl2kEkZNox++0cT8goqhDy2ko3ghsBtz0j
RdFnF79qu2ycNWma9U/qrCLamkPuRhQwOa6dcW66ty2kQ4GSyqYTrouSZ60It4m4VrheeuNYaYuw
iP2qIywK4qoWcFTgK8Z+v2czyH4OfWV/Mwb228UQPDNuutKpvru0+Dw4fFlO8qsHIL8NDJyvtt1s
V/etJfUzZ07gXJHER3zDBG8WM4yc97Tq2Fe5vRmRW1/XQKDY+/VB+lxXDaGUJuc1ib4FTdutpOXy
y24649MAI/hqrkrzI57Ki7sOtkwNPbMkhHDC0b4evNjM9pEfIEKbwlTf1unsfc5xwejWHT4OsBuL
AtlIZFKkwAJB3uvREXwwIM1U10Omzae+b8PHypechYFNgBamA8F4L5s+x5gDKrm1CjEnu0XUN38T
PdX5OrTIul45I7dwOqwSRa3dj+PLICZ8MrmM0vekZ13DzrZyMOHQy64VZKd+3dWqfaStVn2Kg6m4
i3PisVZwZgDOVOM2jymuj8A0gTv+kkkMd4ROmLO3kjYtdq0gn3xnGCTQr+GdE2Cpq3H+inyqetZ1
H0AiEYs2uO1lnu2om0g0Z90X/VoYlFPbXEXzsB4ijb0VZDqxAuNLHuJEhN+QPblgREOhog0axvjJ
42LrUjX62WtnGe53L277eMNMICOr5Er25OH2w8+Q6Hi2NBGqW2+RKaznIDNA2uYy+Vx7EzyVzBjU
h6CUubnzqJyqldvEbKBBDZBEbBD76srDnOxYj6OL+Njh+1M1+EwNDjQIQuwNeLN3ZSQfyEJkn8KQ
S74G9ImYVEVn75upTY+qM9Mjxi35l7a1IFZKMdkfaDjEn/zcwQu6zYHrr/sszvbpiNvfZqSv/QUa
Djck362g8g8zJChqh5iy1zULnDdN2ObhFS4PNMcb5K39tZ1zfdY+hG/snSb6XDWLEXumsqQcINgG
kpV0BW7G3B3Jk0xm9ztZ7vWAjZmqjxm3zWfLMQhdRgCikQNV1uOEWmjcGiixvqZh2H8cNCI9ymtT
UbT1mT0vRCxQMCzl0s+GgOm1Qjoq4EQGgTdsQHuaeCsgAUHkbMCBV03nLfbrdFtAcwpXvmjWLw11
J0+wHh+47K6COujaNeBQX9IXhwmwhTiB3zO5xslBEfwlVnMyEGue1I3GVq4PSYaoGp8rWIBtmL3L
2CrvtTsHtxBjynGD/30cfImb0PoVQXVyVnC4GuD1tEWEkYXFa4RVw62IhsX8f5C4E3PrCDTBKlN+
wPdXTh8Ba2vcP2Bs3YXjaGbXMh5xMsG0I8OqyKxw9oy5uBRXeR0vxEs8KPB9qmoRbA2sl/tbrCpp
Jto1DE/ACqnu+yozfnaQsfdq+en4tQYD0jkSTb87UyZhv3cLgd3q1UJ5TWo8Cb24rJ6TMXO/eXUz
cIqyB6JTxQtkOwnTxlUJKPSD3dnYbHJBw6pHY5qW7kk9xDeOc7IaVrVpZiPRBxjIQQ9FRoiPTpXu
SSwuUAhVgR9eqbLAaUQPVO/bEP8xxaauhl8WCUbBVnIVauliN8YiSiiba6Sc8ojBOj3c0eEkWkfg
1fRzDWzQMSPt3RzAQyh/xYlGawSzL7oPXaS9J6hqHN3I1oI7esK0sYToudsJOeSHlHDcGHf9wn+B
qI+s0w8Ga1+2NC75OOjJJbmES2bmqBd9dc7dzSyzL3Wa5eEtBYT9ke9fwQov4/AbEuTic6Yz4OfS
t4PsJsBhA2DeECAEEa2kZlf3unj2ScihfE4CdWejcsJ+Z3SGL0HQckrT47DrTSjNwN32Djn2K2Fm
JbweEOvNQKdLr/oYhSRE/ab+aHHxRZuvjOobK508DMfxi18jqh/yZKFYQFS1u/hVeyiorY6b5C4X
IT5QKPPaR4+4IaDGuMivIbCXPfiTS+zYUnQCdrijeUgxmacfQq940TITQ4Ndpc6v0yBc4P8mgS/Y
IRImr4D+K6dRFcK2tayRWUrATH4/Yrj9PcCniLCbuYqqddgmwUsDnXRk4ebtvS6y0aCJwWJdmUmH
eiW16paEA8//yQQHzsFpOAdcj8UzO2P2HMx5nW9U20xfJdKLRxoOrVoDr1dYfeOHde/P7TJjyKw7
uO40XJNUa4v13Hhi8aPyMc+QQZ8EGJOM81FCdb5DDYiwQnQYafD6BLCbq/oSnj5h0wOuoiEej7wM
bvvTKPHuEjRWKVoSQxWb1DOsO0kBRlZLlOlb0r+RKvE5zWJj1Ratw2m0KMZaAibF2hhqkx421QlS
IDl7w7ZODKfeQtLm7bMNuS+pHYHZhpB7wD2q0rpi/vNoZSarg2Nqrm/Z2INjtBCeH6dskUpR3OpN
jr1+vAA9yGIrSlp0Q6nNtaxDNHBVo7ohsCXq+8+EGubPXLz7b2MYJ8iKGmJyDKCGcp2DWWarkEhx
sQ7mTO7NlrBD6tVFvFtbefICZb1+aXDeizkcFyVDZEx0rD3MvPFjiAn0svrI/cWmot0N2pNYb4e0
HV5DXLEOc0n/deVYoLhb4uIi56rSCMv2ATXrx0Z3XL1gh8dwv4Y0erFs1AtYcRJMfxM2Rv4ErzCE
q4NAHp2Wn49fwpJaax3mIJUbvBrlNTsXF/oGEkq6MaALDFdICYJ7xFx0tSyQD1wZI44dkskyFa/R
GjoeGvwo4Ayg1Y1JelAM37KUjs8OZVSzlUQH0CWsINsAd9a1saGL34dP4MsB5VZZGJsRJaS4b8dY
jhsvT+GZTZo27XVLwugn9LzNFYaBgvbgDN2Rdi0tVlrYZtxt4272sV5gSlgbnHisL53R4htZk0DZ
XocaMftumS6K18sq2tLNxnODCyhulfAGazK5DNepdgayZy5QxIFPeAmSOj4WFeVVqm28IbRNuAEk
JXJf6aw2AgtErxj2Wg5Vt6b45OhAplw9uWSVBbtKOuPXJhoXx5faRDBMy9WGwQDdg9iutitewVpt
bAtMZCgrA7rx5xhDG1xiJBl6qyqHfLmxkwQvHiEiyCE1jtrY1EWFfG1LTKbXbOHmxxm/IWgyaiA7
qoezRRBra080873FVrYJk2G+lmMcNbs8c9KDnqZQrUpctiBgUC+kV21TeqRIo+Tz92R1cQ0BPcSq
tOZq8yvuYjSQZgub6zoz3Aa3QkoZsEd7sP2rAKgEaftI/jV+Q+ndPPW2wfES9PknxyX+ZINswvfu
Y/bnr104hPSKikrLTZX7A9dX8ny/AQzgNdKNTQmoRC/PesQbpqw36C3jhyiprQFaA3+4QbA8sy6Q
kpC5rSlyNpYywuNsZ7C+g8gKHtI+t9ot6U72vncFmUqjSro76r0x2ptcKaOVzUEkWP0dbjqNkcjv
GDzFr7LD62Vdl0Zef8KnXT9moqOzOMxmLfaqgxkKb7nmckcPIcK/GwcqMB6zil+RneY/EZfLYp0K
H80G0ZNy3hq2ExooulB3sK1HBpgK9xSc9ijuQlIv+w0HZk0lg7PXsU80Rn111zqvtjPrGm2MJSFi
BuGSTu10/ZXfKRsiJBF2+U5T8f60ACCDTQyPnAITWcsDciEOXFXQtkOE1f7UQDQ1kITpYqaEKs7f
9wLVPbYUKnuBMUTrrmxaewugAiMERI+LXIrTwifwtvJDBSiHxiqt8+FThqGhu4KQQ7cFbg6pytCY
TWDJ2I0Xu36iR4NMRVeNUJnLLM4mTO+BW7sfM8yqeNvUUCw2Er7GMWF3/5GzHT1PWNBG61w581Zz
5cQfvwjUi9XF+a1oSDLZ2IVFF91SxdfMtaDR4CFVPmBsFn6cLW0jNOjS6Rco7fhTIGf5QjlZ3mjw
1nhTYvGHa5XdZtsUt9GXkA/8RJMKplDSAe1HYYFxfeXlNpzybEHavLJrRpo4GbFTiHmSe1YYnkbU
uv1QYvlOtHP3g+ILDJVFWcbpI6SZ0IGjqoveBIpge97IcOrYRISpeu/ZQ4uW79qwd9yVKachQW5T
C9fvV5mmD92tZzlO7YcoMQv6yxCtmq/kAPCa3IQeMwB3EwnrOsCnv6N1U0wVzCNgZfrs+WyCeK2l
kdEBjpifS4xGa0X7lrjAkV73JFgplQy8xObUgwt7vdh0WKS+V9iHtIlnjQ8mtBm0FIodrHrwTdek
eYO3gEP+WuykXfBiOlJket3xzVGAVrHC+B+PLGwsn2NCoTHJH0q3uyW6zrN3djfFau8QaJh/R9Nq
uvhFmGUz4MFYFs4WYwdMEm8sD2dW6v9AdpjOh6l0UPECeo7tXag7t8mvtEfmknOLXp8GxDYKdcQL
Ga0Sx51tk6COsLdYEY7YqITk1q0E+L5Ybg/c8NH0jZRqnjE/pPj0Z3so37TusPBkk8zslgOfE6px
b2LyA431KPOC1AnITgSuIrRavMAGjNpj0sdnDHNIBl6HIZJ1LBdMth/UP+Eh9nAYW8U1vFQqiyiX
aGgdZXE/p9bb2ESW3iuo9eTd11BF0ob9aYX+2vhaA7j9cmy7fgHLrZt1jNUABVVGUMu6jXx1oKlN
gk9XmBIOniL0fBMVCGg2ItCpte57p/61UIbJABjseLE9qRU6fKjsZJ0nFpajGJDbXMfG6Zd2EFoT
hJ2NdISg9VP5IGlItuiwxBWUQlMBQZT1XdkZalrh9u19c9Nh2uH0DjpPpEYL86hrQdFc24IVN3Rt
9GWEov81ICgv2o65lYM7cVkjcYy+mLrid9B711wa5isEU1T5GARTlJVjhYV7MKvO5p+GvrOzEuNv
7nUuJKC5RXE4OlSraxxA/XqL4xEB8YUiVSTqc+8Isg59BSls5tw4tPChVDYJBEivzYwn4djgM8qK
q18hIOy0zmalulsd1+YzNR/MrcCjMF7NguTQ7WDDeVkphbGSLYQVX5N9gp6kzGmorBE/wj6KTE2G
u2UbbnXTLlNkEyObMfZiGOcIBykJedf3YzdYE2AWY/khZ/3Z4UZLMxUehUl2Xm8iBIP7SZZIlZCm
Pkzww0baWNRwJqBPWSIAZ3sg/4xLMARv3AhygkO6sNbOVVPn7U3sN4GziXpz6Nda+YAR2K/wb+Or
o1ZxXvjfYBI1Bw9WKEUqIoufSlbWDwzCeqaJMzGzS7PFLH7Et3YVtZiXbpC22QdPgP7uclDqRwhj
4Es8W3LVwbF/xGJp/KZyq7wzHQJtdxE9HH9LVI3tbRtC2DgxrcXayKrpW29sE+HxWlV8YPIZnDpd
k6oBqoaXqydWOG3hWaB7f6JZGsc/8jQnmzVvcuMeU6cU7zdX1Dd5kuOv7Dq62mcRAY7XHpL7W9HW
ydEN2ZDJCMVIcIPfARxE2M3wl2Tr2O7Kn6PsAMdDovPDjOtbGCXT9wEHY+7XsE2alZqCKFoBDHP3
4TqM6Syvg5O/ARP97ITm8MWc2+LBV3wo8MUcICI38K0nQszCLncaxGucqZw2fRc9JXJBWKPMmnpM
1jXzzSZzDvndCGrDbQ8RAcUrggA3GOJXUWDaKpOoR7NgYOSA7mmODt4kXWcTwiX0diUN6nJFQUCn
AFNlhUhPclhjcD6EGEUQsIXyF/kcyW3u8J3L30RMcjW2t3xHZEOx9KPl1gUat+rYijCzLE2lF08F
94vy7EWWPGe40XD3yqHDkUfxkSvWyI3diFR3BTJZV+vOkeoBG5/xFf1i/RpzY/lOLzfouPDN4zFF
W/xE/7M9YttdP494lOMyFErsdaTl8MSYQPIi/gPlG+xLKv1thT9peVUJN8RYo/Z6Mri6kkbQTQSv
n3gqBx2Buf33v/7Xf/2f7+P/Dn4WD0U60Wb/V95lD0WUt81//tv+97/oKiz/7/WP//y3aykhbGV7
sCpdAE84qPz599enKA/4l+V/hCIKm7qh0VxaWXvXY4Vf+mH/cHkQ9+0giguC8GxPS9NWnuU4+u0g
s46UxiwiOTaFmB7YjUjsNKrgsfa1vbamGf4+vjDh/vKoy9/626P996iORXKLRQtKWiejcnXvdYdt
6dFz3fYxVbHzbFm5YWzJBotQdE2Q9nTqiD21I0rqy4M75wZ3LZyZTZevYp+8V0glABCwSY9xU08f
Fn2ZfqSs8j/g3Orn12VdD0iZLo959jVrk+sMTvOu5S6/6bdvKTNyfp1WpEcytJBKz+B/P2ipRl/6
GWHaFMphlw+S+JvLw555z1IwJMnTwvOIZ387bA/RrFRVlBydanzKfIDlXiewdKj46OCP3EkPiVxo
SNBpU299efCT+bt8ZAbXNDU1Qj1pybeDT+ZEmzFvkmNqVhSiBQqXGyjYaXd1eZwz71YK20Eb4po8
qOO9HcepuW4yDA9pkHFjGCH7OgcSwMrQty8DDo/7nMiFL5dHVfytJ1NYQvmkWHNc20aJ8XZUTbd5
9HM3PjLJF9tRRJkT0QFlDO2waMvw7vJwZ18my4Upa6PNcJef89sEQuRAQI9RJkeYQ3Q/ZawOoRXi
fXV5mDNrQwpPODDNteO46nTCyLkZcbRIj34xovckT6cmUJ3emctxA3+qCk1/d3nIc59PCqYnbH0Y
t2r589+ejMR7SxGtmhyjwTajp0EnVHMGI03bYCjt4quuAtHj4Mnl+Oby0OdeKilLLBC2WBfmxNuh
gwYneoyxedpyAqePsd2tsLoN+j+Yob+PczJDdZ/MWkYKhQiEOwTeVfAM5a3akn+G1CCM8Nctgujb
HzwcYJfpYLFscoK8fThZ6hm02EqPrle0/cckqcz+0YHKtPmTcSzPgbGqeY8nLxEFnpuNCH+PI9cv
jL8bMQdPRQ3/8Z2JcvZrOZLuhrYwSjt9IHrzkIq6PDtCQF5C79UYbDE0JX7x8gOdnZCeKWiECulq
8+RrpanygdvC/OigovpMARHKrSUsDx++uHG54SmrkbDoYqrVyyOfW32Iaf7fyJZ4+8nYw9BjwIk7
Yh4uPko3xVuRrUciOsEY+FvTgnNdHvHcs5rCxLwH9rrJMng7IoZWMRmSTX6MO0i9PiXHXVuP2aPA
2BjjxoJmJpBR8s6o5/ZOkylJ899xUAOfjBpV9lwOTZ4fiVTxaLCIufyGB2F5dMlt+H75Cc+909/H
OpmetHaLEZEbXzOy2hfPaBdTrYpk4hEB8WOP3vzp/2/Ak+njQaUXVh/nx0ynNQ9nOFG+RVtUPsvG
tL9UOYrWP5g37F6YEANYcLE8eZ8hGZJmSdTdsRhSe0/rTLV3OibYbj2nWuGe5sZOdXv5Mc+tRlNL
m2PXlMo+XSVQw5G/1l16pBncVOvaJ1x2O9K8fud1np2h/zPO6ZpQeVzJWKcpvqThK53YCZlDaD1G
OlH6ExGwQ3RNhK/7XsF2dor+NuzJ7tni9RH2bpMee7yqJOhJ5sNLqmj67cmkt6N39rZzw3H8ae25
0uRTnkyasMVSY46iDPKe8HcJOqlrKsMAg+ks+nT5w517oZZktStHO4IAkLdLnuOwDJC5Uv6a9vh9
0R7c5BbUg1Wqgz231Svu2d07H/HcImR7UULxPxNuxNsxnQwAX4UcgAPdIHeN+VF5jcrJvSWrKwBA
zKv6w+WnlMteeVqfWRZaRTgspmdq8+2QE3aFrWPYHEu6DV9deAd1318bfQEpAybVAg8hXAUPGuka
Grpsd2pYgjUv/4yz39WBtIVnpudqtfz5b8XN7LW1yiwdH40AW4wV9hndLe46SLG5cYC5Xh7t7KfV
FMNK0tLj274dTcUGgYRTGB99qMnXiIJLyPWIjJ+cDASwTCt9GD1hv7PDntsJLBxFl/rNthBYvx3V
xjJtQWOXSjgUiAmmvtk0IInj5vLTnXuXFDJUwBpFlJInEzdF5Q3PpE+ONmFAt93ol91uTOZKwkyo
/He2t/ODKVajNs2lHH77UH0xEHfhTfERN1P7FRto40YUgYNVq+i2l5/r3OKwLUdwz6cD4NknQ7XW
BMfKsPhqUmgy5Gn8rMewmh7I+4BOj0CweueLnZsnwFm2wuVAC0ucLMcqK0TmIs89dm2NWXNYjMO3
qXGAWToLMTEBfvVY78Fj8GS+/KznXivLAWW9zdVbiJMKRzd+xYEoKfZB7Mn5jEq5nXNlDRuN28M7
g8mzoymTCG5CnpmhJ8/JiejnE8yvI/TWel0Ckn8ypYvHh1tZewMx1YZNoEPx7UzDs42JMi6QoaMf
GkSCt/QNFY5HRKzR2gLrfUmMyrm+/Drk8gtOdynqzAWEAeChhH47zUheLVICT9Mj+nmI2r5DdppR
zz8TBOrw12QCaVdZj71HXiXun7IlooR7n7kLScO4/FvOLWOuz57L4nLAx04+TTsMQuJgHh/TghhH
DAUFxiTFIJrwD8663wc6/SqxOTZJWXCVzUTzdS5xadmYvZTyuitgnr+zupbd5/QNu0xdF9KCqZDV
v33DolFwNHUFCkFfqFhDlDXgHtWOS9sHvzfAOWI9IWlH9xgRNevL7/Tc4NgHLUfecr01l4X42/bv
WCAk5Ezpg4t3FMzpGH36A+kOtvGMte4U7ys6nvEdnqtJ+yl0IbXtL/+AMyuA8p75D/aEOkaePH1X
DmHd8LsOysShCtfZtHOu7FblL1CoQuufPy7bP819TjpgkdP7dNrj7wCE5qHF6epnTC+xXpMVDiM7
BeM/2rh5g8NNHgz1B6OGrfcH55/pUmNQaNChBSB/+7rNEQFhUtneQcKy1wtizdYKgF95j5Mks8a3
YTE/KVL+8nfOpnNbDW40pu24sHhocp0s5IUdVsV0Pg5O79Bn6ztTssUEs/dQZpCMd2DGQf6EegjO
ofYG40D1jGRCEJy3NXwP026r7YfxQ4BjD0kj5dRZd9OIluF4eUKc/6F62X1Z5+x2J1PSolWIxtT0
Dx6OS8UehI5saqH66QE/D4G9yURTTPaaDppux7m79sVC/QijaKRzXvbK3wcVxxUh1l7i7pkNei9T
Eb9Tv52buKBBHqevyepVJ++zRpg4+KXQh8FAtUnSffchIoLiOwYq3fzPyyaTUpgv8tcefIqtJThi
BoIk7YPVY4FMG2ymZ1hWg7w1+jyocBZthtBel530oo+XP8fyGCe707I6FSvTsrkInzwmYQ2jSQXi
HeCz46rQteRNDKnkxm/ncGA+NrUqfqH2T782pUyfRnzH46vLP+FMMQA4pHjXiGswNDjZjomkVwjE
fe8Au40eLZ4xaIvLwv7c+TOyGLOP9Vd8uxN1fXncM2UPVTGWVsqyWDSnxSrJ2R0SP+kf0MYMcE04
c/PFQg7v62BOoj1mwVH+zrMu293p68ZpWEqOAk3n4aTUmu0Et5fS9w8JtsrRTdnTY4uTwvRI/EMO
i6qxq+kvoaHGgS3sv1x+4nNzmjg9mgAeKLVUJ6PjjZZLNGLGIc4Mc9qgsEsh1Jq6suKr3m7r6Z2j
Ty5/4cnjYuPDW3Yshw1Rn6z1oWf2ELbuAxU3soFJoN3r2U8K+RLEo3jqq2J6jttpseuPKlh1oxlf
aSPH/jAjTJhXkxdia2hfvANmnyt7qHiAmIW0rL8fyiSVEDpVWsZB4bnxEtRzf5fwbmitYt8Yb/qm
z7Doax0MCfMUkSltb+8hDfFvwtpoeV2XP8yZqchBLNzl8iJBZ07ODd8FpiKJ0jikPi0DLoUqtn/O
aQRXDlSq3lC4j+Y70//MVOQWLi08ZmhBIQ99e1ZlriNIYAy8Q1e51k1BbDzRtoRc643nVAk0NaKu
mj3gR+BD/IxS/+XyM58p93hccFSQbyFte5msv5UmMiW5DkKGezCGJCON1CvRHE89fKnL45x7t3Qt
FFZV9MUt82R7kTD3KqQR3iGNMnhT+STFBzfsyeVosEbF+r/o+8fLQ57Z0Sz2FNAbxgX7Pnm0UfZe
EZJocIBL1dzGgzWE+zYyE+hwBA6uIU/RYi6CgV3n8sBnn/Wv3gnKfnaX5Zv/9k5VB4XFGwbv0GAy
fZOVfgUtysSx2BWu+7mXAdYDfzAi0DvbmSWlo09mUU/7esLTwj/gfezdGJEZfEFGi4IG0BYvYkJP
5e7yiGc2MU4qruBL34tD4+R71l0BaddvvUPCZroLMJ2+TczoU1KP3efLI52boVSS7FwsSVP9Vcn8
9jbpz1ctFZw+TLUdbVAikStiDNNs/sFXQ6YKx1fQqfzbLomNJzh7ZuiDXTXtXrR2Fa7RFjhPloFP
6y4vDPn18pOde4csCEgRfzVlT49cZ5RdhHqAebI44yH2oYe4NqBZoWDrCZT651iGpaTHawRfXJCo
t9NyDMMoJlwb8AdSG2TKYoZJFA4YnAiNJOXys537apzoDnwMqkwKireDxdg144MdeQfNZNwqmjQL
+Qgzyj/4ar+PY74dx+qr0Ur72Tvg5jQ8pR6Rd7vCQoCCRc/in6DNNvtx+dHOfLal26I9xXuU1Gxv
h5ST7okdsfTBMM1X20+8w2zNhzqpnMfLA50DLxlJu9xCOblxyH87UpaP2Hhg033wNFGSWVuLO9Kf
Ahdf3zrfY45C3KvyENoWRqQPaoBXbzZl+vPyzzizndmgAVQriiLUPQVrWq5yZD2NzJsWO3orduTn
gTTHNeNl95L803ce+8z75ZIMUApSI1DznWxmBbGoUed7xgFHfQrwWQePiR9K7GxMr/vn03SpO5Xi
Ak4unzgZy0sqP8tN2z8Yc46TOvFfE4m50YKY/uOXqIijkwBtFJzgEG8/JSZ+hI/F0jjYuoF9i6M8
nM46U0ZzRaxe3nyWMfTrd64VZ4oLtoxluVuwBWjtvR0UsY8f1O0c0BAioOo5zAO9leZIVokacKzf
EFtihndlGETkU4/VexPnXH3H+C6sD5rCUIFP5i+Jm05djX5wRPAi+53JRPLQBvRLFAFcv0epAvMa
WCKCi5kTBpSMaf4FETS20sjCiXj459+An0Lj2KNQFPbJwnVgh5i5awRHZCcoBiX+sTRVc9wnErjz
sZrlp8sDmmeWDvwXmMpUAxyT9vLnv51d0N9K3KRcPoA2cAIGF1HHjEtQdTUNMnQxHSRSMniAwmmR
JV6WsX3s076fiU0jYWkn8N6MrwKyVHAk0LOM7nE4xYR2oBtW7zzHxrxJZnaAs//M6T8cRk7Qu1g3
hvyom0VuxckiEqib6QAt1S9td1tC6Qg+YAjW1t8uP+252QaUJUAOcLrgpH77sAH2V81gd8aBWHLf
TWBkVt74MZNT/mnsc/cxk252PaaO+6EnKGl7efBzmwbXG3wO8fVjwp1MtaqBbR55cXDEBr558SPM
e4h0y5tVAsr5zljL33Vyn4LJ5FLauSBcXF7ePigmEKj41eQfMJHgiojTgl9jRYFzEQbMwx1phcjc
FfLgBnPwQQwr7ODt+J3JfKa6pcPLrsXuZQLHn+C0ltl09dQulzpMykhwJeoqePbzUDyxkafDpkOU
fje1asx+/fM3zZm+NGB4AcCJb58+cDPUOW7rH3xc3rZOg4CWWFe0aCJU8/7yWOdOQOV6cJEA7uEd
nwIjVaWgF6OaoYYPZ6waysz/IAzIkxjuxOODLEiC2mndmniMKSRRhBTCW0YlWY/lO1DUuWu00iAk
tJxozv6NFJUTlCpJ6uLe7ujoQ0c824NZes5eT5JkQt/In10CGojUcHB2yZT14qREkja1MbP08NZa
RWNQeO+cK+emAR/DATWgv0kh+fZrdB6AQddr/1CaGQbZDoRncVUQ2y5WxCqUciXwQcRTx3X/YP5p
21MA8tSw9il5I3C9SpYELh+iVCPfc5ux+yjCJaMtAL5fzwZsqy3J08Q4X54T5/ZUDQNOkSir4I6c
nKRhOKgAf0DvYCU4O2psiVaiS6OPeSyvsVcf3vnsZ4fDcZQ6bLHvOb1+iLlA5dyGTHevzj47IwDo
qowNcz26OJjccPJF/f3lJzy3v7CBUjnTxIW4dbK0cVkYSi/u+KY90c2ryHdIScUZIrkvacWhqKvs
DDFY0qWfa7vJd3bY6ufLP+HcdsrT4ptLrYJz91Le/3ZwFQiymnp0vENE5MNVT5HUYmXq/ujisC/e
KeHPnRvLcUGBAD6gTmGXKAFJd0YeV+GLcoWMD10Oh+D4IxPQWCS518ajM7d4UusSlucfbDEOoI9y
wAjgIDsnN4jJKPA47zg5hhp0JyQS98kJHDve2iQO2lsnGVg77eQfJ0vvghAS/E4VcDuv//EbB5CE
8wEq6XCInSzkRkJQqHElP7SLNGw0S7faq6F97Y2qit5542e+LrdOAeQE/gj8c/J1s2TGGovYgOOc
1dF1ghcOjpNEbe6UsofqnR3qzAJaugxUHnTdQFuXP/9tKnW9GIm1iaJjj/T+caGgrSY/S+96lHEE
exXv9dHPrJ6/GqmwLVDX/I3xgR4uRo9ZRcfOSiyEznE04khdt3X6wQmmv9z0JuebyGb7BhVAGN6O
oiPQ9p9/zQWMWTALPOL/xoYkNzwhgwPegLG01iG/FZ8GCJ9HuxHWOzvUX/2sk3rE+X2wk6nT9kiD
utGMjrjqed8jOMlin8Wy29cTtvmU2rg/rCglMBBR3MGf26LHOX41Iu5CaYEuB/TZUs6rNorZXCPR
nep35sC5CUf/ZjmmIG14jvV2DliJDa0/5BdOwh6xWapDbe8zq8U3HBAcF6XLb//slIPrLthBaUNa
J8ORj6cg2nkMVyON3qUm8VO7EUtqXCMh+oQfbKf7dnnI8x/BczDndmmgUPK/fUQ/DIMAFkpwzE0P
ZtUKtZjzRCjOhK8A9tTFVS+w8blusRn6kGeeQzSO5yZuuOowb70W1C7AWlUCGYncqvKH7uxBvsNz
PvcVwGKWgxPQDqDw7U/MeX6iV+GqhxgvxFhy2aQ5kDpwZdSY87zzDc4OtvR/YXYuTKST94Hls5s1
jhEdJfmcwcdmNtp2NxN32u5nLN1+XX79y451ugSWBoK1VMJQzE6KgqpXk0vQQHzMqjxMN6qBr/iE
W9z87nFhnhuJSQyVREl4MycjwUpX2KpkOH1WBh6cCVD3K6YN6MdMgo+rNYwnXB9MSLOAzfF47Vtx
uYXPWhDIqKorDOX73eVnPzfbFaRrTk7QIq7bbz9r2pZdaA0iPuqvcVT3Nyo3qnvph5FPQITdvLef
n6vJOSshsf33eOoE3m7sJrDwqYiOth3L/pq8rS7bddaI6ls44W0FyuI/kG8RrB2nJR+IGxBK9Cys
ivAPdlkH7ikwP0w3vv/bJ1/OEiooDMrMPKumFTG28WbOe+uHooG6/udvmUPTdoBOBbXgyXye28Gb
EYrGSHcU9v/N6GbkRHbQ+lairwgsoDQT79QmZyojAFROEQvQaNla3j7fSAiXKYssOmbcbfM7zx+T
di+xPLzDJzVIdlE1BNO+K/8vZ2e2GzcOresnEqB5uFVNnuIkzuCybwQ73a1ZoiRS09OfTznn7J2S
Cy44jW4E6FywSJGLi2v9A6KX2KWMFdrz70/63F3KAab6SFc4wLz79AcIFIBJCciNtE4u1YqyF8gj
0eDZSEuDKqon/OzdSNHxB0Ysaehplf0XEFz4aMyeOihFUGsJNH/kD5rmqkjndB+tWut/DmLCpLkI
uKfKvjy+P91zMYsSDPmmQypqrHvRLdk9SMIuOSbogWU3LjJ8OzwkrH1Z1Uq/en+wc9UxwDG8Y2Cg
UU34fc7+mNgwCgX9ipIgLg04KbSl8dJSd7AORllza1SWPt8kskBYAaGVNHhVZC/oQGeB5P90TOJC
HnEujrC/LUjBYPLwEjld6NRSlVdHU4zcn+bdxDNZkmpsL92JCfGPLX2Y8sv7S7Ds33XUplzDaSLz
ZejV9nLGzs4yizuzjCRqxWZk9vYNippuvROaE28aze/RRkBhNL4QOc6PTHPw/478u3D3x9rrUa5j
FOqTAfu+snZ0dp3+ASJzAIR91LxPZVAC1ApIiKrdX8zZ9xzSbjBSIFtOV9nG9UXjcomPE0SmryAO
oxu/Q33zpeevwh7cj3/jzXrz78eH/Y3xXBIU0/NWH9cAuUghUiagcw2571EDC1PC+FWCCsbPXgyj
RFghy+e/mK1Pi5DzBCvPXL/t0Lp11BhTcq1R/v8W4WDzrcNh76bR0UXb5yX+R2FcaPjlvT/dc8Ua
ggW3/BKygTktR/2PD4yakcPtm2qPCpmu6dZHePwakQekbWJderg1QoYv/LT1boHYYmHseVutYTNs
jFbNCATowvwhgVbHf5GD0cmhFc6+N3lxnv4uCxWjBR8WH+WYwKTDO2J4RoJQ/uPnMnp6fxHOHWjK
g5YHmmcJMquxXCRc2MV2fIwLxOI2de+N/bZpYQ95vaG2BYJLf/O5bfY1VQNI2O6Spv2x6hS94C3p
RXpcPHAexhn7WT8V439mmfeI+FJV2OraxV7j2XnaVGQBVy7he7W30VVI0axOkmM2p/ORfo7SvwxB
Y80PEbCmdmsjKXup477sn3XoIrulHkThgqtxtbYIDiEg7PTpEYmR7qnNukVtcvbFxrNKX124hs9F
K17ODGWTeXJZnC5rbZZV2kIdhEKbdGh7YJ/ylVcDPg/1aLXFvvBy5D/atEbK6uNbaIECUwmiVEDp
83Rka84kDzYu3wS5n5c+T/w79Kl6xNTN5LmZaCJcSLPOrSvFXm7EBafK5zwdMNIKEzEFKzlijgDu
2sR7Rr/JO0fIHbIxWXoBgnQmw6KhiX4+j0S6B+sOFQpiYhHo4enMM72767CpEgSDeELurJy76V6p
HIMQr1i0jlLsUMX+/QU+M18PyOFCMKQtRUv8dL4WYs31jHXWEQUycytMwdtBOv4/EyjHb+8PdeaY
8DZiCy2obtgwq5sHyyK0j+wyO452hUPsPNuGuNGoBWEt6I/AP4egmpoLG+jM1qWy4AYLiZLy9Pps
ugojkaqzU55LvbENgjYJkEg0vP/Qe3Nu27goDpEBzvXCNloCzep48hRyfB4A/EPt9nRZPWR3eg3r
1UeAtYsTmZ724mupGrhU7y/q2flx/Jkh7yGIoqcDTW5kunE7gnW2MXjfFIWH70ROOTna+uhcF1+7
2nK7Df160P3vD33ue3IuF2oTJQfDXwVbOzExeJkKIBbxUN8hAmbv+0xIhP1tcysNbboQhc6tKfCR
hXXDY5NDczpVeFpNgU0WQIMeid9rw8kByXqiGC7gVM6VUhBIAGBBi8niWbt61qH9VWkBWniP4BGH
6wx5dOTztOF68iZtgwBP/t0skUM6xG2NgPGg/UOpB7GZ2JUuenmOi6rX7MkGD1erv7CvzsULeI4W
OAgS7DfNh6ac0ZdXnf8IWijQbxoMQuMr05OD+p7hzKCFjWarB4AUVnOw6U7F1x//5mQNVOMgWvHn
6pt7fe8guwdaFpMXvF+SbtpOQPb20+g6G0xW/oIY7AH/ARVJ5DDp95x+c94kiYW9WPTYwS5/1YVl
1hhxuVgxbFMxa2noSqrHt+OMJ/bX96d6bruBWeBaX24eYIOnQ0fIRdOhKLXHyAORtbG0RvXI3Xvd
r78YhzsO4tqCAlnDcSMsi0qUQOknzel4lYvWKzY2BbpLCJBzkZ4+L6IN1Kk8Y10grBH0RWMDOCL6
g3KDHFZ5C2oXk1pVpz/en9L5oShEkmbyvlz3rKpSaggvM5Sl5flVX+qvedQOP0THXfoXI4FrAAZF
OksZ5vQjmehV4bSbRo9lmshtXtX404pev2MPRxeu6nOTouJGJWL5VG+EDJrc6eeSdvOjkaINPpVd
ibV7imVtGItguHBXngvrZCGgVXmZQo9dfswfiSz61J2FDrH26CYxDlOpPuD57ol+xggB7/PrgLbj
fBNYc33h0y0Han1xBUs8D3TSZ3tdcbEK6rEOgOAjT5P2hfMhvhWe/iqUGdwZWRIh0O4u2vipaO5k
LtsL6ciZefs6+QiiH1QC3vTbtQg+rIx7nidlUH3TunKcNlMfiFvT6YtntwnSb22A/OOFsHrmKuOx
xsWydLG5SleFgBx5win28+RYeH71tNzTQC87tJhdLbcfyBqyC8Hl7IBs2SWE8yJe71uJVnkvnIy8
Fqucn2hgR1/GLv5mlCo3uEiK+MIE3wYzcFAUKRekOyOuYd7NIqxbI4z1OCGo9oDqIvcVSZj18v5x
fPP5oI7w5cCDUJ+lnbpM+49ta2V6WWk41h47xMq+BZXhy7AfPZGE3mRJBOcsP0Ul0/mwVsZq3FVq
gEpHNhp4SRzhd3MpRJ7zFRnD+oDv/YDFUqoj9D5FH70Ll0Gp3xhGQDgAQX862WJkYybYmhx7vuaW
p5+9zVukdnG0Mh8Quaw/GusYj+clTWL4sksMPx3PgANJpRR5ChcOew9PQlh6iP2r0D6nAI6Kjx7F
ZbilLkhpzOfmXaWwmGXUpjfkDcLpPnI0yVBvcfqprvLWaQ+1sN0NBr7ehXPxdgNx/Hm9E5/BfIIU
Op3jNNaitJ2xPi7lk+vRDG7zKEV52B2odpdNRuUxGdoLMMU3kd1iUF7RLs8+oq2z2rVDVLcJyq31
0cDEydsmVKgeiinTp20jL76Czg4GaJdPCdODZvvpDHPhTKh9FOLYkO/8VHUtvnqCDj+y3/r40Yx5
mdgfY62ytT7128GcKnEsJmxcdmiXI8ML2BCt0vfP/Ztwtgy0ABhI1JY+6+oVac4ioy01oJwihP91
yFFjxX0630RebCIC6qsLKfq5bQIL3aemx2MAEPTpIo7cBi2QxeoooVxfSzbHNdLv0xDiL+rcenWn
fW1SuXt/km9ybyb556CrbWI4KUaaVlYfy7ae79gZGoav6Yhtt4/dy0/VFPFrgk1m2GPXdCGwnts1
SA6BbQRkaLneaoGxhfFH9BpqQAVVB56r8Pvt2KOgvaW1PT6+P9E3l8UyUdJttPgWpYy1pljkFx4I
dlkfkeVvvuZYNaOGXlfVpSL42QWFgQ8T34OFtT7spmZ52typ6jhPtCeDEmupOJj/bfXodaw9fUKj
1Uloq4mquBC632Q5v2f4/0emn3a6f5q5N2Ps9aoj6vL+T+FTPHNnAK+mirHSUH3wfbbEiIUdllzR
ApbWvr+/xOcOjOGxwCBFDTQBVnHOVsivC9wQj4Aibk1T2Pcm1tNYHmBi2I9m9fz+cGfOCzgbpByJ
qTQQ12UmERC0OfsoHdW2pBoxlhhl+hQlCR75d2RC/bsBU4b9+6OemSS8Ol4AjA19dl02zFEzqQLl
V0fg+t5tqtfRAXJddQPpEcvDHEmQ5qNpDvAlLmLQ1aAuPO6Q1XcVQ9stmeOxEjLfjUlrNlct2rfy
w1fx6Tir+FOj0TIi7FodEaGOsOWBZ37oVW96eEpT/Hh/Gc9sVh7bfDc+Bsjida6oypSEIK3LY2eJ
xoDTHahrQ7XdrwVJfWzyDGoytgE8xsJ2cXp5yLCQDA7v/4iz39KBBkX2we28LsS2qjFSir98S4TV
KS3l8yGWkX9FQjIfZglu/v3xzgQ8cGi+ASKPMd8kO8rQYDv3VnUUOVYgmiTKhR1t16t5DqrqwrY5
OzkwxSga6hDY1pmc6TTYqkZxTSBKFeZT9fxAT12/brvEuMf9Mr5wHM9OjhfWgkfjhKxFgQwvxmt2
ZnJ13rd3o7K1LhRqSKqtlo6BdeEYnjv8aE9SHqTxQ1N5mf0fSbkrTK8turQ+cjpwxs1wYJkjT/9q
+Ep94VKfd5HVef99/Puh+gcaBi0Pijer7DF29SrHpZ0TYhv+p0AY0LxQzn+uvPKSYsi5rwenAu48
PSadQHM6P6NGmHqYcPiREn3zu9LKUu2mxs1r+kSOPEbPutLoLV7YM2dXFdYq+C6Kkfx3OirS/5Sr
Ye8cM6Hr30GS+dZB6mP+ajSm/72J8k+1niAR/f6ynrkyDdR4ieO/ayvrcq8nbSCTVlce9ahLfwS4
kYZSmcLf+kNq4EhaOUESJpNv1lcJBtbJhTzv7KRhgyETsAg7rbGq9HrqyNAQ7SoKdNCjKErCPmgi
P9Rka+xUMiN2XfSoW78/63Nf2IE485sWSexZhXWEC2SCuy7BYGhLEE3+vOGOFFdZswisg5f5i2ku
xArgXIQ73rGn3xZGm1XhTYhYn2EWT9hWNNsWfvKXWZf9tSNBlG5yMxYXYNfnvi17eFF/oE9BV+Z0
VFyWIgukKlJhZoSu9YQuEGlQ/GjomCqOg9J2yrLlr1wm+bf31/fcZyWN9qnWufyhr/Yy3jD4RHaI
lDW99D4hWY6vGyYEZSiEmLZmW4pt4IhL2mhn7jWiy4IGYFSatsbpfNteR8AjjZkvyd6VY7nDw4BL
77aaYFRu005gxJLjkoyrVxA5D0nbe6/vz3vZNyfFrkVdFlAAUE02NB2/018w572hRw2/oDJnP7tJ
+zL5TP/EH/fvj3Mm3jPO8k6ha2G8QdqYWWK3jYfUUINBCWZoxaTUdTu3eY1jG74EV38xHAxGysmL
vMEakEcNxqQc72ZHZC/YSTX8LfPOjexohmtWFwj6fTwqsW//d8BVsJ+H2eW9jHq3ItJi+ONpY6i0
oHsULY9ArNywexvT6jVvhvkChOdMaGBogDS0URc60Oqoem1t5rmHrpIVYxcUugpz+T2uHepnEwzB
PzkK8xc2zZnDwogLqBolPSDzqxFRKR+ljZHpsW3a5LNuJR4grRH3U3ya2v9wqw8w8nLxt3n/o547
LX8Ou1pj1ePvZ9hafgzi9qUWtXdb2TLHS6bumxcRtbcAiT7jK6Zu8Eqtm937o59dZsrRwCoQMiNR
Oj0pXTUBjpJ84bkX8RHs4W1TxtOL1O3pYEtv+Hh+zXMB2A5PNP5d72Aku3MtG/Li6Cr52rU13lBW
bBy13nAuSU2fibrA+ijoIzaGNNf6kWIoFVWBnqABX+g3USPKG6uNRhV2WqwOqUwlxsBJtDgUfxwP
vYSfP4ZefVKsAPMU/eXiaLQZtBqvCbxdoNnOoyQNvLCi53Yt9yTIcGAcRLzVFQoend5/bmfHulQ9
piizKfsbsyl6LP00L9jmmomBWd/g+XT1/tY5F/wodNHGgw8BjnS1dSoVB7LQQH2Dbp1uRwc6mg8x
4JetOnUhTzg7FDkgr8DfkK/VUBGq4MpItOwIBLm99pu5u+5rmJ8FauIPfzEr2qhMCVoWN9jpgdDq
ycknvDmPmOJmBx9zwHDMlX2felwkfzEUXsqLRiJF/DV5wZvZuMbijdDODWaJfT7ZezexcYZKCq8e
L8SZc+cB0Zf/GW21UeSUj8g/Io1oYlCHY5sA2vXJiAZ7kxZ4BDS4HkUhEsLeQThddSEFeovt5kgA
DkRIBHUD9stqWWfAl3rcM3qpSAgxQx8KVDxNc0BPAZqYB8Z6NO8owznfSly8segA5X9T4PZ9icNx
bi8hTEbIg5nFG2aVG5iNmjBlzMpjOXTDvk9y75bGfLtzHVyhw49/YfDsSMTAXuakrAIBhtKwrQyt
4ErB8iEtVWZsRNoBqm4kref3Bzu3xuBw7EWLEr1PGhinW7dwOqFNVZ0d6ZvKCZyvkQ+7SZ/Vri9a
jHgt11DDpsP/dboxcFq7DzBXE1tQX83X93/KmaDE+5DYiwEGrglrgGAcZMnYFYjLpXXh3VXpYAUb
TxtCJ/oVlfnyzUvz0v4+c5PR/MY+EO2YBcu2Wms6YS7+swC8GjCnrw7QPGPv4ZXrPQ1Z2yAMkPpV
/vHbky4fCBmUqpcMf5UySLNGdXUe06Ovquwmmscan+lgGK+gmer3ca9rH5biBuGzPE0dhltUclaR
EEkHHRPPCMHfSfNCSMP+NUacxReoq/7GzeLh0oBnUmkwM3xIUgSkM9bNKWuQte71DJgZmbtR0hzr
XW4Mhn5hKc9tGZSpeQDz6OZCW23ezojdMTZ8lrLX8q9m1uH9Xdb2EN8OtDjjQyN8aosRGhPjR0fm
xNCaWvBrlIlANZwemzQFLWEaUHyqIeBh3VM3T5BvskQBkDeP0SMBR9tunKDy/vngMVn2DdcaTzTE
HRF0OB0Z8SEdqeFAHWOD9vjGwx5L0Zl2EyjdqTtaG6Oa5X7qjUuh4k0MZOClagQoBYgi1ZXTgbPK
99N6LAcE8WX7qa77m1ihQ4wVfDl8tCS2JJWLIi9NDoNm42rD4vKE1XSQeMfc7qZH/CLHhxRTqU3Q
T95Ho+0yFC1hIg4AB07J6ayadnDG3si8o6L1OexqDTzAzkqc8bassIF7/9u9CTfLtKiCkTWDuwE3
dTqYyCwyqswunnxY6ru4i+f/7MGdHpNOr38s++xSPvvmgCyTMymqUe2H6riWcJ+FVXStzKunIXHK
nd12bYJzVlDeFoGYnxEhG6+R2gz+Ypq844Gl4aIEJWr1+aJIutUIQf2pCVp3W1W6podwT0A+Bm55
hQuuNP5qRAe7FL4SQqerFo7gJGY0w4unUsxDOMLx/VR6Kv6UYHK4F7U/XBjvTV7EupI3+4vixiKh
u5rhZLli0Ea/fBrhA+0mlWo7qTvjD7otao91a9KEZT5mPByC6IMWRlwYvOJh2IJHJq6/eXKWVZZg
nTxl34TRYoM5b+Ql86I1GYgUh5yLEgXXIsRCkp7TfYqciKbczjJejLGZ9nUr5BOlPqgBsw5B2Uqe
xNhp+xyWwA/qDt1dprqvwKHk9/ePy29JoD9KMvwO4H6/9QgXgCPx9vR3VLUEKaLPzbNjFq4mQksr
xv4Wj2WF1roKEJoKazgF6Q4tDB2eRJ7FVhd62NQPn+fCnu2rWPm1+iUlmhzbUgb+Tw/nvFcvB9gF
vwVbcOT30xogA9jWoL9vB7f7F6yu84iBsd6Fhl3295ZwVfrrwtSWuHI6NazNQMZApltC3TruSFcO
Io2M9HkcgDvfg3SQzxjbYhNN2gu2fvL0eJejEu1cpVZjW7vGHfXC2lVpVcy3ky4M44uXakkRzok3
JNupyuIJpmc6i4M21Xl0bwCprq+zmKIHhpVo7FyL0iyNr3nOX3pubzkXkBOr6MZdD3CCA78QzRfF
yqVo8UdrYQbQF3leM70ANa4fTBWkKgwMrBWkGcR7t+ovUMQgr64XEeFSgBNA/SiQkjyu42k6VFoB
E+/ZKVLhHLRu4iEWAoxv3Ju5HL141/RIXW88YDHGp1ZBHAvQOJp2TlQbFTbanl3u2yz2n/Uk0Yxt
FExlFgL/6v1Nk7oiwak+aauHEvvLPBzqOf7sKLgfd44vLezjZTBUh8RvjOqxs6Movm1RNZqbz/Mo
RSM/YQtbHmyLHsvDnCEqeZXXCnNIbAk0gcOv3Y79gW5Me6NnVdlh+Tsa6ZfZiIdPlduaPgRGlb26
XYLpYW2383e7QoNn22k9Z7LwimafTdPYX+HKmUeHOuvNbjMWcY19XNFk2V6JYFQ3oz+3VOAGa4rc
+7ovi185ZbE+9MyobXaehZPgy2RPCMp3eeFlm6LMnTgc0eK0s71bDFH6DR5I8RRMLNltRaPc2zRO
WWSfRINet6JYYNOaD6XTONqt1UTes0d6lOysJig+N+2sJBIL2JAfHCTU4l0XTIV9PeL8KrbSBDe5
m/t2EDscZwsZymIMHpBXNUWoD04XHEDq5VE4OVDVN2PcWRgJC2uSezg9Kr1uNeo0KBvM2kPHZRZd
1SgPlCHwqzH5HjSD8HeV4Sb+tlOgW+8qXRcFkttuGfQ7lD30dAMWd/Rue7s2PJoHqMttmibKoAdN
o//Tokzq3nqTGTTfeT3Z6t6pncoGAzDnN6ZCR+CbSDizd23Vjve60yoVFk6SBmjVzm183fTmGHAB
to2zs63aKA+aCrzsk56buXsvUumC7kVaf77qUj8LQuknoNjLuYKgb4/abapoyG16PRuq5xhlNLUZ
ueZffbfzpk3j1uIL4XNZtcyOR8y9zWS6tdCWKO69epj/iWeZoJUta09gLoyMCuIPhd5GnhmKPh38
DXeWOx1izGPK+3nQNaMIrZzgKrZaiYTAJ5vEJPqO1Y2hrpsmDoxPtt5q1XWEL/VYbyzVVOV3vOy1
eD+ifZi8GL3bVJ873Stkve1kEZm7ITIFWlRemerZz0hLVGKGg9F5tbkph7R0vulAD93bsgZide01
dVzTNOL1sOHoKfld9zWzivfmbFkCn/pU8/pwKF07uhkGd8StpE3jvIXd3Rd+JkPsRJB5bCMzT7am
O0VU1jFWOoopifUfSdzqDzPNwThsiQvZdUpoNvZI/pv/RniG3doGSgFb2OL4jpp9q1vf50SbhhfD
EhZwlF5X2Y9B9M69rVlJc+co7qaQCIVwsu/H+Ks20RCMm9gxZbvtAxdwzmDWpf6Ab3H2rwLq6tzr
Ou+iicqeG45aVs4b3Fqdw4zMsxHqree+unNlPTbIYRhs7wTnbHeacR6OhDUUkEC9rgtrVI7ijdnE
mJM2Xld3KG75SEvYpRgBHM2pgWzurH75GGOXmy7Xyi8dwEU/TNzaH68qmi1T2HdxhDWvV9XlTYMl
VbfXE5lcz1ZhGdtW4mQeBpOcJEp4Wqb0HUlVXW5RqPU/99qsNWFnu5WxtSOnTg6WnZk2VscOLsT7
FsZoft3DXOrAImDi6DwhTFL+inqbc12ooku2iNL29mf4eFLdFC16tHco0md9uc/02XZv0jZKHp0i
m7ptMVtOgli/iWe418TOd2jo2bDV5snDJBbdx76Ow8bnHb0x0c3+HNt5JI9FAHJpQ5vIzHAI1JfZ
1aLXtvT2TbEnC0CkSyhC1Ne6N/srfahMHm0tXJJNOSblfNsNRaQ+w79GMKGAoXtsaR79x/Vmxz/i
apr2o4G61S/pubG5cboZqBdK/0V3cMRcfdGDPHA2tdtmzs4abSX2Ey2nfiPcxh73Gs1NENw5Tpjh
lIN8vCrokiTbKrK9R9xZ0+l2kAvb2C8cW10rGSw2qHVah8MsZXXX5mC+dsJNR/e6Mgb2Myxt0w3p
I9btg51WqTiAZerdXaRXYNI74WnGXd+jN2RsOySrjNepRKbqXodmCpXeGbPCvIuXQipogJj1hAU+
qk3Ea0Y8qmwQdXqAp45H87YQyVxu3s+GVu0MGn+LHxJwFmpeVKPWYvc0zyMVTPn8ksVO11/VsSy+
N6hMq8+RFXHGfa4RXK2Z4rivpbREWFbK/6BMzvIrqPCRt1AtQaplzfbD68DAnNo1XiKrwMuYoH80
ZJBXUEwuiVG+SZUYirc7FXDYmryo7dNUCfJClsRSmC9ExerYTTK+9ZK0fZZinvqDMLz8ksHJ6sXC
5FxqpECCEWLkHb8uG+RIZeUktslrUNiJE2qeGO6NvjTupIZMWixwFPBqgYPCKA1x4fOuKgdLX5fq
IsWK329CZw2wq5yBzlCrZa9SirHZ5JObPpWUpLbuWBSX3gzL0p0k1j5A4d89OYBCsK1XJb2ujX2H
/lT2EidSe8jgRMlP3B11vTXgM/hbJ6aQe6ic3gk+lyX0712jy6bftfFMUpZbGcwCOGXNdQQo/7sN
GrinzCuD/r9oSPza3kLVV+nPQUt0fQ/PpNSv06Dt/mkq1y2Im35Z386AHPsrcr3KuoB1fbNxIOsj
McLTjMPIY3dVd+qz0e2QlHJeZrLldrnNjfhLbibt7aD1LZu2UXV7odb15vMx5kJfX5iTi/Dc6hXW
qsqfTAq+L8utpUL4EUN6ozRKJ2EdxOqSCq6zfhqxOJRGlro/LFi2zmqO8YDc6Jyk+suY4YS2F8Ko
1JdR63Aqd3jIDDunNWZYPXw9Z1uZhf8MOqM3NzRnYEtNSH+MRZjB6Cy+JQ0ifO4BJunc3puiUsYV
Ztdu8DDj7i3wK1/clatQWFYi/k0nETmk5z3shDGsEfpIfwhusngXocNR3gd+UZYbE+hivjOVaTyh
MTkYoWs3DdhJQReNR47Iupu6TObku90Kp/0SV2at8FK3RlVvQXnr8UbDzVvzN8h1Rtl1aQMqDes0
MjE8hrSp7Twzd7J+I93e8PaoAeNAvhntzkM7h2BBgXxX9k6/mIvXsqKJFmWi7x7smSvsMYjisnr1
ktbpPli7IlYtREGedzq0GGpXq5CFCnGWDu0wPdEviHfpXOFYlKT+vTdbr1g8ahf6XOsrwYX9xgMZ
LheFVJOW1mmElG0yGkMi9Set5q2wd6c83k9abn7RC6eID7o/91vTL6wszBNEO8LOrXP7wsZfHzZ+
A8q8hGhKILTb1qqmQ6xrcRFU5lPsxtbG8/P8ezXUSUgF3yblgMp2oRj5pvDye0QONugJ9AOoDJzO
OheGcpqsM588m6wilZD3i6RN90MdRaE2uPMBdQ5jU6Xyp5Zq2a2h7HjjN8UlQf0zM2flOfQIVlBo
Mlf1tNJJSg54YT1FMk2vdZhXO7tvp68Ar/RbJdVw9X4C8Ns3/s+ozcQXEisX1KKuym1xOvF28tTg
DK79NGVB948nC/c+4N3j3kKn8fQwVZkfbKXM5+KA/ZfGE7fV2p0yezFvowF82h6sRXShoLGqntIs
4UehKQuPgXqtvSYWxFjwKKhu9hMwoGRjorW08+tG6eHcV8NzWaNFsJ9bK9IfL6zGsrzr1aCDCd2G
W/OtnGmXT+DbiIxPSeJHP8GYtOUWcU1x1STSCnZJnUzzNo+y5CkP6vaR7mm2g3irGx+8bZYFgPhH
FAZoDJFjuRn+qOjYQVpnzjA6T6rr/S9Za3qbKEhcSRLYeCSdfp2rw/tzP7PmOP5Q+aeis1BqV8Gf
bqSuzajWPok0/S8b7PpWt2vcp0poV1vKdfInTkTmx3BDy4dGIARGsY2S8CKicTrP3qAkoZfKferH
Qb+y9QRfjmGexwcK3HboO3l8iYxzJrwhYrUsKmIPwFpWKxuQYxe9qJynqu3mdldN7XyL34s3h8hy
R/fgs2S+sTKnHzbwgeqN3lrThfb6OiNcJs1UKWDTGFjEXU8nraxG6kXHpHXUAA4S8McNOXq9GXlk
bfUc6mGZWtV2Gp1Ljkdv6nbL0OBGQWiBX8X7aAk/f+wrZVFgw77Qf0rHKB8+ZRU74iEpbAc0SO6Y
aod+WN7eQ/W2NpOrfGvX84IfNhk65fc1knfJdZkN2lXvRmr+D/N5U6WhTtch3XedZ4y/RnuQKsMp
JzEeZugV/kZA5rqDGtSJD18SVCBpVaGnT/cIgPrpXJq2RqCqLlhGwRWeOUpmYTLaBWiJIM/vDRBF
F9Lpt3uHEQG30Ufy6UGshfTd2I4MSY36qR8gHc22Jo+jJqe9TMryJsC+6qqz9OkguNoOBRfphaCw
bM3T4MTXIzB6JGnLeVndUTgSSpu3sfsU9Ik6mH4tt3ESjKjRjvP+/WBw5j4k+HIk0aAFKEnD43Rx
E6qpUzQK98kdWhTdFPpN1zIwVBLWjWvLbe+rgiqWMj5hKF8FV5LjtjPpawG7S0Udfzg48XO4poCw
6/7STT/9OYgi2X0xGe5TM5n918SNml0ipmLvJcIIZ5ilB6+wPyhXSnBiUBYcGhYS74jPnQ46+hrs
SyHdJ1JE7+DW+vCaeR6gkA7+zscar/9vLDQ8KOAjnLd+PFEitro2y90nozaznwNqimGF6v91V9fV
hW/7Nvws80JYY7nxwY+vYm4TAMvS+PJPhdtjb8UNHPax2W6mvL5OnVjbxDNKjqYTpxf27/mBUeEC
OA+vbT3HxKImZPeO+6QNXbAd0766wpsCF6gqQExb1bt+aF8ixygvxNu1kgiLi6gOg/IAJ6dE8vT0
Qzq9Sh07aYpne0Sp5Dv44sAILT82aP0qvQhrh27Pfiqtwd43pd14W/ZWbmCOI4by1k4MyYYfBFXk
rreynYXjyiWzzDMHjp4iGf6CoYXQvO78pbWs87ocredEyOcoKvK902fJxioKc5vHWBCCxbQ3djeL
sInHYtONcXDIKN1t3z/5b4MMVlWgMDHqQPDAXSegMtU7lSS9/4RYVwLwqB+/dE2vvUyDo12qPr1N
OUBAohbBy9qmu7+G1AEwF6XLC+wppwNxGxlWex0lTgboXtd+zobM0ddsL53q5dSeRlH6RODdqf3Q
mycJON0M2Rx7xez26XNrWjQvaMI/KXwqOh5VtkJ/UY3/vL+i5wZEf26xSVjKTmt/J8oSQxLbevbc
d870CIC32wWtqR8gNExHJfXX94f7nRyvJ0h+ATVlcXOjZX06Qbi3nlCeFz83qS/cb3WZm2JDPa3T
b4tET0NNUBpFYOufbkyi29bCWjGcPGkcBDnvrne7HCTlkKpi7ww40R8FVNcLS3LmwyNkFhDHyUEg
X64yoCkYJyuNOv8pam2xrR0Sr2yUBdWwfPhll8oP2yTjgnl/Zc5sbQRb4ZfxtoDytaZHa13RzNhr
MyoaL8CVcvNuDkbnqGtZd0mu9G2sY2/9lpUk2yQ5WX7LH4mWVjhZkaCb9qx7abZpuro/lG1XhBXp
+62b6OphMpTYxDmkko/OktEgUgA8w03xDe1AYFLQDSopnpEU86wQlFK1GTocQcK8tC9J757ZbIwG
mg5oJhRl9JBX88RvS01Dlz9jm6mbm0o2I86FNkK8X7QMY8edLWtn2sYFal+7Ih987wWq9vhZ0ION
QseM9P90hBC920n0zbRDh9LPvueyY59+cFl4S4Gt9jBBotD8pn6XYouJW4lMXtOJS2dTYze6JUue
oh3C1JfwE2++/pKpIOvJE5YXLGCO01WZ87LF5ilIXkszyu96Ny8OflnSJ2d5wr7WrB+tm95ZXd9e
uGLfxJqlTEQBgfwUeSoYGacDJ9VIpYzC3kvG/fBCiW6+7XsxfhVFM75ADblk/3F+PEBc5OFUp94U
iyrPqu0xN/8Paee1GzeWtusrIsAcTllZkpWsZJ8Qliwt5pyvfj9UYwMullCE/kEHNNA9s4orfuEN
f7wqSfdqjF1X26fxJkUwr3AFqswL1amvBiSDQTue5gxP5ewDLS/ugsDr9T8AMew/Y9ubt2lMd0zG
93CttfqilfNJTZTrCdsmzvBn1mbNl1KR/bIxVOnNTsrGXGddUZPxqD4tcM8J0kut9OP2NVYGy5AO
PoTn7B5EdF3/TLWhENtAG9ui3CdKP1QLa008zmoe3fQTBxiuBI+opZzGNZUswrJGjfkNVICPeLDq
VD6RFFjewFp1fWob3pVN7WYnJDseb/SSbhBtwYrkTgoN37nOhZqsEaFJrXWvGEl3XecN0jCppcvV
vkytLj30kkBoKIZojQAjoChjP1aBHuxLrDvbbSe3ifRSew3wRwqVWryxm9p/04gVfGx6aqLzrlWC
9D6KkYH3VzBA0yHcmLlWFoWb0jl+pH8rDS+OX1u/NIPE+IeiB/ovYvMwfhv1VjSb0EljfwVgIX71
69oK3Dy1sN3LcQzdOaJAZb9r+8G/LdSSUkWda/xPV4ZMMoL6Hl3Q7pAJ0wjurTBs7tGq9Pq9lHrJ
Tx080+BKE45pPYQWbUAp6vPLQa3Vh9GpauX3kIxYbmVRlIQ3LS2ASxNNyMAd6SjGkyWImTxWei/L
B7uvwLq5YwVuel2ZWnjlQHm1L3Rha41rCanEOCUuIxyUg9ypD3RK/OK9SqgcrapCKenIjGp2H8JH
1mnSB1F8hZ+QJrN8jvdoWA3+LpWSDaZrmJGOfFDnS+sggxqwQ6pZuvKSpHdWQWdl5YNZDL7cbRq9
yKN0Y3po8vp4AQnf3vZA2l9GKZT1t8hvw24bJFR5t04haR964I1ZApHJdiiYmx2QqG7hAT65Fqdy
1gT4Jr6Ftzov6ymOkIMkl4c3roh658ddsw30WmynrNotwd8hvovlthx00UIKcDKyBUkMEC19VEou
PAPH92JmIg2QDK3+1+zkpERgAl7RGgSdckd/KXssQedgP0H1M3N2NbbxNA7OPz8npQMCD0RZUJoC
NzgR5Y5/wJD0gZEkqfio0egTd5pd2y9Sp4wEYkl5A+c8DC/Hwis3od8kj7xOw0JcfxJygbOldkAr
ksyLbvMsIKHdpqQkLtEr4b2yC/C0Ees8HVLNRb/kWsJQzqaZ7uRLoMn5hU01kUomATch9xR0z3Kv
2C7qPi9l83VAwn1bjENxyFU738Woj6KQWOCAcX6m9dmlSBsb1QlkGuh+gr+dezk2sUBv2OqdVxTb
rBEMURu70vRGL4Dg5tHkhHoHacsrhJ6HSUnxeEVlScpHXlnnlUpR4Op91T4YmUjeAd0Y3xRGQ/4J
gYIpniR6UScvqOOx1EH3hkDtvFcZV6h9WI31RRUUMrq4yLMU7aKU8mcA/u/L8jkgsCTIfxwWwpjj
AZHEjuPAyRya1oZ/Z7VOe+PZkJBbuasPA8ZvwvVyagZJmesHrcj/qHUu7c8v5ElK/Pkj4HQRR7Fz
wQYc/4iyVXIa27HzmhSNWq49c7TdgAjv0a/b4aIbbH3jm2H01vXCe1f9sbuJjVROXCOR7e353zK/
P/77KZSq6Q9RM56TpOO0kfuxbp3X3LEb8+C0bVq6bYMpqet0qNisNaUYaT9m4Z3SDOLu/OinW5rl
R0fl/48+mwiEuHSjQe7ztejSYG1W9iBWmr/s1nt6VhnHJqyCgk4NYk62GjS175y6YsJjNfqpO3By
zLE2djyN3aUZOONCm+er8cCuwH/GEghI7uxOylrbHBxnsF/7ztBQc+2xOx+GboVDjv67Lspg4f35
6shC3iAy5tACj5/m+Z+krJ2QvH0inNdYlMat2pfiV+rb/WHUw3iJTPbVt9FJp9QwkY2IHo/Hikoi
whLn41eM6q1+lzVmfJlpgT26Uiw52PbGhvb47W0CVkAhu6Fsg5jRbDp1Je1sKcy8V8lTGrGq6F6J
rRzxlC9csV+chsm2gEWjU0mjdpb05Xh/DDgUeK+VnGerLPUcUBG5tDEx7N2r5RCviswrH8KwrHbn
P/GLFZyyDOj7UA2oS89WUK0R4NSL0nlVsHF3dqM8hrhW6fq4kXvgdwtRw/zN5NQjR0kCj4giil9z
VrsZqLUUK0J6jXVJr6aC7BC7lWr6b14uxUQRdeIKzfFezn/kF1uHSx4BCCpj7NKTujNuKlSYDabX
KwVCE1m7J1XsDxJGBhsjapbsXb4aD64KxBhSOMacYpd/jgXNwDJW5EF6nfARFxKsnHWbwaLaSHYQ
XunMwlK7/atlnHSwiIMmiow6W0baTqHjIWHyKtDcFGtYtd5KUs0wXaV+6C3s1i9uT8YiU+Lof/a/
jj8vNjq/yv3We031vFFpJOvAy5R+lBdul692C3EH+T7de7bL7MQ7bVlo0Wh5r1YimsOodsMmiqPg
gr61d2UVY3woh9FbeCS/GnQyIKeoDQ8PzMbxx/WZlzlR1Yg3iUxhpcdlt8FHGkMPXyn2Td7oP3I1
CBdO4emg6KVRzFRpoKKmMecbdF4rB55sircm8KHHJkbR0iGClLa1e1FcpWrp5C4scH19/mCcriTj
ThEQdS1oQHNjHirWZS98izMR1VrpFiwEIQklo4/z45xuTy5QNJqYTvA29GmPJxVXNDOpssZ/6zvL
udKGZHDDzjLvdVVyNt8famJRgPcgN+AHHw+ViCAKMR4MGKpLrgZJDR/wlgTbjJTFt6+VTwNG2C+8
uROs5ngoUVR+Ba2Dr3K09EciVdKhHxSOQutf2X6Vbc9/2RebBG0OHgfu0EnMZnar6F5uJU0Af6eS
K2MdWH394khafEicMAAzp6ko0GZLwuzzNItJpIOCTjitC8p8828E31KmepoFb7LcdTtNDb21hkuq
GwyRdk2FuYZn2KtPgDz6jRPJ5sJV89XGIbSYSmETe2uuxe8FxWAVmhS8UZ1rDzyT4Uq30vjeGtvg
cH56Ty9tsgIq2UijcxbYrceraWR2a4xmkbxVfawVGzkJsujWRjJffaRCVd+JHNL1kvDUV4NSC+Og
kUwS2szWNMmjCAh7lr0pHSRfGR/jO+pC2tXQp/4ekY1+4Xb7YjzqBCTOGHiSys0DjdQxxxL4U/am
lZbhAmUO0BbtqnrdDZ3+EVImXnjxTxdwegVpSKGxR1FzXs8EGBSmounjN3lQx62dCeuxDTSMgZR2
/KZ3DMsHyQ7JYroRoHSpFh+vIGFE5nddHr1JHp2ChyEqSf89x0ukQwZd4OH8fjn5simPg/0+CVvR
/p1PJSqTIu+0oH6bZJ5+12gfuQoBKo+vpLX/h7HIzEBITKUOimHHXwZ6LDflMWjeNDkzQAkga7Xh
TYTgUUnBUgvi5J4hCac2O+VGfBl54vFgrQ5nufDU/s3pq+pK8wJzVeSdcdO34aF1wk2gptHC2Tt5
h0DLAQYGn6ZyDJw5IjPLbS+NRai+yZFM+IInXiFvVGqFC3nf6ZpNpD7MxunUU6XTpuPxT2DmRG3V
kqepbzU9Cti1eIxc+L3X1qtYdpaiwGmejlJ+1mvC2sE/RX+ZHvDxYEplwHlpnPhvbDQa4MfUeIQX
Gq7GPrYAgAbpCiKbsxGRmv49vzVPqg3IhCKxMKlcoz8rg1A6HlrrTS1pyrb8oGRq/gkQOrsksxru
ixC2UVyK7m+OeOBDqCv9BW6T9pOaDN3CXM+twia8s6WhVUohnbiGv45/RJBKvZeNRv2uaWC7N6MZ
eqVrBI0oqIsNDfImgYz2EWL/+qOkJz6guEFT9klnlBE140T9U0eg3w+xrGTydmGG5jtuomjwnCFU
S5aMgMXsx2kBAiJ1bKjviBVp963uaX8kkFYvVLxLHMwU6Gw91aNNQSZ6WYRpa60cQ1ImTmM2BRN6
+1SOUf8MC6NZUmQ4gZBOPw4A6eSwxk4FPnw8c0ppx3WrjOq7XNbOj4DO04uCD2ThqpWt3XRwBDvX
qZFVcjvK9YlLd8L3122Zd/ta96HQ+nrhGwvrOX86ph9FIkwkQFYzsbWPf5TVEie2kam8j0PcvxuF
kn0YMVVVnVW7R6xsyfPsi/3DAaVGPVlhkn3r80gcYlHiK731HmaljBtFl9aoIlpJ7RZ+JW6yKk/l
K8sfZFePw8ZeZzzV916qty78wORvOhDPbH21TsL1+c1zOhOUfqdknQQITPc8L7HjDF2JRvH+Ro3x
R4pMj3Z/2nZXnoV2YxKW7+eHm9/HVHrprcPNZ6uRkMxrlZ7TVFAhVPEueATcUcYjppIK6bLMq/rQ
aWl7oXe2vzk/6Pzy+hwU7y4q/OB2qfwerzZ0OR+OGYNmI5DVWvP1HS0vB0Jgptw26J7uejRmDpWA
0Xt+5C9mlzuaujaF7gmsPFv2bvQLw2gk8Y5OUfcrr+1s7YeBdqk3fbTubX9/friT2YVBhOYotzSv
HRoksw8lUpKDIAzDdw5OlbgawlpvvdYMFRIdSedS10Kh19DbpTxz/hQhBcKsTgURQAWnBWEF15oG
14jovYw5OlBusrVwSs/A65d377s7lsFobcIsJxSbtKuPVzMvLbW10yZ6B1oRDG4Bp1XaxBrVD/D3
0gbhjjL/ZuTO91HHh3qmgQsilpjdYZAkQxrlbfJuCJHuS8+2L2EDe4cxAMJ6fgm/mEqGAoDLQ4OI
zZxzN0LqziM5T979WA02iaNI295X1RRaIgWChe862Z7Td+E4MmWYmGPMdUioQoaKhO3YO+hFfxVE
vbZvaEbthqGVbhM85/4v4yFUYxNkAsydO+bINaimUAmy9yA0BIoQeVbUB1ntjUtRppnk5rmuLUAn
T87+9Imchum6AR86X7rIpycvRVbyboZhf+eFRb4ps9B0yyYCcCNXan1V6MZkk5x3S0HTF2vJ84IO
EntnSvymf/9PhDYYJAwCque73/QZdKa2yPZV0YUBne7EvD2/cb5YSwYjLeEeJ5afUzXSVAuSWKuy
9zGNtE2Ge/0GSGG/a1FlXHVQ7xbumi/H4+WkdTphyeYTm6hq4+dJn703ZWjuKUhEuAWWyS0PV7qv
eOYX2gGnk4m6kkJdF3z0ZD40m8yiTyzRJUr0PlqdfF+IplhTYB5uKeQvYcdPQ06CKLhNJM6fumfy
7B5VcvCdBEvxu7CLHBOeUY3RXLDNZ6dSwzsc4+GMhXIBcqrVbkw4h9uqHYuFFuLpBPMjaBDweqBD
QmXrePdQlRzkcMg4nNYY7owoC5GbSLW/Vp9H+8rJvovWYSQ8uoDDUjSg1DSvZ6Nr3Oa1NKbv1aD/
qZqi3guNhysfrXVAqrQ9v11PlxNoGJ1YypKTdflctgqKUBNpntS8a5HuXQfyiHBN6AQHXWvfvz8S
SELCDpr7tLdnsV7gYJNZS2X77nVqfjWqjr/pWhFsMZsvd+eHmr2/wLqQtAQdC4RBQQZsbsczjBVS
HVKifog00+ELV+qGqpp4ykVlHhLbEGvPl6sl0sqXo06QMu45jQB72kj/XDMdQM2u9mvlA8KDrm9q
u1Cfar1udiB0tDctV+PnBpEV5XuX+fSxFENo8ZDM8/zP8086syCilVr9GNRBwYUr9bR7gSb3nZ9U
nuKGUdkuvPzTM/tPEvrfiIj00Xqe7oB5OdTs8Y9RRap9+D1dJNFk45MaWtJClWd27v4bZfoqYgwo
vXN4XlJTmExTRfuowfEcEFwBJtlJUD+zKMVlclDxDf0ebo0hP6vzPFGkmMTbs7vN7pvekRJd+ygy
XLY309+TXTEEUDiCBpDUSMBxfqfOjt9/I3J7w12gSkhue7xn8iJFJVCN9Q8giMGmckLzEPiolUqt
Lm3OD3U6nyRb9AFok/EHbbnjoZrOCSZnLl+4shjKAYTYGKyNKvMQEZcTqBNa8/rtEVFWIyHWdKAb
/HU8oiLsrDNAzghXDyvnorGdu5Cs11mHpQ7Rt8LAbWFnnh5BJMeYR555Hnw4DMcjDh4GpJGOdIfb
KOiq/WggoiAEIg0fVdzbG/zOxB8NNFz65/yXTg/R8YlgvEl1kBwWavYcSOxEhm86cYmwKqhP+Yfo
G/+ASpjtakUunkUSKbdo3eB4YlX6pTnI1pLr9Ok+QrcSrhMvJUITTMHxh9eq05q1nIXCjQwd8AmW
jjfMMhRuPVtiiJwc/0kHFZjLNBZlr7nZZ55mnSRVVivot6CfAmIbFZ82T0T+3dVkIEg27B9oVJzH
abX/uVCtruiHspV7dqyXjNHGQXdfXcc1Il53KVei6YKoq8VFo6LAsXD7fIJwj5aUwYnjpsohfQru
uePBvcL0u3zU2Eoe9KVhO1JFVC/9OBe3QaIhRBbbVi2DDQdsuB6kQnYuFA9pMlhIY7YqQmGmbpFm
Q+2qUZeQBfYKsUroIowQ6LdZgq7aCqmFWndBypqY46LyEfwxwiaT7swy99MLI5RaGaI9ZnmuZsoD
cbHSI5aUux7c0KBf6ZqwX1EqSl/8xEeN0RytUms23ljaWramCDTCFypR63g5v9tPThmPzeSNRDRN
2RiZ5eOpoaJcaHGvKcI1naQ6pJWX/ND0Iln5fp7+JhHsXyrbLpeYAbMUgq4RKhncYZxw0mvSiONh
WwOhGb1KVOH6UIiqQ1dkQ7nqWpT4LuO8teILuFLdJYpuebIpaIIs5REnNygUmElxeOrMwU2dI29M
aF7QezrNR4lKdQYX4GtNHRssv7zKnLR5NXVhLNzaJx/NmEhbotlB5DSVfY8/GqQ4QjotekqubmR/
M6zcblL0yWncds6F2vf6zgDdvzX70Vw4AV98LVE3ZtU8vRMdY3aXkh5FhhOhpegOZbC3alFEe6Gq
o7ivA63SrzKi4GQh1j7ZWfTIKUZNAqAQrSCdHH+tIvQmbCgUhiBwdd2tUSKsV0ppKImbdCJfSbnk
/CgBsHgLV81nfe3ouJPRgIGcmH0gSaD8Ho+MWFLmJJoGxaSW2zq96Eknq3KVN5oSP9dw/UEY641S
720cAYN6ZdnAd656M0ibH1ba8YRvyajRuCjRfbxpmlHyXaVUgaEnUtLka9up9Z1PsAqPL6/QjybI
RvDNhcorrL9+FJvNWic8lg+WRrKK2BI9O+/SqTnNqiullhLglyVV40ZPEjm4NiOKLGv0qct8HQNy
/KakN9Eddx4u8GQ96FxSyD+ej4j4WSbvUZ87p1kb6qMT+24y/PzeRTIfZDbpUdPV2qj46rP2E7kM
ye0HN7hxFvbUfB/PB5klkbWP+7chCfWZ1M3VlJWQLsrgYC/p/8637mwYbXY7mRaU7Fz6/Baxt+7l
n8Nh6UvmUcZ8iFkGlQnDIIlgTRAa8K+U2pWGtfkmHupH9f78wsxvnflIs1ungEJuySUjKTfRBSpc
xsb44V9gx3J+mKU5mz0kKlj/DN6d+uz9SNfhWv6JU/3t/zbE7BYLOr32JC9Qn7moV/rac/2NtD0/
xKeLyb93x3y2ZsFXgAWRlhd8RvGnuC522wDWgds8tuD0/waSG7w4B7GWDkjFGUsV0blWwPyczrO/
JJCKqO74vlDsSn1feashuZWr2i0l40JRXfRgrg17I7SDokmuZBQAcg6SfDlWW37zukOzw3xAnK2C
YHx+WuYh6XxWZjeIDHg/jHv2kG+9Jt1dlf5qyoX748sDwXMx1Z/pncxJm6pP5IcGB/snch+SC+W3
81usxTbbn/+SL7fpP8PMTkM2hIHjRwyTfUT77G14kQ7D7n8bYnYSJDOvtYR25XOzEZtpmw7ud6Pp
z/X45ytmJ6HWoJOP8TTERX4lLtRDcYiWTsJ0A52chH/GmJ2E0tdzq9QZQ7lJHbe9ApOF61r5mpdu
o62iv/Lr/zZts3ihEo4s1Qm7P/sYL6Un7SLdLS3+nJf+3wn755tm+9iKFD+XEJV+9n7nV+ou+23e
drzbF225rZ/8R3106xd/wZxlacfNHsY6yvrSDxhzGFbSs1mspXzlPJiP/9vszV7GNBcxCo/MXrfp
9/9tOu1wfogvH1+KpsTLiHdxTI/DCBx2RkB6kfpslReZ9NPWfxrd6Grdr/9tmNneljPhxeHIMLm/
cYxdGF3k+SrQFw7pZzv63+1Nig/diNTHxFsALNDsAa4teOdlLI+/nMr2U1cJ+ubOA97YQhOHmL7N
0gxlQpSwgr2EWUe6jtBq/AiiUifswAphoeown1wAGeCuJhArUBdax7N7aej6UgtrT/llRzH2b3Kf
3pREyIRrheaShvYLkdQ0i8efP4nh0OFGDIii6pydhNIaPydy/N/CSBzd9cIgxtXZs5bCwvnLQfRP
0kMeAG4V4Mxcrr7pPWS5ddX71VaqXfgrsG6NfEFiPNrKimZV9U3HLgA1wOSIcUHKT1z3z0f2n0JD
DFw1EGWc/9aKxFhx7lJ5ZUu4WVnGiAVwWOdLooHzA07ezJM11YkRvdBwlzk+FzV1KrBXWvCnUqXg
cvSj4MbE0/AHgsb2zZiN2VUMYH+h2HiyfpM/mGIzqQjT0FqZHcZEi+VeQngZBU8VFApVhx3GAOrq
/Fk8WT1U8adOO0BuanCgvY4/TcptBNcTJf1TSoWTr5Dgzn46k6XyDohJsvDinH4STJjJYxP8IWnq
XJTUzqkHYnyT/MnNtLkqsW28SwtjaeKm1Tja+ADgJxiZgqAQlIY51FjykCrSI9N8DPys3eaSafxo
rUDZhyJ56uzW3EvYVuSuJCntamzabiETn/fBAIbQSLTJS+HgcPjmDtiGHEeF5Av7sfB5FqC69nb5
x+plgONp5jco29plEIC1HmHxPqBImaqOawoRSe9RzH+2MOmfAMvZfFD3R4MPiCn/MId48xx6CLPr
4qmW0D5GCiSqrHRnNHUr7hKkO6zLsk51ZU0HuqxWAiFkx5V1dt/PErWF/B0P32bwVhXqeVHtmhCy
zcJ14sqsLhK1MvI16W7dJqtBUNzaD3oV6t+0NmJK6YvAdQQRxf5hTo93aRE72Bp0kf44tKZ0DUoY
UeGW7uxzaSdKu0UEJwMEdf5knBx6m6YepSmOIE0igE/HY5ZsYN82E/sxV5g0ip6eixSGdYHGvHbw
wAn/0DOrWHiBT/cuZx5YEV9LJg8e/3hQT+3aeMwr79GvfBpfZahXMU6alQZHvKltaxd3mjIcgqSV
U5gBauqt1Q4O88KtMM8oPx2H4fYCBuFEgpM8/hntlIbpUKwfzVFU4zWKKqJc40Buagcf1FmxHkvq
eRsqNDmJYJh4xkKwc3ItTaoiU4eFahokjHlpSQ5z3QhkNXsaoyHoaAqEfb81Cm/w3bQxxdLFdDIc
cw3ejs0FAgjA6+yCt0Vp4bZhRU/xGMfUfKoUBrwUQit3I+b94fzOOpndidDCiwlYmbcZeOjx7HYR
JDLDb6RH7KaGu7jRmlUea+kuj0Tn2iO1pSEO+zUFO3thT5/eTZ8FQrxzpj+A8s02NVUqA32YuHzS
/FK6LhPHudLb0LnOhsZY8dH6pRYl6p3i6f61rvgfqlInC3HZybniRZv4ghNhkH+YMwYdI4l0SRRE
4zw24aTLF21ytYv+dp2RXuiF+BWgW7b53pSj7U2bHgwUcRDm3XPMjqF3U0TRGE9lnqW3FV3Quy7p
9PYO6fDxo1Ot2lwnxliE154/ekv9nvmCU36mv83Ggl/Dczt34kQZvYhau+ufzMyyr7yYMuRrlatO
vAq0sKRrAJon2Q163e2yAVHc7676Z/mb55AmAH8/Qbl4raD0aQbDU0dypKz8ULUv0shuogutxYTG
zcCuX6eVmv8Mi8q8SNsheNUyrzcWbrd5CDz9DqD5kCsmJCOl6uONLxlK5wxNIT8VVe0NLkFCXu46
tY5LhPCEAFnUJPkCAuZ0TIDHyAQw7H8Nt+Mxmz7B5QGp/icHa5R1rbfOzVg4SI9E0hqUz5Lg83x3
gwvD6QddE5IOGdG52U0SGfWoVlVePoUjgiF+W3c/EPcYt5LjCNUt2Oho/CbV3/Pbex5YabAQeKGQ
V2V38dbPjrWIDC0HMW88aQ220pPMZfhs6IO29CZ+NQ6HB9VABqOfNHsXkqazgxLdH+7JVgouRk+K
rVWilqW+sGXnFzIfBCKTuxhkyESLmf79PzF+VQ8OMm2N8iSivnIjxcs2HcLdri97SxaGp4eToYjq
IQQAdQVuejyU00CdxGRJeULgPLvSxtK6bDrdozXLFoWNEK5rPxtf4xaJo/Ordro1YdxNPnQAYFiz
OYpYqRwLzVJVfsI8zdqmcWnJFwURh+0WhK8PWoON0rdHhPpPK5gtSkA4h0x0USpHVSuLJ8uPqq1n
WvXWUVJnYyNv4loQKhcgGienAcApzC00GEG9YPM1m1uR0r0f0mZ8CjM13pUDZaUUeO9K5owcRCKb
mzxrXs5/48keBTM84Rf06TmftDaP11NpIwjoZTo+RZkj3USxpm+1asgWHpQvR7FBY0FEhyA3JxR7
AleDBsvAJ0fp6/VQxDqWQ36/cGHy0/m1/wbvCE5NmDrcePFIhLUyywKNNh0bpDKCR08qJQT9ygHD
UlPLiui1N4ugkl0/gh1huADRCid0tTDw05exbI1kUoQHQf0XnEU17M0utrFZqWMfl9swxW1mFQO6
cl5phVhD5DqIMXgvmhN6bbGSfLMrHRfAdSPxRPemOa60sfOSm0rLGujEaV/V5o7Gd0OhK4SBoqy6
ofSNaO1h7Dr0CO9aeXIpcg/fAJfOPJXfXVWxSfxVWI+aSbXdxjLogLMLWH4XbnZsA/4ok5Z+vBbr
eWvsG0yAMekYMrVQTNcHIR1ZVCZRnnTbDpLGlRPiUHMNh0MruzWCQn0RbYyisqNLdMn87CUI1Sz7
iT6cH4QHDN502NCdKXu4Kg1pPwjfzRUVGx/XR8qmkFxVzWPMaRQta8lzpNqkH9gZRXGgsqGEz2Oo
4mnv+h6KFao7drlvNmRK1Cv2iWwM401dIYW0I6uzow9wXg7mE7pA6fHGM4aGsieWheG2xBgreINT
laabALcYElP8C8GYyIDO24uOF8Tbknyb4UfW15G8LVD16VZGMbbmk4Z4UuFqRqQm2z7IRvnWFrpf
X6kiNgJcbLS8iYQba/4kExfW2Im6lh418XWteDGAl77B23kPhdqS9kJodXuvg4NJ0C7mvt84vRMb
t1GJR8svWabQ0q+UMEGGYwVrSddKNkmaiYOiStk7qtn5pFyr9sHGi7XO2BoCh5ed46SSvB7Uqq9+
4itYpbuBUNff5dTlh4Nv5nG7znvNC9dt6otqbdmS0Fed18XdZSO0Ut9h0+J0q7LQsF3SvTYvL7Ca
NO2fkS019svgDU45rsIWuMuml+JMrIKy8Y0d4i2JDzvBtNst8RicBcOuMNmNR7ts3YH/72DdKuBT
opUT4FiCwAwwZ2twVbOzo5LNjoXWBkGLAnM+nA7r4VbyJWm8oCMl6puubdTgV6tWurHrPNAkj2Mb
a7jFi7jv3AQdvvGPCPHY2+CF0iQpQV01GbhRfKvkB+g4wKctU/NNe6NbOTqcqJPq2tY0sZz/AdBS
n4itZotwiysqo5JTOC0DdHHXbpCRcrXYq8oHfoLdHXqy1ngfFq0jbxpd65P7DAhq/l6Q5kcY7CBt
cjvYSmHIqwBVLKBwaofEl8r2w3SnGPUhW+WRZQzpSo6VskKnnqg4WbN0WoAT3Ih5ynWu+xYeynHg
td7vgp+EMY+EtZpnrONKR4SjK1Kv/6O3fe9BzdEEos1JykXwI4y8RBygdwa2ucryOqwnFyk5VR7s
xEcnUwcxQBgUpCIcDRcWasPLqqRCUvZtC6T9bwp4Iqj3kRoyH2u1ICP6C1fCDjYpDCTn9fx7cfIK
I7nxn8En2RjV0llMw8eEWLzF0oMSVykYMBlI4Souy/6HGQdcOHKaBwvP4jy6gaoMrJZrmxwQ+ui8
nAHKB3hQKSW/Qt8q6rUnVKfcNlKg9W/IqRjWx/kvnEc4+hQXAski6AanAZjw+EVMQ4wRnDIqGa5z
nFXj5aX/Dm0htS+jsuXOUaPQalMWfqyrna8avfLr/C84+WAQT5P5uQPQFub6HJ0CpD/PuXji5xzb
tmfH1/y/vWxXd6peYOf37bE+lX0mvUbgvfOXWaswMhxqK3xuUG3dZ7nRq2vq0nXr+klhFwsx3Mnc
4upBLk3ZW0cbC9mq47lV9UHCua2JnpUuwy0N0Jtzjz9tfdsFSbLDkFD9RZgbqevcirPn81960uEA
CU4hAe0GoP0oAszzqUA3JMyTk/oZPXnvITdDyhfbSvR5jn+ylOrNJhZY26/w0FTfsnIQPfQm+AeN
tVJHvVfuWsuT+oW69Wdj4d+QBeVEUgOmA4IM220+JVUSwJAUpfyE5lyrBTsfBSl041ObyOSWO6vv
420N+FmnoBOOFrXE0C/tF5FaCVC8qo2rDDlwGeeblVOktthTEExNscaCjTtGy7tFBcyT7UlOTFUf
aa5J3RWw2vEiOlI2CM1L1ZceQUBzl1hFpO673CESIkLylzKOkyrMpDRP5EhUDJR/4rgcjxcU7MRg
MOSXJBx17Zryu9qvPVur8m3QFwn4qU5wPexUVapDxbW4gsStyI1O25aGhfvk+X10soeB/BIsA55E
OHr6Scc/py9kVdS6FbxUlWdtlDjqgcyhrmuESrVWR7/deqNRrHopShd6VKcTP2mB8CdyQABHjVl0
y+JLQc6r8EJaRrypjT7yybnn6Ei6wt9OvlkLQL+ZMHriT5gTv2ienCd1V40Joe+LNVrRAT5ZcDAr
R7oP/Do8mI0afxPOwngIfylc95/OI3OzqVRSytqL++pFqTMPqyOzTZ7qIPHKdV1kaulWowHrTks8
faEHcTqvpECT1v50/gDHz6oQHW3c6arvX4wA45mLInSk9IcfpGO4tlLkuhfm9YsNPT1pCODDckd1
fC5ikdIgS7q2K18kiE/yQxBWxO1VYac4ngxCDy+oECCrl2G/kaxBAdf92kclMljZWRAtFSnmDzqp
3yTWzE9BPBnk8zQ5/9QOkiix/ajt/JcJnroeDNM7VNp1aWkrQU1rf/7snM402QU0QCrHxC2MeDxY
76kofFeD82IjmfAIBUG5DXMTnW0Z9cv782N9do6ObtZJYJ3YFfYBCojgeo8H88y0dsymlF6SOhXk
VejjWlWwQn7WoROa5XEy3GXE9skVklayhPsr4gNPeUE77yrXJPH/uLuW5TZyLPsrjNp0d8TQxfdj
orsiRIp6U1aRsl1VGwZIpjNBJhPJfPDVMRGz6Y/o9axqMbtZzs5/Ml8y52YybQKkSEnA2J7SoqIo
0RfABXBxn+faEYI/1OQCbWCC5eBdYTJfUdtpNIxtXAXRIix2p2vfcW9mSF0DkDqahFXfOavGsn98
IXtMQ8o/FAJ4QwENgig17eDODkU2OsrWvULxAwI5decGZ2P+awNGoQOMgmktf/7S0QBlAdxRQFUn
sQyFa+VZUABO7qz2oZKfVj+goS3Symr5amfu+40TF4HulbRBhJoBXDNU2RBiphoLXwPDDS1pa1XK
QS2SNWaf8/kmvJoBJv0coZRKa4JtvcazO+nYm4p4qV5JgMoExI5eEMgDViOfcRVZQ1M+b3wYwB7h
iBg1vemFa6OXyq1tF5r5E7rP3kVDeR3BJKOKicZVSwtiYJ/C5VMAjnM1jtqVxabcnsS2fQMWhEjp
9iYn8mzU8XBqkOCMWDWC8HDmqglkU46W1s1loTRclGoPjcbCvgmmtfhxKWYfYBGd6si9NxpCE+Sx
R600oHKQaywfUj9cRlPEFFYjFA4g9r4JCuiDWxdNflmq+9zvrIFOfMojqHp7kK5SIy2dCmIgUdX6
PncRBct4uimMms2B94AyC+82ntTnJy7EgZXBO03wJ/Tiw+SRV4Z2q9yrNERhlI8Hi/fVRXXVQSsD
91ysAdrYKuXn1ssuIPoyFZCoDQc8fP5I31DGi9EvHCrpYDpCK/NCa9503M5isZ61FpP55oRCsb80
RFmwabjucB9DnZOXBkcUeBu40chb1YLLgr9ZXsIo6fpQILtAVFq80NZIst+Rz0N1DlT1pgwHJXYy
X9c2a6BtLqmzRiO6sCu2266J2qk+U0RqV7RUoeTDP013AKITcKLyylYTymmoA5MnrMcCfdpnm2sO
dIY7B22S3x/frz0mYqPQfgDQZnhEYTEq6ilQaGvr8qYaj9ZR0/2lAZyWhl3nPvo+Rs5VYNdOPGuk
Xsoro+sF7yb80XhI1UNfLWyQn4AKmZFd9+u/VCeFKnxoq8ISja3j+srrAGcDKa+UemS/UF4iCAlY
AoTFcOXwHKnR0MrSL6w3DW82agq8ci1ocYPWBlZwe7VAV+gTZ2Wfq5AniGUj0gzphcMpb2BQmy/Q
OLa6hjypNa9sMV18rKPy4EPDRfQ8tsUp+bWXbIzyF8RZCV0CGSnIXVKsGri4HBdFTvkhAG4aq2EN
KW6b63x9wgfFdsMNBl7Yrm/WU7/U2aCNxvLaX3E0mvDmXDjX60EViIStBcdhbPlxI5qdRws+8SI0
BVt6k+h2gneh1CoWeCEfo9tQeTArtmIACdXb7gQwx3l0Hg1iBFAAQ+OfwsJSOUm5IMA2wguAEDYq
6RSroRAWZ7N1DcDf60Fx3RPwYF65zfW8AzCn6a/V4np5YufUq4cKIrgsks49kGOw2+SdK8R+flCa
B+XfAGY0aSMvZNVCn/vp5RTRr1PGs/oCEGATnm7KM4NEQTGbPJbguAMVmMJDQD0uapZfaE4AK2av
7TjvnsfosyMu7M0cbuTSpIrXsL3gSIJctficikXbzYhaRbRRrjYpT85D5HRV0I+lEsQtiF/0KzjB
mD0HRA2wJUiNgaFPxbhIt5Jni5fTWbgD3x3FlWa0tEpzNJpFgepiukSfbvhy852yExam1sLOo+f8
KgIy/c82OhR7bbvhcZQoTRABm4sTeokiUOCMIXQe1CThcqNFkKonxLCMNvl8IerVBRSRUnnRvEC5
B/xshYbdmQIq6TL0xaxzXGiqNlAyKopYm3VUB6PFmepEmNnBZFBzq1EPoGDIzZksnSvXa85vRAnO
j6C6XNxCgVhcVCC12zWU6b1FG9RTienKzaA5IFkJiidSB3FDVES6uLEJxKDSnPf85dSftIFxVmy0
Z/G6cVkPwsZ9ZHPnVJ3fAWbDq0coCEjLgtWlHFjk8S79lSjOe9N4XX7wliv/Mo9uNL84djM6bzQg
cjaDSunyOLMPDoqsSETekNCwhyaa50gQimbLoDdDK55rB7GKy0JxzruAVBu0Ucy4aOXFZHlihxUx
kDAXkGFVHCp4uJAaJR/2ebXhw/sShT2UtKPWbBJAyJWRwoxaypfitKdj1eBORPQIHYNVPcad5ANE
OUpBzxH5mncdw4FQQG8PURncbjZhaF94KCxDbKfUmBR7QXFSWZ87g1IwaVUa+VKEWraiPX/ZYwlc
Dwg/aAOUS4gMKTWtcYNCtxWiIqK3jCdl1L013KuoWUAwZbCanrjAihBMhyJlACPCP6aCeABWJyot
Cx7avrjc7uabxUUnFs4pZVsx1pJRUP4NYYv3HwqA8oxERQ5bY+57vZVYO91YhKPNLL/qI9fNARBT
NeiUAeeBDl6T+RVSKH87foLVw0TchN+4QjAQKFBVU2Enebs+WdgV3stvmpOf8Urn202xWdwAHU+c
uCwHuEnZhKQIwHJCFpB8bhGAWrn56kz08gugENrhKnqLDgBTdnxBB7hJWSHwTSDjFZ3SFKXRnU0H
aBiU93vTIqr10BUtaE8Gg9p5uenUO4u4Mr9arCsIU8+przkasJ8Ci1NFH6GhoPocDxIyf8mskVfp
zqfLcj1eQugXAudtYeAjSl0o84J7Dgx+/zevag9OvdV04XcUVxwgSg+FzQ0YOELWIim148ZAVoc/
dealuIfepQBjC4uF0nnJ26BND/J+PPvcRez03htE8ag5j2Y3yGKJRnHTmY2KAPQbuljHtiPXj6PV
vwJn7SEdPPzpr/g8Ej4qeW0nUj7+1OWjQITiY/RX+mefvyb/o5/e+pbXjwLLirrMV78p/UPQ345/
ziImfeh4gL1d/xxbwbpnhbEbHf9rOlMshAg9CO5Fj2KPxLO+lCzmSUI5K5nX49q3/vbDCB3pI5qf
zYX3w/ZP1+O//UAFGD/uEUoWc4yAy7DmeAzK+WLhDeHjwYgAKVd4dvaHavkNFCL8IP8k+UmH2mHj
U6vfm88BDh3/zrG5p3yhxSdGuNbqy803AJsHaBb1ZaMfXLhdHjSbbyDh4D6Bzyb5gVjCgN8TDwii
QosHhFiys2aYW9/bGqkXt9YSy7U3iVWOpNF0GyH3d5dcKL8BGF456dXzfW0vpVVrLT1fqr6BAkVB
BIQHkx957eXKG2qZgST1SnIDvrvdB/KiJg+w/YRUg/w2wrfGj3zLoZ69gc4PSDx677+v/Qc4t+bi
i5U3yHVF3EDe9kKB1oxdp8j3c9f8DLn3+eVrO9wdJw8jt8Kd1/XkF7KXYZ/AzruHVIHmD9I36aFM
aX95OH+S3s1EbO/8kRSQnY/Sd8O9L2/XnsxqO9bur6SVShPL/pL98opbAQtGzjr5w3q7qHs2w2t8
9tF2mMfDiMmvfPbkH9QGPsuHo5Q3VjBkfCITxt5/4cCemvE8wsHM8jj07JQQvcs4srpUW8yzXTa2
QiejlTz4uLi6lLtr5s1YkBFKyJqYsBOrmwaxpTtZOIc9i2d0aK703OtSbbPZUIzlPSOkNF26/YDn
7phHRldKiiZMnnBdwrh0BI+2Q9TAwb2Crpu7pf/0z3q7xBOgct0pX3tj4HOGMpORy5AN9PqbDMoq
VQPX4ob5smhA7an+XG/XgQ3oS+VmAMNRn/S9CCIH+xdY0slIChB0N68v0Iz2EG0DV/qWbdjU2WeJ
gXt9x0SYMZauHsJe2cfXH7cuGzGxd0WoOEeXy13cPeEqZ5l6ZmgTZu6YLyyZFxTWNECYrdU7TZlm
uoTvLZ+5GZlk6yheqUv1gQVsZLm569Bl3lhmR8MI/emeqoKCXwMTh+7IfZ9DgGbEiCnIzco+vv48
95GSzXyIjYxUQpm0YF12PzqME6MzSglh0t+1CTMA3+1xGvaMCdJ8Kct95AEYIBsHU1ILVTEH17s+
8XeboXWAHZTzrsvp99yKPDbLCCU7aELUvQ2jQCxy1xHQlv3cj7lOJAIRxdubuTscZSAaWMh2wNvY
Y6HDAwyZ/S8/NChatJSzWWhcLT9gKLI9JG+QymVC9+ny8di1ch0WRtl0aY8oPHpMNECKPMuW2XKt
7/CpgM4Crn3+31SG7g6KYkC0XoInSffQdZnL1gwbFHD3f/79n+GUPl0GazZmmMEVG4oZy3ZNkofA
akfzUcQQdGfwyGciyN9ZYSRJRWp5lkSUdOn3LRgF0+y4hz+ec4Za/Air+jn2xkxkK6C9RCZ5HX6J
7FevP43nYjoWYOAjm8KM5DNJTUQXoApcgvqj3LIYxcLTjBCtoFgoImpCCWm6fHtgeZfnRw5n+TCM
M3o7YxjY+z4s7QOUDcigO+ZHjqLWpKw5+Qgc8qx8dru3n/AsZQ6Wl/99u1EJY3Gt/4iOJS+Czyni
I+kWoOtTtvVP3bNvtxMIKaOmTNpUmuT/ex9fm3mQ7Bnf6cyZeEQuEQX1VO2Tcg50ZVDXWvGRJKGR
la1Pts8QOc09wBcaWDkozbkun8cWgjIZaWIMitKzj0+dzzSofMzz+Q69n6xxrh+xSDEnKIdXlz1t
EAiYmzubWYFyu5C6RAmuT47wXK2kzQI+HFqymk4djVCDeMzYSul/uwtMSbB/vOt75trYaen+GjhG
Z+QKkYga0E1QfR3CupPIUsbTkyfymWpyC5adfE9PPuinr2kLphE8m9nsErlogGzbYeNdmtQDSHf9
PcuPhy4f5cTHXORYuTY5sjKyNPGKAbl7bs3ECPYUhjk9noETiKCAFQhZ/lJtoS6z2gK2heyXpMYW
2mRBIJG7H0nsep95lFGmbSBkGO1xmG/l3lvBWLKMqgbU4/MJH8LPLJ342rH34pm3s2Ov/ShbOLHB
hIOyM48ZfBYcL90leiDJPncCY9TlcyfgSOSSRBWlE2qTjRwufFlcmzAuH3HtLxFGkylTDaDujC9h
70vClTL1tYkiqizxlrDjtInuHQQoJfpk25/+K7Jy4z9dLwSXvbSoftQnf2t5a4kVlEmgzYs7PlS1
AoA2G6BrhQLIXBkhus6orss+vl4pxnwVLlDui+6J6MKwsVk4ksPraGhqgvRaRLJ7CiWbJui6bMkz
Ogl/CadTnxOuQtTALe7iIR0ptpgJH1aXxZC+PIbBkK47YQNV7eizgSgjo0W+cSaeua7YkPyF0ZhN
M521gWN8z6HiS1RNPBkJVYUR1DRNl8fpe4yeHmHI4oxcwoumgYPc+/R77ClJxwCGzsZ5vQTqwTKR
3SAJbpwuN/rWeuRYrquY+gUDM06zAs4ShTNbP/EZoDXZx9ezAy5yy5adpQnGkTY/yMPCcncWslGy
WSaTpr4I2sQRmVAC+GjPa4BuPJa9HSiG0Kf6KGQrDYXB+kT7n/5D5B7F7NPviRfrIfj0n96I+zKv
qY5Dl9ePuIZK6gFKqQ3QZd5GFdCo3dcn/M7eu+AmkszgJ5giGyx3wUJJLQJWk/6ckYXJFZ2+ZCIj
pQM/TMQ9SSVAl1z9Cf+2Z4OgKYcBsnw2ZMOlfIprBk5bKkP7e/e7bkBqtBDnfoQyJyXSJM2Jde/e
2XAtZ2HWkXyBLDZCy0G/Zwjq0/bUN/TDlhDpBIYJ6rBR1YtybANhld3V0KOHqMzurzpUu5TlfR/5
U1ZwlboHtQJ3aQ6Arr95dxGn13Vg2tkEjkUkWswJEP7IrmmiqxkwD9prP5B1eBPGwSXyFRE8Cbgv
zZeqxXSv1XUgv/IJnIQ20TBgliQCUABrZK7zjEqyYVQmpTvXGxEoik6xZEAQAtqbcckFWKQeHLqz
vbOGzJN9U0UTisLbmXIMTDw0P6M6U7bhmgZOQZ/FY547C5iqJFD7bV3+9lEKK9nJqJnXp7oNf9Kc
c50ZR0RBMY2o/k936h+QOpRDzYaUB4NnR5/yrxbyCDMyieFCSBi6870XORy6P4U5NWIOXAB96pcI
5Xm5fjwcIwES4QnpKqKPgwmxDHNgeCjRDqlHkHfU50eXR2fDONeNQ+lEbqkb4NHfe51+p/e+c/5v
OTo8VgCGqecf/QQASAuINCDRoedI2oji+LJ23+/OVgn5OvoHcPKA0p89/4kqs1UgoCV8mTRK0jAt
D7/YqzCTvydGiPif+M73UbKm5j0k4FdfVkxlZdslPzOCdXYwWalImVnKqX4hXdV+PuD6fxnFThwI
2dYvFoBYpTfNtLLlUEJJkhGlx4IYEmnPZ4NEFU3Wbn1j+0kwwAnbd0O+jMlv6SbILyPgNoGXDEQw
QImi3R5hcOrx/AHqgi3UUShHlPpvov0m+vyhg9feKPEXWIbwmacbZ4YpB7EGhFcAARFcIjDVkNR7
VJ147kAt5lL2wH7iUx3obdTDCZXVQFZDSfzRh/q5w3URqvKRNj2TtwpCfM/6VI7wK5jYZbYTWMNs
00kxQC0zWvrgOKANJPB2gCW+dw9fMdDn5KvcvYVcj4AUBnAkFW80LAFVoZIa2AGE1QtH5dGoVMrM
b/dKHWLSc96sHc7tvUm7qzltM+9+uwNB8NlNYNAXkGbefd11vdYXYLl8I/vZDOjjbYHKm1xPSUg0
4sl0c33mLthYBLu3gBpOpXeCTsDrKskvkWJiIaAgaZz7b/7OUXymxEWl75iEbjbFxH43kVp6DwYH
zI6lGRePJn0+c8oPyNeQKxYSBIfjLD50tb6O8ptqPboXTlaAvwvl1oXLQ37PDDhSzlAbjqDc7nE0
EJ48I9VOnis1lj9+ZFKpddRZabk2j+WSuGMP6zMPeEuEYGwSM7uygo0FaFilxr9kwHvQslym+ERN
ZPu0YtdGUra0g4RuqMvrc4ugKSQniglvx3UANsh1qTUDB64TRqrGTH3qdJnQ3lgjVDxlhBLVzgBv
L/heeQRh3enO9oIFwjrkiKF+SNrE4SAfScoBNR3SpXrJhzABFfeoibLtS2DoeaG1zqZIW0e4Q9oT
tgJ462SyJviAkhmZuybyWtqBQKhXOr4ID+oz4SpG3XogMQH9CvTpXgMhQBEO6JJngG7EXHm21NNd
9yjcWIFywADnaoAs/LVdtpY9zUDJ1qd8xwApLp8GE1kQdzxyYlU1QY8e/Qn3XbFgU3XKBnh8xyHX
I8uDs1eJfZrI3LiLVxZQjeLAzliQaPkmQAG6wh2DJxJdaqShe5aBf8LUbE4DVwTl5JE8WRMZIU94
P9DHRJ8RcHgumSwrTDzNQJpVBZuJuMgDgIdiJVUPWL36bOghm04xNgDAqk+XbjQqtqQzAfw8A4QT
qRlwT07EMmF19H0lQQLONQMTXjAYdME4o0QiAk3sso+vd130l9ZYfjyAe2yCLI+A26ceY+B869N+
N6UcFEm5hPvZAN203PYWMDtjIZuNJgoi3lNFHM5dG5jN2WSTbTzqdn2mUQqJjAfKsgP5QJuwavqA
X1SuoIn6JsCSWFSG2FVSKKpGEknSSBQQwCyA2cmzLyLvzcBjdQuQ74XE7WYTBS774aj4S6DlmZv5
6R90bw6ZZoB7Bqhzs4kUPjQ/Rxbt6eG+pWttW+it613bXcJpN/0r3dlnQTyUHhoDEgXhYA4fa+Ir
arFgiORR6eZnH14vvlF9HXNXdjybQASj2cJTHmYzTFRSA7eGqg+RRAgPsUTaRLpQm62hhRy6NSZU
6bZyOkyUWp2LGTKrZWATExpvRvdwbbEJOEFgdqhQICYUVMRRxkDSiOXEhP0o/MtF6hXSCrl0mAlK
W9cOusE5VvYPjfb06XZZQDn3aoWYiepzUhRCKqyJsmkmV/toHP2Zz9YDnGiRoNid9CyiNUc21Ovl
XAq6csujKEyk6b214LIEMYE9l45yF49kjQFNjvRX8Ahrg4/ZOJn+oxgiaSMjmirzBlw2j6gwSfnT
xrkU4SFhWDIRRkgZ9Z7DxwssHFJWCE0ilQp72Jcm6nNbVOYZOrn3PLD5QSGPjLuMn68/Zu/6R0cw
cJBbcJ0oxeFopac/8zbCxIC7zQglR8pE7WefyVpRiZrM6cpNIJlGuQ6ifjCJ5Lz/kom60vR0QoWJ
nE+/u9ZMMrfQL8jQAroMI8i2MwprTGBWpAtIX4Hcny+SWMpfslnT1paRsHPSfbWrNne2+SpfJ6hO
WSx/SCy6QzmIJvxRMFc/Cne6lde7O41WuiWgZaEpJaxLtNZN2l8ev3/fbt/TlEldc+87TKYIbGK5
DERyFLf1mSpTCyjiSpDFRBlNK2AbuZjQRMEwZYZLXjcTcB5t4QoVjMYEbnFnBFtCzvQyAf53AcNn
5BCSkAJLYyKacMHc6ZOen2YmFV6v3VzG6CAieSAA+KpPtg+kDOR8SUejaCKJgFDg4T6Rnu9iw4Ce
/GAFcbbuxPwxgVT0LojVyZZM3JD38OtuADApbRyydrMFPHUevt0zcCjH/Q/4KKQlA6j+YTMhbY4J
DbOFzBHVXWhCcSVxKw4aUCZam7QFWZ1/vrWQG+zZfzlkf5qwBhPvPhVeQUUmQXxoHBNx7rYQmU4m
ORuqBvwBF3zCsytMMshE24wLxPKoTDLDjE3iK9SPdK+fz1H41WcqL9u3kNqi7tM3YNJu6ScFOrTZ
5Gb4XGBF7ZqUcgYDDwMckFLgb784J35xNOfKQtx2e0KTNXRH53ACuNnvpJOFdOTsUDwl108nvt4C
130I0zqjlDxxJpBc2k6AulD47g8YKujMnY33+pnfW8tcm7kHgnYmIpn3XIHcMhHHfM88ZP/L6oQJ
H8k9oM1kqibuLDH4NwuVCnJSLYKK+pv3wKMRfFsHHxeUhhkYgPkIptES9pE80SDVxACuCkRm4FDj
kQrRTeBwNyMTVSKpu+jKchGU+ZfcWQinbAjgs9TTTDcWYTF05GjHniPpKajY0+fZo5hCN5VOKpq5
m6CLrNGMDEmwUtnEbGMk0iiTNXAyP2B7eep5v4gjtK6RJm4iVrinZJZM1OK3qVkVRW2yS7s77yqc
jPU6SgSryGwooKLURGrbFtQhLe0EdL4ngtzbGL13oC8eVOPq1O+kgGr6BrxgKJo9Ddn7DQ2fA2W3
uobP7mroYf32eEWHan6/7ipfmeJxaQlEj6S7aaKZXC8Olarokong8uOn/wZe3NravZKo6M4+PqVk
7Z6Xr+v1P1Sc/XXPxaG17zRwliaT8eZZf99GvOgZOlQ1LRHeXtIjXuz/6zrkE2zYSpCRC8Pkp/8F
AAD//w==</cx:binary>
              </cx:geoCache>
            </cx:geography>
          </cx:layoutPr>
        </cx:series>
      </cx:plotAreaRegion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Planilha1!$A$2:$A$13</cx:f>
        <cx:lvl ptCount="12">
          <cx:pt idx="0">Estados Unidos</cx:pt>
          <cx:pt idx="1">China </cx:pt>
          <cx:pt idx="2">Taiwan</cx:pt>
          <cx:pt idx="3">Coreia do Sul</cx:pt>
          <cx:pt idx="4">Austrália</cx:pt>
          <cx:pt idx="5">Tailandia </cx:pt>
          <cx:pt idx="6">Brasil</cx:pt>
        </cx:lvl>
      </cx:strDim>
      <cx:numDim type="colorVal">
        <cx:f>Planilha1!$B$2:$B$13</cx:f>
        <cx:lvl ptCount="12" formatCode="0,0">
          <cx:pt idx="0">49.871000000000002</cx:pt>
          <cx:pt idx="1">-52.929000000000002</cx:pt>
          <cx:pt idx="2">19.411000000000001</cx:pt>
          <cx:pt idx="3">16.388000000000002</cx:pt>
          <cx:pt idx="4">-30.504000000000001</cx:pt>
          <cx:pt idx="5">2.681</cx:pt>
          <cx:pt idx="6">-4.1289999999999996</cx:pt>
        </cx:lvl>
      </cx:numDim>
    </cx:data>
  </cx:chartData>
  <cx:chart>
    <cx:plotArea>
      <cx:plotAreaRegion>
        <cx:series layoutId="regionMap" uniqueId="{03CE5BEE-49C7-4EF9-9627-E29A7765B306}">
          <cx:tx>
            <cx:txData>
              <cx:f>Planilha1!$B$1</cx:f>
              <cx:v>Série1</cx:v>
            </cx:txData>
          </cx:tx>
          <cx:dataId val="0"/>
          <cx:layoutPr>
            <cx:geography cultureLanguage="pt-BR" cultureRegion="BR" attribution="Da plataforma Bing">
              <cx:geoCache provider="{E9337A44-BEBE-4D9F-B70C-5C5E7DAFC167}">
                <cx:binary>7HvZct04tuWvOPzcdGIGUVF5Iy55ztFoeZDlm+kXhmwrCZIgQQwc/6b7rb+jfqw3JbmudTKvXBld
EdURff2QJ8QJwB7WXnsB+dcv81++mLtb/2JuTRf+8mX++aWOsf/LTz+FL/quvQ2v2uqLt8H+Fl99
se1P9rffqi93P331t1PVlT8RhNlPX/Stj3fzy3/7K3ytvLOX9sttrGz3brjzy/u7MJgYnrn3h7de
fLFDF7fXS/jSzy8/3Fbmb/+r+1rdvnxx18UqLh+W/u7nl08ee/nip+OP/W7gFwbmFoev8C5mr1Il
sSIvXxjbld+uIvQqpURSivm3sa5uW3j+H5vD/Qxuv371dyG8ePx9+u6TOT+9VQWbPyw8t9sUP5ze
r+mnp4b9t78eXYBVHl35zvbHJvnRrWPT70O8/WrDi5uugp9vJvm/Nz9VrziiXDIq0f0/+sQPiVKv
EE6poIqp+3/s29gP7vjH5/XHLjl+/8gtx7ePXXNz/a93Ta6r7vbFN7P8E1wiXnGuKOTEo8nVE5dg
RF9JTilT4KqHLHxwxf08vl36o2n8sQceXzsy/OPVY3vnV/96ewMCTLfdcwv9cwhEIKS/hx6Cv337
74jzg/H+2LDf5nlk2W+Xj0374T/+9ab99yFE/7f/af6ZAJ8Q/kqSFLGU4gcIOYpnyl4xhTBgPbtH
oCPz/2Nz+mMXfP/ukRu+v3Xsin+/+de7Irf+rrp98dW+uB7Mt4D8o6z+c8FOxStGU0JSgf8I7zGR
W91NJbjr26CP6GL93/73PzShP3YFrOfJ+0fuOL597JKL9/96l2zU43ZjP/9EsP9v+nMfLseE9Zj+
ZP42VP/ENEgwekXv/6GnxDPh9BW5zwwpHhIE7n9fZX88kz+O/2/vHcX9t8vH8Z79PxDvPyQUfxp6
/pvXfNeUHcf4MQT+szqs/78h/79uyf7ele5u4+3+vp39rit7/u430Dp69bmu+MGdZ19/fkkYMM6/
N8nbJ54gzHHPc/Ti3W2IP79MhHilgDIJLqE7U5gh8fLFdLfdwpK84pgolCrKORMpVPLO+qh/finx
K8qZhHaOpJhAZx3ssF3H6StFCQd+BgQAK0nk33WEt9Yspe3+bo7Hv190Q/vWVl0MP7+k0Ij0D49t
y9tGxAQpgaGBFwrYBkyg/3L7HrQKeBr/D4Nr3+Gp4XcpLuKg9qRnfWJy1I/V+pHzoW9uWeJ5OHRu
CQvbRTJzPeeJLdDnsvOsS3JL5kaeK82XYdeopHOnk2pNeG142ydLZpuZ9595E+vZ7sBWpqZ5KSXD
d3K2y/De6Fma2zTlffGFttSJq1JUrqdZi6sAU2E99+0bjVGcul1puG/6zE68bS+xXBxMuWxbvFyQ
lnb1b0kYLbzznU//wEjyyEYKKcIUF0wJcB9BEBLf20jithq00OldMdmudqexZYadGjYGL0/XUMZq
yteqN9VvBhUVKQ7PD4+hjD3xkZKSSkqADFLwFEzm6fhrTdMgkKi+1rihTZVHSznVmVIkcfXBz1Pp
487rWDKdJSxZ++7txOgSSI7ZKiZ6HoXuQpNZ66jHV4qnDu49P0kI4e/nKBFUaJZCCAnM1BaWT+c4
6yoh2tPkq0j8iMiuXGUp3cGkLFKUdT4K8anhqIhnz4975JttXKaYJIQjolJ6PG4/LFbahKZfywVi
TmQj6k34RbOCdGU21dVQvekKUPBiprUlRGTPDw/90NGyJUsxS4liHKi63MzyXfqUfKwSNGv6NZFG
OprzCQl+C4mUxDO7VtJcVQm2+DVt3DJcNwGhVWdBVwaM8mdnkspUMMFTpBBIQOjpTLTUhakX5L8y
MUHKHRYsVtwcuJ+GwPZVWjDxyQ9gApcFIaX4ZNEyerUfK4v66QdeAXh6ahZOBEs5TwUX4Bp6FA1R
VKhemq74Uqi14/7Eur4tln1StEEtJ0vqZwiR59ePj5BMIq4QgyyBRKUAp+mRAUq11lz1MfmsKy/b
5HSOekuIdrYaRMRhqtnK8qoNC+mzWREKhuAV0sN124t6ybsE++5atbr13c5x68n7dqy68Pn5aW54
+h3eSowpYgwxjiVgOBVHWDJMReqRW+fPs48eggANDQL/oHmiPMlmT8fkuieN25ImTnb7qfpy+IF/
fmcsjIVkgiKhUkYZQNvTaEkdCXEJwn7uDE8Aw2tAr3XKxgXFhV/QggPuh3LwzW1b8w4Q1fetx/w0
TepkbDKnAW035F80vNVVqxkv2Nz0tv0BrODjBMObkSQRMiXgYSGO6tNMp65X3Uo/h4KIpN3XMfRm
eOvWWPVdPrnFweQS2Y5wzy6utcsubdYluZ76vjgLypu6zNt1RctFq10Xi6xTSBQxHzhKzHvRqnJt
c0LVDJBIknrB3TlalYGvNlUxOfeDNMUgkTwJACJwqoQSCFMuOATrU8tDZHZu7Mb+k+SW1zzvUcoh
FItiUMrneJUJQHuxPKCnGRjcG+7hpMdFCrfmKVLhDsNEf5xD7BjFCbANBYmEMaFb7h6FRTM3oS20
7T/1HrLI7WloUvaaYE2XCxqGBcyhitGsH1s9L4vMBu0np3MA/Em8L91aJKe+ZfX60SdDEFdpJTaC
MLOxNeqkGfjmHhuoghBaRsnH972vm/XjakQzNRkyZitaFVgfHGQ7peEiXTwwkbSdZ/Ad5fUCP2FF
ZUx3PQ80HIQcNt81c1kBwXD3w6u0TJYpS+1cwycskAeYeZV0GzeIPW+b2zmIzvUHNXo8XjNq13jp
fVP4zJjWkzZPyqKdT0sGxfXXLu0K9nFEI4Ygk2kJPGN0nQWK8jw2HKMmWF8iKUHDZ1Jwio9CgxZL
V2LVm08rboMvs5kg2YdssrU1Z3RwEwDF8yMeoxGRgEUEQ93GDGr38YjBo6Cnlk6/0nXYgnEa2AZ/
JMgGircYHRefipquEIQTGWIoX0sAFojT56ex0dknSUGlEERCreAEEVAfj1a+0nFwiRLtx5Z1baRZ
tANP7qzTDtBIN6HDe19IW70dQ1oC4vSa23JfppGMNkulnMyYRVK6C1Ok4nqm3qRLFiYsxvcxTVCV
O77O9gKCCOmsRqyo+owVAm/JrhHEoR01sIuzom7ilvkj4/QNgXrfLxltPJ3Hk+dXfIxrKYUCBXQD
Vr3t2EBP8BQGGlHobnJB3oxDh4DEcu8JkNhx3eKWAclipxpPM4Tt3CgKP2W8Z7aJ6LeQpkM9keK6
mMUW0sRVa+tPq57QDSLdGhA+ODP2oTpZ+dJA1hVTu3FqvKQtZKfEDtLo+SVt2vv3TkyBAaVQNgHV
Nv0YoyOodrRrV1t35CaNmkJuxb7cJhATOmype5/HoOcsMLdCz1uKA1ZukOJ7B4Um0RhoPJ75dsm6
JjS3RtWSnVaT2ezglsmKq8LN8FSl6bbEpWxFODSJ9PTQp36kIV+gXsByf7C0I5YJS1OYMoIhVRBn
wPeeeivODZZmsMsNLccNqaJ3EFqrWSv7JaK0IV22ROvWj5J0W31sE4vBIbNoTbns11bgWB4UTYbp
BliqB3NMsqYQfXRcAU26KlEQYmwy/YZuA8DmaUX6CWAtAiOBAatYIPgLeiwMpmhLBqaIUeok5twM
NaSEVqSGvx7ss0Fhc/u8EY5yNAW6AOxKEp5C24l+R3XxtDKxCJd8GFtpAR0e6C3R6Tw2OXSWuux+
BAtH5WgbklEg9gjKEhLAmp6aHdUWWGs/yw9hwBAhcYkRAgpqP9iH1T2zfF9MiZ1DJgxdwOBmLDqg
LAB6YKXJzya+lSKkRX0oIksBDCAhx/cetpigArQJJH6cOyhUj24r3dSBKWeTdpArkEWbO8pm3hyR
1BWGH7XUanyPbGthJrxpoDY1Im596vPWvt8ifJpOYisCABIYM2BBx50N0MGQlGhePmi9CFNkcWho
nxcTKuorQVbml73TXvRppghRtc68d5U7R2agM896YDvJhS/bhL0uWi1p7iY7l19QZdDpVAxM7BrZ
WfOV1Wb171srWjjCsGIzvWEjRvO6S+tO8T53wB/DcJgmno5X3ulitploUYsvKfJY7brOK5zXcxx8
kdk5dWud6W70bM7LuRkhGcbVT4vJ5oTXrD4oggd2LUxcWJmjGQ/TcNKrSeMC+FtRxrOoJTCzXK5m
WldoayEU+7O5WYohc6GvxWFUsqQ73ibz+mESllQfB2bKYkdZJDhfoD+1SybKGNROVWRq8pKb8lQS
GnfOomm9KFSH0AmesCaHMgmpRvu+sS27WfhYNsmNsmieP8xxpvF1EmKXvIeKIYev3Avhb1Y5lp3N
emuxDu/UvJrmpKhA3TislqWtzVRjKdG59Gtw6Wfc1mn3VZPejvMOQmVxd2qI04TyxkwB16ex6BxP
d9AHcCNOijZpxJXCMmmak1H0JBh9p9OORrDyjGnq2euV2hFCesU+9PodFSgKtO861vfybFBFpc1l
x+fGlft6LOM0Xk68KKvqULB2Gvj7oiPUnYma6TI9QKwI2mT9uCIo6yak1aSyMmHCxZ0u/FovZ1MZ
El2dTFUL1SZv1MQAYMe+GvgvNhkED2cQHFNS5BMF2oKvhh5Yl8riQtNZvDFESviJDxeTqjJwDyno
6n2+2sDc53VwiozntfB9SU7xnCRS5kvNm0GezF2NW5NxNm51EfGkguWUlENRuZ2LRSCV11wrXr5Z
pn7q5du6SOrJHGRDE9KfNcOi0vGNqCmvVOaU2jQJ6SPXzUdZFkWyXjBmAlgqWRxA9mtAbaf5RUIL
L80lrlyFzdu6nuq02E81AEG5txWmMHeArG1Ky5gYRPao1Evldqhvap/uuogS3v1CStLBeG1tlLoZ
ytS53EPrDZYl6VBBBcmx0NtHYP5AWTLn1MbpmQ6w+rzXuKPiUOtpsxg1sYEfG3RMrrtWbpDPxlim
MldTtBAAawd84yQq38Jz/cNSdeQrmM/VEv5BLQkFjGY0hiazw9XmHtwzTfh/YDNvdu6YqkFLSobE
gyuSrkk1u3MOGhp38FUFTCufUrxIl1ep5kMCHmSDGz7GuhuqDuyV6NWe6GFleH6d1nKbcgWe7tdr
AZEFI1C45T4XybwFmPDJ5nm+JHDNqHYzzThieBRKbOommMPYBRg2f1yP95S6zyC4abjG596K64az
QtGcTQoEoKyXGoMtHqOnWIOCT8o62RZXxOXeGANEjc8fOa7iK9/+ooE3rymqfHL9aOrk4fFvRn54
DpQC0ryWpG9hArhL9Pi5qURf+ZOqowss2pEVTo5lJaFlha6hAS+tyviDo+w6Rgg16LwHX551WC0F
z3Cjx0W8Ue1gwUojaQ08QnrQ2HwOMkcxqqxBy0Z6y5YTuGhkidxn9WBB20MGAa49rEmTCnq0vLed
mPDpMqRbd44eXPsQHqJoDNhHsAre2HNptsXPYtEQpyX22zCaaQEXF+uQ1DdrUrEhnsNK6Wbeh0Ba
h2WAWcIit6/gygd4D04uUYiuEPU29QeDJuu0wh/WUMvkPkG8a+qzlXA59yclAhEJ7adqsJDTqi43
5SNM4N9qlMR9xqLsIHwCB8YKi/cjkN03AbTs7YNk3H7YWKbwYzq0pUO78m3+3SBKPd0MpjRldejK
FL6rHcUlPW3CInG8oA+xUtVBRXnyaHJVjx6mM1e0gY9ABbAweN1XDdT5EbtVoBtgbnU67nqXxK7K
USgLGJzX2kLLFE0P2qYBwQAkG3CTHs6kLbd0HqC+wrVmGUSdHhogi/NyTlUwsz2NzKK2zY1iph2z
IpQgG2KFB3heRxfgB0gjN1etG+C/SzuBbsfRhEEqcqDlm6uxiQWIApOvYXSsSzt+FF0xQxdQLOsW
+5MCKK8PM3UEECb12gzp3rRQYtv9nHSFCmdcQamaf0VirgFvSmNt05w+ysl1NNrXh0Eb6He/LCww
Sk/7WoM5Tuh9zjibGjBYKKamWD9Sndop3jg66Umcxoelz6oMYCLaz2sDK2rKKfC9WBEGlIuebebD
c79FDehVW4g/6KdpaCawAB7Itt5YVQR+PAQ4PO8qUB+TrDIr6MqKkaZTGUgWi2hf0x57eEIseOth
Rz4EiKsHkWXF3PjiMHTOF+SsLNwK31gfpLcC2nJQDR1nDUiUBW6g9W1b6J26PBoQJvhF24gtnyKb
KhDhyyaNAJVUFAvUvLAA0tQH6PU24w0V3aQCMqQNaPG16Up43S8GVvnrBPSsSM6nInhfXSlabyKl
HaDcvZZNQUV8x0DGWor9XNTJog9i6rkJO5AusGCZBBFIfGIlxdCSQzFU4Pw1YSusSnTtVjZaXmzh
5onHEHwPlqyjBSWaVqii4/m08raQ75p1mJJrD2QaVIW1d0p8AryF+EqmfgUL1Axtayj6LgHwh/Zy
U6lMBXwVmLVq7dR/EmrRDn9msxHmSgjXL8WBERti8ttU4Xou9lDRqOFZMKB/J3lqsPQfQZGcmvgB
la4uy7zgC9Xz+0kCt3Ff1ViNjvwaihSkiRPfDGOr8oSsofm4soEwmw1QHWZo9jG2wCml5GrAA0R5
WyuSj3AxkWMmJ9iZmnePK3nwpetrEIhzzumyLesebowZN/xTS7mhCbD/LXmr0G5PdPfqfVGT7RrH
KIEnlnLZHiwoqBPtHjr3bW+jMkUPqVwCWyyu1rjgfl9Dom5ZqdrtzmPIAqcEJFIcNntgC+Begt/g
NClzPy+eygwTj9K3g5blZLMJdSDYs2UtFDmbXLdleZmsmxwYYJ8IfhjQsnjmVgTxzRDsP1yBbrnN
vKlgp/HT40DcKyhpDkIluX7o2LqqXmWT1V0/sHfNA2A1D0KjS/EmRifGbSJk8MIztmvL1tki004M
yfVQ8R7WHCfYxRvPK1JuNE6zGcaQo9mmNdwnXGIbqCNZwYctyXuybTPuumneYlIWK2mqjOvQte1e
1way8fBgENCBN9BrUjjkCvAecFJfaEKNTH8gfB019KDlAD5ABBMAN4F/JyvrCHsIoFeTa22tgFnL
spwhGyYLMOsStmWQGUF40dlYuW3uP+junkol2/Bi26tBinMM4x81tn6YbTIFCVLVAzTWoAHDLKAP
gEx6fqgjAR2yCcFxYRgLJCv4r9ja+u92qKa0cWkBVPJbjKBmtjZ3fcHYG6lgzwoQWejNqUNVg4ct
8wxc9giOz8/lqYTAEYL4STGHxcN2OMQ5eTqXYqQE5Nu6vFawqyY+VRxvfDyEVNL9aoE6/8jOvx+Q
KAXCgUgVAXFRHemKjfYImxYV793cQaEoG6j4Z3JpAOYeM/v5BeJNtvvP7Z1thaDdIi4xSQmG7aij
AWdTs7KLRrx/RIxJr5tovwi6cH6YWUjHQ90Xq383THSpd+3QbXhOPUBDElYG9egHM3oa6TAjaKVS
BcVLKs5AojsSGheFkkku1L03D0k1Aa+DHJ+HpgBcr9KxAhdoNiyQmYpCcQBqkehtInVP3bDmo4PO
/sBbajnKZoCWJQeod/A45EeBr6qFQj+ZTw/7Wf0DzD6/iGM3guMYoojDjgnGOD3eZYW66yKZk/FK
h2ZDpvWeCPWBd8O7JUkHdvnnx+MIHLn9E0Ic2UzOwEbgmOxw9Vj25lK7OkMWkNVmPlTln5LWOALJ
H6egLAJwQ6r+Dg7oVIASPVb11UNZApK8eUM2BvKiC24rGM8vcMOX78IUAgK2nxhkIJxHYaBoHumZ
07LOlV95cyq7xDc8l20r6SfhIWF+lIK/Hwpcl8IOXsqg05fHUNcWpF2GUpSnD1Rk5KCOQBwR18LP
86t6PIrx3cJAK4ShFByQQRQgJD3eLkQI9mVkpcOJXwnSYU/4vJ1GGBAjg/0trB3soec2lKCtqqwt
VugWs8jLiNsLqNZwBKfMbdOD8nNJGGgP6G1b8LK0pwtwA26virlq8LzkBYEtp1+Dcy20Qb4mrHP7
1gwriTmySIR2l3oOUtslnbGl4q162M9rBDQj9E3RtdjNr5tSjwqOzAyjqDBoIjUc1TiFRkNW7c4k
dQ+ueCQoMoHXdNY80Apg6CkUC3EPYw+tRjMhgO5JtwSgG1rDjQZMI0mA0FqSQp/QkQEeAIolBnlF
g9nIXPLAbXrYHIVsR32K1yprQmzxmnXBq67aiV6aesi+SR4OyqbOHonMPYOCnbUJ7Lu6dCvi0o2g
LEFv0Qiy71MLQ7YNdBXjOYLdiqrMzdwG6KdAzze1uaFAexW9EktUrD+rBUo2MSCMHnTW5aEPU9MS
qNvpZmhBdgUFRsIuQ1brmNoiTwZbTqjNHIXTQ+StcqqX0750gnH3gS9qXO0H2G/YdrSAAyIirmwM
sInwoepBbS53cAgJjhMctHcY13mLgXT+tkDrGdJzLuaJfMJ8XmJ6BbJZ0b/rlKobsq+7kCDohAE4
5pjDUS7YS993dgHf7qaZrH7JUALKxJgDNcM8zRe2FNNlo0IMawbb0VMF3bRKPeyLVhqFE4ZMnD4L
1DaL3hUMCHeXtbJr/S8dKC/JkKUPW26PWORgP7wUl2kLuF0fOm0EGYBF3/MsEL43nrh0cSs6D6Fh
7tlgJ00DLZtXcCKmz0aPRIsByUorYRqkaUg2NcmoPgCI2/S671RiDm3FS57pspyu+VLxerdUU3FS
sZGeVoiuZ62fx1NQMux76QXJZ8X1layiQaAZj/5DAUF9ykpuQwbZpz/Xvje/lKiyu1nhAnpRQ+MJ
NLsgKZGOX6Q9+mQbSMdu6sWlmKp+J5nW4F2U+EMtZ7avbTW8WWsT0R5YedynC6IGIla0X3Q/XBPM
+gvPkvKiHUPc8wASNJx9KU9HO6idVlP6Tvbawb5+X32tgit2RvdltrCu2/FCufN0Je1hKTrYBe56
zuDT6dLlrO7kYYJPnqXQj332sx1O4NxD8dWpxpw0MzZrtqiaH3SN7HXPQJvPDEg0IUuoLW+meU1v
TdJxaOWH9sOUkmqPSETnDCldZTZJ6CUDme7gY+juQi2LdyAeVnBeKVL1FcNWD/QzuMfvR1Lr6tAv
XbLHoY3vw8hAcAAo2IVlHs5p8EuT8XZK80KqQqe/VCNRyxmcQBi+BMJqvLdDH6HNqVq9ZCPl6V0a
uWx3SZH481bBcYQdw7F+N4+0gT6ptRc8ROzyItX2FtWhv5wlQxdB4C1CC77toZbjdD4DnX2NZDOe
gfqdnFcN1WSXAvp9xdNEu2xdU6yhbe6TX6feTXcuSeacVHi9DaG2BE4U9HB8cF0DRK42vcngxJQf
dv06NfO5GEpXZgj31dWCJQAxtFT5OFFDz1mKTH/uZ+cPpB/IBTftnIHS+5FPyxc0FMUVw5A+Yxji
DqRFVGXl3I5yxxdL90zG7qrXzP+69DNwMgTb22XIhgbOQDS5rEreZ8lA2S3sTNuMEtOdWBAKMoLa
+G7GXfMu6CU2eRNjeeP04n7xc9+SzM3DnBfY93VWw/xgxzUFzQ0Sb9ZrzuZ0eqtI0Cbv1rG+rdt+
zWCTp/3Y2cplfT/idwo2Ec564tN88Kg4Z1XHbkMq5ssa9P4Rth3YAIMWMSuGxEFHOpSXIk1slRnc
qFufAKnZpcDP6ozXwb0Vk2gOAPRC5Kpa5WnEVr+FczpwtmPS/obYrj8Zhxmf1P0obj0tbibok29W
167pievZktWuLe8WMMiJjnIY9kADl+voFS8yzxzs2DZlzJAexzOhmv7EAQ/FWSmDulFdVJ/p3NMP
tS/s53Ed17sBAnw3SkteMzhYcIKgUuzc7OI18Msk41M3XiY+NJ9WZLsTanABJ7NATr7SC2JQy2ZA
JFRXKehBvBGn8P/GFHkfuvqk4YO/gbNdFOY/knOMOnqoBQ2/gi7n3qpO+1O8GHXdtn69KEPt9rME
yIU2uK2uOobiuR/Y9LYLhf/g05R9oc0I4EDcMl6xpYXkAU3rDaZxuJi9nM6qaaYWdJu0OylEy3bQ
HsMJS5A91Nma+OKyKLR/t5JU36Qgnfzq1jR+gIJfnkKyydcrTiKcYRLVwaiCX8ION6Z5bJXZpevS
UYh33x3WMrFvG5Dg35az7V0OJ0PQwU+1+7WPAyuhuV7XS6/YcAEHlRpQB1r7oaSragGz23lPZZOe
Ytjzy8d+ZW/SsaSgzPvka1IQOIN2uXC2Vipf2hm47k4OIGmnlw2no4x7ZH1jYmZUX1xOSV++BZXF
XCVs6T6a6G/hnRKE3gp/DC0wmHqQ9dWsajh+yXtcnSvbk09DUgxTbvSEXsNRn+GmIuPoTjQxlOVK
Y3nBCuvTg0Jtp85bnfY72MdlazbCfvcuVWsrs3qNasxaWnRXNoH9/oslcRJsLdAU/aVTI2z04Nnj
6axjrn1DZ5a8k52q+lzMXtu9Vr1/X5fV2O5hy3fRF23V2GqX+I7DIcSiwMmJHENY3y9p5wd9slEP
tFNutsY2YDU7lc15Az25NzmWwFxy3g7F+BrUkjrkdMDlh0mudsktMuISjusVeDdhoIgXERrx+JFX
0P15wBHfRy6AOJUdHCs6HaOQ55zMqKs/rHQpyJgts0NqOCcAdugsZbAjcOLM0vmdHgMfrlVSNjWc
wCmN8plPitI0ecLUfF1RODWTEc3MO7vgZD2ZoNGscyQdQf+HuTNbjhtJsvYToQ1bYDEbmwsAmcnk
JkrUfgMrSVXYgcC+PP3/QVJNM8Fs5rD+m2nrLrNqinJEIMLD4/g5B7ejm06lrzfg+Hd2TjoNIMgt
QQWydZ3qXeJbmp1dd8o8tembfFYsdzGY/lKdigCcpshWlpbURfGm68zU6YLZSq1cB2BvK/aDQ3vT
77VZL3am1ufxbRbTnfWKEpjXX7qpLj2jmGn82H2aXZWJKapdRKPwLkuASYN0SqYrIzI1J7AcNbaB
xNJGO2ZRI2lH9sKePX2k+211enevCHey/SINzdazzcwAigOz+6hJpfkxuJQmRiNn/VBVoWbsoiHW
e92nhIuVyqc3DxVt9OzYejcrZmVTmPXOnOQ+mbTjD1SqkkzJd5JQ7Vi7WObSE1GtTe4uK2zNjndS
nyoh7jRlsPoPNHOL8CqtHfOPaBi+LkscfYhi+TVypUg9rgnF4wi3Yxc6YXNQOTxUkoTV0P6yl5t8
1vP7xkj6/RA3ri9ruUjPhqYpvaIQxWNT5lbQNNbs9U5ikl+HrvjeReGyt6ucNl40hXd0GB3V16Z2
rIOFw8Z8cNvYeLQhEDVBMoD1sB5YMB58uPGHVsnsrazL1tm1th3dtlVZPfZ120W7foqG8AhqHNme
UkzusajSOtDLOt9ndSgey0zVdm4XVzdZKJQ7PZvMG13StKyilua1y7Uo0PVw+KPs7f6wTLqee6rN
IRyo7lC3O6lZ1T38wbE7ymYMPbcd1cmvsyj1TasdpOdqRQiHFEJkf2wtBrebAbkfl7BJfoT0vetD
Sn8taNiUo7fMWXPPKc/hn1hZHiQp9QWPEL7j1En2ve1afl/K+GOaRNpXkLdpD2nHPVSqW+xtaacP
Sqo2/lBY8We1LD7kKUywiIvb3tbD9Es16l3lCaOqvhhq2Fz3uhFOXthMqeMngKPXodQZdKSCcCfT
4HPZNd6kXEuuh1FLvmexYX/Nwkj7nGnGeDvQuQ2ErKujAWT8EfBdz9acNknPSNX6zgpDg7qV5Lgu
QvO7ma2X4bks1lN70ttv1eAoyS63EhqhgMmVdSxFmVR+2yRTR69pqQAL7THVfCMnj3iWkqTiLpet
/i2O4y7z9Jxn8NLcjh0/4+/1gb9YE/EsxbGwet0OuhgiZ0OtlUXXhay6T5JbW+xn0jDUrxy8Y+O5
ijMOV0qXWUEnU+UqqYX+YeUN7LVlyHovmRX5Rogp/dYPjuR44Oa5r/oQNlQVCuOW1l1zI2dIJV4T
UdLcTm0vv2V6NyV+C8w4eMmQT9+7bmavsCm5p/USFPPHQNdq8OjIDbsyHYxrQOoIylQyLRTz0Eb/
NKGQhvvCjrsbc+b+5imUI12Qh7UidkpdwPlVl0F87No8/2LLYfKz1miDXFVq9b4fbe2R7prjwgqi
hvOsbozzw0hRdU32K8fdVMdxSinnUnrC4lCqeyMeNcXvw5WJNxeqkLtGDigMYKSwiHwzLuLUzIZ9
NFi0UorMTzOKtGa3XmMHP5zrRKemNspw+Vy2fZm90SttbANuFWFGSnOtapF+o/VRPh8UVU9L843V
G6HjZVqdGH/k0EaV0h8UZ0rDPQ2zbFLvsriyKtfntj2Z0uuXuGh73+bAFXMQ079ycq+HzW3OQTnM
YZHdzE6oG6rf9lzA5EM+gA4Z3gTN2+33TS/r5HMUZWYVBSNbhTYKahyjbLxhqiur20fUauWxj3ul
+Kut22kQuxj+U1HuRE2v7TFUdXovBwlRqiuDZjYVNX1Ie5nxHkwFulSfwmSmBzBAc2f4fxaKa6vM
Y5uWc+DKeBKfBV2m+PEXWKvIteHQ5e4KjepaOMkbNOtr6x6+wNoHYR8u9o/IDNXJOsCrXthvtda6
yZdejrESe6UD0KVwsw3T0eKIIB13H/sYQMG57Sgop3s1ddXZ9Puo7evssNDd4m1x5KVV+s1w+nIo
ApF3/VzeGD3DWzy8V3S99SG9GEX4aHRCJtbOgqiaGNdq39dzBQ8p6ahxuDtE9V5KJyUfK10VZLCQ
7nTIXJTu0iVjzm5CEeWYh6Szi3mWoLADSGriQ6nq89HcReVkJvlOjjBuXLCDsnJuF0o/ZxcquRXS
BRtCV/aeZtauubPnxTAP9P2Kj9Lp8w8K7JrO0yvEZ57Zs3d2sE2KH2qZUWXBfo+bbFdZrRsHQwNP
ZfIWvab5uFj9/JNlf+0m0fAgYMdegQMnt5UaGn6mW/1dqs1zsZNGAVlrcGkESyV/TN1ptI81JZzt
GaWcTW8qx6w8NJ0Ki3Fy5FgizhmyH3JRw4zUahahZ3GO9kFnLPO7NlHGiQJByXdUoNwQw1QKcWgs
syuCsHCmb8oSTrP0tGistXdOlmQiwHOn/N6oNLC9Nh24GpSLMnAbaVIt3lFONO1VH4ts+BEp04q4
UFHrpb9kcbRHpzWEyr7oNQdyjl67pR+qZlXtzFltr7S2sr/kQ25qrW+HelT5AIqJ4IZqz+194Vhq
H+iq6LvPUB+gTXiNhGXnw+moBwokTYdXBLh1H3HzLjyzpg6/m2i4Td5oZPbOzqz8WonaCip7LxBX
wK2TBdQNfe7bwCmFS0tK6eIDugVejD1FimfArbuqZV6nfg9g9m2BsMDaCN23vaJWjHORe0uT08PM
yw5MN3TcXQq34k8F8hLgYSqjW4U03H7lcjnGb+20aNaqy9CTKyoY67oxbZF8I0Ua88EYzPRdNRrh
HTTJ6EfUaMy8My4TdLWwBxlZlmTyZKKOH5xJ9A9jk8cMARkb3WG7qMimdoFYIRPuOw340A7ctBqP
GqBFEoxwYz6NhomOUGSteVWaaQo9sRGPdRhV+04v1c9W02qea8NDjJt8gaHfLrOH5Gi+R1OpJ4He
twOirryEIO8mgzscI6uBndaWC3TQKBwnHtfNV2oEt2Fflvas7+kQ0WdVDYSFQTQYA6lXQe+QeJ20
oRcaUVtTFJRze2f0sr+NdG1wAlVE0t5DhJDvx8nuYB13JaOEDWB/NZvYibyCAvxNrawVb+uYTulR
U8+JZ2WhCx0lq5M44EBPYV4BlzwsBQiAt1hSWrtsgGAXGGqR7JZ64nciAZ0O2kghg8GQf41tXO70
sJ38sRPzF5tsMdxMXdnIIK8H510rmq4nnBA1F4IEFKjQqzsjD/UbJ84zG5pQOBdeo4XujaLE+rc5
T7LrSZHtA1y91IcDpv+BKqYv6TPY7uwnok0b3x7NZA76cU5bL2+cLtz1ceLk5N/GyG9STZ/FvrNG
8VEJYzndg1xlBmBAVcxeLgvtS+LCePAKiBj3FQwTdWePYuZS4OqoGupQFcWu0NL4fSamZvQ5N6nq
qM+D2GhqZ503681ojMDQhl6F905eGJ9rWBaRN/T5F6Mtqs9NV1UeZj9gjzAqIUpFA0s+b75EyqhG
1FaT4itUHndNj7ynBXf5Wka9cmxSNnXQJJn9puu76roTNVqPxs5uwQXsKyVUnY8gxonNMoisb1Jf
jN1kqu27oZn1Y9ZWne6ngzOu1ZpaQJ0pgXjstnWuWiMurWBxFQqnInGnQyn0IX+HWjYJGsCtoGGp
m35tiH5H+aLdlHMVww0ctc9xOE+f3bDTPNn2KtJJke0KJw//glasBqYwuw8O5f5BM0PtWwUD/bPK
rwhPmZg4KP+f0dw4dxNN/oMcOnad0/8BQbl7kL06h57TVarGPlge3EjJqGg0szhwHjQl14zWCBwb
cgq/fTvWevMpBewInImLSo2mePGmWKs+Kk5uPqaxYRa+Cap/lLLUaIXBtMwM4/vcg/43u0yCBzXf
OKCyYgjogaNi+syNtirku8ZsK1O86dK4Jsu3jrNyk5oa/TMkgWlOi5peAw3H6o05Q6WZD6OOVkMP
jEqduvio9nGRLkeI3HP3IUymUXwXpVllV2nlFJ3ph2ajdkrgDMIcG5JXBpuFnhb8iNTVEksNIN5p
C2Wjo86J32RWo07Hfp5AMT1Ln8TeNMvR+WqVZUdSqWWWTzl5TMSqCKjz4CkEymxFEYQWE44VdGTK
eFhVM1poNg00dlNABY1l9adaK7PdBjQ0IertWjnOWUzHMoky2EIyClcSOWuwpg0SpdGi1m8Hw+m4
wiTGZDXNx8oZwyENaMQ63PuQDCVTep+mVdtXQTtamMXsVGn0bf2tz5ZBmz3+FpnM/liZlGTeImMy
w1WITDJ1fRDrdSSmFalufoijabDrT70SLbrwktDJ+BlceNuabpSu5cJ8k85tmFv+pLqOPewvtOdO
BSI0/xBQu2hlaXJC04P4cNr+L1XuHOkk3e9qiorkd9dbtzJB+6kxigi25+gMZeGrhdnotmc3OUIk
L6eP0vqdUU72h/Rno+vl5zrtLvNYOKpZyFVd+q+wwFcN/lOGRCJmpElRYv/IKrlqm4pfxI8ic3MW
olLRLrvQqDztya8RkXEzG6t2mJbv6jHwNCKgodOp6CX+LH5FHH6xagxRNrTmWzs2e0hwgzopSD6S
lGblr1fx20Dh4VdH9JcPwPdKoqyJ4t+Wgv/zr/9997dP4U8rvH////+1Whz+/Uv//b4q+O+Lf+Q/
/kXr4/zP38TT/H681UXh5F+eGTr8B8uGX9aI/+GH/zs/B0Er/z/bOQA2YOXU/u0iszokrL/wy8bB
NP8lqF+4aRkuDFVnlen/cnEw8aGh6YxA1UKDDu+Shf/bxUHRsHGwYPjwYxdKgeGy+mgjr04Oiqb/
y9TZSeu1RUfpYovXWDn8bNr/u/ftaNzWwDUQFptIrnFz2LAWGkT9apJxpUMv3Fh0IcUM3O8s73ou
Nu+MLhL7EP6/BlxXD9/VUqUKz2TxqJet6KiW1eVYleWXPC8nStaoibAYMHuuB2oZVz6UT+7E41BU
D1AXqXVp99l3pRaGlb84Vjd5gpvk+1GI8CPoQQJzyuhyhKRlcVuVTdUHpanQUuGcDSLbnO5cYbpL
ABlG3uWZunyGg2zir5WZnL1tFdCl+lBHavVJGY0KZmguRe+ptWYdEMAAalejswNcCj/BySi/T25j
KRckOPo6YacTKqCuAEZa8JbgFKzb+Al1KnbxlcgLDtpE5Nr7peqba2E6ObVqRi+xmlvtB6T8HCqr
ubRUaONE6zNs63cgW9mnGaXEX0udL1dL2EmNjllhlR6Y+yP60gkwtjQRPcS5gJc8LtGFh19z6ebZ
V1m3JXQk5xBg16T35NlzZYnyeqbrSNqUuxF45FDq87QDKXJ2dZqowZON8juhPDUS0U5z2rr6YJg9
CbhJ7kaoxrE9QvYsLAdqgfqm4H7HNQqpovl2NrN9Y9NSowPGPdnYK3F5my/5fZ7r1004f+IyRlUA
FT0br15+sFP+ya/nslSkiew9m6LDOJ0IvWmnkQUvPPioobeERXUNYBLe/YMoGLIglmEW4HCeRpEK
iIhtS5aKIlYlsdbsaqMfLrxU48wkW5aNwYOJfB++0GaLG3DTEzMF8rdTRylAI0yFlqAWRjd6PoYf
4z7WdC+hafVJpcT52AhLociz1JTO3lL/RTkT7hIiGL6BLiHy0m6JA7cosj81PW8NVmeo7ZZ+smIq
fgU9ixlXwxW1w24MjbvejfoHzZiKdJfmkXwc8rb8XMvYup5F0dAdCfNdlOhV49VlP3LH0duy5U6c
Hyd1AB2GErwcDUQtv+lMrzrO3sg/S9qOf/7Z3f0ht+fV/8GTaCU//ueT6G+vsX8bCq1//refkO78
y0EhDkVSV1naKLf/PokU2/gXa1zVEazaKy1k/dHvo0j8S7cg/XJAcYBB/7JYXH+fRMbqUwq1TlXX
c8PU3VeZCp0WVHD0cN9wiY9Y1NAc7GBON4OhoJDXI4gwtehyw1+wX2kOQH9mdc3dJu1+FTO/LHzP
pJ7n4UwKd41QHKI4Fzzbe9zdsw5oRcvaWfyY8kxbkDKFiWI+rvzk5fuTN3Em3mlGWYdnruTA1QpZ
oAxe5/FpalWTMmvmvJ7gSarluw4Lp/d1YqWH10SxKENNFw7pKoyHC061eBplWBY3Uvuy9RxdGYK5
k4Nvo3DcvRzl9Jj4HQW2HHZLUGTxmjyNUoWtxFWiaL2wTN0dlAIBzDjlX6NpqYMEN6cLbOTTuVvj
CZVVpjoqImqTlXgaL8ffglae03g9jWvYp+O0j2lVXKivz0VBbmRTpLFHxFaJrtE9o5yBxkOvQv+k
JnVxRH+4BK+dO+yYIXDbrHbWgbMyr58csU2dqzAi6MhOmRnbfuzCDPKyRlCnVO4M7Umrx/j9yzFP
1/rP+dNUISCfcivXMEs4jemCPMlimBsE8qV+DVYngqHN0ju1d6wLwzsTihSzSo8pe3VruzSQuKFy
7jNCYSTgDZiw7NF8Sr9Ni/z65VE9X4VUDq4JQZRp5HK0mUkhrdJRYLxBtm/TIzx068oiT9yaleG+
GZvKflVN8HMWn8azN8coUv2lsgbi4X22yKtCC6WCVtZKLsQ5N4VCh8Mm4BGSpje7C9R6mZNKYJqS
1/HgpzBr5qBL+uUrPgL1hWDnJpGyH2ovB4ADK2GzNOrGctp0xikCiWLQA+rfx5YV+pSsc2BNjnmh
GDk7OGjlWFjYjrCszVYezD50OmoNT6M/6gk31XdJx609Spbown4+F8ri8gQ5F62X/dN54slO08A3
M2VSab01ah50em7dt+kCc6yImgsbbE3e/66bfy2Np6E2G4yOkgR5ZlRiqd5Q0UYHJ5vrjzZ06tvR
zOqPjdN/fnn1mxdCPpvIRJlG+nyeFqvga00o9gkN+gvb+WwUXF4c6nSo9Nu12NJgaxYlbgDt3f4B
qCP1FWTlb/7BWFjsbGZYtvZWbRCK0Kxj164RKhcJLYvK2idDZV04G88tdQulBdUPxgjcnk+XeuPa
SYN+mrZv4xoW6G+eXedWEf5VyDZ+75Kvugub6+wKhE5u4ruIadfWrgUiQt4A89XQGG3rkA/9F8QW
3/Rat3evn0BYa6q+nlx4Xq0P8mSpc8GPIcmQMuJQgRlbtE5g5lp3YUNtXKjWZW6t10IHQ0FrPUg2
GTdWnKTPgZvgTjeG15bG6IslTndSyuhQ4jvmSUscwhATAsT2I5qQoey9hfvAhSzyfFniPWlayAbB
A9ei53S8blKoAyYRjaetspm3ZYv6/RjDlG0vvEFt3UanO5tIdLOAWtB+advSgz63E2sTl5M4iTNs
MvRhX2OJ874amrvIUqZr3BSqXZNVmmcQ358AbnEW8zutc8GKlfpCKfQ807gcruxIwJ/1LrfZ9uNM
faTQW/ek6kAsHSO3gMrVjXhb0MLApC5pBusd5FVYra9dY0TGVhyBBKjGs/IIkuRE25OTAgqj4zdV
mvmL0V9ybzk7vidRNktsHqS7QGejHxhrQwCzQffHOlQOBdTF2f1SpRCY/sG4eMFMnGWD2Gxyt4Ps
06CirD0Dh0EfSx3TH8yuvDB7z5MPswcnS0UvhZfA1sCtrHQoG3ZXe1nkWu8qZ4ZKm7XpQe3z9FuH
rGb/8qjOzSNLdrW4FuyTbUYIM2SbP/UaVjqatAXRBNzooRr5jlO0d/owu10AlQv26f9f3E09AfEa
RlxlIvotyuYmHavqKHF2uEMk2Nz0jjB9NYNU/nLQc5O7VpuovSjgTWOT/ibpFHXelExuoonPndJP
/U53h/QwYtsnMZZRuk8vR1z/xtO0AB8ZV0b0QlTWME5OE1BvRGMJcll7Q9iiGq/rJjCKdPAU2g0X
UtDzXEcpTQVj4WmkWhhsn4aCd7FkowVXZx77fKeiwN5PnXh9MQ1yqlGQUAhCQfjp8ffkBKF7XVWm
TrteseV4MDL4B1lqv1XrTNDMVS+sznNjehptXb1PoiEZt9rJIlvB9w+hoyVQG5BHNct8YWU4z98T
am78Xlkd6zco1p8/CcQ+TvIYjgO6XLW9joG/DlVZqNdVIZydtK3h/TQqCtZbM9YDr98KLsI8EHwb
UyZc+k5j29nkLFnH6b8onfuYQ4N7A0G2X5lC9bFqLCyPZByKCyM+szJd/NA4IZDds242BwR3Eqsz
tJFSVIOcIA0X1RFdcy9Rh0tQ95kc4/68K2sU8i7H4+kAHYl/gRlJCirwvhsLS5djAbnpGu8WHcaH
TVOZjmV/YVrPvFIgDnAHChEEWvrm7G9izFK6jqjYiOgR5gIJEqqkaq9FZfT3k1mlULjc1q+TIbkQ
+tmyXQ9dC7tYDVc3zsDNGxUhNnF1TUaJUkci6kAtABYzXECFn71BonC80uFB9kylusktTTgZDSZW
kvYvuguvxagt4IqbXxnSLi9oVs+NiOxC+Yk/G4LfTazMTEy6iJ30MhfE36t7Zfk6KHpuXyjYzo4J
lw9eGciAtU1iyZJK6A89JGktm4MWotcNlmPFEeHL7y7l/xLYoxpk+mzWv2rQQENUvcmX8OnLqioK
QtVIc4A9FERB85cY5+LXZmYirZ7B6HDR5Gv2JrnUhRMnky6l15hqsmtgJHvxGNe7l4+aM69oPWY4
Gpk8+ogbXLSN7NitE2RTOW6UHjLR2IMc4bz+BVFQr3geMTCm3kSZNTheaRtiISEGiksS1Q5btvRt
WEfLl5cHdGYt4NPFeDhxwKLFJkPZelHHSBNo69R9uO+yrvUzY0h9IJGblyOdm7qnkdafP8n+6Cvr
cJlTSOPW8NGxS3TReigvnGXPig+XooMbJfmPvAuWfBpEQ7NQVJpSeTDX1ds6nWpUSWN1dCOkMnjO
T9Ph5VGtLePT4mONqNE8hiCiEXWzwukOplgGEdGMXCaw1uJgKsvMD921XxKLML4qpyGCRizcQ6nW
+l/KrFyje4csaozZu5cf59wk8yJX61nwWbD70/FHZV70Dv1c+MjDEigweXdABH++PghtMpwkBbdP
sIjTIFY9LkkrIQ+hQNcT/DpTqwuwdZLWhX1w7m3aqNtJ8rjm0/o4DRSaWakaM4uzTMvJh7xES3xU
9hp81hKC3oVo5+bOodEPL4beHNv8NBoWxBbiwgo5RyfCm2yY66MkiwavnzwHwMOkBqKO3ALbeMw3
KArIiGlbNLcVrKjdJIzkAhx7ZixMG5coMiIvajtzGV5DmZvEa51qx/e4z5kQBUX8WqiIRpMKAkHa
4G5Dl/10xpxlUDplXftZYhR3xTzpgQzLS0Yvz5GONQyNKIFWB/aRtg72SeYorAXBIo6lXtqHya0y
O8Zeq/NrviDhepY63DujeCcVFa+i2A5vwLuvLVfKC+fLs/qKh9CEZtAmAG1xtoXAUqu920UoixZr
0LVdN+F982BOQh1uRY9I1p/gqibHZuBDFBcW5pltQH1O00+nQ0+ZtdkGShULFfF8hWwhRdcbq9Yc
jDK5hZ4OSb0N+eer1yiHDyQveu20yLanNtqSqYDiTU6LYdaOrdHs7WK5tBOeHz0arxSEjBUksK/e
nNhgzhE6TF6rFa++Ao5dHedysY+YAca7lwf0fAYJhaMxBBAi0no/XUHkSkttBDNYZSJRgrnKIany
HQftg9sa4kc8Yg9wYZ+vef/kUordMDtvRRp/ftJgk03irBZTVCMwlWWhQGytxce6H5dvdW/nAV4h
+jdgkOlGxkZ1hV15+/XlET9frhrftMQQAcTd1chqpyMuylqFqdxXeAc2UZBb9o+8sb+KEoAKnnzh
9ealqvJ5ylkjcmmlmwbKamx2aTui59I1lNalonNprfv+iq1SXniT66LYTKuJ0S4nHOuTs2ezaPS0
M4RZIfRqUqVZfKdMks/1MiMphb5vPtTQsXHAcGIwIzvP20tnxJk1K1Yb47UGBD3aNqqbRdpZaeNY
riBU2osomzvfDbX4fdU2RnphG55JfLRKuCrDNQRH4U5w+hINXcnMsVPZ+Fb7QF7M3sMCz4LBbHIt
MNtYPGYGWltvCse22+thGKIDbNv6Q8xXfeSF+9aZmacfCxmAr5NoKzvh9GEgl3TNggOxl9Ux2xUh
zrfRop5HbOp6+Rxmd63zUauj+NVHGZNAGx3k7Cc7Z7OuVCTVopasZDGbOWLQKDSWgzsgALgw3efe
LRcvyA4G10nNXH/+9JgpyzSE4lDBXevDD8OcGvZu1tzwpktMfGxf3p/ngrnAVqtjk8r/NrPZQQBE
UpRV3gKyfi21qr8fS1sJBqsa378c6kzy49NChKGhaNPsM07HpYWmmO2ScdkI93+knTZ/cDpkXlmZ
51c0NONPL8c7MzQweugtAkQA2t3mGpubSlLwTR/yemU7gRLTwGyaiI46v/P6V4ZMk97lOjTQ4s3a
SKxCRm2XYtg8m+gSzKnvQ9p+pXHUoERe8kE6k1MdaipzzXLqCjieTiRSbCtHgVB6WlGkfshHaVJP
qWn84a/R6j+6uRnUQ81Zc+HmdC4ucCMhjZ9kks1awWpay3XDJu6I8tCb+sS812cajU2ZxB9gjVe3
zhArF4q7M68RggIlADQ1YDt1sx0GezCLTolIdR0oQViyy2VWV75tYxLw8oo5s0JxBIM4oIEZw6bd
TOxijL09jPhuh+2y+KsJ02G2BgdnmhAafRkpF4CWc0PjWr22T8CLuSyevsh6tKN6clw0rq1pHREF
6lgkiurd4qApf3lo6wrcnFcOVRS9BnulLm4BA9Oq9S7CkAbngCS/Nxvgo9QU8f4fROHcFTo+a5RS
m9MerVFWWNhyYROd1zvkOc4N6snx1VgYFmcWiIQDiAsrdb0KP0mQbUzrzZolUXKBlh9mWz5j4k9f
LZhxrasvpMhzqwKEar3HUFTAsz8Nx3e2rAZL6nUBdo9Dt7wtqnr0LOopD9+k+sKLOhcNjG+lUAET
c687jSbLFq8RyeZu5jq6LhO+R9FmkX3EKkveLOPSXxjdmYVBRgaJdlWbmCtJ/elkZrYuxwn2mTcO
EgHogkn+EESVFl6qIs4sdkKswBgYram6mxw5SVOLu4R9PA0DVkEIm3p86Son8ZIkbB5fXohnZpFJ
pDUJSYHPG26DhZM2lTiaI2fnY4JlwOPU3zFyxWgmRABsgvyb8euzIyc2aCk1CSX39thekA9N8YRg
PR2S0M+UKDAxKgOpFcrORP7vTZM2Bi8P89ycUlTzuTId+j/g5unLi7tUkXyWgRqzza9xUMjwYzbQ
rJn6JYD9UqT1bHiy5ywJLQxWUOnJvkuGI6m6y3fljLONn2RokC8M7MxRw3cuucuvtQlnymZgRdc4
edziO9BNS4e+WSgPixW6fE2trXfK5M7Xdp2En16ezbNB+TzYTwoSt6VN0KZwMWBwsJlqkZV6fDsq
+1DM1ofYKpu9atXGHg2leSHmmesZiZ+qWle51YO5n85r6yCtTg30c9yU8DqKy2tXTvmnOYzT71Vh
FF9FoTaBUNTmqI/TpW+iPa+l164QKZSKGoLvdvMjUrYnI08gdmOa/LbXS1SXcRP9oYR1f7c4Srhr
w7q9Q+R54eR7nnXW5cpOga0HoLA9jsrOdBO+l1J6ODwYb2hp8IEJI9XfvvxCn2cBbp02OCS0MnC0
7fk62HxKINFjAJuwj79GSzzEQVdhXLI3+fbI164Xl+w3n0/oes8FUuODKzpt2U2Si7tCidWGCqLo
kmL06qQUD26/rFJJ2ip7bBuEZ5eRikO7DPFIeXm856L/rOI1YdprnX26mAalUhPNpAxVJdq9wFbY
mGD3FeYg7pgnmpfgGjEGcuLjEleAxdqfL8d/niSwhmUhc0qCNYCUnsa36EhQJpMk9CkzUDYaf2TS
HA982MfZvzoSECnIEK2cnwD7aSTuDrq7YIUHN9u1sYNe8GfADp6e/t4aBO6HL4d7vkvR83GNoC7k
nQIrnIZrUyXjszQtx4me1z84QIJsTLNAy9A4dF1ZHSIU91/kaMtDOhvmx5ejP98sRAdKh/CMvyuA
2Gn0rresrG+JDnMsvdGkhYs4H8d69ZZco6A5o/DldN461bJD+FaGi7UC0LZ7nc7m/eBMyvEfDMVB
kglhG4XblleDbNlSYKUxkeMiHyClhzNNaHW4xAU7s/MBt1cHV4ynKa43VRT9U+wLy770ItUU+HDB
qUdJFR3h+03XjtMpry5JIZyh9qdPhmThGSOsjXQ+crG+IkVJjV0+4JMqwL12RYSr0stTeG4twryk
y7gClvDST1dDgeCK+9bMmW+P7VFNa9MHTCgCfR7zo2wb9RpDS/FWNKn8wqdc5YWtcCbHUMYxpaBO
EOK33GCRZ3j9qBTfIU4SmBSCKD6gZLPBMSe7ea/rfArLE2ZSvzeTaG4uDP75EU2FhVaCZg8IONZn
p4Ov+CKxjp0mfbWlUr/wMhJcPnU2o9/HUd5Cdcyydzh0iH+QcAgMv4CXTNrZYv98MoJP+wxcAvhq
WusrPOFxcJb4s2b32YXadbPd2XkommEVcgEgh1PZnY4xHOKycM05CVQ+bhFoTt4etGpIL2TQLaj3
O4xDPsNUmaS9WUd8Gb3gIw5Ggm5SXnVu3gdDtCi7Sk0VHwdC9Z5+YnnNx48ewimc9jXdzrdh371y
OT97jE1yM6U6dhS3SZA0TYEpuN0cKAzHQ2UXBrbgC8YyRuexmwHeIDPuXt5MmxPrZ3QIfjBW0LrC
kd0k9qZKqiS1+yRwoqi/FrU18/2lfthXyXCpzXDutT4Nte7rpxX0Ytho24Yk4Ousya4zcifA+rm6
8Fo3ie/ngH5anKNBBx91NxtEGeIMm4gU+18+XTxeq7BgQ7+dZdYcsfNz1UebD9G9sppbg8KkZzci
ZlIpZzdFrDFj1iAQAQZjGEd3AnpTsCJX/svv6szQ8Pnn8IA+w3+2pXKPWCRUAJgCd+LTkzfYSBrZ
VWcUtn6FLqxFA2T/P87OYzlupOu2T5QR8GYKoKpoRSOKRhMEJVHwPhNI5NPfVT36JXW04ruDjuiB
SBBAIvOYffYa2fH/+6K/bTj/3Bqty7NSi2uTjPz61oY8xNRlx2mm01YN8bceVWUgyi2bPSeNDnWc
yqhct1OhJrrt/33xP5YM/XzWPmoFxPbstb/l5vMqQ0/kvZf6kywuLKZb0wDh61+u8tuO7gVU0SGe
U26gCEwv+LerqLZigGVwbOx892JNd7cd7uoJ00IRaHFYdk5rnBj7o+uY4i/b+R+fH5fGc/qsh3No
p/zuXoCRDwZOdeemtjWU9r3jj+v0XEnpCC9B47LIv3Sj/u16fBec+cRyyNV/+wZL47VOLkY8wRtc
4aACAlirnTb1lZmz/353/3IpavcxJXwETnyHv+3iGKziioWkJs3JOg751JsMrIvPljb9jXn7W0Rw
foGoIGix81/IJO9va7RuAjwm1cZdLdZwXeb48Ir8jKIWYfEoV3r8DOvXad3hRb+5/vaXl/jHd3m+
PK0RgjqUO6zUXz8RR8QxMXDppCzS6CSMdHAJmSlMW8IlPhish/9+sn9+FS4RFo+VxUO8+A8P9/9s
pCMsyBz7zjx1mPC/aNp+PeCLJP/yVfx5V79c5Z+J/v9zFYAUsZgaF09gYYVpEcErhH5G4FHGDyuW
13/ZZ/7tclRnz+JsBim4v18foo8F0FhFQZGxieHmehy9ea9KKK2t2+Lb3nu70x922Vbe8X9/mgiH
KAP8Yzfh/v5JUGpEw++I1I2G4K1saGMOy/8oB+IlMVaLKJqKDh0gvvhf7w7H3LbEmtVLd27nLcaQ
GdPWfvxLBe7PhcEAhIUfChr3kFj8t2eIx2NebHVcZ45D18ePquEAJNK+/F8fGFc514hoiVKY+r00
tQy4XY/A67PRc4jMGHk9Vtbyt/Xw5/YBnwwBFVI4xkI5W399YpTqc0grUZ2JdceeqrQ43jYQnxqL
wr88tj+OuLOiiZgKx6KQYaHfj7h5OE/ZYg+anb1cvxv4CE8+trXHqfZ1tkT4sBcUUf+y3v/t/lBC
YHFAeZbr/3Z/s+EBFxNPsa7KiZYxUvYF60DQrvb2ly/53y7FF8X5Qr5CXeS3ZeFjJ1cx+nU2QnLl
3VgOXYqHmv2G+e/ffIn+XIHn6T00SFTUz2W939a5ZaZqH0G1ZeMGvBIw38/ZDf4mPfjzfbEeaEeg
+z8fm7/vt4trM6LOZCsLMNy/qAG0Ldy28oa51+XWwnX4FutCXFv+12X/61V/2yfyYB8Y2cqrzLVX
cwGzVZ6GZXUu/vsqf8YiNDWpoHFsMoJOf/PXZQ8kowLvRlICiqe67xoFECHEerrzRufaLuscpwr8
Iy68Uubv/33pf3t3HGJktnCSz1Y6v15am2WEJqDJh4JAZxjbNjcN1krZ/8dVKGrT3afayxjZr1fx
a4XiCeBBFjrrenTHoUFDZv+trvvnkienYSN0zxYN9OKcX68y4Eff27KsM0uZXJ0g7C3O0dRz011M
nSPlX7bEPw8vLsdACk4NZFFkk79eDoixN03Gq7PcTN6paCbz0PtVm8HpoFYVqzX+yzL5l0+Aql98
VqMQcfzxrkrp4VaCaTGGc0QbUtr0rEIxRPiLhPK4oiu/WcNl6Q7//fL+5bGyHyO64aqYjlm/vTzM
EQm+JizVCg6fo9/jI5dXipLuQDL/t6H5f3moBP8BLTk+PLKq3x4qYOk9jIupzha4EAPjZ4R+KeoD
qENVgFH3Bf66VfeXr/xf7pA0jjIWBxx+FL8bmHnhti2LUh0OSx4o7snLn4JNuhdnTvT3/36Y//K9
0bjiM6dQTDv3dwWVVCFdgBJbXHT0Ybraq5+2Jv7x/3MRKtHUORgF+z0dtuwRrPGA7SsC6O1QAusG
HRibv5ygfzw1yiccY/T9qNmcha6/rn9N8kZzsR4yZsunh5aye2Yt83Yqdzt4+e8b+mODZL3754YY
USLjPL+r2/q5n8/i6imrB999ylFm5ZeV2RlyzYYc+9qMk3uLytTbxqn5Wm8qdv+yRGih/vHqyJ+Q
ShIgn5UgDNP/er+kcw1Dn8102H0LzlcijNs67f3amqVoUhgWS2eSoOpMGyfMTy41du5RZwUNZvOQ
iqdDXFl2hz975+7lO5QX6tGXWxuN4rkMeyoUL/ne1H19EYp1ET/6rhZ5lIrKgsidVM0K1exgbTio
u2m59+tkZXKl3VuDrK5n92nFGBA3/qAst/O/L83kvk1h2cmftrTG7cU4JnA/zV04dz+mxpMqddRe
2Yca9gm26TXkmu5KjXV1ZYV1gNV0WK/7qy57SYO8V8Vch0cHmopKMateYfvSYYvmWwtP/iar3bKN
ninvON51wCyl9SNemH360pAQujWQnnKw8Q0+I6qzFTaXAvi7Djq/Gue6kymd2377bINQYFxykHWe
Zx1NclzAQVvNX7TnzvXdPPjCvQAFnlMg5F4GqCDtrlyTuXhihv4FLNYCu1G51lrItLWgAodweBex
nWSH1CpZiPl1ebB3vFidtIN31SX4RudWNpS5uz8Oytj9j3bsA6c6SSxpXqaFdHbN2nkYxSf0srip
yio2iJ2VvVQkKviPZ12AsuQV73GLoVbX9L35PAYYC2dxgXXEQS/WJFOFs3/9sJx9aPDCdIWKX3z8
PZevo8L6V6UUmXr1eRlqiq7J2tftXJLK5rF9UboYvj8GGNc3ZBEFtHf6lbUlvDppHexZXwIdtsWX
yo/WSRxxENjW9rJVq8KiuFTjCv6oJGp72DYgCOB32wJfWsjpxFEDFvSBHl7mkIl98i7QWPLZ7PD0
NNbyvhEP+JsW7XePE9sp0k6IqFgyDJtrJ6Ljj3/z5yEoLf/DMcYrGorSGABbaVmsYV2COF9njCdB
XQ9YdxYxOBAuz4ccP9W46qJZV2MQmdNe+NjmRX5j1U2CXqLEMW5oVYjlrPRWB1oqjqjmflIRMsiT
wN0Upy0s3me/gCggXTUnFeip/GOZe6zH6XuCkmF8c99t6zUCAbsws+7h17qmRS2m/W0sY2Nfbc7o
mS8eXuHFZxf32P6J6VbdZn6ciy1lLAIj7siSeZ+tQ7Vbt11U5Az8U4w3z61APSIzyBRcfN6m8Gbf
68CD4x4pc4xygFluiuxuKa2MUSK7AIy8t3Rek37CoPWt9+Ao4F5r7dg0JCH2fUhE+lr0s3XtYm83
xqBSrDm2slKKclkPVhlRBsQRrKEXcK0Ek5xxaq+dMj/8UtDFyvJyQQWU2MNuDd4RiVAfMTEH02S3
k9oy/faGwlLURcJUed7fOE4hUKni84MsOdmHqGje/QkGU5XCRzfWI0xTzBOY2tnzuE6MRCKjEjZY
X33v6r3Gk1U4RTyr9KyHWJar0G4nT35qBgtG9OUM93pUp1kzGrykK0lBGGQjsGf/pnfroFN4F1Vl
X15KdusajbQdS+AOeNj4qeMJMTZppbZodC6N27F9fclbf1fqsW/cqYkPSx+Hm/0FKhK5D9Fd5Lv1
uScpwlstjdbXEaKhBYZeYbwtAVeu7MMC3SgCTyO2er7v6mnHDRw/j6pGUSiBpyax72zxj6hz6Hkc
Zb0HP+VYbeG1bTWL9TWsnGV4OnOwJlR/iJUQHjJIOvyAVG/libMSLaSbrtb12gqww37aSZDVsyWH
uT21bRE41wuO+EvK9mV9C2WHwRG0+fFyzg3wBB+aTjJtU2EnQbEVIC6c8i5m8uDotHFzR19tpN/T
hfHiP0WV3zUHyk2zdoBelUN5F4zrxvDu6E6eeIUdv4/fuafKfZVBjYegr4SIT/xZtBxsqBs7jvI4
L5+QW1vt9bL3uZ8FG2F62sCBnl5d5UTCwty7m8Yb4ePk+ghyuJ1ubE7g/H6C4bHfsN+Nr8az9/K5
6OMp/x6aKuoe6kZE4YOcoCm/ogWahuMyiCoEqTCC5SFWxcB/1T2i0cOEe/jHEC/2fI9steqOMFd0
/I0lO7Dmchu5y8McOH3/I869OmCwcOY5HAazzu5H5a1UpxMxzA6rmjVi6Qff7WhPiX6Xwed+N5O5
KkXtMdrv6bxtnvMC39j+wtuWYAmPlj8X2r4AVD/mOjVbVM8/12jfrI+18aZ+gyBne0qk8Lg955sz
a61cJuh7HZiMCY11aVOckAAfJzEkOp9ZjaE8q1Ln0p00jIO9n/qPUHUWuMMhmhamZcvCkfH75NXW
+BxWXlcRMQDl28qz5bUBAtgMOy62ULpVJ3s20kjPpyhaW2bQ6XtMt9gjbm6CUAbLoGjQ7OdIDxb1
1qELxcM/0JVia7QbO23QgaCxtAdBI0ljIU+Pu6m86FkXNE6f8010P4p+rCOqlaCaqQaP9rMtqJil
UGmFm4ZTMXffF2WiRwRenNhxZ5X6IYBAcVHwfeUAi/DshiJZTq+RTeOXA3Zt3hZEPY/tPtQ/gsqX
3cU4aPdh3LbggcHTQv5zLLwVkT3jvW0vwVW/TaX6TKQQUZIu/bg7TQZzixOGJjkkrTAHQ+gO8exf
mMVC1oLct3se7JCXBZ3icp53y86ojZZWUo44HqQI8bAj8Ke2rUGY+fkN2Q0m7mPXmvdKcH5fjtKZ
vMNYLhsSbCnBW012cwyi3faOntUXJ5IPXEPGvRmB1qALKrOx6wcrXRGNZzPdC3XaON7egLPrFs9S
zhis+FdeSrW3OAOtqFplus+bai6XaoXF5K0R2jHc4nCNHDHgXjPoL4u+KrC9gBEHI/Gi6WaJUT0E
QjvDfDbG/vN8qVQNToPmw1a5B+JkCETmakfbiOyK8pHtznlZ3KFfE2ePly9eHRZffEBHP0s6Ow/2
jP0JT0QI61hWA30kK5wxrmU2HG/9OFoIVjGOgRgJf0E3D8Ng+uXkeEs9XuqBGZ2jckEHf2mYNJ8y
bwpFldT+gkd7M7A0gyXuvEO+R9aQ1vzM3fk9UAnfG/idkA4cvLod/McyqBalQpe4dxwidditSdAr
5z3e/O66cAejgYnyoBKmcqR7qmCRMFVuqvrrwKupUgBv4ugy+e3z1/ZIinx/7JH9dY2Tkux0x9pr
+V/KsMTgRRP1JaAgu3iem7rOgWjmmwMnqjyTfuooHtLYbse7pg2iEnxRjadNvCgQLe6wAPuwYtPE
yWAWyGTlirI3Eb5denz6gGsORmHHvoVL58NmLSAIbYGoZdLpEJJCU05a3/phMTJqXbhxkfbFFtrZ
wPscPwE0dS6Gou78ywHuUM4PCY/oMlRnq34mgyCShJLNbMGltD323SruHKRVwzd7aPZEROyZyRRo
VWRlMfFrQWHEzQF4AxEf2Fu/QCneh9dxW4feiRg3At/Yxn3z0RhXbx+AFJfXrh05T0BhVm7WLxAJ
jtIUFvdiL31KtAS2s9+Qe1zlevafHX+H5trnzAGkpbsWjyYseisZUd5f6zUnuFy3jSBvNWPsZMHg
FTrFeCrGdrHU1f0+Oc7XxYvLm6odOi+RlltINkMwqmmfr2yMm7G9L7Nj7V9B3udxIgBc2I+OklgW
+EgcutdmnlZqY80CZeETn+VuMFvUnHxBXlniviSufTJKYO1iDU51Pdi+ioEQz/y7pRmaIiuKMnIv
eFX+ejSq3BaWah8/roybwBnTlczBRnRreVFtYgqOwE2gAa6MMYXwjXLKwUbAJknKQduv3ibOgiim
OesjRcjlELsratBcl/nJOKuFDxG84+4kiKfHl7J2t2SMwgZeU6HYu+hshE2XbIxIdhcz86731N6c
NqN/tNqXUyjht06CnIXvK6jEesJJU9cAPsDgXROrkLU1vJYae7+Y32PVyl+yRXuMwzPAUr7Q1u8+
HNsUP7DS335g/1K+A+Frb3ofbd7RJUu/N7VqnnoIODqzWFCvyu2h6FqN2z/NDcyhYw3A2D2GOmgJ
Cqw8FplPQOGeAlvbzaXbdgtsWoJvk5Lvk70ZeB6PMzN2+4EJpDHDpD7gLBCcWikyXvyx8taLKoLB
ngR1bd3gnq485hSGYab4iEbfmo8inEP9pe7jqLmUXkM4LFcrPJgWx30+iKqHVzviVwcWBBDHW10w
OZ8gWrO6p1rtoKDWbsrdE1vxcIuIImfE1zUBYzcKt1/P1HgFIKSIf1qzo3/COoh/Lp5PZrvW+bSn
ysLX+zxIwnmGwK6tyEM655D7pOfoXs6GkdrupvdtA1aDYNWFfLmA+/tOs4QcSMZ2Q4gs5i9RHg7f
un4X7hWGwe3JtoKoSilnzxNeHFSBj0yuNGNa4/WrsrKc7Od1yFc+l8EU8BPG7RNu2Pl7LHfxoFxH
PcQi3hq4FLOLfFL6TBWDcLStQ1XX03HzuqU6xLaO8qRU1X67TfDMjq236W8hlqQAbcUuv9cuPgk4
vWAdnOXaCU+tNa8WhZsChqzlrYzKj1GvLwC6uN+gJamQmZ59eB/ZPMwhVFF969SO9dNR3fZpFdTB
j+60BO9r0dZPpY9LBiON7XKlgoIQyaeZApIRjc960SLC3bNpq7qfIBrFt37RtcP+tu+fq0Fiy7IM
pi3v6mryaJt2a/9ht8sMjWGPm+YAp6ptUW626hrC3jiTIOzTzyLw8q+7OxYPiiP8PmhL+VZKP+qS
laf2PZzkfK27ySbW73nnCR4s2k7bRhAHtm15Htv1FmQLlgfcgdZmqT7FM2k4DteNJKvay3OaEPnV
ve10uj+OVuVTkbdxNDquy74qkK6VH57oXNpvgWz8AH+SRdx5s8/n7jB2GVKoIofPwAvyJXuhDslK
URJEdJvEHh82VzPC0Wg9XBl6vt5xc0jsgTJL2p7Sk/IU1jzrJJadBLeu4FomaglZZPnqeXf5FJXP
KC/ap81R1IFI/NSSuGM8WQn+3OwheIjrx6Yt/I91iNvbbamW4gqco+sd4ogg5jjrLpJpo84dFSu3
i0t7Clt51DqOnzjToXyuftVfwxRf5eU8tMHXYXXFra6F8Y92VJYvBQGrugqLOX4sYwAszD42zBhQ
Y/HzdC+n6RDZOmwuJtvr67TwRu9HNLkaEVCft9eemc2zt6kRBLi/BLCjnF1syc6bOXW0Irfjupbm
NS/0rm/YLfzuGDvQwwG1yC2dkEwQzo4FyV3OzfN09nh/Jel2n/zGLT43M4O+SSUn34HrSgyQOc1u
/Wyrurtm3O+8hVO9Co7zWo0hhOpd3sPBAf/BK7R5AGYLUsNY1h2+bq5Oy9FgPQ9TMJgw6PY6PxWt
Z136K2C9Q8wQBF6QsOXDhO/Z+06HL/9ijd7y4iGn/0qbYL8uQJ7qVJZt/AITcPhBJbC9hxnXfat9
414O3Oac0iUn/dV0iXDLQPOPDm6Lcxy/lzbiumpnRYlcbofcclcnAWcDy4oYfqMO4vjLY4u5B8m+
gyqC3TOc7ley1C3ByLe2r8dd+F/XffFvQ0Ch73CMvBc3pIWWLF4rvzULzlOJbql/pgCCAqg+fg2s
dFZL9E6HmSBZlXFxY/xJz2BN7eEW12iY0Fah1c2oCoIUy1Z2tudhOzDWNYkALOtQvQmkWW9RFXj8
3c7ISAjCjeHkjTUUs32dNSkQY6Uk/6YaplPeie02j84O1AGtWGAypRMW6VIOEehkF6hr6i2mfkWm
n987KtgA3JIfmbQrzlHb5K3DRR/gSZisYxAOaeEysH8Vzfv87qy79xSY2GPvFqZ/GMC8v/iFawP5
bormaZT18F0isb7FPmLYj1UAhigZcMF4tTSFVDh0M1inrZrsxxbMCl9jiXUmW2wQPujeCl+UCzgv
QUXsPZcrSEegMjtTP8EMKOZKWrV7DZCFEemgd+E5uL0tXqtowCyVnCEnIY08zJwWopabzvRySUYP
Fk3CJx58E2JriwP0H8yPajLitC2a5q53ySeoA9FTPrVTXt/MBqOEUy5i+zJamvCj6Lz+Cv06UUy7
EmLYMtJPVJbDKUOGnG+pjkRUZpE/IqBvKYhhl8nc/G1Fs+n71so4OEo5OEc/WInoe1mbCiLuvLxZ
0xbfB4j70Nr3WJIkjd+1cxrj/3hNK3OAFzA31eeiayT0MNk7LaasK7FXhHGUm0i36D6rWIRb2m2j
a1Lp2frGi4o95iiU1WOEE28IAktW4dGNlH3kHY+GyI1R585ZxBviIsbdGXp3FhiD/nLTMh23XTR0
iZ5CIFLlFc6RHI4lYXWZsBeJi7i09HqywJGF2exHTKn7BZuMR7HsKgdDf7fIdooPRpewHvt99knA
/N2F47kvd9UWcKr1YUEbs1Vzf1GFNIoOBuXhq5+P5n2KtYXjf+Q1N0pLx87ibWFxt03evUjRjN/i
rvWKNCBC+U6TYb+tw02WGTlz/0nqXbT3FlYMsniMR4rAmR5ciQV8rqr5zXb3jrCjUp765EHTC0Dc
RdP+rTHCWiCkSb4CEUnegkWoTma4uI17OgsAGHGu5vh74Fdzf5jmxWxvW67szxGNw4t9tYCqd2ZV
r0O3xd87NbTlMQJP/4x5uveiBgHMbHNF92ZVnLqJRcb9xYg6xngpiIejPQes0jhQQDzEouLooFU+
Vhczte4lcXrPNjcwl4lZDGnx58BbKC/aAFr31KWADYV2bCKdYFc66EMU1UNDmcPtPjca4wTs000v
EkjU+g1+MmEoqI4+PHQtfwxAuIlLg/SDFWWZXd8SPE/ksnsLzqyjolcdmM7vOmpq4/Qu9jWIiu+t
OZcUdmuaHqJaRNHBwa6HYGOb9i01ld9TmQqVtECfaTNwqIzzmA70tH86e2hh/ct7qJwLP97Gr1Ou
cDrNQzW5KTVm0po9dCH7DSIYxqvFc0SLTafrUh3CXI8q8TyWHdh649+remtuVktsfablRipUGGR7
aalnjOTLWY7b0XGIMVDAFMiAu7Gbwdgy3PdYzwqMbmHW4ZPt1sRte22s7mio+npp0FfBQ9eiGkj0
rkYqbgCYP2FLB7NPjoH6wUC8VgnFEGvMQLb0Y9bNAijNPMbF/QoRmoxi7xrrtKLa3TJf49BJHTqO
gHFQibht83x5pKnSkdvvQ2+ft+/2vdJwoJMJMzJ+vCKaTkRur0+O8eK7sdNSn5Dr1/dLX9hO5uMR
8SBjDBzx9Ja4vvfB5tCusktFJGAtji2OKqZk9AwQtkDjURernQ5DX5nbxgMJSykT2hlMNuXrw2gE
5p2iNVt7Xc2RfTGPowToQf//qWRVSZQ1bQS7kSntgs244oOq0MoAd0buRSIa+MVJFW5kMsyJR1qZ
eS2LJMJ4PE8Dlet3r2+ldSrJUi+pqbp3Q7gFP0sXrg/7ViH3dGEBhYnfAtk6NqZoTDYDJAfjIzqR
2Ha1A65jGwfGVVZhl47diOB7xxtLR4guXLNR5kUP23za8FDzU/q0gOoo5ka3NInmLzkSOYuGP6UQ
/Gw3Q9XPljQCqm0yIt3zBf2oXXE2tbbXfhNlZShKenHzlNOhHw9dKIASCvKD+1jXRE5MF81lYlmL
oc68t81l7jrM9UpNWyaB5sPYaEjkOqeKHl/HmzQDCYD2fKix9eh9jgFZmsRm6PKRlo9NCWOyFYGQ
Uk0im4ie1B7K8R6CZlhneHI3l11TEmOshVinbN3K9ZuT71ZLvLeNN3XTtfalI3PxNBvPfUD7a7rE
lzlgo87qYeJ1dPtuzeBTACsLX375p8mQxGs8fjhq1neizyUUxWFqD/E81R++23Ccjqs237ZdzHfu
3pcf04CFB8mBm9+Nex+wBeWD8wycFM/elerTRegMzvdcseVxq6wx+qJGZUr389ewFxTmjVlx3FIw
IRlJxsoFv7YaULJbeXd00JZHUlX4w27h76+IpMXXns4EB1lcwtJslS3qWxxL6ScVclo/j3tU7uj9
DeiD0Qnnj9nCs4VoPfgQGDlaKclo9MlxtppK76yXL0J3RNalVNZtW593Gl2W+UPP8SnTTdrrNc0R
pm8RMociyavFDm61b7yA1kzXPmh7J97lkv2do0WAteHKeReFsCCTOQysxynq6+l6yUMHVKrTrT58
qZYyJTbakXOhJg+rLB+HFT+Tdr//5AmdNytCzSYdKac+21tJsbRRZFuJ71H2KLAm8S84BG3q2l1O
I9wx3fDQnJ0GjjEYpRu2Pbcn/SC8T4JIDD9z0QF37HU5kQqv7vBY63jZUvrl1XKMvR7TF0dX9sNM
CGKlASqfe8jR3sx2EJU0nxgfUUzGaxDlEkwfDvB5N65Jw17HeNJahfulx0TgR+TXtZd0toLEyCLZ
X1dVi6fCrueKVvA8v/dNTrV2hVrSJEqv432APen3mZPnjkqzfY9n7+DcT2jhc0p2XQN+49wh1nVv
zy85lT/rVLu7uu8se+mu80Aak0x8XsGRYUT6f7U4mx6f/YYP3bIQy7tRFQNQlYuoUiS25be+oTbL
EOVMQivmpqFNNDblvcM0rDrMEmhtkS+0+DVSPp7v7hBUzK0VPDR200w86oJYYUAN+s1qaEwDJmUr
Tvdas2KjwQp/StfaH71drcv1GAUcOTszN3Yarr5+pw4eeumCCPkUYH1bXlYe8vjzMYcn5jgOLuHf
UFC3w4bGyVPKuua11qv9tjdtZCer04hrht6HjyDcKDxj9Izhak0L+EW14RomrdXRw/eLcLrsFsFv
7uZ1IqT1wtYHCxb5P+l7+HQ7UBGcm8WQ1ZPeW0izMI63vlM7oSzes6mtaUP70LnZ58760gpvcg5g
Gf0q3ao2OteRc5rxYUn9N8NLbnhsNnf/plFyvXFDUFpINtr+EDIdEqTetC4S4m4bXFHwsbZkYAl9
Jlrq26xwc2GlQ2SEe9pt6b5ZgOSfUamWXxW12TfsPO3yRJ+6e4YK5n/MZih1QtBjUfOnN/dtHCbv
VsfRtM0Hf43t7wjHR5M4eY0JADQKr7m0mnZ76U0x+1dO2edzJlGDsJAZ7PzJ96gnqocTfWJo7yBu
oXVH0yFoRDke4Nl71wtuE7SbdO995G5HJcAeohzs7xZsx7AyqAkrcNWCjGEQS3Fb+HXHPdMZEKlm
ve4g55Xbph3v7qq3B4teMgOZH824yYexh7CZiXzJ/XSnXO0e/B5gfTparWtdm7yd8wRjIv9NOJqO
UF9EjjzWJLCPYSPsEcidEPtlNZfOE3JYnAEsuyQ2CAc8XAZpU50pznEAwOF8vGt7d2zZ3Lf+M0jZ
CgL2APEjMfYYPlhLsBbHTcjuazgSHaVVT7E6aUUBVNpygAvLSfs/mLmgPtM3agiTWfYMX7x6OBna
t+6+O+ammb0KEnSTU21aCz+8Q6s7NlnEOQwoWUYTm5LwFeN1K+4QxwKAS3vK2ymsrx22DyrP5SQB
AMZz9VQ3xU65x99EdRjQJXmU8xzKyqMMzJlDjXrYbkzzzFxX0CUdfhYFPw69L+gdIxOOSHocipPm
Y8FE18vo+NhXwdblDR6WcXAVNJHQFPQ3/bnkUT6PxjBkrOu4GlIwtN6crqVTYjncD9N4pCRU3C/l
2Z+j3QL7WVilemHeg8+vVzkClL0b9ZKVXrR4YLxHpBheHjmXYL+n9h2dABukF/Y0uhyXzbYhzOLj
7J0ZYHhFiQFzE5xX8E1cSGKrYJKwgTrbPbUS3zdOgzA/eJokIvGaPT72qxT1jb9veZBE2tKAmVec
idK2p6B6Ee2B/zH6U/nSs6WUPIRQXQ42IVEWoYHyHk3Tqpvds4bqhugsuNlGK+xP/tqvVer7HaIa
IgeqNba92nPWrY6gAGMKFk/p+8PbuituZHKr4qEj6XrR5ASM+EAiLRITjfmXJirGnWlKE4bQSkva
ALR65+txJEw5dtTUm7SFCqoYn3XnT7bahu+iFX51rZ3Av2D6Wn0P1tY/WE6ppk+U7ul5SYYidzal
KfgZr131Y6e3+tFSfX32xgDpRD7i6JO6TUH0JidC86xaR+9OIvdAIUYPFh+ldde0HFavSXcHG3JM
N7f5PawHNkHw5Gzuk5ThnNZNtfAqznzdREZj7yV9uXjPMdKj97K19bM1hZECq93r9x6TaDury1U8
EE8YFCoTf3wYdV88IKnPjR6sOGGvtmtmoNCdoBzzZoKWHSgulkcBBGNDd1MmFQYwlBpwkKfMNYZz
lNhKe+++Lb0vQD/VgydIUJP/x9l5LbetZVv0i1CFHF4RmCSKSrZlvaDkhJwzvv4O6DxcC2KR5e7T
3cdB0uZOa68w51yN2Tc/ZTHI8UcIgkrXp6y5z5ggLp3fKTcRLqnupFFPj0o/RLcasU8FYdq+BGTB
1c/KLW9h+MNQB61FXnqaFXSeqkh3VUEzItdnASUHWK7BXfU5B04kKxGwZTTDqJ+XALbsxSZDWmGD
VbumrdRtbpLupCKXlF8RmEp/JWNfF6Dw5/SUp3ie3tQHJWUtyrsZndZ7ddyMtFp+qUY9q5zJSFRm
5sMS9WafB4bauDm+lomYvBEQwOOOMmF+lqVJhLUiVMOzGkzxozz1EkkjaaAKx/NRlA54DSrTKQ2l
T33rV3eZKitf6pxI/4G0k0J3a5BXrxPMuu9BMWVPjZ7gYoMAj8GERb7yNdSmAgb+FCl3AmXucFfk
QfUW9sWCQCQGSewBGbd224l5Ith9Z/FeCFMXU06imPis64Ba4hCZS3uga/nvHsLFq04ISlfxSOF+
KjgJeBPUuCyv0IeodapmDr5IrQSYqKSis3TVCClXaMXAOkcZ8tN218nSw6gM40NGc7KS1KUav4Go
IwiZ2v7XCLI4s8NmOcVNo0bFbi6T/KWgIMyBttIxovV6w+pTOwgtm6QTqahZT8Jj2NJ23qlVueYd
HvimTRUuDVUHbBtmTqQ5807NfIBDTTC2D0HjA7GIF6C9rapDOIFH64QXYvP0pGikuln5WDiVdRvc
Q6dBPNeXcnUvSy054HqBKHHhNA2ByKToTNcgqfaVpGL5XQwGWfMMGlLPdl9H0h2YyVx34JWQuCJe
06lKx5IxOdhZwBu4XvnD1NEixhUqhQ0PW0rJLlcAlkcAYu9FCJVydJVwEneDQPkdGx6Mb2ap+c8a
XgzrpAvdD0mZqfJDiI9oMyNpE4G6MIRfJT/S/AOSrMMpr1CM2XAVMGxA83grC42me1Rg+yrAc1dq
8k1ZqfNUTEV9K6jYFttogzZx21StZlvQJ/8E36J/7GWz/dGrrVrvJDRDbvKUUjyeW+FTllS1N/J4
A+bPqINdocCwJxcbFVtxqED2jKpQ3jDVBmiDIYehM6E19jvi/DACGu6bRsz0P6Uapron1H3+tpgH
ojRqHmh540nsDX/MkDWkXvq9MgcJvkOoBDR7BfNGeoYcxV1aQy4AHqP7d7OR0tFvJhEHFiGcC3ql
+0VQ4hKp0WHWcjLYpQ9OnQQG6I9NJUzJXWIVPJ5ZlQ0yx6dWDolGzQnNG7FIiaH05FFsx/jnUMzG
K21YBwCZoSJ+a+aKoEhLUd1RxxC0TSCLcAyDTvRxy/Ve+cYpjG+B4v8c/SatHCUv8faMCP/cmE0Z
Rcg8FXexXIJnGmeKnBjsuAq92MRlt3uBSNSOKdcBNrIGeQ8oJzQ9lO7ozaTngvKWA4bDWik8w3He
i7uwqbgSJP6t+0YulfuSDHTu+oMyfK9kXk0Onzr8kHPaDdlxEus3fQP2y86tIvo6TJTLyEkN2hEO
9sAJB1xJo1KAfTXaUKVKNG8kVDH0WhIPbFwNViMZhefEGgOAbAsAsdDoOLTtqz7C4Pr59xoS6cug
NMVdLkajsovTUtzkwtiqW4xrlThGW7ShCmqClCDtgMgnpP0hyal/SkslEUydaRswSvvdaGkZ9YYs
0hsskEyyl0YpEB3Qyqe83SsJ94lN8GtwTK2mU/jozWMyRHQ0axTS40dIZWQP8jHRDXrL1OBzSUuQ
reDdCFuvL41U2dApiJR23Cn1SxHLw+8h5w1CkYuKsxu3U/VkWJKQ3gL0jW5irEXmGMMSVVFj5kMA
l4kC28D3ekGHVLiBtUgZ25iH+E0N1eE3NT5GrZMmsVzyVql5qtWMhDAdDmfiAfRvqbrmplZ/gwdX
ajehVkRfAB20LQ5XX3ZAZiIBzMgIlSVx6hIE1i4gpdbcQqdtjj1A884xSXfNOzokllF4otY6ys8g
LOYfOF49ePjRUP3maxskUEG8GgkuYy9Qyn9D5Xt4GQNl7LbU5M3CtYiKwVjQzR6HuS9IbgfGLHy3
kERDtsvUrbuwS6wQNFho4lwXxVNDGR9glRiJPwTgEbk7RwkNcQGHWECjCE0zV23ACFHpXi6A2k2I
Fcq52VeOyZui42EbIM2o9FnPbVGZD3OnDCLFyplpwlCutiBth+PcNzPptxnL4FIY6R4DQNMd9SEp
qchpmsnXCHkExe2Kokb1BxQgTmaSTeSKGw2TU0sJQb8JMEQCMta2LbgUIUwoMQgcG+q3yDgm5Wz4
u4rccoRIEQ6uU4gyJUNKcLm+QXasRJsJKTVzQ+Y+4W1SZEpzKjByNOPqmXA5r3uZohXNWp9wHofe
C1FQPSAmI5FhEXNBIDhuOL4DvXsVt4qzybeTCfNOHZGEzx5VcIJpACcG2K45lt60RE7gD+fIaKK2
2iejmym9+iucc2ygENGNxhaUjBytFYMBtjuM9WOdVukXgIlK6RHVj1/7IMzCPY3LB2obUak8GIGM
wtYolZzIVs9biaqhJB0HnJu3Ku7NJ+SCLcBHdCvyvdSaoXTOitze1WYkv4aFbGhuHI/iftaCojzV
VlE/DFOuiWA3TBDsxeLaZ76S1I4qdqDC8MgFmNe53nzLw5Q4N0YWFCMPiNN3yYyrD5gDakhwzIDk
KnkqCIDfhO4eMzX3jhInYBzLGEWjoXp/B9TW6u1CLNojppE6MTgi/wUmRrqbUFYdXQAPlAeB+VTf
J/hxjVsBeKsO9E0R/wRjbipbUSDH55AmkHhKRJ0OkhgXwfSkQSH8RHi8/ZUFcjPgUCfBVzR2+4cp
rHtemFIP3qp2mv4EBjC7TVJbyQ+LR7r2dC4WlYgqNiskaGIDXOiEy+lw4il2q6HAvYHFgONH6J38
JEefvxWlEQ22hDT8V6q45GiGpp2ORTFYb2i/gOahYqxVVAHmGMiyIpi/0jibf0TEVsxKSsG0dZnR
q04cxVq7lPO03hEjI32N0HalcY80Q7dXydRR9YwWTkfTW4BF82LOAJ+IIpsfULY7NMMkt7ZoyIPG
PVCFEJRRHNSeWVrArnlbaKlkBiot1SnIVnd0HhMn1xB18VYLcpoNRNKQFlv8x+RbVWCVceKAHnVy
iekH8Jj9BG4a38NrbcEZRnImeCDC/fsW+xQ6uPkSYVpUdE8yWPEvJbWbZ02njqDyOt5mRao8xqmi
5g9VPHRI7VhRP+1ksx+fmrBpkEGdawUZoDJt/e1UKPFjVyoNmadhgrQyiTPZRnwXRFNn2UxMjyhJ
0L1ILQgXx6bSa1duuTVe0EYj9tEa6nyfq6PcQccdVNMit6phHzSl5a9D6Dw/y2guBQettQJFg1ia
4h9mAXBii0RG7x97YhwAXYbfP47g5n6rhAZstbSIueQBuXZfDYGTTSBggDe0YvpjqEf/2cfT/4Uo
1JJmnWiwjiHAB/Sg4ijf4YOA9MigB32vopGHvG4la1ulQ0KVFYZQthvBdz4Sq5Q0No7lBvi8Bjlo
kOZKcpoUJqKdyHKagjAhSeL6PjQZ/EjDuCc3jbepwQq4iWvgd25Ei0mT4kHH8wS4RvkqT1X0YzRB
9jppauDlwv6rK6cSTf8+j1VwRnj+OLmUXcNkUyiZ/iRkMkCeDtGQ+0aQ2tmpTL8bbOhvoJlKQyye
EyOaXs1Ol550ClqiJ/mzKLihZVGcoDdUEDlJneGapoKSP0hmaz7SvbH4LgqNBmCpKALZwR6SPqQ7
XH4LJU3I4TXXyht68gA+geNm+xriVe9J6L63Dp9HfPbhPB/meSjAiJBA/dUkUfBdJpsGorYas4hK
LEfMlpVMmEAK9gvuEoAb4AAg8N/8fApVF0TSTBneMMstCHu+UwFbV/DuUX3DOQaSb3cKOmleULfG
XRtrwoipTiWN3F8cv9RlEj1bfmLdUzYk4zL4/iwsCa6xsE1dgNoyRiru/oRle8NpINSQQVnabQHZ
wYZY5f/QQ1IVm8aqYtWdwEJY4Lza6aDOeobWhbi8MLFYpZGn9iFp2RREh+JJmWmclrhTw6h0874p
mqB2/K4nt4d+k3zb9LP6JUiwYjYClxEdiAhLNmZd4s4g3lz/GSD83UZV1spuX4vUyyMTVgErzYF0
tLYKUrufJ+EFAiJ7PE5IopvRLD0ro4FUSwXuUiY1hotmD0khQ7xJcuuhTfxZswnWQ5wGX5K4EKIs
fBkiZf7iR30nAQhf8syIwXVvatwolTMP5GGcmQ4U/qIrOFFwI2d0n01lIACfJay2J8WQjtDF6jvT
CgAcG1KGZx+oRkuzKKscRiw95Xm5mSj1zmMy+BuAomqwS6XGehDyEBUNy6Jif6P0A9UMyuGN62P2
GygWvPV7OVYtwW5aeim3eS0Qi7aU3T2C1TyGhhgXxYM8ScACwIw1kGh8kXoXHLnOq8ZwKt1aHCXV
MWco0M4odt1brwzC4A1dLcUbK7QS7lRo6XhaAFBn4HNBELsSKcHo1xiQmPG6WZB6JysgwOOYTQmQ
C6uSowP6Y1Z2HPrIvNeiJK1cpZ9TaFoFGLsTlB+K2h08BRajUrJfUpJLzWYKZ390p5GU1SYIcYxd
iVWs3Rkjjm8RU6ViYdNSkMgKyf5jVBn4EhWtLwSAnj1OyMRd/Z3mIw3VI3gfj0U7ofCytAE40hCh
fQEzq1KELBr9WGnUnR1lnkqgxWYZo8Wo+hLIWyyXLVBIuZN8CcjLSCYVJN4ALNtN4Q/9Kvxy+lKk
UnxSQaWLC2CQ3DHZWINAtCj/mH5P8Edel1wh2UM8rlijYNMaqfiKxze0DiFKjgva1+ZJKpVK2vqq
Ob8GwiAeoZj24g1kMuXXoEnKkpxJgWfSSyjYkxgOZ+qjYn6CXKBIYPiVLqTMToMDBxAQN8oYY/Eh
pOlB4hSqyIb1oqg9d01NWbnqdMq7idhY+0kI2mE7sN9PMy/4uFPJZuxjsicPrdKTQ0LjrLsFEMEr
WYA+ucM74LlIxabo7bkhibE1o6omgSXDJngiJ5nighS9DF4qT8wHPSsAw/LcBKcqBUls96zyNxDq
/WkJ9IDiiCl8MEEomnt4kv7PpCSD7PTKSIShjmYKTISWKt+tcOIyB2U4GeCzUtIVWYywrocanvoz
JdmGMqxchs+hmrdEvqJVfUdnSE9JsuXpz0CqalAQfkJKCTZ3WoJJz8tnqQABgJEFf6FqaB7bUUNT
cpdbPL1akz73+PEKWJCBVK0GCge3EZy0mj6qEVwGhyqU/kMza+OBN6hRNoUfUOfm6Nae2AY1Ln5d
KqWzWOdpI8ckd7x4bElja+YMMDI0s9OCQZ3ccKzGI55L3ui7gIr25IWqZFZIy1XCsel5NXdJUSh7
k5yIbJsIzBPCF2MpnRrIgL9qX5xPOmzR1h4AVnS7dib/dg/3zEfbVDAK1iZUtcKji1dr3M6tnpZf
iQuEr4JFYpQyUCmCz9djvNx2KKXvaT6rIj4g4dFPK4h7wSb8AqPoS5CmtmUFavybQddQi5KLlWsY
CYXUGDjbgCQ8AKBo+gK6tKffhgV1aaOUcHnsopvoRXuZcb3oPvylnE6PNVx7epdIIiJnZCFX5O5U
mjSrAvhDQViVX4Wu8O0uqbqtkQzjvSCkiL0KfsDWtZ2bJp20vTz8mvC9DE+vVuj4JjK2VME+cq3h
sNYtsJXMhnpFOJQCZe52IihBBXZneaJGYdmzpgY39ZgCC748+Lqr2PvkqbOLVB0VfdFP+Tg6fcJ0
jdJdbic+T65XSz4XKaMtoJcQVUTAmsiiBTCzqZ9HRFRwRL0kB22CE0PCu9LblyufaM09f1+Pvz7R
SmIFwLNf1RnbERQqdpgSphsHluzgKn2tcIUxPNTCa9hoXtoOGvpe5rTNczIA8hAADZ9IOYAnsa6s
1FoC4P1j0cRwUb2VlE/KYtWIhe5UQuI8C0i3wp0LAHakZCOTptAL9/IqrLUhltEWhQ9jUTcFE7OS
SSkHNafNO0gQ4MDmDzUyFOBx0KVwC0dt/EGjX/mKiM65Y4jknqRryxmUtJX0BQDJpkga6vDQAeV7
HZgJbq4EFrcVxz3oOWtb5nC3C0X/t/YPnEBVB2msLyeQ8aXVCTQLGIjgXyj3IYQH5Yr0b1R+yVTe
gj2ZIErbl5f280Q/jrc6X5MuQEwpS4iHuTgQ0Q7TcWLcG/AYCljxqnUrs6oeLS0NNpdH/nyyGRnx
GQ1RY4N+VMsn+0txrJm0QopUTjYdksRDALaVh7cs/lGr5X09aRLIsYGRQRLn4ygMHSlWxY1WBqk9
aAv0zcykA0X54ckAb33l3Hy+F6hvYz6oHlMQZDc/Dmeqlm9lAie1bnnNWlLDDhnHb5BrpN3l5ft8
J1R0Ngy6kVPuQd93Wd6/lg8qV12PEW+DX8nVHg8GLhb04cgB4AkruSade6Xt+tkRFYSYYMBDTVir
F0pE2FXWcefLUBh++hOJLquNl0xiHSb3qDWaV3RGzp0QWieYECFM5J/W6uIDHSFUKrdY47ojXrHm
sind0mj6/H84irQgQhNeUlV2bbWWEWByPArWcq6MCqxza4E5Gqsro5xbP+TKJcBTdEEBE/9xxwYD
nG4SMkoLQkCHWmjNuziUa28kx0oFn1zY5SNy7jBaogV6ALcMa7a6YXpRa8FkLkdE6q2HIUcYxBmD
wBC8LsWpuWJJ1iJFy02zFENkFVVUI9ZtSgqrS/GBYR7XUpC9RRT0wIcmQFfm8tZs8qUlsdD2Xy9P
8Yz54mFAhEzCVtL4Tf64prNvzooGSNRGUwBGp2T422Yi36pk8aZKfZMshKJuVQXA45XpntlNRGCp
NqPJhHFRV45KL0dFaFbc9MbvzO8yxOuYt1jqdzQr6zYB/Gjv8lTP3IbFIaM1iyLxJK1NSzNYLRi7
lFoW8FBXQ9ly0wnKta7kZ3bRkFF00yVUipB+Xk0LuZogzpc758uJNIJ6T5p4qzSNJG6kXASNHMXi
dJLA/4ZXDNrZkXkIoLDRLBC99I9b6YP7H9uMHgmx2RFHQ4bxXb/hbpAkaaQf2HbArgNUTv/KwGeu
CeOJeBeIXYNvWz7YX5a0hvJuwDBlYZNyPDS52HsowQoPFhmUKxbtzByR/1NoYMJVWdqFfxyqSkV5
HrQMdj7cP1eogZaNWg3xNqKA9FACU35JJOuaXvGZCVqLNjz9gzQyKOJqTyFMo8Hcc0kiCQEdsQaO
BLXF3wYiLIV/PqQWmA+LLhu0vUEE8+MEY0jn5JOYoI8gkGu14JiGSrum9/b5KiwdF0SarGoovulr
SUCxN+niUdEHRkBA4JQMCXi+MO6vuGJnRlm08fgH64mE/sp8dvBVslyzKEYbYERLKddA64T6P19r
vGiunIyGoiyifvZxxUYx7Efcd0AWgEayU424TuEWtdBeu19npoNhllCzF3nkOAkfB6KipAY5+VN7
HlAmjTK5dgAsXlEc/mwV31uKopdFi3jcn9VsZByWYcxJcjLd5IDxjCYvasB/lCOsfw+GdTl9/9cj
hxgvzRqBqGtLa5WV3YiAdZM/wGNWlJKQLTTLTTmNo3t5lDMTM0zsoiryuOnEeR9Xb0C/NaiTilDc
qigZpqFxSzOZZmMaXeiUY3CtOc/58QgBaGSKf7dWxe9lsTMM8jpAEISG+h/tRKmu+gFMm1iMi4du
rJWfl6d45oAwRdqY8cqg+f8p9EYfH9YKCzmFeQRzt6C6ULTzv593NHlIjGnKYnWtlfy21ehw3CEd
2F0q+vfmCOGpiZPpSvfKz34BqSiNp8TgrYQSv7q7vh4iN7XIZyq0tgOpjSoLrJnhCci+tbUGEw5u
EoyU8Jo2215exjM7h7uFXqBGr0KJXMrHk9JHYlRVNCyxC10NXqAAaS9Q89RmkxbIdth6AqRoc3nI
z88KjSlYyqWSw+u5frTDQc6tgS7atq/k81YDlfWaClQkbwWZ8Pzeh8Er2UUVks+9PPCZI2Mi62ly
AU3u31prlr6XOLDoDdo9alV3saZmdlOWwz/7sUzPQvdShnCF5Pfq/SrKES6/CfDLSs18C6/RR+RN
yA2uQppm2pUDeu7o8DSTDVxWFNDcx/3rFFpigVMlLjXHaIu2F9i6NBJQpfeN+Ige4XTUSNptFZzr
539fToNlpNuIyfHRlqP1lydiROSuA10D/Q+Y6V5C88kr0FS8EqOeO6CGTEyMD6kRqq58ZjSfSgXF
eZDJemLYDYCFV2VE1RP8bbWDJ9Ls/odZEUojdEvYg6n+OKsZOZUCiiCnUy3KyIXlXurAvBDJunIa
z06MKH9xPvh/cxXro0wFLBSFBhRcfDgEdAamYNIU1pjukkwTm8cZ5s+1TNiZQZcmKcQ9LCZP+Oph
mGVgyuUMz2aiYxs1KihcEzj4Al2bIMvcy0v52ZPjcBChasSpvArKyrZkQwLLFlkdKFEt5CInmscq
fYH7ZVQjDPFpkK9Fde99UT7mg5eWKURWJuuK97DavTGzwkCnNGFbXLvMi/pWPA4jCmJW1OY736R0
JEVVsw1BRtIDUKA8ZQeTQUEwQyPvytE9Y28shE8w6YqObV+7l+EAMpPuUAXYmjrwaKQLhC9AKf7y
Kp+f81/DLNvw1z2M9TbtRZ/uN/48j7pdd4u4Fq0iVc3JFKs9aVko7MWB+pqZolhbppSiES436coT
i1f6VJ07X+z4f40VsAyr21ogJucbKlMOwI47KmjV30pdJUDCxODQN8Rolyd/bolJfvOW8HIuTd0+
zl3VZ3pTIMtoG5pSobsGg8iYsuHKrM4dZING4hLi+Ap7ucz6rxUGGaymY0ecgIRe9d2PA+qIlRy8
0Xj7mitwdkLEXItCOdhecbWAqCMDEJBwOGqaiLt+DSKQQk14xeE4OwqkEgwPuQ/s98cJwWvyS5m2
qbQJDiJzg0yR2rlEWjCgL+/PuZWjfQ9PK4l3kg8rN77GuTchtTKQ0IobAWS6axS98VDCGH76X4ZC
+NlaHGtj/Rxlzdi0lsAmlWNbnky/DalwmsB4QRMN8Zf/YTC6XZGCw8WW1lE4cjYh6tA4vD0FmE3X
tTS+BCHu9m2abS4PdW6vcNF4AJFj5oVfHT4wTKreZKRuFEXLHpCyMO90szev2KpzFxeRZGNJD/FC
rLWY87TXp2jm3OUNuEm7Ayu6xzgOX0MyVJuyg+1zeVrnTgbJPiCKoJWoYa2eP6WFNJ7plM7Q08qd
eIYeV8c0CcOvD69s1ue5kS1RORQ8fGQy1nMbVMlKGzDVC5u63oZ+9VCY9QGonL4T66i/MrEzo5no
LtM+gZ4vC9zs490aOkWg2zjldW0Q9EOQWcIzrZ2g7kjdfI9En3/F3/x8PsisSzTOwY+QYbqu7nIk
6gD2hQJSOzX276U0T+Tc5OHx8nadHYUuh1xjUhnUPD/OShB6fZxRZwLRhgKr2gf1HRDOaz2Vzqzd
4gtRaCE4IOm8/P1fhpZ0PewoE1x93k/9vST5C2QC1u9BzQb9m1z56Z9/nhZHkCSTjFo9FZ7VtBQ9
raMgJCRAYQxnPZN/Rbnxjz2qSSwQD6iYJQw6j8fapZQFxCbyuSe8KxRUdBu0Y8guq7kDFAOCmsie
XbnNn3cLu67RfpOYEhdzXRCs+hIGTm+B50ur7taYY/8odoMy/LN1h1IhGnQuN7Dusrmy7mYG3gcA
SIIyRlt4WZL9nheoWa3H19pgfZqQrkhE4IZIiCzTvXx1qVD6rYVOhIgoVVP0PSuE0kva8J/z84xC
aIo7sTRLYEIfjx9AUNDeBnLDNTTcyk5yEymcYRoS5dh3JbC9uLEA0cGT5/KjdFldrZOdm+diNojI
sSBUHD9+gpRIZyH8gl6qU7AyUa2Et2qkZf/6/vOcLD22eJh5mTGNH4cRkYfv1CWNBy3MdC1l+J0D
Mt5dvluLr/3BFyfjubQLWWrh1vLfj4PUUd7UbaO/dnCEy0J40KNdJhqbQpJtOt7g4ED6ol/DlTP5
KbuwjArZiLSuuggGrfYQLCFqvaP+OnYHKzRvs96TC99J9did55fLE1wPRe5YpPpAkxwyrjCgV8Yj
QldiBhoKK1gfgzvUTnynG7L+RkBv3RN1eGpk9kLv8qDrE/I+KDV+apoyLsY6tRejOqQNxRja6Hck
D/ADUm82J9O9PMr6df5vFBOfV1GWxnqr+0YROkAOmKmF0JwGQCXCkopFRcmBV34NMHFmsKVZCDw0
Kt60yFhZ/booaFOmLWjE0GesoTQfedB4McfW/8eDz7w+DLU6+Jru+8ZcMRTcxAESQ+ZvEVf5V5dt
GYXMD70xyKthSVZ2seukEOQ96owYGW07UDWm2DYbm8t79PkkUJ2FBYGdIttEfuTj/YJxMMeaDjnR
j8qSKLYJUVhM/9XyUvn5MMrqFhOQoAkwEjwiCOrb6GZ9FxPp++WZfD4ApCOQZqU5x1JtMla7MqZC
KwczUmo0LdJ/SSN6DikE3UVXwrjWKun96P5tlnAwGIwUAdUS6kvrDnUDGgnq1FPFooqOigw+owBZ
22huayGr7gDfFptW77od4q+yM0axvEclN71iGz/tHTEyPU8ksFLmwuFczTirUFjPQuPFimAAVMgs
OqOeXPOmzg4CwoM1pWKji+tBkH1BRjj4nkxVZnlKpWiHnF511vafdm9BxKgEQpRQGIj+Jytb0aXp
aIX6ONg0wwtBLpfmF3RToJCqcXglxlvN6L+h8HJp1UoNm3aGH4+84htRkuPc2noG+bthgm6XCtI1
IyF+HIeCLsUtlk1V2CBeyXVxgT+SBCmUHm72p81p5242tr25OW42rrs5Ovz+6PL/ruvYO37lHm82
e3vP1xyP/Pbguvzdzj3wd96BX/LVm/3+5O742yPfvOdLHWfPT9tsbX4kP375kk3B9++fN6f9np9m
8+Nsb/nrzX7jvPIlfATbWf6EX/Mbz7adnbNjXL6Wn3i/PfHjb1yXH/XKn+w92/P4iS/u0d7vn+29
5/A9nuc5nuM4y5d5fD8/b/lhzi2/ODITPtHjMvx25xy+eoflS73D3vacO8fl18x6ty2YvMOn23i7
W8fZ7I+b5YPy2bZ856Pzxk/d8aWHu6fd7mlZJhZq+W73eMzsZdgnhz++fAbfE5f/f6s/7di6UJPF
daMCW3o4bk6v+80zk/KcN2d3cJ6ujPSe7Lk00sq4t02dyi1nY+M+vPw4BfbJ9r7fOaJ9ZRxluTaX
xll5F03VlPCXGYctetk/PrLPDuvNluxuju6N41yp9q/yiJ+XcBWR+1JbxSipPxzd12dOC/t0eY9A
uFyZ0nLt/grvwGfDP0Id6fhws7lZDvTm+P4P/z69brgbJ87q8fW4eT2eKpuLc3x9ZS/t2y0Ha/+4
3W+3W2+7vbXvOGEH52bHcf5+e/t+HG9t527HfnPzuBau83Dj2NxP7/Dg3Nxw+g67Kyb86kFYXrW/
ZqOKtLSMWS/3xX3m3rBi1071u7t/6Qys7B1SO5AYGeJm83oKPK4l1/20XHiW7ZH/7O0tv1pudWAz
w8OfHVqe9h93t9v9GeyHp2tH5L0ifukDrZ+U1lTibDmUp/3zaeP82e0je7PdLIt+3GDj3KfjYibZ
GDbCs7GBzvJb97R5dp/3j0f3pcC2be2Xmx8bfgBTOW3t7fN9z/K5WJHH/ZZz5x0456Xt3b3F9uGJ
rXZd2XYfOBCvlv3Fu8OSbFx753oP2KHDcTEwl4/qe4B8aZ4r3yophFGROKkY7KP9gs3tbT739+3G
fvzPMjM9jOiN495s+BAedvfyJ1De/ZBLH2HleM1IG07DstQvmPcjq3Bc7NrxyT25zs1+j7XevXJb
MNZYfF6JredVmNfNhjXn6dktr4D7wuZsXt396YTB5tycHgPb/sYp2rAnvBLegVv4gtU+2O+2bL/d
n/aPv/eB/ftx+aE/nk+vkf082z8Ce4+xww6dHvnt79+cRmz+zrl7wsby74fdk/e0++Ng8ndP9jOv
yGjbgb3lqn67vbv7dnfYeV/2h92vpwdeCueB58DxvCfXfrvlIdo93LhPXFHbOxxusdmHHUvvsqrv
y8zM/7DcPK6MyNuyO/IuH2+cnXfHVX//wq9P/PFiFJ7cm4eXFw6i8+vKjly2XnhuH+87bZUKweCJ
4ZW84X+c3e3R5cnj6tuOe/jvkXOunANa1V00mjSz+zhs0htGXzAsY7IcxxP3n6u2jLq83pXNLbJ/
LG895pJ7sbf5QqzD5nF5ldloNp5fPfINe/sOh2DDr5bv3e+3d/x798SiuQfn4d2xYVk3y6vJjbrj
5u7f3YXd4cCFXI76ZjmDp81iTkN7xxFi+bHWGxd7fLNso7t7OeLpuLuTy/dc3oDldfj/C6G/O38g
ct59TDqTrwGic1Gg7pmHEKBDGWFchGpuFXG+hqNasyr+GwbQx9ITmSqCttpm5Ax7YE0C7MZeq3fx
WE23iPt2d1oXaNuQOgaE+1FDHwNa/ZDQ2w79mi7Ya8jpOXja1+KvVWz0/nF0EBpLZESe8lOZ2Mxl
lI1R8CqmMbUbNUlvRlSmNhGSA8fLC/wO11+vMOwFGX8eTCUpy49HTVUzOnJMuNdhXD93cK5RNFW2
s5/s6CSx04r6tYuG106iq6HqP+Va9zICDJxIxlVtsqdd0LXy0WJmVx+I/IpJnsWSYTesQdwwXxFL
MelcJEq1pfzOkOVPDnkD+OweSfM82STRnMmPSPVGP+eIJiFXQORnFl/XdUUEQQ6OFU3kjwvi17Pc
ocre2yD2aa2gF4ULrat0qzBOr1z0M6f7w1Arb6KSJjmclmMXtrqwTzgQt+QIuys+2PlRLEInCAZL
iuLjhGrURvw85Q51cxBuZGsUNqWMBOjlg3R2FLLdEsgssCH66hxZNL9KUcTlHBVx/IpYTXMn9IL+
eHmUc4cDBC5XgrIVkLqVcwQONij7DLGbJJLibZ/hLkPUlQIvUIP2ViwR25K7sjwofdx/+fehTZkD
AY5b/nxRULzJpSFD8UGhZnocJW14o12VsEeBR7vPEPtF0VbX7wnJr1E2Pi8tfEbS4KDIyXFiEj5u
oDCAuBHqGFk1U62OcZIXu9BqroFgPi+tCTCLrRNNkbz7GkYRilWvi2U22aglPIq69tar5rM/64ce
YT2k9NudodZXnMvFdfx41ykUy4g4Uf2WYU6tXEto4QPVkHxCEAQNqRerpF/LrpSUSHdQ/i9DpLSb
AGwMyunx18vb+fFlX14WUyKdAMwUVAxI59XQYJrh+CcMberw5JTRj72iDCuPFpRwUNv6WkHo3FRV
cCoQpgDTks74uImTNPtqICNT2AyoUMljFn9Lg8DfQH+L0Zwwyh0tIq61Zf5syxaUFshx2D6cnDWI
IaQFNHo1yF6jMyk4iVgIbqI21qZE9tS9vJ5nh6KUgjYHEtO82B/nh37uTBtttP8QdB5kHhAxET3f
ivJsI8WzpO8uD/fpTtAKGYyrrnJkFwjl6sUWRiRtTA1irDYiqSbUyI6WCf1sL4/y6ZAsBEKGWJAZ
Gp3qlzvzV7hn+UTQM9Kg6BdnZuPhm8e5m+qh9gvKvolEbRmrm8tDflrH1ZDrdUzRZTBpNOWgwFG6
kpr8jg2pdbMq7a9M7tMSvrMjQZ7iXQEn1FfvQjhPoYhSZeQEU9XtkZDLHCjb+ZVz8XkUyk2AI8Gf
8aTSUufjEiL23sdGhXiMlTSaV4X9jJCmPm8vr9r6duG7cKu4V5xy2UQg/uMoEOYlWnECQO58X3wc
/4+yM8uu28jS9VS8/I686JtalfkA4DQkxUZiK71gUTSFHggEAu1w7lTuxOqDnVUlHnqZ1+l8sEzx
4ACI2LHb/wtGWJbpcLZY3hjChZy/jO3yQcbw3SV5YuSTt2m6bZjuNBVfGZ41Wz3zrXkvjXgGK+NE
Qau0GwPBy+vAV5uM8KJ2f32j2+v/2WJSqyQ9yZDN73uanOTbG63maRj1Ej6n2ufhEE279mBdmvFH
FaeTxJCL0Xh7nZMzB29xcLuK64j420MTg0QLfzu/ef7rm/k9TfxXd2O9vZvZ7TMEGbiKeaDPMwSx
tjOuUN+LwdJFzo6OqPBChudQjcLl8a+vfVoTeHeH28L9eW/LsrLlRjrVjnY0Rcwmhi/epXf+d8/V
0ye5bfifrjNXDTJdDdexPyeHDrWjB+bMzpMP1sXp6X16lZPjBZWkotK2u1n3INsi9JyjJhIf7OV3
cdLpVbY98dO9WLk07GJ7X5fd7nsZ3b06h+eH24+A5sb22v9qWZyYXebLqsXIuUy3YxooQhYqfEAD
/XqNvHtk1c8+WAnbWv6ry52Y3ACQOOaDy03Rd7T4w5cmPP8R3T58cJk/MRg/b93TmkndN72HQvt2
VwiTRtTwIlCOkR+78fPhax/fI+H40Qv7wFyczqWTuhNBtl1zjAns2GD57nENX+6vsvCmj5+JCcIs
LD44WD56f6czjxbaaWa1vb8l+r7u9QOg0l2/z67ysySsDkP4wYN9mzV/Z6vMEytS2khboPqw3WQW
1fxjhwixk57/aP2fns0ny/+0k9rWIERmNJSF26BhOCZMqLZyOB9L76N7+mitnBgN3yt6v9k2mu88
DckxB2EhTBi0TYlC3Ed9gCdpx/cP8MR4FL5mOujA/vEAq2vwWbG3B80b3edxHpNVXjDEevjjo7s8
Sae/v/CJPZnSGsRTx4WtW/O8f2ivunPre3JDFRgainhe7prz/Nq6ce4+WDEfPd4TA5OqOXfbbcVY
rBkEsVif4xEvL0pCLxK7ZpfGfuRH7gdG+l2y5XQBnViaxWzKqt82Bn1h+/xoxHd1RGI1CQWPt92b
4Yfn+J8ZAPq0mK3cRAwYr3trsfvSrxt9W7LdDgQm+8OKAzwHOwou6giy8uf+BtDIQR7sT8HZB0/5
z+zqz9c+ecrI/C0VfSv4KvG0cx+qfbaf9ktc7vsz8/hRzuzPXiltHvSSMOtAr+JJQFDADykWKfpQ
AuXRDURRUA21l9ehkXGxfv7rWzs1BFvhjDkmk8ZIZi/pJX37VF2Vm0lW2WukWcraI1sJ7MKQOejb
Zf3AhNsnhxOXYuCG/ktGw30PudK3l6p8053NEaBpgnjQRRs0DWNaVvWBDT19ettVbBqLiAY2EZPT
vIptLPCYelQoFWIp12iBe+dyrPpIX8z6uhB1fc+EuXHzt58iGRzCKpx2etPcbf385E206FfJXoDQ
hgMudsjlY1NtVX+GIlR9tBY3E/bzGc8NEsORuGE+0mEq/mQfAEmUa+BpS+Q1YxNESJL192jyIm0p
ndYq7ypjVOjw156YQhoOei1Esrq+qYoleXBUo1p0ncZxPOtq1/xMk28H+lHmwg+FDs7yr5/LO+eb
VjhaluhBoMs8sGgpevtgbNhmjfI82OLGOIKC06p0wRqCEsjiuXcTBlhcZ5yLPeD58VnSEPaS9kHq
xwZNW+u+EJb7kfDQqX+5fSWL9UHXEQr84CXffiUN7cxcN8QcQb4q4T9YZggjrP5KP4aDkKwY/fNF
mBy7+Th/YDXfbzaLl8bUAPlgMvS/V5h/WiYI7GvTwtBuJJX/raOn9l6hCXmNEPpHwzt/cqVtwNml
O5KsAi3Wb28y7TcScWCuqBwXLh2ujKDH7VIg4k770Otfv+T3+5oUJjkvjwQDygCnnZKpp891i8Jo
5KFQuFNyhrvZpR/EqO+CHF4bYhcWkzL09XEEbHf807NLKU5YxTqMUaJlSTgDeg+LOrVCFlR9ng9r
u/OqpNqZemFf0mRZvTr1Ynxgwd5vPb4D7dDbEDnd/6eZtmUdp7Tt2F0+iA13l7aJdmuXOqMagUKi
8AyqBAp7f/vpbnaMuWs6sA0y9W/vu3ay2mqrBP2jvkWYcLHLfV171vHvX4WZs61YQCsoAiZvr5JO
I7WppRhR3wOzjkAl8Id20f/287N1ixsxyKxt7UknW69crNJT9OtG+SSay8rujTjXEAWcEHWP62FO
9n/3rrZWWgZdqICwcuyTNWMuel+tpgLbs+bpedFq61kCKu+DIOG9QfFNBykNboqS27tZEMRYKOkt
fh95Wt7Euo4sYQU756j7jrbza2dCsH/ux7NE6//dKf9/Xub/SF/bmz/Mfv+v/+TPLy0anFs3/8kf
/3WZv0je/Q/1n9uv/c9fe/tL/7oeX6Ua5Osvl8+i/2U/NL89q7xtTn/nzUdwpX9/k/hZPb/5w65R
uVo+D69y+fLaD5X6/XJ85+1v/v/+8JfX3z/lbhGv//z1pR0atX1aytf69d8/Ovvtn7/yZH9669vn
//uHV881v3f/Iv/f/21y8jV/fNr//Mrrc6/++aut/4OKIOPFyIAwCE+G8NdfptftJ6b5D4oDKI79
MeaJD/TrL00rVfbPXx3zH/wEWT6diRuKTdtGZ3dtP7Ltf5AD5OSghdlgRJ/P++9bf/O6/vf1/dIM
9U2bQ5Llt9lW/3uWMyqydXFynG/bjuke78QlqrOhK+ACTHFRmsF56hX2eZn2H514f3qVTeCME4HS
y+mJ53G417lYJ+QOc/Tb9aJUR+Rflu8/Pfd/39zPN/N2H2w3s+002mApgrDpTtsOlVMLyhPZGEME
BhOX6W2EADdAWPT7zj1aRu+1pl8vWtR7Pgy/3p53f1zbZ8CRkwH5qnfV9Rr1foTsgVS0Kemy71VH
nyy8N3hNkmnRpl53asnFfChMp2JaGA3bB1hExtfGBGgfZ3WvQLjA55qhNnlmuqul3jZXSBJlzkdi
Ru/fBkN3NIRzEcbPLf3EKNn+OJbuoI+xwdzJF3M1EER19aWyPqiHv3WEt0dCAze+KJJUm8tzWsYo
etOfJnedgZCUQFwzy5yda1PV3XTpt5MLdkIMI4xneNO5+qhP+d1N0oKAP49CCP/fqmJvz5NBqcLg
vIZ+0WtuvCJ7emFBjP/Avr9768wmIcrGayccZerl5CodyHI0SzvIS2QZvgKf7cLRscQDfIKnv17b
2ye92ajIq+DgM7XAvNCmUvP2fpwlEDWBKedVZzC90LiJw/RH4sX+PGsXVclh+bfOfV4fpmqLAGnl
ZXTyXbUhHwZ7MN3Cip3F9o+AIKFIQ1j4YDb43SL5/Sr0lCPsg9bKaeofzJwt7YKrWLpIvhRuWu4r
L9fjYs6tM1PvHqx2qT4Ilj665qnRQ9pzsVeuafpdEpp1ssIC6l5E7bqPyi+t0E897wP38f01MUnc
69aejx6UfpJY81J0f4CwmVxTS6gDr+pmA/+cl1pLL70DlAAocZVPHyWz368bwjRKtNvsNbNkpzYx
bSYNEg363h3iAV9oycmeqzVxQ8wvmbbRrcsPhJTebQksIP+je3Vzk/FL3i5USAEbIccBag+z7NoI
RCfiQa+RBe4ArXwUi/4h7vLTxjAZ9OIAo/BNXGNt9ee310PiVyweuOGYYK4aDwPU+OZ8Q0usjwUI
gOyQcpPJPq1XszmYwB/BlCYLwxIVM1dHx5Cd8TxDFHWgf5TlKM97Ufnp+SK9heYOiUggwp8L4v/z
jApoKKvCbneGdBJ3B06lGQ+YtU3i3Ovh4gyD1xowUvLJC00fpndUS4h817KvV/tiGeGLnk9rZlmP
/oqEeowyc9Sv1llQZQGcjNpAYb9r0tVEKxCtctRPO7qWFhRX209T63bucdQH+IGFm2gvhqwnPc5z
TTy1DeXCM7cYIQ4GTuaBKh6HsYkShtQa1Jxbx4hhjbDaRxmMh7ySAHNApyJKbVViKC8LPRhI4flW
ah7gZhb0B0GICVdUfcYbrZwya9+ZnngSS6lpe3CNjtij1mb7n2xPI4aupO6LyJB6dk0DhmEd3VTv
HxIasrzIN5Cgz0IGA5f0Betoz/ZOmClCzxHKqx2PVkxmOZFuWj37XukzWl+iXVYeoWqKNWxVYpo7
HZ3FNFrx4R6WuW7SQwCRFeZJWyE4lQJ1kRcrUsNHE7CKtrNLL/FhnNgJym5qIm++GMG3xPcUmJJ2
GTv3Qp8m6ckQaQLfuJ04LozPNlI+/aFelpqqe4d0yYQ4C1yCnRaUajrOa7Ca+2weR+3TlM2AKDQN
KuEdmMsZBaA1tUgyAyCnkqjoQtpZRgGqKTHhTt2YRt+sZ2OnINIaOgLRZ4l07SIeptQDig5X9hFA
io9mAdyFi77nvWewcDTRf0qKPLhLFwWHPC1g64WVGLsHP5GmHmY4uEE0WzQlXDmigCGAgH+CvjkH
YBhkWVXFLQost1Im8EohuHTtBXYdZwMIYLrEjezNOnJl4zxLRtfR5Pb9Gjw7utv+U6cUrNEmy5eo
JvQ09jqK0JBha70DwkNr38OoLO3ONLu53IPIAQxMoGhs2vEjNOUxLYAe1Gk5AR1k2fxg5bfwGFCF
B84JUfuhHMYOirk7SAB67pwLYCwm2yJP0vy8XZ0pi+ZRCRjISDrstKFKgJSyiSy2VTBYB69p00fm
PSUfAii1CNPetPoINaTuu5WORnCVFy0jkrXpLl40+yUTecUw1jakZ/BfEOET47dAGyR1DuEvM8uL
Yd2I66gXKFWrjr5qxWHUQ+4a0fCWSxvXk5VvM7pwmI55ZgT2vrcaTewXC7BKxJjWOlwLHKsp9iDj
2DvSfp64q+k8Sr9wCBb5fnBH1IQ537ZxqWBkmC5X9dchnfQn6NnFNX0+jn0AHOog2F7AsziTekVY
HwTUK+4JNPVztq7+VSGrnu6k0Mzbpk/X4FtJEJhu8DxHy6LSp+fvm7WRgm6sXk+cIhyNZuVzar3s
SegCT+uyQzfCq0QhcJKPBgTo/sbyBtlfALcYbkdI19mZ3kqTLrFBJdlSRjra2N3eXyozPbPMSgf+
2yCE8gl16qrcS3iW5k2X5l7/ZfLAL4CEUlIbj/XaWWjHNnkpfytKxCbvtC4vaFBSU1PtJru3/deU
IDnZV/imRWQOSYaMwkJzSqRNExD0thF988ULwLwAA7ar/QzniESWl9aHNff0b7m/zYSjoFTyndHR
/+xrkyljAyrIF5xo/YEWHjRtOvh7ceDVsoj1qerOaU3Qv7a1Mb+6Q7X8QAbQtQ6O7LJrAbsdBoVe
d98LrRHfSG5On81SBH1kp51/rw/KedClcmAoANjdeRCbisjQPB+0TaD9JoJ2feonq+3ihRCx2Anl
9N55m8wo02M8xxiNyoW1pDs1zHArLY71UuT1ETyuuELyyoohRpFC8/tiGvcSVOgcm2UWeKHIg55H
OJt+FQo/EZ8geMk7r0yxWCOwxTIM5tXepXo2bdqzTv0w6ehqww1Ra3JQtQlryG8dhwpwNQ6vUwBN
PDIDqT2kXWneNBpio6FpDlUa99IyX+eycJq92YGwPC8Wczz6aTak4ZC27PZE+dWxLfNEnvWDcp8n
iLZZaGbz8AQEyIRxY2sFWE4kP68GW6yfqdtooOez1PPD1HEzLRQprci7Wk82nXUqni2vu2hf68op
nq2yYNKZGy7gI4Ek7cHg2NUUjasp9UOlD1a6J8vrf7agxsu7SVcBANPBGp+3V/tS4afgYKnJ1UNL
405Dw82n/LDAVLucSB36kapm+1CPjaV2bdGnN7pdc/gUoGGeFof7j32/6Jsdp7C+tZvJjiaRUpJF
SpOmvFm1tYPlDOXJP471RntJArvjBPfEUsRqzbXvskkmJku0NjDiMZuQlSQT1XxTppcEV/Qll0MM
fn1u7nQmK+FyBGN12UyDYeyyxqeGphdWcvT6Jn+FrSiKCDhrnwIhdMSL2wRBvy/BmweHnif6A5yd
1OJkWcoJy9rYvFFLjjvHVWlymKuWzxPmcp34kzMfOi9YXcQbFijGbe1Wj+ZcQGIHfetQzEumtgS5
1uRrVChc5pDmMyfb064p6kgzpgQoHsTBm1kKOEKAIo3nHmg4eDA0UOAp0msIeGfV/OeqapKnVqfp
Oyyn1hRRYs/W/TrBI+bNGgBPVjW0z0xJu1Xs6CZSwrM0xyUE32SmoSv7+RuNSUm6l0Euv6SFt2Yx
sQssPR/m43RoJr/XIyGEN8fIY1Ro+DM2vNd6Uw0RO6Q7d3urXhD5zyDw2rg833OM4hefw7mJa5tW
ZYBtk9vvZVOCT1R4X2qnVkDygFkh0IU5nAoQl/aqq7NRU14dDX5pf4VC3ltxOYBbAU9qFsOuT5Yg
QExq7DnAxaCvjP6a/XEulbxbfDSjzmghHvxoJmEwxwHYKf2K1s1GiwHA81ZLpbIvHn6pFk8JVLpo
NuUyxmLIxc6S6Mjt18oZvxf+uAHr2hwQkuYWbhC6KnAgy+Wu1sAmW4OaGgz0d6otZXpV0K46Hcn2
03ndbwpU5OGFcQYSz8SHBJyURxlQuq8VwjwojtV1Nh4n11NfkhQiyPnWEskJNNnZg4Dju4J7tkUS
anCMrjsxNPZBn9zUPXpoMaudVXQ4wAjQ5o8T6mzPkqkAeJdG7nuxDY/wR1IXyML1MAdBhWGmf4xO
E9y61RCc65NAbGDuhXwYLb18YLTZEliThPWcrbVxUEHvgGoPvGTjJLiuiOxhkQ9T1wyc8d4gvs9t
1t5SPRnveylWH39ciKPXKm5aihw4YAl0pAy9KQ2KeKFME69gXjiSS7f53Mw06UYd8qLgFgAaP8KM
EltvpN6ct5q7gjccDFoWNEiTD1pWgrixltSXu8pYg2ln1iPfiGgP39QhvaFHbm92YmdLMlPstMBo
Y3hb0wC6yPcuzJoAKcyQjblcQZK3Mfkt6YUrPdFLNHqEwpCNM+oNSun9FPngI4NzhqxHGFiJ6942
HrLbB2E4zaXjJ+uTxMMrdtZc4yaSB8ahM/PC1oHzdNOZp7LmMVkSoI11W9dXvM7ODMfCV05kepn5
2VX98g0SoWziZqzqWzUW+q1pLs09J9CGtZ5U8jpCNId5ki/DTZDMoDg7v5Qaa23xr5CN6ucoQPIT
THWXd1FK41sQ4WLPL2NWN1e2NW8xBy92DJ01h1wxzlqGA8xMCCjrFL0EQlO9ORN+rggAnNYsQuFq
yIks3mw+wglxoDM4sk3xjgse/li0DdMjLlsHLq/6vGIhwRQODP3sgyBPbhd74BCp5ioNl8U2u11u
DOKHwX/OoxZZ0O8Mu49j6GaWvJ6KhJBg9oLaD0EiI8aCPLy4Ncxa7IGFIkRQQWkCNDf3lqRErXQ6
HWYXjnPqQEEMms65pMJmNfHYT+1tMaQaxlnkUDtsoEQAfulcrs8TZrBTEHRVez+KIvsO3FXMx6pO
7OsGthO1aWhzX3tI3e1BTbN/S2HJ9UNtbodvSroO/5pO1mHqZwcWZ9smDz4LoTyzzbZ+DPQRHKCC
YYc2DjDMT6JbsKF1MQVfqproNbbdvGuRudQd4kH8abymstA3vgZghnBy87zniHE8XJMqNZ7oLOxp
zfcw95mQrYrkpvqzWwgWXwtJpBVS3U+G3Qw1aN4VRo2o5GrAQQxTrasOqhSqjUeNUDYcvbyeQ3e2
aZA1vLnWoxWtxYNdYXOpL6HBGU2D42UHmWojFVCqmHeG3WKcncl3vuK32GZsOIW4hqVkOzQoKGUB
NC2aPERE17pAukfntOoTJFnzyeiTzwjP6HU0ucP0dbSC5g7KblJhWYvmapCG212RFgwwMFLH95DC
rPGo5tYVu4EQFbRU2sPZU2od4MJSe4PCOOc9dxZMOWZSDctuLCYkWpzBr++MVNh3+qBrTgizxbrN
yrSEoF6MhFCdj9NIdN4HLs0UQ/6ceaXbhXZQrc/1GhCeQS/HpA8OKz3Mk0AB40nM4oc7OxlvLh+y
fTKm5bfOycdX9OfmZj9DWAQIU0nNOcywlxbSjzZvtXXKDEi40t0fLhLu7TXMP3shYbgu9MnZQ+XB
26tnLy5MuhL2252+ZloBuDErsupgoLKfnScNTm1PBsmKKuKLMsrtpXjNtYlUY93gAtOoYW5V19Qu
wWT3+PahOS3VJ0vZ7dMwVNantNeRh6CdmIAzo0322TRq7dMoZ/V1TPVcCz2JOQnhO6ovnaJvPPSF
nhX70TQKPS6hdPMgl7Rt9q4SyXfcgwE2qKcvxLJgRhnjaNOlDHXJfghduj6uPK/0bjWn0e4Hr+qe
gSKunOxWnt4N9RbNFEk7TJEmE/d2xonKogCMXHJZNxUkrmAM+BycA7IWC0EJrel29iQcXdwnnpmT
zwcRrUBM0VMcqn41xBY/Qa6ij3pVZwSpuJfSlCX3UeJ1HMSk6ruSF11HRe04xxKwT3c+2gEQURBX
6kKu6RBn+txcUJRwxI6KYT4dsajrFHW0gWtRagrry+SWnbHLUaq0Q0aauy9lOSHVV9nWik1x6gJH
el3TNfYGG/YCLA0cUK0s5edm09iJCNoWBC4Vdnin+W0uwlobnfQwOL24tjXN/BooZU6RKZCph3vY
u2noDwPpJUEO5dNQL612SDxvWOPB3rCVq9045BAkcyzHJEhy/7nZBCZj5OAXcIdTaz+OCNOI0EV/
md5qQ8+MEIpBcT0PvtPtSGKhvNMFas6gL9bBWb6owI1ls4xD7FXz+KC8glQNKHPjGfBVphEFLSts
VMHaPG8gMKTHMdj6v8xRK/fDzMKDybgEbmSWtRIX9bRI/oZDhOpTnXiaZpE6kZM3o3XmSI/v0Fha
9tytJZdpyrEOLmQftNpRog5EM2LgsrBsGHb0si7CZ2c0mescrWTl0Q5L0NB3Jqm674kI+0saOrIa
2G9vrWE/1Jxxil6HIFQA17So77pp3ctctcHOThGhi+vASuOU1zfuC7sDNuj2rJUd7fG+eNJJVhX7
usmwzDOQbT+ca2cj7BFFDpHXGf3BKHrXDd2O6TqMVmL6sVlP8z07eHX2Vk/OJGsHpzhKQih3j06P
DELpCH2KpOPOr6XRWk8EGwu0aketL7ZynXNGCAHRd33qPjn24j3KwpQvaW0HZTQy4VOF+jw5r2SP
K9wRO81lTCbGW/beZA6/Td7s/O6od1+DxjWufSXSGecjRc2kHVoPih/r9EDfT/uZGofuXfrSFvfK
qhMV9jqgczCk5RN5DaQSPS1TONJd3w9xb/QZ1D5vO/e12UcO1+oMqYWOyNEt9YkuXtZEkJIpMsqY
vSgYeErmdnEgwOqp2I8wbr9bhZ7c9v4gaWr1Et25XP2+rfZFYizfPGvRwfSpimwT2HprOqK7W+U3
fU6uMJZrJtvY8nrPPOaqg3rsYmZjNVmiceIVYhn1Lfbvjbma7IihdMUPOtSH8Wi5Fl4ER2oFobzN
clDB+tZxo9G4fL901HLCfFXznZDKzgAHeXgNCqy9Oo6e8qAlTsjqxPNciE/tDIU1tCdAv1E3UmEg
7ycEj9vpTDwgsp+fBrvSKtImmUjiVJtTaK9enn+WCPkEoT2grhUqIymfsyoBgjuyCZe9ljstDRfC
9R/1Gvh7BDE5UOHQpiMXbosFl6CvXUhNDBAdK5vMB4soSx8DjeRONCyt2aKU25Jy63PP/o1aA+Mb
FdYAbKAUtoybtiq+5l2W42D2hZ9BoTSKImxNuNJHTPP4RE+lm+71xWnwv3VST2FaA40PKxACSegk
nXhsgZK/2olu3BaNr5KdO2QTL5P0VTSYfXePxRyvzNFzFJF81UBKxUD/sKq+/G4u1kbCqIAhHpaa
sGeHdpHxlDjpXETDIOmZAAY6XDqdr6d0sgWdu5vKLXWitU7O51G0XPhegNnOHFLAZLsQz0uP+VKK
LFpoYn6iQ7u7CRgYkBEpgeTzgsLOEmbGXNwEADpt0naNeUytcgz2tjHWV1q51P2+0IwkCBc78e+9
YgJiI+Gg+lFP9ooJQVWZ/r51EzSpSN3Dcyy8YfH3RFXJp0yn3h85aar686IW7VNCmrWDtGpmP3TQ
qNW+MbUMpkpQiTubmisvDWLtt0Q5SQNj1bbavSD1l+68CbAbqopBc9Othf8yBRYNnxkqz4+6qy1J
LOCb3udjK+sduFjqRf081l6koJTfj3PZcepjH+Z9ZRnlC8VmkkhFnafMTMjKWT+1ZemsrBiz+QbS
1cJHynWr+z4Ke012qvNINGMpg/QGarNenbXgUl8tZ1C/GZ09lyEnDR3hgDOJFXpt0oJ9m1XGNbJ1
0OVLY+r1nTO0ANS7LnAIdMhaXErshIZdHBZGLAdLfbI5nx9BtmsTWHfDPGO4bqQdW0iol1bqgzzu
EvK2mus3jwXisGBo9MW/LlzhfFnI9LzopMLIJ82e9j3rEY+LwG3k/sENHEWKw/DEjz6jLBpTCkiv
Zg4MK3R6yzxS1K7Eudm5/kW6DB19yoDX8CBI3b4Gwaphnwat/qRpiLpEdV85LQH8Wn5PJ1nM7Ke2
Ibs/tBR02i53vNBC68oLJyiYxDG4iGM0KVX5IXGbjwvoG606QqjzzjW36n4r0IPLsaPUDrCaU27v
ap+3tLcXqM5RQ8q8w+VNjPxiIX8G/Xf18q8gM1ksRGxTG+HEs4u9pFfXaFYt32Z0OQn1rIDtiyua
ryFZ/L47aBRrNRI+i7zLhGm/ms2KJGwh+vmq6ui5DPXEmiQHQYvkY1dqxhcrG/AuEnvtacBfspGU
R8qyiCwMxwhFU8dRXQi0izOqbM71ZKmxJ1S1RrIdE5nFnSt9MgTWNl2+w3cQTjgiT+rzVTLmTfVh
De6muk4T+NAk7kMXn9G9EK7MnXgI1tQ4U73vXE2t0G+MbW3jYnHgxp0SBinZyiLxnFIUnigNCecT
8uc0LbaNs2rXkDLNbEePSdKgXYBC6L6SrQnoWvPZtZbUEv+Q0ero7AOG5zBPDRzinegrUuNBS04m
bP1WFgcksC3xCTE9koXK5Hi8LMmLajFE33yNa3dsvtaAo7UI8JuRA0ay5Gf8Ea3d4W7ifXnLWN1X
HXHBrlicZAuoXS/fQbUe2wMMDK+6mcwun2j+2mTMPZLBeriA1bRA9ZDa2dP00dsksETq0oUq0Rv1
ecEpOgEmGEJLo/koahqaHcNhIuUV8VvBD7QaXf+gPK2mDNpK7ywB8t2cMbvhXhptbppxQo8R1os+
sj6qzdGqDg0lEAmfORkvEERwhzOVmdo1uZOajFrmF2kk6Qxto6DLs1d7lXUf55QEKyDVxNV7Ik/X
j/RslkZkMAzfhkrK5Y59C27esBWHMo2XWbUXnp5c5wDlr/TWar/DStbWaCZn40V2UQoiu2Quqfmu
uEKRURVQKx32HDM0HTWpfZAIjZ5+c0m+OFUSyAMUwXKz4kWL4mxqEbrqY6Af8YZnb48rQxStV9qq
neMGe8ahAQSS3ekktNULEu4Yb2EtGeu7TnyN/A5XLa9b0bjoJ+szSfqWrGd9MWVMiYe09vklsS5K
1XCBCMv2YurlhY9A6yNnpjIpCHSct02ONP+ean5VHOnIHK6RfBiGK8KEpPuilxnhUIvdckOob+MT
LQFkkVfKYAOxceUbkN+LMs/iilPa3iOKClJjbQdrj7s/G5HL0KoZCrBtX+hayr/1bb7p4Feka8Ou
6yeseY63OjhBfVurILik5WVJL+3UFmJzZzNt31MVyPa10TA8rHUNPOBl7ojdLWcdyngmhFMR1PUq
wRihTxca1TjORyurE3c/W2v9VfO8Xo/bwdQooq+j+1WKcaioHOQ6qGeEFkSkF7WSZ1wZpPGo6Rdj
11OfFaVe/AiA9j7NOX11IbKew0vgDEL+RhRDM9Y+03PH/tpirWraPU0SyF0Ey6SudhXqw/3jWtla
GrvVbIgoKFoJe71jZ+6kO1BATLwGbW0m55UEDC2wEFZFNRHqBAPGP7o6A4DX9ZLEK1zkNLmjFJEp
YqpJPk+2h/3QMtSlQ7NIXPswZdRlQmJNX4u6AFZ6VNFUcEy1ITXIJAe5v9MlzUu7gpPyFhFd/F+y
TsPZHHhNHzp6UT2s2dA3Mf1wbX/hU/C3dsFqdHnUcUCst0tuWPPBzny2PQT2Yo3tVdMXcvauyM5b
SS0yVjhBGblbN6tiqXU6YiAV2ttnYnKCGx9nr955Wm+4NZmxInGO5GXGLo3MFBfrOQjUsD6AJc7l
WetmAmoKQT0PqvNMQfie+PU1MytQXNBaGWFEtHmV5mEgEzKu41qTCZM9SoTs26FVtIa5HCsoo9Jx
b+QTMoikNNzpfJqGmS6Lugz2ieAwo05kK/DbpUvQMKusz0DDBOifUiP8L/bOZLdyY1vTr3JQc7rY
N9PdqkmRSqWU3YTIzux7BrvXuaN6jvti9e30ObYUzq0NE6jBBQo4OAPZDoWCsSJWrPU3i7jm/0r6
yW4+ORgbWRRFWLhZM8hbYrM6HdPDstywXHW6ybWo50VT0TRHx5Rmwaau7e57zzX1TlnGkDehYszD
VosndFzy2bSuzXDsnb3SN4L6YhlOxU6j1ttSyFV1/O47rZ83Ga5RFDyqiR6qVbbueKvgYVdt8fOr
l6MmktS70Why3y0zhHsndXLtUDYprvB2VjTeUU8LVd+ajYh0zsd87nlHppTfRasnRzBbNoPjD7E8
ISOepFdxZRvxTmiN11J0Zl9O102W298qp/K+aU0/LpsRzMLoUXlTKvuOt4PgDAW70Gy8WnWKJ7Qi
+/g+yjBY/t0tzfaYdWNa+GNOC+B6oF6KXd1ET2Dfm04cUGLq+j11FCXaaAr1umgDoEaU72eerxVF
8qVzrrHX66aHUJ/G7PrEBTGP3OaqfUha4AP7SXMp+vfCorNrJp6qv9Eig1R+ob6lHg06inEwtYnp
4eHtNPVHzFXS8h5T4wad0Qnox5bSBVVAhC2aP3Bh/4YQv0DH/olSXglmrn+U7/r2x48eNPP/AAiz
ZgLD+t//wQn/DcL8Jvn63/+nfQlh/vmf/AFhVpzfyB+wYnLIFly0ck9WNH9gmBVN+w0yCRQP/n2g
xPTq/gQxu79BcQGFS5kKXDpoTP6r/4CYfwOqBR4agLOFmuxJtes/k3vxmX4NYobt8QIdaUH6QAkY
WB0SRwDPcD99CQIDjmAKrV+2PKKc6uAoNj36LCeFoieQTAQRxWFs6sZycDaKE1IOB/ac3YPMJns0
46a3Dy5p6qEgJysOoVhUnsslj7YN/SuupGypY1C7S6a+KSPKeRu7csRDrGOqRD2OvisJXwRIQYHW
fSTek/jQ1YlNeqFkuLwP7tDamzBylR8TCsrethZRcVtRWWhxRltGml5i4k5pkFDnBxpVBoxvaWMU
KDvfjuCeP+RGr3wocIXRrsw6Sh9dUrIfdlk51y5IAVonirpH+jm9mmh1zHuvNOFcUrZOdnMdpu9a
tS4fx6SGjAWKefzUZ7kO2bZOwo1NnQ3p4NAZPkcJlYKtibWSONJHNFEdmU/21HVXeb+ThQ5PPIMs
67ZqRvMgxhOIrFpsCi5JpQMab62ZQ55GlfvOIX2IyHumUCcJMtqHOVONL2Xn1dfUv1P1xprn6ks2
6aRpRZYrb0qKbBCogXZ/mHKsVY5Jl7vVlpuM1w1SRSZ6FKkx3EYN+iS7XujiU6pH423WtKXNxcZd
t+sHp75fxhrb1KpYRkFzQaTHtHZGd1tD9TBSa3wIl54X2eL0nxqNvGqbDq6GMJibJPompGhPrSlZ
bOxCaku/s7IIEQUvcYwtCNyZeuSct4FtLLG146btbw2cyj86etnSts57p7oZ+OPeAfKaqLZT3KJg
Odcn1yReru5GN3kX7Qb6NkHOEDaU5M78YU/eF+rzKfCuLO3LLSZydIdSCD7BWFOe3oVa2z1Orrd8
H6h8v8WC1hTHoiITu02iuq+P+lhEe4BnPKLqljaGWZAKP4QUO3+U3Vx9j5V+DK95WtnHOqQPt+vt
OQ0ooEckOLNOVaxLzUm/yrPcuKI7nYLW60L7zsDdtryeKQrruAhHtrGZR2v+4CWDxTVbJzPMcK0o
PwA7ArKhN4reH/RYj566Pm7bQ6TpzmNB0flUcMDCEOtEZf6kkXQuWzXKamWTqW3tG3qVkBEXvI22
aqlVOC6B2dlEZVN0eyte3M/QaFTe6PjTjnuaAvZwN2u8LsiInVan5qbN8K0b0cD/p3SHNfAyljcl
2cNAuszAe6fxlnwb01mmJgmWm16GPpCzzSlSQhvcF5N812RdxguI+uDjZKjF75qa6saBstzcINkk
lI+0AgtlO04VLaKm6x1twy2mV4cZVMnHiqqzuYnnUti8okaNfdh0D+SR2l1bes4nUIADDrueF+Zg
qHBjOIRhPf3eRo3a7Yol551v6YVy3zUqaXeo5WJLjdXqtnVZUjyolEqzAZNoC7WIXlG+YH1mbstG
70eGA2ZJYYdnmNu4FNTDENbIVZ1l5KNznDsgxU1xtcTjUuxa2vv1gUypeuQ5Z1j72ezq7gZgAY2m
rg2DFA9WcwspIZy3Hm5q6oOnR/EXN9Q5fejZWriDxa66ODv4Kw7NsiFLuoehz0Ry6EGXiHueeKbf
zJzTb107AwPrtSBYtw7nirunHBMe+uXUpcictlFJzfK0pDnWtR95tLfgNEaq0k1VjgFlE9VP2rJt
97z7LRT0PTf5Goqa7tHkdcQradGGr1aNu+zUJdsIe1S/ucOsOPtxmr3mgVdpBmk5Vpf3OTZfHwuk
PWrkBoRXvWsAfSeQ+MqsToNx7I05KJQ+nw/52OTJjqpqIXZ4nmvLARZXAWKjz72gDVGxtLZGFdXd
vozcMnlrKFWEIMTc8boiAUpz+mVDOr9B7ogewgQI4Q7sGg/ZiCDjYcVa7ZQ+taob3Nvr9zUWnKdO
uVUPB0MxOlYGHw2SYGPoNYo9S6sVW91SCmVXdE6ILFQ3Oeq1E43CPFRt3u06Z0ZAkGJB9Qm0gPo2
zOdEvS2TqYSm3iXAI93Q1R+h19nFFWD7/m6e6ejdl4s78tathuwY4dLpbtK65M5Ti6wFaUNp7cGe
pqkDHjjopHpxOYbuLXZV+hQ4fR+q16ozJd6w5S1SB9aytCPum6Wp7oDGdPc0wunJ2LBut3NNo2IX
J50QR0Wrhquf2cr/T9z+F0//1xK3d//9X9W/3iffYJ79+NePfx3bL+UXLHa+dC/JaIzx70zO1n4D
PYpXhGq7HALwLv7M5PhHJmR/HUt3WJhQFf7K5DQDztnJJgH7p5+CgX8mcpr+G/qSMK5wmMRFjkTv
nyRy+kvWjoUeH8KKEHYoQrtQhwwpjws91MeUU2FQG0qbxhvNAfjZSFBVlMK6hrZCl+lPZmYY71Na
cKAMx869xzWse1I5ndQRC9SNWenhwQTCmR51YK8f08JRN3i0VW+4sfoYhKYePbp2YZ+wvOIdwGqA
YQKk+1Xa6RfoLT+1Ev6iJ/z8iwxYVvCF8WPif6e/+BlrOPGoaZgcMbsRsMsumt3i3jw9lYjCmJyi
6zZh1zmPndebO3q0+R08fvMtlbnsuOQ8LjvKn9sp1e7T3Bxv8pS3roi1p8yOrH24dPNVD4T7j3B6
wel8zqOTsunTVzCh4rARsD4yUQ99OWe3xXZWmbNsBwClOPCInPbRCIR0KQespIGO9CFYpGf79hfc
PYle/XOh4Iq5mLJjPIMdgkSl4iN5RuXq6c4bUv0JzOf7U/N8ownd21aOGeh2ax9SQ7W3sIcTLNVK
74KCoiSh8scUHGgEPGVOjjQ/d+ezb8Vrc6SuzhTqsnX2vKwRSjK18uNECWGbU2W5I7UF9jOhuYaJ
kQKKUwftNPfK3rbn+Dam7ELemH2ri1HZpIaiXliknw5K0m6yXWITshTsGt5kL7/M4pRKIUqHRTLe
J8MdIKdtqwCr6bXNUEIdaattngZ2l2wXdbrhefImN75zEW9SBYmS0AKIfFQATNOuAuvu0tcsd4b3
aXahMpgf6skhsVEOifeuFeYFOtlLItLPxbV/WsLqDu1dCGUvp47ka1mCw093HakMALe22FWlA/4C
qAMopKW+RA36+1lC+oItOQoLiFToMvMJqJzpATNId6auzIfRzW9VrqFjNYzFPi+y8E4XxlfB/b6B
t0mpnDcekECwcZ0meCXRXz/24XBJPePvy8CseKxaFowsWJgSj094bgtkmVkBkhu2ixnr26ru2yvO
2AopYNHt/p9djf9jCdonWv354sY25kJ8fh+e/vU/rkPNMH+DYE0P3GVHctRxUf5R13CM3yiQw67W
QLaaWKbBEfwPN5t/xOVI6QJAC3oIJhvv32UNzfqNWoaLgIEFcxuFWf2f3IYvN7DC2BQyTsTZl5HS
AxI4kU3BofOEORhl5lxVI7XFZ4vwiwP33Oinnz875BAQCIFfKdF9SL18O4LjOLRpmx/WjS6x8bLB
mopw0NwgawGM8fyewLCZ9YUL6tzcJW5h5OiZbdWeGdShBrZGSe6oxf4zieC/lh3S//OFiQvR0UWC
ogxC78mw3CdM4JyViy7fqGkL5BJDsoBOwXEyqtsxuyQN8us1gcr/ctoLoIMM8XQzUFT10QoBaWbF
9O9T5GxGIN3O/1kUcr+Xo8M59FJnUMxgrqvsQ5x54qZV+/Kzp9IHq0gx9zka52CVOuAxDXwHp7Iv
6aqf+8ukGwPUuq01mCcFqE8gJ5ZaV8ugf1uzT4nvl39XEXp1F058EGsag8jzqD+oTrzqayPU8nJw
Fa5bTQ3HCGiPZjtsYYMyx4B23cyl+IVtObsTtJrAmu1vdbM82bnxY93QUvCiR4CcVVjqwRLxJaHf
3dWjrq86GWDsvlwUaj7RnISxHvRpzbNVU9QrndbWhQzp3F6RgleFu0VrKNUDb9SvtDF6G7fuygWX
YpeObIujJHl7USjtboIPcYBjeskF7MzE5SzFMnJbhUSZ389jDsQOwHt3L2ZriNbN/m9W1UYzDM7Q
xvfp6emjJ2C6jK5+en3DSCqVfx4PrhSiOLOWlgNI/L600kc9a7xdMhbWEey9TplCKYfDSA/xh+0J
crzUohTk9vD30mJ617spFCOlpnX2+mTOraQU0mARofLSnQtoeB7bGM0CHTLfhazy3OBSSIsBXO7i
xE3Q5+G7cDArFH3CdZcm7+yXoRFh3leBFnUDq/HUjdXAYIm1C4+bcxOXYhrFm76pENcOErJyXs4n
vkIWXvj+5waXYlosiUZZaqoDoAkZSohL6O1S2yj/mSHCX9tLiurGGMmgQfgEDtVFwG7UxODOGo/r
NowU2EBO7BrJJ8DxNLg2wjPHO2sy5o+vj37aGX892f6cu6ysY4zTsLhe5wTjUI+owkB/HUVp3Vht
Ee9e/xVnll92dDHCBsfPeXIDe6QYYIL584yVn1Z+rhljHLZ1Y9qBsL34aHhZve10WtvrZi7FajUb
OuCwSQ/AC9yh2/CmgdewbmgpUkte9hC30yrQ0wbKp2KJ+UMb1pc8CM6t+ennz9Jnd8whmTaaExjY
uLjK4wQk4PWJn9swUqSGZlI2eMY6QWLG5j7MPPu9PuQ8kBOhPb3+K36q3/xqU0oBaytuHVJgcgPA
PwsKGFp300T9u7p3IHfRArN3IGXL90l1otc2v2NCYhyBmS1Ps0G5nfcz9Luo9ihuUJ+70ZK440LE
GT6Op+xt1HVfkdEYNmFdPYgquXaTydtqtdlft02BvNSU6O9f/0POfQXpYFAdDNQbJSyD/kRAKTK9
35VqGV4o3p0bXToYxioZ6gY8d5CI9Nswjm+yQX+7auKytQvMrDyGFeUFjjJ+MOzpflnK7+uGllL1
nPJKOS+VFwhVL2BD1QGd5nWvRspjL7d9MZdmnE4MHlnOrX07Al57fdan2f1iR8plP3qZutszaOA4
uYqERd7BWteWDd9X3/dj1Xxx49rauopm/iOhmj8PZls6IIzegwmU1Q5AYm1+04R5duMt4HpRMrZ2
r/9RZzaQffr580PC1AarUVMvqNj4m9rL7xyweOvGlo4JrezgduWtF9ialz5OVdOgat0O67J0WUe2
0EOSaINby82aGwBwn2s9vvClz5xvskeG8VO1AZXqoNXyxLcMBQ5trOi3oYum5utrI4lD//VtpcjN
4lq45WK4wZDlDsa9SDPUtq5gCpN0j31pVW8dt0WNohChu481IFnIFij7sSq1K9ik2n0x9whBVo69
n+q0/Pb6tM5sB1kIDcVGsOG1agXTCVtsQtgFh/dh3dhS1GeJbbcWOmeB7WVXrlpGW9CS/0y/78/l
lJV+S6qreAZ3JAFZqx+A0KWHePAuJEjnVkXKAUyo7UbSq1owOpS5rDQHIQY4er9uXaQoX7QxRq5h
0Hhu0lCtW9X7ABMoXHeMW1KAQ5NAdSVM9EBQfKENEA0bpYLpv27uUoiXMZrRA/TuIMry/rqI26fc
a8S6y82SUoA0EmZ2Uq8KjHB4sAugUElrrdyM8rVsmemYp9Qmpnq6Tb16V6bN1etrcsKT/eqisKTQ
HgbAZlXU2EFqjvktyMroqymc+J0dmu02FaljIOzh9Q8mKhEbKI7Ou2pxvnlRWTyWidlvIbe5H+Jm
bv6Z0uCfwSG7/bmZmCajsPJAV/U6hmOqu2+TwbTXfadTH/j5HaJGqEgUVV4EjWUfudK/LrbQ1m0w
GS6nNYgDIcKbBxG9pANg83hjqvk/Ew7+a2GkwIYOGisKwklBojhAUsBvVZHZrbv+TrX858uipRrc
VF76AQzkd55jH+Oo2L2+xc7ssFNd//nQCpQfJ+wZmkT4jQbcW7MuiACeG1kK6Mxs7GixtTzw1Pzr
koAn0bKV20QK52IpkA515iVQFPVr2erwrfr5kvfJuXlL8Zy5baqCD8sDJNkMuEd6dxzd5lJn8Nzo
UkSD7wNuZrhhEE6QFpW0asBZa/Nu1dc0pLq4I2wN45tkCbTa8a7Q2DER03IvdSJOee8v0tZT4+j5
XlFjkBRNqLoBmhA/IJX0+zGvyofGMasrQ8CY75JlWVd7kkERI7Qkc3IcFzxUGSENEQGiht24cnQp
Wj23UvLcQgay1HktKGH/qKaXAAVnvrAhBauIMNIAC+4GAhDmNRKOMURtZ1h3FBin3/osy44HkdE7
hlijhDmqffpwUCNNvbAs5z6wFLJLN2p2WoswwPQw1TGty2GJQiUxN1U/qnC/a0iAJzpFuu5MNqRA
Vi0AqwZ4MWCZPDk3QsepLsYHoN+uiwcplj2sdWvT1NOgF0qyq83mMEeKti7bMqRQVkBUjqYhsmCO
kLOx+hjxmt6aLt39p2F+EW2ycYcam11qVApFlyYR+8QpwTcsWnYskHA6FHHX3zSDN5PQGyB/W8/8
gVYiWd+qhfuJyXi2zVpYelloammAoQGiCNmVcdEn90x86KfN92zorGnURkUQJ4jcfCdiE3R4ty4V
+1kBejZ0ocRNhP7JEpg5Yo0iATYkAKiuWxIpruNFmUyt6E5ShWDcrTIqt6N+IfDOrYkU1TqfTh+N
MPR11fyu5LwNqwadunUTl6J6cqah5i4DvjgijEUO6dsTwM51g0sRzIFfTiokRXrfMfRGmvvWp362
LiGlzi2MFMBArDuIlXZC5hMfa++Ebq+O62YuhS9suayJXDMJVGdW9U2BPhPZdKKsG162+HGWIc/n
IqKeNqHVuvTeOzGh37Rq7rKAtNamWRyBdgrqzHrf23m2LTXA9+sGlwK0jhUkKZVoCpYOz1J9hkhV
AmfYrRtdunrjms2xaJoW5Ojuf58c9HOwJnXfrxtdClJPQbe76dQlyOP2h6Y3gTf/M3/vPzP8n2+0
Z4eLbpbaoNZDH8Rgnu/DFjWz2kryp9YZu8d1s5ci1cttWA5O0weOnaVvlQaiclwU5rrT8ac547M/
oJ0qvZgtpwtiXoqIpNTuHa9K98IRdvp+v7iuNClS42joFEdtusCJS/OLbXj5Lh3T+jhHoThC7cua
C9vztA1/9YukuLXHxAp7SERBg9ITor2t88XBCef9hGbSQ282SIRUwowuXMNnDiDVe3lbAQGuo2bu
XF9vLDCCsJ2SlQ8NVUqnjdS2l1idmkAVaH0iVThtG2vQLyzTuYlLUZxmI0TzQnN9cPVvKu2d1qTr
HnaqFMF2ZYI1aEzXX1IclLpxOi7muBLpIePAEhSVhgUBUD8zzAiJNqfY5HPYHlcFmAxMhsCaWzWi
zb5ixUivIb8GWWDd0FLsloY3KaOqK37qVFfof96PaLKtG1p/uQcTEUZTRT3Vt9GRqzRt40XpygWR
olZxdWcU7cLQonynViAwhkKsy49lRLWKt1hcxarix4plbOPYUTZ9UV06Bn69v09kyhdpZK7DhW0z
S/GTCo2OFJGNTSKmVQUG0I0vB7cEplhOJxRfq/Vxk1TNMcQqbdXn1GQ/qwEFr6iaTcWvlPFJQUwx
yqIL7YZziyKFpo5U+jCTqfqNW6GrZV2nRflpzSbUZHyXLaDFly6z7srsoPXvO/Sj1o18+mOe3UuD
JhDedWfFV9XizbC0hxoR2XVDS0E5uBZ0zZDI0XvzLXTUHVr463IwPHBeTltTRSaGjmlPUXM3wdnP
a/v3ddOWojLSjX6uvF6hNehG28ISn1AZWnV6a550fVpeM6P6zNgVtOcN0uj3pi6eVs1bxnXBwVXy
sWP7Aal7EIVNRxNZr3XfUgZ12ZYRZbY6sQEbaLGWih6VsW4HyoguO0QtWE89z5+GWUcwlbeGMIfl
sG5VpKDMCqNpRDKyUarpyraUHTXtlROX0t0uQ4tDMdXQ751y34JUAdXjr5u1FJXcYHpnecw6Hkqf
/EGZLpEVzhxSrhSUYzZGog0HxZ/TCgVubmH89/6Z39N/snTtb8Z9Q8ex3Tmebzbzk9aaCwAtUa9c
bikum8gcvapIm2DRYUtownjSFPsSsOn0zf6e12quFJheH5VxpC1tkC3V+yS18sPsLA+g7pVV9zFM
p5cHVtf2MNGngl9QIz+a6AiFxDb51ar9IuOyrFojMzFtMHdxfCJya7DPIPavG1xKZi1UbRcktGuI
usLYllGLP0w+rrs0Ze/azD0B4GB9B4kl8n3ste616aqXGiynKP/FZz1xD5/fbrmqG1CQAVFq6SQ+
W14O9wWG+ZWOTtwmryAtXticZ/aPIwVsXaHRY/L8CRxk98iIqOTue8XwHm3bJsZe/xDnfokUu1CD
llkd5jroOje7NxfHuXWT9Ctq+daFjPSUYv1qvaRrtagzhbaRBZDHNDGA17Fc2i2RmfppvWgPTZsr
O5Tv3MNUqnjNvf5XnTmRHCmuExeTIjRgT3ei8XhSdkUJuv22bmwprBMnbUak+MtA1xHIE42dHfrM
NNbd5jK0ClK2YixLyKsjmrxbs12uMc1e12bDSuvl1q0pLvHUjk5I/ji+q1GjfMA3b1nVycCy7uXo
uh2FSugtA8WO9NEcxk+jsIoL2/TMB5UBVhHY8sLQ0w7IX3bfpNE9mkXroPHQdl/Oeyz7VC0xjQks
tUE7LKsParp8XrVZZAxV3+qo06dFF6C98C1U9Xstz1cOLUWuENQxBj3vgg6p0zdIwjc78GXi6vWJ
nzkXZAhV1Q04cCnuEJTuUEabruD9kaiITrpDT+Po9V9y7qtKYVrVWj63p0J27Z4kaUvzVuvEw7qx
pTDV4Ef3+tzMgaqhJhk6n4Qtvq8aWkZCKdwoFqxe1586Bf8Hob2xO+OSye+ZNbGkGLWaBh+FIYnp
suOqY5bZAxSfdVtGRkLhmOMNwxiOoE/EfbaEn51er9d9S0tKiqdGOFE6KZ7fokS/0fTureWurMVA
/X8ZorhCi0TUhefH+MRtZtjiu8TLjZVTP32KZ+9VkgX0wNqyDxbbfaO6M15l7eO6rSIFaRkhOYFC
dxU4FWeLOcOsptK57lCUQVAYZ2I7j2haEFvep8hE4LWijrfukWNJsWmYFimavZQgrJr7hFppGl8K
zTMZlAyCqvia6MRzg+K28qMutWgrQvuT6Dv7qoK5vu6rysgmy5ssO5wVfotD5yNFHMsRiA+s+q4y
rqnU7BFOSghLvRz6K09DHLsoygsZ05kjQAY2pfnQgZtCziVzcPFKFNfaFLG1Ds5ABv9ytxedEafj
EKeBjsPioaLXvf1ZJ1y3MFKkFlXlxmXVJzTovUcl0uMNKjvX68aW4rS2LFS/dDUJpiU5IkvzbVGa
ceVukQIVek7eLoObBBi4v02s9HdrRsh03bz1lyuuZxpNMWdIgi4Uzp2X9OUnMzaUCzf1ud0iBSrS
WqimmayKnSoPajF+70uMYNbNXLpET24YiMFVSVA16Fx1QkXlPk/MdftcBjd1yHwVsYHZZu6qH7DN
eC9yJFJWzVyGNgm7d2CfN1GQzYDXxyi5MpswWjm4lOmqHaT3oTsxYpXkJDocxUjpee/XzVyKT7B7
eoo5RhSoyVThlYTJYTqhRbtudCk+UeiKO4T8Qt8TQ7JtET7cT9m8sp4ig5mcQqlmpeiou6XeZ6xj
bxqtuF83cSlAlahb8iqtqAMl9hEzuEdER1fmoTJqaRjseai7xPUVFMf36dRHu6ot05VLLgWoaSYF
2m6VQ3nM+0ANDkF6+2ndokjxWQtcJdCBdPysQI0nj7ClT7KVKy7jlcAMeGY1KaFflUp35XnaUZnz
dW1Y3Mdfnom1WQLe6jLbN53J/Tyls/37hFKMs+7gkjFJqKJr9Rinpj/XjXtAB0bbi8z7fdWqy6ik
MO5SZewnw6cn++TM9e1SD+sydF0KT32B9GePtu5HLXZOqBEihb1ySaTbU3RqqgACG30lN8v9oOFg
JeLisG5JpOhclixUKzyDfXN0bxXzdBEZ66p5unR7Nl5amkOkjb41qwjXLQbOrXmEcOF+3dSl8Jzx
Cq6AxvV+smQZvZlk3OZ9t+4w/yms9expAUdLzTGN7X1D6VDjNJYf3qyu24YyIKnJsCxFALX3lUrf
T8hxY9HorjwSZUBSkw5YFRha749Ff7UI5UGEl9L/MwmLJt2eFjCYeqKW7NeugW0w4u4bIEqPq77m
T3WsZwseo8g2tV7e+1GJ3VbhffRibFzXjS0FZ9IN/QQbsfPtFP9r3c4P0LhXployGslDnWvJIqfz
e8N8ykR27wzFukPlp+7BszXJxratiyrsfCs1PSSvXaFdzz1GXuuWRQrQNBE2iEH3NHz8/eR+u7VH
b+XlKaOQMFftxiGxOr8x4mlrubmzbZbu3bqZS9enhvkoim1Z5U8ofWwRq8Tgp41WhpCMNDKtbiH+
08rHHnsz4wCgmeq6zFlGGp38FFpLSyqwEjqeql/wf113kKtScAqvKKy+Z+TOnqJDEU31LsIxdtV6
y0AjlKjMpk+n0p+8sHhTZDgYbAVSt8W6o1zGGglPxJiV6qWv2zMm6/gWdfMRujfWQ+v+AOkOxW9L
nY3GKP2+i28H0fmlq14g9J45FVXpBqVd0Q2WbZV+bqRdgn90iG4TwhTVur2uSlGK8qmRYyVQ+ENN
P3JrtFOJOLBjPKxbGekW1RYRQoIZKx8r7uq9Uoc2cniFvi4HkJFHRtF0XqxFmL0W3WNmNd+F2XxY
M3FVhh0tTY7DdZ3iQDJ/Ljv1m2k6q45d1ItfprhLZ4VKnjFyP2pbdGU3JaaC6yYtRSmtMmG2WH75
g4oFElq1J/+bdbmzKqtKpTaavNhQ9X4orPIbNZHliYfAqvsZ8bmXi+JG0OSRGS39xIXfHxnzO3ux
VtWH1JP06/M6rt27EdZXZunXc+PtcaOarqjLX+LS/DpAVU8K0CaP8M5Rl94vl/wGLxhjF+PntOpk
VGXs0ayibZ7rWu2rS2htlzR7q0Te99c3y2lp/96ARb715bIoYzq3lM0Y2zLcmxAD6W+n5xcWhGO1
LolWZRBSbSxulphj62utXSebcBirJcDX0rokRHNm9WUkUljATO3apfXdSEG2vWYP7WfFNC6s0bnh
pVidUbvsxmis/cWOgnyoy92EyPaqW0OV0UiViGfXSZfOT5PmTp+UIAnTVbhG1bVfflu3sAqRLgW5
15A+ekN7tKx21ZmLXOvLoa28WuguZtxxqeJgRzo+Frby9fUteW65Tz9/lpHGaT80pZ40/oBf0SZd
jOupa9a1c1QZjrTgYRHjdtf4WWNMb5F8X7ZzWkcXUq/TEfuLaJLxSI619Gh9KLXfl6pX7ZAddz/j
lDHFuADia2q1Isc+0M7XpRyqK0Xv0k1NmDRF4yuTZmJhRrNq7wKMbXevf4ozajqqDFNqsY5QzbBr
/TpzhPMFAyZ1uMOhsvxI79oVT4XdDDh7jWnklEf075CTQdcExfdRdfT2xnQqo9gm+OjUN1S5caym
OCdmPGMzXBlHzVi2vZdCbXSzQXkMmyzKsaxWHxGU98brMZwd/B+U3hDHoYxnHNmjCasuBQeUdXel
jJISulPN9aTXfuzURzDdH9vp0uv+jLCkKmOk0KMfsAyrG79sxGLfTF6lup8sJeH541Z9e9IRm7un
qpqz8Rqt5yY/tGGHitxYdcaFnPfM6S5LXKUucvatuzS+k7TC2/cuHixYLCRpw8NAcdchalQZU6VW
lVZ3mdH47mLuPK108CpAKO/1PXjmOJAhVThuFGjt640/q7V40HKn2cci6i6s0LnRTz9/dtjotoau
X9Y3vsCD7LEsCuOQKCJblz86UlpgO+OSIyzW+cYcVlhsdHsbEvi6m8PRX059xLE26THG8hvamRsj
dG9yR1mXnsoYqWVQ5kXvZxY9DyGqeEOOHVy3Tg1QdaSntYqpX9yUU0OtBDdOPbKuse66sORntryM
kRJhXwzhEDZ+uOQWvopKfO0kDvpuxRRe2JE/61y/OOZlqJSe5/ihLSrHbuEVX7Ky+30owvKKwxL6
7BJNnxAvDW8VJawwN1Zn/DsKcSU8rA21RsRvC2OId31e00OcUqe7jnFTvInhprcbjX90YSHO7GwZ
cWU7fYEhkZP5WMO/XYwm3uFut/IZIEOuULJX0tEhbJwp/xFH83XdrBPNYS+83NaGMRRLjAeRb1re
XtjZLaoD31cdJTLgCmOnMMTcpfH1ym3esDe8K9EV/YVtcW7B5WBfNHx48E73u3S8U5370FJWPf9V
GW+VTXYVVsJrfK/RHh0R2wEGLfO7dYsi5RAwGydAqxHlImMiOZ9dHNnz7HHd4FKkhxjeVVhyVr5X
VtnWjTHcFS77/PXRz6RbMtYqtqa+VaKo9VVB1VIprOEundXyprOs/KbABfo9aYRYBZFXZexV6dWG
1tXcQ1Gc/d5itbNNwmk6vv6XnNk7Mviqw53Q6CBQ+VnYHugufkXvYd1RLmOvoip2hw6ZaX/Jup3r
VQctHi8Ud8+ctTLyKorQWaos/K2WXAm3lcDtGgdfcLxAhdddcrIMVePgt9tOde2bmnLDo/3Ytsu6
55ElxSumrGXtqax54gzW+4yCzNvJrvuVX1S6nU2riuMsZ+ej1atsq4TK91Ctq2WqMv4qb7NkGhUO
smRQKsyckDx2Ivfrur0oxSxlUjOJw6Liue58N6Mx3Ux1kazLt2Tg1VhF4fx/ObuyJjltLvqHPqqE
EJJ4he5Z7KE98RYnL5SdxGIRYkfAr//O5CmWp91Vep/SqIWu7nbuOaRB/sWh6nECGUiVDmvsmQ+5
yCtM9QQDbZbuQoLq7YHJdox9Il33OhcXeXWQVkMqGg2B7ii/9LDRSa9+D7wLuyoQySXNtuoLH4L5
DaQIM7TXR7977vJJqb7YLOb3uouM2Ak03783Rn/2O5KX5+w/0fNRdugaSSzNARc7QQD3r+5I/Dpq
hDn2Odh5KKCojTeRgPx04+rP6aCeWcWLeOh/dx6BCz+wkA27dPPUPFAWPMuis34FO+a41Gm0RdJG
xFzWRXSQnyPVqaqk5+d0zFPVYd/HkLi/IDH+Jkr11gzixnt+xQu5mKs2rle9bXt/ScoyureLilIq
e/HG67K4qKsqsCCv29CACRv4iEoFj5Ay9nPOLoHUPjQ2qpU1l6A/achuYcA+Km5EGddOxSmjsU7K
SXL4CbKav3Q5PUJiyzNzdumjpnIE7U6C0mIdQWq7KLJReYboLtyqrNaDBzGe8WUSn2OaHlPxxe9D
OobZAAG5hmbFNeEUouCQPeSJ51k7Zln0Vpm+qvQFEo1J2s+QkrTsRiB0JVqBjtsPJi9n2lBlOO6I
ShCpiHqBOOVSQyt9PuxHv6NxjDOBaiHUAoQGEG3W50DW77bYDn6+08VcoY6e2CRh+gKl9vuAFY9L
Yf2SRRdxNZaH2SmBbxOyeRPt7K4Qw9+/PpIrx+6ircZZYdgREhOXHjny48wgBFmjGPXIxOG5ecdA
644s22ALBCx2oucwliyv+96PpgU65z9em24fSYs6cXcZ5XLH2rEEckRXfi+uq8cW7i+yvqvqL0bF
9w0/mdJv7hZzhz9uexmDRgVNVV4AAyKpNtOHuan8XlsXdbUYHq+YmOkvwbAvqRzEuykM/Nwbday0
mteahSNeRFSevoCYKK/G0S9acfFW0FWEAviu+4vUy+dll+/jsfr260t+xUe4cKtoldHcjd1Li2he
0yTpUemOb5yIxBd7pdrkoq2gtmebtm/7yxCSPoNmX/ReQLn3XvI5Ocm4sCCoJ0E2qOFWG+PfF+W1
fyl+vDzxerTVJGR30cO8f9kni9nesi3q85KI6m1bQX5EruGY9sF86HRsk+Z9chCEr53of69HCVVV
My8ZCizLuyYs2vtG1/tH0rL5pCrxPoIaV9Y1/ZFNSdI8zZhnT5umX07j1Mv7qh+hbmKtvKv34s9u
aoN7aEIT5ediXBCYjBfFAmIgykwgvohBoSWF/q6nQ/+Xtvs/EXHSV2qsoD8MEAgyPmgIH2k9+hHa
QI/+x8+yJsA4v6hKX7hS4PuEZNQeQ8PS7wo7DwYkihUtRGMu+x6exU7rtEiEHyieuGxUXbdCs6La
9CVsQScZxPI5iap//DbuvBiiDi2GHOP2osLhC4cs9E57PwZk8m9v5z+fcyVFHO7z3l6gV/mbTpK/
wiL0moiF1N6PH1MOY9tICaMRtfpLBe03aqVfoOAiwHbMeybFgtOuw3i+a8R5Q+nBL7dxMWCVmMNi
nYQC0xTtHinp9FO4JtMN47zy1rkgMC6CFfIjXXupaajvd7vrhwNggR7CRFkjWHAKmIlTu8Z+xH3E
RYUFnWnKFV2ay7hCLv28LBiUi9sQb5HX5XQ5qJZStD2BwDleG3ofCczIBH3nBwslLixs3wWfixap
4FpVnwJmp9NQHn6yXcTFhO1FbyiYkesLI2MEaStSplXsN91DiGOzx4EGCaFlcxlQhU+LhmrQc4vf
/M7cCcI5i8ZZt6hKdMHwpdoYTZMZQsoei0MU2jFbkB4HEfDU3aWs1wJp/dPB+u3GZXlxrz+5Xaz9
YhX/eW0mgDUoLZUBcrDYIZY8LVWGaYIhG0ZOHxnkG992yniFQ/hvjpOvoDi1M8zJAJZffSjbR0hn
+wTkWNkJyBu0uwHfnNvLbk2TRoZbCOu073/9AV4Wee2QnHgcsgRmbwUF3G9P7sokOcW1vCeJ/iM8
bqECXhfZwA9wHK2p4iqaD4YfMEuynS2v/jaxqZ4DjcHLYC3Dj4dV/K0K5czSZiXNUwSWhyVtl2h4
ZoXATvrQVnsWFuX21zqF+hZu+OrWHDcN6oRwgQg4yj/hMQ3p2sNRa1X0T5UB50jWRm1H7kZGq4ce
ecp9KcboiUFS8YvZq+iNGJr9IbC6zDsh+AmouCH79Wd5OZrXPgv98e4mVFXtOgTt5RB7fNJEY9ho
8iq94ns4z8VMDs5qBhe/RElyF1uqsz0BUNVv6857AZZPHszd1IFHbS0xx2TNqQBtm9/qLjhtGCmP
FtOj7BBiyns+1JJuk1fewaHL++OpQ+43moGsR+pLrEg5xCPArxrdeI6ufFIXmmaKctm5IO0lOmzW
afK9oIGXAAg27jwRYVKjKNCiKqAngatiWJ2Cte1GxvTyFLxyF110Gln7MeCdQe9FQX7zKCFhbvZI
vt1069VVw/6dF0IbUO+xjjeXdpbyNM7tm3Wvbl2Za/t3bBxcXBAb3NYWk3vSPkowh2bNEEYw5kH4
RJ/Yv2OuVRUhuu/q9jLwePqkbfUcBbP57GVQLiytAWVTS0BUfEGDNgT0LfmsZuBf/BZ3rNUCHLAZ
Y7Hzl8kJ0T1pGTx7Le2iwcqNraMs2iBHFZynNamLVMjp268Xv+LcXTiYblF9MCM+KhTMzoUe38rJ
PHSRPFeY0qK89Al+eOJCvvZ+TGJS4OwbVXxJVPKUmNkLq4q1HaOFpDC1kJ56WXv9h5HyQSXxx1+f
zhWv7qK81hXN0hgYOJSUBhSVy6g3jwSQmXvTLMnvisnmw6//0Uuc9srbIBzDNWAthgR2oi+JiqHb
ojk0OaATbu7ng9hHsw8bIPNbN6ayIA16/NPqBYPG6blWTXChLMfpmZB+qXTzZ9N7MQNiaceaN7OA
HrFBZZiJ9q5pMb5pRvb11wd2xQu4ULBkp0PXHVj7CPbf6miO0t52XsoD2LhjzEN4bBWUy5oLGmVv
CxXXJ1nx+c5r5y4UDFXKbkWrBlHD0pKsWeav6Ph5VQZ44mLAJIjRxnaU9aUqKaB9fJ3TqOpvOLAr
Z+5it5awLptOqQY9vv0vG45zdtjGd+eOFQOwS4NwxkNUz/RunYNvc7V6ETrjVJzgPC7LwfIN3zMh
koG0qfsyqdin6oy1Hctd1872etibi9pIdFcUPM5A4Fnd+10W1zoTGkaiRuVhn8bgA0jq33Thetx4
dK59T8c++y3c95bZ5sL2o3zoEqkfUdW91aC84llc2UF6GEun0DQXPW+GZapvyB0Po/pzN4B+ahF8
f9qWSJ9/fVBXghPumKxOunJAjFlfSsKqc8xB4QvaNHXem86rzskTF9cVCaGOVSzNJRpAorjp9xhg
8HvNXBRXH5tlkttaoZjef9zG5tu+dA+/PpgrH9nFcOm6tXSwY3OZNlGe16lbMoyJqBvHfm11x2qt
qTrI5uB+2m3hacWSN5oAbO+3dcdsIX2aQL4C+RVl3Vu80iUsK/ZiuMHXdOyWoFxIewgKXeIKbeiE
1ClZ4OL9du6YLTTkunXYkKmjyx0/SaqTlHTBLZzVlajkJxKtsBkQcscNqILDNFjj3+diOpGx/VQn
tfX8BU5uu5dMo2DNmsuB0auxAid7U/3hdziOqWJig85Dn8COavMJxLgmWzW5NRty5UK6SK44BkQ8
UTMyoKHuU2CBt7QoZq+6KU9cJFfRTqKkK20uxb602UDGj5MWfmG+C+Tau7KWNVgpLstedhkKN0k2
x7NnZutiuQACNnyv8da3jEQfbIKOGOR+bmnj/tsxeSV+ddFcSWxMiWpFCxBAv+ab3cl7MTPwL67K
3M1zsKQA9CZZZSrQ2McqyKipq4/ciOqpPQIvhBM+j2PToWbBNi0Al7chO0Gd9dNOmd+ldWFfK+so
nSTOjx/rl2m4a63we/tdzJcNUXBuQUR4qbfhUdv6Y6PtraHbK2mFC/kaNznNKx1rcM+3Y/t26IX4
pCJTnjpjQExK6hJcUDya4lSYkn7blqXwy+SZY+QyCjY61VsLpnQGdPUEomfoaH73ekFcRNjAItCS
JRFeEE7FPeod7H7u1sXv6XMRYe2QaGjUbM0lCOjDOhYmXRPfMNeFhPEZmBC2EMTQzRp9bGjHTnRa
1xvh4pUoKHLcMVdjHMe8RCo8bMkDL3f1nACA/n3S8BmZ3+E7XlmyaSNLt+IXjHpKzaJR4TOb59k7
FgyNbTayEclRH5f/tIW8WBAvem7cccqrRQ+8GqcGrWS0N7f+vm64Fzk4T36i4+rkwcdqaS+jCvoz
5fQuFMwzyHIhYnY9elq1COFG+aLdTdXzYA6/8NAVEBTLqq1VMCUbj2C1AVNE/XVYAHXwuiwuOKxj
ezWyGgUUiknNbOJL0qU1FcrzvrgIsZjv4dSyvr1UnH0gldUonSReDM48cTFiAkFQNVTIYFQfNhmj
gUljNdxqKl+xVZeSq9ZyGZaXwJxidv6xPObjIWhamsUNDe78Tt8x1Wimcb3rWV8IK4d0htQQCW9J
YVzbvmOpigLki05ggxr/qE06xc14HprN/FaV/XoDm3slhXTRYiUpNGD4I0r95OjP8mhstphwQSyN
C2SF+LKowUuTBB+b/tiziHcLLesIYPdEEfFuL2X7KCvmmTu6+LERrLRat6jLrLq/7+qvfNzOft/Y
cbTr0QQlt3ENEqZ4Oa8sjO+DofjktfhPALLRxlBTQVZdzKLLOFXytIWbz7Q+T1wEGUYJ7NBueBsK
StuMiNmcgmj54rfzlyv1n6a1aXedyOKoLxvjf7X9bsHalXjx9GLnjpslwzw3LZ9RZcMg+YNmxfyG
aeNXZXOxWiPg0cxAzv3ST4VN1zn5VkaT5/d0jBYYKmmpIPVlkXPyuEHj4LSTcvN7blzSrlqPQowx
YMY03t4P1NZnKFd5tkNdrJYYyTFKgqwR5EvqTcnH9nkqk8lz6266C8WqfiJonNmp+1vS7W0nb8kj
vFyKV1IjF6y12I6TOqpxzQd6zGi1JuiEHyGU2SAtPT2YLuQ3Yu5/y0Wv/CsXvFUd20ECDoTVrrVO
eaWKtBFEPqzTvDzGI0jOZ7X9E/XJ1GZMByxtiZhSzJhPDy3kgZ5GQfkdpKTofTHWMgtjUj5HfGGn
fSHLbwkYpEBLUYQPoPHnd91M6rtiQV6UxROoyE90P+xZFUV0Z5Nen02yFiSthpk9iMViaHsGi/aZ
HfunMjDt3VhvHbsLt67fMrTPiyFdNgtWQKV7+rGpKNRhtzlo1xMQnkFOiwOcfhBUOBPyMjtVgezv
vp1riB7b8hAylWWsHyvehwbaSQMvvrAlbD9AdwdtphDF8M+STvszBoTpo5AIdAgR/TMoX80NV/Vi
Qa8dvdPyLg/e7W0DVwvyhgulx8mM5kaIdsXTutg2C54XHoQjmlBrNd1xDO1Bak6Lcxys6tHrtXQB
bjSaxq2pcEepPDDxMZDfu36+hR+6djQvv+s/T3EgWC3wpRB3C5FkxxZ158a2vc+QGk9cKFs7gNBi
QKp5acGGm34ijHqNqmBlN1+QBzhTdtR7p2aPHtpuh5QYbqdfNuIC2aAwLjtooKLAtk4mkyCAPFs5
dWe/D+q8Z2pc6z7qe8DkaGeyaInfTRi690vSXGqzOBCiRg0coV+gHnhiygz1Fr+IXrpItpBqlE7b
DgQB+3QX1esTADxeIGtwaTtGSlZg1mNgky+72iHsGRD1KVkV+/jrM//Xz/38BkgXugbgdowGMaqD
FVPibYS4+B+U8aLTBixeeuwF+dy0057NPenuIzyGd8aSqMyGcOePtbFbhb/EX924YK/7HenC3XhY
RCvDgO+lDQLohFO5U9CXokN4GuaXHjMdoFHmdSPkTxRpUWs5MoD6IsviqYvLZ7mR0HNtJ2ZJIm3p
i27BxaqjQTzUIoPsTOxlKNKlSDMoxRDkSDVGXaYtxUwdA+xn8+oNSpcirey3JVZCVODaiQgY3RWc
U8u8Qhbpos+q0tpZCzwgXdKFWWEEHN1mb6VDVy+zk1cISDolehzQZGD79KGqt/h+B9rnDLDwJNMR
9banHfJJebu1UAlotX42cpxSjAsXY9bHenm3jTa64Z9ed4HSRatZ1kp1LC/pUyL/nEowiKreBKhi
btMNN3LFWlzI2oo2WZCUcQWajHbPCMZkgfZQBlMzMl6brOx6P/yadPFraguL7YgT1GT58bTip6WV
jm78itddLaYRf3C1v37Grq3huGvRd3yE+iRsmVtUm2yN4KpZvOpB4AL6YYP/ixc09ZMF8G1o+vBz
MsT7WTTBp1/v/HVuKy5dGrX64HYDarK+hFNoM4SIYPco1xX8RpCyAahbTw9jMug6PQTbU0gpjnnQ
gGDw1//+2sE5FQQKdYJ26Ss8JTH9WqvmHg/Xjcj+2tKOOzfRLmfOkYdrtvwmdugPQl/PS8UYp+ZY
uh4GhJMDvomZNvCfzfOnrbtZ7/63VPCKU/wJvWbXfS8CRCLdTjR0E4eCf5g2DGyltTzMkVoTd39p
0UxFVlhUfE9VVBd91hxkfgj7g93HcxF8VmsDOxl1caJFRN/swHsBmj/LFFp2w7exoMSrKCFdPJyl
PR2DZa8vfF0+ytqAdnbT7IZLvvIZXRRcq6K4RDSDNn+VVRsm1eKY3ionXlv7R9P/n9gTZmtkRJfF
0v28UbqC2E/dsKxriztvggzHvhkYJjXjtv17Rx+nwNSRn393oW8IU7ZFgoDuwoI+TLlU72ZCfvMy
SRfctlgGJFeHGGiv28cCrxqKz+rZb23H3GOajEe96epSiF5lyRxmYrDW86Y4Bi9AZb+pJakuq5q+
TrRe00hF69lv547BxzqoCZdthcHIrn5iBf02jc16w1VfuSouvA2sMFaAtKa6gPHxTs6dBgeM55G7
6DZxQByr3w8F8rBIpAnbZRocXgVD6YLbIgC3jjLiJd6pJdN794ktgefSjmn2AHjPugrLC7jPjtM8
D/UTqqpe9BhcuuA2OdkhEBo1kjIx0fO8xfM33YjGz2G78DaAuOIJpg/wccw/KNk+d8nw3usa8ujH
WKBpDDWcbVhamz5Lok6epkh6nrljnRKz/ChX8yBP6rbPtva+36bZzzhdZFvUx7QGY2iQr5g0z8Kg
qFLW97vfe+gi2UpBmg0BGHau5/Apxov7sV7W2S+ScEFs4HqNinjdShQ6m3PZn5LJi0OJSxfD1hwR
XHE5lhcmh/uhsw87s9+8boqLYWPtEKmV2hI81rs4MT7vmDCXm1/Q7FKRde1wtCTExpsDCQwLkUiN
FfOiCsOxOK6THSMKmhqfcyktebKsJpmkvPCLOV0UWz1i+r5e6yAf26q4hxDsflqAvfE7dsdAlZBi
hmpNkTeqfw7M8nYduOctdzFs5YFpRfD5wIYagzhIY0ol6EfPS+54z205KMdwcXkJOH2Iw0499FtS
PvidiuM9Za8QFVZ9dRH7oc81qWQWm/0Wi+cV9+ni15KohaqcxeqTfbcnX+fiu9euXeQaVHarcgwR
ekZqe+B8yYfq1rzvtbTLRa71q2hDHgZwnc3EfovBkp02NFGnoWvkW7vy76oxJh+Kcr0Ey7Jmyzr4
9VWlC2ubERWVQLmUl63jB2gij/WsNlOf/A7Nsd2dm3DbJ64uMQ5tKvcmbRbl9+q4WLUgxFcemAQT
Cqn6LAqON1tElOfGHcvlRmmrAqYucqxOPVsy5qdTzqULV0sWK1BlCrF0weu0NscfUTl4tT6lC1cj
A+hEgwZrNyN/Sqrhe2fAJuH3LR2zXSwvG3CDqwsdVJUastUPFhG8X5jkItJq2wZbw0asPts1DRN+
NsWy+23dBaQ1DdeKLkZd2noiaVkHPFtmyJR6HYyLSIPoNDQtNxzMMbafISr2KZlLL+ZDLl08muqS
FvA/jRAPYwsPrDCfSia030PsspTJ0Iy2JStuC43QYgzeWODG/M7k5XX+T8uqQ4BEeyLhVjc0Hwpy
0NTKxa/1IyPHOmNlBg5REXURwR5nvY0QRJZjfMP2Xx6nVwouLhQNciUN+DuSIK+DsEjRMhzTQert
dIC+yPPkHf8KEoPENiEN8hkyXUCGK3DEW896gItIk0GX8FlrdenW2GRHVH2YwsEvkHThaHQJ0b/W
NMlLBDJ7vT7IMPEzUheJ1kSqrzu033MByj8M0yXLwyws8ytLuVC0tpKrbco9yYOt11k7huI0FPsn
r9vuItHEXLEBjU502eV0Lqrt7SjMjVN5SXFfuYwuTVlLGxCV9TbIgSowd2zq7GNdRPPjyuf4C7L4
+s7vJzgGu1dWyAOZWA75r+VNDeW4B4wDnv0Wd+xVqkS2QY84uNhbcp4H8NytJohuHNG/N+S1M6I/
PjbLIVSlF1gTCrz1iRDSvWn2mme2Wb9udsQLQeiWg16zSm2xPAs2vtOGFKc9eZFPT9T70nJ+v+3t
mqFzCshFd3zoolhnwxCT+0WXv+tFqw9xNTyE8/huqsH0QmIAMWOxlk9h2NYAX8nPfmflPA122xX6
KEeRl/hBdBugvsyHj35rOy6cU0qlDAOZ7xUdTmVRPgPrcou1++WmvPIVXKjbUWtTbcuOZIe1T3ID
Q5ZZ/SSMOSS/f/zEnRkgKEKiJC968TQz+QLg9TNeV5pyNkEZtLxOcj1Gdkr1RoI+69nU+k1hSRfs
liS2HksaJjlYWOfMLsmf6Mj7vccu1i0KlzFcxCpzpojip3mtbJWFJhA3guwrvtClJgtHhmahxbPZ
NGrMCvCnPNh4qc/hrA6/x8EFvdFyo9U48yQfOcn1YACFla1nHO+C3va4OvZVYygDnC68TTEjBAaV
LekV86sfuFqVddKDkqLYkvyY+QDaOW3uTGCkXy3Yhb4JWiyagW4vV8v2fgzIl53Ffht3oW72WPFG
Hj0siu6n1pxJX/q5EpemDEoobaHWMQEXjToF276D2MtzTkC6WK7jAGVn1HewVsbuYjS6MegQ3ur+
XuvZuzAuICVMs9Y1rsu61KetWuTdRI8pa4utf0O7sjnhh+mvKKMTmuqRF49W9MF5EIm+rzV+5Aot
4Rt28bocCZcuh1nBQ7HwPipy0ZPpTS8b8yaxKLal1UHUuZWaDchl1Ph5tGPRZoCRR2saW6ChTjTk
1Rs0A6tTE4lhSTF5vr9p1THfvfR3q5SUVXMfNuCA93IsLoZsA4FSpBaZ5IQFb5NpuQ9j/d5vaSd2
QOgA/JvAbRoO+smMM2RX1tFvrl3+hCFrcWiHnpI8Wtj7prePLb6r374dP77yiI6sm2G6hXwuWvp1
Tajfq+DCx3hNp2gKsfRE9zd1Ib8HtfBaWrjgsW0uY1AORTKPYtNksZhBbAcGJZ8jES56rKyGqVu1
lHnCbXMqFkBqt6G5YS6vhx/CxY6xqGi3DhXXfJNACZGmPTAxL25cwtfdoHChYCgChUs5DjI3c2TO
BZ2jp8Ns/COEwIRXbCZcBFjLoCrBX06+UuwvRfuvw8C9JGy4cHnPiroFi+vYIu4rO5aRbozTdeNe
uaxwAWDTdgCMMzUyVx39FGMmPFtI/4ffjaE/hn2gDJtBHStFDmQUP5f6uMd423TyW9yx0ATajxEB
ijQPj2K5L0Buh5FX9uHXi7+etwlXHJOtdNsAV5DIN/l6b9uapEwUx0nbA1+gDpMbee3LOMbPUbdw
gV1gocRYLVskUoUFpQQLqb0SLPlhf+KcNA8kWYFeLaE88eufdcXKXJTXFiTDsTe9yIee/JmY+h0P
Q68KIFojP35rCRYlWgajyA0ajmnMl3dH3Dz7bfvlK/2nHAWiLGBLITmTj/H2oZ/UV2gKe8VRwiUl
46Kcuaop7Hbqij8WXlafoALspWvJhQv34pQlx9Zg43Iv1hNI534fYuEHDAVq/8dTOeqV9kWBxZvh
kOlTwoBU+/V5v6Rlr91Kx25txEpaQlQ4H+qIvY1qVr+p6nq9jyD5mepoqO6acAnuDFH9DXu7djEd
Y9ZVIpF7LiLf+ya+9MEUZjoQfsg04SK8ohd26ZKvIj+EABx5eCE33QI/n+sCvI5mWADbqjkKX1qf
1KKn87TeotW8ci4uHKvuynHkouc5sDBPemvuzVj8/euPfG1px2Djqlwb8ODyPJJVcjrq5Ll7Ubz2
W9yx2GaZhoMtPEY1AY8ossLyAyBU6kaf5ErHDfzwP179GFQldG46XJeEkS41ZTz9XiZxdEm26Y8u
HPZz1xzzGXd4SYdtnd8isPWjWxMuXmuRZNrAtxbnmCBSp9lEzR2jmt2Ig644BBex1RRzuUk7iLwy
MQr6Q5VWrfoutigXaGGeqF4/+n0hx8aXtaNqP0Sch3sRIZIj7N1BuuhWSnHFgbr8ZJqWIyRqBc+T
sQQDzM7rEziqkbEUI9l+O9Aq8ksChEtWhiHZg8ZIv3Iesul9zKct22Ld33DQV6zEhXNVKiRtXTOe
x2UizyN4Ezfil2mLn+Bcswr39ZjjfDXjG9VHf6vl1izGtW07xq1JhclgjD/nZNqXc0z36HGKbX/y
ujuuzmQD21owNfBy5NuSdaxlpxjKwH6LO7a9BhEfmpbhVKxtUpQNg8eoFYfn6i8H9p9QQo2mH9cQ
t0WEHaR9my28R3X7L7+tOx65WisMydcJXr0AuskdzdH185vdEa7a5JIcWjUlXtSJNyTtj+VubEvP
59pFdI3DjKH17ohzNQXkVOgCAwZQkPa8Lk7dOh62bq/4hjO31Xexcpv1CmM4XmfuArq6AvMrmre4
i9rUU0ZmIIp5wWK/0R7hwro0Kr94HDXOfd3fExQH05kxz/jQBXbtZh27sDFxXpGgeJzH/u8DvMc3
XMnLlX4linNxXeqI0XkCFj9P5n16LFbZ3YH+49ZU5rXVHTMVtKlmisl1FEjCPwkLn7ZhupE2vizx
2sZf/uV/bLSeZsyxyoPmrGnob2Yj5rEfi/FBbU3t96y7KpOIRexAwDCOvlwfgBBOpJCf55nflXRc
K8NIVRi3AcujELQ/Ku7u4jq6RTV+7dydSDkaD9kSO2Dxys4peEDfcHP45VmxY6gBRTEtiMuXu06g
WmBRzIeiql/dS7jQLuCvihCs2HFeSpAWtToDItVv4y66a4ljXBnexTkkd/4Z6/qPhsZ+mYkL7ipK
FUajxq6jRr47tvp+DW9p0V/5lD+Bt46iNH1Z0TzSXXza7NCnQxf44QiES0mmi9KKmvU0h17bH2EV
nCbCvntdcBe7RTcTx0MFzZUlgToHNAxM2il2nPxWd7zoutIDCOCO5XNofk9ijVsOkJtfYuLCt/oF
A7Ar0tsc7YAtbWql0gqwOj/LdwFcsZx7MIasLAcDdp9CfvfbsbVf/I7FMc5jEGqcEsvyrhXf6Ui+
yyH+5LW0i94aq04m1crDvB+hSJqCQlR/NkyufoVjF781UslHxC4UXo6cuGlIpsvSD9cmXPhWN9uK
FMpEeVzovxnaIlr73fKfwFvgCg0Z5KVzcrBnsP2+TcLEM5pzsVt0tXWhBhvmMwNphFg1CupKFn41
XVdk0gxJlexsDPNG64ztIMas/egGhIvd6oA4aKJwwNIs/idR5fsWLBZ+t9Bxm4aiGQcAPc05SPtB
WhH80y+e1UmXQkyO41pFdqd5WM/k3Hbybk1K38UdywzaRNVDo6K8NOZTdLQgC63n370OxUVs9RH4
cNYZg5TdtOl0G/lzj1Kx33PlYrb2bgPvgtQ0Fx0336KGlB9UWP7jt3MnBT0GLfa6W2g+Bvv2ENnm
t27ePNtFLmSrKAgjag3DfB+C/S6ahuAkrd+MiHBBWyzao6EG4X0+9+bjKgZI8cxekmtcuNKSOxm7
VRGsPakuTllH3jbJ7Beq/EQX1lctaixzmK+qGTMFpcn0CIH78Puejnmqo2jruUdSq5vu+6YsrLPz
IyMWLj0YSJ5aftSU5FXdxvciaOcskpiG9Nu5Y59qUpUqw57k7WFOs6ZPAau/eS3toqZKcNP01GiC
l/bIy1h+XlvrNcQhXMyUHekwbHFx5M0GTdwMU4Ts07xsxcdf7/xKkuXiptqZQd/cEpIvdi7bk6jH
DrXSIgr+VOVgblRbrvDiChc8BaDsqs2hSB61VVxkLOr1e01aCEsenc4k2I/TjRmwkyHxDinUHaBF
uQV4oo9A7X/FfVme/X7u/zk7l2Y5ba4L/6GPKgSSQFO6+1wM2MexHceZUH7tGAQCBOL+67/VGfko
bneVJh4kVTpqocvW1rPXug7DT3dKWCVU4SyKPdf1sA0nM0ImNyEdiaEyXMSdmwRYZANXegt5ZHxx
5N3ebRCMWPmpdY6Mbdaq08WkjcGUaPf1B2TZ5Ik21Z2D5kbC1katukWIPdrIkUcCpD2tA/Wlmsvg
svstezOPfc3cVqONXPkYj1IG0YFEFtu/RJKNJwKZ/3tPA9d78C+SBzZzpY9lkHEtj1yEYrmgxqT+
Rw4x/+aB4nvm0Vrhs/vDeOmXg5w5g8o0jYgHy66jDt0CGZvNKoOxMtA59PODfo+wWyajLx2v/zad
VZJt6vGQ4udQDmOnFlbtoWzGOx3/13P3F4Nn41mrRyKN2usj341fQm8MAhgb9OGzqdr7c1HH8pFp
1O6tW9udCnqQRIm6OzWkh4+WFE3CTdHjFT4wVRKPXniB0iyeO6sFVkm02vfHWvthey66sXW7K9rE
F9hP0ZgdK8IjcKwt6qce/7hNVBvgEvsxVVL0R77Q/e9BSQWykbklLGziqqM8XkvSHTksmL4uL0dT
f/v9Pncjp2CLdk2oTBjjw2CL6NoBuv4cuctkhjmi44AHr/dR5R8K5b/VkVMo1KXxqvWJjvM9i+Nb
vbeSW3OxdFoX+sg5nYIENmfdZQ/6e8/at1q34oBmGoJ+GNA67MSLhFeDnyyscTqugba8Hhi/bbQY
aHvkMdysH2OPfxnm+J6u9a97Dt7hdePr0vaBUc2Wb6GZL0aAsDj83e0yCr+f161rqflVOwOtd2WV
gBFZHiIar04zBg4xr1v3vbEt/E1tV0gPlcW7Sqq4dAscYWPxunEVgLY3R7zma4PH2E5B5hQ+N449
v36Nn2IGD0UGe6X4ng9TyT7Whuwv3BjPaXuBZvbr1nsW0zbw4j3vql5d1I56VEEnt5o56Pm+bt2r
Fe07Miz5SMn/AjLW514SNy1SCMC+brxsarCRw4aijHapT2ZVxSO4rvLOKfRr+gTCg1br9AiDrpq2
nPAmetgKFaqzkH6UqYbVX1kUjG+2qASyIKbJ8RfZHFYRh6uGWtycbxXOj2FErbe/O2VjIDD0+vcg
USIHaso5BxQxPxchIQ8MhcJ3AtsbW4PNXYV0VbyAymgejAQ2kzKKHgneqB1btxbvqskOToSbvOno
k5o+gL13Aq8gDPB6VEwogunoqclNU3z35Q8JWxG3lWVTV7TdoqXAzSzv2PEAB7sxmVb/h8v5ipLO
1932lgOlLMFkgEqnUbPpBPCVvNPv63773+iL2+6PezfWDCV6Jhd6HB+Y3qcLyJLwKYS595tuKYKv
Ubncq1q/NW+sNawWgktxhR8SHjFJWCuW95sx9d9uw2StYSUmvR1TOKLgZz6ewbcvCbzN3KgoELGv
P8LO+xJFXu2YwyX8n7Xwc4Z6aaeO28BV2DXE9BEdcpTi/Mm87W8pPLf4g9vyV1OziIV0mPKdMX1e
B1yfr9uO21K1bSB75oWF5y1jLnoUwjHfT8Qm3eQquA1cdXU1jxuqqnLsZXUaHUBJlKedTM05t5Gq
0DTeVk4r1Ojqo4Yi94xCiG167/ZFrRULKq8/BHzTc91MD57fqgTmP26eGsjnvZ6JEfII3Cx8yLc6
8p5MLdrHXRnHNWpDVKFHyoIHcsi7LvgASPvUbtvX34/KjcwMDINf93xDDRU+5TDkYWD4U7FFT8O6
4OjoT0XYv3iEXUYRfeHlWr1RU1mntAP8tG/tvTeKG6e8DVbt1YaUz7oNeUzUrlHSouijGeLgW1dV
WwbvvJIkqwrXr3KoarepYANXMKeG018sdN4RY7K+H/Wl6+j48fdDemNHtRW0ZoxbE+P2kvuguM+L
N33Wyu1ax23iyl/nmhg16dx0f27IniS96dY7x86tflsncdSzYBAd7XNYsJ5HMqHc5V5S6VbT1//+
UwS9b9sOPYsGQ7LGHx4I/nEbamtNjzqK91qtaBcFEXCYbxLqUbdKWG6TVjo0nmB80zm2ueEhghTq
JSS0OLl13Tp3G9YX/wbn+RwVJNFlm4woYHVs3FrUDfT4ZuWRPl9PTedHidk7x8PL5qzAKkyIT8I+
Hyu/y/gwLlnQuxXxchuyaoPBVLFkbW4keT6W6VO7uenxcRuxgpx2WxfR0eU1j/9GmU6ZDKv8w+lb
2oRVw9sCNMje5zQOPi7eltUMMbhb29aq7EG1+hJvfrlHea2SVtdlBiEB6bYV2sJZYpuprwKu8nib
h5NU9X7a/N3xWLTxqiru96ILRJdTUXz1ZHEk82Tc1r6tnBXUQSWrOFSYK4ZcjtAz54bIF7dRt1Zn
X0wURWHXUR/9J1xR/hyr8PH3TV8/3C+iexuukiGVNWG7ygF487/62GNnduARwsAz9065943t1ias
oO+zh0XRYyen3keYWUDNVnhu9zUbsfKiMKg3fqicbkt89qKxBCLauUkKcpuy8ls+k5KUXR53y36K
2uHNAevcO0vpxsjbnBWbKr51Xq9z6ESY9xMN1nNUxEOqCpQHOH1cG7a6OleiUFT2eXBgOR1mqk98
6KuL3PzDCVnkNnSly+VY46nGmuJ9Dgftp/ngdzIut+aNdZxWvX/ghty0+Ra0Mod3a3Gpt3C7Mza3
Wg9eBwF1M2262IzOWygdN7oQicfWP93G3VqvsQyhIeT1bV757fFcrizOtN6KM0zA77243LiV206O
KxRG/IUVbU487X/w1lXJJGxWk8o6Bm/s1fyyVwG/s0vcGCwbxfLHMgDmFfe5iYy6TGN2DIGb8jq3
OSxPwU4YWXsc4X0fJW29vCGkcLyr2BzWJP1lEGvY5lNfQanBW5qkHDy3W7mNYsUw8SEdJFtyRn7s
McC9RXLHPKyNYjXjok2wSp03e4FMkQiaZzMv7E7Pr4myX+z6Noo1BVFopDeofAKpEr+hAavqEwDE
FVYIESv/UUy7aVlwG80awZMtu+4U9GT9x2haPujFzQcNte+vl/Bq4qAJ+7XLm7b5isTUX9qDVI/T
ErbRrH4Fa6x7nOeVqNRwUrzePzamRKVhDYFJt8DYFtVqZ9UUhCDc2cy6nGJ1wC6uuKdgdGPN2owW
DnVUlOyByklIxYnwub3oeOR3xufG/mNDWlR6TLSTwdEohiFd16KDW20Peyi8mtfLiQSRftxbRe4g
GzcOS1tpi5neX49h6fAySXqYE6wBaDYUHhIl//n9B781XNel8tOlkJaMKFS54bTxmiQO4DERsNJN
t4Hb7FZvCgMTXzS+9pRmLZkfB17f03O5NTbXX/RTz7vViG3yNZYBVFcuohq+t3SSb5ogUHc+9q2x
sU7iVkSwkjGkzVWwnkwBlwC6tR/dxt1axJNYd+m1RuULL/+pPP3JeINbbGLzW6bWZhwgg5rv3f6O
y/+Zw61ogP9LKvw05BAq4mW56TYfD/an8Pr3YXPPVOXGwrLZrRn+P0e5r20+sHX6gwPh/DygrLRM
moaNSS+HDr6hsRunzG2ca2mXYsRzJeYOk+SRb4M8i4JWbvubTXMtcXdwJNyxv9XmHxmYJwKVaLf4
zWa4Fr7V+ti1Qsa66s5bFb7jzdRdnCYluS61n77v1ilUzcE3LldREJ8F19GlgRrFndP3xnKycaxZ
wu0kELPK2Va/DXFnScQ4fXXrubVU54qSCoSMyvuNP/eGV0kpSsf7kE1jye7wo77QTb7SON389U07
zW43f5u/mve5RjxF6rwbKuilDf2WEDO53SRs+soLBJ2baK1z+AW1J6BE3qkkh9sV1OaqkI7bpvkg
Mh+74s8G98RDTXeavrEX2FiVNxVSG5Qn5jAo95GNlrp4pnqc3qx+T15KzyNw41bNF6epY2NWAgo1
XbHPMu/jWTzBN7I8IZ9Z3FmvN04pm4mqTKk4aw6Zz1PR/73u0/hQBmR/M8F30m2/t9EoVtR7KbdJ
5p0sUJ5j6uOkBkLdDkEbjpoKFUPZtkTrbH9e+q26bAM3bhcsG5Dazbpp0/IS9SLLO83mp8Icbk5C
3NajInybCqrCMq+BU55UycPEg4ey2x7vW3fdBpWz3RLtZb6K+a+mgoVoVH1wm5BW3jia1RwFwArB
drNPhRnftmH3l0vTzOaiClrqKZYKTa/x06z6z4Hyvrk1bYEVMJUuFlMOZS5nA30eeuDeyd2gKPYf
KCrcBl30npdFypzX1jwvRH9267cVAAfe6iOHhqYLEnwKDq6T2oPfmlvj1oE64KxeeC3L3EPK7rKB
dobkgnTDipgtRYX35bmXgfAy5ncvkm55McdOkQCzeaiyQ0VEuQVeFksdvZv2PnpXzoXTocdsHCqY
17KddFXmcx8u7+KKrpdBxNQp78psHmr3opXsPSvBQ5Fr9bmECK1P7sQZvz6amI1DVRLrpw3RdTlL
r0qER4d3DDrOHeT+g+lxxov2mQjv3nX81++yzCahQNMuMZlXL2sGT7LT5vXy3Jd8+hGriT8g2dY9
7HrwTgdlldOWDNXH1zEg8eCJJyPpZfsx9z+82JvOuAUVTtWHzAakyLaQcjMzfhDRX01VvkRQrnNa
a5bd4P9VRc9a6BLjLOE/IK/fn2XAgjuH4K3vYK1jGhqEIp1X5h28mvKWa/1wkKl5oxReg1Qo5qRF
Wf8bvNW6JZiBH77+DLyYRTdNxsu6DbM4ruEH2mi3ol5mc1MVFQtmLxKCZNMXSHS+6LG8E7v9Oshn
NjZViCmswSGKbF72T+1avz3q3SnOQQnK6yGpllV6HeohclrsUaLX/fNUMMfJY525/rpDWq7DmUv9
/U0Y8R+tGN1wRmYDUkGwGckhc5XNnXlWe9EmASG+2wljI1IzhdAyK9cia5r2WRn6ZUdtrNOCsgkp
U0XhtJShl4GZ/E70qh8DMrkphTAbkIL1YDuMxyayyW9/VAQI+IgkoFNwxmxAiirM7aAYcQRoyDLE
avk78me3t2D2Hz5K6EGOayeyvd6/wGjm/aLXv9xGPHw9w+k0yWLzWZHJA9qvR7h83UdW3tl6/32T
/W/2G2ju69bVwCgvcZBkENvp8p1E08MyxfPbsp79+Y3EJeJxQMl8Avfe4jEqmfeCLa573uF7Cd+8
cV7/ImIqXwICE6MEgkb0NG2TiBO9NNN3ihqbj1EfNt9qftAyCaqGv5/rLiqTruXI45QinH9I8IF/
hT4F2+QNjQLpuAYXVcbqNMX+/LWK9fGAVxEUHK9t+66qiDcnWz2tcH1FIJxoT0xzUmHK5D2nB0yz
g+DEy7iDnpLy14RWFR7n1zFKAV7UX7bYq6C5Gi/sIViPJitbTz16EBt95uuq0aVVuEFzkA18Pbaa
VvCFCEP4TTdGJkdt8JTv5nrHbDhsZwalF6MoMgYTl37lfTIH2ER+P+V+/STCbPJLR13VzNeOa9TT
/xhx2XuG5+k/MmrLt2XQT0+//zM3jgUb9jKbHtlAeZGRwX8sYvVhRUh/5yfcavsaq/2UtZJcQf5m
GeOs8PEY5an9wujgZhrDbNZLtTE/gEwUGZ/DTBbsE4QQ3QJV2yuxWJCfUcLEmSJxkYTeB4+Qe3V9
v047MNspMe6j3sfiEVnRoLx+CvfysTUzOXXmcHNPZrZjIm8XM7cDLNYnbrqE0z2vYa7r+E2tvWo9
AOc2Ho8zJGWeyVGTU7+Q2u14sAW2ggUcdNQccTaxZT9fra9OQ9MPblcn2zKx7OXkVRCDzwZTfJc9
+QYXzD9+v4pu3D5s7IsdEwSq/KnIqoW2Z1kGyyUKYd5dx7DuEZ13PB9Q5r/zx24sKxsDU0jLbFBL
L7JN1wGScN0LayOnVDCzOTAUl9Oxkth19kmY0yC2S7lGbsggs0GwhVETd8yg44WvHrSv35amcFPb
Y7aDIkpTArg84+suXUwhcxDXF8bb+Pz7D3xrzK///aetjLUbh2oAoiJjeHHyyFAn4gi026KyQTCj
I9g+RkxkVOOtEgYjS3LQ+pNb160VW9ZEXr21Rca7GR4v/ndJC7eNklmH61xtY7O3GBWoGT/Fw1Mf
DW63FRsD0yXc47yDiAxGTznqdyEWwsb3TgNi81+RN3YzXa+95qje9ovmFMWeWwkAswGwuCFHN9SH
yHqY2lTa2xIKTwO3eWLzX5h2ZVh0VGRbL9527TyeK7+WblPc5r/kHhpoCpRRtsnusavD5VTHlePS
t8kvE9eVamTJM7nJNGyL53hzDPtt4murJO85q3gWruWYdGR9DEbxt9tUseJ+TSoC5feaZ435c6Ld
u6Zf3DZxW2GrhY62H9WSZ0pitYuAP/u0c8Izma2v1WJnIvGuYY44eZm3/B02xwe38bBu41tB2s4n
17H2uJ8Rr/aethHpNqfWbapLtfAuG/eWZ8jlMagOrNupicmdQPffB+tf3LJsrmtu1Qb/DqBvUEXG
ct+72T9tNS+f4RGD8J2J78KLqmSPN5b6rOVfsZbbp91g76mKIZRJ2fjrhYcTwzOjh+KCEgfau00H
FcEbtSpOez0Qt43VxsSKwOCyFIQR5nSTom4xTIIocnONZzYmtupOsIrsPEPq4Bv32y8zZrbbF7TS
cR1svzkJBMv2zl/P0h/Xh5Ad95J9Nw5hmxJrqro3pCxZNiz0A2t0nYD6ccup2FjYJgiMbwDKZLIV
J8Rq38Tm5hnPbCzMm2FHzTzKMoGLKCRdFmQ+mtjxwLHBMCFKRDkG6hOQpvtniaG9RkM331xm82CH
aiASvoDyk1R7EJ8ZetS93yUmbhRXMZsIU0E49mrBbLlSSMlyNXWIOCyAEoKz4tSVcfhSFsH40S9g
PnoqJjHKBAZU4rHbp/VEpmF3m7Y2PBbCNYCvQrFsI8n1DDFO7/zMpsR4OfesVmjX53yFbFDvJ119
J2t0YzH8R9vLDIvviSK4utC99Q6dobLKSaSB2XSYlEgvjPtMM1OFWav7jBSlY9NWHB3LfeadjsPM
XwDoeTB8Dqf6HgN4a0is0xqDLP25C4NMy/kccvVIjsXtZhpYQfSkmTYgOoMMD6kXyaq02tidpm9k
BP5DhVGJBwWBkea97mCTuv8IDRvORxMot4uvTYcNgezURL0gQyD9fBDzxnmHsOmwvl5rHyJZQTa1
GBPuv9dKuE0VGwUjCATEtuwkC+NiTiJPpuQo3fK5NgjmM6m1JmTHljzUZ1HNUQLdkM7tpc5GwbxQ
ByhHqvxMb8H3fRzwLiLvdPzGZLFBsGCO6B7Nx5HJSuypbq+TfFrqZBHUMQqzaTCmtqOadXBkPR/a
RBTFF12Le/foG1lNW5trHMdOlvFw4PVMLx87Wtbv1TpUX9gmyyc61KPjrcBGww4kH6lg+4bHAPEB
9ZUAXCe3nddGw4qgBQ+5sjWLF7U/eWXfn6I5cqsDgRHZ60yDL/CIQXq0LsLoPMVmeFDSp24z02bD
pmg/mnIxGJW5XRNvEu8GpPPuhO835qZNhx1qbsYDl8hMYrM5taRTT0bG5eNSNcGdvfLGDm8jYajd
n0XcofK57MGyQDXsNPbBvdv1rf5bwInneyrQu79m0R7BdZvoNoOqiny3FFS7BQQ2EVZUzQATDrNm
YTUMT8aDjHWNTPbZKfq2iTCIy/SQyMbohMAREhUEX8JodouPbSBsUH0Nqy+1odKmhqiBiJIRtk13
Zs6tz2qdrnUwDyP8gbbMZ/3yEMJq59FvUbfsNixWlqr1BYl1Ey8Zj7vzKMd3a2fubMe3Om4t1mUI
RaHbeck6b3+JVRWfgnI2TpOd2kwY0nVmotofMzV557n7Bl8Yp0d1agtlBZTxRR2byaggcPvs+su6
NG4PyNRGwpaBTluwe2NGvb480TJ+79WVm48utWWyhoi2ce33JqvEp8ZvZ1zVGtfxvu4LP+V4PbH4
qLpA2zPtv8jS/IHqVqeVSW0gTDW6GVRVG3Adnkwg5zmEk3JaPNQmwqo2RPqLlQa3YtARVeCfPD7E
TgcGtYmwfevaclyuHa+W46T74g2fwuDisjAx114P+Nb00AWBq08GN7O88aOvu6g/uDVtLcxjgFzq
hhrBrIC8S1KH04sUbuc/tdmveZhxjMbtmM2t/0+x8I++Wp2QZ2ozXsgcj806oenCqLfF/uhPxumK
S22+a2ZFpQU8qLOKzOVZaUlO8Gy491j9632Q2oiXgmPzoOGPmxm8guVhR/jDNYXvthHaIlhI0vWK
lZ7OdrF9DDqSV7r56DRPbJqL+vBxVn2pM77z40G1/nfviNyKWahNcx2HHpoapYvZVG7/CwCmzNPd
YOvWiFtHZlQI0R277LMtWnM+6tO+bk5Jb2rjXDWrGmj6b102w+IwFVwszz5p3TQ9qe0yqMF7zBTM
UobQVp5QMnmmGxwBnT6nTXSFSkoSIFGfdVBGvmjaz5coHsiLW+vx6/2qWBVUybdgyPZdPDOWhQu/
E6L8+v2Y2kRXt9CgxhtGl4mi8abLsPQge4w/998iuBW/J0sVP0WrOrTbirIhr6gRsPQkE8aJcv9S
RLM4NWb86jZM1jkasBYiwTxSWTR634YuapN4KFq3M8OGvAoUu5LDE21Wjv0nAtdpKYhTMEdtU0Fe
+scgp77NvGgOn2bDzqo4hFPkT23Gi+1SBMU0tZlhYJInD5XNsY8sp9uQWycp9sdY93PdZqz19blf
RpSMQvrfsXXrMF02XbUQ7O6yo4y+tv2eFTPUAn/f839l9//7LENtzgn8USxQOdtlGJ35iRe66pKh
G/fzTNv2LZS95AMbyPEyrtGcT7XZLy3pyTPrvBp7XzTBD0yq9nzdDEWyUlWYE6QYh7So54Vc2Ajq
KxjaHaMNqeuToggH+rpccjjOuuH+ECV+vS/4MwybBonVG+7R94WSx2HenXIN1FbLqoKo3gnc2zIz
FEmv4eLJZur2dEBthKqlxzaQGnkkFRRw4BreFY2j6Ty1GSoZxkuIvWxPl759UvDB/VGtffX995Pm
xuFnQ1TiaNZlJvWRenL53hpxXgPhxmJQm56aaTEgS90caeWHkJ0iBppWqE5ys5yktmyW32+ApPf2
SKFQP5w2VEY+moi6SbdRG6Dia+HFopj2NJq3IC1oWydQ3ZidoAycDNY8b6c41i1j6TZ3xzMJa3lS
8tjdzm6boapFgYflsolSjy0fIyRekkoUntsWZjNTEcyJdMVKDjmSkCUror2kLpmbNhxcE18PzNTi
pXPg856C+R4eVlM1D2vh5q2Kq/nrxkcGITQTkTBdWfSl7OQDNdqtaJna0FTtz9huWROmPaRUd/Gp
K3q3885WzkKqPua8i4M0FFifUTWGJ6R+3S4zNi+1hAZBAEz9Uq+e02KG/a8fOYL71FbOqjtedLhS
BymqW/ezERE916FbGo3axFQcR6KvBhOkx0DG09YjC1BAuPbOYXpjX7SpqbhDrTVZii3taaX+aoN4
NU/V4Ve+WzbAJqe2JYCnAbyn0oaUMoF+4xsV30Mob/TdBqfKFeYZh/Kwa/VSJ6s2T4O/fHI6L2xu
Siw7DSFSHKRDWNGHzgORvgjcgN1atxZovIYNhNymLa2nPTg1wfRceMYNiaU2ONXJgx9zGQUpP6k9
1AkvRzc8m9rgVDuHETsKEaTlRp8g3gTvxvbeW8Ctrxm+3rTEPkRxM3Ceqll8XKfiAfVl91TEbrVt
XX2XVkdN2a1RSqrwBeWtH9geuZ1wNjmlw06NdSe2dPRKVZ7GOrjqzbMdkvxuc8U6QjnZCRkjihUE
jUi8Kn+uZ/XZqWmbnuq3Jt5iWfAUeONbVGisSd3Xf7q1bUW4Hoo1odqjwjSqUHgay6T1G8dpaLNO
VdR7uKgf2G+5HhOyQqb0qnLr1nFrbcKdUfG901vqr8uW9JWJziOiR7evaYti+aoruSxwyCEdA0uI
qedws+TS7apr405Q4gSyBve5lAW4BJV4NnqR2zY/uY2MtUJrHYRh1yNK7L3RJJGOHyDO/Idb29YK
LRXU0j0zB+m8LSmZ1qf9OBw/qHXTHQ7Gd7EvQQpB0e3BozOeMOPVd0xk2sSTmDZAsARjrncAHn0R
1h/jKPTcxtwGnoZDQMSbd1uqpih8iBFOX5p2U26bl00xESNbaCINezpVhCZ4Z1+Tzkctl9M3tVkm
SCrWMIOVW9rytQbqEYxPHR4H3HJGNs000WhSa9WHqe9Xb+d1ebMvkWvPrXyUGP0+2Lm3pmzxxRtR
7csTJxt1S9kH11Pqp1ejdoEvDPzm1rQ+YAE2NZX6FNGRnd1G3VqlRFCNR7A6xBkdn3nhX2A55lTq
QW2kyayRpNK0e1prPiQe8jonWM642apTm2rCjYgPZkfHxTgEzyLe20sBpQjHhWQdo+HARF1SDLrP
GvlM5DymRXvc01G8ToxfpKRsqCla1ipUuB1iEyinB+JH4XclePsh3Ofxzg+4nj+/+hPx61njT6Py
IClO0jHq4ndlLMez4iO/bG3s4QwJ3YBcaoNOYoBZ+bBGJI366guNhpeiCN2CaptyUt7imaGjBChc
478L47BLyolzt8SXDTotAcWVUV5bX6P3vvDaZB79/zktKptwGiXTELhatxSOqM2nVlXruzUKoTP+
++av3/BX39Zas9E++xH47TVtPb1/0ASmNgnMTPVFNYF3PsJ2fJFjifqHtqpatwDNxp32Kez3ZqTY
49jyB7D8r5GQbseKjTsNvFqZ7rDxd2t8mnvzv1IfjluzDTvVMOoeYGS0IEugqtOiF6TzYzerD2rD
TixSPpT1hyUNGj4/wwNruSDCHNxiP5t2IpTqGbIuSzqN0IG4vg3B+M5xbdmcU6giZAWAwKSK9WES
E/xTbm5TxRa+YkGhN28g6DhZvfN2hUvGqHWTX6I24VT7EQAtv5zTtoQ0zeotyeyv2/vfr6wbNz8b
cBo3OGEouCWnuMbXTzLyimTeh/jOI9yNPdlGnDajUHei1ZoukDn7OAUQgEtUjadVMlWQl5tqR/Uh
aitgeZO3FyhOXFN5BF8mNiXFglSz2xhZAbIBwNZ0HV/SRRqWQKikAdo6/OXWuHXu6p4pgLjrgl25
7OBJK/Jt3pySeqGNOy1YS22zDnMqok1dYDjSIyMZfXfpeGgTT+3c421/mdd0LKl5NHqLIWsB9xa3
1qPXpzk8AlYehcOaDmXJT/6xtIkfs9Gx9et8/SnC7Av4pONtbEkPOcxJYyDH3or+nqr5r4Od0PYG
nM0segXR+hT5WvrgY0fOStrHTzsvGqcTJLTpJ+DK1bqUpUlXL3wLPv/HSribtWFo008dKWs+NJju
ga6nC5v9PUHhsdvLJ5wMXg/91IqpmIpiSj26928D3S1PzcSiO0Hgr7ez0OafhKh8HFLHmu6j7pMt
EB9qyT78fkpep95/g5DwP3pYG+6uUPKc014R9rh7yJNLz3vwQb1/Hqpxf5nIgKfR3/+xGz/EJqKu
0QEvpnpJV+o/1+3fS+lWmRPaQFRMm4AzP1jTft370z4dQXKEc+/Yb2vdQrQybMmKDxD6arn4+yTP
FPVyTqmK0IaiSLME3iCwy/vBXqfdXEEMH8ZBjn2/ruefdoV1DklklgatQzL9QR5mPA2xcbqOhzYW
JRrRbJ4vl3SIySeITL6NDt9t0ttQFNbT3DU1xrwP2u5Sd8VL53v7g9tEtNYr7SSUrfxwSiWK6E+l
P3anobvT9o2N0saiWjY3oDbEnMLacDu1elSP22Sas1xrt5xcaLNRjNJKlpOc0hr/78Eg0f0oFXNc
pTYc1ZWdvw1HPKUxuJbM847PZOn6O0jxjdGx5a6OJcSVNvK3FBnRpnmCzJ963/hD/WzKgN/7Izf2
GRuTiua+gwkvmdKgnp46Qj/vUeUUWkJI7PVymveWqqvBR9qTMUym0RuTxt/vNP7rGyGeVV43LiHe
7MMOGvujZKivHxdxWbcZrq2gmT+QKehOgS7901Cg/tBpIdiYFCqyAqhRL0s66jE4zdxXF7883KQC
QpuUCla2E0iFjGktTbax+CWsuzvptFvzyFrBkiod+BPSxrwL6LO3DkDf50CfBwgJ3QlHbv0JK0L2
Y1SsqQhvAvH/c3Zmy5Gj3BZ+IiIQSAjdSjk502O5JtcNUSMCCTSPT3+W++pvnXY5Ii/bXZYzAcFm
77W/lbP5d0UTu58GvHVp65P3YrY3jt8tGkoCh1WxHpfmpLHDz8HmdD90vNpZswQ3WnT8FC20vCoq
51sJVUKBSZVtPV4cl190PZm01WiVvWolbcVNOYSmhM5Rh9pp9Bvt6Gf09fy57tGb47eyITJt/esp
A8lNlXI/lj+arg6uM1vhW31TIUwe1Ek8XVjJygetchhzjtVVDTF8K3DytjbRoLruIud0Wr351ZaK
/rxuYF73v/8522N4fIxuSFpkkKovjpmntpLrlfO5yU5x0PwhDFiqy2CWLu10dNMU7J2k3Rv73Fbc
lPev/aBNVF20CvqM5xdGvUnHugjSIpoeTKzWQ1ReVwfmW7GT8gLZX/DdLhCymYwHeZQKWZrr4pSt
2CmhiQPmeRkuA9fVNyRI6GkMAK2+aoa3Yie+JGMVeMxCB6PuB7UU6hiMc777+9NfD63/CP63aqeZ
hsNIkmC49OHCq7SaJM9iONNolFdx2LiYketW01b5FEadBBCQdpfxlQVYwfwpZWrx7+TY3tipt9In
IRwZi2ptL1Qs6tl4UP7L2geHXoLS8c7fSN4Yq83ZTCrih1Xq6ZLMZZAtMXqWFubJ3cQGuyuSXB8q
JIdTOQUMBEbcYq8cuc07Dm922heiC87RrOr9ClvrPZmvU43wrUCqHUfWzOsYnInOearWCJLjK5s9
+FYgNZUhqn8RHl7mpU9B4Ksied2JsJVHiZaLmgd4dCLASpC9d2kPddff34o3osetOsov6zhWMRsv
yTrhtOdgKV+aIp7fqae9sVi34qjFGKHjEMrjcswHlTZdld9qH/OLmyV/J5B84ytsRVIFYTWdHfLl
szB/UM7JTA9oxt+H55+E/n/sGluVVO5a2G7rrr1AO5InGHgIjZfXWkIOQ9A9Gvnqk9JFezMt1mW9
rt2Bjk7teeXc779/hLe+3iYIj4vSDRNm6RI5gEyl/C5U8/26R29e84LNc++XbryQYIZH1AcbXwdW
5lsZlW1W+BqGPaIYVzyCxcHH68SCPNwc1VMExaRPUMCIIvKEXOj3UF9ncsf/H37K5wptTy3eBWr+
iBjtwp0sflw31Jv42o8KtsvL2rwaoH/v5idG+itf4a3LYFlOfuhlHpxd4hDQzXvukncusG+sva18
SgV8Lv2isfU4KA/iesrCyX+5akS26Kki6dY8VHi2HgxUSJ1Hj4K4TvbBt/opMuCGV666uCxr9cvb
xu4FRU3nuk++eSPR8GF5UJniMnj/wl10MZxepxHkW/UUHyipVZzQcz4sz0lIPsVD8U4g+kYAtJVO
mUpM3veEnjVvhhNZEZaEdS3v3UCjHShM68frhmfzhqJG56s1VvQMamaqCnUPuvWn6x7N/n0H6JDn
t/D1Cs4q8b9tZ3YDrGXf2erfWuubN9SSeYnEJOkZPTC/aRx/XVr1HkXhrWdvSkRE1UJ7jSHRvr5v
HIt28MQV+6sGZSugwruPdcjwwRtXPxrZwPsz6a7DB/GtfqqFJ7BtVETPydQ+aD6chuU6CjXfiqeA
h0ucLPBoOZtM8ui7FvS9Dqo3BnwrnaracKzDLsTH5qhDJ9VPgjvYdQtlS4IqeC21kZyehSw++rL+
LCv/Trj01sd+/fn/3HHNxECAavGx+RrcjCY5tl103eXqn1az/3l0Cz+t2DSvI5J/r9rlLL14J3X0
1ofevJTUeTaWAcaDVcVe9tnszOG6lb15JbmypEFY/bqTFJ9psaZLfV0PGd/in9gCYmhrMByt1Q++
LFLDy+suyVullF6GPIIBmLt0dKxT6eZ1t+bdeyYrb4z2lgC1hrGYhsIyWEfqjzlZwHxblytvrltl
VJ6zidPWsHMyqBc7Ji+ymK877rfKqEE208zH17emUfd+Mpnw9LqlvZVFuSpPunHCMlEDLou9NiCG
qXh31Rrc6qLKRBeLRtPxpTW1OYHez3eD5e9dtN+azc1ZWaLLgBIX4IVPhpexbPdzPVwHTeJb+ZOU
q7FVsRZQG3KZchf+qKf5usBwq3+yhglFtAsgSSVpPw7HdXJXPnpzVno7KyNHYi8MfkihTefu5aqZ
3EqfYla5RM14MPposMFWmRvkdXHJVvcUgY0JV/hhPY/RyFMr2hmdkqCPXPfBNynhmbBCRUFiL+Ng
7wJb/mxEc51ii2+FT324FrFR1l/wAkGtRSGl5SnwYP11s7mVPsHnYpwK2pWXscjXk9Dc7cR4bb5o
q32addElUVdUF2vrby2vf7bxdB3Un2+VTyVRrnSzX8+wIhHpwkaaMhNeF7NtxU5rU43Mxm49O17v
Qqc+cZ6/l7N4Y0/Zmv010tEW0m5/Ibx4USva3jsXXXlHppu3k3ZSVlU1sPPQz3OZRa2Ngdu343WG
2GwreFKjwWYVtOVFkegbAW/DUntdhM+2eqe5JLQNdOxRSVZgPtbdfOAmea9VN/rPnCnbIp6mjnYA
mSXVZanr6vtUhPRDWw3mWY8JP16zEbAt6EmCERrKlfvLOi3fSuvumKFXCc1AI/535NmyhqoALcyX
pHLmLqxjelNEzfDOcv9HP///02iwCvn34+M+svM8lf4CsrfbxbNrDrwKl4MulyBjUThmuqmoSgPT
959WIdfjhDX8fSJT/xU1B/2V4XxXO5ixq2Mx5uL73CJ/IoI290cwKvsMDjqB2jMatTttOnFYu8hf
FQGwrZqK5wOYgBj3MypbOxj2FWk7F+yqywTbiqkWbpYonMBOlcOaWlcfi/69Fsx/WMr/Neib8Nmu
IQwrgqq6GIItODMQP+1AZhzik4VMps56uMNEGbUN6G9w/TpBX0vqjBA1Z2Oiw31XhEg5Rr0lO1bK
wKZo6eg+8jKgF6VHc8z1SHcFsCbHGF3qX4dGxvdogEeTukmSdqeCBRMTvEY1nofB52lQ+QFg3fau
ZSgvO9PNN6AVVhfVNO8VR/5772NbhVcMJ5PB112F4CGkT83Yzynrk/iq8ibbSrpUZwrbdJgs4X61
U3Khw3X2NGwr6TL9OPaJxpNhHnMvpq/FlapptmVcJfAtwf0A3UlK6B36TV8kia5TqrOtmKsqYCap
IlJcmrl9TnIFXy31zo7xxkRu8VZFTFiJJsL8UtupSHvZ2iPce65rxGdbKZdjc+zrsi4vK2n43RxX
MwAqV7qusK2aCzKlKFF5Yi7CxveCUkhNyqtiWPb/DAvpzF0JGNcFIswfirSf1iC8cnFvdot6hP0r
McZcMPSPMUFGM3bzdZa4SEb9e/931lQhfIzMReNOki4Otbda26sSEGyr4YLsPYiJm8g5tORb0SPj
gz6ZKzforYZL944seu3JmS/mC9PVJSyvU7bBrODfg2LKPCx0hat833b2bvbmpnFcPF4VK2y1Wx1Z
SpHLMYe+uLun3o2p7err6rRsq90a1ByFcVjri2f5vBtqD4a7Xq+67rCtTIt7HWr4l6GUGhi1Rw/k
kjnnr8oVsK1Ky3M40hFkYy+uJPO+Ykqm6AZ7vm7MN5mwta/lOuMtOiNr1d9Ecl13rmXX1a/Z1rVv
qeRUDnkgz/0aNncOVZ8Tdcl18jW2FWe5fAFpGjZj5zacx6yyEU+HfCRXZfLYVo3lqzYoJgAiz12Q
FFkXrLu5ya/T9bGtGmvRcRfEYpFnUlUytWH8Lar7PrtqTrewqa4FKwguwPJsCM/vFeHfiOib61bj
Vowl+6BsJAWpQeT2WVV82pfR+l6r1xsXkq0YS+ZlC/S0Emc0VYaHOOT5GfKsZlfVfLxyWjdhfVMH
pJhzKs79PAS7oGHLx2Ruk89/H/p/2oX/I4DdYqf4ujac5mV8buOOxd/QyRk/T2VC03w1wbmH9Ukm
OKBxY6OKx9C3sGfqguV5ycPxqYfR7K8ehhDlIYxA91RlyQ+R7aYPMVP0IUSweoDpF/0UuKQ4jmJN
sgGE6Bv0H8Aee4U37d+/xBuBzFb+BYA2hDNKROdwUl8bUj0HiE6ve/TmxA4I5vQ12DiTMljOq2zm
TIvkvVD6reWzObK9TECSa+boDGKJQ19mI9aMiTb4EJjRX3dybxVfPYtgfTUPEbIJenmRg1z2cZm/
lzd7PUf/Y/lsFV8Vhfmgh/HT2aAi/qFo9HxjsbvprBmSjme0bkEaEiG7DiDJtrqvKB+DcGyK6Bxx
V9+DS8fvukoADPL36RZvfJ3Xn/9PBQfFz2Gs1iY6T4lMdmhhWY45J8UOFBlz8AhTfv797/wjHPiv
cXtdEf/zh2iwFr2dUB9i5RCMz1UobZvVrQ92smxdVoFCni48qp61i2i4g2MkQz9dUA1YIF0Lt4Lk
tfLO2ii8EYUNv5ho1h+LYkmeoCvrqjRsRo730VHIQtYJ5T840L8GtU+SlvmD7Yk+gu41fSzBsLkZ
fJt3KdVeXJA2+LTaUO+rvCqODg01bZlKPgbHZPHLseHEfyp5RW6rUvRTGsXcplVpui+awZLzncF5
YxI2O56Hx3BpGrWe/eBBUgz8vI8NfydZ+tYM838PPG/HFrmLQpwtNo0jQAT2ELmw2ruirT90ZrHv
VKj+cZb4rxneBCr50tnGJzWOBvCJ6U3tpgaGHxBjpBNsk/YQUPkvQBU0P9EcEe0Llv8OWBGmgVvK
1KAQcuzyRb4jS3hjg/x/8rZON8DfxsEZ8xn/qWOpDi2IyT/+Pl//rb5lW33bMCygcg1BeI7KJPkc
034+cyvcbWjjat9pXR2mWi7nOJTTdUm6reStpeMixqIJzxYpwHOI4drB109dF9ZvxW5B3iz52rvw
3CRhezbeB2lrguT576P1xlxs1W5LJThdIs7Pfp29T9sKp6KeJPv098dz+VYicGuoiKRrXRqkLc8V
FbkOs9yCUdpmFeUkZGkC2Ab9sE6j6H4Z5FITn9rVzmitZ3YiANoYySLVpmuBPalOYQnnrXjUKHCN
ZdZ2wTDm8OYWEqWjteqWoMhIzMvwc18BLxmm/YxS3h89NImeU6Syh/XeiiLSP9G9XyA9MmuYFwRp
vTrr75mZyn27JOyoQfIm+45W2LDmcTAnh85Wuc/RvPi1V017RCn5lhWLhR2eh6nwWPuIZqHLox3w
hODBBTnOmKRHG9apITK6LcHOewoMVeGOriaf0kEV+QHQ3j/akPWXesW8lENv04Ym/RcVz+q+0qV4
cck8PDS5p4c8Bpl7WpWzf5Zuaau0nEWpHlogHL46KSk55mhLLh/iocPySDscSw6L3FiSFjxoHhJT
tLvOUZuCEII5XopR7tohcrhv8ebWBCaHG3BTp4Uon+tiDW8TfAdAi/N+zsouUDtBCpsVdnBPcTvD
IpC1TXyoMZ2PFJiT8T4p1VxlKvLRAzjl6oGo2JzKwQUkHcCjzooVVNrTWsysfobeGD7huUu+EguS
m4y1YDvu2KdQG/pTheyPWIrqXFvTfo4SqasULTHUZNAwFTtIlKOdq7tu14b9cLBSd5AhGKKQ0IzB
zWrHrv5cdyWDD0WZw2mzzRM2nKZ8ZfQhITNU5vk4NdPJtmrmn5qqbuI9qTx+f1ii+TUXGvoiG2Ph
To0RwQ0moMKn9Bbq8Zt60oCT1BMyEH1qYGlnPystJ9CvuiJZ8n2gmsr2GfGl9LeBxK+m3FRjtraa
PhqnaZiV6Oo5KF05+LkOUziQXd9Nlb7pi9LkD34e2oPBer8tFzgHDrzuYA0X1/HOd4anEQJjv/Ol
a+unuJAlPURdE9ODTxgXBxvNSat2tVtxL02RyK3qBx+TQd5FjWryz75pBH2oZLD2IlUIjmjmc180
BT5JU5IjElhs9ZnxKGecReiH8sCWbmoPaOLU/PvYj2Z9JMrDm8RAl15/ZeNSTHCnqjibmpQhaz6m
RT2O/pYxWvLbGcUR89OsOjC3genwTx3GJHqCkwol6YLJiA65ibw48K5N5GnyqpWZpwoip7SmcHLJ
xm5J5J3ycaJfYog/2wOk3GDDyAq/sFtdRdCFP81hr57gQwCkFNTMYjrkTR2a3wBNdagn4YIw6oea
YyEe5TCO4lxVtYXTWO0M7ry1HlBp7WFyOj4WctB72xKFwmKjmzFOu2SaxJeSc16/NAssF59k6CKc
mlTi9QyHoOan1Yfx/MeynIzo+JtMA6j4TPQNd2AP7ILc2vymF3nd/+ZJa/mdpLboX4o2meUJokBD
PmkX1ghiqi6eJVQBloeZjKdafcZv+eGxbqKVxunEifT3JqbdcARpUQz70HXUfyzjcB7u4gDrGthb
R+J9w8RSfwHjaYhw2ylzrGNYNSTHuhiS5m7lus9PibWu+UpXydzdEtadDrKxbeigUxhFcXETo+fe
/2qVfW2YqNA2cbQBYByncnaLvtSQ/QUnkSeIHiFUnsv1Zk7cOOmsiKLK7Ho6h6+76xCQ8YtfRdUf
6qGp+S3DbrRE+8pUyp4Lg56hL2MoBCg0wieCpd5PKtQpBJ2QjpTYK9zNjO9kn1o011R7laguukHT
bFS+eLV08TmHPePBtHlUHssJ/x4g7LVSe0DvZPOkGGySytQGBatOcTAuk9tFfqTlCU1vZvaHNZHA
ei8lJuaeiBAVKbicDk4ccRBBGB8kxvQ3UzVM/ncMd0xxYhXa81IDUoNOu1a07a7uijL4tbYjGY4u
AEDNpm0bj0sq8ojsdBcY4jLqqmb4XrF4po++9IWHfTaadTVYRwFtNFIlAqmMrkwsXdM1qHBAJZEz
6ge6SSfyIW6CYDh7oGjmY+jKWN4GRTDKn7ZiQfCpB1bHH6zgvfrKg3Zidy4Om/5DaLFI/4yMjPFN
jhJiQ9OasCD8ASBH3574GhJ66fw4+zSCpL35HY/juOQpH2FM+SVmpgsOFbiH813RUzHfTg1HgJ6W
o5bF96EfVHIvg7LLX2a8CGOehvHUqU9yMYocrJqYOLB4mfWtgUKeZA1fgijfORZy4N/IRI5FOzTR
ZUIl1XxH/oKVDdpzxsB2O2VYgrs+xWFCf8KNjZod/pArit3ry9EtmQJZdplS5llL4z0TQVTcGgbr
aZOtQFCMv1bXdMV36yPbf+9XQ2JcERa7fJKVLPKPvIJS4fdQGr5Uu1YSMUQHYThyGvu+rwN5C4qZ
a5+YJbTLTw5MNjll6Gfsm9OQNzPXpzpRZvntoMfG8WAiHqo95MeJM6ksRR3NqVidiQTAv+h8RTTC
ajLeMtkYlfpEhTFOW6U68B5F27dRsEdtWshul3MfVeExHsZ+eOkMyDHRcQKVHxTOJYRa65sdoqZf
MjGMKNi6RaHTKZWL16NIhQ+IHNHnYuajKmXVFUeFnkAd7IxIJPFnpIgH/sRGAOymjM+JaL5b54e6
TnkR5OZc5a8UpSw0QenWtJRTXKA5Z6xXsZNj7+M8S1Bxo0frCfx8QEzjNroB6HApTjHxwfgnorWI
jxMzpD7muBPLXbSKdsq62FkETLPp8sgcgipWukRhYBR+L+y4LsdSTAV7ISr33X4eZPjHrrEPfsdu
5MWpnmEa0rOQZWVv/CMjc0RTUQQ2PMJaVMtLohmdYSYWyXk5RWvAzxJU5wXn9eSKg2rJSD95Xuh1
LxKiInvUbC7I7dKRMfgpHaOnMAxCe5Twd7V7EKa7aMySEU5xdyanAbur5gVwnAyZIgZFSzOpR+20
R+eyG8cGCn++3JCh9Xs9DaDU1gMoeyP62I8Jwqj2G4qUEE/hK/NO3rRFMjVJmvs5ifeSS6hv0hVo
fn8zIbLErmGsGdIEFMYnCR2Qb1JEVVPoj0vRM/YhWMWsyYHHtJnPTlTGPpGgA0YNGGeGcA2vbgBO
RMx9kv/QhDftSZr4HMiwuskZiErYYZPqZaoTADGabi3MzsYLkzdR0LUS/6/zpEsJEk3mR7EoNBis
Y07yMyJrwb/2LU6uBwjNHPug6pUWN2MvsQAFauRIrvc26t0RftgNPokswnU4Yf7m4mkVETw3O2d+
ofCBw9Cq9aRh8fcnjrt86NJp9GP9yMGdHm7jOl/sA0ffTfSwzEgwPi8cUtATtHLO5OlY5hEorCVf
lgNsAbrqdxIEJDqUuqfyJRziYXqOBoiNn5V2rfpp8VkR7xRxvObfVB/Dthui1TUXD6tLbIXewLLs
Kb4ZFT7NaWkg8O/CBe9v241zkCFraJa0omGsbyRyrAc7V1DdAFhUmyMrxrjDXjEX9kGJQRNElCWF
0yJK6yZxkC3sRylh4BsJCp/BjBrXkuehakw97ZEcV1F9KktbHpNY4qjuYyWTPGsTTziCszWKfykw
x3iTibGe6L0Yp8jcsHmNqpQB53pcXWifY+s0zImLGPe4Q2Wr0Mh0ogN1d6FsfZ2nhZWuuWeqKKsg
HQQMaHE+k5Z1mDii7XoHamY+VJmtlyXFzwkEPmWUD08dDghsfxBzqnZOdWf8ji/tXP+K1EKexBri
9u6Aert4hOn9ih2NtStyRiHRH7FqweCMgVacbjqJIDpFr9RC74O+kSgIqiRK9K2AIV2IkGGs5LDH
g8tTgWb6+WMe18k03zVJUDePU6WWeFcOZUmfECgYil7BYun1gTgq4g9Dgmjl4FsxyKc2qfPp2A2x
ug1lj77YJNJHhFy6QPsDLRJ3hAyYBw8rwkC3rxnWVbVv0UTbNTdjVEV1g4j6NceUByO5M4Ntxj/d
ZPv4x4R2/8+TYPI3LqfYzA7J4gC7HZmah10N3OWvBTZBmUE569B34J2orJVKhz7D5sPHZW8nNJE0
x3BANrO50TAVbva44CeF3IUDd9PHvM711O9QFewbvSPhKjlI90PLhsco6Sb2CENV8mKaSUKyoXEz
kBlfvCnkZ9yMwbQYiho+dnBBgj9qnFnSCgJMEtJ7YbTLQ9+DVtUn/V0+c/q946LJa5i/E8vUjo01
CeLUWajRvzZBSKYd4bMfClh1T2q8a+bJwjSkV4hkB5RcaMn23axV/U2aWk77Am9E9EHiSwznpImn
qMxQduh3tqmXIQ07WZWpI+LVPs2DzMpw3a3L8XvFoyA4LvLVFSaLZ9KSz9hknWhxdyXFsl9zWHNM
adKyOYzSpgbL5yiKPMrvlrnl/DTBCXOA4TewHnnaa4eUf7ci+R49w2GmaG8d0IwsAfZuwEmqKE/j
tqhwPCJHcBblq3NmCBjQXk5DtPNcc7ZrCzq/mEmSY8xY+OCHhZAdmfHfSC/z3w3ahutDbxt7h7Ui
LqEsEhRC+oVk/VjzG8eX8aOdRfU8xFExpwB4JbiuIZnWpwEqFktKgaypko8iDGdk2n39m9uOT0jv
QvbQtPOazjoRT3LEFQshCbhrAa6FR4OdFnKoNUSP2lQ8drzFDj+rlZ9N5doL3q4uyCrYuSDZmqw3
BfAOmejXHtH3NJ4i2iNAmVuYTS/SZVDytkdbj3oXRGt36nikjrFW09kabFAyGKusdlV0FwRI2AR5
bRGwQZwlQ9UCer/Sfdy1QQoIXZFJxqcMvnvVcRzD+qUbO2xaQGntrIqDPXhIAiGCj1Mupy9tnxS4
loUInHpcudeyo/vcYs8YWLxmRQ93cFnBTnPhSHjAEPszz8ceSw7ia2wUak+QP2EYA6IOfUFb3Jiq
/mYh808YRApEjRoXNhfj85iqmLNg7hTGX7Ogy1zRNxe4wjPcAsLhT9OI4FNdYvsIDRlfyqqbsiZs
xSMsxOwny626geGfOlvZeOwnTZdy0ojM2UDvF8NBEAmE03solxE25UlDTmilHXZLYxHSwfCh/zYs
Vqa1goTXQqvwEZ1LKKgIrg8SxrmnokYQCPHXvIZZRJwCpQ7X5gX6lyMUTOICxUNVpxG2hqOuRgGP
V877fD+rUDoglKL5R9i0CIBxuQ0fm6IyuP7Hc/0bAj566kKyfAjR2XisdDwWkN2vGDRtop22Dd2X
vKl/+nGSl0GI7lnPNcPKZwYJfTFFaY7FcGgiDfazrcNTZLXbA9iMhd46fypNu6zZkvTTwZGmyFPa
qPy3Lp15sAnXX6upECkbiXN7ngfV59KreTkUznbibGhVHIzrxbALwtI/R1rXT3VYRt9VUJs/8BQj
sDcSCMwSKT+tFSH8Dn4F+cPYenUzsTwh6Qy0wg6d14gBlmKojgaFiO899sHmJFakuXY21+poIwXX
vbAuaZ6tRi0nlQQ631eUkCmNaWGDXV1VEZJb3bi0SB3Zwe8KHF97taoleOncjHM5NeVCL0EYr/1n
FvUg7SfRSMy+xD2m2+O2HoZptyb5PV9jfccDUQwwEI1LJJHc8pPSxb0I1LzvBAHdDHOHKyKulSPy
CTgnyb6PZfsMkheglu0AK48/ytiizihiqHtt2Swga+xhZx0Xa/eoA4SY/WqH8zIwuE75QDb6HhWZ
urhfEf7qfdGH+iFkiU92q4aPLD494otM4qj/LsQc30BrVh2YIO0f1dN2Rc5zUmfoS/M49YhVowyr
w+qspHDQyhiEzw88nvAaTeOrmVYcROhyL1syRQc2R3GbtnGSgITaxbVDL6HlzU0Z4/TbO8ebVzB2
bRBBuugpZ00n7kjby180Nj7PBOyVcMeDke4LrcMYqxgVALqHKANhSoxZrfalXPpviPG6L7AeU7+r
poVdTSCJZpmYQoTG+eBHKJJn3DKzZUzGAS9LR7+aahrusSkE39smn363KA09ThINbCmlBdYkmdb+
bpoScZ5ynf8UZR/9QMgWf/HUxbiTaT+SywIC959cIX5LWR0udqcRJ92Pa5evWTjz5BLojmEz7zv2
oegRvaUU6z9P17HUF4YIJM8a61l3UHO3+oPuwrG6EUHlzk3wmgKJ8ceSFI/wPeJOh6RG2eRlxqHG
j7/AKTosdzoaIHZlELpH2TDBB+++j2gBOGZcoynqsZtj7GwyxP73uK6DIl9nRHXnqJ37fQHAmtit
dEbGFfydItlDZNA/gwsIkjsNZxnBakXp5GlFve+EjAfuZtgUqUJiSJbVbdNT2mSxXwjUoQ32i7xq
BPuS6zp5WNlcfawCkK12a/x/HJ3XcqS6FoafiCqSCLeEDrbbeXvCDeVJElGIDE9/Pp+7XTV7grtB
WuuPUzGkPo02QzaZYjxmroNtNG9N4B+/p4kwsM2ORj+39rZ79ajC/mnpNjzrIZrK+9l4jH/C+PV4
2dey/AiO0lsym332ZSU98m911E19QeZ1zOmwAe2dghbrIKL8pv3RIMl9wgDUPfYhzpG8EFoNOZhF
sKQdO4i8k6Dy84XfEd+5yFy6sxc6QZX5waD5nuzSyHSL7KHPgwCda6rsULFzoDuYsmnwvZd43flC
+bOVSULVHU92i3420VwWdHh4G1eWJh2yu19ltX6WYhyHxOwNfEZg/Ohs+8MEgLLvDOH+uKKEXcp6
DQFnpcoUrcBHXnqb1Hfl0fCm1nDI7pXPTQa58KbqWsZIxNZucuyry0f3ac0r0HvDYHKLPdTxp8Lu
x/0a1rX2r13sh9+HWS/1cxiU1IDP9dHxQnCzBeYKeKDqfAgByC6HtS1B6s9tdF+obcfdQD0JsHaw
LM4Ts9c+sSUsk0qjZbNLVrhqWbPCeF/3r1voOL7ISdbf/NJW/Us8Ocp6CXfH3VMGdL2drbEnJ7ze
Q+d5Xrrqs54OFmlR7sCZZJbUcCuO7/xuVMgE4kVilLkz9QiB7WHw5ptv+2Jip13sLStNGT71lbX8
Gqa5JCWq1nHOhgewgr2kbyg6Us2nWCovC4+5cnnU90VlXcBkMLCY6VMUr+o8YPkLk7oU1u9jCcMb
iEQUnHfP7Nev8sTqt9cP9usyyJZdaCjah96eW/McKs++AkE+q2b1nhwKEe9IJ+OT1bvG3ze4RQjY
2LXKO3fjhmyyK2f5o4+bvUpsx1uubTBVfuqWmzwfLinq3ydC8XPbjAMDvl4fer/y2dLXrTOZ2IS0
z1bo9N9MP7pxxtQ7aPTTeu7PZl9qruSZxSzpazfKNUBlnLTaoaRi8VV/c52ompKRybJNfK+dXlVH
ogGny9qetdMcf5Q3x0faKBJNH3t3GaY8jrGc3gnD0Q/KGzFdiLIbv0JxLIY12zUkaiSTKH2VbcGh
l5yG87i61IEdBSnoqNeeyBtq16yzgzJOV4mZPBjXAM5jD3adBCWITeLYKyeq53fxo4isLbX8qPy9
eXW9sGOU9nKq7EGHNBNuzDz2Lk+B28VVYsX0cbA5EASXSKXb6Xp0/W6yTu8qSpqGHr2sNcioiBHv
62s4e8ETuLXIqsaTj1Hh85y4ZfgRTC54VcSam5DtULQf0poIAq63uGHUq+L/1075VZ0J6MavHwUh
QrLGszTJ6njT2eu6w07a0WvyTYj2RzGr6eSuM0u/Glt4liUeXudB7z+FPQvc3S0EQroOjNz5XJac
BG5Ex/2zIuH8vTmOmpCpoq9frZoWpkcTUWnCsr6SZKGhJvZcFNYGOopMtj9rqn69lBcv7JKxJ7A0
gUrbX7U0+5yB6XMPuDP4XzL1dj9dbdmEnzJWdffv8Pq1SlgvQQvsXvMhdXS13heDV7lp1/kdmtBC
WcezCWRRnwdtLYYJeYof0ItPz8VMOlgedGUUZSXCqSnbwrg+0qEw8nXDXbCkOz7/d5i14W/vhDvF
HZVTXUTjVGfueW4madq7FlwMow1b4xezsKincuWZIo1tb8S9Mqsa7/YyDHoINXCGyyzjdsubam8+
DWB3LnVRfl/9YPlBLOn+Z2exuQOA56nz9u2deCL8ag2GkehUF8Z/mlltrrxa5Zrtnm+atBswzbDd
NKFHNo9nje+O9qfgHLS66a9fMu09hRxYHzsfXcA9BFYX/9y3w4GNG5i+OTCG9m/fD/vv4VCuPK32
4rxXEnZMlsa5olwI7ufVKSi57MV43o6iZEKHjPk7BQNPgYw2BwmH14cQw4Fh7y1oCxUBwN+Co+A9
WtcntxB+1gq/Xi4MCDqp3F0xU5jpT6y3cbnR+Nm5eRfI476mPvEaGW94mNZWnJUdUYALLKcEmC8l
Shm1sttV80UDkJLlem3DkQuOaa4ck3bzB2AH4FJKChHrn5F4u3+UgVRJFgtyZiqr5d+CB6XkqF/q
RMuy+Ngbs4U8XmOoM2kNCwfPaqabsLbyX+vHDMGCiHNBnr8PyxLKcr31U2f0RU9R/bZZCpIT49J/
G1cbl/F4lACYmw8RbKLurmhj53W3PHI6lGXnS+/q3LHhyirOGA46j8nQi1SYY+KWd0c/d6fV4693
7EmdxlKD+cU1l0wLyZN0YaROwMK9TNZwKU02g6y91nXMJkbUI9T7YBe3vtSMvEu9TZ9LVZusGITg
VrGaNukj9zgVJRF2cFaySPUSu5c17JaPcJvnJp1oZ09wPYS3tQ37i7cXnQ+3UwZPbGDw3ZBmadeI
ARCgkN6PsSmX09RK+YJyIMqmIFyzrRfrt9ka98yFcn41odU8tVR2pMCc+qLCwvrgbUeyaBMan4CG
Oee5GOx8HQEQuAvlufHmmjeoLFhLInrQ0rYteS/bo2OE2/EcBKv6dByDBVBEmtWtnB+HFiFaVDD3
pg7U1sUdwQDsQZa32evcBEh0Y+WcSAPcBn9IaFki9zf2vWxvzeuCKiRzPew8YgvFpdXFdvEdyNiu
2/cHlo39tPFGPC/CKi9V0Ihr0+joNFntcSb5onmYGhHnNLn/7rBTpfxWjEH9UJTJrGtKuXZd7pmO
t/i5roT9sZbazSAm7SdA3eaxL1vnNw+7lx2+0qnnLUWRbdqG5ZCuTLSn7KTojiIv6qX69CSYodfa
8jKWjspCeYyc4pb1ieSpANAsP509aM/UgkanJdrar+fC/xNif5tVfpAFLrOKouYXFZbTCUQaWrTY
tswbwvkcTntoJWWx/CJLDmimmo+r0f4fBu6/Rq7BK1ZRSnqxtj9uFZzVCk7/bks7PEP7ullpbfE1
igfrcVzNZ9DrPq+Ngl2RRUyDJdQeK0jFbVmF/jvIwngGtKrvbHrqTwjfDBf5Xv11/UlfwCGDl2aY
3sewKT8aO6CNbWYGwCUzFuSP1fU96Z3Rq9OUYXYM4BEnK4jbpFZD7CZa722yT6GdFZ3zG9fUyOe5
iOyIhxb9itqDMO9wjg4pSpYuiVexrKlCPaG47JHPZ6ZG1mS2ST5vVvnDrYjJ+lRr521EYYZ2F/i5
pMIsndWhWu+8TjMXYR1Y8DHPZq9s+dDOo+tZpz3A3gMqNU3yELwArVi+LUe8dRfGtn17A0qtNGTV
Pvjxf2pc/N+i3rV6stUWmlw70T78K3fvmOpkW2vRZ2pUxr0dMZG+n1FpbH3Hx41lWrgoCaC5h149
uWSjew/H0NaZL5fW/bZ7zmHu3NppoRu9aVXmNcbWNHDtLQ63pN0YZ/0vngdl/kbWGpg96frSGVCs
8gtMGyQ6rgkJyLNKZ7+SYLq7E/+cp4YZ2g8j+Qj9WTv5sHTF/x1xVe6G0/Su1rlsk3WMBisvFlPt
KaBuyGjpT8iXuREpUUXH2GtXfe6m9uG8CssPmsdSFuaDhbJnRmo4btq0bI79wyafeniJy2hVJ5Kb
HDuNG9PfAFVc5Ax1Uff/FquYuve+Env36pBwP6RxycW/UXexDlVS8rJWD3rsTZvGDhGS7J3QWH7C
tdx1T900HXzS8gCtTeodwDptVmeAavB8JDN3cez5+wOew0J+nyy9R09MW3b5sa/i6JNjpuP+o+wM
D5PrQj05ubev7g+I18h5rgFZ5D9Fvt2/OURsTIYaCtoyW4Qdsc1qEIarHmbHS0GaDuuZ0WeS+Rgp
6z1eeUoIePVrZWyECWVYF1Q3C0GBszWXHa1iUwluPImFdOE0UtG8vU0KciYrR1RPVhJqxKboOfW0
tdC+dmHP/5y1R8GXw+dpXzxsjaKyZgwKpA/c+9OQ081rzd9rYXXr3xhIKXJJhhs22qLdmbDSLTVc
62DKXE8l5N+49fKbV1kw4mRUeJF1bXs1Rm1W9cjN7hoXyVENGU+6/i3eRetc0PsM+3UcrLHVWTi2
UfM4bsMWn0NVRb25UmEkGYsolT1++svcynS1PRybspthmrK2Jeb1PwW05b1sdAD0JtvGcA4KAhuo
ACcY1DnEI80V8Qxp7aLQsH0+oSURBYKBPrEsuT2MDknH7T07Kdtu0rmkgf0RuxBiPHlLUB7If5QG
srjHXCr1cNrKBQxstmXQ3Ax8WPMbAqs7vo0cWOJf5Uw2xGRQNmtpX2ysiH7LrBCilYPbqvnZs8lt
y8jJDyfoOnYnNVkTEZ2HY4E2nFu+TNlcOU9Y4Kha0+7x3ZZL2GfeOEVl/QpZsK/6MbLdsLUzEjDM
8StwZLB9NuGsahjuPWh+bSACszmVnifVqY/KzfTp6IrD3OQBgU3mcYCzdQMeaM/Hl3/7tT/ou4OA
XyaTwodKNiPyEm2MiRUS/IRoQPcfeH8d5rx9TbRk0bQPN5TRTXdzBKuZPnGXhhHNtrNgP9k9zgk+
6bbpf/EyV/7NntzSJGb1Vv/kVJPi7a9pZk0XZ4zIwJjif1LZ5efC/LNN8FxKRGNKYWbcynPvy6N5
LYKR6/qwqVLiMAmqK+RWK97qqJyLp9Vululm9ahT7whLoMGrGIc2QzctctrOBbPJYqI/Kq7qONm8
yvCKSsYKRkYzWR8tZ7bO+fmbOS/bzmnwcEde7gT2MT8WPoDOp5BH0P9E8eX+Md52REALEKjA2mvk
PwhIanYOqA3vXAQDgitHx81r1JcxLVZbYAdBtjS2O2Bp95vvCpHN/BSzXuwpxGhobkrTsHnaPd7f
vI8hgRNv3o7eTQ118OJj1dPq5bFjb2PC/nA87Vqvh04WPAxHWlXgr88WqhdxgmKmiaTydrEzkGzm
3rhm3tKiaAp1IbdMwUqqnYIYXh4chdrdXo20Vv+bvQb29mlT3+xk+8xCDji67B+b6ywDwzG5hD8W
J9bnaUWx5skgvMbeBOwn0Jambt3QaBO5Nq8SQEbFi16GINgxTQ5pzD12ZFqjAkjEoUJi3HkA3Pei
FqBEfWM1pKBXzfPoRyZ4Gpl2GVrUNG+whVV7V9dleFwDfNbXUR/BbxFvtsoRbNjf3SBc3iTfLNl6
q9kJJW0D1KChPbwOaATCPwHY/K+i4G25bHW3dhlefJDB0GYUvIaw7/4dooTlxS/9HZC/7SLahYS9
PK61VdX3Va0004bXzp9+H3vbo73F/U+4vO1PW4RtncZ9ofxEz74PqyfxKlioV9M1LpYorZZKtVwc
VIcAM/KfM5MwVBNflkzKw2pufRMFeSfb5SyicKvIO1+BIeyvF1m7MWzI3g8/1Tod+H6g07krll6G
QKFu/eGOi/7bQBT+IeJXH2+HL8zP3UL6/lLR/VPcD0NtEaK7W0t8KmDIhxzh5NFncTe2DCarp7pH
sRPJlXYlIMoJ31FlvQboOzAcHfXwC0ruS2f8BdePybbpGUR/Uz2UXS3toYCJkZWXruWMAk7sXqzp
rIq8mgtV2MUTAC5+owS9az3+o0xJOrlCysKwZcdzXGed2FvnbPWD5X63daHNB29VuH5p8AG4VkOJ
5VMMjD0kfHFt+HeM+/pX6Wjj8AwdszoRNNkH92jIuKrLEUNKENcmTA/LcS8IlKoRfx/AwjTq/mUJ
XAO4OSBVKJ+lq335ClAVvALB1vJPMLJT2HO1fNfkB75gc9y61Ak4H3AFzSNnvzU31qvk7Hrxi02G
aRguIsqDTdXITkNj+eX92vRe8632+47jUipLXFYWsPASR0BGpzAAHjmh8CrnTNorEpV2j/CPCGnQ
+IRNZe9vhl/dhoTOE59zKfS7aB9zEvCJfPCkNO57uwHubufGbQ8vqzGPPcuJJPvcR5XEc3W0a5sq
ilKBZ1c3RriSkHwe6ie116r42YimEg8AQksRpUFfRH4CiHSY3DNBKG6RZDR+ooxpuLa69HxI6MFw
Ls1VPN5N0b6+9+NhKLwV7qiS2LSwDhqK89zus7yGLSf9ZdnncaUQEAEfBAfn0H2/j5T8Ih+16zfN
rYSovfN3fjzZA1R+F8es/XyNe59/xrIuQ7YeJT9FUBLxGcxF9xZva/hux0H8zTU8ySn9Zbb1b996
xX+LrvjrTt7wM7KXUJ82GKwlUUW/ybw5gI5Ti7Es+O1y9lkqmWOSLl6jNRBHvrRqNB8+7nLr1JCv
UfzpGDPCb0cvlpdBus29xajzOvaRQYNSD3xfTSF2OIZ5DhPb8qsR4DjcR576uemMevZN19hPi4MO
9aEpJuuhb1G0cHN2+2NPl7KLOruq60czKTgVlJ+YflrVNLkILYUXvZkOAVvuSO+9Qzd31c4UyOeu
HVS6siUkPcv0kqwiiC9Dh75z6SzznQqbMU4a6aqn3iH+5VlwKqrsqCb9g81EIgAwPlOXBsTpbnXb
DJRs0arToFuqK5Xakb9xiHVuTDSJt7mcUZE6fgS7o1Nky+P8JZd3n5txtOVLu1SDfosolayug2rM
1+zPq5Icuwe8tC+eeN2CqUR77SLwOyum/3ZKwmI/0L6AVb6xkcQ6N4O7PPpuJ26yL8w1Zl5AaBFb
rveKomXzM5atcfw4Ghd5ZbgGbfNe9oXd5aXcUOw4cDAggmsxykebCqSn2rE7AcNQj/VJrkUbXbp+
EeUDIr4KgHgxU/EPSqGafpi46fV7QU+xSBikJr6Box1vBYCsf0IDP0VAj8vML46TNucBobziIoJj
usR6WtZrg7L3tZrd2j31bl80GdTwLp+do4DqVhZizMcWMoyQk9ZhN0887drr62HNPPZ9LacJlwQ3
n7hBcPNDdKWLULHircKtLcYg6YpjMjePTPj24teHOiBYJrScYOTHedRWe2rQ+FzNylGRVPgtlpRB
dXoc6V2+GyJiYTqt5UscjvpuWlwaXmMrQA1k7ainBrgWkQsaNm8S/ivVs0V1pBkKz/vORLEHaWj5
2rv6hzj+VT1v0ft6NOWt2Vzzc8RyIukWp9IrZV1f99s0xQH6Cq6OKYWIRfnX77ZT3c+wQ2veGmu8
riTt8c80OnwWxVccqzV78+Pe9OWvIQ76c7hNNv6kydvsCxJ+MZzi9QhJuDsYktPuC+W5A8sswHEK
dZx9SjWXv1EsRJj6y+p06VxO3RUZwvBqtOUr5s3d3+NMaK6uFBnYqp6X+UCFwJs4saqF9j+kE23a
Ttqtc/5y40M3mMC794zVx9exNUOT1XVLoVtRs4P/5qmef8pjn3J0XtgR/KDQQ947Lbu937TucnLl
2DMQWtuTMEt0qmRV7+kyz8RSTQ6HVaaNPZ3NMeo/TFh1voh6fRC+055w7c3Zxnj3MEtwTY3n4Oca
64oHsq8J4zl6nfnj1D47VdG356bc6yeokfainK19Mlbp5ZxlLpzjti+ngVkoqeIjvoi+2p/5lKc5
ZyRsetQkgT2lbLioS71enmYJX/DSc9kMfIHUDb/ZGz01ftzPGZIKAkU3OSNW9YcYRbeuwwFY8Fi5
L8bRhxPRw80Xh/when9z/6sGZ3L884qLyP0+DFVJqn61Ng/uaIs3VwXRtwLlm0zxGBVLElmQxCEG
yjEZ2sr9u6GOOhI7XtabEnq9NF6NCKY9IGi74Qs2IB78noTwSPLZD95vT9eBPkGu4h2A3m7adOnI
Xr/KA/1E67iyv9iFiD1GApfUJFv6D3xjjAHbUCCsqh1Dtq7tPxa07/J69b41nQTunKdN7dONP+Q7
si3CNTDDH29Bg5wlraOhdtJCzfblEKiNctnUlk4H9HIHyUDcFdExyqtcrS3pWb8uyMfHN10PXgGm
FCz7axh1AA0H6XA6qYfQ2h8RzKILZ+iz/gsWDzp8HZavu/7QZ8cV0XSG6Nq3vONKtP/a9vxVQ4DS
qU4BJtAYrp7XHNnEnrs/gQsjVuNgMaLPrcNpVxKPHe6KA2OPPm9251uZgR1Vr5BLdPfMVsxikUDu
GQbLyo6t+K6oVDEg9mnYjmIUR+I+nGYY0p0L+sIxiDBr6vqCBXPVyzP7vP8Z92OA5chf1EZ5sS8/
AsRtd3ZomWdBopSf+8egnUfGzbnIHI1E/ptd1hawoG1FebhuTMs8tNHF8EwwtzFgq1SwPkKLOXRW
ZZi65j1pw0APz0e3qgIwb3MMyPcoCxQdaGvfmFSWmd9bSiwZje7eicoMrbu1Z+PLx9gx//m+3jIO
FPlOQQKjLeFuJeN3ecQBNWFQUipBp81BAJzIKW5DAjyS0MbQBSu/5HzHzqfNYpKr2RfixFWJVkEi
G4Lzqpmkk2GtUZ6sOwrb28LAGqTcptv4QNq6qU4OIpD92ZnN6ECa0O9y+jqHKXaBlrSjRDSoGFK8
JI7K5VEFwfO64U9O+qDfgqe4FeHxhJBPrVd0EV/R/DZv1a3iVW3vllCM/mWXfcnuZ2+rf4514ai/
LpYDMuusEqhDQbiuiV0X0Y9YR37wTK3s6PNSW8rFaaQbmQXKpjZt3oo6SCcOhS4d+gmbSWLQvpmX
feLu5eiXDSKslMRAu0tHLhDIiLmYUHOmu4fY9iGezSAQ0QJmW//x/y7+dfMZ1mfbix7aQevi5gxe
U+Rrt8kPb+7UJ/Yw4G5fiTXMhmEXwLex70fzB2ys3923awjpA0yJbBM5q0GX7Znx1Nts0MmCZcoF
V0UDkNWo4wGLxvE/F9NOf2rHsLTPXRQuf6Xq45MKjrG/TB77QkIT6H4KUX1K2Jl5fjR6mtvTsezR
8Nodc20heiklTQiF6geVL3FX/7Yg8cfHTslozH0/3s9BaK17supGWUn15TJgXm7laS/KEvOIbXVp
sAXRH3Rm/qsp+vJB6RAGNFIum220lohNjmPaTwOjxJbikrH7d3hbPnpLhjYoPJHDVSKbxSsus+7b
4tGzDvvL7Tl1HoJyG7XYzSckr/uh17F86rou3GnFDcS76OnbZEe3o+rBFbgmb+sIOfFX1iE+r6NT
4dvwJeOCoINDvvNBtNuTW4kDOsrajhsPksMkXa/HZRxF8dwcSCvfWhb2Z59LFw0BvrqsEON2PLhV
WYenCJr7J8MWuW5uxylaJuicj2/2JOIBL+CA8jravQWofy79pHYPwYOjzY8xNl02wPz8DaS9M6qQ
qXaxllV9U+vYvfM2Q1yKwr3MsLy/TSmOt20TwYPbjcevvayaE7k81UNohwGVEWgaYB8QGJZD9Zss
h75LG1fsmK7F9mAhzBvTeTAbrJ8cvrcYGlhN+zl8bHGGckNwdzpW1+JMrIHIQ3fqf8RlYEGnNccH
Isbt6YB9vNLfjnewLeIyr4hTv7c2XT46zcJmfBQW6FdoiGdhFXNDFOZyPhnHXc5IR6af6Mqsp1WV
MOwoMe8xlpo4x9DW/UEaZac4ZkDrx9V6j9Q6vOq93z5Jht4eHMwqz1u43dU8SGdmJfNmL4a7yw6H
+Yz4XN5FyzBcteWirrZqZkwiqOzcEctvcAncOKOqHlCF4QJzN4d2klj8QDjckySzxV8XY4soh7pT
fT2ksC/u2u23kFMYwUmrv2mJqNbiG/mtllL/65oAM8s2We8bqqFXPPXrQ71s89VHBPLgedXwp949
6wrYt175o9hsGKvVLQrq+EEuX4q+sXAalIQONs+BubhZ+iHjJIsAHp1OQobZew5nCguJIFsAj21o
buIKbhIXPS4YOQf9K7lA24IELLJMwurZvrguAkexWl3uTuX6vV1aIFfALRVn+zKoy6i2ibWY3PR0
qFj6Fs8vsz5sXa5UG9EpTawjuSsChDuVDcXkQF7DjAYwNPI2WgYpwlDoJrVr53OsQ+tKSUJxV0Rb
+GOzfA9QLhI3OJDp115ZM6INu/pYnRDWZV7dBwiW9Wotx3yPEabLiniIcklI4F0/W2VmVfR8Q4sS
BhrZWzIx+X65D52zx/JKHuZ2wiD1GaKvvUxHvFxYZr3PyPTT/XgI/QJoCPrqjczapKelVh8uDXSL
7XPkldYZbWyNNcGOTxsmTEIli+P34eA0qzCDfwumbvglcdC8QI1jeF4hKnurWc60kE3ckDxGqI+H
OQPAcsd078Ljg+cX0YrR0X8F/FaduYst/+11Z+UQAeyscNaPDu8c5O1c2BNTqd3dxr0WTio833mT
ljAb1Lzd3u2y7lmkq829sYXZdz2EJ5cNkcCImGFtCP6naB2cXXyofZjS2syyTOjQwiIdrUwQ7jFm
tTsjAgJV2d8ma+6jk1/vzbco8EFhgeBy9iG0cuEyVs9owkB1AAqs697H7UV7cID00GEc4ozuEib/
OsNzN/8OuqD8jj9jhPQIV8Ku/PrWS9W+xuMe6JfWx0WgVN9+Hzu6UpN4JzEkUZMfseDgi8ZR16Ao
cqf6sa89JFwIy86NqKq7uS2Aval63+AAt/2u7H37Hof2cLbgXtqc2bd+3xgK0f/hcsOMYTUwjDRt
Cbf3vrW6/tlFgcF3PM1chHNQkUxPUAfEZOC5qbMirr5U+4BIV80uDDSu7YypYskCMAXkQ3N79qtd
fLqI8h5HvCSZG3XctHytAbfIygqk4CZSpuI65SnbPmxEZnMCNYb/LqD25irsDTG5GdnQldWVpxU1
BL52+IbwDj+k96LXYHiRx7FfjNPWC+yymlE1GecfNbDtHRZ1Gz1/a6E7jH0WMERZJv5rQFZlsn9Z
/1LHoxLV9ef6RgrLFN5D7lYCaz6r4QWJ+o66CW1RlTDsdEWyYkq7MApGN6OGIgcMRk4y9F7aElT/
C18bRDJKsCm3RzP9V+DBdL4RZRC/bM6OUEOacm6qJPBWPICYUeZT2E7OtR2Q6mD5nE/7IvF8KdMW
c7rYU3hnGkkynI51t905ZBMwmk1Od57GzSGh1e6PZxEwtNdxvyxZGDTHtyJQRdoqskHPNZEwP6UO
xr8MFeKys1KdDtHYOfYZ/e4ekfN+eIvzt9e4V8QcFdxLB5Tf6jXypxoWVyHvcf0H1XZTTiIpMmPw
HFEnHs49ALiVSNK4tJw7FBcrOORk/ZxizHgAzGH9n1lb/9pOpfUJxOB3lx0H9D3mMoJK67a8rrYZ
bkJaHSLPWJuH2lp4NijJeVQ7P1ssmG15o4CkSEpVeJjGNU5Av7Z/flCOOY4Dwb/JFu8r6e9lAuUN
L4d6940cquJmI155lF7fnYHbevxIZj9NwAd+YsmlVzkRcPpt0YZlrWqAYlTl6ce97PSvrrS6ZysO
rIsIzfFuUH/h/wSMOtIpnvsKr0sFUhkE8cmd6+blONb/cXamu41jWbp9lUL+ZzXnQzY6C7iaLUue
7bD9h3BEODhPhzPf5j7LfbFeclV32kyndUuoATAc1hF55r2/b21jRaFni+BD7r7a+JMAGIzqQYxN
sdoakg7lOWv3ypBOuIu9oXs4SGIudDL790KY7WMScPrATzX+lFqFWLxuuTvMuMAmW0Jow9yQTbVV
0P9fH0yG2F4UBsW8dNV231cpZppaH38EqmHcCKTWZ57hpFeRPjbfDWl0BuYNO85Z7Uk1oPQlygrq
KyYJwKWuwgKhsRCaovFWZu+1Fyj5AO2B9sqiuVlFBLMRR9goo3wnv3daPLNLdprh0q+bKFtWFMy7
tVW2iRh/6/e+MZEW9S6J6AsVL1b0EnoaeSZtQCXuEjv5paI0XJqyScbXENrWqqrNxrl0Wg1dUa0k
zU76+C62VO9RH6qKMNUysNQSCWBdiOgs8NGY5ASF/TpeeFWEBieMwLOtcV476S2oFVdbVkOQ71EK
K/d6QRB65WZmGaxyQQZ7HqN39FeYiayfReDZ+XooccrMAof9GyCPnqoPsWbb2lpSfEyfDwmdAFCj
bUdpo/rLcGX3jeJtq6Ht3XJesA3AThsszRvmXPi6cofKbqAeniuxUxFOiloLz0/QDNxBMUmvzEYx
IuIByGz6laxr60wRQ6k/pyTk53Xiae0Nm6Co77rO8YOzMdc78xp62NjP4lJh5nKZM87F8CYvr7zh
EumXk+xST0kAlnGQjqoLqyqjnoKziDFWkDqQhPcyNJ2FUpStkq8Myy4XiNB1CrlIoRYF/9TPh0Zd
DIFQuyfE+Yd0ITddBctRkTtgTYDE7BIYcMZDRj7JvSM3G+esjEk8fCsCIrDhvrArA01DVnbaUk3B
2Q3rahy475KWja09tBS9mxPdKdFGuojy25u+jrkGxTbil9RTzaKfR5ZZyT1pNMfBbZJa0kdHJlDf
zSw/k+N50bhGdjNKlHeXqq0i/p5jNxzlleFwb0flbFnunZqpsp71rdn0O6Jtw4uVu4hBZvhkmlUe
kOd0Z9JDzsaBWlh2S2klzCtAC2q5QEyRX3sIcLANUQzv2e4d/BkECHtjTv4svEk5ozySJyy3dGF1
61qxRxhBMTFrCMv8XpLvfvYxrWyb0kSlr3UgHPIsJarkkjH7znQhMC4h1XDblJeBVodzqlnHM8uR
SFC62sZNgYHvKTPqjHuim+yHoHDu2BXctVnUbExhzN6rO9V6RLfKHYEY+IIbs/lkJ6pR4GsA8TVD
yaDNI3lQxRB2TOeJw0VrERIzoX5Anq3sBCl7VUWJRdzUS8wFCiT9Kk5867yWbb5F2ZbfIKX/Tonb
ENteVD1xbIxWlW5Hy8Fnarhmqt2qTlFfuXGc3PVN611XgAOsOSpidW9Lgf9erarWu40P4fO5rbR+
uyhHhZ2GvGW+0poB4MFY+vGj6Xpl99B5oSjWLuWMe0glrPZgwaTPtmdqZotK04T+4HTomxfsGi0F
LfI+C9aBxUrMiTyUxcqOejbW1kOvCMHAIcz+FhlNO73TNmThnWv6I0qWY+9o7kUeOQZgjhpZ/yJO
nCD/GQD78FYh5Bb7As1QOsypECPTvcj6MFrpwViWa4vENStDL5R9gnsFbRbW1We7GfH6lnn4UunI
4JZIL4wr1St7zpd2Tj+R2DPcJzBLZKV1BDbFqowbpnLvQuk5sz0x1mfk7og7dDKrXjqE9uEZ1qpE
weDWUxBIw0/rgruJ0CoKJHXJNrOL7qXsRIvcAqmESTyidNSZIVVcb9iOZbxp04xlAYlFpV+N1KJp
rmzHj+q1tPRB3AnUbju9HopwOQyAQDYEj1qS91UT13OkLXW69C1fH5fJoIfpjU5UgUs3AicMFIg6
8sc4pQz4rsywmi/aIGo4R1u5ps1SRIBccjgLFDtqxHJkEipJsWVMFGHed2nfXmWq4FvGUaFki8LL
R2tVCKstkNHE1TjDQKZzuYka+5eRpGwpbDHiodGLalP3YfzsEK2xDmG6llXbds9U9hbLm6H7tRsM
qLHl7UWLteKpVF3cO2pP4uKmslQ92kkKKqqzocEjNEcM0VZXQ0CGP0xD7bYyMbAtcDEP6xoLlUSg
mjmHorNoWghu4Ttb5r2Sirne+5mOhJiIx4ogjeJQukFg8Wh9lVQw6rE+usSFUjzbVJwOV21hNhyF
4Oz1sw7AA5kzX7LSVC1FFDgMtONdNkb+cxRXHcujyIgzogCyoeBoYYHzHGdPvwuiRDwOXWBa85i6
AuFZA0Z9Gel9puzMIo6rdX0gkKxRWCbFDJig3681Qp/KK3DuNppXoS8P+hw38n8kTLaOujCtPqA+
14CDviiWW6BdBceTxTeD66VMpaaOwQ00nhmYP9swKtNfdSrI8BPYj5OzAXABRxSvB44TyCRoF64u
M8R3jiNxdIxBEvrnQ1AdShwD8BLsDiKzihs3UwMzmJtcn9ptYnadWOPkbSoMTHllrY2wE3IDbiC7
IZPi3kiKdt/VXdHrS0mnpAv24z7dK3XadOfETKLrjKJq38bWHpI5RZq7cGXYaeetEkA1m7wwi/Mw
i4m/cu0n4QKCQtv2jLt5EJfOQ1hLHCcmB9YfIdWFva2Rc7p4igAC2TgjIGui0xuGl4G4bUmdjq56
QewNQq1tOGKeW9L1xJqAs+UtS6Sqez/WwpceM9KtoQzmt5qzDwly5C4sSlYQmtsGqMIwk0WjgkDi
pOvckj3oytvIy+eIQQg3peyjheOee7AFlk7U4G5zsGX0SxhrqPmRl9Q3OeHblV6P6sUAlGBPItFC
CaL4NUxBiEZwzwi13CNgiBCoxr63Ooiq0H9FSHe4n1nhPG2s5izyNKuZdZ2OzEhNsmc/OQQvx9bp
XghDR7dB0yevfU/Oc84MQzFXcwhasIClG0I33orKlnGGv9orHhpwZOtWBPZ56gGQMF1duXB9tp2m
IPa89rWuQ1qrkIlL+eQLt3aEvk7Gurqo4FJh0aw8settVDORq1fRMvA4Xc5jNY7v3EbRHjM3NSDN
6o12xk024rLuR/2yo4C2uiBOb5F/QtLPFjEqEaodAmxr0zOsheto5NMLii+D4MCEMhuLVMMMldaK
R3pWhoTxqCw+iyvgBLIUKlmzcTizMB4CwSnNce1x9ZjBvm1fSlF0WO3j2u3OGncQK8nxc2XJKLtE
DwWIB5lLss0j6q2Q4esukjQ+nBS84CLLIw9BTW3ci1TR4m2UpHi7G3IUF05dumsjcpWFtNzrQTW1
rQmDh/ScF7tb7sLFz5qMyUZEfWVfZaXnVnuSlfc+15dlJPR8UQ49bClXCViZSJgxrcvxmm9h7ak2
3Z4RuK8Am3Y1qDCEC6BY0i2+VZPzaWadVVz06ssEyAymNVC4PmgCBx2wFwbpqwIx+Dzvy3iL4ayb
jzblpO248n8gHa0fnTCT6P4w6YMTqECK2A6v1wLIN9NagtKkGiSeVmryxDvGe71OoHksk6SpuC/g
Fz3cDA4JnK6R2D1tVM4LzzQsvoGKAhDvxjcoFdbcNoqfqV5oF3UGWI8VBqNx0KbrzB2tuyZUqx9U
QZZkNGr3TIaxcZujbQHhy6XSZypoaGwcgYzD0Yq1oRAUIzBDXp7KGSVHDdyO9gyqwXBuVH3HmYOT
24w5ppmEC02zRlCZSY+gYEpwqchjgq/2GOzRkjrbtC17fgaROM7xcmYPfakVSw9+yy4oTOeliLvq
ew6maDfYByaNPaCCIpG8wc6nIfgiPbKtbNAgQjf9C7NL7Bt21naRakRWQWFYt9xSlJ2ddM2u1IKk
Xpj0frZFAKhtbZMqcEx+kCI59tSDDKBxHzL09dq8Z08Od2aSFC+llNqmCBxeq4WmYOmbdbRJgZSe
x17THazcdbdpKfZ2Rj64WXh+rX/neDDcqZ5Oqtvpy1wSqvLLJbZXe9V1A37MKHI3OiWF8EN5CUcu
ENJPlVWi2S+xD80slMRroqZMR08VxbA0uaz6GyePyztHat0DFRF8JGuZAgGvQC3Q6wxMZAp0IFKZ
YtZWLcefCrPwyFHwBlKitXO0N51Ep5ecuRQWVdK1ejFLazW74ChXozuzCAR4I0ryJJDlZkiqbG8F
rresTa8+7yMS66h7va1ZKuo99Y8hpwyqgnUhP7DgZlWp/ixKrnddghdEs7Xghk09vrTtoFz4ul08
qHGTbJAo2HsSqdVq0HvWgII47zoqa3dBLC3esrCRrrGDkJq2SG3aZZ2ONtRKTh0e6rpDOoi5Svr5
SdUG61tXNcpK6c1oz60Js7TWJEthIL/0c6cF1gYl6WeM5fv7eFhvB6HHl9zVtGHhhGm/15ocL2Yz
1tESUISG9yXnngZJC2ZnB+8/hJhqniU6CKph5YLpj4AshPC5v0dRrhe7iE0twI3UWWVFvRQk9skM
aBgn5plUhOVdqAGHNqLnFH9pbhBZhmbEobhIiXtGkHCgMBqB66RoPaGFoX1CEZRe2dzTLTguXlCz
sKZ2MVYXhL25X3B1qdP4kn0Yd/MstxM0lnvS61SoXI0gRvzXIQV6vHJG1G43ChKz/PVrZupfIVkn
MOba7xDhCErecpq7cJFUlvjZT/voCcsYQ4kW+2GgbZGN/qw0KWYe0t7laR8+YRkr5RtyVepbs7Gf
GapEJo8Q1f+CkmxO4MWG4sdYjPBEk0js0XmBj1VVWBViNJ25VPG3nvYEE7w6Mhc7BN+pbxUlNub4
JtaZ0NojMO+/6tYJXR2GRiq6odC3DMynsuq3mVSPUKT/4qOnRbvDytREkmTaFnsqdrx1ldQnVuWZ
1uxWNJRBMVeYbV8PXJtHe1apXXHaiJnW7PYVj7iTjPWtXzWXXDW/cew4Arz+q1cyQacPHhsIkki6
slMwyvu3SozY/qRhMq3YbXcqOh0di0qeet/NengWLDMnfvZkhpLhQWNkiGYLQShhn9TOQuXE2hPG
ZIIaBpZYnYzDNsDPsDBC3QD/48gTO3MySbEuOJGlgqHgOI/BLF4hPDutaIAxmZdpWQDFCK1iC5F5
lj8a0XDkbR+W1E+o6MZkTkoOLwH34WJro3tR5gkaRKRLCKBC4L0n1lmZVus2hYXpJZc0osW/jCK9
xIe9OGkkTmt19wRmOF9lxTZxnedY5ldEkX6d9tGTUkV+adRxKmLKRgOPVs0l/uLTqv1MK3X3ZSNJ
5oXDVgVE7/RX1hCfBpbXD938rowBwL8Ql7o/bH1qGi5M7VBdhYvdaQP8rWbJu08XhaaWeqX0THvH
uESpUp6hdm1O7MrJ5AwqdN2V03Rbu2vPK81fq3l0fVpXTmYmPTmW7JLtNtPrJeWbnipRn/jGJzPT
MYAv1lrVbj1KYS4ROVlLUQ76iW98Mj1hkUEaQDi11YbIu5A94QVKBoSn7ZrTqt0x4IzSMtAJVweP
ftHYr55nnfbNpzW7IxcNSSeh9VoBqgtXybmopWZ8ZNn6i81Nm8xNqaSFl+pjDdFT1Ijhied5gXZa
l07LdjtuFcQQY1PKywiMEv5OmvnLSQNxWrZb8Ssnbn1ZbpGwYG9IsLSXGjC10z798LbezU/T7y3w
31DjWcABdCj+fdRH3Wlb0FtdjXcfTiXNUbfipth6mnawAgouEjEYq9O++mSGOhoynlHk+dbPRgdI
SXtBQiQ/7VQ7rdydwZ+KtJCvjhEnnkFlWWkYjE/88MkUbZIqTJuWzS1UkzvIOuTBsuZY+V7rbSP+
ZINW3Y99in1ONYbI4sXgT77TlWidm80DGVxodQV1FmEC5QexuDgrxLjtczkfqmzcWY6bjitYHv4D
ZtL4LLKoZyO8yuWeKfP54ZJJirz6afWoi5DPNQfav5wjM7j2JJEG+BgoeRR8vXJAD9qg8LQG3dqW
A2j9rv0herC0OEdnBGKcqy5z48tERTmKarC/wAkTbgUgr1kQKGdJY96G0r2MqFDVdO23fgj6ZT/G
BCi5Yo8ZzRYiU7o7J8viVW2r/hJJk7uKpXvIaBfXMdaeZeI3GlrsoD3TEGdayEPg1g/nfS/81Zhb
TXVP8YWNkcgun2GpU36CXxZEbawW9Qkk5BYgDQIqY12gb9jhAs4JAEZAfIPw0i097xIW6VL1q/Yp
GnTcpbW9GCgOu8RLca458nEkVX5mNsmlkrUkfoJSuRMy7196l5OBrZ6nWQzFxyvERlOAIeFnBQjh
hAfKMjcooBp9i/hVqfqZZmSIf/BJZ5ijzBnhnV3oN4hl83OtSM4IGGS3veN5a0sBPG5jIbgAG4et
cEBe2UJjNPWr1jKuWsfqVlzAUwy7osdJhxl/nnlKvTSirpnbkZt8i0IkbWGtrDXkOVcxcDH4dxck
CrNFmkf3Y5I6c05n2bAaC2UDK+auUIaOkBT2Vc6bC5ds5LCAbX1l4oCaI8gFNCX7YQOzgTICceDs
IGJ2KDyGnYLPFd+hNdd8z5s79H6pGJaAm2D3aw+q68Y2NAwemVihfaseiPAiBWnJ5lNvgUixSG0X
UlCCgnSuAz6bA5VRV3an6PYcVzM+QFuX545BdQBIQmYJ3ZqcaW1U1llRDvXOc+uLnMF4AAMvHRdE
4tqRnLJgGHXWPG2HTVPbu87P7rt6WGux02TLvMVYZrp2clOhktgNlrqPoIAuK0jN80C42MU0sKUt
jN9znGX1vC7Vew01zkqFQM5Ai9x0bjlpvBUjiXCBp8F2cFmb/ppiBeR9q0NO3eGFFs0vN3aGRSrw
wgsCf2cNdrRFaWJO9W0npZrICJO5UV9Hc7yua8pOXbm+qEDIVxKuk9bvoA4OsLQzprB94egomEh6
9fuBWmtwaIZyxJtKrg6rZt0aW58aIY9m0+BAlY56CxLE3lldjokDbnD6rYO0w0swuzkFr9zhFnDQ
3iKmpN97eUORifwsNmx1F4LTfazKSl01untVKlGxGTsycyJYgJA6sw00FW7frqpDnh9robYsLTlr
TGLHDvq3tRP6sIlgRcCqYEzPD7Yq/Ef9dQyFaZV24baOjXMYct+F3zoXWqRDzqolM3sYi/FxDJME
JEUYWmvKLujzvCNe3ZbBNlUN8o1pNYD3AC9MhQ8X8b5tiXBclW1o7CxdRP5Cb3p1BSt7b4Wu7izg
viMKhIS2RNHiKYtsKA4nq+cgoKAIhBmKu0d2/qp5mULSIi4fwhC5gVZlchngtd21o/eQhPbBmze2
6aVJ2G2lp/kW/QNzA/Cx2xzih7mJYhPDwgxmEcuMZ25weLxgTtUeXIVLHHYBKsKSuS4XCtFl9JdI
l/m5VS8tICPLvhsUNBDFQVgmpKIsHZxI9wFOtaVTSbFwYgmnSPiSvggwNg6hmu2qIblE1OTtKZlx
qbCEFxnRV8NQEMajX6KOSwfejeVAA9/+pNnFJovlhgGmXPrYpVaeCABOk9xxejRyuUxRZlglBDNM
lkxnrxx/FhmitLgy4lvEczpKzs5/1BS3u41U036UWaPs1RzV6bxratd9RpjQ/FAAH0uIRll558nm
FdGgcg53EJ3qQFeiLm62vgIOcKBHF2UtxhsOFeOqToNiXCC/Rn5BhvJHa0ru061NPTYF84+a4r4a
zOSZpMRASdM2xrhY6Et3lOUicGUGLV9e1R0myLimkp9h1j4aH9nTM2Zuu2DZ3WfCuf5GrcvwG3KM
Ot+2itkO8xr14y7qWlfMDbd+khUaXAOI+7ZNO6SMceUMJNHs+qVBezLP3HpEEmNad65xEPLUmD89
kjYL0DK4+eBD47wB/6OBbZlXILU2bls46zHO/R1JK3DbmtziwQ7wtZfmFfKWdGGQ6j1TXJV0j14s
DQuQ93xI/StivhSHGs2m68AoGQHp7P4XqXNbnCsQ28tnQWptHvfSX1uFAKXmyrs2SLRvKl2KpjLF
6QYKJDcLq7iHmzU2C6eUubFwIl08Jq1LlrNUVeeiTMcNLOxhY1rornpKb6zLaMRgrJjxix8Hdrog
iZEh9jN+gTRxbnJJtrpOwp+GSpoURaOWPzZDpp4XFFV/bA/qhBJv9SJhQYbxkQcimnGmSeZB2NRY
bkKYI1GitZdKg5e98VLIYKJ2jDOA+ne447QzH6UmFl8R3IuyGC6VKDXXhxQTamyz15aujgEQ+B8Z
PkCLl1HdjlemOnLxMKwtC5oPrjKB/r8qqkREVBBBUDMX5NDLeaomki0rN9DBuxoJp7TIqnOUnKDC
KIrVXHcYTu/yqK12jmize4xqzbK2DP8BSXDBAQEvQr2iItOwQXnR59tYowITFMTAotJXRYq0CTLW
oCjJZ13B5VkZTcwzZqAsMA0sQ6+kjoE9GIsuN/cdkOIZdnVWtS65Nyuvo0yEd12in9cwjslkrbOT
cq6DE2Q0tBC/+XrC8t7jIDZHx5ddDX5Ez6VCOa3kpnooM/fu4F/nyAnBtJnbOjfLeB7ppYWroELB
dOSq+BfBbXVymcPmWwN4GAx4MaiuZwAqePM6KCJA7jrw7KHrTrvZqZOYaBTAFgg45WzZYThFNhX2
WcKvwEVOusWo1sdXBfqwTaMCy1tl6ONw5dl9ghCq9vrUPS2qq06ueEkeu43E077NQkqjnEuXibEt
Il9/OO0JJkGYGJaRgeTS2ArrIJYu3fOkoNDHkaF0eA+fXWYmtzyX84YR+e249RssSGeGgoA58Fxw
hnqhh+1p12B1EpJBMd7kluUznhwzf7Bl1n9DZysvT3tDk/ue0CTD1VaHbdNXyBCpJtmdY4DD43fK
52vu5MJXRAE8I0Se21gq1ARpuF8FJPiK+KQRpLmT6UyO1zBa7KxEN5A4BVAMccMlnChOmgOaO5nN
YPw63+zIO5AIFsi2DND3ypCjuzrt/UzmcAB4ATSp02/VEQxb2YX1zm1998hadJhHfx6hmjuZwQjG
JEpI8oNGCut+npYCunPIlfDEbz+Zv9S99gBbyH5bI6wNYSP7+SIMxJCf+PmT+esLpR4RKqlbDeI8
NwV8jzGdnB6rL/xX72cyg01q93jogsdtoqLpT50KSRHVObuTArWaO5m6FYhMVUvzbotSVbvSuzj3
FkgyhXPi5JpO3gTfV6PDg7ISr3nJAFlQjtFSb04ams5k6jpdVRhNFXRbzLDI7PKQ7+04aX1adlZz
JlNX1w3pph1vh5IVbg4gSVNvwH72r6d9/cnMTUrDlNiL+m2SdskCWQ/3nIY269PGpjOZua1l14VZ
Gd3WGx3/NmqNZljGcWyl/1z3/+NH/5/+a371z2la/eO/+PlHXgwS7209+fEfd3nKf//r8Df/+28+
/sU/1q/5xUv6Wk3/0Ye/4XP/1e7ipX758MMyQ0Y4XDevcrh5rZqkfvt8vuHhX/7//vJvr2+fcjcU
r7//9iNvsvrwaX6YZ7/961dnP3//TWOa/cf7j//X7w7f//ff/g+WFPn//m8SEoT+58f9z9+8vlQ1
f225f9dUFxGMQf0BC/X+b3/rXt9+o+l/d3VNN13DcW3TMZnm1CCqg99/U/gbE1u4SwDCJfjqCoZD
lTdvvzONvwtTBR1OGFHTNIO02/98uw/d80d3/S1r0qs8zOrq998O0+KPtdYRKnZc03EM1YSIazjT
bPLoeyYuzlbfxY42o66RH6ILno1zSAGyPFeoevPu7fyr/fftHcbZtD3LNHRCAjqP4E4WgcI0I0sp
B22nohuLkmc9/SEP+GbqUHzd0Mdjzj8fzHIpz2tRwkezrcmAZy8JwXD4+i4DfAzTjcUgQA/8z+H+
YbS/f5xPWhEGtXKEsPkP3mYe9935PKGwkpWnubnz+7a7qweu8AlcE3TylfFvnRneHoimBNJL21Lp
+0lTAiA+LEJp7sqDClVQ1WPR4yXdf/3aPukfYR6QFpqhETiwD3vPuwdqETtpGq7QXdaV4cJoEQ76
HZzawin2Qwuq4Ovm3pKik/EgLMMFy2GYumnqk6dqHV8pHdJsO9tUG33OGSC9zzsI81Tq6/2Qt2lg
4w4t2UIT7loV+pwvXxqMgPGiyt3KouAd/JsZxapkQsSmEC9N1AFV0awaxtRIvai7nIoJ8xD+1K+g
lB0x2Uxvn/xQ6M1VO3TuJkIUTtXxnl8eeby37Mb08WxVw0/jCM1kGfj4OsFvqbASG3NnULZgWWvl
hRmH/iJQHHNDzoUSSsplajbPhVezrcMNIrzhGEdS3dphUk2+hWs7LECqquHKmmamgYuVds2BfKdz
lV3ovTozMTJGIEBQVkcrRS2XFvamjLBHIMdj+ZPPXgLiYaaIThxQ5/8+vgQzB3Zco/HbYecAp+wX
w3Wm3VRwD5ZmXSe7MKIutaNSEv4AkVSkcWmJ3j6SOvvkWzjET1ydpVMHCzsVQtSILDFZNtZO1+Ly
EaO/t1GF89QCR9yEut4th0SN9w2ElTXFAwsqKYfapuoT5ezrIX+YQR86g02ANV+oBoNeCEv/+DYK
w2UbdnLl3I4HykG4or8drc47sjD9uc9pxlIFSxOVEfB3Tg6jBnQmLOgE/KSPi43slCh+ujEQaSLL
xEaCYtbBtGG4hXv/9t9/QktT2VVYRlwxFYT1OZpKCQDoHJGSBC7Q2c9fN3BYFCav0AJzamHyNmyN
JfHjK8wToTUu/uFzYu2olkPr1lQoWi31aBFFXrzxnSRYft3kn9ZFy/jQ5KTXiKPKtIqFey4uk/JJ
0++d+L4y7r9u5E+7yaSRSZ91ceAD/7Xdc1997rIXSzvrkiOH+0+eg3MIxa9VS+Plicn+S+S+isEj
BjvivvPId+au3sx7/7o1/r07KPuVdTjx/NHSpJO6KspI1gTBrtE8KKjOugn7b1+/r0/GweFQZbMD
U8JSnWp5SqfVe0wJwa4rmmDdjuWZE/sVBE8bzXYx7CsU5UdW9E9mr2AbdmwWNDYsMXmqNhmauixq
mvTluhy6J2mLq6+f6lgTk6FGQZgB9z5NyIPxzxAHd6d17Bz2p3MfvSP4+qwOrsVRctIIiDy8BJQV
oU76tee3WwoMDmy0NcMgc8+d8pYI8JEl6bOhJyzBSVfVhO7Yk22gIUumk+cJdr6+V0loMuqU7jqE
Y3fC+/ujnekQx4oZgQPtgh2cyLXZIaENhrQ/0sjhujdZgg5nPtYeju+Oah+m8rtzkpp4MgRSH+y0
SyoII7BpSAG1EUm3dKbg5v36kT7trXetTY4RADAEhu4h2FHcZK036ZYow880oCisayy8SJvJCltP
J44sem974ldPOTmdUbigJUxIuzK4UclZVi641JKY5yzQ9ccWH0PsUxpNk7OwaSCEnAcJiKdNWnnz
UHnu5D4Nf3StORv9eu934DLzZWTHK8gDa4hdayRVC+q2gvrZ+HI4YaV730OTC3utCigZ0Dd3BZZn
jd2eVwgPGLRF+vJ173y2DL1vaTKwO4uighaGw13QXEu1uCjH4KcvvyF1h1vXVEfCJ/phav6pU4Sj
UuDOVnXncDd8P/RaXF6dGI1g1+K5G51Nlf9yq2dtlCSXmyejde58bnF9+ahQOJN6a8l1VFBXWFLx
YhSLJttG7bUN+98gv+iIlW8lR0brJ9uYEO++4OTNI34OVEkV4R3mUXelcvS7IBWMkXEExPL1q/9s
rXRUDgKCSxG3vcnECNXe1opGC3ZJTq66wdlG/ttMz75u5bOV630rkzc+tKBCaqtnGuBbbuS+g98x
mNsUPuvXDX36OLrOYLJ0jurTk3KUVNRlQaOzi9U7GO6LVh+PtPBZ32C8/lcLXP8/Dp5QjcZOtjwK
FAloKHLmyOtTzjGCvtBVg4otqm5MegUj5kAJkDHYedq1PxibXC3nilEcuRB/+ijW4RDNdZXD2eRR
8rDIDMh4LMEMfaV9KMbnrjhya/i0DduAdaartv6nkLRu51QZi+xgF2V7bzTmmIcj+Clf9/qfryZs
xs67Vibvyzio+5wygJGrU4EnraGPVvYBa+H5xTKM9D3OvscipIi9bz0hisJvbsj+yLf4bBV7/yUm
g5xCcAb1bXnUsa8U4I0mpK4eJxiGRko9Kf5SxeB0SptC5W5MTMFV317Mu10UBoiKvZ8uPEuHdtbm
qDZAxpn65XDz9Sv+dAa/a0j/OOyt3m5kKw5LEkAHxXixiNiwSY1Dd+SJjjU0OcJHh1tLS9Zol7u3
VGSe9U4DZAu51LGE7acjU2BdfLtFcmn7+ETsba7REeLYZcq9H4mlHO6V8NgB4NOncTSuWNTTMtyp
1BeROf49JQp3kf6LwkZwCC5cJ1mYSH6/7h/N5OtONzUH4CV3Vu7nhEU/Pk7fYKmVVYjMx7BnKMoW
Trouu332HWDOLMs2/Rwr8+gu1GxVuUB/jnTbJ2/TId5lacLgVEyU4mPzJPyjEOI/D+re4z0OuH8d
W0o+u5F/aGMyNPD91Vlv0YaND5JTsNjaQ7ikmveQwHyq1kryU3H+PfH62y0MOCprsUbwg3jAZGlp
hA712fLDHamja5C0C021g9nXnffpy+MYTDMuqpTpnuKJplaqLA13wGJXXI0Vg5qfXnlkiHwyQogm
/NHK5ObV2EpU90YW7qgtTekG6DjEz75+kM+aID5EFRGb/7F3fRwFeQk7F75NuBudfYNl22+PJZY/
mVBcVIl7wyhxCftPxoCLJMivsyrcSfUh1Pddn98E+h5s/JGQ32ddwtKgG65jIG+aLqyh4VUQ4aGu
R/armd4o3X2dHDvmfXIpIW/wRxuTOZNXpAyixMQ+HYwIyWKqPjbom9YE27dpIb5hdY+vVae87iIK
yX3dU8eeb/Ie4TmUCuXHwl3lXLntQ2Q9UbDm6ybeRPWTJenD801Gw+iEWg9JINwpOGLstbWBxgeL
xQNtbLymEFKFtjabbsbVS6THXu5nA+X9yz28gHc7Y01dezRuBiC0A/k7Q9n5LUxVgNk/vn7KT9sh
O2JpBpu/Iybt2JkGvJIqNLtscDH1V+EN8oRhVkksqGGPwfWU5lx2fHYsHWPBx8cSVHNLS53liAq6
s8ovFna9RTe1CPVjL/CT4wwRb5f6eXghCdVM9sfeNHF6CVZbCfifc6gedXObah8mJT3S5oim5rPt
60Nrk8WJAo1e2cCt3o3AU7+lCgXKk2u40SRMAngtEYr5/r6DyQjdwI9hKg7mkTf76WwkK6QaHLt1
YxrQ+W/Szqs3bmXZwr+IAHN45SRpNLIt25LDC+EgM+fMX38/6uBsz7R4h9g6wIaxgQFU7O7q7uqq
VWtlQxF7qEQTQ/q8slVyc5sWbie3kjt9WykISlBjnrbVGPeHHNnIj9cXdnFDnpkXNqRTqkqjzNMt
wVEPxSXCcY+rycuXKEDckrpszvVKmB5UQ1jUKQ1sSW6r+ViDBVd6D9oYL72P0q8hl4JTfbEelfyW
WGJLfWjlKbCQ8bF1RdYU6OipZBiC67aySSopaMPT05jXbgC/Hjz3mzy+swYNSrU3vG4uzM0b9+wA
yKPIRx4Ec/KQuIaF9uLzFD39+0U7H5IQ8vu6NFjqgI2iO+b5j7B9GI2VWVuMemgAZ9YQ43NUXRiH
B1WfZo/4ZQ0SlwAPidePfiFvo1b63QbFSUZIcwP5CiR3K0DDZdMq/qI6850umi76RFPy+YJKC1+7
NaeZlauHfCtUQAFbCJS5yBpWB7JVykmDuwYSTzi0rk/x4i1ClE7Fyab4ZIm4kUgCHCwr4Ndr9SE3
RzDcbbmdOu03vUD3GnMPlfjtnATTCnmHyC+yJmEmr1R1l3bn+UcIGSq5qRBehUgdcpR7dIQgnHtY
Lcos7g9dNy3bmuN4Me2KonrcJU1OOFDBjA4FpHlroMW6g8PSuI2LFtnacbyTjUJfucKWTnpo6BWF
Xmab+FO4p81eT/MuwXBTJGCvOtSXFWXa2IjqocaK0lxYDuNKRmh5WQ0Ku0D2VE1+SdKdbc+2GDv4
UEuOW0O6b8tHlJRVbZc3CN1JW4fsWms/eTEEdxAZkiPZdd+u+9VSqKobOilA2OcUU+y97hvba81u
jrkjONwafUuxZeVGWXSaMxOC09hRaJpVT8At509TUW4m+V5Dwub6OBa95q8RMYlTBQHSiQFG6Cr9
SqwVIeBstbQNhQ9d+CtJVnxlKdzBOW3DNg1UI8SoYPI8YFYOCgBwXU/wCSXJkdxpkK7chosuCVmS
BrsmxV4RfNIpk11Cm4p30LDQoKNhGeh9ZVDKrO+7xSFZKoV96jhkwdTLi0JJompM4L0/RYO9CUN1
0+R/CnXcGWvNpy8Nsq9uX6g+ZZUF40gXNpqDpBqi3BzlcOe4g/c7GGH23dvG3ZR4m1vHLujIuEMC
yNWR65lVLbJu34+/rzvMoleefYRwDWcNIl+hwsaLoh9BRSNleJzCn9dtLDolOY/5sQkySuwUTu0i
kIEKhCeHsMmwbwbQqAHqbojcFXtvWrG2PKK/1oQbEtpXZGwqXp0G+PsKDimkSYpgpRqyeF6cDUm8
6jM9iUPaZU8NjUmm952OVvd/m7R5Us9OREsDRgMlZnjK2k1jfvThggmCaZ90w8Z5QhZh5XT6f7zx
77QJx1M7WFEFEzMZo8iDaPJ9HJduVL/Pw9u5sNGGxwI6UBd8KQy5B0Nrt0HeuD4eGa9BS1bmVjxU
YlPpI/qQyUwk0SayHjwU3q7P7aKL2JSbkTOh9iwmJqZJcgIrGTklw/YPLUnT7WQaX7MBLu7rhhYP
kzNDwu5CycwYkEji4Ip/QBS/SZDFC9LU9bp6ZUhrlgSvV7xKB4uFpWwybko1P1KIoGgPKf1KdW5x
dc6GJHg+jc10CjU9B8bk925oPschAhvXp21tfQTfH3WQwVWLjcl6TANtl9U/lTjd/W9GBIcHvGmh
PI+b2SxK7P2hfr4axC2vioFwrU5cYdvC+suRDlH6gKOlCiIH2eRK6Z8R1ZMmXHG05Rn7a0hYfs3P
Akf3mTGrhAhTe7ZHeydV9sq6LN7DNrE3EE3dUEXehKLprXxUCb4H37DuwHBbcGorSM0oxq5KQuXO
9pVo5WBaHtlfm7M/np2DtIEBUzSw2XY/4J/b4XHFUKwYWbyhQNMBpTUJMcQDoZD9gBf3xKsi/xMn
GkyWN3r43MmbytwP2Rqz19KQ6Nl9wSSbpiN6RdZEqI4ODpnrIJMPcAjrcBFH/aGO8+T2upO/lBTE
IINymG6ATCZVKmK7IEOoWh3sHQAbJI8cxbW5tOJkVwf5IYf2utnPj8g+rnfoTWyt6cGw2k8obxxr
NPViSUb5hw7z6x+1tCugsNQAM6lAlg1he6t2Nzl5zDeF4QDZ5Xcl+4MwrTu0u+t2lo4qAyyxATp6
xs0Jm6KPkJiHST06Jf7H0f9DSef631/ymvO/LxyFaMqREZLS6JQj9zB35irIAflfirHdVFyQWby9
bm/xBQ6GGBigosjkvQWDQWzoJayFDAit6T3Sw/p+iqGPiIbcuvELNYZY1vE3JWpELr0U6dfRAQt6
/SOWnHdGawF0Ih1oio0hmhXD+WsyaMV/Un3EoIujZD5dt7G0cKZtKOjeGhrHzPz72Z6PUSprJjWP
TlmSPta89l3ATsUbDjOOZFNTySPIYFgvjZRhOY75iMRWWWc6ZAVBt5HBtmy7ovhVFx2XtWMObzhn
KDCaNqEHbQpi+Yh8bTXK+RidRvnerx87I0Eb4pviodmZ3o/0W1+fx/kKEze/NSOEVV4zuix2B4TQ
XA7kidDHiqyngs7E9luk3gzZTTh4H5TiA+/PFe9YtGjqqgpfrkJ0NXvP2crlmhyid25Gp67eEfPk
dsa7ZWxo1PZJZVoo0QxfS8PeXx/nCwPT5UB1dEbYE2iDzzlFIV9cG0VawB4AduGXhXDptkzvFFif
f3rPZGgGBVqHUzkeIIgA8d7Fx8mEEQOwBkLIKzO+kFLlS2iTMG0+ZgbUXk7AGMilBhIeyEnPk6AJ
t9ONhJi4OZa3svHYD89jVmz6CjYDyXs3tuaK/ddHEuapgykKnaaOJkLTy8IyaWGrgxN3gevHSIJR
/+0UFE4ho/1GFWvF3uuIgN4Z7nnOV4U0riEMN7GKDK6ENDiVVr0Ju+91MWyQ0UvMfZBGK9fGki2D
1hNrrr3SziNkq5NCSoPcB3SgdcVOTT9NnyVrAnjrpvq/zu/pFPnAIQKCAm4jAm6cNqBfLOeClnQE
nQhykqMShytnweutolN/BQSjQi85n6WXnpIqjRROKakaNKURi30sB1ROf4zmDyl7Vr84a22IC56B
OVSZZmTvXMW8NFelUK7UNKCd8j6hmiBtNe+L7u3V+NbOHQKe3ytbUuXvCVvywt78+9lJIIF/CLOa
Z7hiJvvCQ/GigEUosA620j1poFT94c/UfIdTKWzctYzDQj5xnty/oxUmt0Jap7dR2jpJAWqU9uDm
E6zxFqST4TFCp8lpDVSE7BsPvgNVzrcFgjnE6Cu7Y+HC5jPmwgo9K6iovmoykj34BubMh+kMt2qj
wnb/fYyexiSE1rWG0eQb6vJup63dba8vaTal44ANJp9J3CcECl6K0LqDfufJMVGpczq4p1qqqmsu
vJA0ALQNtG6Gv5P/E32YdGpojAnY6mn8LR8CGYL0cRMjshDoigufzaNxax7Qa8skN69XioQLxwHH
LMlxC8QwDi1Gkcx4OfohWSXrlwJxdRJ9rqpnJ/oQRb9WfHk+WQRfvjA1b+UzX7atVrelHlNl/yMa
n3PjHYRurul/tJDtNpFJ3Of5lxWbC/vn3KaYBdEnS0GoEJt5XLv1u8C4CfO7yDsMP5vqY2DoLv/p
Dhmuw4rhpcFS4iErQlKSR7Awr75XMd0DWydITnr3LJc/4mcYMjZ+3CKy81m3UbKS1h7jr58EYOHo
mWQp6ZQjWL+cYS9Xqhamf16WFdKj9sZD/imn6qBmK4m7hdLypSUhtrTReVH9Oc+VTu2Gbjap/pJV
6o4nkebQO7nJpWQzolhYBB9UNT0EzkdvHP41nIRvmFEx9D2wT1+OjTN/GlAYi+R5tJ0EF0olwXTu
oReJQB8UVCvLuXQU8GaQwepyHNLccTmzo1dPQaqMIS2ViBFrzU1SwA9HCfQGwYHY1e0nRafL0vK2
lp7u5iqemsSIvky7SvUer3/MwpXHuP9+izD3ptpFWptTN8tI6RUZKsTOD+TXUbqC3q5N3Qgmv9Xs
89oEzL+fTbZDE9D83OYMVuJHp7C3Paxtdv/8hqE5lJh1DdAWr4pLK3VhGrQsOGzXSbmp7IPWOtsG
4j1br54jezvpGuQ58s11o/N8ieeSJVN+oc+IUFOsyOZISKGCp5AbSQDlI/cjbVJNa1dusaW9eW5F
uEzUXPLtsic5oqLU2QTqTVs+aD2JgbX6+aIhhciODlWq2yKlTToYHVpREu5BomsHeKw45Ib1R2cD
7pXat1eivMXZI1jW6eijqC32HjWTYfdlrtOzM4IsmR7GfI3+d3FAc58b4bFBf4HgenFbg9uTOMMR
Q95oxr0i5zvJP65m/5biDHWuVv3X0PwhZz7ewm45DbMhJTBOVhpAUaVuImgayeJvYfQ13RDhP9mJ
fpEW+HbdCdcGKbjHgHBK1cz3sDndRDDWJR+KHN1Sf43We3G5eFeRMqJOqxuCHbugM80z6NMgntrQ
GqKl0+76SBZCZJD89L3NjyeTR83lLM6EmwmNCeDsUbukiOkRKZvK16QJ9wXlYGtYuWrn5X+1fU1L
Yd34B5jspb1RQh6Ljr7wNDYfo27Y1qhgqONav/Di+pxZEeZNQxtZlXJA4f2fHH0dy3oA2T8VK2WB
+a9cG4sQNRREorSFM5ZBrRBoLHflcBcP74ao3RTRyjqtjUhYp9TJqKaCMD61RX1vR+MxD56H8osa
VR+vO8SiIdghSFECuJFFFHWLNqzSyLg24s1bvXxSRu2+lreDX63c0ouecGZIuD3AJlWGP78Fa6Ug
cFbm55ljfPey0li5MhbXiVZFMESwRL4qfVVpoThZzDrRvL2BpyymxPa5iahJ6Xnw5/r0Le6nM1vz
qM9OJQU05DBFgCosvZ7e95knH9LRft9YynNVW+EhS8efpjzlK9tqcdXg8rA5LEhUittKqdVUD1oq
+Jbc5Du4OAu0ML1PmW7Qnx1Ew8r1uHguOeQK0J+eATPCKOsJHtDSwFyCOJ5r5DE3Md1cKz6/5CGk
fW0ekpCe8D+XczkhdWYVRfIf/Bp7uNEe1o/YNSPCxgpjO0WCDTeMlWMD92nu3Jv5GonD0nzNGHpk
UcmvELVcjsQrSmDaDomI2tLKT0pXotskRfnK63Ch8KGDVP1rRliWyG8R80BA8wQtWX6TRaUGUC35
nlRRuk8SJwIqi5qRX8GAODitufPUWN52aM9v0ac3dx3CWy7CWNoN9NIOkenkH+H3WO1imNMu4rl5
/pmzM5/tkQF9p/8gaCoYYU1UoetmN/iwCWjGjY1qn3enOfGGp1izmoBaOgrIcpmWpls23UKCaQ1F
bi2cyNAQLNwBn7N3lZ7tYK9JSY0E7/UpXNmYi2HKHNvZCmfqnCW9HGw/Uo7yRyJJoyicXdFK+Tbt
UQGREInexWoVu4hUQURq8yAqmrz4Vhl59oajdmZSIFrSXzbt5TckUY/gm6dyeSjf6XJzosoN4p//
/uAjE00jHcBWyzYEF8/8WO1VL6bAZW1l9Vhq9Vbi1Zx9pxrv1yul35fM3SsXOrMmzKriwNkNDTfW
VHlvzbzEI1Hm+ECBY9c1xV6qviM9TUDT7tAQu70+1MXdDMW7RiaTLnQxxPW6EdeSODIGL90qau5O
sFRfNzGfOq/Gd2ZC8FNpmGAW7jlg9bLfx2q4VxUYd9ubSP6ca0/G4K4GZos748zi/PvZpmyMPpK0
iUFF+q9kgO7PCeItrDZbRL6fI2V/fXyLp+6ZNeFoT2VJtfsJb0EV84S4x/v5zG396g1JB65E3aTH
HjYRkdDTU+wOdRyqv9RlygghtuN6l8CiLxKegxKec49ciJczB+G7kwQy2ZUkau+aPN9E6efJBMXZ
oGpq6a49K8MbAe/isD2Mqb2WkVyaS7JHlPQ0bkpdJHhVzFIP854npKH+SYC/kLmHKX3FIRfiGv46
c8htTDFHPMY0LYWkOsdI1c2s1DVyI4ck0ra8lLd5ADVutrLJFnYABi2HN6TJ0Sle/mAJ4FpUKFWC
i9pEXvRel7kpVOjFRufJMMJjKx8ba62WN+8rYd8Bf6TxGJS1Ck+WcIpVklmVrVnCkO6QMDJN6XMd
xveNVHpbqNmTf38uc4qAcwYlCDWDIdQncj0eoD+OX4r1CXWxQrnv7ZXk38K+vrChXnqnEUG26XtR
dGqoio26d4yt0Q2G+759qkJ7e31bL3rJnByHqokMvFga83piE83vopM+vRR308YtDT3Yq56c7HO5
/yGVfs6j0ny+bndhC1Dd4R1L5wprJ4a/OYG97CQQ2zu9fe8jQEkOtRtWcPgLxz5hKGxIYLZJPonc
vbXZtTJiTNHJUsFVPOfWWgfrkvMBB6fhzpkRv+JpNSi1QYOWFZ2gA7FpEQ/3Jpi5zPt4fbKWPOLc
jHC31Frm8VqgXh0m0Gcke9W+VW9CxJ716Ot1S0vucG5JuFNIxJRaNTIga9xLXQXZtyx/HQw0VjrF
zexdov375jAkw8+mcP6is1ss08kry7IenTTnh2Hdm+EOtQGX1oj/bWDz4XVmxrHGpiYGik6+cqv3
MLcg4jJnGOKnuKwQdqlWDsNF//47LDF5HnWa0aBmgn9P1O3QgdnUM/tbm/65Pq6lu4z5o7REqwkJ
GhE6BZmqE6NHAZYhA1Njpd9UTb2V++pdlDe/ym7fyc/VsxGQJJpyeY1YYtFdqHWDGoSOiTL05axW
Xld5tSaBLUJow0KSemsqGW3AiCsUlrorJzhkfl0f8JpJIQkB0Q8atikme0V5n7TBdsigbYtgEqjr
Wz0pdoGfv+FAniv6/x2lcMXA5JcVnRrHp9iMNkVg+vsq1VAF7BXJrYLkJu27eMXkovsQA82vQ7g0
xEpTMUElWc2wTzXZtRReI3JiCOten8pFIxaFANpZ6JYUuZkGqS5oLSAxr7c/QNkF7eNqIWtxtXhM
zR0rELaYwu5OiiCCLpN3DNrfmxjxnUr+6RW8pQCiqTeqt3I9L++GM3vCNo+lPMiyEntFGD34Ze9O
xdGe7pVw36n1DtFmN9Vu4+RbsfZqXJzLv4bFRihHKmUayTWypMptptNVZto7ysEf3rBiMxhsvjLZ
b8J02k3q1agWg8YgCWvlxyqZpV8O140s3ZpQxclzbwlXpyW4O/RhVoiEB5G+oZziKrnrdO/HdRNL
szVDoMjwQbsAGe3luWGqCJzz1CeFA6p5zH7oziOsYG+wAYELKHC++FX5EqmKvDXCkHC0OUr0ZqVj
5UakfK9bWYoAQIj+Y0W5HIntd3BlmD7nfPWQadNuaGC2So/ob65cKC/NXWKge25JOGtRNvD8NG+4
KAO/upUS1E4GoEU3TYu6VxUWqDdojfUgSzC6lXpqfojU5KHu+29WbwWu5E/DIVd8BKB0O98GI9K0
8tRO7hDIEK5W9hfb9GlYzulRrjWkxssopCMrTIKDNSDU1AC2hjqQV0rn12ssD4vuQPA5A5upAIso
Aq/QoMIg6XmaIkRCkmZHWB1aa5fVC57k1QzSlUn7CE2poMEu10rzJh5LPsBUI9kDUD062rix9XRG
7pu7UY0e1eSTqs84VXA/1UNgRk9KVG4684OW/WyjYDv1+W3dv4MxNbUfgEHvZfXRl9SNke2a5J0E
z5KLU++ve9hSjlCbg1joSymeElNcfnaKPsEkBwVBZnEX9elD2IHHnPJbI4i2MhJlYxTcNymo3qxE
2qsLIFjN2wOCK25uhVvV0o5jqO68cpRXTtvFZTv7MGEXI1cVFbUByNZsh80QFW54rHXv5vrwF08j
Gj0Bv85cJmL/WVmOJYtZEbgNHyPkwWR55Sxa3MFnBuZRnkWGAVpboxRiAAp2eBFZe1X9FPtP14ex
dBGqZ1aEwLpSbIcVYPeqxjtL2g6ATGHxqySHDO9vlu26taUcJrBK+p9Bb+A14qy1kw3Bd8nSED+g
jLJBvJ6eeaSIpI91vY0q5Y5nayetRdnzDnq1w87MCnOZe5KSTz0pgCrY2XDP6USBbjENGyWw3Fpz
NuaguK1SrkGIlx5I58Od1/hsDcM+tJN4fpZr3nsZAAkDU+j7MZxdRRh6fW4XbdFIOvcqzIxqwok/
1gDqR4OV7Kxj0qCnEis0HyfdTe0h9aWucXYubrIzc8KxH1lGiBQX+Q3H/0EFgH7qxzxduSoXwybw
3vCRAZGDOl04GZ0q1Y18AIKteoO5UYoArZKNMv3waCxNIZHwm0ORSk8wXWZV9PiW+fzHtnj4Z1OZ
dkOP7T754I31TaPXGwAVbmE/O+Fb8jdnA1WFxQs6qcoLC2i7xNOBWD7JDy3ow4csntI3wBuhvIdl
ZW7soCYmnNu6EuRV3pNauSuMcqMW0ITKw0pafdEZz2wIR/DUQgmW9kp0quXWRcMQ2bIfZhVte1ie
KcxcX6lFVzwzNv9+tsvYDmMO+210Sq3iC6KbO8+wfsuOub1uZvnwom0V6giaqWVRtsJsS78JKjpv
Cq1yRyN5X3jGXZEeuzy/leLpXZEdC2RVf66Yndf+1eFlzyxNM+8fhefL4Q1IrlrphNnSq7d5ZG3S
4lEvPzfd56FIXK3LXY1q0GEq16BLi1cc+pikTHmM0TVzaVji1kfsjfBHVVJrY4XDcNt7cn24Pr41
K8LwPIV2zkqdrUAyuZGsYtx6McfXdSuLtyk1+5nbkAKWWGfWSwDc6UDUrUWBOmeCjc2UyFxAY7AZ
aIt4kzkIcKjWkUs05/1x5pJxOxiBNnLPydDqa38MCIaaz1GWvmHu5pwseB7qgpYtrNBo6lbY9xzC
STNRjb0dA313fd6W9ta5BWF1VD/SYlWtiU2tX3lNUdd7X5arYcGSD4BYAygCDACmUeGcl8JBSqSe
e7Kqj3QqDj5KhPEWWditTuw/bobkXklvJLnaZ/7HNHuXedXKgi0dWLTAUCeAdA8ijfkLzxZsjKcO
tQEWDKFUyIthM25bfdeaxjYLze1kxI9vmNcze8KZpSdO4zQoS0E1Yd/S27rR2uJeyseVKHUJyk9r
j6bTxQgnCeWPy3GVfhImaBFGNIAW28q6d/rRLcojKZyNYnXQhgW2m/Ja0LItioRR97ldY9pe9KCz
LxB8NIzkostGvsDOntrK2E8popvRGgPlogcpQFZoSTd4jgrr16mdZMQNjxHb034G6OhugkKZtm9Z
tL9GhEVDaVPOvLnpjad7WKpH2/jVeNnKki3P118jQswYG3Wm9dMcWIXFjefb22JQblbRootWXkAk
UJLRazy/C8783e7KKLdlAo7cLOmob6GNqrtkQHISJcTrs7a4tWhYnSnegZ7aggsWCtJNKFFGp0Ax
d9ZXaYzdIb8xen+nv2nuwGPgbrMmkUj+mAS5QQJimkt98ibzv8+Q0TpdSU8uXSUz6OO/RgSH1vTG
4OAn3HDU0HQVVJAPQT9ae01PM3h3tDXA3uL8GbM2Ew/tGd17uVRoh1VIusi4tikppIqaaAP6PdhL
CsqYmaOT3EbRd+UNvdQUqNGF+I9V4UjWg7SYmopCwVRXR7WeNqYiH0YF2pg8202dc2uN3Vb9oXfO
fgid3yC73yF6fTKjD1McHTXpYUZLzGwN151p0W/pXyMzDDztlWghFdVSnRybWI88SWwdKt3f2Kt8
EGtWhMEbSV2PRulwG8g8MKhpOY/muJbPXPQjyrUvgly0sAlG0B+XU8Kr+JQjSA3jmSdDa+SMm6lb
cdjl0fzXEMIzlw7k5XQVjJIUvWQ1404/ylbjIhT1ltPxn/FQ3b80w8tFjuqO8RTOsFV958bU422y
SkY5u7sYDs9V7v9MG42il2b0OpJm/ACdx566p3T2gZZUJwo3bXM/N/uA1155yyxNH5Rt9FLTCUwb
mnC1FH0flJPMoRL0n4Lpeezu23AtB7hog2otWWeA7pTNLgel5kVsQ1pKmJVFN0Gu39DBGBnBygot
TR3ILTr7CEnntuZLK5Jk1X4bR/EprEcXPtFdTCWVrLAiZRupnNwoWpm6paPLmHXC5i43y9DnYZ/d
Mhp9dNrkNTHI+jZ0s3b0fvtTaG3ssrM3hQNFtOopbzkvAa/AKz8D3eGcvTTqDYljd30an3T9a5Ht
ueoO0pMRbMKqOFw/jBbn88yS4BlGn1VD5lfxyev6/dzdFXj7yu5o3OZEcsoeUXFt7QBctsnDgh4P
Wl9F+oeu7NVcm/r41JYAHilw5Yei0ZLbyYnRFokHecd7bhfGkbmCgFp8/kLY8I9l4bwac28oMoj1
TmM10jyn+OANx/u2VRBv2gCBCVwVRY4q+gksc+U2WtoehA5zWgtKFFpCL5c0S2g6U3Mjhq06/jJk
43irj/HXcDT9laNycZB0tDhQDKCSaOriIMvAzpOQOFLri13uGfsw2HRxvjd+1pp51xVPae9sa/v3
dUda2idnVsXmbHX07C7VCSxz5T5o7rJCAof4afCPCC6uTOXSrXNuSjil016FBi4ivETa063B7ZTV
fR36FFcer4/pBQErHtTnloSDWmJMcjyjXKrczcJkV4YANYb0GRRP7JG0sLp9LCeuPlLP8fqvbXqI
hmPe/5jy7l2/tlXnrfjqY8Aj0FAMkwPl40sPai0/tYKcbJ5ZFVt0Soa02F8f75KPwhj/jwVhYkNK
DNAoYAG2vS1KtTsmdjVsX/ZPOmwotxAJvupAkD2LiC8ciHAD45DQ65nLdAIQEXretp86N9cG1W3a
9k5K1pohF530zLSwCe1KCXNvIo6vkr3C+e0PrpNW0Bk3m95cJaWYF+T1gv0dqHBX2VZqEGgT9QbO
IyC9jemH+6aO0aBS5UOtH/oBKjdHft9E0kqIuegqtDFRgdLQDXuFgvQiS/WNGSLj/7C9P76/sjEW
d+DZ3xeOmCJEXSCuQBahY1BU1XsrOxhBvoMXdWUgy4ZmSbJZUZUA5tLnozF2hmQkCaur+W5IJoSH
lMOU7SXQwNd9f9E1iI/gSpl5ksS6uaFHxH0ziqlJ5U2dhLO+6S6s7V2pGdtqDSC+uNPOrAmOGGh1
TM2KCZSce8+mgg67s/n9+ogW547QhaoD+g+vZCIn1cnqDla/kx59auStpn2P4D5Y8YR5pV/5+D9G
SClfLpCNQkJQSDxm8DQJAl44QFWTDu5nikQ3kha5ybCW/F/q4Iali9IkPkHXptgIGHlZUPUauKx2
+NwbHySt2s4kvKBY9xpqm7AxoAVfWcXOyDVU25tNmpW7Apa3Y5H+e0UP3BKKBTDP8FgrIkzRkyIl
bmq+JYQNuZnC+/zlJIM6y35LLvvclHCcFGPfxm3Miy6Sg0MtV26tKCvR4OIm4E0KGxIP01egM5hc
g94ceP9o9b0a2FsInN3SnDZJGLmrJE+LxsBhgaOmFYOY6NJ1HLvtpKbAWFUHT+iTNnq1l3zUQmEk
KdABuL4bFnfcCyEGPkkbvHCVa9zVTQyMn2zlg2fFmyo7JggQXTeyeO4imwXcF3AZyNXLIVV9UceG
FcY010nfjcgaP8g0476/bmRpXwP5At1OvwUUzYIf0C9aGrFWxCd5ytwovSeJ1AAdAXeetSumlpYI
uipgxMgxk/8S3nS9kRZS1JfxyVK28qQdsiTY2sl4LEhKIfGyvz6wpSWyyInAGgKwiPfW5ew5ZdIZ
WctZMsimm+ZIq0bOpsvWnh+LAci5HcEVMnn0JSrLlBySExSrbgDTnVV/KUHwwMS1V+zKHYrnOl47
uBYXjhc4VQJotaEWuhxflyQpSpecFVl3rHsYqMovQfo7maLtG+aR9lD4t2j7BTNwaQfNTkCxIW9k
uK+KuNrRAxE4awo/i65xZmT+/exd3AV5HKolrh5nFLvAWSSflNisQf8e+2aNb/3ldSReMxD4/TMk
wRG9NOv7dpzPinGfSajvGVB2+hvlW1EfzFw9jZP9PpE/mcm08fuHoAFpVZe39JhNgboN/e9p9ZC2
tyA1HIXL/SMtZ+2cQRpK4+P1uV+6D4H6oy+mQbaBLsfltISZ4pm1ztxnycaRvqumtDOa3wgMIq9w
ywPFfwuc9dygMDN2X+uh2YKglStv2zjFdsazZuNKfXpxtc+GJbguJRZrCGWsNO1zBgm9FN/Izmcj
2ibFmuLX0hlKJZx3gUYPPsnmyxnUwM9Jw8jx1lneLye+6erh1/U1WjxnziwIF0/kDUpjl2QB+iLf
FVUaQYVVbKLGCHfXDS1ueHqgTEi3yLGIzVBBWtthrZI7cqLvHvm9uD/2HqQzay/+xdU5syNseDkP
e9+QSOKQUR66HvmHuyG8g9ziUFQdOtwbL/kZqI9tm23G4c7pi3sr8h/gHr/JxoFKRr0ywWvfI2yC
qoQ6tkEY+QS7ZxDd9Ib1KZ+l2Mv24DfhGjJqcTkJjEiXUUMmLLx0mBigvCl1OVvOARtfHqtucvu1
Pt2lnNWMdCUrR1qFO+rSCMqITj8NU0wRuf9aBvqDFtZ7KoJmviWLtY/A9a7EEktMgpoNbzB5dQYH
p8ylySme9d1oQz75trbppZsuPXqIkFoUd8s7M8+3ug4hEz0x7ca0vv17zyWMsSlB8UJ/9XbIe2dM
pSTDtvRBmrpbJ6crOWk3mbwm9bO0R/5aevWAQLutliqZ1VOm8hhk0h7e6t4xPhD5u//LmEDfX84n
KaPGMk0sOUlDU/X4HuzVvZS2GzmM13g+l3zyfFSCTzpxnIaBBI9SOKHXLn2v7A9D9uMN43lJoNLr
BZpHtKGQDUoRUT81/UHXgzu/vo/zcpNM9Uo8sYjutc8sCUeyUUmSL6sd+3m0N6RuHOCvO8fbSvRJ
KbX52+/H+2SoDk6afhgjdZNa2YOV5B9mEillkm/qH3WbPMZRt/d9hbS9dYj7b0E/3Yxy7bh0/d0G
UjO54C15QslrYdfyRoJly7BQrER9QDge+8xPYJPn87N+eowMDTL7QzX+UuxgYxubWorvELp9Z6T2
XeA3Li2fK+fzootbVCLB5M/pX+E4bPO26OGiZzOlXnxQItu87fJUe9ImpXxXSW+QsiRSn4XceVXJ
tIzOznkWmqFsMURITuB8FAG3utya+yaj+xBCUvXmug8uxtJ0SNHKDwOValmCE3bmSLVYwlbufeik
4jBZdr7Jk+ITifCjbI+Ptl/tTK/ba2n94brtpUDh3LTglU3QDMVYKvEpoQMeRZAOnFKnrmVdF3ey
bZHsmt+ozOvlZKqAx4j1yNsb0Lmyk6nRrVdEljyEFzcoF7KvDhfMpZHJQ9avzj3C26y5nazsNoir
m7htaxe40Uqia2nagDDAjoI0JWkUIfrJY60urUziIazGnyzSr2peRytH7dKkndsQPFBtpMwM+nk8
Pqyww30zZdvVmHRx0ubQyoY4hz5RwYhdohdtJA6nUjPsE/97QckhCNt9BGHrv/c058ySsDyjw1IY
no0l7Q/6B67c/bluYHG+zgwITlaUuhcHCJecQvlAOsuNwX6shjBr8yXEE3DaRh6dytwX0r2WkGSp
7scO8tNs/4bBAG4AIU+DPCiTS2c2elSb5ILB0LeTUzsHVr1aRFh04jMbQjgGpigekwAnRq23q1Gt
QdX2+igWZwsVdNYdoD9vz8tRdHVD504aJ6cyzndV3Rwa7aGMm51PG+11S0skqrx1YGt+aTx7xcNC
145fZk7LEVOHvasGBHSSFPdbxejg629VP77rfE+GBKaStrrXfNVG775Fp+jO6OJwm8uwcVpG71a2
ZP57x7z4NMExLWkYIvSBeF121aYfjk1iuqtd+csTMKNz56wZtPLCkST5XdoOLXgIWGu3PtCByH/s
0czWfDf3nijVmsNRsjpX94tNaJJfoFlHdoM3iLlzQZMqN4g0AOLpQoQYWkonWzlZBquS9o20c2J1
o+WP15d7Ya9fGBFuzDHz7Zdaw2mWPQw1BC3s2G2sNWrIBf+lo4nWZbopuJZ1YeWSYAiJEYAQSJG1
RcERmoOthCvDmvfvdwqEH+Q7ZnAm7zBh9bzUqCtTwhLfsSvhTwraYq9YdwYkPtenbv5mIQukO/TT
gl2HaAZe48s9ieaI1kgN72kyyrRfNfrRysCOT1L9jcxRvunCwl/ZnEurdW5SOAacwkwbQyEbAfzT
LbzxY6JHWz9SttdHtrRac7smxF4zEYwYRsWV4meTMrJavdq7HbqYN2V3E7TvDSNZUzZdODtp9iI+
nImfeEbN33IeHmb/R9p57ciNLVH2iwjQm1cybbGMykgl6YWQpfeeXz+LNcC9lSxOErrTUAP90Mrg
cXHiROzYu0tajS7X2yTQMzvTZM0ZrGrr+boycRdWFvtPTApkGqmZE9Ichnaw41nGathi+Vq1wqTR
DQIlPFJOl2NB56tEmzBKblGkDZrpiYK12ZQbgea8rRbbTkNc9z9GFkORkyBMTdRDb8vc6PcAV54h
AdB2QdSYdqjmyb4RWnMXTdHGA299cKSKZ5ZgFIQWAW4UtC0oRZLUojSEO7Gs0UPs+53R/vv7hPH9
187iACeC5Yc68ou3WRGdrOxLYPS2lQ+O0Z2u7/KV84sh0HtzryXgrcVh6qsSTrGqSm7RLzh58JTs
ZPVeTuRTJ0iwHsbB+bq91QmkteBNshSi8IU9xWqrwKgyuNNS+cC7dSeg9pUYG9tjrYsUDhQVdzqD
0viPy01IJ/4kJzXD6kH9U1nwbcTB90Ys3gW0jo6td9+bP/vI+Oo3ntNMN4EObAQeh/gFlluYAj6b
2dbIV/zJxSctRq5ZgeaR3khmOu2OF0uM5AfXTAftwfUpXl3S/459CfuR8s4cx65Objvv8+CpJ6lG
FtrInWw4pG2+sX/WXvIwwaCWSNPuHC4vjnsg1w1TWyS3+Sg0X9o0ic5lLwFvAnDlCGmaPZqF2T5l
0O7spyiOdkhW/oCTJHosu8z6en3oq7tLhyh2ZnymrLM4NjpyAXk0sbtggXsRxJL7wRAR/fE37oY1
FBJvNYiReM2jrCIvFtOc5GayBObYm5LeJlfV4ni0rLLV4hGO7gOY1aOntscOjmlPPKrx35QaZ/wc
J49DsLHZ1wb97luWICRl6uJkkNlYUc2ji6p7MOT7za7JtV313soiEJvx/ijzsM5i/CrktqraqNAq
2retovDaMXlvZ+FhVaVOa8Xk5IqFsk/Jl6dR7ZTpZ0p1G6HL6talsE7uePaA0K9eOokm0i1fEJm4
rnw06h3VP3zDpN1I0Vmud4HwLBj7WHKi7vn6Ll3L0BBa/9fwIt4slJ6rLewpdQ4exEM3fbufFDsf
DnrzVjoDP2R3ZbKxaVf3yTuri5kt2irxA7PlpEa6LYAlnUUcN18Oq1agcjTIaYGnVxaT6tfpWHdT
SSgDFZBfw9PXb7NdrG5GSrYAPUSgd0tWaFr7hEqPOX4QRgZKdYx5E9SwnyBYlmwBt9bahbka4dSa
0U4S9a/LbQJ6OxU6NUtvTbXdN7J0Bo9x8qdDoz/DjeD13d4v91r5PWr+hwUD6sirh6Z24DXzLLyL
CkMiXd8I6/TWK+57nyIVWvfJlpG1qZwtzJ2uM3RhYUSrpFSvDSu9rQz9d9uLL+hsHYZUfilACg3o
W1zf+/PFexG44TPBCcH0Q+UGdorFdTEO5GSFyB9cyOoo7gmidAgIRWvJ9RX16NfDxhyu2WNo+PtZ
nA0KxMs5NFOk2YZ+6F25tfJfmRFWDo7d36EmFB26TPtBocc85RGtKNcH+nHbMFI4hXk60B4KP/pi
pGKpe0Ml9r3btLSvpFoQPw2x/hqqk3XK4vhBVMrfbSPKt0oWdbcBShFnS8nkDSf3YXn5Cnwbvanz
cfmA1uszWDkbIRjctFXIXH7PMs1OrPJoFa5ISfz6mD/4bl6aQGw0Hp2wEyJJfznZVafFhR8bLO5w
D4/6Pla1O6AdpzDTN7bRiiVy92QZyQuQ1fxw5wnTkFZoCLkjGK+xzx3LjPeyENtpsIWqWDPF8sFv
T7mYiVys4zjVZguB3+gOQOGt8gZpnZkIMYu/XJ+8eXIWJ4MOCtDhs27XDPW6nDwjzXVpjNrRlaNX
v/wKhfr131/bkLB6AbmbKSvED37MohyUKrE5unkVHgTjSyRlDpglJ8qzWzOBXT8j9C0MZ5K/grw9
Xre+NjqAnHNURlaCl+7l6BSxndCvtwaXFzA0C34KBDApt3i/V9YK3kOSViToaD9cxn/NIIVV3FBQ
r0VtrzfiYxWKd3ldRXZFuuX6iFY8C/wR5HLYGhKSFYt9IcsTZA61z3TqRbdrOnT7uqKndy6X05+h
EYq38DpQaEvrf+Ydh5uNRC7RNpAssMzzl727F4LJCMcx1Qa3QBkmkJp5O5b/TJc2G6H/G/9BSoLO
xEsjoiLkUiIHoyvSNV+XmoMRWd54Tq+uF/ypPEG5FuCnvTQywuSvxG04um3yJ44bWyJit3rH3F9f
qhUnOGuJKKb6Vjlfpldy2VerFr0AN9F/GcJBo5KTJDeqBaK424I+zBt5cYw5WvPbQzXgBFhW+jRF
aLywCSeXZPgxLfyXbkpvRuVvJMqOLDtS9bnVh8fr4/sQc7FWigb0kHIYOI4lF+3QZ0LJpwxuo0e2
pz5mZrIjgbCx4ddmEXdLw+3cTPaBQM8CJxPkoTG6BaCOWNgXtfInGYv7tjDcPsk21mzFYcylMFiQ
3uj0lhRzuahWVVxNk5uFbfXHTJO2s8GSmU/Xp25tB0JsA98U3p1VW4Sr9ZDoeaRqoxsGNZK/uoXP
UDTloYvx9rnUyBsI8DWvMVP38i9ZbdLalzteadTe8gxlcqUsPYmFqwTCr66yKyM+1OV0gGF1Iw5Z
2Y/cynOqCm4RRrlwU3XUWkicBqI7ac0+kKZ9RjtjqXzR62Mq7wd1R0Vlw+TKnGISaA4ksTouamGy
aaNagMcLwa4yODRWuhcG2Lr+KOXGXK5sSOj5JFqEIcriUpuPxTs/OE4GmR29FV2vllDrGiP1ew7r
7aHQA/MoJGryIE5eeby+YVYWcE7dA4Wd1WLJrS+M6lpYZ4Y8ueHwaNbtwUvcWNJsy9N4wAU2zdrX
7a0N8r09eWFvTMzKy9XJ7bSzkTz2Tb+35KOe3BVNsjG0FTdCVX2uF4D4NcjlXJrKNM3I8jEdXXA5
R6EGpZp2+6r3Nto3V7YHDw081QyjwtriCDRD2WSjWozuOEiRHXrVI+2FUdu5TbFVK1sz9SZsAPeG
SVi62CFpHFdhlmbcL4UTN/FnQUXRTavlnUlT+fV1Wpu896YWmz43RllpJUwl2pMUSzZe35s2nNXK
XgD/RVlHY5VmUorLBdJ45IhNNIyu3ua2pD6ov9qO+jrsUVsJrhXvi9slwz2TsnKVLXYd/HqoVsW4
RdgKbQHEojz9uT5fH5MgPKwInOh95kKZ8XSXgxFQLZMGVWIwfvGYh588/0SzayGeq/7/siKHxk0s
vly3urZKNKngl2b1JXEZhrInIf4OZNy9Jow2Yq8nRYlD2/fbf7+Safckr856QdazPEuREil+bzA6
toPvlZDQ8d61tpqS1ydRw8T8xMPO4siael+NusA6oe+1G4W/sfejP4QPmdOeO+F+3EJdrDg/agQz
/ycpupmI/nLNGp+0lSEkk0vFfOeLgB9TW4AvIZJvqnG8CRRhf329Vg7w3B4/i+zQAwOu5NKgJ+ZT
kNTF5Koo5aLomX8OAwrwHt2Yh2KSf1239pHXhj5kEFMmamPEBNi8NGfJfmC0Qz25Zan2N4qBot5A
mcsx4r4/FbSwwFAflXaIlq0bh4NyQls7e9CNRK/scLQaN06nLXGUlaNIKZcABRgthAHLLhlZQmpD
bhoCoTYQiR9hhezKYqurbyVMoPN7ZuVCL4lYfHY97+7SRjR9Vcx74hIP+guPRo8nM/mVGDHkXIkI
sL+Jz8qQbxzHFYeGIvDMj0QCiga/xatQaDnrujEyNn2wvTrbdSNETPjqetq108+N1V0dI/V3/nAu
cT6XY/SGkmWvGWNlNG4hiyeaoE6lp7+M7a8kedC8zzR+3CEMY0y7snBLcS/TZ1ymxDC+k2pPqRiI
p1CJ7evftbbHyYkZwNlwtTiMy88KJn2iKbCdXEV5UuW7qI9sdbqP/p3xDZFuqJroI6NZGUbHhU/3
TXhXZI3Dq/efVevZoC5bJnd59VeTmi9RqDqm9eDpN4L3708iDL8pycLkTDZqsbd8VF1nfk4Ocf2z
RPjYJ1ozO0fX/lTfA80OIAC7PqMfF5p2OYpSXCxQzXwA+Y8i9MEQ3U+uJmb3uBWKbC0rWNy2Moj3
/hwVUr9LtHEj7v14ucxmoXJmc+n0Zy1utN6CDNRo8B568ioox8Z6nsIND/XRAWMC4KMF78Wc/l5M
ZdUmtPgEmIAuZxzD3dgrkCZ8sVDLFLv84P0z1JI9M5fT6P8iZ6MuY7XWSGpBUzmgYiLLp1ylukdA
HnyXinCj4v2xZPtmCv4JspRI4Xx4NYyTOuB9J7f4lZXZMRXaXavWt1Uz2E0Z7GCdP9R+Ro9L4A71
fd+Uj+kEc0Pi5K3fUdLtHTWRNlZ0bSOxYU3OCzgo/rk8mjG5EWmmLHKl9Buwf3s8tNS95FPt3zbk
zTZCyI+enmcaRxQg8AxtWPonku6VF6sSM9C/dtNP5d/je5ol6Fqg8EQn1Ad2LljO9QzBTtEFoXuA
0YVzEbRfBCPcyDR+9OrYYQBA9cg6EJlcztpkopqjlKHoyoFsR1J7sKxwR8eEO/rBzrM21mjt1AGI
oTmRJ6dMneTSWjVqqdaY86xl0c5Lil1BjWQYN8n2Z/d4mdhhVFCj8KQFD8RNeWlnKLSKG5KHn8D2
10O7V1ok6MYMTvFy1we/M6t6lobioY/9oyJAgrHJZzjP27UvWOxG9mHmcVni1proIAT17ewBLN+6
GeMDQWwiNl8gGTmE3g4e5LhxBnELwbY612iBM89ARaTlA8Rra7XvGuZALO5NCrK5dis0Gw2uqzag
nuRKJEFCrehynjWhS4qm48Gr9z+y6YkWis3c5tqxJiRnHHNLG6i1SxPirNzUFB4Xki7fCcH0kHjx
H9pTvyjyyfO6F+jLDAQHNtIVawPj5cZW5XDM6elLq5GQdHEvxqJbxLUTVXeC/ID85sZpWB3aOyOL
YAJqCwroWiS6Q2d9Kfx2nw/dge5apzBlx4xlKKKNQ5rHx+s37tq9RGhKnVQF98XoLscWoiIY5H1J
yqd60Y1POqyxivrAzEYIbY/V63VrazNJZwPZXCoJ1JsWB0FOipFSCtasZvhaC74rDPUtKinn/8HM
HA5TtgBIuSz8jqWqw4uEH9NkEjuBj/DKq4WDuW7lY/g3t6UjA0CFjtLIsgBrtVlZg7UVXTM8jcD+
O+XBIA3exRtpl7VJgz8AVgTeixZ9N5dLVHmKH1V1h/ePKkcNoOjyA1uKfv77aN5bWSxNlSlp2Qa9
6PaPbf1HmokZj/IWEHztgsEBk86kPYPawTzUd48VgXUpxlERaRK6z/h1ta2dwXesbtxvJ/RXbuVZ
NBJpEE4uec3FmzAbZN6eg9C5E3RtbgPvuh3B0PV8fd4+tlOTykRGG6Y23BIlpcXB5dvFKhq9zi1T
tzS+9tnBy6FsujXlb4L0pSp3XnQz/lE/wQuZZm5IV3cy3prPoXATnNC4U2Pbc9SfSrurk8P1T1t5
FV9+2uKGjWIr88yAT2toFp3uej+ylXxnWPtMOQdQkn3r40dVOQWf2VDXTb85+8WVdzErC08dsyRK
32G6ys+heFa8o5aRrbFl6UarT2n0qsI4+1WAb3/0Dl7qhC+58Kk40M1fCYltPU06CQr/Nj5N6l62
/jTysdJvq+nO5y/ntnwIPkdPhW9nTXmqhZvMpH9usr1s44i/dRVfG8ZiD5lG31VKZ3VuTetheAOr
vOlJttx/biTdjklOGoYd8d5sg8PUOwHibXd1mh984SmMjjEowSg/m8NXrQjOqqv5X6XyU5btNDWz
m0KlKWGXTLGjtWiWfY6Ev3Xv2yGNvdHG3fKWUL82jMXVrAeDYZWD37tq9olc9wDnFaJ9un+a+/8n
u3Pyz8Gv1K7Ohreb8DBtZscPWu7orELpJpR8g1No3AtO7L+O5g66z6YLdnH0JRedUnebh/BxOPs3
8l6FpMZq90yazbJUN1L6nB/yT8LgyOOD+mhaj2n0ORbuB4g07f55+FJKdhg/dPd6bOeyPdB5Id+K
3oOV7iAcsIKNiVgppXMiKNRDf4xOB712lw6oGE2hHnhyuJB+gCUZ03qvV+V0Tssc4tAhk90oT1Lb
V/SHZEz7l7RuIdMaxq1ev7fO+8sVkSWCaYk4hvIp5PuXHyIlXdl2fdi7E9sFcI8jad1LR4qoamVn
qhrX/FMi8VlRF8xLaZ9Y+l4Rz9b4HSE1O+qV/aDZI2+sxhbgV0qQ/IUm5TSnX5IA5V8RMj7BaY6t
Xp3MORlGq5KZuk2tn8QtbqTNsSwmVW5zuSysAMCMcAN/uvFVOwkci/xBcf0YAWYTcNd+GE7QAYYI
aqUB3I9k8/NzLD1ED4phq8Ip3IfdMY8dT951+e/8ENyQYDCUx7y1ceP2lkzRimtk/kFTEB+QoOR5
cDn/oRIQKydp73o0y5YwiafysTHBLObOnKMTpHurm/bNmH5rldu68O8mPdhKr7y1B37YBICcIRkn
piUEu/wIM6oiMW2jnhrm+CCIwidYTdBrCz7lsXaTwSpayBXANTxNTpZtlHdi6Xhecsxl66k1p+eg
G3/xxL4LKhMJxK6+60rvRC7yCQkm5t0JJWXn0+EhHCxIo7Op3zfKQTFdo33qM6Bwhu74wsYR+xgV
MbFgD2gukS3KwIs7pxCVLk3MrHfRBgd1E+3ytCNDuPdIFF6/Y95i0w/T987U4gwVlaSWlV/1XLv6
U+VntDZRJc31R3qnPytauEsyAcwfstHKeNf1ydcuLnbZUxP8SerGpif/1Jmi3So/+upGSVVH1oaj
nJ42vvJjGMKEzHUz4gPS/Uv9as/vzLwOpt6Fe904jEJ3yDKp3qW+ru8yAYGWXPDuwQvilmMo5gX0
ORu1i3ZCPVp2mWSSM9WCytlo20NJCfOg0qx7G/gZLbpDlu3D0rRxZCnPx0nn1dDoh1pWm6frw/hI
AE0/DbRcyE7MHpTO2su9CuiVvmWr7t0cailDhlqqhY1MyLWzOnXHWjub5nEYf6iCYwV3cCUfTMvO
JHhQpfFcEGz08Q+53GJg//hogtudNh9a3WhFB+Fw+VEygKx5anu3N72nzDo2+aPkq4e2Tk8AocrO
DaZmI6haWU5M0o6jw887c3BfmhxKurKsWMRkXDlTdANJ1UbQsTooFMBn6nqkMpeCLEVj9EKTgHzM
uKOD4NjI94acOHV3TKiktDf5uIHJW7kVmUYSPnOPKfnsJSivsoShTwbGJBmnKI9ORCd32r0v3te/
qi9d4h38LUGM2b0uji7UTTNBIFAqqiSLWWx9NYaqVupds/DsdPxuecIhTJ+UoDu36fduK4G24pQu
zC0c7SirYxmPDLBDPS1Hf9n/bQi3cHJsbI6PT7VZ+u4/w1pCAbNysHLVGHsSPaeuva8HDG5VHVZt
0G1GRgukEq0blxtQGMIMIVW2B3C5m6RmYyBWlW1hztf3xIyCFecOEZoRL800dFbG9A4yFMLwTp5O
7VdLy/dG5poxiuoi6M3iG3wJTq96GwfgDbuz3B1z8yqY7RmltwyOkqmpi8bTuBfL4FFNjrX+aiTd
Uc1uJ/FBQ9O09X9Wqq1GdMLLqGaiC+K7bX3sq5dx/jjrm2gdfPX07wRRCJTTAEVGCRwmhaiFE/TC
vIMeKgHAFz4V/V9h+j72X6472rXlBfVD6yK41Y+ylqKQGX4hYWIcftTy/ZAfVePxuok1B/PexGJp
NdquuXjiAfDes2HFth4JxymhHqEfK/FcN6d/b5ef540871z/gIh7Ce+slbQ3oiYFRJr29EqUD9Lw
MxC6e3q9jtfHtjp9ZMjh2oHJBZDn5baVI09t5BhLGkRm94mg2VKRbQQe8/wstyeoLOoqiNaxExa7
IM6mJNStbHB7OPX6PQU7Jy1f4vbT9aFsmHmDELxLlqTikLW5jpnOPAnVczc9TOr9uPk2vD6Yt16b
d1ZGP6e5uS0ZjP5VHI5BINlxNUAks3GoZxf7cdJmEhUgI9SlFld1asBP4/H4cgcronJ4L+nlxrLM
v/DRAr+NaA8Yr6XqbOoLulppxeCagBr0L6n/XH6CvsXezGKt+ie6jujBBscOV8tiLDDHy2VHCpO6
KC9py78VlZ1Sn6OHQREdE7Fbc3zMrLOfvAb6TysIbCs+eP05bH7FfvbqZ5+jobtvRuU0buE8Vo/2
uy9bPGtKGvpytWjZM9WrKgu2kuwnw5Z/ZeGjP8txjhtz/rEVaz7Z/zW4vPEkT0UTDL0YNyrPyadq
9AEdverVwe9eKul3mXzvpA5a+sdmM8W0uqHeWV6EEA0696HXi4Prm7m0K4UBNJUnKBux0eohfGdF
YdO9Ox6hLCVIrvYDTRenSralbl7MG3XL669et+/ncR7tOzvamMex37KlCP+7s9x9S8WHVkLl1bOV
Qp9zI7nwoCAfft3HrLlLAJgwBBLP6pTdL82mXhVEiIUNbj7CqT0cOxTr+vHpfzBCMR80EI1lWLo0
MqC2mUW1wpUm31iF5JTNo4ws8P+fkcWZDHJ6JzRPHtxE+eK3pi3q5ybbGMjaltPeDWRxuqJCRVVY
xobpPXvRTwEm3+uD+EjHzHGa8QFgmMgI8KC6nKreNM2+MSSIBcPPtJWQsPZuGqN02lTbmTWtP/Uf
+tiy8bkoK1LnIh3sVWuP/reN71jxpVSa568g1rGAJ15+R+X5ahMZKkuWhIj9dZpS/DDNMLiJ5DFB
qSnR9NEOe5GkrpSI6bMXFCpg6EiShnNcGdapA1qX7AS1FGP67VLzRtOy4RappNYnTVts1R7Xvpdn
xBwSs5s/YBDMyEyEpmdl1BpkW9amwq+8LJMjujOjk3la4BqTIhyvz9Kq0Xk/Q6wJyGD5bBrkQQwh
vRncsvss9z+s+lwWKnfb70J9vm5p5ZjO0EeCfnrhZmW8y+XooKdL+gRL8aCoO7UM9FMkVyjINq21
EXWsDAqaIYhjIBUAFrtceV8phFYVqQNBfyeWMXiq6RZeUk+4G/X05fqwVl6BFIHIFKFRC+pnCeoc
rUr10EmgsNqJrwS9pDqt+xkSo+T3YjTtwGVvhL4r7hwUBazIM1Aa3U55MZG83kBkSqKbVZZ/SKfY
2pnw+55bevtqKN42dsiquXkiieWBrS2DqyAzs7zPROqd9EIrvD+FRj3GovnHN6otB7iycLM+F/V3
BdTlh8720Eyhle0TyVVzD4KGygmGyUE+7qCr00vVbD0Q19aOxhwYZNiS+NaFUy+LwNAbSrC05kyH
cDw1dWXtwkjYm75xUxvZ11KX/lzfLmuzOfcLMJNUQun8Xiye4Yuil5qiG/9VUuVv2pQwbv1Cy/jv
/2CHJSOjJAHfXNbEm7AyIMVvJTeLP2dq7Exu30h2/e968iTS5s5E9getEFQjLscjyaWWxU1HB20e
fDWs4tBP2o6+9o1NuII1ntF7wNuAGStErIulyuu41sk2Sq4sFNOjpqXNLiUqPUiDNOxNqzP249DU
f0wrEqAi6Pxzp5lb7bwru3NWGZh7q7S5Q2FxdbZyPPihIEuuSXmoibtDYhYH0/fvGkveB/Hv6yu4
Fk5dmFvco5KKaBYMXpJrRCL6ydqxMMqdOvzEhVpJfNS5gHSk4oZMPwRwpW9c4/OvL14iWIfqiAoD
BeglP8EwSl6Z0Wjv5lJuGx5X3uQde8ukXHlXFMdEVH8nQrEBQls5kNzXtGfMuAo4CRcFfBMChprZ
l9w0C14g5c9es045C+JLriUHRS82QDFrC6pRtABzjUFtef5NKQs8q6NgRp/QLoso7nrFbVjGh7T2
4XzXvA1s2trwiL1A2c08i+KSnkCOJ1nM9VR2/cCZRBJC5Pr98q7zYeeobiOSete30Or4YJIjHoPs
5sMjvxnHVs+bTnbzqbVnRgvrVkvCU0pVNJW3er1WPBsYkv8YWz719akfzNKoZbftQKt0UulGGe+Z
NAyDT023RSm9EsbSUw5MC1ChTmf94hIM9ESODSSQQSnQvUbUTMEawqfd9QlctwI4nF3JJb/0OmJc
ey3CNrJb9w11lVD/q2fhluLxR7q7uRgBj81sAT6JN7rdd+8mQB1T26gty4TSWmFXTTR9ysRq/MTT
vN7zKuDlnWp7v0CIoPAg+BVyeF+iATbdYOBSDvxSuSnESbe5WraYiz+yzbx9HWyEM08D7e4Lr2eG
w1SVci+7QTDRKihDSGgdY9069yhnponraemPNmzdunoUzWNWGrY/fanSI+S9NMRtAHXXdjQdu2gg
EkpCDLjwiYIgRqmg4SAodbf1DyuluTo/eqjM6PGGqbW1p7KNJir8BTJsCpc3W+BPWp3LguQCQm5P
MXvNSWIgltd32Fr9VCfPxwF9ey8tu8SSrCrSrvXZYinEV/kkq6feC7qTNjC9oZmJTxPPmF1u+q+5
xzpr4JuOwD/PUIS+6KrenluzHw7VaEh7qSnLwyBPvlP1neKo/LIdVR4omQymSLNJ5MPYe/mu9qRk
b5ogd9Ay1E+dVmh2lpXSrumRFVTi9Bx0kse0il/rdlAPcZsG++vjXnOFJrReb1TVaJ8uzm9p5HHX
T6rsll4UnFpT9Fy1KOJfalB/61OyhbpUmbshqZSNwGjVMGnPGX9JbWr5Og1iS8kb35LdSdAPFeQm
WZAdihrNKrgiFH+8yRNp4+WztpOoswF/I3Qht7eIkQR6iIdATRQ3IOK1/fBmqIEYXJ/PtVc3xOyz
OiSxCfjthZE6U4cB+DX7CLVvgFIRRKD9XhNfzWiPCradW7xIvkSiYCfRXyAxG+bXvL+Fg4RdhXQi
hY/L0zLkHrdb78muIJgTEAS1evWS0pgcFaa8c5oX/aET9Wk/mRIFOV8oD6Vv5De5r5o7zSqfMwGa
NF1q4n0fZtVtvYlxW3l+woANPgFsL5QzSzcWWoKoy0KkuFJhTk85oJi9rDTaMVf6rfz92hb7r6kP
rRjxOGaWkviKOyl7HbFFXT1bsgdmLj9zb93KWyq1awnMd2MjCr6c/D4e9UqOGVurFjdj2d2NqXjo
hfKed8Uh4o1dyK6kJAdBH52gL9E6+nF9+VdH/AZqntn1ECO8/ADAKR3qfqFC6sLM6ZiovxaiuJON
6Xuhw6wQTf4xC7eKiGs30/zkRiiaKgmg+EVGQRe9QfAj3lKhchMP5tHTfEcd5Xtr+t28+o9lQ0Z7
uPONwkWeaTfxIaXRH0dYF6otIqO1OxxpHe4Jrkm6ypbpdM+3UCGbeLkaM4pBe/FqwS1D3Qn3SXc/
tqItF+KNWDz4+qlKn/TM++Sb30XP3/BuK/cj1zUdbawBjf7GYkoCw68TRe0l18vvWelPXeDtx8kD
hvgnpg/i+qqvLsBMsknf0XwhLxH52dCXfeHNDyLCZU2C4i8bj2YRv/a6BsAQxGSxC5tkn8gt0bRr
GP4uS/3Hoao/hVmzFzZTwWtvJgMiBR06ChpEQYNfbsRu1IM0F3i1VGL5ZZI/B6pne0n6bHXpXhvh
nh5M37b84dwor3K2hQhYm32oMOYsFyUidsKl9TbW9dYiVex2gnBIxxupjvcZmqQUWCXraWPyV24V
sj8EZMhsz9WixQ0asRxmUsSyqyodOf3RoYHUDn4/RhUw1NTuEZLVm9EZm8Chhbr0Hkfala5/w9on
zHw+5MQpicKEdDleS2+jWG0tNr1vNjs43j3HMhL/cN3KW2/C4ikK9IhggcIryI5ljhLsXEiHaEis
33lHyf8pGdqLQupYr6jlK8FNPlRu5+3QczuLZWZ7JDPb6VAUxd9glI4WXiHpQyf0f+dZ5wxTepaK
4NiV4jnytyqEHx0hiauZtpdXMyQly1dzohYwFcc8gpqq7QnW96X/OWz2tXIWPXSnjD/Xp2bFHCEM
bUG0G6JOvuyqVKh6S9VAbF743Vz0sEq70k4V77uwQ8qimWtZer+larcCPMTDUQcnh0Umi+zP5bpL
VpDhfiTZTXxw2PrPFLmk1NpZWoR28o0Ou9P0Kyl/qzQtpKhFx81WJub/8QUaLxK6r6hhL248AOGW
0NOajK5RHzn1lNNW6d22ovd3NH+m0t9AiJ79HtIKof7jhTJ3b+Z0Q3e8Pv0fcyTzPNBvCVLQgipm
cd6HIMl8kvmyq39ONWMfAL8b00OL4klraacyfhy3wuYVB3dpcuHgsyr3U3SVZSAtLVDUWCkPxjQp
T3IT9XtzNNKdGqnZ71pt00OVKInTpKFpC23x791Ylx8yB4TvHq05qiUhjlZ2LSESDkMSlJ9Ga0oO
atWJj9enecUBYIuqEr0JHH9W/NKWLpDRy3UGXQXqIVJVwE9q+CWydlmnOUL9EFqPkFbmqL8XHoDv
HMyEPX1pdEf3HtLhYA6/DApMkGmCxJ1B2tC1Xf/ClZvw8gsXs+H7QdxUjUxmJ/d+q4CD/eagWGht
gXn1hpsieZYl9RCKr555TqE7zB1fug+tyW6lrU9Z3ZSgVkmkEwSIS/RIUCRWg4y87IpK3dt9/4Cm
+tTfVoVpR5p0ls3fZVScpPw4aChENodKehnD8tgEBoHbYQSEFDumv1GCfsMiX/pwhTiNTBQKbrOE
1GIJS7koc6HgDVS3XfIij2G9z/xu2InjdEd3kPAwaRGCqQA3n6KutnAnmbj3G+kRSoDEhpHkm9E2
/c7ydNMp8yDZhZYJIbpV/+B/ciGrFFGIkr9KjRFTbEyyxzyW0/u2SdrdQNHYUad0PHdtvaWQujbb
IPG1Odia22cW7575Ata7Tnh7x/adTZJnfMwlq3JMNRec3NQ/KZZvZHYuSpZtkJTeXd95azcAPVVz
OnpOHi2Z0lQ4JmVlwr7eqbuSggl4S7MIbRoghFG3KyvdQnyvoGhhSyPnD3CIS5/1XJxGQzC8MsgU
N9Vbuj46sXoewAfv2jAJfmmZMd4qajdCrlPDMq3lYuwUk3Lrx1J1kpNw3FWVb/3oi0Zy/LBM/lg5
7HhZUga3QukpG6dhPneLbcdFzNMbepK5gWpxT5CwT6JS6hRX9KdjqcpQ1pWtvGuHuHVkoBf/nDOC
HofdjWA0zWHEoZdTkw2dFLX0j1Ij+yqrIbXAf79xqMZS3QOyBQ/PEoHUhX6l+kmvul5W051Q7krT
tBX9UQ89x0/aUxLb9ev1HfYxqIWQA2mgWSwLsPASq5mneWcUTaS6CEhrp1QRo7ukpTdGCUzJEdso
2hetvqU8v1LvAZNkwj01974TYSxmUseJNWoSam415V91X/0/pJ3ZbtzIsrWfiADn4bZYg6SiLNlu
eboh2m6Z8zzz6f8vdXDQKhb/ItynLzYa6A1FZWYwMjJixVr3lRb+5UfO3dx1T4Cig2A8NXP0gPzJ
Rqha+aJ4ydFg5RVFSWBZSBmd3KmM3tbPTq0yI6TP4SEujPHg9KN5jBIJzFcvRa91HtQbhyti4MJZ
xSWHECxNSZK6RUbvW2Zn+7zpzmnvMC6R4atf6mnjMr3O2VGT4M0gML58F0sYo10qlGooRp+TWooP
wRRZO0eqtI160Nom0uegbg7Knu7gItyPmVTE8WQYZ7ntzwM85Fb49+jfh0F4KBmWK5v58x97KakB
fQ7gkvBhLql2CdBNVxaZKUAneXaUk1MEpH8KMjdPxo2a7coXQQcSXD41cYMREbH4d6mPOlZBR1He
ZAZFPUUouiqVAgesdNLQJnbCb7dXtvYpvCU+pi44N4AGXprrlKai5Y6ACjpN+vwAk14enYpCC3dq
8rHvbM/R9wxVu7fNXp8gPDXsKFh6BoShbbm0WlcgZYzJt86ZPxyCXOkB0JBIO2a9k8dhb2romjv1
uCV+dO2emDWQVSODYchtSTjUOOFc8JCzz2qdTMdSAbGWxMH97bWtVGsurSyusEkCM1LouX3uqvCb
FkC8rkSf+B72vl0ctcYHilc9D1+1gKG18AzmE7KKf/o4OpTjxjd/7Uv8EsIr5ROI7yjgXm6zJVWx
JHeBfS6ZwMyiR+qz5cS8GGODYbBxpNeX4aUtkcu881vfaareJGyf8zB+nu2R9ykTeelTifD5xve/
4rTCFrVAchOGl5fcYIx+6JVR1zaUTmyp1Ed/R0kzunJSJvsuqGntFrX6EGTmCCmHZT2aVTJ8vX3K
a66kkRFRigGvDUDncrljUjDRPDQ2nBk9WLq2HYAh6vrGAa6uFKZQZvRxV5heF77EvKuO8Hpnn4P4
81iWuzCD5Fp7yqocbFt2iv1qNwfIwWyx8aydJtUQCFt4iBuAPC6Xp1rQNpUBO1xUWXVP93X8aATy
oxWO8qNmDvLGN7NmTjeIr2/s+ldqqYnUOHmfzPbb5SRJT0P9Iwp5Ryhb1YW1Y3tvaHELOqNWTFU1
2ec+K13ekrG9BbJes8BZiSEIGG/oBV3uXGTXQzalpn3OEr91gRrVbqlAMnzb/a5vczBYdPUYraft
c8XV2bdmN9Z1Y52RpCtG2Z0Qwky3eLW3jCzuhjJxIEiLWuscwxLR9LJgY/4/G1meiNbltl92rCQN
XLX8ADpmH211dldWQtGUV4Ug0lHRvbw8FEfhOahO8ANNUXA3pD5zM4lb6fX+9qmsXGtk5nwzlOje
poIuzdTqMBiRlMlnk4kbJyieSgb09X2d6l/F+IjZjBuQlpXvhglp8PVAYfl2lqqUUz5nM6EHfKB1
Mo2/LLfQ6p0TbySta7vHdArcSqQ/1zxEuRyM3ZTN8pl8rL+zo3SfMIRzDMc/B1uj/0cY+B8EIpnk
5f5ZaJbIrcr+xUbxozYrNw+d574eNqLq2nro0wk+QCLIVWUNWJKpFj5mtKTYhdZjGH/ujJc/dwUx
KChqJPiCLsLEu+swLBO51J1GPmdVu5tqeBv6Q1++9vlXu91t9QRFNL7M7aExF1BDTRROya8vjeUk
2qBjcIPgQ+s/tlWxr0wTVriHLf3sleAGZbqgTyXs8EYX/vhuVbEazHJstfJZMn/q/u+h+OMnLgt5
9/cX106jqBA6D/z9efpgF3//t79PwkCbVuSfb9ftu9+vQcubmhVMMR0SuARNZg8Tp767ffRr7iVw
ZIJajbf0MjWojCysyxgIbVK8plrljvTMlfzXbSOrR/7OyCI2+2iN0OdXWUkfoY7dP+HHgRH+rck/
CkgybhtbCzPvV7SI0WoTBEnfgtIFanXS1L/zsdslZrI3tgDjawGUEG1wRb8xzC78S5tM1Co5ujOk
LwVD8V/G+ZOOSfOYbb2HV11ZYFhh5eOTWZJx+TC+OlrjEKsbej7zzvwP7JdvDFz4GX1bpvAXR6Qb
gzKbHc6cZ9nfaqt/kqfqAemZNNiaql07Hwo2ol4mVDCWLfpQMmYrpLV1NrVjpu+MinfVrkAH6bYb
rJ2OiM40QaEPo/Vw+fXbgGrCjMznbHTOrvvQIqpB3VFBCluWw92gbySFa98R/U4BROftQtnk0lwZ
JWGh8RY+W770FNOL5P9zKJLvtxe1gm94Q/px2/C0p6u7iNRZDHjDsCLRV60ec/R7ItihmSuxj63x
YDrdro2CnVJ3n9oi8EY53UMhe/snrO0rPP2OEJWk37nkr/KZwYhqeKnPE2wlevelsJ+F0LQ8Qemz
L9KP/zdrC7eczdJELzkDepaFu1ovD00gDzsqNXZwhJD3ALKh2MhW14IVtQUklEWJAQDR5UnKeZLW
SmuQpvgnnZkge+hPcBYJ5ugezPGfrw+iY16G+APIjUUCjjRe0jM8D09XyTGOzrmjmGAH0x56Y8BZ
OyPaQjOvLk9QP9CqprK3tGjGgaaMBY6qghhUM5QP82qnZXdUMkkyt/riK1067npQL4zyCNGPJfo+
m6PCMRIaEyNpORAYvg3dbe2/BkXZT7q605FfbA599KvtNhx1baGETN6FiAWx3MWjl+uuU5uhVkSx
aIYbsgh+DabkjtOJXPB4+xjXvn7BcWvBmiGGVRdXgRL2WjcF2DIr/+Anxpe8Kt22yTZcc90MImg0
cCC5WWY0Qg9kShRGGZzio9btGk5vSMsNI2vxmYMS7NvETp7xl/5PtauSyBKV8xBU7pCcAhjaa/t5
Hjcg4Ct3GmRJIAEFiec1B3xulhChiEQdkuB5N9KfuVOLRj3cPpmV1YhvWJQkqEswsHC5mllXprHI
R2j9umw8BJreHLRZ2fXBCBVqKW2Eq5UD4uFBCQsg6xsA/NJaMRSGFg4kOnr8ObYe5+ZTOZ9uL2jd
BEwReDbEAsvr0+c10/kd12cKwmYnB+ZjjtKfG1bNxvlsGVpcoKPdJGXFYs9m+buLzmX4cTI2MuhV
E5TeRWkKPYVlqbqlyalGYi3TnDNl/cDlssu3NmzVz5iXgT6AIvXVWFomRVIUDqFy1hS/fcwmR7+n
Tfb19qmsupkYiNE1woAsLzZrAJVuJEqpnFN9aPelbySupBv+XTszQBg5oA1v21uLqyIVhOKFcaNr
1PDcOINRdLlyluequx8kad7rRhW71GFkCjlSeLCizDgpSYWj9zFgaEUt9700bAFQ1lYuqppQJsPg
Sn3x0uVbJyIhkWLyAWTAA/Wxcfwvfb43pe7T7SWLL3XxboRaS2BsaCzS01+kPiM1494aKuUMFmZn
lHf+xIWMwodVlkddf7ltbCXLEV1d8FyaULxfiveWwTCNcsP2FhkTOGfJBjho/pi7cm9rXzp7I2ys
7SHRnOgEYk+gpRZ72MZEyYyl9cpOsn6W2Y/BQCw4/w+f2zszy9QtHRwm+gau/sb+2pu1K4d/Z87G
UtZOiXQG4iFBCQob2+VSZseuevjNuAm1En2XZs4POmqP96Q/nZsjxPU0ozhyuH1aYn8uXAOEFZkM
yDt6/zRNFq7RRLHMZJjtnNV53ql+cD8E/be2O46Oc9/r5S6a/xmS8Mtto1fBixKGiCpckQBugN1e
rlSuI72ve1U6S1nxJFX3kL99coxmgy72uqguzICkE51u8ZhZpqNpmUmO7kvnNKv2ivOX+Y9e7SrA
+cx7BMcuqu7HfKNQt7IyIhndLmQQAcov34J5MgNT1uXQS4BMoKDc9jNycBuOsmVksS74nVUtg9EX
yc1mZ1KewenLjStsbfPo4IKKZjyKCspSca6PUkfOLVYy5B+ot+6Mr471PR2PwfjQFr+DbEJ57s/d
QtRUgcGh28dkq1j3u6pNZepl0WZz6Ak5zMipd4xluWO/8SlfRQzefnQ7IL4UxQeu0EsrQxBSpm/N
0CPFciU52ZXIiSko3PW/b3v51fd8aWiZRcu5bUqNqoVeH/s8TL5mkedDLATMUd5CdFx7BK90pkIE
jJA1XQV46D4KszYyL8LtqvnUpvCn/nEM5A+/N7I4nr7RebzOGJFC/0F2sCA1R0TBb+/a6lIY2hRZ
DZINSzikPxlx38d65s323/rYuHn6kIcbJ3PduhVLeWdksRQ4WxNKOVrmWQEAiWw49Jm1r8vk22T3
j06cKbvBr3dqpx/CCdSRVnewJ1UeuCR3rEvg+VtPy7VVm+L58yZyR23l0in1GVWeUAkjb3R+1LLj
iu+rYlz2z/f2vRVlYSUJHaREo8irzRejKXeZ8rlTt3R4tpayyGqEXm8ZCSNO8CmSS1eZ2r0RBRvx
6Y1+4fLionhIr5QmP45PTeVyLY0aRUWdyZnX9Gg52uHdhOpLou/omNpd8ih35aFAY4xRS08pvkbm
q5bWx77JjgpYsiR95WDv5Ea/V6NyN9fD/vZOXwcZnk606/iF1B0Z0738dY4cDiVAjsIr9QYYHzJ/
x04xYXduIdqdtC463bZ3lanTI3xvb3GyFqrFSmKFhVeBP9DnZu93/0cLi2NN0g4KySEpvDEJXNN8
jbbyxutM5HIJi1utl/0pNAyWQB+o7wSHCnakV8X8WBfmnnLSwRw38uKtXVsmP0lCtl+mhacVBhzU
j70lb+zaysdwcS6LQOMMRV10PjornXIaZwcJywcjiTagRKtGoM41UdShLLAcg5yMKAzSsSy8iVq0
S8PrW18SQ/y8fv1zLxN3M68nPji6kZdenUSoh1hzVXhZOAsW8yjSPzA3sYWGWPl4LK5mDQkZag8w
eFyaaVqYsyNyAQ+J1qyUP1aF/Ftv7kF2brXXVxyAPWPUA+5NqrLLgat8YKCtN/PCc+a8OPtmqB6d
qPlye9dWjkc0cOCcoCYqOBMvlyODoy71TC+8WA6a+1Gpg5/QjMa7lprHVvBd27r3thZbN6CPQT0N
W9H8Ilf1vWF8H7nJdMhzby9qJT8UnSKKD8Q4GqBLepy2n+DM7E2+HfSIU+5Rd066U1nXrqal+17O
3KIKntLQhEfx+bbtlUhxYXqxobzEEUBUHfxdyG/ileo+JYELi0Ob/uPE9Q6BPw9N5q36/epBIr3I
wCMpFjXny4P0NZWJ5h73lwd775cvXRzCZGH1W2X0Na/kRUuZkukv6pWL9YGuQpGom3CYNtQftKIY
99O20vh1esoBwiAjcI5omi99X7VrI9H9oCTloAkhZefR6j5QRvgVMSW1c3R14zm2unugmXEVSDng
KbjcPa3o9FyzODU7QvormebiIKW1fSxkNJZuO8jaBiKOKYrKpiBFXuYGSWeYtZaUnlP5p0ZtmKLy
jY6G/G0zaysCw8B3DXALkO/iJUE1OeMXFKXX2M8T4ukhqX2D4OxtKyuL4TUpcCaAMniNiXN89ypq
o9SetaotPV0+qYqMhf+QrPBSJo+CZ43B8uX9EbYI+4R1X3lJVD7bRXouwvlVV8NXI9f++D5keBoU
OKkupEK0ii4X06VZkitOlHlx/LdUfEXCWbc+3t6v61O5NLE4/Dbrhq4v4syjeTH20Q6UsJK/3LZx
HYGwAUqYKhccx1ecL3MY+T2KBJmHesG9b56r8KUaHu3gE4pnMtpI8h97GtBOvlOYmKgMsXeX26Ym
/EOlMPPKBjLxwDyn0aPOXOztVV3vHHe7wSAuQyBvhi6t2HERmFI+Zt446odx+tTr+X6zsHC9dRhB
ABgNWyoLXLyXRqqKoFaZvCKHanaLEc0DVBnm/ncUji5TPMWpKbYYuq4vxUuTi3jaTmprdT1PytiQ
XGX4YgHV4aCGrVrk6v45qCBBSQ0mcHk/gC6IzFFWsTPohwzovcNA6SaQbmU1tB/pIpPs0S8xFv49
lVwOiWllnlqmLjJgPDEyXqfy582juo48RM93lhbxbZozuWwNLDnd12h8dIYtwodrA8AyNAIOQ0eo
ei6rZaotKVQuJh/FoDtE3Y9TtIXRud4sAa4XCDAqqyDAFpdOkoeaUjaFc0ao9ZBIX1DyZIYvf8jV
cuMTvZ7eE4AMEAyMzQOv5y1z6djTrJS1plU+7dp/8nbvyF+oFx9ny9+p6DTP6l0vPTBFJ9nTz5Jn
cdl6QX2vtdEBsYU//Y7ftC6prkIHA0fiYtFl7HSz1s+QoUz24JVWD/ftQD23duQtUYdrVAXPAByR
SSIq8CZq6JerDusYAFzS+hSt21Npv7ZhfNDa4m6U1IcxS59NBE6qqdn16c+onF8KNf7jx4+AjYhi
MrqbzHcubpQBIpaGh4F0LrV+r2peFLzkyCvd3lHxRy6LDSyTyUPSFu5iWhuXqxwLR9OGllJepftH
ByplomMwOccp/IFqxm1b11EEeLSoWIs+JWRYiwBpG3WllX0QeTA6/UytH7nyMcmNL7eNrHx5BBCu
MO4uZoSWFEjotbVJZSSBF41Vt597S2W0Xd/qh69sm0NmCeAGvBJjt4ulqGlXzRNVUCA3jwzff9Ca
D7H+Ucn6B336eXtBIupdnhAPRTppSOpBrUu78vKE1CyEo8CXqDrZ/T4LYSCdT77WHFG9cdPy96YA
4/UpYY9pTXFKfGFLYqcuJJWdQyfydH+608PZM0rp7DAvfXtZyx0UZVDe2owDCrFH/vVyWZE+zlaU
dFTsogxhtUaq9pqd5Ue5kMhpYRVzY3bjDz8pBkmoIgAzBl/A/77JHL3LOLM4SHUebrHX5A+S8iLa
C+3v2+ta+h8mhK6B4Oej3XXVAWr8yMrVJEq80OoC6E2Dz4GRbc3/XW8e2mqCUgJHR4dz2U+IBjt2
kqlNPB+ojE0P17fUw9QPv4rIRzpqy9uXLiHWxKwTzC2AMiyWtTirXstlAwodz2qoN8Y7KnGR9f32
vi2zpzcbaOcIYSFcfdm8sDo7imtnTLwcjfEJQn/Qs+b4zJDsbuz+yupdX//4c4vMqXGXkHbyqFqU
5WY4/rLSTlKvrJVfdRfNz3GhD082gX1fNXV8H/rmdBqroTklVbNFhrL8rMV6uVUg7uDFzyj6wv9h
/pfrWo5TT3cYjI5b+67sjG+tPey7YTxp88Nm0rO2w2CR4Kvk64Zpa3GhjXWrRyosL549q82e+TXN
9Yf2qMuVtUulJHaNVCsOWS0j18KQ+cb3fpVFsGDexwAUCWOUv5YQOqmTOns0UgQ+OptkNarqk4FG
GnKXlCitZihPcltWh0QtuzuldOJxF4yxc5+PY6ftcjOfDtBq95+K1k/PUVYXn9JMjp5vu8TKx8vg
pyUgm2/Yk0Ws7QPDjzNNSb0xtZJDKun1j9SQ6o16wRU9x9tWCF0XJuPBbC2nd2GLyW2lslPPfynK
3/ETuKriZP4FB5b/mKhuObrlqybd3V7bSswQ2FrAVaQzfGKLj9jRfFudFY6/VH7X/Wv4QZUess/x
y20rK259YWWRoemdVWQ0L1Ivyc8ByVFS7hTrL2hPKiPdyVtsDubibvyfjfx3TYtP2NBalFRiLfXa
zBjdQa0DSBEM+eCnGtShTRvsb69uJRDS1GeunE8XNoFlctEHSQIIRU29qYAoi/v+IdM3mrhrx8Sy
IPQQA/n8tctYa6RJ1/AFpV7RlaGLZrDzyKMofMiV1Hou1BTFuHor01w7NNAEBEPSagrGC5tUdqI2
yfDHzn+eDs5u3inzr7D6Hb/e3r6VCAS7OfUYXiw6daWFnckOK9mqeYY3vcRkWRDon9AtaB5LP68O
0yAZ91Qoww9TIf0EnbfV51m1Lkj4xJuZ0fWFs0gJs5bwLWReNSZHyNanXVl9typwoPWhR31lbsIf
ebLhMWseSnJNXdChhEVCf3mcgz5U4OVMKg8+EvU08uA79+vP9uH2zq45Jjc0GsUk8zCcif/+LrHJ
IwNJsRozafvQwHKgBY/lVm/5DUf+PhMVXxsS0mBpxHsB9OSlkagP9MHJytybyucoQuExkF2IM+Pm
oybv5By6o+KYdTSVf9Q+opXlU+FAKu8cajPYDTGSML4GyLK13HyMnprhmxLe+X34UM5bL9a13Xj/
Q8U39m43upKf38dN7mnwCtIV3c3acU6yjT2/PloeGRB9WGJsAX77hTfLXTUNUwLQRu1fkk8ab+FZ
Se8gFN26Lq6XI4jluRUgTWOmfvl5tlUHSKuUc29EF1eBpENSflZdvJPnwhWT58YAoKQNX5Tksy1L
vL8ToHBIvnbGMZT+ue1oK9e44IJGYh6vJW9aPuLygUmNyfQBZNTHLj/4H1I0+eZ/ouyBi/sYtsNd
NqsJI75ne/ynNKKPlVa7k/l7iI63f8l10OKHkPqy/SKVXwomVGMdV1Cf5V6VJPUx0WZczrZqV0m7
7iQbsXZoQtM/5Hm7lQ6vHDyWxXNZiELDdXDpXtqcxqYax7mXzBIiv6eqc+t017T3txe4ZgaGCHCc
Yg6A2telmUzihpDHKvdkI01JgqEX1ovHOg3daOtlvraXJomoATwP5LUiQue7D8aZaAU4JR/MWEMI
ZADw6npP88+wtYAzqL4bW4LnKykQMHwuUsGOBzx2iW6c7XQCGhLmXlrdG3J1lIZXi4XFP5CK0NBf
Tk8pvHCBZyh3w8Yw6BVMljj83vby8c5wjN+CZMsRm/7lhKdGoZYZfE+rdu9Hu6r42I2/iv4YbIl9
bdpdBAx/LuMkLrDr2ObRGpx91jwX4b3y4OBHhebOHRxT048CEunbnrQWQFDOpGskmi1UDC+PN1aL
Oe+nmk9FqmM3TPKYNiblA6Upttoga55EBw18IFTdbPPCk0J9GhigQcYvMiD2Q4JAOnWM/0ORP8zH
wmnjQ2xaHZRHebXxuVxJdoljfWd6qVM1ZNWcgj3NvcA0XC3RXxzzRzscFYRKe729V1pzB+xphsvr
szPteWoM40Okfh3r9NE369PUPlOzvVOfzYoHx+0DuComLn/b4ugtPdIs5tA5eudBtfaNcheEIKMF
SckxmJ4dtJNdlDJHx71tWGz35ZXNnvBgp4QpII/GIoa0dWs6UjIQqvJTFxVuMT3N2bFI81O4q2Jn
V8/NhsVrXxMqFBwFODTqLMvWIfTao9pBAOPF6Yy8cx2cfUdGMiys7m4v7To8vjdEnXTh1LXWqHrS
Agzq7bOfWF8DGEFq3XZr+XDb0vWrUFgSIESUeURr4tISrPEDT1e61k4X/uRJ37l9moUbieKKi1xa
WbhI05ld2Jo9EBTL4YZvoRJ4darKJY12p2LehUZ9UDrIfKUDNMLNrjT0jYLI6tFRahS8qcD2337h
u1vA0IdZGsWOWs4L1bFaeZTVl9tbef26YZHQcYp+gsG7TWz1OxNToulV3MmYaA2c76sSf3aazo3q
BxsWuNu2Vh3knS2x3He2Qr+t7DLAVguNgXaYlNANqsN/eLBdLmmRbNqBXWfZpBSeGf22w5h6xqeU
soFkbg7JX3/Ml5YWYXzqkiwvUxWURlecOit/jK2x3iFWtlNB/PX50Z+Up0kLNpDfW2e2COnNAAl/
arLAetYfU1+/s+J+bwx3PG2Qb99AP66vkbBhoU4FiF4c6rtDa5QxAENoYGz87Uf/GCg7oiOHfyhZ
5FrPozJseMn66v41uDi+fKYtPVVsqmL8RImvsSu3uff1J/PTbW9c/76h+/rflS1Oz+y5hkPYW7w4
8rovhmT/NbWHIf4x1f1pHu4ccjwn6e55RvRIrGwYXw1h74wvzhC+uFThiVB6wDfzXVQ2yU4yEgqA
NQCnXWBO3yxlosYJ2sk6xIkDo5NWRV9904z3ZhbnD3YrwXMlwSy58ctE8Ly8oXBqMeYliPnpLS4i
gqFljRNNBJ3QPkX6N5R/NX90zc/N4LbydxXVe7s8/SebKFNDCayLkZRLJ3NSJF8bYyQyHCfZOPjO
t776rNonU/skDS/B/DpWG3Fvbf9hbUHylyoAIweL4F4qSuP3GbFoLvPn0HEeW2U63F7V2pdDKZs2
rSgfXY2bDnI6dkNu41/WXcunOWTnsBvcQX7O/HQXtj8qfaObsurS700uvh1thjIyznz2sfsmt6Or
1D6ZngKhvAPtdCbDIdnsdQce1eiT3XwKJ/9P+WqgqEAW5t9FLz4qJ6iiNtIlUKj60WofksQI4XVo
domVnSlX7OctfgdxaSzdVQXByYMfzixjmd7oMuVF02fJenrX9b4bZnfUVTdyqLWbi+FX+MEAWFMJ
XGRt45zn9tiDrR2Nf9DU9FFzQb0mMLa+A+F1y8W8LYRnNGOwyxem3AfhTBuJxCZI97b6zXFTpXAV
BJVhSz+pP/vicwtZ720/Xakg8Arh6crVTN+FQabLr0+e9LKWZr3wgi+S9EAvLtvFf8kQZOT5XjtN
yrir/vGjY1Wdqskd9X3TbURD4RTLZeuihMswvyizLu4YrRu1AbnF0kvJv9v0Ker0HaK6bhadVO2x
DLYUdNfsQQ3KI55aBce6OM5saIxeCrTSs8f2pahf9CJ6zNNveRmC53Tuxqb9eHuL15yUrJ9M663Q
v8SGKKVRFk4RVp6KYtKHQZ26+3SwHtJ6Uu5uW7oCy4oPEN0W8cSgZcJA1eVhKvWc5DYksgDNvxdS
7Pr2t9h/jH0LRXfpWFbGQ5y33Ggb8XTVid7bXVwbjW7PYqCmAtE1HvVs32e2KzmQ27+wqwoUzRXq
PcG3ID0qnyD/N4unOmjdbsuVRIRbuBLdXujtmCZ3BHPR5fJ7M0bpdOBnJM6wZ7g7RldbgVtGE1ob
xUZutBZvYWNCvAL059uQ/KW1ZOqzqRmxplMMIm+mUh99nw26pNZ8L8dwI86Pks3kbzIdJiO9aytr
4yesrFfwowIF4ramUbv4dhM9zTN7yBqvGz4J90UrZLoPlacYas/bnrXy0dCk4psB3iRYodTLtUZ6
KM8oHTXeYH9opXGvpY+N3Lr5/FCPd214f9vatR8LHi2Q/2Dc6JFSl7o0h5ZVmDRZGXpp8ENN+31y
Z9uuAz12qlq7CMHmsvzgKxtefHVlC6OKSg4C0ILn8mI3IynJHaMdQk9O5OQw92ruSRNgb6uvk8c8
UwuXKbvE7bTmqUnmaKMOdnWWVN5EwQT6NcGRuASWhKlvzsUohhLTLPYGpgrdRM/8g1NZ9UMwBOYu
mbpsI9+7SoTIgRD4YwSChA9o1eKDicdSt9McvFGhym7lK9/Hpt8aFVhZGCBsgeAH/k2vWfz3d28I
LbHt2S6Zg+T8PkdatTOnZzrHUqU/K1t60WuOA3QKzjeFxItHyyIA9p082UausIvx17ozef59sKpT
eg6SfXrO2vluLF83fFX8yYugI/bwnclF7AvUXmJKVuxhOX5iWpfGS+tGo7E3p5ZxTJ7TUXvs/PGj
PKJvYbmz/polyen2rxAHdfUjuMjF1ACiVstpxr6J53JS2eQmnHZpNruR9XGGs+O2leuQJ9b6zszC
X6akzXMK15xlc1KLGtriYucg86xEH6P9o9Lt8+JTPe8gArpt+CoFW9hdxINCzQYJNn0mkdXX0EaY
a9TdIdpl9Raf9v9nhQxxA4WCQ9xYrNCZ5aDNZ6YKExtFkKiEF50cKHKdufisxErkAiz/rpTTr6KN
MlcrHOAxYf4XvFLm85+vmeKMBTEtFJNXo31JHY75VLFmMBgPRnSw7f7gDPNO2rCzFgMgKIQZS7PE
5bnY285B+akp7NAzkrI5dYX61Rr0aiPQXN0fHOB7I4sgEGeFEmuTwWLq5NUc3OJXic5voMCGEZV7
s+xi9z/sHiVC3niCyVBbXFhdk2jRqLIqR35Opu+OVbqW6bbq59tmrrsILOyNiYehLm7iJXDINgIT
9NcQeUW/D60TZW03jh96GQmPz3O1m1RXelaZDrhtdm07ecAKzCNTDgyoXsbUQI/y3IDP2kvku3A8
Ukq2fta+Kxe7ofhTAlp6nfRV/7W18I+hC/0kyrClFKU7QHO7CYVa88D3FhbOEfijOo0TFhzGrCTm
qtJuA8axFh5Fb1hwTII1WE6epCg82JM4JWbV3NH8YRilmzd/WrB926h/jSwuAlmtDUmWWEYYvOgd
7yW52jEPc7h99Oub9a+VxdGnvpPmkz5F3pwYu6j7uFlB3TKwOG9fNwsmNGZIBNQAwtSPDTLx/7cl
LM5bq9uWNbCEzuILcZhQjDaa9OI3Lq9DlWSO4MltSGJ1+X1IihImqs1RVIrlVup0yGP74DQ/qnLj
NFY/RPFyRnUXuMdyzqg3YCuoMjH7bev3iMJ8cbSnRvtEVOd1ozz2yXR3e+9WPfmdwcXKBnmyYpMn
q6dYLwEgiqp+HMytwcAr3gLxzZMTymiQgDGFqvdy/+Dwz0a1MSMvnY7Dx/lXtjers+M/zOVHI9W9
SftCfz15kn4FYUnVeX97jeL8l6f33vrCxZswhduHDp0nN39rvc0wuwyVxaM9vGbTf4luFF1IvIED
wU+zsOWERWjkvi683XR2RTJke+bjzI0VrX1TXOGCr8XEE8xFidMAaqMYpRZ5SEHdOU78MCECfHvT
1lyeERcmBIGpiWLV5ZHlbdMZCEtEXiTLOx2B6W/m9AWa9dtWVt5IwE00QIs6FE8g7i+tDLYWqW3g
YwWNynxHjnJEDNqlfYTOy26eelcLNwkKxe4s/eG90cXSkA0zSt3EaDb9oHw5+PIOtOpXU3k1g+lI
o+7e36KIWX1IiAqCCcIH6rslhCsxUAIomjD2rHEkzT0hyWZNEayuIc3Tj3QOdjE0nsNWBeNKr0h8
eYx4MvNOFYPX6CI2Fk1ToYKO72vExUinM9BlqmuhfkUNowo+TF8l5anyqwdVaCS66s/svq+O9Wts
/kW3dMOn1k5bsPJAGsZE4BUQRW2aJpIrNl4dXiohHaLZtAndGhpA6LoBlEI9u2FyLaCK4VO+FfCP
V2ieMoiTCDRP7CHz8GCiTWd1j3CVVaFzDJ6zn7e9eTV7Y3RJzKSKZS7Dd6R0nVR0aez1GkSemeka
Zvs78PvdpCNSnlTP4jrXnOQx8L9Hzda0z+pjg7qnIqpIYDCX6NKwKRNpDJrYq9vxTh4+Mtr5K0JP
o0AEb3hpa9fYv2xRbq9uMPsKBQxFV5oul18wE5l52cdD7BnGF2f27xCuzh1P1/+W7vt6U4997boS
CG54FshSqVJdWoNN3oEOsY+9IkvdMTxWEDy5VXgX2Qfzvv8yaifgkcWXxnpUqYjCIHD7gFcd+J15
sRnvag+J5fizgeiipz7qE3IwjErmj5b1F6lAaRq7asuf1iLV++Uubud4tAcloVfg5Y32GsfWKS+z
+9Z+9gvT9Y17f/wQaDs13cpCNnbZVi+XqfZ9OfcNywySaCdLP/r+qa42sttVv+F2oUwlSK2WIpay
XghZ0yn2kuKU6R9ncJxO80kbHo3pCSD0xvNt7cIU0+7/a21xcPNQmXlqsyJfz7pDYlg1cbDbqmqu
WRHYZ8E+JvxzcVxNGdJ6QH3TQwzOFVP1f0yYJcI5XQ3oCFB9FjS3lydjIHKi65FDONNfu/RZK39n
W9nS6pXx3sbyytBqyGAbn9O3ESHqShdN8mPhp6c2mO5Kf36QuuYuGtqP6Mg92U74oR8QtUrHvTRP
J02pDoFiv8zdk7SV56+5JcMbGsUFCBqvGNCapJEnKQsS5v3rfa2cMqtw460h1Cuxxrct/tfK203+
7hvXe78xoNdJPKW+j+LfyhjeWfadw/c+Tv3zCO1SaDqu2pdunIMV0oa7UHEzf0JstNylc/bXIFm7
vGtPml8c57Ll3abfJZV0CP4faWe2GzeydOsnIsB5uGVNklyypbbloW8Id2+Z8zzz6f+PBk67KpUo
wj6NvjOgqExGRkZGrFgraQ6dY3zw1OYxqLOPXhr4Q1sfbocoSd7G7AnTfeSFPCJEfpNKG2kN5R00
cdUCWBgOFSPa6QyXbrH5yVIaJofp8XGf0yoVU928m8xpgrzprHb1XelmH9oGibiDB91D+tIb+3ZA
MCVz9rfXJ3EC/J9JfGaNmFh7c8bmrNHtvI3PIRXtZoiOhg2io1w2qlgbZsQMew7NtO3zjhdL9xAN
yX7FF3WQq//+YuhL8M6D/AahnDWgXPgaH7LXEmDO5xb/OfTq6+brW+IOtD1+WVjXeWGhVryyM1ve
xtlSvIOr+CF3p2PTzJ+XXj3eXowkoiNaCCcrNV1SXZERO2gWpmZ1Hvp6dkiHeO/OmnHIpmXfJ4fJ
brPTgPrWbZOSlx0meVquM4WkW8I7KB5h3NM89m+cDgVIqSYdD0kPNssr7ij+bFwiW9aEa5HuCTp7
ih6fO2eZTkHoeHsl90Do59NrbyEhizrv1tNZknGsc8jg9UhgVzLj6+/XVmalhyUv57rR/yrG6KiF
wU7plLtp0Q51pcRreVCZtog7pG7DRCg3zTrTJ3I/ZXreBFZrURVKxn8nazl5erQf06zcpfTyb39E
2VFjQpipcZyH6orwBlSpPJpuykvTStRTUj50S3rI643Wpiw3ZqDjlxXhqI31AFR2YSMjsz8xKXks
v0fDyXbPmvF3lp8KB9UgO/LDdt61v6vlwZUCycLKuIIuKleL4KaIhii2VdOGM5bXJXz+ffyR8PeF
HNwxgrYbRv5+GP+w1L83g8i6N8KDmVMNoBOYObevSOUzuK3jzWhpn9uq/p5HjK9OurdFqC9zuUsj
QorWWXlWWhXwuVi7p6SaRibn6cntf9z2NtkhphsKkw8Ed4zBC2ZmtDKLrGctU3K2m/mkhoqvA6hi
2k9JtjKWn/i2Nzt3YU3ICKPU6QM3pbyWRCN8MVpQdvs5CjVmGDtkTnt9OORq2n0qGbNanGZYkQ3j
+74vrP2o5e1+LMYXN0VZ/PYmSD/or58lQuTcpSkdoIJU/eJQ2Y0MQx7TRm02rMhiF8gYOJqJXGy2
4JZDX0xd19d80cr8WGbpUZkCP9ZH3+7haDb9Sjcfui1GScn3RfiB6SXyRKjxxGl2rYu0tQRB5EL5
oRvSd21bPfU94xDdCmmIwrvbWymJXlf2hEvBcfOprmvs8ZX9iG63Ez7O9R/E4ysrQoyMGGgsIw0r
lfdoTmgQ/4BJqbc33mTStRCiQDOtOyfyj5mwvKZqTfESybu7zErudV91N5zi7WyQBrk1YkAwW6vw
xHnChvWwiNupSSBukz45FmF83ypR+NR25WFOYs2P06I8lk75Ix3S9JzYNZViI/wyN8Zy3079Fsbw
J15AOKL8HrghoRJjCEAsYNihFZt5xvUTetm7wq4f1PB7lQZf4jg9epHt25VxSo3inpk7xnt8HkW+
mx1RWD85abqS/39TE/uf204ldWJquGiqW+ssphA2kM2sOnX2uKyq8mHI9Dt1Gfw6su41qNybpDzd
Nme/je/cSit3FjCVtfdwnWRoidUFqHGQuSFDz9zMuM+Mr8awUeuVBB2skKeBKgNVIMp3161pJv1C
CRTZ7h7lG8vZMWC5VWOUZKFXVoT4DjDFLUwdQpXGe3DccWe2xilYnlo18S14OLt4I7GQf6pfqxI+
leG0CTl2TInG6t4ldvWSZn9X2ZNqQwEdNRsZ6M3FMaorJBK51pg8zKlmJobO5H3qx+DK1a99+SHV
o93mE+8na8CbswH4hasf6SkqUdeOMZjuVDY19rwujA9J7tRIqETlbq5TxZ+HIvnUwx2CJlSaHeoE
YHvo1l8nox2R1Y5N2L3aAM5dtt7s6h/zRMUzjCCmWOIh3+F03m6Zxu9W1iJipRWfo2hO906eBO8o
F7l+GxkQIqVzQKVtiefPXl8Fu0ELow/LGGp7RKDTXVVnUFnWA8Mz3lTuzMmezloE5tWEBP6ghaPi
F2ZjgzU1jI1AJj00oDooegKTgTfgem84TG5PmSBhgPNZC8/GfJepA+pNf3I2L8wI/mwPXWOXM2bC
JDg0xkszOrtQf5qSz7djgDT2/7Ijig7ooTEbgY4dBx2RKUbz+bGkJnfbiPSwUJOwCGwADMVYa7Zj
3zHQSxmu+cvLVAQ2eiYVXN95tbfglFJTDjPz67satiPh82TAAJUYeZQznCsGSIOidfzcQQaueqjt
P4lsPJV4hzIzDirt2hX0ZcgDc6Ts3/dkrW1qOsg8By+39076gS6MCI6ATH3eOCpJfjG976xXq3yo
4mgjvkg3DX2mVeLSZaBU2LSQlzaJAZkxA2rR0vhLpvmMJPuleh63dN5k9SNEp4AVI4JCQmAJt05Y
wRmzEF2YsE9M+I2W985Yq6cQDZZ9OPfxjkb4o+nO5n7up8qfXK36A59fa4nAeiimUk+6/m62G1VF
2tAvqcNuX6S27xT/1MbGd5M1v5l1YjeRpKLxJza/jRpUbQRh3rka32UqM3+8ds9d9zT1mZ/rNUy8
zD6V5s5gw9P8Oend42h1/mQ9OWjR/b4TEXDpPQNMXc/G9Yr7MrGDKeK3aFBB7kmL612ZZR+GdosZ
Q+atDNGDJ/KYO+fZeG0I6sJAZwo8Pg+L/roEhXcwYqXfx5yLw+0lSV4ZXE4rIYQHX9tbmG3ZTVHl
QDUWlOnLUPXnav5QqPfRou/a9msZPSnLliib7BpmB3+KGq+EoMIuWlOfTk078bBJw2N+13iFz2jg
HOq7YA79YAtEKLtpLs0JbhrlXak3msYTI3buNS//hEAM1Wmt9hs1vv+D3fy1NFEAYNBLcHUDS3PL
z4De/GiEfcJDrA0KjGcjWvbqVgNR1jQFXEuOQQEIoLLok0VXx8kSq7w6pqOlpUi607r7y9Wmg+vl
fpbsI/SqP9Tx1mygLB9lcBoaQRoKK9bu2kULTbcHVElIsus4/EHBoNutUkl/EGMurQiPYBh+lnEY
WR2cJXeVsa+i5Lh0W5RxMhe5tCI8qvIMkoceMfSzo89/661v6MsDIxq72Nzqj8gONp1/RhS4VHk1
CXddi3NEpkq+G5AT37V5/g+gJXUHDe4fFCmYRCC/AuDCbS2SSEy1mw/BmvnYi9sd8iWN9llbbw3v
S73glxWxhKzPoaMYJq8SxXiFrGznWMpGzJW+MGlZAP+lUeK+YRDviiDVjI7KllUfPPcUdsfyRVXe
1yG0EO+87rWf7uf/gYyz5q9JWOyyZZeX93r7dPtky+52iNkJkjQb8PbVhS46Acai9J1TV6Cg0vt4
DI9ReV/H7wd7PhrRFj5J5o4gPIiQjA4BARYiluI0TVc1tAKGID8N7e5bnoW7eLA3dla6JBimmThn
wlQTOZ+aurMzlKYB8lDrX9SzY31NGyow1rcmuLu9ezK3R04S5guYH9fs9Xr3chS/onRFXBVT85dd
W39FZXdnKa9/YIU6BBAOYFEMr11bmSP+agcq/Jx38EfwsBo/OvOWir20AsN0I12nn+TFnnB99WOq
tlNGH2NqDjUlDQMqVcv7lNruLi88P5vvvPxkRyegr35hPCiqc7y9TJl7wIICAynQHBfi4etlpmqT
6MPMZjpN0gP68o7Izcx7BuAbP1TCaGPE/a25ldWKVGTF5NGXF3Z16ZUgrzwy526qd0PHDFc9IkH7
qFrVxu0ptUQcptHgIjnlrF50ccaW3nPCugGvMYxUUrIe7LEaN4cJIEzwu2ojVIdUJE0YhQFVxjig
GPJdpSpai1w9HelJJ5qR3BVlDimfHXu+66Tu6Xc/2rU9IaNbVk7vduhpYiiAyLwfRvED/9+E2r49
aKsZiNyYH+BtIFKqdU0dloMJLoT1fafD/lS02XslzLYg75KGEGR1VIm5xwghpjhHFBRu7hYh69Gy
wtfDaOfkqm+TCNdhQs4INZKX3GUtII72e1/dd5VzuL2hksSHX7CyMsH+bBtv2HTUojURWsNbsvjQ
NRVyqKRbyT6sc45k5AdmtBuQqzHrg7XZvJdtM7IMvPTWTX4j0mw5rLaaOipJvXKwmjv3WwU4jqoO
8NV9NP87zfvaGnYMWRvsRJ8yVxE8JLn+ZWMP1iTrusJEFZiHJrjIde5Q1INVvbwcg4KvEBYdkDhz
10JSPaWHtQloBw/9gFJ1f46WjYeu9OtT6YSwASJfUJnCSxfxdtCSCqfHVCxfbf6F/OUQRdNJ96Zj
H5WPSVc8ZfFR1waMZ39bxbylwvH28mLlPJFWrCD9axER2lRDUCeRyuNzHt/DFnvUvfYfbrQvsCU/
toP5bWOn1yj3ZqcpT9ADhajV0IWg2y8wKHnoPJ4btdyDr3iIlTH058r9y3pxk12rfmmme4vxQD9V
/7ltW7rUtQMKYo9zLY4FOoT0IHA0jlq0d1GwhnEEYXBfiftdvdVGfJvPrW2FX7bWEH0RgnN7McLZ
MRk8791/O8/0Y0356/Zy1p16s5MgHVeaRDZTLC3NRTPwjOXLLVyQRqcc3OlUDkxPaK+x8ugqvV+W
v51+sCq2D6ks5k5w2OtVGfYyq9Fic7FYnA/7b+Drmt7vb69L+pkujKz/frF1SVNWi1k5pMK5Vx4S
zw4Pg6f6S5smfuV0kd/Um8RIshuTnrj6E7KqgwC/ttkkiN4puZWcJ/1zoUa+m352pr9L+p+/vzYG
canzGLDukTFe24kZD6n0Bu+fWMmeBvFwngNrQHNuiHf6mP4PaKm2YVNS4aK8RW2Y+Yr1pnmTDgTR
MOceqMMRqZUv0/xkR2BU4nBnFN5uyh7c+jl3NkaTZBtq0uBErwg3wTuvFwr72zAYrp6coXZQlF2Q
UFxSnsxyS0hL5iyXdgRnWVIbumeIEs/D1Pyjlh/bNDp5XxjuOs5K4G0k+qsXiCeOIVRayWuhx3aF
r4eusD4VY56e6+XvMQwgyZ38SvnYKw96F+3m6fW2s8gux0tzwh5W3Ik0xgsggKPll+Ozy5jI5pSa
LIpcGhE2sPXQk8matcU5eIDxn4Ix22vTszXtPfeQou+pbmJgZJftpUnhsBVKN01NgcmwPBXNXRJ+
ZirUHyjvKM2Xrj1p1tdkMZ9vb6bUIS++nXDvVEyYTXmXpTzSGDrQ/nK44TXtw9JvNRfeskaskske
XdyVCZFMXyjo9K2eBt1SpoysnBqb4You88PRq30u9w+zEp9iyz5MaPQ26T2yjUctXw7lR4t5iEUt
36lBv5FkyNyIySz02ldQ3ButhUnLOkuxmvQ8q4+O+ULCvIn8kW3uz9c8VWxk18Qlm+hEx1NmpWfe
T742/FhHtcPW9nVta3dl7koVmxq2g3op8zrXcQVSc0+pFzs9l5lvRvfhoL3rihCJ6sxvigdjST9t
Uvivf1I89esg8frfKu0gvDgGx5jV1jDTc2NMfkKGvtnglOBz1vnN9S7nYUi8FAJL03jBGNfU493w
g43OaaI8rsjecY94xPJOq7qdalAVfAHyeGjHY29vdI+lS+Ri/0nTsAI1r3e1jpSpykNuiLR3i2NU
KS+FF2yB32V+yPviPyPCCTSjeA4ZAiLXD4qj0aR+40y77THMDTM/b8OL9CFsa69zDVL5rNXvw+mZ
Osrdth9KrdDEXyfqAaOJyVdVeaOr5QaLWQBxFZoLoVChfVe8fmvYQ3bp8LAG4MyU74q/vP42ldfT
c3BJTSol240QIUcebSjTiniSedqpb0PVD6tog3ZLeqKhCmCEEHeEqPHaahhbVIfV9f5u7mfFQTvl
een5XPUfLW9l0WAUTmUwQqgfGHyupliXB+TnLjGcOyZqrISnQWwc83KG6mIrH5J+uguLwnlWgTqj
BkESW6fzvVGf+hleG2sj/5F+NYcXAAMCK3W3cAmsKkRBN+Afqf0VXF17tIJ7bfxcV1w+zdPtq016
eteirkE1zSUsXn+rLsqanIorLVln7J7CXFc+lHndH25bkXoE6C+ERHDFN/z9gwXfah25lK/0ekdh
fwfwHmqpp3JLwtyQxXhGdBG5g/RjHWK5Xo+Kwy86CfnZbUf3W6ek1n4OYK2lIxs9BCvKOFlC3qvh
ck7qRN8xjBL5ptnb76pBOVBis/dqlpt39aS9RIrmMB2lZ0fUPrJ7bTYYDQiqZY/2Cjoz3WQdmSdR
fTem1FIu2V9D3oy+k/bR3oz06sOQ8DvCqdfgd6niuykb411pA0xQS3s+0FNOT0OZR+9C/rJvJLTc
PYZlN27w9bCJN9DK/sTji1kzUorrDWEwunZLa1l1RtOPc2d+5A1tP2cpSrF1FUbfIqXZkvaVm1wF
BXg3ANEU/DfOtVQ1EpRyqn3ptQ+T8y1sXhUjvB+tl9t+JfNe+AI8EL1U3BjkuF5cagFlb0sWZ9Zu
TCsx/dQE9cYGSp9AdB1+jiAwkCKW86hyNFqvzAj/uPrd1H1JveZJpbvtTafau8uL0Vez2u/jT7fX
JqlxE5sv7Ap3XsxfVQaP3CEqlcof1fRlQZTmQ2XBQJ5PYfEcFmECi+I470fXUu4DXftahJqxn+a8
uqfj9PuUM/wgmFcAuFNtg1vwereVttU61Lfw6QQYanOf5aDB80PP6m8vXRYuSLeRoFYRoebJdG0o
jsw59VonPcMNpFJG1LrOd75Hr7etSDOnFSXC5M+qIyZSw2WWkybDOKTnwfm3OVAIycz+m1J0d+g+
wOJDeWd2H60Bwk+YEpzMH4ot9iBZpOehTj2fGAvaSjicgzEw96IHRCsUOROGrxp4Uar684yIZWuT
LJYbOyu7v7iVeVgzGE8iLIR7SguxqeWIOmkxXBmeGv8P9Or7PN16WkvsaNzIqC/Q1kJzVrDTmoNT
2N6QnfPqBzAfJgaqceOWlDgJLSZQ8BgA7ytyQ4ZxmrqKvcoFZc5xHh5XoGurvm6DfNYrQ4igawMQ
DTiEzGjjCt5IdWQwopaOVpK8OOODMc67ha6+BxOsGu0Le5/Fu6Y8jBkStP/+QeJ7ZXzd6IuMFF6Q
Jak49+dsDE6NdRhV/eQux9snQRKwr4wIX2vqode0K4xY1SfCdq78pU5fIPX2Nt7RsnYBzUf8nMeG
hTKhsJVRoPZOpjA9XwFQNnyY3oMUfGv3uc0OYe1Xme/Y+Yfc2QCFy1zl0qyQFOi20mZWTIPcSZxj
N4EGSyf9rNn9d3uItgjkJGeaNUKmub7h1yHv6y9m88FCw2KNqW7fJ+2JXFsrwmN251nH1jn9/pfj
niW151DDDiD0Bc04CKxqRXC2qL8nSNzwwj205XOsTowkb5w46coujAlfL8+gAwgGcBNGNL+3nPYx
7L/ZzrCPmxrlrPQ4mlvMPtIPB20lsP21vyAWzdyQzL8qQCUmLc3Iuaq7U28D6CsaU/MTwFl3t7dT
bo9nGaq44MhFFKSXKJnpDeD5Qu3+7/skIUROW+IssnudKg/dzrWcSk4snDY1nkK9dUoeZdpntarQ
fkBkIf6o118j837s70M98rMsIJF8rc27vPlye42y0HxpXsiZ5iKelyyoYDtAVMIHtYf0xfKRnu9f
t+1IMnGWuerf8PgkcRUOXYUEeQgWAGyk8c1UrXdG0t01OSzW32vtKUvyw9D9trSDBknlhUnh6IXg
G+jTAIYEsNTuGfN7NTv6nrldb6xNFjAvDQlROTRyZdFyPuGcNCcULPYVYmudix6aYde+Aq/B7b1c
f7h4BV3aE1xmiZUAVObql8w6xeZfvfu/2wbkTvHrYwlOoY69pwWrgeqT1Ue7qvxoWhtBeMsf1uhy
cZPVCRipocbvih6CpCx+Nvt2r6pPDH8aaQaFzA8j2qr4SZfFI4QXpw3pgCU4RFCrabBoa9modf6Z
gyHdBVrwOE1bQ9DS72OQhazTkSs4/HptVp1ZbtGtrdjpxe7vFOvjH3wexhfQfIQvCXbS678fR31J
sk+7bmQMLbdo/NBoV4fyeNuMrPwMZPCXHSHDD9Q5VeyRyoOiYSo45injwWD1f/DAOI2OTtepNndZ
434Ddtj5RftkpeBD9Omcr6ObwLpv/yBZPKbovJYN1slTseuqQCapWAu/J/Fe2uqfjhTPHJ/MdCMv
kbrJhRnheOWhPXYMVlFwKQ5gYndopu2ybKtbvmVFOGPOZM5FVLIYA/K9fazYz31cDP7meKj0oEHq
h6/wpqH4fO0seGiwLJwlCGYC710ye+7OyCFfrVMUKsp+bE6N17r3pV7vFa3ZWqUsSeBuo6oJ7BEq
ZiFJSCI6GEZOlzLL5kPjdPex1e3Gdjjm1Se9PZW/P/C3Vsh+2ROuGW9iXsdRsOfAV2Qq6a6kTGZX
X2474rpnYgC+tCIEkrJqtQIKPS4ze2IPvcel9T7YXfcweNVdkv5+UY7OPDMM0Nau4F4hnIDd8+aE
/8+Nuai7Mg+nnTFpy/72mmSFDepCzEPAcuwhPCWYqcqSppZKVKmtEpXdO6XcN/quccfTYhf7Ocv2
zNXvGQ7bCDOyU31pVzhuFRwzCnAAULH5e284dXl79BhwpbB2e4GyA3dpR4iaijcW3bCuT28zP1G+
q6F6cFPN/wMrEKqufPYQZYtvmrGC5H2yFLrIXnUaAS7bubndapU64IUV0c09yBnUBeIYS/tsQ8vT
IWE4ZuqhnF9b4+X2iqS24FGFcI3BIwDS1wFEAVppzhTTzrQFLZjiIXkx0ljdo16bnEh7LDLxtD3d
Nir7WEyJrkGLG0gToexhEWg4ArLkmvlKlWmXDczC/UmgN0ntVz5AyPlFqFbAclHUpis+mdr7wVLf
h531fpq9jfRQuhYgcSu9EdUr8VUWjsbUV11Fr1/NV2QNDJVw/W/03aRG4J5n8Ag6eJZ0/ZWMwaRj
qY6shdpV/T7JC7Q+4t3tr/KTa0cMfPChc/lCnQBBjuAL6tyarWPE2VltkDzPhmXcNYv2TZtLtfWX
wA5IEHJKyXYbHaagd3cgtKtdaYIgUrvggS5MtTOcuTgl5qgAEbQ9P+QBtB+MBdaRaWBqajaWT7d/
tewOYg4YnJjKNQg87XpruiFJwqEh7Qvtd33/wjj4B70dfG9YWY1eR6M53LYn+xQMOTNFudLVE0mv
7dVqWJa9Rgs0Rz9wP6DA8s4ApOB7TbIliSI3xXjwOs6qApu9NrVkY6+BTOd6RbOuzZ1dBEeSt4Wt
lEVo+OL/s7JGiItcvTHoj2QmVlq92LspZNtztvP674vdf/yDreNL2WweBkXwVKtrMIevbHhd/N2C
oD183izgSRfDyAC1O1hM6JVfL8bO+nrOOm5TK3mZoeR0YOm0vefNTESWd8Eh+J8d4UCaXpsq+sK1
lvfGwarinanUu1qBjGVyd9Gs7jwImKZoYwOltzhzLEAomMxYNTSvlzfHodXOI7fcDINzlH0YoRUL
q900jHd2EcPh9q8eOjtof7boVdc//CY0kOIBPyU9Rxvr2nBV6gk6NUTsLElQSviBoMsfXK2rQsz/
s7Aehgs3BPVsNlFLJjsFL8z0ByjvjP3n2w4ou+xAuNCuBtgJxEBYRUv9f44VEINp5R6XcvQn80MQ
nhwTNCuK8LeNSbcMHA21D2YwALFeLyiyGQIPZ+4fN1RRpM6Lp7LMNkYFfjIriN+FP01KR6uVqCQY
cSa7GbsmoU1jPXvoMEIh2cYPx8n9ruiHrvxsfkzMnZp9CZpDMvtWS+8Rd5n2FewuqV4cby9Ztr8M
aeKg0MGjqiGcvl7plnnKwL0NanEo8md9KPezl/pu/jxuqonKoiN8bgboQAQv6Ahe728ZQKoCPSsu
eY+Oul97j4zVbHxD2TFfD9sqlQR7m5icz5pXBRPj7Oe+QxwqAeieZ4eqUf100BqWle2NnHawpUwb
hmXOA3xp1WdjH6n6Xi+us9NOq2msntWx+FjwzcYpvf+Dj3VhQghhaQ+bmxLwEFbdHYS0HzXrMTGa
Y4GA9OQYu/8/Y8LJy12GvBQL9IaRHdOxOjehbzTxMTSnM6wNG8ZkKcHl5gmhROknrU2CFSrCbK2V
LXsbcodszA9O8L7NikOm64fby/vpCG/OIUV5ask/Z+qFLCQvvQYUQEs/peUZ5xdzXva7VsnJj9RI
V74UdtEkfuYiK+arvQbIL9Habl/Opf6PmXcQwcfQIFYMdET9vwzOt0/5nMYJkxRzfKwWZuzKoBlf
Q6/JY99pA/VTNDlxsI46BE99prkBh3to4kclzaaNF6r0oKH1DuoZNLctpiFAltK0Ry36HCIoz5Mq
7O5GbauUIDViQtZFcx90tcisHYRLqM4zoUMJUl9fAKjXvmp+v/2ZpKcKcPNavSOX/tkkvrhjciUr
bCsFUKqPQfwudpb5UE7W7xPEAY9zVMy4DIMiLHR9dhPXS2OUO3m+eS9p8t6JGr+LNm4y6UoubAjB
T0Vl0CxiXh3tmEOsWxaKX8duu7+9X7J4vrLcISICEOANv8I0z9FsZ4AoszifEUDv213mFMu9Mizl
O2VUz7rFpPxtmzJHuLS5/vvFN9J6tUjaDiREXYzHRa0ec2pLbTP90dIY4Wban0aC2LTW4rZtxhHY
QWQa+8BN9nVi7nW1ePJ6FWGdDeJH2aKovCAtDxoVNhFhUc5UhGHW8bKqyydQ6BQorIOSlIfbWyf7
XDDN0IYHEcUFLFipYqOw8kFh6yymExmWQcyw8N4Nan6uyi1BY+mSQKzROlvBy2+u3yXmvbAAEAkQ
4NXQMR8dv7f/ZEUXRoRrULHtgCepzv1bTrtkQBolPi4G04mBuzf659vbJ18R7SswhuvMxfq2uPC8
cmYWoY5wiUFtVhj9FDf+MP3BS54ptv+MrN/wwkhSeukI1w+kwNBpJEtwigdrb6nxhntvrUW4j4Z8
mduwAWg9WsmuYtjHzdtTvDW8IYtCF4t5yzprIZBcsxjXandD38KOv9FIkq5j5ajh8Kg6R/V6u6wx
sMrAWV06ge7E+ydJUphPttI8qRWb2SgGjFfEjPCm14q6Q8aLdVjqj6J5DBn0Il/fSOm2jAifpIoz
uBUzF7j/in23Hlcxj80pjdVHxTwEnDGTemCc9Lc69Eh5uG0OyCiPvhj9j8I4IehXb2mzb1kRbh9t
duMoGiPCmfZY7JtEI7N5GoaN8yi3wrAVMBwqIOIcdDPwmEALITu3VnGnRw9p5x2N7OSV32+f+3Xj
3+7ZLzuCj4VuDFFYlWbnVc1N93ZqhbLDCG2egwSF8U8GXcTm/S0b6FxZDbh4tPVuVYUkocshWUUY
NTsXy9OyYg1hSFPa+6zb/RxgVf3WfK2WTzUkO7VhHm6vWFpH4KENnAmALqDN1VcvopCdqlrrJVR9
KzOAblvNTmY8v3eG9pCDbJo/9FboA8Ugpyw2ApPko9IyRZmIKwrYjFhBXyItmqepzs7JaN3xzjf7
+pild0Vyur1EuR2XRjDUH/BVCyusF6VKaq3Jzq6pvExm+30YnftiDh9K8tyNky25d1nTL1tCTNfr
1JpLB1tDTRzM427wdSN5arL0OZ3AAtVbhD6SuAtCYJ0HX6vONMSuP19uGHVbmnw+NfqyOL3vJsfb
uyc5ElcGhBVlbtYaU8flvkAO3x+QkDqF+b37BOriaDftydxSQZeviCIP40dU7kTK3qrpLC3T1/sq
tF8V3XpiAPPT7TVJTTA/DZAQ8R76ldebNrVqUCsqx7yY8rvBtY7RtIGZ2rKw/vvFqUI70QtqKA7P
Lr1rCpxdUG14muQOIRT+WoPg1VFsGzmInuxs68817cKs+R8V+w0jso9P7RRgG1XUFV5/vQy1UQeT
Uj54TnVYB0jQ+569u1V6dpUAMsdnbVY/Wnp0d/v7yE7spVnB56a5y8YCANg5Ch7V9lUxqedA6RZu
lTJlwY+09df6hNt+otyT2DrrS1Ya1aDQId7tmGYcrPgpsz5ks/Zhjr2/i9G0aXgE+cZbQFKduDIv
5AGhNvSmXmG+CT4s2adhHP3F7+cKkWQkdoMNa/JdpUDG+22lghG8Ph7aKKsMrJmQYy2tr5t7JXso
rC0Yt8wzCehINwE25kElrCqLnNYJ17jOfAUBKXW+OBRf3GIrUEjtrFN962wt6xGds6KJDWVJdu7c
Fzd09713P1ZbYwCyg7xK0CO+zFQJo8nXJ0CblSZQOhZjKEqxz2uqVUpibcnWyK4NeGXJN5EvoZgv
HOa5K/RSgxH03Gr2PhifA/Wp1h6afNjrW9hK2YIIHBTZHBUxFpGgN1fGwsk7LTt7VdnswbfDL12m
80bdTfZtAGigPQysiBMm+Jqy6NYQB6C0kzibfCP4tujxPvMYk78dKWQbB5Lf+FnJQeNQyJ1mI7Oj
Tmc1ufZQNckdgHA7PGmqs/PSrTe1bOcYtgT8wHciTxP92ojTerGG/NzW4ZH27lqNuL0aqQXe6+yZ
rjMXIKwm0xUy0IiYvhLVKNXsF1vdY1kMQBj5PwtCup5Xw2QZaU5ft/3epvlD0f9Qs5fQyTYiuOz7
X9oRvn/SG97YrLfTupK1h9PAF7DxIJStBQQpKDE0tXE0YbfctJ/7lEnpsx4YJ6VBFryNjkv3d1Bu
DRxKLUH0CYCdmqf5U3jn4jav87Jxeo1IY6ify/rJIy+Pjdj3cmfDnWXbBkgeiPxPLnOxoxx5XYCG
55Sdne6hjY17vk26GTdlXnZpRPDjsunSKuk4m6Ftkdo/tN0Wu5l0GQb8afyHeLTIHpGYfTD0AxZG
WJ065j9b63VzXHLLiBD+jVBTbD1nr8wYpcr+x3pevHHc3z6SW1aEVGQ0hzBtGVQ/V0VY7rPBdXaT
W7ewUyTeRsyUxTKmn6xV93DlgVl/yoWXZWrgKcWS5GevWWw0JZvxf21YuX4UqcrzXBTfB7vXNxxO
6tngF2BsW6lOxTohNNOMvmVpTpxGNJlp3SaFgrEY9vb4ensjZZYgu9PxCtSd3ihxxEqk1GXB7Jhm
IcZRwCb5DKEL9A0bU8ir9wpPeLCP6wAiiNxVz0fYxWGeisrK8/VBNI3v0u/l+A5UyK43Vs3U3WaZ
RXaawLrT/4eYDkIkIaLCxDAXhlvnuOHsL7bp91utalmWSOeRuENTibtOiHN6C2Fr2LCitA78Pq0P
hf01/gbtkouK2PYMlzQppme2dq8gyeQQX+9gvpATVHmJvaB9avPouaSkE6pwxCe24k/ZP2HxY4yP
Gtz0v+8il4aFrWwGRhnzFsNt1JyQZPPneDgG+XO2hXORHWroGVZkMdQJ7KmwQrVaphYYJNBlVhLv
5v5hCH/cXozcxtrzocRhYOfahmElkQvMNmcOIlyOq4zgrjGcH9ashYfblmQev3Lm4CEUUuARubYE
8WalFQOW3KkbwYRpA5mjBe7DayYVCp2we+wDu75b6k77exn0rcq8dKUrowEuQ0Ip+ksXKplLRZXP
5lY7F46SctmZWwAoWfhgjPk/I4JvKO5IzESy5ByH4ykMp/04PMeu/rQ5XyiLwjaqVYyuwO+tibCh
LIVwr7YCZlwjxHWbx9aFRlhV/MPGxSKzQ8xYy5lQ6dkifsfq7LZwB5M4pYf7qHgJ6h9mNhy7Fo6g
YSMbkxB56zr8W2srwwEgIQIghzweYrQy1sHd/uwMNswTTblzCzRCuugwgyECwjCdRu81bdNjNOoP
XW999fRpV6dbxCHShcNO4XLpMOhsCQdDDYax15OoOPfqwxgZxx6lBad411kfg9G8v300JLZIQ6ir
wpJMX0rs8sbWNLu1Cn+tUnn2h3pWYT0L8xxNWVCNTpuXsGiV2cZ51KRWweCswZPhdEt4M1q583+k
ndeS3LrSpZ+IEfTmlmSZdpJaXn3D0Jah955PPx/0z5xTxeYUZ2tCd6qITgJIJIDMlWt1sRY28SMI
Ny/4XBrH3HQnx63Vt/SyHRwtfqckT5k00EH+Mo08+ZUvStkfOnphij0d5Y2No5EZRDkItgfa6VYb
xxwdqTcGyHNVpzsWR6ONXFM6xfVei/G2HZHMJQIRW1enRmEYkVyokJlPQVIfgd61Lnqf0wHc5HgG
K1rv7J+NcxfuCnp8YCXmhbk+FSWpHReHiX6ce5D/SxoUfj8Z6o6Vjdh2ZWU1e3QnxhYdbEgfzx9G
xESj+FiY2Y6XbhqBkVrUzwD1rrNsY2W1kd6MqPM1xclS3+UVXf17rKGb63NhRDjtxe2yygvu+fZA
lgtQcvIx0H4hjqD9+ycZOR/B7wrMDVbjlefDh7dUisVIBlW7T+XDr2X27CbdSWT9uVOt7nhXZlYh
JJ4N1BoDqN7DNPJS5T4138a6dKqM2Rs7/QOcONCiPivFp1m+c2iod9rJD+rW19U3sHO6zcGZ6An+
jvI8+qiNdmYvP0ppe1eOCWCct8YdYIdDX0mHoH2y9+Q9tlYbKjghSwO8Gn6J64XISzUcOh0KYak/
cah7acqdsdP//WNCE73BEDeAinuVGJlyhfy2sFJoXpDdOwvsWu+C7otuffz3IZZADg6UrAoFE+F3
F36lTBbs3D3ZU8NYQDTY4c+mi1V/CXLpZECT4ttCSue2zc0pvLC58uUlksas7Rkcwdwz8++Tch//
BXcNDaxQfgrWcQPU3/W4jG4aVTWj65k0o9vlT3QSltYpPN4eyVYUA7lIaOalTCpD3P0vZm+YoR2M
LVrU4yJws/afSDvdNrBVXdQuLaxuh9I0tJkaiO5tMz2RTT2aU+cO8sdMrQ9TrlEwum+MZ33wLat0
i+Hf10Gwbv9pIwAwts6chHozyElGx6xVh/QRZEXlRxC67PjDhvCz+OO8+YieQNOcVZg2g6LmjGho
GJSORvICM9qBvr5z1bupq7cxglOWS061mH1oAN7r45k0rpkOR5DFyDr5827+a+sKcPlBK+9x8ilo
wxAkvQUPQAMyalK8SbU8HUmoZdo5P7aHL3pb8CGYXc3VHjSiKJejvmCN0QCtgtRf6CVPg6+RjVDj
k/ZU/DOp0JkMRyibj9OT8l6ej6EiaJgy5KxuO9zmyC++ZbU362SWUH1lxU3Tt5Yfo0QDf3kuTbdK
96pTW0wuIHvhcSFpDuXIunko00hxGyMNGIH8XCQ22LrOTZUnqb4PZusYhDGKJr7lfKziw1SdZ9Fw
Pw47+YatWHT5DauVjqhK6bngjpvD3Bf8tobp7cqwik26PvB43YHsJv/sAOm4DhNO3Mz1tNAuAfsO
tx1VvW+L+zH/R9Yeh+G7GewVCcTfe2WPOzMxVjzq1gQ1xlIVTmEwseQh65g0cYbcJQoTdDbc9pat
ZANUeAgHiPwGd0HtemRhUgUSJV/aw9MB2bn3tWJ5IpcbxJXnDCC7CFa8DN7vmBUB4dUAISfg7c+r
gHvktdlcSxMLaSNBqusc6yXzECoNmp9j4yqPaeI8OcsnpVjuk5370RYJBBxlkD+Y4gpA1u3ariJH
lZaNcOQ56o8E2edYKw+GgXRh+VBEod9EOhXW2e1CWImWxTXj9szFeuc5uLm6Fx+x8qYpKOKkNWgd
ka0vlJG9kQYVgMV3yR5P/NbpRkYMiJugRoF7czXayYQwQSgXB7Hxq6ya0YukxNpxoY30GNkTMs0K
Ly3BAXdtxEpKO7HDhCBgyXezLlLa7vQcTgodP4MbtDuTt7XfIfi3BDAQB1pf3yw7TkT5jK04arFX
1MGTk2W/gybYC+pbgRRmecgvyQmz61dn2myGoZPK9C91WnM2lMHP84cFIpTaU6KHbH4M68KNzTeq
8xm+kmY8ZrJ5bgfEzz6Gyl45b2sh0V8hK80XEWlXbjuVo9xAekOzq1ald7bVJYc4bJWde/1WlMNN
kG+D2R4s1Movi3LR5mrSYScfglOUSYciBhEUtT466W5X3Lf18JxY1V8EcNBxSKnRBsotbOU/tNYB
ySJd9xgNtkenilWlMP2dbgecrQm8NCJ+v7jnKUqpKyNIoMelea6Wz3q0Ryn2h6NmHdEuLayWKFh4
+xklkxc5b0uz9wOaDIy8vJdpiCmsxc1D8Q7IIZ6O8rdJ+iRxE4ELDOnLU5V3I3hN3eVZAp9VfG+U
1ptkPITZctS1UwvxjtKcO/VoxXtY/y0nv/zq1ZKncyMBXhdLDtdweQgn2w2ylzjzuvQvams8T6BM
glkC1M8alkCDi5GWDqGXLgZf3A0kshOZcvyLhQZXRK6SswVY1vVCL/R+DGnwhwTVBpMTe1K6kyXf
CkBwav7HwmqhpVZZpqljykoFdMVoenb0WCI/c3sc21agFubpKC7wq3H0oZ7lfcuusCbLH+g6F8/h
ad7ZFluxG9rr/1hZjSWPgzpyDLZFvjypgeE74y/S0wMiC6rqF3L473lFENoDe09xHfo9a+Vt5ThP
eu7Q5xQXb0gN5FP61EOAQDE+/Jvpo1RLJgw2TGoM124QN0FatAHMMIKDYObMc8ZP+4zC4ntf7fkL
K6vxMNSltATpRtRXh6yfn+1B5Pvvl3YPFr0VmkW2gtSxoN3VxT6+iF+WmTadFbBQGezkBXWn2vCM
7CuotkpPD8pwINly2wE3I8OFReE6FxbjwgqlKGYjteXgB6p6nB1kx+whPJdd9KUJ9rK2m66IOBzC
q0Lb89WKlWlep4JzJi0ax52ixjhPZntXFGnl1lkY+yP+dMqmZO8KvLnTLgyvFjGCAmGKC855U3Qz
9E+q/gu46N/4I6TM8CUKuZ411jamEB8sAUQmgaOdAH2kvI5b8/kvloxOZIomRL9XyjRhELUgXokZ
1DbcXkvupi/OsHCqlCcn3aOo36ppwJNM5hd+W12A9a8dRC+Coe0k4qBdIV+vLGc4Fxzu7wPlocxF
Dy96ku9zF57S7GSZB2uPDGxj84E+Ad3ESHmX/aFQuHDQKNQkxchQB0ikjMd1WH2toxoKLVSOg7Dc
uaRsGgOyBViVLBviP9eDtfpmylKJdrVRngt/arLBK7tc820asVG3Rhns9lJu2oOxEWytWM/1hS9O
bWM0xo5um0kDdj4o9/ncevJSHNQ4+nHb1sYGAEyF5N4fIXf7TznlYiLz2lYrmc1HJQxgXZhNpAvo
9PD1Kkh23gp7plZBpZ3LJJJo+3tUAt6Vce8qU+I2Snq4PSLhequ4jGiKuG3QXS44Ia9XS8rmIe8t
QNnNOMwk2+xjHY3fbtvYiMhEfhqidIfnCDoA1zaiMSysygAmrddIs9CX9SCH6WEpD1qrHMo4/0Z3
aCf9vm10a/6oWEJiD7E8PSWrPTejFI14uc11Dahq2rxk5BIl6e62kY1ILKRnxLuclB6wq+uR5WZj
JR3vjMcubL3UUY9y+N64j+AElj4tewnKjWMGXIXYUzRowo67msZ87k1JXjBWFp9zqDrjFy0J3DHJ
PYAHt8e1OXngSAGrCYaSV43cVdXINHwxrqTU3DCQ5BNV/dyrmnn2b5vaHNWFqdWbRloyngIVfh5T
hpO7l3F8P9tvm95y62rv/NpydiCYQpAMOgVy2dfL1Q9Vn+Ujw3LC94MJIgVqyduj2UoSEeEFyYaN
ijc98NcmknSMrFEj1NIy4IZOzdVwpoI9e2kmuXG7nOL8p0Huz5H3UPZbcRCxaShEcI3XOkjUsiLU
pGh7befsY9ZP6GOV93HiHOK/KAtRpf2vJfElF1FwQOqiT0yaXcOuqTwlNlFGDCbVs41M3vGOLUe8
NLUKT9piJ1NZ0uNWR7+r/DfqJ7Z+f3vJtueN05mNRd5yTUbRmLmTlRajkfXEKyETtMr7ogyPcb8T
LLa8j+ZqQYUEUyxiBtfT1mhpn6QF7MUDrFjwXUhJfro9lD+4+HU0h9yHV6NDyofr07UJpxoluLpF
Q0rmtlp7UA9l6YFxCc/W8mGMfy/FXUI9BUmeEQGW6ksHz8zi1dkLClpucp+EdxDiR8DGdz5saxkh
zwHFDViQKvVqGedZ6prW5rssGwYP6df0/8C2vTW95GVJBdM7ReBaeeVYa5M1WA6BpJjJ4CsAe/ZS
olvh/tLEahhBqKLZhkzmY5cn51B9mpPRM5GSKvK3QRLeB1oguwqYjan+2DW2W39IS9+YrVOppL4W
vTfih6baK/5tfhPhhlWnosQF73rJZ60aUpTygMha5ZNqfojmn0pSP6iF9qbR9Dv4+/ZAXGKUr5yM
IqC4awnM7GqiM3lRB5r4aecp3ylKfaysn73IguUPZv7ptkNvlU10ARXDmUlGc4xfj26ScsUMU9pP
AxV/1ZMz1wUPyYFzLNundG79riLx0z9Ns+7ZcfxctNM7u7O/gAk63v6UrTDBcEFU010Brcpq9+pB
WqmTRHjttWcjGl11+jJUcP68v21mi4BcJ79H9oenK6FPbKWL4Ko0OroqFonovtY/OEbz0wm7Bz1D
zWGJP9q6n6aHInTjoLF8pTHPt61v7VNut1wyRPs6MeTaeNtLuVpD0fGYaqdgsby6i45Tme8cklsO
9Icxm3unwStdvbYSarNmQLYL9CIdXDOpJbANBRh1IHPVoP+IWmknW7s5LBgh4N1h/Qjy1wYVdQyh
QNEpwpNJFB3ftfOi2jsOctuIsS4POVIaEHmMmGrig5zfj+ZZsXfyaVshDqTw/x4HU3c9Dslc+jET
YAJpuEd8wt2Xl9pcmgsLK+9boiAinYH3mYhJaHR8Q4P0M+3v4d3dcYK9saxiaSIHqMtQl3hc7KcS
CvM52onWW6+Oi8n6gza42Ej6EIH2DBjK0rvkasv42Bru4Bfzb83+EPU71nZWf51MnSJJn2JVLI3k
11F1RL3mUJs7EIXNRAL4WQFXIpHwir6iiYrIDBP2pyyRfZ5U11lUlHyt0+CQIm9mSJ2+IgAYZflz
3FsUtbMTOo8n28wHt0v3ivmbS3jxNat9bE9q1M02Hm/FA9Lwk/Ver7S9yvmekZVHlmOqOJPMkMtC
Ocz1pzmXDreD3p6F1XnW60ZX5w4WnOIlHx9KeS8juR3TLyZq5evAiiJj7LEgaZ+TXj8Eyd2c9HBX
H8i1xuO9Eg1+mSeeDe/47bH9XzzmT21OFDbXu6CJkUV3hAD3qKad7BW9Yape3Kd97FVTXii+LZez
QRRO59GF8Xl8ThQbjuJ6sRbonUqtOveqUsSnoICk/uB0MYlop9D2uuO2jldgAySgeb7Q8rM66E1l
UU1NYH+aNPAA4rjBfAzG2h+kXzszIrxyfX25tLQ6yOUh1uxwDikpt5mXmKBrnKdE+ji978DYfdId
VzHZLPDOacqH26Y3xwjhNYLGIEFJhlyHb6N1MqnQBA25mrtxoinuYDsIcGv3TH+4kz/auheaF8bE
7xfhT0Ntc+gnwC1RvLzMY6jdWcUknqGR7NUDLB4zVH9He2727vqbcRfeXThySffoxsowaguNEeVU
nbvgH4eLbzy+ndXHcDw24duE5DQ5ztvTujnSC4OrJ3dmKBIawBic2/EEBQDp7zcT3S2RwnvOMPxo
2XkxbsZ6GywIuWPgWOt1XGo4i8gUs6d+J1pxPyvtZ1MBNnR7WJupBAiOxUwCzoZn+3oFR+pCs1Vi
pgAEjxBNpP4o49MsZa7SvAMx6ZY1JdO92uOWk9IKzboByCSztdqIQaMGeergpHRlNN1zVd0rZej2
4+ed0Yl3yXobXtpZvVuSBVn2JsHOXHxuyA4/6V4VuXEGBZQXvyl82foHbniTc+224c3xAeIRjxeD
Z8VqVp0llhNrYVad5hkMlDO9wE5t9TsntdjKr0YHRlqHGxSQ2xqVNANBCIO8oyRkoJzZeyZEjI6/
hEhc7qTqNiM8cBIAhYBAGdMqqpR0qBW5Rv1O+2DBQWAfR2rSdvx5UpTjYKserye3pypq9TrNBF6Q
Phn59xyY8e153XyqWXTLkS8Em6DYIu5eBJxEzs0pCRiyApt+9TM0j3V1GHqv+BrLLw39EuYyuQ6q
KrnxuGj3e6nYLfQo9HhUV6DmRmrk1dsljzPbmETdqNK9Pv2hz5Or00ZXjOfxd54cRwgOxztlup+c
nztD31xt2nAEpIf09rrdWrYjRIAi6juqPbg481R+ixGFAyUg6eeyl49dfgI4I+CUbHSv05/lrnaX
uXIF+8oeZdNWAAajJtg/aZ4Grnu9EIWjZUaVCZRIWthu1iDhXTof4g5SNSdNx0OSIY43Upehjyb9
tjMV4vR85fgXxlena9pVTSNV1ELhu/KjRvmoa9+G8JHq892S6G/avnajPDyUv6M9LofNjU1HApKk
wMnpP7weNversOx6KuZQy3T2U2yjD/J22uuV25pcUVpGko/0Ls/JaytFGTcmcjqEx2Z4COPiXq16
RlZ/rCOVg6f7vjTKV0nLf9ye1y0PuzS7ipZBu1D5XzCrnjpKhmGVH6SgcAOrfurmfmcrb51vlNPw
ZNi7BXrjeoyzqUlVtzCTafUbRrkSbksr3on/W4c2zQ10oYo9q65vCa2eRZHEVRvPCL1S+8ZRo5eF
nyaHGYr2tNzTQNgSjqEpHswxMFzRybYKk7Jal/9TNK+M2ovb72ENY0XdItT17Jz7TDpWEU/e+gCt
udvO8blWeV51y8Gu7O9VJO+85DenmBo3cHeoOkgrXU9xL8mZLkWsp6Y3rqR8SjWwctYeMmbz4UFj
AJo/oP+Ijqur0TgnlYoGIXsipsp913epK6cWiKXBH5IDMHe98uIC7e2dQ3ZzeCDcRaMxpbE1fwvq
LkYedZCv5oMtSEKMyfTHYMdNN0cHwhgFZ/rXsLIanap0aqZVPQWxOC4f7AIV8VSD5d8J5OSuW9Tu
yMtLe5gr/qu0v2ljDdk+b+IPt/fmVhMdOUrKByLBTWlORKaLk69rhsSReFM9DvO7MPWbeERPr0aW
4mxZh3I5GJL2BBFVvbR+WETfVP0c6E8SdL6lYMjtwvPt79ma/MvPWXk6jLtGQykcGiwrOffA7Jfp
UyHt+dZWIKQlFHApEGHQrKtAv3RSMY41p0zeWgfLeZmn5qG0gO2ZdGq24RtLrd26/IsGc9GI+h+r
q/CbZWY2p7BDPlbW71wdPBt0wfLZmjQ3zxePCOndnsutQwVsEik3qAA4VlZn6dxOdheqcK876Se6
s49Igdl15PX2zi1uc81gagGz+gfCtlqzMG6D0J6JB5L+O5IgCILFr1P3Mh2bVkgrA1yFgo3r77Wj
hiTcuqGj/lm22ZPR/yKVdAyXX7enbOuoQuz0P0bER1zshrnO67oXZWrdar25/i3DD6W/W3K/GJud
CLDpgxemVrNWtGncy0mJCu+ofVFogs7N/jA1+p2VITQg63d2MB3iZDeubnrFhd3VAQm5OqJOwK0e
wzb42ZGINeLp52JKD4tMHL89nZsH1//oPVowLgEAuJ7PhoYsKxSKMEN30KNnefJk812RH+3hbRF+
t2GPt5cny4pQA34K5a8hqb6Se/6U7T3sN72HZyE4yz8fstrxRuWooy6q51WceIr6STVTt1pOt4cr
XHB9f2QL0MjGm8bgeX09WicFlRQOeI8Shj59D+QyzR2v2Vy9CxOr1ZuXYTalAa8J2+hNYxq+1bTH
yNJ/CkHj26PZnLILU6sTKqhLfRzEaOL2t1yBQIx+VXudC9s2aPWHx4zOxnV3sVEB15YF/qmRC8+W
fjV26XKm/81A/mtktfaZ0+VVz357tJdnwXUuD0/DvNcesRk5zP8aWQX3MZ9nPUaj5JEyKyJpp0r6
qFC/XtBZKsNvfzMg+LF4tJFhWQP4VXmYQS/gBI0CaKz5VFm626Q7nra5NDZcKIIOBYSacPaLUDjE
+ThE4oIC9/3o0qU0nO2pDI4ILzn/n6bEp1yYGstMUYKSuQuKz0Wf+2P9PIOZvz1p4ntfbU6q62Bo
TIBc65aguYmLPtBGICaN9Wlc7F/Sbr/sZjrDEZXeP3yrNHJcDyS3IlPPW8QrciukJzIa3ih6/lAg
WhF2/THOu3cd25TuwCepIk09HEz0wYFTRH6qhY+jGexkcjbX8OJ7VmsIEnoIIhPURivKK+Mz/FBV
+vn2vG5EJOrpGu919NNI9q2CXlMMjLPHT4q+P0+ynZxgeiz9KLNmd5T3qBy3OruuzK0CYKU65RBO
LGNejceiIVyM/yiL/MmWxy9C8CHK7lLrTmqRXcnzA+yWfqzsxBNhYuVJdBzQwkJbkgkiZrXK0hTo
ZjEjbF8mqHPC+G5IvdfIywFxxnfJ9BxN//5cuTK4WsbUjOQZsioQbfB1A9Cw5oMeFPaOlY0IdmVl
tQtbhFb0QmdYc/kbdv7qqCBKSomh2oNtbmW7riwJl7rY79wz+qSjOAanxPvIfK7i0e+1p+WcGu/g
zPP1ElGdpw78bT/sBIH/i2nwS+LlChHzau0g4bLltIVmNzY/pJzOYUW3De/KU6rEBxtiA8jPn+z5
/WSqb/J6D+67sR8ZuEmvGRBI51VTWzElwIpTyPWXIffT7j4F6SZl729vyI2LJQV8gOFAfCGW0lbn
tl1lgKltqmbxb/hQmudAf8gMNK+XR5XbXm7+um3uD0701Xb4rz19dceDFzls5IGm2Sg/jsVd9Jie
o+c+8/vxrdykLnLwFnlq9eNMw6BC7xG4+/anYrwNMq8w/HB0q+mgvJVOyl6f20bEB2bARhUlOZFI
uHazCXgrmnQz7y39N9ny0t4Z+eaGoU+DSoOKjsor+dykZ60jkQaalIdo/BxDQh35ofEbqPIOLn2r
9ZyxcHUFvkNblbPy20oNSRjEvB0VBQzalzH3Ff2z2i3u3EAkl3+Eu8XPdOvRLkNvMI/F9DYyjnXT
+xK3bdN82VOo2f4ggz5pwd9ExWX1QTEfGk0OHwS9ECqjZuWnb2g9PYbqS1+8z7KH2nIoEfrQKsb6
J9Wv+pdFP0cwnDv5X+h+UTtAh4OVcOjkFAt1EU8sOUqXOaY/ZwIXaxjfnL2E3+aWujCwOnSWRlMK
Z8KTgvZzb8+nsZ7uNPveqH80uv1t0j5ndETc3laboeLC5GoXKwl+UA2YLLJPenwfJgP1Jc2/bWSr
TMfWQOzKouxAkV98xcXMEaJKJckBmhcV2igZidND6jjWUZWR0JGdrjuCC1rcUJ6ohepScBqUeNg5
dzYnF15EqKqo8cNnc/0NuTnWI/lU4lX1XfuCFx14JhYyCCFt8Wzr+faQNw9v9hGlFhRlX/GODbIW
hDnqM4+0ML9Njd5Hcsdtx7MxFPfpu0nu+p2F3IxCFwZXGyWQy6jRJrIjQ/cUCm0BZc/9NydQJPTp
kiGDt06UpnGlGKmNUqAggU2y73nvKa1X/GOmh6CoPETAdoa0bdAAhU5qCQzlKuInVcK7RLTyWgZK
spX+mEzLQU+yQ5hLXmL4unyI9D1MwFbGFKV5lZwsLZ90Aq12ed0lUZ+EEfpBgjq8zpXYs6bK9Hs1
C055D/FXt2gLXNvWqTGc5Kxac/N+dsJ4x183Nw0gdfhjwepyvqyuL5actVShmG9OVfOklPJB0X4P
xnjMm+emf1GCxyjbuWRvOREc/eIlRmoByu/rPTIGTqdPEIg+QvPtRvVv1fx2e1tsVUChaPg/FmB3
ubbQzXLf2C2tDNXgJnrxXR0P04PcD9+KcriburcqhZvpc1h8Cml1WGRA4ObOzty8m9EySlYcBDjZ
k9Un6HVLLBK6vmZX/UqHonKtWTnSCuNJ3fQ2szKEN30jotc3PLeheq8W6nlnFkSsWd9lwK7SnY7q
GvnwlY/NSTZVYUvKVFKizwXqg4BbDsEiebmpntVG9mTIJIwCmlMYcCZIEG7b39pYl+ZXy4zuCRNg
EyvgYoHDpqL9s3bVnwp0FdQH5MbXrGTnCNg6Zy5Nik+6OAGUJDHqqRLRt/9exJYvCmbhLmByc2Ds
XDBcKFcB0r22EhddKc9KAHpoydxOpo81OjTjVy18kcvH3KiPlJJ23r6b21SjwVT0K8DCv0Y1pqmT
GlErs02tlrPkazc5lOi+xnkA6e/i8cQIxuU5H0bv9iJu7VXRTiWQ0PSmre1a0aDWs0XbR5iagu0x
1veeEVtPbrjABJcVty95nTUbRmVGDJdoUDlPmpS4efy5n2p3t14svH29Gy7trE/mSO0iKSRpWuiT
n3VB7GmZxg1L7ZfDTCjm4pnuVd+2zudLm+q1p3QL3Vt2RW5rSY92/Xn6aZcvPdroo5sN7V+sFOcI
6gn0O/GcXwUcyH41eUwoNvXlbymoXXOv6WJrc3FB5h+qHrQprgbjTFMjWQvpzeVD0j5JCHPHXbsT
M7Y0xAHlgeAAuaCg3LQKGomM0p2T8ajs4k49x4E9+3Ncdn7hDBKCmJpyBkEHqUARO542ZL1vjR0k
uUZtuKrdVC/ZgGiOY/tlGAQeDWDiWJ2bw1Q2thcgqOk5WbgnTro1MRyeXB74air1q4lJey1KYhmR
MVpqPRgBbds1hz0Q2tZG5DRhg9BnTlvbyn3jPgDkFMXZY0aaVBl+F+Veu/eWs/IWY5vTs4P/rI6L
qW0rPZLRk+CB7UncIPM29FrziVgqUEu7pLmb03Zhb7XUesErxOYdDQjzucn141CO3m5Cb2tQ3N+g
lyQrD0XMaldExmAUqtWiKaGa7pyy3xXKwPJ0cOTm2JfJWW/L878PmZcmVytlDFJbojUI+3v4neSe
L0NvfNvC5uXi0sTK4xyZLpQmGDNaUwbrZDYjSGI5Gh+cug5PBfdz+JS75VTJdNBJccUTWsNd8ihT
npGqk/c6pLd88/JzVq+CbMmk3jIYccSdXaDcxr+oyooSFCQEDp2Tr8jqICENsnxAhsYYHlT1Welh
ZZM+3Z7VrYMIIgKQcxRNUSERo7y4PKSR0TSBIia1dLyhGN0EnIbioHW9c5hv3R/A2sB2SqM3T4vV
6vWNVs1DoaOngeTIMi0nXX5JjJeoMO6DqPSb2TpE6d67atNnCKz0w3PSwmeyGh4QYUmCZxXlC9hF
5NF4LovRizMdRbOP47ActPlLbqWehURBGY1+4ICbuz3BWyewA5jVIWcI3eKaj4DAPQTKEohxQ2Uk
Et/0PBaJ1032/WwVB2lXLW5j95vwtAm1JhtpYHsVYhZ9LEt1QhW4kURz5YNV+YP+dl5Sz4QwaO+A
3BgfbBk0AALZhaxt3cEfFD0d+xnrGqmPavqlmH4036vyzbJXpNiyYwnkhUKyygSqsHLUIrUoaJko
ZRQPevCYmsbbuW0/GT3cb6ry/faibb1UOYrBDgmtv9c0XqkT29YgrLVWrrrLoFR+1SI3lTaJQ6HO
+Zg5+XA/ZlbnlaBw0avWx1MK2PF0+0M2tic8K8B4gVCJi8Fq1HWlNLLSo2ggNbU3VD+W3re5v/V7
PXEbuxO0PklWwflEan31hugQNiqmqcofG5380di5rX1X32mOpyyQU/8q0r+4AAMRRaSUACdqMKtw
UCVxPsVCfCIxuYTKH6Qq9hVHdD7s8X1tbQebRL1QZrMIcaspRP1ktIrByB7L4CDJyTFN1MI1zOg4
lg4SinVOlkzd8x8R/Ff37j+8ViQXQKIAwr72VrWQotAOUBqwlDF5g4zeNyWgeTNwgshxx6yE/r9K
82MAZvhNHy7VSbWn4tOUFhGU0+NyqDSFV9xtX9q4etATIfhfwI8Kranrb9JHVNvsAAWTIhzy45Jn
vRdH7FNrUPfq9VublQvVn5hArXYNo2hSFKagA0CdZ/llNvP9AIG9z6vgNEh7lectgAqhVSgOGQBD
HH01rErRYmWIC+RSmmZ8M0RWcAgAiIP9icKDoSrxuSxK+xBT8vNmZaSoS/A8TKMgghqb9qCMiLhE
mTw+TEsxHeV2l/B9czZACdL56QgCEvH7xRnbaUWOTHuTU14py1NaVtrJKCLnmJZmdlgMPX6nB0Fx
d3u1tyIHQCsBmAGc+Ort3EKsv3SgoYDh9W9CS3s3z18bUy5dOdgjtN+4CZkccbDmAUgW9BPX41Oy
GKmJAmevmnvDfM7KvS28MRak60Ba/pGh5A5xbaDQQrtbQpa4Mt4P8XsJ2hFF8Wr9fHvKNtbJIntl
6lAcUnVbQ526mI7NVJlZp4hjxn6T2YtrTJI7q91dPf24bWxj0mDY47JD2QlGAnnltkqRO6EZKezG
4m3SPeXFnsDqlgHkDHihcf4RaVeTNrVFmikJo2nLyj6kmiK5XdtZp9vD2AgqlgZJ4B/JHajmV749
s/IzfGr5Y9+mrjYtnjJ9Inm0E7o2x0I5lBoR5DOUA68dgH4x2toKGrQdnfJTQ7nwQGpY3bGy5WYo
mJNrogRFG+DqEGzzqS+pQZW05gXfneBdEFnHMbXPYfYXgoyUdsn8cEGDknXdBQRPaazVC5ImUlVb
D43etq4V6fk51kPtcHuBNgZFWQ0TAthJMm31TKkbe4oKyUHzRsp8GlihMdEgvYPK5Ladras2FQyQ
uGRdBVHxyt+MvKgsSAryR5EjeS/pn3vzn2Z5LAzZHaUH21ugz+3eSZ2/Y1c8ZldHLb1HQuhc4Ou5
vFz7RjQF4gDTkIcpu/McpQd9eO8U48Oo0Fs5hU+l0fCgf7BMacfy1swKAS3q9Aj6QMxxbTjsnYB0
O04p3hadDlFR+W2CYEr9dHuEG1uMmx8sugCAEShfh6WwBXdX9XHxmKm/6/GJljEl+vcthZigoubA
JWu8UtXsF+4qspUXj5P0UlgvEUX/3U6xjT0MJF9QSMMS+7rmEuWTHSVm+WcYBrWIdo+tY3M9Lgys
QlFZyVMDnUPx2DhPwPcW9Cvq5mk3pbplhgcPyrComJmAEq6XHUKloTGVpHhUhofKRts3/WcIv8bl
19urvmmGRBEpNvJSYAauzUizKjd13xdocWun/NCGjEbtPGevb2mrfYBuov8Y+pOEv7idzFaaNlI5
sPa942p2d8Ag6uLxM0d5OzyI22g81m5mfEwyPz4uoflot879AqHZ8Et2Pv7rYVPW/XNpoZ7N8Xg9
bGNRqrmLSIwXxYs+fAvM95L5Lt7TyNrYUldWVm+CsOrHUimoU2XOeO8cjBStgWqPPGqrfEFTHoBS
DhOhJLoKveDt1djSSU5TZSxnyx1PzGUty4Je2DBOS2y6qlY83p7AzaGRkzXIllIdX3elJHml1AnM
uo+xfIqq2k2kd0q3E+s3fBNqTEjZOclhWVzzzlGNsayiBySp67M/jKE3l+UxBecepNFOkBVuvoru
V6ZWu81pQAXWNqZm+clMhoc46zj/73ige1LxK2qLc7hH6S9c7JZJMfqLDRFohdxOHZBLe/oEgVr5
YFmm2xqLr9AxeXux9ka38vaoWWRVsjBVGYfg81yX7xLzoehfGvNdnX4LnGpnNrfyGpDPAW/lous4
oEaux8amCJpZAYe4tM+JrLqNRJ8oSluLrvlzFLm6INj3VCukJFXbO6TCW655aXy1H3g55IpasZYq
YoKq4iras9n/vD2j+sbiXdpY+QsviHAeC2woQ+lDuOeHZr0zjG0TnMbcrTXAeasLRwLbczXqvOYF
q9ibNgzaQ6BI1t3tgWy5hsDSIAgDqRj999crRbJNK5regEtNCJI4oxdGNpRLZEnUr213l/bvi3nv
IbdnU/x+4fmSPDdNW2OzpEwAUT7FfLdJju3cn+ne7eVfzl7b9NZeA27NqxGeLR5eqw2gxtwoJd0B
MKB+U8ontAvOsHhx98iSd38xnxeWVmPj5jHgEgGeH0/eOFbeZDws7UP4v0j7st64cabrXyRA+3Ir
qVe3nXjLJL4RstiUqH0jJf3679AvZtJN82sheTCDmYsAqS6KLBarTp2TP5uVAbSqaJT8+bMFDzz0
yx0kPkjS5CnTyiSZrzloX/XoWGwNg9/zTs/+/EwLK3iwgtRDNMqk/ejORTtZBRSku3aCGIa2pSxq
LWdnMiPsyc95BPZ/ym7Yl8Q5XF/Tj/cALKO28P7CRLFZ6jO5fZPhpkGDwjZveVGIdKu3njFdeN2M
ApR/aUfysJgyvVhMNM2KVt/X5CsFUY0NJrIceIpu+Mdsnw2k4JAqm59AasgqD20MAzI2WrPC5PXx
6OOH4HmI0jr0cjBtf3lAfK2z3K6Ew255Zw1p5CzP111dMSAjca0y6CBuX6Md47VhUr3QNSC6IimB
C2KYUGAbRHX70oXct8ay87CWZmrv897ZNv3nSr9l1Wc6jxBgOhYTmEPnNRIiEa4uL1WYFcgntHER
z+RwNjtQl2MG1KHNYoPkpPtlap/LrNwMuh+vNu2VqwjdGNH5ESdD2i8TNaCRMwljqRd62mekmSsX
98erDO6IYhGgvEi25AljmjhmuqSwkKcQygTYZgQwu67XkvM1M8LRs4CMRx/wDcJMifalmODqq9vZ
Gf/KGQHZEJS7eM9eWqGdYTpjsvyfCDlmTIDvBjX+9Y2tmPoAuRK2nCOeyujgSJc/LVCmtXXQNpZ3
dhnOOK49Eqo7Ou5s88XprYgkQ5TOOQYmCTBaK+dKGULOzUsrmQNxkyUlDpY/R8he70r30YSesa/f
aoURlizWGsxvji8+dTaD2e498JCWGhjt3dUZw493nqCZQvkHbzvQpMr8PX5f+0lp4wTau7b7SbIO
8y2vFKMu64v+sTZyaUpKIiZSOBpt4TWFXmbSblNyN2f5FvIOUZnFtV+GBo+qn9c/ter0nfsnRZgm
cQc2z2Uhigme/VyztWtV/AVyLEEfB/A+pAy4XiWv2k6vdX1B513X8QW9TZs9EPJM7L27m541beV0
qCIXpvsR76FlhMFQyZ1i0ZvKnmEtIyzdGg3GAZNZg1qn1+cHd/RA2zBiYsjzivj6Oq4YlsGUXmdV
jk9guBTFsz3hcWH8nJydkz+mQFhcN6a6ys+8lHFOtACIoi+Bg2G1Hzr2M3FIOFcVmAS21w2pA4GJ
frh4pIJNUEr5PIy7evrEitOM9y8f3koy3DXpbf+z1o6m9VOzoPWZbHSomjEwk63hVFQRFV0KvFxR
fgVLthQHzNajjdUA7zCVL5goyfrbKn277qHSBEqtuHjQSMA+vQyn+gKGG2s2i5PlHOhwp/Ot3j5e
N6HcGugZiEkJFMTlxNKlOjFJa+H6AeNBemvxtw5TZdXean+hbR1dN6b058yYdACWqfOXRCA3nImE
QwI1gDTia3q4aiOYIAAriQMdeGnR7ATkdP4II176LEhJXO1L37G1vSeetx8iB2ht/7Ui7T2QIxsZ
NQEH8aAkl43xmOwt+8Sdb8x7sby4HfwIE/R58SC0Lq+vonDgg2nIToJoCQgGjElc7gqrhpacluCT
ZcY47chi2eHsd0ZslB0omFrfWuuwK/DgCP4o6CJPfT9p0lYH8/LAs8pH1mwvMYiPDBaC3myMHeuW
Q+8T90IE+aDAuc8JCg45iuVr0rrKbXr2C8RHP0tfDMxTE23EL9Aj7vzT5SSk1a44okbv0bUwrV7f
395KGyhwU447PsEraMF8Vfo65Y9agvkl+uX6d1RdPhhSAgcqAObIZeTT4DnoEg60PDlf0/ZQe3Hv
/VNl82eHfDKHYWO22va6wfdGnbxzQAGCjwkQpBjQvVzFyXQwUlmk6DMEnX3suVWGgyV05RjjmDzO
S4ySussWyXd2GOc63QBPqu2DoR8/8byxIqNmzZEPifZUB8n3yitHlHhRTHBaCJVUgDqHFYZSNkKI
Y+dWo3/M0w4M1/YU3PpGFtygIU4O131SfSxQPIviiYc3udzSKEit9WhGFyfN77eeBZzlkEWDnm86
/8+nsMCrD9bHdxAd8k8REs72IHMynrvgbTk5/RSaHViH2lDTV76R8lWFAULBgw42GnQFLq3oNkTl
iICzLMRMooXPJG589s2uliwKav6d5mOxNboisu0SRA9s3lxfUPUPQKMfY0oAEUNf4vIHZLbb9C3X
sP27GHPFy81Qbgv7NrXu/X/yKmTfrttT5bACV/CvOSmQ0qnIADrAaUPN8ldXPBsJxITMZuOWNB6G
ldFJsXgfDgAYOQzAFHVQ/EnGpgGsboEH4IqlRUu11X4W/XRH/YPj009zmfwz1Wts60r3gDtGlQ2t
Htzll6s5g9iM9SkrT3k5xKS9ESqBAXBKVayl+V9cryCqEmSNmArS318uZxu0G3NzNnIANeq227Za
s9Hr4Fg3a9eB2qXfZqQN4i14ipR0FGaA7qrTHcOoExotsZksx2zx1/QKFaVmdJsFvgENRU8U9y7X
UE8TME54gJSZ9Zdp2FPQKHRVt7cJQBV61FX1DmW+tP069GsqKKpr59yydO2YRYrCqVuXJ0bi3ili
vYwdMu2GXjti20Fg7v76YVDlLhjtNVGoxV1ryrqqRqFRs7WB7zH6+8qF1Gl2m9VrRDyq73duRFpO
d0JdykuwTQpvn4KfjtI65mMU5Lux/HN4Aj4dIrMNnCXgMDKkynC72h5TB5gBt7QjZsxVtGggYQDZ
45pbyrVzQfP3TsbwYSraW3rDGxnHtrSYe0ONZY5r3T+YlbOW/KnuHGBtBHoU6R9oOi/3Y22BcXhu
EuAE/CbUxike0y86JnPzZiUWq7YfNj18wV5A1JK2H811hsF+IHsyZ6steczZg26H7bOfVBt/ZE/X
N5/SrTNr0rlOwYQFUjlASZCdT5slswAOHb1oarx0a3vIca+bUziH9TNQZQagGSJDkjmXcqeiNmJx
Dy2teYHOwA9QFJjDsWrvynzlYCl8Q4UEbWC0APHOl2cmg3qsGz6Kg9zu5/4EDHzqgp7bX/lgij2I
shduTbRp30/x5c7IATwiFZpTJx0IcMeP2vHorOp3K84vEKiIhkhB4JGshmzNzjIHObYfqp8psTfa
9OKCS3l0X4AlWPlICkykqI8AfAoJKBiUKySj1mI4qMurU2mimGs9+X69LUcbgd+rT0Fvn6z+TQOm
V0cNm9j+W67bu3SXoJSRGjdWNa/9HsW7C8NTaIFgmk4oHkpJ2FDNQ2UDaIk61Cad0tD30VjVulvB
7ZySz3YRWUE8sq8kAKloYbxe37Pv81NSAgHz6FSjHQ84tWNffmBbG+aJ9IA4VHm2a5Ij54dWu+lS
DaU+do/AsyX9jNdfH3XTqEdO9cz1FjRmt5OLmYgbR3tNvO2Y7/h4V6HLzY0js14rPJk08yYzd+Vw
8NcG2xQzYZjGEE0GIDhBgirrUHalro3p0len1ouLDDUZl+yLwI6AEksj71fphA2ZN5qxQMeUhfhV
TIfIxF3Ob4VSX794OyTDn3i/lk+LtfqwlhCAAOTfhjibDKfWJ5chowZsQTNrspmQJ+0aux3WysWK
OIP6jMjXEWTQ2xLH6SwrGo2kt50OQwzBY8qPLP3pVd+grRzWFo0g89Xx5WbqyafgO+1eh/I1zdjj
aHYhwivUBPesS1ayNEUoEvUiQJrRZwNmT/o9HJ/IA+hBEHbl0VCMb+Ni7hbqPfBm7UpUmQLfI/C0
KJEJVs9L11mSLUkryM7KLI/99GA6NKwnGgXVWhfjXQ5O+piY/0fSCdQXIoXcOkS5U6v4CEHJzPTj
Igkirfih+VXkEOfOm371O+rgyTKzrW8Nj2nSx2myHyy2JajQYKnR0NSg0ff5+nFV+f+OWEV1ToCf
pKWmmu92zQKCn6X7aiRbCFS4zbdpDTeoCPo4WMBFIzMFblWux8wYkkMVGTO+KAT6SxOiaxgmD9c9
UdpAAAYNreVjzMG6/JJuB7QFqBpR8zGfnOVUkhLUySuxVbVaAhT7rw0pts16USZtBxsoVoQ20jWa
b7GLw2xeQ9orTr4PACKufvQO0cGTvguOAGvcFL36rL6zMzD6ggn6+nqpDv25BfHnZ4c+CQDeKEtY
mJe9PqF1F2wxy2fpIcApUFL4C2No3qEKgcoKGFQujXkVkkRvFI3QFw198tCFRLOjP+neQ78WzBUP
WIRyEGWKtgi65dI3qs2K+EsFXEVV9J88u38MiH5XuCjC+dR9MiBvCSg4kDfl9HbdR8XmuDAsNujZ
gkJutymyBkfJJFPc2yaKPD0ERpzQ1ruVAKnyEdkGCIihvSuwpJemiL1AhpqBd2HB1b4Yh4D/aj6B
hMx4tvQ+Klxze901BX0RRil+G5QTKrx6xrwYcEMkdWt8dryBbCGHkd+RaQDJfzfSbVeYQzjmhhbN
kHaJLDQdomCCGGaGccuQs4xt56RPn0peZC6QlU5Vb00Mr2/BITutIAdUz+GLnys9PyyQQkD4BcQQ
fmmd0uA5bbPPNAk2VnKTgfIbBTxaknic5tB3/jyNBokw0i7gVbGnZdRCDkhlbqZYKSevNoMBDTLj
h6+jxu5qKwHPFBFNulAE2yRuSB8sEQAUX+6CpKparzFxd4EIezu1G58O4eT4MUgc9lZ/Y5U3BNTC
KAxHvV/tIARgeNuq/Vll+yEJYr3ZBW5UTyj0gGVnHkIaNF+tcQ3mpICqY+v89ys/sAYMc0+KpAbh
YV9uWP8Nb9twnj8xa9xqIO8AhOaflC9fq+7QsztrzFfuN0WUAxoIAjxA24GDRu7rmUujtWkOWGgh
5jPv3QQM6NAxhf4xSawYqIP/0Z6084qG59rC8U2G7JQUZmhBDIMEh2YoQ4YKsPZX5tAsBcUPigjv
b5OzmJNpKXQdPCwuqBNCzX/WrD50gcjRQBKnmU8j6VcC+buA84dN9z5HI6D4uAwvN12DYFY5M8gI
HY7SP8uBpaQQOreGY6e5cYOhZqvaz9VzR7t9wfVtlniR3y7P5ZwcEuOhXE7QDQNZC/001Ns62BLL
/3I9WKnisJCVwu0pCIDkfp3vtsTrMhtxmDE06TSo45resG3MeeMu1rwCUFSFYiy9WH5kd+gQXq5H
2nijWYPv65TX9cYuLFC/4rCXr6VFPrdQhOl783Wp3P11HxXJjvjmwI8Ihhh8h0urw1BhuA8ADszh
PWleBbWRvbd8vW5DuY7AGwtQJKBL8ru21ltA/FskbR79PgyuAJwJloZsjWJMZQe5JwZvRbMQJKGX
viQl6f6P3MKkxwYaQLpFoF22dcnaS10VC84NSfFSM3urIi6ytz6FIFtLnib/HhR8zB52U5dsrJ7s
rq+gSNLks4KZVIixoS4AfJS0N9DhrNnwDs5Inidi31b2rc6ixveOJVTB/sIWCCgwUie0jmQanVrn
jAwG0HJ+ZoN7io+bGkwNTXA35NkeTK9rPCrKOxa9/f8MSluwS4ZiLl3AXaByvWjbIrWfDf0HKMfi
eowg+gsJmDjBMQdLynVPVaAGiKqh5w+9LBSr5IcU2FucntoAanVeQPZME4Civl0ggTjaqNH62q5y
k+Kmylty47rttKE+u08NAmGc1nRuDcxbrERF1XGENoItpm1AjyOXXHqPpUFbcKCMeqDTgjcfelNk
LelTrjhq3qIcgP8ByXt5UNrBc9loGejw2vyOg1u6nrzYYeXRIC7+P+zMLIh7zT46430+LNu/WXbR
ZgByDYHOlp4k1WJV3sQ95PCkAIlvYrK4nbNio0MyJbR5yyJEpSGy8yqJ6Tj5QItOVTS4eIixsdFO
Qkt4ZSso1x2wcFQDXHBvy68kvZzqInNEn38swpx60Fl6ycc1YhzVMcaXhdg6djt4m6UXhR9U/Vhz
wbrQt/GCfuNGp00QJtlId+1Y3vXlSg6pMohyBPaR4LHAJXv5oQMXFCqMAWTcU/e25N8M/Yj6mL10
RzfLD9c/q/jxcow6tyVtqiVwk2kRENU+FRz/ZqJtyGx7K/eVcu96OjrQoFYBkbA8sFjbfsFJgDNL
g7bZYjyNbtLUT7aY/gUp/8ynvaOP88aajGrjFktghFWVdKfZL93ddYdVt4AAk4JyDCVofM/LxbXq
bnZZAaSXvTQgIhGaXAR0PVtG8ikqrHQA61nwxLOBrQQJ1T2HDA1zqIDee3ggXBquSAvZsAQrzay3
DiXPwL7tRxr7f66AjLsG5DKCYNwQCs+XdqAC1E92AgfZsCD/8O18j0prGw8zWXtrK13C/ClklsCL
ikfVpamZgSW1b3DpOFYWOt1wm0MsNM3f8DJfiT6qk47SGcagBPUpov6lJbuxE96P2D9l94BRkDAD
g6xZzn8RT0AKaoH6BDsDVcFLK5jG6KuWoeFSI4G+RSb/PFipt18Ckqxc16qVQ/qGqqP5DpmQjrhZ
pwFxfHRbqAjnbejVd1Px00lXXsLKZTszI53ueakYpPIwzI92jpm9Ee6EwRraWOmKqNeifC5UxKRP
M9VWPrzjS6CymCZNbPsHD5zFafn9+sFV+vLbjvyUQ7uj6vwK11/Wd0KTJAVfYJOvRAdVOMRrGs0j
wQPlyMPiCExNjosE4dCwMH5Zxgk223U/1Ov124T487M3G5+1ShsqgGSaZFclfmybnwHB1v8C5Iec
/bcZaS/7SM06s4MnRXKojOcxOHTJ63VP1hZLCqVT1401ARb3ZKR+qLVtRHRvJWiqP/pvL6TNlRTp
qNmt4AYyvDrKujT2AdMFcdbfBJgAyQ2uXCgmoXF2+VWADgyIl8DQaOdby/xu5c3B8N+uL5jq06Pr
idF9ECugIiEW9OzT125akZwDV4DjGHgvvaOF6dTEEx1WtrFYFvlWF5PMeJcGQLLJ4TJzmzlZAszp
u8gMi/uMfTcC9NjKKNX+6SayMaY/TlmA0wOsAOgT/IvU5dKzNkfL1+M4nPnkHrz58+L3oQ7RudbM
D7z79qfLiJka0Jq9M0egriN9q3xqMatXoePaVyBRf5vrU8NfCOZvr5v5uIgg70GmDQQpGCk/CILp
tVcGQYcWMre3matDPrvcdqzB3TNHHnEjBHdoWcz761YVqZLgDALXAYg+oJorDxU7Fp95maKADf4Q
mu0c683iCQ0B3og0zEDmdh5OWR3ly3zS13T2Ph432Ea5DgcO/DkYRbn8jFmho3ZSoCmAe+/QWODq
4RPw8Gvb8+M5uDQjhUC7zgbbbzAfCBLjkJbQTEXZynhw/e31tRQx7vIYXNqRYqDrtEa1YLLk5PNy
k7eAl/Fbbg3RND9xfY0dXr126OsB9gLxLlnNxmgXSjWeIhmqPhXFJ6MfMNr1xwPnwiEobQNmKZ6B
Ujic9W5pfIPg7qD6g9UGoT+0tyZfq/KpXfnPjCtlJy3TklLXYcbFu6robxvj3vV+Xf82qj2AcAtC
Uxu4E2SPl1ttdD2dpyDGOul0r3/vX4KRYHD/9X8zIq3X0HObFRaMlBYLXf5glCDms/NotV+nihUu
ZvRR8UdLBtTNl960cKdhYpaQi62cHyaACNgrN5yjp2HsrzSjoixX7kbVCgLvhwe5CajHB9Iho3O9
aRGUlR7VQ9zyjU+2GaMxGFWvr6JqO5wbko6R5XKTm2WP2lJfRDkeo9kvNCVWvFEaQXvYA00+smJZ
UzpwFgzLCSNmCpb88nUwd6upqsIGFJdQQPHxXwG7u/xKvQWdF73XwRRnU7RCjgAJhSUeSdeXS/Fd
DPTUBYugjitY5sHsIMqNEUygxCqu3btTHfu9Dzjft9X5UpEuSOENhoR0DfAhmOmWNl3C/LHSPGCp
hnES7qAdtJJHKAKogDVhiBXvSZAYSOcHTDUd5Q3gdUBb5pjjRu4VFdltG5Btv0Zuqfo4/9kSS3f5
cabZzRnV8XGqIthwuhlse50ZVW1EiNCIBiFYZS6NkCI1WNIgMepdbziBtLbYah3TUbhjZOXyUZpC
pAZYBSUcwOIvTdEKkwEmKypBDjIMZYwMPOvWHhMqI4BMY6ZfNIEwgXtpJMO4kjVUIMgh2f3Qgrd5
GEJQof3xuxj9FNCOCSIe6NfIhezBo/acC7YfcKrYaNYVR398u35olI6gWgEyK8i44AV+6UhONV1v
LJjImiXSIGdSCqZPZyWSqY6mI0pQuJ4BqpR7GrQyyqRAyQfPCagUZxZAZfdQwPFotrJiqoMDbi4A
inB+BGXVpTse61u7yM3qFJAHTPj1oAgQFDQ6ppdBkru5vnYqr4RLyPjxgQI54BQeXi9eF4BVKKsO
1KYRtpoBhe10WcP1KtwyxXQM6q1wCyjoS7cw6w2K8AaTD0sBFeDxYFT7Rc/2ZeGABGCldqHw6sKW
tCP02fW1VIMtfrTnLB70qAc1+dqHUllBgEOVFQEbdIqSR53ZazWoyIFHHSoSthrJwqH9uSAvjz29
TFa+lAJpCO6yM3OSU8tM09wTcHn9pU+hs9A/9GW3tVFfGrqd3T450y/0D605LOnWJ5haBpNaz08B
emI4IbE+77W1FVCcvIufJCViJalpSQOsQMpuQIG18E/pWrtScVHBBAhh0eHDZSJ3Lpais4LFF+MJ
cxnm5MHonq+fALUPvw1IN2FdQE8mFQY8iFeAVbvqPvNg+7/ZEE6ePd5bzAjPvYbJg9F/ZOSZ+0nY
lyvxSTFHKPbHb0eEo2dGjNFmFPOKWCnHHSMQqg6PIAATtA0TiSaMk3yyGgL+JxeKIEuR1yAp141t
Zg/5YZiCIqSp6UQjRCYfrju/9gWlY0JK4nu5WGDff6zmXxr78b/9/dK5yPRhthMoTJxQ/N8ETn8z
QrnoL0ygWoB0CUmmLtffGYASRMsFlxz6VWZ6nPq1k6RcpDML0iIxK6u8ZAZ5YD12mPnXoQyxu+6D
cp8jDQNYUuSvcvpiLWQkrraAy5J+z6ajXr2AlOu6CfEjpaQSikm/TUhOzNYEtc4OJsYGvFRNNJpb
/XFGOee6GdVaoYaDuU4UOoIP7C623jPajmJwY/yuDy/96kiuaqnODMjsLnMyckPPkIUHdrPT+Hhb
uvotJfnbdT/WzMhPCjcnlEPG9mQzLxy8WyPVorUi6Mpa2eZlUJi5bWnTYsIVyOQa/pPp/7ruhOqb
g8FOTCCZQoRHOn0VGx2dibWquLkHkdmrq901HobHhmUNQqv0Bf1jAB8xYPhBLsOobC9NdfjSN18m
aJjUzhr1triv5A0spnf/tSB9Ea1xgkkQvJ6SpX2rwLgYYgShbvsnz/465beLl65ZXPNJ+j5dyZbR
M4VPBeSyi+diXLsWxG/+6JMl6HxsVPUD6VCOJTVai3tiyq5gcWekr4HZxUsudHvdCKpCoGOJ6eJ8
hW7UQU/+oo6GKQSAqoFJhpycDC6p5maZJ4w0Iu1reJik6bFl9tGrvizc3nU62vzX96N6QX/bk25B
cLQjdXdxCzLnmTavjN1f//uVh1Zw/OPRDHU8GcrgjGCQRTEA9Lna1gGt6KzfFKtqN+LQfPhm4uEH
/ichqCPtCosg4a89grmgmf5oiyVcMDPm9vvCtOO1YpoCoGuDsxu4U8yLoTQoF42NfCR8yPDY5AXD
cJE9E+ANybJf/JlFhqMlkY7Rq0d/wHxDatV0S/v2vqH0G/O1IcIIAEYPCSGQBaDBPge2B5NZDTh7
gnFae0MoFx8vYl/8Ylw0Ur45FbXtdWWFe5gkkDwQPXgnnNaoA65ZAeJAHukB4bStkRRW2vHH3Dyz
7m7s/uIyxowvCJhRfAP8Vgo0dlXX1E+76pT4yR1mzjLQX+kpuB7WgGvK8BwgcwZ6FjMx8mMSSNV2
0Srk5tzutsaUhVVqAFCcbIDevX4wFGVMU7yDxGA7nsfyRaDTARMJA7aRNwAoS7Y+j/3klzb/5D7d
o6M7e2sdB9VRP7co7YbCn/nS9GBD9nUtzIMvyaoiwJpPcg2LNbwrNVjQgDLp2OcW5FODe2x9M+y7
kz1scvrt+iqqfBK9G4xUoZmCf6T7uizBW7nY1anxXi2KaTG6uW5AtbnxAAcXGoKyG8jNyn40XOo1
CC2gGy+/eUXbRa5XpifKoNBy3ZSC7AAQP8DtIL/0fyxvl8541pAM2oKD5CyYyq/v+0rfEpptdPPU
6Mb9IjhindfSX0umVT7COfRjUXMC7aH487OXUEtrr+lTjDF67bxpaBoF2StdVkbfFEYwhopZEXBO
IRmRxbu8lPLJTIHe9ZzCfewaMm2tyZqOzcCStTtckZfgAgf+R5SEIOoovVGbrBs5Eey6dZZs2zT7
ZKVAHZlDvLS7yTsm9YRArXPwjTybmIX0AnYPvF9Y3frgoR5yowzNIEOPJBlXKB8U4eXih4ntfLbS
LmdgAwnQ5zSM4FsKXZgMrVQ3o3vqrYQXBXQTMI2zNZA+6jBXXuqMwKvn47yFCkObgg7hefRBhm19
Mqx90pzcqYjdbDPl9Lgsa0BNtatAEYHjGwdI5sOqHaYXCV6Cp7zqw5m8mTkGOZ2DWXy9fmqU+wo1
/n/tSFENhewZHIzo4ZZ8Tj4NvCwPTjY/YSx2jfpBaQlkFpgSFwJpMpzNdxbN4Q1Ihi3gpR1ofEGJ
up7c7XV/FEPO+HBnZqSQxlogahsTqonuEmHAL4PCqx4uVbJdDPYjZzZiQLsBDuiWEftOr/nWC4ad
bU5NWOrLxidjpPM11l5FggWkG8DvYtQGUD7pQEETrp7RH8GB0v1sD76LuHCmZ7dr70t9/DL50xrJ
uNIgkP647EWFWtZvmxLepq6GCS+CoZXaifUlrL+NOY/ztVkyZaw4sySdE4hFo3rdwtI8P5nGk0bz
0IByqeujEjhvNf608nkVNxYAxWCwAigFpQXZM5oHNG0pGuWc6kuktyXdOA1P48LSSTRMRRJObT7E
RppMIdh12KFipN3bDdh8lzT/kTTDFKdd469cPsrNjVEtMd6CAWiZQM7n5sQcoXvZV0dgc8N26UJz
fLzuvCImALaNowNFI9AjyfxIIO1iDTUw50DnLojt+X4Ur2zS3Keo1m+u21Ks87sgAyqhQmBHBixX
CcxPDeKCU1kvXTfs07FfGQlSaAzgyYFeKQaKUceBmctwTmvGdK8CuGJY2gN0XMKEId13wQGaR5WJ
Bm77pc6/LGUdAlf1zeQ0ItMUeygecqOOqhkl52HtNyk+5MVvkt5CgN2jyO77mDDPra9LtuwLdMLs
MgN3csinx9J0wspgMRvuuq7HXtO/U7N+sRFncjtbuYgVp/jit0hhY0ioOesE4AaSFvYBWGAv1PO5
OXpjk4TFopXbqVz4yltB+eEhwCYwGwgevvRRqixt+MDxUVqH9lGT9kh2DX05XN9eqmQNgkq/zUi+
8awPCr+BbyV/hlBUaCKp0Ls3n7wluh91mEBLPWuvtaszGWr/fOA/kUzpmPC93HRNnbbLYoPWVssc
E121adgURQbkcTMYULJgxgJRmKD7h0JA+NCMk3aH92i+0bSWRIaW0Min/RjWNElWUg7lzjN//zBp
RdyxnxOcb8BM9ArCAm08T69/McKEI3dmRKzOWQbF7dzqOx/LPhKyIcQLx/mtT4G19dM/j4gXlkQw
O7M09DnHiA1Yzqfx2GK+3U0OfrHGkqU8IUi5oVEIKBOeuJdG8rFF9UXAfwaaRM64xSGl/Y+gOFb1
9+sbVrltfluS6RfMcljwXRDgDY8fl/GBZu7KkRC/VarCoADzny9y64mUjNKBwhcD2OfcOJYQHS29
z1R/EpeJ4FbA6Ot1p9TLh3kgzGYD/yEXftwayu3pDCTLggnw3dIn5L4vkx0JkrAceYa0aKTP100q
d7mDZwVqZgFuMen41WZX4XshPWvtbzlYBF0KZOIa1kAxcIxtfmZFiuKL689TObl4LfH0ZE9RTWNe
FeFk6xgcmTCFaPehtvSPI5IG7ndpyPM+hNYlCB+m5hiU/QZkUSF3SGR3U2yhQz04cTUmeLyOj55R
rc0eK7Io/F7R7wGmH9PY0qqwiYn2Ln5v1qShC9YZnv60rGOhfx1uXW/tbaH8Bi4SCIjBCOyPFASy
gcKVUeRQfnerVyPfDaMJ4TwerDTG1wyJPz+LAcyb9KGscZmi1xQ53r03IDsk88ouVuFQbWBQcV1B
VMGAY5dmoJXrB7SDmbY6Gm0VGdUhr8YIBDA4PFXmxmTYPHrVWpKtDAl49L+P7wJ3JE7XmXd1UTY9
sgWM75r3tkduPRasXAnKbXFmQXqcFR7G2GzMRZzGoA4nywvNTH/JyA304YrQT0+TvZb+iI32IQid
WZQC6lwlWTML2GaRanvwemAijm3Ah4F8jIR9GuxdfqCGHi9p8U/fJk/Xg8P1FQX52+WKUtss9NyD
v51bHcyh3NftShlFmUL/5x/kkC8tYLoUKYHgXmm5FY4L+Ywh1E+D7YY2XYMJqrcl8IFgs0ad8oMC
B8u0mi85bNXtGHWU7Vjtxum8HECEAWUwi0coXz92wfiYdukpHddgasrVBB8bajGgs/Fk7g2fa55m
CKRnPxd9aAJ/+VC13fTj+jdTAUVQ90LXCIRMggFOOn0BOCSsgmJaDBWTaEGPYiqNeHGQMRMzqpsb
tP4HCEfYR5s/ZcOyyZkOhdt0P+RWiEb3djbaQ0cN8EJkJ56636//PNUinP86KQ1phqqk2YRfp0ML
hPQ+BnG+XLegurcNiBQIGLqPdEMKA9YIptqmBbi1LA4EyrE0a7eMYzp8j0sQbxm2r2waX7epurjP
bUqBIXf9qsY0PdacfKfMjkg+RmXzlGA58/7tui3lPsYcHMB7aCFgRlxKTJlddNSDlMrJs76UAD6U
bXCoyfQtZw6IV91bm22MDqRfqfOS5fVajqJgowJU7My8+MJnYdavaVr6ZAZxOgtB3JPv0JQB/rrd
sVa/HYYHoqXx5AJw1N20qCxXPGVhh4cTmBzjdOy2AJ9sA6QYS7JEdqWthGjlQwZ8HZgvF9INADZe
/rw8d62uDvCeqNsiKpI0Yv2D4dRRSfSH3jeiLkk24IFLQMe28l3Eusux+tyyFMuMosdks6ljzIwv
YYZ57pTfVcPr1Ly206tlLaFeoS/e3mjIbYzE3vRrR///4zvA5OBzBS2dTLajmwS8ARjDOI16E3nt
fe1XAuYTsXmJFhNIuKA8kuGmy9j+uu/K/Y+3qWBiQHdeLqgNpcMZI1yod5un0ql2NqRCxroLPb/f
tRguv25OlceIp/C/5qQtWBiYUMuE4EpBHjAVtdPS++BvgJhoL/02IsXRJetcAwSreJhaoLlpg9vO
+G6UxzLAeBfYvK97pFxAQH7fCR8AppDOtF/zFqBs7B2zC6KMbzqHRlR/aVBiWLKVG2LNlrR6GFz2
q068uLNqQ3s8KvofsxaOSMFdu13TzlNd8NA1/s8xaRWbfELEF8bSkm017+gb5hYgpajAWbi+hOq4
eGZKulqsjOlE10w8PsF22tU3uXmTOBhKp3U0ez+QnjEKBF57ahq2ksUo9yPGpvHoFbKsMt3qooFD
LqgQEg0/jQbIPGRtxJsVI8p7DU8EgIKRP6ALcRnY/CKojWHESmJmcueTY0/LOGcItcl2YE+j2YWD
oUfX11T59c5siq10Fus9t4HkAIfNoDuU5gvkJUIMxewwg/bwF4awdOgUerhd3iPbmSGgxH1QQLS4
QItp3tUzY0hSmgWMVCQIh7FeyauVHwxautC5FU0lmfIvHUjXDhxXaAGOCUwEswzUO2v0NO+Z1ocL
AZAbZJw2Mk6Zu87VKav/H2ln1hs3knTtX0SA+3JL1qKFsi3LVk/7hrDdNvd956//nvQHzKhYRBHq
F+iZm55RVCYjIyMjzjnRiSkmo5MdOrvt7wOLJotRKV7e26iJZYgdMet9+Zm0GYorkTsoJxTA7hak
UGZ7rya++TEdrkZmwZE2/Cn/vtnjppOzvnfw0qb/ULf54tpl7+r6ctQSrujb33Nrg5HYpqgg9Crp
xV46Tmgg3BWoYlCI+lvH1DB8HXZPvAhU6/19a2TlnUhudG08GZDNourATLQccMPtZWyFyrcWVnmd
Miaj2kVwe8cy89T+H2U4m5HmdjSIVAD5t41tfR8E4MS8GxoWwIsu92x2eE2GJFe0lEuvLtA0mub7
NkLbjNNw29Tm54F1ryF4CS5LVS9NVTSGSQJsSLdm4jXqoWjtAwJc/zcjqzstt1Awikw2z3C+FkPr
xvExg97/fzOyusz0QBmtWLPgNQ4PtqR4ZvEkNXsnR3zmK0cDPyfmyJFYrZWJlz5JDGeBUDCY9ReK
cF6zpF/7Xn+YVPncltXPMHJ21rXpeQDM/mjmMMhk5QyDOkipxlPOj+PaN0w62tp9XNF0AJ5FKez2
Jm4eJNjQSE7RMyPer9xB04O67VCvUOSOy1K2xrOdaNXOZbLpdCjYCs0dYNRrpxtyrYikKYcukDqF
J8T4Pd3sFS7MsTjfXtDmUYJLK4R3BP9oVTaZpMQxGhlmggMDu9Jfmyg8TX3qWsmOiNv2mv5raN0C
7MBWWUEJur1iLHczTEdn/Jru6gjtLGfNPkTymkfNAvvfsAL0R+0fjf0pyupjbobH2xu35QmIGYNs
oYyGIsf69TSXWasjvOSH3QLQwdT79GdpSnsOt+XdOnfvH0UbELcrM9mg6X1vcj2M8/A4S9yBVVj9
inrls86ILNgzL7eXtbWBhFQkDSBvgYdbOTgk7jCsZcgzddN4hf0rYbJ9KLWnYny+bWiLhsGi/mdp
FY9yC+zkKLfIs9il7akzgrGW0xrPrW6jXy7bqVfNTXevh+kAeNT51ZtB6PWaLHmoHPmJVJteiwLg
vzgPb3/VKppIcRIzaZPzUGmvlv2PIn+nJxPl/b844UyLEzLVUBeZnH4ZR9SxyJnv1BFHGNdgdg8i
3I9duBOttqIxlEUxrNdk9Ms6ETYzmzFcKjwDtUQQ2GZ4dF9+s7r6oVWlY9JTGI33ho1v+Q9nAjgo
UmF40epp3xhhV9gzOO2yXzQ3Gj6pmu0pfSa7U78XJvdsqZebCFSksw2BQqdR/58iPvZZcgh5sQfB
crjtrFunkCoZZDx6/SqKT5eWSG1KWZoZIKKpk58Yih8k0hH1gXOWmacqS3fa51sPGFAiiMWDPdTV
dTqsK41e5R3Ywzl3ctfszQ/thG6s8xgZYprBmf/XgzOZOxF6Q0YWrLYYawBoG1HK9dNajzJzkiLY
O0ZE2SfqnoO4/Vjwis9t7awZFDyXwsvL5Emux0dzCdx4bP9F+HGYS8n0GSh8SBBebrQ6J/GsWtB7
nLl+GGvrrzzRvCod7qx6r0Wx6T0UfsEK8mlBi1yawifTUjHA4RaofEzO+MEC9jPMxpO9mxxvmBLz
e3Q0I9FhYPzHpakCKSLHYfqkbxevdrN4DdNa6sKi6fv1tp9uGuKpBtISyQeg95eGVKUyECzmC9bK
E3MYPhX572J+kEzr/a9CdCXAKlI1R5N1jZY2WjulbgXeV5fk+xDAUi6353/DxLqwsjp1tT5FrT2U
YHypKyXWc8wMz6TcU/XcCJIXVlZRRFu6qIoE+HYYpI8DaCtTelGlTnSpii4+BFa3E/u3zhkW4QEx
v0PcAauvVM3jaMSVwJpbZu8yyw1FzWfTeJ0Ru5GrY9mUbhkObi3/FY6hC5T8/raXbKRiBs5BRRyC
Med95fmlU0jDWMqcc31yq/w3LwG93KnB7NlYvQdbk8aC2mMj15Ght541W3eN98uVCe0g2gk807lz
1iiAOMtoiFUwwBP1t1VQK2ieE0Trbu/W1plSUdQnIDN6Etj+5Znql1oe6jIr/SXWy3M/m5Ub5Nqv
Sq4/orDQ7Nw0m9YYxw55kgYc5lbWEF010FcFkh0u9w1672Fdv/RadCiKfmdhW59I5XqhykHpxVkD
s2tZrSozkArfrMtjEXQP1FWf0kH7fHv/hDevnoQwmv5nZnW+VLudCkNLSn8cMmZ2/u7rPRGp7YWg
ACF0BXk1iT19U67p2wgdqT4tWcgrBkznqzz8vr2IjRtZ0LL+a2LlBNbU2UsMrcZXYBoxi2JoXKdb
6Csf03h6tCb9INXVo5Sbr7ftbmXJFDKBszPWAdzXGidUFSRUnWXAdy0b7exUzEarYq1346AriLo2
4Yrk5DxNqvE6ahZco8ry0iLRkKq39Hu6bWLQ+ozwz+0ftuWncK7QheVHCfLP5Z5XzRiNDqVIX63n
MyL9JPDLadaeymWv2LMFtkSPEh0RkQpxrYnP/+bzTsrQkkTjp0pi3M92fVrSe622j9boeHbnyXTv
xti5gxTvhZ+czjgF1niYy/jTaE+e2ryY+h4MZcul4Qgy6pPlUx5cXUzNDJEzjMvSL2qjdu1GD71I
D96vvMvb8o2V1cFpxlEtBw2fm6a2IeY0hqcyrsS1g7k63f6am1cSdxJ8F40J7lQ3LvdYK0s1Vpai
pIDy26oVbwTAU8Wi8zbKkP0fK+VuUh/nAlylY90j+LwT9raOMO8UtFuhKZMirXZ0Hos67/qaHW2l
Q5ydlyY4RNNOWr1nZLWhxpTDsLSa0i8B9ZBP2HPtIlZ9eys3jfB4Zv4QskRUjy930pGDVsusCSPR
M29cr26eiuH908257gQfgetbDI1fJZTOmC8lV3jlV2Fbulb2VA3JL9WA2JL9m+sP2AnyszwWkYcV
geDN6WuTsDe7rq4Ydcb4pEL6Mas/lTx+5GDd3jjhYqt7guitwxoknqBwqF0amhM5ltq0Y56bzlBu
p5JOUhc+2BapcjIejPyv2+Y2vtOFOXHG36zL6oKcuk5b+nY/u0H5XUlpbOxOudyywnA80dmwSVTW
oMFgymsGh8r4NUjIomvP4V1spDvkoi3KD0PTecPwfXQIMeJXvFlLIEd49FRVfivZ59HRP0Xh16qP
n0xYUEtbHcryOwBCr0gatw3yM1gCZoJ3O46/ERRZ5Z8panBOQRRc/ghQy0UW923l22V1XzbNQ7Gn
grvhIVBRZDEmngosza9LC5TJ+6xPsspvGPpQBx8i/Ryif6nlkRswZ+a2f2wsh+IrVz6NGY2xwKvl
WMxGsK1srnjqK9pywPvrb0YU8QS5bWdrUbRxGagFVQEM0ioojXofLMusEi+cLmNkglrcm2ORnAYG
DLpBBSPFXqK9QeYbiyO3pKXB6hAGtFeHOqfRNA5ojfhGVh1ToenfJuq/YFCydUz61gWRB2775efq
FNuQnMmpQGw79rmrpPQhjhzpQS+nducEbGyi+EpoQJEzW8ZaB6xo5J4iJfX/mP/BaTIG7UGv+9g1
F1M7FQUDiayy03YewVubiEGqQkh5os+92sSpc3opD4oa9d/muxQJYK4TnG97x0b8AGoMb5LKExyd
NbQ6Dgy5mSK9Rhf/yYb03DgVnOF/IRgBzxVFWUaEqA7TAFdfapjV1h7jhuskubOX5lee/BsSHdIG
MBdsvpRo/l/a0DrFaHqtavx4MM+hJR2UOjz2fXB3e8PEpl/eIiwCzW8aQuTLCKldminKpkWUN+S1
ZoZ+o38zmbHY5J07xHuCS3uW1puWVBnXYlSC1H6xkr/zACqI+TGV/r69oGsvY0EcID4NLxDO6+WC
KmQDwp673pdSJlFYhyI1D7ctXPsYOSxiktztRDwUxy4t0J6du8rEQhOcLQaWdt2rHe0c0E0bFL7E
EGE+zhq9KtcFVbbQ4nJvnu34FfE09LhvL2NrowCM/tfEysEMtWnDejL58vbsFoOYhXzbwPUHR1GB
0y5ci2i9di29kKM505XST1smQUWm3DM8s6LFWVWJN0njslMn2rO3+vJhUeiTTC/GN8tA82y9Du6n
XPq7kEHFaU3e7FRsrp+4YnkQSyEgMEJCFfv7JonIAykqem3BDSRtPBQMFnF17gRlbI7q8E+tdYdJ
KSU3mMedI3sdvIVhIdLPVcuMA+E7bwwPwRJbWkDGDGYgZ3BFETIg9olBdl6cPt/+hFtrFLVRoYAI
hWCtTQh5IukLlcvWsRo/R46EcYwBOqV2flLRfy5tyzX3LvhrvxRi52JSBAk0aObVvpZpqXHhya2v
ab86/andmz+wsX0Xf3+1fYWaWMyv5e+PU8wD8UPgJuHHMnZTe2fzNvyR2M22cRsBVFkTWIWqkaMt
akuC98+YfcAXmOiCtute5rW5IGEGvUDuvLXOb563hrVMQetHpnFXWVCtv/RS6S318JAZOz0PsTmX
1wUfh8oh2p7MTbnCwJbIgC+qHHdcF7FbwpTXIzLLnRC+aQTNXVGfEvTxVSrZlNIS2jpGQvarTF6H
/pS1r+/2bCYR/M/GKjeWFGQqGGDawVGXPTtLHmqQdUyOPMyxfIyqX9qIpHmnxjvZ66ZzMxkR+c0/
ecrK+ZpBD8x5zjs405+L4nkc92p7m07Hy0bjz1MLWU+ay+wStkrZdr5cf8qmgPf6dCAiTap6vL2B
Gyuh92XRchIVHYTfLqNQU9Syxoyc3o9hth41Zi3dt13s7MT0jacarR6Bt6erB7pjfYl0UhcFTq/3
/lwsXuZkr2VkPw2KchrTjpl24+e5zz/rS/FgxGczfVDsV3P4dnul10EQSAnQBSHgxRtgHei5ruja
mNoA4zsojhFd01MiqVTv1DFwGzXNjlFI2xEZ33tjmvP729avPyjWQdAwNFChrrA+3V1FptPV9uDD
aPEGZ3Ez+cxt61bmTnq+gfGmucd9QoMD1TXSwcsv2sZBY7fmMPrdmNQpcoRZ/SBrhX0skADz4qVz
To6TBx6I1MatplA5SXJbnm8vVxi5DDD8CBD2vEnIe2lVXP6IWMnNpMOx/HwJDlMIbzeZXKnRd87h
xq5SOqOZhP/Sp1jX76YgKGZjRKvIHo/JpzYUFCE/qoodM9euI55X6EqhT0uabYif8eaqbik9Z1ba
yL5i1PJjpfXLUyTBTtCG7HtnoS9oznJ7p2fzC+BUbSdP2JiLaeM59FFFyVmz1ouslmGxp9JSfAMV
hFlHj335UmVP2T9jckgfneXzrCYu0/+C/mSkD91n/tB5Dr4Mvwv9JQ3uZTP29tRWrvfdFvQ9hw/L
tcjBvtyQXC0MmHSR6sdTWx3nRm6sZ6dIhtozIqOESlNREN+JVBuOjYwOsgMCRM2nXnekhl7Nhi5b
UNS2BleDLJI7PYQk20WOy9Vr51Bm1nFekmNjvj9KAoNEnRiyELUKeDWX6w2VJCvbTFF8LZeYjJCa
ht/GXf3l9qHZ2FXwB4BHSLLFqMXVya2zZgATG7KrRazcy4PZSG4JgcbtNZ50IxzZnVhxfUq5Wv5k
AjT6WKFISd74dZ0sk21Vs+rDh1IR5zER5viRNUaTPyVTGds7nvynUnUZFWgeOH/ER2gqXnVPyobS
c1K2ii+bh7z2dIuBAm6lHRACZcaA8yEHmj+9O/Be2lxlCHISGM1ol8oflnY1fuoPpVF7qCne/nYb
IQIJNbwS+A/sdlu93Mq0JtenGKP4Vq4PjbcYnZJ7WdkUPCeytC49IIIoFNtVtxzCaIGWkkuINN3+
EdcpJCmx8qfsCjmZVurlj0A735YmaeBHSIp6ppphHyYEVE5K0lj3xhKfxl6Pd47llk2RGqPwwksd
CvelTSQ/l0mjKeBPs+3PZvQ000BxS81pEBWWfUZl7yxya6dpEDskEiB2rkafZgwi1jtUi/yiGH9G
EQQmdKXUHFQXAlN3RZJ6Utm6ddrseO/GYeEW4Phzu9J5X0MElSZSm3gi5gFMko72NHbfSzV3vC5p
h3knX9qIBDDLxeA7RSC91yqSTp6T/6HL6uty+LkbIJ6m9bE3kZcgZbjtM9cJILeaDmaZGrq4Slc+
k45S1QzI16Bpqkffa7MZTqrUyDubt22FWh44Ms79GgoUGnG5KEQgHyhn7OZz1d+l1bgHTt36RDyq
+UO4Bb0bsa1v4tk4duWYWYnm2xnToGWt/61HYefVgLd2osq2JUEfBO1H9Xq1axUnLU3STGMSt/Fj
Go2X2eg+SMPeGLRNM9z6JB9kzii8XC6IjiEdroxJ8+2ioiwxhc5ZFDHuqlpedkpV4gpbxWbWIqaC
kh1zsa/KYUskG1IbmqpvDNkDWAxPq/+qG9nLh0+aJJ3557bfbSyNpglRQ4HJwFDE1dJqy1KjHpay
309/F0vmOhBe1D09g2u3o1GIxwH6osJn2Ssjss4MV9QzTeQSmb3mVPPfiTmlOwFp0whoEmrhQvLV
Xt0wZdzgz1OIEb3t5UNdl3RmRruy439jCOVMDrlBwX+Nwnf6tCoLozaFUlftqUVO3hMuRffPe78M
n5+WFqLNhHW4QJdOJy+NnjBnxmQmT5vLx9axhvpumEmB3L6oleTz+83hdzLtEmrwvHcvzfVd0LRl
FFl+ZjW9O1jDix7Zd+b7yfXAFv5/8iEYZNrKzNLXI3KTseVHUu0LK+jqvLuq4gAvo+CF7rgYxbfy
NicTQ6ul0GI8avyVR0tAI8b6p87sPXbO9fUgDCEt+ad2SNC+3DKdKZJzYKcWfZ9vbSp9KRFrz5kk
p+y927cMGbQcuRmYG2evh/Q0Yy8HVYRYo1k6XjiixRdCdZXRcNz7PLctXU2bGUGFyb3M50HP5ah2
3zS7Oow92l323t16nbCQqPx3TVczvqOudniQYkkLnpSy+YAGSSW1H5Sw5pG6o6eyvSqCAkM9EOZc
v8XHmmO81OyfmsSRV4RqdGqq+FOZl8VjYbc7B3cjEIHNEfOAAO5RUl4d3B6J1j6XR7KGiOapKynh
qwW48uft87ppRfRkyDPJwNZMzDhVjaBQaxVFjqSq3UJTm7NC8vfrthlxWC7vI8ba/0GKsn3klisf
ryulC6scKdjOyrJD4sAUyCRZ82pTmY63TW2uCNQ5YglAz4H3Xh6nMlaVYmw7Mjs9HjwEBwc0ASx7
p9GwbUXMHyM8EMDFv3+TnCASuNh2NEB/T3LnM/IjycksIvtwey1X3o3OIEEbJWfGzPKfVdFVGlGI
CpEp8fs8dJtA/9zSOGs1rnNLf9HKdmfrrhwcczxYEfEFE02WIr7im0UZ5dJNc9D1forGckb8cQrH
y5k6s3dqr3YPzK5QUnSAw/3hJV4aCibAcImi9gwkG17Rus0pYkl7w6j+xLMLpxNWRI6KOgRJ8drp
enWuyrBvF78RqoKeqc1ZCBN90H9kiJR2ByORCu3DJNlD9pgkSf/Z0SLbOaeDmVlPZVDqBrA4zV5c
8p2oP7T6ZP6jdZVRHQPDir/ZiG9+KQNZYUT3JICUU9vrH7RxTPtDLSn157wpUhR5q9J5LadI+13O
Zf3T6NTlY5bY6ZciVZvnrJulYxYGecIDWqteBpQsqXsxb6w8VEs/fk6opX4c82TpQI87Un8cKOv+
VIsy/ZHPQfwlCaKscI2iKp+DdNEzr1oM80kD2RsdQXhGnDHEE/4TpSqBPhhGmV5ENM4ndWkH5wyO
LjNO+VCm8Re9LKLS1TJnfmr0RtJPUaxKcB4N7YcZJHLnRsAP5CeljrPnIUfq+UMRS7yLF3lG4Smq
AxoDWT5KX0I5Tv+zWEP5bbRa6z6R6/k/eHmauTKdq9LTmM/8vUgyKG1tXg7KQQrKDLbo0PcvIaUL
+TTZWqIcckOpE6/rCh4ZWdS1uVv3qvm1XbSpP7ZFUgYux9/5HsUMh7jrpzlxKJst0vMgJ3Xu9nHd
lQenjRSku+sEVbWF6T9/x0VYLvc9e2cyenHUuvt5CnNl583351G3cj4a0RQYTd61gl5w6eKxmkSt
Ok6jzyyzAsXmeeAdq5fmGJ3kxRmzQ5BY8ue+QV/FzTMnfunKzorZEK3Q3aEv+RRK7Qytp81K/j2o
sgn8R5qoYFUTNt1QiiZhVyivHVSmIAzHTLYN6GZmnFuuklrdEymFnAPzhQPhBRppn4dioPxEeTI/
IuRf/wS009QHR1m6XxIi4emhGGy0IO0RIMxRSdXocayc4MWK81y6g2qS9yerHZrp3DlNPx80kOuF
C57F+jy1oywfIBeF2XGYlrkMXaNlOoPb15oVe0VDrWgnPduIVTylKFEIVLHINS/3N5mHKipMatKj
WcEpPZtadBrqX1K2J6p/3e0AUArTAZIIvRuaeavXoS0Vw4RSHWXpJFQ+o/4wuQ6izac5qeRjkaOh
EfdTl7h1YTPJRyJS9IElnUoLZCZPzvA46nWyp8uzEUFt0X/gcuAxBF7gcvloj6dmp+eTz+Nh5jqQ
UL8xzd/vvX4g9bG9zKSgKXdVKZ/6vi37WF98nrQnSCyIgnYPfWvmYgCrg9jO+81RR+TRQGVYqOJf
rmlZzEEvl1D2S4CCH3vR07YqnDcHq0yWtVieFk/yu+88riCYWlAL6a5Y60sis1trbCdpQfsvcY5o
jud3bVP2D0arlxQXjT2NAXGHXsYFYY9PRhbOy2WNEB3aqeSjRrIfJbHlhaFePTmDNByMeZB2cpSr
IgCMBdoczLSgVMONvs5RRo26nZrIvmwE871hFt/Vzh7PU+xw2QDY+1CYSudlilSfbn/IjSMjELAU
T7nhAfmuqVWyVMRhqWoLqO/ac2r1KNvD3dg7z71QZ0GPS52+DF3KxOj7uGwnNxYjA6ogeb79O/58
vNVmAzwikUGgEFbg2qPAwbTO0BWKr5NmeUNJ4dy1RnNwk6mojxE91GNfNaZHqJy8eYkrz0mG9pTH
PSOnmaTm5uPwq44t3euVrnjMe1l6kuVl+YqayHiCr98c6PhmjJGbnLuijqqXYq47dy7m4ITyWf3B
Dsvu5fairk++BoOH5BZiKpU+U3z1N0maXMVq1cJK8rVp/lCp9V9dpe114jacFD4vYFyZbwfsY3US
q5kZBGQ0k79A3HhS1Sk44M/xD0vtnZ1a4rUpMffG4FXKSE+ai6tAxrzluIy0SvXLtNZdx+jmO8RK
ck+fumnnPIg/dekNrIfLGAALdx6a15c7R9kqYs2O5jdyXD+qXTsf5cEwPxe51j5yXZuCpdp5xmSG
nrPMw54m7zVBgVuE0MUoZv4BIb66SRqHbowWaJqvTDT3EKkLHJRR0x8SE2yd+dja1VlfWreSx9MQ
Cont+9uus/0DHKpaHE+WuyYZ2XBgnZxaEaBC5sxO4THtJy+Ta0TTl1dF/lojBlhYGsR0+6M8tgAO
954YG59bdLJxXvrJYhLR5Teoe+zPg0JMKvPha6PA2aP+YeteFASgHG+vd+ODi6ubl7rwZfo4l8ag
EiHpq3eyn8uoxJE/L6jgDLp+stJ2fB2lODi26pCeCivJPW1xyuNt+9c5CoUjMX+PGcI43ZqcZkeT
FOBNsj+0ivNozPFwNMukJeE0s29FIZU7oeE64GPPEGI/DA/hzbnKiQJFkpea3gAtx8S8Qyi3eAgD
O2NAqDp8ytIg/yAFo/7RLhGLu73S63auyv6yz3Q84TddpQpqFtijPbDUTI28oHSe52R+LdH9S/rR
MxLnOSqjL22CZKG+h67ZWDWmhdK0LW6b9TUXh3o02RKrruVC3NheMPxdJr5upm5lVV7cnv/VWv9n
UPj4mwisxQHloR6DTj26Uv13aqcniMQf7UpCyLQFIB4/FHVduKOl7NjeOD5gBsAPsE7u9fW0qoUm
BZMlKNeYuZ0f1DRUvDQf6EQORrpj6lpZFOo1oCgKQ6ILg0ddLhNyrznxZFb9qURDtHILpMRtBCeX
IPtHjtsPDGk5SGl9X9Xx53GJjuqPcRz+Spz2iC7bMWBiSsTgiyX5DbvuGI570JiNwwUihdIISAox
YngVSWxqYVUCGsw3NFQfzdKL629JQXOt2Qsje5bEv3/zvelxmXJtUIlLEWCTh6fO7E6BQYt7b37j
piEaUMRHoRuwvguhGzvtFDQqBDLnw9h8S7qKyVqGa7x7ZDKflusHrRwImcxOWgVGI5kmgY9Q/SzJ
DoX5vazMO00bj8Czd3L662wFS3SGCPqiq6ytQpITWNZg6KHmG0lX3IVW/pVbeE+PcuNeo1nNeiz2
jeWsuw5KKpmoJqcgOhBRR1K8H+8BeDCXEvAI0wJiYzma5tTeNQAk7mlX9seZDOtptJ3uK/3aYadQ
fL1o6K4iDop5JELj8dJhukjSh6hJZb9tVcTQ2qU9q/WQHm7HoetYwDAbICaC/EIZcn27pYBlNI0P
6SNdf7+YAWqs/X1o7iRN19GV3IxAo8F94cG9RiEg6iWlcrQofqq2R+TET3VlCGDW4yxP34Nafdb2
ZtdenwKaljSqBJeIrHJNBMt1Z3QGiFO+Dt7+Wana4ZAWgflgm8DBpNGc3u2iPBBIfAS2TUyvXKWF
ErUMu1wakqJOLR6j0mwR/opQM739ua6dAkYgADrqPfRjr94igDZKPZYn3S9z3Th0etqexzJ8/3mj
u0+Sa4gz5+AXl66XSU06RC1WkJQxmDdEsaLsc3tny65dDysONgTYnlx2VdxarLwIpk7TfXsKauRn
JeUHZ995rttWO97eNpETXybtuDHWqF6hW3NF7GhzZYmTLDF8qeqSs1Hl3CVyITNKXtXOczLMr5HU
7919W+vTeMASJikgoxt5uYtTYAV5UXaGHzf6kKNjnCTA4Cie6q7eluGePta1a4B/AwxHzCdI8jS4
NFcWc18tY234S14bns2U2FPfdtLp9k5uLYrKndDD4ikMGPnSioMCzVIjyokqQ+GWy0cnDe+URN2J
Slvfi4cpKHGOEqyvVdsKpYzOQDve9GM7Bhs76Nm9mWnjnR2U0Z3TUecGN/tuqAinln0j86UZCAV7
tbRSN6cBQLKBwGE1HOwomh55X1XurDjdjj9uZLrCFkAHVicYbauPpc1G2uiBY/g11Mpzmc/SYwaf
6Q6SVu/3VhPeF1nU382SqXn6qCaP+TQre7IXGzcezUG0IxVa1LAT1wi1eBpCeQgK0ANyQU49PXR6
eNSLv9FfNJF/QTvWDU2K8hBLX6zdlHvDlSg8UAqlAiuQEuLfv8mIqsaRw2CRDbT9rJiZL9F00KM5
cslcq5393jTFS5XWFFg4MvxLU+GEjH7f2+AXzMiWHw0NNv+nZI4z1XWkYdJ2BMWvj6JNKgl6iiF2
iNOugTN5lkU1qkCmL5VB8KXJrPZXNQXyTm59vShhhexAaIwJksjlotrFlIiuson+s918VwdHO2Ua
nRw3Ttt+50Burog8D64L4rcULC9tlZZkZJmUWb7TRWPjUhIby9NYQsjfuRQ2DdFEFiKMvFGs1SFU
atso2oEvxWVdvGaBld/JklztMLSvAdQCiyFK3oIszhFcradN6GWUkMJ9I3TK/yAmAoQ3aaWPzdgM
D/1oyI/htCgPxSTNxwRy9ClN5Pzc5nn/uVayez1JMmYcB9nRSurgbEuD/k3u0u6vpJqrj1Y0moeh
6dJ/LLpmOxnAxldHIQi9QD6FIICL0Pnm1Fhjw8M5bgNQpUw0LkMqhWZuvBjZvPPJN2IUhxPvEoR9
g1f5KuvurYnmoqEGfsf1pbiKHEX/MbmrsyNVh/hnXQph06ivh4NmDlFxstOxfB1SQ9lb8rUosmqT
oJIO4xF0e9d9ijJDPVBOIpvZx0lyqBJ5+tJIkdMd7DA9gaUI7gbGeh3SnLSuGaXm2M3Bhzh3mo9o
s6RPWWq/6g3aHRmB/9N770PG1VCFo+4oFJLXqtCy0g9O14c24gnm/MUM6biVeVg9L5Qqdo7G9aXI
aw4QFlgVMchhzRvuelEjKqr0aXRyz8x/aqgkNgiUlpUDPf7dwQWUKS92VFfJ2/nvSzebtbDtjdLK
n0r7g2CFKAti19/eu3eimk5tjQIxcWpdSmUpNI5SNX1aCpqO+aT8oyvD4pnh7jCpq9cA+lO03lAI
4dxcS0triMdqUVhmTwGX6ccsjUXhMrKY9WAkDxydvanjVzVDXqk0g8TzW8jjrpmOkWzlZU/j+KnI
Zf1lpgByGPQeXf5o/LUEneGNOqBvJdKczyoD7XdyNBEjL7JdrJO4UyYmPlB4X10MfR10WtMN5dOQ
hvpTUizLkYlZ07mNul+pxCzgMpIbDwEd5eX2B73yUGFYCKSTTXBXrNtSWo8K6ZI75dNUCz6TpoUV
clBBECrurNIKOeVL1/xKqundrAUME6Co0/LWE4qtl94aSwCuCyWqnvoFxXAocfIRd4pdOxu7nYNx
HRaFLZBU4C2JwJBnL20lRoESrJZXT0Y9BoeiqRwYCqRpSqkon8DMRr/tIdEfgm5KMtcKY/WT4kzF
3e2d/vMuX39jLncKIihzwC1Ync/RDiO69FX1tCiN+QKNDcE8YxKNeUtjA6AjJeNcnGS57F9yo0cQ
J87S+Xkuu8xdnNR86CTDOnWB80MFL3panPk0QS7xgrSrvt/+rVc3ltgwwfCjbUGxbR29q3gwHOZR
V09pkOjHTLU/FGTZ56qwtR+3LV0lD1gShGYuRk0MxFsVG2mapArCw+XT4ijxoWbaJnq5U74Th6+D
iThdgvduG6rocF06QGy3QR2btUZzL+jSQz0UKrXTxsyfu1ZORuTEO2OPsnK9h0BvNRCeJLCirLF6
K/MWnzNOtcnIvSVcXoo6nSIXOQ+p/lhNZbJHrLo2B4kLBBepq27bzpoCavTauCAxY/sMgARDZNGQ
tJ9kBxCyG8tR2L4biCCQVZwo/oLDLbaudVV609bSbFt+qKZa7DI+NBlOSIVG4U5mvrUw2laCs0e9
9wrwgcssTVrEtj+BXvMQ7kVrGRRU+jIGEeOu3uuO4DvfGBPu+iZVo4IXGYwutv0e6IrLi6p0zSmx
3x3tebqBT6MkBLAEFbZLKzZI6SUfJJC/9aCetaVBJBovgrulR4k7jhbJgtHppdtoZrqDn7kO+KSh
VLxoYwiQwBre3AZMMR6NyEFpYjpUQ/AYTzGN7/bLMijnWvry7v1k0KEJXhLoMTogq7dB2M3lmJAh
+n2dzZY7G3ImeZ1tps57c2ym6fDGQWocfKEoGV1uqW7XCm+QqoSUlt7FFve12ivS0VH3uk5X7rgy
tLqpzdrWgsJAPi8zh4Na/C7HZ6uKd+6Kq6iIEV6IsLmFZCBucrmaIJjbKBaqEqXZQXAuyy+F3Oc7
Fd5NI3+QRBTOGQiw8vUmkjIpsJE16YcYjJ4R9vEHGeGO4r1nSiwGoTe+jdDpuYpMTkbJyLGRAgzj
4H7MGdpMV7bdsbL2a251fJo0BrySTNNqFW6jLrebnqfRozl7lZJ6fZ+4ASxSaz5P4f1tr177ALZA
oMFF+TN7DyrZ5ecZzdkyKiMwHjP5k91N3v/j7Lx23FaWtn1FBJjDKUlJEySPxx57bJ8Qjs2c89V/
D/0D/xpRggjvDay9gg9K3exQXfWGyrfa1r8d4yJd+BsE7jf9egogICTOg0xwN6hUOOajHJsS8Mww
/jzrVv6550n0UE2O+NLyVn2YgZ8dhDZHng2l7lXuTPFsjnV66CRswVB3bB7yMoXGl+k/i8LRUPuP
dbHl9/f32Hib3PBrqT+TMSByxsysX+elNk+1naX2I5CyzAv0vLhX0MvyaMfUB4SmRj+f6mrXjpXt
x3aUvDObZjxIrZkLqnVd8FCodrULrCJ8ZzVNcLKkqHip5aL9kGYLiWAapMM8h0Hso5Qj+20LURPC
dmc0O90CVeyGCjjSjUNlnTYwKHiuCxsUpCElzdVeB9KbzeNs2o+QwnmzHRS1uZe6bwmlh9sfeyvQ
KjUs5QnAAmD1x35+pGfvaYPmZtFT0n/+H+Jwwy24/+XSXi3cWc3bNsJR79EyJpx4zZ2TR99KvdqN
s7W/HerKfuTl9l+o1YE8mV0hZ6FtP6I09j5AW9aq9u10ag3ZVdVh4yi7Nn8O1wi0TvJrijvne0VN
u0iD2+Q8pj0q7wPi3vcNPOU7e+re6dakbEzjMk2rxQ6DfTHgYxbJSVbh5F4LA6Ug3FA7o5uYeefX
arSlV/CXS3AWhor9giRW4HSzBteYmYRKUexYVXgc1KisPBTEg3LXh23/2ojewlvFGtTvDZwHTqAp
DUdvbKau8+RRbScvKZzupbPlPPRrlLiFSzVaQ1phKhJdczUxzT96M0ufzVxWtF2e6Co2y4bQlJ9y
WWtAtqeuHmyfVgmPwEgV1VYv6UIdmHsNqXwe94sh9SJ9df7RlKmLAksZxdGJgUz09jNo6Du9NkIc
FCVczr71FQZZGh6mTfY6859iFq3e9btJ2sK9XSzW859irV4hGfUApYgGcWylh0yOyR2qQ6oerMF2
0e49/OPO+BsMwR4DgK1zAXeF3joZYTuJY5S+Rpq066c/ffiCY+xjP365HeriolpCLZ0RuJmoEK/7
4xJmr0B5Z4H6cOWrwcMIRnzakke72HwIovCs5pDkgbXkLOff0TGKXkXDOjrWmX3qgs+BkhwGLIz1
biN1vUCmsGKItPBMqVSAr19+yZvsvHecIAizEYyPIj0aVjHsNBLZttKKj0OlTYdkLMZdqmD2YAol
eT+GdrOfQqQXhtDuD3AZ1Gd5APJbKORuFVfj+4C88anLtQ9F71gfAHeiWX/7E1x0bPjRC2dxyX4X
jbA1l2eKAMVWWhwfq/hXKCrsnSZfnfUDhKm9hVRNNT2iZunnr2zG1Jo3ip1Xw9OTA1tME4YG3Wpp
VxAK6kk2YsS/MXKt4A5hefDQGr0L+QEW4Mi5Yrw3jK+ifu0a3Q9jYEW3p+DK7oKG+t9PWC2QQkkS
IzFMbBmn7yKGzda6geT3rexpWwCX5T2xOjLJZBe0J+2V5XV1vkLC0dJR92a0wXQ3VH/GYHZF/y3D
plQVnwzsem+P7HLpQ95kZpfCK1fPmuE/5BqaxWoXHpXoSAfEq+3Izx1jZ2Q/bge63MhUEGjhUpek
IU4t+Xxc0Ptlu9C1kNe9ugCr3Uz6lDUb8JVro1nOi+VZSr1CXr7jm+0Vpzm0rFREx6r4LUmeeM6d
x7b+/u8jAS1og7jgcsM68DxIUk2GGndNxCZsvLT0U6wSlWmrGnLlcgFkSkrKnoMPD4XqPIxkCc0K
TCMCLf1qadl7WRSHwgo/2HWyL2fMV1EDr/UvjihH127rp3mS/iyUWKnbeMpdm1Q+m82TgeYiP+r8
h8zjVDoLkAHBqodS/etRWledO4xb2iXXlgirg6ORpIRcddkab75eGlUhJOUhPppS7OVD5HbG6Ip4
Q2Dg2nDAA8F/BPMJzXK9wfRCCmddj49C7lyJ0xKymsszpNc3DvuLHIsOM+Am0Pu0siiBrg4NWenV
UATgOZu4fV8o2eAuJ6x/ezFeG83bIOr5nAGCV8x5rOPjIo1slu1TqRVu4jyL2v5fhrPYlDvkPIvq
+XkkVa9Gx0m6+BhbWezWUvwkS8NWTe6i0A3lAsYHsCYFcSWKLqsoY1WUdZ2yBia1Hw91qAy70ZkN
vwbORTHJ/jlJmkyF20h3bT46u2Bw4n8+7LnsAGQsusmLXODqviGNHFEslOOjFRmhLzn2Yw0fbhfK
2p+pKQ1/1Lmob3/FaysfN03q+3RQOBtXWwzJk3oMkmVNxs6BR8J8RyaZeDFuaBuDu7JeOH9pSoG+
gBS2blqYpdxVQy4SJMT+FMwfB6SW1N7C6PnnIZ0FWn1IEXZdqcdSfDTUdAei8CEYjCPM3N3tMOum
F+tlSdxA+qK2snAxzlelgC7YZ1GS4GXuVLsyyMXgTrPzw4yzxqN0HLqxHSgurmiDgG44bDasr3y6
sx+w+nSzFOHZWBXJsVHkL3iYHzrZeEon6S6QzcEdbf1dbGqvlajupg4XOArSoF1iLN+zGOmwMc1k
FzUdzb89Ldd+FW87jh2aEpCIVr8qL0BOQDNNjmFtuNYY79L5g1Ua//poZfIpjtIjoMygGmtAURVr
YQfiYBl7c6qq76H2pKjRncOr59+H89f+BSI+b601HSEqGzOSnZThaPVO0eEpWT+a6p8LcMtweNWw
nP5GWR/YnWYNQZMlx25n0rEK809K87uA7PXp9miWNXme4uE+xfEGCAqoLZyD8zU7aL0TDzVm1ZKK
v2jdlwWZ7LC7HeTaCsDyjBRlEU2+cLrPRK01jVFyXDdf1PRzrN7V8Z/bIa6dJYv+FSwrcBLU+c7H
oVRZAPO0IoR4lwUfxuS+C3xzS7Hy2mwBKeIyoEUDy3/1VaoO4bTR4MTSirn8DUi/8fA6MIuNg/GC
+becJG/jrG7SuikLVAvC5Fh+SZPclXA1UHJ454Ero91UV/IhyNKHtKxcDOtSK3yXK/rGfrp8ZvAT
yE0WISx6K+sEqImKqDGGODkW0nGKsqcxbT2zuRuSEA3ZLej5lQXC+53sfxHeow68yra6GhMdK1aS
YzbObmv+EU3uppaxsQyvrBEgyqCD6Gksj8fVGumlKhyCemJW7R9y2rqS2EMhZ1q38DpXh0MtAvQ7
HXlzrewVC7urmlHlYutqVy2EN88PU/6vUGgWCccc+1ZnOTJ5q+EMVR41sWVxENkm60N4clP/DzPG
p6cmT28Sl7rVOkwHPF/w0U2wgP0Zzc99H3GhVW5Sf/zn3bsQDyBVsdRIdVbFKzMOdHBPDkMhc9SG
EIq/8LT0gMrGxta69mnYugs2hcosxhfn5wQluXoEroS/doZ0k/7qQLK3/lXiZvkyS3eV/184ymsM
X9JXfZD1DUGQkhb2zhFPSniq0q3u2ZWEA/T40qlemgQgiFaDATU7NhlxmgQHzijZ1XV0n5iV3wK+
L8RD2NkPAD0Ptz/WZVXgL7KH1JgPxU5abdbEmOUs66f0OCvvk9HF76uk8b//pZevtwNd26+c5zye
wftdqgvmcllJvOKZxl6A9/qB+4Hby423+VS/tigW5Wpg2wvsf92Z6OU67JwpzY5NG/8qgHQ2MxhZ
s/n3zIH7/L8wqw0rNfIYThJe3mVj3OV5eD+n0zdLj7euj2vD4Sr8C4EiG1ovPxqogZbPOJMPcGvc
DtDmPhnEUkcxuo0ix5ULEQU+qvYgTljra1MSGh601ZTFM1yLTU8JoH+Y1lbF68o6AMhF5gg6gQfs
+tweRe04w8yCa5rICw3LlRrVox5Kp3XjdLhW6IBfskCWUbtZ3DbOd5RlV3ba2WN6jLsHzARdFAzV
9LXC7LGkM/FT7h+m6EcmvlNvrhTDm9qtQ/3qWBdiNY/Ohdu8yjDioC60cdDSYyHfWSSXJQKlQeSJ
/+GKQvwPuo5DvkRxavmwb+obilIYTo8WIGKN2aFAW4ASmBRulEuXBb1KLqGT6osQxTKUNVG6M0uA
dm2QHhMN+dP5MKeKV2vPbfBZ2rL9uXIocc9CYsSamTrVGojRVrR2jISFmMPVdftMxMiLxNkhm/Tx
vuxIOTNA76cIyPu/7+oF/IpKA5UVsvXVcch7S1Uz/ne0dHxjf3fHuP/3hgr4XgBCiDwt8lXrcofW
B0UZijA8du2PEtyTbIA97x4yuALOpnzVldODogqNFLqaC553tQXQQ2hMaZ6i4xyWXo5BuEDibnr+
56Od6+qvsiboArLd8+WHYFCmJoYeIbH/nM2dLxt/TPxm/oduygKs/S/OMtg3yzyywmkedAqXlvHB
DCy/k77HxQdQNBsHx5WVzvFHhXQ5NViDqwQGYcqxRgIrQvE33tlkMH5kKBTllcSdsuTb3Jf/6q5O
jvEmIiCN85HpjaKVYK8iZDxTT+eFoMYfcE50TTndGNvVBfH/x3YhoRemZZwreUDxtwloLQ4yAzS/
j521cZdsxVHPR+R0WPYws9ExQxp60mKM/shrt5iYV24s7nhecDr8Ld7Yq5UHYDhIDDunfVIb48FR
krtew0Xi9vK+HoSmNuhIGtrrj5MMjSGjBBgv9fLZFH+sZPp1O8KV845h/BdhdU/0QiRdqhAhkZtd
qn9HDcyrZetOUk4QxXxyTe92wGtDIjWnz/D3zbFmpHVODOfCJCBV+accKpo81Z9vh7hcABqeQwoQ
rQUHwOSdLwBI1sGoZJzhUml7RZi4bftj3CpvXk7cEgQlCx5nLKeLXK+xMLmj1HUsymCfOsa7WPsU
mfpjOI5PYdbCj7Xubg/r8koHS8UFQauVLcuZej6sOpB0B2ROdoQV4/ZcRON7Yb/0Wx57W2FW53ZU
Bm1Y5yU3oLlLUyNyo4byQFalbu38vj2iy9OOES1VW0rjFkTL1U5VHSm1Y3nI6NI9BVH5uYXmW47N
u7kEGBFumZJd+2KwrqhOkf0tlLLz+QvkTqIKR/oXxrRiIt7R0vi50tGwrts/QD+3328XC3HZV9Sj
ScEWvPZaSxa52naU57I76mlc+w1gAh/RguJO68Yt2vSVUNzqkNhoNC0Wsas3gUW/s5hCpT8mUaCf
sjH9MsZC3c+W0R1uf7SLDUwngz7WwnZcUJ3rokQdmKpUVX1/pF/hS1bph+n97QgXz9HzCH/7KW8u
2yxIzaYuGQv7SHK7Tu52RKz3c560dzTUY0+Sa3WvG43jj8mofLod/mJVLuHxXwQzQaOJgvP5Oumr
IAQkrvbIZe0FZsyW+iL8WnuHc/rtQBc7bQmEbhwPb8r8aGmfByrKGOEfm3E25mOKIk6AB2lsoXz1
83acq2vjTZzVgOa2SpRQYUCt/DnRTrr4nGobPMCtEKu9VQSRPEWxzifT3vfjj8E+Fdq326O4tu5Q
rIAwsAg0swTPZwuBtlhDWaY/ytHoylgjjlq58UG2QiwnyJuFh05j3oQaIdr4m9o+xf2H20O4Nktv
hrAWYktbMTWRJYZjmld+oVReQUM4NzeamhfnHMsKOivHDvgHC77f+Sig6w1p0ybDMf9F38GLjZcm
O/T9ro4O+haO5sqIYAySm4Cg4fBcn+B2Zw3g1xhRWT/n8UuKRUX8cnvSrgznLMTqPiqKsrQSVEGO
qvK1SH/xXariqQEo/14pNr7PlQ15FmpZH2++v9qVwHOR+TxmaUOC+l2zv46oSCpbucP1OFQNqen9
1Tk8jwOpIh56LWLWNM8ZbC+3eYChDqo7s3978q6cZYzov0irFb1QRZTJYi20RewlaLZi1LxLNE8K
MFbamL0ruwdpIlwJkaldLB/V81EJeVInu0yHYwT4INdnd+DVcns4VycO/da/6Q/E/9VJZmCb3CLU
j8yo/JBVYo+2gKubd/qY3d0OdG3eKDRAkFjoSVwG52Oxq9EY9LQbQcd3bjTep+WrnX9d3kVKt3Hb
XZs2B/TQXw1ByqCrUGpciEHWm/GI3B1ESi0Ova7O/zn5gW2+EF75i9Ihki7nAxrszCqkkQGFWvJo
/pJU4UfTqyp2inIABvGP7CBqeWfRVnt24tXljEk/UnGN/azA0jF47reo9FfSBIKQWVF9Z42vwUS1
Qjm3aevxOFWPGLNh0IpabvW1RmUh+IXOmt5tFbuufCrKJpQ0oPIixLWuWCNE0EtSNI7HQTsVtOHr
LavhK0M6C7D8+ZsDSCvsVNa7gbWQjLshiT3KhQG6gGj8pKrlxm65adR85QR/G3KdbI1DNSedREil
4jAyTiG5Me/l29vpEgKzCCjgAEj5ndrGhQVBjB6NXZL1HpP4vp+EO2smaXez6zvTTWJfZpdZeL7J
5ueNwNc/2X+BV+seqFQMkZbdZTfHtPGR/lCHaMnCv1XdFy0qdvJouIXzQ08Md+pt11bdIdlSzbjk
YayGv9rjQZHXqm2y+4Sqg8+yT3qi+vg5tfycGDoGrLbZ8oPsAzLh2vgCj7QpXbqyqePJqV91h77a
F31wryclPcCDPe9b512jjP/TZ4IdQNUYDASimOfrz1ZEpwPIHY8RbeIxLd2awnRKMTIzPGt0++Bd
3O47vM9vf6UrxzqI+v/CrpY9lY3JyMKJ01b+6IjCTV+FHtBW3TjUL+QPOJbexIHKdT68EBULudaJ
oznf7fSQvpf6w/QJ7+PlI4Rfe/Gt8ctec+dW5e+RN2yM8+r2XiRcqbiBV1rnf2ppiDg1mV47QjA2
knZD+Qerqv0sNZ4a9Xtp/CQF97fn9hIDsAz6TdBV2SDtBpRGUoLCrn22cb014CTExQNsAsN4FL1n
q591K72XWXIh5p1zsVGPuwSIL7+ADY7+sLXUsVarX5ntalBnhc1vZPlBa186Ldm1QfNNqfa63O86
a7qvhsoVmh8mLfrk5SOM+j6U8B4u7hPxWM/fLOfUpcFDJrYOiGX4Z72F1Y9bpRRDHeMsp/HjhGns
jSDzW+d90B200Q/qE6JF4Qdlui+DLczaspMuwqLCsSAimJ01tyHPiiyYhyUsEnmzOLSal2biVEvO
93k0drYtbbwK/r6PbkVcfQW8FBJMsYlY5sb9PHd3ovI0Q3WNoxkfwvDU6Ap/9FmTkbolcROSWyf3
/SwfmvqfkVzLnNOEY/RL109fLUmce6SiFCo/pTuo/clQX0ptY7iXWw3wHA16dL35B+Tyzrf6PDVa
NJXKtMhrvUi11/CWz2aovDs8pMhOv6pl/+v2Trs8xYi0AHCRRUNEaC3z4gRVk5upOR0ReAvIdmDO
KbHfbEKKL5fOeZzVh0yglM+1bkzH+EU23bw+SKBIX2v5uQPIfHtIl8nBeahlyG/ykSpxikTJ7Olv
Goypb2A2+Jv/T0FA4XJI8VrV1kHGPtXEQBBT3yNsWk0zk7ZJ3FzO9vPlvwzlvyhLxv9mKM5cVKUp
EUWPX3NIJYccKxXO3VT7hleeAz1SG42NkV2+IiB3IA9LJ4euM0Lh5zGxCpp6FUOVo5XsY+fnEB+s
9l2JkUumbdwsVz4U1GS44+A2F2XI1c3WKvbkJE0yH9H0YTDdE2Iac1Ttbi+HC5NRLPnoHqKOx8Zd
EBuri7or23Yc5ng+WsVT8aE+lkHiZiX1TNQMnkbbbTF2Sfm322EvFzxRcSCm+UspFZmz82k0s2Ie
SoPBNToE8uIxh3w2eob2IijkttHd7WhXLszzcKtBQtmi/NQSbk72QXjS69Qd6pd+eAg+JBB4LWmn
aztJn+6mcOTR8eN2+Ms1cxZ9TdltK9qlBVKbxxz9e13+Upmv0xd6rN4w/PlfItEk0YGy8cZd7TsM
9VJOEmkCXfYxlj7Jwbew/qMFv3mu3Q50fUYBxQARMPiC616Z7fQd/KpwBg1h+VUcYQATuZzNEq+O
pt/TpisDhH0ACCrSc/mtB3Z0+xdc3gZM6qIfBCqQgu76iFEzuZUdwSedUJU33U49KPNe12kMpV5l
Pagfboe78tw5j7c6bNSsa7PaZp9M8kmaPzbfsdn5osm+GdlQM+5HyMS3Iy7f6vx0IyCPYXTVF0+U
NS3dmsAhJjKrpp2hpKIw2My1S4Mt3BStvzxpziOp55tRdcxWMQoi6fJBp4pgZrNvzPtEfinSL3nw
UobGru4Pqiy8slTuKbB7U3PfdhvbZLnkbg1YO/8ZdYPF2+gU89EJvkbOj2Tc+IRXt+GbCV1dsvas
xW0YVjO46az8YAeUzJ/Uyk/08HD7y11SATlT6YIhtrAo7vAEOR9J2eTplDYznqoiPWH8nXmt1th3
kiynqE3N0ikbusbVEPPzCrPcpVZR3Wd1F/NyFdr+9o+5Nqsg4RaCDWBdzvnz39LKvTJVkYr9SvXT
Cp/yrc7O5UkObwi/OfRAdJ4E5mpf2KESBKVqBkeRJb4tcde/N6T3cYJFkjv8q7E4tS62OiksehCU
ptcpthPOiVUkIjiGeeXqLSZT/7xGFtU1AEnIKyB8vlYQtIcS2qvNsTWq8Lqqd9lOS551VC62pLLW
i3GRpVyqnSZShaBn151fJTP7sSo16ShRJxHRr7zs3RQreODwXlFtLMhrwUA+kYnR26M9tUpaAsq4
ZjHH4tQ29/l7VuBdhnS3TccinDew4evlsIzrbajVWdJOda2WaSJOWhDcR6MNd62S9lVDMiZE5sbI
dctwX26v8YvD+f9FpREMRJNS+3oRmvjCxV0nSWANR7cTL+Z8GIY7cYrux/KPmBWwcr9uh1xfP38j
omq4aKqxYIzVFp8KNbAaiSlV2oNq+NUou/IX6r6uFXyY7q1o48H9V5n+7eH4Nx4LniID658dd76N
C+io6Zwwr3OUfkzHYpHWcpVGkDPda5/C7KMafRIBRJ5HWinxQnAuvaY/9HnohpPbl7/VeQsRub6g
+En0+Smma1SGOeWWa+VN+l3oLOBu0MVJ5Iese2rC5zF4T29i4+OuD7C/YYBdLsV0+AZrHzJaulHO
IcPitfuvQVTfC7yDbn/Mv6301eySywPO4sUCu95crdo0t6vOVDpezPXn3v7GcxBRb7+dftZf7erT
1PhGiHjmTqp/NccEpHHlRtknY1P198rmOfsZqxvQdiLUWNQ+PKVB4DpQqh3tWZf8pHvQkkO8hXe/
SP2ZWZRJAGvonESavq5dDdjiYnYxRCdn/KjiHau9G0TtWfRiw7vkibTmZGxJFF2I7SwxacGAsYcQ
Bw55NURlhMA+OlN0ypqjta/GwrX2tfUQY8f7jBKg5uz1yjeDlzT6JfaZi66pHPiFvbGmLtLX9c9Y
5QJSmgF7NufopInvA/xorDjo1T9lCKh8GcbHrnxRS7/Md6beeZLxenu5XTk7YAEsHQeAKwuP5nzj
jDDxkhJSyykxX+3QcgMDt8HATb4VVuxGSrDLUS64HXKd4nH3IwnFSxJyO/pda0LIXEKJ7aiZn/ry
JcIHu6ypGd7djnGxUZcYi8Q6nZtFNng1rDQMe3jE/XjqrNIdoOkk8daz8WLmCIEaxaIRtPhqrMkg
di2r/TCJ6TQd5ubFkHz555g3boMvpnXv5Ftv441wawHbPjSj2BkI19b36MVhAzr96X5LP81uV2Ru
Hnrq/bxrHvWnNHqWSlf28y+b7fjLs+l8zOu+ZWPbkUJjdDoV5XuZCvfectXExe/QCdFlegl/ScFj
AaarkR4FtSOel9DCunLjXr/cuHDkQAUsRuekLBeOBEHfOxNylekpU6mu3DfNp6bI/epblL8q2BU2
NAXlo0CVYToNAXwjWhyN2zYuHRoHsc/bS+3Kr4E9hQwZGS3K2xDkz7cQOUXeKHkIajsvKHAXlTix
vBM/KJESd9Sg3amGqA7KNLa7tp7bn3quOve5U2TvksUgOZ3ycJ/bagSzeMoOQ1PgO2eZYjdHsryx
Ly73Hr9VhxW4pMi4OazOmlHVZ6tQ4+ZUFl87rfH77GM8bpFC0cVfjs6zS2xJ75GeQQSBFzmf63xO
xkItKq2WxhfNskLdTSkozm4XROqz3gnlu9D7+OccjqnswXPoT4Ektb+nyTbTQ5vpSKMPU5Yf6wH2
vx/VmfKtxr3+3TRJ0Z8iTUzDpUnvPMwa3rD7tBwjpJaL4GkeWutznQ/A+5LBSFS3r3uMmfpa6sWd
xpvmMNCYHg8K6rMvYadhUBWb4ai5VZBShTHkpDtMM5/YRYVPUu5To4dU0Q927qfwseBFD3r7q0Ia
8nNdVKF2X+aS1nlK20eYHFrp/FmumqZJPKvKiqk8GmUzVsLNI0WO/4RIUwg6yHbgWL07xs0w7zEd
RjItwiZt2keJjX+ACwc8/jF1EkLLiYY6sB8b/UzvMJokiI2iRXHNndDerMmjEr1xFTOESJU2UWy8
0wu7yO4bJ6efq5RRmbiB1nWDbxrpHID7iqkVJ32jydgKc7B5WpXY2UGdzS6646dQEJJwMPzVCnJ3
CvR6kXpG0Ch0RmQqipAKcsPtY7N9LexgjP3EaCPzUUdbB/nkRgnvQ7xvP1RpUmPHWxjlMUzNtvfB
lDfPYyaL1znO2h9g0lQZZFJtnNQ4cVpKXLP9EasKpzrEyODiRT3p7eDjoWv4RpH0iSfKJm4OY2kn
wou7of49KnBefbSA6tS3bbniONSmON5PkZYgLw6d/L5sM/V3ZTiBdMgBpTwYcS4lu6iwxxkHuOVz
j1pn4fmcZm3oNZ3UigPKTdlLYMl0QVV0t1QXsEQt+W1kNZgLacmge62Ty9luaYid0saxBaW7pHyC
JJV+NFoAmK7QIw1pzRqYK6TXtH4Gu6bEj3Oo14ypDNtDNJSB4hWSrE53VuW0j8MoT4o30h39nZhF
JN1rRZDxYKlbtdnj0s2qmArZ+BUXuMq47VCkzk6VtFRz61HWnmttCGIv7EEl33V1Z6HMUTWygodj
Ev4sMrv76Wj9gJCW1LTVog9CB7TI7RZyi9LH7mjOfC8h2k72hKnWEXn73Ge7tAy72Tf13uERqCf1
pyQBNuxWMD0nX8qaSPNrxxS9O/S8MNBgViZvmvoI5+pFW9mgyw/Vs54QEI7x3vQ0ySoIKVOasyO+
xh55jwJ57wjxXleblW56GDCilE4WyAv71EgGxk1KHhX1vjVmHQEcy+y/j4ivvWDRYD4PTONzJ7fO
Ic1rYudxP/7qQcDFrhrx+vQUrDtJYbCxRkIxij9lKGp/EoYZBq464sLqdr1g/EXAEnOtsTNf5Wyw
+KKKVf3WpjAf3LjW5gcRR2z9lipn4motbWYaV22TenNQFK3Lu8NBPhrwLW3ecUg+K10C/X2cRP1j
zMfxXpGyCXZlZoSPuRUuggt2LxwPdLl5NxbO2LjMYjHwC6aEBSJnqtvZpfVFqsDKY9nSpT3vuDiY
/TnIwp1c1csVVxgSUDhsSt0kyapPZWlkHTBnNWW2kkjiSHPU7FfaDlWEKGbHD41mM7W91siUyJOw
FRWeXsjORE3dDl4Q9ahkVw/omwGINUjKLByFfhl1MDR+PoQOgzYRjnMhJiufLIANk0/Kbv6oLaxI
3LkpktkLcQJ/yaNs/F4OVQLMqIyt8i4Ll4+KNof8DufFssFlFZ/yZZFxIDhqWz9IQQ2iK8lNDqxW
TY18N1uzrN3Fcp386MbSgUknAtnYaUqFThFtiuZBTqYguAtJ/AZ3kLVE8XR94kP0gzOYgI7iyfCp
+A8IX+pzW3pykGlfTKUtdJhdXdG7DvpYSHmMQq2hpDY2ZrU5GU2ciO4+N5HdDLPKkg5Wl2eviNJL
9b3tNMVhlseuPGRGVSgu30RK9mmROfYpDNH7eQbzK1RfarLFh2yOh8exE8jcTRPdd7dOzfTUzNgx
HOZRaj9i0SO9o5ycpB8HVWrioyR3hULtWtcONLsFyAhO/S/wFvEO1fDt/tF0Fg43FGqj7yM9i48T
9pKaq/a28dx1Vlt5dm7VL3ObJrGrlSPmiE6pa7ScrUzuDzZZ07xLnW7W9pEYu+xe1xdI8GiLMj9I
EdK2bgxN7AXlEU2+U8xOMg+NMQVPo8JN45lAyxVX0jPrx9ggbP00G1Xfesh/atpH2aipduhaUJWn
sSntUwkHg75hhbanj7+9mmDUVrWdrw6GmB6ldghDP5SV3nSbScvzXS5aR0Hnn1/vKazP0jMpkDKN
OHgE7ztMml7INAbFTTkw5scsrCbi1bo9AV1qRekpKs9/L9Tq5ivtKusDyn7h1zgbhpgLWkGs2nCi
sT42Q1B1d0kmjc8JbYN4X0UyVfPUcArTxcxc2sly1yIXtQTz69AGlj0mtnGvirYcPA2HZefzjPSq
5C5Gm8I38rrrXVtq528Cpe7RDZhoRN6lAbZLX0oa8EtLO4V9man7MA91FRK8HIz3RlU7vUflLYpI
UbtJfCxL4SR+BqFz8PoQkRIOhcJMH8SUCOu5jxxWUZnJVuv1pdw3rlh6aD7nuREspJowB2DB4vYC
pyk/28KUSzCZuF3vlVRgp6W3pZ7vZFGLP6ORjOUuiw3rCV2h5YmEjkfip4OE3kBjDhUbNKIY7Qf0
BGtfGgq1SzHYlOTWExpRDp2oUHRTJVKasa7D9oFvIT9JZjwFj43SZeGd0fGnhzFwevPQK0X7YkXw
mbw+KBt5X5lZUj2KKJIepUCUv/LYSD9MRj+NfhumVGxNUXYRjPR2sHmFF3pz76BABR0G+XGwdyK3
HFbkSKmg0NRe2YtR6Z9Tve3Fx0JLqhp/ziYUL0bbqp+ytrAdF4t6pXk0W3Xquc0n1NAARlRy9DmH
RVG4gx5QpiLz4LhBsHYafB1jvxju7Ny2rtyW3WsxKPKfuU/L3Jvo0w939IMi4ZJPO8o+aKuUXI8c
lEI6RsfIvuMu1++7RIlQ3pNzZ4cTq12iq9MOxp1Q1Up8mHNHDX27RCPBz5NOST8GIxIJvjwF8adW
RuzQF3KQ6kert+bYn5uuFIc5rAvjHlWw3LnnncGTSwEMmX+XhGOJjwF7KHMlCVCfP3T2IJNhJeRP
ZAu2NUwfiwTlxnc5v6rwe2vUXltWxzc1MJX/o+hMliTFgSD6RZixL1cgl6rq2qurlwvW2yAWIRAg
BF8/Ly8zh7bpyUyEIsLdw308Vwf/2MRSy1fVMGOhGl7c74HnWFEE0P9vs1Mff6LFTcXJq1L5KkEe
75VJGSFM03fvNTkd051epfuGmB589VZ0aSsJE/jL+Cp+rqLb9zdZdWlNZnY90T6w4CbOrhiOsRCr
J5oiGlXd4tVmJpErOobHrHbtn7A3aZpvbAtlZbc01XxyYs0z1BSxICdMJuRP/Vr+xaUVORu5Hvo/
2avq65QYbz5NXI09kfJRuuRBilQFmFDXzamSSSBygzP7F38fjDxzkbG737RJ/dQ2/kzj4k7+CzUk
7vMu3YcfaqfNyYkaZ6jYm433yHbHseey5lfO060RGfNHb/Z/3pK0r15XHehcFvmHcIWxOk2z4WJs
2kmgAQfT/eYPUUzX4WAoC+8c7I9ZMwtmFzc45MlvqQbjIghTt4n8HK1XXbrB7x8zMqUu3eGm32qH
FXrjDObV1W5VFX1YeeEpMNr7mQkXnIDon5bHsaRh6bZR2F3TQCQ8ULXG4pLU7rQQHbba4d5f3dGc
mmir3JzFIvStQOikVc/horcnfiL67ybVwFB9pp3+PptG576OmFdPke2mz8pfAY1ESpufs0OdRTjC
2M3m8+KnFhfoLktOnVaIqrdJGp9mpAqbMsIzWJUMM8dA636AZwJAoTnBL2YUhdMm2fRv3xJ+82DG
IqvQbSPbi8HVZuHaovw8Mn4pfdFtJO+iWjfdlR2L0C99V4/zazJPh+TFpGb1LCg4KIaR6JnznPRB
X+Cw3j4rE4IluPWt0/CDnh7NtRj4F4kGMCNdLbVNTu2Mv6/DEH0LlpaBYww3XOadtJ26fFjM9uSs
Gl/PLcb2EswMpgsG2lhd7KpO+1zV43GKuKm9wtcA9nlM5IBbdNuEwRVOROtDHSGSk5HkW2Xhpr74
K5sWdFZeej81q22KLJ57nR+pMx5552YWDLpJvtd+g3vdTKigZbdtl14RhUP2bAMVjnk/1TExY2vU
xTc/3a4r0r7xkeaH6/6nqpPezTFW6ttSLLFRqPbG4ZWQBeevy+YFiE5m5M52sO6HYo3TIeNQ9oMq
sqYR7zbS4etMbkt6CmedzPnk1JagI0nUKplPhDTsIcBijs4OPHFaGjrRba63/zRQJ+rT0IQPE392
FK6J+mckOoztMujkP+Nv3ZPXiXo4paPmlWzjIW2Knq6pLvqmC5Ky9pMIVr8d+ExRaPYX1xWtPrs+
Fw03ypR8cPLEu8ECVuX8We2UXtYrAWzm62drVa2x9xKTLS0esIz+odpeZI2D3ameuoYRyqTtfXD4
HfFh8UjQcLytw9MagyLWXktKC43bUTPGWhPlgqxIPBhg5b8tQd++EZkWA//gdPLhqs5VF7awYj8X
ozvtuc/bQHJGiAdyLv2x+9dK7blsm9Vcg8KkRMNn8SH+YH12vC3NFu5lUAFx8J+07QO/rMZ6xovV
Ey4ZzsKvnjjvu89qracC5Z5c3caowrwuiEsfX4U690xN3HuVWll2dcuKW8W2eVymTHY/0r4K3dPW
xvJZNofFGtzpxY+daTXN4zVaonzC/W7Je9GnuGXOAyJSIh0wVtVOk71tBJCoS9h0oi8RZ7BIt61R
c8IO0DNXCeAPca9V7+VYg9Y/vDA0wz3DhPJoCVeAuyZ1GFcHcnN95rB+Uidsu2vvVAfkOYxbuyen
bevFn6k38kWBfoqrP3XBdJ3kPI3vY1b3FOvVnVWxmQESqp+krD+UN+iG5Y1jCctUEZl9t3hSf7ed
SqmMc5R91lKOR3EroUkeHu7IGOyOjCw1iZbe9ejt1F1UFS3B2RP0u2ljvZ4MN7MSlgSsHRWz43nP
cd1yc9vBnZ+17yma687xee8lNTavlOOLL0p7en2I9MrASJAF4HAoooxePwzra7WTtYs621tvN6WP
pm8U4UATu8hgzGOOIMCubSt+Lj8k6pLkxTAtdMMcUAKOfvLX2QuyExAnUUfrtyNVyhbLpBXDmAO0
/ywdl0BdQ5IvtdyKY7wPIo/oj3BadFriPYvquuEk+IVHaICXzx2yhzxJ2hl/NcbniRtqJic3bv3K
LZW79U9BJrMxZzjitjvcIQxwXq/DtgiS2t/zbq5VcqrUQdbHIocJSWS1rx5XXxOcNq/tyMTZFL3k
sAaMvntQORNxATGIdVjv8Esp48k/91DOj2OKFu8c010vFM2bf3nFWUdcGa9L9ozRRFYBLXfJ84jV
eQZMaL2B7pKUdFpCgYhc6dpPr30QyZ+ZNx2fvuPvCEqMY//zsfhnlglWryvD0KZFWu3VWzY5nPjN
76h/SVBTxleIr29OmxrmC2w7ojwDspp4k4f9PKZc0Qzv6+3WO1DDnZmnx6aI+3COH1fWR6rLuvdJ
nzt+wx27djzRU4+/I5zWnqxzsbXWTYu2QrJdCBsvP4J5sOok2lqHxMkjxcjFth6/0m0N/g57EAPf
DJH/bqZ93nIx0xsVyRDyMmNyq3B5j1VHDc0C+cd0+FRgRkSHDzioJRf4XN8yv7Vah4IgheFh67Oe
e2xrGJ4qLJoc5i5zCzn1O/VcbXt6nFLXjnXZtzLApdASAlx0XAf/+rHL3NyErnpUegiABhs1f/O9
qA8ug3ssj2k6qabcFThN3ojZHR6zrovFNU7M7J39fQv8c+sYiB/RyYGXDEcec4ZZ2JCPR8GClNvX
bl06xgvaq+Fuf8mitndKv4kBmICSkqaYjkg1z9HutM3DFrRESsyeh+hdb2r0825Pm7DYp3X5E4jF
G8sIaAWLK18tWzF6sklPZgr93/hBJjybo5tM0dDt+KeDSD1dGO1v31KTmCe5K0MV8Ee14ic96Z/O
6mR0r+TuraUZ+ogGQLQ91c0b4+9bdIMgLSKDO5U5arsblSumYsSHX52cYY2uGWjOXkpUOV4+YMd9
TVYGkFOW9bK5DLuUaX7biOQurZ30aVocMi8mQVelcmO5GsoEwQ/iwZ2C7ezgM2ut+7dJdj2Q8abi
5NIuOKSzmLnCVZo9tXgtd9j1nAXKKgWoGaZV4cnaBVyWRm3nbNIgwxNzmSj7mjTGboqcrkQnIcH0
tAgf5nBK9LUmBhbr8s7yirHEnFblAaApQIalXgpvsslUroNvf7acMlWYvu9oekfssb0xE+R5GL+9
d9ZYOgilnQAQhh+xu587KiBtVjg+KNMB5VjA0qfQDTddZExtV02UzFx2yroYlXZSfVnE6vIRohXm
EIE2GxWHav6kIuUOrHf3E1Cn20tP7QEN04AMkVZmUljtIABcCp90ygmkaEn/85osZk9fmdm9+CNx
vnm7C9eU6Nfd4UojIlWBvyHvE4+LrmAPRXJJWD8T39dAV7/oyHZRiNY2WN+P0+jPV0WeXQOw60rn
vvWGaTsfhn/lEDyQUGmwTqzNUyay24pCCiy0r3tSBoxq+kykavzeTV53v9U9GZkRKR1RX6yoNj9r
Y7vx1elN7bn5driNTxJqhqGa7dAGTdbuO0zSWj20B6hKAb4SRLnbK3OUuqvsWCZAxN/3xtIhKdVu
b3Usq++ROKI/U9Uew3fitlb7MlNCog+for3fHRWL3S98SivKw50jSluVjf6DG1V+9XNT+uCBDdP4
xRs3aYoh62tV8H4Z1p6CZOrK2gb1D+16KYchHNKPaUtRYlWukTQnrq2G933sNq41KWcwVn/e63Qr
+kXJ7jKm881RlIixUD1voZ3VXe0vysNklEDT4R2/WI9nMZqYyJS2bZ2SVLmYJ61V89b3qgnp87zK
/MXUdUkByCELGPPhc4mr1sFAwEUlsIg7ky7gZAV1b0O5vxoSke6X1kl8LuxBOKVDt7rdm+XwvoKO
L49TwgB36egixKnWpo0ese7Rv+s+1Ttq4SFcnoLeRWQeiF2CYDMtMnpnKk2Kmb9J3snOmOm6xNb2
5Ton1twb2CquacfrGzo3b32Us97Hz3mP+wbkQcWivCHwYZnMY3jt7erKK7GRwnHyKLVLdUEY1Hmn
qa1SjyXfRIr7sTt4XKtx3B/0unGLpW9HlmSYygg+iD3X22cKeVzb6LK+INXGx1tlnDwA2M3zic40
Ilt7WFHkh55GDeGQyeoX3WLi8U0zI/WnJuUeLYO6q6Zz1Hp1dUF6F3wNE7oUfra0ccpmwTpOsDZK
D7mOVWVOB5qL5eJtpm/vlmwOhwfrEclKAkFCZGzcLbL5th1ciXdtRXtTgfHtuAvklIkl+hfgYrk/
uIcX3y11uMT4St2WqAGAvktnHve/zVIn1R+QOpu8Ul4DhpB9uAlotKRJEt50f4RKJXBXTU8XO4DU
0NoL5zqHoQLo0kIRm1EBbcEKoKnZLeCYZnH6yk2l3eLIBrX/p4065IMTCbmdxZgMz3PjTchInCOg
S9PzsX4Zhfb7opnG4Xjr6EM+nZYGr9jjuP9AjgGVU3SO2p37rMlM+m3s/ePSTwe9xMEuU3+HITNw
5pi6cizrmaSNSyw3FT1nm9ewyjd282+vCciIIiSp7/LRC934mq798pzghhnn+7x4J0KfjseKkBof
m2davlOg5PFglavjvK4yVDzhoNu/vujc5NGoaXXBogDCaFJjGxdcOLO4DwKj9VukfAvPoaQrzk3b
0ezWnQyBpG0qQTiXVDCK+CNtwSCPO39K2w8Bb4ag1IlRKRExsLxNeIi8Gbrr5g5OH3hhoDbG+Tgq
JiJRuf4nP2b6woRhH7tli3+ajIeVq1CYS9IcFbkssZx/HFG2kJQUYX5/FlMc1JyCZPLRAzcLAOmm
41cPHFOCF8TJnlfTlNocEGBXubfFzkcH5O7ktbKYPLRDRS3YQP1tno17IgGlm1DzaQiwKBJqNG/R
5O+nhNv6Y9vH4ZcGvntpzUIfhk+IKsLjiO6aHuzpNO5MeoXXLXymJuz1VMrQuP8N0guWPBwn73sv
HPWL8ERnzUdj5VtIgxWWK0O3Pc2+1q8byxtVzibw8W3tSWVbxnSITofYJ1uoW4MJfxF3nyI+GMpl
LKB6Yl9Un10/RwgQbkD9wuB9smgRGnrZqd1KYU2zlabr44z3IdTvGRw0GNXS7HExA6QMxSzG7Psu
UCLd9TT/Twca3ve6MXB4lTeR81ttZn/uHQ0E7e3C/KqrhHZfNP1gcw/k7H4e2i4+b97Q3lXztkOp
wQmxwACUyXNkkOeM4jB0hQKKaGhaGb/sYACfFIfgD6oSmCEixRUcG9buH05LdWdiWsfPgB+SZCJJ
Tc8dLZ0dyL3xf8XrnD7N/TTCYHjT1BVOuhguscDXn0vmVq9eyEZAuhzZx55WnQu1Y3Yn9xoN0N+v
PYidbTz9imI4wguto14D4dXRt9XfRHOZEisugty5JtfwUF/shlVl7nR7cx/YbIGdUWFrdBHTAd7Z
LMSm9YCd+VsncCA54Kf8ShzNABAGaPjGcsKwnVh6mTMymnaXTURPzEER9TTRzBCm4kmLPbhP2NJr
88k25o9whyXESGgFqPWibdqu9JAmBKSHyi4Q40tIszG07XmcK/dlqiayZTcLzlWkyvJ819AlVVeP
CohiaZDb2s0nhmA3vf3amar9bxuzaSjqYUlgkdol/hicQQVfZhmoT9j+Y8izjRm4GOY+VRe+tf9U
i7A58nlrsksb0DHAQVTLeZZN86ang6S0qVs4VGGzMwLLqelvL/muruPU9lAbe9W9i2k+JJnKhO2e
opWVtsIN9vTP0QZoqVdZbW8IBLoXycd8Xuto40TMN1aDoXj5rpxFfQEYqP/uRsyMjnRtv8gCOh5l
5wPhpHt8L72b9tUsWfQeCBG5uTP08X+DPfzsZNo1Ht5tANXGGdzHu3XhWGk39L8xW9wgc5OgaDL1
oB6mVeDTcaT+TD/k+nei36vkNAfRju4p7sSvrLfLazeCK+QL0/J+Bp+0VYEvpv3lhGQqnonTGr+j
kqDrSeuoiUvaSidCHrDO95u/swVN9pCZgCGbabrr5L6N55aW9z0RwTH9EAIlCDrsSGGxEjiI5QqZ
ONPZwWt0eljnDKY5DvbbKWsnc1zjzRfhFb7CF9Dl2N/eraMhXdjGNgguYnEO/9r2mfzW8qqFILU6
Cn6DxS7e1z7ZAv2D3rJGXbGxawX/HYiz77TKK7i4vR8A8EN8WezcuKdeEWiVMzbEJFnh1oSmQiao
q9bVYzEEyeASvbjoAmgHm2qc7qODTrb0YYR/xAPUeFlxR7mnoe9CJBPQ+0gvmT6aK3NZtRWp3ars
fBwLi21hBzx1yVqvn5Bu7xMgRbKpf2kGAQXy1i6fCUNZymmP+SENMrmu4IVY/vRpKiViygM5dLZu
jkd+onD1OZArIHgu22n4OtSQNH9S/jh5GBvXaQo9BhmFEwXBCh1Ry6A8dDM6GEpDfSSlxm6LVYq9
CrOHsZrbr/0Kfs59UiUv0R6H/63T7lanJfVGL6/3JvmZDt4MFuGuLmwwTPw5jlpnu7YC+TC6RwZS
xEwuvgX7HJoOynRRQAap6Jz5FG2WS9Y6wJNnghni+cSxAxWAqw6XHC3QgFWkcXhRBwx7XwLVNc3z
HCmw0Rj0BCVEiLrmnr41XCFOFa4spglREFWUXFn0OFsORaD9nc51SqN318sOA2m8M0pG89TB28tk
2hj2MgGUFrhdf0YG04f5HiI5gvVMBqi6NfW+dr534zl6tr7u7L5VSa5SE3vc21m0FL3IGH5WOvo0
dxIg0i2D4y2A49PfvMcW0ci4LjCSdpnJnGDzYv/qd5qKn8ptcU5Ip8b2Xjduy8E8BLSYQUYRn0zM
1FpwoSbrGbpvD0pcORp+oL2VquykH9jneps9GF4NP3ecHH9uj9M64kn6YnUd1+dlhoF6iQL0eIL7
1CTrywaatpXkvR7iXo1Gds86doV7MWHvb3eZ3oDr5dy6zguSKiuuTdxnCeOmHR5J+a0XmnAnM+1X
ALyOuFh31Oot0DseVjA+4dh8eFXUZXepSiBd1t6JIn5hYOZvZIV702XwJBh9drjbR8B4dku51PvN
L0HMfWn3bNsvWaUS8LvW6fn2zmj/ohUDDnODNjHnTEyNcwGtDNS56w7i0KodslWF+/bbBM66nj2n
GlQ5qHS3hXPoShRbqBDo7XwuCBamuxcpzFrjOelm1Kdhq+wDwrtFFmj0wIsExisA60BQIJdyG7Ji
JSUCp6EuxHKql36DJ8tygMimix7Ht1oKkHoK7XacvC5CZzw12U1Y5G4xCW5TuvxgyqlfE1vfAj+S
BufkGR3DBPLBbuZp6QbzqOH5j7N0prpmh4nG4ntrkmXLw2ZMqzMPGSHc0MP+5hJJ81KO26gyVBX+
kQF9DNVE5qBoujzE+LQ9NcRxp3zIwCIq05Oy33ukitixaX82nwffUr3OFcq80xrJQLyZFfb8e506
XYgIrcLaI/JUT8+NSaN51iiEHydHNss3z8dGtVTI8njbDMW3IIacff/am3EfGOup4aeo9rFt3qWE
oSE31dl6YGDIXUAtcVSP+6BC6CJM80UOjxEPd2glbXg/zJFznACsG3se14xdEjNm1jvToabxCRBn
MLngkVd3e1PrZwcSS10JmXbb9zUDzPp001H49wOlR/xdhyRdHrydjSBs4dzIXveti794KlnEhbg4
eRSD2D0W9GOEKI+V7Vk/QlXJ9uR6HKBzwkkP5m1IheYrufbB/MVHoJY9LZmTrj/CMWg5XWG9+fcH
fU5cwvZp3D/5srI8lq2FjkQwsrIh2XtUra5K0i+kdiXZZbXwi9e+X7IOrDSmmyuWmffnAhM8rzmm
vKF3xjOMPPUJN86MU7YkCDKiORT3xNZwKjdEVvYyKTce/nmTS1LuUQUI3ZYxyySc2Kys8zUNOxmd
2tWp2gsqDduVTmS88ZlbuX8ZpUcZVF4ybi89Xy+7Dtr21eewOta8uTi/8NEpV9Vjt1W0t1aa+o/n
sPL05eb0BkQPRu08wB7istOD924l9she+3ezsY+l0KwIZqmtCmFPweGrO5KLqGDdfFgYKS5u258O
u/Xe2eVuXj4cKJ3lRtvA99FvpmgSAakrcbfWfv0HJGIjLRPRTbCXg94rPDzh8Pq7FSYANjmTWBo6
Q+Zs58iNMH7Z/Tat72NHLf4lOrzjI8E797g6e+sL7Nzgv/NZh9WfLiYd+rSy0NXDklC2VQ4WA7CL
5IVhg/mY9FGA+XEtYcbRfjtmiSkfGcUacZr2b1KSOVmujlod/cBrjpAhPWTY/R565jFC0LEoP22Z
8eMyNKQ5f0yeP8Ys8tqhfYhVYh4ITGEE3BeHrc8lPLDKNrb1AK9l6DRnZ+8QjASRCsPCnyMUv1RJ
yqo77owFuqKXnohVTS8K7bHNJU2Pzl2TLk4phwGfkrUidQzK30mgMRBohTkVCAlkO0xx+6NTi/tz
CCczgTlodHjoLjKd6y1JfsAQh8klSpX3znwU0VxPbcjV185T8wRpIreLHaB67tohuL3Li2t591tp
Y2ir2FKmdRhPxdRpHT04h+suDG5skN07teNzCI4IcNuPuvbISYZivtKrH+zoVgYvvRtQwO9X51At
lKysacicMApuHcTMLHpzyMjKoUI2wRjYp+Odvx54ZBMMNP8nlX/8V8dtG58k3MrroWLQmmwd3OlE
K3N8cnPEz+HEHPoaZJChl6ma7dfNEezOZWqY3wD0x+csnRoCZM28vzdsZm6XZhr0ce4Z7g/UhFPw
b+A0RTkwD51N4wV7CGVKtjJb0uTGlFWWLv9FzryH1zpePb58lFQd6BBmj4xTkfMLEmVpUN2N8du8
w7QVGPxqoqaHBUWZrl3zaCm1+11Ih+JdvT3LyJ1Z9p3wD7uIb26T+T+YzsYng+2nztctc7vCoDb2
rhraDaOysB0RjsdSF+4edXUJ70pczpi006Py9toWKdaQxFVDHHxNEAKqa7KjEfqtgbtXpIEEbJTo
x2VzD0wRTvgTSOPmq1UpqrKaM39CM0boGxMEB64jFAd0YY7tv8T0x8Tyyzw656U2qCqsmL2DeOzD
/WJ4e7qSVMmNFvbm/ZpnUUDzqufGv2DTkCENGFLpn4YAbK1ckexSZ8JgbwjRUph9NmG3DJdBNYso
eV1ZiUtIlQfSSYV7dwSpQ91Mgt6wCUl8uuve4nj1WPcVtYCihcLAChJV1xaLR+PTdPCCzcN4Wlwf
OaKNIXAZsW76wdjHp7jYFLolWIXN27HbIg6OvJqdgYfeyLXXWbbmSaAUH4Di6CByv29ZMtVAy9uJ
1ri9Onjqjo9Q6NlHBv/fn5JwddDJzzKOitXpj+CuRY5q72EOeBucA1n1SZLeW8M/TgM61hZYqIib
epI08Yn9msbMRwUop1dftriHw+/mTDcnHcvQK9zDuLB8cp3edOvSaEQJDnxbHI1IandTxVd/TfnM
Gr/gYOnSf5FqnXckOcmLqTRagxHv7OCeDwP+ZVu/74sx3gxq8ylllZoxYP+z4PU/fLd6dMc8GXZ/
zru4raMXyIpAqLKRDu7yJcb1nn/Xw9Fx7CCXPVT4aI1P2p2j46tIgW9zEKiG7O4lCETRhePan+f4
iJ48nk5WqEg305ebluYXkLgkJu2YmrkIBlW/Va2mo5ecrHuIEs5+EDFTnonkmd8FHnNhHu2QiZdl
qR3QztmtvnPfH+mZFvSoSlmNQHN65g0vEvxx3cchCfZrcMw1Wtt9GWi1mwV4mW/eOd+T5NBMnl3D
LovZgrD6ucAEXW++XxFCDY7wfolcOaPx1519d5yQzGqTAnn8HJZAM6+ME/v9uI04HoZJ3MRAGd3+
Kqt9QOMVayzDkpG9kjNhLNreS664D3iY9I+OUDfe9em8/pzQUIhyikLeLh998XZtdCJZKUzm3bwq
XPbsF1/ss/iWhJvYzvy2WFHTCDqfZp6S+NTW3MPF1C+Rvd9UXekEbUcYfNnY5jCIsXTAfldDznMO
inCYc9JVWXw2TadusEyX/UxGL/09rL4dUQEPwYcj9fw9nByXHSWIqfY0xNW6F2tzpK/z2LXUW24a
fe7j1nPYs6xHQZcc4HUJa9QF1ROCzGYuF5MafBHaNZreYVPivkwUjWiRbDFuSu44gmgT+ej+XEMj
XtpZBET9BjtQY98zrj352THqcqwbixpmcyZdZsOS+uVt02MCwbD6098GfyrQh1Qf21bBmmrRNDUl
gYvsxGQsH2SypBS1sAaFpq9iAQM4uf9GCM7yl/65s4+q02A2yWbW9ORoX4m7hqfwb4nGrvsZuqyD
gElx85Rm3UArAq0podnoHLaco1osp1jMdfeLB0hIbMOEupaWlVGsUajGsoyDsPs1Uh6f3c21P9Hg
dlGRHhH6pckz0Vwcsxv/Wm0wReeFm7NhMIwn56vX3dbEoJ6p0oOqsv13wA7DczeiNfutdWuduxlV
tFui12umh9ZwzbwfNVRm0cQtqAIsL3jwiSUa2d+BJlfzX9qg0D0vaWz9+87aYXx2PK251+yxBTmG
/fAjkdaBh9LBq7rgYdmjuSoRCLLiSUSaCd+i0YbOXdtyCVwP6gJ+afXWoMUbfSMu+pi37izCeeqv
0VzL5N5Qop07MGIIUE9N8PAk0C5eSXUU7rn2I/jxmmEMzCOtl7dmzpjW3SicPjcxxns+ximMr4dm
6j3OlobwB9pv7EN81kCRVgjo0EWmE5f7EY9P4+6gJY/hnswZCbbHp652ZPEYp1kEdkfApQEZbobL
pB0VfuE4JvXJLszxRe0BhOfY3TrhhXvwWAvp1YQ8Zq6Him9BFcbP241rURPP/ZNd4+m914teX7O5
D8KT2tzqdzyjOGn6qK/KbajE39qGVZDXS9A0jzbZHQAZVrLEFx+/nN8gG9lvoxJG4M66UfrWM+0T
MzGgaOsuHXQZEmOYwvW9Yv8JKYaQM+1nFFnexSOp3PPcLLu42yLkv9xTrthKVwfTfiZgLK2+uG7l
U7m21B9fcLQTTblqEhUhEeJkTn+GDrMCh7Tfv20kIHoXz9MI3tNqzLwvJj5gf+xw7MFjFSKAOXuJ
f9BoeBhnJ+NpYMliWlH49AjcQMEGO4pL1OzRiKBBeSN4AGbMa0EnuPN/chAZDzILnUfPA5ateXu9
iBQeiOjxQ0I5DmcJIHAU01z53A2Z7P42nDf0lHCnCeOPt6xk6QydQ527WT+2brsFv5IuwMS3zoKN
7bUIbKUErRUH+DO92LYZ/XuEB/uX7eEQdxRxJGqO3Qdif0Yn7YExxl1/dC1uODThju+oh8XtOq6o
vh6/aZbeII+Mq34cozUf2t3X4C2z9f+knUdz5EoSpH8RzICESOBaukiWItlkkxdYS2it8ev3Q++F
BLkse7OXsTfzxpiViRQRHu4eGFBmeZN+F2XSGMs2qTt1YaapZn3HBy2HORrA5l0Iv0/YgGNXACWG
BFNi2fXmYG90G+E4Wh05Zpt+qPpbYeAiv4CmNvqnDqRKI2UOQGga/HiyX0Y+AhzXdlbT6Az1hp6s
q84enwbfsc8JYqWSeFmE8qACVyY3ruHW3h19iUN7DYsriA6GWqbepad3lV4SPjlBApOB8GqAQJn1
9mWA4tx+ozCuvVQqFaI1mnclXvs1XBeuaV/y0IIvdAsvbUbwcc30H3Eaidpdq8GypszT98lJd8Wk
t0Fz15EA4kO3dmOFV8ON/fAXhXUVeA/SQOOcrVLN8WGw8WtZshN5X6BX2y91FSaPkaTGg5ImSYBl
yV+1TRU5FrvJ9WuaUyFJvaP0S/ZaZUZyhP88CXl7evfSdXUwX0qpjsmZ+ifRU4/lkLeSWpW8glvp
vGLUIuH+NGaGckIDeG+tkM7C5hhYaCbSieCsBlpn38FHoNQWN5K+WBZJWLz0oiByeJdzav+uyb/9
C/zreXsLFCnbBBZUJaIOiPbcYrVWrBB+asnB1WJfWwdEvJBg7LiFFBmretKdPCLGYN/JcGy2qpqW
ryHVa21ljfrQkvdrNOCSoV/86c3eevXVIueaSLVwGbZ2dM7czv6uIQV5lUpYQkT0NMSFmrQrc5U2
GfLQUsui17JrFO2WdjnoJKCyB+1aeE61j7ratBcuXDnzTq+7oPkelmbjLjjCUltA33TLlaQTa7Zq
DAX2b+7o+KaFaaxTCy96+5mwmrYUFqIEf4EUAl0ajH/4kI479Hwh2bj9pNmghxJLT7zVRrVZLNE/
1ypBulkOq7xKtO6lqXTgwTjJem9nG7mBZtSZlHcUkwjolwolJB/944C+TEDivphlqx9AK+oGjDWu
f6W9LdHbmCChwE3IaMY/xEv9U0+xrdl4eU44uvEk/NkUu+W4WwnLjzFQIb8j+TaivlnagYt7X1Vk
qVi5fonMIjX85CFzLD+HOpJY5bJuw0JdZ1qrZPA13PSCbpPN5ohWvSFQd+2VSvvLB3zoDOV2FIlW
rsK+cYdjZfkJsW+ZO8bKAeT3CMEs7ioOBeSOstTqZ9xPK2vZSCp+LtYOLRU6u392g8bvnsd+BIwu
hRU0ULumbdp5kfEHuIbvEKK/dHdq0xTE3hxrvlI/6mJJ8dDkSxotHogGzKyVLAzFXvTdBHC44xQq
FZ6OUrdyqGpCqA/U2yFw3GQhksB4pIFx4SIHEhBxLM+rwNM8RWlWw9g0jxR+Uzg5MRoE8P/AdVdS
lN1tDQUZWJSVPJGdRyerdpEUgURlydLMmq5Z22OotoummlTSpqJS0g2Qe9L7KrPELdhI89pGWtst
+jYcDglJHy0AItftt2k7UTapQquXXmVRjm1NxWJPWa3N8d+p0l+Q53PSdFrFHlnAsAelg9tKGSTQ
y43mRBl1htbQEBhBa0QjkY3luVKaPF55cUbGrzj8iLVplPYPXW+QGwCFwkJPDNEQint4P2E8PaL5
5jgkBeyEidrZKXQTWap2qiLfhSS4BNZ0ni3aV/9M1TDjv4NqP9exqtJrjpB5mVF1evJcQual0Y0Z
0oHGjS4VIjZtYcNaBOUFnFtAJwdf4VGC85sDM//i9sXSHSY9kkE+Sa9v+sDttYWpxwPn3XNwGiNa
auQhGNX67AXKcPaFlqorStRJsbUSp/9LzyelWoRmTf0QI/TmG3WM/BsSJJ4pW48jc6dVsPBvSyqX
v5LIRbUwRnprrn3Lj+5xrGpJ+Qu9OZo5ZfqJDsAz3FdF8mD0ZSzW2NvAnPTGPrxxsdZFkZeq0T62
clOS/Gu6m6ZcwUHuHLiDFchfrilsuASaEuSvBnwkrC5Q+VThjwBGJIRFdkRyoxlK0a1K03QQjng4
AF5UlTz8bBSpXd5wd7V/MQPApp1Eq/G3RWKmz/R3UUz4XWFWPYa5kSmbII3tYwA+ydsaqHxYJgKp
rlWBRhZjpkNFyEODgh5pam3camgiC+ROcW906yQFyXwaE9M7dz2FPVrQFep9pNpxeRs6NHJb13qu
B8dOVmZ566b6RMxuHM1fxz3RO0KkaPyFjJj6EXkOgQ1pIIVnCsXei10RO/H/cM2/ugTX5ev6mVxo
DENpt4Z0uCvHznaWaSzcE54wQbNue6e6dEqv6XuTarH23S1d/dGow+rHaGhdAU+pyTH/j3NSVggL
Ti0hUCQRDcyayME6WkrXGvalGqvjLWqYzL6grx4e9DSCENGHBbL7KTCrb6pc4uPIhY/MD7UH1bQ+
Dm1lFeZlAYEy6HR3LdSExwIilbujVNB+q0WqPwO9hOECJhSO/TCKbZvuil75OtIKGZJ3qw7qAtFH
8KMcnfrFIZLjAPYGcpQe8ulvQYREGbECx1lCj+7b506JGkp5DbfihsqPbtCCvCcvRlNU0zFEjZHI
OR7XEUl8tHKGrDdoCptAmW4BIjLehJESYUM7T1QTae5bG0Mlzr84Xec4Z4lqCJaf7Lx7BdSwPfVW
52DOoJPapKDuCoRbBJ1uveyVFFJNgki1XqpFVuo7Q/dhokXkFHI1UNhzloXhVY9pZLbo5xpkQlR+
pbtuDV019kWV5ZRsfFm+5KVSVds2idGy+k0Tr7QysCxubzctYOdjAU24pb7k2AxTj07zDMA11JOd
Bt47ydjKZA0yYVacn35Mlm0oyOMaQ/i7jhYq3g16eBd+exAp3XeinUQHCOjS4BhBoKn/kMalzriI
3QSXIjDSWPKu+8MxR0Xw1Ika8mxaE0ssdCG64mHA/Qg+3winlJ9rm/ETMWkT7Is8an9HPgKlBYSl
gvshl/qLmSrDMVIHNmEWZHm0aYsm/9aHffIgg3gEkuiK4bXhsf7dQlOxJqFUc079QMlXtFMZBOx+
FVavtHvzwXQHOIRmaevPsZ9PV8Eg3WSJ6C6N+R6EevAA4VYugqLGt6U2oIWtHH6nXAzcRU8mXhMw
rsrAe6pdPwoedPhc1P+5V+OHQvT+tyix+wGuYt2cQYfLnK04IqZpPNVudxSEAOJNr07Mjaoh113k
AJB/5ECcuar0MTzWg4tCF8VZBeMFadxjjGeTC0dX4KiCO/yAyIaWmK/1mNsILjsFuipP4w+V412u
IJGmrxL8HesdtIjtCjEHPgZpp8olJeruGUelwUCLGIanJHUdfKdtVVG3NSHmAW6E/wwbCUa9mY8h
9mxYdzwj8WrLDe57XrF1YT15EMWrqPgx8o4Tg6mR/kCeafvLRE/h9qtBVV7gnvTBDbwlj//Z6vp0
b+H5kt2NcdLsirEs2SWUlAL2rmFBhKYw8DxU8IeWsqrbYzRmxmspIJ0uJA0L8KcrO6BuxUHQA6HI
gjUFNFw9GiTpv1B6JPU2cUvtL74d9EXtcejFMpYaPUbnrTd9jUYEMOzxLxobKnzqaCIWyXMKvEUu
Mn0po3zwN+Q/qXKU5Zg9AZBR+vHcLn3m0k2PPTGBugSntYmWqqApF9Lwg1/cAI22QBTWO3cDrhUU
jEXo3IAX6+YOKmwS3Ru4ArRMMwMNLJvaJkx0ou4gDdhZXHl5R5RREFItgijmwmljs7K+tZow/B/I
Vjx/m1pteAd9SnfAF7H2YdPCzcgBLPsd4EpR7Cq/wVbBDCFRLi0RupReDFWK5ZjLDm2AmTq/J4bV
oaWKoG7Hyu5MAvZiKG8nLPlHgGFFBEVB6t8iUzhg533n26dM66rinmoVGrPEnqwNlCDSymOsp3W0
bmRqfq9DbwgXCJ3Dk0vliVge4tP3XBsQtbQiHSmaK8GQ0lhhIEV22qilApB5cQpyNHE3QOHZCBwF
mr3EalsS78ti0I5pNXonFenNXaNZ6LAXXHBl9JAg23OOluxSjSitDlF+L1VDVTT1iAkLacQmCwvT
taH2Nmb1c0xwDy9XoLfQZReJbciu32DR3yrNBTq+Vmhne2jQV201XwQJmh70gIl37ww4LBS3tg4z
mEyRfEv31haKelMiUEEdHuzxHrcVukWYWqwQp5Z+8cPKrVElA4T1tIqCNkeYnlrS3QQuTrLpKiuF
yAKox0Tf0bJo1fRvXnkFzEyq1l13UDL66T3AUR/ttci6jshLDbBR0LNauotG14Y/Ot4t2c3oEnBQ
YjDy9LEL3CS/8bkJzVUT2+mrg6eSeq6o509qbS55+7fSJp13FnJwqNzYInJwdOuDuNlHSiLHLW0h
6xQba6sFeOk8+iSPg1Um+yHvfH1Xg3l6B6cTqnUTOz53pqhGP1l1aij7h5ozTe+IVFoW2gwcEZ6K
RoTjbWVHpntAYYTeSpCgouKiJgoZQuP012IBIQ9Z1iLldJnErUhI1iAfpXIPeIJ0p48o4N4oWNLR
fAwPGE7PiEcBPkYx5Byvdgb+LKX0dkHm3U1AX4HXfJekUOJoVXluBjuCWd/02oiU2KFMAO8i/Ga2
pfVDIKLhvcg7517Lx5QeFALIc6DAiFgoTkIiG96dlETccc1FJN3hbLim0Z4oUPGGcSKNb5VuY2/v
ccaPrdK2GB7wuZ0bxSydX71feD8jFmBc+xDDVYAGkJ11U1rVr8TvCB87IwAIlXQOw5Go428G7tih
nDPE+JKPnuLuRJQr5Y4iXv/UprLbpJYlqm1duX17TPsS6xUbVsFD6wD0QZ5ACbzr3RzVKe4/HXtF
RrgFtuzA45jxwt76EgIQ5EluBwyDQndNubvcjclYF+usLrL7Yfj33ula/63QKcWtSuFTy0RAk1pL
n3Hl0u8crQcpNyO0JkVj9Ds3i/xnTEcCsoYmce6Qs+J4QienjN6mGh2/4VvAVQ1MyOgLANwm23G9
59xZRov7z+j7F8AurVyQtgPXVSoZ2ARcafq6Qon5QCGfArVexMpp8H2A29JLkK67rdP87TqrJj3l
AOXrEFYFqTp4cQZIiC7t6CERdTF+yOgf1YOh3NpjDXW6pzMMzQnw8BG3jZ7bkK29CgaFSoG24EAl
fbj29bxiap5bj3dCAoYiTi/ddtlVYNO4i2gjCUllCO0cl3ofbO3K9ieZVlGod6JFXUABQQG3y8u+
7VdqQsa1JP9VYVAMIYwsmVUISrwWowXqcuHCq4SerUTkdX8g0JP7udBOnYXmy8bYZpX0EJLwXm8z
PATHNe5g5r1f4JmwwrmjvaidTaG7cV0SJ1h67LMY1tu32i0MSsZOVa2kAeIMgU4tLxjABOBZCBfK
O4nR2NOQdb17zOjo8GzTGHYVCdG0L4NO4Rs0fXBC4l6q9pxvqrXIZfH+g+VYts6C4o6aLnEExOBF
C4Ei1zBPYLrqWAxAuyA101BsluZzPqU9K9eUhccvtvJk7xij+61UJapnyrfmg8zVYYW0vD0VbRlv
RuiuHmx6q/6NiB8GD/oQUHiM6kg2RsBfdU0Wr56wm3EmvTLV0gUIZIRiHQm3tlZQOWHdARsZJiHM
CcSl+Ui5XSRl/BwlXeze2nGs9DC9Y3WVhBZ2AY5m889ObuJy1pndeChI2n9liA2QqitdeO+PpSmQ
0iGOWcBDbnSqlTCMNyEu+jr7zKluM1VzRQ7KVKb3ueGBo6RqWv1NtTb/mQEN8wvK1CZJBzEYfrZm
Usq17RT9KQHa6hZB6urOH0tVKCTpVOi3nhY5yRLGUf2AiYSVoxy3E7KiOk9pF20V+k1vlFRSqtT0
vX1mVfa4cihE5Wu7Edha23Dvb7XJaGg9ZH574mJtozXlJrhoGteBstWTTOrHPGmG7hY9ALKJDgcS
bV8EKMQckmrYgGpV/bSkdGj7laqOdQa/dgzUsQg7ZO9gKNUqNK2N0Br6SrizkgYpWGBI/we6gRBe
cOV09cn3eqs66E0/sdNaLTgYaCj8U9QkiXFQW7enbIKgJYg2sBlsNm4XIQzU0AD/CsCAf9DcLD/D
HoLzTUDRSmyCHBSP/LPIDhKBg7Ina2kF6uA6i9cFtagMRwiENIASAUy1hUsspSwdLMyjTRmTOHGy
AmqDy6DUFXpDxa7t3nDL4Rtp6spEJcJcDzeaduyaM7R8/G3Z+LmNpYk3wvurl2ZgNPrJq6gZ+Av0
xEHHo+aj0CiXGpd1cg8GNKLQxNnc3HQ1fZZ2jhkhT6Tk1uibESdI43boKL1NSLBg8/L8rkhNR38Z
xFr9u2sK/ZwY+MDGS6cB5TkMWO5jRZVaKu3XsA2qi1uoNonxXcNQglKwqSjdBYjKL5/gTPoIqiVc
AmMVQnqBEyMoEoIN4quSPgWytX7FXDRwQHRqFHJsDao+nYUnI8Q2Ga+6EjI6nHDKr5skj2p3H3dW
K7d49ZTV1ukIWHgQYXLQMyssoxzGs+VgKdmXYXOTpQmaZL8t9UPfe6rngFL7mv5zTI3yTqSg+98l
tC7tXENAVJflONT2fZjXhXvnIJUEvcgVBTvfkWG2BbJb5btmVG1GOxT+2kMswft3TlFS0kcDIyDh
IRKPjGQlXK+41Eqdin0DtmBjwSTEQygCz1mNqiC4LqIOfo8yCSJTihHqDTGvF+57jxO78/kq93Wp
kWU6ZY3VQCJt/5UEs6+2uFk251bIoloHndW0kJVrxdujLPbUZd5mA5oupAiacmsD3mPa5Tq+e3Gj
XPwKc8Ur9rld0CDb0h2yEAS+1itXSo2/UE3JDjcnz24jwAap25TQKogxxfds5AHMUdElfnTj+6Fa
v9oq8TbYADr4dRYMhX40cafzd1kIHwFjNNyjFiZAHv1V4tCLnjFq6byJqWuq91lR5dmJFipYVJe6
UVXnyikgvY18MnWPWsgjZheKqRePRpNbFKqbCtCj7XB8WyWVbyRnYPO+v9EtyD9Kq1voAaSRuYjZ
mtYgUqSN4wF32fG3YbdmADm3Dn9ecRf96GQrsDCES2KqtAI3xcwvPWoTzYb/VB9gDzfBg4iTdQIT
jwGhOKmLUfEevTHeNJm2t3f1csmXumY9OxmYzs08bV3gdI/hN/rBmWmowhhtLL3m0MXFsG5L7MxL
WFGUaLt8R0oOFEgkr2+jvmg2iiVfUlRke7X1xclDNeBeMVz94PWtCVr0Imijij2ZmE4O82+8vs0G
axs/y5oDtYh1O+zC5I/jfccz68rKf3Cq/zcO/W6gV2HEY89WnvZZjUAu1BzsS18/Zsuh38uDqazr
pdQeg/RQrnRvm+CNsMzo3HBKrtmsfzo+uN7UTFzwC+bjy0CKTK2bA9rp5dgcR4wkiP89dYso3+Ht
MHOo9n/JxEBi1/nExa33g/5XdMomz6Iru+CjcyyYlKpOi06PnA8tQMoa5WOLmdeBgsfJKzZUlQ5h
cf/1mn86iIb/N7tMWtr801K21PsYZv9BM5ILJLdbvbkPjYf/YRCyN5BxghVhzLxpo9TTa8tw2wP+
rk+Opf1Bzn2xff2KS/F8LmxOXmV0ctIBajPnXsmW4lSqbebYCwXPpXYv5De7uDLE/CQwhKbCusBg
1ySM0mY7hGDPrG3ih1OYX+roPnL/Cudn2Zz+23rNR5muhzfnLcBGe4xLLTxV5U8R/Lad03itU8Mn
a/VuIrMbJld61+8DPTzJ4JtrHl3jt5FdcT6+tlbTT3gzC7y8esNpmUXnnk3vyFqp4f1Q/ce9NV+r
6Ve8GcVvdbQ6KqNgRbeMNdwW7O+Gdfn/+yCzCzCAbm7AIwxPOgqGSPmDCx36vStfff7u/N+ZEJno
UydJVZvNhAJzruSqFZ4mM6sFlZcbtUbP+fVMPv0oNtVck4vcgiz1frnIBKDF4kB/8vOTjSVpiGel
Fvwuu2ut17X5ZTpNR5gcR12Siev6bBPLNtVUf4jiU1DfkR4H1Z3d4AcMDW3MXwYT2IdCCTaLm1Gc
XPk9wiFap9FeD7TvQ+FzcJP6euqTA/3bR3X+g/T3U+/r0RgUlx/kj2Id46IVmIJaobcqlRxlVreI
nr8e8LO1frsCszOmtJlrVaAKp9bZih8pBoWJTWHs6krPO+HNJzY7aKMsQN0KLz5F2GAmUF8RbEEv
wTXM2eLK5qDgi/qNhEL/9fz+7cj5itq65I3QNdjC8x3b2JGmIi+IT06qnNDfQcw649EGoRz/N+Uh
upc/STXau+TGuktw/QFHvebS/9ka24ZNUWcKUAxrtsah7pvNAAXslK/8Zu0r5gIpHibf16Y6Xewf
pmpqloCobtKMZLbGg2a7cNfq+FTU92CGC0y3YqJ87cVdyIuxwZcJRli8vLLA8xYEUtAqg8ffUglH
LGHNroQIjlAJQjGcBX4QKolQhbmAscrD9t7qHrXsFmQpJONv5NYWP/siPk/fAgbFgMtUviNt3pht
cuVXfTjYsx81uwzrIBh6nMOGc4N+b+gfA/T0Dg5VDemvlm2+XoIPl+I0GPGgjj+LI+g+8P7Q5phI
monLCkjvHuhgUZZ//vsAFn9/6sWBj48xe9HBvOComPlw7igD6TpOz8rL1yN86E80fcW3Q8zmoLS9
aZPbDeccWMuy73zjN3M+GtG6w/2ZuuoeJ4m2cK58p//HuGQPUpqEK87sbAAaYqGXtsM5So9t/oKr
3kqZ1F/OSbFx0/nZN7gWFldOyocDyWRZRklvIFpFEPC9/2AVioiCovB4VvAkrhMY9pxJqA8H41rz
9s9GorWZRoZkAJ+ps/vcLly37LxCPRseDt44E7nhHvtpmDaHrz/gtYHm6+ikfWR4sXpuEKkfsYtV
wLswYOXgxvt6cOzV/zCeFAC8/0J/e/ZGD2SnZHG9ehZVtIjrB4f4CZP1Itl/Pc6HB1HQT9e0DCHA
16QQs09lepBbIE6o6KjlqTajbV08ekWJM48Bvi/ObaY+fD2i+Hh3MKQktsF5gRB9fqElSKQroxvU
s8yw54wN5WflWva3ZKRWkGAbdWsaenZTUfe5MapR+w1cVOwMYLQVlqPVMQmpiYwaMtOF64XJbV9D
lsYEzLzBkGLR1PlrjXACha9Z71r8DRY12PlS6ZRjYpvhHmtI/wWlsn/lpH22kPrU+Fiz2fHCnO1E
2BgZOgahnrXuIX0JI+7B5diu6vKYX9mKn5xpMkGsBsEGuA61eScw8Hwlq3KH44X5dJRrm9yy1sF4
o9v9MsekpUfq0Y3YA43D+utv9/HTTdeIg8E1l6QksHt/sLMqEvR96MeztJQNInpMJJRNm9z4EKAq
/fXrwf4lUu/eW8Fohm7T88/kP8R0Jt+E9RH+MpAs5Xj2KlxwEKnc+pa5M8Lku5ZQPsMwF5Ot+id2
/lvEN6taH7//L7/AAaviywqdpPL9L+iFCaEYA4dzVSlsr/IJ6Gvv9qsuNPcofl/Rm0Jntuxo0RDZ
fT34Z2vNm09jQJNWkgRX78duAm8MKwqnZz2tHu2bSi6dNH1Ixr92vv3/GmneBcyncIkCwPr3VbOF
gfiYkuZNMsZ7pUMqYqdPX4/38S6dYAaiYuApkwdi9l1THeaIE3nqmRneNJa7wU0XcX1+b7dXRvr0
qFjAeOxaOhaR7bxfRHA7fzTUhFN5KqwM7vyvsHqkkVOIakhx6Usdq+sik9dO6KczfDPsbN9g0qYn
Ucmwiqw2ZbsN6hINQH6IQ/fRdQW03LXvVQcvLzHbXWGX1CjdTeBE6xyAs7zWHHGKS+fniPsWREua
uFxZs53Ui6zNMLpUz2kXB1un7f/SsaXb9RFK66+/7Gd7lhzAVB2NXjDmfCclIjUhBDJvgxJGNOJ0
u4N7lnffTGSgXw/1r/vtfFZvx5oFbWPZ54URR+q5MxuEMzTnWFLB2xlK+o269LETurIMjf5uLMoL
dYHbZDQekph2xdgCLbHqDddVAp/UxKd8IR1sj1JNRxWjnjz8dv2xvniBhhGcUo6rDMQJkwCwbVf7
7dvmVsAQWxbCXVttB69VVNeuvo8hL9Uu7ANsRxWgZc5scpJ+yjD4Sp5lYWINq9fHJmqeVXMMl0mc
5ksoaD/xlN1nhfFKeeUQ2P5NXGYCKaa+g9o6XnndPv09umlagGumw696f44IvkBM3UY917ymi84U
4RJ6onFllI/HxuaFNOkfQrtjMNhZglUiT1Z03RNnu4QUnou7RB5H+kZBR1V3X2+fT4cyaVsrVEIs
R50NBe9yDBpQPnYPWQvWbT42jdQzYfx/PdDHw8ecCHS47Ryw/HlcgINJPFoDA41NhTmEKMZtTROd
rZfp3pVY7tOhLJX6nIM7gyWmEOXNe6loQ5I3hMnnkjLbX5QpwdILuvSXFVi/vp7Ux3POpKagEUaR
oF3u7H7Tcb81HY+RUuq+VIaXcXtD1TbBsCeLr8Ct2hQ5vT/oDEbXX5s2yrSMn2cTUWxEFd0RBLXZ
HOdRyD3yGz1sdoZ8rOVrQq0yCJ4QW+HruIuQk+n+leagHzc/1TmLWJUrzab4MdsrqY9QqejoR2AP
MGYJAxKKeon1P2wUYn1p8NxrUMRmo+CkpFEB68SZ0E+lAG9AWxLpUtx//ek+2/hvh5n+/ZtNYpTo
fmkFKc5ZzEVxowQXzCOhnHw9yiexG2s2PfPMiH0/r17l1ZgrLs5X51D/M0DBUqLHGt/GNNlF8R94
EQsjea5TqKSXrwf+7Ay8HXe2ikMOSqvLQZw9SlNGYtzKbqfl9ebrUTTxyZ58O8xsFXUr17sx0cQ5
zRBQ266+ymh5tK5KMOKJfEbjgLrdEyuXRzyDgxt87pJDJKPgbkAJfeXXTIPNDojN9WsY3M/cnfPe
x0adoi7uPHkeIAiQkZIfYeax8Eqpr3E6bdZfT34KF2bDOZIMzuGO5svOh3MB263IwGusDV91zItB
VJZefxE5O7ZGQOA1t35RXTmDHwd1VHS9pmFbgECE4u+3LYz9FrVMJM9Boe2UdDE+xPq5G7S7KLy3
rRvHujLeJ18YYbzhEC7R39imaeP7AXU37KFudc5ZaM26wGigCi5FtMcvGuerclG0VLebb4auLSXS
Qi6PK6v8L1Z6v8xwIW2UX9PNR+w2bcE3B9WBqW+HxuBfkuaH6ZxQxi2McKvBvIn6ZQOLoMfsjSXH
TF1JLtCkxuEgEWfgO1PgUdRYCf3vfjtmcQWZ+GxlpE3k7uj0K5z6Mb//YRkCTRgDmnuOYPbD2FAr
Yqwb+K8t/FufBo7AB2gav1ub4GoP0mnVZ4vC15iKbibRvC1nT1w76jUEP8+7dI14yst9Tl/2ZgMM
hdn2QTb92sEHslTwunHGbZYczOCsKTsvqK4cuU8eJUrTBLokMLRUIVF9vwiQ/NFiaJF3QZq10s0n
dST3Lh+yX4Kq9AGeoJp5Syw9Vl3+Ir0rz+80y/kqvB18tgp5aiJiD5DDRqm9KQbclNF2O8Yr3tLL
HHKR5mZXPvpn607JU9d5n1SMjWenIaBnAqoV3bvgFIO+KYA8g2uds8Ob4Rqa/8lJn4ILjh0EJkPO
0XzaBI2DHKR3sQ542BnBPu2PsnMWsRWts+JFsa8dtA/BjE59HWIDGANpojqHwGDxCAsHhPAyDkdv
Fxv7wTsY4d+WNY3Cx8agPIojdr4ZLO8Yd2B/S63/Fa5wZVGWQtk6ym2FHaqLg2KRK8ui26IR8vEy
jsPgSnz8IRB5/0v/pURvroSOFo70EOvCS9W96PS7bf58fbN/eEhmf3925WDxJCvL5e8bLdJ/u1gi
1yuCH23z8t/HsYUFVGbxfOjziM5uyzodxiG81N2zUVZHO+fEJtZwCbxOubJmn31d22A7EVfxbKmz
zCUtzK5WIpc5ySTdqn0WYwRYkEaNebarhqbdo766EoRoHz8UFSIiVYdSkWMa5mwh64rnvq4i7ZAk
cEd9Um3rYoYr7/vYXUzvpkouAtxMf6TzB80dlYVUrCvT/uQXCE2dfoQlidPnl3QVRLVw+kIg/2iO
SVF+o1HB9r9+Rf4uramJAhxOjjr9hDe7saFxQ9NopTiEFg0fsR1RX2Ty15LX6m6fTUWoXPvcCDpk
qNndo6OuVhCwC4yW4ZxHm8q8su3//YV39yn0vLcjzF40hMieNCJGUKD4TTT7yev7VnVR/GbrtD1W
7bbMfzapss/NZ7tY0SRSXok3Pp0kd/rE5JWqPuetCEORQRKY4mDiazuqdBUOV19/ro9Y2DRLMAV6
xaqWBkPl/ffSY/iFmRnqhyR0N61/x4vttCnt5zK03b+d4GjTm0LPkytP5Yf7fBqWF5Lyk6D3/LxE
U9EezR71BFFQsgyDFAb3HzS/tb0v/DslvC2y56/n+eFxJFWDyGQBdalcMebswPvdGNFX0nYO9F5b
hhHqtDhfi5wO7bimFBhyFFcm+DEW0C3HNgyD+qxOTeNfLvTmIERFmNsahf6DiZRfKWmc4+ITp+EL
PTSrlEYZMr1BabJQMMzTSipICtYKRrD4et7TMXi/id//itmdwxXaeBjkuwcp/gw0UkpPhbxy4q8N
ob/fQYqQ6KqG2D2g1tyE8d7pbjoc1P6HeUy2WHw/cJN5eYjofwCyad1D5VU4bZ7r4q5xrrD8Pu5J
qU2HwZxSCg2izfuJGPSv0eJx9I92dGN+1065vlbD35VzilNao5b/+Wy/H22Wuwy07JjgUv/o0d5o
2SRI5pUKBvfX66Z93PhTaExErusWU5pjdH7nJ2EuA3SdY7pPsoeADvDuku7YQzEgfH5KaLSCHn6N
erYc951ORyWZT2LAE/q2dWi1a3ewr/yojxHF+980m3ohcqWOOi88hoZzQ/8QvXP2Xnxp8TC/Mvtp
773f/jaiSuZtSJ4JYsf3nzTGXto2uig82kG9KuRzTss8f+GePH/lXAjIjliq9X8c8/z1uPonM9Qk
/G7YGaQZpALvxx2dsKZTVRsfY/w+fVzmFrTfWFgYYaTNbav91KJ0mf7WzW1ILxJM6jDUXCjxDhMi
oWBSvoheUWnZza2irDv88MLnmCKPj9oFzc6JXgZhcUKHG7/qJRWnpa0+O/h/fD2Hj28P3JkJA9Vx
XP8/nJ3XbtxK07WviABzOOVkjUXJsmRbPiEcmXPm1f8Pjf/d3wyHGGLvA8uABbjY3dXV3VWr1iLD
NtsNIRkKuSj12Cni7JcJfEOl5e6+idvIcW1i5geI8FlqjSqX4wGSydpTr2+HciVRuGZj8pCLMKy0
gTbIAzY0GB/FcxXsZHkFnneb1uJkBjtv0AWFCqU6DxwizIeaWyHVIJTFvjKepfKTyoOIZnXaN7ex
dqK1xO6q6OCv4UFv77HXlmcz6HZ9o4xZjQKh+embklE4ilF4PVY0hNxfqoV7wrWlmUdXFGLT3Gsy
h/53Q9p6Jho3dkBJ2TzUj5Bp+yvn5+LIeFaaJtfUaR9dr1uuJElo0TfnJOq7UJd2C6mwnL8XtKcF
8NjeH93CdlW5H/xjbBYmxF5NJtkLBkdvBd3ESvPdyA6A69duW9MszeIRhmgdUCUyVzewLZhMxzJq
WC+/QzBBOun+Ax3dRg0oLnyEha3Xn9FAoICftc79IS4vILkR8FLcKGlkuJ5QJCQaKROKzIEbvvTh
231DcrTMaOx8M8Tn0v3QhytRcOnsIRECJJp6Lrcha1rji70nVoEJpsLInaH5rv5OkDb0XST4ql0l
fBizo97t3J8yYtjmY/c0RBYk7Zu+fzfana57u/vDXzgG+Qider3M2W6Is9GHqOCIRprmTpbTPaC1
m2jwNmAfQ/koe7ntKcOKSy0a1FUD4Af3FUObGeyG2vNJWOZOpX0Fwb8Ru8fQ9bah7lRZBxZzxdyC
BwPd5a7JoxZcxLw1pTBGAb4YOUcizwdQjYg8KS+IisJmDTy2cC5oeK8Oyd1Uj5sneiHxpkxeJIVD
UzP8aOGmq1auB0sWuH+RT8JZybZOv79wGzlvaChX0sKpgkQ697RB7SDUWAswy1ZIVxKyuVOqsz0/
KQLmKWxITm5WJaQ4ufRM2/EaNmbRCnCNyQVIaSizsYDRTOIqGgooJWDwTM4Ti/p9z17a2KQ9Sbta
2lThE2e7LIDzvfKtoHCQ7LEVYHVPUDSK9cE6pN6jxMlqoh163+bNoQrnF+VYjUQcm5t31fUKoQre
5FWKD9Apk21KyMqOOlIsu1I12u19U/J0QF+FzJmt2UZCQhw+ZC8qnKR/TcJfvxExazf1VqjPA6qg
pvpU0eCff3TTLVLXWv0UfuPv4QeUtO2bd6pgjPTkleHfpgZm3zS9JC48tINSSipMvklXvvYeBHUn
X/ok+O9IBpDstiE1iQ708ntQhgyHsaNJaX9/Vm6vHFdfwKPo+gsUS+kBWvIFdffHPbrun4nhpnga
FVhcxr1mfM7Gz1JhrUTRm0N5us1qeBv3d5nINlt3JRdrdKiaxjG7ZJfrH1vpQTbSTdxPqju/7g/x
xscotBjEGZBA1FxIgFyPMDCUpih0vXSKJP6aR94+zRGiaJrP983cBM6pnmP9BR3RrUlm4NpMStug
Ri2+dBA83GXKp0DLD1322CHped/Q0nguDc3iTVQxtUmDIXASr8h70yRtPY5qtjJtC+PRyDjw6KBT
jrf/7EYIr0tOe3fAeKCMRcjR9N+MfJ9BAvqvh4MjEDk5vHiWzw/UHIJtE2WM0jEoMlXhc7AbeSXf
t3Hr5RreRk+KNWXgeYLI14tTh3B+aRLwTkkXhsesLRRqfFJJo8iArEcI1VJUuWgMtRE0jFDKTCBH
+sxh99zf/5IFxwcJTnWL+jU/5mApMaHTMqc51RGN1kar5yAGPyM13bhGsFWttWfrbcxj3HTgqFN/
H8mj+WkepuEkE+BRJs7fR+9nVtCr4W8VmdTYZvygdNlRyJ/RUH/r8731rau9A1q0ENf44lGT2w3Z
F91obCDkcftkIQW7si63Vci/38fjcELrUnGbOVlURnAfUwpwmtI61kjj6T99xBsU5Zv0AGdi9Job
NvQtgvgQR6h/K6e8f6x8WhEg/1AfS8v248/3F2g6R69OiemLII+QVCA1lBBmntKgGlzDmslpPhRf
6HrZ0JK9kh5a2MBAr2m81FUQQhy2185Ip4vfp11RO7k0on780EPPFekr23fB0aamAJC0ik52++Yw
byqjGKOqdrLoQRr/FJa1DUNrI/uTwsgaiGYhVlwZmx2tMWR7eqqXtQMd2UZu6Pz62ea/A30Ft3Zz
FdYU1oQDQ6Hdy+LsuJ44cko9lAtZ4+j1DwFJIJN+IwlkPnltWXzTSD7d9wV5WuyZM5g0sfGcU8jB
4BDXBpXOyxVV7xrHNw9KHe54rsJ5U32tIf9RLKc6pRDDGLvhZ/YqnqNT9mq1b1b0gKc6+rlSj/c/
59Zvpso0N0yaaYHwaJPrXlwW4gR53FgNKLikz7X+20w+hHBP/XsbvCklXAZa3pvSkq9msQB7WOOU
aEEF3lOaxZu6Xclz3O4xFXwuO4C8EBivv9N+MRBf6dScxFbjNArcoLXUP8mIWqyM5C9++3rxVJlX
qkm0h06UKtL1dAWGlZWNgkZFrCaP3avecYOrUfoqNn7wlvgfxyb/KvYwRFXuAypig4sckooGgwr8
cee9+vmug78ufsyQUys+Qdj3AX3OPdJZgvtyf9IX5oMvpZZH/xWRZ+7XkHdJXE6L1nHNSjjVcYvS
QjX8vm/kb03udj7+z8os1uZliWoFVFZOMj42EPKoKLhxCqjf/Wc1QZcaUTUkra3suRfTz/kf3d+j
qubJ8YoXLwyWLga8a0ok0w4++4w2013kT6vBCWWkflsoj1YGurBNUDviKqFMR702T5kKPuQYQiUP
ToV8vA7BME1scVVv70/nbchDJ1TnzgfxIuH178l74cM6JOPZ2ENiLKX9EQJKW0NtOU2/yPmKob9n
9PW6cXRDFkAOgG4M3OPaj0dzNFAcz2QHCb5okxqB7QpfQjRM1d+auEsQagL+bbidHb9k8uey2sPQ
t4/S7ilwgR7zTITQ7dhCWTjs5DVE9m1EpjI18QeQM+CSOK9NlX4S6IB1VGeEgW+TjZK6HeGQRs86
RzFBTXSoI0TQKiHkdPfnf9ky56jBtZtjYfaCMMyMN3KF5ZLMe0d2HOUcW4QN8ZRVXwMUe++bu/Va
0v4KqAIqINwPrFkwMQ0xFMYwVJ2gBDgi5PtaCFai4sJpA+AJyA+9psRGzrrrhZZQKibHZalO7e/y
55C2z/o0opZ4SH7HTvIhd2D9j2S7+wBCVFH3NeRw0rO0D7bSBobx++NdiBbXHzPzutC1UqiOTdUZ
PopQYutnSd1Qewf0G/SnCv2XfVK8jp/pnBnqo7y3mtPKB9xeYCb4F/A0IMe8CuYJj8wsugFwlOrA
z00Zd6NIH4Oza6RveSjbevMQ+49y8xCZD5oEu60JK/Q+1H6EzUv34/6XKNO1YrYB+RICp4x2He1X
U8C52OqCVhiFDhe8Y/w0Y0rYtloj//0kbIJnLXhCbK4RDknxWJzlB/9BdcKP+lP5EL+Mv+nDkG35
i2QcKUhZtLpscvbISnyYPG/+dbxtyI5ahFRq+9dfF5WVnOUhXzfUPxvI9WvrY6L8+aO22xKO5Sz/
sjIb8pK9qekFDhNgodosfnv00Mmob2iO8tRNZMR2/dyPe+8l2EXaHo6z+ABjUde/UItEsso7F58t
aS8/tu8jdK6Pwn5Ud3K9H42Pmn5MYTDLvXGH+u0hUNd6OG4Pgqkn9v++dBrJxbrVUYl4tJ5o1DRa
W4ekGYoLTV3LTU/jvZl/cnKqTsGG+s0svSD7Uu8ZVQfBBZRGJZxjKjeal0BGwhrVCVpSVbW2UVbb
67v7K3GLlJx6frk3mKBWVLLRM8sWIgNDIrSaExQ/tbPgblNpCxNki0j6cKyDpwGO2UZ8GYOVIS/O
64XdKVZezKs2uFKjVbVGPPpcBq8pK57/p7UzQQAxPBLqf/fkhY2y7uBhzUbNQYrKGY3o2Jr1AYL3
lafYUpAhyf2PmZkzk0RFibLvNUeLtYPWxfrGGPKfJYmOeBILhF40XzlIFs6t6fggD8XayeBcrydP
gnEvpqSjOXH+HpXnAKHtSEOuzIXiMwB1K6x4ydIIdbo1yADwkgGxdW0v0yMkUzxdc+AuBjz9RZO7
Q+h+mkTZe5iI77vk0ik5gQN4PHMluu29Dco+EOkpckyySui5WcYuS+livG9lIatBAZ50ATlq4h63
/Osx+Y0waYzLqqPDvZ2a3UaLXpL4swpliqjudBwFpK5o97sO/kIDCdwfUbovrFM9yVnsLeUdrje7
FjW7SXZmueJSi8f4X6A8xUZLuZlxDT2DRo501UnD+AEJZtsFpgetf4cOg6/LNtTxG80VNq4Lufr4
PQZP31SHRNooyqtnHcGAWartfkLOom0+oE2z4hC3OWfCBt1PBpk9g5N13m9SDmOtwJyvOhJAc01B
XtPuyurobqEY/O5ugXE02kvw3AnmdhDf4HG7v3qLDnlhfuaQvcpTG3fnytgnKJT5Q7cLwqJAMi9I
bGaz4GU9KCuDXnJMUDIGGFyLGD0HdkO1ZnTGwKHlypDLU/wKtwhLxft/PzSQihzGPA0mBNC1X4Ln
b+sKwXAgMlDih2/GcO6MYt9KT1IQrkzjLQiUZbw0Nov+buKNlTmoqgMz/y4vH6j1ysabmu6lH6jJ
q+oueVMezA9hfnahkLw/0ClIzc+8S9uzE4D8plKhfort+F2FurUrt81/udfAScaqUe+CPWz6hosT
IIKZEu0NAqU3fMv6YzsdNGhijU9BdRa1fQmB6P1BLfkI6TjAhISvCat9bbCozQJSeOqqhYtUVfTg
+Svpq9snI/leasck5bi3kpi4NoAwN9zI7WRAOw8OpMncpr9RkloJj0uLYwFNpJMSiO5N//NY+GYa
wI7vtMiqNcNDqxwz1KzuT9biWC6MzEKwoNWl5cuV7vT4nUmVWDJhMrSN7Pt9O4uLcmFndrutDDIj
CBDoDiq/KSQ0FcCnIhpWzq3lKTMmcBcC3Dxpr1dGLE1EH9pedxQNkSb1AwSEkrL2pFo6+em0ES2L
s0sHz3ltBImI1kOcQXcGCEyzz0B78jejR8iNp1z24/60LS7Pha1ZcJBpk1ZLBBAczzqPP0XaCeia
kaq1y8zS24Mezb9J/KmncLZHpbaBt9YvdCfPoQ1VTlUl0uJabPv+I4ccgt+2Zb3cH9nC8cE68ewg
vtK1Oa+2m3kaeohi6o6FyOnZlPwCKTnpMOb6Y8Wbmj7qYMXiggvSNozoEloDbOA5AANdPCPxBLat
UkpfpJD3cFu93h/UwnJdmZhlF4wgk1OxiXVHilQbxjwB9k113CfJv260gTkH2A6XM4gMZVBx1z4Y
jwgGRhKGiuIXtTa/oKW2X8GjLmymKxszpxhr0fCMEht19I2xNMZR6lcYEBbni9SPSu8aizqHjlj6
0MaoohJ9Yj1F1XJ41XWeXqpQxXYEGur+6iy5HOBFQAqabohc6a4nTfbSJKvGTncEhE937UTtL42Q
criVLx60JPAP0FStbOBFm4AAaW0Fbks5+dpmgkJICqKehbLq1zrozU1kNkjNkmFUrcFuNdoh749y
adkY4j8W5WuLcFbrEkBK3THB0ZYvIfLFwQp0bNEEO5duGVyQ6bw20aV9AoOmpDvq+NR5n0aAf525
spWWdit1639sTK5zcW2wvKoUglolJI3dz16qf0Jms7s/U0trg2jh9KhCXQsY3rWJtkJiccgMZkrz
1L3sxfrBS7KvOcJrciMnTzoQue19k0sOTyYDpjaK8XSTzUxyTYqkzogNRzPehvjErS8Lw42cRf/+
IKS1ga4pCHFAZczTnMkAjXopBQbHLTgpMYXUP26piHRoraz42+Is/mOKFPr1LMapVhaaJuAMVfkp
VNvPai9/MQKpRldv0BCo69v9/Ulccj+OXhpeydXcQvdS5A36WC0NxxIeBP2jKP62OBnv21gcFYWt
qcGQc35OqyMYkTa0XmY4hQ+ZBvnk5ypreFBpZIKU5zE83De3OCRzKnEpkAiRJ7meRMosoxy4NUxv
CSKdAzJK5vd6fLtvZKGSBj6P7Cc8QQqwBX0WjIzBV5G/aQyndAfb784o37dE9eFPXz+jxduae8sE
gSo+F6jj1CgDNxsECtKxstNjILz0bWQXHXqicCkMbvfooRzpxtuqeRbXQDi3GDYOOMAqXH1kCuw3
jdxdX5dVWQ+G4/oJoCll79dnOFSQIUX7AalOvRrAy8rWf1gHg0VQYc2CWGSeZSk7xaQvSDEcqZt0
SY36oyCkycElRbBSJVhacVpl6b8ALyfDW3i94iSUUi2m+8cJRv2Vw+dVL40CpSNZXPHkvzep2SPv
L2Ub/HfgIG7I76QCPbjcswwnRmJabbbW1yH7JXQHrT646VlPnNBHH1PnpWuBEvwhSICqMrusTkO2
Uzt50479PqhMWyqA9AhnSzmBednm+nmojkp4NkMeDvRXo+en0CTjPyRIvzbRU9XsKwFSH+75kA3Y
ohPo5FCTatvprg2piZYPGxS177v40qkx0dP9b6zT7y9ODSHs637sDTy8lewwoItsrYC0FMEpIVDH
mG6vpAiuLVRRlOOvnukY/XONFGwcvJpKusmalSC38MqA20ciwJEa1hV99mBqC7k2FHSNHcX7Lg7f
JwU6tJCK9Dut+jvVTHb3J+62QYUNd2lvdnUNi75Q6hx7hvlD9B5dWnrjo151juGD0s4LWyw2CYoZ
8dY6B2GHfMXeTU8+EiQ05NYyohtlD6nyThlQbczP3O83Lo0Byaeq2MbS+wDNnettEuRYipe4/Wy2
nyIXlZzoGEHTcH8si8FjmrcJ9EYVbk6L1Ddd5hVaYjrxyezfof+zfRKJJ/XYRudRdfqVPPpSCse4
tDe7cvlGpFt+gb22rjdjlnzRrC9i42/0JxhmPetjbhZ2Rp/CGOz06CNiNK621pzz90Ca7/LLb5if
ID49AxNGjMbzJ9FHt+eTIaMWhC6cBOXqAUyerH7knNso0Cgj5dL1O0P8LgblS+kfc9+1pVXY9sKr
kpoGKD2KKqD+jWkrXWzGGlKjMohwqY71d5SCV2T2M883Otpd3pHm6pVln7bezRRgjmojtwIyJtf2
EJRAj8zLTSfRgD3vtGdtdOjV799RFE8qG6rDKlt5Utw2dbJtph71/29z/qYYdCTYKy8zHa3f15V+
buHI0ZN2A+xWrw7+UG3qCipw4ORn+JWrbA14vXRPubQ/c72m98Ja67BfWPmDInxFAMgQTyK6xJq/
xlG1uJ7cT1A8IPdK5ut6fkPVR9HdLdlWg2TTRbixqm3MvSE0zoL+LCvFJlpLHi5v5Qubs4AeK7lS
KgBNHEXZqYfOSDYGk0uSnaoSkgpf8jfJ/XPfj5ZOZuoaXJ3pcgMtNhsm7J+FIpgdcrqauK3TryKV
zix6vW9kcd3It8DZBncMBaTruaQnXlKz0jScMEw2gXx0u3iLimqtVhvBW+l4W1w37rE8dTB3c0P3
BeTa0o7wpPkpwoT4xRCdo2bLDWwfDf23qESWMv16f4BL5xeJbZmS3wTg0aYJuNj8opQ1ZPAxalYK
IteJDbf3obFobM3QPpTe7ltbXLMLa7PTsqjLKCw03ERno+fyD1X+NXBTvW9k8f7MKQnIGY0TvGPm
GYOVRKks+AQ04XPSoC+k/2irU9O9et7XuD4in9MAEBADYuxjmDqJdOzRnUtE2AGMH6H1OEwtH81I
N0K+K5X8S+3VhzI45OYh7473v3Vx40yFfRo1JV64c+Y6TxpreEZa05G8na/tsuyQvEB8rPG+8EEb
SS/VWvxdWvFLi7NwbySqF4aQoDlBwJXdG4V3L4WLBUGewPhZRt3XjjPn/ijXTM6crHGzJowHTA5R
tIOzHzqt1z5+yoDte3G3UwVtZSutGZx+f+HVKCaaY9X2k8EH9yGpgg+R+6vwXoxA36ZBe7w/vKWN
S1qWmyZ1k4k74Nqa1shKBTsXwAedN1B5lsxjJ9g6EITMluDlXiNBmVZodoCavA4tTAHlpg/q2p7k
tYMlSyREcJ6d4f2Q8+pYGyaavtXKVloIf1eWZvMYCzlacAWWYvdbLZb2dMFEIW0bRzxMhZVpXBwW
wB8LtDER/e/17WLRvBaxtrD1DZRaKQj54V6VEbXS4egT15IhSyA/c4oNvFgn2gBrClQXtiLkrL2i
IPFCtSsIT+DZRuOkZz/HbSu8R/0u8vNt9NYIdv0DVrKgQj9U3sj1Q3NS+tdBP8jRWqp4KRLwSdSK
eWxyF/77yRefVESIAAoJHJkJ0r7q+FZKL6qJ5v23XEhORvaseNlnRfly33UXF/jC6OxeEpFM0/sU
o2jsojf9m1L/ts5+N8AdSSyveNO0D278lnhMJpwDh6TN9aSLiJqnQYMxMUjkTRxTchfiYq3xbNGN
LqzMdkczBkgCjzkvdukBCk2IzwOzpeGji+wAHdj787dojMFMAkWUsuZiBqNUhHEaVuS4wnezJpSp
P6rqiyys1f+Wpk7niKbGOAHxb+4hkFYpbUKepTdfg9Ex61/3x7HkBxNIhKsO3K/qvA2jNFq3BnZn
OFCf2Frx3quxbaWf0ZCHHvb7fVtT0Ji7AQDOabrAeN70YxRKF4ahKJPoUHejXNqZ/CkeBbv9WJHL
iVeOnr916zvW5nQIJAdjGQiQgTi0eVKyRzGTNmr4XgonKf3uK/vI3ZQascaPz2Hsb/NS2sXi+NDH
5Q4+KNRkvvRVtxGrk+l/NvrEdq0nt/voZ7vW3aCDEPRo8AbnqHiQxNOEqh+rB5qeTlDjmPDFZy8g
7mkas1MBSGL6Ac6YZrCF5MVAVlAetvdnduEgAunxz8zOE4cwrbgBnVeGgwj5S1cfTF3YgOoConsG
S9qdamkt/7rklyYN+FPjGlWoeVa5s9CzjUjcO4kRbsJUfDSF/HR/UEtbDJcEiT3pUEB8fR014Clu
BhrjDSfKVIQFY9naoL4o22LCwzn3PGPlGLrtfielSA8KqVfSfWRfZ2HKh3pF6WSXJG+/UxobcvpE
P0f+UW9O4nhq+2jTOXUFm82DSDF+hA8MeAR1xMGu1xq2lrblxLwNvmtqgJ9rO0WqMvrdwO3cqwZb
799V94UmNhStn0vkqO/P8xIEmRoEnRsTypHe4PmZaBlDxnrybiRvSDKmOPr+YTSOA4NDdx0oPGdC
tI0a1HXtfuQfYSUNX7XudeVDJkPzLXv5IbMFsEyE0yWzMB2hOOp1cBSKnc7Ah5cM5grrwAM2Df+4
yqbkav+bnrlhrSyzlC64morZGVJIfR8jcWo6fvwtM/ZV1ZxaBKsFbW9odtt9nICS4+8c9dskO/Vr
dbulB8yEtQPiTz4G15+thNnErZC1tQnLDY1PpbxvkvGTSjG0jj+FypPsPsqoHYc/6+SPpiANfhp+
jtAraST5w3cxGDZ9bktKZZeyRiWgsiX5V/2efOqNleC65DIkxsHvkMsVgUfN9majomrpFZXpuNZX
nlBe4m5b0PImHObagJywGqHBfEb51n9WrHSTu8dh3AI23Uprc7YQiCBX59LLD+Cl+uzN13pSEuSd
xJsPDUcYuuI1IrKFnta/9O2TbtF0Rv5dtIv7me8pWa5XmunU5qExttZRqD9K2uPUNll8zHXVLqpz
sIZuXNgKE2f8P0Znjtg1QVW4qWo6VvqqWT+mnHyt7Ff22zQ3s/02MePyQgGtR9/LNLcXI8NL2tzM
BKKMGBZbPYFSCq7lYq+X2Vtau8am9ftw34O1otTSh0d4F8pHMWzMjzpUh7aUW/8hXUYEBlPFgqI1
N+c+r+QiTaSa1ayFR6k4uM+Cdo7JiSYv94e+cBUhsQPOBGprCuTzrs2qLkK1iJjeiHyEyJ1fjs7w
jpMD9kaP0ttKZFtazUtz0+dcTPSAiLdblQrJluCxlr/nAYy20UoYXxvSbEtaQpQ348CQwoZ0amab
+R7lbVsudsaH8D/ctemRYpnQNeLlOyeNNNEijho1s5yEjphIelUa3c6Fr4285hBL4PsrS7OQqNLF
nUVpShOonH+JAcwOsZ2W6qFy90aHkLplG8X3quEZt63XkGSLYQ6KYsijkd2gpDQrJkmZUllNUFiO
fFDHQxQ9x8ZLiu6WIj9FkkWp5KQ1L7X1kCuvAlQx4ZtCr1Czci9ZuAf9fdWTiITdEkT7tfOog6oE
lVZZTktbWk1H4Ygmnll6m8pcyZ4s3DqozIHAmVrndXDf15bSTA7qcBQs0LvpVvM+DElj1+FJCj6a
3ef7G3BpR/yfqRs6jBS6td5qPddJRKTU6bGj64ka5n0jCzc64prMjYbmBtqb5giSzA3CQQhxniD+
VGjbNN5ozVep4ukRPHrdKaZoGpy65JshUCkvYJ0+us0BsEctHNeYQW9XkfSGxNWSvzhI5kmOGFRJ
3ersmDgX3zOp+CqECjSTRrePlWrtwb2QU6BJiWYZkotwKAHIvl5JsZDA5nQSKylpG5qo83K60Gk8
Bswg3wzxXrTVfHd/tm+XFJvAenmrIvwr6/K1zS4izdzXoevUXIe9et/I/qZbqcovD+zCyOy4r2p5
EFFJcZ0q/hOGL9Y+TW0YW/RTOf4UFHGbjmsv8Nu4Ck8cdJU0P5IvhzD/elj0gg2iS/be8RXAWu57
FuhO6amH1v8Vpx8oof/7WZxWjb5t6OnQw7s216q5T99iaDkiTQ3D+FBM8gMrrROLs3hpZBZUK4VG
vlLxLUfVmp2kfEBEojIsW67lQxp+7K0vuvtrEPKVPb9wk2IqOS9AZ6Mdx9vxemwp53EVjeyBLnUy
OXxwrWIL359dnpoJ0WDsOx+KXi+AtHrlAF5oxrg2PZtWK8lqyxRKyympS/XR28ce+aZjj9Ko7YaH
dGv+suB7NNu9ke0Ebc36beVzsk7fGpVWxj2PQ4YKr1rsT/MtpY2ddr9DwBePinxMR06zkUTnRvG8
t2pVimfJecmqkpqeCKxvOHnCIlFaL+Xs0N+0Tt1xeMj6riXPKMnvqyrRCx05KFTCnQX/HwVlrpXX
6ws/f5PpZo3vmjDFBbw/Au1QiF8719qXpb8xy72rEhskc1O6PC0Hu1cejX7kNaVVmyHYis0vsdwb
MUkhSFSqg7HWUjct8/WNd/pCKLBoRYPfTpyi9MVFzJSUyNP90XJSXX/2Bd+zy9JbuVvenqLYgGIf
ege6mG8ImjMpriskLSzHgq+vojc07F+qrLULnpKrxFaLC0ySYCpB0MNrzG4oNKNlJmSW+HWlbCLp
xAPMAzZmmpldyakd0mukCE9idAgQaxHkfmPqB/QagY1Hu8pE5sN89YY1Kr2Fsw7kvWLRSE+fB2Ct
61lW49JXjcDl9FH2unZ2yZhJ8imo6pVYuWZnFpobuazGQuS+IjTqYxWkR1olHlReSuEKoHbRbS4G
NLsYBVKW5FbFqaO30XfTj+CghYXxfuBfchsIGyYcMvLHN01NsdqrEyjGdQzNt1PuBbR5KOkXsZJt
v13BdS8d1Ze2ZoGY5ilJaJOUo7o7GOq3IvlYaCsmlhxzoocwuAuQx5qnJIPKjV2rZjh+D9Jla4Vo
mfRnVzlJyoNu7O/P3TT/820NahdLANXRNputj16kQKrHynWQF/3AwbUBwrsVfOG3Tjq2NOUPcvez
7FZuyytG52widVAHuY5SkdMMKeA78oTWuRR5FUDdVY9xYg+GtfFlf+1Csrh4sF3DxA7XGqT917ur
UdM8CUUG66V/8ujVVH8Vwn+5IEyM2v+zMdvBiVt5ghqWrqMhCpA8yKdyp6JIOnwLo0fYSjJPW7uq
T7fDmyW8sDjby4pSwyMjY1F3+6e2RrrDsEUTUbD+0ctecnKAMP/o0oe+S/al7B/vO9BC4o9XAgR5
MvRkUzl+5kFZoufjkGDepEZhS/puSH7k0nekUqz8k5QcrVqxRcWOo4doULbpfzgyLqz/va9dHEvj
OFXJ89oFuCDZBXgErTeORrdNHnnXrATNRbel0wvwvqVDsjHDgw/sHq3R2PsB5/XGqKttH2jGJmvd
Q9vu+q/1JLouHVbmdylUa9N/DaCWb54fCVVXWGaeSCxvUG+y5EDaLBKO/biNoXdVi6+1uUeLMfC+
BeDS92G2KYovjbRKrr4UyC8/Y+ZlopiBBez4jKhRYFtFXunTmO+83bDXDv0W9guXyj30HwWzIqws
8lJEREoN6CuYx+msvt63lRl4fRYQEYfwWEfvsNCCgrNzJDUraZNpa22Wiy79lynVmG47JFGu7SFG
DiudyEJTB9/0evLWqieUyVVX32Tph7oOkP3l7i0iV0pyW1RP6Zra9uKIaeWSad6AfmpOLpDmQygK
IxGSlouNFO6t/AAs2S22svzBXBOVWgqLU9/Y/4zNbkImglKdJk3GxrcJiV4+Quj7X6LUpZEpil1s
VDMeBy8RiL2c0W5ZbiP5W6xA4iV9CdxkI3XeMaG3x266cY9Ee9rHa/toWrR5mMR5mE/R4KowP+nc
RqliPzFcJyQZFKsb0AxbULpAQMhgJOe63TfxDzN/TAPrKAd7Q/h8fyMvRY8L+/NDD34hOj5i3YU5
fRdXPCf6+KXYDOI+19pPIq+pYBUtvLRnqUyzdQC+gGqcLewghqHQyhb7ptMPSeRo8s+x/FK6ZzGL
D67aEbqMbRRvpPpH4YU76HoedWs1Fbj0hCMJwHlLAyap6dmJKNdincNiJhA2wSoPn/zmZBZQHkB5
4tXQzfStbdAVVyihk2XSp/uzvvRgNzmMScnRMs3TYjYHftNVZSSrwuR3ehxt/WCfqC/tLnqyIhvF
B3kNMj2dAjM/wyCMTzQ/oFo3f7H2rpHEUSwLTmWIm7oQdsADmgHxlwqZxIOR/xGtbqOsuvfCLF+Z
nSLKxf6SEknNmT7ByeJPPfzO6ARFBrLv8A/GcFz1G25b1bb010jslicYGA7VVrR7btJzkh/4ypg3
LvoPKJMGNlD6ZNzVJlBMuz43KlRIayQeC0cirLyTJDr0fHCGzmJJgK/3ZonJQYAOTtmEPoScnnam
yfF0330W4rDJrYZGQPj5dDpTr2e1zppODwVOvTYzTyYPQTM4J4l5NPVgIylfDIiE7htcQLvDMUoH
Ni2wECki93RtMQ/7qhhUmTgpkNglVQ77BBj2Xj8FZkKnwUekYTawLO6kDBoMA141UDoqj2TundtQ
/pp6n2TvTVk7gheqCXwXsgEwFTMZN90hvqcFspKGgtPGkD8LOy3lz4dQIXLwUpFSGymxg1cd5KRD
UPzfV/Wvrc/WQZM8r6kaX3AMd0zsqgKaoTk68uWtBrfDGrBscdXp0CTfAb4HysPrNQjiUobxNcca
rPl+iFsnzXFQUOJrgPvGOVTD0mpmcSFY0+UApyu50iknMXucpHUjNKynQAV7AOgio5z0ZNX7zH1K
0WkHcwyTFakJHwKl7CwXT2lyzvqVM2px4PrEjYM+Fln/2TQjih43QpAKTq8fzKLeG0WwNSiCsZtL
5Rf81yvevnDzgB4H6nuYeGDXVWdvh0qHlK9HKBelDV3cWjkp6UCQ0m1rZGvNw4txSmJy0XhhH5Nk
uV7UuhddL/IqbPHC3uDLR8EX+1PrR1Tf4+zRs2j+i+JMe+gyf9j4kr52Ei7OLtlb3g7UTkn5X3+B
MPjx0Pii4Lh4rhXz1vVJwp8buqXD+t2Pv6yEkqWTCGso1EHKD+p/FkpGqxt6N2E1q+TshtG2+qPq
G63WniDRNLTI5oEqrtVPpqv4/PS7tDlb0QiWgkaRsJmUtj7mdr5rQL7EP9zN/cEtzSXCHhOrHCUw
dT62rmzbWtAswSl19z0tsn0ew5hDh338Dfi3WnsrlAFL9ijvUfTm8cdhN3v7ZZEkN0nE2jXGJqyD
g/BUHaRG3ojFa58c749tKRJc2pr5SRQEoptNftL1ox004IfXwunSAXppYbbPC2SK0zofBOezX8s7
HWlfYTeJs/0/zs5rR25r69ZPRIA53LJSR5a6JbXCDSFZMnPOfPr/WzoHG10sogjZgAxbDfTkyjON
MW6PY8XjtYU4rOADxvla0tqbtdkqmYPrZVbm82jfBeMn278vK0ghlYoH5BC+3Da4Oiz6aoAskTwm
rXt5wAw0AxtRhvXyGS5pyUGcF25dTT7JW4oaaxcXJUIayeE+0KAuv7RUdUqp5hlOXmm8DeZTbn0N
t8A6qy/uexuLo1Sl7MaadKPnQ1/nH5q32b6zUMDy73PX2kfab+e3bR9vz+DGuKzFNh/tNvXnHpuO
+m/a/Ws757L/dtvE6kX8blzLa9DUJDIZJttb4w6S00cF/jPNk/07spz17+DLXG+RQa0dKFBdNF3S
IQPsaZE/cKqhjTpbDs5WOsj7WTMmd87zLd2+td1H1g8afwJ29QphXTV+6SsaJXOEmyBLO/TOz75W
oFp0Nrb5WknOBsZNsyWZW3oOFuOxy7C17cikNuV0+wTURDT/qB6A9OcD7cAlWovPoXOcufInhSyu
/2TG37L5dWMd167691+xOANGETqzFFq0eGS/O3C1D+3X2vlMMED37ujCTShDrYv6qzdGO1994kuk
7mlOtjrq1qZdMN9ApGyqNEAtjkkqQ/I3qKPvQQ7glgltZvFzNTtun7Qb99laXog0yf9MLR8BM5jt
LLVnSugIaNi6iyyy/ZCb8R0IrfPg9GRnXpMcWj9beTb013pLAm1tH8OhKiD8gph6GVo2cdkYeU40
0sjPkxSC/d04mytLyjERXSyih4Xn7vJa602rsOw5D86NA3dHFHA8eYGS72FFgNVsuWRiZS58BbQ0
BCWskLOHiWKZOQ6mNNaq3gpRJqWcuRflTh2Nd6RtoqfSOlbDxhu+Ye/PxfQuRK6mOR/aAntKlKPM
8D1UUeiazk7zBqH/vs4f6i1ZsKv5ZIQWOSfG56BErC+OSKe0QTH4enDum/RQ5fpdPZzS5KVy9M++
tL99Hq/OgbBFf4BQKvrT+ny5dllV/n9bdFtQEj9VsHq0lnTaLFZvGVoEKvaYdUGc2MG58z9UgwbJ
EJI4mepWW0jSVUMEISp7Q5C5Lg2Rt6nxo4Pz2Gv7GNSBrX+IZ+e+UH/enrrrgy3mzmGBuLZlusfF
wXu3M9JYhvdsCMMznBH1gIpCPO0J/fd6VjyMWvSYpvSwIG8JOIA9IhffN8e6tjfff8FirAJoWnRj
Ep4p/I5+ci/1D40Z3dt6tk+aZNen2V4Jft8e9tr8QpphKQReJNWX9QxLK5tUc7LwLBNyAQfWEeoz
/fvNmti6HQvKSRpzOAvi5+9mt28AMxpjGZ719E4OfgvEOqjj8K9511hEgtb/mVlcXnEFHM5sMdMH
06GMoO1PDHdIml1Tydsw52s3RpgTbYWUncmwLvFFZYX4ELEJ5tppp3CHfYujwfURubX7g/F5kr4m
sbJxxsV9sbwxbSGrDtQZiiVrsU+rsu3HUBlC6NdoEH8K2JzPfvRZUk/h1uYQv+rKlFgu8OKiG05s
2HeLlmhzpPXFGJ6DIOalMzuTZz3YegKu5XXELNJDTesbjjvu9KUZeG7MOoHJ6awYsWsWP3pkocOE
5pLpHyR1Zj3aqdl4Qp6XnEg13LVzvYN8aScnn2rzNYf7eJAK4AXanpaG0+3jsToDUCQRTKBtTXvn
5aeZ0phGsTKH5wQumSQFybnhQa0ZABCly7CtwI2+zPh0Q6L3Q+GwmqnBEa/YsuGE4u3tYaxNMZ3a
Ij8LJTFOwzKc9CPSEa0dngXgaA4zyDCVg9WeyXe61t3v0vpkK3szepOyFEI8d9T35eQm5b2s/Bum
Kdf7f2gmoor6/pMWU9u3nVHZEyPv+0w/26Wh3Gv+8P32wNdOKClUEqmMD8Cms7AS9nkfkaPnTk1C
urkhHb9DTiTWXhDmSVzc1C1o4zUKRYzrnUWx4u8ODRDqNgk1PzxryZNsj7hQoGRJgIg8dZWadMk9
61O8T1Gssjr7UdHC09jSfPQo2b9a5AWN6WepfguDT8MIZOXUx/vOgIUijHbscE7Ph9sztHKdXHzu
4tGJs2HoA1NiZ1TQ2sj7mMaZDsyyk34p0grcXnG4bXDFH7owuHgJkixo5ExnfigNfAgdf9/Ij44f
7qViY+1XnlMMIUBEphp88JIwRRsaNQq7BIZ5+VvVt66e7zVlYi/vMw0GdeObMX+9PbRrqhyx9mw0
wQYsmsAXobNu1nlcF2l01uqvis2tpLQI7IbqSZWKneQ79zBvHBxpvDejz7ok7br2w6xS0R+2CBJW
rhUa3lGDgDhbdG8vNmET1XJTBIx9tJQQhqIJNqKs/GucuxjuOyuLvdPm8pS3MGKf+/i7foqNUxe+
tfkBprzb87q2ksB3sUZHL+D9hQsddXhtLdK653am390rgge/z+Fk6n/mWeg6IG92eIa3ba6di/c2
F2+fb/qRlEnYdO6GF+A/B/0QdM9FaOzgDP17U/STAcNCRwBQ2MJpMaspwocu4rPS7noh/3RoqWro
H/z2WdoMYP9gqxePOi1lQELBKlLNWT7qfd8rgENbrGXyQUL5oY9FTWH4JJUnP1Ceox4hFWRxzBcp
PFbJya7pEXeiT2PMlA+DV/W/B0n7J/upP6HfXo8/kOupoi8dBYqRhztu7kPzzgL9397H6vdY3yIh
WLs/EMhkvvCBcK4W90dkzt0sxVV8jub2RAKdDhQze8oUaJC2Kn9rpwhiAcTpoFMFAbFYGL+NklRy
0visRr9ITMVb6b21fW1S6qGn5k9Av/j9TRVNhpOwFA5OldTP9/H8XKVPUGO7NBMN7UBP+V9LVnCK
CLiBHVLXwhNYPIix1cArAr/3OTdpntZ6N44fSOFsnJ7VmXtnZeHS6fin5JIHZs6MHTdr7V9k+LY0
Alan752RxSXHpOWm4nTxWS7+HbNnw9kr+Zts34UmonvFt3gLh7YSw8C8Jf8pAwtp08WglEGb8KOY
OiXYh8lTKiNlrsP/kG/Rna1t8feGFgNrR6NBnwJDqvVRNpqDYvH+nyOrOeb6/vbds2qK9DUOi0j2
LJuMwEuNkTQ3nKa23qv9q9NRIJJ2Tv0WSxuh5jWAgZwECXkmTgiEkai79IzkxLEQ+sDPVwPjQzbl
d3Ytu4Kq2k+mQ+LPe82AM29nS5+jaKtDcmXtsC3IE/EJBPvVpW091YdUUrHda69leZfDdMqVviX3
tTKbF1YWd5MZjJJDzjE8d7ZSuCUtY2b8pKE+Nc7ma6Lf31676xywgO0yHEEWC27AWZib1EhHbDGM
zl2syo9+klZ7ObWmHUrf3SGQ0/RgDMN8GpWqdOvS8h+tJoqfQ9Pyj3S955RHiuJtGoiaWquLNnbW
yumEw5s0JXe0CDwWF01jBoqPK4z75QSnBsgvPB2/Wj1zxwxQnObvlab9jjbaj9uTIhZy8bypf+gx
eLypyyxbJU0JcTJ95DEdxvJTkmQfc2hxNG3Li10LLDTiNtGhTSlZWyYSDbUJ2thK0jPye9NpypzK
7eYYqZLAQ7VWV9sAh69wIeXu8DzLLcGclWEiNsEZ+n/0JstXsEdJPquyPj3XEJQm4878NqNzdXsq
V3YzNsDeAEqBRGEZl8dyHvk+vdjnuraTA0snPze24tD4kodfLaWpPgR6tsWnsDRKOoUeIsGpSAmZ
p2pxSYSm7GcRcNzzoPa0w52swDNoJalM6xRrW43a4sZ+v1mEMdq0YasG5CcaxC5vBU0KzbnVMBbI
38puPMqK5KolYnGg7u2zY+175VtX74dMdn1L2SXmBiBvuYrCvgERMBK7Qsx3qYo2mr4z5rWfnjU/
dcm+jRR7E+O/GBGocJYR1tBlCTYjWeskNF6ea6NxTePLWLeutKn0sjqUd1YWb1YwZ7zUSZSdJ/LN
A/NXCEwxDJG39+RViCWmjD90cIpQgOW7XLJRH5p4aJX0nCTKsbFRpggR20s+6f6d8mApJ9nI75XM
PupS64ZOA+cPelJ/eTDENwjyWtw2AUpd1oAojASZnbJsRRu+wnpD8oqd4h+V9FDIWxX0q8T0H2vi
4aQ7lDrfsrhlJWooazXrl83QDpf7HreDNJEoc6UE600y3kfO6Fb46jOstmX4bwYJ3+1pXzuVpKnE
WdFgVFnG0nA5+1UNWfVZ5m7d2QPPTYDbcJgs4FJ+2fhuWozR3W2jVwByRo5mJwERyUfAUMv0KljR
2R9srBrgtSX/ezHfqWPxLVV3zgD6F6LVYQ/fl+b8lI1sj8RjDHSFy97YyCRcjV4UwmgmEEoeNrGH
+Pm7lI7cFX4a0vv1YmuSfJB9eWci9LKbpzkgcWNAk1Vkzen24MV5ubiasIm+MZlsuhspNy6cTckI
pTHRnOilaKdw34SqQp+qOh9uW7neXMIMPEC8I6h8X5XF9VpQdiDp/gK0ux1+t2W10yblmLfR0Syd
/TB8qdrHMOph6kLAz2vTduN2ukpNwplz8QWLC3+kQ8QYWjt6MVOw7Olemh775MnQy2/k0btecSlM
pGMGHfo/40Ei3s8fuhI6FNNt1WfJv6NfXNv6pqt34U84zpuH34Jy67JPvJyl3so6FnzIlOI+KuLh
lKSK8qD5ANeqoNbcOW4UmsTQAUgGw3xOyqLdt02kHmUEbT7ooS0QW207PMytgtpi4qc7qUTLROYZ
3ZdZ+xYa+k+pQ2wN9fb4EIYkiW4v7dLjFRB2vp/KBJcGlH2LTYuGT5VOZto+I9vcHXJdNtFctMdT
PMbBPkP6Z8sbXTVIgwUy5PTWs28uT4kxh6EktVX7HAaenmevdvuqVoiA1K99PbpW/70elHspH07+
l+Z+CB874yfX1xxaG0/En3zJ+6MjRg5S2KFiS+2Cu+PyQwKnR22vaNpnmI3vA+WhHb7AYY74VxXu
giA66BWkP/6j01tuJUFp3X8IwoP/Ie1+BkZ/LIPnXDfvivobYJqQvwhoTO+b8/RmSspp2CIf+3OQ
r74WyRY+Bg8etoHLrx0jclltOrbPpDoexsJ1Oh1iRcudUnQA209B0iGJ9NukiZu06YOWz4emNfbQ
LWfm/VA+ZLWgPfXCxtjlMNwZzkdjGgW/2kbh/E8kuPxOen//tFjg8C5px+W6bmGfS7vn1MrK2a0H
o3zJFaGlpM5hRxdEIEf6Pq3N1HG7wAof1SmNfLca0XWTI2pkNiAtiI10pJA/VSVtia7Z6fZDXPlj
fuiyWvHipAO0VPlxTl+DZGf/zHFAO2gZdPE/VWUMASyadfk84mh/D5NaJqmp1vG41/PWno+5lmjU
Fudsi65F3EBXIycPxGtPjzugoMsV0vUIYgqDbFwDk1rpR3uj/zdXviMKCP75yf7bzmPeGt56WgXg
tyW+WLLDmMoIh2RYSM9B5D9nqc/GqB8sY35MpGc9aXH3feXLX94VmKQ6pOCiWRokoovHJpwDraaA
Jj2b8QOltfuhfR6JaiL989/aIc0ARAGVDu4kAsPLmexGB1bUCZdempHgteu7unqAyf7Ql9OG77B0
R8Wb8t7SouCVlUNeN6kZeAiT71Rpll1paH9Jrb1RPhG36MXeWNhZnN60qfqAAgR29O4JP21f5sGj
EWRAw+J/0vpvs9IMS/hggk0H5wiKi8sJ7LVC68KOCQxT/2F41aqD3z0n2Xe8Fl7EjV1xte8XxhbR
kaQUlk6JirHl0YMNuzPsr26ZGSDf6IxoZhfqrtv7Y2U23w9vmY0yg26GggSLevYxSsiG2/5+BkQK
QioM/r1t6+q5uhzdEhjVm52kJ6UTeDIF5GjY6f1Tjvc8mRt5kJWdeDGmxQ4Zo8bq9RQ7c/GNEizM
kupRKY+3B3PVKLrYGMsTjH846nmClUH6Epn2l97P3nJffVQ/pS+VvpeC6FXNwUkYc4dEyQaWe+mr
Lo0vYr+5KB2tVnx2pfXZGX5P2V/6339+v2hHA3yCN/aHqOid/20Wvj9ksxR4qQO+dlSM6GNnqsMu
UOry2Fdl4VXduJUxXFs3kJ+Ujmk+gq1rcVf1mTRPQ9SG3pDKgxvTb/mQWVPOMyNvmVqmysT4CM6F
w0J8TmXj8lSjChfh6Dah1+pVLB0AEOOhFU1GFxwBwoe0yYIaVqWqGE/VXHUHXw76LeacleMgIgA0
ugBH6OAjL78hS7lagilKvGAYoq9a5NBF2vnDQRlbaTeVdbNR9LpKoDFotKCQAEVdAqTcsjJfWKkz
j06beGOPeofqw3hEGguZlaAeDsmcoP/s7zoz8lS4TzZOi1i7xa0NsxV8ROQSEHlbkgBUzaQbs6Ek
Hqx+6VvsFPJp0ipELBwt2Y1pqQDoVaRD5UhfW2UY9lVVBBsP1MrlimtKrosMKdzdyzpMa5WxKo1a
4hVOX2XHcZ6Nj01f02xhO2FRHUNTl9Odlld5tPejJNzq8l6zz9sFazafAfpmsd6t5eeSmc+xJ08a
0hNxlZ6Mruk/y2pQ7hJizkc5lNoTyvTqViv2ylajQ5r6nfAidTbA5VarZnlSkq7LoINVgnMBkcrJ
aWuE4Qv72NeVfrq92mvmiOQ4XABQod1cnK4p7tTGqqvcC+Yc5hFCtCLrdgjp7uhB3xJQuspPsa3B
2SBpxPoIyI2Y93d3Vd7Ldj2Ec+Gprb23gs4dUvPej6K7RH1GDHkHOQOa1W6nmLtMkc46dcUm0x47
xNxvD3tlgaGmNviHGgF+/2KWkyZsQ92sSq8ia1JaAE/D4uQk9kNZj90ujrtXVYoOt21elXgY/R+o
MRB9QWy6zIzFItpt1K7y6sK+64MfUvVSZV8s/+ygu0V12Ijbu2j6GKhb3LMrtzXdoRbZVJWVvnKM
7KkAmqjklafo+b+tFRxiYwB9FG+JZ6/ZoWou8uHwXdBccbm8Q+InvW87pZck3JB6mpmu+eanhrmx
euL3LG4oImgB3OaIaMC3Lu3EFBeRrCoqb2qiQ1aDNiTXZAzRUU8/acaH28u28n7bRO3g4RD9ojgs
TtC7PRtEnS+BuSO9g0LkiyLl+SmAiGrDEVobEiktRHFF1QL3/9JKQc+nbzlR7ZXajtv5zp6UUxUH
z33zeZC32rBWziE7UCjP8ZyKZ3xhjY0qOQPypB6if4iZSEAnH6aO4Kk9G6fsYJbf/fkpR0Eqs77H
ztZ2vB4rYRRAWQoY4igsm4lleSgmU4tLL+3B2QXfZS0gr3bPY7B3Is392+W7NCb27Lvl65JCmpIy
Kb28hVm9puF1ix1CTNblbtRgJCPZrQOwIC5dXKGJbQ7wKduJp8jpYYRwIwETEDf+U2aVG8CW6wN2
aWoRinbI+QiS7cQrYWWOUPF5TdKtFpItGwt/VapjqYZiKwUrkwOA7MsohVI2s/dm0bZvtxdnZSdc
TN1icagTDFkpO4mXBZU7F/dVyk6wH2Wt2M32BmvUlq3FnieXa+SRxTLJL4V5NMa39ifiXbs028Lb
rIQbl6skvuTdljOoZ5dxhiWAL8W8GwHfOynJq0kLP4ZhvS+lj1n8NKQI6NIXNChb3svqSHne6Ouj
w03TFivotH4XkldmQw75Lg/qL3EzHOUpdNPARz7g8+01vPbPScjwrLDvCL7BEF2OtrWm2RzlJPXS
CuWj56486cm+Ne6k5NlvXnT5121zK6/ohT198XSrc5M6dQLgoA0OcvGYhUiYoi417SA+DGo46ZrW
dUgIluOWwuTavJJ7okNIzCpIiMuRJvVka7NGE3A9SvvIDXTPtsly5f8kW+jJq+YFED8izfU/U4vN
GiaVpdcFpsb5CyK0s+K7qtof/QIBxrsimU6atQ/mAdo9VMZRlov8o9mMboMk2+3pXl3ddx+yWF3Y
1qsALa/U04OvyqM+f4UfBq6M7lP2j5xvRMpbtsTP350bP8VtGOwy9azglCMwSwpRl45V5Wa/oHUz
+i0o9lUJ7c8si756CtzABZbUJwIX7itWl3qzdJyPDaob0s+MhqVsvlPmV6n7pT3083NkoviV7ef6
MHVHcytptRLqcUI5PhDzc4rYWJejriUpyaw2zWDvrTXFJSocAzePYdndBXGviIyEVbWUCLri34yU
LwIFskxrX4Vo7H+4jukDx78QsdcVDqWJx7GVqyL1DL05ytmdyvae0sesOI/puLGx1p6Z97YWl2Ql
x2Zg8c56ZMqD5nMqfZCcjaz8tZPPzMIgT0mWV5E48nJmE80su67hZnKSYY/WHnHqPrThXYHmZfxm
x1uZijV7UJ8xf7CWQ0q1cATMVtbnvK9Sz5+fA6FI9Ns074P+cTK/D87d7XO5+sjAhmxBhanRr7qM
YKIwsotJljDWvE2xm6GyBxdK3I8wOyquLLl5YO6kyjio8z/TVk5rbaRQJmkUPBAYJ396ObOFVudR
2CeZJ6E3mmXhsxQcMwtdny7ZSfYBjbvbo12zJ6IK6r08a8YyHVkHmhaNygj2LJIfDOlRqaWd778G
+t7KAbF3UADcNrh2FUFlIM4BUws98+UA9bSXqy7TMy9xSzN2W//l9xTy329B8ynQthoI1oZnC95i
9g6BxhK1NFrdDPjaybiHfDcA/W8GoJTznREREucfi9DfiGmu6sqsHYkyVCFhnAJbtISxW2mgKHUj
5d48U1smk9UVmjdVn7XusdU+9c7wktr+M9jF0tAONLLv1KeASiBNTuXcgxcz9nP0jxQ9dF9uz/sV
u8+fDyMlzAkCUgXy7nLinaBEK9hPC8/O4/uoNx7rtvqpOeUvg45IGKoGNpwBBFBv5FMlqbuaiCV0
gxD3ClXNo1+bO7meP0jxiWToxretvP86wsJQk/B1QiD+8ts0sx40c5QKzzJ/j/50ntXYteETLuZ9
IL3moMnrF3NO9l0fuqN/p9vdTiJNKfX3sz+6M4nS2x8k7C0CD6CsJFQIoUTfyeJ74qzWfWkIMs+3
/Z2hg/XSrfw5GmJ1XwYfb9taHfs7W4vruu5z2fRnXbzNe6k7UcbaVUx8k+4za4tGcmtci8OXBVFq
k/fiadDCgwayTf0oye0xHzaiqbWnl+0PCsbG2eIBXjgcMckFu3C4xuoBdvJEL6kiF8gBQQuQyLsu
kfdhqh1n8DdWtoXdXXn/sI0qFH1a5JWXKWVAp1Oc9VHmBUhzFpF1n0z1Z2eTYuSqh0UcKCFaSqIe
wmTul8tNqyS9ZDV+k3ka3a11Mx7kaHjqgo+d9TMNnH1rurOp7wc/ugua4Yeuf043lVfEmV3uU2ho
ZNEQCopvKQJVdbU2z37O9Wbq6U61CwRhHPP37Q269iDiRgmKRhobTGrxlwOlSyAJjZqBRvm/dhrc
Z2F2MEbz15SPDwYtd1Zk7YwgfzIG49mW90037m9/wdq25UHkUaQXSr/itVPL3tCrtMqA4GCtpVEB
/vkAIEETTBv399rmYc9C5C+ge9QkLseq5hqLNbSis0FWXLtzJBgTHfWg+Iit3x7Vqqk/rwRCfqQ3
FrXihpZ1E6SYMJUfxkDDI2yap4ig9j8ZEiuIthuUdYsxEdRVbWQNrJ+mw3v4ORpokUw2Citro6GT
n2418Krwai2CRw1IT1Y4OBISBGaH3lJ/DXUhu2ZrbrWurG16UbkiH0orJk20l0vkZ0Uplz4eRC0N
JDNeimjcmLAVH8UQpxrYqoxUhL7Y8Ebf285YFblXz32BIu3YkrD3yfKfSmlq/ftQ0ggbJX9y4r1E
qenEQyVnh7/eHqQsyWsjBCCqRYuPgJNyqsO2z2lPQVrUOdLQ7SBfd9vIWr4SVinqmyi72xyuxbI5
pZ3pcVYVXtLUe4hmYcQeoZafiuZQx/etsxt7WE0Ovn5XJm919CBBRHj7E1ZcNEOFbFxXaXNU5eU4
+yIFaaAluUdnjXm0otA/1LTSQ+YIUsLWymNtIjIxa+VWsnTtAoceCpCVaNin3XNxLrJoLNSQf3k8
IuWPSm4HRGVHfQfh8HAftbZYXCU+lVOE8HtWmbvBofobKXH2AgJI2qVa3hz/fjKojaE6gUYjDTEL
x2NEXyYt4dT2KimxH+vCUQ4NLsqDWlbyQ1A5waEeymlv6KH8etvyyvmlyVboFJOIZz3Ez9+lCORw
6mGXzEtPMuajX/Z3ebybKvl028qKs0OmXzSvMOEEcovtJjvhPLZzUXidf6iqH2p/92Uw/t3MnK2Z
oWMZMQvuPPIPi5Wl0jY2hVwzjWXCKqYxXtwo3w+zdi762diTD9gCpa7cGeT9cThEpMGpXXg8cxaO
WZ4UJez82oOSA3OEmiS1ngtN2RvpXX+SYZi/PZlrh/e9zWWHWF5qLbQM1Nra4aMdPEfy995+7VL5
PstHdudZR+6uUT/MNMhl+ac6KE7lVkp25TIW5Q6BJIAXldv4cts4ii/V4PpKQpx5J43fm2LLlRT3
3MLHgX0bwC9FRZ7+5XUv0waR5NVAQTG5U+KDTHdwSfx26Pu3IX1Tps4N0k9pcthSLVpxOmhh5Vkm
gcQ1vEQ59ZM5+r5GINelanPI9PaHBv/4LrEi2c1Ku9zfXsy1/QMfgwChkP/EAbmcSFlKii6bpgIf
p5sr14zk0g3g4ntRekoFvXNfodx6X/dxhXSbJG+4PSuXMP4jLhb9uDCALhEpBelWK44kCkcOTapN
uEMxIEmPtXY3SLm4ijdanVe2DUhDXBI621FGWtbiNX9Keq2sqR11X5SudeMtnYeVAZF4VASKliZz
mncupzNOaSDo6RDyYk2v74IJ4tTCGKcPjZYmnlOodLpIagDTaGBtVENWLlKRNEJDxqZoddWPPGjj
0Nj1XHqQ/ZA6ctqnvpvu4vk/lN+4awTvGJ4Q0MZF3EhXb6cMU0Kpdh53YWC6gXa4vSXXHH9K2/T9
UX0QFcXFawTYPStUh7J6kEsPCGZ/7Od2V1l726/doC9eQ6uBzgL92aGyXb9Nj222Jam5tlFUAi00
C0FvAle+XMfJ1APE/Ciw+0lExeVT0/2+PcgtA4tp7Bt7BguSVl6TP47yl7HwN27plbcI9SI8Y5ri
Sf8u4bt5WGVxNAWVlwlGyFB+tqBE1Q+FBj/d8e/HApZCIDdYNbzxy8nK5lK2y6KpvMJCGLtoZnkX
pNFGLWFtPDgKCtRDOmHvckVMOVGLptQrTy/rXTerexk2aLOJXWhUXogUN3zxlWuY0JamWh0tLq7F
hccAJdZoT31Rox2HzEYwPlidftK4Lt1wY2BrB5e5I6AQ6VeenMXsZaGMt5/UXhLb1UF3qvOQdMVd
Hm3suLUJFJoaou1B4AXEg/fO05ph4h2bTq/xtNLjIIWeUp4ANFGeLV832UJXtjfc/rj2tKgI6c/F
9jbLOkxiM21QaCneZmdEjLnaKAasmcDloecBAhJyyAvPJ8mGaaCWRfNN04Ptt/z40HfpVglgZR/Y
+BiMgoQLbsDiInB8LqNUoTNFre3H3opdaYbPxMz2fXS6fYpWLOE5ItIDBudPEeByfSSzSFMNYI0H
f8Bej361xZsMD9UmN9n1vNHMI+i26bUhfbPstVGlrMz1ni5Sc5bt82jYw3fUmdP97dFc+xVYoQxH
HwXJKu6Fy9HIkRoPSoBfkYf9kz7kOXB7X9lrQevc+zFw4XG0S9TOGulgt5NzuG39ei5xaXAQ6fDk
wqCr9dI6mM+y4PkqvGYo4WlPY+NF96107xcjuaPRCjdGu1LDFv1vpB2p0JPpW3ptowrnaaiXpacN
Af2Us9QqT40c226qSNbT2OTxeW54l+06o8/TbHzzq9mX6CTkAEuOtwd/fdBZXG58voiNxDJcDj4y
syE0fUKqSJneoOF60uRvCCJ0TbWzrK1reSWaxRq0HvAVCmLLP4/5u2ulbZJwgDxetIipRbZvmrL6
xg1jDK7ep+rLWBTkfKW8gq8ilyL9K5wwuvo0AKpE8TOpoTLTeqlCE2O2yr9+AnEpBf0XFLUiYbqY
iLgOjLjPfFyipjHvpqDwT4YfKYc0iY295EcfIVZRN9ywtZ0nMngcLrqK7WVs1E9yHusx7lFbh0dZ
kjKh1vNgVXG5q8zmx+2VvvY2RbqQGjNuCv7sEvqlZK1R5CrGmmJyRQbfgeBrnnaTj7Jw4hzI0W48
i2vHGq8WEgACFK7ExbNY4GXyOnMdNslHVf5eKofQetACt31o9F+xuXX7Xr+NDPCducUKDl3jyBC4
VN4Qtx9QCrgbzW+0hGwpeqydGLhTBPOfTUP4Mvuqx0FZWTlhAT8+DWlwbMbpeexxo9WUjuH4P+xL
k5eYKIQb+Cr11I1S1JWTXHp2opyikDbZ2el+z5r9U57+CQHk394la5NIXVBk6qkL0sx5eR8kSSc1
faOXtLMBTGzoxAUi7kxbxIZrOx9iH6hauPCZy4V/EQZ+5VjdhMuM1FDeyOV+MoJv46x/lHTz7faQ
Vho9AOcB+KSdmhZ+YASXY1Iayw+lRMUY+UNUGu7CoTiO6g7kU6Qhek1oUh7V6c1yPsqJjnQGfs5w
lq3nKfoPty3HHEijUBy6ypfm7VhoaWVXXjUdVNNrosem/mQFd4a8YWiluMWYSZWSLAO2BpHw5Zij
dk5KnrzKm9HoUsgaQtl1n9bDvewbbuoo1LXGz3GZfp7LrbB2pX2JVDCyIERCosF0mQ2pM8iH0niu
vJ6+JRxi2vTr6rmtv2WW7hbxc6q8GuoPGaRk6z8mBSx+mfQB6Ye/9pU5MaLBW3A5iUL35RTA1Tyn
oS9VXqdaXitHbqQ+InH16fbuEhN5mfq5tLI4MFNRzWoECMWL0/TBNHdwtblE1Yc231jSlZP5J8Dk
qaZuyOt5OZwhKCLDiKras/vuINspUG/1vtXGX7fHs2rGMqHqE3BlelovzUhdUI3+zHhSSXMAzql0
tFZpewpJjW/cNSvvg3Aq/2dq4fdLMtJeEPHVXtgPrp08G3GwC2PpY9RCD1g5sZtUcGX4W5WT1RWj
5YrMNSRp1H4vR2j4BR5WFYrYJnbpRj4UODp67BySYmMHrlmilIUGB8Eah17M9Tt3p6uaZpriuvYC
istRau615AHA4LFqf99etLXjjjA6riRN5HQFLCtbToO24BgMtacUSveSFFN9VMpp/pkbanuqyyJ2
S0V/7CNrPs6y+tBGxRb37sqzKGAriC4IPXM8jcuxxnDP1eCBag/in72ZIRw3fgqkYyTpx6o73h7u
2rxSBkBpBEtAZRavh1RA2OQnc+3lyecghcL7O91jvvL5tpUVhwkYFj0fKoh9CCsX/oTpNJLZJrxR
cOFk55Dv+JZJxYMc83+VHdmHtEWHGTGnv4dFUlkhq0uFEsgGSIfLqQz6RhrNAcxB2h1K55sRvtjN
Ri517ei9N7HYmXWfdnloyJWXpCRrc6hBZIpI+fSqO+1Blj+k8kGtTrfnc22HiKQFvrVF7nEZ5ncN
iUJ+VnlswN7o9z36wI47991Or4MNtOzqgYDeEx8G95OC8mI7yn0QKb1t1l5dqj+kSFaOvWUHu1o3
qj09+8oRwW6hFxrk+yagZaZLB2fD4V4bLxJslIAJ9aiXLT7Byfrg/zg7rx3JjaZpXxEBenNKss0Y
zqx3J4WVdkXvPa/+fzjfwb/NbjSxryBIAgRsdRXLZEZGRqAnAYbStY9V7DwTUH4M4/ikhMprZ+4A
HOsH2z5DNPmADCHQztbZHIkEjLcZ4rjDayw7cJUiBpIJZefCvnXu/hxkc3OGbQH1To26lw4zxjE5
Lc47aXSr5X+4NjGipGIDKE6NezOMRBNRJPqKeM2Z5EBVci+frcc2cXQ/KrXEv78tb03KgXtnruLo
GF+un/GPS1p0BRRqXOVe2AY1renI4XZKM/qZUZ+F2XU7w934UBRr1nLCW8V8i3/KiUUJLhPtS9N1
7D3Trj0Q7BQOTrRneXAr3aa26NBux6bACHAb+GoidaKm716sqKqgUv9XYJvqxqGu+fOEV30Hd/9o
L5J+znpZO7ZqXryOuLseozyyYdJVw86XvTF5IFkEDmAMsNRbqcE6tufWmpKWRwLiSmi72tD7prZz
0dw6/EDZNBqumS7x7ybxdNSp7qMm6l/Mk1M/CvsQ10+d1VIPeCjL8qhaMSf/4f42ujE14BGZFAPL
GSLvzWkvRD5xB7TDWzDTGx8qRXOTXvbuj3Jjs16MstmsbRbWWrM0w8u4uNX8pe/8Unk3Un27P8yt
yRAbrcwxMiaW8PJMqFMisq6Ixxez/DVGj5Hiad2/94e4MRPQL6oN61YgRt9cWPTElzIQ6fiSL0ES
f65gTYpUPTjIM94f6G2Xb65GUD0q+iCMayqwCZzbWZ6QXG3Hlz6BXTtH1XNTfwXfQztKG3Oac+DU
g7ZpzrnMlQ+NRavz9yH0ehUB/X9G88divpZF4tZ80EYnh3yXFa/m8NmMTS8eYZ506dlM6vf3f/Wt
5YHVAxqONQqC2ZsfHed0Ri9CGV+sOPELx0cP3m2Nz7EZ79xHtwdi06LWuMJemyhnnrMqM61+fGmr
/IQqwlBrH8K4fDeHuMHen9O6a64+BIkYklrAXahzXu6qaZGnKU218WU+hcnDaBonIKfEHN1mt+/v
OnbDqYRzaNClTl1mG2vEQzZNckIvqjlQe+cy754SP47+rZX/Kum/+9PSr6ZFIzGCy+unooC27XvV
cGNcgLDJAI3Jnbhgp70m1OvjiGkWnA0bHAjMabsZmqU2wzZfoTusN30ADnfUMVdS9L+1AGKv0RCD
2QIqVZRst29h0i4mkVlCHTAzO1eO8OTt7ZMco/mU4q6ayS/j65BmO8HajQUEKMD/GBYu980WBhWT
lbXLTEKm6HWAStIPxSl2LoEbmDsl4tW8SVtX8aqnf5Jb20xj4sEeOQE/WxSM6a381eyizHdq1PFw
1sB1uwFwVyMbk/Yl9wSt0ztH4NZU3/hy9H/zPjmbY91XWWWXMkk8jomHVCoOuvjn/m5c/4TLQ0b5
iZYXEEP2Psyiy0MGyiyGqLXql6qq3DzWsKJPh9xTGxFUutL5oa3/J1R4YnK98zZdH2/ibPD9dWKQ
CrbC+tJgGEA/VoORdXY2SOnNKAhXQkwaPmv6x/vTvL624PPQu4+eGlUb+nsup6nqEB7pTBvw7l60
h0pD/Vm1o8SPum5+sLRS3vlwNybHckKbgjdFXGFsQinkkUslH0rGK7szPJSvlUD8QcJNwNXn4VFP
9eP9CV7fYEzwjwE3O6VJ5zys1Hp4KRzrrNKSEdW+BWNjYYemQj3RLHK6P+JmSXns4dWQbZLtYqJz
lUIoeqiNEya6QZ0oaKyZU/FgjJnt6UqyPGWdsVd329xqb+MBDkJ/V3j+oW1ffkKMemxDyGUVWDTw
6NSAYsDX2vpxf1ZbgsjbMCiT0ZqFYC9I8zrtP+J7S2/tjCoLwyRQz7H0MR5R/UNTNqkqb7FG7d9u
ztIPw4i4lzLP1pNQ9MlXi3F8nGOR7+Rpm320/ho4DzC1MBgg6tmCkk5FcSdW1TaQ9Lk9Kkv8ubCS
T6ZBE74T5vqDJJB4ub8CN9aZ55biJuUD1nkLJxR5G2JWpLWBxg6mt1CKkP2LRsKcJdrZQtsGnrfp
8QKCTyJTzDuyWWy9zDUUKFXcGSIltY5o+Av4fD39aU4aS0TgsZnWkLea5mtUpoN9kBQEud1Sk8J/
BYZU3/p2kN6n/dzYbt4vDUJ4GO5pqLpmZXNo0ICZXHTv5MilgbDaAUW2hYK3X49fhrZ6ZPHeXsWk
I++GVdtt0ChZNbppmNTn0FpyvywtrH/aYZSArMPi2PZmeUqlSf4JjapT3aivpaNUJ0ggyVL/mMSY
5ukCKc6hEs3O59xmN2+/coXWV3Uc4JTt90zTJZqjwmoDi7Zy+q6T5n0rhXBcpmzxQjurj1LbZ55h
Rg7IPzbNIY5GOx/67dT88czwI9YMFrDhrUmO9u/LU1XOorJCkKpgESn+SLkqjNBXp2Xt/xPWhHhl
GbdfON+iP0YQmPpjA9+sc4t5Cv8ZB6HBkxm7mshMGepXO58NrzGM5BFNgCIEqbfnigRxQuLQjiKz
+Ceep6HzCsR2yROGUPtkINQkubImluWQTb1o0Y2Z5E9/e3RWm3m0mDQM4FbK4+Usm3iZzXScu6BU
lfJQNK1C1yGpw2A4uxDuGmhvV5R3hfiYGxjcfbOifW1ZCeVGxkJh1Rdhpmpe1ya4/zjC9stQiM+T
VQpfl6L53Gg9B0FdvuNQl+xssHWg7Q/htkA/YBVHRY7kctJh2cSVZLC/SmtykMmPPwkzS8+Yp4LD
JHidJe3fPa5vmwk0l1a21TAOt7jLEa1WN5pUX7rAXCpUPi3Crm7RUSzuzfDAPhtPMHq6h/vfdhMo
/d+g0LVIDsxVYHwTKMVDiMVWonQBNljNe2ghMaoaRelbdT8fiAbbU69E+ima58gTi1n8L8MTbnOO
1/azbRlZRsEj73s+t1mZjacb+fgdIWkFYW79V5q3+YOpS62XDo3qAZzulea3Nbp19pQKiNV4EVeG
6ybtM2RKkbaQhsCU2/hjZrbYIOgyuoU23vYxyloHbYrnw9SXvRcSvR/brpY8wpwPGiwJr6vV2i+L
MfxqDd1eXWgT+rz9NjJ1yHQwj9QrY2y5n2j3UMYqCEOQB7uDGT7o+Iq3i+LWoGrv7cES76rM0XYi
2OuXkjcStJauOdparhSMqJNUA0WpJhgw9JncJmzp5XIks5dPuJTq1s4WuA646DFAYAyUCsSZT3G5
7Rerj8YEbnpQUpx+n+n0kehmO3u2UcEYTysj/np/y69/4OZkQ93mZnyTDkdY7nLAOEyiZImdJpDU
ZDlK68YDmN6rBN2c1goegbUAqm57G6mojK0zhG3QT8LMMXgetCb1gK0q6V0ssoVITxLauOxkkTeG
pdiLFO2qe4J4w2Y1zXiByrROTp1/KAacHTisuTSg79jtpFg39idhlLHuTlhT4JmXy2hVitOQTbZB
jTFMlxmeZXYHE+O6HnJLZZWntthr9r0RxRKUgDBQIaHxBfDkcsxqbIp06Psh4GZyvoZG9nUys/JQ
ZbnhRwYmMc6kZd5A2OqmeJd44GEU/WLdwHpqEHsSXDc2Elrv9CCSSnNfbzuypqSsRIscaUC3nv4h
msLlmA3tHlR+44YGGkSjDXtCiF7bns4K9L+OY3UIUj1/7R1xTC3ZnyXEQJaHskHRxtI+jXq0E6Hf
2EegRjQiQlRjtbcX86TgfW6NzRA0YT+4UTniVJf/kNvoXOvn++fxRrgMbX2VzcF9grd2q4WVl2Th
rTCGQFa6+KMmpN4851IyOF7SieTVTPriQyrsynEjjXval6sW+lvX1PkvLdTT4yiXlpvyjL2GVTy9
o+L3vU5b5UyM2z40qaS8GzRs2e7/6lsLhC8XkCrGAyvL+nIrhnB3+qkKx6CDaT8azgDfYfipTXXl
VU12uj/YjbMG0rlqfxOTr3De5WCVOWp5U6zv1NQM3twslptl2a8uVH9EQ+e3FQw2vduL+26Nulr/
0sjLVyHjvxw16c3e6qt4DBrT+Njmz0v975CdUkEc0h1WU9v7k7yx0bmzVsjtrYtomxTaY1JJU1eO
QTuY5ym0kJj7UqDPV6UHRytOxS8xzjsI/7Y2tD6yFCre3jsqpMB+l1O0Z7oIUjkbA2uxkbbIZ/th
yEwk3RFNPHW6PJwQJSzPYTynfm7Y34gzu4MC1unmTnQyZnuvzfPGtlofQa659e8rErASWiJM8nYM
sLVIntDJ604zyPRJ5WJ4kLJlrxHh1ngI+0FY4PzxJq574A9cYOknRep55gNFX/wSsq/LyfsZauU3
YtHu788MzDOiGSA5UAh5s6HyzulMLJCmAG/w7zUQjrP8Vxnz59Csdzilbzozm0ce7I1mMIpQZPxb
/a+ERyiRnbgPZlOdPyHn9rlvk+9yPVS+nCzLU6hmjh81mvUJun3pZWPbvGJYkh4sOY6xjIyNJHfn
qviNp/FcQ712qo8tEzsKEFw3SoTqJmU6nRBHUI8jqMPOid/Wa9iZvHHwOlaCNFnINn5oS8mymzYd
g0S3EhqKpT57IHWwP4ahdkyHITmHede8z2I7PEcWQp2KCkV3NAsy3Ti3jlWkTaitmZrfUTU5NXXi
HHvH6M7lUMx4wygdDjimcOXM/hDlieRHTk+eg8Cyl3ML+WmVPcbDADNw6Pba3G98HXxHqbXYRF+Q
Ibb8yom2FKfJuzGoU/xqIM3EH5OhDT/F1NwO4zg0uRu12mfaFWevW7TxWFjzdFDnJvGHflwO/Sx6
d2qH7hEpVfFoc0F5DQWuk2OE5qmYDeEWcozZjoard9KX+s5Gvn75+f2rgOvaQ8+dtYbQf5yaRlbT
XhjGGIilErTESRUiLNiI3b8Qr88moxBA8uhzLaKGfDmKTZ+qnBbcBXondX6RKstzqJbjMbPkwbem
Xt2Z1fV9DxwP+2TFCAlntm0Oitlq7bJEU2Dmg+qltjU+o0+zuHqkDQcrLSO/6+wSuWtjT/Xs1siI
yYCiIJoKd2oT16UDWpmi4hZqp0qcYjX8nCwoBo6DgRKorM7PXaedqnbaw7OvnxwKLtradAh2g3HF
5juaeW9iuNsswdCdiMB8BECm94bZPirSaa68dk/kaAUNLm+ldTzkB96ASMNe//8f+8aiqDQXSbwE
YzWe1Dh2NQU7ovB9rejeUpg7++fm7KiAKPRJMbmroma/LrjRLwEd473fODUkC0fSOOmG4yqz9SJB
DvTnekWdTHPZ2U03di9AOgkQnZ1Iu2zpaV2lZWUxox3XKN2PVsn9OPsxmr8jTFXuH5Mbi8pADuI/
aBhDOdi84bTGWMoot0tA20LUvMrJi9F/ltPZQ5vn/kg38o+VXshkWJiVtKlefr9oEpIpZ84chA1p
hQYJ9RBHfpJ6LfiA7nVfuy5zG/U0mIa/M/R6BDZbZ3XhXBuRSPBolrgcWohy6NRwWQKKoIMHgtaN
Hs+DfeRDGk/OFNWuZMTgZkaU+7OFNElUD/FOVnBrqem1gmHJEhD1buLQsO0ju9b5EX28+HrmLmAg
yqORRR438s5i37gTSCoBVUACyWe3emeLMqnTVOpyAErxDFxuj0RBBv/WUMDqvqlVsxN/XuMeoBDc
BCsVlxB0yxMCqZ7KtJ4xODayB4kY+xPWjLFbFdIe7/B6GRkJYX7s2iA3sJyX39KsoqptR6EELTqL
6nu7/jWYj4hauHSf7qzirUlxtYGwEQNR+NjEd2qjNZaTxWqA41H3VDR2hGWApB37qpO+39+i148i
Gv3/93AAyl95JXa10lihMWtBMhTVgdpI702LvTeh62sFyhRINOHReg63tPrJKopcHmU16Af9o4pi
udw4bowrbJPt6cKvn+HyyDEUp1zjXlFJgzfvL3G4ac6xpQZICr3TZF+Rn5GmP4azfKLV+dSAcdDi
ugPgXH+wlX1HIgQEB0HU3uSVKK+MqdMNGnrDAn0/oH8JUe8BUbidnXEj92GkVRqSu5nAcUtEKZol
zJKc6VVmpwTG0P0YOvqE+sKsjnkZvlN0/N1qCfmUwcJvIlXqxQXFjdxlqV/ruPtLtSAiXiB/yCpU
BIkDwM0uTwXA2DBqQtaCKi3cJv+tiS/3N+gNuPetqLBGnCzxlfi8bYSNvbSKhk+TnCSu0mstugIC
NVl95v6SW7X5EtfxWPhE5WQBmtFkkGLhm3VeG0v9dBj7bpK8SDXKyMvkCOUVp+/ynYN0o7aFziPR
/+r2QfPGljHv1FNUJZOpBVbV6m6WZtapT5vhqQyd2p+h9HvGwq7XNIH1V23/00v9vLMNbxwzZH7Y
ghRj1gLI5ooajdTqx6bXg8T+qfWroM25cPJjLtSdW/fGIUORBHczDjUdw1vwZxaYiiR9qyOaPEME
GfBSyyzJxI44K0+GXCWHqp6yo5R10WmYtF3p2etbi9gaEBMlCCzcaYC93HWhVCWNMkx6QGPJk17i
Ty8n7+auPU9y/BSmdC1rD3r8M1ZiUHfkaA0Fd753Ay459zfnjXMPSYtIiQjDYjW2oaEwpp48XQ+4
rukVUHIXKfwnukc/3R/n1odd3VvWUNuA3bgJYRw57ZpErYzAQQ3WaZfTjGL7OIRYsO2MdHNGf4y0
uT7VuLHL0C6NIG0aqGdf4zx+bOWf96dz/ZSSfdERRL2CigXB5uXna6qKkit+6IGhgwwa4zR6GJN9
RuqCRuKeTqRZwZ/3/pi3JoZuAwxevI+veaF6IVreEdsIphEwdJwtiBJ2ph+rrt5zk7jxtahUUJcj
DaSLbVugyiLNbPmHHoRV9c50YJ9F8rPR/KoRmr0/qetwC7do+uSgiFCHIwm7XMi5iiOnxEMvwKri
UbIeKy32IxmJZeUfrfldqMf7w92AABgPiAZBNKqKDH05HgS1oeq72QhyY5FxxyVyUNnyynxS+mVq
vKmOnKcQZcpvdl6g6ttRwjtZUkFX8KzXZXseldl4qRUnlt3BHNLFywxttcGgbQsdHKOLfulqHkEp
t7KxdKVwkZ9ny6pMV0us+J/7s7mRGDAbomKmRFwMVLuZjVBM3EBVI8CnQq1j1xKzm0npqaKd05a9
REHxXn7t4XvP4+Qy852vt2X2rY8ndzXoGqPzH1toTdeIvlYYJLBCzMVL8WHM6HZqv2pR8tJ9teTH
vB/drjtmkbrHeLv1XIEf8h2JmbnBt6XyqU6hp6HNEqjTz3gxPFh2P9L2HSqVFNbon9USz1Snikba
0/1lv/F2kOgAl0LPJp7ecqfydKXRG7UZiAFiipjC4RDlnXQuBgf1clUuD3ZjK6krVRNiwtSGDvfH
v3ER4M0NTQyBNPrltzBQjaQn8dVALIq8px9OZeYb0G29Otb2bK3f5rIJRnkbEGSje52+qC0xQkSL
oc0R0VqyJAc0HP3E+V7H4jWF4Cg0b45aOvcwEwqHo9l8CvVVc/c8F+fKeKnC39l8cqLYVdDgbYEc
soimA+VodbS/aw/3F+XWdiBvo269ko6Radm8ZMICa9HMTAt05buoY79unV/U7XxbfV5hgL4ajs2k
ndt0T5LvBnNprce9NYaij81SXZ5CsZSSnRA4EdGGZ1ULTwL3X934ZleTh3+6aT/L+F/rqXGytM4X
/TmKu7MopmNjROcsMj/cX4nrt4mfwy4HLKBoc40SWuliREglBtg/lh6ewfFjmjT6gbSSLAL2KrCB
/deP7irsCZlwtdDhdt2kD7OW2JUQMWp27YKRbisqP1HV3M2HOTnfn9716VtlZIiiZVSMSC4373sj
V6bZdDrexo3jVZn2volbb8zLl2XSjnbYk5GZvPvdu/vDXj+JDKtBbF/jUs7eeij/wNCqyIhgZJlm
IBWf5uZdNP2bheCGe+/hzdn9MczmRlelIpvl0DYDLSmP4NW/FXgXWtG/JiPtD8SICHn5o7TTGnRj
yzA5BJGJ9KDSbwGWIeqb2jIRI6ybFe6IzPApmqr6IcuK3LelqjvYFZpv91f0+hpbV/T/D7pZ0S5a
TCtKkVcbaEfzKUUA+Q7lt7AW3eH+SDfuBoaiPYBsEzDrCpIsOjEbY8qeKZyfMer1lnPmPHtqJp8L
9SltHofoHFV73/LmBIkQUUaD038lNWNWOoSSARducgo3wzJZ+WKKPYmKvUE2156aNW0h9euGmRS/
sUxXJMZzpf917MkCQpeihIb7r72FjkInMZE9crhTnDA8tMBVXp8Xv4Cbhp0Ibb0sLx8cRuJ5I6Lh
i5EjXZ6zcKimWpUiK0gMeG+mktReRS39fxgFBa+1GES2iyLL5Sh2LTfpKsIRjAVG6vaoUJ+zCRju
77vr4Bb1QuqphJory0zb7PDUXOCBis4OCjlHLjevZS9zMhuvE6d9RKViccey/ieLrD0PhVsDw+ij
yIWGIpjVesv8cVmhCz/PkjzZgRgXnFzM3DzS8pXj+xcvhymxsrPSqe3JSIty56i9Gbdsvh/NP8jq
8CTyFm/1PjRthCAsjXZgVJ8W+Qtmf8c8Hs9LjvJX/GOCMJkqZ92QDoPxOKxAAvUrWoXdRJ9dpy3P
9H882oi7xHL8aLUr52y3DLg+RtufyBZbYwTAPPSXLlcnzLOksmLJDMwuS36j7VB96iVZECmI+lWX
9NKzay31ydv1U2UuoG/ItCP5FnkIY0m+HWn9sVZG45Uylew1iW5/TpzRhKpn1n6vSP9M+ZJ+iGVp
3Nm1Nx4HKPuotBFtE3dvvTmrvtLtbOYasxbFS2bDlwu/HL5G8sNS/tvV7xTj+/0NfOMw8tDyssNU
hDu/pWnO8exUsygQYzGk/qBk1g/RwXm6P8iNmjPJH0d9tYTknGxVJK16KNEkFGaQzXVQOofcegI5
7lCRd9PFDZ3ouMz/mOJ3kURuHr2G9IGI7ik0XzRKL0oxHmN7fGqJvxs3HQ+N/am3z7X6XLb07h3S
iHrXYDY74cCbDclmE7EoFPlhhtG0tdW1lXSwdMGtGMiLUrK38dT+qJiN8ynuzC73plSTT2pvDTn2
NzoHXFcjJ4S6Wcz/9XpMY1xNrWc5ovQTU3WO6vK7aJw4dC1VyKi7WlkBCXVEwCWyUrXz1RwtlcjI
u3+nxViwmBnTWPOVdNH/TaivR76qxYXstVGGxc4Qi4F+qrLrs4NkoL/nV1HS59AAk9VYoZidH0bd
WrZrSHkdrLaRKXxLQQe2mhnoHnSVumTU6+b2kVBIfMAYSvmmR6kg521VEubSSJWeu0xIlttnSpp4
iO85p8we9a/hojWj60xG87mLcjlxm6Etvmao8ndu2JYhUbLh9MithVXqQ62j3i5UKfQkJ+ZxbPO5
7f15RNvp0RwsEpqmARU8GH1pxiekXszqoe3a/oc8SIp6kBDT0E+mMdc/SsDX72Y45AWmtYYIPasv
lvGM0ZyludmiGtUB1b7io9xTm9jJg7fxE0R1NO1p9+aJXHuiNlEbVtpOt7QS0EwsV6dSQTpPqabE
d8pBPMWj2h1EJO9x5W4PChGQ9N9QDGsTCMuNEsvlEJvBnJ77L3ap+0t5UNpjF/9twrlODyVKXkvi
X/oeNtNr5IgOIq0i9nU0V0TmF6fuH8jsd6LQ9Y/580hRYuSuIb6mV3DtH908ynlc6ZWcyyT0EifA
8FWBos940rQ9yvsVbLGOxJnlfiZnofNRvXwBsqISyzB0RjAnv6a2fdWS+jQOz3GRu91gvE62dpKL
913q/EzHPQmz7SXO2FBsINWte4WZbsY2ameRFkEoJeZV2Cc5Uitzi8J4tJLGVWhpU/CH7XcikW2U
uA7KzmTKiL7xH5u9kjlmm0JMMoO+TtyoS/wGfnuIiP7OVb59WhkHj1uobYjhkAduK9V9HwlFbRQ7
UMrCPmWtTdMqTFaPFhnlqPad6oeZGXpoBLQPSWQv31qzrY724HxLLbV/mvNRCWZBWJA1qC3ORqcF
kokLlNSlyYM+oB4sjMI8CiXaE4bc+jLREYagDfU25Bjp+WZfXO6JeMGHSW8TEcRZ6GopnsyRlH8e
Qvkoi2dhn2r9yWksT16lDIT0PM7NoahmCD+9V+W+IX20xvDQhIrbUARP7L3fd4X1Aa4BwiAbxk+D
P3FljN2koQxaKQJF+R3xEZP6qLTv04Neh34hL+j+AzVoXORK+1w2e192Gwmso0M8wuhgTb6NLR1Y
7TA00NpMBDntN24ZS7IbCXMn3Lg5R8TZQGbX80GZ+vIbSEpkVWhB8qiO9X+aRTk3Uc/ityQ8TQpi
0X4ywvFohMoRtUgs+vaYp9enRENeXcMFBXQBfddNvB6VKtA6cVtg64UbyvlRpqm1hT9//5TsDbO5
TjVTRKE9zFKgxrPbGSep+qXgkHN/kKucly/2xqNGWJrUjQjrci3bDGXsVDhS0NjpSR0HF5VEc6S4
a3xvBrRWs1Z4dtV52Zzt0DWumNXr0KtTBFkPFGX6Py+HzpNOggyfhC9CQf/K8iXdOjO6Yb4TSofm
ZeMumvFPpg0fpb57h9nbvyPClJ1OPDI9qoUJPPguzjx7/nB/Ta4izbcfBo8FeJTFoQJ3+cMiAMjU
rPPwZWgPSCGgTu5pZvxSl8fMeLDou6VlISw+5Fh7Ir3coYKmlh9WkwQMX3wlPyswBPvkc1IeHOdD
3xzVpDhU0zlJBlC+xourR7vVd3xzrt8LYmMyKl4s1vJKTQH+TaIJteI3S8cZbikjUVjoY6TTEsuz
ZZausmnqoGnz/mpdP8frwKt0B08+xcHtYkWJbtBNGr44sfoyWqM709iO/9MhzaOHvx3qrYqGWhNm
6Nxv6+3zR76aKVaoZLgavtTCtv3OSo6triyHsPgB6fx4f6w3+YnLMGMdDNoWQQBchy3hG4qNJkkk
gXjJJkvnmmnYZK5oafzxVDVRJjftKbNq6OBNriQRh+iRk72zJHym3Whx5qeyRjpDXmz1qA2wx11l
UMZfTpOFX/K8bHcO0/VXQBQCTyaiBeSlQBM2SwOqoOT6kuFUQo2aYs85LMQjhZ+1bW3nfFxvtcux
NiiupWZVTT8Ipqxztjb/itEv59l36OI+FpH9LZH05RjJafwQykl7vv9dbk7UIe6DiglWv42ha8Hu
B1XIXqTkWQ6PZvmcNbHv9HsljRvBH2TIFchS4LuvLUuXKwqA2uROnuQv5E1eH6KK2Xyu9P8ABQ4L
Zb9scMfoVBeSb5TWToR7/YoaqIa/dRqs+e7Wykizp0w4mNm/8Mu6j1mtK0+5kWrv76/kFv1B3MUh
euYdRTcPaePNwa1RKbCtCW89YxDx40S5xoP+WMEumdSYycna5xyMD8/dphE7p+vW2Kv6KNcFdgyU
py4XN0NYqJgkrOAEImgjbix6nXqRhMQHaj+pqr2vtOrb308XsieQE3tn9fO4HLJWelVyeg07P3wn
44U9q52s5BvrfEzbji7OL/fHu867IDBQfqP3gesKMefL8Wx1LgttMvKXYqBnGEhijELJr8ppLN41
U5moJye1l+YM9SS1f90f+9YGWpWCMNlj94LuXY7dzWVWt+2Cn19OC9Yyd5TSNL3w/36UlZFIdwYX
Amzzy1FUrGYgqMhYsHZFzlUsK69OpcyH+6PciPYgMsCypM0L/XOetsthwnyU87QT+QvFLNcyIq8b
6ToZzjL06yiajpIRHjBJjHL7oyT6ILP3ArEbMT9tEzA9ialXOdLtbpWtMOcozRjfwXB3ZTPpjrWV
v8hW/lM1enFEryZy09LiOpo64RX68tOqu3PSyPNRIFV+KrrsE7pKuZeS17krYc0LO7U/WFquH2Pl
f3kooUoAj5Pzw8bdtn/VC+6/KeokL50jHdHUeZ0ISNrmXSP2fNBvXccQMtZ2R+QyKDRffhxaQ9Re
lof8Re1F+gWfQ+FjxDa9GzNHZzcY6s5uuHWqSIY5VyihqDirXo5n9ZpTmDk7W85+O07qQs7IiQfG
xyLc81V8M0nbRACOA7+SjI90+Kr920RlDzqxxGfH0eh9OqDHoYaKfDYwAn6OaD/2h47uHDmXmoOT
S9ycKHb6EIKSU2I25VHTcueZZCHxYIRqnjXGg5+FjfQ+D0N6h5XWPs9OZ/ltGxlPoVGnJ6p4r2Fd
SQc9KarTmGjho6yNpqt29fBbt7Fbl7oy87Akq5F01JqHWW3JlUvLPoKCCTrB0m7nvb11UxMG0azL
GSca3nzgIYNwCASHfZW0/CZ/+BTJwlWU9Mi+9vQ29GYZ0uX9I39zU1FlXNsCUAfc4sm5ZAu1mZri
hcbnp0aZsV941qMisLrv9we63k3cKtyRpKv02rF/L3dT2nWxhGEDhqAEMhjY5krmdxzodLFe82H5
dH+067iJhxZZSVoeQHQQMbkcTSykpY5ZFS+a+e9gndeGh7xxm/E/PcyeIBN/wNv1/ohvJODLLcyQ
yCFRA4fEiIXB5ZDh1MWjrCCEb0R40sApnbvSTaXY+dWh7bK4Jd2C5Hqa05QesAUk7xF/nFcNt+av
cloan1W0VmbXGqqld63S1Hq3klPtYekK9XvZi+qjExn1zxAyweDLeR7S1WVUxo8W07OjDsNuZ0K3
PhjcbWgRb7SF7ZMzhEUNcWksXqSOlpRKdsGPIRLNn1J79Iw+2RNZvPXJSASpjbGE/LW5bqYobFOy
t5Kauvkw02oahMV8zLDgi4R8drSUrrU9O77rE8elCXEPZSmbtpFta8o8mDifzmHxYqKAVDnHwvxR
2+UjFfA2ig4O+fj9TXIj0mXAtYmW5oKVXbcexz/SKjtXYwsKLQaystSB3dPu/C2HQf0YjpX4TEOC
PXi5ltofI+jAJnFTBto5DSVqV5ExQUq9/3tuzh9tAg4I7TLwvy9/zrJkDrlWXfCkpKmnJ1TVomLA
5mpIC0puTvk+1BErwjHQ2Rl5vcu2pwXIlQwCo601Nr0cuaeqIMspB9SedH8wJS9NT1ok/3WmzjIT
fFO4Yel4Vy5HEcqEb5OYi5dROdMc7mbJh4HSyFguniWPEPfTA8jIDmP6OiJcB0UIAPUWGDFbzEp1
0iGT54W7Z0R2QX8lwd6JBm8tHsprazsXjbrAo5fTqovQEaGzmt3S814Sj6VBtlsqv3X+tZVOS0Ge
uuw2zY0soWjEUcVLiE1kCgm+lj5M4qOAghkuO2nu9Su0NnwjwbKy3EmrN3FnF061Nk8aS6Zlh2XQ
CTp7TyuWgzq0ewJo6zff7jxoQYgKkdKt53CzePHcdFG92udK5ZMIP8rVZ1l39RBDBEKbn7P9o3X2
RKpubQlISmxCunlRwN+MSRdlC10ND1Uqf/+PtPPqjVtZtvAvIsAcXskJGoWhbMnxhXBkzpm//n7U
ebgacjCEzzGMbQEbULG7q7urq1at5R1qQ5t2EVwHh9u7+UqCkR52uN3YUnRxE0dfDm3shpoWjzo/
S0GBTAFV1ucgKx1vfM3u0MvdFaZmx1sRxDVnpBeOLUx3ANft4kjrlCY2JnTMz6rxUKSviXZfiVsZ
gmvn1Hsbi7uB3ErWBR0au3U0wsN5mgp6e+Evhg1LoeNswxuvef57a/PXvDukYf2sDKXykbTRkn0b
y05mFLZSfI7q5k5TtlQRrvkGcBTANZD/cjcsNrPYt1EkdLy5NA1wRdQQ50EFvVVgu7LDaGCCC9Ui
SAG5tRhTMkhlM2Vxcfb1LNvXk6GUYJNb+TgOaXiXwbazMYlXhsWYeLHSAUZzwbJnarKipMiSFnHi
vAgOPnViG/KSf1TUpERESQt85/xuMKn6LzbWYJphNJpddVYH2XO7FuYZsxCM3cbGuuIRc2swPckQ
fWBpYUYAdRzDij4rLJDY7V+LIXiMxVe16nl0Fs8JheVGGU/zv1AK7RXIGgKUJmC7t/O0O1AN2HmB
upG6egNeXZxkZP7IsJCD46Po7F2saQnTplYz5nNntMO3ZIzDyCkiukN3/ajmd02phKLTUlmIdkoY
C7su0vSjqtDjtJPatNRs1HKNHzFYgh/N6KFC4JeNbOOFVe2M0ah+gB2pAkReWcHeQxnE2KtN0A9O
WdUgA0etbECww4H6W2hl1T8INODqDn33/Z+oNYfhkOhe337MM73p76qiihW7hI6lto3eksO9b3Rz
NjHzYn70Rx38QQGH6MbKzUfeao5Ie5Exx+lXqjdybBW9VQQ6UWypnPS0OHliSuK87sVTBgrQMabG
GO0wCGrZrisoFTpLnEWl+vDRzMtkg45iHQBya8/tIkBUAKKRyrg8WxBa4S0KSuXMMjV2niinPG12
inWUEgU2Tv8eLt7DRDeOH0cfpt7bCIhWh/WbeRJQPC8BXy55W8MskczWSPRzX/uHrNQl3imhE3h5
uBHprk7s2RBZg1nLjeLdshe7LKM26qZCP+dmBngECo2k4gWR2lVDo3Lz2Hsbe3TD4JKFyiotBVhU
rp+B4tst9IQWFKd1sZM01TbiP4L1ecOz5phk4Vlc6GDbQR5z2S4rV6FpBE0vsvvAB3d7Tqr8QQnV
v1ML8D4NEnTCwnxSX+sSSHmXKfmh6Hv9KMwqI7e/5NqaAhBmUTkLsbNwqTQN1A6JG8BXlbRrraMq
7UmgbazndSMgW1hUgtplaEGAlupw5OnnBiBgTZGUsjrn/sZ23bKyeBWkFikb38uwUt83JBqN7Khq
GwHg2lFwfZLT1BrJd/Dj5Q6Er5J++FxVkCdOdzRrydKdF5+ganIUtMlDc8Mv36okl37CTgP/T2Vj
3g3LxEcgog5SaZF6JoRKHXCzE0S7oybu0/CDHD+P6jdR/iySNhbVzGnIW1XdeEBf9MlX6e9Itm7M
a8N/9znLJ1Gj+4Pi13yOojyqHqyF+mNjfW7kwxA99NlG3WMdkYJCIugAiTCz9zPbl5ON78eRoQkG
wqyi/jjEmWH7BfBBj2juADqzOsupz13AlfKh04rRKdGiPdzeH6tIhG9A7wVeCCpz8HMtEjOyEsQg
KQ3jnHA/Un3axenXf7dAVp47GKgZjEbznL8LGM2ZmceaavNciILqxGz2nZgUW2IXV1aOFAVwTPIx
UM4sj9Q6r9scoUOO1LY/CMofALOPQviknuQw2fFM/+djhYwIVQ2wHyDZlCVFSReiEdgJMdNmivea
TFo7QxpQzfUt8cP1pqfyxsOF/4I0BXN6OXuIcBaSDEc7apHdQ1Y3ISX+8IPkWRs7cRUCg5V/b2e5
8eWa4oGInbifbBOqijj8DHh3X/T/fsnPlkCtUBDgp7cyyzt/CHFxs5t5VTIOhYPZ1oot+n5it2B3
d17iCaeumbw7OFYhavIG4dC2mcbxk5n72465anTnOa0i2cX7QlPmIHwRuIrw5gmG76GtOAp2j8RT
mn4O5H2Wqq8e/YDl0Zh2ZTG4kZa9FMPwSs1uBogmcbnxJavs3twgxGU5hx4cgssmAt0vQZDWsnXm
jUKNV8rqU5kY/d2oZPGewLujO9CTDmXjGydvlKXT7Ym4Zp5OXYhMWRGFNMOljwV6WURWhnmht2CI
9OtdYRAGZpGBwq91muBO1jPUGbWNYa8eDjxNqC9TlkTlkmTD4vyLuGnA+2vtWR1dL/yqkWULpz9m
dvK0jdfAeoQqCSfINICDQcmyBKN5oxDD8FMN58mC7lJo0TkYHMH7Qs6w7FWSeYIDt+3Gfb3eUhid
0UyIRaFou+xqGHsl6DVfHs6S9hEMFdcpLNzPmT5uRB9XppHH3WyLNrqZuf1y+epWRLYmMIZzSVcZ
/CJ2a2Y0BoPNll6ksNyIEOYD5/LGVmkoo29xBoTiNfOF8m77Fr7Y1l4fjWd6QR57CvSFgERLtkU6
fG1QpL1onUCod/0UGMyoEqhqjee6pjO1fw4CYNKZ3cBC++9twfNT8b2xxeHXmmDdkTAYz8YU4AiO
mFc7S/SflCT9m6k/qvqxE4rHvLgLhY21uzab3Fdzf/wMPls2IoqCqHZe3IznQD+FhnDKYlsHUHJ7
f1+dy3dGFvtsynK6EMVyPJP4OxpqaCf9+NA++sF+ErbW7YrTI1jAX1IpsIcs2dEGWsgsI66msxIB
uQy/KbXsiOJPQ9m4r64ET/TEc4HAvg/4hqr/pR9WBh6e6e10FirQTcbR/Co2tA7tcsJDiHb3WbJx
5a/r/1DLvre4OCbjXo7p/8ei0U4HU80/ts8TREsOqQwUMof8EeH5u2yw5e6/skw5gJw57xh23+VY
o7gadN3vp7Pmelm6r4pjyvv8QMJSj39UH8D/1NPH9F8z9XN9i4YwIMb0yK4uJZiB+7GUkPGJIhJ9
obCPi/jfj2VadUj50h5OjLks+EhjFIeGlIsU0ZW9JhQEb8ishlVTcziH+3oMz0pNe7oqbuyIK15K
AwRXHcEb+O8lLkGidieNSiWeja597vK7LD3V5s9Ybb/d3nnre+dNWYoOqNlTISe+XDgATdVYRb50
hoqwbh6torPTAo3Q3Sh3TiYpe6P+fdvilX1BB5+iwFOPu9IDsXwlTmrSSLEunSHBUafUjmrJkaO/
fQJVSvagt/dx15/gvnzesDsP5fJemDsHAeuTS5qZyBY+qmitSfSrSefsUTDvJlUirQYn/PgLyl/6
vprspdSzvWT8cwwxm+UqAvZBin2ZYI+Slm3TmtI5qunwjx9i4XuDKmPohsLGO2b9wri0tLhmu0Ju
pGgwWMsmstsfov8qi5+zMt4F9x4EaBvTOR9f6+mkwAwDE69DcfFqEjujgVyVcdXjfnItDm1a8z0N
/bNIgmzNg3Hkt8+Jd9vstTEyX5SZKACpBMeX/hpaUNxoaiafTYNOJusQNM8Gen6e04Y/BHFjQq+5
Ki5KBW2mKYeKYL4c34USlRjGU2Tm8jkFy9r3u7C20T6GqmmflnZYPgldbCdoe9we43rvz12uMzkE
6Q2F0/TSatEE+jhFiXwuxScQXG1c77Px1W/7jav9ylxiZx7ejM4nWrq0U3qJEpZ6JZ+HonbM/EeA
UFIUFmBoUJeztHu44G8PbKWzwjvmwuJi9ZJs6CbNqFm9PLbjBD7y3M66r5THBcUph/LYCTu1thAt
M2ze67YQWIDGdzk/NsOvWisfPOvYpHZfIiaBm9Whccx8/ZjIhqMpoN23QFtXPQCsFsfFzN+F113O
UR6lcqu3pXwuhEPkxbYcVbvsANRTKiGQK23PoLl1izLxSpoZ2gCiBl46HJUAHC6tBqNUUJvu8LtA
+414ijNY4V5UdgUPA/E3ETvExpXdGvDmptbd7UWaf/diX3Ml4O0kuYEOL5vGJK3qp7ZqZeIjU4MP
os4Pk5fEh9tWrtw76NAQK0A1A0GCtbh3+qqczDTw8IQoe/GG6VxOipOH7U7QMxqCRZZTIadVbxzG
12Z25t7kYQ2QieVcrKceVH0lkO86590vGOB6LIwC6ri2MuxG00YJWPlTC/Lu9mivmp3JQ962GXX/
RYAbdKVc1JVAFhG0O3LmtTDuBj21zeGkS1+LuPikCwc5fITV65+DJDgj31le3LY54OTYiH3tnA9l
RddrT+TSII1ye4DXlpNrgP54pGcQ7FtMq5KEShZ5gXaOPOpoMe2qzd+xPAkwNvtdt+8/lJFxvG3y
2takaD2TNIE9pK9iEV+Lk0athy179mtb3Dfjiwy9Xxkd+/yTmBiHfoptaSOGWO8N4niCuTmpNtP6
LSZzpPdXgGB+OidypOzbNtRPtWBUp9sju2aFijKh0cyptdqBY6BOSh4U01meCGjHEL0a6HL/VfWC
eIRrlNcrKUKQ08vIr/LgpI7LcjrrwpQezBDmFXNQwo3TZH2XXVpZOH6eWjolax4GHSKmjwaiLXt0
6BroUk3hZHlqvzF3V+xxb/L6p9ZL09QS9jZYk5x4cSydvUjRv+eaNR6kziQ80LygssEGbAlur9/H
xLFvBHL/iWgXB9msS1bxDiHootgNfNlrAjqvoMsS8rLpNrbZvI0uz2a4ihGBBg8ls82WSd0gG8B7
Iah1rlLRNkbfDoaRK+mj5v+ZzAcl2thi68m8NLfY1UMp9KkFwhOgUuRoyeiw4Rx0e6t/z7heGpqP
l3dxlkz+WG180QCEkv9CwvcxCKPJbmVbNgJbMB4EQZsZOltX9b71KMPc3m9z1LGa1TmrSb85T60l
fYVhFroVE+eeUxppf4/+Sf9WJH9iuLlu21nva/D/c1vFTBcMN+pilEkdBqWAwNx5qvyfKchzLjov
3bjh1v6IEXq+qGjyXiXtdjmVEjJng5mn5tlK0tABnseYqBgBum/6/2Y870wtojk9zUy9gH6FIpCZ
2YZaZPtwgPLzv5i1d1YWTtj7U9TlIwMyvfTQNBNafFu8Qtcc4P2cLRYGNuU663wWJjV2mVBkTko9
rzVeTT2BjST6dHtA13bVO2vLpP5MgpHrHtMmaUl9sFqv3flT8zJa/mNcjdOGP7z9uqV3k8Lg0QTr
3JxAv3QIdaqrsFNK8zyO2U6G7Mpr6qfakvZiZO6m7t5q2iPCbCdVbh3xPh4TO2ylo5S3363I+1p8
jDvjjxV7tjIdFYnHDwn/IJbcVNHt0dsZEP3gBccRSH2u2l3cEZJ+vD1h6+WZ/VgmAUNgwY24uEOm
KoTWF0wMhGTDBAKOu13eNcNO9U6Zam6dsVeyaCa6wmxTMsgk/5d96+qQFChXxwrB95fIuqMVNc3R
DBHsoIKDMGxHxxuav4rwHKSy3abCP3eG0683czAS1BBqgHG8XLBamIGjQqGcO0j9dlS6FFuNxC2E
x5XwCdy0iS1ih5mkeBHL+KUg0P0S6udSKeysRolxz5vP+Iw4XvXau1lQbRyza78n+Q+HkgmdAay1
b00k7w55K6dvw/cqgA4dDNyCWX4pUpJOYvxNKK1uI+xdN6UCruVpQfs59TNmcXFsqG0MjUyogxyK
5X2ZTdTn5OwIfIP3rSX/BAIVocNq0q7aJafUY180TXzUij+DF54UuVBgTEiqe1Xqxvux0n7edukr
sAKwv8gAEHmBgSOevFxks5VojfEC4+yb0kMv6I9V473QSm3n1meZZxBCsTu9bu+8OjlAB5mqj5py
X0vmXupceQsD+ha3Xp4R89fMLXjgWOda/+XX9MLQW55HsVj+PBBYmPREf7PgqHVo4tLan+EvqXes
Z6O9uz0Lq40NYRjgCuab2xWuiMW52+qxXMOgY52nLtuPwVf0dh0hfzamV1hGb5ual/tihLMp0sVw
wFPRpZp6OULAyWqaRY0FbkLf1/kL9N+2gDZrAh9S/lX9eNvaytUX1haXsCJ1fsF5ap0z/W8z1jad
U3T/fpvFAm8bWt32GEIHjfa1uUcVT7ocllTpo5BYgXdO9NEuuRjl4LvVbrHxXLNCPooiPyhFCqGL
dRKjFsVpIfIIqitYInZS9lNJN3bEKjgiATWjkOGIIzTi7XM5EhkMsi4WvnDW9LTe9Vou2Eovp6fb
87U+9WR6eMlsSG/INhrAL80AlK+ETBGFs1g9RpTsRk2z6/g7yo5dk9mqt5MLwBjSxjKtHZ2XiMl2
55kGqHZJpYpkixBqheK7dCHa3fTbamq7a38a0lekPjZsrT2dLD6ZQ5wcWC1rdjnCMuqiWMimwO2z
P0MovZrtkxi3O5AZUGGpu35L9m/FAM1VRVqPYhqAE7C1y/uyrYK6mlDYcFX2VFr/aJ1YdNEsAZBP
4/v02Gi/egi92vYjyHn01kASC80D1DXHcC42fEUjwShgNrUSx6/IxW/xPVyZfCAwpAnmO51X02Iz
TuOke1bYh67pPcaFT5pFQ1P6T+F9RYtrIyResfUxGeQJ8Su6PHHjZSsEiN6+9+DcdrPuJcq+ef2n
aXwctc729HrfS8dJ+10KdkgUS3Ni9iurXBkqM/VLVygwl0yircAY38xYW38LnbfeYcQU+P1MY8gp
py4cQ0R+eRxTJXKlEOhcnZF/TQbP2rjlVwTHzAAuzmYmXw7ccJkxnUaPdCFN6q4m+zb91LtEjE/z
W6SAh8kXnpu8PLWFuDO+eENu8x6XA0rKYK5SnwJQ8oXeOEcgSh2L/Rgdmjdg3wA9h7ZLw619OR9c
l7cC2LKZcPtNvF5e4kpA8HhGMIqx2wZOnb2oeXUoZ/Jl/Wcr93deijbDxgF0xRnBYvGcoXxBVW+J
cw0yWUomw4zdyroPqlepfQ79+6Z+BKC5cQ6s41iqB/MfOgDRZ+PyuzwIAj8tIcj0MjfIuwMQOjuM
R7tipL2s2YVfuTxFcUNvF4+fJS97KofunwfL3NIISyEDBB+I4ssvaMPYKHqv1M6CYDnhOO4hfknI
WkhycjQ3StDriYXycK6agKmfo8tFQOXrY1zJZsj9kWnNIUyFwB4HTX70cglUv1qrrtpusnlfNwrB
GtTlFKBXqotJMKWhGQvnsJDg7laD3nQyy5f2UwIKVBzr2mmAtn++fYmtT3hQLWTsKEmznVc7TMr1
TirkQSCPYFaTkxWhpqPaC2EOJ3xee3Y9ehY1uFCsxT0AjnRLYO6Ka73xNlPnn2nsYP+/XFiyHKkq
9RNf4PlBbg8JHfqAwILHjASz02Vs1C5Js50AFaKdpTE8Lnp1R/glH7UGcp3b87EOT0ywS0gdIK1A
MWsZ6qOTjMatKSZuIA7SPhPkwcEmheWi3apgXTFF6o1WqTcRX3OJ/8968qRVYMVuPSjKLp5hWUNF
20M5jFt8U2suBcYE6wigO7iOOVRn53v3XsoF8FlhG6VugdhTQ3+BWdaQBVZO96ATq3BuyMMn9vEj
h0g37rLKuGuS9FjUB0PL7aoaDmNa/qzpIJM39tr6vTAT2BNbQKIEMmg145LSJUHQpKkrehY6j1z1
0rEb051XgIn+LlWtY2gHBZmh5tgYD0kq/POKQ6Jkzq1JyDVwviw2O6er2si5kbqeeK9mKnsu2aVb
BYbV5gZsDPcefAbmLOD5Fkq+m39fbaEPQqmCuEa9D1TZaesPFhQFreZSxzzc9uF1YLqwthiSpgpt
649+7k5mdzLL3ha9UzHsPkXQ50FmoJ1lZStSfCNyubj+ZpsQdvAcmreNsbBJOFZ31lDlbg1zgR1I
Xb6P5OwDPUc/KnWsD1xW4UPUhbDztum4U8Y6uqcZGPJN0cp3hRcJP4JM2Kp+Xpt3crGwpMBPBMRn
cW/5nTI2YzfmLvUXvCg0aBhsOgP8a/Q96JNyP6nbDGsym2k5FVQN4OQj7UKQvjBamZFe97Weu1mP
moJWq/LJV+kbLPvUJyFS+3em73N7CYKw0+PUe0Cg9VsuGeWpLxvz74YzzBO/+hq+Ai1j5OWArFxu
/UKE7dYo1dwdpvyulHTb/1CNxa7uatSpQzvW71sLCZAdMi+3LV+d+/mhQhO/iE7F4mC3wpFu88kv
XLFtPtXtGO29ktZkWZvUY5SJBoR3U/bzts3VmTqD+jm559ub5NDy+NYEIFDCNOVuSKIPZHyEMFfR
Ck4FLH9/29QqBJ5NUS8EVUUQxmvgcl71aawJeqTCNbzvivxJtz7d/v2zlyzWjT6CGSrNG4ySxjzU
d0dGLyFAkVhK4WqWa5invNs1sTPUH8cXQduh1Hvb2pXFurCmX1oL5Unvk8QoXDV50RAO1j4EP/z0
FeWW23ZW8QYPyfnFAFv9f/69tFOiVBJr5lhAz70boR3s/5bc8qL/Ar2ZEw/l7ra5K4t0YW7h/KYl
jAQumJuQLIte260i7rVFAq8EgIC2SwKHReLTEkwzC0l6uolc2UL9qo/3sffXK09S6egIEHb0kv/7
iFAtgE2L9g+4rhYWZZI0NC6wUGb2EAj+XkW15H+zMM/pO8erAxHiGRMLdCYI+zT24S4ZSSPetjI7
1NK9qZDpELpyIZJjuLSiR8loxWFeur5+CKCkTT7IaWYPxgb28ZoDvDezmK4OSpu8rmczyBg22X0g
390exzUDwNDB/kKQgIrg7PDvZmto9LEggi1d06wdKX3KtoO3K/fJTCuPwCXPAkAIi72ZIHWlkXio
XKO9hxe8VW391O9iYjbFOIjhsyTfoYk97Ic7q/4UBuoeHfLY7p2q3WnSgWxrutVLe2XxLr5oua2y
qEzrwajcQWjuxFicHcTOgr+duJWUvHIuEZbNwRONo3PTxuX0RmnbwOJowALdj47Y/dXNh5DwQYp8
WNY/3F7K+XctXJK+EF5B1BWgJVqqIwyinpRFWjRuC7+kQ2oHCds6Su6SiMLnv5vCZZCMpM+fGsbi
8uj1jlR+UDfu1EuOippoxDtvPN42cmWV6AKdAx9KdWyxhWtidzQno2ncFK7IOKURPY5/GPl4X/bF
xl2/fsXNCSprZtwnOUDaahH+RX3NqQSHtIumxINUH0cD11RfFOPFiHUnVaNDDCumJ6h3taAfg2SL
2nA9Vlr7SIbSRAESC3qpSz9RYWqEprusXT4EEN2fRH71hN2AmOftOV37CM8U4HRvbGg45MIf4dAO
I9TwalcSIJLOcvgp5aOQbyVc1tckcBoGRLJlVqFcct818CzLWTc1bqZGdi+95tEJMe5Rgd15zJxS
Pd0e1RVzJBxQWgEEy59l8WRoFKXpY6UhbNI/C+0BZE1XO2L7WjlTKW7VT668T+DE+X9zy/yKBFMi
XNxj4+rZrzHqkKZ+qMpvEmJD3i4MzVPkqXYT/b49xisrh/LWG4UNiQYaKS49xIuTKq3QQHNDhLfU
7mF+zHrFhnusj6uZgIKtRkaF5Ogy/pSStCjG3GvcpKAXk87lngyKlwEy/eAZxcZ5dcXnZ9JvBH8o
hfJ+XOzvpiNRZIZ9645R9nuieT8Cm1FNEpKXW7H8lckDQTaDu6hjM7b5U97dclIvRkWjiK3bqJ8s
v/w5WfH3wf/32iFvNGryZKJ4RpIRWZhpNR19+Khs3T568iJXU/yXStsLwr1e/dV7mqV9EvuWdBdN
6JQq+cfMv7vtJOsuyfkL6C2DCoxmTXgLLgc6iR6sg23eupaZQL1m96JiB/6DnB887XmadlOSOShU
jAG0g88NL93CetzCEF3ZjRffMDvZu8mW5dwbp6Fr2fwkRJrHVkkeTdRna/gHEeL6NolbpODXlpea
HE9WKqjs/8Xpnbdy3YOsa115vAvGP1kR2EV+2Jja+Qi+vF6Z2ndGFhFfl8EiasZD6yb9Q2eAhpGc
QaP9VvyoDMfEP1X6l/Dlts15tVYmAUjhUxTvV5FTLiPXncL8hduGjoJ+EPIj2RdP20piXrUDnRvM
Pbz5gWVdrtikW0Ga6ErrhpH1o0fkxQyEn2n0ZVS3evavXLTMoo4GOVQ3+OgyXTV1kTSJBaasKH8M
46emzfYlnZ0kLnd9Yuz7ieJP29tS50EzMXwSs3pDnXkd8V5+wWIdhXqo9BCZJTfpqudIbj5pwdZ8
XvXHd4NczGcbmVafUfR2YX7d11JgW92jqv+P45g/4t02U7wgzP1W5fiUs10n7Y1+axjrtOt8msDL
A/oerBF9l5cm2j4UEfSy5tNEfU3Kp9CnXdUJA6do7knZnLREv89CRwXeDOT5HJvao6/7tjbUJ7Gg
sKJ2tiqMtobIitlvvIzWT9fLb1vcHknJfdibDL/cI1LMc+KD/kGKP9EGYQ/681jJGzHGVc8FtMMT
CXEviM9mv3o330Edt7Ui+J3bNh/FkcqkFT554Vwil5+m4WNGwmaaiqdUrI+VJt6hd77VRnltm3K1
gE4Bnsl9tggSdYgYRl2eelfoKxsp0FrubaX6pW5RF19z35m7Hv5kcMOINV+ONKtpX44tqecC41lU
nIqfUznat4+2a5cE4iz00tLlPZNqXNpQIBquZCMa3HIq95H4aMj7oXkeBm9XDPstFbBrvkJ3D90j
RG3kNBdbPrVawZP1dHCFuHP6IDpqtNlwyJRN9tBFhl1C2SiOu9sjvBZLvTe6OAQqgTpIksYDUeKf
ID4YBkXtr3p+ImC8bWhdZn5D8cDiP8M5QC0t1qvvoLfMdSwZue/MiqWZWd21YvNKF9zOi3+q2bes
scuwdkM6WJCUO+rStyL8kQvddz00jxOMCnqV7QcpcQrFO5QoDrQvTQnztJgeb3/sGu3FxwJJJ8M5
s8gA7b9ceEkLAkivWYtUvGvznf4VyRd/2Ftj4qTJz2af/gppZfsDgcTg/QpKu9t46s2/f3GnXthf
HJsQ0g01VX98IZJPpSG8mEO+FYXNzruyQaOsyBFFDnSZ8TCqUEq0shzcaQh2KA59N5WzrjVPae4G
k2nXwLbz9i+ot70xaVsTPDvz0jgMjXPFAIwX7/PLCU5arVUVrx/dpLV6RzbHOxFFJBrCFO9VCLuf
ogIdgN8Ix7CUy30gIubWGtFumKR+Yx6u7HGNNnkWnCwZNZX5PHt3YnYCAXGTRnyJKn4r8z+i1T6j
Aub0AgD276K1hXO8cm4BN6FMQoKRh+Dy9QIbmab2TTe6slE4kj/cqcW+M3pnCBJ7CmAp8u/BVozF
j1T9UpWWW/1ofe8+ibZYF676OL2KcI2S+Gboi3vTzGoz8etpdJvMjeCxaANbVh6M7mga+7E5dIZ1
LOjqhw7wNLfmiOFBhChK+pNp/oa3X7u16AGhcEftBGp3cXH0deho+q04jm6dP7SFE/0pdlZnTyBf
znK3N54m86vhb3SKXzVKPxLZPhBmoDoXe8wTphGGlnRyC2SWBpTAghbiamjXJ1J7oFtMUg6yHfuT
XaBk6BnW5hN9fVWCo6QmD/4G3hhC6EvX08N8qAxNmdwy+gLJ0GP9gyl6KCOrdMq+hIe5cATRQWIL
1Gsl3PltbUv+7y7Lfgfxz9sn3vrAgTGFjBIURKwDnS+Xn2IqI5Ivsji57QCeSS+nEw3C/0xfQpEQ
GB+dmTRzc50uLpug6zWlairR1SLfyQ3ZpoP8b9K9/vtQ6CViRoFPcZPOG/7dhjYjlHo0oRRdJGAf
etkIbSU1N7ICV7Ir9JXxfuY9AjDaWnqsUIEuoelAdIP23htQ6b0PhacmOidebU/EVApSl4G61Xdz
bZXedM05Pii/LUk+5SKCz9rDKgouow3TTbxHy3oLyHDNLeFSopsUOPbMAnM5gUFsaAlnhujm/P4q
9o4gG16QzvtRBOH+39fqvamFR0xWlohNoomupE77bnyC9dP53yws9piJ0phSlioWxBHURZnblpJs
RN3rI52H7xuGkCwzPrcIeYMolI1KS8W5ShmjQyEi4ipN/zwQHvYqD1JYGCiKLkuhRlB3ElZk14dP
tKmOCYJct6dqPQx+NVcyeSGqbEBmLtfdqgWhjupEcUVkNKOk2vdg2lNK2LfNrN2LoIO3yVzL4bBf
vteGikRX3kyqOyK6GounZgrtSbsP460y6BVDbE4wynPHJBH84oIzhFTu+lhS3awpD5EePhee+Vep
wb026ZfbY1pvTNgNKbkCaZtBtctSA0+dLIXu13C5VOxA/F5wst22sO5InnFb4LfIvVM4gQTzcnWa
UdWyqclN11CcIX1syvFD7Ukco71l11GbAVgVfmhhXwMSfbLgvd74gPVsUg3lSACaO+/YZfo6BPg/
TGpouUH91LYirLRPeoXGQ7iBVdqws+y2GsbOr4MusFwhiBwvjOwOXJJsnbrk5+0ZXQd+84DQkWE2
qUUtA7FhFOVq7GLLLaynUb7nTW178Gq12Q/Jl060YH28bW/d4TK7x/xWBVAKnt1YrGCua1lMS7ng
akGjIgV1V0v3Yt4/V6ZIW1Ln0PoNQwZdUk/W9GFKArsWfhe9wp1PvzRwn3AjAroyAVTVZ7lHGmIp
di8uSgWeurnSEzwbubCbhB9xq9xVQrkPPQh6e6AQmzCw1dpiiK6EWXaOOgg1l0sfNrUejWW/nElj
X6wRIl7Br5pdZwh/e0T8bk/3dVvzGUNUzwLLl7aaqq3SwOz1c2tq431Y15/MGtWJqqyMQ6QpyeG2
ufkwuXjQzE3FsDmBsyOkI5C9NFcV6B01lQarYrcrWqgp9WNXdS+q7n3Wu3jL2ipXMPfGzHhSqhIg
cMTF0eYXhdrU9EmfW+OrbnzpSv8BtZAGle0MDV1OEkdttyZ0PUJsqhD582ZBGXTZDoa8d04mgabL
qpsgxSqbZ4KvY9V5pZ0mo+ZoFgD125O63jLzONk1MzidjPnyXO3jTCrauDHPZQUfHDbvckOvj7kv
SncUKh+U1oseg1hojnGefct5LTsQoaBdGUz6S26VyIvUzxS+PdfTEfQuu02CitWlOcsocrfM6w6z
zrL+a/SodtP/bZ4jAXXvFFIMv01plEtfNqZiDoUuHQxDkP8R+nF80NB46WCpIHWI6fgwOj4x3s9T
c4S8rkOZqfkEnNYOX5S/44l0mIqe6m3Tq8uNIc7MH7zN6PahJ/DScl1ZatC1BWSOUdIfpIqmBzoG
zI0gag1uxAyvQOInAmumcxF+aJZfeFWiWmdDrPTvo99y9kuBan015Kn+WTYph+bY+9bXiR7J0m69
MPZtgbOmOAxjT29sGwZGchdMeXdMK7Pf4oO9Ng0QMSPVBucsJZz5/79/V/i1mLYzRXg1+dMjHOq5
HchjvzHZ16YBWewZ0wh4i3z2Yhr0nE7IWva8M6iC4mEiOrZsqYopEqNJZOuTnh9jYzT3atxrZ0kB
spbphe80fdruBTMy9kUrJ4h2xVvsQ6szBwzRzIo3J6ZmxpDFCVeXQxGLUZy6qSwnH9QwkI6+lzQf
PF+qnSCkTwJUMSxSZjmC6aY387YXrjbam3lUc2a9EmBgy+kP2lBsiwAIs5Fau6wTw308eSH5uPKf
kTc6p41JJKdR0pKhGL5c6bEME8gozOAZkuH+d5IScHehVN2NdSICvQ3aH7eHtn5NYnCe3BnpOL/r
FjdxrGdam4R++KzXv9ThtUerC4qnQ/ipkCH+D8qDJziCusWEsbohkc7iyMLJAJBywi48zQ8QBChj
M3zOFBWxxlL2D9XUqPtYrws7HLMt1blVvLGwt7iRe5QJCt61jNJ4KPuP6NvE4FY10otOCjn/7Tmd
D6WL45Jrfw40iOtopUHF73INBQn1kPb/ODuzHrmNJQv/IgLcl1ey1t5UbKllyS+ELFnc952/fj42
ZuZ2sYgidAEDNixAUZnMjIzlxDlMNV1SjUJOhr5S1DEhq2r/QKP1T4z+9EYAsLKbxFIwDs6cm/Ox
uTYot6oqlG2SXJTwSZrQXJsub2O9NWu+dlSuzCxuoVTWKlTRaQJ9qX8Eym1k/qPkh8c83ue+5yQ0
8VrFPBWSuZF/3lx/NvTj+ub1f3B/ULsngxEL8UVEHVAbHqPkUzlAonKhb2FDjamjHvvnn/CjxcW7
0wtxo3Irkks1vghWtUMNxn8WikOFWOB9SyvfjiooUoCUgQ2yuMWmGgIyHnIopxcVIeSpC49p+FVJ
+5dJ3tKFWfl+eHdYpeYZcoKb5WSpWUVWM8lxfhlzA9oKzWEfw8GBoz1KIyiqnSxvbC0CyX5/ibfl
TuDAs0Df+9QuAcvi+/VVHsq9MTGtXTd/l4MzTnZNqdc6yMG+Sc9SUtqVeJTC5KRvEqnc7u+17cWX
tJIGIghRwvbwOYAhJslOaYu+4l8ba7xBP7yvEQkwyjF0mZYUh1mUN2YUl/lFkC41Gqp57R8H7ymy
HtG/oFrHeONFE37et3rr1ubF/b/R9y/+4WKkc8batHV+kRphJ8QWl0N10uosiZALT5WDKMv3+xZv
r+K1xYXjroIh8sWJZXa164vJTpqes/pQhruwf0HOAfDq8b7Bm7eXYITOOkd2LtwyKXt995u0yDoe
5vxSibrTScLON+VTmm3wQN+WOOaYh2+H4gU1DtBB12Y8f8jIGYPyInioMlEq7nY96jC2otTKvin5
f/UQi7t8QEcmUYb0L/DNqVP7RnG+v96V80pHiClMhpXeI/vrH5KNXsjTqRWXUO1JGmbplgewszBl
bk1cruwsKSr9N/gD6TMuMV95QaOLWk1xydvRzsThgja7HQHFvb+geeeuX0NeJSru1NwIjmm4XS/I
UtNYm7q0vJhZ0h3KQISvr522BNFWziWDGjS1oO+gULS0UgdTGVfhWF5o+x00r39g1tKNHoVw/C4J
5o8xmY6lv3EX1vzaldH5R324fkHvj21u1uVlFPJzHH0tK0ol1UMqdHZWDbahtQARz0PhZILw5lfh
5f7Orn1AhlNmkRbaV4hFXJvvZGMI0k4qL16joZbcOF3X7hsh3/0XZuZEn3oprYWl9/YmCitWoZaX
QKAhVqolcrnmYSz0X/ftrDgzQIH/sbPw1GYQaj394vKiGWe5rJjm+iJlMFc+5cknBss24DHz37Y8
lubM7zFPqoDvX3w7v23TONCq6jLUWeOqeaR/bfPYcujtQJCey8U+kqI/FwUlRKPrzW1jMuKW/8BI
qL+ValpdtCg4IY2b0fXTpJ8U3GLlFXoJgvx2yo5CskXhs7K50B7S/ALgQX9q2XGVaPGaBWP9l0nL
EYUwv3Son+6GLHY1plvCxjQcS6Bfdf+T3t79uWIsY5ShZxL5RXAT08RNE6GuL6NR0XGWkuBrreuR
e9/KSmAza74Q3GikyNQTF29EVqaiEKYqi0vH+FQHo/6glVa4UxAxZ5ZcrF/zsh++RkJr7kq9FQ4x
Sdhp40fML9/1geJHUKRAtAAqVNol17dRj80mTiSrvihVKdsIuVH4qawfEqxq52kEGWZ08wCsp6VO
nrT5Hs1qi5Jg9McDK3MdgxIZKR0FeyAv178jr2HsJHOvLy3p8J7me3OaorTceJbXvuxHK4s4oDMr
OhkhFS6YuPo98TusIWPd7O9v6u0lndfCwzuz8DPguLDiMdpVhyl7KrXlo9J4EVwE+s9IDo6+72tO
oLcbEIlbl4pBrigmAWFyX643Ty7DVBEsDGriiFBbIP2UJQ8xcr/aEhq8fedJDnU6RPMw7dwzvrZE
mc1gKKRqLnX1qxu+Ku2PMn2rvA2furKBV1YWqWhG+XFQyry5UD+CqBnuajtAdwm6HPjIMjUGcZ0Z
WxPXy7NBOEKncG64I64Bu8JiaWPFDIXVatUF3EHvFEVZUaUN1I2k8CZkW5pZrE1uimwaShOMqonQ
oMw0PyJf/b9exwxq7RrBv+NYnwGR5394RpZ2F8/u1BdDQr2yulj61z46NuPbEH29f+5nX/HRl7yb
mPeQSJR699Kh+SrtwqT264sR/y3XKOkBx0NYbg9SHEpDgOuqZiNCteGtl4dFBt+M36BvSeViLu5f
H8kRAQrP8yiuh4mt/cz64ByZ+q5E0VJXrY3Y5QY6uzS2cJdFEshB6kvNxUqoaBzETBVLu85G8aHq
IP1HnD4eH4YB93BSs8HQ94Kc1YHTtBVsT5qheeERfeJuHpcr5OTklbVhOkkcMh6hh8h/7YquFqeT
rCfAIZRCrxOnnLrp9/0PtbzFrAIE26xQQBUL3Ou8pR8iQNIuX2+SqbsoYxcdBZoAx3gMHgHYRydv
rLKtR2blE803i7eOyhJ95cWZD4u8V9Ik6S+MhsjPYdoIb/WYGmc97BHuFLqa+11MMdidunOUuBB2
RaHAXqZHnUNbTHbyST5FRSE5miDI5whjxD5pvfU7l9kw+zJT+iAJO2MS8KXX++ILozogLtJfotaz
bF3OHzWrqr+jeFk9oV+t2AM1q32p5+EZILz0UEGUvIHsur1DM0hmbnqCkuGZW3ihrM+UIs/l/hL2
av9ADeJFYHbzm1oVzT4UhvxTG3pvhq+8SEW3xQv53pC6vsBzIwHXS02VtHKJ3k3kMUmQPxkukS+X
n6rEGw6arIw0EYLJIUgQD7HCuEsrCd2TNaF0pKcd2pGlVexTv+h/REmUvcSNIjtRL0DwlGg9+T3K
Ewq6z3bco5uCtiGOrqiMB8Q6yseo6OIXCHR6p7FUzyYjgaYs9zRHF8dXPZysQyd2/kno9M9VXnZO
M4p7gQDN7tMGNvwsyzfyvhX/TE8OIjYI6+Yge4lTyvy4SgIxHC6B9U+byzt/RJ8n+Aqd/8mM5cvg
AVqRD0Rin/mF96/lyjW5Mr1w0bQK4cUeEVrKZO1Fi73PlS59G6z4pe4eYqGPNhznTQA6H3casPMo
H31RODKvj3tdwJ4yiMlwkaIIdQR1F0ELB8TPSWTFzoXGUZr8LBSACXz1cH+pN02bpe3FOVezrjUq
IxsunTGiclAyWTDJuy45tsKP1DMc2fJ2Y8bAsFrHxz48GKLpgPlUki2E2Nqmv6cX8JkBjV/GTlYk
Th3CyXzvqLWZsBJ5iDukB8b6N333jdf/NsaASQmPy2g5lxxKuesdN0arVupu4oJFAh0oT5NOWmVV
f36OIAqaiyQKCQxg/2srphKklhmZw0VPNbcLEGNSGbr5pVrMmr9tfMeV7aMVo4J9w1/hO+c///CU
5IbfQHaoj5ewKU9hoNmV+bUczyqTBWMv2JI1PWi19SlDyySg+8haRyuwc+NUGz8zkKtZlRzv/6Rl
MIzvJlMk6weTSWVsucfjUHlaUYbTxfdU0sN2qOFdS5qHcOQhvm/q9nNiCiPz4nm8l+mphayQkk3p
dIlnVZiQ6Hvv5Uq2u29lJejgKcIdMWwP0pcsfLHHnZYJflhJl9jvmn2ShM25ENXcLky1P/ajILsj
7VtoBX3/4JeKsdN71djBz2butG7qUG72jKfYyrODH6Tlc5Mn0tEQe8MJqhYVm0BqFdeCCm4j4nzX
Lb1+TqhU4Fo0KqHAxJfjwl2RoHxuRspl9NMdJQN1HyD/+1ttbb04aIZdjU5ko3XCZG+4g6In+zbN
966yi61q3sqZmGeIaTYhBgNN/fznH07p1Oair0uZcmkIRbPiKxJIlbUF97iNqt7phmdIIB8KMMW1
EeiouqCOUuVSxW9QtByisd4nPRIwwVacMl/g5cYyFU3+NeNLQEZdWwoVyK4bPVcuyXddOBn78jhG
x6w6UP4RHqbc6U+aZKdbxH4rp52SHXSCQB1BGywJhKI+5HOGk3apNP1hLEfV0bTY2t8/7CtfCo81
6/XMqAZ0ea+Xpsh9qA5xZV4aqat2Rtwk9lhVT1MTbinyrVrCWdBXgu+AmO/akip3iTz4snmJNCHc
aUbY7NRWTXdWzkz7/UWt7BzDZSIIYKhRmBxZuH1RqZs0iAzzIpQqmtFUn9DXGba0DFYXNHs9WIZA
HC2tGEKtNMUgmJe0VqpzR7wW4m/b6K8GEmL3/opubBEhzmzKtInJ+KnEX2+eIfhFUoSJdallMXdj
z8+VgyCbA5eaOZwtQcOb+ef50IH4B0UxT4GAZrg2FzLpYhaGIRAVJ7YFwbXl/W0oPWJcx75NbSWe
LmN5UNuOgafS9ivvyP/adwJyN/4G2vLmW/JTZgnTdzoJUJCLbykhzxrWXeK7Y87w81RXv+PJ3yJ0
fc80rm44jQeRa8DUF1AuCL6vF2w0bZ4yDBS4Y/gXd/KsqZ+Eb+ilZjXEKcl0UNSzFn8pgpfMHx25
evZl8XHQncq0NgK1G6fGDwF0zMYTDYN7XHxoUUrrOsKtuY0anYIwAd9eNQXzZEZmx6GycVFWrFF8
4R+SD/qRy3kHwZOEhAnbyC27yeaIA2fqdiIamcn+/vldNQTRM5Efrhh0zPX+4r2KuK28yDVN4XGa
+pOVTv9EZuwY/ta47Q0kj8MLRnwG4ygQgZBdXdvS0kQ1mUyL3DAKLkPxPZ2OYve5TY7d8I9GcCLq
diRBeQ6oe6JQAk6NurBdoYgY/asLyeX+ym+YDd9/DkTBFPGotBK8XP+cLG2lsRa72B0JOI5hHWWK
bVl9YRd98GAhQvw6DCjsyRalykjKGdjT4uDcd1r/yFYGjq/Vm9ODNw8aDlgCKTnP9MxEabO7+fA+
MymEINigxq7XJ1+QtPkUm+1+FDtb/pJXiqPkx4xeIhFLZ4oBDJGTnWyF5rfZ0ExGQ1FEpNFAv2+p
mgqVahI0MOK7uf5I2vQSxW4ZHwP1nBvnWuYYCjT6xXgjCbt1pNSH56oIQ32AFd+bdR9WDv2Hb5LJ
xy4xmx3O/KbF7zbYAoasOK1ZZJPaOrApnodFBNkFvlhpgLTcUDIHp8xEUp3OFHYbR2t2BguvhTg2
npGGwizIvnAWRWSonmb2ievJKQp3h0qjZhs050w7KkIGecPoJB1j5vlgS024q8zHLvkFzmtXgYhR
hefUizfu+U2zk9NOfYtXHmoC/ktdrFwPtELzGuB3SZB8tjzz3OXVT60/aJn1syw6Z/Q8WxhR+f4X
sZomHg/3t2Rt4wkIZ9a/uQ+5nEERhD7TuzxI3WwAgSgN43jQfFjY7ltZ8WYMdc/4GBQ9KFwtrnQU
qVkvpU3qpl3iKGV4HqcvUxp9FtL/aj0ADpj8BHpHtej6onY0rLpA1dnOLEfi7dz4w8YhWrsQ1L2Y
UaeDwloWYVkoTb0ih2HqVmCWnbrXf3pDC0mjkG1N76zdeNBnTLuwebwEywgwTkCEtGWRueNRhP2g
1w/xeBp01wtfW/kijF9K8c9vOxw8IBdYHgCRJU2eoZhTmgLMdeNO1hBa6QTbEpSzKL/dPxA3VURu
OXJxPNmQJ0vy8kAUVu6PuRplrqp8ac6QQosUsay3pn2KqtdKLjeWtXLvr8wtwjOviowpGbPMFbWc
kfhR6XZt0fwbjgPioZ1VPSimv6XavXLmsUniTd0fHailarfe1ZInTdiMpH+nNjloauFokxv+MQgT
DwKzt8q9IliA+H7p1DwvFdSkzlw/dJrIOkgo6r4xeJKRuYqkk/e/3DtH/cKHYo5/4Num4W0uOgxe
ZkaQbKe5GyWT/6SEarj3mri7yHU27MTJrI+9Lw67xqd1VBWyeigrWXYMQYcf2Y+Hg0rB1Mk1RB4q
QakPEO4rTKeqljNEhX4uh0GcuW2Dndzrmh0FUf4oprV0srweCiEflYJMb9pDhb86hNYw7otijM9V
VERPdRlqdgdu+S2RJsPx2BQAcD1O3A+y1xid6mOVorHXtXSYhLLZ+YIcPFBOLR5kSqqf6qmCRtpo
2+P9LZtd+HLHFDqts0w9ifdSSrSSeW34w9wd1TQ9Kp6UHQT0XhzNoKw5pIl06CqjerOSduvc3xaL
ORvIOxOJ0zmfHcm1OwwmS6lTlQyoZdZZlZxOko/mdO5Dd9COcRXtSnF+7opDl7bn+6teO/8MURAm
Y5du88J0IZiTWTZR7vamyeDG1y4sXGP2yRtvy5or+Whn8YDKWivnKAvmrlcelPgt+ySqgm1438yZ
F7P7p9mixpx/9/JrfrS3OP8No6c+iIvcrcK/ze61h6rUeogTql2cnvtbuPLUUEQBQTeT2fJf8+P9
IfbKEQ0FQmJlbimH6rkzQ6r9JipifdL8e9/S6iZC70a1Br7IG80Mr0vzJEtZlNo95YPmmHRH9SiA
JuknpdW/gArVW9W3dybe5UZSAmb2gpgPLtDFhxOsjsCzE3CQwU4qkBsPbLP6Eapferm1tSTa++nJ
1OKDmTu5F+x6Au7I1k5kpXYsPPitQ5Qth7vGehrF5EHvUKjQwBSYX/58a6hXEP3zKebm0/VHMNrJ
DD0tzt2sMZ1i0g91Ee8miv6C2R8Kr9yLZfCVKZiNY712zJhIgTSOwIlq3eKYmWUqBUpU5K4JOLvu
UifIfofWTz35Elmv91e45p8+mFrGgG2RZ1Ul49G1SqnwzzArSUn/bOpA7JRJrvZMjyNSl6R/ylI6
v1wfDS+e5YFmQybUOY5xyD5PemuP0lNRFrsh/JbEv+4vcu2EMwVtztwkEvPDi/2Mlayd9K7K3cAL
7aL8lDOQGX8SzWgvW+FLnzyL1R+Xl1keqri0smdoKbI31yeHdEcu9DYu3Ekyakh/ylOmpaktKaXq
JMiGPlqdhuJrPAnHYJiGUxME+aG0MngAlAnKNT38NfVWu6tLtTmZUpecMq/oTjLvrCcF6e7+Bq35
a8hDqN/TneaxWkbOluhRH+Op8AarYwYnTc9mwlignwu+PQTVFrR0LfPh2s9VflhBKaosLtaUJGjd
emnhKmZ9kPrPcfo90c6eB5fEJxr+bf6jM/1dYQJp3ygOvk9uLF0PWhWIVQBLRm5tkY+0RWaNnPPC
baZi78WP5PefG8Vy1NDcl3L7uY1/wfigDw9D9VomrW1dpuRx1BKHlJKouH8MxKMQo/XQP3RJAh/m
gx/ZqbBF27C+RXO5lTo6xfTlPG+gDrVliQO/s/O7Y1ANpKoJEwVIBExOVMnJQ4C3tgd5KE+Npo0v
cjSmx1BprR2NE3ljung1mjC4PYw6zNXVJfxAbUupjYWicNXC35fSqUZ83T9nxkMmONOrYoyojbzE
P++fy9vuEtcITRFRplfDQP7SAVPXGZvJzApXDKUDGOCcIWv/VxIUtulr/1bFkDrlYP4dZ4c4Q/PX
9J/7vnf6YuLNEr75MPCopX8qhN+1EtvmJvnBmmNheJPuNDmaBLz8+pYXkOfr4tAWbl/0fxNfWY5Q
M26tmmlzlgtG+ZXYBEjTCepeaPP6cH933l/J5VHmS1C7h+NlZgC9Nt+YbSaYWVlAQjfBDlcOKZWy
yPTb7xZR+lNf6t4MvJ9QguF0n7quhBfH6pT63ESRXNij4RePolr7fxVZS0OUA9U9DbJa9HP3BBbR
VIm/b/zm2a/f/OYZL4u3AVm+nDvWI9EvC1XkHMnjQ64hwF56dpQRrPX+Pv2s6I+B50yV6sCHsvGs
rp5hnlQE2WE7xj8v3oEmHmIjsuTC1dPfhvccmDO98mtSfJ8q06EDu7d0WzLrF2srbrwN5ji9M0Hp
TLkwa05ef6gyqcvMSDnGIYAquByM4Fe6CYTeMrJ4Uc0hsaiG4lNl159yu/tSe89+b9pdVeyi6JQm
b8p3Q3uKKRMChdnlBTnQxrM3v2rXH5dcA6ACHX4g9Hj3xTq10lObsS/cQU0OStp96cQtdpaVwgh5
BdS9VJRQpuDSXduAUVTshiotXWkMnBjofILwLWj0c5g+BT4cS8bolOLX3NtY29r2UvqZ0WngLxne
vrab5oqJYmVWurVmESAHrecImlIy9eVv4jDn87DcR403Cu9BXo+WxbWtahBayAOr0s3QFwob9blA
sdBgJFfw8e5lcSoi4VH2IPazssvGBZ3f+hvbOHqeZxIPSkHXtktvGsuBsQ/XAofH4CqvpCEGOqCm
yLaYhRrKMd/VOhSGUV0n+2wIK8cc+/qc1xW8jejL2fd/0W2Iygefoylq4LTrl3msh3PQxl4sXSWT
PwO7e9W7jP03fubaiAJxdjKGLUcxf8vlHsxlG4zCcMiZvt4DTe4Yhe7z0u3qaG8EMCfrxXnsXWql
cjkij+nbVNudGK7DbESlxps21rx22BgOmWtx8zSKuvgBSgsSnBYDh01vCYsS3Q4SnYcW/Y+ttd7G
fkwpfzA1/5QPiWbUpPkUS7Btd/n09zBEvKy//T757RfSw2RUTqX0T6FuOaI62kOcPtad6viBwXMv
HkftNBRbkJK1tdMNQESTcF28ocVq49IqYyMpXSbzbTERUeyEGSHb2OG1ZcOWN5fogD0R814vO1YT
eJVJ6F3d6451Idu1aP1bqMWJmdz9/QO85rIoxICNmT+oqi7JdtRSVMKhtSrX9IR9KRaO2Jlu0lT2
kFKCmTrhS54LUGiW8bMeHO4bX3HJgFpnbVogUMRui6eH0nJuQMxVAaL5kus/R2PjQV/ZRxJ5RjRQ
EmZUbOkuClnMBnFqK5fJRUGmAT49y8mzv4XvWDkUIHXA6bwXRGhaXn+uqh6Vdmqnyk3Av4vJfoRV
FbWC+3u1aoRQipoqfT6gF9dGatEIkwK8nTuplVMGsMPTCO23pklWd+w/Vpb1bzHsGl1t2bEo7Q5G
Ijii8ruUf5jBf/NlPthZxgO+GJZJj52pOZse5Bp+ZVvRsYi3nNVK1xa/THtUhrkZh7kscgpZG/VR
LnO+E/rEEBwoHZXWFKFZYA+2BREk5IDZkcgqeOs683j/q63v53+sL45GEmZxXyIm5MIA7yhKZYP4
I9ZnrBWey/um5gBx8S7MLPuMfDNDMMM9rg9INqihl9dJzQHRxYNSCslRkDtIP2nMJ71UwJ8li7Mu
YfqsA6LZ37e+djwV+DLo1fMmoZlwbR2MSS7lQPbdsXoFCX9IusiexnzDykriOU8hASN5J/QHGX9t
RpCyupX1onbLUGI6qOwOuSIfkFV41OT2YPnCU5GeoLE4W3q7iybloGnC6f5KVyAm82+gK/lOD0+n
4fo3yAaUI5JZ1S70pN8L81kDdYuU5n60Ehs9m5aUu8gEVBtkWzbqzC6l8kmYlFNQ+YdO+yIFW+n4
bPDmyxO8E/dB5nLDP+XnSPfC2VO7gjAdR4TizfFFqX6Y/qskMm2/8Q1Wv/QHa3OM9uFNNoNIFhIg
PK7QFAwWtbE96m4q51vnee3qzCnJ/61qGWYkohARa9Zu49lq9sUyJ7uRv2WbHuK2oMnnpIlJPVuB
9G4Zz3ZioQYtQ4MuwTlU+/LeD84Qd9i1pO5HbWPz1hf1H2OLsxOmuZZqPsZQf7es7775RutNofh2
/4yu+YK548ZkOdA51K2vv9FQ5jyKw9i4JfG/mP3stG8deKd+OIrxF9l/jPNv9w3eXswZbjXnzRb5
PlJEi6c8VLpJ1nwhJyotnbDPdrVW2iWIZZCplniKn6K2PGpxaGvABf50jA8ixLmrPo/JAIGRl8N1
5uj7YZxT6kisNwKWqGrsupP/dE+BuENZy3wK4RI8YYtP5zejJk66Tp7cvg5n/9zqB8M7SsKjknSo
CG+g5W5u2cLa/IU/3LIkFtp4FLUCsJErea3Tq6Fdylv4ylt84GyGCHsGG/P1rMVBMTLLizzLLFxU
6Oc5Ab10EqN8GHxRsMkx1EuvRKCPSaROqZnlR1mQhb2ZtMqhGptHHrLSprLQ74K5ZXj/SN3cy/mn
AYmZs1pARcvC+JhECHNEyMbWIdlMkR0UvFmi2X0tPiv+hrHb8su1tWXg05aaX7U11pKCySq4QtWo
cdCtcOLcfBbzzq4oBTVRYHN3S0M63V/rTSC8sL74DELTT0kzGYWrCR5cX/rkOaFRbHUk5xN69U5g
BXQIlW0cgwaPyPWZMokOzM5jjWZ6nIpTpJ06gYGgc0pjw9i4Lau2KKTNhIgS1DqLV0KcIj0PIoFy
ljEiIFY6g/dsdk+1KJ7KPPoC4ncraVr9hMz3IwWhEyFQ07penlKMUWsNcelqDIQzQvnLqD6XvbQv
YpSUdpUh7euxb+Yexp4xbPf+F7zNo+bNRXCAVwQiQXrL19azEeaWtOITBirs5vlvING7XG2+BFru
DpHw3BkoBff+qz5tsaXdvCnvlueBAYbvqG8tQq8pz1NJi/3SbUrx2EDPIvyoausIzdD5/hrXfBJI
AQmtDQRQYNC7XmIUVPBqVCT+YoIWoV+aihOYFb1fujMb9/H2QnCbwcrDXzTTli+L1107dqqZS6Wb
TMnkDEapE2U0WzppK0eGctk78RN5FU2fxY0QkkTnPTJKN/hSt5GdD6bdJ0eYZ8dAcXTvMJQHM31J
hK/3N/KdZe36JmKXgwJanzeFqYDrnRwa9GulOiQtqGQa9AERpDYQ4IRiIRyhFZDpvukR861xv+sZ
lGeoDN0Cy2SqWuySN9CCEGH5VfGqqMGwrzLxywQb52lE6srpxT49pEJ5KD2RKEYVX3PVD57j0VCg
80h6OAnU7hBWpmQLhlBtfLibyAOKDUZ75oYdcfpNw36ays5UkoCUXqn2URXswaYfcphXL9SjWlTp
bLnt9ve3c+2w0Bq0dJjl6EgtA3INzHNspgX592SBdBUZiG0msdzoMr1Tni8/GnSyQPfpfBP8L/yL
kFU55BZ55craox8kfw1j7QDOnDlzKTMcmyLa6YIFpU6/E9Gk8/3pJZiY00HewQx/KnrKV2S6JHcK
6oJx8qnoGYalX1eU3+7vx61DUEDiMmEFFTVR7fIti5W0oIOZVm4af56GR//NY+BF2pj3vH2eMcLb
Tp0bTY0b3gn6psNkmdRuZO9SNtNTFHZOG6gP1CZ3VrAx3HvreTDGwASAVKbjYfS+vi+ZZzH7H1cU
cgzRkePyJEYeQcoW8fSqGfovTADO1ftlGT1ouDpyLVZuA9XFbsrNkIq9Ip4Y793imFzdPpK1WaIA
ev9lIlspkIUMqlS5tfwQWiLULCcEzO3E/8tvNjZv7UrSG2BwnflJSvYLJxeGZelHMLK4bSj8SmeC
58AOEJGv6GBL1FTF4i+x3MKWrRqlTcBMAkBKJjGuv1g+5T6IZwofRnv0PDj8utCG4Cd3FOKN1DjG
7a/7h35tQ3mS/tcgEM5rg16vN0U6CWyo4AmfNav8EUjNrqjK1DbSPmPOWjE32hGrJuG0phyBOyC0
ujZZGaWfRXMhoIzP6j7BwTUSMOmjn27O8cx/1dL3wMQGzSQMCPOBuTYFGbpEk4cUfxz+DglOnUg9
yLG+k7RzYGqHUny1qi1S+zW3CraItIqYEe7yxfLMQG4UKS9rl+4uTf1mJ/0puxydc+Yz58HeuaRJ
3/V6Veh35pkqDTUx02uU/T3UpwTksBXsmTjcB37mqMFW9eI2LsUkVCzv48Q8wfM3/ZBXmUIcqWOl
1G7oaw/Gtyhvj9JrAuUj1ABfyUU2nsMtc/OffzBX+0lreJ5au2I92h4M610J+UWc/aiUZ0l+LEiQ
71+DVYP0pOibAGG+QWYkfm4IbSHVlPO16eCbsUl4YcZH5HTTk9UPzT5vaCh4iM1suJk150koM1cA
aEqRtV0v1ayUCLInnZ2t2zlyCuqDb0TpLvebZHd/kWsncx5JmAfB6YEtk4suKIex8sLGTca83De9
nNmGjxO9b2XtGf1oZf4VH76dIk1SLFpR4+qJZ4eRtleDV99/U+G3+S8M8ebMGBKY+ZZtCr3pNKvx
2satxNKRhWCndG+h9FdjbRla2TdU0ax5nAKkKOCV6xWFhVXFjRF0aLNH016M2+zF8Pz4T5vRjGrN
Qzka2lMzTHDhq7rE6wO/g64Zl/sGpsGdAgSdtOB4f9dWzhvVnnlEBEoE5jYXGWaaZFalFEbjdmFm
04+02TVF2qL2WPHxgPOYQ0OshMOwHLDqRNUbrTBt3UBHFlNos8gp+vp3B6jqkDKi81T0er3hNFZX
RkWGYIa6B4xa158pjlJZKoUAm+E/TfBJSV+EcCMDWTnbJFg0xWDaYr7cXJiAza8eTIA1bi3S/Eh6
Td4JBaixFkWeXQ30ZeOIr5w8he44eSNdMlj/FmcCOIQ1yoHWulltlYex0Sd4K2Cmu38k1j4WdwhG
SHiUaPgtjoTmTYanx31LgQPaFa96yifNUV6lsjiYSfZ639ha8sgIBS7tHQXGLMX1Z6qLTgz8UOtd
C03al6BJtZ0lVLLLrJJ2Eki8nKC0IEsrBfmQiKH80Ml6d6hiuFHu/5K1ZQNkZ/6POGRm47j+IaUa
0X80ot6VGj07qgKA1UoadnqTfZH1+NPI8d44oSvlXiBDlJEYhGTiAp7Ba5NWXdS1pQqdq08hbydI
uF0lheHBKuKG/laRv7RNJu6ILYQX3pviMfUtcmsRSLVoCFsCnSvB5tWvWTw9AlWJoev1zh0asdgp
CHbvO90SHOg8st0QK+FDWyhMubR1+yB1/hYkY+XNBY5BMAHKcuZAW5i3yibM0zTt3YyH1qjMv436
uUl1Z2p+T+V0CjxxS/l0dcEfLC4cOWNKFrqNWEwCJCq67+Vb7FWnec4AqiXjaQz+un/CVtwFFUNm
Eykv0d1bPrg5UODM0/PBnWA4zNzeGmxvpEixpRG64vlUij0M/THSejuRohidpkFbPbgRjLFtCeVE
PD1k0rf7q1mxQvsOFWmgqxSZlmmeCWCpSuR+dBFReULCdtj5arIXmnqLk2HF6/HaogsHJoxxuWVl
Tuwbf4KvZ3KjThceoOGud2UhlxuB162VubmNCi4eQOHfi7tY6v1Ywr/XuUKYAzirbHULh3O7YVig
SUYuB2ac1P76tpeBL/i+x3Grx3JvleChDSNyEL7bcitzknad5syGiIFoJRPbLZVbY8LSThqa3hXH
Z0EJnsocqqwpep07SLJdTN+z4F+v/4kQ88b7tLbCGYGvU95kL7XFhVL8LpCYBxvcaizRY2yYvsud
xvx9/+CtfCmwuJTeoQaAbXKp9lB3AuqTCGG6ov+pKCK7nf65b+DWE/GVgI7zt0MuTwZw/aGkrosq
PfNFtzLyfl9Eokq2rw8XEEu7LJ31gtDO2A+9lm48hmuGTepvJFYgiXgTrg0btSYl8RSKoH1N6GkO
+oB+iOAMohN29KP/h7Mz25HbWLboFxHgPLySNXT1zJJalvVCSLLEeZ759XexL3BcxSaKkHGMYwEC
HJXJyMjIiB17J1tMoSvfi54fX4pBLmpyy+ZQaHpxr3bB5JZDa4v9nR539jAeb+/mfHAW3sgAANUt
zvA8n7E4WDHFFI5rOrn5eJfWPwJFRQD4ZS4La/mGqY8Blsl4HvZU09A8+8BeNxbZ0CtWNQHWNg9D
0p2nXt/16OsYwnS6vaoVJ1TRjqJQygbC3LnIFqhcVmYodqLbpYnlGK0Y7KqqLDaO8soHogfDfB/U
Bry3l3Q0npFA8m4NouunvZMl7uSXjrFF3DK78+IDAbaFHhGfh4dmqYYYh5XQeIIiumW6HyfUrBFj
9xPUMI+KAuVd6u1l8fvt3Vv5UGC9YNuFlwaijSXNIPhWL441QXTbQUNIoU4hX4z6yY718tTElrjx
sVZckEYdlD7Q08Devpy09qRSVUu9lNz0udIypzSMgyc9mMBLhmxrRH3NFiwSskYI5Bm/BELkrWwV
tadLLjXjMBx29RA6YRy8FPJD/+n2Ln6k9mBSnSldqJNVhGbpXV3HC2WU2qhKatktBPXoDU+B4EP5
VNk6rGaF+GOsbRh/YTaQDmqWPyWdtxeDbD/1xakNpOfC7w6iZ/11+0etxLDL37TkP2s1Bs7yoZDd
uAj3U7gbvIOg3zfqMTXfWrXZOCArDcO58kXhCxQpX3c51zQE5kTrLhZdQb9L/NT2lM9hleyg4zHS
51h4o5HHdNPh9hpXDj/XA3Igs9jZR2nHMK/UvjEyyW3SMbB7oxsYM/OUjWi24klXVuZDdFE5MVK1
M6Y6ktx5XbnG8IbUQJE/Ob482kq0AZVYszZrRRIIeJQwlHNtLaUaFcRlJ7k1esLwjsveE6N0Q7NL
6w0PWTn885Nn1lCmwKwtKxuyFhei56uSG1bGXou6GHblqIOSFkRhlmwVfVf8kaqGTLRBgVfhsrte
V6n1Wa+NnuRafb3zdP+ZQfNI+yx13yQBdZreve0aK286UjvGF2Cmom9HfejaXl8ZcZIldMZlal1l
93nKfytZ42TSeNK0/ZALB9OD2TN+tGLrsfOGDaf5yHpHfJv7FGgozcns8sqIjCbRTb/k/KX/jJH/
1wjbF1TvJ6HR7wtDsUegJ3GlHMmcDpEkfq+H0fH17lTmLgxXb+EheCzOTGne3paPY17zz9KI95yb
OQdehKo2QcyiNHjX5021UxJsqq+V6Ur9ITH/jqJgH1BspaUS/2otGwnvrgI1m7x10H/W4i/YaB8j
xlk8a+uHrQUQfhiYS+BkFswii++VZNDdAxNiv3hXjGhRRP64i8LCNox277emPaowEyTjsd5UaVkJ
IwapCiXYWdYdMq9rV5HKPlEbs5fdtkUzrhO6EqCwsKVYsnbcGDKBzQSWgnmO7NpK32tSBihGdtXy
y9BHO62eqDIoBy/bovlZCSHzfx+cLoijj7G4jkIlQGVbdrNJ2cWpvwPRAEeFb4ewRhTm/rZLrVsj
SzZlUmbeodfrSv1BYVCfD5dGpnEotdDa+0zDHQY46OyBasJvoQ+yP88kEGCDgYY20jsQ+tpoqOtx
YBijTGP+i5YZO9Cq+1Z46pv2qGdbBZkVXBm3C69F0uf5vbOcoVeroG0QfZVdSZj2OQJQLeQHuq/s
J3HcMXzseHpxp4fPfvjdKqL7tv+nkO56hdn5sd84wGteRM2CaV6exsy5LXZ70HupnORJds3xZNV/
9d3nyPg0blF1r1pRqSYYQJ64cRZRQupGyxgaGEXFKHmVuuFJqdL8qJnND8/StwAPHyHIxKR5WgOu
KFoGH8ZQRj1K85iI5aY1RenqaMUHUMAHrY7vB7H+5IfnrPtZWPumVe3JEvdy0uyS1ODPxs4ot/iQ
V9bOCVXn14TIq30pxjNl/ZBFWaK6eXq0hh52i9TWhs8QsNw+Nx+x/GCBLg0tNtn3NCVLhhhD6oPQ
g6Xw493YooZqDY9KFn8azTNcAJV0ymSkN6bkS1oLGzoyK+8apjRJNLiXed0sH56R0U0F4DXVnTLP
34dN3t15USU6uQq6+/ZyV4LspakljAMlzlAso0F101x8FIbkcwz9120Ta19uHhUA0wUokHfnIijA
Nlykoaq6YtZo51qm+5r2uXAakDk9qNsF+jV7fEKKPLwKmZlb2MtQh9F6To/bjdm+0pqdbrwVmrrz
m40e1NreXRqaf8hFBiq1YhwRD9i7ElaFLLR70729dWuOwFEHD0eEAzg+/4ILC2ZbJd0g15pLn6ZE
v9MAKrsBsVk75tTm/7Wx2C4ELQpDTCsNA8N+LJygPllC/CB59WEUT4UMQnUqnq1k1w6vltbdt9VL
0b714qFiBuH2cte+3OVPWWyoODPYpmAMuCGTfS7XzrypIfz11tatv7qxXFIk8lBRg+i63thRq0fe
jGxskkBik6Gw9SZHGyXTtVyXGjNZHU3keTx9YcTSy5JZY0NzvbRJEjuWavLMQqPqaFTdLvcU/1GW
unOnpkYCwjk8KR5jCHlrFI+mGmxBy1c3l4uZaT+oNUGYXy8ZNiRvLKHQcnNZtY3pwQteEy9y/tvW
XthZVOnCFqCW2FmaW8WFnUbfVFi4OmEj0Vg7enQV/7eYxcHIWz/zgwojLKRWf/bmFtB3bbfYKfSl
IAdlcnFxC3gWqBHRqnQ3sH5W0gTg7+9JaXnt/f5jl6c38B4WYUqjpHr9VTyIWbpQzbATQJNSI5mw
R+Wp2udxWD4xZrO1rrWiyFxlpL3CxBpYrcXnMYq6qSIx1N1e/FuuYfA3no3+Iauz5yTwHR32w3jU
X0P9GOl2qhl3ZnPq3tQY4o99tsXqubLJSOf9/2WLxt6ytNaq+RRl8Au5Hq+eND8Llbczqmdr3ELe
r7jLlaGF77dVaxZgFnAX3bdpJsLf+udXNo5CsWOezScTXBQ8Y3rS4uTN31Ee7CKiHF27mne+7Swr
UQsn4Y1IPQcIzLJzAVllY3pFq0PfcKQnbIfBGRrZjSC80nLW6DiTV4v0EPQP3GVd0QTayOvdLZNo
fOw1702AxGbXlSCLjCQToTO2AqhQVa04SZ1pHuMphvcVAFB8+PP1UgYBG0HwnEF+14dDASk55l1i
uJL1ZmgIZ+qH8r90ZQB3MNYDZ8PMyrG8/8J+6EujMSginyAxUeQHr97A8K35+aWJ5Tpav4ilHBOW
Qs0okL63xdc2AbEvbcCHtwzNj8KLfCGQgoERgNJwlervODB3U/fmt27XbvUct+wsbzbB00WzbbFT
n6Ze+5T643MRhr86cSPFWvP4y51bhGEtM5Ou8nIDj2dAb7DrwISx//d/cLN/PWCZA4d9n3hSXhhu
JNLXRKiqC+9Tb3fbyLwl120Eqnl0G0npaUrgztefxmgbT09Gi0Ib+mZ7IpLs6PGo7Kt8spwQLHsQ
+sFdYDZbFb6PWzjP+IOChPWFZHRZ8ZqUJmlRl1Bc1PWcIHoxaHIiXPjnq2MgD2ZM0m4o2xbhT4kG
xfDUSnHN/rsBGKunth4+xt6p6fddvgWa+1jb4PHD3cUEMnT9ZFbXeynWVdkZ8qC4dAMZIYvCvdwm
9V4NjV0BEfbUdBvV34/+jkHiLf/Mr8OlZqA1DBUNGElx+2EftW4FzD5L7n1rS1Hz4z0126E9Qguc
atSSD1nxIVfM6XS5FWgbhyegaSu+tAWbXl/Nv1YWh6oIew0gvazA5tHZWn2cC+eDD4/MuBGO1lyP
viZdaMirKGsurt2kTssoghjIVQXRSfPWDnPN9vQNK+vL+dfKIqPxh7LU0obl0A469PFzpSA0IFV2
qW8k9FvLWTi5EPBmzxkad/E+u83OQfnFNL7dPkhrHqDPhOM8/rnxlvngNE6h1igcJKSh1YcoDbuX
maljoy+0Fox4iTNgzjOZFGHxYXKr7RN5alS3tT6Z/ovG7OHZgs6kkLtPvqCUdigPw0bKvnZoYTKb
3x7EInGJU1HKoo06VAVc+Bb3ZvUL4qkphT60G3cIWh5ub+OaT1waW0QI0xvqJCoEfEJ+KsK/1eIU
oFyubTjE2pLg6p9fkBDlUJW7jkNC1zQTcnOqK/fRF23YTxbqaY+SHtw1tBFur2jN1nsBHkEZZoOW
n0xJyrAlBqlMkYXdNz1PbV/5J226fVRs7N2KC+J64ATIM0XI4udjcJFEyKo/quYQ6a7vTdWpT5AN
iZK4+vP1zFGOgRFQS4S6xamtGA2rWj8m7cpaQF6d5nZS5eQ6BJCCF/3QQv/r7Q1ccQmAzxC0zN1g
qv2Lj6VNaqyDejXcgtMHU0uqOUapPSS02h1tFO/+gzVAbO/0rtTxFg7YxD3UnjXWxkaDPqnz6VTu
EDEYWmeQJ/OHDiRiS59jXsEixZipJBFSgjCJg7aI620bKqM6cUsJJcPLijOltpCdosx8zr3opfK3
+rwr8VAmigDxZUQLnsbFGktE2K201hTXk/qdnn9Pg8GZhi2g8up3u7Cy+G6Z0kxlmRM35OlO6SQ7
a32mxjuIPzbuka3lLLYvEodYi5jAcSV1ag+plH/X+4RGl1duKZOtPMLBdvCpoBIgxkvicueUPsjb
yFeh1R2O6uQKY/ha+t1DRq0kaZ4txZHH3C7j7K4yO7g3XxSkGn0HraopTRytLJWNR9+8tg+uw7gK
E30z++ly7DCT00r0Ck8Be/nUWN7vMZGd8DnQj5PnFjX17rj3/8MJAR4wN4sgdIHf7DrMQB/BbFFa
UIJTZNsQs0MXf0rHXwFkJreP4sp3pYAD6dTMoEmxZY53F/EM/VdDbARKOaPwbAouHYNO33j9r/jo
lYn5J1yYiKaxiGql4fU/TeHRzPQThb9u50VQCRBt8o0VrUToGbk6Y3UgGOcWvzbndz38KKbHvZOH
/oNFed1WMm+LB2dt32SJsr0B3QvxZHEeTDRfwqaLNddvIrL5iKYz9BCbnPorFxutDrLqGX0wK8xc
L6bWSeLHLqPGre4j5ueTDD4PIaeZ9yYO1fG2L6z4+QzbZxwaWBBNrcXOpQBlEzWhwuxZ3ZGhIafv
dk31Ixvf6iQ4iGisx1/+g8V3CvhZxgJSwevlFVbvd2qOxdGX35QgiO/bVHmrq8ZwmI7gDkrC4NSN
gsAoKByyt42v+SWsJdT32WD0ZRbGS5IXTxQazhiCr6n8bWgDO/FqJ7bc24ZWPyIzPyhu8SxjKvt6
lTpDX7o6UckTmmTfiL8a5btRnZu2P/T9xoauQBJ0zjGVe1wGZKa+OGyNaUSJFFNqM7vxEPXlm6/X
SKn9yrPUoXbl1MJwrH3vlX77xrlb20466bR50SFnpHYxrNiCn/Rza4KJSM8Qy0bLUe49R2usF1MK
f9/e0Y8arCguXRpbfLsGTUnm7aE90uG5DNFA0UVxn2pJ8Wh0kvVTArx5Fyqh/mrF3X2XTsWTULfx
txFdtUMgmVNre6SuvlPH8haIbXUfaMXK9IeBlC59Ogp6qR/MBC2WMv85Nt9kv4UpIP2Wepvd2HmV
i4uJmgVIKKiXEVNcjq1FXln+f2TNR4QNpp0g7bzMuGsauCAlO8hKG1rhX82QHmTp++0vsBb/iH4i
aHcdAP9SDqYxp3oEc2O4Zv7sB9CAy/f/5bmnQCgERI9WJSXwRSKQaElDRZX6lpc+5IAR26257NXT
QtRhQg5RIJAD87e8uJpGKUvNoUM3RxT8I1jjU2KhWWIKTgz5e+k71SCewqp3Itgub+/fmpcw+0XO
DTUan24R2Cmq8cKcT0vu7Zm32Em1YTfqPdQMG1FuDtpLH7kw9L4FF0u0kk6IOxjbXD2AJaFzJO1R
kKicCDDhoZlsKRvVoDXHAA8BUAsa8Blaer2lrVKNplRYulsUmi1aOROwnh1X/6FwB2XY/8wsJ7+l
ZlL6aMJMUBnmS1pL/d3QDz9hKtq4FNfSCbizmQEknQf7sIg0AowxJVVCw20M306byOmr5PDnvsDM
Kdhznsow2MjXWzZOCsO0k89ZEsBO9rUDVCaV4a3IhD+P0bgb3QtG1Pg4S8DaWAyBQLqnu4b4pScx
mqoHT7KnbEsKaOXGu7KzcAKvGaY2jVhRUp0M82zC2tQa6c6Q3dFoN8o1Kw73ry3GiRb3jtW36P/M
Dic2ii0Pd4KJIrh698efCCaPGZfGg44Ji8WCpjHoLBgv3gMFrEJKBpN6MFWOVAGUrmRji9V4xeuA
Mkm4G/1P5h8WqZjVSKZnyryQy+ZnLulAQD/dXtDqrl0YWCwo8qdJ9OitI6v3d5w810rAJXW6bWMl
xrEI+vvUFWCYXVb1Y7iv62LMDFdrTpL2u5ge0VWoY2sjws0/dRHhrswsgrjaKZJQtSwl0UNvr1V5
fLRSirdZLoVOXY/f27zVTqWeW5+CpNgIdysNQWA0zB5SMGSVH5ToFasNvCkbTFeLakfuxruss9Xp
jaeBbSrVXRB8ktPvrQaQYUsDaAVCcW16EZrkUiin0MC0gk1Jae6rajpKQbxjNKz/mamJ43vD3lfU
u8xCpsdLNip862tH7ovOIBw0UKlcB64+jkS57GITLHt+aAf/fkyCe16r+4bWqOo9yHrwEM1jVpGZ
n/P46233WjsjXDLkPtRM56nma+tlosYoIo6mK3fIBSeJHDuhKG4lWSv3Jz0ba5aHge4bzO21FSYE
kjwtgRvPHARD9XeUJ4cesowInqfw0Le/by9qLbOlAgyZIrkVMwLLF58W6bEweCLwZjCww6fY3OU5
EoJ34N7vYFfdNXq1m8zPQje8FaVdIYfWWVsV8LXwDa4D6A+PMour/HrNsYYcrD9S5BR6fd9b3Z1P
dt36+0LXT/7W7PRalABLyQMMizSaF5HIaEs9rns66slQ9Aczo6OT1Ip2SuVCP8hmunU3rUU+3ntA
PKgCzjOV14sbR8EXkP/lnWKBdRC1QrGpiiI8F8kb7YrVlaEOy2toRj1oi5vJ7BL0YDtWNnbNXVMb
YMH7XLJL/zEI9Y0LagUkj3teGFucRa0B2FSTarqDFGqR3Y+JfldouRnbAEfy3SROHdQnar1T/DDf
S0O61+Qot5UGnVovF+1sAr7aK1As9J4hvZp1Ue6HpFTuSfOzO2GMIhT96o0seO0Iz1tDb0iEPWxJ
MhfQ8hKrVAdNkY9voiKf2K2NAL1ugozHgtdjnru5/txxUGYj3VLdDRP9VyGV30Zx3GL1WDsvcx8Z
mPVMlbkcJJL9uB6aRmPvtd6hXX6k/f8wmJ7jS9WxkYONvv+aX1EVnF8PtCCQOr5eElRYaZhDAuNO
aS89aUpCu2O0+qMqB+OPZBg693ZMWrUHvdssBc0dZy3CgdWOtd5ZZI2BotvaOB3COrfr/Km2ssNt
S2sfi/PCVB8LI9daOHEqQPUE+pX8tDPCAzibztH1couRfHU9ZNvKDBZnNHwRAYpaG3O9mHOfrD/G
cn5qOtmZCp5HibWRAq0u6MLUIo8ztTCUBp1GDgSj3S6EMcc2U32LImUtpJEl8iDSQMtpyzeePDes
/SAEQuPBLCToyIEExtQdTMvbeqtsmVp8IdAgHX2pOdvO9WOf6qbdhsjJJMO0kaCuvc2Z22cYki4A
VAFLNnWvaIZYVyNeRdlr1P0WDLDKyTEZDqER24i17q3w1d8Coqy6BhVQOpbkrWhBL46WZJWRFWFU
K/L7tJ3njPJXNVAfNL0+/wdf55qf+XVnOZyFawSl149dAhxJVJNnJaCpIuYbl8Laani2kpWCVWPY
c3G1NomvV1Y6GG5XNqfeqg6R538pAvERTboft1ezFgIvTOmLjUt6My4nE1OxWt9r+q9Q+Utuy4PF
4EmUbthaWxbMWtBN8/BjfnX++4uSBsO6UiGlRAm5TR/D8F72GU0bSkcAEXJ7VSuWKIXPIyWkf+R/
C0s+QqUQ3pNhF8WUObwgvkpMppoNdOGmVW69ZFf2kKyLShQlKb7asnQCrFYZlSqw3KEOj9lkcWvD
AeuMQu4McfsrVbxkw0FWwhOKzjMZlUIVUV1eXBkYorIdcsvV9ORXGaahkw6C5dzexJWQwUgjdyNt
LO7H94z34nOlEpejGbaWK4GVt8VI9u1aDz8Xqna8bWht/yjUwP8C9hnOw4UPelZQToFSWbOucp3d
W5Vw0DGW5IgMK3/dtrW6KIsi9Ezyzv8vPIPMshitarRcvz2Ddsmkp7jdyFzWnI93wP9MzMu92Lc4
CkJG+zv2zVIdyr8HtIohk8h2Yb/FWbe2c+T0cxpO3Y5M8dqUPIRp2ZespjN+dJFyn79VSWVPxXdy
nf9wpGhY02iCpJ7i5+Ij9ah7Q8IqWq4RPlb1g1w+Dn/p4j+3v85KSQDuM5jiiQXgKJYVNQY2hdpk
iMHt+291+EVS31Jr19eojfgvshrDSLTxrVY38MLgIkXqtF4zfXmywE+g26kne1H6Gk+vjA11Zb1x
aNdcD8owEkAAdx/JpvJOlEbN0yxXV926/9zlr325NRu/5nukYbNni0DQl1L2kw61bgqPnNvJvQPf
kJajLKr+luXvtz/U2loYrZ4hnxZPwCW5WxYmdSPVkuV6QRPvgF4V0GiK6VMmZ8fbllZXxIg6aSUE
LcxFXru431CDnlQPv1O+iKpk5+E5tchoNxxhZYYaVDgdEWpeMs3nD9EubZDIFUUPjmItOrD0+mRK
Te1UKsR1TRlkj1IS/QWhXrWn2jA5vdEL91luZMc2lYSXaJS6nToF0zENFHGvdDEwAwUyHhmNT7vR
JH1/e1/mNGNRPXvvfjKayTSstkT+lKoxDg1TFS6DKU9e5b9mwmPmfUq67qhRvB+tv2/bW8vrLg0u
SR5EgYVImue5gSb/Y3mSYc8clRVvSxq1dhhLJHcevB6xXalbL6c1dwPkMPclKBx9cDdzSuIxVkzL
DfvvMDrZQvPDLLZeg2ueBlfhDGYmjaQLeO1pRp+YSthEnpuORjIT/MdHKVb+btDqtam9FxsBdSX0
wDI6M1fCLgxz1/xzLq4JqYc+ogk4qpp2lsPfZYsOanjWA/iGog1fWQmr5KtzUxM/gfVxEbutYgJ5
ViSCy9D7Ts2jY5COjtQ9jh1DI5Gjxmhz5lsXxso3I3VliTTpGHRfhoiyEiDvH1XBjXr52AEu9jL5
YMUbS/toZYaKUPLiRnoX4bzeRV8qtWEo+GiyVaM/o9qK1dmyulER+phvXVtZvJ4K1ZMs2tKeq2e9
46n5LtgaTP7ofLMFukkwsVNSW2asnjjDUvrMQ0COae6vEIHuhOYp7V5vn+L17frXzOyUF07X9mLq
KWGOj2dC9RBa6nQvedldnjHefNvSR/emtEzfhXcg3ON4+LWlNKy57DrZmsHzqWc6ongwaNxHdWTH
ysbNulLQNqCtxBYjNQwiLNm7KmVoUqko+D7NIW1fxLFzNPVx7FNHSA56/JrIn/1eOCRWvlEIW7k2
Zsszk+U71cUSLkgqWdSFxnfL6x9S9FYpdmZMdpEeCv0oK+cpONQlQI7QfPFes+ogCnvBYOj6RQzi
r6pnfq7SrTmCj4edX8RmiFAZs/3L8drA6zQlpHYI3P5b1g12qDtdfk/IHt7kNnD8je+8cjTo4rwL
64Hk5Qxef2eKFlVDNue5fkIoqTpIeGHt2NJOXfHbOSWER4SRFki857+/8NteEP2p72u2GUVkL96T
fiCM/OW2y67sHABhIjJ5hAZCYl7qhZHcCONeEAiTUzkcrNpJui8B+Cnum2LcjePP1PjntsGVOxXR
JepmBq0oWKqWtRJJ6dUmayrBNfJ6qPalIM1qsICYkbWemuEH8vaRbIPETT8LFLxbpwRYhURT3Vh/
3rmcHRi+trmkj6rRYvFa3ZWoTmuCK6Ua3biy/D6gp77xpFzhIcDKHKp5q9Ao+fCKGLvBGnOFBZuJ
LcvpSTWyHQOrtjKajtUckmxfN0+mEr8AJj20Akj6fn9709dcCVZJMK8g8GFMXCy0qMZY8yxDcIXi
a22+KmMGPeIfJ608L5kQ0SmFosGyfJdNfSv1k5T658iHP1zfxcWTNUVOG28kZWtrubSzCLIGOrJ1
oyf+OYiAhozlfTmPIRQb4XUllF+tZnFphFNZ+5oes5pookp5PzM3aLqdIcfXbe3cqocYMws2YZzy
2nIctBwYqUCt2z9P+d+Jsk/UXSSZd6j0vWrqKSiSXVS9aklpDy6kC6d2KLcQKis3sQbzKMkmNQ/0
ORYBrRc0Ofcm1T/Pz3dBgVlNeTaS4Lg5ebMWbpDnAocFWnpOYa7DjZVmphGEVXBuXsfwvg5/DdVD
U6AB53+HjsATw62275zmXT8ZYNj91+AyDcwmrVIrsQnOma4jv/urFKJ9Ni/QQ65WfMwl5JfCc5FE
9Uaq+/GtgmGKO8ja8PIlv75e6Vy4N9oJw3FVHGJT4z78q6cPMaoUhZ9M9INuH/G1T3hpb/FmzJuU
AGnUwdlqJbse3Sn2bGRlx03U5trJ4O7jaUr45g+LhZWarAx11gdnOb7Txr+K+iHQf/ZmblfGI2AC
cp7cf5Lrea5Kmr4N2adagJirO4blRsBZCwSXP2SxYiMMRNCqcnCuuofE/1bLX4Jhw33WTaCYNUt0
GbI8//3F7ZhY0TAFshKcC/yk8WRHjHO76bZKt2u+QoEYCgveKUyaLFYytLISWTo8PE2wk/JvQ1F+
kdK76NwYzffY/PznjnJpbHHWUYWq4r4xA/I0k3xCfYilV6bA5XqLdXXNIy8NLS6dMpVoXddGcA7D
eFeMvyQ479Ra4l25xeS+3D9A4Nw7M+6S97DF57r+TEbDaVY8KM3LbG9F4qGWdkV5AJCyC6a95W1c
DR8y76W5xd3QSmoE0j3uXZVITdFbznZS8GMyfvr6WdalnTn+M4YHLdxopS4PHk1nBujJB9/HBVDt
vV6lXGihpnmK6E5VeUgENbJVsz9Xg5A6eR2fmlD8fdtT1gySVvOEnlsXQLWvDaZSVXV6nEpgoiy7
zCCeFL8YTWx7Wuh0ob8RwNaskVVTg5hJYLnhr63JfW5ATFBI7hCHmaPVxg8vEw9eZX5tuxEBFnUr
+1veRQbHep4lgUCcxzowlmuDaIDldQG41Z3E2IFL/DFTpi+ikN8zrusgxfKqlN6+Kbd0gObPdHkj
Lcwuu09jaPj6GGOWauZvK4gdS6y/3P5wWyYWITpi7JT3ROC5fSzfp0lzoNWwv21iGRnn/hkQQwqD
HCPG8RZfqyr8oGiN0D9bfnqYDAsOXekurP66beXjJ7q2MvvMRfyFXj7svIScUhxgd0c3MFMsJ5U+
JUl8Cnh8NtYTLYBPt41uLW2ONhdGkzD15K7BqNIyVuIDJcqhMZc2TvO8QdduwNJmtk5wRGAjjEV9
aozVqRg0rKhZbSsVfMd17/TtfRJt9fVX1wN7PXx+lPiA7l6vp9eydqiLzD9r0BVmFkPP5W7zpvzw
rMMhqOLMjVsOFCXLhZVSKERTHRT/3A8GUEZfsGuDyZzktT5kcfA+EBRLerJjoNK9/b0+ejuWcS8S
SgoS8F9drw8qVbXOWoudDOSUtAPViCFSjcNtKyu7yEORfI4sgNHMZWlPz1QfumOP/ErOTgwY2o3k
n2J9g8RrxSuurCyOlS8EchzQHDxLpomQ7luh3wdNcRDKjTm3D0+O+XNRGeXJweufl/+83AsnH5Qi
UtSUlEPxvsdtejAhGdEytxh+l9VzWn9rRcketVM/AIXtjnX6p1PD7/Yp/wHSYVMZLbi2D4ARjJOf
hdxf0i7Qwl02vI2fQEVu5cVr321GXc54SAgflhTcsp+atRWQ40fedMw640nshDtDfb3tHWvfjckM
k8ovLWoqUNfLGYCFmEkwhGdJCxl7NqAVfqlFoG3FRvFt1ZAp8qxg1I4JpkVwQrKlMlpzDM+aeawT
/TSI+0AsHGPwNsoWa6cKkVMKmXCBzKQ9ixX5pR9nnRiePSX45vlpbEsiBIq3t+1DKjXTsGvv3Q12
Dy9c3FRM8GVClhXxOW3f0tGFMW03Sc0pUQ9mnB/MyncmCCh5XGwBsd9LHtfxd4bY8T9UeN9P9PX6
5HYUTV9RovMs5K7BHDeZR1Fn/OxlEKa70giPRuG04YNq1AexKXdV8rWK1K31f/ycAPXndzcNuHfP
uf4VmdoXQmT4ydlPQZKerPwUe+ehbR/DLr6DijMGyRE+G3FxNIOjlQ0vVnCXw3FLUNj43h/PySzN
A8kiWhp48ZKDtVJDhsO7MT2PyU+l+Mfq9mW/EXSWGR4fm/HyGTACxgdhp0XMCYJEy+UqT8+eptlC
+VDYEjJ32lNEtfG2X60tBu4ruvbIzNNDXbxxxshr0rYv03PfDqfeu9NzWNHULe66lY83r4RUlUYt
yK/FxVNNTQVZspSeAySkVYq0cvJD9MrXdPzn9nJWLlfIf9mw+dXNA3FZTDDCQvRHT07PsOA7IUo3
7dcmY443vs/b2pHGyNFVEiRvC2vxgVNy/mSXhhcv08nXzVGIMKwX56Av7S5/C9X7YlCPSVo4cSfs
Cv4VO3AtK4TudvxNWqbXx8Y6396C5RPv/YdQLJ65l8B+KIsvCucBCLdJT89l19p+5Nt+/znvTzqH
VzXg10s3PGjV3ntuC8AT7NZi4UaQmAYPfo6DNL6pRaNWdlJklZOWg37qFSliajFLDlGudne3V7p2
SnhwWTPFBZf0EmuX5J0wMKgNK43a3usJWa6xM8VdaKp/DcKwYWwtDEI1YXGVzOUcyAyuA1CZaFVZ
oTvESUm57uk4v6hREe7awttFQl84aRM2By1VkeyyAuGYm0by6JV9dZLyNLjzmzHemUOWbEAT1raf
DtNMWMylisrP9c/qGdfIxrLIzpWVPaqe9pbqyUlJvNNYeM9l9lJFwlZXddXXDSZDmK7maUNb7dqm
JtXB0IZ6djak5+Fr0B87heg7lEe6V6V/7MrAzrtX3biXpdqe++Pxl+S+2CK8me/Vxb1ELwJk9qzi
Ac5h4eg5ZOmm72X5ufJB+09Kae6lLhr/Q7RHOUafBaeQXnwf17lI/xQNKfFJxErAFRvK/6CNo258
wnfXWayEksUsnTrj9UBqXe9n3TdyT2EhO0+iZVPPVoWvSKz0P9WjOSLwUOxU704ORBu53Uq/T5Lv
EGT0Dx7cZunvMf+aPTPyOQ37vjn2vCg0+dCK9p827AkrbADCIoDwmApSF8e8EdooGyQmfvRoPI5N
/U+hQjgVVFsVvg/zT++G3snb+BN0IQuHnlKtlTK1y3hUqmgMF+YujEQHFOC+1e7FH0X4paABV2hO
7O2Ezf7oyk1Fu40JHYhBZuvz3198bvSwpz4LqMiKkBWYz1P/LEj3cfj9duRauXVBP5PNW1TjZiGk
ayuhbsUjkCAOrSeQyMd2U8a7KNjK6N/LeQvHokg6PzIZQmXYaZE0ipnlCULAQfWnu7oIbMF/6ag6
1xaM5fG+j56q4hhNPS+03LHMcxYeav87HBhogad2aN5Hb2H44g+H/yPty5rjZIJlfxER7Msry6xa
LJAX+YWwLRsaGmjWBn79TRT3XM/0cIbwd8NhhZ5U9FZdXZWZ1Y2ewnqXOuO+tB/QAfIk8Y1wfeU0
I/JHXhLUc4RXorAU6biVw+mWIa0gaGDYoHP0LB83wsi15QUQBNR6dNMF12L5iovlZc44j4Opl2HN
fyRoLk8g11fNEPL8c3+Bb9MxgLQsGk8AaEPxReTwy+jaZecdrcLaihxAxEj7B621vAkoFOcnpy88
Njeu4ZXL8Mqi4JOzsaNZiqR7aENMpC79Oit9lv9R68IfpK22bquHFAIFACsCRwiEkrCBlVQrtFnn
VThNXlZxLNWXyvrktC16XnVeQswveX9sBh1vcv2lJhtv/7XHEO77RaAA3h9YUNFHUMBtkGZApFUx
FzL5rkzSx9gedrUlfeJs+l5W6HLUD6/F2Lrx3M4bl8LaZsWpQv4VFUAEIILDTicSD+lEWVjKsbRr
u7r8OrWSvPFUXrGyyJFB+haPDVx1wul1zJRmtM5ZONatFXB7Ho9F1igbgc3KVsWrH6ENXq42Qjhh
LlvJrB1r0FnY699o8kRKaR/LykEhCrqOWp7FUTse/hExBd8KJA4gTcAL48ozhWPY1JXZ9EpVh0Xe
2VBgrjRvGPQtzamVIwED2B1g3yMZ9dFM4+Kw0zktE0lq6xCk61eZBiQZDlbCPWL+LuoN97Xi0a9s
CfcG0zO7rvD6DY0Jha9ZP6ftdDIcvrHzbxcLm15GSgjQeyB4RNyUgWaDpK3LJpT1Xd+P2kFXa33X
jNkpy9iTSprvXSerO8tOt1gnt3EmLEPxbAmEgIQVQQsUB2FC64YmnIpTleEB4zwh0yFlua85oRxv
0aBv53Mxh9r3whVC1lfcIYMKcItlNmFh+u1wlqonwAw2XObKZOKLgY/Bax51FJEx1sC24tCyCxVe
n4Gxebbb7zk5kwz5FNP+XpFA2wxvbs+089HkCmEz3osgZ1xfQLzham21WYcpY8Zu4tnS/BoYsPvX
z8rsgUC4dPcBt29JJFxbGcympAo1+7CxfknoLWBUkKX/dt/G2uwBSQ6p/0V8D3f2tQ2H5zWxmNGH
mab4MkG3EGSvT0NLvROamP3JGTrP6e3+vtGVbCyUq9EqDEBfPO/x/9pqxUuzzfOuC41Ce646B4Ao
7egMiYuyQ50aDzMhbp5n3/o89c2Y+EP2lNF2wzGvZBmWr1i6Ei9FRrw9rr+imCnJ4r7qQsji+uYY
4KJ0exq005uuPSmS7FbV4NUA626MfmVdr+wua3Lh0dCIseYcnYzC/g+3fVt3cylkEAKYfeMp/WIF
UxqMqItorlN61tYzZeXWvRq1qF1fJLOBSxfWZSL/aIZ3zvdJoruj0gbw4lN7gEAHePW+jkv3/sBv
PflSJ0GPISBg8dwU1ZdGYHGsbGhguXw3jKPKjzlDLa1357YN7pv6SN9dx8zXttTrOYasVZ7jBYAd
tug87Fn83OlfSg4GJhSQIQs41ZLLfr5p/LlsE+QbHgrnF8pfDQ/GjW22NWrhgatPqCi3ydCFajoc
0Q8MPXr21PhRqPbDpJMNYytvhWXcSPXCLWE+xUcoFHgtCCcVXchMqr7bGpdPyOY4kztXcvOnn3ve
eGSKuznIwUvtXTvOZOWYN01Z7fSB98EcZwX7VHcowSSFof9sy4xRl4zUiqqiVBk4pTk3gtlUyYue
NWrrQ580l/aKTFmxTyujl49ja2ba2ZbK9JlovNySC111H0iUIFMHGW2kTASnRYAFRr/PuQu7b+h2
p7vJixoU+Xkcf83yIat71zo2tZ8rG/Hi7bMDcwtrC2wNJXuxja/NeJb36YRzS3rqMTOO3V4ti8No
xcNXq4iTcGMTy9ikN5v4wqC4dfKyahwIFITZWLsFqQ8qABiWesytyu+QkivGL4U+e9IWbWHlekN6
HrBi/ET6UZR9wDGhNlPULiSFqnl5knPXGOatDk5rbhCYWPhf6GjieSVcApLRNZ1s0T6si3NH3mL1
t/rPPYKAMkQW4K8NwcVbcWLJCXTkQ9P4Jg9hTU9DE/Cgqh84iJvtGQiI9rPp9me1fWzqHwmh+401
XPaiuIaXXyA4+1Llc9LzvEeQfEqT/rFp0UOv+Z3mYNgF3dnWunPD+9cu32Ksri0iEiDYrgtNEQoL
1x6Qpa3qSE3dh9Jsy1GVIXoA9jf+fH98q1bwokeaemmY7AjDA7s9QRfopg8No5KPVG3qowFe2gYu
TV12ujiLII2C+A0lHzRnFgaTakPXM6L2IScgbRlkzKHMNvbfdW6m/syy/oE10vwMzovlpZpSnjUz
Rl5EsdEzj1hoWDsnnY83vvwEdl6GimVhH+lYolFuOvNdK4HJpatx/aXOHfpUyXN/4AnZQu3fBhyA
Ci+IV+S6UQm+ESad8BTQW2IPYSGx9F2raeqVvFE+VTxRHuYWzZMhX0XB7oRwLbj0bO5OChTbft1f
sptzh6/AswNpSggEQrlPeOT0mjW0U0Z5qOfakYAu3aTJseu2hA9udsZiBvsCOSsNTZvEUqeUToDM
qD3H0TPot8TuzNFjFQda+v5wbrzyhx2kW6FFuCRrBCepSWWe8KnhYQ0VXZ9qxZ9ygOqOTidI9pPK
v29tdfKgT/M/1pZRX8RuamYbZYIAIjSdMvYck0rBTKHf2SBxsPsvplAUWehwSFkLt1yZ180Y1y0P
kSB3azU+0WLwLTJvVCnX1+mvGSFSqgHyyDRIYISpbbyCHBmf1MFJN168q9MGfifE+tTFJwtugsg9
ZyQdMG1Zsy+VMTDr5sRtJbg/Zat74a8ZEZTTO3puD+BYhZ36uxtO3Jm8IYtqddywszEcTVgaK5+Z
IRlYGhuUOgvZ/Qz8ZbPb6ny2eLUrr4e8Cs4Q0nNAc4DvI9yQzMlVkscjD+WsTt8qK4ZqWNrEg8tl
dM3Ugdb1Y6JOPvosbL2qV0YI5QvUosA0BlxFdLiUQZ/WKugY9lLr2RQPI7MJ0Fl540mwNkKIlMFT
yAvtXEQZpQrBrCnViOROwPRQbSeX0FHxmhRD620Adot/xf4DiI9W2PATgASi1CtWAFXWQg5InUdA
ELTCrZu+ci05+03SCij5sZsO/7wlr8wJN5fdaNqQmXwMOec7x5pbtwPR1WVxMfpGbG9clCuHGZol
2DDIFoAmdwOX6dSm1FJ5DEtaHHR52KPY869AvmX+LkwIR1nvVQ7pF3UMTfpVb7nfSo+5/iOOt7TC
V3fgXzsfl+mFpy2bHvhYVRvDnH6FFnSg5Ojw5kz/7pjgXxFZoDkFgAaiIrnTZ7bVdhY2IDS1te5d
aT/H80YcvzaSSxvCjLE+HXlZSWM4tpOX1rnXN8iUxl/ub7TFGYjOApqUH7AaJNVFZ1FKDCDbJp1C
PO7kKO0gzI2QLDvUTCkCqSHqkxlPfCMFvHZ+QfxFWhYlMCDOlqFfLFLtdH0PJtiIuqpuch+FqgJn
Nq2naTcTvfllWET/WlUj2/FUitvj/SGvBVTAKgAcBoiyjAB0uQ8uzUvzLBUSZpYjb2rPB0l7MCjy
NsNxGGaXq1nYGweHe/fNrs00yiVI5n/k2sW8kWlArSDj2RTqfahLaBQNHm//nZsnnr7et7Ryn4Em
gRTqogdrgsp2PT6So2qSOukYWg5iRTtudnGVm65VFbKnxfpWdXhtNa2FDuUgTF0Sc9fmrCKfeClp
UzglWhs6LR+Ja2SNOeycdJrRXqyxtdGdkgnq1bFZJVsFmbWJxY0DTRDA77GqwrWq0zlXykGdw5k1
D7wmvl04B9B+f1NpfIMf3XIxN/bwkNcNKAfrgECgGC5M7yDrIOoAYBOm6H04oS8hFLS8Zvgppb/K
8sc/LuViC6lG9D1AJQNB8fXcKtoMLJNk4yVK+K4EjCId0XRkSI6qurE9b08FTKEwg/YHaP8JUIkw
rCrng9VqzRCaZh+Y/BHbda/H466P36nF3KRHEiclr725JWG8jOHKBelIwy85A+BYkE++gW0VuO1y
DpIGZYk3kp92egJpyaO4w9+G2Nj3/xzvgWuGKwJ8N4A7oK8hxP4UgmBzVRI5bJQHBgHtOGUv6pjt
KrpFqr85iR+WIHkOKUy0uBKHZoPE1+RVJkPG4St03OppnyWqyzYDopUphE4tUOsqXuwojgpHIFHI
OKLjrQwanfXE1C4wiwyJOLe2GreDziMbs59VsRE1rA3u0qjwBFASAJJByJTDpAWUPT3KyTvO/6T9
/OcjAM4lCmyLFgae8UIolJVd2kPISA7Td1nuXTX7Yqq1N2kbt8KNF4MDA8gHHcLQbBQBtHApMCgb
cyVvlZCl6Zs66W5X+YWuPOnp8JCrXp9uybTcptQBEABrCE328BZFHCEMLBmURNZGXQ9xGndzN3la
Zext6nilSt1MUqE3OXpyz6JaRpaS/Lo/rbdALkiGL70mMauLDKT4uEKfSakyzNkOu7bfd+lTCZXl
sgE6pAgqOXLIHza+ZfNLua+1Q0bywDS/S5/sf+26gusCdUUb/g2MH3yLcBadqUQrF2rGIZUaCFab
pXTmyENgLpSttN6t316o15hvkK8R8XwkwS+ufWJPS11MTaNChhjIgyM9o/Y2JcyL888bc7t89bVL
w6xiJ2HD4gK+eYRzMBQKa+pJpLXUOCVJ/Y1zojzlE4ROjFIqvjpUVfxJ1qjXUnk+1or53KKH1ikv
OyShpC3d2sV3X30PQLHIBgCvgTch4JKCbzeYhnKdgu8Z7Od2eOUlD3JL222M+ibxvEBvgccEMBBA
Hmh8XF9WTFViRN4DiUZo1Pbzq1VEaOQOpbggV/9UrAlUdXDRA/S+2ZvHy2IVHcA+WCe4vYQdJKuJ
VakUY8vrJDAm3euM0v//MyH4Bt2Q8krqOxJBuMaNtXeSbnUhvtmbH6hlXPKIEFGPFhtSEXTLNXMV
FjJ47gVv5acWRGDrzg7RAOF7oSYb+Zsb5y0YFHYEpSngaQlmDZ3F3cJJTpn6szG/mWzYMLS29XCv
A4KGPBuud2F5WtLQXDVGEhEQQv3BjCWXIsLwuC3/M1zzY0x/TS075eKAA42sSkUFUxONJslGr4rY
RXS6kXy49duLGYSaSFsvLku81M0iycdZjXGY5N9JpezNtHtpC+2RoPxK2VH7wSE/ALGQp9zaqoXe
1rAE28KdS2OtUaHtRSLd8mbqEdtnO6X3mvhnLT3WaCyWH5PBHQ0XYfD9M7CyYaDhB0LVghNC+UxY
x6QxiKkMONyyBfpFPYWOPjouLZUXEAC3wIsrmwbADMBi4USADBSNAQYo5ZxgJRuNJh5eF6Fk0HI/
2NrGqFbOHZLrC5IBqcyF6nK9ZUpuU3wI1lJ5Nvqo1gM0USJNUMwbdlYHBMAAWBCoW2H+ru1Qw0q1
kkgkQgR3kJzPaNCQ2cpGVuImCkQwC+l+xGRAzQClI+z/PumbtG9oFqF//Zw9EHSZl5QwUwBHz92R
db62xe1Yt7gow+BpgleKsCnazKghalhk0dCfnK+MvgCoDFqyXgeqsZfe7+/ALWPC8MpmkroMjLwo
S52AxYijE9uzRt+SosIBB89GkJZ4922uHXbM6d8RCn5yMJqspxlGmMRAOuqvteyO4OlrUAXXxiCP
fyd81+DVa2zRgG5hlh+r+deycOlQk2ryOGE1lV9onngcgA2XPtfJFGXdwzAmcKWWZw+p52RPfTts
RMPLXAoBw9Wwl3Nz4Up1OtRy0WCuIdNWBpQNc0Aq6AZszO5KxIDQF24FhEAUlcSIoSkYGt5nZRZB
Q1E3XdXa0+pIVPQ9Dxp0up7PfMN5r+6hC4PCcrK0M4pcgsEmflxAh0bEEeoreFRDqqN6zTKyuz/E
NbcJnBkw2NBzBS1JMCgpQwURAuwfzp5GvlPKP/R7U20YWf7IzWpdGBG2Sq0l2ZRUbRbFtVrs+tn8
maqNAsQGAAD3h7N2AWHFlvZTSBcsUPnrjVGCcdLWOBRRh4KoYp2mXXzUHvr2s2GekuxX3Rym1yZH
f5BR3jiKH5Wr21H+NS2M0mpVo9RYl0X2+BzT36151jqvrUE2StxJPreq39S/zNf+R9Z7evsl0VM3
/kXZ5Lb1i+F81e1dxraaba4v799vEs5JUUCoFU0n4B4yKfaNOofoN6pyvuTokTRvCVRtToFwjSBH
gz4BVgUX2Ka7Rufw83QANP9nYgyfuo7AHYIM5TF2Gv+kmXLk9mFUdll+QIdXVgHaP8M9v2jasaep
f39nrHqMvxtD5JcbyIYbZrV8mtGAFD01xG91lDjvW7lFaC1eEepLS75o0ZFfDviFY5LSXuqSDuU5
swhk5yme6L4aXiutcSd1Vzuf6TFrPqPh1pm92+156iEBcoSaivJ2/zvWV+Lvd4ieCySOsZd1HDkI
flSzZ+z6Ep1tH6k54VQ8F+aTmfkda13V8NFIwh0r9AAbkkC3HvL2RYoPvfQDbDw93PismyzG9fSI
8Uw2zEyjJqZnGNI3dEYs28OUHmj9jCCxpdWL3tfebLJTww6580vN3tBViSghElOTBsmnXnfT+MCm
XVn71CBAZjwmBUTLG+uscZfaU1CQrfTfqvO6mEkhhqDaBBS3raLgGifzbmrt0dXruPE6i2+1r7rR
ZESpYXFaS3kS7gsthq53Dy0a1A0tuJBSS9ysKjxSJEcgfDTHZ/KhS2fkW161eWd23mwPbly8TslC
v9ULr0VkY3VukWzspNu8q/BNggsBPsWQWFcjarOlfTu/6VCqIRnxK2nead2vnNouG74j9bW7v1dW
XfnlZAjOhGvqrNcdtnCanKsy0qrM1cizVaNxzHNFdkhqxyfOfGY9kC3a/FrYfWlaOMWM15qVzTDN
ZOkrlkLKkoeCocHlN1vdYs+vOaYLW2JF0GSNk3X4FzXo1KPLxB23dvDaJXBpQXhE6HoGUmSPFSzU
6UAn9VhAIXyGRr1spRtUg/XdAh0PSDsvxESRkjjPVtfUA8+iFlLSFFIo/mCxMwtitXHz/iDN3yZz
q2HWLf112aIXRoUjKpkoQ7QoSEfqULgTQwvYQ6N6zSsawU6nKiEu3hjATNXViyV9aYuNjbrmIC6t
Lwt84fLLsaWW2o5LdGNX+wSvNd8ZdXh29Dbaul6W97MYY1zaEsKbFOTlskqX+7w6m7NXyI+KDKZj
ASk6VxofBk68pHkGR0DeCKyWHX/PsOCZlNEa53yC4dQ6jNqfGk8oxxvdvIv3xHq3Xu+f/bVr4nKY
gs/JJcdoGCLviJRPDbq7ZT33Eu17PDAvTWbEVf59e+ujA14eb3l4XrEr1DBKqgQSNPzu0aiPwM4N
usf4vuh8O9KarSzJ6onHSxupV7CDkXO63jBAJfdFE9tZBCq242qczO5s4Elxf0wfFKKbJbswI/hP
lZSA4RBcXBl9TjVXmXdW/dz3JxwXVx9dbvzW450mBWbpVlPqauhZsdWI/TaJv5zMi28QHOnIHDob
Gb6Bo1nyXjsriiujM7TH2q/Nu/aJ+Wb+RJVXm51aqURJY0sA4EOy5X+fBOjUXM91kg5Eor2C20tG
8vqUfB5K17A/9+C7F/ua7fT80OVhzh/sl+orBDoc6UQotEogxjCo2b6wiNuqn0j9xu0wK6b9/9ca
AS50/Xkl7fs6dvB5hbyn2W7on9Ju33c/53wHZYjG3s3xi5Q/dPJwlKXZz+bBtestBPhqEgG6S+CD
YlMuwgzXX0FVNM6RE5VEzjnPkLVTp0An74X1UHbfs6YHg1LxGzswhrf7w1+7mDQAsqD2DFA2Lo1r
u6yb0qIuWyREjQy87We5+Ay9Vg+iRhvea+3EXRoSjgKhcwdwUY309chdRrhn2F/uD2XNY11aEDZ6
PNSG1bUYSm6goy5gzzN/yOkzz37W5c4YtmCoq+YgpIH2e3i0gyF5PXOFQnTJ4BOJOqX2oLDgxzl1
i3byY8vIvAp6Jr6WNRsX3dpygX8uwy6EFYBluDaqkKLkJkcyMqOxZw5nNFzvkhfT2XD+qzGEvpDr
AGNAC2SRQYvKlD5MGnISZt7LCPWk0ScqqT43pHlQIZ30AiHkyS3q2nnQFNp90nMjO95fzmX+RLdx
+QnLVFzc6U5ra1LRZ1lkKb7edG7aH4dyckv7LOn/YW8CYYBqnI50PbTPr031cjeWco2HaWLX9qlg
jeHiaSxt3HCrD1MLYRkWzkKjGpFCY7VDhQsBQaA1RUNy4vUXbEpt/lP/LgGp0F+UPnfJ+2zssp+x
7HPnELOAP9s/78/r2kG8/ArhmFSTAuRli8A6SWRzb1bov1nKdAt/uZqbBE4EpVQAG6CGLMzp3JtD
3GYIyWgaaJbkjYMaGBKYmp9iPN8M26vtRzTK6d5HeStQ+qhLi1vn0rawdbp55FbjLBmA8blEr7C4
k059VRwLqNjLp0E2PZZnYGm8qewXGag3KbscDS0k5PWPQ/tzMsALPBjKsa2g/9/7SfxDYtkxV7KD
TgovKaRjBp4AGfb3V+Z/mTNE0UDXAJMlzplp0rLpJsRAvAiS7mclP86zcZAgzBO785c0P5IBulps
Z325b3hZi9v5ArJTB4t86T99vf+72XFaGXdt1KZ66zLqgGOlpfV+kjRzd9/U6u5bGh78X1PqtSmT
cqSj+JxFIxB+AdS35gNTlA33tWzhe+MRHiMD2mhbTifjMcKUA9gxzeSZSe6mSRzFyY+Y24GV2Fux
3jJJ94wuI7/wVwPw7qpcYPFs6BkmseEZEHawNDxCeuInGtp+AL1gzg9gP8rZ5N+f1rUVtHVQ5hHo
of4nRs/UBLyNc8Sz+jj2gVoZ5U7KU8nPM7P8D34ZEQrEhCBki5tPGKcEvHXldM6SEygg4dyfyOBD
sTKQBzNIypf/MC7Qf+CYwehF+v96UpFZqs0pS/NIi9PWRRl18ghvoapUzltPgtUpvDAl+EW9nFBA
LIo8qjtq7nM8coI8T8hOLuxp475ZdVAovv3PsETpWrnPpVjNTBrJrIFOfWc3HXUTp7X6XUOGuX6M
Z4UX00kykDTwZK7pzOWEQwoRnQGMIEcpgQQMTEntoGVxrhyL2Ur6c+eoo+qrJMPviVZqtddzSype
rKQizR9FTmskbEx13E/gKlWuUTbmdLa5CsGXxBzb+tDIrG2gtSCjQ8Y8pdXSVgG6MdbG+NduQgQx
iLWB1gK+SSTs1nNOcQI7GjX2u2I2J0jkB7EO1bUxlyOp+t2ifXgqIelG54d+Kh85CfT8teQxmhX/
HqUoNt4d0r7f32srAZ2GFy8oAwCmGDd6GqXDaTeypIj0RcUbLO1SLncmnQKH7dD4w2X87b7BlR2H
ihaCOeA20XhKbLZSpehfrw6kiDpI5Xqpbf1OWfrDUIqtI7s635eWli+58E0Gj2M0aYSl6cTzQ1/t
kaqMp89aVfnoMl5Jj2Ug4cFhBDF0fb7Y8leDH7LBz9jn+yP+Xz4E6EOQJdBUWLxpCrtkFivqIhqb
x1EN8tGj8hg4aKr+Wf3WhHUdlC9odpiBlSpPLiVhqbrpiKZk4f0PWQkul2Li//sO4RpqrHrOaqkq
IjCaXWfylfqMwsc8esmWMMZaGWCBeS3cvKXToojP7agOkqHZYe7jT83RtJ9Y742+jL4+vdu8NYOn
8F/dl2Q8laDnaUHVf6oHV9lbzW7+Xm7BlNYyEviaD5nfpe2o2OOvKOeBqjW+pj+NlHlz/DZI58JG
Gndih046oxCUGm+6+Tz26IY0tC6VyMlINyTN1hLLoLpBLxxocFDexCJEN+ejpGhDEaFN44+5BIPU
blxrCKgBJQpfRY8QJdKlN/A/uLblfZYLSrioF30+3JQQqQOsUMhHyOnQlEyfi4jZOUpR7bmArNr9
7bUWyeEiBg8IdxbE50SdMINOLRoCyVj0+WQyDzKsLTKDD6npGV+azw56IFhBY2ykJm8dGHAduJoX
nApyv2ImQ21rK9P1qYko1DY0OXeddIfMeY99VhAXAvDBxihva/MQN0KaWVv0UaBUJsSNBtftArjP
LrLJMUX9o4em8wPnumuNzJfyIwjzk7GBYFli9+vVg00IKy0v4EXvW4jtWoh51FVVdZGeGWclAw7d
Sd+bQdsNKvtzf3y3GwUqUhCRwiMY0ar64cwuvGY8FjqxDdZFSSs/QNsS8QfZCPlv/dC1CSHosDNe
MnOqu8gCL5e2DPnOQ11Do1JBRW3j0G0MR5QvL6fc7A0CW2OnhwnNd1q8hUjZMiFsCJmZWaX0y3Cg
z2YkhpslX++vye0ex+IjwAWnDz9BAL6+ydI2rurBoFgTNsWuqvR+C8HtGXRcg1ZBVvM/jtxsoNi3
bAqXBcqBOtirRRcVceZpZn2cwJsti08dgPr9gFKgfrg/yLVpBAUI9JylBRvaAV8PMtMyq9RLTKMx
T2YwWZnhNqb87b6Rta331whoTtdGFI4/mXQ4SEarB9IcGc6A6yAqBq/fasC2dmYvTQmLxnOG4u6M
g2S3vxik5Vu6+yxtCi+vW7FQ8kcjCpxZwTMoep22hMDKPEp+wfZE0XaNlv3s+i0Ryi1Ly/pdOAbH
SbOxUrsuqkqndGM1CQmUAVDj+yLV1QYr8jZIXAi6wAWCQ4jefCJ22ei6Mc+MqYumOvHLFJVv5eeM
C+T+Zli5sBYzWAboLSzQCWHLcW7MTJlhJm0eE7RZVNQmkJzyyGziWmmgWslTGmtelWjfDDYHYzL+
czCMD1joaMDDg2Uo9kIkSQEeVSl3Ec3fKgfDpA9JuoVAWZ3MCyPLSb9YOLOHsFyRKhilI+1Snp6p
xD8V0mazrMVtX19SUObD3Q+qCPYh0n3XduLEkXpLj7FBit8x3jIAC3soxcrAUTcZ9G4Ll86/0agF
6b8C0LIgG4qgr5CSqrJnI688lUxeTV7ZnG54lg8nf+/LhBlA4asmfWPBfyLk9KXGj8MGWKg/8RwU
T9aBKwDE+NZn68kYdua7Hdlx6xp61G/s6lvngwlCzQERMeS6kMu+nqC+00s7HgfgaXPHS9VPo6qc
aXGC9LdhbuZdF/8sjhlqZ5ARAS0EOW1hzJIkGVOrs34B4szEnYpjk/+onMD4ntQ/EBG7QFVIxW8Q
PjdGeevHUc4E7fGj9TmUfcTbnY3gcVlADafWd8M8N/nPjVN7G4DBwEIh0ZHRBTNAuJkaKHlXVM+G
qGv5AM19lsvK45CjEvJQ9LZD9vjd+alIdq/5emHPlmvmtXVQJRRg/fvfcnu0wLBYVGQReAKQLSok
yPmc5HacjhHyFArxQZSCYtJkysyHkO4WJejWAcMY+odAzxrcagC9hO0jFUqi1uUYSZQe9WJqPabA
Z4zZOLljuRUHrg4NjVpBIEHtBW7y2lo8zlVvt2yMUJWTT5MZm0+jLmtHiNdkn/7DLII4ikZKQCEh
0BVMEVPOoW6MgU1gFwMOTg+qUWlnLQaK+b6p1TkE2Wnp+LVE0sIRbGwCIe5YHaOsIq2bqIc0ZwZQ
eSOElKc5uG9sBR+yUH/x4EepbMFCCnOI4gtHaMimSB4l55OTmC06VhsJyMfgfDqzl1gTyz8h6Ugh
C5U0O6vorOZEaov+ZP0AvK9VxXREf1xleO14QYsv9z/w9qji+/AcBN0TaoV4tF1PfNP31VwCaxzF
AOqcC0svF/DvVn+12zkHZWbpYogX2sJYFEIUa04sqdakKaqB+T2D+DKdTCgwQ2S4Ja+yzje709z6
WRg0wVtEkRLUhQ/5o4sLzygyrc81fQLO4YF2Z9rula+Z+X1s9iOwhbYejtA/6Fz5yLLUQzLS5eNL
k77X+hY3ZOXFf/0lwpGdmWkkbNSATU8CrT+bP0z2qOJ9XP/IdmjDKZeGS/dO//zj/rquVDKv7Qrb
HCpe0owE3BT1zjeG7iP5oZ13RbxDTv5r8mtLlWttgYHgXmAl6PAJHaTrbaQNaKBetOUckVxFlaEi
E5BB8bND6tgd1KrZePGvwAYQEeJmQYiBPspo53Btj7QdnXAHzFGvqb5JfufErV/j49usHPrB9iBq
a+/uT+jKQUGJFFxbhDZgSDrCZTo5Sks0Ls+Ifc12l8kZ201Wt4UWWP7K9ZUNRuuFFWEea+qkkKcZ
5shuKq9R4n3F9v1jrgGvfbadbOOBt3ZK0K0Foqt4bOESE65R2tEyU5gzR46dFE8ygmGXdlZ9VKRW
27d6FQ1ZVh3/wzxe2BRWblAazuGJYFMeMhRD2bgv6so+/BcrKDUghQF0yQ0GGQElel8SJNVVvXuk
9vyNoya7YWRt0y8iBw5eqwhyRK825ujA0MvI3KvdmDwmirVTYy2kll36E0Hj3ftDur2NsTVAZYfY
01KxF28SJJykKmaFHM3w4y63++4Xprl8Qne2euvWuo2vFltQ8UbaFkoOojBjMuiz3sb2HM3QADuO
aM+BCkVbeWiBPXllLidfhg55aoszCBA3dDpZ3DE3QoLV2UVJAv2j0CMQEfP1EV9glYrF8UCfkek6
ZbnduUTrJ2j9GQidZ/v9/vSunm8bUJzlKoQ1YV/OuVpAdhL0bmsY291cKLJrN0zacFxrVoC7s5aW
mHiva4IXMQpJrQ2eQj7Q4i9lntcQjO7Dfx/JpQ1h4mqnlyxCsffzQlJcMnSJNzibOIc1T4UIHKIt
GqQpELpdL4+VW6WtFSOsDFAeA7+hPVv25BzjcdHzlNGQLbdbJ2gSC1RIvQGOJplMV4mTKahnngcG
kZwdb3njKvU0+71kkteE6dRLKRo735+RtaMDbiGyw8C3oyeZcBei9FKXTqHKwLnEsQ+xTxBUOxCJ
+4zm0X8xBelnFG4huCLq96DVUZm0uSOjaXE/eSpNh89VC0ViY0KB7b6p1b2EdjOQWlpYt6YQuo2G
QQhtNewluU+eZvQZD3S1k//LbrqwItwRXVNoFoHHjlS713dpz6qjSXt9f38sqyu09C9HaXTJ+Qh7
1lbpOORmokRKgT4qGcQpAzar2RPyLubGEVwpBf0f0r5sx3FcifKLCGhfXrXZTjsXZboqs+pFqFX7
SkqU9PVzmIO515YFC3UHDfRDV6PCpILBYMSJc4Ay+a8tXQS/i9yw0dDbzIglvZV4NqNmb3XVcJLH
qeb7WJ2l/jRMqTo5hM5DBxb3tpz2amqjcSWDbAxdrELvUQcC8zvkFXQaO6zTMdpSa5nEnP9lV0xQ
wEigLQfD/PUv7aW6J0yOJMC78+ZBZqb+MUmchuDYtjeK5GKDl4kHaEABWECSDiTY4oig9W82zM5l
oDiUL+Os/+xa5TXR32IZoExkz6IXyTZSqrWPjiFmccfYoDBZqlZ3iTa3I4VN3gkRFr3t3YYkSYB+
4hY17lqmA1IyIdJrgE5jeVVPSAcGuW7ktySrnPTIDG+M/IEGHd/ICdYO5aUh8ecXzhVFUQ5Ky1o4
cvVSJqlbxOVGdWXlYsT1hF4mijqgtVmSLHFNvCeFV8Q0fqgY3WWYcnR0Xrpm/eW+A67l2SDHQMjE
HKpqwjuulzMNXWKPA5YjgXPNVeLBM1gCAfqxG58srSMuS2t+Yp2muZFuPRpQlnwvidps7OoKmBs1
AaCDkavCV6DTev07mgLDOPGYyehbGk5cF4+jhtkr5WtnFQ7AnG77oDGMx8aKxxs8YyfjiRa93xfD
c1nXB1LF48bRXDkvVz9ocf01XW0TrojzkkA6Lw2Uoj5G2IV+4k7OJ/AZnbQtsNOKb4keIFaPcIA3
1iIUW2OjSUlKYTMuPS17kUCYev97r6/qvxbU620e8eSyoUmIHnSXREGBHow9vvU8/dINHV7sKeRd
o1Nrb7ERr1VJrla2cLMZtcum6Jj8NlW/jfydPMU2yiTzdM4kbVdnqVMzCMCnrq22PuZBnqAlktob
zHsrrQBsLmjeQfeONNtekrVVc4WcmiBGAKigRmCUJNzNTR2MwjIwMFWJClv0kBksiOTRcKpMPanj
Fv+WcJtFGL76DQu3MiluFHvCPdiB4fqHRCS8/Kph6N/HAZnSDNKxE88HxZvLim5E49WwcrH8xRVs
cKuSU7F8E6hLYv1C9upq5s+5+PeKqdhnqLSj6aEie1m4cRelIK6FYM+bwU6a+kZooE0bzCor4f7K
xMKPh0Epiom3CBfGryJyQCehlD9ibuF+Odw/Meu79t/FLDyXlVznhgHPLWd3mMu9bpVObdTP0CS4
b2gFQnS9bYsbGkng1MQSzmaPqmCbH7oyMKjmqtofBd0xknBPll2SqS9zXgajtWsG/oxyVqdNwTQY
71qp/tFT6ff9X7UaMC6+pdiei+tOxmNJLnVstCV/S1IP6i2ONj/w9Dslz5X8rCZv9+2tlbXQL0Nd
zwBhE0YBFgarPkszFA1wkQ9OFzkY15iaH8bvUnEsxemaV7qFY1oPCxcWF1dPWc/SNIp9p0nkN23r
mLO9a/IwneKdRn7U+Yn3yq6ppdqhw1edbdRoVoP+hflFROjLdkqMqBewILvbJZacOTRuM//+vq4e
GPQhUV0ATQpu2uvvyAg4uIgFN9ZA8zmBML23FJ/I38om8dj8cd+Y+MtugtyFscU3jHvWpLONHW3q
5jvti8q1Mll2yqLI/5f77MLS4ttxczL5NMLSrDO/1MPc8jt1T40TeKybZnZRq9mwuBoPLiwuPpdd
8jLjJiyaQ7Wzov00fNAS2PkhuL+H4u+5t4eLaK11ilzonx+sK53kjWc7iUG3Q4udPG09ufxn4SlQ
6SNN/38OsiyoRaOW5UzHuqBeS0GdqEUQvJY2MtsNx1jiqkq5TqMphRcq3PaBxsjt2YmkL/d3buUL
oQerKqLSg7fmMn0uua32EXgO3+qu0082EKKvUa1LP5Oxy7yY2/q/17FEUxyYZ2TrtrpE7miZarGk
hb3B3E36ccSoNVGqYCLm/v7C1mLjlaXFxcptqe5QMJMxoetD7ba1ZaeqHjNPa7/R4hlgGlRe/z0N
Rs3M1EGmK15wyzE66FfIYw0FtLemmvlB6priFSjDKrDxDvNZL82voLstMDGlaeM+HrUtasoVjxHS
PJheAiUWiEsXoYQMBTNqFEjeaNoAz9j5BYOc5MT8ja3dsrMIJKVt1o1aww7azZ6exM99a3mxNT+0
6kPDZDcHPYRe6sTBKMtzw+2DlecPUpLvcjxJ5GlrYmbl2r1a9iLKlFDkiBOuY9nxfI61B7meH1PQ
eU+yekwLzaWV5JNsSwNq9eRcbPYi5mR5itZHDau86ANmxEGEefMcvI1smDY2fGO/P139Iq8YSZ3Z
JpdlDBmmDtfmD5M+zRoIGDa+q0gEF2H0ciM/378XdoYh49BXwJKk8m9pfgxd8QDeVmeWa5A6Ic0q
yD5BXEW/IqgxfofCrmvkzcZiN77mZwZy8SN0Wg81Su7yGykbJ+X6gzV2T1pmHHU2gDinP0DBxGfq
1h6vPe6xeLSmhdQuuqSLw9Nmg9Gi44BNTiwwm+DFkwKHDSDcCE12HCp3niGQp5vuqEoutbf4n9YK
cWDMg46hJrBPN5hs28511g6W/Fb1HKIP2SPH6LOkDk8zNVCy5jv04/GgNo50Pmk0f5syzZnTvUFm
p99iQF39Bhe/RTjKxTfoRpmNcgZHUIuAS5lLQX3lmZOfgWoLvBj5/3IpCDQv2m/gSVw+5aWYtAU1
CB6847dWdfkcyJpT9Ru5oyIi/o17X5hZrIrKFq04OEDfqoICV1+mUL1tOpaA7CMbCIarIcrlZhxz
MBiMjNxSHxuHsob7qlXbHrXm/AH0EtEO1EKjPyjTt9QcoQlp0+ih7EvNn5WZgVixnr2UasNTXGJc
8P4JXUl/RTlNsH+CUlLWFzGHoxBgaFqsvOVR+8y6+i3urS2SkrVgA0o3gQcReKLlcEZqZf1gyhl2
yZimfarG5sGikH5GO2gLQbkGB0AFFQBekD2gDrkc7KrBqUbltFHezFz9jik1DNrsuPKkqJmj2295
qniF9CNpUTfMqa+PdexWQGzd39ObZB9ElaiCop6HG1Mgia59HSD1OUpNSs+S3jgS5kC1NPIi9W9j
xF6svN43dpOoWoAsoXqNcQe0EyF0cW2MpGTSZDLQ85A3b6RVwnSsg7hhvdOA3ZfMDfxe4tLuvtXb
2CLMYkRdcC8Ket9FkT9uCZ9LdaRnOk+BxYZdU5y6PMRBQ10/YNNHV5wa6Rwzf5CHHadg3thp+ha5
xycb59UBxM8AVh/gKaE3hAnF69XnNEv4ZNn0PKdf5mcI90EAoBh2Zu9EuqP50y4mvlmd+r8QZp6a
Y2oEpez3YdP4if4A6RSJO+0pkXfg3uzzEyRB5NLrx6NcOD15pm9bBK4rnoFJHbSSkEuh4LtsOJT9
3MY2wKhnINlGo3Z75d2EzJlcI1Ygamx8o5vLV/TjIMgKNhJdxudabE5LJx4B5kvP2dDszao7V/k3
jPliBpHtWByf6hzTALKO6VH+l5E/vfXOC9nb+BE3IVL8CA2oFUyiWfhn4Z9ZxJSBNAY958CBAyZ7
UNssjEO99jJNcScGsimIRdmDH7XcdIAz/Nj4ASsHRCBnMI+D7hdI3BepZZSCbt+qUnbWsveIM4fX
f8CEf1DLyulNyTGb5yZPDuNX2h1489gU8b5LQO6nenr8kcq52yjaxqjJbTkWe4Kek4ppV7xbwJh6
7bUobOt9W6rsrIIfrlNPwO+QeDciLwLJc22Dt63/m447I3tppdGxysbPVWXjLSj2fXFyVOjZSgC0
izO0VPk2OOiGQFTTn+O6lZ3MnlQHE5uju7H7Yik3ZjCHqAoGShVqZ9dLRX9jkiR56M9gvKSxW+Z+
bn1N1SezBYnSOao9qfb6/veG1Vunsz955fHZ4XqQjFtYtbM+lzK01yCxMpfB9DSNrjYOjq4foSyK
u9AxnHHcz5t59c0BFzrZFt5KICLHiVuOXoKFgSljOthvSX22lMeWgE6/+5Y2jwWK7PcXefMBIZmD
Aq8Y8YQ6HwYBr9c4y8ms9npL3kwlcdrsZ7kleny7FhxazHyBJB9fDrCzawN6i3ZF1w3pWWWNo+rU
sZrAsm0XEc6V4y31xzVraMGCNQnz5qiELJJljWA6AG8FWLMAxkLDrf6mvGvgUdziDVo1JLwRUDp4
/jIGF9o01BVT07NitUJxoDw3eGq2+zbdOOY3KS9kvBFx0EhExQ9P98Up7/Fw102SZmfzDbTjTqIV
fh0xpyVugfaKpPhju3Ha1pZmoJcjmB6Af/m8tC+SbCMDfNmQClh0JhSHTVfDuHNzzLu3+653E1Kx
MlPEL8ADETuWnkG1yTCqnGVnHQ8qq0oc6qLt7ZhyyA/F1p25agyOjpFK0DxbpjjrF4saOYOfp1p2
Hnrbyaw962ePtfIe3FaCTajcAmTcvMKxOHTpgTZHvgo6/IU9xcrtkgxtfq6pcajAdF5HB4OYJ7L1
erh9Hy4sifv7YmVd3+K+HGEJUC81iNug7YPIPBbtTvMIEpYPaQscuLW2xZFOOrtRSdVgbf3sZMlL
Pz4N6ehs1dRv28m47VGOk/DRkAtjIuN6ZWmZV3Kdk+ysmF7XH8viHHMP6Wii5o46pGCzVpxpPg5k
z3f5G0ruzR9qe/ed9Hat+A1i9ggnECHZEK+Si92VZp7oMknzszHtO/M5So9R+6jIP+9buT1yCL9w
TMCekIiiZ3JtpShiDpGBMT8nJIgetSea76dIyML/K35EEP6jP49MHxTueHJe22maIe3Av1udCWZw
ZytUi0d9etZ61+6+CEbwbGP3bt5sC3uL3WvIYI66BntS9KQMhae2x3RTvkv86KvkAPcLoDCAqKDa
gSR1cdRSI55Us5OSM+1+SvJ7s5V9rCwCI9KIT9BLwF285F8aKrseAKZOzrr5e2QvpNql0Vbh/jaZ
Q8AFcsMC5BBIPTTwr78MkrmKRE2dneX4tR4Lx8pe5OJRmna1/ttSgvqsxUftpP+wh9JFzee++y13
EIcLCT7eP5g7x5jODQv+zFMKXbP6HINlKNeBGdnipVzu4f+1ANogLA9WltdlXo9tM05Zfa7nwhvZ
qUhwPQ9f7y9jzQhiLigyUOQWAxPXe9jaOXzBkOqzqadoffxujUOW7/7ZBriPIC8N4TS8zpcJb1yR
vK0J6c4YZcoK25HQNYq3SPtXFiJSC7RxUAHAnO3CGXK1KOUBStbnVD5kGIDIkx0wzM79ldx+dNxM
Iu9DWo0B+eVu6YXdtUBcor5ggrg2KwwCWrii8P//rCyWIvWk4rUEK1oClHft1JiBum/hpoiAbcJC
BFoQSTMg8ovgqddWmtEIJnr5YdYAx7ADQ3ENY3biF5CnTwFzh9qFQgxRnbY6VNUGjGF1I8UcJSg7
EFeX2bqcG7muxiU9jwOzndJsSyhdTvLWMtfNoLmHBg7Urpa1EnDtRNMUo0TTyZ6kg4DSBW03xN8U
6qDsrXxI+fdh/t5TLxk8eYu8YXkNij1GpUaAoTGwg2L09dGC3CTKwxEqJM3U7XXpPTIyf1K+0mzL
K29d/9qQ2IWL+1ZGGXQSrdkzq/DO02RnaF70rUO8tpViPk/AszBgtpxLSeZaL0u5YWfQYCSvGBu0
vXlO6P6+Y96UlT43DT1KsFCA9QLJ+/VaZl6OXILG9BkyHzX7ab6P9CEyP1gSmO+Z5soJwjwN8tah
8q4iM9gVbF/1pOr3pLYoMJxAuGeY9SnNiQdtBBezJpg+LW381/m1j3f1+EefIIoMbbd6b2/JcK/t
ESIP3jeCtQvf/vrHNz14g1si9Wep/zFAj0XmW0NXaz6FgoouMCJgdTPEn198alCEa+aY5f05oVnx
MLK6OnSV1YHB3LYxtCC33sb3EInAZaIgvgcySSFDiY4yqmfXBqWOzrrdlz1yOSe3jpmJStGrlAQ2
MmfiEBTKw/LLvDOaM1gO+48qd2o8Dhxuei1I6D2N+uyLmh3lvwzke8pP21PAfHCKJi/Zyps+n933
fupib5RxkIgS1f2Zl7sp36G5UUs/UfmIO1fI74RUf7DLsOTPbTM7Kj9CtimVfjaQToBmNdJjgBlU
8jFbbv5odp5teJP9OqBnkvsakCPaA1eCkruE/20OHXfkypHJrsuf69yHCo2d+zJ4ZqH3Eb1k1OEN
dSNMBeB/LKgz/MnLXX+yGn82AvWQ/sri9GgB2QqWrjHaCnrLwg8+mQBRIitBbAcp1/L123UlBj4m
xFbzUEjSr9ToH7X37IdJ9oYdVB07W/3X7J+JTD/NagrqFrhPENNFlLpwTbVOi0igkc9cB9KGzu13
LbM/pCx+tNNZ2vDLG0SAsAbpUJCZgtlLvPQX1rIurXoDwVVRC6Biz1SnXiNpnomM3PjI1GdoHNBt
Ul8RfhY+BuYGkdKKZONGso2baaORAbU7sE6mjm0FShZ77AvGP8F0BsSW7CO/edaajQxqJbDgofOp
7wuJJ8xIX68WHISl1klxfyb6Y63EYE/eqs3ctG/Ehl6aWJwekrSWMo8RO7fyrsEmJhXGG5PdEAc5
eWjcGkKwDv857GL+9X6I+WwC3+ypSD5RkUUXZTlvAyI2MKZpSX9uVN8s3GhHi6dyn0vHErp7ihM9
S60v8d8bVkUSdWsVAkRimBbqIouLxiJSVKkUgU3+NR4MQB9iR/su+ZoapPEhdyPpRZ5OIIDv37Ti
3FOHeIrL8o235crNLZo4//kRi+jKKSSoEwPuZBU99xNMhbk8VWt3MJr3++td9SAx/4UaoYXJ4YUl
Ox5tpW509D9AU1E/Sh1z7xu4YUWDA4lcR4xNAb9/I7CdVWh5VyBpPrP2EfdxYnQ7PfvSaV+6dt6z
0a/rc9M6doEyHEb6pT0g5RCgdxL0YuqHrowwfVft6yqAaMr9X7bm2le/TFQSLiJTzztVhmYMKuHZ
XmmPOgr+w0uifKtyT5ufIhK039jj/FBkP+8bvnExGU06lFUF8hDxeFkU7KyEs75V2xDNLzsPGsNV
tPi1n16gdOLLPAKcZ6s0fZvYozAopijxBQBexRe5XmsaU23UjIaGCXmOpzCyiTdqzxUzHcyyTe+g
K1ONU90HKodSooeJJKn/c3/VN615Cz8BT34Ns42go0MR6Pon1I2VJKnNaNibwDg4hLmT9L2APnFS
S4GsE9cwcSk/pdOhaA9m4rXli0L+zhMw8UP7bEOP9ndMHBXKbmTjgywLmp+/DE0f8E2hdaneJJc6
6zs0qWmo0sQbtFNL/jJ65tMHM+y9Gm1NUtycbrERhgaVclRPUc1fXMQg3icA62GqCVS1rpYc7TF1
Dfpyf7tvvXthRWRwF95dA5ddTOD6DHn512SDw5jp2UPrQSvEIBCHzoNM2VdR6bb9vpq/jGm6cb7W
P/jFOhehFAM0uh4DaxGC2TRLqp1JGHi7Ktck04HOtSenrpY3UCd0yvzbt7E9afl3xr4AdOlHiRfV
Dxo0M+3sBe0+Oa42XhSrH0FI/6AHqYNwdnEgajAQpUY203BGgaaP92NE3WJLOW/NCLJy9NkwlQ0q
94WR3rLSjpkRDQeL/ARhfbfPzbnAtJ+9heu6fSDhc0OnHYUvcbjQB7j+3FTtEwbpABYOEvtupJEf
j49zSj2m7ZQYelMactmjrO6r0qPq69C/quOD3u/Tl/aYRdOuKdlpLt4SiMqjMfI9dTOfo/kORoOh
PdTDrjYdDtAf+O/brXrWqp+Iy1YUhqGkuqQIqsfcsGbbZGFO5GPOdZ9wSAMn02saG45Wa25pvRD6
N8KHSjB9WJo/kWs6NH3hKToOZeHkRaB89LFns8YrNMkj8Or7p2klZIsBSqiOo6QMMoRF7GJyFutG
x1mYuEP52KNwSMZXdQoHw5WrH3yzXSoc4yoLwdcUFXv0I1Afu+HYSRGs8EyI+7D/yxhQMWD8eS2j
1+mFj52DLGCf6v84MYwYiBq2jHlIEOKKgtm1/4wqyuaVDlIQvB5mkKrxxLdjJXfptm6RSBkXixOR
1sRTBPAmpK/XpqTa7hJ5mscQAAmvUSCSZsdu3e77eGPAaeX4XRkSf34RAuVBibuGSWM4sJ1ZNA7L
HvppCxB8k0GJjbtYzSJBtijFfUexGp6/x9nPJtrIg293C2gicbQlDMQasHS9CE3pi9wE3VJY12m9
S/QmPzIuTZ41TzVaOUrs3Xf128sQBQqgD/BaAw4BlM/X9mYQRg+50o1hnJp79lwAYB9F1C/BFgYu
186Jsy1Eyu0OogQM6RrMj0MGAofs2uKgAU49SMoYFpYd+2B9AKQf9D8b6/qkYrt2O0WW8ZpBqVno
Miwj5IQp5sRKdWzk0JqHriitAJVgxeVSk3s95Ef3IyH5vugM6tCp+jtY/eSnozk4cTnGPrDNsTN0
+RCgsh/7Vj4WOzXGRM797ReLvfmVYtJVPCbB47Fwp3TQU7tVkym0G+7YdupKJYjjuOVZPMg22QDX
th4h5j/WFltPIQegKxMSwqGtvZjqe41WG033tQWB+g0UwCboY8EGff11J7yMe67lU6iimRB9SXW4
0aOhfpXk1/s790lxtNw6ECCB2gVMEwAYLUJYXkTgICn7KUyaOkiK71IXWKRxMuaOz92LGY+Bbb0n
FvfaUXaT6XuavZbxLoMOj+xBPqAYfunfqtR0LIGMGzdyzNtYBDTcZ40UE9koxCy2gZtmaU8tn8I2
j0+pjmK63WJoNqmKjatq7ZOiIWnhxQXaVBzh6/026t5UOGFTOFvsKda6vVImX+7v9KoJQCWwzSgm
wdC1CZNoPdU41pLICXL5StaxGGneWMhtAUAACNFCww0hMC/L8dSpNuS2M/QprCNQ90WIC7vYlJnX
YTDfTcTgtZ7SYV+RpHPLaaK+MerlA+s66pYsUzbix9oHxMPFVCDrAgDOkiGmKHjddJk8hTo1n3U4
TtGXzwAZ7+7v7Uq4x5MQ0HRg1IGTXjbFisKEbxjSFKYQIa6A0Mvnyu+6H9MWBn/tXApGKVwuUIUy
lgkwRNAMpVXzOaRD9qfLba/CvxwUCT1lts/Qgtyqzd3mUHjsXhhcnADGlFi1eAyDPdtxOXPl5pdW
nQvpkDaOYv1SB//+Vq46EOiK4EUGWs0I+td+OmMQqSzR6gnL7EEGMaIiP0TQJXEG5sR4b8ba7wkM
H9McP4Pf70CreH//B6ydEzCiYPQH1Ugw0Isducg/eCa3Kmau5tA0i9nt1LjZEUXd0p67YfoEvFo2
0bETnFYmnhqL4zh1CSnb1MSr3sz3cuMNk9eljsK8qDSc7E01d5hmAhZ+1xDMcfatp87KEfhaiuJ2
mn/nxj4r24eOqW/3l39bjBU/DNAIjJzJwP3dDJ4plHWVjh82kmejeUV9wk2Ir0CA9ovaBKn+nW+V
s9YOKTYCbSKA1gSLyPWOKxpIEHJNnXF6Yp9EaoCuyKEqtngJ1g6pwFth2AvUDKA1XZhRKnsspHkO
x3EogCPLZNQl2g604YAx8+T3/X1cyciQCQNRjdINHHlJDMySJrdHFkuhXDNpV6f5F6sgOjhmVXYq
q6zclZ1s+gMEYTYi8MpuwjAm3TQgAEGKtcgOSqlU5SaDYRtCFa1uBFD3C5LJfPn39aHaKoYEBCzo
8xhfHJMJtEpaVNdT2OWBbfxB09LtpDAHkk2yznRrjnQlDIHASTiIChazm1mAOGkkntndFJpS4ZtJ
jEYg9Nssb8IcuyS9Vg3q2dH531eIBF40fgXZ9xJWo3QzxiwhCBt2UNfVwolg3MLXK4w4BUO2ASNe
CwcYPgCmAlp/AmazcE7Qgpil1WpTONmmb/b1c80rTx+zIMqMQ16cMuJ36ETxFz3lu2pmXwkesdFv
23iSdDdF9TWcrN/9/Ov+FqwcmatftchrIQLBCUlxmY8xgG7WcFAy7nEg7sF5vZFCr52Xyw1YuG1k
wWmlHq/zWNEKh1a9oyjxbxTRHRs+lXFsfrdhcuUyFey/GOlSMZxzc2tPVQwtxzlF3GFSGMW7JpJ8
OzkMxU/d8O9v5NqhFEM7CkIPItBSACqS53zo1HoO0eTt9zyypoBoeNBk6twe7ptaqRqjtY81QfMQ
6wJV7XWcqyeDJtLczGEOAR/la5n/Kcxf7NnKvHR+Yt3XgrxXzZGVHrrt/Miy3X37a0vF9YmOOYB2
aHAtorlkEcpBjoZd1cZ8BwKQX1Y6x/5Mob9439JaUEDtDDFOPLpQl79eqJKYrT3JuDf46Jav6ls9
PavHWUmBaw3iZMtBV9d1YW3hoN04NzGpjTnUW+4wTEnPVuq3fbzx8lLWzhxe8JjRRJMeRatF/sEm
pJkxWFFDbfDA1gFCL7sJbftb1TXQr0ydufEzfT+QzuXZ7456Ed74+UukOln+0NJDq2ROdoohHqPM
T/p4ThsLTD/mo7GlVbN2YFFdg+4GUId4ni++czS22mjp0RwCTSI5aqe+9Ji9d4e8k107geoYxaCz
W1vsf6h1AGuEugNKbaBU/dzAi5unnWhDTUyjhOZHjgl/hXpWDPgKNLtHr3y/72IrHx25AmgzkREB
J7OE0+ekjyc8YaQQjBa2LyclOHZYnfpdX2yRR32+qRcvYXQxdA1R4lP+Rmz4xbqyzObcMLkcWmZ8
Ngqp9OoI+V8xyoo7T50EfUYgSMeOZME8G6U/67Mc9J1U7mMEstcuHatTbqTg3+mN/GghhwvMYeCB
mqax0xV2/5gpWuVZhdydmry2/Krrm8KZjUj+UAfo0qGAqfpoXpYvxSQlr2MSW45UDLVX9HGyEaVW
vByQZvEsQyUOfZWFlzc9a7Okr9Sw7k8l6x7L6cWC7gSeyBsvwLVweGlpGY9Abla3UFVSw9IM5q4C
kGRGjtL5SVXv5fTJLDBbMqRunoAbLw6y71N07CFkao7k231fWnlYiIlGvGwkULGi3H/9fXu0djrb
xg+R5MqjGmq2W8iCG8A4zsSVCeHOFy7ESDmPdpWrYa4fjfrJ7GqHIJcQzC/mCGnDJ1PyZJQGi+nE
DPA+dk6RCRH6KHv9X9aKpB4pDS69JbZSzmlOmdGqoS6Rk0oG18zTjYfK+nb+x8TyuyoDUI9FCRPp
0Ls6FJQASrq/iJWnkApgsC0av5AIu3FSdeya2aqIFtLxMBp/qfbOHG3600dB+asF8Uxw395tsIE5
IDlRYBdBYMkSQZkyd4le6SEcJUir57HcS8UWf9bttkFGWjJVQDNQQwSO8tpFoO9BjRxjaiFPDOZM
FcPANfoG3v2liON7HcuA4UYsE90C/GtJ+kloCVFDYughC4yWOcN8Ii542Tr944ucbY22rOwbZreE
NDCgH+BBWNzMRT6AyzSN9dBoy1ML6AXxKnXYGFJfac1i0BAVCdS6AcS6Kb10oylx1aRYUtR0AZVZ
B9IQhjFHacpP1ZikvqHNVtDmXN7zxizdojeTJ1Nl9a5VoFvH9TzbcBixsOUuAwyLKgXuYNxQixuj
mzPMhwyNHlLfMj8gidhqv7i+18nu/te8DdaAvcIzDEAGMYp1M8vDZgPT5lQO58TTJdWpfxljoE9b
oL/b7wg1DrwpkSQDR4wS5bVrJmIIZSoNGU+ttthhAqt2lE61fRRpuv39Fa28t4Qtca5VdHoAbLi2
ZeNGk3Sqy6E8v6fUflfHzIfISZ5D2Zn6g5m6vUkdIImZNQPksksNZZ9rDlgaUwI4zLnTvBxoh+H3
/d91Q5+GbgrQ9XBksdPIasWnuIjgrYGJ/hQNkZBjlIlFDu35S9N+0Hb+OYDApUUhrBgwjRlLrpo9
QxsC3aTnrn2vJX4G+6pjVMpvdbY23oG3xxnoEw0bhWiI8vEyaMgD5x1YvJVQJg9mWTt8qp2KulaX
BPX8dSROM31sbMSaMyDxAschtkLcatcbMfK4kjP8SVi+TgM0qdrIy+oic2IpdwnDNS5lljM8tTY0
U9TnhPsSZN2jwTzEXb9xzD5LjtfnDKoTGIAVWGCMiC7932rrfOBTooW8i2yILYG5rgW74n6YWhrW
WiM5TU0iYHO0wYms2tgTLa4AD+fD341dEdH55pfguMs6MicAvxZvu7yjpRGTVAtNGSrdiW+SbwyD
EdSCJFTus+KJudKxzYLG9O9bvvUAbMGFYXGtXPilxHJTpRq2ILchS+lNGLVnJR6Wbmk/kPyFJhvP
oJUysI6hUnEaUMLCgRD+cWEwsogMyElnhMmpTs7gK8WE+46EGQpqhDsVq0Al61BbDaRmo6m+Ehtg
GuEOXB5i0GCJJszVMiLx0BshKKWdtFQdW/vOow5shpIHZlM3LYijBF3jqxBm+YUwUXd+U+ztqNlP
2mOaHeK48G1r3Phdt9Fe/CwEe8wQWUJc53pHIBDLqkzjRkh0Za/SQxNj5nuWvarWA8hA3f/eK9cd
BEjBNIIJGQ2utpyLHhJZ46o+mWFfOFF76jBnK8pu2RRk2duUOOVzxx9r7ZBk09GUN3K7lUQWnNY4
/Shk4PsD0nm91p5XqLvbgxky1eeYjDUiiDycsv6tGH4X7av5dfSZU43Zbhbw7HfgZKZxY6pF3DaL
o3b1ExaJkpSAZWFMuRlCIFQmgZJ/BdIPVcZHix0zDMHf3+/bcHe94MXBVi15rgiZzRCvUcPlDdix
zGbCZItVb72fVz8tug7IA5FlosK52FxesTlhpWaGY9K4U/M1QT/HOMqzMxy1mh1QLMjQzTe9InrM
+5f767xNJbDOC9uLXQVtU8Ykppqhbe7S5qWOIHV54hvB4/OELr4d4AIqjglGVzGAsgge6IvrFS3U
7FUjEjykLSJQjMZmNGA8qaJZ69mZjO4ka1UABVKW5/VjS+XxPW3ipgVbJ2HRfpRo+qMFF9E7sW0Q
BqFyXz1l5Yghq6GeQENl43+G5p9UANc8pEkV7VmeSSBvnYvZAg8KkJPeEHPzTz/0aeNi2rwu3XSU
uy8WWLA/tGQCLecsHuc4BbO5y9QSt7vOZ9N4yPuY9IGmNajaySkQWC6pNPGXMlK4PP8/pH3XbuNI
tO0XEWAOr1UMopItmQ7dL4Tdtpkzi+nr76KBg2NRgog5FzM9jcH0uFh5194rtOl7OzWQnQIRL98O
kg8FrLRWBNQykuG155nfm3mkdmBPSEJGIQIMI7uirbScJmpWvMXawHwzVQoO9nq9KJIGVTeFjtA1
1B+HGrH7l9AUUA+A7ykSCsDbjh911jc5GTJfyY8TzrpXBk3MiciAPe8TIU0rWtZ+ZqpF3CemwnTY
QfVVy+0nXgoS0iPh1ZgqxiYxYWbYf6hq2MCTNutQ9WKiWBgONyly8J4ZkK4nPFOKyo4KGSznMSs6
6RkWcel+9IFBWkm939h5sysBpJtmhXdgdi6PGtxATSjCtuQM0v9jjJxekLxz2rAS2M2H82JFIqmP
nw+RIRXoxcWey5QM7MzAiM+corxyfnvU+0hdOUNu7C3UYmZ7I1CKsLXn//77ypSELpAHDqmgLKYd
9MX7rW4MZt15/3kPgxEGSbb5hDbA3Lhsh5P8FuT3NDm3MfJRQWjr0U72Af+NVqbm5qD9amgOSn51
aBgQA8KfERyl9sPPn6f6+X5HVn6+vIgxu6gESXIskrOhJR8GzxFDZf8ZzQbLov/twjJgC1SuU7Fy
k/MAphsPhx/SRsweDAjS3O/LjWWMhmYQILJps+nz5VgFkYx4k6uSM5PL/ThVmzITK5Iw373fzo1r
EZl2hEd4aqNfSyUavypRL/U1/YRj73ESE+KXCnTu1O3YntrsD6R+Vjp2a5JQ0JyfHwhD4Ex/2TGw
5HIfCUjjJPVPgr6FXvb/pQF0BKsZmEBp+dIQ+Q6giqADp8zYy/rDFMQrDdwaslnMBq8YdZbSWSxj
prRDWmu+fypakfrCAzeNJGoym0mQ7HuWK34tVXEjUpwLL8iPg1EPy/FFgwJUTiWxCrk5dstGiH3K
Jote6v6l7EYXmrtDZTL2ZBS2Pr7wSIjKGfENW6lKGq9ZM1wvS2Rl5jT9TExGoWCxxYqiSwow37kT
IBdUqgdAEkG1ileoN3OHLk9XCKv+1CF0lE34n4jn10GhyWMuh0oandUW73JIDVeTkz+m32Ek2EFu
R/zKjN7IDGo4+1A7/EmKSMvjXON4uE0luDQgTkObMHNk49X4pyA9IlAmpNtJCw8Tngn3996tZqEg
gGcJohoRIKDFCR9rUlGo8Fs8N9AbMAHAzuwMUbLlS3V/Bh4kdzWjHxCZ9KELgWXh2UjyNYe56xmd
nUmQoARABtDWpR4P12XI3zRTdC6jUQfJUsNibgvOLRV/jbB6Pa2zLN7sIgF1EBh8LS5N6DL5ad7F
+VkTYAILoV6C/BvJ9dM0pTsojIFSaN0f4Vstzo8dsAvw7sAZd3nYdEGU6RGf5udaRFWJTAbJpX1g
mAWjnQyHeW1lRtfam//7r4UrKbkgJQrak3Uz4yfIDFmiYkHPEseonnri+X73bhRDoFH5v/37efr+
as9PyylKIrTHCVRv31XYwLNdCLBaW24yUNV82kVuWxXYqjINT21EoZp2/xtuPK8BLlLAKYNdGjI7
S7Zn1qR8B3B0fp4zw8q+Ho8d9+4HB4F5WbFj5b+m/DDgfvk9CCiXo0xVCLSJUiIN0S4pEOgG2Xaq
1+jeN2YCX4ULVFPmxPgy+Ri3qVBpalycBegjtXD6wknlDCXut2RfpQdt5XV5HathEGZ7HBQwgf5a
PnBzxmK1hojQOQSaLjmLOu7s7Dko15j+NwDUCDoNvGTBM4cuyFI4sGnqdoxh+3Lu23dZBprC3/Um
VnZm/fmuLOM78uE76DXKXosKYO131UoMd508E3FOgPoAwZCZwbzEkyn6MFRI6spnqDKTrnmKqojA
oKcUNPz2qMElQo0fjDEnauevLLXr83JuG9wUSHriKYj81eX26oFvDbkAbavCQS7fZXErcQWReBcp
cqk4t4qN983Klr66fEEcwmU3K4vA1RUllss2E4BRkyBNjLMIcfjOTbldJVMw56Q1QMLNhoAYBjpz
vvSWA5uMKbBZfmqcx/DbP4HKPgQ1AWcirO37O/b61Ji79KulxbWTsTpo4IBlnEsYkhevEANVNpVK
2Lnm94NMjfFFDP+GioyR3bAMPIA17Y+r3TJTUPGXoQMziTFdHJNqkeTRxCUJvKQSMnwW3dMI/aZx
VevzKtaUUXhANQDZtVmqXRIv5y4cAK3tg6R/0rkwfmCgwZlihZrp/fG8mjgYEQKIiHri3BaSXItW
+Jar+jCX4Xxodoql4MDbtcXjJJ/ut3N1U8/toCQ8Y7ERgy1pwrIypmnMMRkivnuhxTObo5H+534b
10zhn0ZAowcSBKP2s3Z+3Sg5avyQcZzkp9Yekr/y37wjOMgN6V/mPyaJq5QDSZNdn1EAl4lwAqiL
1LNIqKEQFYnr/argzs3RRZLsfz5osViRXBDiMRXkp+olG60C+hWxvO9T0YYl+P2+X60WpM5U7DsB
eXiQ95bvYDlpB5SNZBX+8ZAHKV+RybrfwNXDQQEiDnU9JGHBcAW4/HKhQKkMdW1o6HsNqiReXeCQ
rPsBWsuhFts6RCUpWAvyuTPCNYPfqw03t4y9AOtMXFGoFl+2HEpR0E0g0Hha4epsw1cH4/H/QJj7
aQWXEm4FRNLL7eb7wHXGMfqnVCFgKhZMz0mLslLsyM3kqlpipo7QBs5/H9XZigFYLryNgCS67JuE
5EULlEbgISlDJxVidhItcyjGho4Q/5OQ07rf3tU2hHgqcp4geKIWDm2xxQOWE6N2bFooL+bKvokf
R+XTH//zIxlt4LbBHgfKEKWBxaIfjTaQ4LKZeiqgK4PUkWTNo+Z6LV62MG+7X/s8ZXFcxWKdep2e
QAP6mOk5he4rNysRnlHkXhm060IoeqTNnrrg3QAVYSxmKRa1mDWKnHiNdBoYbTm86aygP3PSXs4F
S0Ew4We8WwDaUit23Iwkl5lZ1Keh3KshdGsK+79PI3YEkNX4LmiRLqaxFjPWi4ikPNWHJyvOUxAu
YQVkAdj5fr+lKy085AgQFoM4CDoU9v1Sq7NM4rZsoyrzkEkeoe5cBOWX3LOIoyzkii+tBVrYDLV2
2kua1ryN4jCqcHD0+4MqtPCD0Dkjxm5quPQfeI6sWtlA1wWExfcthgIU7DEIqjbzkmI35CPcaTgS
TrIb8JEppp+FYAPDnZMxAGvhORwQcfUrV9v10YsRUgEIR7oGBORlzkbhI67PpnQWnYUQ0NDBnk1e
E/6+0QbA+8g8AXgOO5FlIFeChRLA2SvzdL4sHQTRAYUQorGyrG5NNuIAbfauFPDuXD6HDH/Q8rEu
c89Hrf/B4GrxDdCK+sSVjNFw/j4i8J2qE3HQSoxs2QghEfG4h0q7iuPTafUM7qcNzCeRXQqNJlz5
wusrHrpuAPGgWoSkA7J+8wH3a+u3vjYGpa51Hl9SHTFmWEc9raZTFXy1sd0Xtmic+86NxeiJCw1S
sdAcGy9gIYWjTOCbEmfBzIiUqCKu2c39TMJF5mf+Nly/iA9FDN4y1cVPfAXhvrr3OEgPB4Jd+h/w
o4Vq1RnOM9SfNmPeWIlSgYBuR1zk+l3qQO0vzyrCFTR7G4w31CgQuhaprSpWmG3S8JvBzEV/gJGw
hT/N6gMMPSIUIgwAB2Evqo4tKUqL0yyOR3xYvnGy3SiHqmxgLPcv5wsrPEZfWQc9qQ81fjNQpkaC
7f4RcX0aA2E941eAEZmBqYvTEUdBG3eC0ntZ1eckVzvV4lnK23IcfTdyNbtg6J8d45KVF9XPRbIY
bzyToUcy35wI+BbXgBD5KtDyeu8pw6uvABbH20XgFvl5LM589ChpJPJfjOEl4iSK8Lw0BKt8kD5U
V+S22Z5/ijUz1mHmcRxgbRZQRXgIGzy3XXkn67aimsJhjDRTGE4wNSmt6FE0bC1uSVmT4VCoDoCa
lfRsfImGeX9Ar7MSuGmQ18I21ME6g6b15SLPlabX/JrrPT6BXAD0TWv5wZBhwkY12QmnA6sArolM
7aRQON4ET6p2qOqBaLGjH7OQhMlask+a7+zlUP/+osWjZ6iBnx9Dv/c6KCYIdl9BKe8xMaD/3tLS
gCyauh8DU0b+dq+6avjevfghqblHhQeT8o3rTK2gvr7BYjyMoTVpppgdchmXgwnTEMnfJGmFlQPv
gB1Ur8KVOu9V0IMMIYhkkMtBYQ/cyMXLOxG1SC7zPvFin1PcAShgWk+DbvZA+6zshatzem4K6BQE
k4BNgfNwOXONDn90ZPQSWCMgTYdbkVFRb2N6f4H8BKMX04FmsNFmWsX8fFuGcRB5LzNNbAqo7A7c
Jg/kQqQlH/mJI1RqodBi1JBLT1u5dqaUsZqmchrpKNaOQKl3FcCDhJsivaQ5uLkjzf0RLgV+qPWd
OZRREzsxYx2UdDh4S5MBKXPQ0yRffKpKycBEQlyqo5k6Nikp2TTmFNT2HmcSEEmRDSxn/54aXOzb
bMpDiQJM0P2Nihgq6Xw9atzKMXAdAcyHLsqYgKLgFMDvl2POxjoppSCcg6Fja/eNjbRK3xNmN53V
5i/yrvkEUAY4mpW5/pEoXMwCIMVIvSMhgfzhUo46QMTEDypyZllI08/ajMymtDqzDp3MCuQNq3dF
RTtgU7bwgIYkwGB2EuUtaIUGZPhTZESbjbUnKK1/Z1vNqraSDZihXpPsoB/ELSB+wVeVkBryNh+1
BLQvid/6fQ7HGR9SFxAVPKSZQYQN/+7rDmwJ5Fc9oeHwjisjqr12crrcilO3VUkXrOB/bg066scz
Bg+jD2WTeSP8uocVDuSxsGrByAfcS+k7W5K+RvlkANOf82YNJcPaVLtN3zoGe6/KbuU1Op83i6Gf
z8aZ1Q3N3CveBZbhUPCwJ/ck3Wmal5I96q2jPPPpM8/sbK3EcrM1yFnj+IDGExBIl50dke/JjVzG
doMt3yaAFCPx2UPfbIL+uEZZ+oFOXXYNhwfq/wA4AuQHvfrLxvIkayMjUKDESdVzA4hf8XxKz62d
Qilu/7lnG52Ou7300ipUO4TwYATFJl5d2zcm+OIzli/TXjQmrYfihVcR1zSIO5jcR0I+E6ugzYYj
bm13pg0gR0VklLmOBzMkistZbmjv3JEGJnIr0seDcnxrc8rEnTeYpLOLTWYdFMJDTd0KSmszbZjz
1jgPOm9J/9STgOeCIwdb3zH2El5NJNRJRHVz2FbOAUWIg3AOaUYCyPg8pi4Kiu2j+g1VWtPFZsIf
gKfWbiAwXiOVk+5fv+EQNZj6sTaFpyY348fOd6vjOd+XrVW8aHZBW3wu909/V2IC+zQCo/vekezx
PDS02PtbjWSO4IT24bHQnZB+HXi3tZ3S/jKIYhbExSqn/LayDtA8o1GyGcyYAZBIfap88Na0Gx4q
0j096FZIzdy2DKrS0CxtgEXf3IrAFZRAixbaErBys5FDdG3FgQCtAVFxAngtgX/L+97ZYGefAVCy
LA2pzuRgnIJdmZOAnPRtZiXkb2+XpKMgCuJJBj1RE9oUxpe2E10ZJY2MlM7xMTSLgbhqhJoVIgYo
P5+AzTz3vvmp0J7opOrp/p3/yJzta7U7Vqby8iB2VkeeAgs7OvNyKrmcefK35bPmwQHL6slnb+P+
triTbzk9gTYwDFiOXW/CgMly2fa5gHsJVZzQpDpzIzeytWNKqNUCSkZDALrgl0GwRmJItUxmR33X
KjdPPZFcnuTfn70pPmw+n/tXRSIk3Joo6bv6ebCCrUzCDam/1J44W5WIZAL480AJfN0DeGNQ6R+i
JU+TiF3bvhN/adRw46MMsUdiPYFiYlVmYu4Lu6MSfe2gh0i1bWJ+MwG2dZuauFvpQKfTMbJ5Ipzr
55CkxMswvwLtjkcX/7PdE4ja94Qg5YBvMQOK0d+on0eFlITq+KEYCY6+hWb+MTm2So45/lWwdhmx
Efa8cqm1+fSt4qO3kY0kGZFJb0alZaTWcfNK0y/ZeSh2R0bR0yqlGk1NJ2oszSsd41EQdrCxMpPn
LxcCV1j5e39P2215+HQ2oIOU5JPfAEC1mTR766TbgpyNzyAn4Xdkjm++/aw9vhd2+cwKM98WLYlN
bDSeDNZAxw2RnK3L5SasDnQaWozmh6NIHKp8vif0DOrWGYAtsmVm01CySQmG9p8N/LN7TJH+fmh2
qVUnhGxcCxpfpmFaGg0s8RFcCzN5KMlmpD7G5vsrJImDMHv3/PmWPbzAd/sUHuJ3Mx/sacNjM7D0
sFXR//sh0895tTxW53rjrJo4iyEtLqwRQhtCI+mdJ6BOPZqFZok+/RO4fGMZL6NvavPau9/m1cMI
NwV4AsgJiEgeaUuR8BTME9GXgXwbafPM2AuigKA01dDq/O/7Lf08dRa9A8YQTC6wT0GoWb7B8rAT
yzQMek8fzCh6jSSsUrgNa71ddJtQdRiIEpIZIRxUSCw8RCOZFBpCUoKnaWb5MWYZsD1IhMShGU/b
ujw1lcOXTyufOYdiy8+crQ2QCoKSDQLky7utS1Asr5MCLzYwQaXGkiDmB/ZZVkqk498H3VY5A44K
EIiHfUpx9NM/GbcZtfc4BKyx3Bbgi0l51xEVdLkwMHV+bZXMH3DvAxfvHDXOOwlphd6TnriHaps2
2EMN5HcRL/tvquoep4ORUyjYdRi+1uTX3tLXYGMdjAYwL/E3ajKQb7scITVKk6xoRPhoOe0naHLh
UdTcprDxV2WFm/QwPCvOZI2kX0PD3tohKJqAUQOhE/xaFrakRIV6lYZXJ1yisJN1xnUTyInJ9KBm
iox3AyuM1sTDY5TwKK2iirRpLYD1OupMtXwmtt9AYAj/7q8Z6Tr4wogg8oJojgJDS3ExJfyUcIXQ
J4OXipAFpwJDjnGbSmRgKCCHwA3B+BFSTYk50xBi/RxP/6DVXkknOMCW6RtcOlJcSkr1kaLikxNx
fDWmwmrqQyF9A5ZGwU6OxA/QVRJQJwYUDCkEZsfGjfGgVlfC1hsnAvqCBB6qDIial30plJjXeike
vDKlsfrVPeVFSKT35El6vj9qtyfzf1tanj2VJgS1KKKl2DVkipR4GHyMwzYRKY/Z+xuFTjzRsl85
8aRb+wcIpLnGDtWPK8EaHSXtBGHjgFoNSaCfQtTRGq0aks9P0XbaDwbpXLg9y1R5E0M3DR2/RDyn
kBQVwWGDp0RDRajuA+079AeeQdsBkzwBGO7qgcNt8cjs1GOqm6zcGGvQuOs0ARb9TCwSwBeE19si
8G65pMzGTu49ufNTpLRxFA1Rm1Juwovm/vTcWtO/m1qcg/3ow8SPIXPFO9IbYESVZmqIgbgM0tj2
JK+0dp0ow6GCms9s1Qr6K9gkl4dKXfWNxEnoWQrZyamlghyaKTQ7QodNgHebZZ5a6eeQHaAQSBkz
W6uf3mLgQ/vkMc63knwwILXhpyTfRo2rBAEBwhrUJh9eRX+Z4aXFzleRn/zXhm9NeTDCzynZSPlm
TOwweZQDOCT3pPaVfS8/8M0xHjZ+uoIzvNZum/uIahNgHXNR5MoYKFXqiteRoRqfpZC0nKtuuQjO
AhT0CJV/Kx5hzRb9aV/a72oEdwRPZNvwJsjXH6HTn9N6TaP5Oon380FQH4ftEjLCy7uuVtXMgJg8
9rrJKZav8XiFd2QQXUFDhPs0hJu8IuUW5gDQRKwQg8MgJ6L1Nohtba1edOs1h9GBHjhEtJGuWGYU
1YnxmlzhY4ba1N8HtqsfAaqqatpaqlecFBs+GLLYrSy8283OZVuk3+Cf83Nc/MoSQJdV6poE6zxJ
Nk1w0tqn+DMLJEfKrBxEOn6vhChyUlkp3bWqzK2jdrYT+Z+mFzlUvcyjWh6xHnrjyDHUcckwmoay
G0tTWCOLXmN75rkGSgNxHjyPcOxebrCEAQo5zQlbXNxSTIeEtg/y6LTZdhz3WvEM+N79A+TWOQtg
PdxAEFhCo0+6bHAM+cTv5nxsq3xCp+G5/JtPtHs22molZLt1KEJZCSsGiCl4by+GsRfaRpLHZPRa
vpOshPdrs4sgI9qVvbHSJ2EOwZfBlyrjmoeqNaLEpdCjoo5gv5bZ4LFiJ09/Ux/XgjnCy93SfTPh
H1UILCfuDIMxedm5P6C32kZtFzVVFJdQ5VxGGbUgMcwhdmt4lmY5R9yU91uYr49l71Dlx9UCcAFG
c3G9BEVSyvEAR4m8ByeS9VTBqztQN1C+WBnIGykkFMjg0atCKEAEhnAxaULf1JIPmqKnOgpP/C0I
oACPPk0m9ppBjA+Y0EKhnpb73MCThLTvwb8cUJiGyNWhe4nXyII3gpHL71kMLtdOLZ9OCEaKxFA6
vL0qwxWYAsMTvsSjtRE01GVroao8Y+z048xtB6e2Z2JEfBkOeaSXMyj635+PG5sW5ATU6UC3MWZn
zcUeUkYeSO2uHj2UPYdtXkqADCWVjNog+Cp1DNq1r2eh3fFZ7chlKW/8PlmTqLxxS1x+xLwuf52Q
UFaNuqDSBzw4YsNNcwqh9U6mnc0UcKJs/482UnCtUlq+ZCY8DhJb0VHao8qa0rhwHZNcfsl8Evz6
EgYADkoFGkK3yuT28kALydGKjZxQ1eSH7SFGCXU8aoEbtbuUig5Pxw9NWrsxro/ty69YLF14PfRV
IhgYD5EgyBeFkvSdFbmNRkdkS7KEyNOjYLwy4zPubDU6wwUa8POqPWUKW6Hu/Wz6yy2LjwEKFy9r
xGN4kF0OCdePCQNhH0OCBKGGtKex0Z60/G9rQN4Vir+2ktpd53B2loAND5kbW9JJLT5LwpaLiZS9
IswIGxtVV37aaSXSku2hTdyypsHKMX1j2AD9wosCYGZoLv8gb39NXiJIo1KPw+gx8ZRzDUmNo1wL
hLUoDsEduVxhEt1YKxfNLWapagI8BWM0J2FgOF0jcn5icylVKJC+fPUNRsvo5f5+vT6hod/xv11c
BrEAWWZGmvSjFwY1wB6hWY/h5v+vicXjW4a29yimaCJjEc3rDxRP/g8N4H2BgBBYREzX5YIytKIJ
2DxNeoJcLN5ITbGyga7va4zSrxYWSzaVdCYBCTh6kfiXExMTb10SIR16vx/X4cdlK4uzouFYGWjz
QClwKdUZXtU+Qp7coEb6T2lWtuFalxaPJZ8ThyKOhNHjJ1gvSf/6TgFb1l+5nm8ur18Dt1jSTark
apXyo4dgCO/RAOlZVfy4P2w325gh0jMGD6fKYvrlKGOoaKEnPl7EuvQZsrXK8M2x+tXCYvpRhq2U
WEMvjPpNqV7z3Fr1EL951ODzZyIMzE6WESGMQxXYoUeTJ4rjPzGOTGYMNBiaT1bxrSUkeMP7/bgy
Ozf7BUgN1HugAQDF4cuNI1cQeANbZPLq6uAnx7p9FLg1Cca1NhYrgBWtEBVNOnmx/lGwjhjillvl
3601sgiFZCP1U96IJy8FYlaS3K4UrAqE6PsL7eYczSpRwBrgEbScI33iuIHx9eR15UkOnvq82vPl
s6+A0dPhVvDXqEo3FzbqsUj4zA5NSzmIVu6DMBtztCd+Fdy5lr37/Vn7+fOo/rregqiXubIrMDXZ
30R/VrkVYsitnw+TBLyooB3IG8usax2LYNy36uRpavEmhfWbUfxnKVzwLUGvAQcEgAGA4BfRZp90
01RBC9ND5pQYo8uUl2I07w/TrUAbkgZ4EsJyDQiiZRjAa3EmFgwHTB+De017A6LmsMQ1kP+Te7ny
QbVpIp9m0sSEnToaBhRCBA111KGTfQJlgNSu0mJao0xcXxcgtKJUj6I24LNIMF9OHyTE2pSJOXyY
GE39Py2pxwckukJphXp5I98wN4Seo74DFu3yFTeWRiSVfIEwKDN5sPMgTK1s0mGfGk9SZcqHSnby
FvAwghrWytBfb2w0DaaNBEIkXLmWkNw+TnsuwVHoxSlonnDS66Dlpzhi58ooJQrbyJTUnd++PXPT
I1R7e30ltLgmV4Fu+vsDFoM8ZfCSgLzh4MmRq/NAaSWUOeK/+oUBdALQYEUGZyt+DrvJUsI36K2t
DMC8gC+D5Yv2lykmvGhTWBjjJVObTDNHqBiegVarfatDmuvFODQhYZti7eS5PunQqgYwKDIvUB5b
Lq10wNOwF9PRgxtYqlhVYSl4OMRuXO6yNSe6W8tYA8wQuIwZeSrPp8ivUwgTzxV+L49eJTlR63C+
Nbr8q9GupDJv5EFAdZjRavBRhtrnEkCvxUlQg6jGe/5pxPsnmyuy/ndmIjMYFu+9T4LJxPsCSDxj
O8orof2NTqqQt1aRxZrZOss0Bcc4BvQhGk9H2yBpf1T9d36n/WcNJzghgYAH5XOEQSCHL8YShYKs
rlKN92q8bgVrPEfDqRXfgxkj5hhrDMdrBP/cHHg4GFDU1DCFl1NXlbxY91Ab9Rjt4WK1KR/LjJYV
kLOGGWa7YbI6ZKhhpmdii4olplWKrWKtxHZjsUKcFnoFM+cUU7vYolor8OOA5erVbNs7kWi3EKt1
9GSvayuY9Bs3gQZRRZRZAd3/IZBddrjgsqbI/En0lNbi65ckdrSBhBytAVoF/BF+mKZoloN3/xC4
znFBDQzXPyCJc4VrGQcEcj6CiF5LniFAWN4qAAvp+adqDSB7I3UDyC8S2RDDBTcIpabL3sGlwwj8
buK90W8mK8XR9ydI2jIkcckbpJ8icV/oxriJDLgbwQVEPDbNWK/cNtcnPj4CESno2VBSQJh1+RF1
CtsSjhN5D6aIcTpXpi29eL0/oPM2uDxUdVxkOOCwHyGmsRSc0CCCwxdNJXpD4kGcjkRMXrm4brYA
VCxwA6gLXHGNk0KMlJyVIjzhwaLELak0a6DYGwOFyi04R8gCzpWZRcwb6GIgs1qUPEkGDKHbdIBX
rb58bqx4xBczLnauPs417MvpiBW+nUY+kz2pdmNjw3qV8vukofEZyBl1z0bKNCKuRdrXxyVE0PAi
hB/UHGrzi4NFYPLAp5Cb8MbOzEMzSnfDTnYjZSX5MQ/RYh1cNLNYa3ErZwGDbx/KuWyyDAa4BBSZ
39thxpqtbOIbaS/wQKFDD68awBDkZZaCa0DWKXrf8CRTIrmT77PBnJyJBs/cQ+t2r4rTPMfQLVaI
phzgQKnmNiheAaPMnc7l35TULRz1vEBx/K/72+H6AIXKN0Q/EdvN6rTyYo75dgiyIgx9b6qAqN23
WuYWMiCw0ApgaWprqnm/vevNgfaQP0dFB2QYbMLLNZUBEZpMteF7MrDSsYon9coZcj2vkJLACQbY
jszzIA9dNiD7ELvuGl72EgJ4Yo7KB1U0An3tRH1Q12hz12sVjc1KHTy0QnQU5C4bq0cJej8AnXhJ
eBKzfcfMkaMKR1bW6jXLHlvidzvzqP6Kk7K2KMTOV2SvhR1Q+aB/d9kzJOXIkFuNN+6Yvl0VQbm+
eC6bXNyshj52eYPo14u+35r0peC2TF+5Um+sBQQOuNlAYwVA9+f8+dWrgK9KeBtJiier0IJVIJfT
b+6vthurGyR9cMvn5wvIfYtzkoc+fQsXOcUDa0Cvjpm/nd7D1DHMNXHnGxGmgZsLpyUuLgDiliKi
eOwpog9enDcClfeelbbodRs+pEH2LgODp5IiJk9j5UiRc7+LN/BNly0v1oYe94Gahorilf+g4lh7
suiquDsZPANygD7/6H8Mg/L+DhLoBgCMT/3KM+UHB3B5ksK9GGU4A5xbvER/4Ea/prEpNH0w+obz
dBiQD4Bfap7+UXNOHT0qBfGFcttLf4pJIyhPZYWdsBNsRiJjIBFfklIElv2gxDWJMUzptpE3SbwH
KiXLHzqddoMLgxswPryaO4aTBe/29Av6ZytjOO/TO12QF6fSWBZjW6o15wHW/C21rghXv8xlxgF5
nfLEuciNdsxbaXT+ofcaXRweaZhpYWqg0ZzhwH9KUt4MHlXpjHp6UdWk5M5ivkYyuLEhfs/VMmdS
wRIJvg4l5ykirRrb1ykQ4gb76nYgs1nSV1W77J9P/mkKmWSSmBVslFa6Pd8oF93GOkGMiZo0SD1I
2i8OaIUvBlX1Rd+rXoyI6JB86D542n5UmVkbTxzPyLpy/tVQz2sTRBbESrA3RXh5eX6O0HrnfIYl
2qQbpX0deOg17vqnQCDApPV7zr3fx6trAY8iFNvxMlFRkYC49mVzGQ8VZUPlfDwVUGN7KfMdp+M2
PxprS+jGWBpIDiK0wD8gOTFnEH5tvUKvYCaUJ5xXwZX3GBtb1bdEOujw8/7XUmiBlf1/fkrPfZuf
fqC644ZYooIEoUhYVymclwYWK18KdccHD2VLQsNmhqOnVB2O0R8ksPvOadbotFc3xtw4fgFRBvkm
QK8u+5vHUAmBmSLnFcJDJ0BIsshXjoLr8jF+PJQcQYABWRD5y8VSEUo/GEbGwmdRP+L6o1nsSsmp
5N5UGZYKuc3RzIKFN/WDl1z6o++kiaKzY7lVxJ0SW9DOXDngr4PHucMKli5CcYT8P2XmX5MMy/q6
iHwtfJ64U9i6Q3WS++dheG1wqYCyW1CxehHBWpWat04E1hi+YxOZXuL+XdNoBxwgBD/hL0fK9Ivr
aQT/0qmwe/WAUnPX4/m6mre6Ch3mD54dTPGYg9HBUtgr0Eof5LgueIbXm28Kdvoma1QjEHWeGMyj
qS7BnMSpAjriyIEdSfB9f/v9JOMXRwxMtsAgm6EvKHAuglqt7SFDVSnhM+RgSfkIF7HWDEGkdft3
KMj171MLYkvzMpUHofrTliUBdA+h90dRgFpHoIRgKnYmk9zWWwqcNwgwslVw79O5es4MCsg0r54R
JEcWJBJ4xQL5GBBQwfH3hk4NCKW46ms50ekYucyH8ATMlM1iG6q2n9rRp4+7zWsPYFfgcZ0RiUOW
2Azf+8CM/c/7A3GNQICAG8ZfBAQZUteg1V3ul+z/cfadva3zyta/SIB6+apqW7bjuKTsL0KSnaj3
rl//Lubci2PTei3se/DgPGUDHpEcksOZNWvxgaj4owhnnnbIe4UAqB5a4Oakyl+VQKbsQsAXEz0/
qehfYFaSd0LTa3dsZKNdggPdQ2jItwCmA/iehiCJBoOOqAVn0xiFlwbPimI9cmbygaksv6XIHuNB
L+Jz5Rs8B2zfhpzKaKyOiOa4XvihxSc2A1IZI4strnvtl6oVM7senY74H5wWRzZiRWqiiqgEiD4N
L8GaeQPtvXeooxX7A2lzf+8h24oXEeC3zNf0ncZ/InYHqCzzjM6QhcfLfTCHSSKAUtTlCbExzQmT
D4NcNX0VXpLxoJ3gp9I2vSCMbMdnhvStTzYadRDcTSarOuVJ6RaO9/u2B3wANE5JLwFLiGypiQih
MVNxARNdoIQ7dEY9Gbli5N+195pbzOj2ZQZWn06v2j0uT6Y6Drld+lav6vmn/xRLO4/BjWfXEC84
NpUhHR479N3jjvo66vyvhqCeBPJ1KL+gZSACpinHWYcWgvzoAQ7amI/t3ZcA0NkCPUIBXS4yUhK0
cF9ZTe0IPu30EvHbIjDlD9az2sgsWTffeZ6NvRye2WrFCXpwySNjKqFgsBAwkTHdHmZE5h5vWmgH
IyN/55py0QxeFGeXjP3RcMzjebkwSBJo3ltA3phc52AloWaV88Iolv0qu3Tqun0eXMFuXG2DkNyv
Vrkpuky74GXkDqUNgnUDNTsAedF2TZ3PoFhpGEEI8otX/QAmOzQvXf6vfQGgxYMu5y/pM0rrGjUm
T0t9vuma/IIrB5rh/KRn0VmsLe6FWYJu3OfJKFtUyFB0ZZRIU51flK8eTAZoV3ODYBtHL0zzJL/V
rQHBzCS3Hq/a75uEnkSUaJD1Bm8HB76I2yMraksh00KluARouptwz0AwLVt3jF10RiBsu9pMY4s9
CD8lOI8QxjcxSDtWzLOvbRnpT8hFgILpJWg2c10GMXkEAgEjyVaKAsqMl7ZeT5CdqdddiAbKzYgL
DGphI8KJyMjbk7ekbXXvEUiW4uglToioi5bFK6DoE4R9X16C0JSkP3m2E5d0Pu7PDphAzxjyvoBw
3om9JVntMZ42lRe/bvRhOFXodAyPLBR1xnX2LB8fL899fQTsHdi3MmGwISx+lFOgHUIYWbYuL4KH
Ph8dHO/dOqicoN2jS9WsjtxRsgpdi2OEJX/l0mEWNsDccDUSgGEPoLpGb4Ci7jyB65vyIk1m4en9
oDrxIJiJBlXpj7AxpHqp1Uu6f2VhyCjU4u0Dig3k8G89MtGExivbsbx0pjDYOV73GbgCOd5Sf8qX
FolVdOJaGWN4rJlkFhfaLWgFRGM6JjxUj12wHBHqp48y0huLB7Q8QjdnbFQq1NuMKjEm36gPw3dW
GAO45tp1UXyiU6mddgD+V+lK/uRro2NWKEEVCOcO+UIu6b4TB7E3cK14SKKIh5w4Gf5VHM4NfKhO
nYQWVkFn0cWSVK9RavilXcWjIfQgZHBYsKMEdvw+SsdBNMX+JHwryHtIZh8ZmabXE+CMlpauIiiI
1KouVmuUcifeZBG980akrEDoHihuy5m5ZuM/Ss3SbfKLVL49Nm5HQZ29XJkUoNSUqwsIBkLNVKaT
oOxAVa1N2/pn+kQWGo9wz8m+80T33yd1HUU2pzjeaCjqqo6gfb7hWWc0R9mMmlWfOdp0SNityICM
z648IzhKwlN+UP6ERwEUL8Kr3wcIFPRotPwn8avxLCXfJlAdeB0Yt3JALS5rzwri4O8ycqB0zoQv
sebU8VPM2ROz8mKbl4xqn+OZUuzHqAAjV2mADWpykPUM8CvBhkEHpmxAvrra1iVqczbXGWN/CD5B
VVRqPF6i+OvQI8cYLLF03mdm4RToGSAXNBERorMZY5ULcc0o1YVFI3hW/0C1SJdP2VFy8I1o1ll4
DM4EiDf26C40IWPlFH5YXfjn+MV3O+k4vYu7XjXqGoyL79O4xrmem1ALzSW8L/jT42Ptt+ZDu49M
YFCo/BIsFJXakBI+69MU49Xc8kN+ro3BzcxqsnkZMaEL3iU0cIJZYY1e2faHfS3QJGSWeKjvm79s
ZGhfyipNU10C/UDeWdCK83Rga7XSQKOWBkkMzFn8BLonzumnrWc0Jjg09z6vt5/RcweHQGe5t8TS
fF/7JGsIyhdIrQFTA8peamP3Y6KlSlhfIEMUDLgUf+RcM9QsWbX8lmVLA0Qr+0r551gWVnE3INKH
Hjsi/lurKtulUih51YUTLTSCtS/DgC7+P4Hrdyd5CYt5n58mY1QJ66OKUPZOPaIUeSQ5mai+BHhz
1d9Bw9tys6vyV6RaxWI1RV9SB3pGwDD8DboEs2SpWeMu80h9AMmZXZ2ekAMNejaP64sYrxOO8FCA
+iGG7rO7yBqGX7pz0auhUi6KYokwpiKGysZrDsTXEZi9h4XrfebBiBsOz2qEEqj93O0DOZNZT278
X5+J6vdSOifSSnpKY1RElYs8umXrMIWtjDoAGHh9l2AVC6xmeB9QzBsdNlyA9M68VMgHKYgG8TlI
z1G3U6n6ydjJmF8FB14b7AcbUgoc7hi0PyTQaSkMBtRRKgAoFTqvDwn605NNJhmPz4e5VUZQilIi
qFMRd1BBaes1clFKDVZZREW6tL3gZcq/vHqDhMc/SzjBo1BzU4BVQkpXpB9GZRHHkNQNmksESu8v
HPsMUih4JCPBhdTK43HNxPgwhqwgqlRQC0Ze8NZ9A6Xuhnwqm4vQuyr3pv4wHQ+8uc0hS+47ggRe
U98q63jDxwuPpblI8sY0tXM4uUiLEKyml+qL+4wFwRBGUwQjVaPqkOE2ar0VzfwkS86wr0Wg7MMY
kmWuuhSizx4h11NA7atOhCISy9XNxQNDS2/G/K5kkLaJkGJ7bqDg3hqgtWc5Q+lWylnrFjxr9qbV
QMP7SzaOI5NaAU2YvJxp2ubSQg02LdxCtMTS8IZd0UhWpUVGzekjyF48+byw9vf5TCRdryxTCzBm
aFmpUUm8RDVIsIhemZIaKfhKWaR+v+PanJqPrPxKx1Pdury29sdXIOWG94XPIGbocw0vTU5EHkAA
6IO6poI4bIUyx7nWxX/GXQfyAntQycNi7DeZNX0wuRuLayUwwjfuSYWiXrEUAZMr6e4LULjHmwLo
L2y8203Ay3Eo8HVaX7g3oAIPPd7TDQ+WLNZiQzeyMtHxageFvnqwR9fTK8dLwEwTfTcI0DZVpbNm
+MY4ww5Sc9JgKKGDmk/3z22qOBYIuuB/P5IcUVcXTeGVvBZJmCbII4/oUEZrUOqWBZLhvrHILjHr
GuARJZTwcBGaJaRVsjiQAO+4QBzMyBF3Bt4+i8xIWYi75s5VQO0AdwaHOVEvvB1UkiWdUrRdfVE3
3FPvJ6DbszIjap+SJWAfOaHv1vjKEhWWcFNfaEkAS00GvE+fMZLt1+Xrgi8TX31khfJlX4i4TgRO
44JX6YX5lH+icpX1Ni9s5Uxn83Wwqz3zsc2ZFAMwxOC1RH+ZBNFq6vxo+9AXlU4C0KYJrAgbNC7e
JeHf1wlLRFiEQQZNBE5v10mrpLRPI6a+JP1rqIBvqHsGySg4/ATE5303/F/GdGWOWqw+DJJyYrz6
UmbfLaQEc/WziMOFk3d24oAnxd2Hpw564W7HhBgomhoZY2o1IwZqFmQASfzPYH5sWWhO4VhjgbHE
fX5rpOCGlhmjqL34Hpj+JH1ogJFa4qOYu0qRb9SQAiIw2bvasxJPWpuJWXtRuGMoG3niMv0Gkikm
mtl9EcRZaFJhajsFHa/Qb6Y33pGN0H6Rx4XkzMwmAyIYXRGQnAXckU4re0KpdjGbt5cB6eKJ2zXo
1n3s7TOXBeElIJU4tEYBtXo7n+Mk1kU6te1FAGkYLsmmcL12ldQH0bMfW6KPJmREQPGBzBoAgnhf
0By9XdJ6UO7l2zPY4/g+3RQ9uwsiDTT2zXMEQap4CWtDT95/DALiRQolkN2iXEUOWT5qKrU9Mzxe
2p1y7sR6YV/NmiBgAdJ6gEI37fLslGSxFnag90B2lA8AU/jHTfU7CBBLEVoikqimgilZC5gsDSuQ
Z02yzWiHUoh1sG4vjOM3y3h9zhIzIDOA2DSSVuApocxwk1pPuFe6M9Ig4UoWTbXUwcHHWDHnBuyK
3fL5uv3M3dpajJjpYwOmoX5BUgVonyEKb7ce2LJJpFYaWIZkZEZCa9zlrJFH+/YYiyepPovtuuN3
Mn+QQKm5r8B49tgt6Q3wax7FT/Ae4MgCepUyrxVBGeXlcA7DwCjRy9CqF+SKahGNzwuRmSDgt6hZ
BkAPzVoqgYaDjeDWlopeqt73W9hCbbXyoID2LHaQpNE16EaTAhVyU0qXmuCXR+zopCLYrpq/Xm3J
QqWP1WtQb+LipQfhGzBjghtzTp6BQkwvGkPmNsAVnLhmI+doBeQBYxMXDqO7yPo/U/Xfz6dWSqq8
nqkUTFWjrPkREaWOfJx/jLWfJNY1Aa3PRrLQEzHnmJgyoATANQqkNH1qhIHoxUHQDedYNZt6BeKy
1i3cbsOLVvGac6cxMVpt3cV76b1FFfaxb8xbBxQXcSxuAmAFbhcsqoZGYacGvBjVUYT+QFW7weiB
iV3RPZSXBU7ni1VGeGOLNRNZoE/L+xdOXVJ1vD9moBqK9zoyMiBTBlrh9jPQZqghbhxYUK/HjFHw
IBJP4jFbOAToGBWVXFQNgQBA1hoXAp0yLHOeGQdJRf8JtB2EZDeOds8euMh6PKl398CvGaKfDkkq
8kS+HUyndCyAJhp7lrb+sAt7qwjfO07QpV/gwbRg7S4R+jsqtGcBog31DVSqb82NrTwg9oE5rjiX
3EopVzVac4XUQP98CG6DZipWgTgZdVrsorb9CMv6A6hyIxqdxe6J2RlGfRiURKSeSSdFhSmGihn5
lgEMAf6QOFO0A1V3LCyOmkzizUmDSUYdGO3uoFHA8UpN8iSVIlLAIXeWakscn7OzmBkqc0yPPMl+
B4iYqtH02yfCL41ylxnH6UI6Ym6ZiTY94ls8Q8RfAMHV80pWvUKBgDV3TvqfSXOa5JlvYZJNLDGB
0suScNvc1GJawfuIliZsFWrAqVDzmg+dhHMy7Nv6pXJLAHlAxPzYd+/aHIk3YXuQHjHQXeEfb70p
61HnH+KaOyu1VV9SoFgTuTIEpBQicErxUInncVU/d9N7qmQb7bBgfm5ZFZQLcQ4CpYxb69Y8SNJ8
9MNU3FkIQFsK5ES1qoIEBaRnrfsz9KmO5+wA6cBGgkBWbApgFExJh8DjzyDBAO1cBMrOY0NBUo4u
cCmA1sWBOHBnXrZz8Lr2SE1/FC98bHf9JcT99djcb16dtgeUC/YNOpuQMKSCk6qV1LqIOe4s5/uY
WxG9d9DZed1+CsymB7hmklYCNIg9W/PMurhELwhEdTl2BvmMBm/Z38qSMWShHk0W6NPRN5FWnyi2
Jet82E2Qsx5Tq8gXJunuzEa+Hu99DdsPqXQcQLdLVfZKJRTlJOLc6QqDQAkNdIsVSzcUWXFqbiDC
i85vNICjTYnG4VQ1+BkmVZnORV3q0vgaNacxckpRcl6HJDRYwhKZLTnAXSUEroccJ04wKOvh7yq1
IonYFB1fduw5kn78D5B8daqjTHYy/B3/Nl5tKMHSdN4lVhFfw90ItAX3H1pBqVA7TrtEESZ4dDGh
KJgItja91AHOMaSu/cwouuqEZ3MtgiP/EvALb5eZAd9apwZcNGU7lB0H2sDOnJC4KdFI7OWhXojr
ohENWVlVMe8C1vPY9e+y9b+jBv8mkNDoumHpZs0+GVt1VHOEXKOddBtGqfUpn1Yc6ptivA/Gn0qz
Ix8QtMGVpBpVTOWId6vTQCqg+9u0CztxfhGA2CT1LwI2pQJY0fd5JdYq0PJ8gTx2qp7LaZUzf7of
uUPB9wQSz3Y1LB169zcJ5v7KKNlpVzdJKAJCwIkIOxmwXKhcbYG2qxu2pYIel2g1jm9MA7DOWs37
z9wco6eeA4YUDIRT9jGKuya7LKwJnd38XZOr76F2Nlt2fQjvH0gr1Ji5SszpWm7JGQonzz53GHU+
ys3FGPAOF/kfs6QLCy8HgNSpuZ+SPi+5rh/O7AYaRIp4VOrB8Xm0hBV/IvVdUOxSTvcRhCGYk4bc
/pDvinodT2uh24F9LC0PA9frTXAWRkcWn9SwXDjx7i8nsk7//UBqnboASJeaxesm6oW3QmMCJ2wD
l8n4aWE33hXV6KmgVkCBIAoD7PVw9tFf650UaDdwfIOqcVzYjHxWkPgfTQEhJaYg3VSlwXs7pj5G
3HOVnDhoAPrvCz7B3x3DEuGrImlDXFRIKd/6qBROhSr43HDWoPYxWFlaoC1PjMUPbVQnO5PK7wZZ
mKdKKj2L5QaXAVWMjn7Pjz5R04V32v3NQ76FpN3hJni8UCdlpDFDFtUg1EviDKstZSIoXOVk4SyY
25XXVqgTEfnsJBQSjFh6i3qng54sp7MCHu0fTP+2MLtznnVli65ZylElpAx4Qs4xs2XSdzX9nrw/
8h8+24aC4aNwGcSraJ8PJ37cg5VeWhjqTACCGUULCod4Fj0FdDTd4Q/lWuKHs8q+J+pTw5Z6nnVW
Hq3QldJHriKDFZoLn9q4Mav8XW4+Rsg/TdmaReChotwSfINDWk5tcXCbAhXe6ThlTlxLe5XxVrXa
GwVzqJsSgiHcphd7yEw8nsG7JAcuT0RsyDkAGAuWcuoRVIyaFEs8AxJSgDVEs8jLyFIB+AZSuGgi
QCVGSBtNY7UwcfzstriyS/786ugeSr+RxVgezjWUD7zODJG7lwrBEL2DkhixCE5/5pUrHL/b4RXf
+9B7BlweWsC9ZAbyWxrnoChGLwK2b+YuEXbd5zPIrKAVDXkFpJ/upN0SFRtw6sC7V4lQoQj/JsVe
SswESd1oDZlSpWf0auOBcPfxYvBzFwihDkVaD83Z+ITbWUkYsZciH6shBZ0dyQDkyKore6NeqBAB
AAG77ycgjASJs1uh2ZfbFcU5qk0OtBMT6tbpJLiKb2fyYcyRRV0MKWc+D5laEey5JGGLfP7t53Vy
nwF5i7xpNexRpdCL8MgHxoCScdxBjmI8+2AGHLfS+vG0zPgoFA9RrgQABYcWna5NlDJL1JrpzhP7
UnO5M8lOnZf2kKWW0C8sATmcbqNmdBaAlAIpRzSVoqf0doialqq9L0KSQBxAiR3oXf+C9LPMbzvV
BZxQPD4e2lz4iNcLwauifIF4mbq7O5HJIEgrdGfQGuanYfB5q4BdG14C1g1kjgQM/znEYp54v1c2
SZYtBdAz57UKxk3Q1uIjoFVLDbkQk4SvQq07H1VQ+retqLO5kzN/kwkaVUtSOr/KsPQEy6CHgAoD
aSehUaUJ6ifIW8ugH5bHbD+JEnNMlAbUKWXso1oIpdDN0MLjhYLkIRpIlmXo4MhGrbXCceK3zKSW
34wsjMbotSmyngANtkqkGi0icbcN1UvMB4Kp8ACDTkosrzqvgDoAqBFNVI0aS6jUD6hOFA7TBpzN
9EmINEgj6i1SwLbIjlKp162A80YSyunfD1uQzKITAIRTaCwSqe09BGzph2ncn7ske5X45llkPpX+
uSv3tXBZcKyZA1bFq5gQcCPZc+dYidoAlBbk/Vn0LE1cR7m31pCFzAJ0zPY/XZKbdZq+jnVvpAqj
j1OiL3zAfd4FiUm06CMkwzZCQ8jtTiq61p8UCFmfS9H2gB1uoeHL434s0ErWT241rbNwkzLAQohf
bHvKWzRLlTIYod+yyF94Kcy5OPS6kWuSQCcIWNHtt0jZJHWiVAAW6P0p269Re4K2QCXrSr7Ps4WB
z50gKLPjXSai3wPFyFtbo4ICbpC1/Zlvos8JRF6xIuvcFD7JXx1TQIbVaPkl6NbsYl/ZpOYa1ER8
gf5+EF17zBfktyLPyQtcof4mT2qHmQC2bQc7hBiDl00mD63vhcWeicMwYEwx/BpsBr+51qvrfCqa
pk24BnqTEGqM1mW7lZJd3D6xO66xQvDWQjiqKlwuwhE6mdluWmqhmF3hqw+gtlbVpqU4Em9Dc48l
Jak+SJntHcCv5rRhvFcycSH0XBox+aCrEeMKl6NIxjJHI7cfuHpdptpWauWlfq65O/d6ZqlomgF+
ItcizOzI1CsuBs12iYtXXodATmUKmgbHSVe7wI4kPZWcx8s6P6mgV8Dti1QVzabDeJXKdDXGqKTv
Jbtq4lOm6Mx4FABSXwgI50IusPEhkSEQa3ih3M5nGPhAx7NVf+6z7z7cyYFieER3Gz0o26TWc8/+
yZufx+Oby1oQCkDIfmB8pJ/81miXNxnbdNg3YKIZ1d4SbEl0EohHtQYDWQxppbbNGoS9wfdjw785
7rtb8Mowde0XpaYmudRjv0xrLjiG3nCZ2FgnnaQVjqZALqAPEulsCNoM303Qd9oDpaauNMRbPbQr
p7BYR+I5KA8le+KhRjrwDrBzg4c8Cw91b3Gldi+Pv3n2PL/6ZCpMqMu+GdoccyV3yI+q6Iry+1XD
LJW156YGVQnSbYqmdKIwf7smwdDn7STUSBZoO8kOLHAbCDUY1148yUHjYgKZDB8bIH1OPuuLVp0Z
EKoC2afnmnfgmR3eenK+Q+/MptrL7WGYnF5YDXgJPp6Nma2BvnwUMXDAg5ONpmRDa1rAFQyZDSed
NoP3LAnrMoSqjfhUSkvk8fPGAFwELAgXGEudNV44DTGTStiHaEHOVr4A7TNIu8VfLDQ8sm6JzGLB
3G/MenW0RYMkFVPJIqGa1EbJytaYffgb35HQ2pxAVvLxTM5lMgnFwf+Ojg4UxEJo4qwTcWFGJw/S
X7xSO5BJXWcAM1RiY9bNE4T4lGatwtm8gQW8HmVOpXqqvGrDh80OCqoLqzsXluOboK6L+jJAD3Qh
Q8o6Htre+CaZzQ+a4hXIqCYQx+0aXjFUcJCjMClBCNRXNgAKgjlYAqpzIWiZefbgBQIP+wVBsHS7
M9CyrRYIWPWifA74I2v0HuQnfUjq8QsPrLlz8MYUdXtG5ZBrlSDDwUrlqcxWzVtJmIjCessym/Cr
kswI6Gv0WixVlsmhQZ2D5JWFtDG5MHH63252Ifa8quIg0gEWClVntF7UtSFaIomkHBq8VCgqqxBf
QFFKRShMWQE/ldJoQc9vlacMOyjQEZH0b3lhohn8sTNTh+SdJerwGrgJdUyh40GD9QQBmXWXmN4i
CO3OiIRmQNL0QZrkUEairspx8is25tHCzvPP6bjpKgJ0YKWFMu2MFWIAjyLIpyNhSB068D41ZgMp
2HJv8vABwn+xBKv/8R/nC+95YCjQYSggfgT7z+3654MoR6CTCbaCAlUDJzQ4xU2WQBLURgI3KIgv
0JnMkToY6lLUSFQIJpfw53BbmCK/y3irZFbq+F1zC7kDyplhR4ScDt52kGUhpVjKTh+MaVL4ZbDV
xm3LmtwSswgVcpLfB28KUT5Q8X+AON5OlpBAhUFQgnAbNdYoo98OEdnCwTdnAm0K6GWCuJsGpMCt
Ca700N4Z1uEWyCJQJ472Uo1kZo7AOYxuN1IjJ6jnWwMaFxYB6lDhNusc9GUO/77WQM3ioQehPiLp
Qu+NJNHithqbcIsK8BB/nDPVLOvz8I/0iWQpcJrwuPsBVMGrkhpGI6rJpDJFtAUsTPR3rPqxyF48
sxQEsYCVwCUg4xlPzdQQaUIi5NG2RrWWeSnRt6ou1APuNwbiepF0/aDzEIEMdVrlUZdnNchKtoO6
zrpNP2wSMHzto8Z+vMtnh4KkoQCwKs4UerZkvmuToUqjraLHyONobYvmh4XcypINaiwNK0ayXMOG
4G3U/oMDcKX49/0tCBCiI4KlHIGv3K5IHofxoCAsB2jADhVdZRfeenNDuP596lEgoH6NzYHfb6v9
iC5f2eyZpezEnA2RpFGBvcGdqFE2Ui+OWCbuo23A7ocjl5p4Kv/7YiPbw/IEy4SeKiqWqLXJK6Ko
irfihvOM7M8/0q/+bj2wiCN5iKIiLg7q9qs6Jm8kX4u2WfpUhU91YP3z94MrF9VKoLsRltJ9Wt7Y
q6Ufefj+8dKsEukcXR4boNugyAjw2QrOJ3KiAyxB+dGQBr0vlck21luovVXOd1EbIw9knT6elALE
e+aP97Fg9O46h1mUwwEOQvqLnO63RpPMD+JRUVBmehM3/Y6BinF48S/xTjxEe2ZTQRy6/hyPj63O
GAVFBxK9gA8CaU3TdBRpjd2UCZMLasbUmjyrcaIl8pE7j0apBBcJkKCA1GDZKH9IozoD7Lmd3H7D
Po9/vQV3phMTiHyAaEFiAvyEpFPzl7Pg6jXUVy1QlVk3ueJGeStfhpCwOkG6Gd1q+XpJjeR+MEjA
Y7ZILgKZShpWOvmlKkcylIm8fN8zP6BbXOTMJAt9FXJjPChT4rdJdxMM0KdY0wJLG/shGEYYg6gQ
I+sN9aM9EAPy8+PVX7JEXZJi3Ibc2MFSxGy+UYX3BUMarYJxHpu5CynIgEDzK6K/BDcMXULp2axB
LVGbXLCRraqFzXrvwbc/To0hFfnan1T8eMNs4vxYBLsJJBOd9XgIdxcxGQJCU9JZxJHKwO3m5H0m
GIrQm9ysWnmgm2VccA1EiOt7+7GhueEgXkFZkwMdEbqYbg1lWtCUZVCwbphZUgdqOjfKrCx+eWyF
SoH/uhgue7wckLBAiYfakr4WCwC6V6zrrxJuj4KpPNqd5TFm5iz21c6NSEOzMjI6cGjAAG9HBDHY
BMUMlnWhQDxC3pE1vBbwkoWrmU4IkCGBcBLNIoR8TBTp2Jsd61obZK9z849unZjHyRntd2hlvj+e
ufvRgDeLvIPRo0mYv6nLMyiQYBPktHf/iOuDcHj84/dehowV4m409OBdh4PmdqqyIsqkPB96tx8s
8HWgY2mQnFGyuqUg/H7jE0No3SCPejSaUiUQL1G9FA/h3g2BgzDyL1w0a5SnH4/m3slgBBwSoK/8
vQGoSCYT06nIAxhJ1pAllg31qQbSHnK49UJkObP2t5bIoX11A7R1IqeKOvWu8JY67bf3nhrCj7gK
Vb1eYlelsv1ws1tTxD+uTCX81OBBAFPRoToIrM5YrZ2asg0J2kxXzMczOONsNzNIOduEc61QBhgb
jfQoRmb/1C+RxdCw6LsBUWFHBNkzT6nI3D0Fh67Rm8/utTWDDWu3axBIta+PhzRzW99OIPGaqwlE
L21V5xnsNXYV2mBbdASH3YI/Zg1Uvzct+CDdDkgPj+aJDLu20UKW6120rpWhka6QXEKFbXJ5yBdv
cNgB5uaoNqubSmcFf5Y8k/j47V2O0ZIXIjALv8iu29FqUZqGDIM94LuTYObfTW4OOUzZXW9r6JEe
S+zywBohL7F6PNH3gcqtZWpdFYZHLS+GZTG21MgJJEedxqXZnXVQ3FPA9QLjDW6c2+EVaetHTcfj
NMzWooOnnQtKIdmInkBmL7d6DhVaFu2Wz2JlPB7db56DnlhAiv9DRIFECHWDRXwYNBVE4d1oK8kr
NTDsxA32qE6vmJ3wLJ/0fi04j23OHZrIUiE4BxqSwPNuB6sga1i2WjK43gWMVqtG1/bDJlg6mmlC
z1+PBbaFtC0B5wLk2q0ZvujTbOJhJtnKVr7yrRoymvtyJ200o1p1m2GjHMLPyZYd/0lYPx7i3Hpe
26bWU0kzVZqmbHBlpwM9NuTcNvLlsYn7xxVOUCRmAHiHYAIy+JSNNAFMT6xhozI5fVqp69BpVrGj
GIUjHqEKaqsLoQG5Ne9c5cogdQ+lbCwOTQGDvQEui4UtwM9O2dWvU14xVN7oDR1+nTnZ5bE415b/
kevTutPV9bQKN6UZb+R1uR6cZMW/RXvl3duPbn1YupjmThqkvAg7DEo1SKjfuo0qT3UhkFFqdnhp
TuJGteJVtwq31b5et/9aE/qPl16Zo44XIZLjPM+Kwa1/6pV2auCrgh1anFus+kP/FuyTj1N6WiJo
o1GJtNnf2+Xq9hgnwp6p5IPblWCZMlWnWMulrmemasomt6lPoo4eg/gAUStDeO423Eb9P5yrv612
QIQhfUJzlAQTYp28bga3nBy1MxAzj6y1sEXIFrjzWNLO9z82qMnNw6KLRhU20mcw/GTvEtS5sl3W
HSFk/C2zOrRxwyUhRxqZ/T9T+1+j1MUsK77MJU0No7IOXZ7PaTt+qE61YnSA3XbsF24P+StabYR3
3JpMoedLd+XjUeNBf+vBYtMOsVZX+IDxCcDKTW3If9FgW/eIgnXgwj/aYmHTkL35/5/neyRQXXVs
CO5VZD8slXHC0KqbhcNnNt6BSwKuqCjwzTt9Cq/sa68uBzd+AYfLGhCrdbHyVoVRObG94Ddkj9+N
B1cU8OPIgd510kHWKWBlgOtdkIQ/CR36TXThrd9Pr5qvy1tl0/+VW8P7ItxxeuYvXcmzJ9CVdXJS
Xu1N30PdAF0uuJJTQwG94Q/h/l/73zGv84mhnsq/6Ndagp7STaL/cdsrq5Tb5iEyphPXYX49C0JM
HI6i0lh3buX2kQ4QcrbaFqkZnrWFq3L+HvuvYTqybBktDID7GVz22dsRmjzF0ozC6k1VL81hU+lL
zNGz8ceVQeqmwakH9GPSQ4vQbmJD23u2ugJZcLkQoZMJo51IImIq4MqGbgvNRd9XPdJbHA9FplhX
of+UWUxhyeW6RL0mN6AN9dhp525nFByAXUeKEE9FymuiouZaLoc5tGEb2cJJOrfBr3+cuhSHQIrQ
8Ygfj1dgD31jFt7rs1Ho9e9TBzWJi6E5iN/nd6n+PDwNJrBJ5XP0wT3758b4wb8s7fGZByjEUBUI
BYDOEMgWKnwqJbEAelfg3TZzxtouneClftcmPQQB7F/5c3F95h6INwbJtr/a1k3Dci3vwSCeirqf
WtwnE+vJh3yCGrfw4R98wSQU+EvjnDlNwCMPWKoEsjuU8KgwWCxihas6hXd779ABUvQU7+RtJ9oQ
D+H2kqO9tIdqiQt8xvUBpUPdFi17oJvjqR0mVHmgNhXDuVy9GV8gZkDQDq/yVm42Ye089vuZpAUp
3gNDpaGECOw85ZtTJUvahD93WygnnLrR5lijE9Z9t0LbQlqYVfTvFyx8BqllorkGSm4aR94xnNw2
hSq5g2/6R1AfoNOpADmNrzejXqZG9ecHTDKPh3m/vX+JScDPAVI3QqJ66z1SGI5tn46qy4rgTXsZ
l9hS7w9FEegB+AnyTHgs0WMa2r4SmYZV3YGZdO9v99w+CZPTFMAJLiRj7p0Dln5T8njPg2SBcsgs
jaUUDEboMsjfvQw8Qkbrm8loGRmUDKR/jkxQj0F+EQcjEE5oWr+dNtQYpqrha4TT4bGQN2iC+3+k
fdeO5MYS5Q8tAXrzSluG1b57uvuF6B5D7z2/fk/WxV4Vs7iVGF1IGkgQUMF0kZER55xQElZkQuKp
taNHSgKH66yYTaCdaxviyAPgj8wD7pPGX6DfKO2izPTSFz4yWe1ZN5YJZGpUG8+FQZnurS1UvVpH
DWw1gg3K9uSioCb/qvEEVBkPso1lurREV7TCaRzTdoAlxdSBsfZ6zbnrFqv/NWYM/M3V5QIZAVI+
Bb8dUAMUbNfzN/eFMNTgMvgxv49iJwRpX3//y9NDmSCn68L3crXBF+k4R756KNzm6faPX38/6swk
JMWzEeA1uoVRFHUlHq5x7BuRXymaqbZevTAODbm9V3tMl1FGBTz6nDe5QtwIaJw9cn1W+jkwyQDm
vY9tgyZhjNOyZQWqHOhRi6gFgTbZExfTJKRBK6RNWfqticZIGW9G0U4b9reni/jj9VDOIDhJAjcG
qRn6ga0GAeH3JrlvTG7In2YL/RrQkJpnAa1pOyg0QTiMvPzIowHt5taDGSWlH2dIQPukrc8OkfsE
vc3GHJlvafr8A6AGKjSQOFge0v6C8jGLWlecyAW5r2q2jC43FnffO8hMQto5etAPw156KoFUHsw2
c6vybknNmgXYuLoE6W+gzlAltU3chFzud/b76ERW6pj9e3fHGut5L18uHm2HuobipuO4vDNyv3Z6
R3AHv9vLjvBiuOUhx1/pY3xYjsOx22nOA4r8LuepOyj5H8BvvP+zy58hbm7qu8FDDx0nd2OXlemn
O+yh2HOWKQI+DfAbBc2vqFVXu9qoCx1tQ5+gq72/D6GU8KaW1u/GFKzC1E106nZEpK9+fIRWY6W2
aCpWBeU6NOTDv6e2YQdO4Nze8rTXJg0pocCGOiRAmeA70rNW620R8GPpj49ad6itCi3jIit4TyOG
077e82tD1J7XxbpItBmG0PxS7m2u8gbVVV54VtqYvhzOAzrPL+RmSCeD9SwnfcPJgT6V/qxZIZLF
gwuRavS2AY/Nmf5WeQJrilGpkHtBCIvHFC1HmYfGwAWjAed3Fx+hfw5qxmv60D+jn+7CeolszSAR
SQKZi0f8qlMHiV/kKpA46O6Ph3v0YDDJPxDaMN9L0xXRbeFQfcXvrKfiVfKTjBB7A8xEdEKWEVSu
51NIDVVttLj2ibFw1+3DXbhr9iOOWNiaaDGwr/b6ITx2+3QHeQ8o3pzCzOftyRn9iAX5O7Pj14cc
7EjQRMBowzlCCn39NUaodTKnVrV/1MgMvHX+YCtoUF7uFPz35zfSzWZkhxDV/c9fqfV7sBZrtgUH
7eEtxQIk1JqcGecJLcYZK0TfUZgqsOxUAWsE/ABAReuPS7RRrIZhaYEWNEUPFagcymOMY3R1XtHd
CgUDiJYDagEIHLW9A7ntJ4jfR34EVobigK+iGW7gytlnyBIKvtpvlCnyKRdXbin2eY8cQgSYqBmC
+voe/gqGg/6XEn+kYxc6m8AlAkaNBBqNsRzartEUToj8UrPL1sUz/qRxDxwjfiDuZbVxYAUYTsT1
OuqtmLn1YHSsjZi1S+zHZmCzOkVe33HUr1Mrjyg/KtSB/HpjLj/QUW73U3czRzV3t701TRI4Txb4
pMBCkSsdR3I9jEWUa6UKAd2NHjgcORl6Is/ZcbYR2wloP2oOLGLy+RlCTxwOGiTRiLIrUItri2lT
tE3d8rEvPqrgUB55KEW/hg5AS056zD+VR9nNTDDwvrRDEpr7OnFZ9Lsrj47JRQ930mSYqOtdgaWC
VFCDxIh9tDbg4IJCZ/H1B0hnZdbt2b3Kj5OtiF7sqHng7iDp3PVYOd3I2glJP392pmf5rXjUUYTr
n8LH8Undy662W7zMTv3hsYE4/TdTlOqq9EHbp1Y3hlKUwUmwD8kUPAdt5ef0MNmQgXhEoiL+FLzl
aDicA8LRENyhsnws9tmOVb3bOvbYW9BLIZQQ+LP1JBjxiKp1miT+fIh3yXMvYtKZVWUyEnpXoSUb
VFPJix5/rI2UVdgEbYMewTPp1Zg+loldPCfvS2eO3vjQhG58D1n2j/KZ++A+Rlb8fZWxP0+0yiMN
BIHxa/kvTexBElEAVFYfp32MbiRv6OBUvwcPgVkX779ub6vN/Uuy9ZhNxAq06rfWiijaGQMgxV/a
rn9NrfIeaPL2yAowN70Qab71/wxRV7Uq9lwJDY8EkfafSbZeArv3l7vhbmS57KuLjpwTQMuAuYfa
F5qarlev4JYxqAiA2Z2+JQ+gwu/bM0Y/W8/L88/v69TuGIQJyOYcMya5qX9QGSHv9jG7+HnqLiiL
OEG5Bp8/uLMTfHWujAh8375x7wbKjeEBKRI8MOefwYf2KQsmHoJupphi7d0e5VV54TxMVDMJkB2R
Az1MLomwC8l6LXZ4+NB2s6Ucux+xBWGRx/i5dli6D9vb/sIgtUEUrhkMSZ8T315EE20580fZWyq7
9rXUUqqHhtlmmNx7V8f8wiB1L4I8l/ByiBFC4cCZHw03PLT+r8XCi9dp9wHDf28etAtr1BOjlNQB
p+9srfJFSwYWYPijWH9uL9vm5r+wQl2IUo9erHozJX6+0x/Qw+PIesle1bvofUF5YAiNF0UkwUL/
hbKG2Z9QL3UqJ7El1BM7r7cnb35KWayEczLg1mJRp3rJC3RNi7A7ZA8tENJPtM61W7s1U4TO6cFw
QACuX2Y7sn9wHr+TPiDI7JU7/ohAYAdBIDOwZpeVVNz8KMjQgigBQhcBWa1dDQKTSk5jMA00d+Bw
OQA3j65Tw6/My/zpOTwWvoH4owVspvUrr/tTvrde/iI5ndPve7u6C39WHisg2YzCLj+KbMSLyFgK
xDjMJnwUd9+4EIuxW6tDH+Hoi7zXZff2fruqzpDtcGGNVv6dxbgC+jEg7kq2YivGw+9nYeZIGWTe
bHL2bXO0DPY5xLw0R3nHRZyxFjkG1zuFPe6m91+CG2EjRPfjl3TPO9338qNx8oPiCbvgvoJzTE5Q
mBbNcRd63atO8FlejhcZ47u2IvjL76KcV5yhcUrA47ts/sTdc3vZkvYSSEzoxAQwzku8S1HQkXbF
F+cIBxUaTKb2GDnAHP2GrmeLIOol/ClZ/APvA4R4xypSbDrzy8+jXF275ApXplglCQ/Rt5r8rVkf
C8Lyw++UsUasDUiTafWwymo5gTH+AEUuU/Lcd8GUzcT5YkZqW+7uclyUM+o5PpFTnew+uILonjMH
5Mkid3ZDe0KOSjIT7+3P7aXedICXNqlDj87tidHOsGk8p3jez460653cQ4tri7MGB3ic9+JQsSaV
RBW0/7u0Sp3qHo1Lo3HBBuO9+GnZ9Vb8KNu5W9vd5+3xbd1TF4ZoaD4k3AOV7zG80VF8cFpMw0uc
0Yweb5vZiKKIZD4pAwIshthz7aUE4DQ0oRxjXx7tTv1Kg++AdSg33grgehCxGTwWoB5AzuyFIxSi
puW4TI59obP46AQRKNQXXGgt3x7JxmsBxUVA5jW8QWXgI9Zm1LIVx7pT8bwW9gB98VYNVZIFhXdm
B1uWJWrOOFmdpRYNeX20XRTC1yY00cwmcebuWDCiv82puxgT5c50NDMoe0E/W0oLp40PemEF6ev4
lx1ziD8HxZBo8kJFDyk86lqHsNYYq0IKlKBxStPfjfi35K+zAVB9IXQlIUFAv+Watp67Qa1jP5Um
CzPGtrDh+lH4QbEeLDbQyCkczu29tDHvaPIAVAXSqMjUndHkF1tWCo0uzyTsJY6z48VRjvXwkkt2
xPLRG37z0g796uPBV1DGXot9aM2OaJAV2EFwqFm1d5YVar+2mlblc4RdlJt88PCeam+BxLh4t02c
aZ5Y4KuiWB1pUTpkOBKg207oAeIbqVOzOAobvoqsBwALRL0Kp5w64aAVzlkTwyVWVls9tB8ji/G5
bQEYdpQEkM6muZeRXqdLBTFmNIAf7SoabC5kpBi33t8YBGhdUJYTJbC5qUH0mZaUPJIa6iE3nAxN
URUrkO/6HvId3F5i4Wc2T8WFObJwFzu5XBLdiDQkaqIHs2ew0jcX/eK3KacBzmwnBmAX+CWyX/J9
c1g+bh9DlgHqsi0ySYJsN+YqyA5g3+qTF7cnXnz9n6zQVM6+7HkhlzCM4LW/0x/il4kBENi4Ly6X
nPJM/0fjhjKrkS1DsCzEJppx6+Eu+h47x0jebg9l02/9syIGfV9okSQuOSwJmQvQZ687cLWQiOVZ
af/NgwJeN/A8KAqCbbveVi0XFmUBjWJf5r1MR3CJNgo1KwezOW941SE4gX76FQzLqIMgL0sk4Nrc
SWIHVboSjbxya46cipWF2DwnF7aoAcXjMCZcD1uAQwHQFjGO/dZ8iWA9ApKHByroduv5SpSWlDVK
cOGXX0n4MrGKC1tThWy0AMog2lNjQda/Hwl6Xmk8CeNe+xTau6b+i/8IkvuUldXbCEshbfWPIeou
mQZJgULLjHv8T/MBU+lkPi2cowY2K9G+NWWI50iVFpLNVwBHPW7JVAqxf9889/uRAYK7/nUiwY4l
UcCTAE6aWu8FaNO2SpA9zN/UDNVsUxK922eR/ML6pUDY9IAEnaXvr2IILhdHdVnaxE+MV0E5peAj
OUzwxtYwiEgEgh7kqK+6G5WhpActyZ0VyAZmXoE+Hqyte0WdQxgEMqqqn0u7ACJSj1Y1q8a6abvE
T99+A4t/aGzF/w4+Ird6Mw61yx3Uh/xZewnt2/O3kYhc2yVH9uLqqutZmBXInvjhWwjus2zJsgnZ
PX5fiQe0EUBuq2Cp6mw8KmGT1DOAuiOCTWS+L2yqTTcsuYCxliZXmveD6kW2/FC/Trw5qGb3VOvo
RQKtcnP8MX/fHu/WfoFV6JiBUgZGNjVcdOVaoqQX8Z69xyiLe6lwWEi1aycHghJCYxTHoSeDFV2P
rgYPN+W6OPW1HwKy2X9fdkbVFAJOpHMwKdtQvkFRS8hWxPj5/o+Ees1kzqOJTj7IQ96eqa1Nf2mH
uuX4VkvjWY9SX3Q+eJORH97I0UBjB92mce8QPSq6XV8TqpUaSxORFTGBS0TKxDJ+CC/aj/Q3/zP/
JWg2+P7t33amxwsMZrH+sI0lgi7Vem30IZFrTpZSf0a51te+Q8EVfw5fvNmjE0Vr3p7B6zgBxtBP
EaK/6GJ3xftu51YpqqbHRjC/kf+2DhnD+W3P4oUFao3mvulBhoOF/A0M9vyx2y1WtZOcXxH6OnC2
jszQ7SFd34DrIVF7Owt7ZZ7IkEbkwHW72EOkDLKbjIk7d1GkvfrlzFEOAsq1eZC0MDMR2qICbAtE
E7zYDD/hHky39Q+jHds/Qge9BZB2rffh/eC8/l6YmKytQ4CWQ6C+Ij5CnY0a79zkhYGbOPOF9nGq
DrK+N1pGCmrDBMTYIGkFUDDafV4RXdsly+pyBFDHUX6AVstqBLuxC6FtAB4tBAUhoX9mVVw4W3j3
vorLKQNw1kN/72FXDyecLZGlDLM5DnAXEC8QKi0NcI5Cg+OzXs38UfCU9jQmjsaSg2CZoFxfqGf6
1CQwMTVOWxxggmNl6jbyuSJCO9BlCYAayC7KxpKqHZf1CIgCTzkGbuJCwx9wwHn365V1D0obl9HK
FnXnx2FfcDWxBdlv46cOKOQxvBt8/nVxFSRYs+O3sOtsaBQ5sdvb/XNiZbvaLl97r7Cl4+zKu8YZ
SBkCJbzn2a2Y5/A6D7ueDGr7F2pTod0tPvBNsHlnAtEWXU+RTFfNxgrsH+UDj2Tcm2GyRKfO3Sop
B7CaGbKpLzbtFOuljEYAyGbavVnf9QfB1feqJeGaKK3ISvbCLr2r3MXWjqpdW8LdZ3to9hFy0p5k
o6Jv87bsli6Q6M98aYpu9igAexbtwKrEx0pAcMbgPrNysGQ66K9GIgtdiDWEpDjP66+ujGCuRTlC
XAPU6G5mwbu3TrIoQEYMlwm0O+mkxtw2CSdKeD1VDxPWIbTScZdKZld93XbyW9sSIn5EEgcMMQRp
62FI3FTPKTpv+FXqR8oeEDCgkXUW8mNrsohQAzDrSIgjoFlbSec8DcJaQzXDN77RrPf2GLZ+HXLJ
JMsK6Azc6vrXlSwVxLLmkcVCgPQ87m7/+tZKgEQH1AUREYPkxPrXhzwfZjGtcbPPbtp8abJfhDZS
djaTELbl8i4tUSdwHAAU5kQshNia+ygyAeq6PZStxZbxsMErD9UDvP/XQ1Ezju/5vkz9qnWC1CnD
g1Z4y8BIzmxZAePXAB0KumTo0bq2ki5lgLqykvpN5MjTyQgsQ35MRef2WLYm68LKVfpbqCoA9WBl
HHyh9tAtVFAfbpvY2ldIViOtiOyoCEGn9UAadMCZ0FUd2RJHc1gVvo3oCvVlBBvgwwH9RqsRRrGq
jmqCI6EXHg/wCWdKgmO0bjJb6OV4eyBbK4ICAdhp4CXgTUsNJIFieaMLWPe6MfvRDqBHpxw6YX/b
ytZ0oSE7ZHPxFuJxEtfTFU1tgcQ4DsoSm4bVv9z+9a34F/4Q3gPYMcCfaI+4dFywKAvZvIuLiP5d
P83mEFrismtidP59UnZ8nlh87ymvDMvEO9GuXlPhiXFN4ZV3hbviRwhShwMGZpjCcIcWK/WhKRyV
O/Sq173vDMZQt7Y2cgMGam6AQ2Ko64mE9mnZ4eWS+h3E7SMPeQ6WnO7WhsA7DFvi3LaCLoWmVUyK
rlrq68Kh/sqCo5A5rOfDpg2iSghlMiT/Fcpvlj3aS3Vpjlj3E/ma/g7IgFRmNaPemip001EBKcRh
xxWwnioZbSeT3MDTEnw0JLPr5qTFb7eXf+OgQtETmoQkY4bqAnW7jCUvZX3IYfXLD2QwIBuhIHfO
W1lm/7ltaWMwEKaABeQsEL6rZEYvAqGQL+s8LbrMByUEugnQpI0GxgNkY1FIRgEGNLzHrwCgE3ix
3DTjTdz1VvGr6o6hsQtZJf2tcQhASuuAmCJ3QcMklAT17zArMz/XjtU3BLpZ7JkNT4Oz+I8B8gEX
E6WO1Syja3TmSwDsSubIauW6NUsCtF7AfAMu+UqTUFUDIZKN4vz2WPqDUh6K7ID6298vN9DVpGmy
hAo7vXc5TU6acIEWKkwE4yMHE+PjbRPbA/mvCRrDlGoGF/J6A7nVglz4+WgttWuwGtBsWUGsiqmC
nDnhXK+Xoxo6vVQyKfNlBzWlFKlyyYo1xlC2NhWRzwabDtMF9bu1kUwomy4EmcBfsHmHt5ZHDoeR
wd6oJCIXa0ADHORQRCg01ScKtViUiywjEV4QHmZA/x6VV1U0Z2DAZrsZGYEr+WbqYoFuJ0k24wUK
fgl1Y9azXES9jjEN7+qf7LlA6L2Djl/b/PgXVwrRCkT2DTqOIH5QlqaxqQYjLHIUzILa+m50+/ZG
21qdy9+nTmRVDJze5Fnu89qxL32EleHAiMa2TKggYcDPg1Op0KnWLlYUtELDELje08oDpC6H6a9r
Slj2CxNko1/6lVpKwonPc5IBQsIhi0/axAjFWKOgbhM1iwKj0WECo0D8jVHI5b8ZBd5DAJ7gyuLp
5EyVxWqiaDXYp/wnRgFwy78bha6hLRIqPmAgUw+JLEAWbc6VnPiVTkxN+C6NlSvbunc1Gchh3FJw
LnSRJC4WQ2s56WyDE025NqNn/WWITiNLrGirLoI3MHJApFAAeSTKgY2iksnYcDD1Byp7i9+KENR9
gMrxHJjZp8qSCSdrTB17PMBEAohA2AKU7XqbQdWvLiNBOvNNGu5Y79FS5XeVMJzLubxBmwErDoJ6
IKGjwEhtNSHJKjHMAe6oHdkbfG4Hfhxaae6rh9IavSKBFhXoSyT3ZObg7aXOx+uPxpIOr4Oj7MIH
pOQBLt1rXmGlSAGl+9R+Q4HISrxsP/y+7T62qkTgVf33W2nYTjCmYSH3yKaIj9q7Fpv9YrafkHBM
X/X74St4776muxqSko9wjwzTW6uBlUcTSg0aHlBGWa+GWsWhwAmoW5aLNULfycQl2Z5CM0ab1Zfu
jzHZwmdizqE5v7QvunXb+sYNgMsMDyYIeED1mobHoMiv6L0Ypr4h2nrnLl9dZoaDFf/UYY9xvW0c
KMInQ5qTtE8R6Gxnm45LHnZAZUyKI06PUe1IX2Xk97rZs2ovW3N6aYryD4kqplUCKXwQEMo3wc+e
KwSarIXbeJatxkOdWrmMlhRsGGDURfuzH80qR90lWdCoFoA+Jqxza4uCMoLiAJ6geDvRPYnGMK5m
RUH0UalPsRlbpZ2+pHveDO5Lv7IGVzlwUEVnwRA2ZnJllTrEyzQlXM7D6oxUqGb+1jwWYm7jRoLq
Hk96CoBoeN2HiFPTMUzwJKgks/0YaqtLnNubfNMCGr0STCzKcTSOtK8r9FOt8NqE+PJQEhGe6u+f
NYij/rFAnWFdqsIWBGW8Z2fr2+jc4JiztjRrENSWDpa+7sMIgwjEDzQSbYav5V+txMUoqA09LHMR
5Q1MLBVoj4rhGLvbC7G1mYAVFQnjl4iRUhVRtZojY47xWg6BGO0rM6hPabAf9cdft+2QaJK6eWSS
h0VhHOJjaHe7dql6oBilNonIAAq2Bik16e3272/QU6APQ7CpeDqB2qdTN2gVLGVZiTrW+wT9Fp/f
6SfJ7lzlOOxEW3lMQXtSn+NTd798I61tA+UALjrnhS5a1gBbrnloIVd5tz9qK0F1+VH0RYJiQRe0
MjYhd5/vONQs8kPgCj+CHe+LfuL1+/j5tsUNhy6Dww14Md70IMFTWzIn8GMuwixMw7NYW3Hp4Hyl
u3BfdU+3LW1tHLwbQKgmXCCZTlYiN9p1kwr0brTX9wrKKVbzyGwgtrVrLo2QE3gRfS/RgNhMVWLf
ZfG3z/Ji9Ia8/GkqsO8rABwq8tOzk9m5mR4lLwE75VO2O5//3T4WD8tReJfcBPSW3ELJBdwOYXrt
gA4XGM5wg+gjohXXP3NJHQ6Db+BsDXyLAcWEY/QrspR3BbXHCZdl5gQHyRfcPEenDQg5dMfJQyfu
9EE+5h+TU94HP/P77i510e/y1UCowHjGnYPqWxNFttzFGgzRwgdRiIXG7nWQ58SuckIk7pwZCt+h
qR+qD6MzAU80rHkf7yfubvyFiiVoCDtt/7/tOeqMayBExQvZczku1uwttpN99PeViouluNJF5fiq
iwBki30I7Z2gNH9iTOftHX2lghor6M6gcFhq3nFYoqC3jySSB+uVKuRgLBWyUupiQXd0gcQG6110
Fsr7/++Gq06fAmRXw0GHDRs9WUTrDzQ/PxI7vROdl/A4vsa1+RuawKKbPojHGdKkXvo+vGY7VnO5
rffZap2oXbkIfNjUPfguMt4vpKArvHVeeurvudFEX0OGI9+66f85oBB9Wc/siGaKUpOBQlCAaP2j
ZzWsZvw8HQ1JatQ2IRlM92u+46zpOfUyRF6zKVrV85iZ8a6p7sbyNLOenZsR7MXAztN8cbjFqCln
ocbASrOyDfzhg4wc7sSPFirao2fcFao5+syGcWS+buyiM9HywmytTdDpL2C2sZEpeB926T60BIuF
I9g0gxYfBLyDah0N2M203qikBZyMBn4V+lK5KTkA2KDR+zFgvKS2gCNEk+e/tqhITZPnMeADHIzg
lNkLFCp4V/J1H34xhsoXK2e0edQvrBE3czGB+ixNKphgcFPAfeHxvddApdDc2+6WNX3UGSszNeFb
MqT8D3rTexUEx7lXmQdD/7adraAFMAPovOG9q4Orsx5MNOB1hTAKywT5nAk3SlOZTig+TCPD0Oas
ofwM6RkB5Ba6ClHGqLDqE8Curobi6uSJopPIZsjKS5/T9PT2RvoeCSKkiPC4oVYn7qNymEn3PfFx
8uedeoi88RR+jk/aaPaP+SP6lZvxN+hfCxTci8fZLRGL9s91b6LxmI0uNObtCb6SzgXuEWKQ/3wQ
FUd1Y6KnIfmg2dJcw0lBxi295pi46avspvfSR/K4MLMoZNluzQIVYUXZLI0gFxBqbOQlD9+B3Tic
t1iC/zN/YHnoraW9HCH5/xcHQmu6XGu485QX7m8ouJkseeMNsYr1JFLHYWllCKyOMFHZ5Z0BLMad
0Vq+bKdH8aF5qqEy3kM4InWFQ/AR7ptDv+d/MNZxA5C1WkdyYi9GmeWAHqiEQJHtFVv20kNnQroO
tyvLc27dSBfTSd8LbR4v4hhkyIA5QGVLFqvx6bnv4Y3NcXanFyMZwqXR1QIjke5rUIonPNUCq/qQ
D2i/Ud7Je0gLHSZPelas0Z3t2MsKU3aK78Rd7mZ7uot8YMMh/A0xvu9oV1hMpfONTNLlTJ9fdhff
N7Wh+h9ajGiNFm8mlgZ2sG7ne9HUnduruuX+LueaOpxLMdR5XmEqekfZNw+4/6FtPjNcH8sFnCOB
iwGFcicNPOk6epp+PaT7yWzNwRmwtL9RIN8b9zkjqGGNijqQg9DNdRzBXmerjgH8IhkXi6xIXMit
XUQdSZmv9NgYYGQRTO5uOaSwcXtxNpSoVqeeVmhXhljAMEDCQgUez53qHs+e8iA6qq28Vfc8un1Y
w6m4m95KuLf+15fG8qNbLwYQFTTUBlA3h7zh+sxDSrOe2qkAVF5EgROtlEubMcQNC8q5VTN63wLU
RkPx0CNa6FIFoCZC0kHjzY/AC9D0YofWzc/VS4jUu6c/CpHDGSZfWxBdVyKH5x+KILd2hRl+sNT+
N5wPackoEEkqkHvo61MqDNAn+giwdhPynMDzMNzotZIitGsvDVAnLpS4UZhKcChUwEXzL2hSesJ7
vtPc6GfHm95LiZyxM/uKFz0pliSZtZPeJfsU6YH7jFGZ24obV99CnZNpGbgC2ILUPxFOwvtpaex5
cYrYHh+6NjXbiPx9e8G30lKwCclzUtwioujrLVU2nKSmEeGQWJE7QZ0FLQ4EhJJuDKExAxoPbWDG
c8wwu7WsKKWCPgeVYh4ig2urHGDjQ5wScEOMxLxbTJ9yxygIk5+g/AFKzpAl1iCBLF6B6RV9lGut
BFymKx9rcwpsIYGQfekT+i9D0ZusC2UKfcFRnzoTJyEDuR7NWLZFHQlV7je1jTRbCrXWH3x3AGqK
sVgbjpRIicELoUME8CdUIjvO5GBoApSH22RXxKb4p3oIkKSKLB2Nap5CLN6PxZv+qDE0andZYk+M
Od3wsdBqRCkADR8V4Cyow5Kq6JM4BHPuf5alZeRmmJgZS+59YzJXNigfpxaouNUTbICEiipkDlxK
YaGXMc8iZ7EMURcG3w5zHpQwhFo7CB2EuIvOUSUSpYxzzTJEbfZAVGtulGFonL2FR4fE6nOcbXVh
nKmNxSENTAFQAAgGrb6o8VRco061YOR+WCcmsM5le+ibEzMPu2UG+GABuD2oixh0OFiFQlUk0M7z
a+FUjo+SZmOfMyU/tnwhwIEiUTEhurI0XFTrIiXSdVS24CHExFa/OKhxoz0Sb+pgSEAIjjOLzKsh
sXn7jG0csZVdavvN3RKEfMCnfhuhDI78lQoKQbtnYXs27tmVGbJnLkIwSBJmSRQKKHodXBZOZfu3
oaAIZjIaT9Dlj9KYWmCs59QHI1D0WVihMzCA8nb49P/+PE3fL1t1EIIM5ZtsP7/KXv47PxhW9gy1
5fvGOZScNTvGvrNYoNQt+NXKrriestxosybLYbc1wXSwJ5MoD8lm5rCI0Bs3B3YcEL1AriANQWuz
cAXfCWEK7HhwagubI+2g09YGHVW/Y5naXKp/TNElt1CMOJwBYHnBlEo7jxut27t5K6kH6AKEDHFr
QAubdgpom9sGRYDyrSZZhv9UHdMD52jfpdeaP6UaBFt+J7uxfdvqxu2+Mko5PL1A64FBg9EGos9P
HWNMGw6I9LYF5haJIBWFxPU+CLRIEKIEiFsNBKh4Mr9rnFI5d2+P4doKmjOIEoEWIe7EDK6tyGKs
9nqBCGUQDCh5o2uplNisCsP18iNZTPDPCpQm0XeAus/1RqzQz68BUS7+peenYGYsxLUzw++jWQb0
eQC4vwIlLPJY5mhLBiTsYMbhHs5SeGrtzqrH37dn6/qKWxui3NmQcOgbpIC52Ey/B9lSfTTPbnsz
w4PhfzNELX6Sz1O/dBhRAj58NIPbGtsLy9VsrT2QpCCpaJA0BUR5vfZ6iZ7jRg7gZetwkPQTLNY7
bnO6LgyQfXHh/QekE9KJoFWrvWAjyQ4BQZ6RhD6Dd9duGktyYYOK1They6ZSgo3yoJqvMsQiQRQ7
PBhOtUNvg8wKzN5sncb6VcATWJZuocBZO+jezDG+5HxUbn0JtTnSqmyStsSXNL44m+2xPqZf0U/p
TzuBrdg4lTtYCnoiPXHPOjiNrIrKRkV1PRHUlulTPcoFNHZFTkWDZjK0jc38APGnvLKIzBsHEmPp
5j6Ci+StchozxpYC1/g+dgWv+FrexO/8W3AEZHtYfnLzeGrYZgbp0XTFHejzVEp6DshoaDjaCoJ2
X9ipey3e3T4zGzcn6ZMDgUhcJcBE0YhC8tgK2kgDYP1n/4n3XelVNSicwtPyxsRlbp2dC1s0rb7s
EjlORf3M/S1qAo5XhD2vMEqzGzU/DAnjAU0azBs0U1qfoBKo8mUQ0hwJWH42Mz96EaEaMHyH6Ho8
2gOL/np9oxFzoNzgEsUk0g8fUa/lMiTQ3zzb4ekzE/jN7UXasoCQA10rUMpBe2XK51RFBqy3JOT+
nB5K2Wz4ffwvbrRLC5TT6fqiQ61IzP2oPZWpMzRWHuwLlt7WhmvDAxh7TILgNZgxZH9cuLYwUyZF
4vAKAfa3b6x5OOmoC9d+weo6sbHRQPYC2hs2yGuE8m+iOOdcEnB4VQkeyAtJeRh0+1+wFaWVFWo4
WqWkQrvASi4clMJESkhEm0HW9tqYNPTaA8QTy0/IhJSHDCe5iYwKSZgyO/CTyUlfBN6lPfSM23Nj
zoDhA8YO9AUY46lTE8pLrMtVk/rvneGN9V2lvs+sdPlGTAMMKVwA8F2E4km524KvlE5UEfzNXrVj
hH5b8wS2JU6HCtmWq1YAijC0SxfgCdC1B7zaIXdrHBv9+Of2UdyaJQXJDWCmkAVFrmW9haWpyYN6
SCGT8ASe1SybYnNgFVW2RqLIYFkBVIysES2tx6VVI84BbAjvmv5dP2n9ax36IKjfHsqGGQPSBYSs
AkU0oP7XQykyY2inPkDCuLDRIkKClJedG38dZaLVIGEqYWkglqBSDzMuE5dFbLCrRC9G++cQqtiC
lf2+PZLrRxmMEBlC9Fgh2SdqW+VBNvFJGIFFBKzJQpJP3FfCOUSd7EVmJQEYxmj2cN7opQ4AceYH
EF9YzAXphtEMMgv5rgbo+JCxSte+H6Ic4L7jTYMmKAAtrldJDnMV/S/rwre5dvctpPvbU7f588jZ
oXKABDp0OdY/Pxgj0JxoGk4Y1xDGAvvmX5BKMAJCxoBrQZxBv5bUDADeNhQKfy4dQyYmhuLr9iiu
/Qq65uFFZoDHT5T5KX/fC1y1hL1a+IL5wcrGXJ/49W+T/39xacVqvshRpRU+zjsnn5BtbPMTlEVu
j2BjHUSAMSGXiqZ/BA6wtrJwbar2fFL4U+cNz5xweLz9+xujALoFCR+I98F90WW9VuyXUiWUGFf8
I79/MH596+tBwoBsMUhQ6JVH3VG5Cv2iuksxR4Nitr8TvkcDU8ZO3RwB8i6Is0B6u2KiG10v5aDY
FX4V2t3oxfLd0rzqP29P0/ZA/mOEsN6p45CAyTuDL1iQKl5nuPH43CUME7fGQUxQNwivJmCs5BgH
giCklgv5VIEDwDoRrIFQbkNJOEkbR2JFfISXMoTDsji35+r6/kCWhawFBNLO7UXWWzYLE/TBNDBX
E+8LUJICGwhST59y8HLbztaEkd5ZqERBYhDXyNqONJaLVtVN4S/6rkrus2O/uGnKMLIxXwCbI7zG
xoJuw1lp5uKUN6q61NqIvGg8dKa4D0ADSRhMg00TCBvQYRgZNwg3UuOY+x7tQ3DftqYW2DJiU+v2
RG0YQMCLBwhSRkBH0RxUPpwqvQ8NJL8iz0ju1XZfBG+3TWysBUwg44WKIGhHdDUr7cWm6McYNy3v
qTlI5l/dK8+SSN7w5isjVMyQtWVUjGVCUizDA/fnfxsBtQp80RlRweH6XtAxVDwtuwEqEBKjqrO5
EsgPou6HCAuFkPVSqyFq9LOIlbAL/k4Y/i9p39XkOJJz+4sYQW9e6UQZSirf3S+Mqq4ueu/56+9J
zf12pBSjMmZmezfGbITAzEQCSADn4FyyRj6tbhHBm6KcA1AzTfkaiSU3ZCrynCnvpZbab77fpPWf
J48NhFOAgVIn0Ef9ZKRCiCgXpsPvn/7br1O2qcdo6CWboEQ1WncY+Yy1nQcynpD3CYiZaG4lIerG
KFdaxM7olouP+XPKgnqv7Q2q0yhxgtwe6HtKgYp0loOqQRKDHy3kpFittitWFc8vFKdRXgA/pEZt
Pa8glo3lsDxExksTmEu+TTAaY/QkVp5xZafIfD0y9RDI7rvR2VOC96YopZjPu1jwp1puGiOjt2fF
WijoGyADABD8I1l6ew2qME/UvGhKNKPsZnGX/2pBpsm4zyvLwMwENGoi+Aes584iKUFSlFrSHCRE
sNryMgwvDed8r7AsGdR1BrJbbKUkbTDlTbI2NdATQsqwGPdahYoSxthdykqgjqAiqDbR1G6WhhIk
V8JsdqzDZv08edRcuTe5VuMw6vHzo9NaPSMyW0m4IS4zkFEGxw1m0tJFsWoa80mFnz40g6XjaY/x
Oi9DDbpr8NHGhS/806nPQLtecu+A8hPmdpqdVRj0IggDbTikaHXI3LFyR8VaQp9TGR6VbMtNdhoT
EkCGCG+HMaHkMU5tW9Si4x7sEYcsc5Xa+zWnm8BrJWuUnZhV7rtTMpRiwGsD340wBMzR1GXhC7VM
pnaRDobiqKPVBpuRZVvutABVMdDp4rrjvKBulBbMcRz1Ul2IB3cBrO37O3Jnt8hvk3EPhCVMhS7c
blW/hHlQjJ2I4MOpODvBXN1zlO1fvpdCNuH6QHAQqkKIUnV0YBNW4FspVcIHoKQq1H34qlWOi4lG
zuAPP78XQi8FQpDNFWD94LvRSEfM2tVl4bS078VS0/cphjWFts81j17HYj65Wwkw63gvIbGP5D4h
Q7gVkkvytCiJwmEYV1u/DJj07vGCxSWbgMUve5fiB4BfgSOBKb6MiKTz4VWL1hwdkSGhU+/c+lib
xcfc2Lv8xKLvuSspQxShiMcLHEE0nvuUhsnoZ8njEcQBUWAK8lYIgRjf8rKZn42dgMlA7+1nENhu
8FD8EdLz98dGX9a/ZCMFACNKJmNTstUiiFpBBqi7z20usNrysDyUgmkkm2k0a1bhirwEbzQRtBIw
QoR7RbsQvd+enx7EoZhoAMEDvg38Te1nZm1FKuAxrIDjzrxCPSRYPKwPGUHQclD6mCDJ3IxNGMN4
T4dgp1qPqgzOLQ6VKBbd26WUQC8Lzzodhwh2AYQ3t8tSk7mNy6LF8NhN/Sj94J0kMs1Gcx/qjwzJ
5zOrwfv+0EgM8rc8YrKu7lqqzG3CtZCHyS6x4+YK5j43D8YfmTEe465niGwi3CpogMDtBx2lBNWY
jFlpOVqAtZNwUl/1T9UG9o33GivEn+818a6JmghDcpi4QvznHrY+KnxYtAtpatYfkrO6C1FXfMwf
h2fhUIMStQRf+uz1LJ0kcQh9eMjAgIIIdJOoFlDZCy0hgw0IEAeoUHUGamQ8ZwCGtlvJYeEoVvfz
WhYVE1VLMgkZB1mjZZBB3q35htc/YAadxcrA0W6L7Oa1KEon24YXu45gCVtHwdSt78+Kdrv4cRnu
EOlJDJxAioFax6x0FaJtHlXCzJIcsWBSmK8YCjh1QjRHJsDjWG41vGyzHtMg0Lirp2bxWeu2+kf/
WaE0YUel8495ibEcQnJIcAJItwPffisty/tmXkYByyF8KAejN/lNcdKLd9HuP4fUnFmt9fd+7FYg
ZXUrPmnkISUCn0UgpLkXNCU70vb7Q1pxYZgOQebHk8cEmQV1u6wk0ctaHVAN11Uzd/TiMXUxwVB7
Xf6EqQWCFYY4cibURboRRxmLpQyFSOFkwq+2X7TMm36FaFobnQ4jT1JrSPdx4raV3de71P1e9F3s
gfO7XigVRlVgSssnAw0Jql9FBxA2f6JVRv/4b0IohwJQzRKHGnZzaje/kvf0Jzpbg8fvZayEAggD
4bXgJpGMQorw9sgiwMgW/C8HZFTCGMzF/sh3k/kHSJLQKhwFkwhZgzDv+tWh/DciKS1Z0nBO5THO
4bwGl9+NDu9gekxnnkFVuZ3ARqTY3y+SbNStnuC9o6LtWgO3C1grKIFyb2Qd15fgy5otoXO0/rhU
R7VntJDf21o8QJBcxysdD1yS3qO2Ui+FAoMkhsPwWxYfZGsraGa4LR7LwQSvN9iWGNft7k5f5EEN
8SZFXYUuRuh5qaa1LgzQD6v8Azphs7Sr3l448/vtu/eTlCBKEaVeTsTAgKAys+vX3JK38R/DAVjN
ia2XL95OXcb74e56UQKpqDsM46geeAj0l9/nyBZ2LNd/pxFEACZWoJqGiOKuA5pX5bAda3E4LL/L
GFzipWg7jE27c4eUCMqh8CVeJ7UiDYcofkxaO27Osmx23iEYzCozh9fwbcLYYeWTc/+jYMoqVkod
LlkIwcpJNDD7BZC7qLbeRlfiPWX3s3kHHJch8s55UmulzqtE6JvnZDvTCBP5ctuILPlHhQnHdvdo
FJtAZGgkuUk3FxryJORTUUpEbQOX7vamtREa/5IwHg8iZgBu1T2rq+veRFECKHcZSQLX1nI0HoJp
W1XbcnLq6Ci9j8/ohTny+5f4BPb+h+93cXVRyMygWwWPc5kuPFRxIeZZgUUFkyWaCHEaVry7ppLA
fqB9jJQG7mpzUZEF4oCk/WEWfvEkg+EKVmNG5leG3kH5F5bEkEi26e6c/k8gqaLdnlM0pFPXaESg
VWFEcGxpH51mLgC3LyjKM6z8mjn83+ogjPJkvNqno56UIzzZ/GWY5vT1zrDwKxLQQIYgUUNnFJ4N
1JXOymSMY6mc8DgZnlugFwSnqq0Wc3tyhmm/j6QM9JEZiEMRGwIuRM8F4iJ4fiUepkOHiaxgFwnK
Dc95k2ouQExsS9aMcqY8ymg00zQas9RNB7E5ChhLZ2mGNRz53I9ak8NkYNYbaMXC36yPXIarB+UY
COo4Kv0ERPLgtlZyKl+0Y20HQHoLZGSv+ZmjVfuf0mORIihhxAanJY/0Gp3NWeomzfpixK7atV+Z
7zuWwt8/zG8lXJIEV+uaQzBnVjLODe2nroR+3O7joOzmHx1mvQdW+fa9ybijPfprQRcgB7oSwLlw
u41dI3e5PGIbRys6j5thiyuNedXKpkXSTbZB7bNvN41THo7LBD3i9so2t0v38/vPWLkX2Nb/+wo0
kNx+xZzxTRoO+IpsWz2PTvCzP1RAJXwvZMU83gihLl+ATGOtoBP+8Hy2WE11K9qI30b3Pikqg1uE
CnBQRR3mzoBe9PymnWzQtraG2YFRmcUNxRJE/v8r9WjURG+qcYZ6uCNnbne9x+rdW3NdN2shh3Ul
gpvEYUyjiei4aCVQB8EFZsCO3ocMlImY+p0wjPx94ovoPLqf0TUE44i/u5UozZHYLL0wHZQnznsO
EMYDyX+ubWMbM/R9fXFXoqhIXszjLKoniAKyUHCfAxu47c3RgVncZMcDi4V8zSrerIzSuaKOiwSx
93TgBMB4LWGx1QP3xeV29VBYrEn397cIpTc0aSCJgic07NPtNpZtNUlhKcyHH5nbORa4RRhR06oA
NBUh8AVcBS+GWwHBzKPjOpTmg/QD2MIpsZA3P/enhDWt5Y5jDEhvkN7+LYhSCJHvZH6eIQjOS7S6
jxBsa978KmH6V7zTwGEXb1v3T+NoqlkjzLGN8/jxpP5jZ00+QlfQXYx2PLCh3q7WAL38pDTYTlHF
U7ax5D1nBwzVv6MpvKwULcyklIIflCk3xglZXHW8Nh8mELbpTud2hMfDHHe6NR/NxVIcNAGD/6Fx
CmAUUpDuqOauMHcN8CgaPudfHDEp8SG1iB5OoO0pHZqFXJaqtkb+GYy+zwGwvfsAQ4aN8/e2+A5A
iOoXGpDRhoM2OMAe6IEZ2iguWlqkC+gZOfNUbDuXd0pngbXhnD+9K0XWfBCYqL4V73ojli6RhKnK
jUWXL4fut/4yqlZSepzmep3VEObHyYw5TAth3Jr7DAlZK57zpNSPmMWgnMOSLWI1d9kCasTS6SK7
jLwKcbMTPEWPxi6wnvqn4iH6k7Js3f0b9YKbRcMsYKBIWlCGvNKkvNSqckHpYnBVx29OKUBG+LOV
zcD8xCQUJjvgvYW4FUmpj95LYEoZq+XAW8JetrUd5kWZrFTuHfPORXmwkf9/YfTMgkYLU9AQQkrv
FCfRel7MyFq80+PHYP4MbcEqNpKVbUpgeCSLEanc8X8Q2agQkyox5nrxdKNz0SgBMKiQPbl4o74u
3mRWXudltuaeClPaCZiGprrFTgFJ/xvLwq8YxlvplD8Zw74duATS1R1S/1YNKsrIjf3G05BJmSx8
gBVYjS37ic9t5T2Yqk1W4E2O8PZJhk9AcQpuC1MQwA9yaxZzsFOUYVvjCrmAxp0mV3dCV7Fbp9oC
2SXYqGnjiYbwR0TF3iyQcXQYtmNNydDjimKSgAY7PORvvyBVpLkdomE5lK+YUZI+Ns/FWXzXBrs4
jm/ivrMka4C5LPbjiYk7Jb99v/q/ZVPPHE3J9ELm+wWM6bU5b8RNA4qeaRt8DYf2Ae5dtisQg4bW
+8/KelVgonvrczYT52VzfHnRwQltWI+Z+R5aPzfPGOGFyeQAn7WW834IwVVzODZH0VWsbvP0Mu7V
R5Z1X7MI1ztHeZt+yTSxzLFzOXBm3T4/ZCxEDjn92/1B0wGgOBiFRR64tK3LMGk1kCNFP3SydQah
yKHYsTgbVnwHir9kmi40AHHOZY7iVYAai62caWMSHPSX+pV3ItCltVbmThbviluQKphOBET4yDCn
KzcfYtGUgG4zNFUg2X2rdkrED0UrNsHBrSJnectrczt8yM8w5VlrbSpz3spvc2fygQ3uNO7M4t1Y
sXqQD2wA8A8YDgo++Fv5XB5KY593wWFvZJgILb5yx/RX8Ql8/9b4ZfijXT7X526TeK0Hlpozf2RB
Yi/EP9ThoskR3Imk4Il9pxyK0FWCUSpagMci5qye4neQ5rnGSdyMjuLGj62ZuelGBSp/MWPz+VG1
Q/N8fFPNt6Ng5edxC8InW3QHUCsn5uKIuB0My3D/xEN2hYzjASgQdMf0QyLmqyzoJs44yBvOVX60
m/KlctCj9IYeu2P5VGyEc8QKVldi/FuhVJwIKpYAEPQwOLSP3X7ZQDccMg+hsFhdF2saaACQhNPX
sDiAt241ICi7sQPynTvksxn40XnYSnuQLvgVb8pbfht40REsRS/yPjwFR+7A6oWgLT9SYnhagD+A
iMcbgLK70xxWDSjaQr95PumJHfvqNoWmY7EfjHNcl4TyPSlyk9EetwutgGAoqojDEpDoPoD11M3s
xG72CH/BfgoPC8ywCcDuyTi3HkM2bcEuqwSmFClOaBIM2a3sTJgajIDAKkHph+D0FOx6P30B9kfe
Apt3SI7Zsd9WfsybzJwW7diIaLTXGWQaB4HnUa4VPa0FaK6q0FdMofGT39Vb8LM6YZaNhf6a3SK5
oH7iDtLL7HJbVkfIhTfo+nLTwunLPdb9rFcQXju9kzsYM3vK31EHtVI/PigRRoC8z/vB4Z+O3Hng
TGbTGu2bIB8oAzT0SEhc4llEnblUjGCe7eXQb7+G3WIx+i7voPDk5yVkxQk2DVM86Pp/BNwBwjbM
hkm2+qZy9d1i57vWVzyfc9RPoGExIXBn2ItfPSQY2BAgdPQ8vIHwIMt8A6mI79XsLpLD95DJfcBG
orcRbQnUcps80uqwnGI/wsA4C3xbbx16RdDMEZmxjHZg5DErRz5NDiK5r3nP2xirXe6D1mLo+0Wp
bs4dz3nko1FvBFkttp1SOkER6yrN6snPzRLRSGuB7AaENyJ68lVr+YF//evj/HO2U3zkYr41qMlE
aP6YHBDm44Gqmn84azDfFhTBkKL0etOwR9h3y+ZhBPehXSEqBReRybS7l9lX9JcjAuWBOcPge/T8
3N7UvuPGzIii2Z+tX/5+sD3rR2Mvv3sn9BCbixamrL/F5i+QuZs/ZMc8uYW9UbcK0P+n5xPmNJrm
9tfz9vdgRvbbgFrk08ODZNq7w2D9/MrN3ejKpmqec6uDA8ssj2RUjsIGf9vYX4P1/tU7qamARWG0
vtQTEKKuhH/8JH1iu9Fq3CfdnCzdTLeZeUQoqJzwHNkcpM3baP8szJdDZjq99b1WXZpHv9kS+n3L
DeXYy1o4+3v/l89bYFN+Lc2t//lru3n0bf+0bRz89+Dsdu+bw59m88NjuOALmcx3X0BFSXk8Jfko
4AvUX53dHFRr++vk/nHds2Oj4FuZT85gblRzYzqeczxYr97BMc2zuTM377bOTGfcGXMo95WK0FAZ
dZblUFvwNSlI+35ooHH6fsMvLc/fLZeKqIshCDCWCALc1wKq5f84lSiY7lPTN6BnzygiWRbW/cN1
Hztc6cPGOe82h6c3sG3sXx6gB5+sGP+CFKU+Cf0D6HYiY50I8d3ttdA4LRkVbsn8H5w52Ha3Dfdg
MDpmp8kudFPxQM9u1bawaTx9i0/qNnpoBrgkdoN0QO1+JX73UkyMJMida0NHz6Vxn8fsVxDlUbFD
rRkoyBtJ66spmuqfDQBqwbKmmyqLvfKu1wDtqAAKKJg4D8gzgmVq+bVaaNVkVJ2PJ+kMKxA6qaXb
gZ37+RZO1Qpdli1fE4kyMqwopAoaBvXd7rhSLZGocWXv5+/ImFUdsiuKg6Bs/lT80Q1M3jMSMxLc
yGDsKq3eyNOj/wDxEXB5AF9cQtOrl5CAiX0dN4jJaYBP65ymN3vVazKv6xl6zhJEHZ8SpdmEpm+g
8mSr7U8SoG2z04iu2jDSC3cxLmqjSPzipQNcD7ob6UmR+RwJTTEMy7n5bYBr4efyKTzxOwPTL4Cl
24rbITT50TTeQXH33D+Dss/9/kbfMdVcPgBtsWQ/FdI1eHuYMrdEs6xPy3nchY8y0lhwx9xRwWtm
2VSvx/icI/oytq2X+LnCOM/LgV3fXSTpUFkE3AHAJjSM0x05VW9MOZ9ywrmE06p346YcneSEiV9J
7WbMthwSyt5JQyFfBXYHvRB0KkeahUiqlkA4C409qm5ia7/wgshc/jC8TCxpdExPRoyiOxKAB3DQ
YHQtZSkxKLuJlsIIHyqQNoTwucC693aOxsXKlpnBAf0SBGoRCTp0NqEgckHc3J6iYsQBr6d98lC+
Rj/L2tTP9Z/6ZXL6bbbTve4lIEzvDM25206kxVD+Q2M6ptgjqKMiKX7GgdaSuvi91TsjSGSRTN4K
IBM65YxbcreXkEQ6t8nwdLQda9Re5kqZa/EQ8r5kTva05Y6xpbu8x+pioUNyAFRuxFAx6mxoIGzm
OCxoN9mpl4KFkRF93tXj/hJhkK46DBdDcuP2nIxYy3lOjnm/2+KOI2Ggm639OzxbO5BQHz6/P6H1
9fxPGB0dRYYUJ+WCbUu9yDYs8cCaXHBnJi8b9rcAyvdkQTJJM385l9EBI+tBtFlEG3cVe2rHaGdT
88bSjmPE+9pTV5p5bZGBII/TAdv3FpwwJh4rG+34HO2j4/jbeAjQ4IRBjq4Gdt/vt5P26fSXUE6h
U0KxzseE91sQehOxxi62mTkdsmc3RoraU8oej5mitznR9c4ekXNVXN2Wf5sigE2s9azfqr9Pj7pV
ZRjk/ZBgPbMV7hMQlGsPoschg/v9tt0beWpF1LXislYumgInCNyzvdgR0vjitngfNix1vAAvv9s7
yiKhX3uslAGSggfjwqqfeoIZPqQv1d44ilvJql3xLeDxZGPBnlg3gXqbhVUbxbEIySKGElZ7CTgW
5j6y9I+yHQv4eep8wnktruHmkyd9BOfUKsDnRrrSGks9Gme5tYzeDpnru+tZuCg/eb4j3U0iFipN
VBfgOFOijKglBibvMlvc1ra20UGkyTxGEj/eHeOVLMqsiGIwt4We8mhn6p3ZST3NC+zCizzJKW0W
wfS954TRvxJGPuYqpizAarC0CRa2ffQeGJrPWghlMRo5bWspxG8PcCexk0PvR3ty0K0Y2sxWjzV3
jHhDQ7oUGXPwMdwuxJCGnOOKmvcxVAj1OVAS7dNz5QcWs3+FJYkyUTI3IGiUIIl4ydYMbPQp7gpU
dlm3at10XK2JMlFCkkt8TdY0OsO2NdGe5fegmGg25b+JMK4EUTaqCngxC+eK2KjJli3iLrVd99+3
jrZQRT+XuoIFDfawnbaJjfa9LwsjqR8Zqsc6I8ogGdNgCKCshja4pVkj0WUckXSzZI/VwbfqRa52
jrJKfaZmRZBiRT28YoaHJ2JAq3vgGQtaNX5/i6ExYEHF9Zh7ifVMNnG+4hZPIYtleVasuIB3kK4C
fq2pSJ/eXqFKHzBr3bgodmQlEDIf8rd/fjA3MqiDWRJZCXv9otKtmdjISJhkRi7LW6zs140Y6lgq
I1UwuaMhx9ICwcnD+Y0e0xKQm05Z6mspdIdUyGdzvMQt79ekbd7qULsQULkovNiaReQBSJ80Y/+I
GftOJOUc+rQBp06PhUkn9YHYVc4qvCwze5u3d18su7Dm98CGbeB1gxIvkvXUPgpBFybloBG/h852
ANwm3CLtPbYzZjx2nwsAwPFKFl2KGY0k1aruIis/DoMVPgIZa7d4O6IV6iA+BSfBKj8x9mDH74NH
prFdPcy/l0pnkvK8bQwpvIgnZj2zW/+v21y7g99YEd55jLNciXVJeU0hwGqC4abuAip+QpYMOjY3
NmWETagAIIEoofkss1hvyLu2JEQw5LWKBnE8zUGiSflHIarjNFYTAb5EtDIbs/0+xMocf5L5UZWl
o4CIfuMPnmcs8q7QRMulvOUyKVwhjZBL2kcMA+17MTK/y2E8wqkdxFcyRnQz9hiBFpy6d9Lm1jKK
Qfc5HrJ00r9NevERGlBKPAgiZqnMGF7Q75RTFdnRc/wYPxITpzkteIDn0oxRFngsjqTcwbISq3p9
JZ623VybhVGXpoIfAWLT2X5zkHfdIfZcVzhuJit6Fyzha8G5M9G8ayqN2hoK+Cg5SfjrrUEXlLEU
+bnFmT9gupTX+hEcbuCROyyaIqo1LJW+q7tdTvtKIrXVvDrMoRR3mBMRWSqM72hpT+OGxBOF12JM
AF51yJYIprSfMGCSvCIDD9SOqhn8Dn4j8VW77MfJXSsF9VE05X7CxVHHLdgGw1NO+gOyXw/9bnFF
9JFEdsaDN6H9PdvDpkJ5a8BrumbS49/ljOlPoMz2GMRJX8r4hMnO7AhhQukHZ3G7WKA68TlcCO6Z
5c3v8IW0TCq0x1upVbm5h9o7IOhJPenyym3t2VYAg3pigSXWolUytOn/tI22MFojKaOkN4L/S9pH
CIoJLKmyUEz1GHZz5V1xI4gyKd2C6YoZj4VJuE7lsbU4FO0wwDwzgRRiRkVrSasbcVQU3vS5ESxk
XSNK5RPOLkEtecDy8nMAe4EWxO1/XCAVjuORo2FWGzk5XBbyBkQDu6U9Ft5sY/gzK4RlKgoV9xna
FMhcAOUE7YWdHw33r9MbAa/hdixGmbs6Lq2WlFGaOmnmeg0moocjGraJbhruYnc2Z4YOKPq8AEaA
e1AQ31aWBuUJ7QyJJuYeE0tEB1LX2kpZKj0U47BRcar9rrskZQIUyoYTMVayzfmC1Z6JHTBsjplJ
u6vZUVtAx40qUAlGTm6m/hDs6iNMoSOZ6jF864ACqrDrJ+TYTqi6eIYFnO6wy15V1LqtzqkHU9v1
doa2lNCq/mUC7lrb6c6JvB51QxmgDKXz2oJWKrDPG+WBzEBkKPla9ENAhQLYkTCzi25wqzA+IgEE
T/BVoHa1i8UYdgOaChKPmUVlyaI0vOH6UW3jgQQhgy08TS7BPg02sf+FF547UwMehLjFBBdaY6aP
iErf69rfS6VUXlvKPo5DiO93BloukLWF00v+KUH+X1r1txRKoxNVCuKiwIaOFsJmqzjFD8QsguXg
9K+eIVeHR7tU2HphKsBIgWwLSWoOz4E9EO+J4xNN+d+9tDAbCly64JwDnzHlPzMpQ3ZnFv66rQlg
BAvAIaGDw9sOuA+6y2LrXo3aEDKCLg/cWpBJnVk+aqBzHTkBHUTz12SLr1K3fSaF9PrAzU5cmV7l
l27kl3jlcRuFFbOuaSx8KXp0UCFExpFKOPZzYBh5FYm+gZuhQ0MJwUIMZ4MonZH8WXXc17Koza17
nc86FbSZ8wbPZd+wJnQvoJOX/Qgh94y+CNeSqJBEjPOplROsCnQ9bvs+PGvoTwgw17L7at6LY+1i
FglWODOyJ6vh17Vc6vEDO5PU/YAVNnbwUB4HxKTKHhOJvzRQBUh/eLNDq8C/sG8gHCNoXBVcobSR
D4JASBulF+Hn0JlxKnchOkOkzTKZ/J71eF0zMNeyqBMU1LKL66WDtnikEhn/abfDhlUfXPOY10Ko
wxsUwKPSGgsid56YToT1GwUB3vcbxxJDnZXStGMQlpd9S5H4HnajLZqBozrfi1lNbVwvh4oim7kS
tbwYRFRVh1P7IO1Dp0SaaNjIbzGDMZO1JCqC7MRR1JZsJKIQ/2O2IcbLTdB21gkx10QFjjF8nK6g
cwM+lcT7oUPM8oTBP4Jf/5tM3vX+UT41zbm6FEIsqrEnezzGToTcfuQhePuPCkFZ4rJYWsCasCgQ
ox1IQojYfSyKZQbJKdwZp6sLS/nPErQU4PnAgvod8WmpJ7/PR/JI7VCk7vFsWsqN8cnQwpVENdpf
/mclaKJTaQiEro0glNQ7eSRmcmvZzXYDYM/3ktbibvSdYjgYOAlABKdT56XlSx9l8iyiRjceUw+d
BAfJ/t2hBI8OxcB8f8FFc+qnp9B+eGBt7Yp9upFNHWHLYRYmryyiv/9RnUUn3YPPAQ2maL1E7xR4
gxInd7MNa2+JpaAO9EYqdaCdVkuVOGHFwO9YYop3RoBzbA/5eTqqCDKl5++3eC3Hdi2QzvS0nT6I
CvB/vmb6gh3uK/e0PTvVsT2/eJ+MPV2xKTeyKJOfLDpmqiZYXO/IyGTFSJEmJvDhjMu3FgfdyKGs
vjFNcSc3WNOP2qx+8haHmvyy3f4hffk/f4puaV+oRwK0/zJ2cyUEwtQBMIMBBoM2P5oPNkZHjADs
F7mPE15oaGT0q313JPVrZtuBvKIq17IoC620qVQIFZFlXfKjAAMk6CLqMG1u2KBaaRsc+wVErDGt
nyCWAPwWsFjQr1Oers/7NBcSWfTlzYDnL+puyEhtH1O880QXCTqbh99jbOraTbyWSTbiqt6rpHIh
wwyIvnAKHvLHHn2svCPZz4N5QR2/ZiDX7o6SM3oMwWv6ei2YMj8BRogCiiuI6FMOdun+I3VCh/eJ
vRtMjICzRzvypmM0onWAqUmsRVPmZxB7HgPRJPECdkiPANJgpAh3BM8WJopOZKSg6koYjIfrwzIJ
LNGUDZKFSiw6jVi+D/9DsglQarM5I9E8bZ4A2WcZ+bU7c7XLl9t8dbyg+CrlqsAuz5a6ATlbbZ5+
ZfYWUGcYWxWWviHvs/1ofv7XTb4UAq5ER52kDQKmjQHOMqPoxpnL9vS8OZNX9XtpK0gGPrCeoQyd
uiR+r0TKjahNqIURCwEGbDMBILBH9pYVkd5BEPGyFsEiSRpVCX2qTtlareHiuiwUoj9ZaSZAWJ/c
U2z+ASdB46gCAXh+Ma4LMat3tuFKJGV2pU6QkjjEbqLwhlp5uauRNuh2zaPqVRazQrJm/q4XSFmi
SZi7PqqxwChChtP1n8PL1RB/8L+VHWezoG2rjvJaHmVujQHMj2Xw/3VFtsC77ZQWdpPoZwby1q8e
jLvf7+jqRUSjrSFgShmaqCn7w+FBXXecKvrFjxBjzAe7ekOHYy05KotnclUrryRR1ibty9GQakiS
BDMHZEbBCzeGMf/df8YsIqZVF3IlizIvvNo0jVjooh8Ddnx4HCuAmf7TvtEBatuGi6zGWE3VW5No
zqkpf+oGmQNfsUwIY+NoPKcSh5miRRp5vcS52foYwlXNphRasyeyDuniXO8uGGgvAFwGuh2M3beO
UG3Hwsj1RPLbGtVItTbz0Kpjk3d1/EGi8DS+sVRwLdGOuQwGz2tApYH8hrpmCj9mlZBGkj/OTu6N
sMcy3G77uwZHoog3mvGTJXJ1S2UDE0sIbSGAdrerbJO6kfsklXyjtvXM5GW7UMz4c35OXibWNIK1
1yeY9YGLAIoMnK40u1QZtzrosirJ77/Cx9wbPO4oHafX9Dl1ZY0RHa4u7H+y0P59u7Bx6BdlNAps
JdCTpSk8q5IZPoefpf1PaVUvxv9KEmX8uRDU+9oISbpuKSAf+z19VbWZie7392wtR3W1e2jQv11R
KjeqmBI5nMn78S/EnyruWI6KZHqeveal/dC2IwjlX76Xy9pIKiCMQC5UBRnElo0ZNGjPdzVUwc/J
Y7Pjzv9NFHXl+NgA8DCBfnBP6WOKfFhQmOUzuItL578JIlbzKi4IOJCBhl15WZP+KrwFnBnHJvcg
hJbASr2tlLzJyEjS5Es4JkGUdCtMQgNQB/ZO4ISdeTNbuWOiUmcnbrgJHcHmnNbWbRQnzWaTI6QH
3nOjuiC6dF+ET53BYbRi1MDUCAODIdBAuIJx5/ZbZG0I1azVsiO/UX73mwX8BIkzFZ7kL46hWD2G
YFXOzLqLK/ERbBnBJZF5k7Co1H5rbVqNeqRWx/h9cYvzB2eNZxnwSEfHisU94ursRbNZp7yS0bgV
Sznabgo7GdTK1ZHzeEsCZih9EbfxZtobTppZXYKIaUHuKwJ6nEBSQSiN9hbdKd/klmGNVlpMbj+F
srPLXIUzX2EHku2CWQyYzQbfj56HweJ/GH59SLwvr7C4s46p0t/r+kr2HlgKsKkB+4JK2l13yyLx
OTrd4voIsnbUMEHjB7hpeBIZ5aU1Pb+WQyc3QlXCnLMEcgY3e+6eF+QDBDM5cU5tDyD/4RwovB+h
Xz8AN8f7bIZPkaN7uVts+o/wydiyoFuX6P7Wg4OtC+oOMLMOeDVNpmVgIrTQ1B1m2m4xqQF01KnH
O7Kj7CcT9CqqtzjZY2W9jOjTfsmY9Awr9vpWPBVQysqYN30D8eKueOZ+xOi151AmtTdoMz2gMTwx
y5+MnM9KKwJkigTRrpE+JomyoEqo1HqXTvXR8MRd8nuuzeCnajdOC/asYK9+hHb+wVAvsoy7Xb4S
Sd1ttM3IcdnO9THaKr+lH1juK7gZPop9vJ1j09glj6T4hi4P1sv5PjNKyNgIuT5IAkGQQK+1aCM9
RQBzBEca8OnuOcOrecfCz67aLlwcokAYxIyBAbcmM8OsXE6aMRkZFfgNOsddzkFLUIRJIwcJ5eB+
L30SftGvhIWQWzPWKA39T/LlYl95qSYvZkyph2QFWN0Gb3TlMdvLp8V6N+x+rzH28+4cFQnkSbgo
GDaCYhRPqasQy2kij3NznF9lzAW2mnMtO73BiGLupaBkiS5htBAoqHlpVDRRFbzaJn0FxnQXcCWp
MEO87VATjhhy7l5zMEXXcijlAF2J0sod5OgzLD/v6MkmyTfDYuosiOqKJLh24G4Jx9E9D1Bbh+GC
9sLhWNguyVgnpszw2ncRGPgAryVQTrtXayOJFEhAJOvWoOCIt7r7wIpT7hsxYSF5zI8kCoB5unR0
PqALk6/yYcZFLkRT+pE+Js/9K3g/z62Vg8cnM8NzfNZR1lswW0Q0P5kVt5WtxMMAk3UwyxvvIDqh
O3aFyndtsxxnzA2YwGZTPZGWnwktd4Uz72czPiORkmyWp+9tGFGGGxOGlV/LpZQlzuO+4Ll6Of74
f6S9127rSLQt+kUEmMNrkRSVrCynF8L2splz5tffUdoX+1hFHxGNg9Xd6EYDmqw8w5hjWIeZhNs0
5mF+m7keZTFEn3SJ3zaI7Hy2mxoZRcU8RuB3fDyICYUIiOfvRsEc4KHUOEhnwdJgfiZOCAShvpJX
6XJ0qtfK+qiWA1iQ1B2eWzCMoM5tZ8vHXzB9fdBbcxNnQ3sAZcVjrkpOTotOTUJl17eOtu62O9AZ
kuvH7vzPemxJo7N2v2JgDVBoZ7SC4By5t/tLWcslVYs6Sd7Vl6gnNnDRJ8PcnjyyeDfI4ssJCNLI
K/yntuMs07a36xf7m3xsP67nZgOikn8+WS/PtrN9Wy6Py+Xr5ed4BjWGtbG83esGrTqb4zC3PtPd
ff/NzC7zXD7P616Td5vXDERZiATQFDBaGRGdGLSIBUHdy+6JDjT7wSNiva622Caapczmu2+qR+z0
QeYRDciCANZENrcxGF4KwohY3S1WK85cgTHxW7Vk8qXZmvntWt+HAJQQIE4DTQE5L7VV/PoMijgy
nP7NRZc3J+zRpzC7tlI9f0g1fEpChnVCXl8N8rn/RD8OKbevn4vLSre+ExOUFIACH7661xRsCjnB
PQv06OKDUs9Ei+Mms5vNczMr9HFrKWC+DseKynzIEq4kNovQ5K7fCAmv7vpFQlC108hz6DwDIGzT
riGkB829R7412zkdDm8H3TqRYZGSLeDTltkhk778mWe6uQVpk48CGy7VRQaNkcZMWS3xZROARmhX
rYc1MHgNukhqfJ8Cht8GRAHl6wbUKetXCXRF2GqX7wxFOXw8lHMIYoDMPH2vwDoYrVREYIEpI/ev
ma4PKJgM2ptoFT5Dz4y8tGa1IDxBxfA4e1dN3QDwGYCmQqCygVSy9f78erGulEWQaLtXmr4usf2f
A6TlY3SUIQhGnSsGuhGoGNAt6cCIv4qAhINdYpko9uObRKYpNXYyISsJon8ESHAomcksuyavuFDS
do3ZLnr8UXA7DiC0w7lE0ADk/yld9RZkUrHge6x2TyLwb7U2ZTiKycFzvj2bbAOzEokPNOb6eGxM
Y0bGTKL32eQrQWNHZdaRi2RzP/4Y5/GQGBpcAI3EqwhMLsKCVlHAL+MtBYsWG1ryFZNttspRsac4
uw4+v2L6BN8zM2fT9xIMvRKYI8F9j+iKnTOwakFQJcXXlJiXjLwiB2Vp2H4JkQgWDEkOA9GWauKr
Tu7Ws7+/dPL1RemTCkwcuKj5L7rDBjAcHyMrBc0PmirmSrbT8A/qh9AP4yHpCBk9vEf3ewywq9xV
vUzH2QWZMIhRfbNfcpAG6slBJy8pvoC2c4A7b4dg1JprqJlwAaHTFNw2vAxOFvSbooX23r7KtdAr
rkJ9l1PFvlW44kE/U4EM0QN3HIcr7WJg8nwRk5eREfXdTw96Lur2ALlWCri4frgkWW2vqMXFJujB
cRaRgQOv1PXf4/UU/zqNlJ8ToQav6+DJuP/SruxSvE6qsqPFVx3FdOgMLfODtEB6irzLaLNXUT9D
EpVcKGVwSy6VOWoWX9vpXLvxH/4SpeuBxCe0wJGjYglfOik06oTPtF38WvPW5+gRyUXoCkjnyXuO
3x+PfAq0xpnXKY8mUtLg9WbvISrQljS1q+2eXhVijbhERQfkXBp5fX/6DK3PDLv6Ff/0CK5Lk54s
GX8cNTbb68yn0Cvv/ohjzGhDQnse2q8mrEGqktdlkFbGDs1ep4tvCriovzRTRXaQMymHJtLltkfe
R4L/xCo45ckaNpRdLUX9w4z0mQhq6mLhewBMRMedSIUTme0blL4ihCVn7IbeVqBekDi+Pw/4nATx
IFD+ZYWFscrjIEdjDiuja7rQFJQdTzKj65cG8o/mMGgzg/rDSYY9XQOsHGZppHO/1RUt5GNhSNxd
RLgzj3vKvwC7i2N5QXxdY201sJHhGtXWuxZ+6+M1ngZyBmofIPRBox0W2WDOmYuRZlFZurgR0OGV
Y07JOJiugI42pZlxxulvsdsJgrb4C1x4YNhhbEGeL4WUe+juYh+qvNYc9fQ0oYkLDVcr0NbIauMA
Mb8v6l1RqbzA7cItTer2aKPmiLCsUCQz0Uvt6KvA5hJb7BapWSznLtdpcg3mMY1IWVDhWSQu7tcx
CVzRK/Pc2LVWAbrvCndTQDQ7t9+uOTxCfjn36E1L0oCzo5CDFw8sWwAcMY4CCnOV10ixv09+ZLBF
cvt4pa8TO3rqTyCLdM8ePFXUY2bLPpOnH7kYmtRDQoOGOmzKPh2Goo4H2M1s0NguuyNUdld+tZMc
dU7QyZg4Q9SWJkI0ChsV8QEzRo9TdAiXtP5+8/oO0m57vxcIqBH/LYBTW+ByBKqBnOwTAityOoXW
4hs4gAxekm9dvu3D5R30vt81kAFbvKjrnfm2sw+jufPtfz/HZ2N13AzmUoOLuoaD/LY8H/8htDia
56Npr63HJ23yojEDYS6vOMuRFKYD8XbyAcJyS3BozuXnJl7QzYYBqWgQ04L0gz0BRaq2EVf6e34t
WOnHTCp3cv3i8CALg82Nrn4kyhjvRc0gaSi4OrbbiRwoOObxBN00zO/uB/r7CCJ4GcK4qHLTrfAr
udghgxwLruHvxy88LeSiW5fPPfhSIkDMwBRI/dyW1OuX7Zvdm/Y/3VyTj6XUO48/Y1rxBuBUxm0I
gBsyrKCvuv+MaNQ0rjaaeN8NpBjgQcqQwdqBTDsEJqh6EWf7NiYkOCAJF3F1YNTAQUHJg3kBBKHk
2kb3kj0QBLpVuwAlS2aNt502s53//ftJ9t0sFTW7H5EPgVqkRGvsIDBWbqneX7MtjEOjeppbP4HB
2AVrEcSwSaKuHk8m3XC/lxTpRwlEZ2CLg1gKXAm6pX4baby2jcbQA5MF+a9IKnQN4d0CDuLGso54
+P63h1yONC/XvF2+FUf7qQfoOXGUq47TLsy80ZO73UDJBpLXUJVDch/1UuZu58qgTrRWj5DIMhbZ
GsoRq+Ib3cmUfBhuM+QvBX9dzBYpWQeMmgXKEkcZiSVsSyZ7pcViNiRKFFPXgPB2au1PXzmIyVGh
mgmgJqnWmyloyKggb4dNNoDyXXlsFDWLd+mqoG3uFicgcEL76Cnd+3vxzXvqDrU9Ao8RkAjZjrQ3
i2TmBhBY14t+BJw7tONiX6IazByEii+DIVQTADoBfpZQFU1eE5EkaK/8hx4Ub5aJk/V+YA/VuJua
L4jqALS630JJFvu6WhTZLkisF8NuacSKVNfu+mIPyE08NyjCqnODZF9PGIWTh1hCoz7XFFGTc76U
gH9ll8aLtIU8gwHeSCurltBVSCwBTIBz88pe3JAhQcxHxwdqJDylzMVdGS3I+AoegrCQXfaOdXgs
A7PsZqqtkziJmkFUi0AJoaUENpb72RTQFQamDyHfldso+mlApA9p6eirgmww6AKuM9HJ7YK6v1sQ
HoEmQIXrrEPriDEXKbGbub5W7KKSqBq6jjMSfykBSX2yyjriNiSorHFOK2dybaLxE08U6rciuLER
Sd8PUgxiiGYmsJoMKhIeIIjqMDzJmvEW2JcccymAqFXGI04p5ln+h6DVXPSmh+XOGJ6VeBl8uXPl
qL8s4GqBRjfWisol3A9E5RIXWg1tudOdFkLge639/K93P01zQDQPGuA6tD4ZAwDG5V0lCeVurJ0s
dyTp7fHv/7GrUYWCWDq2G/YBy55VaVooZUXc7AIygqY32MXZx8wqMCagDoJkDco+gNtB6xtez/0c
9VLTB9pYjk+duBjA/eQ/teX73DvGnpubFWQVBIOyDovQ1b63EstN2VfaOD6loiW9uBfZSpDpFi2d
mOGcKjCzfWEL4RdSZSryTzg97EMWQNYs8eNBfQoDu0MYv9uJw0uW2/9paagVrL0CgmNwm+LJZOZN
k+U0aZBufRIMkDj02pO21v2ZBCSzf//HBpxRShQCUzc37pdrUeStkvS1rD75QEAavNkrLfHGGZeX
8V/+fyOo6QCmglQIq3edCyrne4miPqm4mcfl7IvHbjABu4uH5BZeAkGjdY/7pZcUT41i0MA8Sf6H
H18531QC33y8GMwjByU8BKZQi8Cbc4MlMI8c6Dgjo0Az0y4oF6qwroDxCrp1mDqpnfEzjxu7vQRU
uPHGwBYyVzTIvx9PVWa8EuJ12DUfRQTgFnE3vUzmQu3JiBgrzKwFcpIAZw4r/JE320NzbUOIlRnf
hTAzdeweY4dDt8evPSb0Yi0nIwxJGZEt/zn+frw0LEAJtS6ZQk8RS2O+sFLMy2z0vhvlfDQgZzDY
+ZtekB74M8SvMmlkEqmgCQEZ/RtKhC+lw63jd1Bh1k6w8KHp9d1/58d8TXPVj7/qRtD662WlXwXS
JVS9canKqsISuCpc0gS82KH4/PoUkMUTilnkHZlzxN3JrcYESpiBxthIrHj2KgJ/Of6F+IvPT8pb
J9CEsn04vWwv2Sv0BVqbpo59JNdFIAqzRQ4FGmRESIAm2SMULDj0Rp1tcnK22/XPcQPgyr+fxyO6
gYwejYjZMaWh9xo4aUcUKzKkDDabdiGCoyRET7CxAGp7Uy/DvWG7W9Uy3qtt7SiKGezro7nsgN9B
mX8pkZmrhY366Cyjv1vErYLnHf4Es7ncWucjV8l4iBFnKI+jmmMAihWggvNyRRWRJzv5NDMNk+uG
MUn3+6/9nARyO3YGTMrSm2pSzklKQ5OYF9RLCvIeYOlALvUqOclqZ/7oO2nlA4So2g1t7FoIMcjw
iQiO5cVbV89sOtb3B1oK4S+EkYBnQv0QbN/331aMIBxqxghnDa1Vz+5Pue8Rblu+6BQ6dIUfz8Rk
ImBMws5GeE/rIDz9/78mQu28EAD0wN1pohUZFlKEib/R55Dsf44JaAA868hMopTHLHEJt6KLNZgZ
UZc9jssaAgYJ+JNQLItN7/x4TCzWgc4gbnoKzEHIrQHVej+oOozlCP2y3M69lgfhIgsLHfjZb9Qr
hmGxVk9KawtAqigzc8mmIeHdUqE9MMJBQAGCg+xk8nrXaVUuZnvlrFHGptyqacat/5HMHqd8lUHC
YSHMRaw0X3Z3pGEV6U9EcBraRiW280LgfEUFxW2+F6Ey+hzWpqCRsjBTyCrO7c3Je0OvQtCwgYYO
TvmEcD+GBxi6sZbvo598lR8i6KBaBXiOLv4sQzu9iJhRwSWHe4bHEwR7bAwVZV5bexFGVUG6BhpO
hZmjOrgNiPrPvaQDyfRViGrAHBj4j8lEhQtlFawhKPDZyUSDJR8j/ZbvFQDAL7G8ksAmGC1DsGs0
i8fbdPKmAueNXAaiQfg9iBOZM+FxGUQTBa2CLmOoX+Num8/ljCdOCHpscaeC4h4XCarC7E3Su/3o
h0K9L368YyXvNH9xbcE3+XgckyuEWoFjhTmjbyUbP3VZ1RtcItd72ZEs7dRsw+tjA9Ndd2+ASRjD
lzPAAQIDIqrXKopvKtR5IBk6sx5sHI3ji2QEQgFAdKGrC2FE5toYeLWTPbHZ+yvk0lbtF78uL55T
ryNQnLivrfN4WNNLkbHHPEJ84nKgxBaaPaSEV95avMir3JZsZVV3M0v059AAHIV2BPJawHYwQ2tG
Le78Sm72+UJCvdCqdZKDXTdbNMDHxlaADgeAPd6q5eMh3nRr708x4KQq7iQDzwxEvRi7SVMMQcRh
SqVl8F6hCf3fp49qkA2dZhldW7j+N+0yxiWJ3phX0SPVMv/OPpFSU/EaQ5ZVJ9CyD7+DuYvs7wnR
EBBAHvsGdblfa2EcDS2TMCEhWmrBLkB6H1CXL7FfNC3y29FKnHE5/jglEEn5Pwbp///10AZSI6SB
CoPDOl4B9WB20szzM7WALDByaRCo1g0Ker23IESp4mvKOO7jeo00Q5I/CZDWdK3HSzoJ0qEoS3vR
EKJpGhLPKjuQrE2aXCv5fQraTdNAh0wDLV3RStf1U/o+xzh3i17vdxCKXTzysCC9QKL+hjb8NW+G
XosapEq5vXhEfp57VWqycmvTu6RrMLs+cYvHw2OL0FThTQZFPG5+CNrA+WJmsaprP64qITh0wCa3
S8OOQZgjWBJK/TFoqzi4+Jy56LA338Sv5NAIppKa3dzbMI2HgMBCUoL2SCgI2nkmVh2GoNfSLMsO
LcxG1/KsfEZHiAehWYNK02aOaibbbMFvElCvDlv0rtixMx74k3ganHqhrOaSM5PXisJ+8ZJAzPSW
bKLv9e91qArgV7MRyBMQ0mAh3ufPJHvP4x2koTKowpB4h6Ijc1kUY4KqMfjzD4O8CPfBVXxTL8FT
u3a36Q90FdeAygEFB2WwVeytw9lyF30Nf+80FArRRQCCPBr1QfSGMY8MhcYpSSgd1LVqpuBRPJSg
tA0WxcylONnS1BAljYHIOPoTgeu5n0rJ6MCcJ6XSQUKskdgFSpTh4ktauxvoc54f72f60XeDonsY
2TvkNaEUgFLXvS29CLmOM3T/uLdnhjH3y+L9L/OcAflNFEGPgBaYcyEhu9uQzUIdEHcZGEmBc2EL
gbWvG35oJNkxt7wKUFxRJVlp8hHCaX4FyHROsob46HgkzcyE/WUZzxVydRCBp6W6+2G1+pjHI5fk
x34BcPscM9xkj2FcUEO+dY7A1WCJ6YTYq7KoF/Oj8BptYkCWdHDDhRjG41VnHT94YrekIzIp2GL4
+34QQE51uSAlxVFVN2O57gVHNpxQM6W5tuHpbOG4UJwrAlYa8TCGfLlpckVoymP5Klnyobk8Hsd0
j+HnKY8MCsNUqom5BYvG04Wh6fHzlkxm5uivT6edWArSjiAJZHkhfFfVs95rqmMQkxHVkjb2iT/O
LPjECB5jBPKiTBP/qP0yrqtR6FXkt25+hAB99K8cL/Br/uMUIR+P5ha4FijD4HJm7uUs5ZS2DtTi
2IsWWmWLwnr8+/QL7y4Q/D595dF9hEBsopQluZ0xxKNXHrmX5Bq9GygFJpYy66BO7n6YQUMVkH4U
ewz0BrNjRz4TuVQtjyKkdWLOguqivBjQa9sCXZ4BVFcSiOY50lmfF6mf7DJa0gCND9VJBrnWzU//
9bTlXoVdGPjVURGs7L24ZtfhGu5d4EA14CuGVxF5uXb1eFpZZw2LhQCTJkMQNKlo+b0frxzEouzG
VX/svwLUW5F/aixhrm3oDyPIqKm4zWh/KWKaeyMKWuwzyF4qx75x0mbTVlCc7vTj45FMtziKTr+M
MBsQCd0kiEoYURNH7JeBf2qjmSarP8aB9BRIF+itRkNMZhx1oFe+V6jHUtwO2lZLNh2Iz6SZJZnu
dBA5YSUECt1Hax8d6K9tkA6RB6bvDAORF4r7ISElyDfLrlmH9YyTObmecUxxQ+M6QLrGALf7vSWj
EiQtUhP1KJDoCVkphDtztDfTPQ0NEMRe8DNAfzPRUJaDdFDzwFWPXWQ7cWc/XvPpgtz/OvP2K67C
CWqMX/doSs2JzHh04ut/t4FaEJxCxI9IDzNXZzD0niYUhXYsfVtpzQGoZ+EpaGa21nT34tc1xPrw
+inwlFn0QXWzqBp6bC3V8eHrnWfPxx+LDbcSL40K8B4gB3Quf22rvGpauakT4/jk1QuXX7alqXNW
HFv/ebqAFqHBAupOcJyYsx73eeuOta4du8z2+E2TmEZrx5zz/2aF8Y5Gge9C4Ga0owB6+PGUgzzS
NfNs5nxMHwO0qgHJCWgIRTSwT3OVlErSdbVxLBtTjEm5gim3skfkD95nS7R/GQPEnBLSwe1HAHC/
PnGZqUbbCsaxDUigmX5h78I1sFPd2ZurJ01iZzRuUd3Z/7VFv+XXXhgivfSGkjeOAvh51+OnUBPj
FKwgYGFzka3PKfn+sbmRG0O4jnQ0Eo0Gs1q5XIPNiC/dYwluAWTAUbXSLo83xB+7G2UxnBxAJ4Ch
YIFDbuh7WZtx7rHrbaOyXdw2lffhzRUQ/hgJvAIE5TdfCit1P3FuqgNmm2vusR5BKhQRn/NmSaam
QwGuDfgJFe3PGNEEVA92Y9RdUveopURBvcVSHMPp+/98TjVE9fClcO0g/rslpn5tASXVVA8BAnfs
QAJQvriNo1emMhfMTt8yWEEmE2BDitlgIdgNV5dC6UXeyWtOQew4WncNM2s4Z+qMgzupeUAfFm1i
QDcC0ES5JpkLVE18Dw5U7Z2eA/QNgcmBqJ2VHJtNoBE/QtIeJ8osXXNrJsWM7T8WjAbQMmV1gw9y
O22/prIQY91329Y7IYHnooZZOTX4CRunH2ZuvenuwxjRhIbUGuYU/3K/+0ZOFHROlbxTXO7z3NYb
x+/eHp8j9kUFapNHHpKSlSPshVD0vQnXGFIuGlLvVHNrHKKet/vMiZSZgdBj8tuZB/4I6U76HKHW
hxiXeYvKwIUYWeBGp+yYnuY4PdhZwo/T0omGaEHQKSb+fgiBOAqtAa73U/laNHvhSZ77+ukc4abB
BYoOZnhnyGLfG6gFORExT9lJd0KzeY7R5TTjDbDgT5R8bi0LCNooVgvJmXsTVWMgOleG+qQAZZo5
PYrhEpVwXPN2vgIRkUi6xlE35+wTzHPKytJmsDyT3BD9AJWCy2naZgpGc8s2dPNIak6DKSzkDx15
vgzSi/kzcNC7dLbKxt4TuCWASaYKVhCsov+4H28kJLLgD01wltBk96PtW+sTY/4JzO4tA/kQtKVI
bEPIIyT9wZ1DEE6ew5t1VLkBc8fhgpN3b12U+rQdfFhvX3sU08ESa9hBRtqfnOTX2amla3e3+elY
f1ljbiouiFOx5evgDGUjSHVzaN+C3KgpNBYamnT78XlmgdK4eKk1+Pgo4qnA/zA7SXKNpPG6NjhX
JF9FG++IKG/dhMCA8Fb51C25S20p+UwyYFL5hlVKEILuKTwtCPuYMUaSL3pD6ofn7KfLTR/9n6ml
v32L/wR0qxHRIOqymgPVTvfszSgw9AiTcTQV5noU0hEtBJCfPo+SmfxkuwRtiZ0zrlQzj1ZJa+oz
2UHWY7sNUsNFBsg+AkLWPUzgA1cGD3uqOS5DH6ARlUQpGV7+PV7D6W1AB/bLEDOwwgUsVRRgKHge
fvKzttG/k4/GI50d74WEtvRK67etiA7R3kxPFNr7+AP+ntlfH8DE1hUv9+FQx1hOdMGehp6AMm/B
L6BydakdbWXNmKO7gzkhd+NlzmPaoXrU9jAHymbZfBe/D/IeFUn05jpb42CF33ME1X+vJEAuAELi
YWW9x0ou9RK9leGZTzYisu59sgKX8dU78HMZ0f/LVP6vKTavm8mGr+cdTBnGVdTsaNuiwVhCLkt/
Cdf+98xM0oWZzCR8BfRmggUDaun3N1sXy3GUin14lq/Ze3yOjsVT4vR2d5Ff/GN05uYyPX9dpcAC
Ip2ApDJeSPZt9AIVkgg8hlel9ogCK/ehmTlE0fqn9mmOLeP/YkwFNwCyV7i9mW3pSVGVdHqLuYy3
8Ie8J+GkmcpAVGC3ZCs4D3Ol+T+eKXgV8M7Rd4LCHM9M5+j2ctuJangeHMO3EnT4Hs/xHGqf/gi7
ZhLwOyrSJWCZVZhAcOwiwDm7ITi70XPj/ySXHaeSNV8Tb/jHgUzq8zizSSb+DK4Xyj0oI2rHRSMy
0WAocFrOCUZwRj3+iztnvYXeo0OCVPSysKJ/EsSWW3M5HmbM/vEO/jbLph6jPh/5sYDZxoxBQ7H3
3qUTvxjf+Rdurg3vr/cITU+3zDc2CsLE+3NgDEkcFKIUwVZhf44gC/+GhBL58kzQ+pnR3AVG3RVm
CZHCQ7gDL5peJ4x/26ldXg1ckJyBqBBIarWcSb6lj/HanBOfzMzjX8YoXvUG70WmjTkFYZNoCK9h
rFy158RpCtI+x2sz2YfrYubFoxcvOy48dMjyIzuNbD9jSs1TtQNcMTmni+CYzfEQs/3C1Feh7+j/
/jxz72teMAypWyTnYDC1zApLJ4wuYUyGTfpdfGYQMfseQ6wX/zIs06u+68Bt781M51+PLdwkNMvc
essmFFd94RalrvfJGcT2J9kGPdL4WTgBEJjasbWvhlOb/KcBlz9bVptmZoIn9XY6BRQGiQAW+Rkg
vO43qlJJIGPmx+Sco9zfocEsiEi8AKbJdAe0WzZWdODWkv22qvfKtr846andgfF+qfwgrCbyKfh8
vLtY7p3bmvz+IOY28lGzqvQMH6QQcV195ItPKjAQ/oNcMaBJELJXIALZme53sTxmG+BXSLnhTl8V
ZFE9x7jqKJwEq3rpPcXkTbJrB+1U+YgO+uYSzooQ3pxZdn/+/ljmmNdZUXtii4+N4cbHJDkGqhmf
a5OzxBdbOCl2s3R3/Euzqs3l43maehBU9RfdFUg6wocwmHXLpShtizKvz/oVhtvVF0K08jmZVYH7
w39AdxV4KFTaOIZcMWOo80o5LgQYArD7OqKrOtoieUPGNRoVrH7mjp6+d/fGmMUP6jQD2D6tz4M5
gFntw3ivBzCTPT+eu6m7d2+FWbXEKDFMF1b6hX/xn+fgsNNLC5Q42KYoPtDGVyYC+q+fev9bbJzK
JyL4YuThrB6lT5AjvTz++T88mvvfp77Br1SSKvqeywX4fdE3o/do459XRkUicAZcE7AxzZXN/7KH
4h/SDChmqTRrf2+vKIvQ07xMOAvnGKKJIQQtRo2Ez8Wl28ufs+7odKXRHYaED/LpiA4Ro92b07Ie
MVPaCGdVN8XrSoYlCobeitBOi+EfmvxpZkLphN3fCHcWWQdY5Pwh7MpaOPPH6iO1Cufk/iuXX+Gu
iEx3ztj0JaaFVFopQn4I6UA6/F+rJ3p+WFM+jHPyHP4rKtJflF33mhz4LXImc0n1P24Cag3N4mh8
NLCxGWteEcmcFnDCOX/ra4IUfktGc9066RGk+h1p3x5P5c0NvJtKmkMAogPhLuWPZbOPaOyUqqhw
q0u+0j6T78Bu0WSS2CP01eoNfyhtCcarZbmoF92y2ZZ2cu42tTXu+d2wDO3HXzP1FZivYVwRLpMj
Tg+M6iJCb7CwK7SbemC9CQHQoHzNX98DmDZ+PGvmnp8ANjUgcpFeRJcw+oSm3ENc2AP7WIj62eKW
i9VnAD4+TL5pqpsZSyzvEKry95aYwxKLSq0IJSwNTr4tV6nVk+8UQPcRxKuyWaPhZyGgxacGP7S/
bO3A0S0VJOGCHVj+OgEkz1uMh7lImaUFnHwVs+syRWpoKkSHJz1AIjT8p6/TVQo1E8rkLG0EkN/G
AEp8EzBqgLa8wx8eyjicIy40B9IPJHYiNBzFMzn4yfvLTBbjcY+xxCMXg8nqTIAnAJig1F20j2lm
201eRMYO8/wKVWZkWXizkz1TbiDq3oPh5OvlgxJvVVsXIKp/j41O3RpqFJAXhBS3xmpmJxg81yVK
qujncUFlWaWlshyXgSmsw92A1tQSjHh7EOFZa8yr89j2H/OKGxt6b0hEwx9ltR86qVX9Msw5uOQk
K8yeJx7ydzlB2gm98fxcfU2c3NcQmICoBWqt8KIoFcD9FapHUZaHkRdealDXNU+f8nowfyCbtU/Q
huWhwo/eNd6qHeQU0LQ2h1aYQOGBJEYHC+UAAMwXlV/6eb9ucF2u+bqX4vCiXqHoARbyfFktzGbm
mRfpIbm7ShkzzOXVCUVYhshUXhLiOgr4wwbwp/kmAlNxVcJvlom/a8AIF4DtUCKUrsgDxefjlRUn
YT/zEcxUx0BtaFWAj8hfvSUHPgsoaSPAyEzkbdBc2YOXB51oUEMnuaMTbO/YVPYQujcff8fNx2An
A0wEyFBBVYdiuu/nvGiaIOvcKrxUH5GNlMrCANOdC459EVx42iKx8VWLHOSOPQQVP081yGohEmwG
TrZVzBI6mJBWfFNJswL3ncM7eA/MH0T1EIFFZA+dt57qgs/ikG/NW5PP1tGpRsuaOJjMZ/th2JaR
KIeXdiGBvH6FFktKXHQc0cgogvpgMHmIguerwoGMw/HULLoFwKMrfiGB3oV8JACq9z05BxZ3mCXe
mi4tcF08wHJoPAOKnE139GKfqSUfRZd+Yeylt8JOfvJDaInoDNWcelnaYA0BOelMtDCpwaLG/8ss
oJL3K9kBO+9lA8zW28aRj9kRkpcLwx7XDZLF+VqzsLZ78fPx/pn0dsAqfEke/j2tyKls9YYPkBjJ
PT6+jNvq+EpJcnEfB3a4GBGMnpzDdvvifB++v93Xbh/tuZy0c240vfTvtwJ1+dCPgJIZyA/Y9HGS
GCHKtkV6cd/TBfch2NHsaZ36Oxgl0FrI88DzwDQzQdKQC4Xbln16Gdbyc/MO1qp3nyoQL7nT8K+2
u7P7gi31FEEIJbdmZcHphTQZIagDKL5WRCsyE/eUnVQnhS+llxyKn7I9bjznRUBRLsV1AMd9zvWh
G+WROeYaFoaojSN0E8LVTJbJsRfMxORXxq7cqCu0ISwlq7gqu2pR20jHOME5vRoX1wah24sGxcUd
9xZf567LPxw/LMCvKWDubN4IQi436DdZKMKCubRw/IUCtTHRyhYuKLMfb+s/9hReINo0hw1FW5Lv
z1KvJEYvq1l42QPQbJ9EUs1ock3anXFuflmYnFalzxJRHGBBfvcKs3uOviHKuYk/O8t7ItJyCG15
FaC98gooxZyw9R8XFMYFuAbSXDQYZG4KOU2lRkLweUkS0uHpW5bHWUTy5MhApwC4PVhBNo82OTAP
XNq4Wu0lXnZJt90P9wVjz8Wz+JGs/TMKy5ayjlwy/oDb6NBd+JktPInO/sc4sHYUyyUiOXS/fm3Z
lZk+hDB+AUf9i2/6Z3Ub29whdQKfzB1Q1i2l1kDNCq0/JOyArGAeo7A1xqKR+QybU1cXxTVKzH5E
3rSbyU9OHCTWEDOsoquTJC/G7CIB6mJ6m+wab4R1vtOXc5fArCl6Qn75YurI57oIPPaF27hP+Sre
Qxtm65+QNvyvFZfboFAeA68Mrm8AR+4tgVNEilxByC7dWrZ9pJk/8xfjGlLBoYMSzrJlTLIusIcE
ARLMcKxRkpaZSSwRZOX0Qr1IeyQLu1N11PfRxd9IP8F+7qT9sTPubDGzWI9c4/lcXFyiTbCuiQtt
7eZljtWfvazYATGXla/qPQgVYMRfxQdpye+Bj545UH+OAykV9GHAbwUp2f0aBW4biVFeFJfxq/uQ
dv6nVBLxxf14fOtOsv8YCUoQSHOA/oPmc5mLSQS3G5qAs+ISv6LcvDk5i0W/IXjndi55MY9LKo/8
2OQfc3cDD6CtCzy6aD64H1iCLqzG46vikpw88PvvayCY5zAnk6gdGTdAP2jzFfiMQDDIGOEUIVP9
TK0ulLf4EwQb/af3nVamCu0HGaPjwf2RO0utg+hAaR1FsvZJQxSLxiZUufhMWeMfj3sS6t2+SQcc
lPaET3OP2jiMvq5zNYIgHQR+yclCN2q6EDZQGHCQyYqX6gbZArDkG6uZa0ykV/9vB4O1zfgzTdGi
jcWAbTDSvoA8JYS0U7lS1+2+WsA9X2Srj2yRWM+8pS9ie47jdxL/seaZCyduc0loPK+5jAtwQjjo
8ofXyjv5yo0JAp6FAsSXZnYAWOQncdvv0vVcvuSP2xXuDHKVtMMURUpWcU7pQtUPmra5eLkZ5NvK
s1Vuwy2rl/TJ2M7t8T9uPMqZpqO0hVY6QLyYAVdDpMVcnDR4nxTyFJ6VpyU04pc/j7fUjYqbXdbf
ZhgfDd3lWsqFMDM44VZcK2flS9gsFtBRVw/l0t06yjtxwEvbktPKsMMPm1sdjxBqej82yEydc6h+
/PzXMJuu9e9vYo5emVR1WldxcxGjTdU+Sbm5hBUPhJEG1X/owGXzM0BDI4SAfemY4sk6xnN0mbfo
gJkYUGUgukYXIzxKNjKrjKr1R7WpLq/v+0/kijhSrwqSHkAoH5AK8T6N+REtcRAX8cDCQ/+g2+lG
8cohl7bbre01T9Yf8fIq2VAow40BaTYfucYBIcD//OmoOt3q+HhN/zqqtAEaPg3QtfzEkSqkgi9F
mug19s8GyQ8ydDPPEH68qtb/R9qX7Tau9Nw+kQDNsm41eXYc2xlvhHTS0TzPevp/VXDObrmsz4W9
Gw3kpgEts4pksVjkYoeUomRjkIbBrXlLQEzHrattuixWPiNEmDkXMN4D9y6UZaOcDcmway+t5qGo
o8S4uaAJ2ykx7hzZ/Z9xCphSgI4pzKcuoUGehRlmFmsSxs29Gip0BU4dr6LspWPj+81F3sub9pxj
IpbtbcDZjdZgW3xFur9fFs6gsTw0fQ2jcak7ZwfKQ2/BufWlskskUXxCeoHMY7RTkGuXEpwbrpE5
KeYz6BfNEBlFsDdFGxQ8fRbrieu1mQR4bpvvuIN20E/9i3bQ9v2y+aUf/T2Lxux/7DIZOobAHQXW
1C6XeDxWvT5sLm5vJM/RKT/7zrjSzewTvPaqb6AmhnuTLufK5j2UbLkHVrnmbZSDnSZ9eHDIhMaH
cha6lDdaqPH1pd+BYmClRAYaZ59U1srObuwEhgpAhbFMUWIkYDDSt/TJvUa/8VC/k8/FQ5oxsnsz
96BriaglHYc0HwMJUCM4q95HrOE+Bk0Z0tVbftfv9c6o3+57DHoaHxl9grcZ/FFJAx3qSa5tVeNH
ISkS6A2Yeso3d62+JRtF2XQWxgiDLwFT8ZIXLzVUFmfPTYqAAqb7HOWK58jExfoi4ygvd+pSf9W3
xV4YDO47cYIjs86IHJtXbh0pU7Q8gCWA0IcgtLuWVB6GsEiUrn4sOssXkBjJUkyZiV0bRYXFWftC
tm1gnGe3Rzn4/FFgi6gBPHn6LcuzK6hB6I09ulQNQVu1jekPDhK1mFqiWpgs1j63DHUl+3UtJZmq
hDYBQiCEJmxKSoTsC3mofP5ROItgwumWYmeOoPn4FhqG6swhIT5GHg8PqkjmUWGhnMSjjpqH4XGx
j80SFGHPp0wxUXjK5GW8MXRSk4neMoTlpJiDnuIde4uFG+vCAL5EVBLhxrnwDXGbMeLcmc0SYQ6w
dDTfIACQKVMIy4YX6jqXHgczlaxYXSZmFpvastxEpV24VvzKsL2bwBo6gWQsSAvwJk0YOq81MleG
DI9JCUYzG4t9iZdJ/BO2vqN2SOD1GCZlFjLCBAbqjT+jUKnw0i2UmJO4LDqp7xia9ts9yuto1+zc
l/FfKwgRD7MPUC4ho8aVEo90TNRIw2LsYYzHCYzXFjujBCH9Ll2iMo0hFXH213p/DUZJ1fpKGo4h
wPLFQ/LRHdBrVhVWrGM2r7KpUVKbLgfDYsbqJEi+hsVAIqSs0I2KQB1PcddbGHOFVrhp6J22v4ZT
+Kqom3Gp9Ha2Dj5lTDTNAXpf0JsbMKnWBx8qGoRRu3/Duam1Q9cKfJietLNXGU6PcbAVq59lBgNW
gH5+1J2QGiDqYG3KOAoWsp6ewBvLeTt1sUvehA/J9DWDx2RhNCOUS2XfrStH3DGnQNzGFaCohw2C
phroEsS8XtKhkfhARRX9qbDzXXaI1/Kj+oi+O7BtLdbjo/7un7qLsnQdGY+5+po1NPPmqY9Q5E/x
KQ9a5l7aYwfkk2im69yJNsmy3qYrcGwiu4Fe+aW3Vp1w5T0oa/FROkZO5ogrjBxcst53b8MBMtNG
B/k5eDTg9uj24ELN874ICuWEcsLvPMPjebL3dsnOOyKUfGC9Xt/6P7TR4yaPgWhwRagQp3SZHxZq
1YicenpF+vBdBjUr+OMf8v1iNMaQ2bZ1G3lgoCXqUnBbIa4PwNf7XLVFVTZZrJ/aFQjFXtJzsRff
XKfbLVbRQ7isbH+X/mYODr85S+CNcIfHDQmElqQ18BrVzflQG6TePTWKEYDvEQMQvOVBfbpvpTfe
iEKhvJEQu3nSgRP0lBjOy7924NTHiU+a5HoXTcbx/ICPN4cBKaqHS3dEUWNuoDBseV+M2yCNQIHO
FE2vOIHBRXcNVcSh2HOd5J7AVVwa3KfupGf3jV9LihEGpvuiH5mV7sS8rjwquu3RfYVWOsL9jAkS
15DuwHtyowjemVt526C1MFxet3vU6JybFf+r3C8O2QtybaxI7eZUBCz0AWwSaPwg5EvXsEpXKKMv
+/45kZ2YMyoTbGESHsxRbG8XTsWINWa0ELRZoJSCcWOcFJ1iRNG0XnRp4J9TPP5qeNaR8GTlYn7p
+7/dQNITARZJjNuEJ4VxX4tVZq5aeJUfnz0QFy3V3yUSOC/+CwePsgMR82/lq2c8ld2IRiFSC9mL
rochC158Fj5TPB+/YCBXtUtBGsiin7k5pSggSlHkri883oNoAZmto5wQVIvS6v763dgxhUH5qEFs
MdQngjDtUbeROrj/9Vvzoj5PHbQggAfXl4TP+5fsgEJxSztE6qp5RZ2SgqxTiEJFlvMgv/jKvChI
6nRrXcn1qhGQnf2re4pFNFQqj/aixojer0dXYjiQmzsChUb2cOKqdL4dtZIICBrABXLFx7BxUOw9
7vWjzBpFN4cF+i8c3WhpJn2U11iC2OiFUInYK8waRXkjSKE/B4xyXXEYP8RsvyCGc72OOJsRHMEx
4rBEL9A1WpKMclF0vXx+jT4gXHDynfglfVY/24/o5b6a3Cb/0WyEMgLCQoFiWXBrXGNJ+dhUfKTI
521nYpyvt0Kv5ogOSh982735Vl0+PpAVxbMDq0Pt1pavgakbEdh70qj2JRmF+pGKasrww1v7DBO7
jXKupMMr97V0vJxiZtUoAmSfn/P1L3cdLfUNtwb5mc3qSftxrDfb9s9SolTwGgztCH4g+FjKtlzx
mdk+aCfJQ5q73gQ7FfPY24PqWv++0w/R8mQHUVt5DRtnoz7yIRYyepYuIipSA1t41PbcHuWe9n1t
uTk/KSjKLep5EQshlPZsFY/r9pljXQ5Y36dcoib0TVS7gnwWHzHnKBQt/zgkVjOaHsYFVhglhT6O
jfo5DrYcsPzljNHBvMH9itcYMj+L0sdc4rreS33lXO44Q9u6u9p2H6Any2rLoo+4jYZJavEPFl11
EaJzq1AVVz7zy34XWsYnhsaVdrZjtY3clJZAN66AKJWs/GCUuUCTz9q5vDgS6Ma3/Jt8TLcoCANv
qGSWTyjeRIHusWL1b80cQNfYlF62RS8NcqLLZ/A1eVv3eDTGJfeuLEewn3u+wQSccShXslLKWfi6
F4F3TEaD1IghwqBqXZKRwfct4DYXTq0opaJJjrljRc/JqG8O1+mx2OOt2LVKLKhktk/+pnlhcSbf
xiLX60idBii0K9GLB8VcLDNj19sMm771kQru4qi1AMWNoIAon9qnQI8TEipr5/yV/9Yc9J5oNldh
NnqM2AcVdD4rNLkRCLnXH2pCQkiD4khqo2pJ8ktpEH1U0PF4PvHWgv3vy2MIBu4UuG/qoAii6VMS
rg/0oJXRxrSWN/2uR71atQOLrM0qh7h9E6KQqOVzpWLQIlnxL6XDrbgVZh9vin25AtON7a6Ex2CN
6vBNycxJkc9eHTYULLWIER8GTTcCttv4x2Alm+lReHxDO8164XBrhtLfXGAoMErpU78ZOQ6FC5fo
cPEiQz6PIGMM98WKVb8yo4zX+0YpeyHynovZH/6FWy2WmuNt3C/FVjYCagp9JrfzrCJOlISKV7tk
IflxCrGCw4PwkqLSgCXPTdz4s3CEPF5DsSb4sa/P5lTSYyXiJf8Cem9b3XirfiUt3QdcWRg7dOP8
AEQKQknpK8JGWt+R48nUSC2DS2aj7hkV87GlbNutakXr0SSMsoQev0PNzDMD+FY1yExC1OqjRR5k
QnRk3GSY3eXmYvij/t5JQQ4r/taW8pZVP3VbKKFcI1G7JfcgsIpbINVWiyJvtATYL5JdbTOWQyTa
fG1a10BEbSYXC7/LAnckIoEZ3zu8t8dPZ2Ep+8HxT94b0oKsqIe1hGRvJ3j5EI5cXgNvgKciHKON
01hISgj/3owhGN46QM9L2jBpQoMgTuQCM6pC1GE2pGNVOCweBNvHCxVrns5tYQ3ZrAkUpfhZgBIQ
ZLXDS2GXu9gpzNh6bzGUOFkFdr/qcmM4ig+Lh2KtmDwGCw+n/vOrwDO2eV89Wb9DpS4AYYLS3qLG
7+jAsi/AMurd4hHpTt4c7NTB6/0yWHdO8xqt4+fwoC/JdNnI0dZMpboJba8XRKUiMX9RLBA64Idg
BoyFJ7rK5E71y+dbaJT7EnOrXNu1WcWot2lQgKJUHf4HY49BOEmZTJSIWat00KzWUUtD2vnmuMXs
9oXFPxS7+mNjho/5vngRWLRDt471GpeyoATESih+A673IaOiTBSQTWd1lN661msMymr63A9ImR2x
Gg5VM79Uyz0nzr+m/0cmF6O+QCwE+nGULtMc9Lkr5GUzoLuEX8obd8lvMCAOrwWVE+CJolm6y2pZ
roTNiFI51clQgd6tWDy0t9cF/Aa0BJMIDeV5+D3XDqIbF4tM7fLk0nxXBxTomTtvXXwKT+FeON63
l9vwllAo/ZBFgZyatNNcQ+ElEU2nY5JeStAejJaAA2uxVjGFNTX0DbLCK2YJBPnxlLcFnbsMJlRk
ZkH6RZ34KRjHQKeXppfKKHB19WzdPNofpAbyyDpCZhw7oMAYg1seGWBNhTGK1hZ57WbpJTKPrKvx
7SaBxh3U5KiKJdWjeIC8Xrmoi/J+FPsIlZ0WyAcHDA6x7DO69FEfc3+TbjSfICF1DoYDBBboTLhG
KtxFGxfjGF0iw9IGpzWRcS0J58R9mFtdAA7oRfDQTzjhwKx1jcPLZdoluhCjeQlFagfJqtBogfG4
dnj4kFcxSDBYUcyNLlCIlPapbdOOrSfGaDrMd/tA2iSdCTZUsxgdwh3hnpjPYDdnLxmFhKMQj/9o
ewNT7bWMQr5wByFIElRWaYa82aO6aF3bw8W6v5Y3DpGCoQSLNX9I6iaGBZvJ09v5m5Wvvg2OKADK
41Z67sdeDgB3qW1rY3eQ7NAw//1LBgVDOV1ea8c8r4gc6JMMoXoL4+AjO8g4tm9zBxQOFT4owehW
eoJtqZ3egUiO4xnyemF4prYJUd93f3fmbBcDsVDcSPpr8UJLWVRb8osykAgcqF7qtfi7ssDdg+HJ
LAa5mzCdyDUBotTN78dw6PIgubwWBnq3UGuaOAxVu71CEQwQ/OKBC5cBaPW1SqPEBRfSIQOG84Bl
W++i3fmRGUvOmOoViniNEi6KAhUEQAGnoGA4wgplq8hzPqFF9vvx/vbMLRoSWXhhgutGRQulDL2w
QC9A4KUXzjdesx5VM6FnrFb3QWacKuHuw1QD0nwCKodrebJSlwpZanA2GO679JCCd46vl2bFaI+f
NdQpDlnXSbCPQm+O41LgvI6uoe8N71LHxubMpHqeW7QpDqXSWSz1kh4Ax30UwROkPuASaDNUjXit
q6MbmjbFoLRZLnxM+1Dr9LJ1yfTQ+KtnNd/NWuYUgvJrXKVlrd5UWK54LS55k7O5d8k8M55M5466
K0nIak52hR9rSQkESBKi98Apd4qRLtZaeZJTVFc/sW7rc6fBVChKoQUB7OJDBaESI/qIAsNk1bqT
hb+zMXT9YyynglqCJOxSr2Ur3DC2fdY7T34/3YSapzKps8fn1Y2bG4qtGofSXH0NaJEvXu6bJUsB
6LdzrVS9tvTR0juYjakZyYYzCyvZCegQYAa/c8HAVC7KNvWeb9usLcm+IBBwxNCInMDhLIa2MUyT
DkPDTu25coSyYcLeuSVFgGZgeaxNYukAZZxZ3A/dEGHhiu/Qkde/9e1aB1eEHZ2HlbgVt571fH+r
WGJRMU4XcoqXDwC0gtPvZLdZsURimA3NuJW5Me9KPABeZZS/y5+gZFjfF4GFQLmBLi+4ZuRhmIv9
dnR6A6UvLNtnnDP0YebL3oiOamx+h7rFYlnaaPDyDcaJORsD/NFkFHld+7OhiTlRq1qiyYPZ7gpj
+OqczWqBtpCv+0vGcAZofb2GKr1RTkoJRoO2hFB/3NlP4GrtDPml8tGQwipuYZyfGAhxDddIlSfw
HHFtjqUs8FCdg8Eh3uQmawnnApzpElLOwBM9wfXyH2eggNJlYZbOaCmrcitjXqZpxiZjHck6/W+f
jeKda8G8aiFnpUTMJzLeMSsYHEK7p+iBZUT3z+yboTa1W4RdPWD9MN1CXlfg6lgxBLnvRVFTfS0I
3/G9GJTQPdwX6/Pi6G9N21ywemKYikBseXJkp3lVd5wAQfhvA7O5R9Mkc9RZXvS+R8DEsWuUNpUE
DM5BGNWZSP8sTDxHP/hmgLGD7UcKOhTtu9lxy9RmXejmccnLHFIKmIJFLWLklb3HcT68Nzp+9hVp
eHm+v0/zjugPArV+iRJ0PJ/F6UU4ZycMO99ISGCFy/sgLDGo5RMKpSt5FyDQaf3UOSvp+HcAVCjF
q32A5AUAktGI0Qe1+Ayf7iP8D0X7Z6HoFDJGDY/dMABi34HYyxwPtpTaG8wfYtxCyVrcOoA/OJQj
df0WcVUapcgR8M8goH94im2GbTL2nO7+hK4t5KKGVnUgzELnz0tvb/I9A+R/hGx/BKE8Z5i3ylBq
IVwMWmoTPMZzRrSsrPAQr1jmSbz9vTWjnGbclYmU1LgahrstGFCdhQRCordxn5orVnJq3nH+kYqK
p4SibrtQCZCn3Lxi6PiZIcrtS8XPZerP9ymLT/UqEMoGeyNUG80QREtQDOHAHSqLNxKnNEAV5Fun
U/Q7MLXeEBFdMRzCvKKD8BrdFHgu4GnKW1FpldxvSHoUDFT9WjC0FR5I0Fdhss46ogE32zZBotwC
ikmbOFeQZRZ/F2B+RkrHBz/Utt+jJ5cRbM9f7SZYlIfQkjROghZSDajB8sxu92Ha8Wrz/SwhShEZ
uj8bdP8Bo6vqkRvrxpQDmL/2z2bh3HdFs9508nXKQywKPXPhINLLM+nfOyWf5/vfn3UPSIWSrgBM
v6InrBWoZFDAMoyTu7esZIWhh4mByOo+CNnbm72fgFD7kedg5xV6xDmLJQ7S5RMKkP4OQaKC35JD
PZzvIcT2X0HRCNWql/yKER7ObvQfKeh5tGgP/X9R72n5yNDY2V2efJqKcMUhwNtzhQUSn0ErtcE4
8hVjn1kIErZoEjrlda5HqJ2FK8N7YG2f3dNfikC5ZRcvcwtOB0B8bNEMbjOv0PO+arJIlDdG41Q3
+BpUtbGT06/MPILdcleaDDkYuvpDPTdZqFgvJSABZXh8/aV/IML8+itjoF2uD+YLoREB4F/Qzr3E
AO9yeR9h9tiaLBTlaoehTjIFLzmXeO09gV2EmW6evbdMACh7XmQ5V8TkniQvn0tL2qJ/Ej4jAJPH
XwlCu1ZN7sYwKmAWxcEzogsmY//7+As10KB9lyV0smr0c1dSuLhQ1FKGsAU388wcHCP1WBo1Fxxd
oVDHfI6KdR1/Mjw4Sc4vwVhH6x5PNQMrvJ+x8Ssc8v8T1RWyIu15Ig3u/2uyYANLd2c0C93HGDEM
jh5cUejKn0iWUh9EbRlu4g7Yk0DyVzC2/LaiGnWCUwhqsUaMMFkIHCDcd8xoen7Ineopx7wk4dmM
vnyDYe0zx98VGrVkep4JY52r2eXV3Tt8YcponGkR/ZS/72syC4cySTAJd3VcERzUxWCEz8F0D6yL
FwuDskqcIZyitli5wVSXmJKIEx31PmhGv9yXZeYcnK4ZnWmOaq3TIoJjla2Rtcxkwox3AQEDLsCo
fkCBAE+tlV53gsCNWKvguQPVx2IdrDFjKURmiWX+c4msKyhqyVyuU8NMBJSCkmwNlxbHB9shNMC3
B4N/YSV8Znfoj2Q/J9zEQKtQaqKQSKYYusOZrXmInG/G8TLvbSYgVMQIwpK+aXqAREa43g72eECe
5IkRCzFRqIhlUGpd83mgFLa83EfbwvSehO+n4YUBxFoyKm7BnJoI1Qo/S9Z8CCv1bKfv3/f1WZzJ
XqEflrCYov4F1HBU6JJ1Qld2mkyuyO4+OuTrYZMc3OXFtYJ9sEdFwu6tfx52mYVyBPs+9ky0gbHZ
4DxD1zfqfWhbatMUXfulgBugYOXbUTGeAsv6OwhKH1oN1ztJ70heWDQddfdxZhVMzUVmV1JQyiBx
ojqINZ9estJ4LcAdLHlGqiAf/MjqIJqz2CsoSh+aWs4WaglpKjtc57H5ih7u0ixik7w9aGsWK82M
r7uCo1RD90Wh9RLAbfnfXWAIb/f3Zs6Mrr5P8CceAaQbcT2idfMyPuClWytN8LOkxuo5W4mn+1Az
wcEVEnWuFni9lzwBSMNSNPfVcvG5+jsA6iiVI6UMJXUkDym8+QucXwwBZjzBlQDUsdCD/j1NQ5gK
0qNr2S5j42P1zQgHWOZIfsNkO4ouELsmgiIHqJV1hsYepBUr53J/I8CKcI1RRm6pZhowmu99tpSt
/Nn9t5wtpAXoH6eCoc/XCJGEGeAuj51wn8Bucul0w8wsk3HOsMSgbN4t1FZYFBBj2yJZ/dT927Zf
SgbKzmOh6kE+hheFzNgHRmiddDtiTe9iiUAZdyPnqddXA3IfPB7mYquwWkbZ3ky8fLUTlHm7HGZ2
CTFxH8FGN8FvwZy7SfaSSq1cIVBm3UdBJbouELgtv9mTlwN0q/bOE9jQGDXr920D00WvtYpHnnqs
NOxIURgLw/TwGl+smP595iy+koey8jzDMOuoxp684n4hmrytmcVOe94wwor7fh0U5tfCYAxBJqUy
hLmsa4MViDNWig7zYJmyHsb4ON9aIELHuJZ9XTATqoyV+jlaJr4qSxK56nz4w86UnHdSD60awTFk
Xfnuu12wVV6vlCtrvuJmUDDFcBz+bH5lNsPpziJg9gAI7MH6Jt/E++oCfU2tBCPRUFGUjYbyaHRf
jChIIr/zxlAmKNSOV6k0Bp4uwlBWmmFV8arADdypQYICOpoMZHq12S551LdmCCyig7pc1WihaV6+
7Q/+YcPKJc66nj+/hlYR8MEEEsdD5sjI3gvrDY06jFWdVcIJAnUIZGKWeYULhLo2dJM7bjuY6/0T
f9a7TSAo1YjaMk/FFBDP2DYVKJlr3EdgCUGdAiEeSDi5ho7HpeUExmLnY768yVANhv79vCZMDClu
/ELsOoAoht8ald1a+oMTalZ2uS8MC4c6DORmUQVFjeUazPdydHSzHE1beboPwlox6jwo+0VQqdiV
y7bcOajPs8rn0rwPwdJd6iAI2q6Psg4Q2oPTbsMVy7Ox1IqIONmPStUyvaiwH3WGsSM1eHXO9wVg
AVCuQE9HvO3C/1/G86uC4SDM2uJZ1/zHMH4unBMJ5LD3o8THhRLMVmvdeI0OvYGnvXjjOfclYWzF
D/fVBKjppbyGhaSX9DMzHmDpwRfDxm+J/EkgNpGFMvKKaxq1EbDbhV2DfpU3FbytgGsWj60BOkXa
0tQe7dI4f7EKwhmaLFK2r8h+A+Yl7FJiCFYVGi+bzlC+7q8fwyRpzqhhLPIhL4ARrjt78fwpLMF+
/fvv/MvPK/Bkk/pFo+eg/CQHtZKh0RqMtW/l4S9BKLuX3GKI0S4Juy+e4cAOyRqsuCarRGXuZfVK
Gyjbh6LUQ0sUzur1ZdMghbWuL8Vr5Mi/tvKKBfezx3cObfp1MqzctmsrKN9ruxNUO9jtL4OdH6Me
PUP9Rno2zb63IKcQ2d9cZv7HzMZE+ylXETZerIghfgDKQ72Vt5HPC+OsWYv/cmP7A0M/X8pt36U+
Oaxf+eV2+CnUGDwr+3Vf2+fzNBMYKiYYfS3NCxe71+NoQC3Y14drpkuGTc1l8Kc68hOJTfQdg73S
QfOxZqin7GzFt9yFhVQaHld8cY9pmvAerJ5PpmSUswjcQMsGYmNWnRpZaHwgjxY4K1AL/uUSyteH
k9+FxSAHWELcSpOnYPnykZrakZVRY/g++l0q5jlXSwTlp+wVRODr1ma1UjJXjHIYaDPrE6UHxD5Z
OU74lWLWGouRdFYM8NSS6hLMRvmhKploAkZEFj0msSBSAG/SWwbSB3UV/BfHN8GgLDSPApUTYmCU
ohWBvkjYyK/DlpVEnT0o/qDcnOgF5lY0okpit/BNekQtOil41RiyzKcDJzCUgaqLLhk1xG8XazD9
o45hk5hvuakPjEP9ZmwXGghBMPLPxvwwRE02BqSFC6/OgBPlS0x8eMf4WbAFGKYNUpP15lBdtuGa
cxabysBUNVgsepbYBcvEJm+c++RHUDabgbxFzQMirJhtvcdGR4UVzpAX3+CWicU6S+YVfgJHWe7o
u3nPDVCU7V4sUd0rtKRQRFwyMgtMHCrMD5KsS7JKI1e7BMv32lreZvz+vu+HGJZFk0+XSRsHHg8Q
tGIVz1uxM3AzQkPGfRTiA+7tEHXaB73uu2DTQlkKmX/egTH0P8X6k00hck4UcUgTfyhaoogqxh7y
ASt7wZKA8g6BWKPFp8P3e/RDHFLm0z6Jfu+sEH1wi4t6GCIFK/TzVOn88uxgbX6E7OGYLCDKM/id
iKwYB0HI275oPoxkLk56Kpk18AzNok/vtlfdzPUgUWKAictsDP/xuUGjLPfgH0Gszi9bvIyidUW7
3Nc1hoeleTq5RZeSp1hyC9fP3EN7WWDEhOqzZgjPigeSAFLvhkJruogLPVgl/KsOp9M819to/RSx
59TOXv8mGGQvp0rdBRHXdcDYqst0x28ETA8eJPPjv90zF+hhBc8MOALornBRC6PAC4IMe/WMEYwO
/4zhiwrYPVjOc/aeOQGifJraJk1V8BioBo8GKlN0yLFKbefaV8An80cWKh7xUmEU4jEipTgCotMB
U6V/9ybOcss3WFnmWV2bYFF+ra/7AVTIWLc2Mg9g48ANIsDsENZpPq8Hf0SinJs+LsZcCwHzOlrj
7qg+NLtHJsv8rGPQefBb69BmWaU8XNWOQxxyKXnub53so/tAXIq5rENmyI6IATH3rXQ+QvkDpxGZ
J7pdhWB15vgc49rM0RmewS5iHDHz+1WwGSfc/Dk6QaI8XqGnehsqQOJBY//gWzIoiRMIxFKGWd2e
4FDW2vdpw0l1gXIWcGFyOOe4/9D/q2uoUgCJKGnTph/5m05uoy4poW5ggVFNEneQdDO7mnvutJsC
UUuWum6vYvYGMdPoEIAsusXomN2v3igs8RMaUe2KS23+l42aolILyHO1K48DFlAyxtcE98oarH8t
ckIsoDlVnwJRAWMvtFw/JE120ZAXjN9kszJOqTHa5SHfnBl6zsKiosU45L20LrBntYMIbrAFYlVO
hYHM8BXOfbA5dzSVi/KuytBACVVsW0tYrjBS/i2zwJ/Ickcs7SD/PzFdrZL0XPUBgyGqP2xh4CN6
AHUoVL41axsE3B7cIJPshQVLOVvUiQparVfEQY2Y3gQ2G0v+kG3U79Z2fOjfhWeVPZRizqinS0q5
3ihGCW9U/1jCmBnN82Brjubor92Hb3p4KNMWJq/YyZHZbjN7jk2RKX8ctFK/UEqIW2KV0cRl5luw
mYDzKV8yCRmIEtLR5x+sG6pbKYlVMZaJ4jgiYTzcOcJONRPFNoYzS3vmDrMpFuVbcM0OuRqtIlDS
+Eu0PeOzs5q1u328bwuzB8wUh/ImXZd3tRoDp4qNX4ntO79rOz2IYPX81wPnyS14CkX5E32Mcq/L
ADU6Mp7/e3STYaoyKv+Ywc384smyAvpLTBWmn5tjLQhKvxpI4Z+GNxlMFTbsHDdu1jCWebX/B+fn
TJ2YOCJehfOaH5zqvXMEO13+hxpGHbPsRJxj4B7EsIVrL8ItZK6OtZ7oAfrvyJpxe+WDTaBP9InW
7QXoP/BWjoGtmJ95jeN1Old5EnS7hh05KXbnqCyfIueLoW9zjn6KQ8mjCNXgtxpwwD/5WRmtEawH
R18KePz1LGbB6ZwiTNDoDeoDWU5cEWgYRWL86ref4/OGxdjz82pxZ+noyoDR7crCJ26hAwt7YmDK
2ENrqZiQhyv2w2m0HNwej95alu3+O1xt9DWLvnb2mWAqJmXEccCLScvjF4ztRsm2T9tH79BgbOGh
WyPsWZj393DuhJmiUXbsjk2kcSPQFHS+I5HQvNYf9xHm7GqKQBzxxK56eeihpHDq3gdq21rf1Nb3
AW6nxMAXTRGoGEATB75WKshQWiIhVhmtFLXImqGsE+N17z1ispjROUfZs/on2/rYpOY3y0vNXY2n
P4GKDxpO00dPISEPet4jJFJF45vFicjCoIIBLUgwLYOEOs3zOrdr+8OzWGLMlohO5aA8R1Gl9bBQ
ftRBw+CNS2AEtmu1qPZ44rf68f7GsQSi3Icf80KWEPchPTgEpjcHPDzcxyDfuGPPdPK59jK3Gmqc
U0jEiB+ykYDLHpykjBOeoeP0W7I4jGLQB0DpoHY9NNA3D99/JwjlFlK5rxYch8WyAgSbRmSOZoSK
JVZd36w/wBCUhQoWO1mhr8R6mAtZ1mJ4+bvkjOvoKK/ui3HLsUmM9Q8AfQnOuSgVAjKI3Up921E3
qtmDiAADyTKjxKl+SEuTyR9PXMyNEkwwqfgrlGIv1AqcuxGcXGaoaBgm0aVqtSbvmMXD38pI7ZVY
ZHkZJVhExM+yyWFKhPgUO5GpXlrzw8fwXp40WbZLhhb+nIC3cpLeD9gwRrSTE3TiatsO45kLFfPg
kWm0wrfK9Hkju2zC3mBFmrNnMeYA/n8kakU5Gc5okICkYIKiUTsYjtxn1rhsRGZLCwuKWsxOU7Ne
8EVyQjmhFe13GzK5l/kKSj5zb+2ogxADI4NFImHPqmiFdC3GDsmG/CnYZjc6LP1gYVFHIgLaNA9j
iDQ6LXg8Qx+0ZpJZPTwGaJNg5Whm35QXk72ijseqU9IEbI5oNwELkGQnO73ERbxeklsBSva22QrP
Vaa/ZBg6UYHbBSXM9RqGs6g/kdZEGaNc4zk+kpBxeFg7KEDr9rse9VT/5Q0T6ch/YCjpeFnKQXgn
k7yNbjSyIWzzd/UXy7JYwlDne1SDIlXwIAyq3ArDfyUtgjvX0J7BeXd/3WYPrIk81Cnf8DU3Vjqu
Ibyd2L9jY0cuVayob/amOF01cjRPNqfU88YryOZY8W6fWmCSxdkr2SxFnz9N/mwOfcK7msypPmDS
o+X0VmNXT8WaP/cfnRGapdX8h7rNiVT0ixIX15mWubCr1zE18kOOeseUyTz040VvFFvG4CxQU5LZ
RpSXFThQUvoFNI4QrAnOa2CZz01gRitp5TviBbXq6/YU2y5LCWc1Y4JL+VwUBMhqHgO3RI7/vXg6
FsfH+7pHdv2eZJSrzVHXFyoVELbuHi1pJjwtY4dYMlCeT0lLbyh4IEhObAkn3kiXj6y+MGLx11Io
mLGGbl7MrAM1M50ylmWvjjNdbi7WmnUYkZ9379PXW3B/sW9jxuufSS22MjaD741SA+6Lykn2nWOy
ngVZC0EdaR3IejtPxkL8Oh1Z1ZOsb1MbqfZ1ojYavp2YTBb6mVvI9dLQPt3TuUZQ8HHJOlUWiFXs
nYcj6vx1fr6/BzOV7ddIlF/P4Z24lixRZKzBL9sZWxjxWbUMxzyf0uX23YIN2JaNBjmbUbf281x6
T5koT++i7y8qWyjA3nnvnoKnhZ2Yv0ETvLfah5NvcaByNlfB2TYb67w6YGq76Tn6+uv+CrD2kToI
MM0m5NsSP8I5IYPHOMtu3f/16lLuv2kXAyaZ4uO98Ztl5TPJ4unHb3rBFo2iVJ6nNJfnyOYOyTL/
FRsgvQ6fLI7Fz3/f7OmmsL9Z8JsxnqLgjqUikgU/MraS9Sspcy+4ynWDArr8118myJNooR0bSXeJ
qwLLLyvwvq+AKj28b+D4JOgG/GrFMAxG29XttL7FtY5QJtYJ7qAtiHZj+pQpGRGmaTg7knetjHRV
OK9Pg7Fc2d9/uRGUTQ2alrYcD5F6w2R8WmJtMmVSfY7CwEjFt3FpiAojesyWG/thNxgn03psjN3q
w/w6N1tzaRH+q40UWgUrqmP8BCoPe98afjIj/9sJ3kyuD3wB5f4j5Nm+NwZeQEPL2bvr0hAN+zeY
0u+jsX75tYX83bcI1sQmeikTwzbHD7dOjKj5Nka6Utqf+9zky75XCaUW4Muo5jEiWzko4DztDNas
JZGFQ519YG/IuCoGzqsDLgrD2D9w5vv+4tkynnJW4Kl/3tq8cX5esahpGCb/kyKaCOhFVSEkxJ0g
B8NyJywDoetm/4+0L+1tHemx/kMjQPvytbR5kx0vWb8IyU2iXZYsa/3171FeTF+5osc109MN9L1A
A6bIYpEsLoea3hUtN9qTp3XjOKF1ilH+yMnzaYkV7QeysJeKu3oKiQmUzc/eXAUWq8rz0zp0T6ep
O+rLYlpeO/D3Ylne4XO3W5Tk9VQSZ30mmY3au+MA/PVsYuGUbwGlH9AZAbEG5PTMb3ffmfbRXsnr
Y+qtyENkHb5jsliuvhZfW5645rNEPC/EQp6Fbt/XaPF+RKrS6SPOaCrM+cGjCs7Ot7ylZ7X41DdH
WVSwJuhxzhyJbLCl47xjJZ4ZN5NOoMaDUGHjBE4tM22Wuv1AHd05D7pjV23DvCtHG2OdAuItR0m7
pv1xQiUnJGjczbHc0fqM4CJ6BFkYXiOKZf6pUeqGRWU8gH4QUO99zK0N+i+pUFMuEfExgKy1li+H
52AvL19cz1qWpv5wJfbCNckRf6LhEtlw1bbxgaa7OMaujunKBUtbGZeRTtNwoaarzXjoAKNhRNez
cbyBNzLWaoto5ZIpXsWwD7JrpjXIzXgXAcs02xd9gekCzqqY+87mrNmUFmWPlRDlUL5TG1jNCMss
//jkOJ7l/SsykzdRpCmVUZoT09X7UZZ0qgJgANNLDh+Zmb6jCY4JnjkzOXZLh7LNRqpXZ0MBHQ3d
1q39Jn1cgKYMoLAcmI8cOrlCZMvtx++Lc59BlhSpgKmuYiQm0x8pYtfkmwbfc9Taf4HqfcseFSGF
sdEPUQH2rNQnUkb8PxmUIsUNvM/ObACI/k4J+zqNn701t+elhFpy9ju9Ob14Anp+4Q8uCw5oxCFq
WpfFFU1xATZQacv0axzMKxmXfc6gTqlT+i8UUtFH5Ui9PhyqZW5/3mdv9g00TiLw4wpDRaOdHT/4
CdcbuGCegQlzdRXj1Xi1B9vMH/+PlCifxmmSVEsxWLH8p3iwKmuVWIlVL8ZtdMy9xqNcaBs5YYt2
REBCzC9NBLYKSyEtVucIxF/yaDYFEqmGwXLCYO53iWFUx3/ESHufRO6GIBPAXPo6LJSta4rIHIar
4HifzkxzwS0dKuUj+GHly5HRnIJ1cV7IltQ4nF2skY0X1xn2DKSeDx9vFmSFxatE3ZYaYV3wmRrR
7TdQOhkCxLoKx4Ps0ceW2NeFvhHsY/nxfxYqZZD9mOMwYIRD7AEFjhZAIII7j/r2Xwxj3TJEmeRY
FEuj6X8YGoFIMszKtQ6WBLhMjkardE8tKaMcYaVnn3bgaFx7ZAD9oMGEERqgt2MDNNYRwnwlJEJP
PJMyS0Eps5zz3AXbiMd77gB96EG1ODcAReHhvoLOW/+/94Ayy7Ec5lwYBC38df2UuCmg494jZkFq
ZjL19sQoW1JLugHkeJyYvG9DE1M4UA3XQ/atQJBpmL4TAS3KbXzzdZV63DLYVQtWSXiGUwCHqbIo
IjQBehgl0Kzti8uZwyc0zksF9IULWsqOLO8jjApBKcwNFUqeam0MQ4D1c6cng4Rm0pEOUFgBqSwR
tZbUjpzg2H8wqc5YzxuqlHjlLJXkTIayNM5P1IXXnGATU3dWTFjfmRsxIfWribLyxSgoxxuRER5D
B4otWkdWb4XEInKbdP8vLKAvgwDoOeiaM9b5a+5Eq+tCtsu9cRj2qT7OhqCQaRZw5efF92UvLjaw
qTlZPRYuBhPQ229hLNjiFwaze2ouTrsRAG3Rz1mf5+MJQ9a8bpamgZLQh795+CrWzwVKu0Rd9IRb
9j7ST/cv65wlVwRU+Q0ZXZEaNrHdxja5wgdJHOO29iaarP3N5r1gBlA/o0O/VHhChHIXWRu3KPSD
SGlnW2Mr7+rHYKUuS1exo32CYYnRU21ze7HunJZ816jrfed7zsLfenTQsZ73cwH4DdOUVzESpSsr
Dd9zcTzR5mXidnazvaLOx5rbYcqXciwZpxW1WoGU5btjqg3gco9H45X1ppg1RRMJU16FRyNFqoQg
430EqwcdKtMS1rbN2Ss0oUGZO7Eu+VLuQaN48DcXW3b2eOUygl0WH5SxS1QhDvirDx8VP0T2H869
4JHybzzhzflTxg39mWJ84cFJaVf22a5tdNfA6WbsbW1zwfWUFN2plAZCp8AdtoBRwyzvWloHtmZv
z871sfBYfM2lBW6IUUbOGNDkInOQnrATXngYEm+pEd0VLAdd3G/yqveCVWqpsCfWa70083dlcTY5
c2NLMoFp84lZLlehJ6E1RsRYh+9sV4vm9b7FmXtN3XwkZQxifKJ6vXINxor8lfIcrLsrUTLi2vwa
kGYLbNAE5Y/PEiOckfPEID6vw6omoS0N2291SkKdqvbKOYSEerN9fwlXmHK+WmMUFq1aL9UxGDSY
xUDs6CTv4BJq/N+EtGvDYi1BnctZA4YMDeGIH3Tx15IbXuSkgMM+GMSBcYMcrUBKN7eyr3L50C0i
NH++Ijd/jIm8Rt+wxWoDnTeBaM7TZEkG8BdPmcBcuvhG2OAVIdVm8oV1QdkS2s8aWpi9zhMqlPUL
kkIV8gDi5s3LJ2cmr0gIs5C85k3shAhl+1IMsYt6DCJw0U8q2hojPH7aE0/295Vn5iGuABP5H5FR
9q/mS/4iF6ADlLSDeJTw4FncpzBvLSYkKPM3XDI9u47qCW/R7L5e08XZ+mbQmHkG3LBBGT9JwTDE
JQeN3kw/hUWxblbVpxm7LOTW2av2l5efY5tkuYKwAWTDj4ZBu7sld1CdBumR+9zMvYan3Pzo+YSK
GsYax0XgpnMkxzkD2vst2o7DRql1zYi+U51xzZ+xNAV7FeG2M5InTPpU/CQMlXRJZdyjpzchM4V1
dDohtOTM2oEBfTgvC9TbpQcDM7S5xzBmrDv8kzmd8p6FMZ/roF325O1kAKEzMn2CDkCWWo436Ff8
NjlKyljwfKAB6hAm+8WKbM8TV9K2fEGspGDF/P/goToa4XvkaKuhX9NBveBMi4I8vwpPMVkLzoLd
FDr+zm86ElbmIrOs/s4sF00oNj58s0EwSZPzTmkpgIk8PwDHIQbeefnA3BDwH4zVX5qUKJMyrrNA
B00Ub/IQpgq7eyPnu2Uc2VwZBvdCk2TsVoZz+alwTXQjkvkor4ukRSYbU8L+k5GY0vpsXvGO0510
Yb6Oz3KRcJaMZJHydHE/rfs3c/5VM/kC6hRl7Ma+DlLYnl66nAAUKFg1a8Mufxr0Y8Kvc0/fAlEK
ewRzl/l8Ha/d76P9yz7lE3pDkrkuAfGuxrjXMif+xiaNbR/vMznX+oMeMU1VZKzxwhJ6iskoDmsp
VC4tfI+8AtZvBFuHsVizy7FZxIsW8qokymBdn+uYVCfsxFkXJdw5HwP2SX1OjvjvomDV92e97uSj
KOZRfdMGNW0QqGMDQZqY8ukR0L3V833e51VZFyQ05gqyJNCo7YGi51EKKPBTvxpQ3Hs1H5m1n9kb
qiM84nkVXZL04k4f8MZd6HcjJ/mL+raW9+lOXXaHLiM5Ns+97VnNRnNpJQXDdRKOE7lcWaMO9IxJ
OIXz0/YUfSdP4xa1MdkfmRvn+c8WhbWAaJ6wH0ysQw7dIma9xsfYl1ZbwIOh2KWL2BlOr6bpz/y5
i/msRYjRoy/0ckpsoE9teKwi69wja+ZpZkpMAbN/yVHhRnQWikhPyhaD40B5LrdOBzBen/SWybkK
C9hkNuIVRZVXFU3DdaFbKoP80pa5Dn25WJ0Tn66ZGWimCmrpwjY3r68DXh/nVx6zVQwnPdO8Dj4n
lKmo/+oP/jlqqvb/A9z6brwZU2lY6PYpOiIpkehlhIpzN3BKkIoKgl7yz1wNVkOfeNImJUpKeOfK
CH7m+ULuRtK08RhV6vwq8RxJxais0FTNSVYBCbwvH7Otr4HJL9Ly3+BjQZK48byhqoaialTwGEac
pPUxGFOAq7Q5GGgr7Mwtx0xWz9/Dv4T0MYqd+C+9vfTDdZTgExBI0ar8khDZNpz8KABjcyVjya21
fRfXhVnnJF4ZD1ePlTKcfahOeKXfilIjNglf4hPWI+5ms2y/Sq94zteDmy3fMW2BVaQLO7YXsetv
WXm58eR+GQJZVTHzIGjiL+C2IfXFNC16ZCjKMQkZ2jWzgWZmiApnOaFBnaWsp1jFewYN7/qQJ+aY
mlrBLbuPSPMS9OxwFiuDNK+wf0nSNTlfKIu2b4cWlW9lneHtvUg8w34AsGjocZawLD9Y26V/guA7
kqTLcr6fFL0fw4VY4/qNao/tisDGwEgOtIY9ND1rwBUJC60UVTZknZIpP6QN0LRlOKylE/FmbmFM
X921m+tbvOoZubLZ+B+lh/8mRhtUv84wZ1yB2JOG1BWK0QLWDIgYoE9Zcc68FCekKINm1GmvtpmI
bIWjkV0s2oC6RXdEur+iE0OJmU2/s8HFlLdR0JP7n+VllgDcesybxQLSprAywOQgHN4CjDBmLsYQ
FXXc/iLpmqhS0VKC53CfGcoYY2DuFk1UY5jamX9EaxHa7G6Cec4waowoA9P1GOC/5Ww05oGmxx26
xQV0RaFuJJmrKzPzPJetGHeEoaBvYBmRRvmGuJMGnkOl8RRha8+wrR6YKaS5GBsqIfGSLKCNRKF1
Qmr5JCtwmS9W9u01nKkuC2AT22bx1Xg8E/hzziROyVEaMeRye+HkdlTBMTbyTjnG9zX7eUx16/b3
Eek65jNiTohTmtRrrfeVrsLLt8WePWSwdpjcPwMLWV1mGLTbJNbZgv9ZKKzx2VnnNyVLBaF5UWfR
MIDsGbhvmBTbYbhKAtSD3MLBy9ZonflFiy6ucn1eX6zYO9soXDEecHMxzPisQeOLqmHdHGXKzkrt
Z3rFj3Xcj9TS7MF8T10WxvTsK3FC5ee2TO55HiNMCkqpxW0oyceOI8iKm1hrcSXXY7KJ11rJStnM
OqEpSeoCnq9iinFuMNbb8tdwspw3q9nIVvDQuPIi+RPaDAMz5xOm9Kh70nE5j/Y10PMKYJFHhfk1
bBMshkOOfQzRPlmJt9ksogLUDlkDHpmOkv6thQmuauSHMvyCBS9UHc4r30JW+6CuY2bv0JzxnJKi
rEzd9JyADc1j+XBcX9yXxLdQV0XuK7et6sgtUS5lyXM8H9qjT2lSismXQxeh+XGMQXmz3gb2n9oa
UDTOmYXLWbc3Bkm6JOq6BnHeSlKpav1sxD5CQFRTAlJvQ3Q5i05ghvZl37nf9zVlru14tKP/kKM0
5coPfK6WINeOA+Yd8dSUZOgNsSVTeOI3tvi6vWCTxIWYG820H8e8EdZUJxZqpPe/5Kfn65eMJ19C
Gdvz+Zwrbc9BZ3XNetO/kr3hdD45aMXafPy+vvcb839Ql5s18ROqlLk10vraZAWoWsHByUi1GPFE
RDvMSfNNpNgUG4z6hZ7GmPCYtXQTslQEgBRymFQVyAKqJScu7+jIyRQsqFJ5/Pp7MqWuZYX9d1Vz
AZnGSgYzX/IrrSbBFunN98YeAR2VXYtaz2G8SAPRTO0tcjNPfNnyjvtqvGPe2kWFzmy+eae1tq+8
I5l7FnTNbHQCHUROQFQRFanUwftpliQ5H4zRSYMUJcC67Abv8oAJuMKkRB125AOlt+hBaXCsDg32
KUkermbisOK7WXMx4YhyppqMjRx+HHWn+kLemmWxlkkVEXQeLv4FuBBENyFFKZLUV3WhpGBJxRbD
elt7w9Zw0cABv0nuX9DZZAooIfgfU9c6beONHFMwogZlKjaePgAeojoIKBh6D1pPzs63vkAVtVrG
64vXLhiBwewtVVUR3aK6zCMXQBnFAHFt14D01alXg5VeSbnMrM/7DLKIUJZXNnxghF5gCsWV7xrr
lKAOkDEYGY/j14WcMELp+mBcMFVeg0ZpF5/SSjAllquaq7XhEv0jKkrHr4MhXtIrKCjEKg/o5IGW
d3bnJs59ac3HNBNClJL7hVTJqQRCuquI6F3vcyRGzFcRTaC1VT+PETIrVTqbPcS7CTYChQa8dSlv
lQEOIgHi5eitAC/vfysRCV8T+yF9z4t1Zv27R+iUICXN0JClJG/C7vTyEXQE+IWyhQppu6gW3cN9
ec7G/RPWKHEaORL7emzAESnPEXZTHXyz+t+DksJUTGjQxgID7PJ1tLT8d/IYYg8WUJ3rdWBxjJs0
myaYEqL8ThZfxOvQQ2zR90tm586yBLov8gRrxnWat+gaoJAFftQHjeKoR1ewn/vnDi/pZBssdpr5
nJ0w2HD/bOZN34QMxU8jBfI11kGmVogemkqKLP3ZVU/PyefVzl4qjqibDXaFNi63+jZCUq7/9/sd
cXSTLxiN1+TR0gwXMbgo+IIYYRryyJUjuDoBlNZ9TudPbkKHinTRl1dc9bIYBRqaseM/6Ja8fE33
7eJfNO1OOaJtOsBPYsmvQOlsB9vQPPiLBPOTrLByNtD6yw+dUR3OaRzXF1CRjuFJRcqqtHiHCc0/
b5gmZCjDxId+jK3FION/STuAj7rZl2FjBYrD7VO78JBtZJzT6Ch+OZIJQcqRnLOiCtQMBJsxO3b2
rovAlVZbtJQu1yzMUZYMKSPIJ3wr1AFoGYsEWKodUeyN/MIzWGJRoQygEmFPszZeZdHjatQ0A8If
NU8HthZDdHN+XpUVUQH2DqpuP/Olk6uUK0OT8mHWoeIVrJuHYmcUVowKhuYKNrbZ+URFdWat+2b4
9q/CtQltGulF0xVMC6ag7aS7cOeHD41dP/Pji9VnJsvGY6FVZEqL0smrr+WpUSEdd/72vbWlmq2L
WiIwBTv7iu5TY8+Q61xsM6VHqWTPY/8lmri7sdgW2C+RzZn8Utnn69THexL1oe+zb7KmgWfDEHWs
n6J4yfOITm8NY6n7UR2no2k+eA5W+MrmATsxGxMd3cdvjqU7c9HVlBrlbyIpSwQgNnan1Oq3BfqI
3QAvpNXQs1z13P2eEqI8zuUcxImq5t3JkgbrYosEvSiLb99WganJOLdRD37pyUSClGvBYpiLEFXg
6SXfaAARl9+lDAm/xmYpCIsnyrckahS2wii8NWAum2dtHS2vbwuMrtbMZP6cMZmI72e0dnrHg0Do
ix6kgqegBAY6ZzHrhbN5xCkN6r3QV2EapS1oPLXmyzrZvkloerWiR2BMF8Q84nX9dP+kfnI/d05K
pm70EOhASW5gPda7ykzsj4+SLAHCIoX2Sbbi3q43Jr8+BtbC7DwTANt7ZfnJTFCPF+reR1DX3A+z
RPKF8RS9wkkCM1h2PTEXi8D5XDSsZrvZeGQqZMr3XMqLdKkHsNybL4BR3qmWippTjDIzq/jKUhnK
kCh+euXLEpQSYkVbJGcx4f7JKrLObGFCBK6NxRH0SeEtSxkQvS3StLwIuNfy+3WXinb92nyoRNzg
vXSQ0EC/sI7V7mi2azytnR6FBsiVlZ+YPcLJR1DG5dpdhLMW4iOeLO+yCR8Ex6nfS9IsD88ZWiRY
UHezOc0p05SFSc7NpdJi0CusJyDrl2b5Z2uaexZfs45dl4CehdkSRaFlm/V9JRVYcIZFhSfNbpcA
S2ANPcy7mwkNSnRFEkf9OR1pZO+ZhoFtw1atjfC4wsS9d45N1rNwNoWHHSn/MEXJzrgal46PQJB/
e9OIuEoC1AsPh8NASjNYZe5ueQqtMrCKVXn8XuzPH3vUEM1HEzjPjR2gQco87mH7WIo88vnLCkw+
i7LlaaKXalrKcBqq26375X1LN1tPmHBN12jS8KxoWYGfFy8kcOXjCtuY93uGN5+98X95+LE9EyeR
NZpQXnQQsbLSlK0LcJiglQxO5gSFKWdN0AxFlgApeRufoFtP11MssTi9rN941Ty3RLLNvWF9F2b6
ZTEHBGd9xJQedTA+L52rRvLB1EuPCWQDAe0T5gys5WF50MwH+/kV6TpTMdPF6ur2JMvJItgBk+Pz
Pt8/kSytIBomvDCfLEqKJlPfcU78Us31tj+9vKCVZgD+PWCZhwUGkjrAp5ANsd9jzAw17hGJb/c7
QDERKGYM6bO+gsY8bMSyrlSUFTCkJKluRDSMzn8dMjN0DFt+cAGnceSfvy9vyR/zgo133y1WZg+N
zepMne2NnUhDoWKF+ho2ddl0kIblYXsb2SUrQFTLBJ/C8SbgUbBNF3DC+Pc79VrSNTZLFMLv8FxF
d58IYEFNHkdIKb/dxmrYyP61PXEhSTfiqtlktowVFetoc7UNPAiuroiZP1bO7vcluyVLOXBfvTRD
q4CsQnwcgL7c6CRl70r7fc1ARlcVHqlpVQWuwO01y7RY9HkNFc+xr5AD/tDqwhNpK+7QtPWdm4+N
d0TN+vm+kv92OLdEKZHyktSoviYgY+yWj5Xj744ISxb3aczJTxZl0UD/sK7/Qu3EQoaWU0ttlF9v
J3ZoKS5mljA5ep/MTKCFdvQJHUpD0+waVWUBOrV5dSJ0912eBWwULrC0iJW8+GlRvrUNt7SowxKS
XouNM2i1q3xzMjKyK1F91KwwsaXlCy7GCpiG2J1t1mvdvFrqSsQSKPt8WLpBaMXvAwYBsUY92hh2
7FvavgWMmILxdVgTz2I+2UcFvfex1CHXXSKnfY16s0TSZWl7WFKn2eJSJavC9U3GMcxp1PQUqNty
4QclRXPEeNqjzfSwaZbJ0O/33q30qUDXj+vB4GRIfzznFuPPAdAUNJPzOOC0/O/zb7fEqHi31Poy
bNsf6Y3byte+gyVHFSOgnTNtU6mNxmHiyOFpzmh+ApHSE1yUDVklyvk7iGI8hu5FDb90+/tp0F7b
Pvup1u6CL/v9u1o/3b9+LAqUmOoKa0qTDhTQhW3HVrHQR4gXixW1zUTi43H85YSSVF+r2oUDvOpJ
cXYvqQnX7OivzVPmMAPl0V78vjZ/KVFxT+BjRqFLfzjaRW4MfAtEGph2ZjeVzl/Qv5RG2U5Ov+L5
WDJKUKrsGGhlCIxbIh9V4JFgxCywyjVrkHKm6nAjRTqL15dZocQGpPhU7Uv01pjbbBdY5n2VmImB
b6lQFjkO5aQxVFRrFCzR+ggt/tXHDmK0YGhWwnBkTI4oi4yNvCHvj6cFBA0bSy36z7HDevHvJIeX
7wj8w8siTxlTleeCSsHOCbwE34I9/HOB6SDOSnjC6rCYealBfBNSlClt804rE+GHFDIHmNMLn30r
drhtgDFkN6vQ8sU4sFmVn1CkzESlBmJQ5Kh6xcvO+ki8bjWgZSVwgMZ2n9KstZgQoqyF5ld5JSfI
tJb2S6cR7MlKTVYX82gJft3fCQ3aUnDNJYqNpEOp9SXFbUpXDHGxmKAMhHIWL5pfIMO5TscFeCRZ
onrB6tyaAeG41QLKOAjSoNRcDVHlLxc0cb6FR68y0Q2DaAPYHyveFLBs5wLovAINMOKn/DrOh8iO
7tivao2/YKvmQ7JcKcs2YBziyN8dAdNP3FpQw3NZQls8eTXgkYsdMkxIxxmszBv26Seu0V3rayaD
yFOTE+/NN1PELJihtDz9wZcxSMGT0N6uDgSDnC6P3SZfqcu89IyT/jF0EwMNUFA/TYwfQ2YQ3gPm
F6APisVrttw+muclwAIPrMh8hiQyQABPQ0lYw84ySrmMtKuwzbHGJOAAME3zimGx85ERdcxZmLGE
hH8USdB5mi+tC9LIHzsgMrRVC1bhNGv4AgwypXZIvn3WjN1MwhnlFQyDjUgCEmboKYdQJrnM9Tl0
eV1h4x8eUx56gxsLAWkQYdORYGZW7uqH7EpYYFXyjGm7IU35B07MIyWXYUzL78bikHrqNnpsjV/w
Enqw5VjEQLhtCXh/M7Q0s3XEB/nYme/JsdvKawy4brBybNS8wEld7YERPc30Dt5KhnIrotJclGws
PY0IFAKeDgm+RrFbYK45R31rb/2tsmSVRWe6AkaqCtpREFJhaobyMLlSXco8ggWTQHHcl51sMQMe
2Ggb1IDVp62OLclXnKUAla1n9hTPhD031Clvo2SC1l185Kt5V3SBKSMsEMXb3aog2lvunp9ZOClz
8Qgc99hqgShYNlSqCSvxi6b2ZbCrkMtSsGoX7wairDig/AYO690gjj6MMo+yKozbjUUDNkyhDPcl
rbsm0VBmwJNLWzsYtRex/ijeXdYAPN1ybmHbiz1aM4ltvgJW8pEZKo/yu/MBNLsIKs/hdaxzXPH2
FBA5AKp9nXhI4G1XeUkkoN1smb3p4z2iiWo8eiHH/Q+8QOeJukHNwkLSkb0TV70NeAGkrLYPqDAG
f+6HEDOFCFWeUqJudKVofByNecJk0aFfIYULHJwSqTlpRLMITjl6IwcTiDg29xZjgZ8YEKBcmwvt
JLDnOmaCjZuPoQKay1VMakzjwheCaQv7rWyyGde3Naa6hrPas7Lqc+5hyjwV3OTZRY71XBvP9gzn
+/zaIBVqMSTMYorS4IRHtT/Nx7PEOi0vI0NtAigiXnr5Ml5ePkdUnkKzoqXm1lZOXhVXtGw9M5kT
YuLvojWOGrlngG7xoqDQgFucf+V9JQp6DDa+vOneG6qUBgYrthZBrDPGOyNKxX3mZyb9bmlSFrnw
Y8wfxKDJ7xWojXAcJ9NtQKY+hOjWbzGHgL5yn9k+PytzhVd09FZj4InGx6t4FWnWMuqxpwULzExj
tWU9bFkUqMhiKCok89uwP2WL2DLMdGsan/dlN2f5tAkPlN4IfN0b/GXkgUgfZueyzmZW+f/5fTRN
wAZNwjE/5s/itQcH1rgDt9hdyavpf9zn4cf3UYYMS2wwRC9qSDULP7HThEhajmAButifqpXoyrYC
SodkY5hfKhpsmj3TWs8cyw09yoIM8hXzMBzoGccxgYmEYoVmL3UZuC02u2rosOdRzT0xuJwx18rY
eYjmE0xr6D8R24TLAFvrQpRzezxnz0+1W3sZQs0/1UbCiCLrKTPjjxQs6wJeHuqbGqb4bo9N5yJs
FPb7/hSg9TC0WsaJzUyCqDe/T0kwFTCVOGRCf1qvvZ8aBVIpp/TP6WySJfmzaexNsiGvGAMwc3t1
vHg5MJ0/kYpgWA5pVqYTPin1j40Iy4yxfwX9BZ7THiKAaQTE2HYkPh4OUgXntMHUMDlGOcl2x2/9
8L02Tp9rFtLmXEpkIg+dviYad02aLkPJht+HD90yOzQ7YZF9BshYnBk8zzljAJQJqJUh0hnt9O3Z
KrEeqVkP2V+ccRGstxuWp9w5dWs8k1zX3rRWgQagK6Kdo7H8/nxiqPFMKAlIEQMYCbyCHc8/RzJR
40ErhloYzsNPpmmtuxygwTjgmeaEc88A7WblL+aCO0XQEDdj/Q38kUrFrm0y9OPCgwEmzmsQ6hik
2VxO4tPH7rx3SGlttAt5vRyyhwvpl8fcZAF4zQt88gGUsstKdy2ztBpO65cuIgHmJR562/soHCcz
D5FZWnZtFSXg6uyVCMQhoObskLhktej9JI5pKzmVw2jVJoKv5CFQpaocTk9PXrF5q8hHfzYD4nKm
i+bs4AE70BvsOxzXaMTwA4xzZx4DddU63vCxghjk1yg39PbbznA+Kq8jy6/IdO0Y76aLeT4eAYu5
Z17zWXP29wRolEKlTupMNEba6xfdfYs/3+THAZZtCVi+xm6t19X7cdUuvlcAln4FjM5jTJgP+Dmn
gW2jQJXAIJQm/vReTMQ/yEYVx8oA8SuOavIpOqsvx9NzJmIy82q3gEA51hnRGF5jBuUBFUoZEAsC
CrEYWaBOPVLbS468roDrxolmiLqSU3qZh70O8Y57RB4oJitjheGr1WJRL54WjNs+Y2CBiCJhVgfT
VrxKAwZIepRlATZXoEPAk81oVVow6N97hnLNFRSnZGiogFJPLroygEsgsBIUGrK3ix28stP/M+HM
DR0qK+IradhnLehwC1hOb/fRYWbQHFwb2kuO+wXr0s6FNshfI7c8mjADAPK3l1YKgrJvSkU4aTls
dbhburgtAMyxV+b9k/qdIdSgHehTxjS0wf8CTNRTVSyjOkGg5lSkf92YAxP95/fT4JYEZYh9vc+7
9pLCya2GNbE3q+2xZzi3GUW4pUHZ2qCMBq7UwMYIqlKaS7LpLZshqpnkxC0R6k6JEex5eAUja47I
r1vkNX/2SrHM1kxUcEuHCv85HpXTcwU6T56ERrb8wBppYR06ZZP9/nou6st46NW+fzmqB+v/pFQ/
DE5snoFVI8Nwxu9XCKlygn26x/sEZmqMNyKic86R1CBN2YCCAsSj2InMcLFYfLJOgiEnOvkaFENW
NgoOInk33jGWzGoOm8nu3rJBXfMw5rLrgFYFxKHArHUhqhW0qid71nDjDKDjLaUxPJsciRKf8eKT
QWnYeS+1+fLyFpqL3dn82HlOgW6/Du3YO7jhPeOgfjuCW7rU5eeL4FIp4+UXXt4eGmyxs+2YPDJu
5m/zPBJB05GBNxKsJXVh8li9Rv7ljA4sZIhhmBHRkeH1Picz6BW3RKhLMxilyFVC/mMpHw+7cXfW
4nAIvPpqHTb7ZLCMAhB4wQgbw6DMYE+mHtMh8Jr8iwjK4aY+IBG/qQCe4UQu9lNApMJhQ57t8xL9
+48ofmuv38GAZkzdlJj3YSbLcyODnxT+RIsKTtSMCw9BP+mPT9i3QJwledBMwGY/21uTpbT/wRD+
c650L3qlV0YQ5iBXYkkYtmO36731r0zVXxLUDexkFa2v4+vaAor52XwGWHosMw5wpqhyKzbq8hlX
wOK1VxygZzmO8yU+uA8be+wDjc0nFkwG84yoG9dpoab1BYSGt+3g7BwBh+ReFvlig6wIliRhVRar
/+53nH3LH+V9Gz69tIUCIQ7r2jGN0339/w9W8u8ZUX5XaXIp77MKHL0kWw9jCSdkFEm4KLZYbcCg
NX7q7WvplhXKlCQo+MXiGdKzvA4TW7GDTiyT2McIZS/DYjmAmZ7NW3KUUTnHcuXzMjRjvc6I5eG4
lsuHxnS/rosDossVJhAMdJ2xHNt/iJf+ESnds9rzlZzlHNjMAlN5W0EVdVSvqgWjfDnvQP+SoeLm
M3YzKJjjQM7hTPilurMWLTMF/rtseCNCGq+pz/roYoSjvlsvTmWixI7HLbYUYzncsXDR0s16dLCY
okyG0odt0pdlf1IfFbzmnCVWE8uWi55TYIWaLBEyj4oyHpIqXLWzAhXJgRlmBV71ssL4zX7POKqZ
+uatHCm7IYRSgZXBoAM1hM1APgzlehcb9hYG4G6Yg0Ysf6pQRiPWysHgAQZ4esIGvLcfX3L6In+Q
icKbysRSaRb2AsudKJQdMQAeFKkBKCYE6xu9yoFP2TH8CcvWK5QBiX3kvuoC2vFiobB2Iktk19Dz
j+GCtW6z7vFMduX20Cj7USWV2Ao6WFqD3Bvohc4B+6Qd185RtMS9/t5/fvKM7dyz5l4UdeTzAGAr
/zxeJ1EAOjsrxPfQFK0m5xeAt9y3weLsjZ78PqWJwFLMfaXBjZbIE9qq3t52S2RssM6kxsigiTEw
1o0eb+wvoz8hSKlihzEmQYhAcAQ2xHj/+LA3Hd1mLYkYr+o9OpQCporIK00NwSlYcNY+3xfbTDkM
ujDhgtK8Qr1kGpf+iM3S3zF5sBFWwOBbGA/Ah2dp3qwRnBCjFK/W+kptuAyVghRpAyTLWYmJeXv0
l8JPnDPRsqAOuLMWg50COaQdzPrXaI6QPMDMIcv2zaYoJrQoP9VIPZAAfRyM4cS7YoGsP7BzP1nB
BePe/OTsJhxd0/8+fukYuYp7//hn0s03x/9jbye/HlR8U6djsPyEVbpjmf0tWTin0l26yLRuBrP9
f6Rd2W7rxrL9IgKch9fmIEqUZMvytmW/ENsTR5GUOIpff1frnBPTvRn1RZKNIAkCqFjd1TXXKsfd
bo/O0fMR5fFYm8k3/qTOWCnDvDSNbOEEA3RSjMtcwtDHGbMmQAe26zfgjPgf/v6XGHD7FDmCeNWQ
E7atQiiyCIhLj8adudSQzeTIxrw/PZEN5tGepVHImpJy5iCJDO/zDjFPgwxy79iri/8PEsY/T5J5
xucOOFUAq6KpLMBBet5/lJ/javbK2d2WmfmM1oQ35hVrVqEahYlXDMXnGra0eLFXu13zwiHDeV5s
L/NZU40qo0eYDER8aVBpCLEJy5YNXqDFUeQssF1vnZq8pZFy4Iiu5oeru9PhV/eKnkee/uMZKbae
NSRSKR1PlNSRPJ1Is/a0Nay9gTQtJrPd7LDihsOzuZTv22KTwhdALgF4B7eFbBFxamzMO++tjdiR
mtc3Ou/FTEgxz7k+ye1RS/GqEJXQoOQTMARwKlzb/wp2vPGj+eTUhBpj8EUzHWUtBGMOcvgb7+ii
ILx8qJ3Fy8pdXcjeR9gQfNwWynn/E9kiTA6qJmC/GZ0vd4PeVBKiSgVAIHfV/nGJuEFeEmw7tH3M
EHx99ddMHIfsvBH4JksveaKvqlgRKlO+kj0c7jCsCfg/F862jd2qcLbtL6snFTqFRB/lEoGjzGbq
ClS5fFNnYpekbY1cPjcXdFw36/TxdbMkgw36j9stb6z+b17INy1GhlIlayJtBK3gCVDjtN6fYMv8
Auu719CdLhzi20f7N0L7TZARo1OkYpURDWppJAi1CVwh3VkgL7XTtxxaXOlhXEblaNW6blBrKy4O
aADeUCc19J4X7va3Cy/VdXwOd/QX/3Qev7lj7FBndmk6UK8YFpYcITKoYS9+nxdcvL+/seXflBgL
dDqKdVUJUG1PzbtBFLyO5aLwR3jgzwDoHLGrFvPeHPb+xsx+E2VMkRHX/01y1m7jBDFK9eaaLNAY
39r2h7bcRc7HExdngorg358pOol+PsamidXOoj7m2XGwWW5j+HfoIKqdYdFy+Psb7/x//Bkiq25i
43g80hjj1boLnSVRkQu3r5Eur9VCoUd1iytGxTRJj7momAaFjufcUdf54bjwkuAVyUdkRsDfeu36
km3vfQcACX7i7PJfvNTWfNbuL1VjsGM4UOnG8WxcbTGabB4TgjwJGVeI67lnS8/uFsOMpukEA/sb
zlRgMcaEruzCR+BrbjkWQ+eRYfSLqURKf+5BxsyIFaNV9XCxlfcjlunlCf6L9snD7a7JsjDxGcv3
xWL9slohXtm7LlnGXui8vz+jH/KALidrV67tjxDB7GrlIqxtS14YPZ84mlwAo6IEPazTkGadHeBh
VEuMRAhwG3YctTTv233LNaOWErRsDyFNBpToz7eFV9Gzdz5vtp1qnFsXzGgkQypKM6Kh7bg8OSGh
IEW32ZhPpEwOi1E/XSQ3cj2AjYwgqbc7oFeDgl48oE+YNHiqW9dO7oEJs98FXHipea/1ryNky6Vp
pYWWSCO3DajWtuWK7/YqajjOMUetG1d5mXgemVln6UBzRUBkoT4WvNVFR0ES3LO9xwQZr7TCUekG
Wz4tLwMi0hSpsOD1ROc24GA93ANNn8jkawUMz33KiYF5In8tG09YbKshFsdrjU5fhT2RdtADWo94
w7ktLlxCjMZpYrG6NDTcLRfhC8w94Dr9PVcwbvuKBtvgmopDZioDBOMpqDAwaW3Fl2Sf27urb3ib
o5k2salniFGTn6awE+Qo0QQqHU+bjQSTfwQI3wLbU3zUbPe2r2C5L+cUOXaK7VHKNLOXrAKHGMRY
FYrVN9HjjqeebntNgPb9yVYEaMYG6xxo6S3BUsjz3fHwdXoGiCtCCi5u1XWR1Q09dfVQJ/IXN0pf
SAUkfvCc1wBt+Ju7x+VDsvl8zO8e0DN0UcjnJyF2jSZLwA5Y62Cf7S++zztZjitssMmztEZ0WtCn
d3aCw+ud93jfHXGPSP0Yy9zmOMO813CNBCZsX5RkzE+UbcH3qpiEPuBnKKgU5zI5VoDNn2lJGmkA
Y6URm47FdBuzImPuiByp/JvE41/qmE2kpW3430KIhz0mKHBb9gOxf69QW8fb47mgnDdwDY0nRzdG
/1MkwQYV6PAe6BK3HzbP8bw+/AmFrkGWp9bxyi4LBwmlu2XqNcE7tD5t9eU1vXI0FpuNG/JKG80B
kpCsPk98zF+eBDDOhlYdlehEa9sO+lipOUEf7cKlN4OK2NO/PDhGdcRD3sNagheMLb0+Ip+JNfLX
8kNwfOOlkziMsRmyossksZNAK+i/5Jfz9ovzdGaGdH+odzYz1rZJnhbUdz3+3qD3NrMXS2+jLjzI
w0O0QG2WbF10u2NNPbqPOCLIJc4EJJWA3thzDe5K94Bc/uOr5wTqRjo5vT1WbtjuzDv78uzs/K99
vklL6I7gX6ooNnfWtKk+mmgjgO5wAGkGVxW9EDn+cHidLzJ+O5LXEYjJczsXioTlOvQmk9/osTJs
+YCWLg4VnrgwkQhCq7QcaDB5Ku3K10n5eLlwSHAUk8L4A5fYMBMxQ08HQuNkZSx8nqrg5KIMdiuk
VFipFtWgcNgct6L9SiokhgCntxCWnJfM0Upsf1irqE2rd6DU28CNXUckWzws7rfnB5S1OaSk25HK
NTafXH+UtVnfQ6c/Ok6vkxEN1uQ30okxx9PlCIDKJC5y4dQ2yQiOENGVAKJCxKByqrycFBcAvX66
ToogVmZ+QaaytzGK6txhX0lEPhHUEgzobLHQHjX6Ghj8PIjF+bhBAfy+hfWWsnkVnMkZypEUGhG1
85b/5GXuo+58IlvioqRNUxYtBq9vX9qsjzihx7ymcBDiOi1wZxoJBt/6lb3d/v35yGtCgHlLDdZc
5pjhgqRjBsJ7fUPkhZJcTsjLFgWrXfDPpHBCkLGThWJkZhvSEyTL5SL00FJEQvfycJuv2Wc1ocIY
SLM6FkOZUN96dIDswFPZs5mFyc9TDTURgzjK89g60aek75JFTq55eY6W48ka6ygDj/W/HvshwFw9
7Rz/REy8ts+2v0d6hsfTbKj/zRPrKfejYsY9TVHH6zdcjYEtSIGO+VzLkV5qXjlsVoVPiMk/D1AT
rUKW/0PM2eSe+O47PH5m1d2EBFNPyPXMspJrqlG1pYdnpNoRJfJ85BlYQTgvEyrqT0bavKuPiYJT
y51XgGF/DhhYJ26yRH9LVLm3hZpLjNEGp6i/XBQTxJzD4bw+kqC3VbRNeuqLaN6dln7dehyK9PP/
iBon7LHq4VTIAL4ARbosrlwQpGgJqha+tuRJO++6GL0AwHr4s7TbFZVsTLGgX2ihoe67RsUCsaG1
7DGG93SbO54QMkpCQGdFUTb0FatnImQYzODWfXjnxygKJbGqzqJCWCyTzRBY9oDm2i/q3KX4myPy
84mS79tiXfV2HPSTZYHa0wbJdRwhUJ+cB+AI4A/KP3R4FRCXLcGqSM5RztdJJ6QZi5zJmZBeLAgK
VlMi4YxNW0hW9ra1r+4icrl/771uNa6UTZTBhfb92xc53ywwoc6qk+xUdkfazBm8Hj9rT4OE7kz3
iTtmzRFS1lVXx0sklyMOWCEhQCi3WKgrr1f+PuFlROezJBOOGL2SyI3VpyqVzQ3tnQP2Y4a3sEJx
C2C1nNOb9dgmtBi1oh6VoybG8AHOzqF1UWuCYW4IYFExQ4Y6DIca59X94b2XEdYKUdXvoC/wLYLj
tnxANQL1eyyA4+pnjqVmPXlN10KhuYBaa29OJHKlBeChOe9uvp40OUBGkRhgqD3R9HW7ytcAKv1S
Au1IImzr3QKB+ovrQ/GYYrTK0IaimBigd50dzR3rVbi/fUs8v5D14sdMoUyBhHd3dJFp6sg7+l9N
skW+decrj7fJcWSC9edNE1jJSkgZAlSztC2I/sDzpHmXxE5stEl/kRt6aGhBIw+ftE/fRZjg7s4c
o0mfyw2bySINl7pVG0YFQhvsRVomd7ePivfrjGKoUkVWTJo1DnQgENXL27/O06RX7NqJZ5vLVlXU
Mn6+tfuVM9Bdc+/j6rS0A56LPq91dERSqkW3mTE6O9HQpnRKEcOZn62DNdpAX+XtK6E+w5838U2C
cQFDQZdLswAJTwrk+5zIXPXCY4K5jXrEMOwxhNeCfuDNpn1NHaVy5ecLtmZijwFakpAv4tzQvA36
ZorR1qaZ9WflApLya47lVOt792Vl+7eJzMceqihSACpAXbFDGNJoxlJXtdTvO2Ij6Ab+GJpWGoLh
IAzJwQxx/IdZBTChx7gPUq8cGzoH+Di+Y/OxraygN2+zNG9RJyQYeVPOXXLqrI5eFYba0ct1h0GC
JbKNyLfBsGa8ksC8NwZEbsVSLMCjWQxBrb6o5UhRllr7SJKajD4FN6Be2WvsmEkQvq/2GGBIvGKj
pMGO10U2K5oT8ozwX/Sw6NoY5O+iHVwUQMzfPtD5JMyEACP7QqybnRQCtUoh8XoT23de6rS/luRB
/EA73rDYYzIp/8VLwcxnMSdkGfnHYRvRZdSHx8EZyfFXskCza93Aq+XwNyuSEzr6z8iusAZBPJrY
PPH0ZODWTOdyd3q+fYRcXpigh/b5NcYJvAROuBIi9KCg9qy9fHDI0Jv4Qw9OWKGiMlHq2G50jlW6
teP0kABe+eHaSIi60f7CY4jK9C1K9FAnlFAz6nPjCIbSDsA1TW0TL/uMFpG25IVW13rN35OS2QYp
WTPjkz5C/AJ0ZuqfmQyEOjVZnCNkz8uYAGuZ4vLFnrj9cHZGisHlQOOIyLxP8dfBymznVJE0dX2R
6DoUJ68IQZddQYqH/Z4LkM2RFFlklEmVdWNmhVjWEVRdgPLVEbrDN5a7fyUpf2IuKE08Fik91I1o
Vy91ss2BjXExkKILXaPihY2zBnpyfswbs3oj1HsVGHHHryQjyf0q4lmyebU/IcE8sQibv4w6xRVh
5hQYL1kAS0aAumysfivu3uEO7PBYYt5aphWRaOT0BJ3+NxZU0exw7wzumfg2513LPFrMa+sioDyb
CWg9ORSYtHQBVuyU281rO9rmnpTL9bpyW0+/084YbMf+ZY5N5dC/Cu3ktSdn/ai1NYSycJq3rQst
fFsceQyyfUHt8VT1VkZ18OEQrpaJC/XlyUvUrWiE75R+4K90z7cdbqRPJe+GdmEbhAbg9yWlRZfj
bKqP5UAe28+IeJUfqjbQAn3t8Tan8373t5iy7UHYBooul+FKryS9GwPINVvrXoEsEYfSbbsmsyWM
KtGw9KeF0FC35GJjf9G68t9zQrs+t79LbE9zOM7dfBPGhDnGZJelXlZqgmdeuk/qV7OqcrLizvnc
9nfka/J0Ioy5ldStOsLfwXS08K7aw+rYYanY7dObjb4mnDDaZOjMsUrp6/Yevm7/MlcCmMdsnoSy
6Bp8fxzD2SAL6A00AiHBxJug4Ig2W1dolfMwZPSgst/pfvz973QCW0ZQCj1RxAtOaBMuPMM7cnQe
55bZRhvTyE6JSk8JTWAZCswvQKi6fRGcK2Z7bLSLIEVVCQbCJUYBas5mS05UACThnx6S1LXdxeip
mB42/Yq25jbrIvHq3AbMGvoOd3vbdl+2D4tK47382cjxW3jZdhsAWMuW1tCXvzqYO3jsVe988AYW
50PHCRUqfpN3qFYdZoGOYBBAipL3SqfQF8BNRBofSMk2t52MntcNRX01IRNywHdI+iSj55k754bY
MsE5ImuJAhnX3eMdIBXOCS1JiDCUI0CPtWeCvV7HfeWnT2O4j3mxB09jskt6M0Fvzi3VM2ev3oQI
us8LPlrAbBrx+6bYcoEslWGktDi6CyC6n0+bU0dsrJnjaX/Ok2X7e4qhls1WRkzQrza6bd5ndoc6
EoZ7Lg5OLlDuuc2OPL+cnYATM0XMjypIGj4yly5Ba7tvY5Mkr31oHuxpcoRMkG1pYoqFuLinXnNK
LGDa7j+0DxR2aL2K55tzFBPbvqP1ijieGkhfhsJK8tRhn0PndAChvwCI60zMZuWK3m1deHUGbrwu
hbHcWZKVUZiDptIC4eEhJ+8N8HSAD8OxGjzeGKVRtoqsCinguK2GJCGpeUp9vtVQQzcD0EVNS2VH
Pk5J1xWyRUGgMTZYeMJDtnmxsTFgtU88hwuSN58+n5BjtHxrlGaLrXc0oU3Hy3ZZ8Ggu1fcESy4s
x1+lxN/7O45p/JvL+uaRuay2EiXrSLGZx7vAW3qCPT5gwd8XV8NTof5TKL7pMJdVX46d0gn0LAMg
KN4tQwf9wxQ26Aycf4CdcQnS4PYWQcbraoA3WMUhCJ7RlkeHoTCtR1EOqcsKuwKzgtlqhyP688HN
N5eMshcxoNIqJkTyKQBJb9P32NJyH+5lRyR5ZO9OAW/nzN9o/W+SjAt4Ek9N3Iu4QKCA1MS8X1M8
MiAxcTibN5l/kWHDthiwZ+OZRgBP+XpzsUcPeYtyc0nogirubCBHWK48T2ymVQuKJqdYAKrsPe+1
eFR/ZxkJvd9l63L44j06NmaLMrEpVAqjjyGSKNA8D3PI/pKsUPPe/9q2SwWeAa/NhMr6DdFk4zah
kkLVLCElR8MJsbgsTjhc8TQXG68ZIZaWGR1VJdjSI5ODukCF8ak3F7qHtK7DsTI82WB0SGllUY8i
EBRxgLmv5Pm26F1t/a3jYlRHFypRkWlXFeUc5BX2r2E9zRvFRRowfpDYDWaN18clekxyYCQ5+YK7
JZl7nowyqRq1SrIBHFbr4/atcKBD6vX6eQ1z4PPaO2djbQMrYDHdgRU5rLN/woIeuapS9CnWAJkq
3CNWWlMIxdunOtvErOnYbgqMQWxVYPGkMSp+ivULHWd2oDe6t9IG7hN0srX91J17tK5GXhtEnr79
iIAUabqcktTcG5iSZy610E4maiAgj404Jbp24k8Of3M6ZEqAuTIpTC7jKUZ1KNh4b96nvmx82uyJ
slcBAfl4ErzbBGezrVOCjO6XjGOh90fUigDwEqhu5Sf3Pm/nIf0N9ilMaTDKfhga1RIT0DgcPGcA
sE964kSysymFCQkWZDprzn2q0IvBrvp9+nx6R+0+qu0P7oqrOVs5JUQDp4mS71qpMxM6T48W9nAV
OvdoHsnJmvqJvu4+3b4djrixu27NoR2UZACx2sU8rcvT6LPBA3ZdajJSw6h9shkMKWol4PWKtARu
YGRWaogJxKozeNkJFbay8tJjc4IwpUe9n+nhyWjx7RPQUxKSPuck3hUAlLx9ZrPFuikR+sQmRCLp
3A+dDCJn7xDAg2rd1+IlceWX2iLJstGQEe/B25cfilgbeeJO7l/Tb6y4Tz+AGp7JB/RRk+iaMEJJ
ZMh5bN5OC4LQTFqQ0fV9idO+wr1DxozVvaAh6w92QczdOADF1h9pQu0CLjnab9btNlQZdUdJNxTZ
pGH2hDNFloTx1NP7A2MH6b9KMN2SyzNPZ1xD8j9OcUKLeWgXNJ8fwxq0ngIsdXyt7g0/vRsiUjtn
4Fw5+9BFg9je1j0ArMHQcJOs8wc7+QBGWLMMI069hA9wDq8hAOTg9fvwUA2eHzL3yKeHysirHh1L
5ViBTgBwjuo52t9+D7NvbsIGI41lJgzhcMbP54hdxGXruP6ZC447l1+Z8sAIYRuXJdAOJJwVOoFe
lyRZdLbqrJ8LjDvaLZGWPcd5m01HTCnSU52I4hiV5SksQZGmCA6eJ7i1R/Z77nwMjzPGIA+J2svY
nUAxeDCQa4GKvVIfbl/RrPWaMsMYYdW4DFKOXDL1ajBTh/WCKpGfOYpx1h2cUmHMcF9JY4TiMqhU
6FwdIQ5Y1Rss3F8rP/J4qoK+jj+eL3w0NNSYJkZIGGJ6WWAGR1NArKHbB1wJVUEfCpFzclSwbpBh
E3tWaKWqKKkgQ3tdDoNjbFWCzmMUrv7R8X1zxCb36iHXQnM0KEfepnCGYDzb9zaJ4eZ+DP+Pnu15
bTshyCigKJYzWYtkOvqD8aLDm+KoTo6uxC8ea7MtzcaEEqOCjrmIBbAZThFPCRmA+L7G2PmI9oLg
XkRZF/o12YsB6H7oLu8hcwSFzfWVZlWb2OsNbHInvB8X6/3K/9KWps27PmovbkkKo6IA3W1lYwc6
Qb+yrkuCx51k7zS0s92WyXkHZHKajGpKEjmrTxZO8ylD7hzNV96AWTfLXiwWW7y1r53Pg37migqj
pSq9KYdTBlFxzo52bfoaPMWRl8WT7Kx4JzmrEif8MdpKieXIjBs8BKejg+bKtjwIGrQ8t/mX97gZ
HaKO+qlITeh4EYmAbils86B+3371yCeeuOtFeNemMs5NJ0hVehxwhqdX5RkzQapCGpf8crGAMse/
oQnFVBc7JL+hak7crO2smf4+VLYvuBpSNZHOoP5Uu1ghGG29TbtQjuSUkHH3Ij7vnnhdqfNWZ0KS
0S8hMBsLUaIq+lBCaT68QGt+AT//iXuRnDfO9gnnR8wRnmoNR+tSXMyqIYKrPvsftx/erCOFJlss
o1Owr1Vk3h08VtMcZRPtootx6/Pn+ea5+P595pFljSjrnY7fP7kOEHEp/H/rXRwMD97mY97znDDC
PLAE4/tdaIEQOpNtJ3uIVtFmFG29JefNDmXyrfY4cHqt/0aDfDPHvDWjO+eppICmBjhhIrrYb4eK
7btJVvGJfHxwR8Hn4mhDVyBfooRzM5nDVLP+0oVUJLChWngr7o6/NDTDN8hbNr8qbCHtn/lzcpSH
P0yAbpkm2rCRqLpCS018Rhm95I0VJiOdgAeisUA0P5ZseTmcsfLjQjLP3+W2LNqc61Q5ZJl3Fp/H
zkrkdIQLCeGXUvv5l+23ga9wNaZGDfUtDhlDrjTYLiKnIOXoryVRvMLBOgXvAZ3tz5+oRt67zy90
fXRIfq1WK7QJHmjMAd8CpaKPD6Bg2dsXBDk7aACOUZyXr8nZ00OanH2E7HhmlviyjeJrUDVb7PwC
xgFvVTOXDmPmWxEAVSK9Y7C2KTeyQqKlXdlfyn0Z6C7nZmcN1IQpRuP0aqef5BxMwSU8YI8Lovyt
hAPMbV4v8CycHJZQ/SW7zHsJx7gz9QslBfwQc3FQgLIfZW649ikmiu/bgAVtiN5jOhvz2dRhw6oc
9OS3AQJlbuJoVtVOvobVUEYcabmY4ZSd1zFQWs+yr3Y5/qVGhDtmcvUBb4k1o5wawWgkWQE5WtIc
ndhbPizjO7Owka5KUseHUgxtU/YrQAlAjPcrukNn98RzVWdt9DfXbJJR7JVYyhLIFq6gd1+xd9QL
18oCI9EoBtLNRB//LL6ZkKRe7eTZjHVqXvILOA8z4p1WYkoEOAcLN8H+AV97abmld87NsinHKIwx
IyGAYKAu4BVIRxQoVmKQYKcOQAY+eGme+Th+wiCjsdT0nMpjR+mhtzndX+58HzCIHO3DUfwGo3yy
KhlKzQARVBuPAF9ETZObGOaoXoNRPMihy2nbRHTTZeBZnibaLgwZEDN5QAY8FWcwWqcVYDuFGtw8
wVHEloiBREAWp5PKnGO75n9vvDuDUTrH3ujQkxrSMntvp2sDwyTQOkilSlsRoMf18muHGkto6y7X
ZeQYTYPRMFrY1qJwxnFmWD/gJDvlgQ7LYWbALgTy79S4waiXVNUjPGxK60yCw0YubPGjQj0aSxmJ
5vyzYO1b5NksalUUjVFk1Ei/1ovsV7QBdN0emDs9Eda8NMy8m/WX2TAZ/ZEU8bHqS6isDXSW91Yg
FC0CoEMmez/4hx7yhDPG08Eg5SUTAIlCO/7iuxGxLk6QN+3Dk3+TURnDYMlmGVE17GS7wUDBAt2E
DgJ5Hp4+lxKjN9peNuX2DPnHXMw1/wfQmjWy+AFXz8/GFpOTY7SHkUWZkqrxiEoPGk2AJ0Thi+G3
8BpMePrWZJSHXFS5kCqQ9eBQbzpS+BUBiIzMHUKdbVGYOCysgx+qZVEcO5zdZRGXBM5Y4gquYdnh
umhIdXGqM9FJvYa39BHEydbq7Nuv+tr5dkN5mYwGEQyrDNMLxARZGMz16bYSCIAicBIX2FfL8GSH
gIn1enRRyokb2aYPixrBl6DxDh/ehitLjJJpJfmY6Se8+svK8062dcG2YaDSCkuULrAn7jbz87ne
b3lid7JmI7Y8KyLkCZnDDVbgLIGNu3l4Ngm2MVnLDw41KjTsUZsqFgjoiiljCTwjvadW1rrRyOEO
Kk65UTDdtfCTu8L+SDcfCHM41ObeypQaI8IjsmtlZ4EaZkFI4ST28wXeCTdCnUsYTskwxm/Myw4t
HMer0yCQDEh6/uWNV/yZFYspFUZKi7hIil67+j/ohk8AvAVYb5SZuJXr2W7lKSVGAC+nVMq6EPyc
UbdrRiyxwjCyTbsCET98IWaxsECRd1dzEdKE6PWjJv5rrhXhJdboXR2cTqQr3WMKbocA6YMnhDxS
jKnTzLEALgZI0azrwbGQvuhJfVCPoPb0kR/+nRSy7fmGhOzFmV5cuIj3ykj0IwqutAyQ8kAXZluJ
pofIGLwz8KMjswZnl8UJg0+Bh3FQEzsD0BgYEc1yTmg5t8WAkjeWBvpxw2s2lgsKMusPTj+EsYdZ
LHdxQ1+es3GahoA6Fi/jry/kDJAZ/XjiOKCz3SmmalqI7jTs7WaBY+OjoCVChe3tCsZeIa3/g8fh
3CX97j/11zcZ5mlEVtMKZldAf2EiCVPSwDj7RessPG+MQ4d9Dao0So1JnyDikGgXYdFLAoQ6goO7
zdCs8Z2c2/UiJ8/OiFGpjxQwBLvrUXicwR+AoI1sHrU5SAsEvOTr7PThlCTV2hOSlYYNQGYOkugC
Bv7I60bxjitt0y5FlMgS2FXnNo+zLaRTgsyrULpOMPue8pjfnQBA6+8uCw4J3n3R/z/hqb+oY962
FXg6jOvsRKxdCm+JNlk6H7z9K9K8Ef1LCNmZlVzVM1HsIOtPB6gsR0epHpg0PsblOVxRab4h7ddx
4wlXmilGupycaPzoiPZdbJcncvbVR2P1tTde6KbL/8euSx53jDUVNFkH+A6IjndPQMKnKebUqYJs
nT0CDIPXJzgLHzwVDsasRk2ZFLlEpfHgdfs0dODmYdkRirXPH19fXMjzeZfk++4YBSLWEUrDKshR
EImDA1/TN+z+katAZn0SU5GBJW3B3xIZgbzUx0E/qyZSyYCc6neaq63sVPbyBTf+nuVoQolx6Vo5
UyMTTOEAtecU00aYNBKWGC7nqKq5KpSGdlFJNdB/ZmL53s83JsfHogkbFc9YXTxWb9ZD/3I+oZ8n
iN5uy/1cge8HJcZBGM66IBSmBkrB4c57e2yeHyz3850g0gf8d273RON6xjNvDTMzkiiZlk6LK8yF
hWJcnsrIGh915GqeBFLap942gYDqnpxf+2pTLf47+PjBU15z/h5qYBLgZgxFFdHh9/Ngk8vlKGVq
KdIe8XD1SBf2kpeLs/2N/QlcQLYrHhijVH5QY9R/VBXYLz604jVFW2KZE174b8uryVtEUu8B4CP5
dVvby+/z1vQwH1fZAM3wA4Rat695LvTRZTAuAzpAMvSrGEzUW9JpVVv0sYjqWbCR3ZOKCjW8ahEU
/S9rSVfYcChSZcLw/oMic8mNeEmGAUsPHvN7VGwNAyCZSAejGenyvINf/cRPtMz4uj8oMq/z0glp
NIapSEuRG8UJHylcFdIt3HWtc57ED0pUr09Os8iPI5BZM0hRh/zs3Tg68sezb7e+9fgBOyhTVDgb
bZw8K6XOGAxdlmQLKCfA5YEI/yR8LmUFYV4OgdLI4HUQ4nENDBQXy7sNAguZ2rQ6iqwM2upPC/PF
RLn+LX+2FnY62H3gY00IcIzt+Kl6sI93e6fjpQ3netF/fCFzCV187M9YJoQvbFcoTADkfwN5G8+L
xgXAG47GJra5PqpEo1sKzTfA6HW8hvQ59fnjI5j7OWVqdoxFHBMwiDWCSVfUJDyTpFx3i573H0I+
uQ/GgKdpZJVnqwC3iLq7vfxyfHR/fZ3eeOH9XKXrB0eM6e7HEa5dDI7aleP4VgO0aFRrw90m0IhC
YkwBVl62sdDuD492gaW0G2x4gEAIT0bm29yq8VzQ8+N7GNsuZ7DEekev2XHe1JfxTXcKIgGisCEd
5gNpzigILU4CZy7mm1Jlu1GEOpTrXKJUg81lm+zkE7DcYudeXS6i9YA0AXYaxe6FAHIffXV18BE5
l6B946m2WUXzfetsW0pqRPFgmfiMC4qIyIJgh33oDdhPiTXsHxw1Sh32GxLGwqT1UZlben4SYZ/x
3MPU6R58JCa4U2HzOm3CFBM5yG2snoX2SshDWjxXiBQhLT7YAuYsMGlhg7mo4G5puh7WLQYZlZYB
QUcsuwoMluTiZqvSHv2IvN15cUU09MRs85yUDpzUarFfDQt7C6Adu02AYUQ1LA3qUbI37ez5nxSv
fkgbo8qquhytWMebgz49oHqFgShsJePbrRmv8gcdRomUlaV2YogTQDpItIXEUz/UBA2UY+nxJJdj
P1RGjWA+Li8kgx62Q5ceuhGGy9c0oGr9eMFTWvNqWFF00TIlWTNEhjFjkEKwBZF68pwwJUggiOh3
pVf2Tx7JhBDDVq8MvRXXZ8oWtX3ZqvVeYijK22TmOkLhOX3zwyg9JNMaLQxBprUbx7tslSAEWN2a
vC+hdAviN5trUJ9vuHmEWRH5psyObKaqGXVdC8oDdi09Y4t69JGScbBzvE3ubqdZozYhxvjIrQ5M
BcmimkB2azuBSg/xArGRZc8tdM+EbtMTvUrQxJHKqy7GugjwpZBNIKH5WnNfzgtebM87PUa1aUao
aWoFKsIdHI8XTNWiFQSdCRzzNJft+cENq8qsMxAtqbzrhu3In6EDfGC1wrRruxQc/4N2gSR3u91t
qZxrjPtBlVFTplyc8j6hZ9jZ+Z25bj350Gyd6teX4HzEC+5O3Lns/A+CjHd1NI/SuTJAEMPtklNv
2pbsv9o3KBHuLmNpVmFNZJFRIXVdiOZRo7Sw6eb1RLxlRHKAd+25qbM5QLkfbDFKRBxTNM4fQapy
Go+uTkxONgZULaLbmSs8HJNgtM+7r/GXvy8WXwbtquGoZ0rhD1M4YZbRL9iaElsWlR8aopW2/v7E
a86ai3+nTF7//+TBmUBzOJ4akGjt61pRBKLCiBHpLx94gPYHDzJl3qtASsZE0ClKksk8iWOmCXWP
+YpHfXWuSL8pP7PN8dd77K+azNm3dwgHA1rr45zk/KOY0GUexWC0qVQ1oBuvg8P5EbkaZYUY396j
v47zAGeyGbo8IcU8BzEazkktgFRG8kdpi0r4/oPzxGc18oQE8wqyMDpXpgkSlbO5654NF+Ndez9f
8FJp89HbhBDzBsyTmGutekHQfvaRszuS7AsFE8ya0fY62T2bRHo4u62TPbpuhVlmT9j1iIDJL167
79xTUCRdNBTIDHatMAmwxIjFUNNHmqepMls5EYfrndBDY1+bIssIVCT8Q2Whwessi2qxMelr8x7C
zg3R73pe2F+7Hv0ZGFvl3CGPHHO0ilaml0sJchlxXl9HcrcAmm5Otr98bjPNbHQ2ZY1RJMJFgBGv
KWsIDzeHu0cP8L2L0FeBlIG8Mtf/mr2t76Nk47IcOVFTy/9zlLo9HOEMIQh9jBaDu0qAMRXz0gzX
sOfG5bEhWK6EY5pFBt53QpS3bFwJkptgAfTKDFbuAiNpn2Qdku2KULQaXV/tHGS5PvQHwGv9joBy
4XBud04JTE6cDdNk8yycJHri4tE918Fi8RADj/T9xb6gS/DLbmTvHw2e6lOajFsjXJRUy2ucQXA4
xMifkuftSvZD7kLxOSdtSofRpYaiRxHawfAWHyNCVy25VmovFwuCfmUBbr2dfkKrnrgILHO2X5HR
PSFJNHOpM/x1KJxhM0GI8EEAdis5AE4MM3PlQIaTjToC7wrnvMQpOaqEJ6bx2MFe1DXIwa3p1kNq
p769CzEMtbwtK/OP5Zst5jhDoyy7moqK8bBHNx3mDm///qztmzLCGCQ5zBNAKQlgxBlkO95LC/2w
Ut+w3tqP7rgjQrNe75QcY5yiRtZTkz5+7L7MHadS/YsX2e7FezktV82rzx1CnsPQg+B/nyCjSo9p
b6KfHwyiqlo4WDCCLScUDHBxT9HJbVrK7YnptkR3eWc7/xa+STOa9SJnkWzmsfT4dFnAQGI9XNYT
nSf6HBFhe6rPpVkrZYUjbfa9A4gDVMM5MdFsLDs5Q4MyOpH2U91XlxGLJOBSUBBCQCjbdCTvwVwD
ggDbv37vsZH1g3t3cwXq6d2xrdRKl1wGbMzGATqtK+DmkGJa8BzpuUrn/7H2XcuNI8u2X8QIePMK
RwuRoiiJ0gtCak3De4+vv6t4zx5B1RjWidln9suO6Agls5C5KivNyh9SKOjIJkGuugwW8mK9J5GB
daz+iTOeOQOFft8i+3dYASf5i39eSH8bBl3TGrShECsd59lWBm942ykljQVId6NA+Jvx8RYTKyKY
+VEEkNAGQhO+RFOllIOc8pd2NC3umSfFlYf8ZGoOi5htqTVSmYuiwKRrGqFT9IQnl4zF+dsQo3d2
e9yNvM3si1pE4JlaFJJoQtKAoT+DbVyt2K42ommBkYoRri/GYTMhFHgo/dALdQshllYa3C9l85S+
MgCY3BR/2MJMBAUSnVRMSVzh8/SwhY1vX2qjNLWt+s6bu0ZhEojcItU78mhfzjLQ4YtI7F32tY1J
5aKDO5OB19Y3Xrw1OuGN7PN8RsnRihwZ7EDKJbxi0mi7s8utkhvtFgEvs3NjESm/D4F2dCXNilYe
I/5SaEbcb6bJRNZlNH4rKeM+ZZmoSjm7Xsqw0RVMNBOsQMfw4SZ43Oyed2VhMOnMyKe7d9RUkCAn
rZqGI46apAhcdxuBP6oz1ofD227HJL5b6vSaOx89PhGuphRZTUhzh9DAGrvIlK7eK4uVa/GRLsqq
iGc6qAkUgXaJ1m/ENsphr6b/IFrl2tuK52wznCWyT7PC+w5VFWTZxa/YUJ7vO8vyRTQTTjlLGHWK
J2Ulj/ABjLHuUTGPCDPPDdI8lT2YpIa7saTzv8Lrb7E0R0KR8GWDRTf8RS422ebBHHxT2qP4TvYG
/Ksy4eyAb3Wt2WU7eHwjeth7jkrCi9s5uYHNOnpnIRW+Z3JXLVqoIiHfAsoxtHZQ5ymL4A7wxooA
tiPYiom33xk7tevt7uk3uCfvf73lm+hbGn2MoeAVbTrWPPIspHTj74ZPMsgYFxaqzQxZi8g9k0WF
LHqqF5MsQjPXjXxL6W1JQKtl6Tw3708xNj6sWVfFYtcEpqb/c5Y0j2xUeZk8VdBONDonE8zDDoyh
9mALOuoY1tf0dF9Dxqe7tZPMzCSqCi+fxJ6/OP0620jOE8dYnMv8XBR8hWk8rZIeEqqVNZ4aUHbG
WI6x3bNmy5YxeXZy1CMnCyJJbDOcnIWMVWijlIhhOfRUs/mmCTj9gcgzSVSA0tSYcJfrgUde5WqR
J+KFNy7lc25utcP6wzTj4+YpsZ8Q9rG6MZZxcyaajldauY+FvoGS+3f33bmMpYElaYaZbAKDu60r
37Bgi+UDFFRPcVp4UgNtca4yb3KlET5nezIj/jQ2xlO0az/zz/tWuZiDn3sBhSgBrwZioUMmt8bT
GE1MvR26emWu1mZd7BKTnU9aDAS/D5bOJ7Vin6mBDDN9AfdKYKKrelqX2/pTY73nbi51x3roPFJU
/ec85RzcBUj2OwSdX7o39K64maOf5fNf5wsWxrXPw2YVoI0k3yo9CjmshyUx03s/hBzJzPeFvJGq
gSe2hNn/6pg4GRjZrrePSlgjUfFnfFWG39D0E6pfVXkSwUMb9Hc7781WN2pksPc9Ig1np3yiYMWQ
uPhEmn1VCnySqg11cWiJp/JH7K4db41K0gWryFnPW5F1nBT+CHWgc9oEWaVdOYRn/5odRlMD3W1u
YNSKX4OD622w7de1BEYYTGBg1yWqILpl7VkHzTJmCqBkQVKUwIf7ZAdiY5+1qRwrOCzzqUZ0umdC
FBzxaJROPR06gxtcWoP1DqRZ0WuBOzKzzf/WXikgajyexy5vCIsS0907n6VsFsVae7DQuxiZ4b8h
LVZmICRRIJQT6j2Fg7nuER3iQRUauokbcuMhzXPfTm/h7p1zpJffFfUoyXlIbpQXK98FxzrCbNB2
e8ywhHslG83aRJC4T8zABWFi4n4xeydvSwvu/QIq0vFTL1KUdsQ17bh7LNJwj7X5GRrxbkt4tu1k
sysMwXl7fmLOJjFCEJmCIT8dtKzzAUOuha7N+pV1gS2Rccy/4+3fZzjndTy2MvIdvmPnuOhoEp3C
yZ973dZt9Nfg1fbUf2am2a13aBRc/+rM0/mUrlv0LT4HYHoBj8N6WnPHh87GMuPE3LwM/Xo43beA
xZQmNiwq5DWEdm+OctmwbtRVOXIEqVYbjLkm28GqY0sOnVVi9Fv9ZVdhk/L+kZXYWSzPzgVTLjx0
gd7w/k0w9ygbWWhgLODqciNG9HftG1e6GMBmgeViVDiXSvly6Sc6X4KS5oKU3PXopufYN/kUPVcS
w7UWw8K5JMqL07BRwKdDJOnohpbMrDE7nOVOtHlXfbv/FRe7BWfC6KYZ0CK3Uh5D2B6DKn7pxO/B
UbmkgdVuzVzFnVPaG6w7Sq0H+0E0d5m9gWMrqsG690itkvbm+e+gvJkL8PDOK6J0FVirczIaZrEj
XDf39V18Sc/lUL7L+1k5pPoEfTFsdDyW5hmLhNaqaRs73G1kijcyWVXUJbyYy6RyL22Td0E5Qbeh
NT+dCFl4tPXu0sa8rxvLRG89KTPYKKX4f0x03zyJ6zcwxj1qJuumJgHIvQ9FBQ1pNPkKPhYOUD+6
boyJXfR1Bjppfvxil+/I57gnjQKZqMtLJfAgzcP2+cjc7br1R7F7ZFjfUpg3/0AUouhh12SNz/MX
Id6uzijNToHprVhzwUtjJMpcDAUhcqsLXaYR23tBl84RXTrbs3F6xQpxDNM+7dl8wqxvRSHJNPBR
HSXkW+0by5JBD/CMLtxj6QQyujSZWZWl2HWmH92PMPRJgjlhiAPXju5kezTSY4UH+gQYdr4UwykK
ZmMUWRJ4mY49+EkOeBEEdJd82qgkjRuZ02cfWM87VLMjxB7MDM5SpDyXSKFTw+erIOdFRI37yjP8
FWr3eEwiE/b4uDrc127RFmfK0QBVBFPb9sRIcIpSZso4xJf7IhbxaCaCwqNK6VYgixf4y6o1Sld+
BS9La4YOGpfvy1m+yWaCiH3OACmbuCQKO+jSm1Zyys2qMsi05Z7J3cWyCAqUGj9QOy/E99l3noEo
e/eAxa3x8fGJcMwwSzCLdj5TiwKllbhqomEl4a5SfxVvPPj8U96KOQvJEya7HsvyKGgKgq6R1Js5
7J3342SUMAeUbjEEz3w9sNSi4Knkch1j8DjEwgKXzWTla/V5tQNMsCpzxFv+APXZ+VGwxIHfN9ca
mWQM3e7Cn3eC9Uxu3vvWt5h5mjmtQrVH5UVYaWEGMUgoS+ur+/5+3KJZH2scDzZKgc/mPljfF7nY
VTAXSeFEF6+yjothGeAJdCs8ZQU7qJzoYV9EBh5D/+VBKhRW9FrVijoHcS/XlSFtUdZHq8R9lRhw
RPeXBGo5NHwEEUFk9H9xaFcwO4FlEcs3I0q1Kpm8VWWdQiR/THshBmErXlTeGnfj1tn+dQrNNS5G
UPSY2PHIzp8tRpwzmRQ4YSme1AS+Ai/GkNB7dxgfVmBoZ8V+t6DrT2P/Vo2CpqEZhKCsiRiyUb23
J6NwWhEddGibYXW1EDC4J4sCprTqOy3F6+ECLnX+7Bk75qNv2Ry+taHgKBQqmQ9KlUAf3iZXt7Td
IQAnq+hK1/RYrH9v2FHMMrh/y6RwCWtjKtCPQyukG6+VYDSBodrJh18YT8hXM+7GZbz9FkZh0yQ0
StAkUJAIc8PtfW9aTBMrfxudQi/kHto+imIRuqjOJ7qKz+dttiHZcLTA5ViZZTLELYbPM3EUHhWa
1HuTDHErRBPX3i6ekn31AsYPiyFoCdJVFEcJha6EPkbKLrg+yJIRbRAY9rS8t1NqgaoF020MKUs3
1FwKZQkDGurjtIUUlBJ0JPUlwxZtrBhjaLPYGjqXQxlBlJS9OJaQc1sDAkqKyxatoZgK/fjAkmhW
X+Rin+ZMHH1RxcIEFvUU4sDQYjk+4omLc1SNFs0j7viIZgXVOJKufuNcv42nQjZO9niosIcSg6Ob
zH0sX8GKc/+oF5Ms899EWU6KLbtlUJMPOljuBXPYBjZsolsHiAzKyi/9wPA7aQm75gKpu0we1FhE
jV1A9CGs49GQ3hEdpL9RYeht92iE7jk3E+eyPZ/Bhj6Y0QtyfLIJgu1UR0+nzdt2ZjyYqJ2xuNyW
EGH+w6i7qZCHlVDl+GEvFdpAdDYr3RK+zQVQF9GYtXk7FOSoHbc2E84Q1/+f/45/Y91Gi+mPuSzq
Nur0Ias54qfoFsVwGzIgmbW9gBaVe/sVvSpYh15gKPul9Fi9X6xTJP8+ewpITT/IHbFxEfu09YfE
vm+vi9nIuWIUAAlpEtTj7Svtr+8B9umeVfsAa42wRZudllj+ZLou6NgmhiFzSpuOa5sxw8zGZQ9+
uPf3zAIjia2vUwtTpwzQW7pxVfVbFKUYaGODQc4gilu/uJ/SJXYYaLfYQDOXQKHqJDcYGU4goXjq
bLS+EzIAxtdZBu5vJShA1Qm5uupDhEW8GZspt2ibYbeELob8M1XontBhKiQx0jtiZY4zupfg+Jfx
i/QdYajy97jZRGvW5/kHoPxbNbqvbAJ/y8BNLe6Kq+uALw8ItT4hcCWTZaw8xGLVZa4fBZKeoHXK
wEM/kBpc8kff8HdJgF5zAxW6NXbYmU9FafwGafXqRJp7vxi2uJhhnMunsJCMoUSTAPnjGn0EgCr0
biI2Z92IxBzoOHYuhkJEVW5Ub2pgLhjMqA3fbUgVg2GT/wCF3x+OgsJEA1NAVEIXJCewHtiIWxAC
RkbqWMW6MXe/Mef1+DsEszvDF5ZisrlyFHYUiKCrNodcmAuQV3vrNtxn/ckSwzpDCjfG4T+AuLe0
x6tuuO1Hs5Ea9IpF+GpgjV2TnhaGbktvqrluFJSk/BAkQgjdQFjvYoNabgQfLMVY50dhiaJ4cVGQ
Kyw3kpOEusRtsoplHcvhyN/WQVPtylUVt5oIE4Sdy872M96hiX46IAjTTbh3cH7Yme1e2gt7jAww
TpGhIU29q2TyCogPSNk7/N7f6WbphM4eNHkMOct38reOFJqggCu0/IST3KO+ODRGvyKtDRYyTKA/
/Ewb1KjZS+4WBxNmNkKT8E76wHF6C+0I4xU6gm4kc1gohemEX6f14c0O7NtsQs18PjBcgp6z5Ap5
RMGYnOswWc4WDX9gTHhanUi7O9iGmTVy1nekECbup1HNRZwvGiawlFPcYOF0baLp/Y3w7PsO+q2w
bPf+R2XdRzRNbyKoBXIOUBLDq6Dww117+WsNupODjZlx1pEuStN4TpNFicc7U5GosE6P0pUXExXd
yUHiBj0ARmm9yusdNEQzrMHQbulI5/L+ONJGkxLyLAGL2Q4pvdq4oGHbGkVDNh84Z2dikk5Hewor
s7IUhWE8VxVkkUR8MvUcEpIi6EYsr4XROu27irbxguX2S9Y5F0F5oxyVIS/WPKzTso6fvfPEAOfF
4GgugL68J90X5AQCkIkioT+aJfCqxTiQjREM7KJhyFtC0Lk4yjRWeVc2qxBHplVG56MD/C+GgMXO
07kEyhhaORgwDQEJqOWinvZppCQCAgHcfaNjyqFubFBJdV7bQQ7e21ewHgbmZa0+IvTBgD1DFPnJ
dOQzV4m6tYNwTJB8uqlkARgTh1+D8QyuxMpzLT6Y5pKoq7qtygDLOicCTujh42vQa0sNQf7A2IGV
1WIzlS8FB3OJ1MWtqV1eIdWBz1Ua0gUBHftGY7gpnUnJmyKI5R4iWtI2h9gR0TjyyK/oXHj8/XL/
WzHsm94JlBWlGKnhgAMc7SB0NJ65ZZeBCHTuPa9GPeuJNuB1iMDts9uYLEr8xVTX7KPQAJ5kaVXC
wElC4HpVTMm8GMCEgx1eHrBzlml2i5n+uTzKZ6U2jrWOoIJ15a/c79yotkc0cqZrqTcnTN9sdjlv
PJeB8fj0xbT55dvjbxSnn+1yPUlTPxLhVo8FOIT2juXASzHVXD/agYdyTAQOboXJgvpcY1V7ZqSn
hw0WZaIJmGGCLGRSKCfuRm8UkoBYyNUdwG/nXDTrvDaG9fMXI65YzBLMFaO8ty4y7OQUYe6gyBY3
9S/57eu+Py0GhjMJ9ON96sA7j825UMbFBShuQgNDq09nMpiBqj4a29ZPPVZJ7lmFTwbm0i/4TB6m
iY9wiOH6kdkryMJZesSLF7u45Fr89RdL/rUPtkjnoljXXSTZTBJwhiHfwiw6/UNY9reh09NeQeJp
8sq/gTsSVNgLATbNT99+A7vHh23WW9YVycBCerBTBH/zoEYktKhO4emJRcrLQil6xivm1SpBHwux
8xwXfWynm9pwjdA3RN+QOpButzFuY5Y3M8+RuvmLOB5EkAcQk8QO32kTWGQt8QdWqW4e0djyX7oz
vTWH64ZUmQp4AAIN1+GtS4ltqjL2IG8BVV8sqGJclvSiHE/u5TISbv4mO+578OU/xqf4km+BVf8H
jkABSKEIfloORJyFaO3qvnDrq+5EvOnnhndGvSjE6r77kMJyPvoVr1beBJ7NGxojBeIcz2vpsrZ3
u9v8GpMTjHG90O/2UgvFMVOhYY+ek6vreqjC5vZGj+xH1hIBRmigUY+FMm2aSRJv38475Qe801ll
j8XC9QyO6Xd6p+WoyJP3CCi38WoFLfUbSj9PyKaz7pbFtOZcFPVUiNOyGKUMboaWJ1BY4ZGMPKqP
TZIn7WAYhzcsm8DKEyw8IdtVWKQzLHDRqJAEzbaBL/BQFEQFTmJVm/XatNFAhKcEaTxgvCZu9LN3
Qnz6gd7JUSfHI8S1JjLGyFFj/+1gYALxtDZeD9kH4q6n8fUpeSwIvTlzIGuRXGB+2FSEkqSqMqgq
5MdGhgYVyfJC4zeicYaerICB3qIDNpRwtRIJdqL0nNoBWtFZeWKmjVKYMiorFatqiI0i1p824voZ
jRUW8xJnhSb0UhweOceQLyGncq7orcAD8JKgUOtZ521jSJaB2qNpm5t4ZbKyAixz0anMQwfWyCkW
IfpK2lSczy02SeFWGDZkPed6ePSctWIMWDxxMB8wF2DU+9XhK+kNZuplqYYzsxudghywl8VV0t3s
Bomlbospne2FZHvAq/D2IGNUh5grA8AZb0a6MWgl8oUu5BAabBvLCnfV7x2Yv+8LYYTsOoU+g6ZI
kUgcwnp/3dz/04sFk/mhUdjCN2oYeyTn4rjD9uijRQvdTJ7NEMOCMJ2KU7qV4NW6DDEvrozcznHA
I+7X6QDyITTgWozzYiWSdApBGm+qKpV8lD0ecc6725+P2zOGOlfrh8Yc1mAEYpgB0/+od86oxUpc
3lJXGF6ttpOFEi9aMoxiY6MVt7NF8xnz94S9ivH9iHfdAWudAphJ4saYq4htdFb3OsHIsUOcpd19
ISrdFOQp/9FunxxwAzoXeDdIE86nX6+jY5qrN+aFuxipYGQbOK8hb0s3Dmr10IIeZQVQaVBJrI3j
GexAazy0CoPs+AUT2AurO3zZRmcyqfRjO/aZ50WecMm23LR+GA9voC2wc6s+knDs6Qm8M6xG5+X3
8Uym9DM9HSb9IOotZFrB1i06czKkL36XgxeWbGwjnIoMe1nEq5lAyt+9vsWhTzoJAX3JEFAB9rDL
zLwvZfHBOhNCeXvki+B2EiBEMrmTd/5Xr5DZn6fcW82VLNIU/HnCemTFk91dhs8xOhAuxWezeiaL
Ce4rtEhFpM1EUv4t9ukqbESIxOhpYrTT9ZdpZq66BUWJWRXOI9MaiQ5/+PVMIOXXsd5WgRD6ItZd
f21+v/yrhvSZQnQuQ53GSuJCGN4e4UKNtYy5uX4TLORyNxbLHJbD529l6ARGFfsctujBm2OjN7Et
BF09RyQ+FfTQnhCXfHxA7I4si2J1wrN8mk5uBKugFlc8JO+vaBMjbTfbk3HQjDcfM4gswqrl1/hM
TwpBMKpWDzKHjwa+UtBDYqEsNpmdlMu6wbQYtkH6n8yjXYTmmUgKQKpKBBEdp0DBPWbej91TYtXr
wBIig8eLFfQdMankWegrYV0KDCenUx6VlosJCm4CSHReXDc4ufHGQciJxhlrfVDXBxP757EIcsNK
CzA8Q6XAxY9jJY9TuOLnhSTgGve+qzM/IoUuUthUSUauHhedhY4D1oD1ySA1KOyCY0Uqy+HX7PNR
uKJqaehnPSxm/14/6mZ+wrpH1sj+PzgBokSwjOkSdxsKmLW2TWHERyIfi9DoHe/HCUa5PeEu3UVY
HPOIBXesUHz52SN9S6S+EV+D3GIkEvfJ9r3bYkoIgVfnkjIRKw2wHOzNZFHfqwpbjOU3kIUpCusd
OSnnDGT5BWLLxMZs9ePX130DWSTqwhjA38dJfTNP4jO/VCJAs/XZnjHykraWD26wcsAei60hbI2D
Mdgf2GO+eUL9/HdgJI/k6bGZTrGBO4rxjiXi/rwpvn8OdVPofSHxcQ39rXgz9ka6TZ8sVjbnH+z0
byE3p5mZUFNmHjpuoXMeb4pXuXKMDaY3X9CUcP9wGcrcTHkmBzuJ1WbKoYz8ie1pZMmAzMCtxZmv
2ee72dNMRCFVfuqngYh891GJyKDrzuqNTYe00X1dlhMZ34ZyKzXNJKVJFkxFhkND8R//Q3s73lh8
b1ms6GQ5Wv7+OtLPKLLD2u0oKCBov3oKnrwWLMgb/+kx5AwW1/8/XOXfoqj4sRgSIQ4jYvzure97
NKEWUmKc/Z4+J3v/gqxQj3GB5AE9JBELm4kid2xdoHClb7XU4+qQuN7VeXe24HQhL0kDne87wkxH
KENZ9rJ8z31rTOFLp/r1pBKZrfmi7Go0dO0QrqxO+y/mJMk/3D3fsihoyce2jOICtrknfbvOCk2i
2zWY6Ww8IMGWz1CN5WwUcvRlX46RDmlW4Bn8Y/Oy+c0KwFjAQVOLybzWCj6G5y970hCD5losayv2
CdhMJBZ2MGVRmSg556Zh4Ilnu45iVhF2qvrO6sJ6Q7HuU5pQbGw8pVBuXwnbt5W1+/5pXDAm/fbW
W6CqYn0lplpUVKmPWRooMTF6HiGehrchmohId8J9uFrkK5kB4y3RN4OrVg+SjLtdJFe32L5/rgy8
8RHQYZhpjcEKlOZA3lGYI9ppWTnnxZhO1rBGkJM50BdSKsoi8FiUchEPhNqe0NvBuFaIJf+BG7O/
TwGkIg5iWo8JAnMdLxBQcjQG9zWyxnKWM8ozMRQ4SsBgTyZqvCAYVl0kyvG4vv+VFic4tZkMCgI7
LfTqWIcqWG7hkNopOui6vRaCzT9yg3VhMUfqFgFwJpECwCH2PSwLz8jHEdaNhTqVHiOhe5vlZN1k
5EPc+1AUAIZto0axnorIY1cW+VLDoUqwTnIDlhbWSZKTuieLgj9t8tNeknCSLeRYTmApKJ3imca6
MxnGd7OamV+RrROThBWxl6iw6ssTekdZ+z9ZhneLRGYi5CJT+yKFiBeU0svnzkhGs9QcJpozPs8N
qmZyhLjstciHnHG9vyrr93S3GowMzSMl69CWg6dvq7uFcTNRulaluSfj64AnEgsubUQVvUG6fZl5
v8WU2EwSUXomKfFWZdpqkFTaV+t448++DWHbiHDN/QurCrt8fczkUSgx1d7EdwUOUbxt1HUxa3JW
zVODTRJvGCPAFjRW0m8xPpxJpDAjLqehwcoY8RK+KCvMpqFx6lG/pK+x8e/uxpkoCizyBFsGahGH
GZOIV8UeL7RwYpYGVRhM5pGdzww8XAxiZgIpxChzLxxXCgRya+V97x4dFLymh/oXNqL+L3oE/jxJ
DXwegqRjpYkgSPQ7qPN0T8ZYNsKZNN5MjmpIj0FpdcKuSS3tlaHan8DxUxgVz/RVJ3V8XMKrQds9
WEjsYF+D/oiaCf5j3JALmeifwojmMy/QV12ZYvMVhBF2velQBUZgbdHZVLekJMQS9yf4/hRH3fhl
LVXd1ENcXR0aazSFXUk2CFuqewhNdE8PZJOLxTjQP8OMn0IpzwuyME0GkGShtw9Pll7HWrR6dMAZ
hd1504oZj/4JLD/FUW7HRyud79sKxgLyL8XIPjh09G3u68SyEcrfsqoL/T5rAV695YBlUzpx2Gtn
mvelLCR0fqpCedlYge5fUqEKJoA5M87s3MdExHiUWrPlEQmwzIN8/p9380951N2salGjrGrIs8Sj
W13ilTG5SFQx4YNhhvTzZJxA3lMJt0+U/lU9swzuT3D6oQZNGV3g7p+UEl8H88IYv+PgWQhpfoEO
TrLT4Kwy5DHsm36YrDBJMxXk1NyX8CNw+lPGQlvGd7kxsc5QovPjmi9aKISx7310kXpLWTnJS4EX
P4sJbSHS/Xl41L28kkM1nTTIenGtFZrpvG2H8bfb8i/GuS3ETz9FUcCgBmBV0Dwc3Eo3sGWsPQWQ
w0rTLCQOf0qh8CBIc6nJNUh5ca/ty/to68ZU7FqrUsiL7sk2FeMNazseVm97d786unvLLI+EW2Rj
/YuQ4OdvoXBDCfMeveHE8EPFaNd/xVsxMcCkxyoTLKTbfgqikCPmEq2dRtyYZKO11Udb1dRVM1MM
i9mKwsDC2/rlmXG2fOTXjd8heWjsraIztMP4K2ZNqbAuSomg/kzKVPOS2PfELDH8aWlrHSsNjxdj
vY4U9AC/MID3z8fXj+OjqY2zysOGcg7f6Tr4tmxUB3Au+mi8suXHLnDZBQniVHeAl16BVQsYgQhy
nCFanINyd0CZUzUt/qRjAI3hdQuZ+5+6UTEAVwo1l5CTxKXivaMJCxTGYEA6r7GgZHtA0w7ztmTd
YxKFKWrrNX7ZQz0LcHx0jdTttyYzJmXgsETBiV+XmtdMkII97rt0NJCNalLDWD3LayAlKgAsWGZE
GhKFLPU46kknwkqm44v2WKKG1DJzNAsvsp+fi4KMKsgbr+9rEmlfrQmpqAFcSG4c2PdNnnV4FGBM
meA3vU5QEjSH+4zx11lQT1MQp0VQcV0HLdKXXDG0XViYtbbFqubc0d/0zX1dWNJoJsAMe7F1ubqd
WWdxL7ojfLWCIWxq9gYvhufSE4DY3qXqoghRZCk06mAO59ZO+YabjJWtW5hM/2EJNL9wO1ahDLp+
8aKgmH9VKjAt6cYR5afa2Po77qnK7GFdwn3BtsSIDFmgQVMPl5lSi2OB+0RE/cHFcgw0WoV4qqSu
CoKLFq32gvFstqCuylwGGDPuF5kCDyGL2zglV1nS2NJkXlZmolnyxHymsL4kBR+8h5C0rSCHkBhM
gYV3UeIgmYgQi6ERT4DhDtzLFHDw9TSmIpZeoZXmxdUxNXqWH6Z3ZMF81MSYmTBWMECzMAndgGcm
eYChW8EtPjXjiUhhlp9ZWlEQoqlSmnIyxPTmy1U9OpZg962NKtFk25tGZj2OyJ+7d4jUY6US8jFW
yFv2ReYR3++nwuDWIG0YsF2r2pjgM9hsVOZ+UBYe07OEfiKl3SiQwww6o/BMUIjE1m+MRlj3QWwZ
kMF5JwrgzeLo7r84H6Kqj0cExy0h/1k9SrXJ8Op/0OVbBpXq6HS+HYOmJ+C1H15t5B4M9ujbsv9+
C6FSHKWWVsPkQciVtGfW5jY10Q30gFagXYYtvCzsJ276p1l8i6PCGzXuRa4eEQXsXawYdM3aIut+
WUfHkkKBkqJkojKBDuzyUnCGh11h9z/+QvWJYP23FhQYdY2gxXyFvx9j65Fo8Q8YdUNTD0PMrXJ7
77AoICrzbvCG4WYA9YfuTBgvwn/o/my+dDN7KEOjP5gjVrKQ9Xi/o2eGlssB1LeWVGwzqqknVS3E
O0ds2V1jOTIz7cv6UBQohRmIoiWZaHjFBY0O4eMFrG0nH+x6bzjTpx32Vvxm+dXiex27wDhZgPsq
NEasYqlvGnXCkygwokP8kLxxf0nHdpvZMYaanqINq7FQXFATLQ+awINwXxLQ5gmvmD2PNBnt6kJZ
CQhFMWOUbJECfvcr85igYOU/HLf8/rwysRjp8KpgL1lhJD6WILSH+vBgP3frJ9YBLFwFMidxHM+p
MvYsytSpJ6nMqX7jI1xozOtkRYGhg+SywDI77L3Gtrd+M0SW8uCx7oSFg5d5nLouCTKWlNC9H83Q
JX6Z6/jax/K9e/UOq93utxgZ8omBzkt36g9JFABgnNyfigCSKgcrvqOLbscg+wW3YWtoZuXcd5Sl
0A9t+rLO40Qxc6RSd12elBIuA1hxjEknt8zsTjAmH49gEa0K586U0O5eTw8rd1CMbv2MOgNzbmfh
PkLbAAcSR6x1kESZ+gmjPwyV5K0QHu2Eh89h04RGuEEwpnLrdAuaaGybnI49C83JDUQBFJTWBE4E
NwzH3yb5ZnbN9XG6Uj1evyAbaXd7YVtuA0N4fWQ50ML2dk3nsfQNh8txAF4KitJVpGRDKUKQNWIx
aPnBkWpr9ZIYRwWzNZOxMtKPDv9PdPnAfI1CZM3FHUc4GDTV4E8s4Froff75gygXing9a5KVoF9q
239wEyfc1ea7v1kZ6kOSGN1DZOeYhmf1aZG/+sd5z46B+speH3iyz+EYktDQz/EBFv3E+qYL4DA7
aoWjog6t1eua92X9so+2rT3qZtc7+oNk1BfwNmYW2Vi/i3IWNNzXTKGbHTI/lqWyUMgHFnb9h2j1
tRE5qSkrWHUumrZyzS1mIokllEKJoE9W0ZRCVavarrCR8YFwCt3Hhj/DK51Dl4YmKZIET6HJCwbM
RzZ5GXuXK2dfLoGJhOKV1e98o3v4aRY/hVDeoaBFSi8qCHm5Hv9ynL1mkuk9jCLznZFu8rXrYDIZ
bbvHLWbA/E1wPGGnJ2b7Ph4eHsRdekKQ/IhVwsZuFzrY1oBF8qw31S3Lfu8nkk8xQwo/xAIKT8ZP
tNCR+vlJxno7TI1ee0wVX9YPOzQZTLsdb042JrR3Piie7n+HhZANZyRrmq4BqGWwVf/8AVPoy0JV
eR6S9JPTdYa8mTb9WzEaySY/rt5YNd+FR+QPeTTRiF+KTd53uocbKNuGtQGaJc4ud6Wpm8GD/1YY
w0tlCgznXYgYdU4Ho6YqylhbD11/ahmWhTZkeSaRIS+ykksywUcDGliQg7wd8LWfUQBmfduFBj1c
ArjV0fyLViVExj+F+nXiRXXYSxeENbyF/ihUm0vLOz589EZut7aKW/Hp4/73XJiw/CmUio2VLPB4
8JNKAAwYNfaBYQ/jX561ddzrHmRSX1/5xuq7TYnNS7sd1i49KqmhF8bjy/3fsfSdfyhP+Z624rtV
U+J3SITANN8lVvjoP3qnrTFeM1t5lT5Xl/si/0Stn5pTriSA12uMyla6YIfSe4HV9NvKd1ghIjEU
yl9/qEW5ix8JdZLLEGLpx3flr/OUgJ8EqefH+7r8Gbb80IVuHQjqTB0qoZMu2jo4nk/ibvV1XwDL
OOnm6TEsVI/TIWE6cu8Nnk+ihQZZtMdK1mHY9dcENBQ9A2wWGoKhFta0q4KmC5xKM2vEY5qvpmTE
6WHyES25ZFG2ezFWZPZlf8biorUpm0/cHvQJGRYgiluG0ovHOpNPeeRKAn19Kg/EOVLC10fG80sT
hNCpu43N0ysZGXx4fgp2gY1cE+ObLvA3/NSecs3Ub7MwiqF9dw0/lB08c9gMxhmYa59eD/n2AXPH
Aat4twR9P86cckQ8aPDP5MzJPJXlHOXNZaus0AoNTmHC1b77PX6SEwfzIzP3u+gts/OmXFIcayVr
wYZAipg+EugvydPWmB5tOz19SAdCg2Pq/6aK+POcKR+VRLVTJxVfubadzLoA/EAoa9hvKsueF8p7
kKRyvIRABrkuemJM0cMo8zUeXxTu88nvt2us48BcLVg8N6E1Gqya/QLh1E+B5CU5Cxfy0FcbfoJA
0I6ALnALGzqDJEmxwOeOXHa2zkw85Zg50kVonelJBYQ5inzoVYVYVGXdwuGlbfIgHL7Uy/4xeSc9
/Kw04lJc9ONkKU9VpzRXsYBWQlUMLPLxplx3m+E1N/XzX6i5gwLSsD+enys3xinr20f5qG41O7Gl
BwbgL7vPTHXKaYUmwI6IFD8kRp3YdbrtgJVJwMnwcDiIWMq4yy3U47n/RfVi+QqdiaY8t4yUlJdj
iC7tF3SBoE04X1cj4lEOfD0snFhIDfw0LcprBCwCyouCg6KT2WWAJu7pbVejX+eRpPcZ4T9LN5rL
Rg7A6OR5EwzZRUCuGR1SxegZJx3jmElnIO9CF+UP3WguG63C0g2xAg5pbrkDj4BhrNGvjnEJwpqa
2aGlMm6ahVreT4lUwJkHcRzGDSTK/4+0L1tuXcmx/SJGcB5eOWu2ZcmW/cKwt7c5zzO/vhfd9/aR
UixlVXecoU7FjhCYmUgACSwsIBP6YTvxyn3sy2i2h2S0qacmVZMeEgrTllxf5/bzQFs8EBCM0DI5
y67rH1VUCQMQClIlSBmOqzPVda3zhnn6ddlPGDfIOImb2ozJmDSe0uV44UosYQUCLY14LobYmYF5
Zv5CiGKvVFPX/+jb3sTjCFMO7W+XBvem3XqS1iYRFDUZcwh+vcyTBWybw6XPzwy4yf9sLbzD1i+M
mRmJERk0Xb1PBt5qDnHroyape7GHaNBNP8kGN9Oawr5vgfexQHf2gvTJs0qbEj9bsbuw9mqjCUed
jmqERB2EsjNoH2d7AoXxygEdy54HPICiurQlEqYmCuJEE1uYms1G7g2QIblzSYVKdLP0tr12IiTR
TSNVahyovHgK3oMX/ltGMYB5x/wEKqHuL47nwf6RvDaDhhm3bCxAX4KtdIj36N7bta/VljO/VqA9
a/TjES5ru+fR7LmXdUTYW0tx3j29Cufe8vjr/7bDJL1N5Pfc1M73lbc4kE/pYNkBZ7JgBJZ4fCxq
ocZ+o68kqU2DmWQyGJpnSw52APbTXg26rocG1PUM6kao6w/titwXYG5FEtaoA3AhYTMJz4jCTg5S
s2dXKMy5YJjSzH4DMnhUpLV3Zlun+uPF/kJ+Hp0zYZCiyJeqpMFiY0wwV3TWaBjzaJ8Es3VKTwdQ
DQC8OdkNuBfu0cbcvLgvxvv7G6KFyXjHRBfaVZoFPvogIjwJxLIKChZeQMb0qi8Gj4kV53QY2OD+
tPr349XTgjIy26yyRR2MNfY9BtVpayFFZYNtZRU6XKrzf97nhhhli/wCRux+Im0IQ/n4A2iLJayU
HMRtNkYinOrXn5g635GjbCVhlWohF3pM9RBPEa6tDgYg0KZZjxdAid8xn/02fh+mJsR8DVg+yd/Y
mNIwgfU/MICPZlATYfS+dfAuao6YfV1qLqtnZ8rVmXfoTl00VpFZVN1APT7vwdX7gfVaP4w0DZc1
20pf4h/wklAkLEd2VyKIJwrTeUogTFAS1pAN1nKe3t44kO3Ncx5NatC6+KC/EkaofxVEtcelqoj2
mMtMFTL3+B7PmJhNpdul7Rzhltmh8eV6xLI2YWZOG9GcVNOkxlm09RAanmFuYBJwyhzwXAD7HjBF
7Wuw0EIcmj+9q4Hw4VU1HuvkciCpKXimywLGnf3WmK51ItJgTMVAAnzeTA64yjClP/0GYbj7Ta3H
zXHvvQL+jzASQ19JHZP3cSQhLjZ3ZqIi3aTqBvp7qZIWncQ/yyLh9KUKVkLfD6VftBKAsPmFynW1
/Ga6kjGv9mrrxkoTQbDv/b6LPzrMrnE0Z2afZ8zEeaUcE23niHuVTw2njh5kae7OFFCht/nVYKXv
+5bWTicsRoNXyyL8Kyq2WcnyzPzmNXdzOeLjsGutYmXWhn06YmaZhqHfW0y3aLd7dPquf37AokSF
/C6/oa4+g3C2g+YFvldBMTF+ee6081Z2u+I3NDzHAh8bwokrOYQRiUOxbSPPxwXYdGYJU4zEJDqZ
sw2SDChIgDozM56fTRoZyULPwq1cwqRwfZd4woj1vV52F8Vud9Pz/jyrj0GN75es11yFl1WZFXme
bNfu2q4UvD6RTvUaJbBcl0c88JnXcCVeECogXPqmDVGcvSV50QUMFJN5lFwEViMOT8p8L1fYWaJe
cDrm+31yf1lKOLboTq+FECfXtUHCqF0u/Y6X/qg/4z34qDfpz+4SAmSAVII5bv8NAr+lq3gtljg4
Ucxlr5hmsbvGDMK5dREkr5Z3avTadEBnYWHkElSGEn8tvsKv5RLeQczbienHdDZpig56npnuAaxY
W+sMZh6qb12Ktv6RdherNLXUeTw/r/ICLJfwFm/X3Rm0RjRBi9mZa0FEUNKlsRS0s6B5hg6oCW1k
NkEbiGEeOuA+Ep0kYf7Bf62bwKbcmu1IVBuxnfcR80+SGaVm/HzT21sX7/f1ugiLXWlFl9R4p0BM
ZV5UR0HhUQEiotgERz/STZO2k79NK48WRhjuKfJbSeAhEVnTy05C0vDCuGypT5op/zFM93UmwRvX
+Md5RqfQ+by2JuMtSwAqM9A3T/ueRf94vQOEERCEcuhGAd+D/L+dWrkzHDGUT+h1mnNcOlERDXLS
nItHqZc40QpEM+2Q9hDEZPpOu/DgqbN9ZGpfaHdwKUK7lkQcqtgxqha1kDS9IOZkEgOjg+0OBgDQ
Jli5OX+pQ5kozn/Jfl9LJQ5W48dUGcpBOkWaPsZm6rANMiYT5uI9zzQbPJJ+37TM9/ybpDKJ8jwF
D0hejie7iboW/S/VKEng6uXA45ADO6RzemBLmlm4ZWV6OkaWYhSJ0bqpByKy0Xm86EXrfv0BxFZH
1cAwQ4IPyGqzfEXFin3XjO22Rd4PXlJXnDeDBdAneJ4i2n4vnbIyw8Wwck7hyJEDrJZB7hQoSMKB
MuOwe82P/nOQ6Odz/xagzELRqgU6FQ1R/T/yiPNNU4AyWwXyNlGByC7gDNnswMicG8UbcGrI/Y32
dt3r2lYCL1huBc4I/LYr/C/g6RgDKvCiiLFQGq+QT3y/Z+OZGkc5JQAfs6IeKM+9La2bOa88uv3X
87M46fNQKspZLyj4jVzCtaWVEniAqCt4yIH1EZ2vFwwq5k5fExTuKK7E058MvHrr6WPd7Fxm9YPh
5o+/YAG5drty4vmPAckgz+HxBb4rvaGX6AuNKc+vF3F92dTrb98eXcqhL72UZ8inIgEcgif5b/b7
+vVQoDk2BWrl1MdP4Yk3kcweN6k9v5Sf603gSO+Pl/jbcEvc6BuBxBLHJAv9pGOgZcAKcilGPx0G
M3TZzmLO6epz/eLtX9aWHrz+5tZRw0QFswEdZAxw6ONPWfL5Ig+V12Q0WPCoHd664HGSuV5NS+bE
sGYFR2hH3wxnSZsJvsk2dPVgcDv2dGZRIn6mYpAWIpsb4cRtmxJGw2sYwgXeiHjj7/Ew59kLa2As
gPtB3+tSVju7n5uNxzJlQVA5YHs5IJ2JtI/aqizDVoN38lXD3uX74kW0IltR9ATJ771ldBYqxkZ6
oOzyfVqakEvsclWokRTwkFtzq+at2mDEKjg3a0Nw8aYyTzsW2eHE1p3adk6ZaTu+EyEoiILVS2Jp
MsBBmZMYwtPj3bh/1/1+FabPYSPQMk8mHNSu8bJAFIB5U/4IG+1ZMtZnWuvXfa7yVshdoiEH7ZHK
QgjerqkLi6Lol01hdoElP8UOkLHqk+JZ0qizaJy2Yd6QPf5Box0/0XzJnbbNXwKUIy9zksDh/9yq
ulaOXcJnMpYreKgkHb4O8wz0qDYzD3DYdTBQTv0+oUMIJK45W0pVkHaSdxoqt2kArOu+252ym6xq
v09Pk4UBnHi08y5F7r0Tu5VL0gRnXZF52HHvtIl/Npd4n+sYlJDp8Ydnv8XhDIxA+WqOj7SnZ0yE
eKFZ8MVb9s9GK4S2q0meYOag6p1ySWdrvWH1xmKe0ye4DFiRx0p8j7yeFyuLisiBt5ZTyAph67da
w4oBc9qIjvccPWVbzxr1yEKx3BDXYDgEpgh8vr4zASP8nnZz4QfA65efx99x70SI7yDeohzQ73nO
MR4arpy41HPF4rdGbIZmaP9EVoMByhvajJH7tg1CJqHRasBgwIjqMyczyUGGNWzt5M/JDmMMqNvp
/Yco6J+y7fKb9fj27LqJpXx+jubnGSEELWyYVZk0rIokAkomcHOwRlhyzS/92htrBh3o9quP1/90
6g7BJd2LRrxWnX7Xc/o6sWoEq6KrrZuPCLNX1iWnmzQIOjeLIj5FA8sPArX5WwAyvb3mhdo3YDLH
rZuHau5h16wBnLlI3QbIo9JCh4V1a0iscBwGeApYPSGsCaO2KpWImdOo6bH96GLkH+SD9PPJm4nV
nV1krBRqW9L9e04DU/o/YknURhcreVOlMYMEhBljjWKkb0tbthE50FjUly6YxktgfhfwLx5O83Y/
46HX8iiHrG4urj13ri24/Tn+OM33Skc1Fez+1ov4lh+QbkVd8wvq1W9ag4a5un9Uz4u++hBCx+Ji
ZIcpxoe8bjCWrvi27Y+P3WazcQuQVNSHDKonG4fx76ku9fZspSdufieU7/ApGT13Md+tOzWD5cE7
HkUc9JjcbgsmiIhB2/a4e4ru7TLAmEPDj8ze5sFi9Z3PLLg0Ur/FHdAETVRRM9IkjXwUBHXrSawn
B2cmMoJDqUcX3lDXgZGYNkjdjAQ+1ELBN9OfDqKZuLFpFcd1bH8qn66ykszG1tzep8aQ9+V9Dc01
wtysxeKZypEa4mVVxHZCnJ1bB7N/1CfvHcUL0ewxeatdJWfWp3jy+62f5Ym4dUDMyxKJuBnSjFN8
LcvO6GD3Ma3jp//6N7B2d3ULrErQVAWEYcidAip7e8B5OM94KIP8XKwuDa+z0UY+MQ67qUa8/yjO
Q7hTJhW5EhEQdRmv/LuOvyhK+5QLh/LszzN40O/mIyxFcavXu51XG9pT6xai+VjofVeYdiuUcNPK
0LMoMEDobjjx5y/7K3pJJjPZcM5krBtUz23LUBz0XrxIKyPqXIr4OSd8e4GAxEeXnSKhP5nnyGkh
YVMLcqWK1ZlfR6sdczm0TlrqSWMgqWJOVhLocqiz+vS3ACc4yixW5lQOJqJSoqVfigXyO2RU3KDA
gKZzv9HU1euv7JgALUVqdRYO/Y/yJ9+X+2YV2Bxguf4p3dqYtAmrYkx2vPd1ZSc50R4UzXCi50R/
M9ABCc4zFiSHgJqwxivIws+u5PB2eIgoeZj7l7GGsSpXX0o4m7IYBKHy8aXcobJrRDkzRfUE4LRq
Bra38mxuLx4SkJW3tLNa0M9ryWQNr49lr0SWojprLm+EvjHABSBBcMGQPV4PbUSSprDKN5khvXtG
vc6tfCOs5vfqY51ZMIDYAVDNwv4Jigz0+u2dlKesCgQ1qs/sesccotNks58HAMdlI3WbueYM29fM
CDHjrQWQO13hwuqJkRmN9Vnopf2TrFywTUjAOvk2FZ27tEvqnLTBE0OBXhNfl2d9DirZujmDz3V1
il4kX6/fFedFxXPvoJj88fFu3KPyoA8a1FaQcZNZ4Tdvd6W5MRcMUqK0zXmEZj6hI1Y0+cwod2Ok
a+fi40fdP0sw+6HNGWdplW5UK7JavXalFU/h+L5Psc+fovEqkpSsxmGu1e3BSFwKnr66qs+jkZ1a
WccwpdyYnNYcL/FpXAWWZuaUmPO+CkPInI/javlVG+Ugnf2VqQEBVGxblC0EEx7BQspu7vHZCjPp
spWBk/7x1v++WgmjgaZSkeNkTpN4TiSi/dYb1BCYyPrcr0dDtNq/pc5KemG2bmk1ZvLkb4SvQU90
zmDtzgjxb8HoV53FrgaUpYZ9/EJLpix+EmIR5EgxYZtXyTGfTCWLjCDV7bkyk9Vgcqb4N0CfwYSC
R4UEvKWuQiNdqYd41YN65YhGP0CYDeGAUMISXUz90ClPooXIEWkW+DQWQBZ0O5OWVes9VSvzvD1z
mV465Zn7YjF0wdKM2m5gNRWj0DOUskQWqApT2m6QzVRs0dh0yLYOerlJaFp6H63jgwQNKV74WBkt
5rcaM3BDpXZd1Z436aRPwACuugNGUB7Hw4jy1uTD0aR6tzWLNberaA/V+Qpcq4yGfnZk2jg0oCFi
xH/cCg87TlVa0e/Pfm82l9FiI0tw8r91BuDzDnn0cesDx6Iavely1Dw6GczAz4pI8yBonPv7FfLB
MA25OBVJ2Z3yaHWZoA3Nl3dA71m/zV8eX407yO4sCmGghBNHLpUlcYit3HLdFFYdentkp9qqjrpW
1/2ruvZdzsxMxlKsEH3Y5YozNCdfFft2Fbg8pt5otADnbsdRaZ9z+egM4QUYSsJfSuimjEP88Wk4
aC95pdfrYVUbpSGevK3K6JWvd+t0u33vV+MmWIccxUjc2WegCuA1FRVPBDSmyCRYu83HLB48hQWI
CGUbHYSwM4LjgPmGHYDT27fWnHAFXgJkYqgj0e9Sjr/CVQnNvRwnAmswh19X1rGN0rBvlIw77SAV
mCzRufCofHK6jaFR6NtwnBjI4tWJ02Nr0oEhOQsW/v6cM72j/kOtQd7Zp//+IOgGyoLAN5EDETvF
i5JS9lgMvQMUNzdOH7sP8LnFxmS0du+UZrKvnI378rLfgzM0fnuslndpgVn83FrLqqzIwQgQ4fw4
NLmiVtgPtdKDy7QJnWEvuhzqri/gHKaoHplqhDAF1BV4PsAjIrQlIgEEvHHCSDXgcBc8hQBI/ft4
NaQhI3+f0OxJ9stMCBsAqr9V0FMgv7LqNqrkUOK+2YvdmKzbZZC5W60VyqgbsYwPbhOYo9lSDoWy
TWRYmSqjX5YMfp8zPVPbce+Pd+mOoIjYpt/c9NUdaKQRU7Y6/P4MtVHwT78X191KD0Ijp8giXzOk
KCIY0YS+UAoNorzdV2hJu4jiPmhbRbiuIvQkYZx/n/8JbFXTeVrnAU3A/OdXexWOcdtKs0rNHOAK
uKRVTH012y1ypfNMMvz1SjkdihL/ot+uJE5ekPWsgiXVVo0ubJDRYRg6/vL1P3hZWaM97OmzTeab
90ilicAtmhShSlMsE50sssF8uurxm7Ku+agJEbAx8LeIMQRZJKkiYkau42Fubt2xu+yFM/J1B3La
CE3em54SAy9c0BtRhFZEYTgoYgbUefYebxQLhIj8hoZZo8kgFEPrFBXjZiCDLUG/pQf7lrZhd8EJ
iCdQelXm3IeAhwxxd4JEYRsm4WbVw3vSwGvJAdpv1GlyFuKBGznEbqEthBcZGcByH+8l8XPlrwQn
fqp0b0/LzM+/dKcCVysi9oyJC6/KQqwI0HyP8ghePI+r3yYcezhNEmao47fTWkempN9SqSho+0Tc
ETGXqqKe+x1P6WAe0bIi2gIasrMj7T2/YAFuDoRwk3KWcdUUQNDGP9pfsSFgsBclCFu47zci5k+4
MjK+hKxaxADoL693/sYzO6tfsRQ3uWD7r2X8hmJXMiJg5mSMoBVP4bF1klfNpNFmLApA3IRSLQIn
hSzoKZHPeyyYu06Czpk+0mCPLRbt52d9uPp+NDAWuZji5+uf6Cl3phEkUI8lLEVfKnu1AiL6Uj2O
bzwYgDlbPnPQHo+D/netOTO33mNRtMUQxkQZ86wbwHZzMqXR7lsjPz3+/aWgAigRSRNF5DqAJpit
2dVuJXEadJjHC6WdKeFC/W9t8tS+6wVvfCOEOJImG8su6SEkMAtL2/4fl0CcBquUUjm2+PUcDxPe
sFEildCxSouC7woDCIpuVkGchR+FXVxngMoD7fj6/JqtJJtzMUuPNg1m0Y5cHQlh2PtJ6GG0sJ45
dklBuXUqHJOyZ4tm90oGYdJxHmweRljL66sCGayBeAX8Tw2Y8LbP/8Y0zkXDdSVv1vMrNdPksAG3
ItYUuqudcgQsFA2Tm8ve3J5/Hi+NJokw9/lUVH0YoxeJf05scbWdgIGh5UZpuzd/w9VqxCDOI7XB
aqJVrYfbNa0VkXorCTs/VlMLmhscz27j77PV6YQ+TzHXnx9v1bKiaQCsACsFZkZCyhSrWdVI0swc
knl6/rcNzHNOQyktCQFcQAIbFCpqaBK43asub5VIzdGOMBqqM1ocXkY+gJYVJY5YMpTXYshLU7Qj
jACaS1QndD1bc/zD481a0qtrAcSN8WpfYZoJApAj/SnP/OVPtB5p13IpVrkWQlwTL++bcWAhhE30
6KnWhed8JR+4tW/WLo1Uj7ZjxEWJStTd5QGyeIfbem6+ooXzywJAYaIgT4msKWH1UYMH1ndAq9SE
IROhLq6iCTHR41O5S5vPRhk0n6ie4oWCqj6xikbuorjyhHkW3UUwq7dsIxmDUWCG2uuzABPT/m8e
eqAWBexOQCIKmU9CESbWH5scw5lO4Gvf6f46H5xh3e0Nl01nCsJvxm6N4UA7rbt2ot+FXoklVGPM
vchjIhUkuxdTYvXoBQMECyCSzJ9nYHJ+fhLQBiRG7aooikjAodCi2/tM6LzTVx9A7DSY9YJOyfEB
2OnJhgt8fW3MGJTn+tPT8cjtX34CK7B+aHjWu07w34XPeW6UlOdaGXGzs87rU7aIZncIyVFqpGcZ
INICWOX13rA4HLd3ivYSWvBbnbrqpdfcb5b9/0knTlvq+DBqeEh/xSyAy8bmYsNbgQTTeV+jaPpS
zj2UmUMrfyzGGtdiidNGCxLXyDXEeoCoqN/ZGuwlczPc49uzZJuvpRBHOoSFyPoVpLCyeZhRnJhk
669A6flYzB3AhzxCwl8qddMySQc5NeYcYwDRrj+2OykxURd5/qbY0N9iFflavV4U4dXiJm4YKYEw
EZMBkCRLdMH1nrTjFwA2H70VvXkmwvUZmTBgxd0mlZ9ybgYlF0ZYoB+2wWDd7C9gm7758rM+f56R
P6Y4Xml2enffCOpYDI1DPl0i6QoxxEKWYrX/7xDv8ktRrCBNpTozhnNw56MAMbP4NHKofWLYVWrp
f/7EQO+DpqdyC6tBMa42I0uF+q/db0C7e90H6+xP4fz8fFNt3rLxQRFEAOOtKMGT3zpxgfeTfEyR
BKot/rnYDugrPOVOYAdv1cqunVr3V96fzBGMdXgAJs7MTaCuVxQtmq/a3aZdfQShRdGQ5vGU4COE
Q7IVAG1IXtJdfNZ2JaT5drApnxiazCWHLHACi+gIPbcAjd0uvOjVXGW7Eu2xl9rIVtOqF/WxMtdF
b1F04g4PMV+Sa1HEled7RpBTJRdPqKZNK+ktWwUGVzrax48CtlCETB5yl6rtgyr68cYuRTbXgonD
7VTAW4WpAH3dNrRwL9AXEq1ppmZBCLAEAg9cNgpI0KPbjcwGcYy6pmNPG02yasf748F9HihMDguG
RhLnKBMnhh4AYAlupQShWgpTJg2gmOV1bjLTztK1SpdW0W7URdV+fbxzC77pVh7pm+RMCTlJHE6i
kzQv0mR27jjauIQzZRow/+74hX/cEG0eI/pLEsek5ebusAoafl9BCUYVgaBDRoXQUK+R5bYNFICe
AoM1PGf+q1oJ9vy/gTFU9sA7wZpiZBf8E4BdAgIu1MLnTA6RNvAGXgFJVNufmsTeyTIat7XAUC/W
dH6pXYqwWfFv7z16hqAywGLMlNQkBFbmMi7NW7E/aZg95Tm2MlLc4HxKDwT8vsaunnMlU/RiPULA
RtI7mu+7t1r4emF++qrIGbHk+dRDVkSj6vUndnTVcLS7epMbQ1Hp7bvfOlV7aDcq+DoArxgxhi37
pJJ539+82w8g7EpTcFGVSMFwAo7C7k5tjCxPbLVObTRPB8kW7A9MNjTnCbejue8StzEGZ27MknMa
/ehdCwF0FWGUKMq/NCFIoN1eT98b03ZUYugqUCONkdSIX0edAcSjukSRI0eRXovH8tLUjS5Mhjft
tfbYGK33Trm3iyd+9SHE06SM83xKw3w4SYcO9WTsP3esAbpCOwPnpEgOJziRoxIZnQ8Omn47xUeu
spvJqOPWbEp7Qnx9CDjfAGzz8actqgtutCLOXUycTFznOooAj0Ih5CR0OdrNy++x2QTp52Mhs0W/
U3gJ0Txu7ow8JVRCFZpR4iKcQzZwjJ5noaF6bGjK6E3LvWarRbTmkcX9BkRFBZQMIH52/vOrG5YN
cdenbTRgRGgWrYV6ij/HIMoo5n9x766kEHs3aIKXKFyJvYtbcev1or8phCCwc6nRXh7voHgfwUGV
FUnQWEQFwK0RstSWzaqwwRbKndnZGIO+5h3eYR3vzNgYgX6BttjDHzNasWtgG8dD7vjbt3g12tpH
a/urwmptzunt7Cf4lBSjblf4d2e9hPZM/vb4WxeySbffShy3IA6CKBewABEf6Dk4GjhZH7ydXzzH
PK+rpev5x2ZHo/C6a8j6ve1XW0TEFV4ZCaEMZqITU+xC9iP3XjphpWYHCYz96VPBwco8Xuji+V8J
JGKMPFY5ELMlw0npwhHv8qGy8rarVrIaShSX8XtF7q6QAug6uChk3FNicRWfNakfVsMpt/p1Y/NO
9sSZzB/5ZT7d7Cffynbm1O7jBS7e2yuhxAI7ZpDR7pvBfjK9t4k8ITSKKhe3VR1IepALvh7HaBp/
LHTJ10PV/1kq8aBK86xWswBL5fvcGlypwfyH4VC5fW5XGZ5xFu/pXW8xKc1qLJ/n/wgmC0VcO0iS
J8BKs1Jz4DGlZcwtlekpxvBfXI9/xJDOANiWpG2K4aRqT2P+FGuq0bHr0NN55dt/77JAV7gXhhYY
8PPP3mkQhtPI6FgE8l8jbmXq8THX+hAbsq6faobSiHoTOnwZmjDGK2mYjMazWxZBQuabwA+bIvdU
Z+9a/VkqK+bTZ374YSPmjCGLtGh9KaoE/vWfjyPUm6uYLosFXKXUs/zIqdvnJjqpojn2q9RSWkON
7dyU4k3UqnqDOTbafwwFgMm6kk9oOhNqWd8wOPoi89GDlObbWLGaojKUgsbQNu/z/TkA5gtUGwqf
v5b+yjcxQtZ1YgWv4YkXfnTl9l1mEj1wHt+if3Hc/4ghXKAn+xkY2moYYcYWxTf02+BB8tKkh1rC
pILIlBDyAH0+qGYCXZOgEKoI6Dfij1Rx2fwwMBhUFG64uDP4kKPccdoeEN4sZMRS5btmOHV4RYhx
YGSeLTH5czvQEmrLhhPTXP7/dhNqP4C/p+PYFl4hzu0o3Mbaviyj90J70iI384vNxL4L0zFl11Hj
em1rRky9ZtRtqTH/i0WLoO2WACpkZYUcIRmqQTNI+QjzopTDpxh2sxxxMIdC5rZdmmKS3mMdmJWW
1LRrgXNMcaVpdaOJUVDiderva/lJYBs9xuzy0A7zdconFGFLvgIgWfQw4dXN3fXyqRgSyQ+5hxv8
6edfdbBie1VvS8Xpvx6vakkQnp/z4x7gaEUkDtRjpF7li348DWVpIo2gN0x7RhHOnfLwoIo0a32f
kMU8IhUTN1CAFwFFJSzDGCeN6HXCeJpyxYnbcz+kdjp1htquBW2jFdxaCH+0rLYer3LJF12LJZyg
zzUC+ISU8RTyz0q9DstLHNuPRSypx5UIclDrJA2o9jPyeOrqS98dqgqw98AOE1FX41MV07zr0rkB
QsoBPTDXTyTizjOhV4KbmxlPTQAYcYxnn/LMt67at25Q0Spb98JkoJYRK3MIlnmFxC6izWeIgoBF
ogSZkMru+E/hI+d1Jab4jXtDdiuHvGIqmA5DH3IYtOUqH5NyKXJjPD4+qPvXzK0QwpQ3XSIlY8Qj
9hf50uBFj10z+chS1GEBcA0xmHTGKsDczgwbt+ZCi7mR7SIBj9QBRQ71C9HPAGT5YE2M6dc6M3Wr
/MKH38z4mkobZfwekUEoAsaUfHQHiZEbNH+C8K/ozU1+mVq4vLjic9OHp+nb3ihp23Kvv7ffS+x9
3oehpPQTLE7+NE7PjVubnaznvCn7/3HG8lYScQCpL/V1X0JSpawCdRVLpRX7byhBGmzE2plMQZgs
pPkgDw4C6XoFGkx2x2JRTBAPGlYWJzuhC9y6sKruZRDQ19G3LxnrZKrd16zeg3pVQ7++yBq+j0SL
5zTsqu0MLvuMss9A6PUU7UoBpTR9b5vQs4s0IHp4MHFJ+w3gr/xK36mqPNT8eGpHzrPUqgSLT4Gm
2i6O/j7W/IUi4GwtMBZu7hJCizhhBoWcU2sFVIAnsYKLHgxusP3cUsYXTTpOslWUh04O9Jh5qXzJ
wMQcKX8umGc0nMrhTyRtoiD6k6rfCv8sZu9ye5EFg2l9O28oCrJgBq4/k2wQ8TmM2B49kT91Yszb
nDxZjVKGa01S46dgbELz8bb8YjpvPTv8H4D46Lhk4ZTISQAVvFIaKyJI7dATwYCQDdQvX19fovH1
tH17e3t/f9/vP9fneUIeajWJ8f1Y/sKxQD7yONx8L2DU5/240oAikOVe4ybpFGxTgIZkZ7AluzbS
ne+ETrMRQLkuHFNncuUVZ+UH2WIdFBWSdXRu3cefsvDqVzGBbS75w2SxAMDefkqo+aqcaIkMDoEC
NFdNaXm+lVnMe+1Sc9/3sYAqoGUNb3AebUAAGtzK4oJICatWkU/sOnjHxFYXJfE9xkC5FSWzsAAz
gCS0o6EXUBHRtUk4y5EVIgFj32RgzNA924JN6oKC6V8Rk7cw6wt0DFRA+UIdEyIFbCAuNOI3sutC
aZW+KIDFBH/orno6HTDZCNS2xmhoof5lr+YWff1k6zArx/rJdV3DXVuWo0dYPEbuUPzqwoPw9muI
ix9MfcaweSGfFD208s6sz2BpCE+RaxgleOcTZJPW1Bbhe8N2I5QEJ0KjOW0YsAV4cL4aH+NXmVjC
m7Cd9hkqt68NENYv/stjBV7I7N0KJdIBbBjhCR6U2HdQCX/sDvbhABKjQ2Aw81S5r3nTgZRTBT1f
VXsT+/4CkqVPHtUs91l6avX/eOCbxs0fhOYbvFI0jDUkdK/KEtkfh1pGM0Z73NnVNgnt7Rtva5Yz
AWHM/QUyIP4Z10pBeULMZ0patWvBhFUJgEXiGB6CJ87kjXynvVSdU8Z4/9uNcHm87QtZJqwSNLKg
xQArIEs+IwatLfOQbXDDUrRrdNq5n3RPfhr8nfemhEZ0DDbx+PpY6H1UiqoZOLtmyBX+Jls6lSFi
+nDw1VMxz760zoVDg+0s3ZsbEXPQdGWZs1Abst7zFIzAENca7k5khxZjdPrbm2+ILuhjKL6IKpG4
qRMbt0Lig45tAOlpb2BK6r7axGfuyJu5DQV1sx2tgfjX/BGaImrABaAWiCQKaoK3q5S5cgREoMYq
ASTtNoGhWaXxFZiBOfN4FHpq52AeOKJtdl069a7HtKd5D1LH11n7iCF+bmSC1khyKjAjRCCfjIDk
mb++xX8VDtqeMc3tbTR9o99Iq2THrBq0vHtGsCotEKsxVB6FRc24WhCh+nJapSGjVMo8C8J/PucH
GrD7ju0It3pm6AP6EgTp6P0momUFVc0GzITKqTFFQ9h4T8yxsMHRiJbSyY0/AnNy/XXtcG+1Xenq
Jge+IdAbp3FiHKJ35LEPLKgRvH1P96uzbOI4ZzA42iyRD5upKm+PM1L/i7PrWJIV17ZfRAROmKkE
pM+ylOkJccoc4b3/+reowe1KkkjevZPOjjOoLQlp27XXboPUiAMDCP0BvUz/lDvdGY+yTTlG4TLv
9fYrXEiN4Sh+iZu9EYhL4jENjefGbo8VqtaObiMPRE37T4Z+/3DjTxxYq2PPFmD8l3JnL4V7la+W
Crapoau33mXnALCglpb2a7FrN+3Zs29vdEGfTggahBCIJZDAmLlGYxkYVRj3xrO3CS1lWx/wYR1x
W6y4YGtiZgZMMQoJWVOIgRu47Xf8wQT/Xs7099u7WajmArv0azuz+DQ2ECcUXWc8v6VoAfad6MHb
mY/8pB0nqoSU6jCRSGq+rzZCTn94fj0VE3UXUEWYJnKJl9dTgyufxWQwnutjsdcw8zC2Slu19M3w
FH2S+9vbnC7fXBiYxpG9UAH51OeN7mLoFaBU981npbADlUJDoYjGUzqu0uYseLMTp/l/JM3Ok9eK
n408NJ9NzIlkxOcMM+kVK2qeNLuTmLzi0k0q7HpjGqiXlIm+3Zjd/gp8Y/WYpOZzegyftCfZGv+n
k/uPgHm1v84GafAmAdpJ2EqO8MiPoqOuXPaleIOoCDSAYCImlMhMj2qcm3qrFSbgfuKfYi9/lX/D
x9SWH1d7Spe+D7wEYFF0A0HenL23STy10esOQ7Mx6/cx/NRriix5TDufjn/0lcNbVE6/pc1yHHWk
tQHxGhPpOSqJVC5ohkm3YHI46GcxYuU/SkjlhK5F+AuGb3KF/rPJmSUPG8HwZAlizbv6LnxSv6Tv
Zo1gf0lB/ZYxM65mlutSELUmHFq/pd0fcjbuyr+ZU68xZCxdcQyh/gGgg7JgDjuQAg8dmkkKjsyo
wkiczt3J94OFYbDVUbIBVYzd27piIVEEfCLq3mANAxUUYvFLzRSLbSoYNQSKe9CyAyA5bsmhgf30
URUGPBrE8wkwAApIWXPWHLqPtd6hpUD1YgWzs03rmvcDGDPBV5FR/kB123eUj2qj7V7PspVggFXs
hpviv9YlwEFMxTNgSsDXMu8ZHIwykUYdLIW6ODqevCtKaT/+FerOuX3A1x/UnAb94mwNUJihZnN5
vqVWVFWTg5hRNPM9/NDPYuT6NkmB88vlXlxxpae/dqEhwfxhSshiIEKQcItmbtCgRFog5pH8HAtQ
wlFXplbmkdKWlUZhtzemXr0JpOE1KDIFgT686HkxCgOEm3AYFfIsjGep2Iv5wQh3uUl1jCz2hFfP
+wqCrRmeRMBM+NPY3xOwWcsuvDSmK5v+S+R/mq3uPeUxG10JFWz8fpd/smxrGk9dycTiIeCHoQ9o
4zket5rKqjH7BEj6srLjhDavUUzr1tYKOOYJamBuHx0UvoLQuTKm2CVMKPxK8PcrVzZHbco6SaeI
MvUNzy6qAZNRdKQRw7wR7DgIi60v59wumsFbuTlLksHWAQAh2kUmar/Lm6OSXiEeWIWe0fIibeQ+
AomQIue7qschg1Yl2ehVlD4Qc1gr9C99WjIBAOH2maBpnoNSO6EseIisGOA3wElIVPA8KkZ7kroK
6KFPie802Z4D3R2eRr4PjbvUjFgBouqOidLWF9joU/JhDodxdKqScu1eanym5f/IfBsZttIGmEog
ZC/x36A4JbXHkHZu4neesJbQJmLGQX5L90R9EI1x4uj1Oqc0jgr+7/Ydvvbjf24wOOcwnV4lIDW7
PGNNDQhcCqTjQlG+R/xUAqoZY4hdkfNtXtWDVYKy2IpKBZQppHqoY020oqF44lrSWLLkGYyYntUl
6d9k2qHKs4zVSqKDB0BJFFqYRKUtRpjvbq/7GgAyYe1MINPgz04o75k/qfhyp43ciF3Q/MY7U5aS
syxoOz+OC0wMb1jbgzJf8XrHzPHW4BLnDknCauX4rj0Z4HgJKGcRDE6Z5LlyazOlysNy9J7zMMlo
LWUPIZ6sWnYUE3RpgS8ZafW9r7+scvtcJ18g2kDkjnHTKliO5r6g6mlKIZYid5Ns43Ug8u4kpxU3
XW0FblfvAcck3rcqr9QtruHak1jsWQLbGvC9cw5rLcoUES213A0b07BFAeWizhPBeJy1/qYKQDZT
tFW1HUHiv5d9oXU0X6dNOOaWofiebXZFveZOXsUWKvq2gVEHo7asIps+u8NqW6eBFlbcLSMVmbaw
YpjASRjRTeKUSjY4DSCFVlQXxsbk4sjCsEodEOeGO2PAeJDbN/M6SYDVmLiTsD0g+cIgkssXxUMx
yBvAf1zpyfBZEp2Gv2KF+X5MzDYh4izQknZ2GtiKdyepdsUdQHMytaBichdnn/JRVpiab5PQjtFP
iOrY19BuSLjPiK1LB6JYpvmiu1xlurB2jpN7emk7sXLM7sasB+Q3kOe4XHlCSMuzpMONevE06nPE
u8oxeWj0c6GatKrfsu57OITjJtHWqNF/iHauZCP6RIUK/wXL7qXsQenklo85d2XjDOXhWfxxEACN
o36+b9BJ0W4j9b4mjuhZIIr7Ez+Ij92Lag+9RcKDxMA8IlPlnjwnhtWBY0GYSOvXYNnXjtr0aX8t
cm6QmoLofpFxt4deuROqTa/Yir7nJ4K6YX0n2eoheR3fFL7VHwRo/dIC+x5Z+Uw/haHZUaFpAK9w
ArFO+I3Lo1JSzHRtiMHdqovs7GEoXtLC7vnGy5jmfdfCsc03RfOeYhaKoh794bMULU3a6MAF9YRK
6QY5BpBQhMcC4YiY23FrqcJmHPYkPMexHXr3GQg3SluIto1JpdgmD8oXKqTek/lYh7uyioB5Y6Hw
rWoP6KqmjXRq9mP9rpu054wHu+ApGhoqpns0Kq+8Lm3hjl5sfqb3VSFp1SRQuaudKs0ZhIJW/WPA
T2YLmu8gfC0Kmm6T6LXLGhhtmgfv6X2YbSNijf6R145GXuXeGr40vuPCowpkeLbXwSsFjW1Wd5qH
zrPyEdqGpr3LZRvNXIXKgu5e1xxFpfo/nrrTWzeOdkV6B5ShD3U3HDWQBo6nND/EwJUGtBV2mO6Q
o3CcvaSllet20R/AHKs/5G+8WHF4Fyw4Ck0aAPpw0ZBbIXOPF516XBQ07taRoxUM2PiC78C/2VoA
a8VUDjZGzYZTVm+kyO7A2cJSK+Z7zWDacFKrleUsmaWL5UxO3a/keZyaGe8qj7vDKVFppDtVZHUo
ovsizfyXGlyVqq2KkWXI5Yroa3f88iBm6quJ5X5MVIG7GPyUJOi8LHNmVjolmlOltExBrBinKzKv
Q374xvD+oezR5DKxUF9ut+GjopYl991aPAuwPOHYn3xu0CoHniKlvZLbUTVQ0MLtJTjNrYHn6A87
01ijpL4G6WElyg9+W57ya/OBrkmYy4XaKL6bGaSjMqoYZ9LI/aZodYl1Q5UeKz02njOpu+e1WB9S
k/dWlgw91XxJfsu0xmSDGEeWXEjZVy54a1DvxRWicxLM2bIIshh9djU6z9eDpPIDt/GUbRmElqmX
DFD2St/kleM3rV0JuzRsLT97DIWXuDyapRPpgCt/3LbR1/UWFLun9uSpmwLwLW2myLVcVQYNrYmu
tokAaZJedWc4QVlFKpO9nUy2yBi+R3foQXNvS74GCE2STQiHhQWEkcx8lRZYDLky/djVinNqOiU/
6No2izCBxFW0z1A/gVPJQ7uFeK41uzKm0SDiWy4/93lm+anE4M8AaPrWgdJ8iD1m5MEeolIq1Ewh
X76x4a2/EgBepZdmS1Yvr7ikxqoAvytyZS1R3B5qyAm7qgKKJ5btpAxTpvaZv+LgT19gZuRQ54Mn
gsZVJHHn2QkhBcY3EMvYLQGJOFbZyrudrtqtPz8zI4HclcCp489Lw1kfXrovXdnn59Zga4n9BX8Z
WQj06wCMNHGxzbvu9DLxMgVj7t0hHvc8PKnDXir1k9ccC7cYVbvL3vNh2zL4Fpages+379tCgILY
GeAHzN+ccvvGzK9KMLu18XzPd0tp6q8MMZR8oHHntPEJpPk0KTfiWu/K9X25FDl7XPFgCJ7Umr47
+jmL5IbGioQGrHfQhn0LSDLd3uG0gcsvCcg5qC5VXUS7HiZuXN5ONBj3qE7rgav4XWz5zVhRMROZ
0OkRuy3p51NdiUKk98NZgVTh7CyzouK9pIehm6WHQXvg7ch6Fb1m8jcyOuRP29pxipE64M7tjppx
Z9bOeOphdpqKpvIhWqvgLrijE0kHEr9Q92DznQ9W1es8DGUhDt1aOHU9y3KZJcIjefAcYaR5ukvu
DJQkB1rdK66p3ZdoUs+R5uupnq4czXVdCVlEkNchNQukL/Ims/eUi31SZnkduqX6lefPbflQCfdK
Qtjg2zygmlfvmtAlvaWgVqzuPRPeWbSVG5nKmX37My1dv0lhAH+J2g+MzeWFiLKi7ySxA0wKQydZ
azZg7VfCGrjcbNyGehFbcBLW4pcloSD6BavyBJMH1e+lUBJVPgjIg8iNfcPYqm0l7rrmXarbA1BI
I0K80FzxhBcyIACNTUAIALlFbHX2zIbCCzDwBqc6qp/qsBt0cFcmiDfUiiZPPZzxKrClxjbWYMFL
D44QjIpAMXTKjs3cLLlr8hBBeOjqWjuepPgURQl6XepyXNFdk12ZPzddmlwauFj4nW1QaTpx0A0/
QoLDp6ISQHmtGJkl5Sz/FjF91l/OqgfdLCQkjFy/kqhkYPIr+JC7LzCTCy9i+j4oFNNZq+gYosV+
Be64dGN+i545QxpXTLhDReQaOdHPetoLLIwlQJJyHeEuSFtYHCbJ5r9/G5hTNfUugRIY5uByv6Pv
S6NoVpFbDyEaZp89pbB8hbOwz/Eek7Urem1lkfJHiw4Kv8AJXVFQeFkb+WOGPaJdVXIy9BzQGuM+
9qM0PgpBKdCm0SOLw1fdSk0OZFiIVl0MtQmsWijROW6MqR0BY+80lfalh4NyaAIhAHW6LK/dhElB
XV02lJuQ6EYHFVrkL0+mBhFCnowSPkdyaAjSrmjVo4ZyrjJ0Ne/RmipWm2iNk2zx/uGIwFUxjSFB
Ou1SqpiRQVEHErlmUll8qLZm8SSMLEmfketWSqdBhN4bh0q00PMr8jUvaHqq802jh26qjZoiJgnI
l+Jr0ZPzUc4xICdrg5OQGWihNuL4PlR9N/IC8S4ds3FDDC9hQ969/9d3EfkL1N2A0ARByY+P/uvt
EYVHeZ/XsdsEEbptDwqxusJWMT4j/+e2pB+6odk+L0TNNInQp6YXKVXsyif0XO7e9NipPfu1eQuY
CsRK7KAJc59HTAcRfnIXRnTY8jtttRo9iZkvYxqLAEv5M7lh9vpaL1HGKIgTF+npyspkiQ5jRGP9
vzeAgDP/K2b66r8OtjCyOAm7KHGTMUSX8l4dLV8+jJgGtZbrXIijgGH+V9TcuZUL7ouNAVHKk7wZ
wXD9arxj5ohhCToGniAFFjg9WG6exqeVLzrdzKujhNeDRm4dxAQ/SZFfe/QVIWzLIE9cwM1sJNz/
DG51Cp3v8A4Dw0PLALiks6p77cCR+zjAfqw5XwvGCWDpfxcwezpk0AJgCNPELcUUg5g1M7Z5NKTO
7X0uZFNwwL/EzPwKrmZA7udZgoEumnffdFZBc9k2UpobjiBvq2e53GvpdkXqgm26kDpThppRlUQ1
sTn97qv8BH38poks9a1nyATvSqbsmT18PNwWumArIBNzOCWg8jEfdSZT5DIHh0GduEKEiLIv+AeM
RrrxmmmgXRsIm6aTe6am2RqgdCH1PIXjwNQA0Iacqjl7lqjgcBSKmtiNm8K/C+s+l2CKudowngsS
wFikGI2nKff2wsVoqGkfZyU55llWZwys5cmLz8P2KxLMqv1CvFcNSEW3jQBKDtMofbSPFKDFLiU1
Ly0x1PTxxMkIHpGgrHINxYjO/BQU+MpOH2UgjPQTsO1Ice9/KH3AA6vpwzI6tVXcpyxLNVgEldRp
Z90+/sWnDKjUxII9zdibA93krCWkyIvYRSahFlrLqKjEQY/gPegm644EBWuDYXZn7HcM/b3obL29
gKtZLYjelN8LmIUQwAulYQzaE3cItw0RASFtAo0m0b7iVFFYVFD905Cd3sG8gRylEcevKDkIDah7
6r+l8Oa/4JTj+hF8qAkJqJk8FdoJ1Zb/YZmAOhMUHeHog//pUrt2aHwd8nCM3VH8Dv6I2/Ao+CoN
5NIJGqvtHK2krUERJLGCN6wkb4J3ToDEbplZxqyHcx7tPM9GmTKSWRnt2n5XYiwO5tPomPD2vLLa
pZesonwOjC/QmojMLlfbIEEujL0Uu9mwLbRDU2CoGua2d6gMALCrfDddYNfI7behRNvobcCMVm8f
yD0WRzUUMIudobyYA9M6dLO9DuHjAHhDYpWFQLu1ovuSBkAMhUAe8fwUul2uVfDLoBtCM3ZR1W8t
3mi5VSSDR00cuY1yqkbjOMm2ZSmskQkthDQTUhA4lakhB3Q3l5LjMvOKSFNxSprIt1WvgBxNGcYz
SYp8xTgv+QAoPOqoF4O1HqbzUlSuF5yUYwCFrkgqqJ6awQ7N7AVlnr0YFWvlkkX7AadWBqIPKSCQ
01yKE+BfBg14XFwxQZuTZDphQ+uKefWzNoAX0Q5eo9Ea/DWzdQW7w1v+LXZmHT3DD7ywaBK30KhW
3Ovk1IgHw8EDFaJD3m+GNQLxaxTXJHGyHQCOaQCBzz5hT4pK8v0xcYcWOQggi6hXfcgAq1e0kV9R
DDHufXhDoS0MVlsx3RFhSQHqN8OdPP6Vhr2nrsRaC841VoRquaYDOoMK9eXRi4UkBI0gwDfyzXbf
DYAqSDV5koWKnEC96h+krOBMFJKANUDsroSXS+kBTIQFy42GdBUSE7PCRKR7fkRkjMQUqoJq4Zs+
oLqnbgV9ryibtK83MX8ojcoO6jVFPm1s7ptBKEijpglMmHR+uXFVSoAiaiG5I7QvHioxtcwRIIHQ
jtqElWLGKu21rY/o5ac8cYiG8ZJTLJjbaLMfJRTyfCc274r03AcvRmyJHtP/awIJTMfAdZmyNYi+
kGC4XKMw1CSUEil1ay9mgrLjVQtOjJO5hq9ZqA9BECJuc0pPagCJXAoqikYz8khJ3fhYPgk7jIll
E2UnyFcfP0sqV+y2wl/KCV7Im926bkzbGhMKUxeMnb6j/p2aNh6/x/N9dNToa04V5lbh/8N6L7z4
C7kzQ4M5CpUxhnLqtp+IAyL1kPp/Un1DshyUGcFGLQ3qkRM4usT+qRIOHpaTW3Fk92gdag5Zbmdr
s9YW3t/FiiZN/CtEEEZV8xB2pi6K5FOXACa+iwlufU8l/7vqV8lCFuUBqiYSzNyapm5dyhuGONCr
HPKGHu2T24kRdAe+zace3xzIeiZSlmP6eEjttmBs21HrKzl4FX25fQOueT+nq/1rHbPnl7RoOfZN
3IADaEjArq+gIEwrDKRE72PzvqmsYwpIK8abuE/dx8PDWvp1KRV8IX9mxqu0VQqpmM6dAs7q+aw8
ImrJQjAuZx62D/ZdJ7Ae+MftfS9VOn7LnTMPBUMDlokA+27YQCia7BFks9iz/XGD0aC3hU3fcqbi
LmTNzaraBbHhY4+GfmiliIb1vTe89Px7FRizlCK6EDUzpYkRqdmgYFvKHUYGmsjEoDO4PVQdQlta
qufwnw4QxZO3ltFe1lz/3qN5YYVwDqfCx4sepG2GedYZE0/iizjuo28gc8bIEkC7ktnFk6yt5GsW
fKSLLc90GK5P18UjTldUHjQJULrQ6XsmrzrHizprSmWDpBLAiTmbRtlpgqpxYDqJcJgwj8RJJDQ7
yBhBIGBYnz7VdiKn/CO/iqRhouGY4Rn5yQRFQrNcw9VNV+b6Sv27mJm6Shsp9nsJ3znMT61v94hr
BBYJDtrgY+B2DoklrOXFlm/xvyJnGmsKekEug3NWyFEKnXqIqPoGXLG0SiWy4Nrji/4raaaTZHks
QzPFXXJSC22N4Dy9Y6O3vf0ol+pzoKlERWTilAeUbHaEnRjnUpSrqfviZDS8863qFPS0TijbT2pn
4nPttk+sAwZqxewugHCgdH+Jnh2lKeicx/qkdC2n+UbVDV2jqTNSo92l23Rk7G98yj66HJzHUcWs
2xtfNvq/pM+OV2u6LkprbLz8rOwcs1UJjOozU15Ea282duk8dPQBiXZrjeZ1WUmgRg8cKLI3aLe/
NHqBIviY8ohwJga5M3LVSmZp4FcPMTsgeDSMlwq8inWMxqgdtFQZg0E1XHk4C4gKAyEj+AuAgkWB
fQ6H09W4G1KxTNy+paGxAdimrk7cBnYLz5cN30nkDKElRptR3Zmb6FTelQV4flVHM3bpUfoeExuJ
tPoQBtt0rRFtSZOBfQB5JShSFBVm16ILeSt3kZi4plSjSzRD/qIYUogOczB91GsAxYU4VgWvL96Z
CiY2cQ5rGZBjKjSTIPPbD9sxiVMKbNIDmtQ3ty/cz4SGubLCqeNJQxZgtLOXpgzIVLVanboaehQ/
2pxmwn3CqYny44v07hVU/K7ynlUdzfN9tCt9B8DyMWD1Z99vxNzSQwuWeUysWN1zFH/kffQqH0Ej
K9+DTs+Dsv/LExs2xu8ebi990Z7+Xvrsk3idEtWN38B0axZ4qFjRMS0DIuIklujuEcJdWtBs292t
DYu+5vuAX2ZMl0HH1GboiplVC6JB97gOHehpTD+aEkWNxwpa6z5jKiPg+NzUFCmt4ivYVK4X0qG1
ZWC42Wdc0eoYqLuGrHzGpaD5Ykkzpx0+rO+3PZZUO9ZgA0377ey0+02KhtrP/K+6RQdq4mAc66Zh
8uPt76BM2726Qr+OY3aFMCsBUFpphL3baQ/Rnzf1713wqB+0XXIMWHkAgWFt/2WVxfYJGFbJ7iwx
fscUhn93ZCtY0SJL4bIK/WVOs4PRB/GTnfwVLYggg6qHIslc1R+iYhfqDRj9ak9J3lpQ373UwdT3
ogRDUTJPDtKnZkzEl6E2krdMMWO+Yk+W9AbIIwgo0QngOz8f7tdqBoAICOKpzG1qHxPmqyxlkZp8
VrVIntpS7OntjzHd+dm3QDEfdUAV+Qq0s85cdrPXw4ZUeubqiq7ujEBCfID8haULJmFKYSQ0LuO1
/Mg1eT7gOiDpnyaGAxcFLXRpO+RBiqS8qTNXji2N0BKjETSrzLbKY4kuzY00PKpWcSq1gyJt9ZxG
JXwzY+Wgl6IVTLQD7B2QRFCczVuFlcEfZJI3mStsNekkl7QDP8yxQMP+AJJl1ljirlLt1LDlxhlz
mn/qK6HE0s2DEpV1YN5RzgL0/vIYVJ/Luk+KzP34iMDAkPyTPdescIKP2994AX1pQI6JoQjIfOhX
xiFPZWUUfewUsDeKjVbjc+EXtMZtKpCKVguaaOhgISziSMaUnI2jTV4is2EFCdaOfcFSgZoL6XNQ
L+lEutq0preosKT49iBdzvbu/kmw9gCrUzgpXy8rnY5LOh9EIQDJgNtI02EdL4+4bH0whpAhQ0gK
xwQuwKFMqJYyci48DKDRU/jadM0pW4gu0FOFvhx4ouivnEcXyIAJUiOKmduJOQbOFYNO5UZStznx
wJ+epQPVW4XbAAw9dyb3NmO7isT7IUOZPWw8LnxsuB4Ghl7PjF0rFaGHl481eJ74inKS8JX2QC9Z
qeyhkCSVmW9SOFDg6e+6IKdmBqqwsxcR098UXhtFFgAcKbBafcxHsM81TXg0lQCQbnGI5Nc0V9RX
vceMcSb6VVdRFaMVYDP0TDryLhZNasqd/+LlMnkp06qtnEQXVFdp09ywb1/vJVsGAMU030mWAK2d
c0zGGDJSemaeu5nPQs2WchzvaGXoVchTJhQf8juWI+xlEBzcd5g730hM++jeCkcDihYA6RAUXGD3
vL2qJf8YbVJYD0oacAPVmWadEOkl5gJx11TzjW5j1Dmozc6avul9Vu/5rrM63QNvvT0qKwngn3zT
5bfHkAc0TcI5BzM9yg2Xl75ouGpEfRq41ts/g53uTqNV78CHBLYzHAS9m+bQT1PQfcsAFcQnpewJ
c6ke2N6jnXU8TjRZLYhg3pGrwnTBBwzbeXpK2VOOMQMphnXt93v2tBZPXNs9PJhpbBSKMVj73O6B
0TkpFNPznqXiPe04eo52kX/v9yuOz7W9uxSjXB6N72XEQGnMe25EYvP4XAEJC/ZSlowHJVmbcreQ
kLuUNtM+PCtgeCJI4501sHyngyWn+psfT6cTJvKw3fcnimr9vmf0OP6N7skKQHbhZVzKn3l5EhLC
nTjJt7RNHdCT8zHloJGdVO/vX0VkAjU4VGh4YQ1tVvT8tZq/FD1z8gw5MvRoEq17jpr/laK7iGgr
Mq4dyUsZs3vOec4TqBXvGaD6okH35xox4YLlhAS0A6M6PZULyOwDCl3vYcBnJjwnGEr1jTxmuz+j
XejrhGF1xForRl7nSiZp8IynYjj6E2ZnJhYab5WyEZ7B90D7egdWUDoIZ734qLXXjqw4votfaOpU
hJmaOmpn3ocnl+ooDC2kEdAtVJtEf1GGbE0NXie3THFqkJ86VPA7J4Ubxg4YtFQQwLwf2cnGOBp0
j1ldABSsSFpSIDgXlegT1wACrcuXrRWdoVe9Jzz3qCz1oLerFFpVpwJ987c1+5IK+S1odm5KhXGv
QQ5BID1H7KbQVhWp0oNpT/yM49Vk7Jq4mcaqqkatvNIUpnE30WOHiV4CXjDi60+JgamR7bXDSqC8
9KzgkgIQA38J4MTZSZZKocSjig3GJhgGBLSzI26/fYYLdw8OoDTVKzADAeW4y4+Vx1XdyEHC3Vgr
X8ugPBZoVqB+kNi35Sy8KLRDAauM7SDk+CmS/4qmDD3swnZEf3BaZXuZS3ceid7MNPhQwLpaJK0D
Pt+VZ7WQlZpasP6VOftgvdr7vmKgVfTkgHQytDjFDyZOf+/oZkdhbDEDzjvHiGmfVrzdn9aYmeG/
ED1TV1KJimrdQfTbm8heNPulYwNI8gi1HGdn2ljCx/Ok/5FvKDlND6ql0cZi9QZZwmp7yC3r70pm
duH2Xqxougi/PoAuKGZI6oK7QWButdGzWyIei16ykrJmVbXWo74oDkpmiqqAtJyDHkIpBx9Owrkb
IYkv20FDmGZso/oAIN2KGlgyriAakYBbAXoJRe/Z1mSMl657Fc24zb4wWMVxoApNDdrvwrv6PrWI
xyqP1jEMLEchDoP2PPCRqn+6oqTZO8p/t6/6AuADaMFf65lZD6DwpaIQZO5ajS29nUKVhY5y6v+C
+oAzb8XHnLzX+U37LWz6EL++a89LErWViU7kcVM8tkdROvwhSCSR05CveDEL+DRsTEYPE0EL9jTY
81KW0NdiUkSxP5U1TyOVJHv4+jq8xMhNfXVbZQ3auuS1Xcib5dRDzyetGEBeF+7a+iDpbnTwWwe9
6Zi6FXhb5AeCEQD22Ip9xVLUQxvcSeJbYu7k+tDZIgBswl5PbZ0IVp8eI09f8Xt+Asir0/91IrPY
YvDj0QPZuO+CjLCgpoOiB/hlKNzLL75nZ+kfObRqWtvfz3d3zuNR2MRn9vRgvZ0O2yf1I7jDEFS2
9ewv3ZpGUW6L19tXcflp/Lu+OTd+quj5iLHbviuDRBrI/9cKHZ+YvQ3Mo74PyS7bY54UMhE72Yof
Bu1UPKMJo/9TPwopG9Ar7d/fXtBCwuniCpGZvUFuJAi6Cp+UGKfae5cEDLw0t4qXW11tuiRzsop2
CnJPYmmVwB3mlmLp5ndpnIyW09hbbdldsLFAhCBhjxgdHZRzjnJx0PoiFRMf40KNPbggNuOrfB8w
8a0D65PnYTawuPJil0zhb4kzszSkspnUfua7erlFs/hQObGVDv8gNQ/quv/luFGIUCaacx3pzMsX
2yDD25IBx12ojpIwObHUp/LsA+xo2t05pqml+3dobdDDzWiDdTAemfm8sobJDbt6I5jVCrz9BPX5
Scr/0lDNoJWJmTX45PVm1MBpICr7kP/pOCtk5HfTcIcC+0b2dBqLFSNrJcmF5N4PeBszx+DfwBTN
tBZptTaNU8gfNoQWfzMgsWgGIB5jkbNi9xc1JA4buR60oE0Tzi7Pux19jus0+G4iJA6vXqLRTjwf
qJcHOTiEmgprzwIFDFTvRU65YIk6KFJeVg58yaf7vYiZXzzmpuj3yei7jf4E3g7T2Erh0eipkVnD
Q+Q/DENlSVlgqajK7WSE+Bq6Um+vYaEYCzriiZtGg7mY5iFdHkSUj1I81lgDSqFOEltSTd8Vlp7T
s+u6iROBU9efON1XZyUubn7KJKMdD2DyedNyXxEDXAwaNB7DxCX0IQjM225a2/5D2Ff2sTZdd9FG
wcn5j7zZFw9A61/0BPKavdUfy+f0PrLro77NTprl/ym3ynncC5sz2A9yFoPwvPngYCNf++RLbwwd
RBhYgHgVjV6zd17yspGTuApcoX2KRSt40EtbyqjM97p5TqIj/xL2yhpcfNHL/S11Zv0Cn4R92UKq
rzDn7Z+T/zmNx0T3x2QH3xCZp7uB6eDC1QL7HihUOmCyATu7ZwPN/SV1n4bXw9oIriXtCqw1ISqc
zmls7uXFM/OoNpP/I+26dhxXluQXEaA3r0Unr5ZhS90vRFt67/n1G+yLxUgUVwTuYo4ZnMHpZLms
rMzICAAvLS813fKcV+uYfZO4tdsmczCviZz2QHOHTD5UJ0GCNW7+DSC71IccjfReo3uQtO+2HgHR
h7qDQougMv/N3QnHAs7jAdYJ9obR0PIoy7mA8qykcnSB/3IkwrF6Cjy7ohiV+AJUp1foVPJbZj/Z
JvI1F2IWIq+iwTxU5h7fg7GRV8fsCsj1ogsbL/3RPKMMlmWegxZUpTTFcMHQhwb0vMLMBTb45gcr
HDIxMMAIYL+7H3IL+QAu7DjfqssVxaklaF31zn2R++/n/mr4OSM7gKugTxKQaWjljovpLA/4bylQ
oRVUqdaC7Q8JH75aetucW3gsmh94X3tucWL+QGEN8QsQWgMqSI/9BgPBj6AF0p5V9+WqM+ZUZaY2
552BkQfOC7+z4woGkl2/jjX2B9Q4OUG8RxRNOc9TaE4PaOAlg5oGku2jpcpihAAlD3s8WhmKCxpq
434F9Zbn0zZRTkFiGiwO8O0gIUJ/1/2OYKIoZ4vMj6zXQgdArNQk4oPQuN5khNngTd2TYw1U+UsM
nYE41stXKL2vTovnXzEYGW+X248YvThdAJycusJHgOxF5/sWenOfzy1MzOZAJ4SNgdh06Mm5H2bD
VhLTFGjbZVpc3P3S80CYmx2cmV04MZCBvg6xCsgxoJEwfMZNbJbHdph2CQaS19GrRJeyweT5XL/F
VAR2Z2U0mFpheJcvB4SSsq/rFbexPci1RteQ2XbJletNQIFJMReLPRb/0M50M7bRnVjlfO72qYu+
CzWQIDL+W/QHH4wvzpkp8B5azrayTzgRRLiQR0baA3mIceiRJ54C9Ud0YgJ0X0Fkww+OXfuWQ9CW
rUjqHube4w97BA4RhtDBMtAwgg//fvFqiQ2zRExiy+t8KAqFYPpwTPTYeGoYsDMb5cERj2yNlpAH
U20L6ePYYgpJ82sFXFJGVNSmZ7daRX893/wPuxLGEEQPaUkFTRvKyJUksdQVkgd8UA1n5dSfdV58
P7fwWBQcTAzAB7TgI9c/LlWmTOjXDFMDpwhghYuaUH29MrbqC4bzwq7X1NxmfAhLgXDA8QLEArzK
gKeP1opLM98LQj5F+RsOa1lrFPDgQIOLRDJ7tdEQDD8f4ePTf2RxtGKow4ttQHGphWaf9adDPLNW
PfXHN2rSd7p6qMj3Qg2+tFnw+cTqDUk/XGpgRRl4Me+3ZeLZXuA7XmbhdaO9K2ubAt83cVjtozQV
X/ueqzc8HDsMFGAKGYllgOHw2Li353iJKNttk1m8maDYDeJmwVXR1J3+tDMZ5YfYcmRp9HL3IwVp
RgmWKu87FLVTRZNTN8ftMTecYXpvXLLgU2xcD0YiwndqzC9EhViyrR2e7485M+MrTKQCNrcZECDp
0Ep1fCSiFT0AZ/qbcPY847mxx2BkmDn026HIIMNh/d3qN4NCnCgEOB4Ztr/4Lr8b0btS7KrlR22e
oOtV6/+FuYFqnoZECA9y2tHgREgzlilwlxZwrxJZex9ZYhS8dgFJ18nRRNC/z8Spj3ktDBCW4E9Y
BJJwLPerRtt8WnhOk1uornUErHNpaNAg8NxLyFqhUZY/Q9ct0SQbDNOnkjqGP/1cRPmYdx59w2jn
1F7U4wlY5hYYFipnCw3YNCKlq6opgAKtoD2f5CmPdjvi0RynklTbmdLmVm44i3Adzq3hlBu5/fkj
j0kXrswlYpFbmbfEuSba1pAzQhdvbaAtuBfpnM9t0iHkvovqRvM38phCEQRs4lS5FStbQTTrK8Vi
9/jRIbNXSgHYLJlLBc5um1GM4kupEJQctg2XbBlK6yPATy9onYwM/ytlCV/vk6giEeQyYwADCUMF
KvcGqIwwe2QeoiUMHmBi9GAgaYPIenTnlk0ABCIVFRbjHKNWC8FvIIGM3lbLZuE3h16fq7E/IuZx
C9IDcQRA2Tj7f7m0G5+AGL4D7YhdWG1+BYk6a4UXASnJaICp+zuZSNt43TSkX8kGh0TR8907Ec+g
ORb+CDxZPLpDR2eFpmvODxWlsNLq6oMLRBPrU5QSmZ+xM3FliDQIQaFEh4jmge0HYL9IZpKotHz/
2HMLsAbnW2wkcHG2M9WZP7Kp0fb9490HwBDVGXl87yInklUUcucWrYPtzPgEzkgynJVnnbc+FHPI
x4pF9kUF3yyJTWcfq6p+POU/62tGtIA0MwOfij/wOchF0cBTwuOPzm+fdYpgN2IJSgfVjQzKiDI9
3nhrqf3Fyi5CUpm9sg7KpdAvWAgBIt9OafxO/g2veTDjTB7Tkdhrtx8zOtpO7/l1k8slLlWwRKw/
G70GzJX0Bii6CCoeBNqboMrWJYKeLm09l7qZ8GXQWsQeQKCJXld6FKIwRSrWVNpVVi5SUA9QOPAL
pfzsKIdLZrwDgHTEq3hAGiLAu7+E8ibi7IoazPQ5YRYUC/7OpWcqNSki3QdD8wK6IZJEnF7nGzMD
mBr0DWgZqT/k5uKCbolfVyDCdt+en7VHdg/QNKC/ix20Pod/j64KPOb9SorYFgSIRDzalN6Zda5z
X4EmLUL0sTkm6Bu6VG2yTc9qTaIz3D4EMSK9kGKtCdYAg1dmx2hp8W2DhUkHE7af6Hb/HbD9zEX+
R1R+P4f33zqawygMkoBx6NYq0LyLc1pq76gaDMiBHv2bnn6O1+lOUE+hikji+/lEPfJvjCZqtE2R
ZfTkJOtbPFnfQ3Xb6chZgjFa+xySp+etQt4vHnn7EExGtdTd5WPG/iMSG/bRLo6sHgrpeH6NklKU
wrexnAktwrQmJAEU1SLAD4McvbOO4WgC9Dtt/JoxO0zpeMpvrY5OR8QppcwLSmuV7a4TEJ+FYGZS
FhGaOp/PL/d4Du/HN4rSWKHnea/A+IyIGHvtvVPBa6b3aBUrAb/Q1Q2y1J8sMtiRqag5Acs5eobX
Krw1mctTP/aijOZ6+Nab6w/UPq2YMXYLpvd4w1148K33i2MIUy78UaaW2HDON7rhtQPKBpo+y4r6
eOPfT8boVEIjlINiET7Ayb4ZcBFDJo/fBBUP3uK3wE8H4GfozN36k+cLPf9whMCegxF1+KqbYVOe
k7A0Q2HYhPky3NPL+5L6Kpe+IZL044OTgIa19/aOI6EJfl0K+LTne+ARFTTMO/ickI4cJAvGe1xw
PIXtZaezYL4LyRaCsOdg5ZDjD/9tHpfhyUSvoKCyn/zue/Gr5upcUf6xc2v4AkCTwEgxkNiMeTIo
0IXydhR11uv6ut9660/OyHZ7lKo8ckzXpmnu9FNHVquPYrmzViHkjwD6Pczpow7L+3Dqbr5itPxM
WLKJzYaYB1at8wsIX0hSeTMnburAYTnB8jCoAAMXfr/agB6kEiiWOsvrdbuQ9JBR9Ofr+RhgDbX0
fxZGRzov7ER08wzcYxH4cSArxnE4uIHpMJImQLtA7OYE54TH2PHe5OjkMp3fKmCH7EAI9rrdoliQ
kHV3uF637666P2fbM654DTzRx5Yse7K0lw45c+tlpJqE6LqVMMRyV7jtiPKyOPlkpcc7NMdav7H6
rT2fnCnPynHo8UBLJtpDxxlCnhoKtBEOWwNK60Y4+P17yuteJM8s86Qd8Bfi7QC4LPTN75fZt/ve
j4YzlSIXPqQ+ZQRXtAgARfn7fERTu3YorKOFBkAvcIXdW0ptLq07JejQL600RBDQMCiyDamRAf1/
GRqTyhcN5i4cDqkSvdnsuqRBHXN9bmJy1v6NZUzYixxPkVa831lSAB1IZxPhYcAEFyedq9XNTNoY
YFxXgqPgNu2sim/xwIpxDuOkR8uRu3w+oqnjfrM6DxS80C6kOgmG7AZvKgV1/mSOwX5qLNCkQ4gL
1zl0FN1vgEpm+YQO886qwVPKhACPOjvIjzwfxx8Yeuwcb62MAqFGahs2i2EFqSJIw+Nxct3uaX1v
vKSLmhzb9fFYq2+1/vbBs+SDJhr6M55/wmQsePsJI9cJ7ERt8zk2YKpdwRsFMmHQyRjG/oirygSZ
DHeIyeZDT7TTAjiKUJ1xHVNLifS7gjYeVga+YXSkOxadg3/7v2oBEk9iIgczFBPTK/nPwuDZbyIB
iDaJjt9igEUAzIKric5ryswh9P6PlfxnZewwhIiVihBWPH8RkddtMqAT9ssjKDI969i8fPEEhHEE
YizaDtHeMJfowZjxjzND/eNNuRmq1PgKTcv4iHLwj8qPYIWO8Xy/TJlAEQ9vv/+wKY/OBVO3WSU5
Hc4FureLWDDsTF5myhxefOIljWIhMD0g90ZaA41C96sWBj7PVWzdA+9SglsmAcoWzefaMtgSfcNC
aTpfSR+puphrLpvIbt4ZHlfXBjodUShhmCO5a4ofXrAu3umXrAa/jZlBEPwl+Xw+pVOhBYJEeujW
xKX2F0nerBrN5H7JJUVvRQAxdbHOAxTgV0e8k98DfyZ7M0zb2OHADnr50YJK45F8P61xl8VZ0bC9
JYP/rwpPFZNqKUfoK+UfFC5dRdlcz87kY+/W5Ggl/TJOkqjgejz21h0oXAEXgur5O6edDcciUQWK
ScLNYYb+tvrDQFEbEpGhQE/DOBfQsHEA4Wq5t/rAUEIja2kCzk0t4i4e+AzpTVVBzmkOpTVRf2AQ
MvyzOlzFN0vpVJCTVzK7t2owE4kkrnWAiCVeratfRlWiF++FAQVAdLXZxfM9NLmuN4ZHbjQP64xm
UxhmlRdvxbAkDN7o5M3lzHwFwsnnxqYC09tRjjZRItmgPYwHY86hoRwi/KSJGbaHOWwJNwTVj4s4
KMMOEjLCuNoRoLHWiTiht7bbQl0byCIt6nNmUbqJLkbVM2jNYtSvztA/DhFcRLVIzV9fr9aHmUtq
csBg2xj093BQx721TGZzXqMovYVMPScb5YJz1VidraxMLuKNmfG8FknFKx3MxOAF2ncZaeAIYqKo
svJasnNHZPKJDJ5IepC6Ry5GGq7mm81aVIwHZJlLWwxZLin96Ojn/ec7hEvf95/L5XEJchXDoWZx
yY83vgQwG0pmyNGhjCqPXlJZVcVVBdpZi+5ZixJSVeDmvNyjMB82INLtKL6jHjioEN0PLYFKU5ZX
fmMhosFNLKrKJ7PGTUzi/fInXnxdIBAO/NygnHhaWDZxFx8r0LQdJM25PD8rE/mX+08ZzTIQBqkU
OkFjvXKE24P8gzAGHnCAEEUmkNJLemle3tAjtyv2p0M2h1N9xDGNZmK4z28WWaakKO4CmJeta/eL
3n91zxCQoIMukxzFzdeF34vkbbcDdzZx339RrX8+/unV/rcSI4/YB3whBiVWIu0uUbnPpJla+cQu
vp/fkecrwR8mOTwGmGq5VhtXg1f7ofuqdMiLDnWw5WalLhbfsq7MuNwJZ39veXRc5YpupDwJGwSW
BainaLxINcXRIsjDhiBykUDxH5ous8+FlzBeR+lst/Gje7z/gNHN2pcy3TcB5pYj12D3jmKMq525
xXJJeM3UaWOVrk7wiHNR5kRsdmf3Icx0+zZgBrvrGqEZeL5C4/xz9C+6TVaqqy+olwWaZZ/vo4nk
/r3R0VMpoiQ/YhMYbVShIlqrvW8/69M5OJyT1XJpCvolRPI6JrTxhuCQVMxQggfz4lxkOnEp3X/I
6MHUCU2ceH++JdOH49zo7+/lWSHQ+cXLSVTPvnY04zWJNps3KHnu4MMJ0Ad4O5nfM1tw7nT/bdGb
080qVZYkMTY/tXi9gu8iQ2wlqsbS1sq1qx1/JH2jS+jyh+6ZtToo2mHmdM9+wHD8bz6gausuilys
CrstNTCRIbrD/YFJ8MiyJWa6eIE8wEXXV5iBcHtwzZkX9OPNfL8YI/fWdbIQ1RTsu2gvtJu1nFoM
qE3sWPWzmXfkI+fcvSv96x2/GasvK1WrDK400yOU9La8vl/q7PJFZ1Y7lcVFos1t+tnpHTk38NWn
FdRSGguoBMFgtKV7ckg9xAV4Vx4Bd9psIg2Oe4WO/ss3tDvF41xf/0Qa+X6KR25OCmzK89jhtIPU
YD0AFYBWoFf5BgsdrOFr14OaxsvlUmkyKCR0riODni100fcpAUQdS79YzCz7H4PWfWR4/1Ej1xfE
Uebk9fBR20bfI9eIux3pz6P5ReD4vBf4fAe7fY4M9O/Z8MTu3x652QO94lJRMNgFf+I2Ilq52RoS
em1t7XhsjxtCHbAVgLLDu3TmqM3s9D+nfGPZBrOOHdCwzIGpHfkqo0uTtVdC0CfojaRm9ef+dgI2
cTfDY7hbnheJG6Wwl2vX7GPLbRAPErMxUKJ7wRBPjqHNLOrEm+3e5DhqAwUpFYQwmWr21jYFw1vZ
C35vr7s5v/mYxbi3NHJbYfS/N9jQq7Xd1hsQGe/3sRapDrE35gtSbrFIdpx+wjZaz2kBzS3lyGmV
SlskynCixMgsC9NGx32Uq2G/pIK522qiDHU/0lH8Fch2muYKbHWm5nvkiisqIwbKTxjo8vgiqV/y
6S2BH9Os3wPoDdYz25Yb3MPDiQEjNgfZIVEA5dj9DSF3YeH7MaIkfru+VkhtZqpxDLZH+ew1quki
o3NYuka55o6oWkD4EpTBanwYLquF3A+YvVkg5wRkBHNy80mj1c8cT85LH5/UHXjogKlbuHKylHrg
R23ji+yQojupeAvMTMXkst+YHS07WgOjLOKwFKCn0kQ1ld8iL1XtzISU2/PD+4eiejbpo1VPINsX
1gruDYF0hxqyLiiTIPhn1c8YXaBYevzNrM85dsESp3q3YzUUf6GdgzoRa+SvmwsHGC8NsqCa/OQl
ObLLS2W8+TthpYMkSDugTYDdUhuxm5ukYe6fffnoxmNDl215PmogHMvuqoC2KIabq89Pv8mwFQdA
O1RoxhWRzI4zT5GHsAkZKWmIWJCNsnH6Jb3fAZGGrg4dPSyLGMWztfO5yGbbxx73AoT8aEWUICCI
PqtxfanP2KKGqCNKJXSo+WW5rGwqV2k72kGDicS0FGrPtwQzxMf3E3tncVxoyuKaaXw37iyNYknw
4/uqDw3zA6VhM86YevSu96ZGoXoHnqoAgqAdQnXaFPbrtayut+DCQsziatnMqRq28sO4UJeFhxny
X2OEHVMnZV63GBfox72MoN9VmzlNE+hJjAfOa4CJKqAxHOW8vQLdfl2PQizoNYam+/d3ZwFagp5c
ur1ckZ166OfUoCZ8FJDzg1YbuF0hszuuPymo2bV+6fSYw0pvABj73B/7hagVBnC+yZKolq835NdX
5+K9iVsYaHoejRGgCULbwriP2Q7woqAqobP8atU1eiqJoCbaFSUgXeB9lcovEDaQOJ1LKj7eE/dm
R2FmzbIu62Uwi8ypjp9OIcjc+FAfWj7fnY9cCsK9oVHo6Ge5VLvoVrdekWSLtT3yIcH6DJ489Pwp
60L9LMy9pxcqg2xjCF7p/XKjs+uVp1mgGzatxBAXtbla1eYuM06lir9WiXGiCU069N7OAVmmtjco
jpAuG7qMQT5yf32KJfSHUsHtoV58itdZZimeETTuzBafeGhgUm7MDG75Jrpk+CJT8gbbjV1Vhwwi
R+ZXSExd3w2Fqt9TqKuL0licFh+BFprPF2TKFSIfCFfMQwoM+/3eNJulURpxcW85tqOWyt7mgEfz
1xQXoR1SnjE28XCAagMLNXCIgIEkURi93hXbRxUyQV0g3lDrFCR52AIUHg9HSf1Eje4iYxVtQm2R
PcnNOSzUsLXGvurW+GgxWbvI8ypEgtcJF+JrKiLYkZDlZX8LuK08QwBSzhJPTPn9W5ujlYU4s1I7
EQbMbFq08KYLSVI9CvzHOUc6VEMvmXR4vqBTHgQNSNCiGUjN8BQZBTpME4c1FzK1JV3g8kFpnBgZ
r/HKtrbsaIk7/bm9iVm9MzcKdqo8ojKnpWuLX/kaeuLAuclEKlW8OK5plzOsGhO79c7Y8Oc3B4UP
e6EMC4yNVyXK6GIty6/ZvnRm6nSTc4jIYEDyomSLxuR7O0pdir6clI3V0lDpFIVgKzeQZnDtTtCr
LKeWjR8xhAeDdVS5iinwHTV3jQ87Y7RbcVCgmAB+tQFRO7rGgVAVocSk1JbXQszOFNKByZJaRRf2
mHxmn1xDos/nKylORA53JkejjjyRSWsbJnnaTPO36pNiPnlPTb01HRMm07yAeMzSbd9oLHOrCek2
iw8peGxjs1W2of0adfsScEoBnLc/gVKC73Ult2rbbRP7yOP/hnYj9M1oLJ5w6N5BXSC2httrEYSK
MtWTzTA2q5Q0p37FoSpZfvtgzV3FtJqVFzf8EoWvuDmKlco1S6GAWr0NaRu9lZbeKvNrcJyUKohd
xW7zfFoeWQkFUA2wcFZoakJvnzDyG3VboUaSo2TCp+v+VDAqZVT8PuiGlqrEXVUtiJx1TgY3+0uM
FuwLhDiff8HE5Xz3ASMngsRDF3Kxh7RHo/EdiX479xcl6qg2K3Fm50/0F2CwPDrx0RyCoOtvj9yc
MI5OS7bEZWSxmSGQdFNr6YbTDH9fG7kRm+FyLbuqa/TryLKNHjK2W061jQhP2JP03qo5BJ3NHTVz
b0zFgHdfNXIyYdpSNdPhq0BveRVssgVsdoDPUvqVAlFf4a0r11RTa8aXTrgbcOpAzw905dBx/svS
3ExGJKYi6ITD1op7EVuUVuMKwRFSyhna9vzr81WeOPAcxOUBmZXR+w4Zg3ufgwKsHCZN1lpSSXmv
NV6nhBdbe2Y3T5QPZI6BIjU4awH+Brjj3oygJC5ry4DpS2EyaGUaoa0prauBqimtSS5ZPcqrqNJD
RayJNA9q4F2jho2k8t1JzFdFAe66nFqkrs5wxvMZmDpp6KtTAEbCWUOHy8gB+bLDdEEvtZaPLqjW
yKMNL6TkkLk/LLgwUKwEozDe0oVmU2qWmQ49c9AmnqaQQ7z5gPFRj3wPDhnQ8egVDF/Ge6NfNecz
IIffBSorC/C6QkmOfatpEnVr/Je5HNzESQcLwACYBhYLTE6j+43Nauiz53hO5cCuI1tkN9o2WBj7
ntB7cd9svJdi6a8Wz6d9AoSGUd9YHW2JsunB58QCuLQujRCICRLsMsIZe+N8jMyfkmwaY/MlqYC1
NstVu7XUmQ+Yeh3ffcDoUYC5QHjKD69j3AOMAUqfWms/WAcQrdPMvTo1wyh8QysdsDeI9Y2u1S6h
KdHpaESg6D8TUKhoX+P+3EeLTllK8txhm7hRIckOxRa8HtAfNX4eiwgV4qJlesuNVO5afQSAUSD5
9kJE7ety2dU62mNBnfhzygOMdG5a56wPf37jviSXyuRGgvUy24KDE36TQ+MPUSBh1XEgm9crELsE
C8lV2bOb7Vz9+b6aKNGCmQmwbUjWSINA4+jeCoNADNKyA7RKMrKtyxDZ+QUQYO3iJRvaG0fY9/XC
KUlHz1ieWOQ7w+OB540EvqYW7yl/wTIrRySsvJH4miSs6iYzr7eJNyI6aaA1AlCqAB3I0d2kZGlF
yTmeFSW3qT955Tdvz8qc1PgEHB0voyEtIEtQxIX43f1aZnghMqWC24Ejr53a6MLV/xZ/2w1jgO1e
FYyMvPdGrdFqv5HN5oMxtmcT0IZeTT9wS2ebWt+8oc1hpZubjf7RLRmdh2zT8tKrm7fV6vcw48mm
VoCXQMYPuWcwB401zaS4phs/YTsrTA+gq1QyTQnQaVNCcAZB8/N9NlEWgpTIjbHRPsvR1EpLHoyt
t3vxI9RAt24R6VguvkxTR1c0CCQpcK6zl2bWYU+8fu5Mj3ZarXAVIJhMZ7FmhrDII5/G+vt1O6gA
hq+KufqglsKMB5vylnc2RxuuKdLYLgXYjEj2KpGrv9wyu/TVn3EfU491HghsyL6DMglApZGdkC8L
qq8xrQkSYLGWqCLeHKCUppd4wBaIv2yj1OVrpGV7aim9fAtn0F6c5+R8JkphWN2bzxjdibXt253b
4DNAGM+Ax3dXYnLZVX/V+T1l1Z/otWzRvAfO1+WJQT+hMLO9ht0zeogBgo5fIlosQDcwWmLeLhLM
Ak5el/wU/q6Qj8+37x+Y9tEAHhcsurMfEai936OY2hatBTjHe73ktH7Dv8orYPdFwAlCDeUCM9eD
ZZZrkmmdUBpRtN9BJADkatRLjQbGEupBHVInc6d4euj/vmx0L+MJnNFRW7aWJ9HFOnAEeSfI4en5
+If5ezL8P2z3zS1VNkrJMWkOIzb7xrJO9ZrFiC7RtRRvn1uaHA7a3QB1HyShx7lVp0PjQpVhol3f
PWUyeu25uQt/zsTgF28GwwmFUPt21VqvVadGEIDAku5T4w8TtImWaD8UOfVtdUKN+vnYJk+rcDO4
8VqxLdUzf5av7GprcOgzS8yjZyJw1zJNf2OxPxa/yjJEVWUusza5hP9sj9PlYszJdVbVrVWLwqKB
dqXySYu9/nyEU/fszQClUeRGl1QLfiJsRif5KW1Nai+MZ/hupP0XZtBygiQ8dsqDklxbgMCn5trW
SlNHlctPhzPq9FTg6f3cztRjB/HCP0OjrRL1AXhU2K61ZKbQoxjd2oKdE+yghMRo3HYBHA48JNN8
9pfzJTUF815dozxlC7yRSe3SYflXpY1mdvBg9eE03nzVaBtxAsDwCo2l7FHEPLOFHBhumAMoWQJ/
4rpZcOhq/jOnZG4GSjjx1sZ0oOqBHkL0bQrDybo5ORGkQWyBQld0kZaHhvX0LDt0/asQs2toeM/E
bBOweFR30GrA4gWM9tBxIrqNKbz6M+Rl7QJgGU8TcxIrQIyTAiJ6/TdforVvFV5KMLmArqP9FSO1
58B8OJPPnLzLB2KMoX6GO3Z8cgShViBcAxRw9hs5V5vhtZDTk3rrcx8Sb/gtRHSgqtMr15nNN4SL
42UeSMyGoprMo353P9uuy9a0XTs0wB60miBNvKV2KYle7Is7k0OZyqWCxhJ5M6jYokg4poiIu7Z2
YjbqLY25MCA1+TQrFLtjUlyqGR84EYzhBoUQD4qEAuLkUcDCBWKf2zFqGf6yrNRWK4CAazsSHude
NiCOfpw/oKfR8SqAhYFHov1+/qqg4MsgRdCvQLFkq7S9LepFiWSwAXpjRiZhVrKumvU23xohK1Gf
Wcvb1y5pa8qk5bgViTM8DEng4kioCecKoJGtRSr5aTm3DM5VDGFD9EjIvENoB+B3NeGhMX+URKcA
6CjPkIfwwiQNN3IpeaIupryS6EmE7O13EAY2bUBNjpKRYJUTT5V5ge60nK/peN+6kTBIjqFjWR9a
SmMjroBkJSxXgnRBgSgER5yg6zytbRxfXDZ9oxy4qA65fSIlbbjmu4R1trnr5ZQmupTNkYhhU9rs
E9RR1iBWYP19FJdCfpUSqU5eat/LlWVbAi1p5kXIpbjaRQ8Y0b4JeUNpQ46BLHnX5Ss2Eu2hhsDa
4pZl6AzNKY3NMUYcFs4ZPtBtT1HnhcXWFQRXUvOBEZrkQgbC2ST3fLzyFB6k54rIe+VLEDWpb/RA
jFVmlChyrvF92qE1o4ugfufZVAAmHjakK12wWc5dMLnceqB1yujASviwjr8EIQKSnbg9smSfEZuy
0DIL7IRyd6gP8OlBjBqFX0gtiPkPUla56Cnrco4ibMlmiR4WUthh6vPW61W5iZLoPQZjlah7SBgU
X6XMOvkXX1SRA/aqvqDiRZXwSrNyKErwX8Fo4/q6iy7Y8JwEPhtkJC/QSQdFg8gXd3UtCZ4F+QUH
bWyoAaGJXgnaFPWevFaQlHecShpkucWYOTpJU/VaiN9nJcmECv9MlRiq4Qo0fPUmdWpnXeRIjPyG
DuOFzaqoQ8HdUVUlCm/4MSngEZHU1O8lV5Yl5Oti5Rz2YdeRFmKGrJ5VUZhodgZCZp3FTOOLFF9q
d2VOua5edT4rmk4Sev6mYhUXOmEsbwfCBgkaylvbuU3HWypEQsyEA5HxQ9FhvuZ6vqJIVNdJq3de
Ejs6ndhFFqlFngiBKmfoBwb9VRF3+dmBuiHnQzlFaeJTmqZSv4mlDIIjIduGlMpTaI9acHHAcroo
YZIYkiJZ0Wj4ltJZltBXjcHWHceMXlE5F62zhI4xeW5TClBLRVTDoPWtDOSWoFlSoUhdNFG2jKKG
yV7AQBBKgPd2WdctbI8q6JMgt4DM9IqYy+9OI0n+Z5/kqWA6HSUWKHyIXq3Xdqh0Kst6tWswohNw
WCqu5Xe9CJYknI0qWzFuJ4K0ImUr2gyLPIzB2JIxyhcVRxBEoJ3KEbQeem8/ClI8rgEVS8fdu3nq
Ujsmj5lADyMnK3VK9trEYDyWTnNS01TYaw6aUeTfJo4pHXQt/aUFtY8D1aOm/Xl+yUx0ZUKNd6AZ
QRsvC38yyqaGmRclbYlOJSR6KmLburwC0i88hZt60V+pzCxe5aWoMetIVsVtAQ0Ns201CcUlx5SL
VYkO81R/dQ086fzD3GUxEegAsAKyHojGSTIjDH9+E284SQuYj1fTlp2JudrUGbLLTAB+CkwhYVsb
Opg9qP+8lspmAtmpagYEIsH3KoArErTi7L1ppc+CuGEaGu8Qwh56+dgW6C/uPqVVHpgKY3i82v62
ZpOqSMWXO+/sejNxx9T1NQjlIWkFhukHDiGezfIgwKPOCoWw0fo66giboS03teu5bnFm4kkEiRhU
NBABCCxagu5HSwtwjYBc0n/PW6SpAEN8L64pWaXm8/02gbYchFz/WRpGfbOkRQUWUI6OaCRGatDY
gOqCDL+r9FZzFqIJAUYVtUSCcpZXkxWAZoIJLozq3Gm/z79kcoVvv2QUiXihFIulgC9BDn/4iC2a
vMwXdD0V2mblo3ttJt02lSS5G/ooSZKWOOwx9x+DA1uyVtcEebBhfLXuqKoK/cOZvMijDAJW9HaQ
oxPkFw7LORUWFvCyz09lZ64cTQVZ5mySbfATo2D1ztDoTeI1UlW1cMvoeDG0fp0a/FKNtHqrzYWq
U1sVdT6FxbkEz8W441Hwo1SugV21EuJ46rub6/mlPwaoU9tk6NCqtG9/xklOuSGRAVCDR4kFZY7R
woW+nbB50dKWIVAq8z+kXddu49qW/CICzOF1MytYkmXasl8IhzZzzvz6KRq4tyWaI2J6Tr8cdANa
3HmFWlWP1KhuTuyaqtmakdlKiXD2hSKGkdiGAOJOwalQUdJXtJVtvxDDgXDn72BmCxVLVNWzDO5U
CJFkL/ErJI6fQ+XkH4AMBB3FFoIceFnjUK9l3ZcIv3YKljaKKOG1QTpeQd12dgF0mYIHfOgYB80w
tUsiSGuCciw25MuDo0Zr7QhLu0VGchRkoAgAhDlJuVgUsty5/OBQGWNn1ZZJaOP+hC5lttGG/9fE
bECFJCbCSHGDM57dCCxh728G+gftcgt630cIuRBlDyG3lDygOHmCE/i1Yn96ieYn79r+7B7LIkqG
qBuGKDtCib4b7e0p0DNT1gIz6jZTwxcuF4vC3eLqwtdaq9vaBM/OBs30XRLLwArmcf8gi5nVUIjW
7w9xGsG9Ec6ORpXjWHalhAS+Z4BPFnJStpwXRuUWT/9gCCUiERSFaGKeC9QKpS/wIxcCCeZP5W2l
/s5Gg+ft+1a4pRVDYI9MNRAcUzv87RsYxEGfZLILfCVH8A4wl0G9lBftApwlGIsSlUHnUvcaqLqe
EwjMDtuzUx3VtSt72pfzWb3+itnKFZGUhGVIgfQmP/nCnhK33Rp1z9LCXZuYLVwcMMDzg0McYKWM
RNIAVNBAygbcgtxasmjKLP4aDapuQCGD8BpgkNs5rQOOzaDvO+UVhEtiMVtg8sOPxAaVaAyw5sfK
Ei7kZqAy8l9zv3JCRSf70HIFyQdCKWC3Ac7oNfR52pmKbO4OHCa68+oeXj7hsEHx5nxqyKqc09o3
zJKtXRJ4CT/6qKAO+0ICcVF+omXNQ02iQ2+nUL0HjU5Fq2rlSw8Iwl8aWSIIIgCecjvT/NhGyNtl
oxPUuGdCZduGDk6kFDhANRJF2PfpWys/FdEHEPyk8IPvvs81xf0TJFCGUL7vr8Ri6uqHK5cD5zMg
srPDVCZjCmj6BI71DKomkLlmTABQZMIImlyY960tbGjgcPFuAWWG0c9plVKFcSkoNdBOKsqJwVHy
syAHRko3oRbSQ2Lct7ZwtyJJBuFb+MvwiucSbVw5pexb0J4MoVBoaR14OpD2r/eNLPn+SGoCcAQI
Pcgdf9qTrjxyrm7kkPZBeBJToKRCAa/JH5gG01cDziM8CSNat2uCUk2txx5I+JRSy2RZE1cZbZay
7ShhwrHDQw3x3XkXAYCyXhQxSPgmD+KzN6FMmo1UbjMjHG0wEKBPmOpUZReVZFgDAS+VZiYqHdwe
qOCLKPHd7mopjmMxLBraab33nj1n8UtQ83gBCD++JwH00rqjX0UbP+LPddDaIeWaxcTMfGkAbUtq
VQ6sAv0x9XvhZ5rgfQsj8EBr/bULDwccUGDCOAapUzR03H7kOIoxG/HATPD7/QXQzLctPI7+szcQ
CcfwgjPwgz4A/AT1cvR2Pq9slIX75tr6PJ86eJDvQzZndPpq0zx2EkmkF5oyeu4UVGixLddUJxeI
hiDtgiURkJtGfuJXVjqT27ZlRBQAejJIodp7iu4Grj5EDzRyPLy/BypwQz8lrM4CC78y3IX3EQwc
wIog1pjInGYXSyjSQePX1MSvVOmX3tCywYwpHbTNwCm0aATU7xtcami5MTh7kMchHXtZ8GinL4Dq
BLq27tSsxVUWaf1HE41EjtUSyMa8/fQ8M88fKOZAcZqIyFk0O94sAx2JPb5XVG+tFrNw54vo7EEK
Gkzdk+r37caDtAlVUwmo95AOf5NBI/BeRStFrUUTwBDAlwYSCbJhtybK2g2VssUBTAilkNFSnP45
dlameCHIQt7wr5HZmkIxtalFpOvQ9VdqLBhOg01i4skWVc0YjXyX2sLO6EQVGhnYULWJK6A4+xt6
m+4DYy27tby/oQWODjtoFYAt7HbIqKi3rCfltONJ/GfYBDpb2WUX6VT8DWFcsTNC6k8TGNAfIukq
QmUhDhNx37FggUZp7RdkQsrSPuTGgna6niJ9cwkI3dAqLZIoBlx6JEg6ET9ljMwfCZU/x+Hx/los
lfdEHnSk6N5CERXP3O3om3hM5NTHWrjhuREvOZL1ZvMse6rvQ6SBP3MoC/EVDVlOs/Ih5KDVzYED
l9L9z5iuzJnfCCQnglHopNDoIJqu3KvXD45OLgaxSDusSDj6WDyXihbYla/xkD0dVpDb0x7+bQyZ
TI6fyPzmPGaSXI18hwy+w8iA6eMccTwS5CsR9rSH7xmZPRJDUbB92MKIUpm9+AzGeQbvenu5P29L
fhcm7r9jmT+YUVtULE9R2D+DpErKa90+J+HW90+ysI97vYUPxtj3bS5O3+TjcVAPRel/NrKslxgk
x33Ggdie8tB6Kz//I0bya+b+/v58SHVUoI+AzliH8zxxIBXNByealnLW8GgxTkngjelA0jAd35mu
TM4UpBR4gtpMWmghMgSoPijI3xPeg7S30Q15rIeCC6LPTkFmR0+bSNn14LHDCxYy8I3dukGsPEKp
VSC0XEArO3fBNqknHRV99UncvPmoxXekL0e8CEhWjh6R+0R+r4dhBNzLG6KQBFXHpCYjtF2t5ghf
waVPIcWipnkiHOgWvomecDH/nDGpzGsDSGNBqi0EdWbmw+gboTiCqtcVCupSdmXfG/eXbHmbXM3p
7I6r2ixRUHJFuqeukNiSLHA6Id85qoMP8YP7xpZSMUhf/3eD/ATeV4eZ7rihoNqQccodoxkVxCRi
ezQCS/5jsGp9GB8hvPww7GTQovnb5ilEZ8TKFyz5SNdfMN26V1/Q0Dx6e4tpi9JHmYLCLkpRB4Hb
FbGej0dU3/rcklNZi0uDLi68qGitmGq8exp8I6rBqSAflXitm3vp1bv+qCnOuPooPxNQ7BRxI8SV
jouHHtXYfWFXEUZLL/i1mdkLPlQ1irc5zICrPOR2kq+3iskhh5lUKyd10VsHbJWfWm5ABzePw5Rx
UhJmsNACESCmhXrBFu0Y0CZIcKGGgNLSO97yCWvFm/DUfUDwtZhqGavp9YWsAzbc3++YzWyU+2mG
lnTGSVqtPtZQrNzKu3QkOmrKL/e31lIqf0I3onQyEVP+0luk/bhvhixlHBoyrib6I5kW1TBNOXmX
jftZHXJIWZytFaNLEce10dmaumORDIOYMY5vwyurSCpOU1wCjKLJh9YpcyNeE89YfL84qHNIE5D6
F1ab9XwXysE5g3wqu8lSral01l959RdPxJWNme/heXmV5AxsQMqUPompTqdOhrCWDGudaYtvFuR8
8FohXkOj0u3Zw5qlQoUuUEeOTTf+EMQtna14FdOz9+vZkrlJABbO8y8McJ2NHdcjXHSyTC8gW4De
J2+Xi4Q+Cr0drDF4rlmbTd3ge03MZbBWumYPXPvBnRJsEdq885Wc3uJ9cjWuaRGvri16rCOPbWFJ
jrUaLrB/LEK9bT/QcXh/ly/tBsD4JLjDE1Bojjlly8Hza7hNTvAdeeBCrAMg+l4zGiTg4r+8h9e2
ZoPKkHPt0qZknfFAw5lQAkIxnxxat5RMzQ7lJl/L1y1twGuD03pezaLYBII0KDAYobciTC1OuMR/
7s/f0pa4MjFPhsojKCY4FyYaMLfq4+6t3abPMqP5K/mPxYDp2tDMmcg7kKkJHgwJBaiAPFn1x2cX
pPPl+4g1A/94z5+bc+E3pA9E+/4gFz2Za+OzSEHuM6+Ns5R1fAVqXBoWD1LiDOorJ2BT1hRFV4c6
cyRcMCBVLYuhVqUR12oW215+pKpNvguyx5Hu1bg2gsaqViVil/fLxGwBUg3oREz/frVf+IovEjau
WCeBduOU3dFkcH7yVpkf+qfYEFLAxDxdzjWgkERjXIXcLiU9JQ50ItBO/xEAurXPVhnl4owiEVer
ZX1OQRih9aqgc9mGCU1a3FW83fOaclSClcBpqS4Dupm/pmdHhWKHsq4RsDrCpxFZgjHaOJ7lDrpI
4G80IF+fqoUagZDIlk68BS6geMNuWZqw+EOZlMnvRhW4ydq8v/OWHsS/nwUc6u2MhAIENVD2gO4B
xPeQ2EdzwX0DS+cXHSTAUQNrOgFObg14VJH3blcyTofMqpn7WpcTNLJ7T0i6rjjIS/1maDVDs+CU
hUGb1Oz+GzKQA3h8D19UYz5cDayqG9QmT5OY0f99UHg8UPcFa4YozYkf+6GMI69jGAeYpi5qLVfJ
tJ6t9K6NtLIsCOCHoA1ZMbqYTEcrjMCh5kozv3Q+clei2yGXEXyD434ECnHQq6Pw7AK2q0fnbbZd
8+2X0MkiygOQvUc9HbXEafdcndeW49pxAE5wIg8vd/vOjCVSGKqn8Y/3J3TRAUWhGWTBiGVp5P5v
LRV9GQFc7jJQOX7rqD+UZHfel1jZqZ6bZaiyvkbTelmqwWvYbQtm5ZFe2qTX1mfjpPhqUNxssi5u
m8zk3wvvJZLt0jsIyAqvdhkvXEPojENaCF3eyP7OSe77oMI/DQELVrhoVFlooimkGC9cqqOBAwh0
5In0cp9GVvJZFfqZj3Xw3AIIbgk25CN77zv1JgLs1/trsPBVk2gxGmNQDAHyd/YAViNonrKplU1B
FD8WAYjb1wr6Syf0xsbsnWuGpBXZFDaoijc6KjF4it+JldM1Vl/uQ2/fU5pfymqedUZWHJjy//0F
s7cPah9sM0ZAVGQDCl6tWY6I1Cte7+GdMdS2dr1tWwB179ak6nqDVxK7qFbQd4szDYoFsApIPGKR
2XYDD0/VNz09OAPXvvWupFJhuLKYC8TMkKC+sjFzpWUpy6VixEwP5mCGO9/27Up/g8Ad/pg16R+R
XLJ/2Kc354asZYCX6g0wjzImYDE/J+v2PAMYDKnyHtAN6CV9eGjYo1SwLVqRagIy4kxETaARsHzz
tKb8tfCgXRue1/mGGgggUQFipYHgvPggNe9deonFlYLCmpXZWZGzMevaEruoToJEVYrmWCWyNYZI
udENZdw/mP/LZAK2zijAGkGw7XYyc/8/k9motbbfH1KjMgN9JI8Eswn28sYGF9bpa429cmmbIvAD
3g3d95Oi863ZsKeFAUxdQKyIm8h7ZKGrfH9gPxfdLLpETPRfC3PnnuH6sERWC0VZ0g2qvIccL3og
D0/YnJBTflb2yr5Xa/KZqD32LfjjNVbvbdC3o6zy54VQm9oUVEZFdl2lONKt5e+XiBFuvm+2zFRc
C14a4PsA40R+EVm/2AiNzMz27tGdpL70BxDBRUZpJkasI32L3jrKSFU4HfdnauklvvmS2RZI5E4B
oGZEE41n8SpIOd7QkLsfH4bwXzbb9ZrMLkhRKhn0mqMOnGDI1TTpGLJs+1pLAPcCuzf4tOEldluQ
wax4OD/O4L39MO3IK38jwm2SKOKP7benEbbBr0R8OyFwOwgWvSfHz8bI9ZbU1p/dC1i7CDopUzXe
e1q1XcWfLT5XKOAwzFS4B/ng7Ht4vuI41x+nTusSbRhWdpK1rnzguXPCMBrAGY1MInBY2iurvZDp
hcbaX7szbwgSOI1cx7DLmhBQvFR/XIWgxdfS/p92pmvuar7boOM6L4KdiNQGvdGEEcyGHflaMbN0
W0rgLAChoYQ6/pyRrIV+B1uIHQ0zwucB4nkmxPLoUBuf0QYG0Wf3YSXaWjwu1xZnAxvRMcUxHSwW
+TEV0PbCq12MdCKa8dudv1eEB3cNj7YUw8vw6NDowKJfHWXH28mkaF4s+B4g232rIfX3FkCe0FZE
0qBfRV+Z0aUNcm1rFukEyAvLbDQgbGvI/tLJaM6Xxr2mryqGLxD/I9rAiFgZp4CBt3I7KtkfXKXo
GKD3aVltzELaKTiFzCaxTfI4yeUalaF+p3sZlB7macs9PfMPz4qWVbgK11Z1Om7z6wFCNKBRAScb
QEHzYLUax5ThMep9ePFOksps1Nqc5Hu/cfhXNi23kCHEwP8am939nRS7nVdOy7kdjY83460xO1Pe
GNi6j4+K2pJ4e3z6o7/o74X6Upq9E6tWrCuad16PN5fg/TK+hZ7UrWVBmGMkul6OYoVCLaBu+XQ7
RIlWKrGMNR/RdoiejY3ANr6mjH12oClvongZpG2UitlzIKa0LaA0Z4b0KD20WTC1m+WdiRYr6VDh
PxI0nrJygy26LLIM4h702ArwW2Y3GDUGfj5S7pRX0FxTogkPUWFaCy0Nb6Nin7KPb0qDToXdEFld
Q7ssLZ2sAPaACg7QHnMYP+gDZL/LkIGvRn1kPjjmaaAMn+TCsPJgrRmaNuzV/SmHCee7SPY7reS8
8U2uBu0px4Tma5TSi+789ZBm8xmKXIYhIY0ipQRKgfBHGpR+9fLVl4mAJj6IZJLoKG9zlaLIl/W8
ct8snbyJe3eqmYAHdb6cCboKvTiB+bz01FjaC9wfPgR5dxCgv+77hzwZnXZtgYojqfIN4+kRPz7d
/4jFPYX8wNR2C8w92sRvZ7tOczeWo5pxUs+cpA+U95fKMGsozYAq1Xt92GxO0ituHWZNq4lZeMDA
nw7aKGBScR3OPWE5oThpLAEebDYRgWB31enjgPkGn4514o4NWXH3lpYbulAS0i7TpKM993aofSTH
fDDN95ZDr3RPXsrvSTMJig4EpZBUVbRim6qc/WxZ9yd58ulnV6yCJB0CjYn0Du1at4aLHvcPV7IA
oXaGkr4V3mfd7WKI66Bzgws18KCsxADTSO4ZnB0hgU3RMIlEmxN+MtleYkpNlNfAfgvHFIE2Q4Mw
Ew3NuJBuB5Ww4PzKCthI2v3Q6qMajEC8rvAXLGGObqzMticvZlXuB7AyVqq3OQSnyKJ18Nh9sooH
SSDRwptoJd0znesr22UpMzhlEpCiA26axTNxO8BA9PlAaXHbyimEOOSzwuyyRE/QBJqSom+0kipI
/wdU0gOlxpWzJqG4MHRcDuB6mjqn4LXOuRuCnGeSdqxZYEfZk/Q5QTEi3WSkB/riBsQCCqHSXX08
3t+rC5Iwt2Zn6zryPpWCpZV10vIkDp7GpgDV7RVD7qyyJTJY8nPJUDR8QuK/C4808hyCxu/aZyUC
ceyKd/L7jsDHsGhLx/hRSJ8Lq7VeV0WIZVm4f3ZA/O1KIXYhFrn9/dlBQQqd6+IGom2ASxJRsvnA
V5FaVIVxm5ZnXoRUXLVXQq0Y7Gzc1+3aHvt9UG/tzyYbSYi+TabxsQPJXvpjJTy5keYmj5H7Pr5H
4kHqVOkrA8sM8Kv3F3rBtb61PTtauTS0XCFg7HGMDnCjrXJCZcf+paisEjhpna/WSgmTA317LcEi
D4QeKhfAMM7b8hq2HiIBxF4OF9Ux0Jp0m0hEamK05kqdyJ8jl6XPTRW0WtGOo6B2qS9Azb4Epwvh
CxrQwjYRuMHoCznYjkmU56B77vqPaOyG94xOxq9M8opEvz9Rvy+626+ehQUjyBFYRQRCqOR90GSK
FgfcduRvhb5SQzlesbawI9AOM+F2J6znLw4RhqlzOUMbnhMIL3xhy+FT0hj3B/T7OYKQINQRgZWe
mEPmLXZNLHdcOrQTBgbyVlWsDkVlU36kSfkzF2tdnKhZtpYC+e3sIN0F8OpEUo6Gn7lKq6Q0StPw
PEAiURmChyd+71ufWnEdF3wKWGFRUwEzCuj8fuKPK98x7fjEcwOfdcQK8P54U5Uk4PeND3mI2DXa
tghJVY6a3BhBciljs0lOCajzhPBzjb1pofiCT+E4ARSNyEijHeT2+fCqqBGjNmEdd58/gTxPE3Rw
KufbStNlMuopT7gVX26hBA2TE+Ib/XB4NOYpAcqXh4YWUKobThkBlTPEGHmNeejVh0gT/sF/QxYa
rf4Txz4D3p/ZuUDQJElBFwNEAEkBHTDG/It+Z9VEBT8HA2Vh0lxE/OVj9xKa9zfwQuSGaiRmFogj
0LuhAf12boNBpFwKzofjZwR1LFARWq5dbyWw2EGmrtY3fwobsHsHoaN93/TCFXZteS6WhYbfJPbY
nHOYNlKp3KTB3tcBuqmPoJRbY8RZGyc7c0EoduwyisI46e9cKx44zfY2iYo+Y/dQ6jwaD10kEGsz
8kmxVk9bPEpXc/wTOFwdpVoe+cSNYDs/9jVpzFTzthy6OVXa11UKtCxbzK+avPxDyudmcefecg0P
vokkGJZyLXrn1fgg9DtBpZ/gYMRrcvVLryDySpDNQWoQbYjSbCulNZJrstIDodJv+1ZtFfLlCUau
aMBGd/77WK1BYpYu+CuDc85RdmQU6NO3eHYB4AczCwvqFk3cgTxB2HS7d/dlEyMGWYve16zOdhIS
3X1d9LAKbjM6VasGLOf/NDIQkogI5yBwPr/iqY5t6ijkgLdhn2uKtzlm1GqQRwqsU3BEpuyElt+Y
9Ltywd5ksKFFuVZXrTwB03rNfAwBLY6AeOIVZcDIfXs1xH6U5XSQck6n9nb80diegflc852mysAd
K/NFzEHZhFZTWJkU8/i3XmtM5q24ZDbK+GsJ/IW4Fe89AteJQAH8yvMQfajxzMSgA8SQtMQCixqb
qj3Exj67T/nTYYnCEHHL7scDWsl9gwPD+WO6Fu0t3Hs33zA5SVe3QV+NQpQJ+IYI7TeKGgRHbuNC
KPRjlfl3Ie66He7sXQliOpSaabgg6Ba/TM8kL4TbfGdQu63WilELx2JiBed/pnZKx94OiyoHN+wn
W3tB/1rdJcu/jhhOFCeg4g8o+mrSGlb0MoXLOBCPp0+saiQWqCMrjTb07BXbRLv/NC0FMxjMX3PT
51yZKyNJBhB3WiNSGtV3ZwJYjeeQPjS7c2O14T8dAn7CcwM/QwMwe2tPkJkij9KGgwJKSLpNy+ms
vA8/ghPIgQh/bMtHetxV6aoW1+JehIoU2irR1Aza0Vu7DeRumC7qWEcDKeeIUCVUH3zSO90ZiaPT
Gl5nAWQ25ajwCkAqHdTm/CxGrOWoGfw6B7Ak0XNaixTVbQItpmP0MEa6F8saGowxB7s8D0iXZ8Tn
TowEB8zv9HZwmHjrj5sYJNlVZtUAgeS7iIWuxrljVL5UxTcOAmKDRrdfMeooa0pEC6Q5+HpUGZSp
zI0s92yy/Byo6U5oWOcZxGyktexIbS0alyMiPHDfpo/sVqsk5ItB1XR/Py4wB92anh3ksCuEKPHw
5gwnFmL2pVZr7qnVFCIEhHuhS11/Re5N5QPy+mo+tHto061RJiy5xFMgwKJChr45hAa3e6X30NSl
sHjeOQKpSC9TXQbEvugHPXX/EMvfmJrNtOgGwAmPMPWsaRd+U3gkogizp+GgWRa/gnZZ0KDE5CKr
qExKaoinZtaQfZO8MsLTKlyqd/pZ2vZa+8Q9RPqTpJo7BuREINk7lc75zDlOCR3Kl9TaQRV9cz5B
5vT+Si9kaW6+ZbbQUj9wKVrrAcdGoynIvgyBx3LzaxmLpXMPGlOQOAA7B/WwWaWqFQopGuSRc2rh
MVRIkpqe3sM1TPUgcu6PaMnzBuHlX1uzh2GgetYFex+ubg3NMcoZCuwfgUPpg7FL3yFtv7Fy9Vtd
sbqUe7uxOrtRW1Q7qrBjOWcqAYClduduxE37BGGDo77bldCxfB9H1bcEtfq6P+ClpwpMScgKiCBL
AKT29pwEbp2OTSQi0pDVtvVIdw671/smlnYJCB+Q0GQBfRF+Aubr52kMwJhXYXDxAFCuAlbeZhcm
G38lZbjQUzaFLaBpQV56yjLNdiNbe7KUUBhKh3ay4dl7QevwsQLVR2sRKJh/YoMiJP6ECiilf3AV
8QeTWZlNcWk6r79h5oVWAu+D9lHmnEwAtSVhoyoWzJQblRel8AunjrIBFIuC9Ed0FbHRssZFtzhP
+dK+90b0AipFWyd63Q0gUCziYuCIEMHFIGIe0R9swgOYk7UoKpGioCpB5TywQqKPxE3Rd8uEMfJU
npB+xiKfxIboJpJeUs3HiJaTh8Fvcqhtl2PzCjx+Y49M3xRaolCCI7GV+ARm3PjIZmWLlEXN5oUK
qtkiU7lU5Dy9AqLJw//7w2uYSSVypUyeWxSfwDGrJQWAcz+U95HAxVYeS6Pl56L3xQqo+aoNL4C9
P61ThoxJW2/klKXsOAcpJImZXGrVnI2bFO3yMd3paYk2TAIqAUCnU798p+OupInYdY2rolE3+kgw
VRWZtNraf/Fq/i4dxExuT0IXtGjshPKGEz4VMkDOwlkBKyebEcr2t66ueIbnryTkFl3ea5vz20YW
qyFFydXxd6Lqnw+h5p0YkwEvRKzHprByEBdqfjghqCCjgRqn/VfHgNzFqRKmLnan7u+01thDDqcA
MCkjF+EAbr33LAcjqSbGqkplprbyWiyPVkRuEzWVib5jdjgEPnAHsU94h2+1ljqN2Sl65tEoVBLa
xp6SOFBhVfumfxjWsHHTL8/DNu6v5fkL4mVsko9CwDvKhc3ViHClyWa7rDWr9rjiDizeAPAtwASN
O1WYQzzQEwqe2z7lEXBflGHftAANrFQvlm+6Kxv87VZN8oENBBo2SmO/BbkI2Kh87fGPa3i7FsJC
G+v8bUn2s7wa/y4ODpBJngGmGrHT9O9XVznFjdTAeCPvbAOYuf9MTI7LrzW6+u2Zx9YgdSxx028P
jr5xfAAA7//+oks44T3/8/Ezz0kS+hBUODAgh5Zr+gAWXrIWJT0e5TwpJyN3yhqRKNmuq1ecth9v
897YZk9TAWrYJC9gOtP3+7eDAbQW6QrgfcBjudsV9sPDhiXaWQoJJNrvD3vRG78e9uzU9V6Yh55P
81PbwX74fkM8QngdDUL2Y7w18++X1+TpYeMAQXKykEP4p0P/d9bnqFSKyWmuCzH09sLsDlMA4GoQ
KB0O5xroRzNc2UWLlwwCNvj9CE8Bsp9NdQ/ibIYJcKVGQDvuIRshaLU+PG3As/PlrjGFLnmm18Zm
c6v0XeiNg4A0Aq9HG0mNHy3m9f76LaDv4I0CowFaKfCtgkfz9sylbeTVbhPzSFUY+ZY2VOv0Za0p
JS/mmhDSI18BOS+BpeceKM6FLEi4IYNSdb+Nj4KkLt6FD2V7sF9b3X8E5feDCi5mp3Ui7Xx/jEse
IoB+E4EWlGzxBbdDjKUm4SDWxjuh+FEM70P2lFDvA6vft7IAiMVMXpmZjZHiuDQWKw6312W6NX21
PYZATBXk4wlq3jgPPCE76iSTbqfWqhiBFjWAEgwFhRiwwjWoONz/oMXdA2wI0KkMEBXz9zD32YJm
B4l36DfqEHem2NgZq6GDQlyp7S8bEiGcpiBsxPLezq/Egus6k33BqTVZNLgP2rXSVG8jK18jeeO4
hVsctA5g3p5096AJd2uK8jwqTxKYyvQKQkfUeTRGTo3ttz3knPIzmnb/eFNyKibMKf7WocrxBJLW
5Iiu5EADaaRzf4qXqhmoN4MHSeKQGgY32+33uAmlMJ6PraXtO3Vf7jKCsr5avsTbZCdsfBGa42sn
dkGAGrv4yubseZYF16fqGDbhaCD7Afot8oY35mxgmxHzk+z0ulB1ayL3PWnPKwNeWgA0HQG+ArQT
4LOz66Kq+YnpAPctdc5jxeDii+w/cqAJ6lMdvGdhn4Pw3YT7RWF3ryXhF9/Ya+uzN5YP2jHj5WEa
+l4rj8qLRKP1l8ih+g1eRWtlrNNmmj+r8ArECSeM/Pg8QzfKbs9Qgcg7CdphahsalqWa+pIWhS36
wmWtD7Xa/7xvdPEtvzY684GaYEirHO4tfPbni7sHlIvsDxWx/3TH4/El2+049UG1LPV57bpYcJDA
GQB8APx38KyJs1McFaEbilUiOOw3SEo6pHk1cNX0a/Kw0/fPJvXGzOzEZLwXRzXUD5BtGXNzDGXM
KRWE6uCiAnF/LpeyLYB2w5MFjSCYjuchuwdFQ2FsC8FBLpJMXLyP5tFUS+JP+o3blaMxHbubgeFx
gzWcCwio4JGZvTLRSBddLHidk8qxp/kNBtZ0frPyyvxOvE5mIJEHUYnpOZ33o3XIxAulJ7dOf4ge
GI2zkj3S4n9A12UGqrB/qXVeqzSlPa0MT/l1GmaGZ2dPCIQwBaNN53jig1tuqXNtc4kd+AZQrW39
LrFfyaD6qrhD001mRL7xobzHvA696Fh5ZSuQR2rJI3Sp94UzNHYUvICfImbVeOebpUuqFt0ZlVbB
bda9p+yQxWq7UxwmfJET1dcgQlnGhz43hUKtAtCBWflZLI4lU5MSDWoUCa30HbqFp0oxPBZxLm/l
aPPdBACBhruE0TpWS9QINUpIB3lEkPWOAxyFrSGf2k/d+/tCSAgag1Bsr6kXsJkgL8Dr/p7/CKvV
1vbpKP3aKldrOD2oV3GO4gYoRstS6who6H+GjCpXg2h7x4DMDx8jnQRKr3x9Tbvu1zP9s4CoSTEo
hIPec/5uRP7QStMCMoZ/kJCrcqHZunJnrtmY3V5thuI+dC06Z8ub6H7Lt+zamV7ehn9HMXuAQCE7
yIWHYwYZBC09QFysfY6wRUixdd9X7o9fd9VsxmZbvhuKVGiZyRZBs6CQWVysC6cHl+SEUQuj2zLq
Wfk/i3pNRgGBQQwM5w1c+rebIxnEoqrpCEbrqjEaN47JwES9nnV2mQBx1NdQwfXpNcaq37jQH7vw
X9HjCmgqP5vYJAsTKIFi6cLwjR7Rr8aiG+YhDZgJT1zRhAPjZG+KXwG7y//Qh1LWIFhB+OZ4f9J/
5VJmnzGbc+Amh5ROw26q9qcGhTJ4iSG7eoB6TnFIpDUd659q6a/DiCLOf8Y9O4yhkI18X2O++cKo
fSIo0KIIQrvktfozE4g0QpoiA+WbKh4hHZ/YkWRln8yfFgprCLF1+osBijB7uT8Lq6sxC/0qP2gy
CQI/2HpZbEXNo8Co/oeXPylqAl0hu7l0wS7ClECbS9QiahsMj/c/4Xdkj5WQwM4AVw+SMCiu3m5E
yIBB8CgXOqcSt4GIHPExPSqcWkOJPH8V3JT0lpCS2C4EqHagZSQkyiMTvPScMUBTC82faH4RkMvt
CBeaXLcXeVtYxdksXaXTOzgRWMIJn2f/B1THeDYV8ZElETdhjwUUTylvi7Xp9WYcbCLhrVKOAne+
Pzu/EwEwCgqEiSmDkyAJN1sgDlFlRYlQOPRxcQeP1dirYw9i8yI4htxbL9Kg9NmUrMFAm52Cgpao
vJXNCvJ1HgqgyRHKFzJ69aB1SiO8ne3diHKlSmjQZHXhzQt2iBwS+RWBpZmZiRk0KpBqgxUZaAPZ
u49AVmniPgWURPgf6s5rOW4sy9qvUlH3qIE3E9MT8QOJNBStKH+DoCgK9sD7p/8/UNXTSjCDOey7
iYqoLjWVPHncPtusvdbzP68vyGIefrtGL77Kaj0kIGWg+Wf5owysXUsHN5WvAXMH4syc1zHAeiBl
ZR81KBj6VGKgGobDWPkxBrd2Vbpw2/lGbWxb4Yl3Woc4evtt6vLt67NcWacXg6+cvDCee71oZPlj
W3woHgJxP8sXcb+PlY3Sbk3pTHJt9Zq+GG3lkiuyZLfSxPamFHPMD/EwIMjUbUR9I9AYe31mZ9d1
dd1RuZLHwqANMz/IfthsK3mfI8wH4U7itVj/veGPZ+k1nndrfWzAW0CsoJhwpTwH/L+5QkpcT9as
spuUQ3t7h/DPNoFOGx0S0JfK93MMNydnuVAaYSqQdALmeWzUukSGFBUo/sdE943MM9p9cnC0fTXd
4kRG2c/G2dW8uErweGZ5T+0lOWaZtCFsNOB3jwee08pCG5n2M62Lgk9mNw27UaWihl6a6moimr5N
cS8+odWZHBTZmvZCmmjDy4qvYq5/pooYdo2lF3cZWLibuVDBLcnGQzklxf71b3rqIlMIp5NJU03d
WWOdRyFHRRbwReNm2/EaRsqu2Gh27r0+zDpd9ny4F08DBIm5YKVW7mjfB81AOQNC0HpDnchLbmHp
vBV3pp/8GHYtAgqSb/iX1jY+GLthIw7ytqJUBrnpXbpxDshh4K/HW+mcg7lc4fWJ/P17rU9IoaiB
pvG9LPXJFNm+37ZN7I+kdcLwmzUQxmi5Z/wa9T8ex/8Mn4rbX7+/+e//4s+P6CPWMURyqz/+9//r
mrZ+yOKH/A+3q58euj+Kn3/ctw9t3LTxY/Nfyy/7nw8f/6r/3j3RsMTffMj+2Dy0D3/4P+J2/YGj
zzP4319u+ftHf/AREGinu+6pnt4/NV3WPo/FNJa/+b/94R9Pz7/lw1Q+/ePPx6LL2+W3hcj//fn3
jw4//vEnx+y3U/P8zX997vpB8LlDFj00f9zG7eNDXL/84NND0/7jT4mU41+AxTSkAiALA7zNjg1P
v36kyX+BXAcwvySryDtwyPKibiM+pmp/ObBlEQwtsE7eT25kU3S/fmb8RYoLdBMfIpa31T//uQZH
W/mvrf0j78RtEedt848/jy8UQAGCdABSdLQZFoChNVTKdNqq7Lt8vjbGQvJF17lyHYZuPsbpBgHJ
c3mclYlbxqMdEPMGMgk6KMRcjy1NrYsxVpxIvZZygDNyBCWRGheR1/Tm9Tyo32QlK7Zw5iQ7KbgV
4osUVuQRK3Xa/bZXf6/D7/NeeSd8ERxHpB2f26xQXl1nlIpZmO3QFMV1SWNkhZV3gxyKVkWM0buq
eWhEHuy0GCnOQo+sfV0bP8NmuM+RqNjoY2dc51Zz1xVOvhPa8MEqiPup7irvkaTct4lcbMNCVPSG
abXft7K2acM+PsxfVbOcUQkezmnb//Il/2UZmI9OxtmyACDSgkCAtvI8SrIfwhgr9QpGPJj1OxQy
Jld7NMyFfHmrqxedvNezCz09hO22bvdZcxeTt7h1ygOFAEvfoxpmPhUXAiBlveM+N7Y/q34NyDD1
mG+Vpmj7FldTcZnEWyxuBq+R5OaWG+q0eYQHs9polhfq74WzUK/SdYIirPrDSIGEbU0wGtcD7Qn5
PvqsfMsmb7J2cXOhTFe66g3VgZTKdOPkn0yCKq14RDPZNPeddbBG38g3wb7oPKv0jIzk0caRd4rY
dfZOq7ci2nSdN1sba9iMxjajM5EmPd2LFrzupnzf3dbh1sTlvys/Wl+1rw6mOXStWxx/me7KZCsa
CLpc2t2KYANuW7rst+buewjmwZVQPfpc3EmfHduVHVjnt6PYBuChmsex9Xt1U0RXJPjbRzzoCn1n
fSPwYoNvOCdLoEZoTCu12E21ayiuepVcWbBGWPcgLDRELJ8aawvPMWqgxbvwO7tm3DfMKtnDVF5B
VPJBc81dsNN30Q4u0egq/jyHm2Daz7R50Jd/M3zaBlfOZfcuuJ4s1/hQvMOtvBy/gIzWr/Lca8NN
H27C7/MA0HG6qLfGIXgPCeqYuGnkjeUV+JVx3Gm3PYi9AQk3E1HaG+drtpMu56/iO0wMxk6UZM29
cBt46m74mQRucJddLvImvHG+vGl6N/TKb9PB3o6fQo/ymWf6zPGwdGfAPOhD/R0RJAqv/Jn8hO8h
+QkjZSIfetszLmo33BbvINvh8s23yZVebFjQrzlUPPGhajdl4nVbxUt/pIfiy5TsnPf25bxzrnp/
ODhP/XV27dxB0y1NXnY9P3Btaz/U3IqmAjqgbhUfzss7PfWcbjMirpR6Ce1Hg2fK3j8Z9d70Qt6U
T/l9Wz89tVcP5f+B583Ct/iPf74cL143v46ZS0xS6tebtzyIyyd+PWu69hcQTNodlpYDvKSlj/3X
q6aZf6FHCiumiXCASeSHgf/7UVPsv8jumdC2AYMhbjf40N9vmqL+hZwNEtggm5H3gTHun1/sf/Gk
Lb7ZvyzhUusC+4tF1wk88d2fLf9vXntsSJmIJHBirS2p2yFUTD8dpbfxXfJrF8kVlGYWIRBc8nVT
FDI7JGgHQ0f4JKu+tE427q286C8ieOR712oHccb3O873PQ+4aJtAf2nDCUM19/jlHGerEuR7DHes
mtJ1gG0c2nhoLyDnSM4M9WIF6dVxqLrDjMACwhpwPNQ0tUmWS+SXOvRlv6GmU3qUNqMPvx2oE0/w
yhd4nhFEMDp9ggvBhrbu9FLotI5A4hlE5A75GysoYlcdpPpepf/Li7KieApa0Ufk8VRtOypWt82U
Jv/S0L2+1ZU5O9PMc2KFObswM2gsMDDKVXav0XiXadhEI5gycu+qViB5RdM2D2GnnnOETo5FOyq+
F+4d2aHjJQ7zVAgSicgyAXO+Kauh+1BaqbGJrUw6R0q5KgT/Wmg0x6BRsWkhoP31eLCBOHYqhtJ0
oybRLpTaQbfFCG2/LqTiykAb+zadjeoiktvRoz2cNsZKVlovziFp6KXE9ITcwydZqEn/Lmmzaasj
AXEmnXDizC2EHHxHuFDJd64cw4mNnpVUmG4lpNwPtLByS7XoNq+fuVOjLA1FiIgBCcBlOl4J0j+d
FdmIM1uVOeIHzPqH1DKTc1qQy5c9MkEcIMJTOH80apXQ7RwPEzuiHkQakpdUZ1IvcxceEhJlj8WU
1BSmJskmctUdH94M9f71GZ66VTYk61BvYqARTFtO3m/mT9XLIWnDSMeRj4rSTVrT2juhLKxtbwXK
jZGEyowciGp4nQkpkxs6dbPPgZ83bmcOxVNvNOe6V06sOqeOJAoeN6Ss6+7G0M4rs0gRUbWFEdyl
ZTpuysYWH16f+XEo83zKYTaCvQLSV4qc65hdirQh1x0e+VaRxH4Qs6K6clzrYBBMA4VM7vPj6yOe
mpdN1ETGho5JnoHjpQ6qTK6KODTcsIZalnUMcQJhhnj7KOhT2gpPKjGfs+QEftvQQY0VCx4ydN5S
U0agI4P/uJDs7b8xivPMu7E8bPbqZoBPVpVRVAbRQtnfKkUW+3Y1V2e4TU6YPbr5yLUiXkfx21rd
cpp7lawUvCw4FvpOiQbDCyap2AySZL19QoTcFiQmFBXBwKyMnpUrpSm1KL4Lawo29pjChh7Qsf36
si3LsrrpCGMtUTr3FQG41YTksRYojrWM0pgddhKO/FhJfS0wN0Wt3kcTXQ2ZZt/2kXPGYJ5YykWs
AYliSguUHFcbZht1VkllbECIlSyUVI3YdnNvemqdn6MYWB6j9STpOYd4D+wF7eerSVoitdqRp9zt
k2KbdSYhGGmmSA47V8rVi6oh1Hx9WU/cLIrAdLpZeDy8CisDagDZatsMYTNt0iZ3agTVdy05R4Z1
aglBglPHBBwBFdzq/qqmIPAfLN018l7bF4EebbtW1NdD12lnLvGpcwLUDfwKzNSQNKwucaiLoTcH
ifBLNiHzC22VzuBu2IFZUy4TTUieKqXZh3oO+61c6vKZ4U/NlEQSWNSlQwQC2GMbUhStjo68ig0R
Js+epGdXplO3V5kSnmuBO3VYDPIR6HeT1NJfYDYHmW5vo2fr6uFmDPL3UxyQRK3nn2aQXNohLIZv
PSukr5wlRQ/iS4Y26HhuXY6FtCnuu0MgtG0Cocq7OK4M/+2jwK8BYGdRqgdKczzKmOpNFwQwWMRK
KTZW06pbMtHWGTrgl/tEnYyEHKRkMuDaNfeP0UT5jO4L4jVFZd6jeOo8dsXQ/siCed69PqHnpP7x
rQZyKqNHqzjwKyMscjwjNY1qpkoEg29oyS64j7LbaLE2a5tY6Y0bZ+i70YvsAXVHYfRa4xv8J4z4
1SC3G0nv429zwG+helik0G82vS55hjO2P2O5z+btOFQWbDFKJ6ghaEJ8TYcopP/fzNp+i8B6fDVR
3k03atsPGlVtqfrhRHmmeXEk96VLGlwf3bZQoQeaWp00EtJkBcmzpb+njWPje2Aq7U+NR/HGMPLk
c2HDp+OWpDORp2aFh3eGkusfotzApW8zJ2+2IV/4ayTNnfDVPDYuHUsKmaJZhReBhVbyhmNtLUpo
jTS7aagb9PBoxhhv5Ezo9hm49rK+q/WnRxVFF5MyKV7ichZ+e9ezMbHiKJQ1xLcM0nZd+c2elOBw
ZpdPDWJidQwoDDHfq1cC7aeiWSjk3aRPp3cQFeR7u3QiMkxZc+5AnRiKvK5JacdZruLqPCVVLNcF
jSbujCrcLjVTs3IDlFA2op8y48wDccLNhfJFg2SeCJyAYY1EyTM1KoaMACq3SutxgCY8JuVWOrf1
WA7CxTfrGxT/ROAptewgKmOr0w8tamJK72lyVxlOe2apnz3r9YbSEa7IlO5szVgnHrpS09sCF9ct
WzW7aEuzaTwYa429lDjkSeU8s0FycdpczUgs2xuacLwm8e3Q2FZCeuaGqOCM7qjlxGGZFQV31WjL
b6OaXNxk9pviAfLXQJVJ1Rwfu8JWiyYf8VgCJFS+N5UybtJSMn4S9KtPw6SY12GUdE9vP4Y4/0Qj
VEDoflq951aUxVTuyIeWBTpzIunIlcqxskc9STrTcPLy/aFASEIBhSQH5MwaWZ4qSUJ8laO5FhHI
yvZMX4s13tVx8TQZybU1FPOZB+iE0YapwiHb9KxttTakWiAMkYRLuqQbKsRuDPVTxv/pzd04xmfO
/amxSDctnLW84/ToH+9enncFTliDm66U3UEZJNMzBq28lKr5nMLByaE4yg4dNFiQNVWszWs39wUu
y9wqw94SMqcjI3Jr6dJ9++lYziI1qEWCTF+9rcMspmTqiaOg5NUAaGZoJsBNAFaT4PQct8Eps0s1
jgTXwuHExI5XMKK93IC8wHAHq0yvplGftwTM5vfXp3RiFFgpiKechRZGWwc6SiiUXmkwT1GliJu0
Tov9LDcUV/6NYZgH/GLUBEH8HE/GkYekkQaOw0ha45BHqnZpxqO8f/soi6IfgSGBLtCi41EwZGTA
0KV1jbbp70ZHnTZh5ahnLu5ieFbmk34QkOxLUpnc7WouoDsW2R3JcInkeRR18TNQulslti4LiVTK
61M6cbixQjCIk6heCH5X9yiZuykYNQbjgdFQKbfsrSNHw66O1LdntkilErzLRBo69bnVEzzqkm0m
gwlaTw7tS7BY9taOmv5MuHti9WCzhZOEhBOF5nVC0WiUsEhmYhk7k629LdXdYRSjfl+1YJRDjdLq
6wu4Asc8vyNk0Og/4OQtsoGrd2R0GmtitcgzlXkQe1aeqp/pr2ovJBLSd3OpzD/idFbulSktTLcP
u34/8P3OOB2npq0t94tzCTPbOjSdNXMMAlw8t4rLeV8laulbiaR+attoge23w5mrcGo8LIcMJFNd
6tircyO4I0E2M+uwlvNDjbbS1hmi6GM7BzSzO4Z09/oynzinVERkJJNkcjNwFx5fvbofSYY/54kl
ALd25wDm6kPTJ9X25d8YiewZrWgmZeQ1s02c6HJgobQCRWVESRYuA89JerqVun54c+oCzCZVahrS
QEZgh48nFTqFpIQ6d7qS9dtGy61PlPnnK9Mez1VpFsu0sik8XEuDhQGQh+7v45GMSHUSNWCkWu3T
W16Fe9uSpk2m1xRpIssUm16uzf3Q45+9vpwnHgBSXOS4NLL8QDxWt75uxyGluGK4fTTaH1mDwAVR
NZ85HieOo74UuRbIPDGpvVpJUhqOLWnYFttCwdmW5i9WhfcbKtFTEwxvN9DkLzCWJBBQvVvnMCpt
JjBTsZkmfbW8BQ6csVEaelMCfUFJNuXMMTm1hFRalkoiJS/Kecebl82ztIR0FNHranyfhVa2G7ro
3I0+NYrF4yVj6cmmrR83nK2sVHPOPaLdH9PA7PwhORsbnByEpnGbYpqNsVx5OCIIiqYKiEOLLJqu
zBJARU0fr//6mTtlLMj6k11lNoier85cXmiVIlW24U5Eszud7rCLsdKBNijJOW60kxNacOmUP6no
ruEzkd6a+GY49HMZACgIR+cy6STjTLp4+cLr67swiZKfgEiV1tzjE1DXdopfywkY4yLeh7WBpmNj
Fdtem+fDUBVADaTyspbh2pgK82yG5MToeG+4B0tfMNXQ49HDWJnCTu65wiKVP2VlEz7EnaPe5I52
Tgfw5c4hz4zi4LOph5N+tXNy0oXx1Bi4i709eY0U9/dR0WW7UevDMy/mS5PIUJTfFbJwi/1dvShD
pUZzbMxkrKW+irxBM3KvqyrjIZZGq3X7JVkOyHUpGW5fP54nRiZuwSHGgHBI101odYXIhGQ30CLS
JrpLCYLv4dezPxKD2jC5FFrs4+3Fm3lSqeK8PvbLBSYgxAGjTEMVnRrR8V46eZZMgujCbWM19pbA
bA9WNTxMhTWfGerl1aBREWcEmiogZvzreKggsGuj0ElpWVJn3ab50B6Ctn/7+0JwQcmJSukC4Vub
LZKsZTJmTEifQsczpgW+5SjnQAcn5qKyZ9riFHDXn7Mwv+Wo7CKaMMy442omtXuzErOrtUL237w5
S2MiWVzcnOUZO14xwyyEppS2BiB/hum+hZDUmdCHaBp9Prw+1PIgHlsUiAQgR6Bcs9B4rP23KVIH
MZAnd2kgiT+EXWe/h+iue4B0Xb7DRiMHH6nKmx8yBqUoyWNGoQbjfDy/ILScLKxHkpxhEH4bpxkt
rF4Kv78+tRN7hZsBJAUeZPB/1spcKZOkx5Y6cyIIo7fNPIHLa8S0+XdGwSQTPhHzrUcpCzOVkpZR
6jwJfLYNCIPI5jOjnLiuC1M3odlSWaU2c7xiDcsTpa2qQTTczz5py9kDUTp7ZH6GM9mbE2k7rCGB
IAozJO+QUjwea6BqNsFjAXLMKuhYigs59yUr7RqXNIJyGHkBvtLIgz6OItWbYVDFD0JVB6XNUa93
mRRlvlkbw/ukydXNYEz6m/PEi7VG6xgwAJZzzddZm8WEFG24gNc6qFALS+abxOes1ktPklG4DyR8
KJeymMerENZBEDspdzC0QvMzkqP5RdrMNQ2yciQ8Hsj4zBafOK6oW5EpXQblWVht8WS3TlhWbHEZ
mvLVkGnzNjKSc8r2p0bBGVoSCkRtSI4cT0uV2raboURxU0toH/kaX7qgO3fzTiSjF0OMQiW1bXJY
zw1zv5nJkSMzGe1SxShK2HET2zyYc17eN3Wbp64Vh/lnkaLJXIu8uErlMPsxp1GXboY+aa4MKxJn
rNyJ60OmYUGKkXsixbvynKfaNlJ4VdhMgsv3urDiXWFW7b3ezuqZR/3EUDw+5O4WcwBPy2ob9cwK
5VoF25GINroRCFdemlPWbIc5qM9chFNDkYZamBB1mZBqNZRWWPmvElxV2NV328yb3ZQESAX1WXyO
6PXEdYCNheoYvLy0f5jLz3/b0W6QpgAgDNkNJaj31Twm15FkOZu4N6VtM8XnCrQnzik100UaGdlc
wsLVjjk6EYitCJ2sfGD4SRHHe1Oe6jO2br2CrJlBwA0DGskL8qyrWQ2tUbVWzShTRyGoaiMTMbYw
/pBk0lsxhBptjws6gXT/0uCwPoLmRNmvSRe8MVU7T0rlxB+b9iwh/3rdlmFIBcu4WVAOg8E53id6
HuY+7RnGTumcF8YuhQBYi7PNPGqA4C1/dlRvTEsYuRNl6+jBx1lGbC6sN0It3ry6fBeeeLLyBvdq
nUFRs6mfZYvirZFnsAeGusoz39pwR2vn2CNeTptkEAdTZS9JCtnrjTTzNhUxiAxblMkFSh3Nu0bN
zpXyT42ytBWYKLdSYddXHoWWZZWIufpu1ZjjN8WYms+Vnn95m0OBz8KRpKUbXQUu93rVpqqLyq6R
YfZ3rHwTpWrj6Ub8VreFVB20FxRpiL5JPJmr580shzYfBxYs1ezKN/Fr3xk55Ppn5qKv7cYyDiAE
jcgK40t99/g8qk0vBoraYPcBOz8WIBq/IfiSfZvNwkJrXbXKn23pjB/TMnAetEGpHrS4SKiLDUmH
2A/wtd4NFJHTUVBY0y0Gz6igLs6si6wfZetDKqYy9cy8tOpdDMPPIZyLMtxbcdnedkpvjV7cUA86
4APnl3meCMrzY689ThltqX4cTtI+7wtN2UjzpHVezlVpSI7JaM6PorZQeFKH6jIyBrpWKzNqv2p1
gJ8nsrEL9+XQl7XHG2Lvs7qRHpqOHjkoK0Wie6NqxsY2l9GzB/hvT1O4twNJNr0CpzS8GR369bPJ
mj71ukIzR2sUxk3ExW0Q08wTdYso3AxzgTzN9UHWsypwx0KIz0XbRff2FJeT55hzfCXqSvsg263y
UA6qDh1mVo0IQGcKNDgjrkvg28bYXuEQpN8GG/p/mCtHXdnWzqg4V9DIYPeiWC2SQ5JGMHzUeHbh
LrATvdxq9uhIbqqr8+zC3ZaLTQtPuk0fghH1OxW4Vfgxqoax9WqzRMUndHqolFCnThABi+l8D6qu
oMdFkqD9MM1qeCjlUvmkTUPVe2mE/KU757nzQTdGBOmjppgfI80Ectc4Y6d6mLf6zoiy9Fbv6zJz
mwAaRdyWOHWHpC4Cb6phXXTbtLQqz4jrQUahK6uuVEnTP6lF3hTuaJjpJ5n/5py3vblvpFStwYrb
Vbed26SvN70TYP4TUM3ZphVzimMwA8N282IY0BuUy0py40o1vwdJrn7qg7gu9mGX8zd6qxgnfGSj
+pGHdRTQuGPMtHNrkvYhlFN59FWRBJ+tauqDvaWU0Xur7+zbMki1QzJ1Dmwsen0hT33tacDm3AEs
9rdJCsxPpPAb0wWCmgpX0tqBNpJZSygBxdUA/UjSS4ULLE2Mu4bMxg95tFJae8QwcthtO5YwgrX0
nbct/ZLKgVN6SVdlnWcD+Rg9x4mG97XRz4iJlHicbmNVlbgge0ZTr6ks6TGi31SmLai3PvVNkUDW
yucf+37MxG4O7PEyd+y6cavWSfaZXGaBy9GjBydIasVxc7saf7RjZn0fWpA9PmrXQY0iQRJ9Hkk2
0Lw0mMXtok1kQ6Be1BqMGaMNQ0GWl7rkTknZQevSRvNlbcdivAFHYT5EdUyv0+BAarNtU7Nt/aI1
QTjoVW5DYqPayXBjNLWmfTAyZYbYxp5CLkOVQSyY66hJbjLTGWpXMlMrvwMn0XyNlhLVjtaJWAWP
Y/TB10RrZHEVz9GABohUp19q3bZLNxxRyPLyKp4+Z81UFZmbp0Vif6tmad4qTjwWl7kp0mFfgjzM
qdY1/dc6mpGlqawpwz60eU/XjlFGjduMff2lk8f+fagYyA86rMUh1xI7BtTX2GgDQdO+KGaElumK
MoM/W9Zxn8HrZDTtyDR7DBu7DmPbVfO6BUQx90F/aUSyUPZJ3OWXRVWLGo6fhM2bM/2bEKaMiJnd
fCtbQbXE1ioDKoi+XOBLZfm17CdoeDTJrBxfi1TZJqyq09oLnaG9SabEMLxRbnK4fQVxBYwb2fgp
itPwtp/MuHWnVp07ONWzgIa1xJ5aVxroDcwcOv50K3tQYj28TYPKUN1YyMW0C8aMNQnlJHdoTSvK
zCuDSB831WwXoSecsQr8Noy1m1ZUqrpBrHkoPGdScxUCgckZNi1g33AvrCaboP5uy049kBfNwsSb
nXz4MNVBfxcqXUrTSVTb+qdK76G4SIxW+RYgxAuxA6bgolOMUXswkX3Q6L4KNEqdpe0EVxP3d0B0
rFa/Skrf59j/WLU8EJ+p4TeTkd6ST+NsVlrdxNvUkEwWW7FF4FbO0kJoRUkDyCKlG0+lZ5IzkDlO
6g9KMl3XztzPG6PHHfUKRa5Gv4Ic9lqKg/JDPFsyIs6AaIwLM+r6JyBcc+XJsTbcp9MIWuNzl2dV
RB9YvXCcbcqyNulh1MTPKazLCa0lY75I036gn9IJaNdYCk2qz9VoOq8jns/dUqFhHQVb2Y69XlPS
Cy0CnuZVuWofjFaSlU0uV/K3YcYKbBJpsr9LEch95jdmT6UeQMAUGqM6bhuS3RC50d+Z+nHRTw+S
U0QfM6NokZvXUNik78wgTzxnGRSS81wmHGCRxaYP9Nh6P8dUza1O0cINkPzgQpPkNPUq2ea762Ey
OT5iGuX3eOiKbmeDxck3pl4Re8yiiw9xaw8onFSiITmrR7C2sq4KbZmSI0Z3GIN0Vw1pfNcq8TD7
PGF157b2ZOx7p3LubRk5AjbSHCVXpv5kbJQQk+HrmLy7kl7cwovSrtQ9nAKJu+9Yc++h0ia9S8eS
zsByrrpsbySRczcH/ah7clpV11021tdda+mRp0dz4Mvg4B2vKhrzloMO20ie88A/KloUQV5NFr+/
nkZQflfNmBbBzRwoA6x8bRdYP/XMkKRtN5a2fKMAi038hhYT5GUys0WrLO2t9kbu9BjboXBKr1Qz
SlRQ8GZkvo/1BtsXmxAWbKM40M0vjZqOk693Ulft1DoDUxWj4pJcSZk6Ke8dZzDUnZQGkXog5Cm6
QzRbWblVongwtkHShIMnOdnwUJft0N1MSae9L+cgCJAsEpFu74ts7BU/sAKOKhGxkX/t4l77+boT
+SJIQ7bBIiUCaI//edEWpaVpgzmf6GOYBsiqVWF4qR6mN5Y5hLevD7VER79nQ/FWl+LKErSgnQYi
/9hblTQF3Aj6za4FypR3yTQ3Zg0Rsau3zritzaC7iMNGPTTlNPtN0+X+6+OfnCqgBRJ8CxByjSEY
UjlKI9EQxsSzs61a2GSrQBs3dlZXZ8oeL2KZZzEMk5AejST0pFexTJTmhTrZwJKLgAKwhPr3rirb
8Y0pChbUJttEOz3MEchrrxfUlPPAGni51KZI/cTC++o6uAPLVj7HiXJi78BzLvmCRYqO2tHx3s2y
nc3tDHw3S3WZdLYGONaI48m1I1O7xpDF22Quo6suscqLwQjsx9f37tSCPhdzgDycoAKrEsnKceGA
lNtBtZumoPQHgzLq66OcOiELRyK4UvpJjXVhrOzETCQ16K5UF6Wvj1Lj6xaOxTQEzptPCMl5ihlU
IIBSvQgR61bv0jq3gXbETuLPVAWuzMawn16f0MtlW0ahr4GXjezSc6/eb4klxVLwYMg4uWoMrlrt
7XEzjEl7ZtlWDFAk/dCBAN2NVjFE0EsS/fh0xLEN+iBkGKnJhhvib8tPDNF7IKBLaVM3pX09NmOH
p9GP16ZQJL+YUrRbDMAmB7vpexLNYUx51cnPFEOWK3Bsc6jkwyFH3RhUBonk428mEN7UCxxoV59N
+SHsDWkr8wBDJoeLbtOjhihtF50DgpxadgV40AIVIlOrr+L/wJm6gid1sXQKUnCiwIkfI+2MPTs5
Cj13lOSo9cMZdDy3Me2GFsupu10u7G0jhs+yPJ4rWLxMMdCbSiMYPdR0HTGd40F40GI7NHkfwO/D
gNMq3Zcc2idXaVLrrhDK+GtSb2puv4of66Ipfr7gbTmiffm/1gIPlOW3y/uiB/7DQzw8HDG7PH/g
Vwu8oqp/0QxFhxIpJWhadG7YrxZ4TjXkLdSRyAAuyB+dQf5ugVfNvyhBLBVIitHO0o/7Py3wqvwX
jUiAlGh7oopFLeEtPfC/ECX/umbSUt/kH0zZ8ekYBsMiQdPIlyCc0tsWB9S3wqT2k66u/dYy2gLh
k3q8yAZpP8F8eujoz0GSUB4RKOygcEwqfSe6Ef7qgYYrIPWVWxmNtakCom610eyNI4Sxn6oa6DHo
Vu5sSUNGYkNbqqsNiltJ6XeDsoRUibxbUJUb0n+Wb5aB7XZ1U226KIp2Sm3an20lM7Zqa4ePitwW
PwdaHOH5MPR9XnViI8UjHZUy3r8zmSmhcg6phJ2V9c60xFUe5bKnhO/bJt+3Tl/6yyPiJVkX7XOs
n5v2UnUAFOb4IQ0Jt3ImP7a2UdAKEXXJvUqL0IKns+/DWtN3fafjNle02shFh8Z4oqMkmyShR+9B
8aVKbO1dU9cl0hlt7hupnV4HTSZtSOoVuyZVH9JxkHZta8ebvm2Uqz4yc0KzSfelMB7eZU6NAlpP
f7sUhJoXEoIyREt7ixD2I7XGYmPomeyJviIYi6TwkMpWvos1o3qnRsHgqcGAIpMWEDHSv+sWWl36
WaCQWdGqr0KJ+6tElWw/V8Q5v+kZY3PqIK3MjDUhKz3NoXJZd94kXPMq6fzxVpTwonQXsLAk76P8
He1Q8Oa4cG6EGwXu4vj/c/ZdzZHy7La/iCpyuCU23XRytm8o2zMDiCiQRPj1Z/Wcvb93htftrv3d
TtWYRkiPnrDCFi6Mi7j749id/v/D/hTrWc3X/tnMl3j7x2VJJC7SfqJKYimJpO8La9fDYIdCUHyw
fcnameZ5LGLbiTM0T79/5iVUf/Xaq4GhkzZG3koVSAraOEJJR6geHLwhm87x5qZK1SjlkwikXBlu
XB4rH4J/3lL9+y0BtqOGIzlLYtMCujPDw2jVwTI40PCEKIpeBE3tHADukl2ZlH5pWa9Q0CBB3i/t
tl/g0gU5RcNyR+U5V1CXAziBcU4OUZz2dZS6HY78jbX5O/X854eukgqLMbPSm2FJKjqA1XMeYWqn
+xZ6zMWwM35wdfP9N/iN8PvqI6xyW9PONDNXsyUhIur7BzG6aQWVGO6+QONsgIy/DnqWHbT5ztqO
lVeAPYnOw6MlnRjf9PV9V94olK7shovOyZ8bEG3SFo1yaU70qLV9PvoNAPbdh6NA4W6Mv3/bFRDh
P8u6rsJsmTecDOWcKHYkywGQBZB8rmEMNQ5++0uDkqTpNeMWitRgfbj048ZjL1/ti0VejzinuW0E
auMlyQCIqjHjQbfOCQDFcY3h0D427rzsTJvcgPStxCj+ecv1wQIJFwggtiSyLbsL4GbkSLSgt8MR
t0d+GEfiWcYDdJs0yClxufSBlrSFq6s3ltm5BK6v3nd1zEwL+m+paJeksXKP8eoJfnsHFDChbUCZ
VCYesWLh7Pr2bcgcv6WXvqceVoYV0RyFMcmqoLCjzBhjmbD3qtdslxlWUJe7snl1tN63nTmUpyXp
5rcFLSfkAD4gXGHei1ATLIDhPLzHJJIM7Z0Nb1RLoFm2o1CQ4u1W6p4G+Y6T2m20c2E8o2PuZsvT
KMMgyj6r+IWtMgZlIQepmt0p8xHGMpfurj8Xn+i6ekMap8sLunBVqe6goXYibbYFpWuXS2k4WizQ
aMQWG+3Q3NXyU6azeIJ2eNFYoVLE2bBnjbmZDOFO4x0uxnHaj+Czd6kcG22BD6XPmE/cm5PyzBz+
NgnE2wHtJo0ZB23MP3OF72l3CwV09USsAo1sS5MtGPYKH1qPKiKaFD9XgJdoZHeo90r9yspNj93h
mFu7B1fUgE6bUrnSLb3ra3tlFYDSsS76ocK3HEzDqye/GRNNuYWhXdkp/OcoGKuoUqI86gaHqknR
o/84kXzZ9NCRCJiA8QzpHRFaIjVC9EwLryeTukWTRtlWSungbYEyKXUMXtSKQdkLExyo+ELiY0i5
cDvd6b0uG7lLO6mGqF5bhotzgTQzZbgDN3wCLFhU7BN9U0jbfR9I/q5L/nmbS+z845Je4Dtoswxr
hQg5i42NAIK2mltONxoO13bDmihb8FnwOsdtkEknAMHw2g30tvs4BfDqqVWBE8yCpd5edu9M9zIE
jtXz969mXIn/a9ElxWKODUWAJZkqDq03x1tkPXCgL+UCiB5hB54WYsTOCNVr8dR0o++AOAxWomdg
oflDNtCXwblbpl3TD295Ce2zYgkm68EwWpeT9FL5grEOQAJc0eFPTuWggptA1yNIiBSyZSLqKOT3
YATIRhHYcOFrR7LHXbElFEJ9UucpEOqwysOSJUq6hQ6Jm5av/ZTI5jHlQafd52Pl1u1m1jH1znnC
VaSbqttBze/7JVp1HP75/Ku4jtGsoo8YTiR5FnElfcPoNZDrM9LXFLOg8a5xAKBmGDy6er9ryRED
sO+ffG3freI5tBmVrppxbdImajq3kqBQJB376Va287vH9MWFsYY2maIDxSG15qRU9vr4CTy00m4o
4Fxv9dNwFgWEAq0dmh2u7faRtK1FCCTNXpKjHhWU7KOdrvyqX0W2GVQ33/IbfZSVNvx/FlxfRQ+R
9ZkkdCDliJJBuPCttJ8YdAwXES2/SkyyRlDaHfqpHegYGd124X6RRyr8HFMH5Uc8TICFbheYzFn7
QnXrW5j93zTnL5brNzTijziAuhcM5xlxYK6enTxiKpQNS2gf6h6a96YaLdAlUSpfy6G+ZPt591lt
SPq0TD6YK3psw2aDnvXiFWMcvzfd4cOmnjknt0wgVtK+/yzbqp4xzCWvJ9uYkzSVA0PasyMz2GGZ
d/3gCfFY2aiqAq23vByiumKbRWYfGLObd5FcHDTo/OeQawyn5qlpN4a2hbC91GgY4spxJfaDsYXg
k1ew09Ac8h7NrfaWzMXVdV0dMNBIjblSGsSgIt/15hRZNmSXY8k6F/JmHmWPa4e+xSB6JEEH9vnc
JxRypATDDwx8IPLIwoy8LRxheYZQdlO5eQr6jomUS/hw/hsly5Mx/71xLH+DHr/aB6tzWUpWa429
PScLLm00GENFhFLmLx/0QHzYNUANFdV5c5Ctx4xgjOgrt7rwv9vsXzxaWx2NXCsbaTIlJWkngNWj
hm4Bm1CcEG2IDj14t0XsDWbpl3qSQ6P0JOEXmQ8bNCPSlaDfExE64pesnsYSE7igcM5Q5wRYoAM2
BCqWigutSpZvMoZZoLu8fh/Grm3MNa0q58ViKh1+NEZTuCj2y+AanxXfsTxYsg1XiDeepIOIIdzp
LH6PMeNG3GFIV3sF+v5PSlxWr1rrIxeUT9BAh+svxDiygz2eON74Zmf5ylW4njfUPJUBNEmVZNzO
EHdtVUDMTT/LXkYOGDj+Qfvk4lQYTdyaIA3aLtVOPO4wIa2h8vn9Wl27bNbjAGVsp6FQsVYA5MiO
r09n4HmMe5jvutxAWXgskonuLghpeGKUH98/1bhy06xJpl1V5DbpMzWRnQMvcXF7qe1TfBfMBSGB
W+DY7bsW88xQxcY5Ov1eak8j6I2IuU/qeJ85AZojFmSVn3gXqudJ8RCOOxpY8GmRJH8ow6IOdfJK
WzcbfBkIRuMEho7tbKZhA3wTNd3sUv3/5KnqWSXaa0+G5tf8lDH0po7ZXUsDW/P6W6Dw3wr3Xxyk
35nrH7HcFOok8hpvbFBM3t3xZZZg8BLOEf8FE1lNCVAoBBj20HtbeM7rO/IO+9g/IuIQD3Iv4olA
7xcYJhnpKJSRE93yBtvLyofvv8i1lHCtlF+glWoVGvYBalfo1taWP/ZPgyvtpw1fAjW2LJ/tkFVD
EMa81aa5cgB+38d/rEm98BzQbzxz4lEezjPkvgIxhMTyDWtHQszQgZ0y7xf7sYzwXGN6Vlw4zo0/
M+6pmzFuNcTlc2seJe6Zh+ZWXft7uPDVt1rFW6BmqMwX/K629vkGE0fTW7Zq7bdwKsh9O27RSHQd
L32C0vFB35AIqRh3mxob6pgFGsT8l5C8KLuMBdP9HJj39RnU+4MpnTryrA1KYHs3vtq1FVyVdVk1
yaVDL6c3/ejscBn2qHcKb/BV5uFK1XIfsinSfR4Bz1sBDbmXIPfr33j4lUP8bzuSSarTy5bpMN+W
rSORtot70uCGO6Db6mfDu4LTXXuA6gU2pIhvyfhd26vyKvG44OIhQogO5mJtzJ+pds/pGapJvHLP
BocdWocU2WW9r+e+81+eD3nVOFVFNRDIzinJfHaOOMP1EOY/BPMml19MmlztDfw+cCLuZnNfFDda
PFeK5jXJdZSAFZ0GQ0n0C1j4yYGcOlh3N9KKK3tHXu2daRr71qxM7PK5shD4pRIK0/ILBuuD59hZ
1HZAaXQTefqvtguw+X9Xtc5kVGYBMk6SHZxPCKby0QVoEUSS0XGNn+qzel9wHxoD5o8s7XzlRjLw
9RJiHPT3UxkQWzDV0tHwlkHNFHc5feJQ9/j+nS5Z0L8DBXitf/9xiXPH4QP+uGm8pHCRs94mdpe9
yiB8lp5yS2H/Mmj64in2agClD8JkTcGUxGAv1QXJh4JWRXOPyDLSzPzGu/xujn71mNVKcQdkYAJq
QFKZaMjlpfAWW9qDORuU1mdqLq5F7L08xQYmKkyiAcGYwmYIOu1rL+6ZKgUqmp72JW/iGxmeWrjg
PVZ+WHUHEi649BXzFHYomM/IY4eoWtjDWUKZrpW2t+QfuhzWkAeDJpmbTg336WyEijFuCIRE9FcB
CFxjx6msvlcoIiqB4dSGZE+O5ZroXaPROc1vPXnolW1qyk/NqEQ5VGkXDuEzR92WShqR6rmkxzLP
AJdtw9TsL5JrSFmN4lY4vvalVkGi5hXQA9KCCY/0MfV+JU0Bqnl3RilQAQ7enMxpM+whqS8pGPfF
XKpgDYA6G6Kyt1hEXwdlqE78vSVl1ltGm+In8P5C00hyEgIntGH0ljfSlVHCv6R4q7waFwCmkbaq
84Mxp7GWTQ9gYIbjbPgOuaRQ5EBziJHanQdMPHyEClfRfsz2heqqAfPOgTArfda/6eidFia8CjAH
/P5Erlzt/7cohaD63+9fNzrV+awpSYnu+157tTbavTgSZBK+Vr+ZbWIhxfDSPAE8C7wgfo+OtRJC
LXJ5TAHXRgN0dOvn73/M5bN/caLWkkW0YaQEOU5J7Pm9tx+4c2ujXYk765F0YbctmWDak9DZS5Vt
j/xHaZ6EEQ/Oo1G0Qd3fSNG+viP+Jflak6rs2YQ3GDBCyHMZ4EwJIKwdm6uoygE+/PX9Sl05OOup
UN4KBdNA7KmqetPGH8aZxqPs5+LGPXrlQ6ypU3I5p5JDkTCUk+rNHSykb2peXPrXX3xjc9XXJouk
MlLgCoCOI3nNFq+80xSvP6baaz1HQI6S1uciSBeYTyEnuYedh6OcEdOsRzE+qJt011QHfsQYkmse
OSssWgB+/TX8zAscJr9IQ2S8W9J6w8aYkP3ff7/gK9Gh/5yT3/3ZP3NvonUddZrLvfiZ1r6udWAG
w6e99cXssoGDOfN0c/R9pYNhrLu+JC30Rgc4MhGK35VJD0yqqN3KjBrE8o7FhZOo9zbFtbZ1eBHq
p34uUcttbhEer0TFdYcP4N0eTqUYvadACDMxuEI65BT6z/6N5byywy4IlT9b9gPP1GIuHTkBhtkf
pjPVqD+aATMPRQ6sgb+g8FQw+jq0D7nx0PAb7fTfEghfbL8LZuav50pimMxyvqSlcEVRuCdGD2R4
aee4y3KXhrQKueLzWwpcV87pGo5ly9PQK1IqJ4sJh9/5SbrQAJ+A8HecG7qtV77UWkyjSA1QkUZE
nH4+wViEF0jaZrDHnRtpzhUEBBCDf68Y1P5AF+taFA/VW5HkbDelkfUm6FOq+hBvr1DKcFjaRDc2
xpX8819kPMmUekeaENnQpwOa/ExI5/ZKDJh1B3OCF+tY2r4MwoZXPeW38tJr22LdAZOYKZcDWFoJ
HT/eYeozqqEwYahGOh/Afn3D++f0Ta9vrOmVLqGx7mSZKjOqrsHjiB0vTmyov9QGZgeBXgat4cnt
gq4u5AHbzC2hB0D1rbps5DLu4Ic3wul5K0FOqoaicVI4aG+D6ycp23bMPQ0eUsTyStWnmEVwOge5
lKCjTdirrr3XczCgb0a7lxvf6kosX/dAHPD8Fr2oLlHK3igCT4yXJoZ87QJM/xzUQOTQ+Qa++cpJ
Wvc+lLSBBBxMGJNc86YiEPdp9To5T+rz9+9yJR79Tt7+CO+SYVJBWKsn4FXBeKPJ9u0gbhxR/do6
re68OjXg52GgLIWaiUu6uHmQ1TB9F3qsOT5zQmE/pvRk0qex8RfJk7qA3kGEp6HPLX2yF0zk6xeb
xJO15Sn1FkjWI+9qlq3A7ZkBWZ2A+VHo8RShMsykjYpM2YIRVB/maMBQceMLXMlt1tpOrdkUAMsh
dC5Hlj1qDLLaLhg5GlAAt7jv1+693//+x2cAfYNbA0fplnPrzDX9U8kfVVRwxqZ2vGn+pTulBxHn
oKXK61DUd9wADEc6DSomNUZ77Jz07vv98FsJ7ouLYo2S5o1t5AxCFYlc7owZnXo5FO0D5Xd0Ppqp
CtLZ5FnP+lFFf7kgAJ1F/byE7cHsIo1tYf/jqcvgN9UFKQGSDsiosD8jx1r/2ZEqBKqQEPxNNFWn
0LFhAy/DGiVZpGfuwPwlKkCv4cx38FoVHM0CU/0po12mQGUAwunEQoI0wkdW3zbFvqeTzzO/W1BQ
op9ms0TW375fhSunYs0lnvUZij5pjwNufMrsNc1unIgrl9bvMPzHZwYsMaN1hsVd6qNibNp847Tw
AbmF9Llyh6wlas1W50qvl/jzGpjK1asFDznB4/9qTdbNtLyH/G1t23KiV5mroZ1AjIfv//K13b/u
mU1sYJqdYfcrnO9LyJ3Djx6VaHq0NOB6jCnQBstr00co+Ad0MV051XxDQhu+HjyzZUmna4EubpQY
V477mq5S5rRrB3VAYqGUiawKb5jaQNAFfOPS7/U6bobpxpJ+XZ5BYObvFGO2CTQQFYJyow9hPJfJ
m6H0h1DpAptteX4jtfj6BtHXXilMlNwgLSp9zXoEX1mkoQYcQnPs8hvJ5dcrBm/Yv1+Daha3pAkP
mJWI36UYczq4sSkGI555S67td7T9d1wCCv/vh0xLQ6SM4SF6HQB4wtv3vPJsJLFb8A3L+aDguhho
hDlh1mDyQH+pjg+sb+EAOhB+v0+vzP//5QcDTT5tGRX8hhJVmu6x+mhBcwX2Y8CDgCouP9l+Kz21
xQjrvoizF3vemJhx1ns7FAXo1DG8/6QEAIUf3/+ga4uyto7pc1MqZCiHJ2x+Ntq4n3cyqL4MSJjF
fKP27Op8U4AeDEI9MTB9VretvZmlnTU9yO/NCGu+W1CkK6Bl0JX//j5SY1kZNJnlxBjVE8/6sHgt
GkgHWOZGGCHIpXui7QvtPMOdsooFeQKGrFZimeFe2NcyRm67tMm97xfmypZfd0J51+ZOSvFjpBkS
ewz9dhXwelgtyAD25TeaBV8Hc8ju//3GyApqYYEEknTWZlnQjDTuaB4iQHz/Dl8Hc+ib//3n+VIC
Zt7hHRqOrrtCQdBv3dz4PymL/m9ZD4ujv/86NMyrhgtEOdBzvXKKgWN3cnB9yY158ZVfb61igtos
g0ymRUvsQv0lsfS+g5SE13TN5/erc6U8g0zK3y9gUcCxDAOtrR4z2HfAsoDuR28RxqjglnjTT/h8
ZdmNuuXrdODfkkT2LJSlYFoi2TXf2Oq4eENJ+xvx+dqrmKu1KnXyP00HwKxt2IUu1rGOnKABUq0M
LRL0Pr3xVa5s2bWu5qBMpFp0ju4D8iyooruzebC5Ai+hW2CFK1fauoNmEavPZvVSNachwG+95M85
sFI13Eilxusx3CQ3bp0rnSk43vy9A2ZQahZm4fxZ4z2MQtL+nVu6ZwHcy7NX6UWaXuA8+v1uu3LD
rWGjeuoYlZ5hszWFj1ozhwFk/YM74WSFE+Q8vn/IlY+z7rTp9cUEKqVakiq58m6SrvYgcJKFQz/m
3O1qWGl8/6ArgHBQIv9eOegsphlMDJYk9wi0RzJ4xRbDS5VeDH2d2gfc1dcwjm4pbOhjfYHM12vT
5z5afzd+wLX1XIVOy7aHyiJiSUS6hSMzn2WIecCiOJAxBOGumvYYyER0W0xxncbzJ041z37WVdLV
8o3t87vz9UVCsca2psyqHeBb5wQ0B8xAXKh6+uPyKltBriVkCpbU9Ep7OfDuULK3GbI4ZaF7SvsC
em9KW09U9HGcGlD2MSeijdfN1h2pNhpQfs6UBT2nQa1Rr043yIiAu6pwQUQmoHlKvVO7LqjJ+4gi
pwGKcZRhxf0wWD9mHn6/wr/bRl+93SpdapXUVsBSAuYOcmbqwzAgIWuao5qlblU9Dibgq9kJmvYw
4H5oiBHlpgrX6DKoiiYxreVI6QOG2MDDYocw2PiZF4PfBWV8DVdiICn47Hd6C8GGBsDbCQIYoP4f
ZnbTLOBKHDFW95NtlWyxtBE8FLBSR6dFv00PF2NTEpgKKg+2ANxqwLaFcC+HRbma/4CdSdf2P4DD
dLPqcynfeatEc/bTrp4bBXlhPELzpdfhEf4skSMHEBMAROceIg4lyogCM2WDjLsah8BcQnlwXC2t
fKo8m1XtyUZz1Nuo6yRXks9a/pPBnx0qK76aS27dvEx9tRdSVDnQh9ywGX8uBxhZa/aWY3tWD5VK
qO60N4rTK4dn3aMm5mxyauhzYqM1Dlfxws2Ags5azC/nB0e83thBV3KoNW+3wIeGyQ9Qm8If96Ay
OGH5q4/QPDY2aoQrA+JVuEMU2+MRSawXqDOA7QQylOrB8NRVkxK5eXgnwWXeHTYCvugDcvV3eSMO
bPRr+1YouRI11w11DiEwwPix0RFHyuYDglA7/bgEMriOfvliQRMH02LMVzwFckOnG2tzuWK+OF1r
wK2RmkzOJiKj4gHDfxzO+pJ5AHNm5rF47mw/646L8jB2n3wI5TMcyqELM9kvujK5A2ufVYh+jG72
CeK1r6F8lYtQjPt5hvOuXyNzNvYkNzff/9Zr2YW+yiPhy2BRSaNyogxbmi2hQ7AmqmerGLYGQ/bq
YLRNTm3/KlN247q8ViitbWXI3Axl02GMAqI9iUYEuYPRYRFi8aE/oFADGBkQox2U4B6cc/NL3PWV
t5xgsDBF7c64lUDDG+PKd1pFkcHW0RZiKhDyNXmA3t5Znl86qfxoBD+3mglVI73KFVcp0TBcMGQH
oVtT7goj2/bFAK5+s29p5qs4y815Tk92Ebb9WbT3xAAjsYGSDGpQsERdDbSlbJpOKaBoRT3/yCHf
wTLo8Bj1xm7ZU086UCUIsJMqKGblgFuuJxAfS72agnFb9LslZT4VY5BVWTACjVXlcLIE0EZmd5Li
zFCegZSPaEOIE/pQv/UBqXbhZNjUScXpfnTuaRUMEBgaRpzDBqLejXFUoG802Z6kviNw+ywdQ263
7xC2kQ3hKXhdw34l0PuWLiB12NDxj7oFvaWqXmdIeTXWr2xwNvY0eOWiUh9Bs2RhNz3LdSgxlHGt
DevVKis3pBSwj55PuV7VrqZ0h6zOWWDP4wQw6NhB/6wMGJ+2uBHtPgbfawtdkrc0q3agKD8LUvlO
2Twa+RR1uv6aO5U3DfVHPo1HNuWx4kS8A0aNNfKGMcfFSFYdSNIVfR0vOvYsNMubBeCOouHu0Bo4
5poZNAsg7twt1NeyjGp1S7If7cB9HZhIqIi4OYHAlNW4lhiPti4whOOdzM50NN8GWzs4vUOi3uJm
HVi1ST5FrdIPyBjUG/gbAjTfOBNW0DIaMGCkqfEz8FRjKQMFoKaD5WIVZ1f0F2MIoZrBDGVBQ8NR
xyg+aBwAdKX+JTf77MVom2dSv8FvE8papREpk+G3ooTInz6/KcNcbVrNGF7yHJBpCJX+WloaLeMA
DGtA2H2aH0f+2JvHPB88WDcDLD2DokPFBlhvpG1Wk5/y3itT6G1lUal4JN3OTQ3U/EVEynY4mgJx
Dwk061zSGSPWH+lFHOME6wwl30GivSYb1m2n/jgg38nL1NN456dFgB6DyNwcimEMzq4utm6OqGX6
tRRNHYaIRaLzBPZpXD8DG1zpG1QbAL3Z0p2YknzA/NGMjP6iDGUF4ORrXgrtvGUP2kE9lm7dy36v
uBCL2cHld58C9VKjdAfK7GQv+Z0D6utsdTBuO4zlfYd9a73M8MOAuVva3Bs2T9r+Z01/TjhzOigv
mfreTdgkmrgbWB7Zpf6M3k1qZhbyTmnyC52gky/ngBJzD6WYl+OMK91Do5+W9AF6GW1sNfIRaJlj
1Sv7Xu0DCkpUPLPsmSt2CA1l11juSuVQi3icxrelbHd4jXlEo0rikTI8pXTxhMN2s5xhMOVsRy11
Ytao99qs34G+rz3Y6ThsarD+pdyXtKnaGYT6Bg5vVzdgojVFDIEXX0fPpAdgDEqHrezp1bNGc3+a
yQOA0OOMb56DhU+tsKUHsUAoCY7QsaUFtagDCLGCzBTW0/IsKFx/wVUUjoSMyp2yA3+tZhOLWh/F
CLkACaC0XPi2UWDuxkPopaN3wgIJW8WoihA5OAb/YN6MD5NCwt5afFjLea0FJYxOprFC/UYN5Mt4
G7AlSNZJDcwjtL1k+aICMFnCqQIdDjqCsqsX4PgljQHQsOpEpDCgRSQP7UbLMepzzO6VdvqpU+c0
qbP7cTxy+pOR3oXIApujkj7Y+OpmIWKJ+RjI4nTUZutZXPYGbWdKm8Ju4D3MDwtg4nZBEyiGx3VP
fKgm1hCgdB5S6Cj4UG2LIUt3r8Jjy3OkcosFHiNa7RWkVFkALH+fQEJUO8qN31gnwWB9CPfkvDrL
wpWqN4wsbeceJBRZfJhOChstK8reKieS5w2YIcBzwMidVZ7ygf9Jl5gwrwNhxHaV0VMwCsHgH5KL
ANWbxWEE4alNZPiE13etciqAKG4ChjQ8o6Gt7Fh6lpZfed0EdfOp1ADYgNNhARBf8uxR9DkMD6vY
zKtHRihA72WrRkO9zVVMP4c6skVuhRqAB9D18cbJjAbcV1xTwcUovYH3k1cCZQ2IroErzUAUvMBX
d5n2gEhezOBfzUDBvRltZGbGDnplR70Zp8th9Axjk8sL85q2wxMyxva0sYoP5b4vwskI0grwBhgk
XzqCmNfUEcRpojkF5A6Skp5iFi42T5ANuie1g0cLYAayExTD/MWCzJ8NLrC1H2pftTME0SWuf0Gr
z60xD7/rJM8uAfaOmVl6rAWhjzTjqz7wIwT7QIBwa9S3c9BUCXh3pQptT9D+RMCVbadBSiCgGtqU
wJ0xPNd2vHyE0mAJqYHhvSgPgxI5JZL7ETCQfbPEWomKSP+pyYVb6f7cHoj8WC+S26LcY1vLDJQB
buf9I9CIkTEkme5nebfRKD8b7aETwZC/QaN4RGQkwDpO7H45C1AOCLvr4UuQ9qAZNtDy9G0r4AXI
L/rjDCHqvJlCE+CeQYV46zxBm8Pn8ptNfliKyxiS/rD4yW0EidFVWsSpCqYwGw7CgBJD/9hT1RB2
N07/0GePRruF1QfIE6bYt80OspZZfTDnoF98hb3UkOiyvK5DnHuVpvt6eWiR4uvcF2msZnHOo4Zt
HDNK0ch5WbIdOoc6DseSv4OuF0JLKnFMuh/sGQoII7pxlsICTmvEITLfdbMRZ/iiXSYfddRSVVew
hIAB1vR9tkkxbPN0ugTOMm3JmM5BJg+4YubyCO1Mt1HygJjmu/2W90HRLNi0xNNMdZMN1Q5Yyq24
LD4AE/ZYwovbeId3DYQJQoFA3+FboDxn07RlcKtRKPebGYK4jSeodeqZ57BtlTNfnaClxUXj0Z4m
BqpZE6IhukaPlCWqdJ9qFYSe3yHF0czw3WmYOGmFdJpA+aM1YtVkPHALjQNpa0r5PqWALEP12NUn
j9hkP04UVqO0gdiq1vY7rlqQmlxmZFbKRs1euIW+ANctJFXygGQPSVmuWuFcT/XHInDhE0vzSR1i
+Kl4g9NGsPAKZ+imaGzwOSwhuKYgv1jkvdXh/JYxLgFLB3iqXbb6bIcXTctBNSNo6B6n8QWdXpfq
gycDgNzXo6+CsDq3upfDl7cyMNdt5p2zUAg9dBsJF1th3nfjEAI/BLJtFkqoaB0JxuC1nL9AdS2S
0ncZhS9aKu7ibB3rDJp+5GQqmPuXzcxCmFFDae7c95FRp9vOsX/NWqb5gkinuonTTn5XCCh9BT61
IaAf2I1YMf1pemT9ploi+x6DaMOwXcfaYWBMkYUs/ds8T5HTA4gpnmrnTZWf2PKkz0jrgq46L6CH
KCycwSsrXT2N8xEawJnqqSa5G1XtpwDwxZPBZQKUmGP4Vh9hY7dvhQOF1kaKzQ47Vuo3lgjVNpJr
8qlbNMgdBtpACU3LdoFODtQF+sYMxsokrkxR2zVjtqNNPSajOUg4kCyP83naCg35lqOQO9Eqe5PN
+UaTxWuLO3wDnJQTtf27spCgIc7PaYJIQEs8YT4RE+k7Rv5ophYnqNiAwazUHyVBYQKl67tmNDaL
oP5QYZY38y2y2Zim0q5RyCbv0gic7Ccgwne6LkXziBRHNMUvzQEvLRvi0YB+j2W/ybOFJA3bDjqO
GaKlnHRtc8DlvNMwjx/6ZCFvhfMqGwgVB6t0crfEgW8EGNCgk5RBh1bJYAyBRBFKxAQoZtGqOxgt
QkB2wp8tHJ4nE7M3faodIZydGN3gZV29W6b/R9J5LLeNZWH4iVCFHLZEIECKWRIlbVCUJSHnjKef
jz2rmep22yYF3HvOHy20PSwDbegRqOpUUsnXV4s+Pb4DWM/yMkeFl6wJ/Tp3UdW/6pk1TSr3hGzZ
JO/YqfabkqzLhNQXNcE0KAnchgzgdehOctLbtJnGdOyG4sZUypsgXever9vpDQP5S6Hm57mPUCoQ
UWs3YXwc+BPkbsFRli8Mbcq9a6vPRbH8qsvey3h6l0EzZvncDC9zGf9S9E4YAiZavJ+0NnEvAtIX
AiqjDQGrEVEJEk/grQ8puruImZvVR07YqnLlbp+FniZ5i7Ut8pvFOsCs8Xx31XrXW7JP0CaW0HXT
TDwlZLG8GkMTNAnHbqM5ixC5mfSYxFd9cYYUQ5Eq/cr58KFNPzyEpPU+zw87LAq3jVMnzGYnbP7p
z+AW5bca3dVoXhYGuW5KXuhX3Aj9r24KG4nokfJNMS9F4hQGjhzwzAr55QwiqJSflEWdrVDC4iVk
wYIcpdEXzjh6nafKkfWPNc53i1m9NUlLunXhy4QpieStoo/JaQmzdgZzovIvjRzO1j77Ug2+JDtB
xpHyzQ1+nbhq8hqatlZ+xIpjSiUj4osp+sU3PEur2bTTruXnpHxoZsCUsM7brANUkHbJhNeri3eG
5WkNNzVryl6bh/M6mYcIoShSIvKEHSEeuScZaXFdjLo99uRJZxgvmIn6n3n91S2MWMpHuGzJ+t60
qCITglvl9Kg2Dx1lkjmmONBZ7UZP1A8Z+CO+Cny0feY1xk6vjpyeLTfMmL4oiNjEi4xXYeb9qXvH
FDGmYQongdoyv6KI8ITQFeRAE1+M8LEQam7nzdPPUsiesb7Poyd1ud0D0axOJwU1L1RzDBVPCw+m
hX/WZtOpmfh6wRmMY68UnEX7nPQrIomPJlOwmjWulFExnW2HNnOkbMBYy5HNlN0VURCxcSmkBEds
C3LGay1CnFyXEuiSqMwlOiBF33Y9G8VMnWgfe5aEDSN5AgkJPs/GjfrfkJiJJF+8Zqw446pN0m6p
Smu1HCvDW6uiYt4WkmvkIR+i3ad55FSpwmycOLo4n6bKCLRo5SZRfsSo3y5F63O1n4VJ9YTcC7ND
P3+E6I3bMg8WOqn0XVX8GRw9c8na4UqAi2EayNDsNE8QSenGwdB8GWowokmplkdXn6msr8sNJELf
BisnQE6otZ2Nbr5syl/cpCT86+9FF8jxsRc+iKfZCpNgFyZaWPX56W2zdwj2MK2DRL+SFO4trtqx
Qn+W1hWQFV3rP7S4EwRI/uNwoQ59+tQacf5Uw6YD2DMHdScIladM8zYtexd8orHjOPMIM34JezZf
mtCmtPozedeissWENqm7nGy4KUq2soU9VV/PqySjuMq8fhmDUmp/Vl1PDozAr5YYlT6cqm1M02uv
1NemmP6iiMUNompDKaux7ePyWpvor0LTuoqLpW9mPWZ7WUJiTYQLgaxUfEUun8sRl+HbzMd4G4XS
n2BKbjWEP8t0zZrj2tn1l9L8gwgassBg5xkcJbfzf7ogUGvfuguhcgBF/b66C3LMOejV5Pia2ydl
QOb6qh7qBO2eawiYuR2JoNvSlWavrx4VvbXTRpVeaRKgPSMmXl8MA95YtXKTfGdKntZFNnHueEyB
GJbiAwcJg2CJ/sPpxb0EYkc+3qoFmLYt61xU6Ej/9G/ppL4rn8Li9QecPdLgSLpT03SQ3Ib0MGgU
04PFnHsuay1yACsQcOLyIhQvq44t/zTn482gbRQbkN8alNEuHu0y3TZ4UqyTkm51kkZQmJSG22A7
ZQuOdgKDTvWmI9sPr2Mju7ibxuxfonvh4mRSoB6U0RsqyrSMbyPNNnkIr/XeoHrr/FTZF0UdpPqW
FCMUnlP/HQ+OnARh+ivEj3B9jfp/Y7YGNUUK6P1rh9WvBCaM2o0sUtTAPuNa9enZpZcyls4RGFi2
Y5Bb68pLzYc1pkcat3tgKAvMZNFONauH2qqlPac8GlmQ3ZQ6YgO9NqnLXbKkjlxiMkjjQ8Ho3HTx
i2q+6CeNGD3ZMcvN0xVTO9Y/OgzZst3IeC9AJspTNwYSKfVJBh9Lq0ZDnOCwb9MdYwL9F8+UpwG9
pPVWWEGtfcQSAsZ8uurqPwPPVwrARMrSxGFWfqgtmQWC7qrNS0EvifjTyTjIym+rdaTirx7PxM0M
BHByoWLFkTQAjoNcfIIz0YMU1kGj3crs0GovBAEjJY6oziPrMBEFl0tvaQNJDhgI1uqnDN2ckJe8
cAxAu97FsLSRwarSuX/KGHEYxqPuxH9cSSGJXLP6VnYqx6w3UP4OUkROLeNITeLOP2Y8Wg58Sdwa
d/oozG8ule69+qVFIGpecz1QESsT1CSRyKI6zE2bXrHGU1hUF8IwNkrNl5lzHF+tcEswQ2y+8VmM
6lLe1Pg9msmR3QjrW6sw2cSJnSblsSZPUmOp1ikJq0mwoRuF3LBDeC+FFaWw7BRaoLa2ltUgN+Qg
5lujTHnjJTsh+CE+Czu128cl9sOXoqnedW7JnCFMjllm83etOkfLpiouYc8jf9BZZ0qVn0CziUUV
RyF5Eosdmeclu1nryth3gD4d25NsABMYL0t1Lp+J0keNgbaCM8o9JXRG2S/yfUL2xKAAHmYeuFVa
Bt214hzE79fJPLLsNbe69Az9a1h31KxwJDdfXeZPaHqNh4INX+TSlFxx/uJzGfF2ErG9S/9K1Qfc
3OTVTks8qojIcSACbPjlLRMst1d9eLyJCWQ9J8ZbXf4O+UNvugt4O1Sz0r3Uva1m/Ow++LuW6edM
8AgFBxvVuFbChsRR4HrRj8Ei6uoyF59Lclzjox59PBsLCuWShtuSfTzaGNYbJQPAbtYxbcHBlK1S
BjW7ssFJNbKIAQLlhEgYd6nZ60myyeL9yCjLOaLbbcfz/pJy7w8667zEmbIKDtAQI0VbBkxALMsJ
7yMBBzwLIXnvDclGG1Ava9rNlkdaXx891OrflH90ra3Kboct0jqVVWljoiPLc5b2XQWOop9gqseS
4IStkZ7ZnUqZa1PPN4by/oztD+1qJXP+LHSXBqN0weXxl2lnpToXua1H20j5oaLB0fRXiojzNIjb
7aD6kBxcw6NhTytY8BvOvjTHriMclvLWkRVUH4f0HHd3rQTA3XfC5I7I1NL8a7YCRfxjoqPrxSYz
WZGZY+J9tqL8zBxhRmhhNw2GY+pKEH0+T7+Bg7s1gylUb30VwZ/w+UimwHlPscvPVFE3A0nrpO3W
TP22ZXh57QgK6KLfUN/r4W4NEac4dBuPP03KqOYri/wmam78PodOPxO5ekJ3/AzxZ8GTXy0Q9xeF
RB2TFQVwSeRdTrgCiauJkYIHTZQ7efue6a3fFxAee4JfbQZqoXuspmHrya7AUUasGi3x5eKzmvOS
KryWx2x2Vfl9/VWSO9VYJORM8z1EAc+5rJe2WPDTJ6PCiUrH4MQqDugFBO2nA259XVQTbHtTEDnT
co7mBL70nqBtzXY7wwjMP7Pq9nsMrouEzgN48ZUbyAjDTS37sv4vmz/ac8XFEvv0GoqMaeGvnt+n
FYx19XKOWtVW+tBBiDHqjOfAjuAfm6kLFoLxNOMzUg4dXQRL5k0xX9L8Jk97noS8ASO0FcSyjWN1
R7FHngXY68jqPQF8MM7j7IiarbBHSu8C7DCxmp7Q6M44A4khKTCoVPmtwuOE8dMK1E8i8eSYsdlf
zFNFdsew0anaqN8noXLWZt6sy88TD/wsKeMQX8T5MqMbYfWvq+3SuXXqiZNdCU7YuV0fYCwVky9z
DLK0dIiPBZQeLsoYblbKm6MI63J3KancUVg/tWMzIsU6pfU1Gt229ptp1741ZNRgWv5j9wxRhKn3
aLRn0w1vw2zrn8YfDYOxZFcipmdftjZIPs3JH3c9/MHgytzRv0q6k34L1dO4Kw9RqLpD9GX2H7N0
UV8VHAbyeOk+lIXwS940d6UFoFGuZST5zCCkoths8WHytSqiraDLwRehlYQoNja4DNsC38M2e0J2
HL2nSKMchZPS7Ys9YL0l/8aRk3ffSb4FaSVsyZzfqJ3oWieb/VDcsvDpf2pm2O1nqv7UwwOQlyik
TfqFGbu/ZaXJQ1Y/FQBKtS1A3vNjODdBqx9m2nzIIyPAfCMMoLBerYAPzqTEPAYcBOZF/KuqK6tE
rvtqRHDovNcqrumZvTUwsn+N9KNo1yf+XzHBc24U5/+ApecjR3fSSxL7+nmmdLfy4QeQ6ogAQ/H6
raeBSNiG+JbzI5+euZ2L02YkDZcbuFYjvIk3eJOO+A1CnJr5TctvKc9UXGP31VERX9Wgr4+1sjUW
J5w90BJUP/jLsclScMQREfJ2YfzatmLQSB7PmzF/DVwL0UuvuUZoDzRZ1aVDYlE13dYYy8Team5A
xdO/IWrs6kNVb/zYxc7J8RLr27H1gKqnaTN8r/o+JWe418ESBpo8KtAUfmrLO/Hsa/LeCb9ra8s8
OAZBdeL+6W1Xn2Il24oKW6ldElGdofjBLWJEbnpe27uigq9I3IR4xz90mNvMZ4quF3dE9SNw/ROT
BhufHPv2m3QlS9vn2jbN/FyyLWZXIhdMgTVoa5qc0V7O6sspRAKXUPjZsOXV1AsPhFtY/WewU+6J
1nv8WHo29QJuSrbH2NeMo4SWSz70jW/J/yb+4RqMRlBnm1K4h/Vb/SjlcBembzAnz6XHGkKnwQVr
dB/dQQXSp7TXVvJLq++lkctcQu3/ZoX3OUZC8UympOYSJdWGHFUnhRLjJO6YnHUY8nEjjk9nWOJk
VYdCBX/sykRVv6pzsZ/Jh5FVDwernKG23wivuu5Vxa+qSJ8VWfxRDpZHz1iJoLeVFW6O/VI6vV4f
jP9f74QAVG1jL0QUxwRgVNVDxcA/OKt+MRr5QwCA2Aja8OSwK3IgW1h7riET5FkrMlCiaC+TM9wq
za5b4kAuK1sfar+twz8xrb+skSocOdk2UMubTE9stfP1LPOKSXUN05X1kYtlU0aeyjZ7RvaDSnBj
Sk4V/8jxt4waQd6H5pYVnECjVgmkev+E4WJH1P+g7IsfS1D8RIk2LDl9dWpIRIncYfkbRsVBItJx
cYE5+yq/s6i40qoM27mnq7y1Jm/U3FbyVtMroVq0Ifmb9Z0MdTKbw2epuizjDQWC5nSgOX5L7/Z+
6XmJCzAxOXV0QGo5OVZXq/uMNNFLJ3PfNZkXGdkFCMDLhmdkiXwdx+diD1A7Uz1G8RBzsogBnyto
bmc3ajhe6/UAphau46dk3hIlvVRhkPKrNU24qsKNEqc245rAin6O4wP35rQQxcmM9aL9RdPvhJw2
AgEg1dgu3kbDkdT9JLEAYSOMsBraHLXPoRdmmOxWfbcAfPfnKaK9b7eAxEJWQSUo0cUq4S/geQJN
2q86kDvlOBmn4LqrFmCiYF1h4w7cwgmNaLqnzrcyOTFVhrpbjY4QEoyxHcUuqJZj9WOgUMqM8Qy4
DEoxjmeivoXr2hOxCJAJv/GpmRHfrpPL28LwLSKxE/lXx2pVneTbrARFhs82iAjvybp9zqk3Dh4L
t9q+qtYVtQuhN8gJBPkm8+gzJ/MzmlRnjvYpU4bIgIDfy8RjCmEUzS9EdkwjvxDwuvvOjc9h8g05
WOYNyVLK/DOibCsg8E4jZ7k6MK0VbgZNHM4UGSmx34300b5b+mGZjhksK0CvtlN71GmAu80zSW1u
vJwkW238SEhWtuYbQx4jioQN+W1cTo106/+sH4qcNkPi6uG/egbASpLbrA+fEjfDwn88xPeqfuTo
pqxpP/6XAzUlHqQopZ9CDkk92uZLM0qMEp8Z0yNjZO6B3yk0GvlWYcfhKc+2eXmzxpeWYPH8JMIt
D9meICtTMe/LB8nMwq/Irg3uua1/qvBXM+3MYulHkJqJNt+7qB0JUtT4vmd7+st1m+R5KbPL92Ry
y1epcOPks24O4rfJrxkyuh5/wup9wFSuZmdWQEhI2CNVPaxV6vT0yeQElnXSLqq6Pa19NXmrHRRj
IQbETColyDFQn8e73DM7HfT8PVuh05GzDIgDaP9V+XrzO9a5WV2IOAYm0B2rJxHwlDc2gWZltU3j
0lP3ofGMUVPdpfmcRXh+W1V+l6ecAkWN5bJ9KMhWGoaN536TyQwWqEhyuwLxY2RA6WPhLUk/u1eJ
1aS2e8WfSSW+WuexfW/uqWXzPACCAlZIEeSW8JeXXziJ68KzPksGTemjBWaJUl8sLWcpNxE6z8JR
jE0di458TqjiSpzn7Pa5LF4Y+qj5RfO7IdPtBHqO3wam6GRxHVQSX/q0VftdPbDRWKRzyPtm+MYF
8mKQqqCungCNuX6HI2qJ8nX6FAhp5DsRUGm0dRxEvZdwaIjBzKpUrTigD5GCtvN5z8AqyLUbEkEb
HbPls0k+oti1xC8Rii5R73pmbbWXWXRnHe5xn4PAW9A/RGuIif5GzfH3UAj7qOGmCTGpE3xNwWX9
oaccs048PCRiJsZHAwCWOewaJZo882XRcK/q/HBQY6u/c7grUmFLcRnpkYE48QWlt2FsPKugf8yA
w4G4W0+15GQRBGgVxONLHXJORI7Oq11X/9L4SJ+BHUV2i4gkan2zLewlB23BEtR+a8KrUkyIgyaE
142d8IZEBsM7QsEypsmoZIYA19a5pRp61bLJXajP2uQRwIOSnfp8ou/NOAww+utpFmxFvgzRjVgt
uO7IQiC1Yd4ejZb1PrvGNfawMdcoSMTJzXfrZ3oMCvfMEc69mF0R5hnEpL+b9cOUtjyXLONAisJ0
aKtHbvFMJAAuTKdmXB0lU7ZL8yJ0zvOrHi9qfyr4A6P8we9mpCgKzUuu/oQ1KRH3VESDLbGAy6+0
zLux5s1rjwmTZZc5OUTbzFFR+NKfDGhvxR7ICD0MKBNDWXVK/U7mr2Lta47C9VFZ311EN2ch7Xn+
U1QxesSacFAN5m4SyNUrJTcov4pPrmxTAk409M2I0Lgwsq9OB0LNZ09CwTPxwscIyCAGPsTupYz/
Onj4hW13/FvVzvlPqHJateMAtR6xo1FSyYtgflSMREn7Mea065losuJ0J/MXj0xjTxTYvpil24BB
bdqV6muYnVW0jFH4LnZE26+WdBr6MXRb+TltVp9xnm6LvTB/WhL4NUI3e+CjDO+JdZXl0ZvzXbfC
U4UX+kfJi7v00a6SYQ6vkuBrJk3PoaOPvy2dabAruhGQkMm0SyBlIrwl8sik/U+vvqnQ2yR9QMcI
DELakupfgrxntVcU137qj2khX3MVrFqF+S92Wnapi39qi1yiX0RYZ+INy/UxdVyksXUTrZp3bm6/
9Tl5Eyy49nqlBlca4Z9QPiptFTQDb3g/aJxrxr+hBynhBpYmwfSHzHyE8bKbF+M1Gnaz/GYgwqUO
eJs0d02ILh2gdsuCkRjCeEhg94HTTNEuE4jdjKHF0xQx9mpZuxp6lNwUFYFQEzHTl2sVqFZ0qwzi
dajoKqt/cpS5sqYEAqWKUrHeV/EJAXHkRCJ5gPIxj2FyEUKptLQgskIIYbX3gl5LQTDHnTqNKNrx
ZW/UUvYHi16/JjWIphabcRv36nfUGpEHE4pqYYkPZoiARFVGYtkkpvvyFApen/t0Gm0Qi6Gen5Tp
XeB+D7XzMr6yfrbp3jJxADSJU6JIKr81nWoJombWjdayTmU5Ix52B7uN/hLhqhAjxBKKH8JSpgsh
SpBwEsKGTMJINPcKtSRNdc1NYd9IFFyaguLSF6nIvKiWY/a3QUscqfQX5aGZ8F/yNu95GuRHSyeW
XKCmqEu4EjhL80nQkRhSKbaB/3etm2Mb13ddl4j1HGGiZFrJUnWXStpp1PYVMMHCFGsCYc2awBjs
JzpcgfKpxkQzxPEYtF3xMk6DCqsVwnbFL1lsbpuGRFryHAbboFzTDoVO3bQNqbRxxPdtWNAkg5wu
DgTPoSvbcyFbtskpIsz1Uem+rNTcFbhOm3GoyFjSnNlCh6op9Y8mvBhVESTRgAFqSMD3i60YnrTR
S1ss7nhvlNyBdD4pVL+2FslMx1RhcLaZIg3JJ+ZH4baYowNmlISpcyneFn0ntJ5s7SptG8230dyr
pOMhpudt6+v+wmMdef2c7qCz1BWsPhXAIxU0YBLSLImGXAXcXzLeSEXkmi+HQ5GsX93c7sBX2Ear
3i7a15pcoojt5gS9LZCzHV91GklxN3aOlYAzQfQm3CwDm0W++mwAFi4YxQnpIRrQ/ysu8gevItlj
WAxHifi4dRA1Jn1HsTegQBhkFsvmPZ7cZhj8JleCRu3p3FQZmVI0h4ieOX/fm2sFnDrQ0sO5zfDb
j4+8t3AvK591+wNwFrblkQLXI9nguTy9rNavagJ20/9FXeVu0Tpv0fkeaiEw42+FGPZQcPAY4eUm
0b+rbasUH6K17SiCa2vkL1YbPtqyIQEzDRGRoMabJdURKv2R0B3H5EPWXDfce0n05TS+LWFmh41J
XJtqa2GCEqIS0OGO3bLtWoOO1bkarB8KpUV3EBdac6QocSUt/JUq9Ki81MrQjW5a98iGU5FW20JT
Kv4F9EFcc5OvtNhu1I7MLiOy9kiwFQcGkLejGwovS1N/aKx9TBVz1ylOj4ppgpCv5mcHQa3NNi3X
HlBb9axem0bgG3Ms031Kp49dxWf6YNHZlUyk5UGAjFNGyV9RIs4D1TXkNtNid0Kee8yS9BI+XWgK
uBNdoZsVl0eB6kbXddF99qd4ev1UiB1nbf8sEL6uSDurSbe88inaRedOrVJ0XMI40MfNaha+ReyQ
xkClsp2kOGwqVArKreeVb6CXwqJlZOtFVx8f4/qlNr7M3qkgJ2tR2tA5mmHEEpxIv3bycTYsZp3a
Ic0zlLWN3PNX/Ovq0RtD/SVDgdAyKJcGU7r+yISGDUbQnbm4l3X2JpmLflqgucESclbzp3pbyqhv
Hk9Gfdbjd6EFpd6JZfV84cqE3IpC/651HjTlA02LN2SYqkQUxLHS/NVI+TN7ND+SKNoqCWRFAwqX
iaplL70ZZBKy/f6vw4bczcw41g0JRzuexvInC7/jEbiTV9hcfhEZTEzYRVpstB6UYhGJx9a9dfA6
61KI51HdGuEllI5K2MfnDHueggrxps3rT1KPVNV072a+7XP9VyuSY5eMWw25GGl7dHzalXLSJxUp
UA6x4vS1nfWviS7bOtEvxmTnqHEzpff7p/KOICC0IbOF5td0kz4HYjhXzWGJETyhXjVlWrqkwtHj
1tfpkME5BvWxEF7F07WZSBp4DrW0gJcizJ7gW7mAQ+6DyxfZCRKuFhWIyNZdfyW0hxQSx6vqtuV0
XKcgCfeyeeq01I44YrLxfWyvkE5QywRaDyA8NF1ZiE4tvJe2IGneKHKtwdDQu/Y1CvEpYxqn8mAW
vobJ8ji0L4naeML0pioqgWIT3gTFKTNBu2jMegXlPvnYcdLml4i2cL9v1/ZIQ1vlVuEAbypd+P1H
ObYRMTEg89JWWf9CRbRdFOshotUwAadQAIH6MYVWXU5mrj9VTNK2EP28eqyLTBOaSkq0bEvSZx9W
O2vO+RxYHbOHYaCd4j/snnAgPCTVBQMCWJlWcTD5Hq9GpeSJAxi+Ljq+QpCOfN1Z5KHS313UMQQJ
CUeFGU3oClh7U+G3MHUUpKgbEdon6TaOvBpndwWAnSX+WC8m+13Q0KExiwvulrFLakJZILTLHOJa
7Vk/Gx2LS7eAOSjeOP7FjWFeUQY0mzEuh/MQg+hz7M/wWlEsLY4o4vOwAKrSF3FIG3us1XcDGQoG
j0rXznWpbBN8LrsW6ynGFaF8tpXcRoHBe6Ac1htXRJSzHMbOM0Tgo66J9FnWe7aOAuINX+pFWpEK
0JE26bdydJjJyqsNlaxzOT2VgpsjEBkoPeCcYl00BJgF0cS7l7e+PApIWmcwQAaxyyBEt2jMnWVW
zJd+Xh6zAG6oaCItQjLq4cqwro1U5q41X0Fcs/bePjflTo7+KkLg+0Q6Kwyiaj1ldmUZZ7mDVc5P
cviKSj13s/SrUbxsvg8tl2bd3ELzopDbhJ5wEAUnMd/n7F/I8tU293j6lDjcYvO11++zBqorvYmA
hulTEXRPVchihT/H4bE5WhPegZACthc6h9r3kCZp30hi+RHiuSwgTqMVTq4KQ8diuBKfvUfMPAPE
OY3JNDvlRkDZuvro18adSA1SxfB1TkZfCQ2nyGbpVTR/wkGwuRa0JknekUhJO01HkNEqtYEieBK+
WzHCgZI+uq74jaixCPt7vXZBQ5eEALwgDq/JDCQb6whuOi3P/NiYZV4fVL2V6BQ8fhvOIfLDJYwA
0Yuq+xQDLrGC91dBV6z8KxLzAHgxrKYIncxsgi0H6RvnuFZxYBrbsvxTSh2CsTcriMxhL84xXeL5
v2q66wM+ITB5VbW477JttxS+DooXDY9KP/RD/IoTC7k7KsSRr5vjYXobJqShqliyraSOBqIir7BD
hpr4PWM0CDrY1PT8NGnrlc0FWjZnk7fMz84Qr1FpfRXP2ocW/FJfCgFtwdPBj+hxWxTtO5VtTgfg
lurjgUCjlLZVkM2eFgkMUSiYVQgR02lbtp02fcrULbaVWIDegNAuFFQvmo78u0618APglwOs+dXl
+nvkJ4uOQ4qRjpK8kp0JQgImEa7CcDSLObQ79gtnae5GylCRKzQXTqCcpC0N2LqkZxsFy1xRaZeC
/5Wy1e3HPhhERCCruSeHdIM5dpYQtbSmnffJNiHf2aKSfRLuS8RPrJEOtfECBHloR4BvUz9LUeUj
ny6iqf2YSXothwr/EGo1EqKMnv9fwn6wLC/rVjVQ8bW8WFpHItvfFALkVbP1QQMw1HPM1i3g0y10
FVxGpf1BdmaigY7I2pugyy3TX60G+DVWX8oUtI9ZiATxymoOyoDSzJRaxMbijgb5C81uTppS5pRG
PIWdODKX4kTpNLTplDSbjhpe9EkHQDK0o2CYNyNrbCk8VtR4UPi9UczYo+ywiUybY2yfWcwrEGBR
d28yxCnT7FeqclpQjOK9gIdc8Fhsp+lXbox9kVquavIThv/iz3sF3W2LyY/GJkj4a0kdGv7xjWIx
T0u/OPj9pSr2iWX4YbdlOY6Hg/YWotmpa/25aUJ5SHYItrsao40MexeHn2HL6ciDgrgmTqg+izSv
h91W5xko1nyrSSWpJuEg6WcdqbeQ0AOAOLRZf1WUWn04BE35ZRE/icf/OTlNaOPKH2u4C+ptMH7Q
gcXJIxIhUtCxUWQjPCZyvlTd4qOCaLRk6mWLM9XUUWop6nE4NyD+TD0r6Wc4nRlPqx4Mq+YtRnQh
GJ5Ivrxctb4VK15LMpy9PLkYZY4CtvStYqKAXyp/FO5TQ4o/AVBWspfn9xozkjw2O0kVbTPpnjSH
LuWtnY8CYOTzpZ842NMJDuafpU2xr8phkGnGV0wC7djk29lQSarG8FZivCkQ5Mk0naoVwgRd2ifM
QSrmzbCLDt14m6ZkWy9Y//R6p2AhwBToEvfzdHMPKt8UtSU5Nyy/5YYdecQEXoGWsSZF2rzLUHto
oHRFfGv1byG50UKHvwj52ucif8v1PwNeXmpq5v7PqlzxgKZUG80VDvG6/JSq9FwnREx1Sn+mHP4t
XkVc+MVq19ayF/J9bemO0ZWYNgMJVCxlq3x+D1HMX9PAgtjyc8LQIkbxD6Ik7uM92DHvFqdnZWTb
qEJ+nkFlHob6HIc3lpm4ghTeF9HTNuk1Q+r2WvpPAzidbovwxryfNOF51KCuZmzsYjQhtg579g0g
efb/XZ+hA9em6SIiSV1R2lJp7fcsJ6aZUBpplke5WZxVK3ZLrMnX0ATugBDGM5n0s2sOKHAlKeLs
zqVtrS3/6JD+LuWHkZ9Xc7D/x9l57LbNdWv4igiwl6lEqlfLJc6EsJ2EvXde/XnkM8nH37KATA1D
m9zcZZW3xKUAwEWugGQlFqYqWv8Ggj2LLKd1AZG7vUhVObtGR5mbPEkl1XxSYNsL64Z1kV474VeN
AiKbPh/IddFWUHCxnQ/kxLlnrERzIZXp0gxAl6aHoKBMIpdzg92Mth6u79sooblcm+6mj5SLGvqL
COcPz+ohYizzcCkJIEuBtjeqLZfLNDwIpvsAGaIOPrrOOHvDD837BdWXVj5ZqK4Jtuw/SNo5FJRT
RZ29NPKD0ItzXTUXmS7qD0YfgYTyDWVBEmdSiewWUBF/Bh2sqw6f18QM1TfDjcZD0BY4Csfd/4fr
QgyoVMIoNTELgcZZARW4afhOWr8YfTBHECb79MU030D+jcpHTrMA1xaxtZHyn2ccKPmzqY+P5Exr
nVsnleiNWJ54aCFBCfV7P0YHI94OBZ0OL8O4MIZaYQAaGlZRPyx90zsIYA2KPtxrYb6RPQ2OTK8t
mlyWbfg/TqwVVJ3ETeFSNQhy/7mMREcF0QbDFt1zEMNZtaiT7uBVLk4lAPvGAVz+GNqKadhx1oGh
qwrpLcdQz6e0gt6X8FIZ5byxOFFXiDNSuF7LgNs61AR12Gp27FGkxanxlYO3kV7MYa26fLQ5NEuC
/YcRw4ce1PoDAXbuXVgfqnUGz21Wa4uU2TUf81SnG3MZ9UWf7WoiCamgaKDWy850L+yvVNQ3o/A7
AySv9NG8VBt2SZwDTLRyoFJhLtiSYtbzwKuYYClNNnHV4b1FkTcM7ZLMHY/3gn5N0XUbI9cfEMrN
7UrLzlV1GfylothqoGxzKsSS8lQXGSG0RyLgZLGrzIoCSlq2wBGPPlU/j68SO2QrSnoMezyBwAC6
wRpTsKUnRdh/SeNHrz90xGb5eLKEX0n/QjucFP3KCEXvHJU2zRznboaZGW3YQQO3aW4KkA9mtRJ9
6b2tckDGGP1RiJHTjdn+8pQR+DkOmHJMLVzg7rOQR3qus2Dfh/g1tbn57o8ka64yblU6+COxRNMf
4btcFfudgYt8OAps7FbUoCJIs6Dpf0AZqq1fgfJH0ldjVZ2wSKOTSZt4gG8sFPh7pbYCIz/Uyn08
nko1XqKq7ZT0jpTkXKavRvg8lNyDcM3NbdyBZS+Bi+PShQBRVOJMLV37FYvMgDoV2PEVhUh/ViNo
BYVWjca+FP4o0lKL4Q3rJTSYK0ipCXK4+aYDg8hHW6qqVx6sxSTAJWpcDRL4Xxi3C8DPso7TTtva
2XhQ9ZR/piPn0hAJuFuFgtIiQFQoiWm8GvJdIu9k4hsRc9ANMmUU9mcjYjcGjm3B+HxtfHlOlq9h
6AZUJbU1BSNVXdbtscD+hjKXd1E9p0gJskFnq7+Lq2gwhREzehJAd4CTAKnk7wCTzyLl3SR/ppsA
vkpoabyWMHSFQ+MDRUFgPAKMZ5GUywrfiO5AcKSjKWhcryArChe3qypddEO3yyuaG/ug2VbD66Da
IQ6dcrStw3PV73UAo3JwzEWBpelHr3mirg3TZPY+rPxUCulGN+jylhaoTKiRwjthx5q0nHIfRG3q
SE4V+/ZYm5vMwjIHJ06LFDer6Wv32rOo/tGSFFyXvgm88Sks3iypSeCtQHUoOsmGnWoPcg38IVoK
IQBZE1Md3qh5J03ny4OXojoN9a9RXSet8yexbXYB7ZjGQEWw3AqtB01MwNnZe/TC66oIzpoVbApm
WnalBV2XuVI261rZm+Kgzc2MEDb0KhypopVYV3j2XIO7R9PLfkDUAABAQ2ARVlyU8tqN0OZrNUAl
w5jaQ/uuaQrloobygJcvET+inlqS+XdNBGlyLlvDWhKHwS469TyW6S4LY3RMfKKwtK2pruit1y9c
s0aEuiDtLfpmOSKdrEQl7E4qT01fPQVlxm6vPBEDYw1FErWW5ZMnSPrTVb5MtHXye9trtWZtSRQO
PItagmqB2zR7YKJQoKCkCMNLMR6BdkbSj6jM5mOFUgF4+ILe86vB1d57l4ImkAZxwioXbli+qfWp
1CFLDPDBuj75nVaQnYfKJUZtQPZLxbOBbHyZNIRfXf3hK/KuLKSNedWCyBNsj7qtnpnBKmvPJYVj
emqjFM08imAmjWND4lqEMtNr2qLQf6FbjFpP2K9dnJ6gKFs+CZzvnq2WMCk1h/yYloDU4Ne3ZJ6F
IGpw+zrp6F6zx5xWiCK+xpL2AwEfIWvWSRy+Kh583DQZHgyUPi9UTVeEnjW+ml17ws5Tp1AVj07F
XiubBxNxG2D7gf8x1Gs5EBxRdkyjWdNdWebIFeVxcvHzcUfcNAJVCxaUqmoETUH3DepPLzomie0B
zwYVGgygG4ZTgMTljDgb/QCgv75gnJJxnCudOw8rx6+qD7nOl+wlu638bUPmpETCXKP7aMS0rgt3
KVMZ8vuLOhCY6ReTqqtducM4N5KYEBuNJyFp/yTXBRcsLN1YKvoOwE7hXjpVWxA/LPNreEHVrch/
QvltuoWJ1R0iN6FOjZx3hXpQyAtARGZGlxr1n8w4imD4QvILCSsYUYd/jHN8TygB5Q3+oh/E9pim
3ONjdTA64cqJPFPdycLHolhAvIWLfwpohg5kb0/gRdEPEHnr3pPhjVFkWHjJo9k47vAgockirNmW
UFpza1EKP7saYE24aLR5X/4E9+1lp0Z8qNyN3z0O0rp1V5En2H1wcsNdDPbUsnv5EheLofuVJo6V
vgV05fWfgUZz6rmmixq8+pwV3bMYOwb60t1epsAppFEA6ArvD/wOzOTUJ1TMTekK8gx2nkFgc4w4
NKz2rGt22h9kHGlV/NkwHPO0nzl3Z2weiIFtsT3QmqzE5qnwN431ohAs59TB49bNnMrS3aPZdHO5
4qMFcDwaGRIYyQpa6GrXGEerQNGuAmWfxYa6Va6k2qLAKKmhLT4vkdVMpIpItDpYGtCeEQeocEyo
MSbKsS5BYynZsGoEk05UVm1cI+NYaAZ52QLAmhfQrqTkpRA/cI5aFnBJhhxjgnIcEcBpA/5J2w6K
u5bCcl3mxSoWYEvFwlKCBGCiCJPsfKy1rN7xx1++OTfd8ChmtUWJWd/kEqbihgR6mqrm2qLpX1HW
y7tXP4rf0lQmgNHpbUhLxTIubUYUDxx4W2oERPjFQB36mbb5zhdJojM4waF/bo2U43dYmmjk9Mmy
1o+KfJQVbL63Ih1I0djFpOrVsDc1aaYVRblRDd+1Q1/7QW8CwRHa3KWP4BKNRZ8v3krqhyebqxCO
VzTS0caXrKHL4bcKW1yZ6TKcLOSkxPA9MUG9+rRmBlldUr7NVYJac9yUSrRPlOoSqEB+hfhJ8IKt
CzZDE7yDVgXKzMwhodXhyjL9lTxCiEAnrM8GG6mNlgZgekb7Z6aUz3kIn6FzMmHnNnFpD4k2z6/0
o4gu8blhqbYcrsqVqaxHHHRFoYPu1hXM44v6geo2rfkMx1mIK3IPWSCokllTiD+Ewn0VQtrCdKZ0
HbUDX/ulc1mXsSMBzLeqdY+vbkC44g9/vDDcphYIdogKRFBaRpFuuCI702VjNY4BjM2XUsfVz74X
7GuwOZpIleIan8cwcFPd2kjlPgoeZQMxNAMsUERhl85aXdghnHi8OzTYhZXw7MmlbdEZqGMfwMbZ
44mAdYc4p40jvd10+FVYwEAEWjKIvrQDhCgz2WHLPSsBmDYBkCJQgTOFfmASp06lFg9ulh712McR
s1z3iXnKm33YIarUNL8B0oTCyhSOXqTZSG78kFx/6ya6OI98yAlE+bQhrRk1rH3kgnEKewDF3wtx
3VBEnTqk5lHYaqKsga1TF77wmNcPtfv8/U9LVz2rL/TIpnYbheqLQ6zI0lYUO+wwRUUu94Psh4AE
Nfo20pAXr03UQVrVSo1Y26cb+rvxTBo+6uiDC7jzHDf0tpSJsGRUy2nZWuBmxv5wVS+NYZrTnFuM
NsgrGESyU8RzzFToRrrCPqQSIN4Z2rg1BddH+ktavawVfdQNzuxeRdcUVS3dc0Wocr1DlQ0c8yWy
aLPXMsRX7Le2rbLupLXevPU1EgQVn14olrUFixCeRoC3Zyw7oWD94n6p/BU7i5JZymxerUUjULln
WRvm8kAMZfFSxYM/vKQckNWbUkirAGSGaEH/Dj39ze+euN2gJUGWnJtwv9wcf56xWYWasInVCuC7
O8zHhlgTSjtLToEln8x07xHhaANjUatgz72JLYTHdFU05UqK6k3qC6CE1Ip+k+L/wnBwLhcbmb/1
MZw4hf7q959U1m9906so7l8T65uCXAmGp+w8uV2h1SSCdRCKH5Hp/ygN/MwthTKd51DCujaDQHeC
ngzCDqYOHs0ggkeq+Di6aeGmoW3TEoKtCmWev4fVS0CMmqBPqZ0K/2RJ8coA8dx4+a4d6LZ0yFGK
mnwA7nnqPsT8Kda2/R9tuA5gIFw1rpL0IVSeBbT1cgdUh3fEus/Prm3yg9yZEH1eWnBqqb6B96k2
DrC/M64xjnGhOjv6T/jGichEYB4d7AUu9sY2CIXoxPIBN95rLYGMBhYDSc8ZVbjHi7Sj9LsUd/3D
lVZIvfJPZ4D5gII3R1Rb3CsfSLHlp655UzifOMP5FEm0jWl8jPmR3mOfw3cXNgATS7OfdYh5tTMX
TaSUOgDVle7ZeKGNqSk7heOcuKlpV5TwIX5V3VpHP6fBRhRyQqI89iiHAqeSf1U5S45c0KWtro1g
dsyxe9dUcLl+g7fteICqx0nr+/JMFHWWlXeKSw9ujPocy+opCPdeBjbEOibA8CDmh5RKKqce1pWs
gme8mPKhcX+jI173R6UvHK14H9Mt1Bo6ts8lXCS9nEU52wFBIdghEhUd+RKxgKXiUqpBg8yweZHz
9lQ26bscGbZF7C9x9SUpuQ56bWgkDNtIs+ZE1EHp9DDmSbqIZGZm+C67KUIE+cKn14gZTu6tEvet
Eg8pASXpa66aKJEiASWj6gG8ZxXF7HHlwFk+UqVWgKCmPFXULUFZAk8b8ZmWc4IlBSl/5WUAFA9z
KayeymHTpFuZTnsJ5hcsWRFCfw5CTiut+WMiXuaK0P7Ubo5njT6SFUd7Fyy/0Z8adZ/g20pR31tb
OlIxAebRdmdsiwo+VgRDzHut5OCH6fvPUbpKxbmVP0X1OU9lW2q9B4H4J2lbqL8o/6fm3G9gWFSK
v+yzaAYIOAcK2CTZ5fv9fOsWmmhNN6gQxljlyDs3oigTCOxgFg2d7Axxq++HMK8nw1e30UR7NhUt
0I54Gu4oa4KuR7iqRNAIKBfyilhHzkwQVokXL+jO7lN6jhh9CQHOkfSg3RH4Q28n7WEEWSf8jvDt
iYJo7VUUS0thYaYbP+ITS1RTcjCbFVly0tpaYtkKYLPgio4t0qVLyZy4BV2qqDIf/PhDki5+2Nrk
mXM2dCntK+R1lIriQhS8NukhA/II/9yKWa/SzxLXh6ZfWMJz7n9IkXguR0rlYWK3PpgWCa1PK6TE
JTQYATwX6rnFfKZODjQo+xx16P5nHiBYi1B0Q7lxsDaCRW+ce2jXpR/9+CSXlDn95FD2gL6JnOgs
hBR5gzg37ghwGrc+80T4koOgNa0hB8CK9gykHHQqhfYtqIjqwWa2wHZ1+ps+4ekYS2dBPSYSHHd0
Mun6d345A9LTK/AsIyo8sbvvCuOPoILmTuor9eQtZ+2IJNFkLS0K4v4ZmDVyEFsf+DZMkqgBrqmX
c1CrhUHsxiEYraWqojm174RNHe8Fc9MmG0uXAJM8xvQXY6BAcXXOh9UQVqeW8lds0ZjIm3oZXx1n
Nd8/a4H1kbnaPDN/Ve7WBdwkQmZI6gsVcCev+3PUd++K267UfpgrqAX0MRK/sndQx599ulbqvTHe
8+m+GXJN1MfFmhRB0yuKnvXSF5DcgiX4Q1C9J9UDWr9xExQwoee2d+7hG3rI8vXvf93CnHfdQLNX
3NZerl+MMqqOVM4BOCdZZqFunKaIGmDPCxwkQtDJNLQ7Wre3xMKnFuyiMIpKng7KVqhKug6jmy6i
Qb8IDbdSCoolNXpsZoOjJmJyjEh3ITqtUIE/6wjzG6oyGcm+JQbmnePl0wn9i+NFngSZnZ9UrecX
ytbvKgHWWFy7ChrOqfAaZCLqMwFdil+dDLJUbQ1K0ros0pfVkOxT6xgxAkPtP8oovjb643yto6eM
nl9apdu6g8JTRHJ57g3uJTlzq8fO0kPQep1Ev+96rEFbDgAPxSNaFI1ZuXeSA+WGovDU9r2R5DAU
UUrc642OephBhpgtMkTgoHXMG9egXUBRWcx/CmDxNDPbDwGaI8PRU4Jr9ZgucxX8TpvkksfDUgVA
mQDV8TFKMTHV8EDBlWWz6kqKy/DmujKnlIjUnBFgVqbf88m69Q4TpeFetXDdjawMqZqOojoIgLn4
5r6hjxtStES0wVTgKpkrTSHNtQFx5SBLf2uX/By0b92TQIRI9+G9O7CtkBdZjlsBcAWvDxKWF0IJ
H1mPd71EJGBlhG9UV5DDlGfWS/0ninfAYVmHv2OsqEgDwRi+lCjLq47wQUQh0B9G9e43AAihcqJN
BeUZLia+F0swr3WKpNOs+AkFsxRnyQlVPVN1ouqMrMLoeyCathT/0jv63TeODvTr/ruXW08yBbEX
MQ7ZScd+Z54QTTpFpPPb+klYfH8Jf63erU/tbVWvBBoTocCsn5uD/zzrFsIdYfAbvgv61K3WsKJA
EEZ+WtkZD+6ufYHBuxDfvT/qHW+SrwXOdWOSylEoNhr0yLD62ZMc2PD/lKVsQy3+fmrUr1NFXb+O
+9dZKkm6JUlxNOyUWW1H2yOc+R2SjLZ2iPbtWlvQIpwn68bO5p2DKuUMMbNFPz/AZF9a52JxoYOz
HpwL2dxhc5U3b7b3vpp0DZH+92zT9ckWqhohqauGmjGs75U/B1A/Q/mXt1c2iDjdWRvy1xtV1ycp
XetpsW9ajIKW47J5TtflDibrHC77xXpK4alTXp27DjKGjrAO78QkNy4SXZuc270ZN6laluNu2HQH
a4HQgYPn3xy1BEdy/gi/goW/Se8MJt/4xtpkDVkgEOpmRG7JXAZbjdxnj7rKCmofJjQnNPqd8c38
IJN70l9QCrrIu+qO3voN5wVdm4ReVtdmsUf3YZc4xU/RMV8/0Nuz19JMf14kG2MbLuIZ4p+OuUpn
J2AAc9n+kOb10rCb9+g9nBu/vl/mt/bpVMC/ALwTNiEPgp1BMBfeUPJ10FB90fmo3w8hfx3p6+rk
k8qWPo5JqxM37sgZd91DtS+WHR2ULTr8K2uv/yhO4QodijlV6GXyrNn0VRfS6fvhb021OlnHqZFC
ZzaxKAD0ZZtOONdm5AIzw0aH0q7t1kbdYC7MEPOYJXNvTf9mrdtLHBPmoGo2LPEZbqrL7x/m5nRP
vnstuHEnNwLH4tF9QgX7Dev21wzK0iF0vh/i09v2i9NBnVwcbml0shUxxBDPvEPwrCyKB2rkm3Q5
rHIbrbNF8hafpC3Gkc/CXj9ly+CJEPTZ2qBEePDmkd0tvL2xxEj9Yt7ZaTc8yPRp7ZH8ItVaioq7
Zo7W97FYQs13Iqd58pwXlveyX6oLcSFtYCX//n4ebp1f0zKjUQq9V7YMGa5VyD67bAvMa9GuFbva
BxSZF/TOrLmxocxxkpy4nyfv34/8dRSuK5NTBSBxPKbXgSkp7VCEsnsnXI1744495K01NDU1lkUx
E7OC36d0IJS2Prce8meUpWDu7AP7+3eQbmxaZbJr6tQaLDo30s66wJo3shlSt3NumXKm/xDtbO2d
omNz5zS8Fesoyn/vWhBkftte38hCHOmxvxir9kVAcnEm7Wldmncihlt3y+cJ8deV7gtR2iEsLe28
5+ytexjX3Z9+Z6z0i/iRPSJmsRifm8vd9XcjQJlmIMh/omHeM1prRw5p7EJ2EDRe5AvEIpejTS9r
5j8M63qr2sWunvv7eilutdOw/Bk7+dP3n/HW4SdPZlbwpcqIRB6C7GUNZWj5LC3QfXZaW577fE9/
Qdly9hsJ63Nl4yg5y5eFU9tPvZMvpXm19meX75/k1oL63KZ/TT7podvCuMPaftY5ySHaZPO1dnZk
O3Yuxr2r5kZk9Hn8/DXIGEfA1yUGKXnLdtc4hOar3KEcS4wG6n1fHoKT+gNg6N5f6ktzHtyJlqRr
7PXFqStNwsVEweXZNRnZXAJztEGWLRBZmMODnOnHyKYi5Wh39ubnx/tqrMmFSonFDCmJATk91Gt1
o9nxY76DYEichEDlIx2IpTrjYDtREnskl9latnFn7Btn2+fW+muC5U5sdNm6vuZZsh/7mXrEKsq5
e03ciDk/Z/fvn/dKvYVEwPW4ADHj/DaWrQONf31v6qTrFH01dZNjrZPFJq6uC6ReFLPrNqyWum0+
IgE2owo5R53SFha//Dt38Y0qhC5Ntp9H6dEsVYbDSmepbx4fxnlKtP5AB4bgQ1occeA9kn7PEOKz
K+fZs925eWfwW6963SN/zWVoyeZolYwNZslJ5lz3zr2T9PMq+2oap2HMUIWmfv1O9QI1XHU5Lmgt
2TC2nHKNOMwDnIY5mbijz7WVspBmpRNy7J0wZn+TbeB+M/Go7fstGRPAevtee++zS/rVY01CH1UJ
xjr8/yOXrt6i3zXP7azdSDOQ7+tgRdvMUZdonERO9Uxpdtb/yXbusVkku96plytw8mvZNpbyglKj
060gFyzuHU2fB8EXzyZed9RfnyMvgjAbFKZMOgL2cfQlXLUjVAIbNcV1ZXvzbm2ci1O+D+8UA2+O
ODkmjBadF6kH+TF+CD/GR1qtNbzcX0igvFEEUdH4tIGsD2vl0q3V9+LlzkF/494TJ+GPZIl5XV5f
tLSTh+HPaOecwP7140tz+n4sdEQ+Z2g/33vPG1mcOFnotRBGRtka3HESlJCZvPce8kW0Vy/ij5IJ
fv7+vW7tZXGyuFxDSxMROsAOeBqeQYfm4D4Xe/yOOEjs5rFcodW6Cdagpv5UK3kFxnnhLWH7Pfnc
698/w40IRrMmi0gJwnEUGj5p90ez3T1xrfIjPIX4Ui3pYOV/lE3+UB78s/7w/YA3rhrNmqwhPzXi
MTCZ22N7yR7q68tWT/Gxs7FV+mNtvEu6bJnybeZEuCuRYxTH/Cm7ExfeCOE163rZ/rVnCuT46z5j
yvWlvKnXIK/m1eyaro2kav7b25u4Gp3Rue7V/M4F95km/e8+1azJDUEj2BvaXiVOeah3frhTxxW1
yYREClGuU/IT5jfX6rw7ii/ui7GpTfxqn3HeeYCfQ/ddMWe0a8Hz63NAzn+U5xjYwMZ8zzUb9lnN
VPnn5M5y+Drm0KzJ7ZKFo4c0BY9K8cKJHoM7O/izXfDVFExOd89IE6H73FAfwQOt9bWykBH2WyMh
Ci72UaEI+ajtzSPKLU+6DfHNzsmlkECkYFHvUaRYCpvwTr34xo2tWZNtN1qCrxYVa2BwqPPx5f25
OI8X2tKd6fZvpDKPvhMsintL7uvDBFDqf5ecMAQw/YH47IxZ4AREjePCX+hURnX7BClnDhd/hgfP
prWZir13Z9V9plVfTPnUGDseKlUwBj5lQ9//ek7LIqCseXS4qqFsrYd2i0fUVn5FlGYfnKAjncsP
hHl/5meuLLr4EMDAKfyoN8m+PPaOu4Uv+P0R8BmrfPVok02Y674o0aLk4vpAJCDPbeHdS2blpd7I
UBg/RBcfFye7s/ZuFAo0c3KY91121UxntHLR2oODbxxHeb1q3wVHXX+ED9eUBDz/Vnis77mS34jd
NXOy3tWEZmYK9HunLiGsHfqttA0vaHrb0kZf1Es6FMM2Xf7bdH42Y/8608Za0EM3Kz4T62P2Vmy6
J+9sOPGb+WN8bn9GdyZSvk7YF5/NmJxjpqhXRaLhRoxY/aHcxWt/HtumPc4t1rBO0YtbA4GGmbgF
M7OKbPHl3mK+NZ/G5FxqhR4ItM/Q5UnBxJK6KsGY99N4SFf9Rv5Q3sx65qr3a8ZfRxyaMVkzUhn0
/+/yjaz8ETtEZ7T7lb+ICa3Qml8G9iumm3P0Ue7s1lvjTdYLMi0D5kO8H3jHtTV7xCtid6/vcKO6
g0bWfw8g1RQaLRb58Zo0cjggwjgLVz0NBOvO09+oekPP/u8IQE+xOLou93aRbfpVeUw2xSa0kdY9
tNt2Wzs4vx1BuTr+Btxktw2LO0fJjf6lphv/HVlrq64OFQWH7LX1I0aRYUbRfXSX8DMkjGrwEUJ3
nNLcCucADTlp3CqRCnz1cEsAMbRV8E5BIIM65hDbojE3bKQST3f25TU8/WK/fCLb/tqXRhcWudux
L5GkkBbova7dXwHSnw/WId1aZ9lu91hW2Ijy3Bnw+tJfDTg5VwuQ8mYhiQQaz+Mu+ok6C4q3C2OP
LCb92Zm1hsmrH+pl8JrcK1Jc19BXQ07OBFjIFRojDInKzTlaXb82KKcNeIt/PHX0ydanL95HrswI
8Zo8qzvX62SjvPQrbHZ34AJW+QpFk7m2AdFN0IYO/uPdBOvWy01OASMwuq5wIeJqqKpnj9kSHxVI
y/kWpSN/69+LR24Mo00CBNVzvWG4bv7CIRaeectwIa9pZizNh39bGNMWWFx0cWRmHQvDGSun/WEc
5U30UK+BVKzHs//sXmo0W2b5W3ZnXdw4z6ZtsEFrwWqI4TXEgkINeRgHx1n/+14ScaO8q2mTla4K
7SgNWXttM0cPyotP/p/v0e8+y7Nf38/Zjb2kTZad2EaqWEg0g4lT0de8tBsQkfdQNbeyLm2ysiRP
HPwcZtAO5cKj+4aBZzaPT/pT9+AhpzSTlj2UIlR28YJ4//59rovpi406bQ/iO9qL8PTEXYu6I/Eg
V/UmW9eoCp+af0setOv6/uu8CyHE+sLVfbly+vd466uz7x/91mxNO4o5kntW3pviDrvC5JA+mmdY
c+7OOrdzdwcPcokt5VF4dO9U9W98evV6nv/1HpKMKp5W8h6UDJ/UU7kv7sZqX+dX6rRkbdXwwkt5
MHauhWZUER1MGXGOtAeF8f1cfX3nqNNydS22hdlHnbGThKsSakP5vQhZW56wsOKiubO9b4QU6rQ2
nSpWifvyOO5GyI9519jq8ATYDhayseh0LL+rrTm+x9Y9bOfXq1f9TOX++iRN1rWFG6OB1TY4SmNU
JxSbRIQ90np4KXR2Lje2lj59P4c3PtLnMvxrMAWipRrHwBRAYy1H8U1B9lm/N3XXi/F/96E6rUd7
qp4PkaqMO8Ezzm2BQidead8/92cf8qvfnlzGhpGYme43dN7LDAOTqIRgG/mWXs+RU8P1ttdHzREN
1HNzyPZHqYf4GWh4zuDl7TuJ5gOVHccIz1sFCfEG8oEbZ5Y360exQS5IxiNgQBslV5HVKUUh2OqV
LK5j0xe3DQLydl+jZtci7Iz3TGq+qjKWbTOE09CcCEbL2JmJhN2f6+KIE4vWrwbPyXmc9yh5xWqG
jDnOVN/PxK1dMDm8IUOWI3Ijw06scMTAarcfoZEqgAG0e2Cq6099NdeTEzwoNR2dPYbwlShYlghm
EBr4mtMa6E9okiE6XW9Ue7nN3WPgl80mThCaxGcxROEwH+2wifo7AcSt9TpJHvwhgX1q6D3frQDG
GmxMdA2GoJh/P5k3fn5aZq5aV816pe13QVxCIME0sdq3suh8/+s3PpU4SR3EOkjiAvGYnW5itaCK
1s8KH0G56t7jNryzHG4dV+L1pP97R5eZP8qjyCADyF3AKUi/Ze0mTFSAjP7WtMbjqAzGDGtgrEJg
bX//bjf2+rRuXTReURSu3CMR+dQkr1l4/LffnexzPaibIs2uvytArjQXQZTeuT5uPfFk45SIqRtl
wi9fjX7q6NKJdyAGtxbRZI2WFfmhIEv9TjP8GY7qroz38PL76fh6CSnTErafuN7YxlCZVZnSlgJt
UEdq+wMU+Pe///Xlo1iTJRqk3ejVSpLtdaSBPHF0Z5JhyGu1xU4pEBVzE6VsfCuGTZnJ+L59P+rX
UQgM1P+uWT+GaD+qabZvguY9ixQNBouSLKMYOe0satC4wkPx+6FuTeD1o/21PfIgMPNUy8J9rWRX
37siwM6vMN9DA1mOHCHje5W/r9MC5X8q4X1gSYpb4YiHvhCSZ3HwbPRbYUAfsPrR+vmd/s3Xq1iZ
VrGLRIhVFemNfSuawVPBN9m6Vuauvp+tr5eyYk1Oft8LPcvLy3Cveos2eAzbo5jfWcm3fnqyS6AO
AudS43AvYJeWGD3WhU5R/lN4Duv+v1/Zikk0owwbp8F6aePXmDaCn3z805yYkxVUJ5rl9kGSoFR8
ahG3xAbTp/jw/Y/f+Jzm5FBS66Zt21RK9k39jCkIYnl3fvjGdE+rtIbr500q8MNZ6EtrMy0XiOIp
dn/ViPv+0W+NMEmJhjQ3c7/DjkMbe4z0PioEGut/W+VTPLQa50NqGmO0z3AuEeSjEq+/f+gbx4Ex
PXkk4LJ60ESo7SV8R0DxhgqTCBkFLZWfvx/jRg9AmYKtFYlEyAyDaN95IYaaetoOR0lIGxQwIDtI
Psj50buaGVpZ6MBH7xxrTBXKef17VJvCSvLa7s7GuLG+pvVzS3P9JtXzeF/1R0HdKf299XXrhycL
Nx+lxjeTIt6HyKEUxnNd3dlut77Q5AhqpHQcfd2K9uYoLFXEy0tILwH2s8a9Q+7G7fNJd/7rSmhi
tRTylBEaAXxnjSr4yRX+1CU+YEpof78Gbr3FdHN4FL0lLWB6EAZt1EvkQoOEwZmN9Z3td+MD6Ncb
/a+3iPRs0KXeh/clJ7RNa7Qt7tERbv30ZJPUSt3GKITG+3rQqRAl8guonDsB/Y3Jn6LxexE+exF6
8T7HtRgiH8x5WUWMfAx1R6sxuHNj6x9n6Pp6f82QkSf/R92XLUeOY1n+Slm+I5sAQRAc6yqzIen0
RXLta7zQFAqJ+wYuIPk58zbf0T82x6OyqkKMcHlXzlObpVlahBQOJ4jl3nPPPUf0UYfHgMBSVFz0
0AT+/OUemZ+fQM22AHgGzTY0DDFIEn/N2xMnx7EPXmyqlBjCkKGR7UmJ7mp75ZjkxFc+Qig0l6hc
rEM25YcTFbzOEIb1FRqFLQRdcNFAF1drQKcygQ9vWSCN1tAJ80lng+Eo2v6iayu+rvKuAto5h6s/
NYd8sXydprIN2K7meztG6opculLqxLMemcUlpBbXBijdHDvDQKpf2BTe1qH3+bc+cufxxc4wCnNS
0AjK986M11MSqH+aQz3CTUY3/p8b4nCi/LBqK8OGhOw8oG0Giv/Q0oTsrwCucCoLOvYEh7//4eOL
vpwqyM7laLAGSHc2JWsdn8gljsz7Uo2j6YvWHnN8dNNBiZxs+t468UaPfOklHz416DiHDdL0gfiE
Ki8jzxUE1T+f8GNfe/FOTU362YFS3nlXg9ZoowOa3nz+ycegfL6YbCItuG9Ao/McYv0P6VX1YILe
ZUKZ4iW7PBVXH6N8LDs2cuXQ1Cpzeh5v+aq5t8/sp3Gb7Vjtwqcwhx+AG581l7neyAgSgicm7dfZ
jsUXJ5UdpXNvGMCRuy1ITtU9Xeeb/ivUZD6fuV/fEhZnH1cpsIp0NDQKYzbaB28hGAgTdv4Vem6f
f/yR09Badn1U1tw0mUYNx4aa71drr9Fxlrow97wOcSIGEP46B2H/RAz269VrLffF1JX2YLQo6BwK
7SDOn8jVzEPm9DNMZy1bNqpigIVgZqOMs4PfzwpiY7tk192VV9BJWENp/Bo6D5ctuKxQZvMM9OaI
IPFh0IIK+fwAq8AVrCG3p/izRwh/1rKPA+wqqZ30wMkBj7UMjB1bZyChhHf1WX8OwpM3reKg28Hf
eaM3/Qa67T6MhUEqt54/f6lHluSyB6PWkAZsCBQBHBcd5BfJFs4/V+HN5x9+pC3LWjaLQ205NCt7
RH/M+Qwe7wixtRs7cECTV2c6gInfHYhlYIvAS/U9eh5fkkvoyKiH9urz8Y8xfZYt4yPkMdOo1/R8
DIyH/qG/iHbmBUhlvrWCUtwOiqOvkLZelzfQUz+RhB2rTS17MkTrQM/uQH04dEHADWhnB/CPOktA
Jus88ozG+etufSogOEae/L6wfriZ4HIONaEB24QGD0OA8ue+u2vW6U2yt75C4WlbncebalsEYFmo
deSlFxAwPHGtHzluvn+lH4auG3SDty0mN9Q+2Fpwoej6G6hqANH//PUd2x3feUc/jFDUUTczZeHh
fH4/b+GJDVHrdXhlPh6qfCBKgLY/gVLPNynW0i49POD6S4kSaX/iKxy7jJZ1LVETjcw0oefGQ3xn
bpD3oNWqhZzqHifCiYk8RG+/OJKWFaC8nR2rrsFHMzx1K3Zvw67cDet0/fksHsG6re8tvj/M4ixS
ZpUc96lOt1YI99phZ+5gWw9tLOz1E4McrrBfPcMCqOrHPCU2MBkQfoYAtnhuvaWbYpsGYQAegXOV
n5irY5yzZfHBqaLWwIxhspRLLynspmD8iQOl2KgtmJRn4H7AXsBVm/IB3PNd96DW2d1JpuiR43JZ
nGBSdTGv4kOHUV5AjdzlD+WZPE/Qy3lg1ThesobC6OogQPhsnziij50oy2JFlcEnU1rqQHgZgnDd
rofz9C45g9umD3/1AKrT8nU6t//kq1wWKabJQK27xHLUu/ESWPYeYTS/Ije5Sz3j0bmaTtwORxAf
yzispR8WZqjaBvowuHs6X6/aG3iA7d86DMJ8uRn28akDmf16aRqLpam5wQ5MxUPbFN+hIW0Hmqd7
TtbwqAqs7efrnx0JV4wFdMGA8zt20h1oZ2wFdWIMEq2yPXuGzhpUAyDmqs7Y1l5Ht/k6vbevyDaG
rwxuAufENziyzfmy6DHXcNmoDo/Zo+EDJrMezHxcNFF6J/f4r2N+6KJ/fF9qtjJpj3hGsmnd8Ptk
QsJnh14XtDFPfnZ5isD66wMRRosfB5rJDCSFYY937QrkUmhoITBJrtR18fj56/r11cWXpH8rhGRW
ZmMAsYNEnzdfj/tTDQVHlBP4kkw+hUlU1BqfPd/CXPmsumCr5HoNKW9IiFyc6vo6snfg4PFxispm
IJ1zeNtogFrX57BOOjMvoHobQOdmm+Ma/HyijryJJdJOHMG6QmKYIehfoNHkHkj4xvmpNOzIac6X
VGwIgA2cHq4+NrnxVXSL8v9ltoO/xFPxMjyyJySW0Kr3oj0E/WBMCAU1P8oP5lSfP96vj3PcgR9n
MU+h1RUnh+HROddcYM9AUBth2ueffiTJ5Evtk3aOiOgIDm7YyMfM1Q9lIG+hI7KSMNjy513n2XcT
wjPrOj+R3hxpyIKHzccn6ud4hg0FhmTal1aQbOgGslewCmGpC8vygG0UPNBh9LPOrg6iNhfTiZGP
UH7h2/hxZFZ2RlIxjDy+oncJerEQh4UeIQzH1vwyD4iXPqADGU/q7LM7yBjjPyhVnVinR/pJ+LJ6
4CQoDWRou0RaF32p8DZhEeNBztK5jTahPz1n62nf70FGhzyYW94Q6Jm7cI3cp2ciqDZwMYFI0duJ
1/7rFJMvywdRDByNmTgn4WHql8FwNl+3AZQm1+3uVP//0fe82P+KcuheWqASFxfOUzlgNr3hHFvl
ATpUXn7WnIeBteIBtMcsNDSdyMl/jc/zJQl+QrYRVwIP5lzGaDxrz08xo48kinxZXci0SuGgilCg
PGcvSCawch+7VzMARwkinFfNPrnHElpBJOmqOmdqk8Odfmc9s/PpxKMdCbL4sjIwtXMTKwuJ1AAd
ZIg+eXXrhd+MK7t15908udGrlbrto97pnTgV+B9BVPiSJj/axAinw1vsnoqHBt0gpStehQ8L0223
Ms6y4GRX3+FE+zk+50ta/FCbdG5GQE/9DUH/rwuFQFwW5b7ByXAq0Do2xgK4k41A0zjFS4xeoIEB
0yPo47uRd09PAVzHzpilXhDA0inuoSF9bt9GN2ntpnf6nT+M1w0kkxLocx/atOjVtCv3kNmCOZlf
7k9pQR1bINZix4HXkTQjKI7ncPTdsffyDtDFzvamIL+AEu51dVdm7m16f+IMOXLxLtnGiaNLCq3x
GdFctDHQX69XNdjZ0aHLGtIY8QvCZEj2KE+7/okhf53C8SVbF8ZcTdZZEhw5BBTUJzd0U/oI8B6a
bQz0iZwg/hy5c5fI61x39ZgZeIdonb7Jg2grNu3VqRPqCOLDf8JAhelUeXt4iGuxS5/lGuH2nm7h
Sb8bzvLLAlLgLoESRfGNn508O47M3BIYzaJyLmxHQ2nJNbyv8+PoomCN93OtXbSVnHg/x8ic5mJ7
DXWWV0VpgGJ7GZ9f+sUuPOjquF/9B8jNdq6xhkiX4T4Sr3LlNwROO+3e9r6EUkPiRev3yHuNoElh
FO4p9PL72fiLQ+X7af5DAscm2lSzihiEnZzA3GQ7GHKcH9IO0O/XxL2TuJG4J3aIsqEC4sD+0yW4
EutA4KiDJgKiuRCdnZDD2iCAdWOsttLVAHSgBo4pfDGh1wTZTQ/X+CUMvC/yNQLA89ANYQu7hg3O
Nl/3m/4sXskA/bknYsIjHUR8iWsJGYVKVHgqpKUeelLXbG1cjz4cVDrACtpPPHsltpDpg8ACh6JT
5r0930d+FkDn/wxsqVN9osfCxyX8lcxghEKXlSGOgN+O7yBTOUyRQLtW4rUBOLRBfOq8+XWSzL+f
uD+8SgV5ySw7jBXuyW25/Zr6V9Pr4MGte3VqAR+JHr4nrj8MQaBilBpjNJ2TZp9lazYG0lknp3b+
kWPFWOwOaSurVg2IihEF/W4FOVu4N1Lgr/FKzCe24JEnWKoA9AgPihCEk3MYahpmMFEfdn7leGLh
HXuCRTICt5oxSg+f7sD83EBP40pShKqSe/pPdv6Zy8xa9H0F5syc7uGnml0Y9zNgYRjUXY/3pjud
iMV/fXWZywRY2yCQ0wFkO8isWasSnqmTH1I/Kr1ZeKDyfH5dHRll2URtmekAA6YDpQ8C5MNafYM6
Nbpj+tAdEQq/fT7IEVDFXPZMT5J2w5RjlLSCcKmPsLCFRDU02IXbk10Ic8BTjYvHnmeRPmVJlyGA
wkiw7oL3HWSdUYOU7WoKXcVP5ia/XmPmT7BBqluTwX9tz/eRBUv7FQp42ZXRrHh1Yo8cQcxhl/kx
DyyFDq2eY4jpOoXaCSQb3oo6YHDTONhbewJCi9WJBPvInC3z65IoncI1IgNfyBeFb1gwgnLROWOO
foMy3amw89gjLfuc23jKZXOo0de9h9pqzuFqBuNvt38Nn1r4/87wW199vuIOr/vnK9VcZgQxEAlH
zVm+n1+HO/q1fg+fYPf65z57Aat1ITrQ7QQ8jP6dr+ZN+iCC+Przjz6yrpY9mWUzE+g54GvDKrOt
zlDJvHLKs/rlFLXx2OcvFpXTt1YpowOFJPfoHbAMMroIcSrkS+rEYjqSjJligRMPdZXExvfpsdBU
1r7UwLxBdTS/mF70LDfQIUUR7fPpOrJwxeKoByb0x5sw8CbIhTi33uu94586gY+gg6Z1mMYfrtrQ
aSuRt1W+t5hbXZgAYizoc3s93H3epzsO/yFIuzxGJ7oPjjzNspmUVHrUyQRmV4YI6EHdkRsYxh7C
7OpPDrBYuKNUGgxUDFDC3FduIRMIkQplbOeXU2XwozO2CB8yKANKM8UQ0cv4Wr5m7/y9vSY3MDnq
6Fq+dnv6/PmrP4IPm8s8Evr2NoOOeb7X79nswccE7sKpa94wvgKqoXbx2ynNwyObxlosaC7aqjNr
mu2b3IX1avwU3VsHjwwXDlwnHubXKT/M6T8utNbQ8HQWYI2Vr3BBHlEXlW7+yF7t6/AJt/3noxw5
E5cZY2EASxPoCtrr65CtkzWMmsaX4vbzDz92uC9JOWOTWERqOECgl3S8G65gxYD2BnHZfWkvhy/t
1xPDHJmpZWKaNwlcxDM8RI4tOa8m2OGCSv0VHp8Juha5S8wT7+TIW/8uNv3D3h+T0AkTeLnsIYkf
a9fqIGyw1qGbvNanLpJjYdEy4VWOMHlqYgz41xLTQyk0j3Ekr2wVQIlex678o8/zP17H/xW9AbTL
p6gq27/9J/78WtWTSqK4W/zxb3dVgf/+8/Bv/vk7H//F3/bJq6ra6r1b/taHf4QP/mNg/6V7+fAH
eG4m3XTdv6np5q3t8+77APiKh9/87/7wL2/fP+Vuqt/++ttr1Zcwtbt5i5Kq/O2PH22//fU3KtgP
a+fw+X/88OKlwL/bv/Qq6f7r/5TJy0//6u2l7f76G+G/S/jvQNwYdlKS2tDI+u0v+u37j6j9uwFB
d1s6DgBowznA8WWF6vRff2P27yblDpptHOkY1DxggW3VH35E+e82M/DXjNlge+J/v/3j+T+8on+9
sr9Ayv+qSsqu/etv/EMMY9kmpRhESgvLQVD2EzdFwMZq6JMvidSQ07fHEIago3HiUDgczP8KlP4Y
xHZsaXLYBllL3iovCjtCVvlFyyzelFPnuC1U4XcGPANPbKhfPo4j8DAMQKa5bA6JrNnJoVj7TKcc
ZyjVznDTTSWszH94y3/M4uezxijHlc2FYAJvbnFqz045pqKxnsxmKOSqNIr+rpri4RQZ9+PxcJg3
DOPYwkHHsWXZ32HOH44JlshEysZ8mmM4EqdWaD5GMgW00jPqOzHpgtC2601WTsUJePhXA1smMyxT
HtbgMlHPsAB7xY0ns0hD36QF+BtGm6AbN2tAgssK5teTSC8mkjT/Vvjw90e2cOFKR2LHYLt8vKyq
pCKoT81PDQPB/X4sOOxMtWhnK6h6RoxNZ5YcicQY2nlQWayzV5Ws9aks4ucFi/Yyi2H+sWiZuSQg
iimp87lmT30a85VoorumJlDEzgp6Yr3+PJAjYOBLDejqCxzIi6hJExJPsCd8Il3WBGFvNStocMAx
aIyi7edL1vxeVvywCwWOH/y1JW0bPgZLRaFSEKKNJr6YJxPORhNPYKcahiP2iazq4jZR8JGFz2Xm
cHjVDeHOdiIEIYYoZAJzTDHDZkMMLHbbTsejX1Zh+jW0Q0jc9UqYLwUkfUo3op0ChlA2ZeiLecxg
+YM9AuBwmhnUTVUiLY8YUS7OzKY0bFeGg4OAdy5iWNmGLX2VTHLoZA8zqBc8TE0kijSLOhdmOcOh
ydG0oSoH/8r2LES1BI6dM6yZ53kagwLMhyTQTV+/yIKbfN8SJyyvJYTjHk2RwT8sN0cDdpvoBGyQ
uKcDvJ6pOVzWjeibgCsNl7UZ/TmIiiHafCuGEj06jPEOprtTGALw0XPmeEZeVN+oZacW+uHTfNiG
nKm7adCG44pakYOPV0HsTQ039y38+2LDm4moRq8B+iVgu1YlmyiK+MHCOZzG1WCN03BnG9lsns2l
gPtKkSXDl5iU8TdllJaEQ27CYGiB/nQRvlAljehrL0R4M0NJvbsYegGMYxyVRCWXipFgYtcGSeNm
13TMjI1bLtPYhIsz7hlyXfWiFalLw7FsndkNbdXM2VVoJRkSdQ9NmLmTw+w47DpKVlNdq6F2ea3L
llyQ2SJKPddIwlLzms28lsXG0FbR3qSGon3r5mlOQnGrK6fqxrWjGjV5ndlnHZhQVGUNpN15OrAZ
CIAV15aEwR+JKj64xWTDzfuuyKMGQYcHG6GQGgEyYbx8j1ArHhX48WiENLkvWGQ3j+EwmD13E273
NcSxmiri4XaohYTJdc8sq7vLx2nOYPZpFOp9VmYP4yxmiAa6Z2OnaniRmFHZT1cWS9KDpadZmypd
i3Sy4LpuFQYpy/s2VmmFwlWIDljLrZrarH1uYihImiRR3Wydph0zr+8ao7iIHSMzzoYhFMa6NRP1
rqcK/jmWqeTegVdWva1oIR9NNUSAzLnI39K8YtE7tBR6ftFO+RwD6Atr6PxEA7nsZJ6E6xGnXvww
yRjdVlSWBlvbaizmq7CyhmtcC1Z0OdYRvOJpU6bPY9Wl0EpWhrS02/GZYjKYHqvHmNG6X8ezkOZ5
J8JYbBLtqMHV1shnSMBFsNClZdw8iYwZsMma2zJZ0VlQgtzKKdmaQBih/hrF2dgFIkK3nT9KQfGr
fDQg3gtJjz560mE6qKBzypDcT7obzDs6DyGkFLqe5oGcTMN6SqfMMu8mURjxN6foGvEKcrM5ICUp
Jkpb1+oLVj02FXUI2BDY7g4a8RqRoVWkS51uPzhdkUN/0eh0KN2mVUN6n82JynsvUbENJ2cTZvEw
w6uiucdZQ5l1TlrYwLdxHHGvpKm4mmQN91cpIKHqlnrIr9GJkkHAJzFw6gwWQxs9JQM3YE3ZCqRi
fQ18H9oisVdTlV9TEcPJT6WoNYyqjRy/y+tk9LkVWjGu6YS+9w0mFKTKFObGZTvw3DNrW0y+QamA
y6Me4n2Bk6X1JvhCJ+s6aXHDJsVYHCB3EV5HZj4+tGMzGd5YWtguCalAE8gLgWuojaDE6pZ8GO7C
yLbuKzI3pc+jgke+g1qPDoZUJKCRkBANNqzsk9ILLRXDu9FOnttJo/dKxel4RXlsmdAVIiAmZG14
sMQro8FAYmAVl9rkONrplFgPpWbRF9n1Ck36GQmfDZZWr31uDHejpasULussfYv5rCGc3SbtF0EM
Y183Vp75tEuyyO37zohX2pDwuMDrU35jpXbtxWYLeotNK+eL5ZQJ1NEBIJzNU9QJLyp1+9jqNn6e
pFV8jZlGZsRU2XztioqAJZPoaluPZZWsY8H0RTnSudhmhBt9IOHjO/ipOSdfLbuwINgy5feU9OZL
WkCTEEDgVGbe0DXJLQUf5Us8Un7fG0S/4oRK01XVJ470cc3RxEttxTKvHqQI9AQjVvQDx/Y7SOty
dmcM07tjo83Qrw2lsQIhnkOQusNWfGa8hJ1Gp5Cy1ogVYTVmQZfelTqkJMBDhzG2mZOhdobNUbi1
3U3AX9Gmhu3Xs4n7ZQp7WNeMMn1hzK0+mxGLTleQuWHvfZJ15y0Z9G2ON6B9gYsVLvZZz9CjVNHw
ApqwrPEFlyGUxp15BHhBGrvwpVToSptxSx481eX4apa1DYvaYURpfpyz6HVK7ZK5nROb2rUngrOQ
Cd6B8T9Z1UXehvYAORFdf1Xaagl8nQe8F6RWxYuQqqF+JRBmwK0aNh8ua+yyXc0GbOv9aK51uMZv
K5gqynbIVllR9bABtwbhFUlbpkFDwuwJW6akSIVLBlpS2BagP+Wdzjyb1daN2SbjHHyPi/6tpPVo
Rvohi72s38rbTr29dfuX+n9A7orEgVuHFs7/+Ed++FP+elO9xm/fqvYv397+cp68lMiDVfdjJvvP
z/h7NktN+rtEWoKEVTAkpofs+O/J7PefCE6ZwZHvOvIAAP2Ry5r274ybtuUgiWG2yQ9Nbn/ksocf
oYscpD4KN2uUocS/k8su4LpDeonEgXELOTUDzrWkCiJrniti5dV1VLyn/H4E/Rzehz7yDG/EgV+p
yKvi2rMhiRNHsVuGpxozF9Dkz99gkRjGYZdBZQvfACKSaKAd3baM/Eqmvt5PW0tlvmyuk/5LAXWn
TlDXId/+/dX8/wPBfFjwj0mW1G/fkpf/AYsdy+34Mv/fKvqv/5t/xGjwD/5Y0/R3x7GxZhmX8BkD
qvKPNU3k74c8CRCM4SDN/zsK869FbUgO+AUgDTcg+Gb+c1FT+bsjkCE4VFoUrHUwoP6xAf8bAA1A
hQ/oic1sR8BjDqrnzOYc2Rv23I+FAqBwoUJKsKs0aaIMmHrLOURSRisbwCaZEN8lvqxDqsBsMUP0
oK8jB4GvFx0elzgw3dYENsfMmYznYtKR2fXQx697bIyhNaPiqYq60UFPNk8mBHRGir9TL2ncU+Pa
BnBDcVH1cJBkX6zRaYbyOVa5E2fuSNiokTLFVszv7STXtp9TtJvemi0CCF8XqMVDw0tbwwoOFDa6
f2TZnHUxC3HP0XyIg6ky5tspazPTN504uhBZVyceaJMF8Fcky6jZVUP8LTJl3qwreF6iETSFWuE5
oGaIMwycVSg2tKlFfPTRkmQDGa8wdRuHDt1+KgnJicd5aTXpM+/GegRJOVaz2NisF+kDr1hjwDp2
sDW9JfU0ynULkbdo3/SFvsshX9huOBJz56pBsGys4q4cCxdvXRiB7npRbgpZI3FIhi4LWDniu+Qx
tdD0XdYI2RrEqYXfVwA7XB5P9WasARu5Mi9mmLNXuCzXdOIy8mvbRHGcmy1Mu8kIXegikHIU/RB0
OL0UxOYaYKA9pN6YEc27hiRDCFpdV3Njl1vJuEUgC6FOxaj6mmU01l5T2JBQa5Ii7pGUdixBATYw
cyja5/5EKFXtLmI8zZXHI0Qpt1Nt2NFVofCzIIwIR93OyUaEAdZMSyyuoWyKC8NJQNjooISog4I4
k+nyPjt4d5sUsROstgcUc8uhGKRXMCJAEiJS1puCmk3hMWE0WZCJ0Z4hypoOkLBrG2fw56lt9C6a
RXvRWLIla6MfebYe8DnjRnfCkte0cOZplec5hdZ6NDSN1w7y4CAOWWvqOWwq74WYxHUELaTnOnOg
xB8Lye7FbIzMgydEfTUT1IbhCVp15yRUaj/FYBG4dhKatuu0HCl3j9QcbG+EOjCbyrPyoZNDzLdG
XEfvdixSmKZRe5SuCiNunIcpy1ovT8cRpiVxm4uNgOt37sdh4Tg+6nrkUpCqgcJEqhPqEZU65c6q
8/hpTGvNVpBPU8bKRmW59xSvEupaCHfDwCjG9jWbrYh680Cq7GD8TK5obXWlF7EIPID84JcdjKCg
MCRmtfhCnQJ5dyMiB1bhQpeAYIg5ZZ6UaCt3rdTCO7OjpEdUX8QACKo04vhesU2UO3MqXlqM+TSM
BXnPZArKhJnSKIGqMss1lIa0zr2o6zQu0laSKGiiMr1xqqKHkK9MKvO8gjjec64aiBE4zdxpz0Ak
Ga3MundeyGjbjQ+dLbMJiMKJ6VZhpdaWUcIK2h76/MGq0OXrZfDThecgjJnPSqiVv6QS6B8sVCkg
c4BDmN8I3prxzIddlsywDM5KTqPGhdKWaALBxhT2Tr0D7Bqao518ieVQwEe7hdtg7sIjjeJ/HHtN
r7TKW3HXD1VqXIa1bvNrOQEqADXbDsvCd5wB2cVKwXwyfNGDHkZ4b0Pdqc+gUBbF8TdkZKPExpqb
GalOXVrIuARxZutSxkk2omc1V4a5QS7MsscWvpnwNSSsQeUo61p1O5JJWas4HMLkzJ77KvsSZ6k0
Jxeu9V1zm8ERO/eR0OaHI5cPTRFtsT9xeuO8kPMkV6PDqsIfWzpNeldgkLzybdUmfezZLc7vVVjC
P2BXOyKsH5CMC7QhdzR2LhJadnAkZ52VQdwxrqvpqdCWCXgMqiSDSzsn08htQsnr7choZz/aCevY
5nD0FuGqlyRJIzCubRl9Kwi2lnL1PCFDn4qBCJfEbDQDqOfX5SqRPLO9tE4R7Zi64JCW101Vb7uy
lC9dmrDnQTNCbofhIK/k0J5f81D0+moaC/oSzySDOr2us2TVD+NAV2ZGWfxEC2pAH1ED+/Y00zn8
H4gBWdG4t3R+IWsy6XUvgAjdObJXElwZIUZXcx3dCtbTu9yg0+imcmqlN/ZQl3Exgg0DTdnAMSVj
ZoTmls4Oz/MQhXIAWaSIfLS9AHhvaqaR9JRW3WBDVjXxFW/QLgytymJtqlnfD5UVq8AZeZNsszQH
iDDrARusl00Srlgfj63PWTYg01IKgp8+tcLG3B50OjkWkjLqwe3Cmj6HKi+huD4Qi6yjBrvHy5O8
Uet2iqAkM3ZZCHSxL0OgSoLDnlzXRVgFfUgc5sZljpw0jqscHvYJyAMWT1RgcD1Ga53j6vCaUkXR
poSPRrO1s4reWZRT7tOGmGJPWw44DQmaNNemmc/vhewbwJXoU/mCdZy0IDolLIKOShRHl/1AAW0l
dhGmO0c39V7TfLon+VhlQY55zC6mQRrWKkTxC9CukcS0XcUxx1wbBrLk3VwoCcHRpirXwN/UhBMw
R2g+Roeqy22ZMQu4QRob6rIUHTc8UfAYr8UYhttUpF2H458DZ5EpUueE5Nr0DdTSp1XZ1yN3UxXZ
V3k6yNStC8fKAtDqh7upaCEUxsukvB1SJb7EDVWh21iAc7wunaDeHM8l3pE91jRcQfQV6DOiG4Fe
UcSAN3WpQOHNWVHgfJNq/DqzsJQHmMW8pmPdm7u+LmW1ooiqxGpgrd2eIa4a1aVTzLjIfUgUU75r
nGZMXnIgh2226iQNJZhkqSj0/ZiixWKdARp4PeQxlWckbXQH/G2iZ5E9J+VFN6Cj+7UabVDqAZBG
3hAzkXt5npHYz3uBpLvnTQe1DwQyjpdajbVJVGehraVQnfDr1CyVF0cFza9DPmVkk1lJYgdyqBD5
AX0W1SWFjuwQtDkAP1e0ZROAKti0fpig6oM9rGBmp0uQmOF+kNhQ5MwhUp8Vum+8SorohRaDUfll
ppTaRKoi9rZzePZcs3nqLmle2/UNK6ZO3ZIYHvFralbq3UGzMOhtJQtRAtf9ZOwyLRN4JBastL0Y
lQmxQuVWTN4EW/V0l8h0cl6ScnQKtzMnWl3NqZmhh48QZT2VZtbmV+gnTftbK0X0DGhDFwqFFbIi
RY1QIF7HUtXV2K8FsJ6pxd4lZp9Q7EIjThML4NAcme15CJjsPSKWgdaS1LDjNdjUaY67WUHNjjRV
d1ErA3WRJo/yyiWpbUNlUo6TAn5S4Vd0jitxF5uKmYjQ0yTfqFbwPW7YGM2YbZOHgJNE/AhcKLtG
dBV2uKvNHro+EbRVtiZWlgDECZl5bxCMP8sM+A0aNioWepkhasTgDqJnqP7W8qUOYxNW5FXHK49G
FUkRXBUwPccFp/f2MKjLvmxhBxOGdHhB1IKSSRLHueXNE2++2Kj339koBRheCPTyOoM/7Qg0JyxB
DqTAg30g4fMzTsSmcwcnNooVoLEwCAeCm7gwMa+BmcT2U6Jzo8fBxEGNdFoNgK83jfTdHPlQr+uh
aCEVlnL1MI5m1nljUoGmF+dFxgIZqeQ9dhApBH1j4lZChVfKDUotdeTPKEl+pZZAqU+ibNJ4aH+e
bquigopqnvbmNztnNhKgSBtI8FGHQfNRFTUtdG8S3O8RcnJYRcVi/n/sndly3Eabpm+lo8/xB3Yg
TwuFWkiKpERS2wlCmzOxLwkkljua65gbm6dk94xIuc34+3gcDodCMoUqIJH5Lc/7fidZGzkkIfXT
6ngZiYlzyFQOH9fWbZrEdpHnMk21aapkUr3/ZcwX+0eRZRU63RyH4rSoCsJUvOwnBHRtaMIdJT9L
/dkX/P9Vqf9krsQ/pepnXYFTUHP4tQr182f+4ikc719ogR3btl0ScpeWwf9N113/X5emNYl3JOwo
ci6cwV/pehj9ywls3wv9nzCFc4GE/6pBhd6/oDPIsvkZ+IeAmta/ka5f+tO/NFmJmH2XfygYUB4T
fvAiWV8pk9rZ1Jo0atXdQBMiXYt+OeLvrvdi3dir7e41n8pLk/j5NWnbBG4YecKhVvFTm/ALJsC2
rzJcMXU6RDr/YualOTiz87aJY3NPW/Lf86oK+IphTBGPXr0bhi6P4Xk9YrTHDGfbXqdNJBgq5GMu
xX4IbV90r9novmiP/3kp+BfHperoRi9b1tlUdfbklDqVjmVfslIVkHWueCbZrV+mvyy0v4E6nqOR
f30vcWEPYsSNzsvbyAlJf85pddp6AwO3vGE65mXlfe6Lsn4YrTncD5V76UKE0/DGZ2LcK9f/u8d4
6eGCyKCA4vs+v6/GtrNwqawhlWFcX1Of2XYxx+jNuE3UDwnS/txjKOH9Pfrzt9ejBGT7UA5UmF6g
FiKbO9etvSHdsqx/F2Mc9SbEMvzanuP4WlSvGfT9/eWEg5VD5ATeS6uzvp7EHEh/SLvIivbCqvr9
2LVuollqp1nEr8mr/+56sBU2Agon4s2//Pkvb4Veu7zJ53VIV4oph1GGzr09V4LGm+zvZvDOV27n
y7Xq25ENRRXalx2I1P3F46uCeNr8chlQU2z+fakVDUC3Iizrmvw1LvXyiv36xr+8FsXHX7+bcGdK
El6Pi0rT6HMZTtQHKj0kdpk3O4uhTrdSuveL0y4keNZ0282Lf5N1GWnCP78zf/elWbD4ZdvQMvFL
EGouVgNzzwdZRd3s18ia251Q+bWZ+vnrP1/qBZPk851d37GphlLbZ5t98Z2ptXbgXapPAyXIYXMx
XMpTy8O4ttgO0K37JvnBOlWyzw7/fOmXOwMG9gFHTvyztQFd9oKgBc8V/dpLJtq+z0HBfTeZPlrH
ad1vD//mhdjpONz4LjBQ7CCXUvAva1bimmxlVkzCMZfxruU9SsYMQXcSRZaX1kJia0aVILUqoz92
YzUd//n6v91jxwnQY2LcwVAul4Lz8+ubPPToNA8y9SuTX3sqZLBmgIFgrGSZ0NP+Pit/PEuypFf2
vt/usONwWIac0bYdcxhf1tkvX3yq/MbptapSUzXDiYsMbPZxcbXSAt/nsW6oBFvmSPUZ5bXMXpPv
/X55rFgd4bgcaRyiL0UqvSixGsy0SgHNtoMrvQ0Cpvfp2tOlSd0qdBLKNEzODccxPrWEF+0rL9Lv
dx4/hAuMGfgRb9NLZwa8SoEPxr5LF91R4YyL78xn85I+VM3RGUy770UjDrNjD6+s7b+/cGzbDAil
WfHSZqXLJ+mEbdelYeHUByFakZZW1TBCxWtuZTHRRlvNO6aFvOZb/zJSorQQcUEvukRkNuf780du
r5nj5Cv5clTEmLIua3ew41ondu0ysa9h/Xct/fZ/d4H7l84MNG6A1w9dmucXnUOrGM2wtmlDReBm
ViI46NA1Z6oE9Ai167ybYx0/NCLIX1nhv99n4s+Y6FBELrjtS2tdb56jBRS/Tr36orUrrfaTtMv3
3ep7p3jyvfPm6DeVtF+bf/DyGGTsjhM7PNfAs6PwZ3fr1zdrdnurajkS0qAfKMvNMa5iW+BdQ+O8
daSwzv98g19I79k9LoetC2nIgeCHv00KvvCboidF2lNI3r4YbNn2kasoSUT5bJ/iJRtuMouK9K4z
hbqRGJS+iSzL+zpO8UBlFULCMK/mDNOpHy1/MKfcFfMrz+K3pcc7zhgnjhHgZ5uU4fkqKFdIoSIL
4CY6pRLLhJT6xNyeQlz8T9aiTMJeNL6yt7KTP9cVXHZWF2770naz6eSBfT+/bkRNfpQVwyayaGnq
xA7MsH2mAuJVf/jlWPe3kWib5aZecsu+liOUXVpkxRYeTaC86thts1sc6bkt1QM07jYEu412hL+3
p8zNP08ZxqW3tCt95wFz9Fok/qC7JfH6NvCu6Ocofcr8vgk+G3dtmxNcxlbuV70OFJiL1pZ2WkdV
tl3FyqsrzMMde05Wt9PjwSqqqr71Zi/+ovutDj9ko1byTeebodtnrbcCEMmcMnthjeNXe2Fiy5Wl
pHlPf8e1k86i2rJrWOo5GXa/vQMgY4qRWjzWQe2WpZ8uXuW7u0y32X3vKcZl1C3B4aERzmo/TkyZ
+VFSsDk1QbN+XOVCFSteB/ydJyPkExmLjeK7HuN9C48SJ0MmrOZ+g2GZzpbqhb3vYKcM23tn3fRs
AvJgjbX+InzjdQcVDPOxFoQV514WjDppNqNpKURq/TjVvv2W9gZaKby1ss8rwwXNlRwsWoFmGaLb
JV4suZ/JhbBXjDNKbaXIOmjFRdG8UL5n4WEWVzTTbMP/my6wnMfBXXNGFueu/tIM9eCkfmSN7ylc
azcZinr1Emsc5HIudLF8WeLG3E5tFM4HWgGZuTNm6WmgTZ2aDnlew+it0H24GISxda7GPLjBRwQT
KP6+PnHjIrptNtX+ATExUm0dYhGc19Aap4TvnXeM7VUbBjxxjvdZNmzNTeTYat1PTDzC7kQy98mu
S2EdBzol8uBsFv2yxs1rPwmwUff39MTC26gS/EY4AFXtGZvsFKmIzYBPy+xGTdIrBlEdZtp/5VXu
F/S3lLXqA4e+l6UXeag8enW9YCuwqrZMGTE1Xy++nFRqYak+nkNdNyaZnB7wsiKsnc7CacP84K5d
9kMIa74NtW2PSSFKZg7EQKUiwTvMPHrdgDg37+i97evZVf2uZFhHvc9C036oSt/NU38YnWaPGZDf
HHztlY9eI3MewzBmDPzV2XgAJBvbd+5UWBVAmyuLt/bs6ZQS9VJf2+uW18faLcb4bmy32Jw9csjb
ec48ed0Tbj0socccUwUTG6X2amfxQzc2w023LT0TKlXUcoVhXuP9WJjJSZx6lbBcKveG47A689Fu
pqI9ToGf3fvVoOsTEQRS56pDXZ3Yve4JhOvOxjKJY48i11KMHDCwyU+OFtl7zjNaN5vCf33niUzc
T0vWDEQyIT3auqo8LwmZxGbvCrm2X0OpOaOIUC1/F81izQ+NXfTmXjlZYb91qdT1KUWO6q3vytA6
eq2Nbti2mxph3NCO3A57wn4Q4k3ck/iIHo8epvu8maNoeWg71ymvRG3DbA+OGlJ3LZtvS5mXczIu
k8n2Qdxm5yYH5ksWQrYiEbkT8dul6+LxTBMHKXTQT1aSZR7N14bu55pSgwZ3JeMwFg3oUH4vRtfe
UrnF7huGyrRizyAzdTIrFZvduMX23TgUSYar7r1SQ4+6D3Bzz25C8qRqPxphvJtAJFNdOMMHaeWh
ou+tG2wzy25EONVHo7qbOjxHU2dQnbqi/t2N57adec1VixLmsDam1TRtq3k+BIwJxbyWRsTtJNjQ
nkrmVOKrxWbTHosRWv+dT6Xe7P3KhrRb1yD+Udsmm3Z5SIqc5mGfeYhoKbovhTY1SHW3PYylhWVZ
2DjLge6C1eyWOZrcQz/AWe4wAWSApwb9Y8ZmpDr77BZFcdesiBpx3RHSu5tsf3of2UNkn6Q9zW+F
kOoxi9fwY93UZFim0drekRVlp9Kp3GkXmow6p0IwgH6HwDDfz9BefRpGy1zu1qXZwr2pMUdIMpN3
G+fOPOOEsebNUymzgLntWVPch0PRwB72ap1oSY8R9YA+rh+WNl7ZQNfQeYiaRn7TwnQM4M1X6mbh
gIirXIknz1Rn25UemyjlobnYidH4HY0++6KMD3ML/7sPaYdyHMW5/IGBYD/QlrBzeexHJ3oSy0X0
gLi+9NgYgfp3dLDMltTICKZdV63HRY/NVThdyt52m40P3dIy7l4z2eR60z7W42uRVdihjIvcjmvm
Iqtr2sj6OOht+6OpvaVIncINndO0ZXGiNSg6VC0YAYj7sFg7Ckh1fmBJsS1JF5OHTQyz3rlzZv1w
VDC+rbt67c7oL7oUY2yfI9Xp8INBr+C0l56ne+Vvnm/2OcRutfe8LEY4UmS8GLP2giUhOuMkmpp2
Ncm8OJHaxzOeWYyG97As8GnXTjuZE3Twfqzu11lV+oZugPjKHDw0KGppBIoDU/WHtRuWYr+0td/t
SpFvX6VjrC5pO7tc9jKct3ZfWlF418NLbztBLTxIkTHEij9cOwC3bN6ypFb6SrXtd+kTVqRe1Ea3
6G304wjs/GWSlbrSgWpsWr6tf2lRBs3XwFRdTVjmyzecgtrsS7NGX1u/10y/7p3u0sF1c5mMTEfa
dmtZjwvsalzaN/nYBzot1kG/8Z18e5TR0n+q1pGOhNp0PDys0ZyJYxfHYZ9E0pHfrQlM6ggI7qin
GlH/Xbu11ZwI393oAwSVSzxqVeW3tfXX8xDKKUyzMGOkl2mleFxZ1v6+KmyMI0d9Kb5sZTnsh9CU
37Ks6MF6mSYjdzqGL79qzXKJc9FD8JTCvqSFPgTXazRN1bn2F10dZoDgK3t0lk9zt7qnjoaPsyv8
hWCh4oHXyK6aBtMuJ5ZP+GabAzDk2qWzypwf2WjPa9JaYzfvKa6Je0CMQJ22yDgUoSobdYu2FOOy
uyaCVSFiiq/axhqRpwy2pJ1d8bR07AysIWcbnDchrLo+VPSW+FqDJ2TqEkxMiV85jTw6oaWi/eJ7
XndtOQAcbLLG/dIGZdUn9bKwe1Xh0PinHo1bkwpeaGzMNrOqgzvJbr3qZSXezy3C2iz+SjTpe288
BssAdCnKVN5oefyNtkqCpftgnCV/3/g5WBU9RVlSOYx0sTOjvzyBAbSpb/L4sdmKftiLPgOOUMTf
32cCUQpCoXIfG8vIxxUZS0uAX9Uftq6du+82heCj8MfNOwi9LPWbJguxwDBilnmyVQyxJrqVPaz1
poqbadRBd2eCgTHpWWyYqRk1HbuY1XnzeYvnApqoXusTPgsh4ElJzWhXGW8Z6cGZsLkasH1USRh1
VBasudcoyhbGMx6gRq36djA2SFxsaXqDc6jNdOrmfuno/1WoJldZzB6sue/X56qLtzqR9Vw5CQW4
+VMlgyzaLaoZ4mtC3jE/FYPYwH+CIGZkmxuPX8Ra05z0M0RNO8QS1TU4ro0HrhxqIps4kyfUp160
33S3JmpelHfCVbvlWJ91OSGUcvRXeqTOt26UhrhIZmGyMXDX289Ts6GpUX4tE6pKzqNd5Pm6CzfL
YkYpVsyA8nbu0Kv2ZbUkSzTVhyjo51urFy4A44B+bx+Jfha7wN/4eMpVgr8Q5p3dpyTKTVx8V0y6
rFk8UU7tirdFP7Inur3TnFzNwXiC7YOhIPXkms3qxt9HhEEry3NdvlnKnzSxbs/OF/nzSMOvW4tl
x2gT0HlH5X1+GmVb4wplLBtYr4pmbKVq18bWJSrwlmjy4otBIDQCYugcBmASzZu8ysSQLl2Ue7vW
eNWHggpLsx/LgTc0j6cI/EXO7nnovJGw0yfUJZx0/B5XkhDUYhyYFbfz474XB0vHc5O4RanQuIkF
OYezNkNxjjcnOtpaFDj/+2Uw3q3xFheJ3415d/J9bRGFzDNRdpCTw9LW6NZ0XS1MVvqxLT/AOaFL
UYODDYq/hC1Kqq5iMqwo8mmnERo2VwtIhZ+6hHrzriN63Rmv7O9VPUWPzJ7WV9G4DNahnDMSvdBe
5kPrB5adTrzaA50QwDKCM2v091awNOmFfT41lnbhEKxpel9SE4l2iFShdorOCs2xdfyAB8ptZWFG
a6t20bJ1GPxL13yHlrPaK58ZQfZ1kffa+x4zT/HkG9FONF7z5isWL70P8LLU3wpWKW+KP02cFU2E
Mquc0VFjKcVJt0cFgdef9qPK35XeuB0jMY5uii5GMnlaSQdncES8h8adKmvfzWN7ttaw2k4mqq1v
3FNEi0HUFIBvHbnvrqmMuFrbZX1HFjtxgG8FwRGIKvAUHGxxZ23CnAe3FtjK9XK7BmdckUb2noUt
n4m2OYUXbN+VphvJXecAZVYw8TwQkul52Ee1v921Q4kmiPQLpKggTuDHV1Hwkcx07xB4vLfCKhgS
Q6vI3rWOm72dfDuLEpyGqy6FSvO2fSM3Ql+1ZPXNRPHAS3x6a09lbecsE+mz/VHfnXbkMbm7c6uK
7GzhtR1OovJGfDTnkZBOdQ0ThozdELE4sXHhY5YwPuiRI2cgpZv2tNsvThhBrh6CmvkGuzjP7acq
hpoyvWwxLVq12Y5+pn1+2Vv6SueBEOc4Z4Ns49qGpQqWfDmMHejUJJfO2tnL6Aap4y1gOwHAXZnQ
iZvRF3kzJJSvSvxwagBB3iu/wkdVNM7XEJZrPvTKjR5QlTQ3uT+u9Vu7VnFGu7+ACYzaVSw714lH
d+9hrRNfeZRF5B39qPDRn7Z1BtCU3htfT5HPxuYiTycoqDGQsyhcXFt1tbYQvBMCrLyy1Jy24CuG
+tXYofmLpvXcQYjJw6Xo06e5DhuWfOPG8trtVTQd2fQ3kzQAwv6xLkLosEqKMOWOZtlDHBRMrcq7
NsiTidG2+hB0WwerEVo6/wHHJdGyMc7K1vuJb3XhQD2SLUw2exYa8Ic490UEvDb0RbGegm2EfBgL
H7uoynWC7Shbwmvqbl38GA7ttD32JkPX1MbT+j62y9k9BE42n7O2URd7CAK6BABu+by5nXVaHMWO
FMqCM8nOu+mHX+rtRjJXiG3ED/IZ7W2onEQr4Al0r6129jlhx3LTuk49IQSOJkxSHU3ju43Zhvda
tpl17mK3mCD7TP82sxc9JS2nh75rLE7wXeBNXn7LXBIlDjEHmbXrCjcCXJskLdG+tER/qIiNzT5s
8XPfb9aATi7TZU1oxijIg5nwa8XzYqn/8CsretMJd3MPnrw8EpthkZz4pg/3ISmW2oE7Rcy6khQp
dywD/SmiHBancelwEPJqGmfviXF2r9Zs6z/HG2T01eIrK3xaNgh3Um/XuVomhsQkTDlb3kaoq9XD
onykr8Ek8mgPZDdCs8YtFWcRLu63th58QKGuKoaEYkGNhsyppJfwMwPDmoK8cJKl5TDfQe4L98Bp
VZP9jllBRjF28skmAoNsb8yAG+2oO16XMh5pwm1zrI42xJpGTRiPwMC9NQ/Jhpp1AAfKVJSWFTkk
qcXgytNclrFMHULPc+nxo/uimHH47+wIKnHJ5hxFXhAw0BT0beSocms3sad8I9uLrPzL4jJDTRHU
8qK2XtgQNaOpZfYs5yWJ9ACk6aybfO/UObl65jAveqhkGSadraKb7cLWJ0XYZX/k7Lxf6zGMnwZL
L35S9xm8Ye4bOi5b3A0PXDJYrzZmq733WjUg6g1V9l2tQ7udOrFa7gnmcOBE0UGG1VzXR3dEiNt6
Cg2qyns9bJI5GgSb3b7w64uvHiUQ9p4tHiL25VHfFloCztdTO3yNnDzK0aRVww+LyXJf7bFv7/xN
T1QtljgmmgdJrAmpqbpctxRuVOqpILgpJD3m0xi6W37u+85+P3DkfPBNjdfKiobtSUe5/R1SenFv
ux4hampUPl7ARX7wvFWzPLZdLzH8qvri5AfSpW1NrYxp0Zv/jZbhseO4cRMjPaYJFkWfHyftkcO2
A4E9cgxnuw/nwj+vaGy/e71yBCeDxRQoUo7+HTE0sl+drVG8CyMCiD11hpL1TjqmUscOiEYoDcGO
kyP336W2MjTro1M2CRUyOw20R8VGRxsP2t9C67MmNSRhFjH/jVY49ut8q3p759tm8vZiJojqKJjo
PQc5kNysteWfVlvZaTflXYE7Y7VQTvSG9RDkNbUGao9Gp0B/EalruRms1/MI12WvtExieZzGB+MY
++uEoQnkcWjRFgsgUSBC/TK+zoZlxmPAR6KwA9ObWbGCRPI6RC8Gajo1dCJGCTtry2g0+8G7vLOr
NZgrDqa6PLAW6O21XbXsMhjCu8rbMEua2nFoqY1pNzu6sdWAORdissjKQrIoQ7n4M1td2VzWg7wt
SyF/RJZUDkGvLrqUOnTBI+ujaT529JtsZAi8Dsnkbyuth361Wvr3NS8Mg6nFlNJRb9OSx5i0k1X3
J6f3yKc8ON8q7c0onF05oBclxe7h++sqGpK1N+0n+Gx/O4SZmd81UW0AYXlQWH3J2GmSSC3L2UF4
S82hD+v6BCBZw2tOmn2obMruvbTpfZ2FYdN/oGAziLQGrifsoYzpH8w2BRriblRUqkVbtgdkJgzY
oxJC5s5O4QzEpy1jLwt3lGOCIUFP4tJ0Es8IywDasejGO5v5fDsnqASpYe70BxFtW0xO0hm9Xzel
qdzGW8t8FkvWzBhhqvWt6iZFKUoF23tqOTTPYrutyOUz6hp2VMwfNbhrMrpAlJOYTJAERWgU2rrI
6XfSs7CkWCu98rSpGme72KyGiqTsvO8FGxZFpchfjxn0aLuLgrg/zuXQP3F3nC7xrEpdd7SqxC4y
23gdtYRAO+02wZENgUzGzNsyJV1dxe0+btGY7Mj4OpVWHZYTO6sLh4x+ixu1JyILm9Bi6yfnsDgd
lfeG8JmMJi7iBRx3gyhAvuxECR1Qw1CxMl/vrDzLxGGtnEAf2OhNe2O3bOrHGI8KcVoMYpEdJilx
uV8CGN8DCv/+E/Xckgxow9xkL5HtnNaI5ZLM0CXmaPVu9QjorOpTEMjopMB/nF1E+veppJqLF79l
67ehNwTtdVHZ8g33flz2BQjJXRa00KVoLPBj6UplE7/IAtWGrTP/Jl8z6e7CAP42cYHgy5Qql2IQ
BVLSfhdfvHp2vVtn/qGyW08luZTlOyGRJ+10Fc9fVN4i9M2bLGIMwuyZ90seW9ue4cUbpyzdoD2y
juEjVhGk2yt1hwud7UTNPo6CRu+LdVaA3mFQTaeR9fF5WAeHdMjopnkzMr+NBE1s7jfXdKqlo9XE
38Kydx/9DUPd3aXWO+0yd8GIpEBScZDIg35EemBQ/NpM/Ydw8OJj2MeUEkVmWfQ3onotOCDDLAeh
9TwbA1CiVkim+SNsg/m6zDN1Ehy+2r2l57461j2QLWX2jN05owTi7bCrJP+fRFWFadu0ChTcosN1
bK06vyrDqAwSIbc+PtV6Dd4JMqOCfRTvjntFpsykDdDwtxS4t3eB0IVKO18hhV+Z0+K+IfojY7nA
qdk1bhUmewe7Xeh91Sh7/qO3SoEAViyRjp5ot4hgXzFOiNSs5329ttalUG/dOqq9W6ygGPAcF0Un
3jE2ooxu/DLMx89BKbySmkBBdZkupb53grJGDwYdjF3CPzeUf+tf06GFiQgdnGt8bLLc5z1Tv8Zp
iKRx2XtZPp+X0Qvv0HWJlE3OO7gbi/Ln9f4/efufzmVw4H8vkk3a4X//r/zLf3xv/+Nhqp7ht5cf
/C8BuP0v4QISgOTGf8m8/xKAQ9+GPKkYi68YVcdlJNV/aWXR0YLWwCB4kQfYdGEG9J9mZh7wLfQY
Qq7A442Frfp34NsXkzaQX/PRwHhDHxQ2dIGJni+WoHRCSd1J3heWXu9VsFSJCWr6Y9Ns3WbT1p7Q
geAQHo/eLpczgbMFRXWqrXW8CdFr7TO/8il/00V802G5sqctz9TmTMD+W649vkb9vDDn+/mBASVY
13ZghxFmJM8/8NCpkMLEIO9zd7PeepIe5uKW06EiPE/Cqf7YU2F99BshCBZk2B6JD61Xxmk8pyEu
nwEUxuWO8S+P7yUNwWGmRuok1b1FHHWXbZH7pTZOf/bzUrQ7baOg55BVH35ZXPd/woq/Wqj9nJj3
/xjGy2V5QK4gsET6f7kHz7+6yhfdS1e394ricXg3zlHzKahD93Z12cn8aCNF6Dr5mJd1rmieU+/Y
CUpU8Y79v8wP9dLEb11cYKrdjLs/NazBeWXe73Nm5+dHBD6O3chG9xlgtff8I9aZp/F+aar7UazN
zUzWuFNCa5qnrln7k00sf57HJbj1jFqqPzei/xbP/d3N4EKLRBGaU941VOgvACltD4UXCd3cI4C5
LexOPfplWdxO4NJvLKL/qzDk6NptPSpF5TvDWaOa2AtqBlflqpz9K8/r8jyePS/4Id+GXaEfCXb/
cuTvVkQCIWqb3/uwFMOOaSXzt82fHITBi64PypLBl43y9VMrejcpW4GBiBt0K+WCtpFvysat1X4y
6/jEKOLXntTvLxJ2iaB7nu2GcQzY9WI1BRa+O8tED57Eqz2HS7vdxrOrPzmOyY9NPAhkI8I9kUmN
11VRWFet86or4POjiuXCUU8LhC4FjA+/frH71G7NrhNk+k7Osvu0glCjMrx8nHyauk9+o4NX3twX
fqg/r3j5vmx3lOvB6V4ARWNEkaWygvmOzYyXpFRiuKqajhTOgSRpLWhJ9F1bktvYtkzUmveLs0Lz
IHj7t1cHJpe8xKCrKHHYUJ6/Klm/xNLq4uVO2UrejLEWh27qccjPJNHOENj5G4QzWTqXdXkzNlSY
LggvDWOgCMSWZrdthflI0/YVP8HfXmGPcwUMjW3Nvjyey5//ApbW8yo7djj7DnwmPzqLGa6YJqFS
t2zDT05LK9tHXreT7ZafXrklF2b1+QtzAeCg17lqjILhxZLECUDGrT/6d7HuoqeONGjXjg122MjB
52+G7sWtr0107zXeiMyYQvVmBdhQETJGCSE2CXozz6dFrS0TrinEv7LBPIdefy4eFg7QKWw8Ko6X
/H9PX0HNvevf2d48Pl26P5QLpukzguHhho7CeBdtpQIrYcGTn1Xh11du0GX7fHGDLvfGQ6nDxyBu
eP5s7LAqw9XJOXNaYX3QKykpqC/NdVcuB3xS82PUO/kbYCukn32xyvdGUtFGGC7mJ9EO9itb3O87
HAjUL5/nBRyKWrc2JYTzXV2HH6XKrxxR/PHKd/6bRYExDYuSw569/eWiiB2Up7GM3btoWHM7ibdx
OmDC2J6bIctv6IfLGywLLKibtvsEahGc5GaQ65qmPCtl4XJ2KSd+bxHkpo6YxCuL9u8+HkvVZjNl
m8ed9vkj0bRlhAkL746XZHwa5qEnp6hwXqyHJfJewTBfDAD6uQIDokhwCP69GPc8v5oVjAvJmPHv
6I+yV+adNu8n4alrOODlWx0wZCPUcV5iXiXLE2eHAZTT5oY9/inO4dtwgQ76g4QP3yua1SXV3KE6
r7bUx62GYbQxZX1tmMULwvXnpyb8pV8nHNxhfjtqNpxa5sDVzh1WkzMi5clixlMo+4sXAh8JCmsh
Gx08Sgb02R4xdfkuOoKXaXK8P8Y5nK/clrYZJSec8bVVPRpHj0+vrLNLcPDi3SIAjpkQBdMN7fpi
LW+XzmFW8iF1b5simaFxb9E2g7g5qAYkNYrzKkT2WJnKud2caWY0Vr6HpKJTavIf9O3MazK1v71x
fuBzMAYR5oA///yXvZhrUvPtHfcOyj641toZnwBUAEjzNnpAXZpfr1m7nCuXGSER1PJnMxpONctQ
9LAL7wFk0bsp2nF8CuZ4/uYr9T+6bT+zGI/CDJ/0xfoPFmjhvqkcwtHZue27rboPiuyDmLvletJ6
Seqiq06RrttrW9jvuqFjJ8dV8ex023hH3e8VI97fYnOPliV4PPf7cr6+jEChbOKsFLNzJ7o5uEa6
3n2CDCL8qhRzttfIHR48yc18ZfU8B5X/XOKk29CJaNGQobw4usTkTNVgNe6dbIT86k64LwYTQ1w4
RnRqudv8ttia4HoQXfSWIbDMOvsZpP8PPgXCxhA1FS8JRrnPtwdRYl1gLYVzV8YuInOEYjqZLOT4
xf+h7UyW5Eay7vwqMu3RhnlYSIsYMzIiIwfmwOQGRiZJwDE5HLPj0bTVi+lDsNvUTPIn1QuZ1aKK
RTIRAcD9+r3nfMe3QH728oup5vizUzEyyJZfr1Bo7P/ji+Bcik4cCDJQYstbir5/e2ix/PaBM9nz
rR346VEiD7qx5tB9y4VrnYN4lKd6Ks7zWCCHQ2/xGZVY+JdruBQpP7/MXAPicUxPXMgvuYfBSM8w
qFzzdqKkcLaTb9avsE2sc1It62ZcCvZvPOT+rqKPenYBG3yYKiW/4W5PZzCAXv0aJ3mHsWRsuqfc
6dsD8ir7PlC1d6SF5h1Rb8tDg+LnqawWsmIBLmXl6aQQuyAE3kbpAhRxBVVYHi7HLSbarGl/+bKx
u/yybrl8TO44PkGI5O8Po0U1qDzpx3+uEYXUFElBDeRx9oJ7jen3iLzC2yDK+Zz1QfFQLadAGNre
EcEBJW/iuXth2vrUVPaHRPjudjIMRf+vnLaF582bpHXHb007OmfZeR8bZ/COKZCqQ9+WwZ0w2vaZ
jXFY+7kM0FksJx2c6s6tYrSmNwiD6Cj7Qg37OXWJBbEXQQBLxgasFZm3aPWZeS2HoilnErUyoD8d
EdHm58EetgpNzHHoMnXdt/CIYD9629wcq4+qBFdRh2m1hWUgDzJq8nvPnRIefItni/nAVygQ1gP7
HjIFbtXBD4R1HdVaPeqo7r/PnbK39SyZLgx2cgPDoN9HhT3v2smQz8FgGF/qErYBvEbOBQ7/TS1q
N3w4Bs/DJhCVs8/SQN3ERTjtqcZ4VKi3wvthrOQhpD1wr6I2PdKM2yGSi6/dJHgxhXGvm9TdJ2Yi
czopvXiTfhaeZmS5W1rm1hntIuN2JbPrxZq89zgYTmWW7vKgC661nU7bBk7l3o6H6Yi5oThU1CX3
WT8wMsNy960K0vws0DnvyyqeNkQzjEflqPYwCdd4CavxWwWS+Txqm6BJg/nmoYlDG7Bo+bnM++ia
asvY9V0+rAi9TG9DBjenMp4ZjEJFRVgivTsLTAg+kPkkGCy3MJktsn6XnaVUzvBQZh07EE2l58Aq
1LEIW+StYGb5xctvotNanVAweB8alM0xIP4tkiGE1e4okmMzRcWPvcqvYVEZbcea2c3W2ah4g9NM
eQcEAfIO74S5d7ycV04xhrtHidlDGlvKQpHa8lD2rndUPQO/8nLTHMUXGdNo+5LhnbjhnBXsq3bS
K9wQKJC5czT+RyBSY3tkXiw/OfFwUwxWcOSedmvPq+I1G5yP3t0rV3GGoLUw42Tvubp7RJfOTEIx
0BReG143DIzXjNQkkBzVMlF2y/x42Y0YJQkEjgoOTcVc7LFw3frG0nl/mN3QuK4LWWyD0XXPwgYd
r91p+DJKJe+qiJlX4hloWCdkg0NlzTvwcjU4uqTbMy8JglUXDQZOqTa6UVX0MAzhfKrgplw1o5tv
hDGZu5gneWVCSpZret/WazSEkFZNDaqkL5FQbLq+RynlmulT4CA3WmkBI8VC2ru268Z9aZWYvgej
cTBqwNFmHoXHlAb9zlUMQtKxfLbawGYpjT+XSZE/dLCsPo99+jFuE2sbVm65T6oCyIwqmGc31cgw
nSZUymv2xDa0oxvChYmq34zIDde8jJ9nFuezgmuwatvhk9OAblkBsB3emrDND6z98pAha2tWRjqg
q+sG5/Poje0TZW/35DYmL8ZY8uJOquAhRGwyH0oEVJ/zhtXPyHK95nPScwHStLdUSuB7rKqd1k1y
wuDt7hkHzE9EZCHG1IneTSV5BW1vtnfZmOqddrvk1ii75DCgajwPXlWi66RjCQ7YQAATQpMGJcbY
EoVOme2SJlQvYWbG57j2U45jAcsL2CECRjr9ENuRuh5BlLzWqWIhRC7NklLzXG/n0aeP5sCtPbRN
pl5T5fCZL2egy7dXaN+/m3tCdrK5fIuVkM2q9NJsX4LkX5lhmt8QXVe8ua7tfXS8dvxaJpO8mQwR
3vqwgT/YvdLX7Wh7u2ZqnYMZtOPBQlm4CmKy6nFr1DvZB/4q0Ua+AmAEXKXDKIPws3sKQiC8VTFT
MmOZqV8vS5me7O6pht4nVq4o0BqULZ3HrAo4AUzeNVuO/eyXrOqRIx9tYd7ME7vsDF4U0J/ReStb
FBaD5PzkMKO/Rroj94wK81Mb5jzNieanaSw8z67R06Gp5nbkc0p70/Zdc/Kn6GPZufW3uosXJm9t
M5atBvMVA8wDaGa9B9KLBDwdjmHiJFd+Xrg7tBfhTeeEzgFkq3cV5sO4tmGVmIzb1lLU3Qdtj9km
akJvy/g6vCnT8s5n7Ixzu/Puw6XajPqAO3fpXbXIEOo1FWGwt1lux3L4gL0OnNscge0R8zfBLPdm
0IX80UzIluIoE4a7N9IsWAtu1R4lLEd3JwEznQZA9iNSAFaIiAkKHjAl9HnU7kEHMUHE8sPeZqQf
4QeeYBtmuzFJxqM5olsrR2k+lrRb92Gn9FtF3bdxpyIJNhkpp4C3wq59MrKlg9xHixcptr66SIxe
XMBdRKpnpj46sWWvI/g9h6rN9DUhKz0QrgBNt27slY4Jq2uEwQR8mFYN8KKzNfUOmoBcHYh/HHEh
mwb60PGb9KfpxoqckImd420d5VnnInDFB3D9/rXUPQubPcS70LbjhwK249EOOnlbVJrDuxsrj7eK
t75k+X/yhVvcTghV6DFra/hkEQ72eGmCXMo95Utxr5y8/DbHDKuZbDaQxWFktYZP2DDmIGARnPGI
PHEQQWSAtlyNDCagjQwrHKVwR/jtc6HJXZlrsMyVZzdnydK851gjD4FZYXc2FUmWii/y0CtKzY3t
tPKAnQ3DXx/DrmZ+c4NHiR1SZfMBqY461A5IKXqLNuPTts94y0HxsZvJ2V5j/BlvMTXxLtsUbYmS
zkNPDM59FZn04Ty5lYzriWUt+Kb6MKT5lXEEZJIowuiDdkb/2Ne1sacMsp5Mwz9U+ejNPHZeSONQ
BAxxhiy8r9AbUhUv6++Y+P4ns5gMPn6ehvew7HhnosK0X2vKCg4R8LjTlZIj71zHOQ4e2TDzK9j6
OFEudSTmv/o1apZD1oQygDcATOMDvhtWg9ikUg50+zFpE57AKFzk6/7sXjM9SK/RbflvkT115ybK
YQbivJrx4xntUbQSA40xt+qLy3w8XRXxhWY2j48dk7LHpA6N21ACbUfCOQ3r0Jqrg4w1q69tBH29
GRyb67EGX7t3bj74RDOoCbBDFo/dWoAefBgrcZvHDmDCYeDHrYQXDB9oHbdfzd4YPna2J05SRGW4
8RXVRGhOc3C4dHkAJ9lfK/jvH02qXrkyldPeO32tvsnGHnERQYk6ZG7NeRydME6KAVr92k9scag6
eycA1J8aLueVlQeZ2OB7tKqcUN4o5FUrQFvmJzFW6NuqMsXWN9tPbVi7D3NR3+nMewoKP3rSiD4P
rKPDKupBSAjLNKi6Kt4yCQchTrEOUGhsCZ0xNjzr8ACoVxIDLJzVrDGKGpsSWMzKCeoHLzbzAx1Z
vSUcwFsVhu+9YsUcT1YeurvUGcadE8T+cZbptZt5FUWEEB/DgLhu0AQ4wGK62DrAfG/bKtyggu7W
eafV3k0HjXBFD8E2c53mbQpreK5u4s8aMJrRfKlbdOnrtOjic+WNiJC7yXG/8uzF0WHi+rIb5vwA
vHyppyvm68nHyq+9M2DJ+nsV1fg7DS3SF1VGbvbCTH7ZAUK0hitrcpqPAElb45SP85Bsp8wu1SmY
SuNTKoZgU+P0Q9c96X2BoAIdB9TPJEDjGjrXGhDvtR2O03n0CSWws0LdZLH5TYmW41AGlewe6CCb
9yJj+syKCI8yF6DVYOyzmG393rNPOiytaDXWUfC5Hajl14XfYuzJq8p9LpLOwf0R9dPt0LZRfxcP
CZ7bFT0Ele9BJJnPxDHhd/bDqXtidkwF5OGp3I+BrLbouYP7QefxGmGqyxyg4ASwwAfQ8kSDdf5R
PxS+asNV0vrxbS2c/hacG6fvZfGEGo8cduj5N59zrK0nqmgSgHm/bbQ09cYu0VuuLr8tMzGUbSTa
+INJjC/PS2oxT7zUHvXSb85KTimX39rG1FuF7nnfh9EPNxHOqZ3b2Euj0enucqQZm8YsrTObJnMF
uBBPZSnUKyxDQCTCHFeXoxzbMD8xXk7NSVlTFIQyejFlF5ubEbc5QiCnqF/7XF8UGcKH7D8SInGp
JYtqORBUYF+Pji+9o+/3+abAEoL9thTyuVsOvLhA6MuWqTe+xSJkrXM1jKgVulPkvP0U8tH7pffX
5eT9rKba72peqjrqttQoebAJwgn8ZtHeGm7QPTkeGh0/SngN09j+cRmybvkLjaS+rJIu3xpqm2o7
1wsPI8F3B8txtnZmXouzmhUqK3oV9EUtI106aHzyNBlJx8XosGujebrSZfq9H0IHdfukD2wHd6B8
jfVgNdWhTKP4itUheErGhkJB9GxSfMQV5W5yZcC/vDaGKDsVsEaJ6SmSD60s7Rve2QDTVjRM68zt
rAfZ9d3TIrMl3B0v1raZ0mTb5XOymO7K+9KNZ/yJs2Ne16mxG3tP3ZRdW5xVZfAvSfH50gmxRo/D
eIuz1jbzeBMhE1uFBNJ8jYxwvtGhwpEXJWb6pRIALlctgp8QrRpfDmo3HjGSP+7oBTvHyXCKXaGx
i/64sUQnPFmTReswyP2rkh2d00mB/xMf2QNI5avLrcVhgAHWzU2kf5XL2X5su/JLQOH9Yajw74mx
fEGjxmY8JEm5HuF3bF3iTR5LM7cOnP9sFJUmzY98SrYSdcMZniZOYCqEDwZRxiPLZczzkcTC3k05
pwaUqoLjNk9wltPUS3La2YEWeGUuG8WPHdWJEScqZmoHtXQs0imYcGP7+noa5VNqiC+YQr3bDPIh
TlngyhsinWC2DnZ/gnEc4CdwnPteN81b5MbhQ0s2MA7k5QtzVWR8awM6rOtixOS4SmgP349uXp8T
HXdbuLOIAedMOG+esBeYREswVARPFMqnmr5YQZ/T1zIpE3UfFzsVZmINMnq+ctPCPIRGQAJ9OOW3
cwMgdGUa4tOlQZOg6k9X8WJa3s4q0M9sztzPwPdLrKyF80Qb68UtNIaMXHn5J6MFUdt2DiZ5ZJDe
sUjC6msxxaALlsddJVF8L6ktEspd3u68IDWKbohz303FY770r01fxsnGtpQP88CgIeAndEvUQsxe
OYImHIwCzISGExk3P5YjaBP4UeaaFlfddmRHdWLGAz53T1BK7WhvZjZkyFiaOxS7S7RK1dwLV1PA
eyjArVVXQBZbzxy7y43TwXlumkR6/AlFsWPmtPk6zKU86bFdfprillh5BjG3l9XNZU56RaTSB0HM
yHloKfl2ly7h5YhEpwM4gggK6y52au+pWcrJy/GO/YhmYQeEd4U/or4PwcbVK3bJ+CTxid6PzBif
5stC3Jh86CpOj1knQTmgVyU1hjkfZqAJIhma3jN+8G4zTTm/NBNtJdXwxWv8eOsIZd6ZZpPuZGHk
r57QzUFM7rYBDnamOWY8VH3L4WXp9NXOPL5h98epx7NW3oxe3bwWbuOvrZpwiKLpp4dLZzuKve7o
E/h1Axp7NyrPPXR+hUNh2Xf6pbV1aUgidwAj4KbTtY+xgYOYJjm7jpOtQdQOKwIe8Ie8zapzwcT8
fiAlaW/icz/3zIH3IchmIDeB9xn0XXE0l42PWAok9REuiNnMxu+MbkzaIoO1MpvJ3WHZo2wcYhaj
YqSCnkqzvDNVIa/KTqfMIJzoDdU7PRskIgPeiy8ar/3B0/JsOTPy576DOhLhaysMK8R1ZgT35Jjx
0HnAhu/JxYFN6GLQOntiRrEwtTwiWOOAtLlAgVZdV4itxyKlN3TIkPqjJOy/EumVuNe9zvg0PQzb
t96bvWN+6VVc9vkgGdijgnlpBATK5Fnzg4L7sAyAZCTiNRrEYMn1TO5rlvA93aOA5oWpHy7PEiIg
awcpmaaBHKprp4+afUUP9tBXdXgVKq8+qLjMyOIat3UVmycLI+UjyvPPGjD2iYKGogybzcns5iuM
9/aXtna7J6So9WtYB1De4aLtoqZMb6wlrcciOOwxt6PpMXbN/BxFFAZ+hQbUyzr3uhwGGxNceA44
VJ8IT7K/8jyJV3LsvOPlif9LT/w3HXGUNyCDQpYZVG3vpuSqy0KpZce4MeiKR5rnX8NZyOt2xN82
WB62UmmGewC35YNIh5dhGBiD2kYI1oAgrm8/hDgKBca+IPb97s9Xt8zD3k0m0HyYyPrcRaH5fkTT
E11GHZ/PtybP6zpnbp4Lgyxr101tDGQyz459X6XVxqxVHJ3+/MN/1dsg9gvp8wBUADj0XiAlmmgc
YF+HtxAOAECUNXMCczmimaBgnnKXxfLPP/BXSRaCK2BKkH0ccKH2e0oX5e2Q1WVi3GqDvaKghweC
V5jRV8vW5q2upftgyGnYsyNEN6mwJg4XXNxqVF1zjfcwev7zBV1u/s/fPxfElG4ZpyKxtN8N6myB
q77qZuN2dulJBXEavTUz/VSzicdd17bfi2GI9okT6kMwTzNu3uRed2H9PXIxv6LPMvu19mu1qQwz
gz3WxEcTWkGGOCd8cnnBrvqxF3+ZZ/3mawzRfLoUon6IPuY96TIuvMrH0ufeDgl5T6s5murXy05K
d9HcWiJXN9hEnseqyDj9dbVz59Qy/ZabhbwpAvgJf/4Wf6NDCLkaM7AAr/Ewue9eMXOI7KILbee2
q/p8iwW6uzJUSt8ox96gxvgTqtPujuiDWK9wRQxg9ivjFECCWPeSmS+YDYhxuezTBa1g3TVm11yN
SZAfL/tFiEXg/i+X/KtWhUtGbQWZkBgaqFI/jyWhn+LXo+y/DfKgOAVmi+0tdfO9QJm4o6HsHbuR
6jpMtPc6TU27y5PxFVAYp+LloENPKdzlWqd/eSUvoqGfH0iuix3DChC0cnWL5uffxqVoTWufs7B7
O6Zt9owlJN5nrujxPuXFRhSJfV8ClcgaMgNl7EfXGL8Xl3zWGTdWP/vX4VIIOWjBNrCv27ceCeZm
iAlv+sv3t+gf3l8nJ0+fa4S0GLzXIiyyuRGyi32bXyY8lx6Y0Hn9KijzV1zZQCOSWZzTFJ+xs+Wb
0Z7ptC7zvD9fya+LGBA8b3l3eQSxGr579qi52HRMBp6Xga6ZDvPXyFOcrEjhOcfLxOjPP+9X1Rc/
L4Q/h/wIxe8vBDxboTQeCvvWIcDVpJH4xjimwnmWuXfNGHpHGKnNYWyw03dLq+7PP/1X1S8OHcbo
PB0wkkkRe/dxhdLDDAzLucU01J3Hzqejrf0QME5BE7sbrpkw5CcCXAWRpl29zj2l7iF+Qg2vMGZP
sn4MxzK5R430t2/mN3cCrLTHTVh0e775bi1tZCo9c2z9W6KMuqeLglJMGUIVd6xfMdq1T3/+Ln5z
J1hzyPC+7F/IO35+VSA6GG7JnPg2Yu+88kApsZ8L+aEsJGOc0jGYK/XutgAkd+25XvC3YfuvEiHa
phZqtGUVcbgvP/98oyFfxa9D7zY3vP5AQi0WW0Blb/AzWgx03sbSiziQEe/zMIfVja3DxzZSPZk6
ow/bfxj+Irf+3cPBBdFkBS0C+8F/dwccTAe1U/v+LT07/wngPK6iyAHWViMoopHhB9/BypMI0PCC
xNq46hX5iXiUoUZMtl9vrS4VX0Yg8G9kGdKK/o9vGN8SXzVySRaN95tt7TqlkWBTuXUxRXI5WB4P
bV9yWl6GtLmVT2+XYvmyXk0Tqb+bP1/Ab1TObPbofDF78grRU//5lnWTdCNB5MltOGT6oU20S6sf
963W+VF6XXfEXDjvLGeKrwSUwH3u07b9y3Pzm5oDVbq14GltotF+0UihZZb+zKJ+F3n9NWLRinnc
1O0HTHl3hTHPH8PFh6ka2j4MI91pZ4v73M/7I9bdJNsU5ABvW8h3gEerzdRX4muG3ujWN2inqHge
VyIPaBH++av7VUi1mFIWbQmvCxqad48WgDBOknWX3bXLGkfHKrjvMSgc3dpfTiXL2K/3/rpNX/7a
d9sMQxGyEiksYH/672R4acbpd27t9G7ifLn3vb5+Im6FU7HB0autLA6JqBzD+yTHcwsridSTdTvQ
7qbgkHc6Ta2SXIkiaFd5Ujxr1/0Q86Kuai9tl5hQGvkXUUElW/p/I90SRjL12mXh3el8elRTTwPf
kYANcGL0VyCJjqOJVm3TWxAhVmNSlc/VZc6gF+m+adJQwKs2H+lKdCtmtv1DOkfy9UdH5Mf8uc60
tZlzYV81Ep9iRFTr259v1m9WxmgBPWO59KkT36/E5eDnjTtxs1wx+ievMvOrFPnAx9S1rXVZ5MM5
lam1m3UNGKttq7+IYH/346kJEHQhueJFXzaKf6thkqig+TSO4g5btXFtKosc26XPg2+huapHCWYu
waO9Q5f/VueOffeff/oQHoXrL6LsX441A0brCmRXfmdgSyJNjtPhXW05yYERjnVlxbP+Upkh4ExH
w0fUifuXj+/++vmjRTWKY8tBCuwsWQn//vlhj0WDHJPijrWfp/LS0VRgq1mMPfonXHn9eul0Tdq0
zk2QVt+tJsTvWamCHoBcNDw1gti9jEMgq6QjpwiN+tY6Dz65Pytta5oJbpzS5HFbqQ6GmOhQK1Ps
k54wH6y/NPTXDvoXICxe1HyIjUm/zLRxoC31RWhtQvgpegNogosyyophs0z50dgKWHSqmeC89WVE
0DfwJdZVX6EZXaYJBtLxt3xp68OcLD+m5qCeOiB51z69m+MPFaO/SC2k3aKxE4tu989399cTM2fW
xVMUktiyHJp//nITMGcIZQp5l0yxjZ+S1tYqFSWJXyRH0MkszCjU8EPc8JriwPlL9fdrjUMrlvRv
0iKWO/zeTel3JNIUmIco9Xx6nkXqM5EpQvMcQKpbB52DB+7Pn9f+pcygYYSKFSsuBirWwndPU5rb
QPLCPrv3ICoQqpK4DvhA6exCyfjnUmZhL6uJnbE6TnfQcQrldXdN1RvboC7/qcGw4RTu8jbC1D8V
fGMBOsxLfcrCOR3HGBVxIubniwmMg5j5+OdPEb7vwqBbDgLccZTqLOW/LOSBHQe11+v+NmlFfYoa
Wx09VzUoqNwPmubqiiZVfpLl0M0r8tnztz5XT41FFw0xVlKvkHh7B2b82aa9NEhkPKUbJkt3I+T8
G5lVH7O84QkerHz+RI9Q7qdFnsfJXT0Czhu/QSjXd5fHl5k5Q3lfzA8Ti/jXqIjVrjR9hT5u8qZP
5WzbL3kfDIecQfmxEmK6MsOGKwyVc2XD4rmy8jzeqXHwYaKO1a4cgug2tka59iQpFx1ciC0j5tri
wYzKvRyREYWoGD8zLHKRHuuic9focMT+Uh9XmTnehUGW4+Gpnw18JCeOc8128Pr+QwnVd8nHs90Z
egN6kRWKTeMzwEX2P7RkW7+kWRh2ndXv88ZM/U3ADKK2u3yJAqqeLjO+pKvt/CaZBvlkVzVsqLjE
Y4Ta8i1MbetVlDFcfBCauyhmpamUZ4u/PMXv3xuOtKDgmOI7kANA1b+rlb1orDQwUPMWQCGryNSz
03rLsuOSOBAN2fRjB/z/4EJ+lCX/vE/o/SnH97+Mt14u502S7ESGbNf+z8tfQnbIEhP9038svddO
3/ffGv3wrSVs9F8BOcvv/H/9n//t2+VveYTV+T/++5tkyV3+NmK7qn/3Gi+xDv+1R/nhW/2//9eX
QrxdbMprfIPy/R/+p08ZyzH3ivMcO5nFEd/+V0qQZf3D4lVeVDmOjefV5Vb/y6f8j4BGGusrN9iy
ybOgSPynT9nw/kEdshhlsSuFZDT8Rz7lIFiel/9bF3IExvFMngXCH4slkSLj512AfFTLz5p65/sa
Z3sidXIT2dpxThMj1Oo0NAby/nBucyZW0cx8YbKnhvqnF+2aXVuqNVJWtDrQqzThMDFaRyLWvcIE
gCt9uekzrUEgk9T5QZdsoeQEZwqwSKvFs130Y7QuknLSW2mPKQOhPI2/V15OuIC2evexZV4NMi4N
ejRkZHaumcfPzlUPOdrZBy5o0S3lWYDSNJiTcTNFyfSsBATsQz+QTfkSBg0SPEuzCmzIMU38jRKW
e2VbErD34E2+WNdEmObwIJv4k8soi6F02sOUorva1KwjjSwIDZQMoicPaRrhhp64iQyNXMO3ewAv
s6VnYzX0Rv6lpJL7ZPoDoPHJAYe5wmEVPc8iEx9V01d6l0xRd87DikjuMCqs70zgYgvzRCMX0Kf0
D+M0dgn5XrK4Swl3kFuntmUIdQWNyxbPitTbZLQ6+F9SAMXxYBI9MhWlGrQRFLgb31EGIBMGzB9G
IXwT2JcX72bGx5LIUT7MxrLQoWydSfTh3qz7Zo/iuvvUgkxH5wsw7M6P/eZc9T4rl2oBSK6mHnfF
qmjHHOKmWbsGOqQi+9xETfMg/QTCIiRCkH5NMQ56g1vaOVUOoJa9iUDEXfeWqGzK1rAHAF9FjbWj
qlHl3lY+SA4V+ln2MDVD5z/MpRrFlRhMMLq6N4KaMy3u4jUrd55uE44NM0bEAgJQGYH6RoiDYnfd
1m2OkqUxLjw6e6r3Hrub3noJ3ei94QmzO+WQXrqTQLODPdhHAo38tjFDBsJOpa7b3DY+qiIwsi+h
zmziIbkOtemNiPYzzQFlbam8h/QqyRyVbUp44CEGRWeW26JTVrcu8Xv2J52BCwWl7qA4UVMBDVXV
zdRcGSgF9S4YstxaDfUgrHA1dyoxHqE0+94OPWNeoLo0WrTp+Wi8iFJ10y4VlDGrxs8ScRK1YwUP
oge78QQINks3HCD1SFWYlUxYi6ETjwsPLsPbHLeMv4OhPArR2cM5mYpovG26qBsPapzacFfPFd3h
oc+dGC1WlLvfuW5D7tlWKWdbHiCSKBCBik0gbVnfe+NAHF1ialvsUlJnBfjL0es3dZp04mBlIUcf
Olbcm9LXqjh7TUljgvAU1Ngp2D7nGrwR5Gsj9kxrD9re+w4rpRs3LpRaCOteaWLnybPW2TaCjtNO
DYDctrkHuOVqcjoz20cUgxKHYjk1N0k8mNW6iPu6PNtTwsoVJyAEv1K4gCgtiTzr7iJLeOa6nwga
2HnKzFBcAJsiwJC2fbUmJtkEkW10+HRqmOLQZB2ZiyvO6qq8gZPdZlej2bTybIPMDUDPySI9tO1Y
1FdFVwkPPKZRxteQcPCDVXONvj1rPVCqQU+M5yYXVok2zOHIvJGtO1GnyEK4H9ysx2dXC3fyNkjk
w2dQ0VwOd58/VAUo3OMJ08kmDYmPzqkfvyuovt85PVv1pmq1fMGhwU8vW4dfWKTZejUxZXJ4xRCY
rEP4RTHrG6fqzeDbLDdAvYBHVagZtioOi2JH56G7tb3OQlYz1wHItNn8WiN/VFclLeeG9TujbpFj
IL5ZtgrOueZ7JWm0ly+pTz5mx3Qtvmpdt/muJ8P7ntkWDO0cX4WHGbalV1qmhXwJrRalhSdb+TW+
pBkWXs1LWlXoX1c9oQQZJDFPeIA+9Ws0mhVUaOmbeg3gcQlNnZKMHr2HsmdlOsgxD3ZvotwpwLyK
QxPC/t0hap6eRxOH0QmqW/5Yd0ja9iNBAsZhaMC8rdkwjBpYi+t8ZFKcO8ZVYpM/EawaYRnZuqx6
eep1ToOHOPV+XruMZ801eZLDU4k05JtA72Fu/KjXD0OwsO3jiX4e/mhq+jT1KKJje/F8SiOOrlyr
jW8G23W+Nn0xFmiufMIJGqvDqAAub0J65fZIGknY6E5EO3oVsgZdVru0DeWZ0RYAWqbZzqNMCriJ
g2MDf6w4t9nQ9crmVNZ4E9e9U+r7xmYSuccE1cODUnHOWqQngLlo85zqyHCTUWAxmfaj4sfDZS8r
L93NvbaPMYUrh1I/akE8JkgtUJ6U8yP4+PY+LCb/JWMOka5gpwbXaHFAX8XwJD7mhCOwmDVT8slm
Led+T02BsXRU5KAyNpkBMzpMhMlizk/Eq4cZIdtZ89o5YXIDztWqiHyP8zPzleql7srxpSoM+yOM
QhClcKnKux5RHZQRGdFkmlQfB1vc+oPa2qIpn6xOIXdyrNxhj4GG2W5y8O+HJsukIv8SyKzhrl30
CcXKDhSE/KG2dYIJiVT2Te7DQF8r2wm+kpGLKGVChnWPsaB9rJFc1qhafbTLPpPGklDmkZYqFWhz
ZbYpgLukUmxvQI5zTqimFZtry+4DaETSJRd7Es1DZ8fyS96HaCxTfwrZmB2HSIxoAIKJFojJBs9V
wIyps4T14o5V81ZUy610G/qWvusb+T7pZLuMqMX0wEDA/GInWjwVIhJQD0NBKkA9iXrYhpCjnD1e
YHmWhcM326q03XAeKdsVCu7mU8j898tM8/DRRlFztNLJeZboIvJFly6/0mcqsWUVAu4nCSaOYgOd
BLHlEbE8q6Lx3BfFOqw2YZUsN5lB7xXW9sZY96EN8dteNo51RqjwmwiCFnbuhGZibVY1VFPmo757
xbFV6W2HnhCKmdlNqLsKZt9OUTJGM9xsuFP0YV18G3XyzQNLoK8LPaSvVTJiMzJotg5rdDI5haDW
odh4HQz9VY/V4o20ASlWaWO4d8wTiU8IElkhqDZUnu9mRLsZouT/Q915LEeOpFv6iVAGLTazABCC
QU0mVW5gSZEQDncoh3ycu5+nuC82X1T1zK1K675lPasZ6111FclAAI5fnPMdtyIxgfw5FshiQ5W0
8TI6Ibf/PZMAYktqmYR6WF2buUfixqu7ptX2vMc6Q7q8eX6d/p6uvSSgBee30quRfVc2WkbYn6Dy
+m2twkM/d26bGEFTLXshSWYnoSvvgr1HKCOkZa+tr41cET9tuc384EYKsddKn3sn66gYdpEiKod0
XB98rHXuwzkryvwVVpDzk7ZzkSliuwWmtFHx5+A7lU8UfvOtoiyYYCXr9Rq7XQ+2eXVwPdmZgxtk
PXtX0K1uqt4PLSkSUC/XHF5pP6sfZT128sIdnblLpxrAM5KjMPjeZov7XDW4xlOyhhV8f67omC4s
ygkDUU2dnv1GM6DPszqot5b1q9LjfCOrEetS7ZfrQ+PVw4dTRwqwOGqD16AZeH1gqgTPuaL8RJPg
SerU0reXDs0n8SFpMPjyDk5k+RG60mMTXC1zjOUxdJkamOc6Oye/c7eQhEHSd9m59mVDrXmfSykI
MobIWSEkZfeb1E7n3+dDEbzZK+ICXu9+8WkWbhClXTVtT4THNE/bgOYzzXqP9T7pAmSQmhCkP4lc
H+sdRRQvIWaMAjMTUgkggevoTHEZivV7RQYRImwcViQGWSUCL+xq8iEfea3FuWlObkx7Im4WPKRk
s5tFB7fVL2CNEiBBQY8s3P1oyUgm5sBrEL5Dn8xIbbDaj1n3Gbn1nfAxgmi72XY9LzhIjcYILHLo
wrBI1qWVKsn6lRONvZnxAsEj8x8Gbyje+0hO32Gs5ndQqcV27xFLAx5jw0mHahxeYzqa0Ui57ml1
v0bEpKYwq1vCbsw+MhM83tlVTz/sxPbom6fBCydxyNTSG1zarR+Zatr5/dkN7jGZb+oqsQDJfZQt
EcSFDTAujqIFzncNzfQKiSjnyoBHemUV5szXmoFjvfcJv4aHuZYfpbJoSlAAzs8+i8SXxaq6d3vC
DhtXvJ2fm5EhVmKOWqChJfYpidR5Fe90k3hBA0dDZFTcOlCJi+geAhVgJtbJb1L4y5AAdYBHautw
egucFSnp0hCCnW6YU7t46ihcum5byDloneKdLGy2yUY5ek6Sr5EH69Jz9Q+01uW7UTjVO6px/ZqL
fiPdB2GaSMbAq66sHhpGzD9WDzIU7XfaG5B8KpzHW693h9eoqoi1TzGbVuPrOJW55jVA+xZnIL9w
0WFUfBJL5D+ZqjHezWhy2oQMe+91AwQMmj7HPEhsSchgKgfv/NA3Yi4xf5XeNZp5+XMjaOtlmfLt
PSCbIdvR0Q9fY+F1JLo0kzyRUwLav6unitjtiqxw9OluAGsBxfBr3UXNd7x+XpAEVH4IaqxiDPeh
hX4MHE7NDFMuvG53m1D+k7adfr6JqsBvE+SvUXgapS6hYs6UojNRUvkOt631WVor4tgN/nV1X2wl
Mjm7mbzzAYY6vSD/wAMn7vMP1AzYd+5tPOJLoVZJwaCbF9cbqdYJtyfLYTAdUlbEZPUHdyjELUWx
bSNMJOmaUWxpOrtMkGf06M50U8icdYcq18coFzs2oV6pzbENGbbceHDPxsmBt1tgjZe8VInIwPqB
G3BsoDtAVQEIKaEEZNfRpgbi0oV2wwfEKMP5X1oK822xNawrYIkQ0ackZ54K2b0nC2jnbFtuvzDo
L+8wyay2x8UTWv4hW/m3xm237Zd61P3Xl77+0f46T/t/cFJme4yn/vWo7OaH/M//+f7XHO3f/5M/
BmS29xtD7MAB1US6KeQ9Fqb/APlZv0GcAOJksmZ2Wb4xkfvHgMyw/N+ic4Q2+28KC2Zn7DP/94TM
Dvn/Ihc9l2eHns/U/99B+f113h6e80/5n49UhJg8M/w1kbNFPYL8gEPIn3rrflgYllj4xXxQEPs/
XZa7P4ZufwbR/aGg/NMwDqYDUpizBId4cCg0v8oOaDIsTLIcXGYNc5uXQbefTX51VcvFSDQtD5hv
GtSkc0f/xpxqOlh/mR/JDlI/Wk1OZoM3Me7GQl6E0hPHyeUdjEUHu1Bhf0UGNVrbLi8lTLTTMA7G
XTnaOoXzYN+JOnPfHGzZjw0dSWEZyLwXL9oN3vS1kvsZn51THzz7JJBm+WsWbfQAfov21ud8y2Nd
ZhzarhGWPlp1f7odpL6b7E5/ZQ4YQ3C7wXvIO/1QRi5I7cFA4LtUp3oiYy5DQ81sLyApsB97F1Xb
qD5x+mDLdOhv5dS3TrquZffYo4qv0hZIR7Ejfpt1tI9N4msjQZDx5ZIzo4DklwrH0zR2JdYmo9eP
0ogMYUHqzI3afIwwzmC3OTZ4VzJSXAk0q7uTGYET0ftpaYjmOQVLaMyvq13TqjJY4XyOsLd4t33k
RHeTsMaPeskDnHTE8pVJbSrnx7B01rIjwQodb+hWReI2pNLFzaCNtyhb/ftNZs3niH3ywRrXKExo
6SY3nawBvnQ1r953vXV+RKgKvCFsLzbXnFVIlJ/IXAxeCUoEQM8umqAHNZvLaTRg/ewtlOfHLZuG
p6EhTSqee9SdJDMNHbtiZh/oBIt+Iy2K5f65LTXLF7sZKn3CO7CacU68LnziTgYRhbLp+igQIiHi
vh5Hb5dLzDoxea9EB6oeAVSspeM1e+DgxQk3oLElZPBlcyy2Xj172Mn0ns+gv5FDRIoKQDNg2qU5
+j/DBe1wugH54beBIF8Si2XSuf2ThE5ZW+CTCQP62Y0dwNx50ojAeRmqibkP05yAkk8q42vKhp5p
E9bnz7AVxnaIUK6/sOfBUItOukBhcB5mJVMUAnKDzx6dtrmErS8DlxggZyqhR6MM4c5tmF1/VNKq
b10zI6ynwuDW7YM5kF3cz411/reBj4O8YCE6QTBqdpiOgfXPeET71O7djhS2Plp1fk/k88q5wKGE
bP1L9KELE1oX8xvQfxvCgzSWU2vXYttBi4/gEA+MZwgerK1upwxUyafOgyB/DLSWP2BeiVekTj3x
aA5yFgbhExdHQhzsCAMYsBZD4sHWZfjlkpF5GFCpeVX4wT1RuhctfjEubj0JThECbXMOjGV97wvC
Z3baFlRmlav6ckfTymnC7SPfBOacR7sKMJPMtHC3m+WSGFIODg4+t8IneYga7pkYhN18L8lmDlDl
ggrHy9Gb9C+uo2kkRrSVStnBBYEvWM05wbyBCtlYKekxWBxR2hKy0pDl8qV8q6VpKctxpxQDlqNG
adEBKWF1tnPMya7uzGmZPwNnIASqaCZBiGSjMP4WZPnc5VZXvpoEO+WvThU5n4vljR9WreuHPiuk
kzZIXaokMKZyi4kQYMQuJpm7+46hnMEEKqBIt2W161Z/uMvaefNjFvoEelueLDfyh/L+wYpsWsrW
QnyNuaDNfwoHd/Sukobbnra+Y4Y8ZtXZ0aVrKH4wsJvx1nTJYCR6iZUEqXUZTOfQQflPUgmRhDt7
7goGTNkU2Keo2c5uAaYa2xm+71jHSDOGS62qsl8RFthOMtvRdMgJDjKhsxNEE5e2a+ZXa7eWsLLx
UPu7TdFkx5ttdsY3Crf8Q4tshn9N/wBaf4mmS8EUJ9s1OUBoeim7ZuPaT2FMrZnBZrSJ46WlgiLw
MpBrgCXDD5G5jAgnYtoZDNulWU/PivqXYYjJHuW6jjyZf0ei5+mvsLeU/NlNalvem8yuZAqZg51n
XFvW3MOKXtzwHueGsTEz9VS9rlh2Q/zpa92a8yNpmXl5s6oSOEo8BxmZWkoO5FfGXlaoiRqZzGaA
T93QGM5h7NdqvuU6W8aFDI0GwRKrljaIHX5+dixKA2FXXqxkGMSLW9dTAEo7z5yfFThrjGyOj/Ir
HvRkEJndBN4a7JtzJo6i51Pww6UxWluX5qRyciKxohie5sgkZSnZhCnD52Bdq4HDOa+6h7ZzZyel
CLS3o8J96B6ywTl7uuhZOEo00InY7SBRnVBht/6Rob0b3BkaxysNld3wDuVFO74ithDNwWTO5xxw
5QqL6eLvE4EuMCPmYRWatBiDU+di3uHpOCrRj8GFQYIjEjVGtlb16cxWF72sg6/NHbh8YD9p25DB
8rFN2gaiMrKPuiZza5HXntdaYB2ki+eNZ7IJiqt24As9ZBNY/ydTkIqWRqY7FQe78hrJX09gBSnc
cr6d59Xxd0XI+IjAKXuev/RmyiqdRC69+1mYbAwLztfLeWOfnw6Ew9tcIX9RD4JcVH0qisz/aC03
X1OjiQhdKYkaD1K9DcV4N4IuevcsuAo/MXBnxQ/XBSh67WLcza9A+QT2hSDaE5lwY0a6SMgvADUT
r2rt/AO3ylJNO1gq/eoBoIVifzK39ZPZg4sVuRUxMVPyxkfpRuGRrdJOyXGMKs7UzTuOiIJQksqh
dtMGi2ECagCSFW7JlPF7fgR/9I0ZonqbRdflIK68c8AR9qM8K+obaoblp9eYjHg0x1bM3XlOkzU3
nmTUM8AK1W0v5DlqrrPbpJ3oqC1AL7tpmgEbA849LCY+Z8UEL4VX0l5MU7M9K1ER3DBatpdCl2DU
NjDJXT2NFS8n9upaWQuDKHs5I6CiOcWZcRMyfFRtEByd1sFibg3zfhqCz3YV07HAZ5cEJKISjpy1
ewA++b7Sy+c2GvpAs24zlBcFftpmfOmqRd1FC4MfEiWsY++71asi1w8GpOxJAGrO0ogpVBFfcm1H
jMWReajYXikyjXP8aR4EDBUr7+jS2IJJ9AmBHeRoc0O3mDHifmQNm7lRvSfdxfiIMv+d22S4W1zy
gx0ddKxN3fG6d8Y5WWzDHjit6n5XOON2tzY1AvjVb0+d33kHy9PGR+66V2Gx6BSevEzl5pAR4NtF
0nadOFXkgTxOPuaIhImPYXKK9dUhHDD+KndMqeYa3pMKNUweld6NZgSS2G79LPo6i+eFucU8zOZD
i407BQ0XXHS4FeMKne8j87P1OrPC7lrrqr9QtUfxg/yFFIDc3BdmNHOcUj7pJmtP68Adg8KwJz61
NssrVlaPi6b7tZqCJUVeeHjlW3UmBZxtsipnN6cJ48pH/WbaykxADdnXS+9h0G/W7B5ldBC3DpoW
ZOR3BFA92eyy4qIyDJZU2U939eRxjsqJscWW8pPLMwChGQ9BaQLfyJaNhM3I/e5R4rIM9JcLBRGF
+t2sWc2FGw91qo3Q/zFGiGnBzgUXEKC9a58X56G15udg6eXbOnm8P8TonGoClTmquuaTLL0pcQbd
nOythqNV1I9RZ52j/PjDU33WxWxyVrvKkSTdD+CzAMLY/lNUdrqMXYIRvqxG+dXOqfz+pz3Y5UXj
2llqjx5bxDBnW8Sw6QwZIMQ7hc6iGVdhixY8dpX+2lB4pUoNBiEllKfYldAzeQE9Tu2lhhDehacj
sJjamc2drdfxZ9UV5Aj+3sr9W238vxS7/Fnr8j/+v2v2bfrzf93sf2Oa/J//oT5/affP/9E/9DCm
9xs4PSi7oY3exDz7Xf5o96PgN4emHWk9vDAPZuj/6fZt8zfXt6GHAvO3zrondKL/aPb5YRb7Lmx3
rHAQM/r2/32vfxZCIvk3A48+HykKwMe/imG8gbwjGVbDkfRgfc1yU1L8EWESVw4Wpz/uEb5dlEv/
rN3nh/1Xs//7L8N1xp8fcTR7tsd048/i1lKxbAMKw+oVCyvrcbs7smRgdKkJQUckPpZ/I/g8//W/
/sLQCyhcvQCD3q+ewcoaGwc0GVqR6Kxwj9zSuDFtUHM+7Li7xZ+dv/mFvypMuZzMdBCZUr/gGv1V
PQ3YvFDVUvMJx+ac/C384NJkoH43TDkBsVmR70c0NJ8ky01/c3GZQP31szrcDOdfH3HG8kX+IpOL
CiNTltlxSSunSioYMXsUEn/3W/46G+Ir5LfwwbiaSLTZOZy1/n/SZ0sg7stGW3zslkmfyqDznhkx
2Pu+K/Hc/+k5+ie3y/ln/eXbO/8un+qLQRk9+K8C/gw+InLiuTvOc7Mba9oYPQ2Po8M6pBDZw6yy
vwGW/7MPRxzDWWTIPYpK7a8fzpl7LBQ5yU9BRF5pVhTFkdhN47AG3sd//9EsfKK/frow8L3QBrHq
RgAko/P3+acrCRpe537UTAcRztO1LWrjbawCtYEf19t9J6uaQNAM83bjsupLEJ+k2JERfkWVa3wa
VJjf1Tr1n321NS6YJQgbhClG8KtLKyp7ZAnbyLRcCtZ1BlUIPT1hTI8Mi0ojIfSu2Hau1VmPeTcs
NzYdVQMUpFxf5ylb8c6e1/bx1jjWvehIHGfYZTiPJtGuHglmtTPEaGvtAGeYJRmnl7Xq0gAEI4HR
kauyK1FYQ36smSyf0/OGDYnDvNn3VpHbSMr6gDxEVF+iPoMxbWBlGUz6SYbFaVO2URLmy9+qIP5a
4avdZQ05nmYXLHsnQJ36Yhe2QGu2YhIGfOVsxQTDrK8hvCNL2foCu7aB1CBBudbOL+NM4URWg0On
eDlVZYRJW2ch2rsJQ2nFKzKKytTpVPcWklGpd5tln6N6IT1GpDfzsq/fVFVjGYu9qe0G8uVhFSCJ
kUFwhR6DJFiGTuZ01ThsO/cOSX/lCYOL8a1jwEj108pxi8nQCNy9KprxzuZaQqzd8lzvCFklw86r
WpLsvbbqv3eYqM9eVrRW4OoRqUESLXXtkupLHgVcQMpOKEpmtZVEtLUVWeH0OMNlBt1/Tizonuw4
lrpyU9MEcUSDj+wMYKWkvSrNvDcfmdwxXSpD8mwxwJBpGVeTKcZXe7FKmABDMD7narPbfVA47DDJ
i+6GuDelmhDuSy+8HqUTuQdRdBAkVW9og/5/phSTfpH3+yBHOfVOYii4Q9oVZjYnfrB7N0FohnJt
ShsMkAR5m/QC+us9IK/Me1rRNU2pKkCx7AjEEvKSAM012IVjbdVsS5lFRt+tYrYN1j69M0VXxWxS
DYV50WbJhh58PExdUEQniAIea5ElyvKbQTpgVFpwnWPPPyoWAkxq0IApvcbCTo/oTLuCA9SWqG8i
0PAgyTrZloltTBtX3C+H6F4UBHZe9bCIzGcUyOTPmR0kvlHXK/eusW79A4iJaLhzVm5P+g1PPfVt
SYq17KTT7sEKzc4OJ8b44ghir1JL2eSkuXS2xUuIcfi6XYaOyUudBerowsEpkN/kNFQLj4dMUNrN
7oWL5O66gL3T7mA2Dt2+RDtQp+Hi19037vboiT7ed+JWmJAdSkYXO6PY7Bn8rrfMCwi9fGD3CiiC
WOM6MovPLlToG03BgXgz9AEYjIwVGjoNztwN1UTnqXuUg2gB8q4lXFQvVgYEEmPiBhbLaa3l6Ezw
gficgTDA6Cyk1diTdFFdjdlkp2gh1xui2SuSH20BuaYnfEKSl4kY6YjmXdiAA0kwphWVMoOKJwOc
J3KYxxsHBJcbe5ievlYNcHCSkzEkOF0q/DdE/CZAcPuMYGmZdQee9vEOj1fb7EuEmR/K8bN3syJY
ntV+s57R2TJ34iDATJwO8IE42KoFZ5Gwh/G+NZCyJVZmGV9ek83tYXSK7aUtKtBdPoMWoGvEl6o0
t9byxLoVjSyy3JlB0VZtw14LI7wP5VJAheVQEkntqhH3EhHTsRC5GdADbfPENoIdWrzyeeekHjLn
AntfScPlGIQ8LgZYRZB9mQD3w7vJuQ5UVxCupwqGFCOykrYHCnXIGPDW+3EqlHGjgOayQZii/rZg
0k1NU0bROa92oQ0jZ758cegB/aSxS+vDZ8D3Y9p6onJNpv39nmzg7nGkZHIZ9RY2pcoqpCLB2I/a
63zQxW6xJem4DkviIgmmdXBRrrrtBRIRcwQJPUQiHdbNxy+z+c5FgNxJJc2kR4a9OnB/dGdaKLeD
oi91BpMo4aolxTbeWidwE2Vb7nVvz2pCAFcDmEV+EiAGMJan0qgALVZN/d60NiHRrl7ewPq3MFts
+YrCbnu1BrLbOBOWiojhugzP3xnz6FgOlbdcOI1fu2jhRtBVtmHxbVtEyO+nCmnXsdOz8ZOBbHhL
7Z0PtMhL+cbgJ3yDKNF/QyfIDEM0XdUT4VJmbPkz4TgHu1z1B1SVrID65edtMiCduccvlVVcygZl
kQSd+YU2UGeop/KRK9cM7XOZ5Z4ZM5v0Hrdhbr8TjwA0RyMSJ1Vvt7GEXrH7Oj26ewfrteXt8ZpY
RKRiKmRM2YZPrerEN6YM6lLO5ym3emsHbJ3QYNJMFsjA2V8ji+2MF4QO/ovevCtftuO10Vb0y+4s
his9QBqeUJ2koy0GAhMUuiZUZ0WBkqGddz0rnQeyfbdLgrCvbRISUoaSsNbZkqEV6e3trmTFwUxv
w66ZGRF7nCrYR57hvJBiyAyweGihudyR7hqFO6JFPYScdnWL1FuezMZakHBGNaKOYNPpuEWInQKk
bbCynrgpQNv6jgy/ObUVpObq3ctoHk8u2iY3GQx1WTX+JR8hPzl9eT5xt+DN2FrvunElP1NL5Z6M
QBdoz9Hktuc9Tv/VLaH9YRjC/bLRGWb7YJ1C3mfsAefgZ9VM08mFG3E3qNo8ShioKR6k7stbC3NO
UcOi3/eXHrAXmlT2CYjG8YoqHwecXmHxTYa2XtqsNW8QDBSp13ssl8JtzONy3lj+j9piJsGmZrch
jmrhQZrrN0dPW3EoeBK/kCc14hCKyL8PuC43DZaxB3MpPhj3eRwsbo6bmG3bdWsH+XbXt3105Tas
6uw63CiUOs34qa5X5waJ4oa+p8vLEySpfJeVVqaOJDQ4FjtRuYXsUmywcD1ZM01SjboaL12zQaAz
utgID3qu2Kh6LZP5oEaCU2AFsHfzprb7dip5UGtIZ9aepMQS36kGWsG6cvXhExAU05M0pYWFZNL3
/DQSAdoQEsMSSizvtbXDKF6ZgExXLmLT1xa9c/hGEdS/YD6b1aOQwnqXmsntcRDLDDKlRsrOGjZH
+CymfrrPfaT9idxYXt0GHRnDh80VUXlhuNM4vVk9JpLPgmmZc7G2zvJKRqJsXkkcH0/sJa0hQYpt
lXEgEEXBOdHbwjAyr3wi5gq9bytbP5I8FsS5UTEqQn8qgoNA5KbiGWHca2i1IO2EjSU08RwjWtIM
K1SIBrCUb1nr9EizKE5SOXVsM7vG7n6yl52uq8JxTtQ67YMzFr31YHgRL/fSceufS852nwUJa8Bd
xCFJ6E9TQZEa1ujVZsCTp06r2pcsk81uQNeJzlm441PPEodb0T3rwAYzgtcnIGNReyOqqmM/ixgN
hdxcZAPXLLfoGqryw7Ws8b4b1HSMkOwhriJEYJ91Ul5mAwMwhx4vUVkmePxlNz0Lt1o/hjkMWCLW
UE1MY8xuQZ4JTkA34qu2QqZ/lzLMKAmtscyqH6zQW41muWfpE61WdQ6rNL75/ZoDLWfVifxtFZ26
rTMJKcAgnvqVJ5Zqt5caSRSztrRAP/ijywh6jUf4N3dNZnGumNujVwQNdWxJ6EiHd3SIK6OLHhqo
c8g0g6x9WsOxg6ymJrUXmTtear+PEgtD55C4guSmtbHmQ+kUy4VEpHS/0bXzSPv5SWpCtU1DtaBb
/ezSF9WLQJsQR3a1YqSZAF63o7jCC6tjAFMI3FBmTzFWHRu2MQbZ1ae6CPBAUgSNFNgL6vp4smf/
uZcRu0LWjRHpZ7sWI87PRfVs+Rb6n+NoUfKi2O8Ychf6RRZt8eRs9UGh/brAp/KG2vbSGVx1G0r7
oiLf1FsCyTkOa8qI9FVLc5iy0bnMM8v9WQvzAoUe9WyoDllG0wc4OzbC6uDl1q0CDAUdl1dqoPIX
obD+NBq9tWh1vy8ycx8hXPCKJrgx9LDPFua8sYvKICfceluCkQm5fKZSZ1dvWGQMOAVBP+uQ5GG2
Nyvzbhs5gLwcmWC5zdWPLmINbwXy0hPuN2sMiidk9uy423xACmbVhxykCyVG1V2Udni3mpzXWATA
yxJapwhtUNEzCUMI6nOq62xrb4teXPKeGOKuHJZjxzIiRh0dXCuGaDtbeeD2Z9BiNRcnydmbPgiN
K4W55pHtsHdh9N58MEbx2FF2sU4qTmFf8L2MRMNO82wf3WHuGCZ3z46yCbrnv81qZFRz0Ku9PqdQ
r8J5RBDNz8TqyJ8hre0tCrobywVsPYNy+uDHg2OvkV6shYOlum+/LLO6XIZsvNvOqrrECsRVH0R7
6WgLQXaDJq8eopOI+J0kr2YI94r3c6z4ReCxJWNMXe5VPQP/LEJG52vjpWY73JtqJk3D6PdLEEC+
tPS1rgvnUdcLYkADCtqF29rZbuyF+a1mquGkVe0hspUtW+GdMToX5piPfrqS5aVjQTvCM2667QGz
xIz3ZkPFWbAfeJH9ikxgqFknZpFzI2YU7o4KpnSmLGLU3W7vIDi/TFdajBqGIb9QocWTQ9m/4i1h
SZ/thwmpS0/Exvcx8sT1QludbuU07EdH7Kou8/a1jgS4MmNN3ehZbPMrZ9QIdXoBZ17a7U4HK00c
NDZc5N3thpQA+IgZXge1Ia+gh7PKYsKw64zZ+HJ4OUAZndsblDQ/edRwAa8PJEoTtNDIa0tRxpKm
qf3gguHgI933NxwxAeg4+STGilw+p532AmdBnI+eRQvCVLA1XvRAlDSi32c5mk2FGq9sL4AW0Ua3
zkvF5gi7Qv4zr9WSNmG0p8dgn7SEOHkhmz9apGmchCTAU648J/lYkzmsJkFEOOskR/QPPqLwmBMq
m2ILr9QnUmD/LhgnKrnceJlIPrjE4tR9I4rY3I95fizFwMHY9eQAZbmrYGtrMo1pWAFT5o9iaB4J
HXCejah4wp0cpmqynFPQLZcey9CYYGQW4GqAUla46o2JkfpQorjI0QXf1B2LNsPirmsy8zI38gfM
gN+bDWZUTU5jnOmMVy5Gn+9WJqPXBtWEBR1zqb/zOy56JfJ0IsrgY/C9YD9T9KIdt9r1yB07HES5
LbRIltjzRsZBMJnZ/MSGfrpQ1qjeBV4o59rXsOx23K5ZxHwAnGxaF9pLHB+0rWCAxXadwD7iWpgP
l/RPt5g8Bsi50SxSkr6xr4eh/O5V/Khl7LyjyMlwGadKXlP3hwnkxMdRY6IkgaXR71Zp+jdWpH0u
aqW+1U00+snc9vUhy89D4pWC/7adBxTe7JQlSprB5jMtQbbumMlb+zyah6P2neUjmNeJojrnm1aB
f1I2rsSidZpDWeMETNAcDae1nsw1RaA/v0wd+8uYOs27w2WvCKJHtQbOeH3MGcKhNfHl1SgoJBLo
FPm2nxHkon8nlfqwjnmRFqvCfcDjWUrcc6CNdmbf9GkH23sP09m8183CcM3PK/nEnM17k5Yeb6DS
mGiNm2L9aa3zlg7bOj4yYpm9xPcVwdpYr8c9b7ZO7Xg7hWNCOF03HnNtmxOMlk7/6OgG3qSpV5VM
gEPuHRyoFvfvJkWiiQw6B9pk0ME3cmqugiYf4YIbAn4GSa3mw7RFEKaB4XjbyTuPXZPRz81yZ1ay
fhxU7oJ/QfYS8HJboiYxNr8N8HkOLmDIMQRLbUKzY4BG8UrQjMprltFC4QbYMhsPQstUPy4ICNti
GrHKQiPrVldbpvwa/2iho3QVWkWXmAvr8zMh5cU8DO60B0MyFKzfyv7noiNod0s5D+zWPUSGMRp6
mx52saLE8Bvrtl2U1yH5n2aseEs0vNpDX3zvcpi/NHB4NLElyIXhLM1XThdjQ4RspkbRAc9ItDku
ABLqkEEVoXXwGlDPd8Y5AjlzcRUrxu2pZw7RWyOrMzjdnpcXI/PH+nh26N4PLbcVL1x8KzHqRLQ2
o+0Z/cWkvCpCIVQV/l6Etcd2AVvJtkeCI/zUn0ziT7a+pkoZxqK5c1y5faDOaElXbxE2XJD84pp7
08NHVgfL6rB3FtU1QPDM2rGE976T/TEbSd4HW33BGBepflkgXY9VN5hjzP2Ek9ELqwCvjjk5ZAIU
Qfu+Dl577Q5L3yQ5VxqeaFtwxjgtkjJcta1+F2XGLCoUXvkESMaP2FWOVDeLOanz1fBcjp2NKQ6s
fs4KbBSWi1BLkmtA44HoMtFdN917UpKoAY2WGQ1/xDm5bq6D28ZiTrpTHTkB+KibkRrEYW74xCix
v5+d0TK4I5hYc+uWZCoFQI0PGUN0ltIdA4gYbgiagKn3F25oc9Hn8qPZ9o3GDpZgVVXTflTGUMJA
no0nHzWPovkRFeEIg9xeiXJHpEAX78zknwjvYwuXot6B57fhp2f5Fw8djmJjahEGbo1dnMTY99iI
EZazvZWuDlM99/qbkbnuqbEn6woHWMib23AQLMB5CF+6vg8u1eB6NYPyZr5oCV/5HjH/S7J2eJnX
cmCl3gVZn8zMRc6yoHZ982evPea+Zic0+cT2IKRriAFZ+ebalIKbeRNpT+PN5trauCGnEg3lMp9H
Ugr9grejamNE69VN6cYmkjgszn64vQNXK66Zh2Wf7dDaPjVcs0DOgcRsoYrSdC7rsjLet6d6fSOS
cnp3RtzGqUV62Hn7v3V8qdt5r4CgtcRH3pAmFGsSaGCsmkaY/S/2zm03biVL068yqHtuBA/BAzDd
wGQyk6mDLdmWLHnfELYs83w+83XmUebF5mPW7ionpVKOCpi7BjYaaNjlyCCDESvW+tf38+XTZrbv
h1FVd6WTWk9EiGa7Ea2VfUJnnZRb8qewtpLcGT6bolh4pGgVTbZaE8WibvXFYaLqx6LEdjzd2oET
E50GhjBvzWXP8vwkTlOI51A7NlWYxf5WH4eIXgkH6dC2URf/azkigEa6r8QPXR1r2aVJjvCRZoLu
cwXqK3aNSmo3khxzv/GDEoZhIJwIyX8610SqNCk6e/hhkJ+SzgI2M05t8+Too8BsIl7GTXm+aFER
BtFUguaXZjUlKg5ogXJ159BfXmwb34wQq5lEkR38NYMLNufLBhXI/NxIC11ArdHtvk0iE2w0Phvq
xaw22i+rbA0EK+rQdc9W55vyog7hlVz6dCxBdgdz4LLqJVf5eESPlDZVt+/zcgy34zSzfaUoMW/r
uhKPZIK7H3zZNPPYUyJ/trFPqayz6g5VJK0vwQ3XquhDPNpVsHU4gNi2EjW/w8ioeMToZVYRUtLV
TFlBZD9JZ/vTViYlWQRmlVwlGUY326BLCJTIvSCHDpCgaiyBrLgpUltPXU2hN3zjd1iBbLDyGn+Y
FjgQF15QP29aKu3lNjDU+XNObBG7WorN06aadasixyugZatcSpE2xu3X0A/qe4wpkHXSyyTJH2qh
eQdmgEMx4jN/qONILbb0rEcR7HqFztS2J5W3scAif8O6g3NOx/waoPVYGprXaoG8kSinTbrQ4oad
LEs7geB0tr/BETWelErPMf7RaVuCr0E6Co0y4RSo+Cns3NTpGxAPU2Jme3w2Bi5pRvA9jSdZ7/NZ
qNcmVTPfg9FuXzAhnVGk3j/rQ1p9CZKBBTdQ334mpuvFlpYlWuWKyba/k9t3rk1SMbRi54VjubIH
HrVBQSXyA4FIQFK/DLJ0Y1dOtcekSPWswSb8GVRF1whQi4qaS0E/1jxy4LkUPiR55qX+42nInxBn
q4VJJaHvJtAOhY2ZqUlGX3eVtuPDpQ2rQYE6AXHf6jb0e5QoRZ7ez4NRP/ZGIJ9YXfm0ndS2fsi5
y3xGGsZJM0TFzMdnlxiXiGis3dCiprjLgmQ0L2WlE4plfpDR6m+z4SSyhb3rSJuE0xigakK+Tp/9
bWSPS16lb4Onsg2rx35ol8B81IZ5D46BS3Md0i9JimdsH2hcFeQtVC59twHV4OF7UlbBV9KCPAiz
C6dpNyLNeAoAWMdfGri/MSdrQcp4qDUx7HpaKiguNWoNpzov+8YLYssI91aTwm3HZAO2w2IOizuA
0XOw0o8WAGOqG+Mb18NRcfNk6s0PIcgOGsSdaMRpuKa8We6zxFLKba4CANpoJhlKgu7FaKhOqyG9
QqjZ63SDcju6QXrU/OjVMJV7x8qLR8oJVbGvW3oHdgGVs4rUE2fZBYfEhD1UlWrmJffiXJKNYVgu
C5whVDv0Odu1rI4/q1ADWocMfrmzNAElykprCJ8Q1w4frFDOAUqyIaCXLyTZSrgsNfB5ZscMokHF
OwDaSXo3VKr1mLUWzndD5nPjox5MdYKnWeUH7NHbB0x5cfRMtKGzd7lWgMoA6pxnbiBrjIRJafbS
xRMIQxduosijZsBBKtKzWmVR4C1Q3Pj2kP9sdYSGnzNTmZ19Y/VNtC/MSPmGPs4e92AVCdXIuUJM
InEzKXuTpfWDDn7jQeUgVIgh6TH4TAGA7xxUluXcWQgFiPJHjTghEuF8kwk6eDe27UOXrlgZOGO1
PpZzPbLYzKVnsSOCF7UBF4lKcFzQ4oJYUG0vQUTPPwJNa1HShom8x8YtLvd5mU0QLUHS0N8Fhwkv
y9bJ6a+UA77kVF8Fx1Egw6u6hOt7w+OVKqpBEsNgpC2cYWxV/TOrQnr35hxsvFuMtf6d4FNQHs3a
5VEHStFsxdjHt9UgyRD6gcPFeeyWhlnoSxOdb6nms6FQZ70gBmjoSIRfkroyaXxaDAITNTQRkXYV
p0IZXWZUXtPSXtksxjj5EnCGWJs4G0jMUC2mD7AiUQ73xFF9HCZjB3H1FJmfdWTl9i7z0/q+V2ID
dgOAxqcgJPnCbX/Oz7UXrSUWyCq4BulgpQ19MRc/lVhIVZEmxExua90gv5mimx6Sqh0fahrL0SwA
wjijwVnT+0h5mjqPnwu1Bh1rrenIKFjVlqK0B8NXu++haGmJ2FB2hcqg1Kiirnu7HyOeLVefBUND
libv0kw5M+8XOhZ+hiFAKAJUQtNlrOatLwAoiu3dQZRqf8cqV9wSh/Udebz8jEnyC9WRo6sCf2CN
e59mW0es7G8qlqzWzYnooj1YRm42NLr48Sdyf+nhbb3MCyEXw5AgcMiPcy2zxIrlaVZFpgyqaA89
5ob7KqZ7GcIKpjqRX3o9jiFncLgvnyDjOQI+i0mgi2jtdOWwzbYUUqP2INoczoGvYZwVwZ01K9/4
+vbU1OW3n8icmJtGcIXXMkonbT03KMuWFWlTe0icRHoRGHYPbE2zx3xkGXFwfIwT+/zKmuREGh7j
KA0iwWUN3f7L2z/ltaesGfT96fweot/lqfz2MjEJl0ie8+6QYekgZPEcFsM3P42AAIt/Y93oJs2P
mo64CxjXaiguXJhk2e2BhoX4MPqlhBok1TNI9NdWJ9pJ01BNqQrwgaej1AYRGUrllmQU8im+tO7K
ytX6zFxee2zWUXknLZqK10CxMI4JfLqwPUwjjX9enThKc0v3WTpeBaTnCleRA9Xet9/VeoWi2lQ5
rZbZgUllrZ5OzSwFd1C60z3uNC18IdMMkQuMYbIrJ8X/9vZgRzLm72t0GQ3FqWBLs6SUzrLx/bYy
bNgpQGia0aPql2FUBj0L2xlsC1pbiAtHDARGutDutaaRT2UwEM1lpn7AtzHe5fpYAoARyuczP2r9
4Rx/FGEqmy2YX+ms3q4t0DuSjxm9YLLNbZPW9Re9T0jza/O05SZR7srQ6G+MAiEIFjly3+aVv++m
6Nwn/Mq7QMi+bLXsuFQdV/utnOfYklEze3JsAk+N/OJXFsfDJ9Ga5u3bk16vaOasC5iei/rXUJn6
6YsYJ/y90LjNnk2JY1s0nXYBQlS7fHuU1ybEi3acRa0scIU7HWVoKdEYWEN4kSlIR+JqaBN7Zc4U
eBP3g/CM0PO14ZbB2N4tA/nlajiacNAjqv3kzT5wipmeuy3h5wc7sCrv7Ym98vhM01rogwhZUT4v
n/Jv63gEa6lYs8Dq2AZmUemCPICajfu3R3llPrBW+Sg5q0AM6qvNLUPNj9albz2jTYdfEM3sgxOI
8adZUD98e6jXJoQVAFpqdgHLslfrQR8GqmQG9VVhiHlLhuxRzyDfvXsQ6Iy0pRtsoTCZV6cvKIKc
EAaP2Goun+Mod3Y4FnfvfzWWCt99WXBwHsVqi5GtNqEHtBpvVshy5rjYXObYIZwJJF55XujZLCCU
Eok23+vpAqCJZ/Ctzugxx51jd7aT/FIlOfL+BYCzmkNnu26qDLPamVLO71Kpw8mDYaZ9go4G4KrR
TOU6RjzQn1kCy09e7c0AakyAFgvr3ASPebKm9bwVnR7Vo0c035NHQoQoXGBo2ngZdFP/JalAUpw5
8l55jFxeOHX4iI5M/NMxWd1JjfZk9OLYnD6qYTZ48WTY2ZmpvTaMXNwIOLyJjtbMfbyWMjK/1HJ7
VO/VJ+gZmUmPl8jFO5XfbKsk3YWmStY3Z+VqByoyh+yF4w+eZY79n4OQ7U+V6+FT1FvzGQz0y80B
fr+h09Wh6ng/mKvXRYabTCAZUS/DncfTdVrU+rwtcQEhRfXe75abCPh74gSIDkKuNocKF/ueipjj
OQMO23R4On8CZCqe3x7l5YS0xbpD1RcEEdHy6pOKHFQmMApU+jkhF2ZFPl5plWluEyNrHv6dodgk
2PKAYIjVxtoCrUtKX6qeoZS0skUZReIhoU9NT+SZZ7d8oqdfFbOylv2OYptJ2ud0hZO96EJhxKoH
oo3ibq92o+tYWMnXIUL0XV+0d/mMeMGnWHFm93i56rkE8DWDPlsuBvpqaAT0ZuxrvurVekwr2exP
5K+E9u6dEI0lB6Gz3NtIlq3WIWVPAcI9sLyMTNAhny3/WtPqcy0/r8xl2dCXvpjj/XA1ijGaSCfS
kFGk37takrQLTUd/d1TE8YdWyyAQJEJdG/mgL+V1jcLiiUUYQwncdiErhvH03vYXS+owUdCzETpw
JIrVWkfUCxU2VYQXNk5MT62xkOYALIZJcs4J4eWT4+AgcaGZEtNO0HOnC3DxOoBEP8ml9hu4sPPy
vejE9O4d1kBvS48NG4SlaesvivJ7iV1RLT1jKU0GsB22KH7Pmbe9NhcaeGjE0paVZq22V1VkyO1o
9/c6NR523Ft++iHuiu/dHMi4CBrtDJA6NJitDl0loTIeOLn0UK22N4Ge29f0uuKxlqV9+f7HZlB2
5kLEtscnuno5OXhCKjKW4YlFBro1iVwit9b1/t0L21hsxljTKqkBTvnTRRD1PhSydDA8gDbYr1oS
IRdC0zN73fKvnO51BHZoTMjkWJTrzNU5gdtVRzqkZDYTBi2NoQTkqgE3UNDLD4UYxZnxXlkOkk1V
Aw/OccvN7XRWel3j4mMJw1M4JenSsecDVXz/zDt6OSvc7SRNaqSniHnWlxi2Nc4/uF5eUudFdDEU
Pv1BKHBgWiK3h6ON9LRNztyclp9++ihJt+ETxBpjjyCmOJ1apuGuTAUePtsIGheGwdyRyO86KzsY
MXqTjR3UTeGlvk5Pm01S3bjN5qJvzsx9eWPrn0GABh6DKg7tiKs32qUmPp5dKb3MrJtL9FrqjVQK
fw9aF89ptR9vKqCd+7c/wJevlUQEXSd85FjIkNE6nXuV2NRVk1R6MW2IIPcWRWY+dLu3R3lhanF0
pmFLJDtHhg5G8ekwYMww0YgEWKUaH296yWQ57pEQLy0+ue1/tJsCQqwSGb7hRhFFJA+RQ/I01bai
XphWj4bGzEvQBDKUsCsKUVSTW7bWaFxMcEy+ti3+TSAwDDPYSX1pmnGCIde2tRXTsNHL2ewvVBKw
3bvfGR2BHF78Rz6Vm/DpvJK2qWTcGy0NgU3t0ltwFWRE1KM1iQuu3jYA2yk6E4y+/EYYU0JQ5QSg
YdXQTsecorGCDc5NFZDf/JlYXtnmYnK+q5nd/7TrTj9zb3hlPIJEXht5EjJyL8YrZvy6AH97HXd+
t6M9bN8XvrKbhJSXNhrKL28vlpexKQcBM2RyZOYokJ7ODy/iLElTo/GaOs4uUIyDBUOfjK7SP5eQ
ezk12ow5fwjtLZVW3NXqJ6SnTVRJWZZV3f5K8wByR5sHH33iIzcK4JC9PbWXXxt5Y6IqDjrVNMhn
nE4NkxGKwL4AZ18I85KeF9MzZRCcy828NoxGzokYeHFdNVbTSsnlz1E01J5sx/RhpKlmm9hBfGbb
fDGKqXF9UFVCEY5ulv/pZACSjImGcNsTTRFcEbKQMalV8+LtR/ZiNTAKIS9pBhx4wOutdkU6cpbi
b4NH7JSmB5rkwoNjRyhp0t703h7qtQlRrmAf4PJq0v+wmtAc1GC0tN6D6qrdJ5klLpQqK9z3j2Ia
xL2YwS2x/HoNNMhk6fLsPV+g8bK73vg6VlndntmZXpsM5R2Sm1ALyTKswjcULZ1VKnbnIQMydiDn
6AsZ/fydyXouCTq+7oJM1QIJUFdrACRtBw0+7T0TlvO+9aseEgwqh/c/MotLgsE4GviS9YtBHh6b
htMhmi+CL8j14fjh4/Hj/aOwjDE3ZR9fSnGnr38CYdVO6MdJBocVoq260W6CaEz37x5mOeHlEuHg
jagtL+63dKY/K0R1Y9R7UxWMxWWeZ+Z4HURWVr5/ICgR7AHcSMkwrSupRevPKsrEzpsXwrmCgGcf
j9Z4Jtp9cecmi0/ZjewcElN2gvX3KWgUsjOQLQoRN2RYmIXxLszyMv8wBoV2mwaitz4MTS/MrZbI
Mnj/R7vc9skz0Q6Cq/bqceY93UgDbeReV5d4IUi6E4tmPJdNPaazT4KzpViB/S38x4VusMYM0EM9
jubENIGax5daYERfk1xRIfyHdfgp1EaKm9IOHwvoEbu69p2dTCLnzLNenuXqR5C7xxqM/JlOdL/6
pnEqJz9jRoMn/Rn4ZdMUe4Rz/oU2LqQZ266GW4uml+FM6P/KFrykpIhJyd9wSK4+DObt82WCecvz
PrhOaLJyheyVDy2tS//GUDxnrre8VLQgq1uGzBybpiLRe6GkfoXSZWieJvpYr5uF8n3mA3ntcZKl
hJe6rBzbWD3OHC8JSkxq7wEajw8zB/F1Xk9ACrRWLfdlVPGiG5H+fPf3zzIiFbakiVTOz9Pv30bX
CUCj70lbZuqn2O+GXe404/s35uVS7ahcrAWZqdWDtJJg1GUdDF6bDOiOStFchTRJn3ldy5tfL0g+
B44YIsRl2zydC99CFyV1zfY/VtOBSMGO6dOqtWJjlKjEcUnPo1/vf3yodxY/KEgjfPWnQ476VNFL
NPeewFTinoql5tJpYD7+O6MQZTMAd+s1hKal3ADvgEN6otf4wpkNkHtpGpy5Fi2PZ/34KDb9Y5RV
9iPK6lynMaz3St/XafpH8NMNmuO+dy66AGQkl62LosN6KYxIktBgRp1HtbXYzaWOmlXttDOjvNwk
KKKyFAg2cCchUX76XlJOB62u9N6rnWCPbtfGBAmSQRIk787jUAYEzs9NEp4NwdLyS347QMska3GA
GHk37eIhknbtBaZm8kyo/vJc01V4zrDrhCX4VlebQwqkr4GnCuplnE0DiWdN9pqG2Ipu5ajLH21f
3PpZ79OgkRbDuwMenRCUyMpmlyeuWk3RzjJDxUKWPaKhezpQIDV001CeWX4vVCzQgE6GWW3s8aRR
HJRB72EGaFCIBMMb2mR3OjChbhDEcpclDg4AdYuj2DyHdNAgLJ6hZ3x79xKFVEp4j80cHnT2ar5R
HbB4Ix9LQx8zK/rOjU/AfM37t0d5ud9z+aLtjHsRwSTFj9OFY5ejUwvMTD3yOUPyUSsUCAdTZQ/f
OF3Gq3hSentXS8TLZ87tl985CUfyBNpy2VzW1OnATZ1nra13eD4PQXVjtr7i6npinVmxy0M63U3Q
D1PfY3YLcnx96xtCbB4FHGciobHwIAwXRPxZ7qFvrc+snNeGoqKBRo/MGQWk1cfeprMx9An7PgQr
+hWUNiNBjPa/7lX7vdkOU19cB1Eb8QjR562+Q9+p+46cW++1YfAhShDaK6P6XBBqgh7TzszrlRdF
8h6tAaGOgcpp+fPftpYBySSpG63zxqQo96lf0g8Fprz5+vZCfGVvoV5JJLXcM0gTr747mrniIDW4
m02zBgkgxm8FBa3pGr1iPIRTwLWwtPpLmMvRmZrpKxOUcHVtMsYkVyjTnk6QTLuZO7QUeMA6yl2f
5dM3HYeicxSwV9YHd0LEmzxGSm3rqxR2BOjgILl59PhP0QUmMZax0+i8rtyCvp4/336cy+NaLXxq
fejSFvvK5ds+nRTuFU6f0iLjNQH2MrBg62oL3XMCM35Uyo995FtnduiXY5IEX+pw7FnUg9dauFxr
YmjtJQCjGrkoyZ7a8xX7ZzE2w6Uxgsh9e4ov3xvxMAIIOG4qArKFOvj7wgzT0q6rijxjKEuyVbNV
XBbkrty3R3nlloMRwVIqM4j0KXWvholiZayFxS3HsRMP2tl3MdbxFsjBcxCYO2OIfhhOTzsiV76l
Ff3dV7lldDKpy8pBg7MaXWIuNBCjsD/TA/mrdrTmGgrT9PD2JF97lBSj8S3gTkNpcDklfvvGgTnR
ctHzCcQUbLdmG4+7xkDx/v5RzKWGQTxE0ntdis4hizY1qCLPVvTgCqiEc0gH9czeuDyQ04XPx0wc
BGaPDCZlk9OpDLUTxS2+ax6KgXBbxYX82cTpuPdj/E7ens8r652huLUQP/J61umkqBWptGKMOPO5
xlO1TMbszrJLoR+k1lufs6ouv7894quTc9gnCVmxT5Cr1RA1YiwoCddeUFrxF7irhUZzQTeVLk0Q
TXtm6b8yGtsHdS0grBSJ1xGXSgsvVNym8WpD1rtRTLVrxgVWQY0ev/ucpmpLVEf5lv8IeE7fWgmw
wgY+V3v4VBmo9dT4Hk3oeNHiz3VmVi8jHsRsnNDWYliyXJlOh+qq2s+VkdR9Twml3NYZJsO3aqJ1
0Z6Ooyq+yUdN/ByEn85nxNivbCWkBSmCCuJ+1o2xen1VhX1SYBBsqVZZ3wpRdddD7ErlawSLe0sT
lOnCaiq3VdO79CEH777/MrzNA2boJbBcjuDfvnItVLU6naFegRMNdxN2A14UxmcOnpeLZhkE0xXS
4FSB1orzltp82Jgd6A2cyTYtDTW7Lnboqa7O1UVfblqMRF4E8iv/F5bs6XRUe6BF3cStlm4SzFgb
cu1VSQfKez85MhMkQ7i+IaGR61webZV6lpSEP5OGA1PvLG2KceNsnbiPz2xdr0wIBTC1ENLGNhfs
5c9/ez+1rjRaZXF+IqxK/ozwurrohzTbHSf034DjvxHj/Gu88f+iXzdlu/27g/jFz/9Y/vpfPkbG
H6jm2FMpHDokbZZg6R8+RiYdMBTBDXNR1i25t//yMTJgHrOTkAvRcCxS0WH+A22Mv9gfgi16STKZ
ZLOIit7DNj4e8v880yiM6QwjlqoCm/4iVTxdGAUNOJSPrb0F60l4fMMOXY7gfaIu9UhjiFsa0eQX
DA9i6WL60V6MClCzrVY5089AMaER5qGdfa8mrhObjhLzI814w81EwvJPSKha4WLhPdAmamGF27Tx
8NHAYte+Io1QZ1vCG8rTaD+Vp95QQhoSlRjfSGxd8nhbKaQjNnWML8Q2TTrnC+Q6CtiLjGGkKW6x
+e6Plt8+bmLOA5qphY+ndsZdcfQKNxbb8CARAQ4URzdx9egsLoCuf6UbEL9xGKOMsCBC73Afpmzn
KFLSHJamOJXjJIJreV+LMXZHSQ8su+jibG6Xlei32Ne1X4nQAkxchoRm+qaxomRTUZdx2o0FrIsa
ALx4z0J3VYzuMNl4j24GhRY5OB56nP/6bcnd/v2V/e4TdfqF8yI5TAmxBKhcMlycBKcvcihp+IO7
dBGJ3LpJhDXAyBo5hN4e5XQL5l9HsbvIdhfF7qLNZNH+vo84ad52vabecB0FooP5RJUdAMg34QEj
uig6c5HnIs2/99vyJERgbbIqGRDx2ovDO89mQAtR94NbCNY3lZ6kj7ljZd/hODbFAYu5IsQ1Jdeq
nXW0z9GOVjp0ZNfDDr1ReVWQmM038+K7Ex8teEJeWtU8p/TdqsVjEExO7pWpGtyOSQfzrQ1o1/Bg
2Pn2lT6p7bAxmwZuomb6rD2s2mtcZyvYmxvkxCO8vTGn0xrKHm1qWVB+oCdQaW/1VsXvGL8cfWP3
rT7QiGnBMsTjU8VpqBodEH8DxMFgiFT7zh/00sIax9Cz3WzNer0XNrbLRke/BGCHtsZiuobeeGmR
IqVNrsx0dS/x1vkpstB6pMGdvkYJ+HPe5BM+HYcGfsuhm/GzOFSRVGxPylQ+AxyTlwAOhhC7og7b
zDhRot5pAQyMM17EWlWOZd9Bw5xiKMGhirGVNSkRvdfaiH9eMmc/kmqGUxwA5c82zWjif2Do5Wh5
jsjk7Qhh37mktx0eqj7zCLBESJIfEN+CfG/2QHe2swZrzkVT6qN+IedbbXxO4e8wj6cBkls2qVtT
qaEnNLC6s306Jbn2ecZ6yNnaSCRhzJRF95Fzs4HhSJqCls1+8C8bSbsm3Nouca5wFcRmGppZ9xDq
NMxuptoq4W6Sj7IujVLHBEjy9V/PQ5hmFzFkx7s6lRF+koEDT2VOE/0B4FSDUWPdKRMQY9tsKbE1
VrHodQHlxfSRYpXSVEN7CaKNR8HhPn4pA1+LtjBMyfgCJAXOOiGwG71RNWjZgDTgY9FG0Shj6UyB
danniXVdtClMUXh4o3IBAQQX92BGOu7FsO3KrZWHIsIGrBL5Dl0gtkpVEalfE0Bfz0MwJc8haQ24
L0rXhnyNs1ldlnQfXdSa0klECE1pumx986FF+Xxt4/xAPpH22W0zy49arOX5JWyXWN3bepxcztUI
Ag5iqXzQgSjeD4pdXmZiaHfl2A7Po6V1D7h9WpprGXWMOAgjCxKXg77gh+asy7Ylsq9ml2p9fWvi
lmpvh3TO892QTzFd8p3dh27LneCGPnTjyeQZP6TcQuWVXcKX3mq1iippmqZe8RAHhDTeVh2UIz8K
eBupFoE9ElEBXbbWAH5NAgORfanbAIiMZIq6bRTQieiLbqi3qT1Fyb4dLBu01Vz9StlgMPXBHVh1
q1bW92DVRmhWulbf4bczPktoadpm0M3mAs2vEnhoaWu5nTgPn3mLieX6NN3gcZooIQmjqS8MF6so
/xM+8NxZ4rmk4dnJZhi8sK7GeROYWEa7vVbYP2ytw/53mkb1qptL+xe1IvNmEEH5HMJUqXdAD8Az
iDpNFb6tOsJXekjBnJOrS+7Duas/WCWOMl3GprcBhOs/liAVY8h1ISCrgO4MXqs6aF8coyk/T+XE
X+MjwoVP65xocqeotG4CnHwwZw2G2gIwZin53p7K4Am4UPmghwmJ7xb2aLKtFS11aPvQ22Ere5/1
N9tZdIAh3qt7lGDOZ9/ORQbOKYLUOCx3YQRDhqjcHHjEvc/xCCwrMfxnc5Z44JLsB3mC5TRO7kba
29fQWKFFP+VjnrSYWAGQ2gDIkPydocns6xCUzCfRjHiBhdVY1Qcnzeje2ATBbBQeWAR6oa58bW7t
bdi1uKfPQir9ZdVhwLjBWq1SXBBK+E2xPVjgXTEUuUrSaVY2M+KpT9pUwifS2QbQTuRadINidCix
VVKCD2McBdaOFk/zT7DEmX1QpjR/jsxAl3sTF6n7moZTYEYQ+bRtiGvCoaXPj+ZvEIm5WwSxZnNj
b/TyozOhB3HNJscqa0ORU/XSJCiz7VAV2NSEOrGA62PzFLiDH2Fx1YW2+Do0rfpc+5X9U2YL4Lyd
gvCGBh3lkbZ0MIuGr0S/4mDS540P0rq7hGfuyK3VVKDPKxve7lazO9lRWgi7X/ilqoYb4Gtb7EHm
YNtlTOPIu/KxXd6lRtXAao2AeGz62YffN4wVDihqSl4dPKbpT9xIHHb/aJrzu7AMlKc6doxvzty2
N7MZWg9FXYsn+Jh+hS9hUxL16DOYh1SzgZ6njTqA96O2LN0yENW0AVIBuQgkdfwQ0wAOm80JZEQS
th8KAN4xIGGtyLB6iwxD/xGamQZQRpsGQjgKJ5tKEe0NON8C9gl8vBYHw9gQVzIr5NcA6P6XlvVe
b/1JJp/qBDAzVBnh34ytk2KF1HYAuTHSUFQ3TNLhWxn0Mt12yhzCJhz8OXSNrMwuUR0o2cZ2sIty
OQSTWxoJOw6dySnkNoKJeqvOxJIuGaL0KdPzEgdLwqRfVU+JKukD/6edCKDpZhzYj0iCePlqruD+
E/pZ0IJrKUyALrIhihzLCVtDp821XQqt425hUH1vgy74BikBAg4pLfwzRdJU7V4ClITqG8whrtkK
TgWg6R3sBPs+7x8zLOUe25pde++ECeYG8yZNqjG9gvGJQh6WTFAQHvSCjkt1siAnG432ceQr+5N+
Gv1JWkM7b0LO235jmTNNwFDi8InM0sTqr0vbSmvO9CGsbxvEq489lwAoKYDhDgAfp9Q1BpyjLiyA
28l2rLAS31t+l6Q7JwG4Co4nsfJd6OOQvPVllYI9KqNZvYYlMlue1aZKe+XMTVk+TIHuG2C+I6X/
jCmwg9HuAAMXgrKvfRyUZqwOeE+0rMjc0Maa20Yx+8YIUsJoceUtzVqqP8CiBPjGCS2YZL5FZImJ
OR3pUy4pdlWxBtOz08jhIDooRTA/JDCl08tKwpeANdnYQRJCZxrkAL+q57qwyRbb5x+RDEPjMAWp
Pm6LwvfldVoi3h6I+TQLExNCHD+7VSDIlBO8SSpT2NtLifVkmoK9GrYQVi1F35op7nq300yPzrXd
OYofbAFtz+FPDc9lZQ+nObZuYd5L8yepI+Zj+3kUGbt0Yme8EHYvHFigCAFFt50HTK+3EBOKaF/6
Wl26RUXP1EZiW7AoEKN+srzG6qrovnHmUKZuXNlx93Weqrm4x4Aww/2kSYR/18UZ0olNAiDP3BOK
aPUhcJq4AhmW1TbNeaFOthx6KRzbzzgq44iwjcKR2HszxBanqJLza90xmRMQ0+yQRXM/QVNxqm0T
Ir4DjqHM1k4VgdF8UEL8X66B6vXDhwZkcVts0M0l2C2EIxffC9+oK3HTVYZMthk+vMOnsux97YtG
jdv8kB1NByd96r86ysyepoK2NTcJVnbXtj3MGQSj2NAfhnCcfjVq3eBeSOHM5pK3+BxiVgtMUy07
bNsXI8QKHJONcdTij6guVol5bjfKnUJsDdIrFrO5i3wcNgjwIBddx6bVCDbKaRbbwkGKmdGQoG9L
e9AeMRKg3FI3naEeqtBI5519dHN0ZOhol+rR5bE6Oj5aR/fH7ugEiaYaBPl8dIicj26R1dE5EkYE
LpJTTUjuRkd3SZyxFqdJ6CC/CqTKCwA1x62uyJv6MxgnHCphymVYq/mC0H7C+PJ2RJ6Ar+BVfPS5
LI6el4Ts+F/mRy9MLPUgEAE3ST8Pi1mmtthmzkcHTaxEoscUw4BPwdFhMzi6bZp6g/PmvJhwagJj
u1v/6M0ptdCC7n707Kygye0yc3HyzFnazxhYlFCAlREWXD2DEqJJXnKZEFPKzduW9XjRh1Z3j29X
+1VyClIinnHN2GBBa8JvjprhEzBsfEbpkxIaCTkd/1GF224EgzqXN+rRoVRQNLkTi23pTLgE1owT
QnHHuNTTfXV0OYVyO/+Yj96nQLvgyhVHT9T+6I+qLVap1WKaCj0M/9S4nBO8LfDo41529FjFTtzy
+UQW79Xjlfq/k2Z/I774Lbvgfm+//5Uiw/z7+T/+9uX//O/if3z4Xkd58Xvu7Pi/+ssWTPuD7kIs
tqlD045O1vcf2TPtD0q5FHpQwNA4R2XwH9kzQ/9jcXha1EpgLMn8k7z9yxeMPyJ5LJZaLMwbegeN
9+TOjkntfyYnKCrAASEWJBdNWZ4S2ip31sYy16huATuzJr4pc4wo5JErkGBk3WJqHE8L8alX4/5G
6aWHP+2FEbflXmjJXRpru45LjIxgQMkxrK5rAhk946aoZ1O3U+wm3eFnSVtbr9cXZoqfcmpg49lg
ir0Pk9jeWor/DAXTABuIm1XJN7ehv++XxafHtT472E7+YAVp6fajDbKxU7/0pjgAEi8JpjRw7hl/
RzbEQt1FDoy4CKistmbmYjV0h+r377Xw/w/r/K7I+G/tcX9ikPcvbfSWn/NUkItHmd42/3n8R3Be
Wxbfyf+zy9uonT51z/X0+bnp0vY//+ffPdqWv/n/+od/Lee7qWQ5Py3IoOVfC6Ii/31BL22j/zp5
TIdD033PT9LHy//ir/yx8wfqLuT+DpIobpxLYfOv/LHDMieAoWUQ0AV9vvzJf+WPVesPmn81irtL
PUjIpSfur09A0cw/6DxCP7oUtiW93M57vgFVP5I7/vkV0OMJloJ2AWRoCKf4mevEo93intnicCXr
eezdWq+b5IcSJnjMG6k6iK1hJkHjWj7F4RtlEoWJj7ls7O4W0mQUubJSJtUtVBjybsBDEB848Dp4
+cEQ+KApQUiQfdHS7prgOIF73TapvbHHvmnvrREB0oU+18FD1KljczDnqfU/UBlKv4thrrJt3oe4
Ufxf9s4rt3YsTbMjYoCbnq80x0k68vaFkEJX9GbTbJrh9FR6Yr1ORGZlRaKzgHwooBuox8ibulfS
Ibf5P7NqrEafpklnT5D5011CQ92nC74vLpOhfMtdzPTO7FBVVmblu0VlbBPZSf3l+zO334U7Nqfg
4syAKH9LFsjRrhh1aj5981Vr7OrjAq2NLTlVd32VNyHZlzG29IU7CFBdQAJ9kd0xMUhyxgk+Z/vV
0WjT8xy8ejoTtmCaNOvJoFn4toefUkeVbNP7aUm9qxr+6H5ztuVMTx11yVsxVrTjDpymMmWeuWMN
KvTk4nzrcnj3jVSEDJzHIJl7cUdBr9sG7pzgW7a2Jl4p0cQqOsllz0W/VuEoE0GP+DSqoHNa7xYH
Xv4lGp2Jpls92V2TQepc0ic/7boqoMosPZjO7MUrp6bnXOl8XQ9QJra95Kf3undQsGW4MtoM+Gin
08DKGVKuqgIz82mc59K0Z0ZaPjvmvNPmNspai4mKuaUMFrRKizJ6bXct3XBXY5fXBP9rxD1zGJ7L
UYrbLBE3eVs+5ybdiuPq9X4EaCLlQNsnV1yvuLe2iaq/e9DZdIlV20GY9ZIH2lBlN86sXSpXYaqF
buFW9Fw7FmdD4XS3w6CW0+DyaS3VZbrZdn52nJIeZpdlaI++AxrCH7hLC+KJcdc4LSpatnGuoMRu
IpZ1SipjDApPrTtGYTEnF59/bzg7KWMgXMB5sJTFPnU7cRxMXCSeMm+aftMip/TXa186Z1s2JhBE
bmBFRb4sw8uwh/WR3iTG3D01hVufk3Ysvjdro9V1Hab6WI34FbHn5nFiZfLFAdPysDUShdf3st+H
oZbUWJsFJnI68sdGL87SETyAmsGEdMnvctMbjgPXlzDTNnnCnY1IXdfXW1l3nJOpFmS0CFo5nTm/
waZKQ1kaUAeSmrOeZ1BkVtjsU7AsGt6pbHjCXi4eqJw3cHqk8oIDejZyfPKI8g4XYsq1o8prThMV
VlcbM7QIwNHHTL/bkYhn+kAD3rzCMa7ssO0ceL5Vt9x6tDXFsEAuNmdlhzC59tum17ejZjc7JmAm
qF3Nvx2AsZ0bjTpVJjXDFT3f3Pa72re+29QyQwaF83GQS34lKV/eCXd4E5dGxJY4ZrC6a3NTiHQM
kWlfUsNzqKSiRToNZ78YvR1F1uKU6hpDXV9CYl5T64lbJuWrfsYkDdz88jZulNNu+RrXq+QjzwjY
f3iLQRF9wZeNfdPz7Cxj2G4p79YFqwXB7hY8MaPgMpshxBkppfUcGwKt74tj0jsycpK0ep0dMLpy
FtZVuWhlKIbSPLUiiXW3/zZU+ZWLzr2TKzT5WrMpUOlW2LtD0w4vC2nFde9mVCPuUsv1oZTw0R5A
m6cp4nmpzdPXIEpsXBxw0oWrC55MF2CkoKqyOfu0ZPfIWbY4jGppP0trTcNqZA4vC8u5SZSqdCAK
1OXx40rx4A6+S5Evv8O+jEvlimsM/qw+hkkFaJDWfJD3ND9BlxNplQbwyVsa+KsdRXw3y0WyaPXu
wCX2yIX5FqIYsG0eP6rPGJ0Jbillvr4wtDlJgYmIf+Naz1UMhfjLsrpTQX9oBzqwGHUjZBh20CEG
pUadhKqtHkdzXFDztrCtZKQTNeJP94PQd/Wc8N/toXKWwHPX3638EWsGhBD7XW4iXAA2C0yXrTJu
wN7tmkv3NJo5h7SgLbwr6FGUKFdXqjavEiygLcppsvX7LZPHtYAdMTRnrzcCF09Xp3xaWc1dk2y3
3F5jMr+h72csH8oINYsx0cjMFv2lC3HFnJAhqViFuUejdfJgFguLg3Eo2Yi4Nl6Tv+GMtt6NGioE
OsMTCxxN0jThA0tzsgtH0sghkjUlVCl3ctZ7s55pTJ46Mzbq7F7Sc4t02hBwNq+ZWl44Q7u+6ve9
VtCVX9OjYeuVda4qO/vWYNltp7ycxb3o2WwzDZYFGWLnWVJ05seAC54x9GdIVDOLoGvSj7o56xgq
FtNdP+c09fqVFo80GId96tqxPfo/RiNriHW+Th+nuG4smmcdlhSnBaunMuZAiiHJ0V/mL5jr402S
6UOI+GseS5klt85Ca7x0zR4uYXtaOOiGSzZOMQopQ7DCOrEsZoEzSyPIu2Fmst5FYGcPaefftm6/
htM4ZRFUuhZJEftnm7gyRkTmTR7VN2GfG5EvR9crp6+tMaO+9W+huhqHZPZ7Xqb20dYTBlP1EHJ4
+RwBycJ0V+BiKqcMcanRrNbtuGPu5kI7i0XfbiquCBSIzveKfdG3GzNcGhYTAFavhVJptCj3NK3D
KU2Gez2F6DMbLJKqOniwXAOv1+tXut0pK13VfBhl2dxQB+x+ztCZThX1sHsQFAPyub/kO/MyZZvH
SbxnlGd2Dov4YObpFLu1z1FIIUAwAjFgoNV1bMu8fKNyW3uf3e2GnaTKg4nJQpC0vvUr51tyGt04
jnJqYtbAOQTvmDIntD4SZXhxqk8itqm4n4PJrZr9nHnvYkntUHOTx7nyga8VrH6YD+irXxXqZdvT
OT8j/d05xtRehLJdYbIx5d32mgDJDBF6b0uqVztlYyHYBtZAk+7X3rxW81acqoFO/1l7F3m+87A5
MYcfdtkiK7im5r291ca5LszrekJErA2h7bViY6UwtJ+hm62bdJsfNr18mGy/45QCMkN0V2PlYG9u
owVzzE9BHA3CggaO3qSSP823faH89lAq5UYZx9TAV6vDoW70A5IRK62XkmL1ioMYtYJzMArz3RP1
j50Uxg5GrXdYu+7KcTs/nGv56hS5DY+nRcSCCRBMSd3vnK6E06kshi47D3zlDRyp6rRVi4jcbX4y
DI5QTm19Jh6EBNTr7Vgyt4iIN4eaEg8ZqL6isM1QJjDVr/vMHe4GF4JhOWYi5kSMcp5oDqH5sv1O
DSbNodBRM4SOhyqkMDv9tAd6NJVXIS3kaT2YQaOt19Qtj/ctvzFqli1JJcSivxiYCgLbmyHobMZ2
xMPPf0+z3LSDKP26RUW1ykMy2Fo0Tq3bxTmfqR5UUq36qWISG0KXADi0ZtJBSW1a8x7BpPqgUIN/
0Ni826Qo+5vRZkQr5yU5p86y3cEb2sxD3UhawbvKaW4GJIEPwMPZZSwujjRlTOxGizrKDPVpNRI7
4GTgXWt4SFALUdVvXK00KZTq5I6Dt3ta3OKtoPo3p/N9E/tBWeJqoPD+bViB/dB17wT5aMsdbWRD
7GX53QYahZv68rXMkziUxbI0d+k46hcwQO+pF7F4WrHvRrzPpaY582nre9ogdVW0536d1qtJCMp2
A0GzOGj5gXbzYV8s7Sa+F3sbDprPTPVGjAK5oG69h8TK6/ng53SCYwVY+meGY7wwUFHEp/Jl9lKZ
CQQVDZTgdedm2ozWpUZmktBl+2+YmY4TzKXGh78KA7oC1oDCPOkTOaubFnAubamm6LU9y3iuYQ5E
jUM0RI8Gd0ApH2O+EVkl0Fc9Gfe9YxX6zkBqspnJOdJ/bRYUpwfa6flIsqVftIdloJ/5QObEKgdQ
OkY+8bI7joyXdNDc0zblnfFWXkAVh87xICz3NknjaMqa4WNZOo8C9LrO+6hURZodXbYd405BWmVx
3dYBHKO1cj+jqN4ppnijN6XjhU3pYElK2/6y9KR+kobWq6PjsNI8SlUjHHDRZJt2JUma62adJE0V
Lu32im22V5/N1IKSZWe08vus9uvuZGaa3cIag4l+UHlFY/eq8uVUqrKbruaE47bZ1/xchBlQ0lcJ
AzkdGdLQNBqYRZv/WgltHs1RlF8VIkbEWFjdJ9poH721ce6y2mN0PG35js8Hqqs7eGGiHGrutdb3
QdVq2d0CBuIpT72ocrOQx/LogViNymxzQLwNekTN+TPF0rdmrXZGSQNAYg7uQaJQm8XQ3rJtXLhm
3GbrrH8rKq+LnUnKuIW3HpT+tHMHIR8mKM5wbFsfhpWq3wCNfSbD4B0sR700iynDWnP7iFieuDMS
mT2Snn+sar7PvqufN5ghVFSPQDjlya9THwTYfIfdK8KGJHZmpV2Jsk/4ds2nwRBhYXV1IIbqZXa6
bkejRhlvdLBD3LHu19Z8hwp34paQhJ5v6ABf2r1Rjr/G1omXdn2hv/FM/Pw1mVaLQsppGZkfFC98
1O8AWO6yFhVR0+Rn1d7BWjzazfh7obeH2lmvt622D6oY3p2CD2Dxw3rcIitzQ+XMAr6CPBIwuxg6
tBej0R/koO8yJW4nihWQjxvgD/Mv3e9o/QZgdDa04ZHBPqKOXt/B5HkoN3kjpLGEgyKXgwPgZknA
TLvG3bgAc2v18cc3GIzI8lQmy3ptgs0FAMthvl0wnxkcjKW639rqDSjoB7fz+QCB++hIcw1dhxsS
r6Gjd/vLJtjkh1r+kDkKgOvdVR5bmWnG2Jh2LL4qnHXnoxo3UqeQ2eABRki61k5Liv3GdSOtvC/I
lJzJ1yNj0/fVR+ZSc/6+ZsMSJnN+XLfkvfKK3y3MVFdCbz6YfxzRHwJISWNUr+kWo86+LKmhx5du
yEl3P0G9VhEqDABAUtI7pTOLXM0WmW7mFzae3c4CD6mM7XO0eBzzpuD7VojgzWQdKYvnXSalPjmb
GbUD3zL23sAYmncqpWBMcXENPK/67nNt146ZHpgs6CFO2aul0q89V2NKj20WzqnXBLVQiKXmw+wW
z01p3w8FMWPb7u9zDBih6/Fb9pyjCxmTfq/DpR5q438vO8vF61U9dhoF6DmyhNuAIzAedY7u+pKe
i3KhLWJOnqupjqs8iVxjO5t++Wzqij4c75Qp2CSdRkSkPwD5PfS9rC4iULC4VYxdpNnrBkT1MQG6
t568aeRuXz5XBn1YXhULCz6c3zwaXjcwsqlOogf6oqz8mlzbaezEXs+tozlozwnDxxBX5q/FGqwY
F5ZJmylt+WsTp4b/YK7JcMhWXnD2eRmAMIulKMHQM6Go1v7O2zTvVjnyljnKkZHNWzHk3wkHw40t
mgqJMjnnpjVd67MSmFjad4o5zSu/M5oDhSdRn7FiFKoBJZCtc4Rnyr9Dm+0CVTSgX/XBiblHvSyL
MEM6OCygBksZmclY3yO7gPM0uqu8Z/vtAYIHKOS3WDoenUHGXqEFhTPceHnyZJf2bpt9/wGQF3ML
rVTBSnHYIiRzDn9fKzN0mfKcts46CRdTOwoZta7agQEPRTKVERuW/ThuPLdWF7K3pZHU5NUGk3mH
Paimbyq/T8zpxHCLWzgTysOGmrzQrZMX6mA3hPek7u4M4AvB2NpfoLHeBs0/gc+JmTfxouTI51bZ
nM3CDHvdP0oabLgPjZh93JN70fxqn0NNdyw8P0490FSLrt1o/blv5XU9SyJSK3e6i7JvCS8qfT9s
rOS7yWWgg77GSudxmhijIkHghNYdIQC8guziiaWfhy2bQveQbq071msAU30020Xkjpzja9fUbgy7
fEgSf1c1TryOD1XnHnvpPevGFqmtfjD4hVt+f5wMbmsNZ3TIXbMBc8+dpkDfdGaFrQm6l75G7ubb
vOMK3nKGkJ9etsXpmj71M1fxvCqcnUhh2tgaqv6gy4NqjV9QCA+b2H6wxYQY8fKg6B1QNHpy+Qcu
zspFPeWuuklBHzSgWwOzch6yi6veK4AGNWjuWDwkndnyW8kGc8v8gR/uBtrjbhRL5FTba99V78LH
zUBUkJ3IYTDTtNg45jsvNePGHq/WRt7MnDncqQ661npZtgQslMhfi7q8VaIPrWm4gi51Jnzl3tg1
a4edMMToS/iZbpLGzmq/r711W9r9+VIQGwhCAqz41Rj2ozhykHjpWm93QTbjQHhnnnZcnJpiT3hF
ZZKaxySZr3V/0EMJNwO6NlfCZTKe06QFEJLiLuGvCZxyuSm2yQ3wyjx6ev3ulZYf5Yu+G+YB3nUO
1L407dNoN2InjNTEEFh/VqJOA1sNgBSnyTuKDDwjB5F3a+FAKekU31UWI+4m5yq4qq4/dbXFryVr
YNuW+dfERxDl/uzuZ4c6y9V6LwdND0XWx9iJkogjaReqwb+vi+q5SSZ/fvO5RnGUza0V3w/eSHxp
WAzrvE2caEG+58M8eAAZK/2xHrK6wguAz3KdtNDNe6Tx6WIL2WEgM7rIoBAXYh8cxYch81Zzl2Nd
aK9AepUZbW+F9bzV+Hz5PCiNIf3miKcadnQd5lalZQjxtvsDGUaxdbLCDly55uS7dZMZPGU52j95
M7oP7abmB6l7ZclUEodfsHB6cgMQOawRpEAnJpydtg2xk/bd+wxzrgy7fgUTj0TQsNNRlnrOnQ5t
wVfGMydn3wpxHg5ZaKzZ+ra4HY0VKBNatXPrKeNWn7FO8D16+bOxJIB+B0JMXYDr13XCdGm25FBK
yccIi73hiehIPMl9k23ucCx8MlcBH7u5xFM5TAz0G0/bL2tbfxiFNd7PiOa3YinTDLANZ94/7dz/
DZrcbfereRz7X7/Gm8/un6W5/ydFN2Tff626PfwizIv+/Fedji/5U3az7d8YYXsu2hb5CEtcwt1/
ym78iUHyledQv7Q8UMb0D9nN0H8D70GSw4dFaJP/QhD+D9lN/GZe2o4oP6P6xMO5+e/Ibn+UCf1D
dEPau/RzWQR64GFAb/nnViPD20anGJI+atwy084uiyVIcPilGmqv7rg7c9WY01goXnAlla+QhCiV
m69Eb1kptzM8sbGZ+MUGdbpdOgaXtKIcxWKAcFVyLKqTKwDfw8/KMDJ7jKCZf/te5UYD9RcXsS8z
7hpILg0XOB9gkCU4SxLlYDANpQ+CZS0n8wFH88XJ3ne47YbKH5won6fhYGEaBjNsdm/D5LS/Y1Jk
kNv07ff/WCvG9RIwuii6//rp3v/v/1V/5X+RlC9f8OezrQnzN7JFFpyKf3ZVaML5jUwR0zi0YxTl
P3qX/iYq81U8dn9UZRLEdnn2/uPh5o9wYejsg7wwvDZkR/+upv8tuIIQ/6e6/n8JsqBD/yX0YWOl
oHdMp7DNFRQuEtz/a8ikGxaxLlV1z3ltxk+2Ft4HqVubKbbLdJIGyKTpbi2Rj4CnlD8kF7ahj/vH
nr+3DqtckOpewTHRqyELVV71aq46eCqtK/wjMGrzFSXW0Pem1K3Iz/LtgahfiRjYWXN2kr3matfS
rfXiMK9T/jyNuvzoxeypPTmIGTdmnwzyBlyKzo5SV6lkkOF5I6Q9de+UCVUvi5Teh8/2hrc2T2cZ
5m5njgGnKY7Xhdockk/5zPjYqc11xr8xMxMlrWTFjs8uFnq91iNbTQq+4ur5VRJ3W9OPO/5KvMKd
NPHUcbDjvWz15PdhA0wacJADdLUhhaRxCm0OE5M5obRDw2bmsVjIdA7jCrUbKMS4IJJnUMGwqy4z
RGN2u3BUnOZjjaaXp04frfM4uYihUm7A+1pq8/xws/yMY5fdmyUXLsyGkRghtB5NK1tjTffWMTBH
v34ti9El8VRb8nXuysoMhS+1PHaYmDEjvRADqcUxqoZWDsVAxvV695xrG4RwuGoemvic6MthdYvS
CNc5swug6n25HIAesN8mCtsjcyHj2xb4dHe+1S04B8hUcPE1WyZEym0LHXwrptHYrkpsml6tc2GQ
gL2ry4xlexrXYtXFy2BkRHSmrsS7rza7HA+sj8bGfRYuJKjzqbqu5gLLl5vUKKBcejvugbVcHlSu
p6caJAwIaD1lPlsDLuMYC0M+C8tCZBAf25nmvP9Z0f5c0S4Z23+9ogW/mrz+z5v15f/+53rGumTR
HIQZ5rLBsrmynPy5V+u4YBx2auJjeGfQny/4m78vZ8ZvJkoMe7XDAkTn1D8sMs5vVIUJk7pIh+4a
l0jzv7Oc0TH2l+XMZVkkQEkq2yYAeslb/pNBBmZHohgNozYA0Mz3iqQWpFFhStHsttVwdvQ7sEao
bONyEYjZ8ryYUuv216xtXFTLeVh+hyePOp5xN2DK15G4C+0lYcw6eEwliJQVTRXNjeR2KIHF2nHv
efBCm1oATDRA0D+Ni+2cMxO+fVzO6VYxRvckVoClZzIzTxOKUokp1GIMgSucenj+ysOWJWsbUmh1
yZrY1dxetXabL1hIejxj7pAb2V0hNe563ViwgiqHuCW+tMzjWujq2auRpeUUDn7teKdhnpEKOo7u
3CkxNxO4Aiy/iI5g38K5lygYq9QVw2IFldOAmRcK/EE/0s2LhwmzgRPzV4CCnqRBuCkVS5HtpGnJ
J6sRiDnS6pPnJBtylBXMvQJarG31DJT64ZGYLfzKNR1BQ1KVpuGSpsbwkxpa9FlMML1JB4EO/ZN4
W8UN1xrED4eufkImnVI8skAV5T7TaquNF9LzZDEmiLu3daMKKxR2wqo1J3Yx7QYQFV9+abAiN+Vg
rFwsV3i6VJd0L6MEPLOn9Fon0Gqp1IopVmvP2Nlx86UYhW1kXaVtGN9JpoRutcJTN/phMPYGJFmU
Pc0SLveIxP3AnT3f5IUx/VJ6Y1RXdl/I8RYlqkAoJYsPolyzq/XoS+WOh0nV6GzmNjNfIqWDyRbX
74o4N2Uuq/jkmUC9vSn5WRNtMfYLv9E3RJTRZn6W1R+tbROaRPcqGo9xD3CHZ/AtAOYG9N58Pxoj
mMAtd8dyV+ZDUoS14ooWjJaq72yo8AQAWr9452EfyBiU5MYIvKgZ4+Qwmh/t2rmfhUGh2n7ZTHlH
lZQiCzI6NjqM7yE/oVxzcZbIVzUQW+Vce8ruqkgfFKGKyiirHreAtaF/yrJ1w0H7w2IwuWZya0/2
iBsmrR71NNEfG35BLn+3yp7tYp4eJ2W2/o78ZMomV5cMDapl8b4LNVivBezILTR6TFFB0q3Zly4m
7Uy+gHZ0H9sHuG6lFiP0lWje1GaYbyQMEKQqqXn6jdYt5mEEdPWDGS27slSVfjdyNR5GOjE+R2Um
DIOaJvkatcb8yfFavxuTkqch763nJHGad91cB3kwCwU3tOtJSNI+KY0i7v1mOenOoOHIQPAmQ2np
6QoRW7lQ2S1eyBnvQpu/kzaB3olih3CV9waWG49UUxu0ChJEoM21XwYAyhySGfSYgOvUvA0LjiMn
FQoB+JtBMj4GPKSENU1q6KLCFuBiqdFT0Yw7K4tIQWRfbeapN9PLx2euIeljRuasjuQfEPTEW6df
zh+f9SjkcE7r2bjj4+XCMIjxWGdd/9UX9lhj5bL6L1rL+aH6vGA67w6mIv49axrZz8G1fxF8GolK
9i1veEa5GBMAlYsPSLnj1chsqyTaYzF3ybw0cfmGU9fflYJe0JCNfHrK9RFDiKMNZnLdLH2G75/B
uR8J+Dw9RAcQ5IGljeN6642LCSEeo19fEbu0iixlLOISbwa7biIot+XtoDv5FLgVauFuxq/1RW2X
6wQafUEWSUw0zN2WpvWNj7XPucb4wojJ6nr8cE4jiodc+i0Z3lWobu+0mTYdTbmxPNZtJ8y4oHRR
FuFUteUSW0OjZIQg6u16PPdlnKTCea5F1xLD4JjiyGcPp6MeAfXKjhqgx+WGlg8/23e552X7OgH/
+tpphlh/R2Yw3k3Z611sVCxvB0qA2zu/7VB/S4+Ia9iOGk6ZkijtbdaRBgo4IWpcD2fCLYjChgRW
zW3yM011o4k3G1wzf5hw0IHxnunMvMvuOcfM+gG0MHkxKsQKHnVelsRAFJ/dNTuz54KWxyyKS8jI
lP1nF8q/NdT4/21ccSm4/S9OP1M/Nd/5fz7/XL7gb+cfpg6XbmvqZqhovLja/37+MfzfdE4ckIAu
wwgKtrlI/d0izPHnUlBDjQStKdiKLyV5f59VWL/RU4Gvlm4eTPa09Lj/zgGItrO/HIC4wNGFg1me
2gCDfw1G6V/vc3Qi52TWupcVoOY9CnJc+yhEhM/1E5ErdIvKOmU0Q0HThkM+v5seiKQxNI1lN41l
7NiPynzE6ojFsozYwn0GcisJb74A95SnPYzbY7cuO72vT219JcfkmgvLFDhLKl7N9GQaD0L7rEbn
YIwJ+q0zRtOktJdWfHdKRKhm0jg0rhnaw5cmezK6dXlsequKXEG3GZeJcUcUBM/oGLteERKOjEgr
gBFvgkZwu5iGnLC12RbRRLdO2KOuyfS2qEyft3c6Vthw/NoOneK8eP2DvT3kZq7hzGGtxIuXqvkk
lXayPCKKLHa2wrdEQ5IGM3mM5IQbQycvjV9Ex2tHkXkvD2DD971RR1Cz6SjTr+TAC6Y+6B3qCWTD
JqYtDTtt+t3WHjJicYP1pcUc1/RHM2Ep4u0l2ILJcUMPGSBAh8MUF5kNjSKNspm5T3Exhmq7+eI5
G+AFGWs8jz9kvgAm/0zkGqwNy1v/7PnfGQZPoufsZ5v/gGB9ZqnHc0QmfT8gEhfldMOe/7wtjnMw
6cgmpuBxb7P5rTR2YFt5YE7Zr2yYGSLhfbBnFiO3eCH2vpOIcnSBHDzqMwKIyiSLDVfe6Dl7QF6k
J62+NqxPfG5vjsNxGJvPOy0FdIhETPdnv8UqVJqx2Y0cEYTxlUxbs6/0fLpitjecp60NzMZ+mYQi
UWtj3eJDtrE92jU5flt/krMTuWnyIjhei9w24sx+dTAE0ZJ/rieOu4HlDqfV3u78ccv2uXfVtHiZ
NOYMKTHkimj7Yi2MzmRl3pjKirFv7azZ4sC7xJz3r1oxobBOv2RS8US3/Wlxmlhvu6PJQ8oW+iOg
cPtevbf8OkRj2AkKABghI2RoeFGCdJsCM/FunKpAMGHD7tAok9KqwhJrB3yTsLZcKuV0mJuKaOLK
TtJ4B3fSYz7lsNC6WJCPxb8RZJMWzRQKb+X9xIGd8fkaLATqPG/da52HuJbfJm4Ru6Xa1UrcG9ik
dO+RQUag97MRYgaMNJQ8yzzqJKyJeeHelDJwtVOurLAwo0rLd83w+9A+4V/P9JcEO4FhLcc1qeLW
Svw74Q/NkasZ0sdGD4B21XkC6jci2fRxyYM7zf1kd0cjI1nc6PGKnQAXRE8WPVsPiz4/TAsxm629
tTpxgasEppX3gdZMWOj0h7l9TXLtJDBaFpWNDUBd8GjDTl/OxYgKpSNo8SoNNNS584+2veb6m8FB
pOoSeT/XZdS1jD/0ad4ZGieI42jDrmEwT3vstBune1Ggoun1zhhPizU/TrI4bsN9y8ufq36MnKKB
bVgf8oyaM/fWUGmcY3mYsP7iNmXQQ1MGEbNsdlSYLET38y7usecmhXPkykf/hnbXlu9OZvwkKRKb
lQWTeloSIgk2b4O3NTxVX407h+7MI2K2UY/vdV2+RnLnTVLGdcabRt4qlAxqE+O5xq8pec07PMmr
5My4/Uq0n6ZsA4UJu7MflIMLvbinuI8l4qzs3L/aTPHG5s2j3YRKpF9iLaegGp5bh94c6eoxkuB1
bY8Mok6ENggEZzX59wxwyXzX9yUSKpnakViyltHW42bFQVkWPR8zaXxTX3ZZwgK4JShcePwvqlZ5
P26vvvfpozfOM7/hrNm1Qo957pBYqS6Xsk345pmYUyZQJqFbqx+3306bp11vy6Oe0aux1yfLu7fM
7mkY8yhL+/eL8p+l2qEUmO7bunGOFXZwGlnAvl97TIEiw8rOvZ2P59HeJFUEefU12NmdRud94Pry
Djflh+KtZWB3r6Pk0wKgvw/sNT2+2w+Mr0WoUf55nZZDLBV9Eia9n4TrJdpydlvX9r1BULGBXLDy
g+VXfVGe+6ReP3yGVzo6fVIPN/PmRB2x212H3f/ctp0KRDsXJzrldnIb9YO0xBS3mLeCLR0eZJ2J
kOgtvzvdrY5ypscTX6Syr03wIa9Onw97vO39s9mI0MTsFeociH+p2TdehT6Uh37BhaucgbKj1ijf
+oaxIcn4U2LjN0ybJGJ2aMVqGJL9MNdTwA+4s1p1sKT3e92J9Eob+vTIXKWjtcSHBVRM06lS7vSc
2N4YoWZRkkRQImxzGy1yHHnglUdRSxPkGQ42EjYvKKChLdj8fXe+J2TDG5ndyEU8J1oS+7aOA7NN
XTBR4sWH+DX31sNARwMMq+1Obd58rDYjwsX5ynk04UpPsGa3jP+HvTPZjRxJu+wTMUEaByM3vfDZ
5a551oZQKCI4T2bG8en7eGbhrxy6KpHLH2gUUIsqheSiSKPZ/e49F1N/+5NQDlHgxq6/OV0rrxIi
oMsqDHqHnDqzkDU31rIqGsgcqzB1noUf4/zqT7OXHqZoeTVK4auZvjJTEPDLfG8nsmk9+8ER8/vR
MWG20bCIVgyfN2RYtx4vpbXrW2YdmDLbJWm/wbH0atfjW+OL11a0W0qjcZPXwzGturuqVTur0a9K
jvtUqXQTEHTfCMcOd0ndHZoEnAHpIN79Wi6X1wuHcQThwO/GdO1Z1qFiCJ3CqCT0b5nDYieomv3J
TEH4swojdSrbWm9sOndeWvCpu3mOp03na3fLyVbjSC+jmfeqyVx6eQNt7o3ltpsKy8ktBuZ44XSf
YrayTdw/1R6gPw9gxkfgdanPKquUs6ZNem5WOsB60rBraJlclytCCe2xzeS48dtZroO+ZXQUe2yI
slxf12NBKaE3e/eIvLB0SOf2L3EbeOkxMF57T24MMCRcSF7+8+Bmh0JnOM/Geo/9Cg6PKBNZsoSG
ackZJIYMGOOlu5IWmhR/iTEqL1yy6qroeI6QaS154qnWt0UUyndvttA1dGXOKGxTzxKm/Y/aThtJ
WIXgPyMv7Lmd1b813AzbocfwuUlRjJJdH7XIFIr36xWMp/Ls9R7Hp7wwR9ZEf4u+M++KJXWrlSFk
gx437yurWE7GTZJ7MfLiMM5cX1uGJHPhfanoqZDjyWd78dLXxXw03ohXrkC9b9LAPbtTPD5aOp3e
PT79TZDyQhrz2N1EeSS3odbBfbPM4TXdBs09HyU+Zvn0IEsqJasceEWdq5didiJmzsTn/KonlsEH
WL5A4Gf70pFHWkPLTVSF8R0vY4wIqatBvrkx+0H7VLSuddPT2vwNpEn9ksqmOfujCXj0QPv0c8jP
q6mlxsnVAgIiWkeyJ33m1Dyes7aDit1uyMttC6usMHxLa+X6YXeF5qbofi+ek1K9zo4V76M4CXgk
rWSdq632c+cD9k1zlYD/2aran5+spWg+KxH5L8h08bZpivGgbXbKJXW0G0yC8U5Qdv4s6yi9pMzE
IQpiZ911owUxmwP2cQ6tdBcVyX2UO3Rpo3tdAx3oT4075A9eGXxhb7hStXkdhwyTwv1CtC5Nnrpm
Gbd2PBTXZNqPY541bOEceYj98RgncXpr4ghH0ojNJYyTVYfSeckIpmdv8p4QFsb1YnfXVjxyAIrD
7CIbYsLLsh8dMYF1nc1Y3CBCiW56VM20pkf2173hQRZc3BaWwTlL2LCX2VeSYfFs8+DN6eVLPtj+
WjGjGHL/LiZQdxUM3jkvfpb8LTdzmRGt0uYO7DWcHZqpNxjqim0O/MK3xGvtMzxx8iQ/mbRbJwLH
bzJED2VIi6KdnLB9YHd0x3sm26+Uv9wZ4nhXRvecDkjSJE4t9lEH7mHw3pvLuUVwSElkceWITq0y
smxBMBbXQ4CxCacbB6bIm6ZNKrlRgugKXYd8ThGyKVbOQgiwmlfV1Ps7IEQvlAGp6yrzSB+YNMrv
JDUHm4X79kfup93GTeP4qDB4b0eMgTgv5xpXrd90R16yPtQyzJs7Hnp9XZR9f1NkWb5HB82bVdU1
BU9GdTHcdPUmUbLXQP8uWf8uwWGDXjUQoxucbWUyYnoADsV5XkwjuCZafR/GCYmtbBt7U3F/b0bV
pN+06bjabnpFCEDrsxkYVS4EW3qwRupA1XUMq6qw/ewUaBT05eADAXqz7KXYdhYhrNn5kWP1VH0n
8fo2ZoW09s6h+OJwnD4BUOLxJIB6/P/zpN/mSRfLxn9WVNbp5/cfv9dTLl/+m54iLvwA1nXG2FTj
oIH8O3Lt/oLhA73EQTtBG+Gf/EtO4d8AI7gQOxlcYw6x/62myF9AltuwqZmPB0zWGcT/aRj+34bj
/NM/iClSXD4WcT2+acR/wl///9+RXGG89V7nBFe9VXQIcyF93yOPQRq1xzBm9xfCPrIIXADxL54o
d03vs5g3zALUiAND3BW49YsleoqcxPcOhK7aYJcxhi5OSw+x49TUefcg5IKtP0jyKNrlXsdCRZjL
MjM8oiprdzQsCPIITh+ZNd4N9mosGnnmbpI28VmayNPMxcyLHnuXn6tRw1QbCyxtOVFtsByBzY4x
S2JPrMuuoO2CyTu0L+bld2nWgtAC+AXozLP3OsMzvYeaWZPzQGbovXomNovt3qlYn24mZdX2DTBV
Bz4Cn8o+14FVvDFWAYBQlMYJ3sK6TD8T0y4bazLDsrK7WpA9glMXzSpq1E0r/WWjyvi55xiJC7OK
pdJsaBbfsV5dvsUGx/2Mt7ivFnXDIaGx3pQKYnJeSZQ85BW5TbXmg7ZTsa5N35Vnu5GVnzJkr9zb
Gqk5fbCtGdvlKo+duv0+ZX7+o4NoxYs5HApv2qCIe8ljklIA/OBbyquhMqhm3s1sINatO43f2QQ6
LjEA1XxLOzn/xEnrdaCeepdIHb7I4NabS/ugafQg+ubGVbbT2u+vw6pe8ltGLiAcgQCL205nMU7N
ACrKJscpMD/jIhh/5MIp2vsyDlKirckFnLcVbJmfOipir5TF3JHm2+Bge0N2Xy9jgTkC1cTHVT4x
BtKY8mJoF48ztga7hYjhVdMuy2RyQbm0EQUhazCvVXRNciWK8SgyfYClQ0xEww9Lac4geJKkOEN4
DUcjEwgOK0mzno3oZmcFyUZx9omWNkI0II1rFrORddxyfZPKZ4vne6XcTl4jwpNJxtTZ4G6Z5mPi
uFJTYzsG1qnPgqqkbTAIyTSYoL9apjxPr4K4BSDdxZBNNxqknML3yuT/IFXR1UfdjP5LMJItxqIw
bRoqB/aDobuM10grh63dBu15JtN0Y1WICej05JoIEFQ3vZtweiJ4apFfJE2xG0p3fpzVzMam8Wd1
YC4z3CdYYG8BC/kbUcyTRTVr19+PTe1IbC2ihsPFMOvFsaz6IIg6cK1qHomtnitr7w1964GFU+Wj
oKycR4iX+LHthHc/Cdl+JnUSvMfcWmqNXx7wpS5H4g6zvSyEqevEoi+5bNz26Ls128mQMDL7MjfC
1J3porDOeV+Y1yD206dpxjMbFlxphhBdrNnlipSQ+bPp2QlN31Mx5TGVJLEhXlFZq46xFl5xcExj
Z4YvVgXP7bfx3HW4VKbcZXOZbFre9dyfgHyKqGQjoeopdPau3ZkJgchhTv0hHKHJQqbas80jUKrB
WRv2VAHNy4mVi2UbT2ppqmOBdNQ3P1s1sonDNFTEaAsbAJHsP+2pztnc4gcOB1VT/2VGje+b8HJU
nfA4dw7enKCbmKSN8H28HYFtG2PK5I7ero3gbJXrSXLx4cjaxVOccIp0rt1R++P4UsUXLyu7NSUd
gHVtWoI+x4cn0BJaD3NQMAjaprSERPHcgK4j+XfBxqSfXpTo+gU0XR28L6XXFE+hKEc0bxjq6joq
TKaug1gvGSi1VDklG4m+7u9Uil0Ac3XeKGLcY0V63OHkHCs/+OxRLi/QuE4eIEd4e84aQBEau/pI
+eMyuZks8FVIceDAyDoNpfVILGmC4VwSag6qHK82EaTNjMhRrATf6JoRj7oKiyB8SGtoNDPupa3K
XLAWUxj21j7q7foA71i/u1SNrCslIiQ3d+k3F8D4LuuHKFyRp3D2E0VDL+nsg6I0c41q2NgRoRIS
Ta5h/ArK1juSeLFuKS4Z16MS5AiDOtjPbQL7rIW1vOrmyf8YZnafZmT6WPXjssFrDYM4HZpzxHJu
raZumZ8K5cPKi0rfbDn9uJt4qIioEqRklF5reWEhimjnQebYY2Jwnv2iIhYKB69Jqv6q7e2fgWc5
T9i2pMvYAa2N4617jNK2finnPKhOZMn8fezKb0S9OvWRJqzEVz1h3u57XLq6uW6zBjRakUv+4DBc
SOSLIc3XzLDd+T3DEUGcl4xLjZnAr7z4elKll3xnfp5/0tIA9DGY+iI5oybVIRUTuRVveEDExh25
ZVY6EXKgKiQbQ7xkur6nSKel7tkmYNH0QX0TFMtkb7zag+QgQlnPO9qeM+QjOwmvy2zR9Yb0P5ap
ajb7XGiCmQpj+pREHEa6qCJe7oOb2Lp1b0d4vQvMc0FHLJLs1hy6O6tqKiLnjAyWaOj2pduGH36/
2JtuxM+wsnk67yvdyTN5zuDBqEX6a01v4kWUradvpeVyMHSL9pPNNDi1Hk1lF1vj3DJUnAvGPeEl
GxSn5hNqEX/7Qw2LH+gEAtLypVOAfDdxkYxyN1fsvPdxls0nEgXiXLU+jrU8IQE+Y0X5OS9eMu81
BjoeelLiffUbpfofzRv/I4/o9zii//O/bSop/vtY8qnnVPyjwpqlzZ+81L/+y9/200HwC5UNgQgD
27GlJy5wo395qYF4sWt2ZCTYHV8qtv9nQ+2Ji0c1CCQqwMWJdfkg/xpPuv4vRC5sQF5shJkt/iOz
KS6v3/HF+e4u7VNU8DgwRWGGXX7M73nmA4GNuvQL1iGMSbvR88iTs+3Gdjj6e5h9/T/ryfj15+Gh
5TejQwZXzZ9+HtiUqGYUGNL01jEYsCiN3YQW4OjffIL/2UT7p2PCbz/ogk6zAZNhqL2A3H93TBB5
FzYWJPdtaU9zdcAuxKSw8zJ5YxJSTNd5Q954HUhyjcwaEUiuyiJyW1w8sdf8zYf5IzSei8zYjvYt
Lu+lSBWr3h8/i+dlOIv9IGbmsxSHsHOSpyAP61M1M2j9m591uYD/Nsb/+rMYhXNLsaTa9Fj/6QJP
nOU71Kho20+864a6s1nHMnM0ENFeHaPSE8mLDBV/0F+/O0D+v3zLfxxz//ajuWOZpXvwm/9SwQKi
tfCdANBHK53xXEovvefwwDt8BKWwuphewIw4wXQ1xIMGpAPNuAzj/ElPfl5t2EfGp7xtque/+Vgc
Pf9yRRDcsWbTYWv/Stf7/Z3gtHVOz5lPQ27TtbuwSOWhdkFzh7Oo1lE8kbBzp2jnqoQYbdtPe7NY
9cltu2Aze3H9d3fmX544gm0h5m6u06VGILpcxd/dmHXlJ6Nv+AOhVmIYzosuGNdZrpYLHmEcjw2c
5/JvboqLweDPN0XII0GSgwf+L32H5OPmQCwWP3PqzJliUXcDLynZ/Pcr/Zdbj/pIm/QH5d8Ue3AP
/vE3q+gTDUEM+1uJq8lFLB1Met/aRY9ZG+vg12RR73gcRC3bQ1PwbvybjhfcG3/6PVlUkCA42FD/
wMbkz61KGBM7oWJH71oyICT5dOGEYuVKMq9rRbzoc6BA4mOiBe+jc4bs2StsR52jOWJMG+u2+axn
t/xRJnFZrghe+fW2ZVa+7NIQNWITZ5rxAsde6awq7O/iln1seTvmTB+YY3jzU5lUdvc8hyZA4J49
9nReIn56dTSZW4u9uE12WXnJc67I+2MDmDqbCGjdz/6zPcwM21YAgdVygB53oXwogd9DdgMDW+RB
0TKecSPUZFmZLYS43mLygRyKnS8wdzkCH5cYPNO2C3wSWYgB7rhvhE7jnnQ9jv4D3pMguO28sn1x
G5md5Tzx94H7W3XRt4oZJqwBu6kJ+K5Va8n6zhDhV5vGLhgDawxr9qZ1xABguK0d7yekVW9+HNTg
X2YtutR3aUcAsppbak8sv0q/Oqzh1s5NMb5sseoyzQ7HDOTZ4FbstXgq6YMYOeJ+jJ4kt1DH6fKR
CaMh3y+9Ne1YSJi6qLE17+QDI3PBb+EsnyY7fx8Xa/I2jWez0enICLE3d7DGs9kTVngKMk1IYGw7
wFZdx2LIcdVlgGuzdTcnwS4vAJaOArKD4yEJr1s2xjU0f7g8QUwZy6EFPL6rKtHP10ZiHxGVFsxy
0papUg+4oV+ruC0PpaQlk/gQqOBVqw3mEtftAB/HQ5rGx7nRI7nZJhh+QtFJ7QfNshhc0RbR0BpB
WDp9UbJQ7rtw4wmAzsLB6A5DS2Nv3VJV/oOG50tpQDqk9reFDb5VcjJo6se5zWLn5MMyiK4bPNiZ
3PPnmXIsDX0xvkLUm6Z94puS5mJ71Fhrxoa1wYJe0UX1aRkTVwN3kCxCeju7nt9uS21waPgN4+l1
R5C/wcBqBuaMuTT60vwNNLaHa/8lBysj0V9OnIeWwcK2a/O2t1fGimjJmTQcFUINouUXX+aIFq5I
5PmWwQiGmAVGEBkKXTrxSWMzZDzr+CRBFKO0J0f23nU1z8246ekCLZjN4WJkVhoFu7IKg3wfdxw9
N2FQ4ouCpGijO0VTgYJvyu6m8SnaYNKT9keWUovfxQMNtJm70jMbGh3Kz8zVwYxgX6h8txCxsW+V
kyJjk6oXJx0sIU+obWaUaDN/FrGLuYktgiPeuF0Dc57TunZOpraWZlP0F5lggRpU7lkw9PCRuRDd
GO7KMfk2AdFmiptPsU8ouAnq/RCOxTuJH8jg7IImDo7TkuZbhsuBvSKwjfsnSZrJ3i7uaE/7BhFn
uqxj43ks8iHeJ+AOOOxV4wXULZNJHFQBtodmk1ytYYynEGl6A6ohM8R7CUeT31xpErIkW3rfcrYl
s/V5XReF2MsK1YODeZhJnDljgaLkNwntAZkdvi1Jlt2Uoqfqp20zG+wqB3xm1cFCgrebO+d7iXB5
HDM4X7y+POfcUEr/keaF6+7LJeyWve8aC6vUgGkZPt48YhrOIdZri4bwmyRxZh8ylDucS+gd6g1O
WmcfKDGLU1jPCZ0Ja6AnNA6tCK1jN+OPNhCNgSLxWAeJ9ak5O95mdQZbwVqcAdxM04h+PWbw6mBV
edlL6Cy+3sYY8ljI4qJtHrGb54rLEcflaV5CQ7mA4+TzWealqa6icWyeltJX/lksLpJSYqwh3tCV
UWZr2kjKFpMRCMgdRTH8bcJ6iPrzQOBi2lMBhQ82KvDqkuEuS4ZEpZgBRqgBbCrns305u9YPluXI
uuSrLZreU+F+jwq2x2u2yoHekeRy6Muw3eGNzXen1rL23HrLMuyYU1a7NfSECeH4sHiwgo6LpAXg
qk2p58ANJlhuVnJJvQKZ2FdynWW1ateiF5ZYFUFLjUbkNW6KA8IyP+Dv1e3DQreFXFtJIe9VELWw
ew1M7jNAguC6DUeCVaB2gRQp/uuR5HAv9hQT2HBHRJ3/xONLGDzWSXfL2N8PTxmtuSGeNE8u2K2D
TkHi7YfStCe0qUzv/GwaTvhicchVpoV+rYfZ/arsxfJXfdnTmZCx+hFTR32dUBtaeRjGNiMBFmlB
jj6o+RULAInHGnQVQMG6EeeG/QZKmm4yOHxNqudbKdvWPs1x52evxqJ8/Nx5lVXeNOSri31SRha8
AErmFsa/DdKTuC2tCQHFQ7Q39g4dvyoOnkFfAFujDDk1dJxUCGLrnpIaU9IoOq5mkksoBR2AsTfe
FOZSAYT79EQdxKXh6pKUn66wv6T9G90VUNy9YsBPQHGMCPdF4VTHKqA+ZgsOweBIlihjtxAI0S1M
a/WY2WWHw2WFI9auroiHZP1tC2gwxpxmUggAvPfW3YhgecxkVkLPm/LxUaklmZ9N6tfT9VBAu7qD
P6Tv5JAge4+d42Y4Qy0fFANGO2CCGU0rWJOy5DGigOZnheXzQmAOIoMRXZlktwwtlrqitxP9BYSz
i7eynFL9plqNXjZFXj3eBZ2n74BJVOl7j9H/NfOsMj+U3aSZQ+M685mRBi4gjJRH/rVJwBR9MAJM
gHwBSmBrmCGMOBPXGbRdLHc2w34GpOg9t0wmKDHSS5uwfLUR8tjcGZHfOmou39IWUjkWGc2aQv1G
RhNPl0BiSNkTiZUdhDFQjQXwCE7/CELaLNvoy4Nx8TwVA2gImBbhHU+++Ib7Pz3B7iLdXk7B/F20
w3IftSg2YPxd9Zh3Ka6YJVu6mzwOZHtKpnwqf3hDkzyYKMB7Yvoyac9kCQNQUSg1aiWW1PqGOMye
ry9kyS6E39x5H2vazLdBVhn1iI/Kvs6DcJrXxvJ0QypZKENGwQB8TfGMR5sSEA4bCjut7jN70BW0
UcyMaZrIV9umY3NrSiwVK+kWPgkeMHgdIy9bdUd/5t2+pfvAx+YHYHC69McLC2+YQqvyo8uMTCZ2
m+MQLaxwM7DUjVgtWWZWSGrGWwM3zEoAX57NbBglYljZoqInjgUe6FZB48umJJn6ZPWumrYOHVc/
nTBxmnU3V833cQiXt7wPKD8Ak4aZjruWERJ/IT5QQpHHc5BJ9dk0M3VDrRHO29LkKdDgdEm/cVRr
DYw6dmcgeatRqvvIb0y7HzDw5ZsA0K955X7Q4ffCU377btuEoY7sHSNn3qp4SNio5kB68k2lPZhH
wcQUHHicjPz5kMFzbD7ZGpE5IqHN1wwuVkAYlm70OKRFkJ7cvggdQ0EW8eCNQ7VIvF/CIQbG1pfC
V9a6ZJ8d8Y6sE/uHL9qw3CWA8bnUpsRS7EuKLdJ+GD9waWT9jrB3/2xl3VjdRGxXv1mZUBjXKrco
duk8EVpgsgQ/kqo6jCzancK1O3sA/n32r802QMJIt5JOGuoFZtPf5gxfxSqIq55VFWJzx5dXdKe1
lodfkGNX/MP2KfveFJOOmMqMDBvsbsJIoWhzwkddx9WBhpicumWvApDTV5X7xqjel5tFee5HorT1
zsvGM9t6istxLVKOIYCCsuFDekRx1rYfjVjYdBbNa4fKBdoSk4m3CaomAwdTSnK6Mph1uqmJGtFn
HrrT96SzKnudNFD6dlFoifvaeGW+n8tcwxumzUKBNKFTGzaOdpwt2jRMsUvQ6svmPtHEx3jK91ln
8IKLqJx4QSULcRNxmSb6WROdvVhGMfZuCjNWbrP07CvbDOiGbrW8l9lStIc5wqBGqNUxBKITKXfN
OMODJiADqMKtuJuaMRsAvfSNA3yrhtjY1Axi182UR6BY0XDnlR+Yxb4y9PeAaZKud8CeGt4wd5I/
fZHzG2Csm7N1nkfOHV5dW2zDIuP+WLw2OPchRcY7Kmby9Agnbf7paJulBjrlxI9Nuijbu94kXk0k
pxEskdWPZGGymehxlcnz0jhhsctlUTlXgBt6TvGjMwbXmUlLeaxMSFOjKTwtpi0+DTdg6OUWlER6
XcuZySxDvSbhPbPgMWFaTZHwK6i9EBtWg49SjA7iTXsH7kG2E904ggXiYIydBZ38FSkkDbfW5HOI
LRuwl6tOYWvexI1OPt3c4YzZL0Sw96buh/chL2x3XY/D8q2eckJG3KpFtKJ1Eh51p8USbpjBpe5+
NjYKoKtqoAgC62D5vfKDpP6yy3Aqj4GvbP+Qdl5qHdI8EPEWr9uY7GrfTb1b1ieswj7/Q7Axphia
9a96xj/Stf+3KdaOj+ryn20f15/lH1I0v375bzK194u4iHeXklb/IgULxOjfZGrLEb9cAPuEgfGe
BxL96n90auFfIja8UoPAwxwuQ/7Vv3Rqx/7FodWRjsyQGle+7z8Sqknt/EHcCTGO8MnAw+Mhwc/g
ehdh7XfCWehYtEMVeufpiZuCpYQJTjnZmXlzRz4ZbitLhfU2q8ihX06FzrixCgz4J1q8+mjvB107
PLhTK+R1RUA/PxKINMPPtGMEdwISDyS1km1/1AQq9VHkvVvvki4op6MXJjDAHUBv8Q6QR92/8Oak
w2oiUErZzaIaZ4N5Mo3eyOo2KABgEqm2QOj1i+/hOAXMUl0GqMHGrpmRf+eNmQHU1VB506Ycs+8M
uk2+VoFS2BNn8hG3FOVk2yUtnJrQfe5JOogWInTQdEqmun7qxE+2hMa772nq2eAzezJj9NVE4/VA
VJ8HqriPPeusXHbWa5dtGU4ZeqIIFvUGps8av2BLVqGJwhfbVh94OZ3kOHmxa69FAEJgseWzl6Wv
Xmeiq6VjuLxt/WnhkubAjPZ9zK4d4J+LR6xOJM4KLJrhi0enDFFUF2FmV7atSU5jVHRXMsxS/eJZ
ubXsA51qNlTTML4sGJax8PIbqPpYTI1720DNZZFkWLhrCmvCkm5xKq2dtjpqpDbNflI5T1p70cRW
aKBwC+8i5sAFMb9Zx3jBH1wiytEafHHDyRHm8fQtD6dsgqqP0rufZkrS7hari911ScfTN4G+cuPG
+cJJaGRhrohxIP5VVK69C4T0zwJvy/2YkdglIXpNxjnYwCC3QhrIuuAhsobnpTbiOGeO+4POtxRY
brqM1PW0U5CmOwrPXe/Lw9KXrD3Qd/nep4Wuv27zKWd8aKLhLQtCsj32rKs9sUNVfmAn6GaUDicG
hGZUS2rGsAF/SGHpYoB2bObX4P4K+SPr/dL5UfAmnB6L2XQjxEIdqRvcJISiV2zhXdIVtoPFyOzd
RbqkFxtNhZt7oM2Tkp+VFKzUx5YSIPEVSDDQCRkZe8y3dm+q9LVlBirfJQzU7K5Sftz/yCwrNxhU
3VRBqlYD1u29DqO4aQJowLQSb0TpJte8C3AR7Wy8lmo71yLKt0WjdfMtisc+OfrD1MlHWjVV9uwm
WqMyZHlWAp4NFxQzHMO86u+0Df31xoSlBFwObaR0DrGjQmcrwaaQw6TyApPi2qWBLLTWA1ZjKY4g
tJtTwUt5X/iD2osRlGHIPJfmd/c69Qf8nEWfz3DyEslppEtOce6IXSL94aOoAw2WXBbfkFkupOEi
ZIdv9+3aufjB+GTRjsNkfbCKotrnUVwTDAMNowmvQFK9xIkENMlpOQk0sGkFWh9TgxQN89i55/Yt
+v5l7nt1Yo3LD2wlgquaNO2GTerPPPfwc7XxU6mc8KEpluTKLiXXvUk6or49uvtqGHkeOLIHtxXx
6qewFBKEPlG9vc1KeDWGflEjTubjDjDxvEucKXi26SXhTAPJmq45c1YoE+tZK4pR2YnRsuBiFGDY
OLx6ldeyW+hchKOMw3K4G+lK3XcCbxobr/Bkhz2tjANtcvu8CIfD0s7Nu6jhmg+CkrZw8NqdRCsf
Vl4myPcRzEKYwwRjWvoybaGtoygz67of9J2DtAw1FeBoUoNuWjocOUN8YfZCZABzSS6KTuq2x95t
enSEKdoiVF1qPtlIBsN8jVdo+uYP1njwcWg8GE3DlmVTsYtzEFTzQH5CeMRhLHwMJyZw5mpOx/Qt
mQuUj2akztQO1E5OPcbtqnssKGbcBUAXVmNIlmLxJ9qOyz6/yZBqzzm1BA+Z1WZHWrlmej5gAmMy
s6ynLm2/0bakdhlY5LcE49R9Z0iT9UnjshecoaSlIzhXLz3ZNZ1HkFiidWxVUHrz8jNZhoz5I198
ueUdTj40mFHstLDP1NlmApy3q1q8CZ5qiq0FrOuQ4p0BHirF9ZRa3hsltsHJC4eWcUHWXhFPOQ1C
6Q09GebyyvK3DUrCwdORRk0dxuueNs+rafDj66RJ471r+eJAqbD6nONBbR3t4h9uc2B4oiIevZhv
7JfnrZ8J8dBBmquoej4XCXAMJwCR6S1x+F7aALxXNkWjO49UK3CfGLYu9k37rq3L/GnEbfgusmxi
qhJ2yd5kfn1spHHvnBS+BuPf0D4CMOzJYSVj/UIHxn1j5bwRLVs8WAhlBOvSbgcKdt5gLCrvB2kz
d/Dlwa3y4EPZjrOushGiHhkeUH9ueDV6tfsacQre5EIR6venL6vsWVrQ/wXfj4I5wvCRhacSIyFY
HqoqHtmMA17gWM4pHvf5g+HJJSeoUA51E65VTdaoi/E0WTBPr00SXnbB9kI3q2rMTepc3uLkicEN
Wnlc0piwuPK+S4LuLIop/zkuiO7nnkrGDFkottw+w0IIGxLMvNrN0NixZ4CQJziLBhkwKgmStz5M
FO3cmcITCOSD5FFgbUlu5V0p4QBnhRrz9VCi66BGhCkxFQqR3TBPXaworICp/chQVGh7Oo49Jd7r
obDT/oaEga5+eI4M4k8R9HNhr0JksA+jneYIQ8Xm5q2j3VSSkSoq81Hik1nLaKTpV/vZHS2BKdb2
tHwq/LoM9xa1iPaOAxEaRzQotuj1mFfrPqyaBwODfFMXtNfkEU3SinM7QOFqmne+0cuhoOwCmgJH
yxG2IGINXA1v0D35kNBVRwcH1dGy5uxMh2P1UveXWiHIns3XCJgZHGSTcnLJmmYT1zXctw50ow9F
ETFKXhHxqqBTFfk1tV/5Z8vJ+9nqW442xvg9oWYarMtxKSKkbmTBMYzmV62B3VcMKHeIg/6PfJ6p
ahWZtefE+TkSzNnYiXTuw6HEv18F5kH2pF5WfENum7yX1DbkWWpRHwNMt2+gweoieGx1iGiYcxZa
+bMVfsH2Iq6LDPuMZe0tjmfzWLOvwXiY5vJei8El+8uiZYMcII3cxyWlxQyOT22jCZpOiRKPoxdX
HS+d8v9ydy5LdiLpln6VYz2nDBxwYNCTzb7FXXGVFBNMEZK4gwPO9W3OsF+hp/Vi/SEdq6OIjIqw
7OEpK0uzrKwUG3D88v9rfauCcmxX9kXfLMnjNAW3Vpn4nxS7372ERoFxOMk+NZkBcYTYqAhLE52r
ButvT02lleXjNDglNBUpjkvtqguOx/BTiEY4kDleHOtkEGuMh9/f+amcsGF4cHwN2qgby3CHE1I1
a2zLjWTBWJ6MADeUHlYxYOVUX7THcdgDWkUNHewzGkJRTwSHphYVGd2ldKYajDHXa/PlS283VAM7
AipJBogH+Xn0G+d5Kc3unpWR86ueaI6Tu5NfAvVkDp9s6ySTmXWXzL64cI0xfijrKHvKSRjHsNfX
0/0gALR6U7ku5SWd2gpk6QVRpt1FIifzorRKTG78EQEOMmWeL+Ui7ypLN2fObNPvDbrcIfpoYR+j
3DkBi2nFF07HiX2/2Ia+HcidPhCoDc8HxRkFHPYaUfcYyyFttrmoHYLDy8q/4Zd+bo21UoRdMwef
q1IM2X7TaPeibbp2vpojkMufm5zz2FVG99z3NxjXlmmDxmXs7xB8p+rCMGrEMo7tY05K4r5DR5hy
gnECTuX0iaCRN6znPTx69wLJBaBPNNgmUaLECVmnDg2Jau8NZNNu6IXn8dF3h2K3qizRshXIPBFH
H1tq1L7dsCBzLgizrvnMfWHVGwf6dCg0ePcsgBv2a+qktMfm3BiN+Wzs3acc0sUFSbzBNZnM2VmZ
d1DYS1hEehxRAfYI00qPzNrCom2tSRnfuio7S1wgcF5SqKNO0vKEjps8cd3y65AX170A/gHVFazS
PHyFs0HIOl81YasF+l8XQ4hEV/6dD9S+jZm6Q0eP4qsep+TeaoKc1o4VHUDqUiWRMfZ2w8VnY9hm
+q1DzXc2RYP9zcQMqy9Hs56ep056y9GhKgc4pJ9G62SYOQ5uKcG12SW7ePnoWpgkTwFFl0bo0D5q
rizdZ8XnMp2nH7HlsPQBNIV9XCKGaU6SIuKXVcoTx2YYvcc+Tkt6O9i9o71Tpr15YtpU1rczDc+T
kXp3dmakNUfYpQQNtTPHecjCIs/wNPQkyzZHdCXk2PhenfacvRKGsFeyMzvpM3YZp2Jyx+5q9gli
+ubEToRlv++j51S2APgmOgurlZClZ0OXhbDxnhSV5BsEZWcVafteeW2QZHxPPZe+eZD3NtO5C57/
dAlWbam0zCkhnyqNvK0zKdoyrt3HHrL5yCKAZOxUfG25hYehbIB5ue0GOvphuaR4vgxu6scg3aq+
9Dn6UZ3KsRjs+2HpIMTC6Xe2i2Hwtg3w3edJzePbWIDLOKx2ommPjZWilyn7uT8aWf/gEjp3GgFR
3NlzH+3TLDCvVEIWcEMq8lFEWftsLjp5hHCU0B8r5GdDZwsgQYuwGCNSh6yif8vmnGY18oGAFK9y
Kp5IqcNfi8S8ODpmIc5giga7xpRfitYF3Z6YXnmaUCQ9jUfKbMhm8csaRA8AAs82mFTrp0GUCKkL
tgXPK6sJ9Sl58iRj0XOlU1m0R7p0+vtcYOozRzd6UlRQmANdZQfb3Fyc/YxkCQcB4S60a8EqUBp0
OARmIEQO+KXmvaQOYqAwra2DwLF2XUY002crHg6eEYhPs1ktu5FcjT248Aevnue9V0gL617eng01
KlC9VOIcopa4iNHnZptOtf6XlQWwW4Spn+za6M8Ks032qOiZOnJffMdN2p4l1Ghu4hmNFVVlTGsR
jEJIbqw2+A/6IiOFiOaQcGzO73zwe7eUPJTF9HnC0bW9ZgGWGCrPRtyuW47X+YmHDl7vADYE55CH
sm3kRu5tPcf5vY5jICQdDwSTWdSfuBEZ6nUvrJN5brJt0U/RWQKhaiswbhw1bYiNi8tlp4ZUX1A+
9KMjyezqa4awNseKPlR9cIVIpdJr9dYFNSbceCJpylbelcKU4R5yq3UCzsRFjdLk79cS/2dqZFfc
4L8vON78UP/8v09YMr/9x/ZHWT+3//xPvf7N9/o/QqTdL/jD65/0uxZpAws2SdaEI2zRpDdXcM/v
WiSlSCReSGPRqkgSIv+QzLr/QMsakAeKvFlSpf4j93ZFvlI7xM9ALYXpmb7r3zGhIbd9VYxk3kE2
y9XX/4A6tlbF3R/FSFDZg2FMfLdM+qSoBRwry03HRl7VP6m9c0zuZlXQ+rNLNlrzugptzVaIr4p9
N5BDOcbxpiw43G5ck1bflsi75ARfTUU/KigLfPblspCnK03vkxOnzTfZ9/FtkhsGyqA8XV2f0cRO
P2sL8hXbCM/eBp6wycLJJx2m+DkQiyNukWBVoDJuYzmm506c6WaDeoG0iH6m02BAHbY3bV0U950X
12QC2qyGIdl7eGZssu4NKglLSx7kOHCgXEPTwfPJRT6jbsKK7dJTOatzyXw0VXXxPULNhBO3rpML
6pY4FnQuIasFi9ee1na2wCacJfTF1h9rUuDmju7i2DbRPUSg6hmG5dIfB9dfua90dayN2eniDgsS
HV3DSXs/HDujeuydZV7565Y4mFrgWphmVe3xAFMFDlyNT5yYHfrp9FGaDUSQ5jNFjVbtAAGtB5vO
dPmrtqt4pyNrnMOgceeZ/LrFLEKhJ7olzRiMX8aK6W/jEHU0UJdKyTR0WJW2nK+5jlcMzs+ZrPGr
EsJlBZ7EiW+mwlgckjQC9dMzfJbskhj66aRRSEqPRmSmyz6YG0RKi9n7euNAH0PwAAxS7NPOKHgi
1J1v8etgIYNMYd7RinYfSQ1AgYKz3n9wh6QbDqLO7Ic66rrnHNQ2TBYP4yKxVtkPVKzDw4Dxy2dk
EIGyCm7FdVI7znevHxpY6+nau6F/z3zJimaBglL2nO1wDLbZRoDVZ9UdYCRfJzpiW7rBQWFEJyWl
Jeo8eToyu+bkTVhgMQDMkdTUmCuu0zf3sjSVTagdsWWNnuZLyHreEh1YzaiYyVbF86aIdHba2nGA
TGmgqqgvfPyTABN6Oqobp0BXR9ZmPJDFBcSF5SKqIGRdR53XUP0meaI1z5ty0lR+p6Z0o8uWsglY
AtPhrz75lOlD1QatvS8GNx9P2BXm6NJUFMzu4ywc7jNASZnu6pzBeLZg7xzOTeIqFyIng9rcKwHq
gF/M0rQLigqWYkPqJ2Ib32Dvmw0UuUOdG15HOmWRAzmsZld8sSuY4recwEg2i2QP2KFrwTYCw8IM
dT/gGVnCoRJJ9Fgg1Csf+kaK8ZIEMqnOWMkz90uFxK04q0gNWWiK940KnpY4U9lNsdqm9hNxKM6N
WYqpCZMRHA/lvmkcL5XqveFM5TTO2BD3HqiHKDDY3A29P9q7sZtH89Zp7IFhnWUZOp8saq8yXiKX
QWyXAXbUtvu1MChN7PqysYg27FL5VCJLS7amvWDNios0WWPsRuKLDIpP0J1aungx25hwacvZP58l
dRVEgq4ZlmMB1tCqOo1IIi/9i9HLMQFyBnEckEz1ZFwFBk7OTcQ0o/cIjOz+25w4yy3WfE6VzLsZ
da8iUCnJQtiCduyhy+6GVl+O5bz2nWtvrOmCYqIcruXE3or3njApucIeM27HxVYTyXH8SdCbBv44
8DWT2LGek2xe6XrmJowjwvt/y/qUlbcukNUbyijEGOXVEuPrNP2qDdshHixkYsB49hRQ3Ou8m7vn
JfX7Lw78g+fUy0yyh9xpfMpjwLcZZ5yWFGjN4X/62gj2NRvEN2VGpJEU3RbdcktIoKQzhLys8Iwd
GqGiuw6qtEVdUE1UYIq+0lGo55SHZfQm/K84srAHO4AzrxgDnXNIewfDFOaJ8iIRwYxkXZKkEFax
8KptADHxSvtukOf2RjXB/FMoOBmHrPc5GWE45nhKYbpEyFanPqqKwSxOc5U1a4Rt5ESXeaXzewma
ut1NtFtJAKZK+qnIpUcbppjslNMth6cwTtL0i24G+2vhzYJ/Ji311ZGZdHfjXCmQHXRrmpvGTNQ5
mlZinNgkSs59taiccMHVi8KFz/mBM1o/76whIW24F+n4lW20d2toSQmT2FtrvrBUTCCFKqOf7Fw5
P1Z+vNzVse7GQ2Mx8I7SHpDeRn5CFo1r9SX+RK/qQRv0lHBb1hz6zp41eaFjDQD9YXfWoM+xbm/Y
vPJTSS5E5Qc1Jp33HCiRLEQVda6N6wpRhQmVkoGYbLsodkPpz8SkFfPXBvVYtkvybCWG6NpmcDkG
QGwfuJzctGWnYEnYk0vJP+m9+8lO6CGI2SNtz8a7S+mMvtCxNrqA5XliPqNp1o/lLslmzV+N2sTG
ZWoPmil+mXDVcslQk1woj/k4qWabKnOotuUyGgTyDB1ZWdjnvMPkmr631Zny70Sd8/76cQZmgXcU
B3uWZk8FK3MVkiPJdFYS9PmpE1YUhXNm2feDWmwf3HIBG0ZlJohdF6mPr9KZkgxP44kdjQsRz9PT
1wL/8pNFpy5hRRYjj9huqPD0lW3c4VVNvix5E3ynkzquWbsylyEZx/wIt5kpKHpBabJsJj61m5bf
kxd47M9RL/EKcX8SfOSZkkNF4I8L434qsVgLtIe7MqXgdEveKdQJs6LbRtyighPUTU1XnhPASXmg
LS3jB4nrst4rPWbOHjGnOllif8QK6lgxB8/RCr4MQVZfQdkCdedD1GF2xwt/JeIi98OM5Trd4egl
Kt2LGn3gqFun4aTZXGFhjzkSipQIpzCPmZtaXUeESSR1b3MWtAie7geCTnaOsvm/RykCorCqe2qE
aaPYp+TTRCM5ptl3PoJhUMcuB0CMRIIHfVjiJaoul9SYvw4tCXcHdxiWn3br2QwGqmWcOcnjKs+7
yZfTOvaWc472iGCm1PicUx+5I6eI+qpPP/hJVXXurOfP+QcA+KjfLgzMr9FkBCWlOsM+B8oBkVjP
Tuts+B/T4zB1yze77X0XrpDhkPlDN5cx6psc9LrZVA+9BQBvM4vOuyyGXvUUO5hMwrEY3X6TkN58
ZmMyEbsmbaJT06WdtGvaQeOZX9LvYwwkC81JV952bdE8BsOUfY/1FORbcwBcRnnSTh+bMR45KcLZ
vScccf5REznzKRtTWIr+YgZ3rUdhB4FK/43ta8T7s8b2mVW5va6VnFpCj0nJYf+jsofUTa2fNACW
26BuluOIa5Nf3BjicTCN8qY3LMivVl3AIJsTjjFOp0GPOF0cPDXFEH+evcL95vVguQgx6qonRahl
Efb5zHnVluyvoiRKYFwhgP1aMlIuJg9gblhTw882mT1q0HO6WMgpNgWptPj3/fPRm6kazHFG6DRF
lZHkBYQHTxJCT0vzQuG41W2v7mLUqUciB1F2VfHkf2odR8CAQ0GGSHRZgtsZ6x611W6ZTyym/Bjp
LNJ/5jTTYOkpaHtUTNx0dGlDsGGyu6HeZTRXqGSuo0Xkw1p8lWmRE41LhB00dTIk9u2s9A8luvaR
ln1Xhfi3omw3JqCjN47QxudoKsdnifr+LmPGQHepNTliKZv8+xnwL0LvhYrwPtByOS5LRAR4zJE6
Dun0GlEYaZSWO9fVq3JbwbtAw2m2NX4L8hU2+GaA/KRWm2NUN3IdHHXW2myYGzzz+BXYT4ct+kzm
+tpRsEhnxy8B9injLgK2ieHeWAOxWzt6aIi4QjfOPsvY+lUFl8uin2vvYt3MzsVURBW+6WCB1dUY
xcj2UlJwxsiAL8LGr58i5WfHHg66VCip/YrFfQCf82OaBhnsopH97lb4LTafbA5YWQxpZ980owSe
hz2x+Cg94DYyVt/EkKhOMjuUgDX8yNN+qEwuuiMozv7Ce1afrDx1v7a+YROz0LfjJSTU4kuk0XFT
vQq0v9PwUR+SMm78vUd+/AInAgvylhOYsyDrj8Yfi5lF1FVgphC43TWoePlc+iNJxvC4Irz14A4q
wO+gRGjGsjaaqt76k8MBEjzAXFEktsgDK5pCJntnGst5OyBDwLyP94VhpAuhjr5ZtpQAUUzTAc0r
HCVOz1yzRwmYUetK44lXQ38q2RauVapDN0+ESVoWUfJ0uOmqo6CbOHXEM/Rt3zFgJhVi6dtLg24Q
PuqgKy88NGNiT1d/FZVOa9EcLxZtct3PcOWLAaLovq/w1obeYBXdDv/mmsNXyJSQThth79ZG3I7e
flwwTtd4nWgRRVIDqceJkx3KJYdpPtU1UC6sSLI6QWTgV2EMdyzbZajTcefjVGEvvkQBFCtWFvQG
9lRVBzYz3R2hZnV+GknKvMS4KZJjndyiM4TohVl2iF0XvWdpw3yKR4JhEe/pQ9f2sJdm2efBRT/X
8xRasc+t5ejNv2ctYQBh463nYUyMCqERp40iTOgDz4RnWk16xMUy3DcFvq+DkoomfY08XpyKxAzi
ezNotLlTaT425JwUBRtYgkOIQSustNvyvSTBZulmv9l6U+uQ0h2zDEEAT4P6gD/GT/ZkfgDlLQY/
Y9tJSZqjn53AEcGqU5CqZFkkpNE2pjrQ9gOyiwFGNnoiYk2jU6p4iIu7skBmWTQe8kbhIVU+xizM
9SXJjm12XFBRlbiocKofWf/TmO9by2QXBGLWSFAKBBQdFcVVR7L+U01cSrL3wc6iSXINEF5ss+ki
CKTF4jvkAaJU8c5UJY4SZ6lCE+p9czklNiulVZRLdshcIAlHRbysteMH5vU+b2OiDvBqcdDHFaPb
XU5DVSGFmF2Cr0eCkPFoEFurURTZpwk/baFaWrv+Vc9Zvbg0vJQE1WlpCHQF/dKmJwiLnX4bQ2ZI
d8Yyi3QPAa2CDioY/dcd3ad0mxd55O4VRiprawRmVB9I6408xA0Vm8FNSnnb3w827emTcaq98WpW
szlcwsroyzOLOaK4hlHepncIdAoE8Wk0jF8HypckNqRIU7wbMIdRch7YRD5s5jHvpv0wM8XPamh/
gXGJYBgFYIC9DZQyuuupkq4xhH5PzMvSk6W+bzjithzTqZzsGFDNSinh/sNyTpb+PNcNsmgsdEu9
Q34br3kNyAS2DQ3Q5CgIuLUgqmtMjUGBLwgjXWp1OymrgF6cAhhEa6EkOa/ukH5S86un7cwjLvc+
+FBEKXY3a1ZUhGwHPcf2vFuafgQNb5ecMok2wONkKwI4Q2F5a5PUSU1zN45gcLZiERk8GN0p/NwI
xNVJmqOPPmGB7xlpbtvKm4aIHkI0vAoYhO0uqjx4Ofkje2IdehJarRSuhLWQSBHCwFv6gx1M9rnh
T/281amWdQirOp1pmdntTQZr+NtYxS4Klw5vDDlFLVvftlsMcjt6ag5bqYqODnvlfaKjV5ZgG4v+
0ddWe1gm3HEHwRdFtm+LcnBb8YvrXV25bAlBrJikw2KqTC0z8nEVZlgcZ1HQ/qA/qu6kWa/St9HS
5G5OQTXvMgqCgAExgCF6RB9c75x0KT5RHsDL6WJqOKH0Vo/hXGcyRveTEbU4TXVE/EGgL1PQMfOe
DPXkS9r6wUMwVLOCZc2ohbZce49W6uRPM5hE7CKZD3ElMmb4r8WQDqeWY6WQqgXPmdmSGiLLeclZ
Fn4lsj6nLWYyD8sgeER3ZMFntSS7FYvNFksJmafNpvXq7jsfP76cwGub+XQYOowibcr54GQO4ukB
WMWAAwthJKfGmOQiGebD2EMUyQhWoasfmCtTbx4mPV4Wqk/74pDWbcdGqjY5ORPAWCXIg6UBGZTI
ByU5t5FVaU3tUTNKRsJHjCy+K6OJrcWn1pK1fdkZyMpoTfalk6s9oe5K7016l9RqDTfuFDKR4FcX
WjhyR8p9Pj73/iJWiI6DsajFPGRCtHMjdP+0kvrJrO6smv74Dim8hLEpcyfdxj71IrWvZ1qp9OSc
Hq0QBjWhHGPvoNPwQzyf8BeR9Rg9K0BQyNVrGhXboamlIl1dolUnalxQpbB7quIHUktcvz0gbl2I
SC/mYLgpCLzwj04SuQ4vW8beTZWb9Cm7wYnYobZFz6nybExxixwoDJgcYUqcGqw8HJATpotcjX7/
nAQJ0iFTtZzsWhzmxHh5sGKdNWuqjIUNwFeIPNv0qESaJ3pvc/SoEZL2d3kE2AqmqomfNEXrSUOb
M3jd6WzeeFXgOl/YUCfdnRsvCDYXIfzkO2KLEQ0Bk/ckb/HusPkmkxcb3sbRQSqoYeLmu4oZGvUN
C1KE96VsM6W2LJMaLjsRnRnsqfs2ISPnMACmh4Tq996lCR6GSpiHTdMxQBBy9Mfl3wgDqxIvrjyJ
wMs1p70Buh3P7epMopFc/DAxlf1QdWo90Gei0pOOjUkPt8F7zGFCJorJdSIpJCbuL9kGVrUYJ06e
VrAmDe2de/TO4EuoYCL5R/lRF46Wk6LFsCschL6d0k8DNcY+2eIczixmqPm2M3xgsGPXIFGxkcis
gG4nYQ+LKJFdEYGa5ZZ0p1xwLLM6ESq0kh3lIbP5Ams0+W7A+A6oJeXGLW1RKBcZMlqBFhPkBp1d
PuyTaqqTT/jxLdDqo6EvKBPFI26xkXSCsdbpjoLm5OIkq4m3oPyPgqKNceoR1TYW32u/mh66JRgN
EnF9uHE4gSec5jSBCRAjNOYnWk0McaOXAB5FPTpRBBBInbd0L2Lgq9ConhtbQ46mWoaAzI803o9s
HtsveNAhfvvFIG6ycU1tRYNmPXNMi/epV+Q3eTUlIJJ8ZDaLlgSAIAdHbbS43oAVgAxtCulrb8Ua
xgyrgQK3P/7yZjOaOY2jxWgm5MuL94gWxaXZGov2x+D1K3TeHPLr2TN1vPMXj2GGiEIdc8b/TVR5
PmZpSuw3DgeUesshL/mh2SLeUA7h6Qy6HW91MPcUA3Ha5TySzv1kpLFCxr1MEbNuxpccsnvI0j1N
136G6Z4mCJqQJH4mTk1yxlDOchF4KYw/jDhsMDG/sBNdhoxT45hQ+tuWLH/5Ls3hDZC11vrfDFJt
J6Y8Vf5cEVs/BhuYBZYZE/MzE8W5Ebks32lbYtNIKESzlKVzRcBC6edfHXbD87bBEtluEHKMdxGt
l+QkKIx4pA2Vgi4VVpON6GO88WIKDABvOnOyH5yjUrzfYMXOyzxDVEW0Enq7wZfgFiqFgBtZqE8C
d1CkP92KxJgQNjPtGle5Kx3aztgnE3VjLkSZmx5zSpE7GelTGAuxmkxs21pmv+S0RSDJFnmlZdeQ
0jhgmvmans7cSIR3A6gqjouBDOyMkJt9UPpdtAmYlhyMUTE7fXphVb5WaGgHSfKZgce2BoUPDr3y
Nhpt88GHXbvsy8VOru3WbBhF2QJ6tKDS9D1ncqccgv1SUccZOI5TxnDM01ap5jmYmune4kvCRAN5
4lL1pWhCD+fWNYK8FPcqDXg4tp2m64WHLLprHcwyFGxtaw7tdnV8NgFNkEu2hP61muqedIS64N+M
dBeQP0/dl6BuWUpz26OQ/hI0U2yQMGXLI0oHuuzgRqyOgIqmoZQj5zInyjDryxPOfuKWk5t3GsVs
kXerIW7ampEC9NpO9OU2YsisJcRfu2CAaoCBfe2WWv/MmgGNnVkWw3fPAVFzI3Wng60w1wIwZRga
Qb5fI49US2CcSa+yL3VAzhU+RJ19gTFoXoNqzWFoK6dNzzt+33njg2nejH20PDi0nchHSwjJod5T
QSVXGLaIXANRgkfcRD0LYiO5Gcqu/iZtfN/b2Wy6ByKDYpzqqqh/k2v+Rxt9UDW813e/7f/5f55f
JqD++jf+C/Hq/ANIqwV/BjSScOmj/6u/bv4Du45lB67vYfmhK/Mvq48kTQf/DR4hBNSWKwWYo65m
Jfzf/8ul924jlQn8f9Gq/gbj9SVHhrhCfoAnLclmha2E+StP8I/eeo8inQI8wExDTfNO0+O6LnJa
bk6yiGPZWtFPkdW4eHE6Rh+Acl6Smn5f2g8EVBiILp5cCbd/tvUF1RX0fsoNETsCeRGOukgHhNi+
sqrTP97HG7ikty/l8hZ8HiYP9OWlTOGgF6YcQzXaabZlPi1sJajsG0jaP7irVYzw3/if33cVmIEt
hWdZAAFe8acsatocsLgrK02cU3R689ZpnPl37NS/RW699doC23Ysx0Uc7QWv8D99GcdZpGqSMxZJ
1c6GQz5QMD7t+6o5iYQ/QLTtOH0jOp2sD+5w/bP/coeeIx2J9shh2L58mCQiciijXxE2hu5wQDg4
ijjj1/uhtI0QW6fHDsfvfxsE/+0dv/UKA94eFGKuG7ivRksATHRsJVdNgdGGMfvqsOnT6qhaDGTv
j5aXepNfr1CYLuY7W+LMs+2VfPTHN8HZMZ3poDlhI+aEjUFv27gVEu96PbBvHZEOULrJyQ38drqI
FIkG71//jSHEwFnnA8HtuuLVy2WPkll+wcsdJir8AoGUDHmZ2v3gOi/pWL/vU9iu55tCSKgzr64z
mP0EXwEssL0Uy4nSLBGGL7tzNAQtbI/EP75/X2+8Qqwk1Ol8AsWZvl4/V2MisDjz6E0joDnKGK/4
PMv53tVL9sEYffNS7NHxRPqAsP1X4K/CgcdEJLMbTmPzXLTKO8R+oa8Tly38+zf11mDBQAQQyTMF
iIlX4zIasqADJsVDJDUKs1RGJJMsY+sCqVV3V07gW0N2vcmDSWHxvBnMcvv+D3jjcxS2BVmYIz3i
LfnqLRKKbmWGoCKYKGHcBeQ2hXQK55NGl9M97h9/63Oe/eBVvjH/MEItVGMu4i9YZy8/kRoNEMZ/
ni/nNEn+WE0yEVC0fTyNBk1udB3UaajC9Wn78/3bfevNghtjCrBQoKEWe3llzqFTD47BCXEwQ6S2
evewFLm7xXZmfPBk37zJVcgWkKfoUOF+eSmym5hDrcgJtQzqrdUs2ckkJ+tJdYO8QBubfoJpS2E9
VY7z0TLyxm0y+9jSdD3bQTL2alhx6s7gRrgAIuhuHSGz4ESl77RLsVl+8C6t9c96NaHbgNSk6+Eq
9rH8vrzPDqJKbplcK259TtQNvTOjWvo9SykE85lYaiLMD5yO5S1dEBMKhffdILbkg2nXWq/zl9/B
cyYgl9nhL6Zj0w9ov4IvCxO6+YgBkvuBqsUuTZDvLaoBPYMpJXSC7DEby2aPaOPH+2PrjQmRLRoT
I4xaKFrrpuvPiR848hKbCXqQrtKIfIgKObPzPtnDM6eTbNOKef96b71kz3UI11g3iAgmX14PXFAw
OO7IAIMVuDdTZW9NN05JmoIV8v6l3pimAGPyvXrurw3fq1uDHNaablQ6YRFREqy9wcfYYM3jrRz7
lvQnVx4bb1A/PDUWVy26sg+myTdu1UGi4LCcSifgfPnyVmeKnF1lFIwxl8SW3jEkmesJIXHm3Bz+
9q36/kpxRa8JhNJ9NUMoOoGVaSRO6LEEXWFCTkmpw86VEZ26L2JyABCZxrschzZCwqTZvX/5dep7
NYr/vLx89TWpdsFHPRs2S/Y6ZGMz3zfdXH/wPl8O1V87dcmbZC9kwx5Fv/vyeZoSB1sy28gs6Tlt
bFHKz54HarKm44HEW+Yf8B7fvJ7Nm2Nfy3Jjvroe8lq6oyjFdhK0MWzobty2CnlRPKbfAkJwP7i9
l8P11+394luC3PWsAPfWq9sT5CdnXq8h3gPux2wBJGkR33LlRPtuMDGZBrRTV5nuNmGf/cGM+HJJ
/a+rs7qhPJYctNbT35/zgNFbJvRJsCy/KjmJPaM1EbI77bH37tJipFRCjtWn98fNWxddD4mMXOFw
eHh1y/hSDcT+4PpHKytP0PwUO5Mqwi6AY/uTJND82lv68YPX+nKJ+3WnAQJc1jhLkBvivNonRRTV
/DzH+mI0LuaKtHaPqZplaDaLh3XBQzFLbaffx+AHPnjIb4yogK8TMSUbJ6JP1p/2xy67j1I9lxM2
2FKv8VSQsc6BDQUh2hTaW81ifrC8vHWrCMjX/SA37Mv1u/3jel5CvI0QI7bb1WM+4as79dwR7t4k
5XlREzsfattob2gwiw/m+TdvFdEQ5zX2o9ZaAfjz0gVAVi9KeLWzN2ZnXtW4sME1HRd+BDVYsrvf
H0qW4A/87zno92u1Ao8JDvE+k/6rKdAchMRw46A9UXawr0qkggrpooU1d1H3tScbNBHCM4lqcQLS
UCs/+JRFrOh2RDuQQi5GxA9+0stNxu+fRFWEKoPPwkrN4+UzgDABB37pWtQv4z3fl78PYFls48zV
oQ4EYNRWyPMM8OIOtBZCbRqOe98hxe79H/JyIfr9O2y2/7gTCAJh9/ryd3jEzxCPTiDL1NOZp368
nJIjTp9U1ukHH9c6ol6/BWAoVHakg69IvHrtRkC22zhkpAIg3r5wRlEfhkjpL+/f0FuDy7U8eMuU
idZjyMsbsljpEDfXehdgJdwKtM37wpyte7On/UU7LPt7W9PfT5AyliuZp+CYrH6RP0cz1FXIKybN
H1SQ1R4K/3Qa+DbddDtLDn//3iSbI4mVRODsfzWOGzuu5owQrl1RNM2OsnV1hAAyb0i6CrYxEI79
+9d7a3BICm7wdygToQd8eWsYQ8uxtiUZmi3Zub0Ha1fBbAwjEeUfzAnrH/V6cLDrIx7MkYwP8Wrm
dSaT6kmS6J2upYAys1R3IJ3zK9ouCKDYr4eZVaA+1hOtjffv8ldR7y/XZnfEuZ//rrCgF28QXRzQ
MKBnOyzV/kkXLM4OJsnK7htQcRsG+fVzFz3PkGSOSbEE5hGOe743NNqeTRIV0ZVOTDStU+wB/y1E
CTPZAMDrWLoNJSpl/4Mv6Y3tAIcwIrIko4Ev6tXcHa25PSLou91Y5dZF4E/nk21an4KqSq6meOqv
zNSwv6XdXO3tago+mrv+Op0GpknBy7Ncm/3r62FRuBmQdxExd+EJAtGKN3Q3NJkb012rpRUmS0fT
zoi64Bu9DqA1fa9xgziZf0AF395n7mI/vP8O//pEWDw5d687erYLv850f6xmDu2QQXu52oHkgQGX
9D5ZnJ4+XdxRPDbmbN/novCvy7abr8EXy6/vX/6vo3ddu+FQedRu2Ty82uQOyG0JvO4oeLge7EF4
Y2BNhH0QXW+cNnXtH5eii/HCt9UHn+irU+I6/QRcEcg8yDQKrHKdD/+4c6Ckkef0ZEnzZCRCxm45
sGCZ9qHBz4sTaJEnHY6vsymIFMGQgxRXFmTd+/cfwF9nisBiLDqmTbOfeJBXs27iRUQ/I3Pc2YbC
nlvQ5daTlV15iM1O/n8uxRQaSPai9uvRx1dc1zriUvni6KfWaNEXdi1mb75G+cGH9tZ7BTrGtpuG
gOV5rz60Mc9dO7MHtXMRLWJ4i0aoO7aWIEEjfwEOsNB4aiZvYocWkN31/p2+NahZLpmBA8Huw3+1
skBp6uac2BskNok4Ix3s/3F2XjuSG0safiIC9Oa2SFZVu/E6Y26I0Uii955Pv1/OAnuaLG4RLeCY
AQZSVDJdZMRvgNnIIegYLQe3DkXiyisWG2Vbip7AXxzYZYiFsz4VhcUdOTCTKi7TTWaQAG2wOjWr
fFrzxbuwGpDiWSJTfVqQCL8qWfr2tNAh6aaZw5cm3PahOsxDpwHKzH2A+eEVoPTgZu1kYDploWoU
Iyh0ZI4hVuVmiGQ+0BLESQq9ZzO9AfRbWopO7g8Ul7yeC/tlTnKLOl0r/CAoAKNWkP6LHauylCgx
E9eyzc11M5RVYqtDWvoWTeULsLn0BXx0eJ6Q8vkoGb31iP9lpnhjOGACW3bpO3Bu41/319bOhuWm
A6RBqZY2wra209pq4bRhV/qNPiigrIb8oiFUcUZotDk4G3YWEvczHSB6a5QOt3zVRVbEMm1qf0j7
8G/IFMVjEag0Wju58Yw2WeqDfbN3Joock3eNqPFov+X8Xp2JqOiV4WwXtU8NeIBtXXfo0tkB9mGG
BP5ARpH7R81ZWmGcl+uXFn8URNpD5IT9N39lTVSZbFEY1gzBGH59OPM3gwROvvY5uwHPZU5DD2zS
McgLamqL94PtrGaGikGlYVFC4ypaB1tsDXRWP9Q+cmzGi1BX/bCYo3FNHecjhz/CvFIsH+QCYods
dpBm4XkBXZpdi+/LOqaBuPsYzwwwTGvlwwhG1+Pkzn/dH9nOMUxZhxjiWU6NezOypOSXGxhZ+3j7
oczdaeCfMetyF4Q7Flcb+TuUd/usQjA3Sv7F8iX95YSg+6TZN+0nDZoQAAPybS1ooUZBAgAcF2Dc
pk/KxYyAbR2s352JJIsQnUxq7azg7XC7wSohEVQIbWDzXqGp7yKuNH7PquAvuR1gNoeDpL59qbI1
kRbWqTcbsr65bICwLDJ4W4ZpxdMDbin2u25cik8VUvPf7k/nzoHA6lTQYhDrlG+7XjRahcgOuhXk
jxpkWqTZFdw3cgm0sY1xn1kWBxnDzj2Ka6tiGBhBUFDa9qSYKyuxbbD6gHXRlNHZGDxGcUOPNXQx
gdiOz42CkKbLeTz5uFJYB7Ws/R9g86qhZMg62gzYGKyIi4wf0EOw+oFcVo/TNO8Y7Ffy58rR45Mx
AeHqC6v8ljTq17d/bmAuFD9oopKobKIniGPIY9+2PhkGiPLARuoQwLLlDgjVPXLg55f7AW/rLaKv
qbFPKfDwB1t8j1fnL5owyCAYmeMhtmJdYxh9bjhNiod4+JciKbSHIQL6DLAX5r6UJ8gSSsCzJqfy
aske/lf+4v/tlN8cUfwYerpY8shIkaMSsv4x+MdAuAS86QGJ7V6aCZsQHNP18/0x70XhmcgxqCkW
L+bNSY/7eDGno2l7mpUt5wQIl4CIHfWmDH7r6rhVMTJWbXqlNA40eXuflIxRXUJsAaAn5MDjgY0q
0KZwqdfC6/0B3YYSfslo7+p0Kfhym5O9Ci2ONhMl8sYJi+8jO+MPe24td6xj8+DtvxOKbE+nV0um
jV7e5uhxphxBRiyxPPTtkLmupLjvThr+uJ0Ltg1WzP2RifW+/ohMEZRsshETkQhrsyCMxhZGQLrm
IQfxp5QjvmtgfXhuBosGCN4tBx/yZvMTie6ZeK1TQuEEWq8/JYVTsFiTStclwmSkMNHzT4ruPQI8
w4uMMOkjwB8MNYM2Wq5D00j60XYUETYDBppicVA7hkGWK9bu6+1YlZUR673qDRywrRsqgYmeXjDp
X6MBFoaLxYT2VU/wanTLvB5SwEDJTFI8CXEdLW2g49yfAXGB3fwgnlQKzmgUP7d3zVjVSwpNRvOQ
8tN/2BWelfg+1B9gwH6apRZCfgWJP5oU42Cl7Uw9qSg0DZRa+L8tGilvzVbqavpQWRnPj2OmgcCW
w+4pQU8TM6bWPDh7Nr1kXucc+TifyfRRhQz1NhN1+kXrp95cPMpoFEwaBbQMmlQNuzdDEhL5I6Pi
eTkFozqANEysFnsrPZNc6HTNP4OsUt27/+13Nhu/CCQIBn0qJlebfT0rvZoXnNCeiiL6Q1lbFXTA
2fHZ5d1BqNs8XMBpuOaZZsrv3H/rhQeHXWlC2Z49je6cn9jRgDZUOjzNg16cc4dy3oA2ko++7ezF
AwKWwdy2b59yslOHl45AZ93MwCDJhTVguuf1llI/lGiFeWqgxz6yS5U/whY5OF12tjuVRFr2WC/a
IhdfjxllMKQzUwNjXT2C5m9E9Ysi1dJjaxfS30icarWvS079EaDINKKPM0j6wWffWeSAFkS6Q0Wa
8py2/gVJEFNNXVjk1MTSR1XuVIyw2+UP9KCXv/FDhDF9f0ntbGeTJwc1CuoxirndVWOuwklGhc1L
JXmMHtNQix61XEoNVzINYSlEHogWTokgDfC4oD+qwO98cp4e3CC4CzoMWfy+V+dbBJQ7RMtR9iR7
Sc5ytgDzRu/LhKrYVwZ6G1bzOavU4FKrw+Jmc/Qv7koSDJ0Pjpnm7QfATqIBmdgsHrxw5Ep6GEel
Ek5wbqLRu/+td3IrHVlnZEroNJADbHPJKRwwC60QrJv6ogm9FOEEf2TtP9tRE5zCJLW+t4XWePAT
bEgmTqaTYynGu7mxsCAyuujl/g+6nXyuNI26IzokZAvb0udMmU/B6tPwDD2sXsLYnK5ktM0Jbb3s
sSjayu2jZrhQmz76FLcpF5Upyr1c5HTR9G3NMdXIqSdnEq5venyFLD88oterH2Blb3cTKZCAHYvV
ZcjG5gyLZ1rbVawbUBp09bMd1uoFZx7dS6DgeGkq6Gb3P+jtAU04Ula0xmi7qNvGrBS1oJ01iGPD
kmIwDjvM1zSE85jp6vwvQlHbo9BnmSqZ3nrjjJBoJTsrTCQmcwU9e5t900aWa2PydnAs7n5Gsg8O
JEcDNbHJQZYQMoUCFcwrU+156hPINFqm+YMdoH+M/vpBuL1VSW4HFJhmmagarEcmq6gKmQqvO3Wu
qy8AgrMzWxf6qtomn1DEQhpU0YIL5njJwWG4O1CUG7n6qE8DCVxHXuimIvMy8k0REnCHSkP9YMRy
qeja7Eq/5KgbsxuPfoys6Rr12m0zHdZlMOOsZsLnTcarZY75FwfF6UcVjYEHM66av+6vmdvDlsKa
2OygelTaQJvDNsnDOFPwzkMzhA+ohjDH8JVvnsclR+7EEe5VfYXOSeOkD51iHL2z9oZL45MyF+c9
NZLNdkQgDQOjjM+rVrODyqKBjwu+ChTlHf1xmcKj/riYrnWqqtNiM20V31KhKbNZtxWEZh1NMNPD
A655gZMjf5ZaUyN37AIPnSXrHJrhUX68G5SnHDwHXFIoWazXkLYIMrVdmh6IS/3RCbUSjSCSp8qe
gyvq+vVlrDr1/PaJtXhW8mbn5YdSwzoodEXNqccC4VSUARoXV7Xm3IJJwT45Gsx/8E7LB1dWYrTg
67iQT/jSRV/u/4S9yQUASKmUW5S7XKy9Vxd5F83j0kUqvC60tB7LSRv8RZECr5IWVBv67uhltBeP
OhSvMq4RiuGbU8KZ7CzLKS2ix6nNv+Q8Uc6gPcvvCsh6lCfQWfjz/gB3znbKXuAERI3ABD22HmCa
yUgY9xqCO60CPzia47NByuuj/PTrfqSdoVEq0Ki3U/bhItms2wSGcaaUi+VVwKxRUvlZLkbsxzFU
xQQS8NsPPTDXIK7JSgBtKdp6XCWCyBNuTpYHiZc6lkZJwuo1xavTqfFaHGQPko7b0XECQZEBpy/q
Blsja0Qbo9yE2+hPs4LLARe0O8JGd3Ok4lDbGIaDJOA3I2Z9DJigdejwktvzlJE3A0SHy0ZknsdC
U8zqrwlPh1/20uYf83GQ3yG3q/9A5Hr4EEVJ+BAjopdeAsuJzjLOAM+0ImQaDUXrYjlufyWB5b17
f7bFbG5/Hq8bHdoUiTgzsf7+jibREy+iwEM/zbyyM4XiVzY+3I+y99XZKRh5U7MV+f46Sgv/EC7G
HHhxMpaXClL1g5VbX3LLaR86qTtYwbeHIC05LhgHzJACZmizVzR6f2SObeDhJze4KEI5OKZjbCGH
xXSODCuHVFkc4UhvNyglIfIGZpkLjt2zHiK00DaJ8Fb0EWCWcV7JIzdJQ/1MmvHmdg2pHVkzKQpI
OFFoW4fCHnJR7KrlXZyhcd1hCneCfFr6C5ouCLPI9dNSOkc3y874DN6GHD+QIwQgeB00maKJrpsZ
A7MzwLbIeQ9k1eo/5x1KGPdXy14oeosQ2vmWgEQ2oWpIyRGiYBEFdUX7pwpMlP5MuAJsBQwDL/eD
7W1QgxuaOLwE+cNmB/DyM8dxhNlrwYf9uzKH5v04Ql13B3pUFznXKi5qfUaLx1ZR5+6L0m/RYCw8
tGDBKnRcNc6o939gAhK91OBr/Ps/8HfGudmiiAPTzBe7VKbUuf7yqNxqAYbkkT8NM2rcjbBFjdVK
QhLTQDOpHYVSwZSrH5ZRrd4FCDS+tHoRX2os615qrUSEMXFC8BVgUie5CVDYLZr+vSpFxXckajC0
JGugl1lL08Hh8vv03vx00fyCDEEpnQbYZieiClGaedBFfi8Xn0vUch4QAogETQqndwsIUJS33SXt
kapCcrO7SFyqkBN6+11WqKEPZqQ6+Jo3JxFnHVxCeoF00vnfTYIkMGLFGC06su9W9IB0UouUr04F
McXI8pMhB/n5/vTtBWS7cAHQuBKFnfXsBdj+Sv0kCY0WBYX3qNUeq16dPMSZyocK/86D9XyzeeC6
EQZ8LsUzxKbF37/KhKx66XVEPAxXj8fxXENXAZ4AHmEZ7cm7P7Sbp5Jo+Iko0BE0EHCbb0nSKyUD
dhnuMNYGbjNUif5BcMlwKYz29OxTGckkacRSExuf+6F3RunoZF6c8kB5yIfWo5R4jLV5VevuJPW2
D00r8zT61q6u9/2n+6Funi1EYP9RBrREf3zbxdVQcqMUBeHCjMfFl4LaokIRTB6EdJQN7BFf2Xwu
P0WqNHh2mB8By28LwcTH4ZAtBGOAPtFmAUVEBDeUEB9Kj9cGch9j7zEk18oyE2SC6Z/HHvsoaM+x
MipfnHacX1Krqq8h8mru/Y8hgq02tPgxgHqgVFLYoK29/u4VKAjFQkfADVVhTlYpFtK7Rfv2TUqy
wLKykb2i9bg58eQa65bAKnUXLP9wxrK+QuexBwhYYcqJCPLR03B3VLzVVMEWFe/h9ahmCCIWrlW6
iy4gHvFFWDz3NfLD97/dTVoivh2PBgFy40Tcpp7KmAMTGVvd5cwN/tLwsfK02Cz+TGmaSC5geR0T
BNs6IDjvnD/Ab3nhU1mAo65vXkYJyZ+iz5aGOmFnfmvVAllSw6zk86LXSuJ3WnNUG9qPyGahtkcx
ewuza9R6QOke3g6uOCM+xXiAyWGNNKa2gFBP0MO8/11vZ0/jWuQtRhEZ2se2tZkjd76oBfFQHZQu
RmJ3D7QbjYNz/Hb2iEKPEaQKosfWlkijO0EYUZ6GDLWE6Xu1sRNfa5z53Vihb+HijuQkJzT0jQMc
4e3HJOnSeB2xEziAtlg6XkHs6Z6toEMnvPYBknS6PNp+bAfyk4Fd38Ewb8904ulUaCzV4uI2NtcH
XffcqVoH0HSnF75uTcVD76iW7ygoxdH5owxn2O2pzPUjYtvOQUdoSCW2mErwepuzZQ51aQRHrbmG
irVAiMuU0K5V/aa1cm8Gk4yn79CchcGNZ6DJc5ZMSfskG2B37y+o28tFQxubagbdJ/bq9sTtBjBP
ZsIhJylD6gd1jZmL0lmPpvDKuh9qb3pZV5Tlye4QcNicPG2M0qIaoBoR9p3hWZU2uY0yS1fVQAtW
abvxIDvYjWfwbQXjWDxM1yddm2nKCGaU5cTC8kMp5wP2ZvbcM6swZFFtvD++vU8JcISdaYBJIgVa
x+tx++a5gIhDasv9CYnPzJsje/B7BSXq+6H2jgHB26b0DRMUrMM6FE4EqakVhGqssPcdEjsPpaoj
hNXeBwS7QAGRlJbqsBjwq/QqROg1CurGcEc4vujoZuYp0ucAxeHkT2uwlIOzbe/UAYAEvooGER9R
/JxX4QKanmploc3btW1NhpUoF7zsJdieTfvYwux2W6UwDxbJbcZDGY+xsQugitCVWgdVqpnmr9Xp
bhAqoKOlxOk/TPi/XmVr5AFSlFPzwZbq/D/4JlaPSMBP3+5PpZiqdZbBD4CcwBa0oW5vGXyouSCz
CgbMxUUcRVYZV728x9dNkRznC+/discMcpeSWY0f70fem15qtSQ4XJcWw18PXZvaojTROXPtrKrP
rY7vSByXOJqEwkek1QbvfrzfLPvtUGn5ClcWWzhSbxJZtJCFfSMSjnrrjBEatwVmg0HY23+NNg9f
pAgz9NxrKTBzz9RCLEDmPC7eydNQflOCIplwtKjwXUTlVcEHZaqQto1idOZPU18Ow8mJsnF0bZB5
X7FIUP7JKDp3blGjsHQF8Z8iwVQXiLjSpsOHw+qmn6k5oS4tdIbxJkqWHpOQZagO4A07S0xwg8C0
cS6Qdm3WdVdG9K8XCOL1BD8oEg6q+Bx0fhxGmPTVfeHOjlm7KtW6U9YVR7ih2zc1CRHleUzDhTAQ
fYn1PDta61RGYGvIvsjx91nTETTNzUb+hRMEosF90vSfOwVQ6knHnLZB1ltTv9TKjGnu0sX6Nywd
QtrkUVNjwNT1wQdsfesAIeFCxoEXwajRBc2V4yNF6wXuUZSPRwmJ+ImblUNrGMzTb3EDngbrISTz
khsRCuuuJemTpzhz9nmcpPDEg3z276/SvVAGHWNQCfT8wN2sQ2lZX1UKG5J1A+ySqaNVo7QLt0bW
HdRndw48wQ36v1CbC7HQxWkXMyrD6JWnQa2ybzhxqeaJV2CUnUC0TtfJKJfz/RHuhsWBCRIKdQry
u/UIcUJBTiVmhHZtDni66K0umJM96o9y1VffUHOU/EBH8PZ+3J0vS/eUQhfVJ7KNbSc6sls0Afk9
roxs/jUt4xrUrl0/B6r8619EEmxD8jqBatwcNFmOeuU0p7yYI6sAEDxZZ0evGxVrQ7P+cT/WzlXM
zfjfWJssA0+loQh7cuUIz53PA1o4PyrRl74fZffboQ9FTYWk0dhSrnW5tEe0vVH2UMIaFHftfMK4
tHjEzP6IK7UXCgcueluwEWBfbFYlyoJmGoAodLVKh6DVQHcAqpNe1T6PHu6PamclklfQCKGFxzNx
Czodcmsa0TrkNYPltT+iZXGW7JG6bjWElzSplU/zlBvf7wfdmzCwbWJh0NTiDbxe/tjDOFY5MGHZ
nLMW40HIHYOavx9l7yvyvCahgOrFpG2OEcqnvTkLE/u2adTvYVP8XeFV9cms03+x1hkKSQriU1S4
NtOlWQMA1WHScDQY4pfSqLlFVLRKPXT9pYP52hsU6TRUOs5i3i+bWJVQjMicUXMjdew8QwZ2h5p+
d8HA8IjEuzdLJNPIumjwvunXrGcpmpURGw3ORqVNpvNShtHF6oI3Ix2p5QnOLkxrvhKLfh2lKgx7
NFHEcK2u+ZOsr/bzVF3OKgNyB3MIrvcXxe6gRG2UvF08OzeDMiVn1iu7pz5BqfS56FteWwFenLJ3
P87evoLB/39xxDy+yqTFjaNqEnG0EZ6WoqCfqup1D/oHCU18KTKkbnXnoHa4k07y8OEZTWtBRaFh
ExRWS2hm+Gm7WgvRFMuINv6Khml3riPLesk6G03o+8Pc+5y8T6j2GI5BCr9JrBIlbZMeyUu3MSoM
ApbqZxHK6sGrbj8Ii0SwWyD/b27L2R7yUTVbKjz50D06dQJUH69w9/5Q9mZMEMxkymbUrW7aXEpS
5HGnai5ApvgZ5RnU77O48YoZ6wcpsJ9GJ/jnfsjbgVFpUSnugH80kRMSaeurRZIonVphrae5Ge8D
zzEq85MyaPaX+1FunzeinqOAwhedYViv6yhtPqhRBNEWFomVXcakXZ7UJLbfFXVQ4UVGDlCiO4Fq
a9L79yPfflIiI5JJQZnDCubYOjJqEdUIrJyJwxjkA6ZO8VdAzf1T2dXNA+6+hW9MgJrvB73dBBSS
ROVRYGghYomP/uqjUt1ss4jNB/1qFE8Zw4ZHZ0mebnTfMEg7YknuhwPOCUPod91sHU6JQ4ybUhGu
NNHfd2LHDbhAvSnpfs1ScIQX2wvHaelA1TMpPm6lpzojoSu6sMXToYdtBSzPM6M0OikQ/f9I+1w6
qOfuLVFxmgheJInIFhkdKzi4IbOhURBEGp+O5niVI1s/aMHuLRTwGBSmfhdutiUwjD0K8oUBpInT
xu94+I4XaUwSV15GFJnj2vagzhXe/YWyMzS6SAiKCMIjSInN6gRG6XQQspk5NJyfMjXDZmPglLkf
5fbCBvvF0xOUMyalDHG9PvTaMhF3J0qfzwBtrQIrC91s3yP4lb75MUOeI0oo/LNUU7e9uJFC1IDf
DrlcIgeepE0Iukf24mGoVLqKXvTuZIRH1OSdBWnSphfdKpbITQOwqJdYrwouukjvvyu4/D3S1Cq+
StidI1aepwf5j5iU9TNU8GVBWtCjose5RfFaRk7TdpnRArPn8YOejJMP6dhyUYYJXbzWcV7Mpfxx
CqP8kx2pR6KNt7MJOYLcQaZHA4XV2GQrWTRksoPfFYWScPxhm4FcewXkOH/Bj7k/uFx3g4miBRNq
Qr/evGvycZnkfilgBNdpc6njWX9u8HS98EpVLvdX6S0DAgUaHbteKPSUT5FpWC/TQrLUrOzn3EO1
foD8M0w+zt6Z7yT9/BR2U/qMiWPyNEUGxGBpetYHu/lw/zfc7kfi0q0StxTaMVvgASgazKEWtHDQ
4p0e5Fip/DBeovO/iCLuWhJO0j9dfPRX1wOvcdZoZufeqPbdNSbLBVlB7e9+lNtdIRIVqDSiuMeo
1HUUrWsmKS0oomkt5W4tXoYHtRvCx9gc5xwvta49mMC9j8cZJhyhDbiTW/R3qOPzuwAn8JZaaz5h
JWK+DJXdHmTPe8OywISAX1GFvuXm4+WJhb7tEhXg5VL9ipOB9YhF+4TW2YTVjxIexbu9F/iCr+KJ
3/NqsuaSnjLMlMKzZuklAw/1FWHW+RobZQJl0/7ROTg2vXHmoBTT+xIAOsp1NxwROSj6KscQxJvU
Brn6pHfcUbeaqy6Q50pcHsH2bzY58aAEUIWyUQ29kVOzomLB52NgpUhRfI6aisaPBryBX9kdXHi/
2zurw1PE0kQbgUUCd3qTCU4cj1gs0t5qm2F2XH2cwm+spem9tfQD0nVxXtB0mzN3znvHrytH+ynH
iYqUcionz90SqX8sqoauKFaYz3WaYcrXTAN9Zb3If6L6we/P8/Irj/r2qpjN/JEKNkYSsVZjK1M2
B4ne7pfjzKIBww1Lt3S9OIoKmeeJ7eTF+WQ+j7LV+8bAY8duW+lgUdysQ/HhCAMgQ6iMbnEI/WRp
08jT28vM+Ycx2sVP7CXnS5F0+Bpiq5kMrp7FR8p3e1EFQgxQGv+9IQEWTkROqU25V0rK7DvLVMF/
wFEpQDHnnHeSDExfVfz763/vq1IsgYCMeiNgv83JtaRJH9SmlOFMhw5Zk6iz1yLASZ2wOAJy74ai
4QPWDC1B3nfrCRyXdsZThPutAxGGH55RC+/swIuofL/1PGYCUdRD4B2MgCg8rUMhdDnqo61nXocH
ycWiq+YNmCv6UhpFZ83Jg//c/4q396kICGxRh4KAJMQWfSFNlNpUoCueMoU4zCl66ZwBOmePfSOV
z2O4tE/SlLRo8qblX7HTqL4lJ+XBjbqzgIgC9APeGo2HrYCLk4MeLAs79dBisLwm1kpvmfTqhKPX
/M4JMM4wc704CLozqxyd5ISU1bn4tuiWNu8gK9p66qFhGPsBUkRfFsVqab2AlLj/lXdDUZ9CdBh+
B3nZelax90nneSRU2MjhpW2z8DzYav+uNZrs7YcNiB2hKiroTjdNetQHB13Da9MLB1zfymCxzxKC
Sm5ZNEfljpsUl+xHaNkB60XcmSfcelRhngiYUpAiBJM7nhymxqVCq9w1Bsf5ZRr15GNFpl8bgVhA
VOroWbT3UQFmC6kunhIUJtbhazIiUw7CzMMZKjsNvYRyayWrroJr40Fh5yadECOleCQ0YPjTFoKB
c1CEQX2feYs2yDDImupzFqBUVQZNcVVyLbvcXy97+4HCKdmfCbSF0st6aFpPkcRMp8xLQ7V6zC3c
xspKLc7o/ixuqmBCl0RJfXD0iGtoc+kiCP7foJtLN8bHdmhQ0fSmABNunoHZ/BlSt3kpi9R6SDUt
OjuppWD8oKvp9/sD3o1NOQvsBThqYJPrAdvKNHeDuvBcmTrtaSlk3J5SE8Rkq0W4D/U/U6dQHvsJ
w/r7gfcWEZVjIYeLYit4k3VgZy4KW4rjzJM73OJn3r5/JDIFBI6rI1jobiiytd/XpJBtWoeispUV
lVxkUAqUjwsWzp/LwYKw3MvBQZViL5Lm0MnlbSJk+zeD4qNNOmy91ANbF7sLXob+OBWZn0xWc77/
/fYmjrcYtHeSPRCJ29yGumBiyhw3SIQWD3OeNDWmkfmnum6kCz5gyKzXikQToJn+uB957+aiFkm/
hfAWzDlxPL3KuYGdIlA4Gpx0i6R4OIRp57qR2wd7NiO3b6Y5Olmx/XWoI5wOVdFKH6ixHaSqezuV
ZjkMK44Fbu3N+OcgTkXdBDdbzN0fejVCq08vIrfOip8K/sQerZwjWbebJxSnkUCaCGFA3qHbrlQV
q/kQVjMxY+ifk972H9H9sQ8KanszCykF6SJRx4Dzuf68XR7OU9Ti5d0gLfO+0JlPe56wsq20H1Zg
VItbd1b1bjaRszj4qHsXi7B9gDcHWNLaopjHYkDGqMkzTx/UpnL1Lh79qU3DK47tzdekq+yfNoaS
0amx89nFhFQ+cmbYO/AFAx8cBvIeZCWbwfdpHSE+mnoml5zL8xlsSNQn3ihTvUkK/Yjwv7djxQ1K
9g6gmsr+Ol6cmQrG9sQzEiNz7dlZPKU2k3PkNNnBjt0bGvQfHv1Uh9i2m1BJM1ltXGqkPcJ90Slt
XJaroL1mJgakY7voB+vodmicr0LEk64Z1cVtK9/UG2XBsiz1hmn8FDZt/9jJJJoZKJ43J3RAMCjJ
iLOI3sg2H8mEyJejt6mXJ1V/GWU2O1D54Zw3g36wQm9FAwTcg//QjRY35vbcc9pCpxick7FK8fRd
bdMBG/ceJ9sTyvXL55mm3l84/U5u6/QxTXGj/ziUhXlSUes45+NYHpyGt+cQP0bopHIkwr7cAgoz
WbL0bkk5h6U4+4IB7Zi6mdHqV3OkXHUK8qr9I+yrIjy4P3fjUmFBadgGa7Bt8/ZqmDcY1KUeOqi/
JkmKfaAH1nNvUArntT17eW9on++f/HsrCjYHpgRCBPAGbO/Q+9LzGgdxfVQyuIJjeraSUX6ZNfw0
/kUobjW08jgFeCet9+Uy9iH/Uqa5Ad14Nux4YcfUJkYmzZH/1O2+VMFqsIC5sQW4f3PktG3UGb1O
qFFXy9OQwnXvyHG9OgzlK3gz9eHtQxO3FggbYKFAN9dDa2KzV4sMO768MN5HdlO63OXF2e6i5SDS
3sh4KLA6BFjz5r6ai1izpZGRYekutImgLSx1Hp6mOG4/d9lYHIDobu9HAREha4aQwatyO2m6OoeS
VVqJZyp1fR4sqX1f2416AIncW4XAXoTcv+Cybxv0ilpS489xzUbaFPd2ScE+OKXV1XPm+Penam9A
r0OJn/Iq0ylivSsi7Lg9u0yV92kXJBcEvId/sZV5R9GIBM8PY11bR5m4CpUQ8xtEw9LpySk6+yVo
kBY1hin406Ij6VbdYV9+Z20ImxGhvsK5xXZeBw3bIpe57mOPLtpfQUDpBttOCw8M+GcznJ63f8nf
GttASnn0Iy+zDhegSmWXiJugA1C35zYypw9wpN7me4ZGFWCy34Uwsn2aFdsF2Dhqrkc1Ufq8GhqA
wgEev02V/JgiaXoHvPSoI7GzFuElUFcgE2WnbWthKPDZRNTEWpwaFwqY4ZpRhKZycig7sheKC4/C
AvVMbr/NMdX3coVxNxMmazivhgHOLEOodJzFFI7uL/u9S1bUMWFUkauQ7W5eTFqUwvbm0PWyMZCx
U26UX0og6cUpiIW6Cj7Fvo05gRdNjnwJUU1yUUDJLkVfFO6Ym/3P+79nb+gCliCzTHlabVtPOlzz
0ZCaGFF2KX6vLFnwwqGHRpEcHuEfd65VixYp3UpalVBEN9uixfzKzJcq9vBKyU6aVTfntOrBWkdx
MyBRpAQ+3rnL9a0D5PYBHADcCOUBFM3WuyNSaePZcgrpqokdX516DOEnDgQjiZODJ+rtvtegFgMP
g/tOJ3jr8QCk36rkNI69fBqzU9zWgw9gDa+WElY/ltdHajm3RyjoPVFZpdjHILfvNJjCoMQ6BPUX
pOK+UuvNfXiD0uXNH1CYXwmfG9YrZ9r6A/bpZGbw2iMPB3vNy+ukRiurxWIH85fT/VB7A4LLysMM
zapb0faxQGyuUDC2J2OXAL3BVB4p83v3o4jdvK4JEYGqMP4frEJW83pAaI7SFhyiySuQpPooN05y
Ng10pxrehpeUfwyzban42Naz/fYFwiVOdZFsSLScNs8UmOfW5OAc63EDY+XSOf251dr572JJcIso
0vlg7e8sSLIhwW4QHRRIB+uRYroUtEZHvKDJZyBUZebmch8+OGo9X8wMTu/BBN5ucR4PZHr0XxWh
ErOp8WVVh75QTobcJnVwqSDtInK6qG4QN8YjzSr9UYv75CBp2QsKR5UzjJc9ImPiiHuVSQypRmY+
TZMHc77w1bS3fKvF40oxe+nZVMPyY4y32UFicXtuCnDwf4OKT/8qqKw2YCQAQNAJNQO3rBf7iSbU
6DZdFn66v153x0eajsg/O+OGlNylWTMOFesVc9z5T0UZsc2wY6k4x+oseW3OUipK683sMd6BEBHZ
8tSikXjdTKWOqFA5RdnkpQYsFbpuszehSf5IDupQ3zPstx8zxCNFw0xAPOQ3s1j1i4NpVjF5iTXX
LqlO5+soULqjlVgHd/DOAcDT7rcQIH0v7qL13AUBzuplX01eS+/maUFvwW8CDZJRkiSKckULR7oE
ily8lNoYHMTeOeJo74luGGUYiiKbdZOqU9LXzjJy342fW5yU3k+1nny5v2J2Fic+yjCP0Wci19iW
Q8ia8Hsf69HrI03IK/bxheu98tJ4rg/eJTuLE7IfPUtxsCFDsElnnDhN59Lh9LQLuvNNOixUJOXi
MTfo92VV0v5HyofsIOjO+BA9oIQnzlGFC3c9gbMsLZRm4tEznck5RUUme2itt9fEGtvT/U8p5mN9
WcDkhiYOQZ3yC0oL61Cm0QaKM0L3Z0XGPySAcK4OReoTVbzcSyj8H1SWduOB2gSJA/iI6sc63gzi
ohob8iF9NuzHPJvilygLK/jGU5j/WTt9fhDwdkEyQHqzQqeNR/O249TaUT1OyjJ4SoNHSlgP3VPc
Tt3BTbQTBeU5ATASkkBIZKyHFUVLqqm11HssWKjNwCAe8ScqDg7lnY9H0QYqI1AcVuW2YLQMWtsr
3KreEGmjRkY9DpdgDNOvUtPHT4vSBAdVgJ1hCZqUUIqgPsU9ux5WaYxlTFO395xSly+VNUh+dEyy
v91jpK00IpAlF3G2SOXFVtPaMZfe64w2/hA2XfAoNXPMyTwqlJN76wPSJs3BjO19SxQoSFMQcxJP
y/XQ4ljqyVeMHkxTbv+J7m/mhsk0XaMZ2e1kmI6kb273NC8w6o5CpBN6wBaq2To1nK8qH/CByjHK
ieL6sdFZMFRvj2C8O7NGfwVkE/U2qJhb9vDcJ87SdgVLvhjqxzrRlEsa8SS5f3LsDIhdDBxMaDsz
ps2SX4xEamyFAU1Bln1Qk6bzE73EXTA6Ele9jQReBLw1hHpgMvr2zKBZFVldUpKL2HLzXm9l44uT
54sKObF2ooNh/aaNr09Eov2eJYSSOYI3tydyW0OMad7k9XFUDmiBFwKiv8S2dULXgufVQpfl2of5
PFwMchrUf+bYQEGqSGSesJVsZKcAZ+Jf3SIZrZs6XfnHOM7zL8lu4y9zpA+/yFsdgHo1SmjXmRKz
dspGVVu8+xN0u63gAFJgQCpDaGZsUSIDxIZUC+POi0PqNadoyss/UtpGITQ5Wzshsg4JyxkP9tWt
9AEpOdUhSAUItLLkN5eXw4nb5lHVeQMEr69TsEioHg/GovhV38/dJe5H86wLj91zM0I+N+dA+0ey
mso8LWmkOwdH2O0+R3abt6OAcKCxvvXrnqIwa0c6DGiPt/FTy0vZn8MM/6oh7Z7S2AoP7pu9ePSk
QY3QGmfNis35KnHWsXpPlaQj+coN1c3RxvWdGu5tBHby1OOfdXAn3G52ytz4kfMq4YC5uVDbgbZK
VpJXxlZcg3Vo2IFFepQt70URRyUdW3ruHNXrUWEACkwbMKY3FIlzKbHAPdOSag5W7O1GF7JEQtSQ
C5t8ZJMcDEujlCH2sl6o2rFP3a35qAd1epLZg29Gh4hQ5KiQwWkEbzEEyQyYPXNq0n/sxU7Gko//
Q9p59ciNLFn4FxGgN68sVlU7taSWnxdiLL1n0v36/VIPuyKbKKK1wNzBBYRRVjIjI8OcOOePwkGM
lZB8urPDKvp6+zLubQ2aCuiX4LuUzOjrD1jDvcYkE3FxbU7uqYWUPPX1soK/zLDzv9++lgxEMD+K
95Rs1mt1Si0wGMiq5s6MH3n9wjPFp+zdoMzlkcrUjpPBIIhVpXYTgcJmX+00lXiCiORNFeqdMnmO
D9td5deAkO6b2ZpOOmn6+fYG5QbWLhoyE2Jj6Kh5FwCWrzcYas3k9ap00VMjACsm8aciG4UUE3A/
zTCG3dfh4Fy6edC+315Z/s3blWFuBlcE0I+m78ZCJy/yliXnGEVDURW2NahH8P+j+9ftdfbMhegY
ri45kgZZ3nqHbu44Aoou0o6FCnFBH9HPa7dGL7aeDj7mnsOCaIh1eFvJTTdL0UCYR2UOoTbj8vkp
rHKXOoW+IHXbRzsbhx+3d7ZzdoSS8MTIaM8AP7je2TJlCVqxMjktLQ2dUBCaIvHqxh+WRbube/SI
41h4/mAsR0RrO7YqAy/SDq49O96EfKAzNL1oM+KIaMmYkzRypAkSsAKG3ivfaRGW/uTU0/X2hneO
crXq5vsaeTQvy0ihwYD8B5nCfH7Uomg61Z44InTZ36AsP0vKUMxm/W3ZtNKoM05tUqPkMpn2DJSl
oqYheIPRTB8f3Uw70reQf+nmSsimAmTFknjb2uIknbCaIOLQYAHMVAiiozZ6Dsfl7XhsnlQ6kTKi
IkPYUpLm06hCIJvwzHnR9z5PnZd8ccJLawj9aOz05+TgdkfU9yh2E0AhiCg/8y9POMQF4dJXIGTs
zi3eW3Eu7ocoNIEOJ9WzNk3KP/3c9oHeOd0DfNDVizFm/XLCOWQvi2Xh2fvcthDYsP+JYjM8EWl0
/9FrpfqaWzPScJE46jbu3Som6UjRaHwj8rWphIbRuFR5zcupx4skmIIaPG8BV1aAjAJ4nKtzJMrl
TF9fOXhIX9scJWZcooo7pvOxtbnR7q0+cxxorNQ6mf3GzeqPaqk2o0/BPvmgLbOr3QvGfaKDhV/f
K8oxKtkbJVGUILYohmEwgIzMFH/72bYvS994j2T3ub8MYfhmF8lSco4PUme6SFvCartXQ3ua8Fnp
rJTM8DpDHSjtaL+3lKrp/KwzjmiLdjcn80TAIYBjtjTkqtK0ULYIntXeGoMk8exLgYyGn+itdnfb
P702HTZHXxXmHiDlGM/G2kOhpyY8SEHRO+al15fs30wp3fcI9nbnemDYz+oZBFXV7Aii//rlYWU8
Fc05iifUTtYrG5HRNLbHnZ7rZTp52RQ+VQUvXRyOkByUWd1+ur3V3QURW6J1TcULyOp6QULXZvYS
GSu7TvPoMMLn51VanYp20i9xAjj49nryLVs7EhcuUTpYNClkBrv5tJGpIfRS448LZNAfktYYHzwN
Bp4Z5acAfqb8UwWY41oN9eKbS/vnm1c3HVlPN/gBdEg2iWyk542gJ0j+Z5v0laOEoq1vFC4+zGv7
U8Z8x4URs/Jdmoj+rOnNEWptx4hXP2D73o6NohWj0wd9QxOP9ggYkr4YnjprOhp0ev0IEVTQuuL3
Amil+7w+2UnLHK/wShGgd90F0EGaJ9WFuPX2F93bEN6OC0klEa7YrcGOo2XXQyOCxqZlH844mjkU
KMGn3psFNChCUEWnNUG4IsnW1xtK+MNaM4UI1AzJ1FAzM78c4Sms50I9xcohi9Te1hglJHBgZ8R8
m7BsKNuptmpVBFYWlXeugiON+2p5V4PUPN3+itrONZQ1N7g56AMiSrW1C0N2QVtdgPljZJnoix62
n82K8xctLW/x0QK2Lqguz+V11hnzP8dw77x3RWwVdNoEDEOgJTRxpsJcfcrm0H5yqiSNoSCw5iPa
593vIhUcIeEzqJHLP/8lFqDvRjUo70WgJ317JwboqaY2/pxEuXfgnHYKJ8SJSIVBMAAmkFL1eqlp
cCOv0fgsalV3l7arEKlTKOnWbVqfmzb+lDIvdUU2Z+Luqu7J9Zb+gZGt9uB8do6H30EQQb2NhGD7
9jQzY7gCorqgErmHymqyWD7EbfaJ1NZgXjFy3pzs8M7ZfGCyAULXbVc1Rg2uLtJoDKY4EfeOO1Cv
HAaKblaoHOxtxyMzOAD+HHdB3rhtd6hFBShvHoegtA2UCJgRu1/SIg2QGukDRguByPTqcNcs8RIY
RXKEvNyxJurcVONYW2Z1G8sXNqO0SeXSbUki9cHNjb8KxHe+Du3hJdtxiKRzgCC5ZVSCt3DsBoqW
Uk1CaJzL2jiLPqs/L2GTHJAC7O4HoDlFZvST6AivTdZqcjMmNx0CWKSWh3QZx3OcJxpFU6U+OLmd
MIVaDVQYzLsA8t7GYI3jlQUdmCGw7Lj4IpaufMhDz3jR9Ez3hxppqjLRJr/ozbdXpQB5U0qhLqUB
tfM2LsBRsCgQ50NQ5I0WMHJDrNtU6XmOe+MgYNj1AZLNj14ccB48//qDQm4M35JF56/tveaiakV0
Lcq0Ok9Z/KmvrOzDYOn9E76oCAZ7yXzhudVVkBsdfO09H0BYzYA5s8pgJTe+SBOu27hVPgbVDDue
ny8d/SZVy6dvcWkCmI5nqNJvPws7iQRoaOaHmaKkt2ts7oY563a+pDR1vaZP6PgPBsJUtvPozsjs
TCiQnZQQvqjbi+5dE3mwNMKhWyVxXn/vmVFCoVuC703+5Of2pLwYc5V+uL3K3jUhspYGRCjGJPl6
FSc1EstsUcEz+sg6h+FQ+cucNc+TXh1NmO9+ReyGZ4TCEcCG9VJeNKcCZa8hQOEYAkUtZMQ2EUN1
hgvy334qhi+5ah6VAPb2x3sFkgKLcXm71ouahWYJu6rGAGKOCaMUXRWowtafRW4dPch7G6TQrWKd
ssuw7dvl7RLqYzzjcrQhdu9tq0+SlwYGaeuLMclXKqpgy7X0MT/qDO3dCdCnlAVwabwemxhzXGbT
7CFaCGoVfvqIID6oh05cRKKNZzCFRwwdR+tt4vdQCyejTlkvqfs0UJshPudNW13U2XMv0WAcsYrt
naKFsrzslIPs3ZJXSD6hQczVEChg2L4huYdCtghNcUYVPDnokhyttTFTY2L8P9OBAQBB0c/jbHkP
5Uw9rJrjI4z+7lIUi2ktQ1JFC3FtnFFvNDBEAgAw6sL60os+OcVDoZ5BxL59ho8OL4gN2m4yp96W
JLLBU8ZKxzYrpfWusNu5V70FBeBxPS63Xcqe44IPB4FEiX2jsbDeFQ+QW1r6MAQMUpnaueR7DnIK
4cgr7xkh2QDWDj0T4OuN64qzhFK76RKUmnby0VRym66ClT7Ujhl1sAgvR/d777ikcCuzkOSuDDyt
N+YiEg9hTQRglgjtotrCvDQlemzhJPSDysfuUhLfgGDrzqAInd2o1JeQQFedy3OGaOhnDENQE7DS
g6X2jgt0Li0SiqRkjpvP2IaujgZwMgReOHT3JbndJ0U5VCvY3RBYcptnlK7vFqwEQ9fixtAIBRVT
FNfULhDAsgdR+UlVZwdv2p4fBmX2v2ttzqk3KsNNHQAMsA3kV0aZ3EdHmdw/+5zBTkWNnSBltOw3
rJ5+HSwLwMupd8og8ZdsLE/rvhEpLorSRvVvobVMcEW9Gx5EBbvf8ecYrhxsBm6zXsbK81SUI0bP
hHOa3mt5ZD7EUde1VzUDY3r7Ju8uxhyWxGpIDPLmWWmBeFXRXJMTDJ0Z+kZtxQ9z3yqkehpe3v+N
1QAEwE8JRxGS3OutaRBYqUOW/oShVM92OKIOMhkPUX7I3bW3L74dsjpgnuRIwHqlUEsdTWHGDuxQ
HgXqErb3SIJ8iYdKOYAd76UG5B6kkGTpiPhswg97aVq7TPiCNVJX35QJZgGn0jPJfJ2ch75X/XJS
8tMy5d9uf8y9SgYyjbBQw98ilUc3lyCyPSUrRrIseLSXR3tE5Luy5uqaigGGd6FY17wwpw9NPSTf
4U8KH1vIEZcTbN3ZuYqr7mqnkfGHGorCfsrtuPxXGMP83+0fuXsOsjeAD4cqZGvM8I/Xqebx/nnq
aH1K4xF0ba5E/3hDeqResvdY0KMBZQFgUvYi1kdulQymNg6PUhl6ENTiHy52N8Pwr4N9QNXraKh6
b2sS2kKkCzIByOl6vb7UEp6Siac9m2ETK+30myk50Kve/Z0kkIlCWmgy94Tycr0UVzemVcnW7CZF
kgEZqPYblNqDfUpq5ER+wyfIp8KFDojxrm36VUmBQaYwCP20NLyDhKC/K/XEOCFsGJ9vm8femYGC
k3kXqBXwpuuNDYMTR+ZIlXiQDfxIR8N6Kk3qaEWUIaztDfkftxfcOzQqm1QNgGuRMGz83WA2vWsk
qYC9zFTuo1yHELoc4oVL2ocHj9Teswv1HCwHFA5karLeHMm8U80ma1WDObxkmd0rAeng4Byc1846
suPK6BgjjPSkNu+So3dzWUBWG1ijEd9bxdyc87Apftz+crurgAkAhkOe9arTykRPMSA8TC2y6Lrq
MlSxfh8l+uhd/3/rbGydCg7IRJ7AAGjW5M/uVAPdipOD/t1ruQgQANCg/bRxGrrbfMMyvWTQEIIN
at2I5wc7rybNr+octzQ0efZd7ZPqz3GuWnFnVLlGMiJipu1NUCV/omulG2d1trp7TY2UOCjoOQu/
THIH96Y7/R9tqWmKrxpx8qlPylwPwrqkuNBqEJo+D21WSjc4G4M/hKWxnARztBllhtS8dztSiXNb
Zcvnds7bI5LonQsnx/1giSEhoWq2KfGM9gh0zETKN3JdaAOKZP5k2NVwZ1ZpCU3/fDTftGc1hIPY
zU84+baTkIWl6dXwQQSQ46aFP45q6zt9XR+lxzsBIaU5JmsJpSmIbSsPetcU6VCrdHvalkE0HdQ/
0ZoaVHWhXZe2hMOPtOjAVHeciZyqoAFNAZL8bvMCLHQWF6PnY6pwetyN6ZS9dKznMx9gvj2Epxzu
ycYPjAhEoWtfInKqKqhg95hrZlEAK7JvBn3hg1hm77RkC0DycsppPmk9v0S4taIPuhKVNO0aVfkO
snRM/ZHqeHD7iu8VGmXYQute8nnziK7Xsbw+Mzvd7WGgToQa2O4UfRhyVM1PZZnYfzfdyCxM03bR
+G5sy/4T4u3zX6ltK9rZ1DJ0Tm7/nr1zJHyjrIPaEXMIm0sBYrFOgY3icgxqV0uk6XcgYv8rtf4I
HL23EnxwgLfkbAUzcuuNN6M6qeGCQrpLRezHoNHtgmI2m/wQodGDYHvvSsizJIegNMZ08XqtbIqy
vDOULtA6xdHe6ZHjAGYcUqU6mVDbZi9eqri5D/nf9Nft77nnZCih4mXoqPBYbALTucvbTkPlNogt
FamRuc+R3EGf573mRfaJyfT5Nw6QhihDtg7NUcbl11uNLcU1FWUgjMj1zFccxYFaGWb/2tbrA9vd
3RsBphzgpxq3JV3I0bw2s9Hqg6o3+3tknOxTaMXDdbBrcW9JDuTb33LXYgDywgQHcoBWx3prLVVh
Ilt8jNkN4WNcKQYSOp72YMTaUZNjb2s0mKU4OkUk4DTrpQa4ivoB5gBGiDvrKoY5PcW1k1ycLuy/
Kqx/ELf8vFcbhAITvdQKZMmAiFL+oF/cDdHfCMspUxAFTZ5TMQjX8/tpeqyncon8seimL+Vizn8b
SsPDSuM2frGNrDy6KHuf+NefsbmU1Oc6M6IOHwx8FpjxGdyEL9iCDSWOfuPFwN2BdPlJm7DFgMSx
MSCLwwwNhG3ilJilBooz7S5NO5nn24az58uhApb3Twp/bV96TR1TONLIgONZyU6Zro9PlF7V77dX
+emxtmeICDBVEQoqEhG1OUPXbLtJmQRTsJVjn9NRmy9G4jYBqH9GjW13fLKMtHqKS/B5VTGZ90YW
9VcGTdvCp/w19Zc2Ew4zDRRdrmC/q89laFn3PfnzQTz+E/3+6rdakl4e9k8MffNe67AoltCNCUbL
2v7fLHKGa7eUmkq/pzcZqO3QTC4ypxuuup61n8Hne99j08guaPOmfya1oRXoU7pdHbT1WB6c154V
0sQkndQ4LpLK9Ycsa3iDNGrgQFNbJzk1Y+jegdm0/ugYtz1wKjs1CxYAhERHAfqHLZ16RU2zi8KZ
i+cYJMhTEZ0ztEpOSwI0B8Kkf3rms+/qKTnynjubZNwJWDEEBQzGvbrxbbUsBHAUdIc2qs59M3HR
rZSgLtCMyc0OPMzOPmGOZtwbD0PbdjuLasL3Og4us0hp6Jq+LSBXL83R8cemLt8B+9UvSab+0Kex
O0gvdvcpKd6ow/Pab7E6TlcxP5oznkSZcgRpYhXnBmrLqzq4RxQMe16UKrzEUJOcQXAuf8svXrRk
cmk2tIaLXhrJXTML3S+dWvheitSx0rvOSQu78WOk4GKUMUF6wJjfLOvEyrQwmfqF/I0EYuvJQxBQ
cU/rCzG6+nFx++ZJp3Ptl+Kw3be/X1I2EBtSlmKrw+u4aQMqnzLssGjKe6uMrBdmwNwHb0Q9RY3b
zF+W2QkKqOR9x5ids5uGR0/GTmxFVPW/v2GLeHUZ4CAdgU6+1rv2+6TSlLbRHPkE30H5ME6J97FL
i+ztOQCxKc1p7g15zvbWdqEXK0UBfGTohtGHcUN/DAlbD1bZiQLkaAMtK4oJUsNlbU4RJK0AiFlF
Q9XhcxSnVXpqzN55XsZZPYcxlZoDb7TzUjH7K9uq1LZkv3+9oqomnQg7lY9pxvPiF16rVr4ee+a/
t9+qvUv56zqb+IaRwRhBZWqRdEDqyzgV4bmpQd6MxdgcsIDtbkkH5YOYCcnhNiDNtWiJVEtwH2BF
DFIkFE7MXB9VIPesEP5V2GUwRURGNgUm24C9sk45KmES5kd6KGNfczqLuW2CGF97V8z20TDW7leE
yUdynPHvbZvHtSvYOsXPim5VPqgzhNa9hRQZIgrxgfveNUVZOAD3DHnlNr/WFmATfU/fyq7gQi9R
U9b8xcW/MXCXB1HZdZ9+w0IkRZHBPAqA/40lji480tFEzGQ0RgGz7GCe0mLqXwzkM+9/ZyniMxIW
IMjbkSxtXlxllj05rUP+Lp7nKmjc1D07lXE0uL13YghYwbTO/yhVy1fylwfCbGGS1xTprJqq+Sqa
JfoDSQ/raSy18PPtXe3ZvYzk5Yw4BCXbB5c8vnfEKNtJaup+ZoQ6/6rAXXBgF7sbogxGVgs5HHn7
ekO9qjBq0vPiUcVTLqh7NP6YtfXdWKrhgW/aM0GmS0Axw/UAf+PGIiJUSibN5SGvcxFd4FpX7vI2
zT4vhmgv0HSFB45j70oDE2BTksOGz7jeWssoeoRaAQmCOTVBLVTvfRxNk+9S9TgnsRGj1buEf90+
tb3vyXlRDQWFRMSyiYvtVKnrCY2UICoy9zNj/iMC4aJ+DEcY1W8vtReR/bLUNishd86arKbUorpx
MV2SOFGe88pRat8eY+/k9FbxbnJK4JG4Oy+4vfjeYfJuQmVK7EDJfGM3S50mZq2A05baQe/INt/n
VqsGqj4v7xI9PtJh37sMgLqYMpCVHvDt67PUUUuEFXYEFm6qDAuZ1nRROvXttE6IrJHeydkyPOU2
/OvDgdB9VPpARLF2r7k1ojbZIa3Tnl1ij5KajjIEULL1XuIQDie0v7DLRcxgdOb5nOaUjPvW0i9G
ZqDqEUNNffu8dj8gwDU6JcCeAM2uF830Qk+jjjIh0L3sWvfIUDASctRc21sFF4zZU5IE9bGxihAC
EMNOchobU1EDI0BfZu7D4nx7L3t3jHAVzhLQ56TK0jZ/ccLTwgyuNWD4KRyd35K0nHyGeubIdzL7
dwIqOabGpCgvi/YKGAv5fi5sChpO7VqX1KoKJmvco6mvvdtELIpnNBhjJgBZ70iquqexUBkQUvoe
pnVTBgJWca2LrLh3nCo6uL17VWOiABAzEqzAmpt3jHaeCvCCCUpkk8FoJot3zZXEfjKVJT6PITB+
Y6mtS7Okit9ndolanRleF30+0pLf2zmdZinvAUUcLaT1zvtxGPXcGceAtpL4xzDz9FQAdUH9DBkK
LUrNH2+3HfjMpJIICsfMA6zXmxwkNkTPeqXeV3eOGVdn26zbb4MxjweY6r3LQGdUQidgUHitop6E
s+uNzLXFU+tdIq/LvoyIqF7fviFIqIiyIA4kkNxsSMvz2NAmRqHqUFf8UkujYFZcolfF+41ZNkZz
mGXDciT5ycaHVO0Yg7yD3yu1+9BPrbDyGy0cPufzOB90T3Z8JC0E+ubAdqDx3Bbcu6yjPOZJKrHY
si9G2pX+nNfjBZa0lnEGxz3Rlj2iKdx5UKW0J+kTrP1SlmBtG0MoktzV+hHyBSX9Q09d465qB3Ey
ujb7bzbahUnR5KMXCuPAUnYcGm09kIZ0t0n9t530GvgD3TzmAwcl0S907v/phta6U9PoIDp5ZZIU
i+Two5zWMeWo3nqH9oBoepLEFN3ivDvNHUCBiqbry22TfHWn5Sq8bhwc0CSaQetV4qwpqd7nrDKI
8cEGWfNcIhVyITh8iQflzRzncjkIGZhBx15I39bLRbkxtkNNfa2KXfeqqKINlMFMEWfVjLdeNhqH
hAaQUOFAeBO2YchMBzOs+jpovEk8mF6xBN2cFo+wbR0F5vKvWhVYWYrYn0YlxLxSS2a9K7WPCqeI
6gaYwyi1JGrLd1o7u8yl4t2FIHx92Fua+5ritz9605u5/OTy5ISQoDJMRoFxvXwBvVeVdIB/CgiP
zlTKmpe6kLOlhGJBWzY0vtr5KEh5dQ/kojRLJX6fp2C751ptkRUroiaQekenjon0S6Wg7WkkYXS5
baO7S5FzA2ijEI75rPdnLzy5nWXUgbM4y7VLdXyLTbBet8588Ni+8mXsiuABrklK5VKUZ72U1K+y
AXfUgepFsmVvhN0PPS7F5Ee1qXysjN76yFhG/OX2DnfuOqAjiReQWSTI2PWyDT+lHSOtDiatgq5g
Hoguoqr/je8ot0Wyw/MNXHq9yog0L6kvdlIOfXk1LEUP3MTV/H6MvPNvbEhiBHBhlEi3orbR7Cie
GbIhXXXqF6PgklJNs6Ebur3OnmlQbwLDyWMHb/p2Sz2l7jg3awi+kuLsNul/k/AApgzeUV9pbyU5
nAdpHxuilr/+ePAMewplkiqwtcW9cwGt+E3qqU9DatVvfWIwQvpXnBG4BwkaXS8VYSTK6FAZsepk
RMp5VK/uMvGWdmZ+f/v77bh/GiIMvGMUzMhsJy0xgWSAxLwMosoWjd/NuZq+04nx7jNamMmpdtz6
x9uXpDkA4osK4ev+PAJxRsIG0UDtxuTM+Kjpp920+Bra2dfSdY+a5HtX+tf1NpHClIcc5oA8qCU0
81TVvXJKJ32+d0VowNcQx9e6yY6YjuQRbV8EShkYv8aL90qmpOS5tjq1KQNdKcszNXH1lFNReWzz
pYXoVK+fIhgpTsZk6wc37/V2mSOV8iGkj0zBO5vtOonV2nWLByuhGrvPo8UIxp6ZjyHK+09qNjb3
js5VuX2mry+HHF6lxECKzBzdlvzO0wGuNAMEDfzboA9RKg8TeYSvwxDxZieGtfIP5QxIllhufTlE
RWSGLdNozSfrazdMsz9ZYfGpaJ364HL8JLlfnyJEoMyW0LcDZMEo8nqt1LJzZWFnIDKXPkFqonNT
v1Sq7Ec+lRUTgQgFn5quiPqTmLTuHXBzHtuM0TOdtypKfthhBqmCawKNPXB8r18MkmrCQhwFoy/u
9uI2Q9UUmWnzGRQj/ZRSnDupSK18uX2ur90DnSawERBbUyKAU2r9AdCL7PPYJbBJVZ1p8USxfLrH
3meR1d/1sXcP2od7m2JB8nQqBcCmpZn9UixYZrs1GyqcgWv35qVlBLx5jza5fcRtuLctOUDLrCck
Jq+qm9S3ywXDaRg+biAe6+M888GZRn7pddFzJ5Sjiv5rfkOmeEji4egGG4TpbqwWWieVkhtW66Zx
dD9FU/VsVnN1Z2Ne59m0lMzXJ115x/SI+dmZQ6YIIdPq3oXCEz8y2+uCMPOqb2np2o9dH7mPfZfa
/5lFZX2pm9hETTeNXvJaS2hfNYdgnNfejF+PgK4szkLzsJ0AcUJSZsNMWuZw+9LxFS9TPzaLnj8Y
iG8+e06vPpXWbHyfNcU7SC73jgrggkSnEfxB87o2iRn+rckdDELr3vxPTJH37C1NeU5c82sL/veo
qri3HJAjxm/pOEoA83o5o0y8UG2TLphRKvqnVKzpTqCCAReE4fqiMI+KOzuO8yepmYPXJIjZlvST
0jbLflBaiDr04TnuW82nemre1+54RDq88zCwlMzyyADIvTaXSzXjXs0Qywk6qx2Wi9uI+lyq5AgP
EeDwh9zo3KCLkuSgsr9jO8BrqGLiRalpbrsw2kjFgW5tF6R5FH7pTCb1rgzqddOjZcxuTf20y34k
bdpftRqE4OW2A5PntfHgRJjUiGUDiHdhU+QsuzB3u0pvA3UU4nsqTMjU3WJ6arUxhnFNGF/hJCjR
iNDH5GUus6P193bP3ALQPMqs9Nakvf3i0bxuCRm87rqgjebse43ehu/ESXzfOEp0cpN0+TzXYryr
K+eo47BjWVJ1nXSUT8/LvEkpGCC0tH4SXVC7ihM09hh90NUofgSykH+8/ZF3l6IaQxNbVii3EJ6e
yWj6JhUUMCUKxsUSmb4AvncqEjDet5fauZ/UeiTfjCtLotvWaCU0ZvRh3wiEihzNdVHasedFtoB4
av1cnDs9Pkp0by8JgGp9hG5qoMYExSfKyQ7dUdsNE7JBy1ZOyaLMT0NnTW+d04Up7/82CRphvWLj
2HOqKGELWH1Zgshu6Qr18/JkZcaRU9jdnLybdH1/Ml+tlxqVTktCM4OoNRuMb4kn8qdlqBWkqecE
hFTu2R9uH+DehUBYhGI2SSieaLO3OrZrdUkgMY11kfhhVVb33pD8m+hJ+4ER6PnB6SzvGRaEo+me
ndiCUgVIUqnPQXdqExfDcdB1RtK2QSgym5HCoj1BrvX2LJGpNCowEg0kW+kbJzs3hTBs0uwgUus/
qzJf3hmaFjKuOffn2x9y59Kh3kerlAoX9BzbAmjX1dUSDaRRdojCJNx8TTCOaEVAe3uE+tlxokQ/
bIteHiPJ2569OWt6B6qyCFrDEN1p0tLmsRWM/0EMpHQPLkxaX+NhLB9Ks8yeUgHA7vZeX2OfZIuK
9SlwkRFz+ddmurjO4JQSm8BfPiHpO/4zDFTxGqUyr61BoUaLbfccEf/4ZW97V6L1IyHDnZvCOCUp
K0EIv+EVrViqzlOfIN1uFmN+sVNzfD82HvDk6ZwUXn53e8c71vqzasmwOVcFbOR6w9Chd1OYsWHI
K+LHvLLjL4PokoNVdi4jq/wsOqkWifbmjciFFjuEHOwJCeEfg5rZvmcUzTvPqevHDOGDF2KWmqhv
OfI7eyZFSMe8Oc4A6qttWDe5czy2KkWASLPu4rZ2gzKllRQl6XjXJZ1CT03Tg2kxqovjTvnX2593
7zAZNaaZJftpFDDXn1dPszysTWoCqWYsuBzne0NYcYHJ9j9VifWDXG3vqtLuwd8BViSM3RwmSB4z
LhOcwoLZTH7Vld2DXmbJ80LV/+CqvD5Suu6sQsdFJ+7aDsdWrtemQwMdmzeG88fYtsJTgZSGD2rP
ukLdXgdREjIBFfJDbn9T7fU2ZUZFWm9CFgTudHOmTRh1Io7qLnCsCKG/LLaSsy6UFkeLDnjuq7Nu
3jnLaJ0dZXCbs+rM2bUbyjC7ZFVs+mrftKmv2IUBQ6DCzM9gjv2fBz9Sfut1QAjulwIFQuhUDAmP
1ifv2lFaJSNEou0UzY/6Il8ikVW+6KcSAiy3f1rsF1r6gReZY+yrk23dJUb7ZggbCQY4HiiO5Aw6
rZD1z4Bawq6jSEB/VRn2fa8MP6IOKa95MPOLBg3qOQ2Xo1rpa6NnVFtOi0h+KgZx5J//EotGi14l
Udgx5YQiTXpWlmnQ/BweTfUKeh1GSK9v5/R6+4O/NgpiX5M2HbAeumbb/A1QmWPkglRboEByovkY
nabBDt93aW4dVA9+IhbWZ+uQnJq4Sx5gOiGbsxUzV8IroKIKld5EyagJi8XvQsPTfa2Ox4c+gZX8
ij5kU/nGCBbmNJT29NfSKoNx9owUchd1sdx3rmjb4qQ4Yvgx6i3KFIo7u19hw63nC+LDUe93pdq9
r4YcTb/bn+v1GXE2Fh8MIgnZ2dxEKSB7qzBPMUqR5urJHG3nBCpK+S+q4pxxyaH4fHu9neMhOyGE
oMhF3WWbnaGczF/vZG3gpGZkw4dZex8XKA8/t9bIZztY7LVzArRGLkgPB8fL/1lbYJ2lqTW3Dirn
uVo17zLdCK0fYzaiXw+FRuE+g3qxRl9Bj7cPlFxBedIqRBpeHPrm6SUfJVH13Ob1N53+YedXla3H
vqtW8buoSKiQiyEOKZcoy7MhigH5Ba/2vjQ1U9w+dTREGMLRdT6kSxl/XsRS677qQEB/CVMrfu+E
rngaXUWNgqoiHvKbPKaNnOUGdIkgCLvqDMrIQr04BNt3GhVhWaiXI/t3NzD5NZ+mepyTyxKXKXKP
DNBGD0WWC8PPKsjLT14+qcyEwQfnPaLvEqWIZSfpcOmVxhWPAxFe/L0F74lygd5HOtyDHty3RqSG
H4wp0+o7WMrQxCi1vHUoitnuH0sNCdKb8ytAEJRaQFtTraL/sD4hAKZ6rNvUrSMn8fwIXfaTNUQF
9Mmed87n2DkfmAR/3/rKMoEEk/BPQIQcWVivh2CKrXXAuwEM5/H3zmzqcw/x0odyhFn+9lKvrxa5
KTkqPEokAGTE66XQAYgahjybQB+b4hq6WvzozOhxkjvOj4ydHCXgP3tc673RyMOqcHzypdnWdox+
NsA+geCdQws101lvl296KhJxzfgPnkrDCP/qYOKNAiLYMPqQz5VZnCoKM8vJsUMv/FK50/iFpzqp
/Izub/hotq32T1U3bePzuDTfRG+mH5Kpoo4SJ9HiPkP5TKLfDNF4Xygp9HFkW/p0ajO7Uf1eT7wY
VjvP+up0RvTdQmf7c6O1ZehbdmHV5yLKp8hfRGp9beNCVCdAMfXfpTEWn9S0VH70Awg5OCVG92tM
/bHw2yTq7unc5kuQlKL9GKWK+i9Yc2i8ay9MF9+ZSwJ2eRrfdGGKrxC/2Q95l+n/zgOSJYFtLslf
xHdtfdYmNF78Oke69/0SuwXdkbRxPsZD3n1Fomihjq6EXXGqO0bLH4tMc78sDNhFz2UXq5ZfYKf1
p0XEY/zBCQ2zh+CgS5c80CO1tD6EBTziJ4+wi4sHX8BD7nrTV6OPrf6kGM3wXWmLpGMyq03mS8UV
gIMT+iB4GZCqzAIBmKygqhFmH/NMyk6bWiieR3iaVF+UsNf52kCN9FJRm/gslJT0tUQ3pD/ZoTmn
vmDs53ERXjV+ENOinKOILtiBfW9duSROJ5KlS87dZUhjY98j1ww0MKCvyW7rB6338icmQ1Ln1M78
wcFi0g/8attyMYenluCF0RegkevL1PfMS8zC0hBAVfPTlAvn4obiCOTzCvomOxtSt4+XSRbwLGO9
DO13s2GaTz1paRkr59KNpkcqTeHZivC7fqt706cwssSjPfwPZeexZCfStesrIgJvprBNWZVTSSVN
CNnEQyZkknD159nf5Pxd3dGKHrdaCHaatd71Gjljntul4Zp3qes0hTd48k/MVrJdL0/864tTtpGU
wte8eIS/52biIOjXdkvInxgo6z4munMMfLEoU/iUx3X0eRVk3IZzeJECehIbBbFGw36Fk0qDxekg
7QKVwHfIe58WNX2yRL8H8KXWChKFGNbq4GeqTfJ50qq5KoltANmaFtcvIJQs5dMUNW1wHGe/r/LS
1qV3bPuY1I0ZwcXRq0r9qMws+NNddTlysm7O0zUdxQmi4m4K4iS3IdeRSX6vbi2HcxaYujs2TuY9
cVIkw7FbbPag/Nl+7UsR7rmsy6g+y1Esb1E9TY+pltk3Ezps8aqc+eiriGdbVPEYfpOTgdRZy1l/
KDsU9bmYA09/VKbdP5b+5HxpRxF/SDAVc1GlKbEWXiQwLZX91N45WYYNXdsN5IOH0h9vm6qy5i50
dfo2KhluJNKo/nqu9lkU7V5J9+Sq1H5h8Ldcb8o2EELa0vuow3SJckePWD22YnxgiDQ2Byt24uFk
mrZlrnU6BoXwk+YeKTiri2Ha9hExfHJDdADlHf7SzFD6sdRpTmgSiQ4LghZ9prXCgbPttv1WdP0A
ZZxAlCLBc+cr+4F/oQ8Z4Ea7OhLoaXtih6bOGdeTFOGGMC21zUuMPsY7mDaS9GQVsY25SlQ7HUrT
V49ioGp51qlUX6vGxQ1akEj4yoRvSHNb+uuXAatJBzqkHX667rzHVyPWxXvROn36ZmuhHCqeWbQF
9IfoDbB2ezHdkn6oUnJgi81Zsh87//gXqyYCHPDgiL8so9f0heuE2atr97I6znFVTodt2L0E2lDp
Y9NbBxN5Bqsol2JLSvGgvaHyC7ugIspJLhYNnJzA1nkfb9n8aezT+adxOnc7woifPsAvY+gQ1F50
1+/Sbw+Zln2QK4n4F2Ki4zqHbB6bk+od/KIUXhDBidli8nNYuu0XTXzCXy19HSzXXRohzt47T/+m
qRjUsUrt/hqhWtlek0AQYUoYuzMX9aBW527dVCSLpEqb5mDqJH7Cv6V+0agho9uo5evl9M8X2Zya
a2xIh7juz+wj8awCk5InNqh9abgTF3OHN3Of3UQiHNfC1Da2x4vWrsrXpemG4yBj/uXVsJngepjt
8EYc7mxzmSTOuWoWEgTwqam+13YoP4xrKjuijyb3LYLWmuR9EIgnvZK2jNjBDw9sCNpCZ43mx9CJ
Or+Iqy34ZVSXLHmoUerkFreWD36VKpZoa7oXgRTZP2M01d22pkyju8QrIUaKLZzca5IywqhomraO
mlwMyeAXERGzd0EmCV9yrM9+tW3zPJQXeM22u/1YkqBWQuoV8ZT3ZbuaIrPwrmzgT5I6xAsJyBnR
lH2IaYjEVWnq6QFVfvxtGtZE5ctOnEtxSatSJ7xstMkDxaK6CZugfRROKCjLAz0ln+dW+Od+rWmi
ItEHRVXHQj/o0u/qJ5+AX1nMjRo7rGkZ4ea0Rl56cBZjn5PAV+kBB5p0wdJ1si8Jg4ehWIKqhJQj
0m7MY0LNTe7Zpu5OjhoqBE1pWe23c7iq7qbfw+aHU9K2XneNGLcjgT+Ve5Ip/qUFROYkO5R8sj1P
rRWkRW3O+kz+6UW5G9btB7zJYZL4eNrIGySn8VSfm3Iaq3wUe9bfGxGL30wqkuQIkX8LTk6oMRZI
us39ZlemujmOJmt0UF4b/KTjphYatyY47xrYsbgYGT7iSNKXhZzKBU5OsiZQvP2mA2kMo8W9cZwx
E2zFPViLZkemc++z7Cb+a5o9T5WfPJjEC7+KOlvrq32a1vgRObDuTnLMqv40dNJ92tpo3y7elcND
slb8JqQDVcSk1N3Osva76brxo/6be7GXKUgo1U+h6dPqTJrtYG82YwedO2Pvfdp7tXA0+7a6MVh8
Rswr/PENzC40mEsN66d2w9w8X/dkWQiBIyh6VQHbZUSDIk992KZPRnnEt1hvSaIDROI9PXYaYk7e
1ZHl4fOQ/lZWRwrugRw+sS1dk5P74nTXq1+6P5pwl9PNrnvviVSNQB+beYxvWhz2pvPUdXPKRxrV
cxnHVI+u8uP9aVWNuHUoUaksSn4WMeOlfZ2Iqfvo1I47cyHO/bfamtHPJzm539HX1n5elttyr0qW
+WG1+HvdYGo1jzD/w6g+RVWWXcXW7AiWSKtV+dy5hOVU62KyYoL4c9AD+pEDvDgV3maVWrCUbyYr
YXjJ9gKPZdtXaS588Mxbls/wA5aHrvI27kql8HdsdelON6M3cWOSNFZ/ocoMCZ73snEsEgNZ+Wat
TVUXIXngE9WB59xQpkbIqFj1e3cmgm9sEezWOsQfcBtxmI+aKSQCegk+KSU5C+td1z/h7Qo/d2TY
iWup683Px8B0w2MpZ/SA4258ed+k2Ju87pTe9d3IRKXKma7sGcGXQ3Mhv1TeQ7t7fZbHQV/q48a2
NoUwXhfQGSwpOt5u31Qem43hj1798QgVbZ9BO+Z5uyrDZqsOXTL2n9yuacq8leP0MDtt8k2HPX+s
iUWEH5BV28PUoI4ohOCkOk111mQ5PILmc+000xMT5XA5mtZL7Ak/1dUnsqZdmoLLqcT0PpkQi4zx
6jcFrbg6dZPYACGEX7m5SS2rQ83Rej95cjeweKy33nmepVO8yE/CIppk+UxoN7C5J6by2XE8PRQC
Rs03K5osOBjplvjATy4/0+Yq9cGTo5uc11rV6maKEE98ruuaSi5pdPR5blxnKci2TN7SHfTj4Ecd
3lGJr0t82upO3OP1XqY5ILJe76Mq1Em+87dCERzBL7LFd7rcjn4A8CFqJ9wOekxXrpXJbWjeSe/k
HlW8eSF63z4kemuI/Srd+JHGKr2efb06xcDTfpJeKrA9Fjh0zEEXdKew8dmJsiYC+twK7dcnF+Q8
y8tJlT+gECD2pYRzq5eknebgOMXB9Lnxkq7Pm9B4d1lsdn6W3gs+VQAM2Js5rXOFJZGTHrRvwuDM
WS7vkotJQi43z/0FYBCRT2k1pcCalgdpO8omNyir8sqma+0WjYwqVUzRGjUHvCu8nygUnMuvITyW
rhe0h7YMUn3C02V4DsZIkCG6+duUB1kt99xHsf4VRSz3RjuHsKO9jvQDbolhrIpRNOl6G3BANbep
aezIXp7hmmChl9zsPUzsfFulKk9sSSWLPl72+3CY/fKQatFteQ1Jjns1CRXABgSzteiMnqqzRqas
0WFIZuXNHJEjLHRqrmrf8ZKTNw7+52gABj5j+MMmkNZ1n2iP6vaYeEOa3VUtmYy5W3brfRdEbXvd
eVxW+RTUuM+WTE1e3Fl5y7HSu/uNzDXlnkrhK3VuulV+TlzLKIkeQjxGK41UISuM4PIoWyeCVeeN
kcHiErQk4iG9obIOEKMDlfZngCsnPkgmpi5m7QF7d6i4b07Ma5wqjy9mbQT8kJlNMzfGZCtKf85D
eg7QKvIQFEUeIpSCaI35Y5lFfJ8Zi6G3WeDww+KstrRwdZVSUA7R13b2F1l0pARxGLGsucqBT+6U
lXinze4MSctnWOWAUiRyy1t/me8H27Uml32yw9GL524qUsW6LeK9i4JTKEAQ8jLKYIzz2yPc4snC
5NM66e9zU8cDR0+ffWpinXpUkCos65zcnLg5l/EK4Y/JzpRShpHHmbfQml8pnEMKtTA2aS5XEfyY
BvzDcp/8qPmUOnJqPqaDzZho4IiW5FFkrEHBNwHt91nSHXUStPNxhFsY5RDRp6nokfFwnGUZ8SNq
d/r53NV1eLMHtuE18Jvyzn3U9mERjA2xRXswtHuBMtF6RTBo8xjt1YrLHHyLX1KIuKMjqJM7NUqS
U/whHRKuQCypHkuO8S86WrhBGtblnrd7vN9xMlBWB6OiNCHh1/81tFX5pPpBvs177/R3QWs2B3e5
yB7XKsC65qJYKYsmS9pX12ybLEy5+jFTpTS7bcQWPfGLeEGhaANOaC785FgPxn4SzQbPpYWx5hWh
KYOmsJFIbn0MV2I2lzvdR+vG5a7qdKjRsjEZPZRrHHYUW5NzaJSjtyKbVfw7jvYou42mpfpUETzC
r6+NfdOa6dShXRz1cwwzYC3PhMm1N4bGL9I5CB5t4G0DiJ/s7mzrzpA522r6GI6CMtOIhp95XQhP
KmJJBn2uAr9fisFO5a0vMaIrVgSmwaG2Vd8VRsjqxeAjLOG7KigvdVbr6naq9FqSWxOvYw6uubyo
0Ub70cxVON7gLR/9qpI6bA/1MtGOx94qkqsNIdh4mOt4WXPVZs7rPvhqLCIAw/Hs95M+xb7u0zwa
YmS0/AlQsd6lE5hNP+p8T4xt2HbZVB9YnuF3rr7yW+U0mEcpO2niwznPe8Ley+VnJBft3yf93s3H
IFviX5YpCcmh+9TRSVOY5nPb1M1hzRoQt5ZkoIlru+eP7AGxZD89Z/d/aClYxm7TXIwJ0ADMTEjq
7ddW1tWNaJZ4wp4EG5jCgIl9Vk4IvZI0+J6N5g4OB+Osw1dMItPfibdF5Fp4S1odGmPn5G7tw+Vp
0HH1BbO2uDvUxp3bHOB23m92svZ+kQWwXKdUXBnJo273w3Nbd+X+rcEUtEr1iz+ttbhaXMR2V2kZ
rGxA1w6/+9Vfm2NLYdYChA7Bmx06800nzegURJy4EyBMnwHCdKuyVxet25RH0x7KPDKhkYVOdfLk
qIgpCY7RIUTYEjM7bu5yvOuoqzhcRuWfUbGQxjpIESQ5HkT1745IgSpHJYAv9wD7/OdCsNF33cxV
SxvVDt0B0pRuaWca7iKWP/lzdr10PJWtjDxQlXUNuKKWH9akDPk1CMIDE0qMzziBT76eXGmiN3cy
DAnirDFLHtRjMuYN58xwVNaNfss4pp8w9WXkiecCfXdTQ2tmffHv7od5/YTwRNSFoIB6cezkLBQG
1rmSDGjSHM2b4nI2mulsi2lFHpQrmbYzJf4n2cuA6HZr9E9nEPJDJ2vxo2/H8rPd6vqrploGq8YF
+lV62DUX5SD2140Mc94vdFCydmG65QG+IaLwO7iBCb1ZnXu18O/VRo+D2BTZ5nGznjgbMpef1TYu
z1taA7fM09y0NNOSa1EBQOuDU3FDFDh7Tx/ThIjVPBSjfeK8BkNorLN+m5xw/C2ndZyQK9WJKswe
tkO+Y933hKFX8FLqsr2mG9C/o30Jnit20C87jRD3OqCTkZbfBbrNqiBGHiTdeM1LPHTT3KUHJdc+
3NJXSWdo8gq44ZvnzWN1gNWSNEc5xZTf+B3PTFaiXT2C42wdtfXSmIKhzKCeIlrQ+ibIdrQBjd8H
X1QVD4/a9823rJ1acye3Ll0ZTa5JlLsyFtNdrap0ONJ+44dts3U81LPMxuuW0cHPGqj/NiMLcrjB
VDJ5wqvsYjDH2HEqsP5K5yP1S/9ht5N5KlvTfEdlvt7ifVdWRbhUwWu9tNmWD8MAgKwZ5d4n8z4K
0ptirIMhcLVzPush+tz3VpecoDFHzrrF5mHLOtB/L3QGdcVRPJ2WsK+cPPZLDnPLfcaIzB0dt+g5
s592j2sbZfMCNgkzLsLTyfVGgNJGDM9erPR2A7oRvuxUy0z9DI3z0XokK+UCCH4HcezstenBTIuu
dmeWj3KA8fueCLy8UdvgFVXqZN1xWwLbF0p3+J75kOweOhXg+CWyrE0/hIwQf3ck4r6OkoaXvXip
pKutTa9F2a8NJZsr1yd2A+AQcTn6wyyaQeFFHa990WX45BZtq4LXKByZXixkRVzmL87g3ckqWG4q
gIwyXxVy3fOmxC6PZT0kHS21Zxl6rvv0Y91s/Qopd5QH/PhEcyiriCSBWemQwoA5+u9yXe3dJs3+
s2s5U+/d0VvZoWi/lzOlsLmJ9tGfrzbZOVfx5grNYCjW5alfs2w4z9Qv3zJr6WWDafdPUxnI/tCH
snkiR9Z5CJMpfJmZpda5lnHyhGK5/yLr1amPQ5tEUz47Pn+l3cglL+LIDLSGa1gCBdiNq0PRN0ZF
wEHeHqqlvHCN5+WSKjlsy1eK2uZzpVMuxqR0JsH+T5ljQf3VV2Aju0bjGrBB2rah20o2d8KG0R0w
yGglhUIW1T/KwERzvhgIWviKWdExkfHnPkezPtocKr3/SnkSP4edTeZCd6m9EePkZfmURM51Z7Yl
vF1juV4b3ev6qtv86rXfAZLuKnwe5Ulg0VtT6xtalDCYoi87jUt1jAC6uR4aAKurJUnLrNgY/b9i
BxQ1J9RnY3TQ3SarE0Nc8QRjqiNXxQOcmkYvO8Od118iaZN7ZZ2WIVvru9eQ+5uRCZNiI7R91t55
zLOW3Ddt/ej4Hne70mZujsMylN8E/L8pl0ZxMJLkjCYs7fawz13KqZdyMx5lZDe0yzE25fx57wY4
sGri1MixXFSvCBedHw0L4McCs6EqmFmUb2HrNw/zQgVR7KsMmI9j6nLWuwLjq+pp0EcTi5nUQ9N3
N92gHXHy3Nm5STn44iMOKeFwmE1SDlft3O19EROe0OdTHXPxzHPk3YXhopMj7gTUXnTBSJj9pK5O
mfLFWFRKetc7QD3zhVHqc8NkLMp1ZSld496sKSC7XAbwszjkoua0pdoQsPsyjp+NYXHW3CdqzCiP
ot3/2cPJ+D6GGL8Wrdd51AQLjhaZqDm0Nc7xBeO3OcmzsVQPa7/X3oGd0Se4eGxE/YWZ3sJz7HWu
oImo9s9LEK1u0W7xGBwWB8yHasLTTZGMNvw8dnC6byvil/xcQTS535wt8wqZ9d6D2S9tJodPVN3C
NR0/lkSDXEglvvccUUjPOSM1xrp9196YS9FTYDrmvCQSIxGMshr/oaPbGZ5Kv99/9pAe0usxHPRr
WtfiMZbpqRaTO19Zx6sUaLvywQXCrQ2hG2TZ/ZJt6xsji3S6QiPV39IQyZ9OJzgZlPX5P9re8R/3
dZ8zakuzwBWlHXiYuIpIqkp3sNuSIgJQJwk7Ws42qI6XhtscxNSmBw5WkQHerFpejZC9QI+mDvOL
jUz47k51QcVhGa7Nhy0s7RfJtf0c8OPUcLkW//eYVlS9F7e8uyXIRnvmHceHsGkmytjGliDlAf/N
rQnPyrEihv61d1lHO5qwzHOiLkJ0sb2BE8gP+xSsJdg+0H70NbYJFYSvyvoH3AjsnhacP5s8waIj
u2fAC+iXDiEAFfk2kXvYWKERx3fnIGiCZ6IeqkH0bj7GeIaR/B4v4jgOcvkYZmSG3WoGG/Nx65DP
0Q7HqHOneJ9IDCEZ+xtsknY6bQ499tFdGy4bX1ViP2eA7q/Io4MLbBzRuWyGkdPVBmql82Vu0ZJV
yhNwjETSh3nbpCkYkMPdwfUQi+EY7gOmghR9Xneq9xYq5NFNdebKPJDrFp1MsPTOhx7smWDbqe2W
6ddUKVV9sCJdyS6Y65aChxzLYOMUrf3WP3addSCgGAGlU33QNePprYjnQOpXqaXczxQwk3Dypgzg
NmUW8ibGdH7lvPiLDVPc6P0WilQu+phz8JhIb2ieAxFLU+Yu9qIdFqKbDD6GhO8OH+TgWBcghksn
vJrdGFkVsZo+VfbgOs5nt+rX/rqxq0wu/19fj7cVfhX6JfbMTqnlpHs6/iJg1Ke0YezHM5YpQ8mQ
69GJVtr8fXW9q8i2/novQ0B0JgaTGX5jZG32sWCcTCN2UlMsyt9ltifkR4fN3N3OA/G4n1uSV5af
qcfd+cFNxzIuLMbz9hPjFuV+7E1MLVSUWdx7X0Znitz41HXMCK9KzxiGynOwp/tPx44XQg/lXPVt
gDrbnnmMYpooLnHcG1ci4QRvQei4bG4vET54WYulMAb5qQpnrJ5GCAogMExUcHlo+TqIJ2adRFcm
2rXz0kf+SKWh1yliWFIatUFxXlzJlorgXaTfYxnEyXcdp22ynGvmpKLKQxs30wwCVYf925Ryy/zM
aF3Lo01tUN/auu6Wh2iTmGMX6N6w/K4SWya3ViHZONeBMf2dS4cenlMSNtZjB3S+P8UT//4xd1NG
BVj4k+D3U9TCdh/jynXs13KzXBvMSrbsSrG+ebXYa7MzsLg2195iuDIr12eUAry2qpvN0Zg6x3PS
mqu5X8kSWYauXrkq9dx8gBBVydO4Jnq8Ubu7N0cT9UH7FWePUtLnzqk6gnqG7pWCarLnzbDt3iFw
tj5hlgHYUmxROKRvLTvmGU/Axt7NW0Q3s7vcr8fFLtgi4Pe8fdHCVr+U3T11HXMItAcbtuUXR6jR
zYVj1ldcNoV/sm7WPtdjH+gc9XxHyBLXX3jExawdv4q5LRN6rSCzV2LiDxXcG1t5LdguP3Ukm+jg
wnXezhAzvVcESGBMEZh9lusMHC5HVOM8MkkV3aFNm/3rJpPxGT2093FLhZvQMM31cZZVPTBEoEbM
K4ncNmeEUt0P9N6PKe4dEJnDuY/yMi6rr8ssZq8wkVpM3k/T9tb7+7ZSyBrXPXjalz82TMnfVt3a
G4div4MWM8bXesbwniYtPjoB+4KQy/Y6aBoJZ2DZ7xgDme44ChPejuyeNd99zfhm2koCesN6be+6
hJDMlbaBNjKYpj43lT+REcBgnMk8IND3fvfsx2mcEuDTpDPDQXbQ2w97xeT3ueFE/Og6agaTxsOU
cIgoqTbmGgEkhM6LIX1UfN2PtYwgTbejUW/wjtLnsu299iSGMkmeR5K/P0sCLSHshDb6mY2m3QBj
onk7lFvUD0W02vaoRGYv3g5tglMzpmFdsVpScO/mxVux6+hkf23ctbpaITOP9xFSppqWOuL6ztQA
loGdHPMazCbBflbfre4QrUddMemyEWDPM/m9XPwDg09ZJmEuo0R9lYK76Wi3Hj5HQ+vObdxmJN/q
vdyugLVEeJjTua9uYVM5PcmGdd8d63LXrzs0gflIG7l972Ov+oGRfZrmaxXZ2x7jJ3PapKy/qmWF
rpxWVfO4TGHN6NJPR3iL274wZVl8dUu/RPuKDX92f5E3iMLr42opYPowh2G4yrR3MQPJB1NP7mpO
4OjMZWW60MlluS8vVUVnnJPFhXl+QqWjDqHd7OPSBGbik9jIzStOoD0XKuk48bwMwpUwM8d5lmGt
fvaAND8z2If5YFpMqQuWJcB1s9fTrbCUWEeDdMdwuF1CCaO9ll9aGYQf3cyWXc6xz7rx523x75xJ
qTp3mQS9CTHHHT3eDKV7nFWTnjiM0upEmGp10u7k6CJheOWdOi+bn6JZ7BfuX+Tfj0LFj1jrYPPa
jxziubO36Xas6m17rKHmvgS1lP2tyuKxOpahaUQhIR0sxzIqRcqshyLjlCqm4hcIAVjfRFpMYJle
JE+e3zf9SU9hBv5DAwgIu1hT6M3TXwfu3rDoPHxwPiOxGPaDdOG+gbtViTi6VVbjkp4E8y2TlG18
85o9rY976KTfknFOg0LKwZojmxv3hKYfevLd7ZyF19Idl3tjSbkqcEICZU/7frjxRwcIu/Lo5E4U
CP4nGRn1izOU4VZbuxewCGTbpf20XlqohjDo16ZR+1UDlaIDg3UYzUIPal9VpaKPnsWY+Nbjvnva
ey+mHvh3kubfeGWwxbFVSnE9cqnp3pseDd2yaYoqcNipUafeVtG1af74lPdSWEx+sTvCARxnugzP
o3dMeJoUGff7kBbTBAaddPz60ejBfWrhdNgtEEWNG/kfXu1v/LzLQ/9HB0WRCaJ4+e//h36vhcdN
VGJLHZIyfItP8vgyEjFw7hnh//dHkZoMWRf3KG6V94ItHHi8bmunpJg8eAVBWi9nEbf6XHly+INX
yXtW7cUv+ZLS/r9QCJzo3jH0qnUa2HYmLcpmGvK2JC2hTfr6vDVNnE96/5OI4R8WyIUwTCY19mYw
A9/9dO027SUUkgz+wOZfd7ux1ykH6R8+4D+9FYxmNK0+9qd/WyCI2fuktU1WQOEjcHaFAR6UXnvo
TMTYt1HRH+iU/7A2PHLcfQp51BJM6v+6NnwY4vOMwr/IYvm9Dt32IFY45rUe/2QP8k/fD2tE3Ko4
2FmN71iiSOTkJJ06K0BA1AuEgOS+o+z9w/f7m2DvsiwydHqsiBh/hfc63SlSEd0hP5OzAOKP7eTf
w9rwDip1ggcjU1M0XVU+y9h6n5gs6qMPR+blP58laHzgfIfcmShqLp/i/2w4WrsEmQYfdVZQ54s6
g6oCSysI/mtWiYe467IkU5A70p+Ddw/ymwolN4GnqHQTE+ZEDMAnW93J/7yv059sO/++VAJMIJlp
Qb3lnMzebTin8mZGJ7TwTtXa78xPGG5ueCK8IbSr/5Qx/V6wcXmzi1Y3Di6287zhXz9h08xeyZgD
wCvx0vspGb5JptQnqpofoF99gb4iPLTCrH+Q8vz9gOa5F4cO9t+F0vzuubFNlUNBz36ITHSaiOsq
pA6TU59N08ER8Va4Xu+d/n29/OPLkljMmoFsjADnry8LmcSGsmWutABmoGWH6g7HbztZAgfzJWzl
0fckTFLM/f/z9ud1L0EiF31tggLor08eQklAUG+zogz2/lPn9MPzFnRAqatd+4d/f8u/HwBIeHE8
vtx/3EfvjWPqYG4mIzOeNYj07K6bPHs7c4R/f8o/rdKIjhZpEfvfe+8+QFteAqMmHKA2UiiGR+ZW
euhvN/jxf7iB/mmtRD7KL8SkyWUW9NePt7fZLBMcmIoMttYHu2zlhxDuzxcPPwb3uA9hueYUAU10
/PdX/KcPif8dKWgkKiKjvXyC/3O8OI0L/qnpbPfV7792voj6Q5ctwXr49+e8l8pe9iDCygRBZ4T3
WPDubpgdj+yDLc6QEiAVxAKWHdcs3oGJBPJJCAyEz+jop4IE+WEN0v8aVXl5PMd4lDC5xBf1ffS7
Nj7jWYbLRYlJdhFi1p43fkLg3Nrgbeguf3Lg+6eVg2fjxYs1ALd/769ZYcLRbMhYi1S75kQGzFNJ
aNCBfLT0D5fUn5707sPiILrXm+TDiniMjl3vEfjQtOWhl1N4/e+/4T8+6pLR6mNbgd3Yuw0OnFUK
VYZZETp1+B2jCpLQg3r6NNXVnzLK/166XKK1//+j3l1GFBixZtCUFabKMKv2yRMV4GdHMr4jCJlk
S/77q70/Nf2IwuXi6OD+z+E5evc8mhvM3HSrj6uzemfURxZq1pad2kt2QBBYc0oEEE6wdfMfTrL3
H/V/T8YYCE3h5dZ9r11sfI2m0ff1MZ3b9Hc/jtl1y/QXY3xv/MMe/KdH4ZjocjbjNhiF786YGOP9
bltcjWjWpL+h1IcFsoiPi1HOn9qE97/f5a2Qi138gS9pDO/3W9dp5dcCFqsT2HsmLt4n1a8qZzgR
P3dp9ydV3PvTk8ddxLk4xcBZxPDy3Zt5iyb4JM3M0To1HMk4PUf/E02goWBoOo78O5je/eGXe3+k
XR7KcUJdFl4avexdEVpHRi7JCDMzZch5ScxprwxWJK8KrfCJiiM6AvKMN5WW6bdqs+vLf16ylDT8
irRHAe/8buMbwRBNbf1y7De1nJf2NI7PQS/0Y1+l0ZFR6whlZPzTS//DGkKZn2FtluF7iGrqr/eF
0RTzPGQ5tqphThP7zl5Qoca/harhEvz7K/7Tz3pR44fpxQCXxfTXh0kNMYTa7P+xdx7LkWPZlv2V
spwjC1q0VZVZuztc0p1aRExglNC4EBfyv3rS0/djvRCZr1+SyRfsrHHXpCySAnTg4opz9l5bYpQy
4qWX2/1J1FFzEWhjtJYVYjOlFOoXj1X7ZOximQLTCn6QcI+PpPIsdkI1TEuJEr3WTzplW7ouri2f
Mim8bdX1/Y0TTek+kY1+yQkvu6cobPgVjt2K/BtaZYGXx1SmsGv4gQiMhUa4+Fc76E//ShRqM0AQ
jenHIT9wSCdVOkGUrGLQq6Q7LRgl1rbOlGZb21b2/PNn8dlod7C6YEhHu6B+3N1h9ixyw+5b30AV
raBBVLLAN1A0IZYZigNZqvEK91JwSOOs2QYwL7r1z/+CH9SHP7rW5heOvZFN0j1QZCQU74dDTZFT
nxOM/LS08wNlt3ztkH++dcI4XZXNOC1FI61jo06lb2UCGTdP2K/aNqWVgsDp53/OZ4OTqBmXfTaw
CPMjigcBfxgInRbz1Ef5IR/leNmpmCuUyHpKy9ChxzRUX4zNz64J8oG9L5BYVqsPy1Sfqeqk9KH0
cQYlS3PUu7kVJZ3LZHS7dEHzjmpCHpjOFyvHp9clLGAmVSJL+JiIptEFnyLKbISXGzb9A1nM4NiW
HFK6KRG2WUWN1klamV888k+vC9xwnuUwcn984kJGQ9xahfRVPTO2TpLaNrJimRwCXN+rTowaTRHM
ZF/MO/Nt/DjQeLVYwgBiA3Cc34U/bIp75L2tbuD0AJjZ3cbx0Kz01rZufz6APnmjCPbBNs4LDC/y
I0cALWlmSW9qfLsWie9BHdphC0BE0YRv2Ja7ZaMP+pKtgQHPvzV2P7/6J7cWt6ZKgKepodr7uO9g
nzDWqRYxlLLEPiQ2qnmXTKYNO9TGl4UOP6BqvgLmfDJpcVGqKewKZhf7h/HLSgZp1mPNalt6yJBT
WJ1HiuqpE8RLx+q7v/6OgjrS50Wa1GX14xrpNjNw2Xalb2ajcmjspr6MUPaKtYo3Ml6qmQzXo+eM
F3/93nLyZ0vHjdWJYn4/fiSOCQs1vfSVdpKbUWj5Vlql6uOydS909OoYBOvx8t+4qEl5QweNMu+d
31+0zJtYzSxWZjuNxGEwqXvXrqU8h2U5bNRCPxGsO6ZfvCmfbAfYBjCEde6jDoH//UXHIHHszAyk
L4K8ochttNeSjM2M9aHGgvrzT/jJJp1gC9zUjFou9vHQ30kUhG3Xs+Ea8RYb2Mf2Vj8Z1wp9zIXE
vb00YHSvZTrVDz+/8p/CR1l6aISSIDuDs+bI2/efUy0mlvjRQ09EpYD+xFidKpqQbxgwxnVUGsSj
GmVtPbtlUOJdR6OMmEPR1X1G8Pct3RgEiXpfRCtUTfgFfv7XffZWsS7zYlGk5BDx4SFYXa8qzNys
iy5iNZesdMxDoX2kM64ugrD7q2S/HzeD2jUVWPZkZGW8vxlj5GpOVXFkiVpq1paEXqBTnNzEutT/
+gIw84HRjVozvfhjGA69IqOJ8IP5ARrzDVveu4K3fMMEw9nFq61zT89T/6/fTgJx4d6B0Cd/58OL
hKVN2Ii4W9/KBbUCrWjP+7gYfS9AWGKS9Xb18+t9NhPD2HM9g82cSwrU+9vpFiq5m2PR+Z0ZqNsh
ajU89I28xf2owZ7Og5MtRPpV3eCzQQPIlBwXkJczNfH9Vbs48voQT4FftJaxtL0KZVkWKyuEgcqM
JDC+eJKfzBQGCmHT4HkSBvLxeqXLDEzbufetMUyPpRXX97Vujhvqaem3n9/QTz4alXJQcHw+Sr72
/PU/LN/WRK1zmpKeNiTyS8etHGzENgZEpUX8DSp++mJb9skFTVzWLOL0+ma23/sLFsLEgYJZwk+r
MFgXdv+am7G+JSqthH4kyi8G6Ce3EpwmXF86vDAlPh6LaKS39H3V3m+YtHyUfekGXYOJutz+Ch7+
g+r2YSs074NIQAPzRTX5w8RnR0jH7HgYfJlE49YyoBZUsdJeJm2irexeNhw/1eIibht135T4a6zG
m87Vvg2/x5Cwn3B1mxAOjHrbzYEsjmEF12FQtyeXQ9+e8ZBsC0ws2zBM5Vd4ss8ODPgUOKRSdLT+
HHI1aQYRmujffKtuBBKhACOWpQ/WgYi64l6g5GAXOw7hg8d6vBNVDHcEqZDyKg0RYwoBCNCsfj42
P1nD6AbQJtPY6zg0sN4PFVURgFFrhopmSwWxUe7O9KUOKguKrlIz0+2keA3mSmF8cYD77MrU5ilk
04uAVPRxmrFa8uCjcPAT1XkhcMJkwz7JE45yy9eknt3bTRcv+sZrv9hpfjJcaYHQV+LIxnDV9fcf
OcT9VchSG3yg6BHyMjtdkBFo+FbVfRXD/clUCmV7vg61cPgmHz6jIbPQYDkcYDYEszjf7PMNSp2B
Hu6AuHGc6q1T6d0XH/CT13+eaYigYGOg6h9r6KNmtXUqMLaXI4QTFUUsWm1wHdupHwpmANAe5fLn
w+hP95TRzAbTmnsTlPM+nlBo/QttcNuRty9uTo0WFRtdmP0GKeVf7QvqXIoBC6GCXYz7pzy6Msk6
O3HgYMyiyz3eu3iRdi46IyraX2xkPvtUkKYMnqALtObjal9o5Zi4tjL6WIGp0Oe12S4tRCsRMqU+
839+C+dl/N3MBkSQwiSUdAqsCG8/vIkuNhmUsGATYuTSJxTYtPqnSQBg+fl1PvlQzD0ceHTuH//z
3g9/LQR6EFbG6GcdHAQTzxf+F3J+Q09Ujz+/1J+G/8xFtNkaM2Nz9PjBtvzDwmenHgiCuWCObbXa
yrYp/QZ35Uq2yrim9D3eq1rWr39+0c8+H+U5Y8bJchL4GIYVwcjDrKohOkK+BjdDj6+KkZqdIxHH
/juXMoggmD8ce6X3t9LG96ahWpz1TZKUWqtBtQR/Dkm85/zWj/v78/A/wldx8dtAaP71D/79LMoR
xFckP/zzX8f4uRaNeJP/mH/s/37b+x/613n5WlzL+vVVHh/Lj9/57gf5/b9ff/UoH9/9AwsEvqDL
9rUer14bnDs/LsJfOn/n/+sX//b647cAW3/95y/Poi3k/NvCWBS//P6l3cs/f5kj1//+x1//+9dO
jzk/tnzMH+v/+F+vzccfeX1s5D9/0exff6xbnDCJ0yBGiEfQv85fcX81ORfNcHy2eCjvZtFTIWoZ
8UPGr+RT0AdD+0tVlXLlL39rRPvjS7/SjmdbwXII01/lsPzLf/5p757Rfz2zv0EPuhBxIZt//vJh
KFKdxL1LKZwKNfqrP41/kdLoN0pMsGpbbO2gmQ6V0XdgMKav4ng+TPm/X4kLcTfo7/3phK/1rJu4
HrPC1aNlVFkgDkw1Tte5oz7ZzG9fHbQ/rN4/LsgcZVM8odtNSez90J/aoI9ML1lFURpvajlocpnI
YXwbsdotsgaYCxQK3YxWJD8qd38YAb/f5q9uK9OxR/OW5gowwPfXDnotFpEdrwqVCsOqKVGqb0wN
6uFKFYjQ/9p88uOTUkhgAM05aXQB319tiKgumqVYlZoLSgCAfBHPOqIStWjZVt0XpZrP7usPlR4i
rLmZ8mEViOkk9CITq9pJ8o2pT8pKpg6+osTaBcLBdFEmxgUuI+OL636YqudPyV6MlZv1h7b4x0iH
zrZwQrpiBTIzXE5VtbRSaQMEMZ6Deg5KVLA4/vwpfvJJTdq2dE5Bus9lovf3FQN9U7ugHDQ4XJgN
iUrZplVQHlNnalYZYu4zTQXUr4d9+4W2gRMQv/sPa63BZoUTC+UJLAsOzf8PI4hdvzBxOaw7uFbk
ag71BJDA1Ht8AUwnL72jB8dIKIG3dQLi/taajOwdGDj1BgMGgLXeaaoaCbI9XuFTydRVQU/sVZNT
d2slhlSXZUwayFKOqQp1uWjFmdHMBLEUlMlTX5NOzxqhmxcklNbDZtAbLb/Fzw0cwi36BiRDM1C5
t9zKKpb2gK1tNbb0C/EBdVeRFHJYuW5SXLYMi9mfnVmBT/BwuVeAESPjTrBHL9TYMcD2mZM1+kPd
BPpqSp1WXyqxKJtlV2lCHFw6FVOyBvgi87UuLSuKVw7GOc4dwJOSbjOWpl2sIspYHVWkhJp+0hYQ
xZ2uz/Fc18MD+IDY3uCMSK+syWzsy84jNrc3a3Cn5BKk5irqJ32ZVYVH3IxRFTH2WAeWRTTGXb0t
9UzyJiO3v4PxkCZrJXOm752wYix1aE3x7mBm+iaw7Yl1FACxxech0u+hbTPR1KhxdFBWhXbbc1gB
vNc0KBpSxS6ydeJmleE3NMwY0WooT9Y46GiEG9fcqTiSXqOmk6MvXS95MYQ2Viiym2RCNKfZexvX
Z7BNKEiYdwY7CWiTQ5gWu9xrQGbQ9GjGbzCvQVT2Y2dpDx7qMZ3QP9E4+YlmbzMu6Iloo/CToSmi
uzRvBE441osgWA2yDEukvqmqHMYKZjOkPzwaOUSeDkXUg5KGvbOGohlFJ+Q3CmwcgsartD9hijar
81TvZquaKUyckjKPrVUWuxPUJTHYeCIwt6keZjzppleqRdrpPlf70TxGUSdQRBuuhz8mtlK4KYtK
TfLwTMtLS3mIcu4HKJRBkajJIwTrIl65HCfGb3oYZ+OZ69Q6/MvKaPoN9uqueqlEXPXxMuLIHE6L
2padAX2k5rmcNIgf4bPaKkK7NsH+GGt3xm+MHEUUkFR0MYf+AfMIcJPSU2sIshaQkG+8XzUy/pYe
5mp0JFyBXArnrc1MHZuKRN+/HLWp53X0wMJwusHugtak724w5uF8xEfeYOiKQxktUtscH6LO62/G
YbCSZVPmQb90SkCoizgolGt8Xf0DpJfqCo+DUS410EvaovY6zD5ulgbHzKntb0Y4C4onzUqXaiuA
3SBSx5c75J55UksiZBeZGKIEznONxT+3yRU4C91B8PYlo3YdkW14mxvZ+Kxog/YIiDL7RrZL/1wB
2gRcw99EvTpRM0iFkfpUN673ko5B+QiHy+poCgDLXg9u1Tn4LkdU5UVuK5d2BTplITiSPYdIUvWF
jh//uuBQXZH+43E/pyTp74JhnndcvSmyRdCk6Zuh451bwgewHh2ZTdj6LQU+itmpY/4dFhGJU3Q+
AlstdgR6Jd80KHr8Rg59L+NghDhm7QT3LiyCeOVFZgo1ssjx9HoViJ+qTTlr5rheleU0qEhxKOVg
iJP8H9b9KChWfVzmd4ghsJz3GjDqVVfps225AJCzCMPZWKGYwYR23gDUhuEi5cF5ua7hFwyQL/Qo
6Hk4mhbfKCBA3VVgRric6xhaQ+mmmrrAMh7aK1ykAJ6aynOuJKaqAltjFTDeTTP/3nRJ4/lqqsU5
ECZB68d2IoW2vjHF+SJvilwcgoTYkaPrTQEIGAWXxgJv4XiElWvPYDYnvGrSFphdzsfauU5ZRuex
a+PtIi42EumKn8u8BVY7nA9l3dbxztDast7DQMBgOpmD0+9xtGv2ptF7z14PvG3BSnSlByJFoYW0
0KssPhoyDYIbQrSVaW2qZpYzuxdGd53HQEchYti1yrePGeOuhz68MpMeaLaCBBijS2Rx7ukzxW2A
qxNVFb56ZRd6tyHGs/AsUkfgXlM0edmGhHV4r3AXsULp5ZBFL5rZdPVZXbkjsKzYNcedVlWltxqI
Ca8ukCOUuL5LzYl5EQVBEzjYvXybpkpTPnvjTB5lXlP8gP0gQhtPUdXiADsxN498rml6aFp3AJ4c
BuHIcoKnTV6lSdDqUPassPHduNHqDTuVusPSpqvjPsKzBmxPAQjTLMPeqMInu9A7zWciMHGSN+1o
4UHvO2LTcXnn8Yqcz/hauOpkbEumPpgWnX4btnHzFpVRdNX3xHJJp8b5jf9ReWmqttnC/Ru6xaiJ
KNkkQ2Q6Sw3yAm8exh18nnXojEu0YLhFUSAoaCDdsD4I18LrqmkYVBcNxlJwlkE1NBsZCFEDgjOd
585FIb4kaW127EjF8ofckt8a+At3sJIgQyh97T6TvSaYf4BNPIGujQ1/lmEa4DawtW5D1SW/jxJO
cGdnY9DBbICW0q77JBge6G/CwNWImj4YSYvpvVH7KduValQ25yOo9D2rPw702czmDis7qdszrxXN
dOwTNLnXxhC5dyCcPOxOxJNOfhM5LuC4qe90jLOJLVe9FffiGrev6eIyRwNC6AVJBIsq1YDAdg4o
w6MotAbLeWXJ/D6GxmA/MHm34AcUQTCRVgZujfzWc15CPBYPFZbzR0vayinsIQv7kbS1k1GY2UOA
eoXyrhqXYjnVRmH7pKALYy1D0cvFYINJXUxp7tarIlDiGG+OjrnNUGYuQkqtutyazPKgXnl9cNUB
Aee2Ki5uocauANOFogu/kzk0HmNOYzzYjs3PwrAi5bte2vqxybREssGLCPSQIhUFdBZ7ejGnvDkT
pE/qxwrHUb9MzchR1rYlAWAoeejW9z2gUWUNNsywn8hjAQ/hKGOQbYOKh7NBtwCzTbGbSu4bNx3S
/aC4TJxsMCqohunYhGtiFiJ4CcFYWYcKyKe4ia0Iin6dDl10UOOBaWZhElBk+HkbFmzJIrYSy9AM
eTFotnE0WkDlIX5Aq2LzgRT7MFjkg8R4YaRmk7EzcIrG75ssiNioNeGe1Ei8vNKLyidHm0YHe7g+
siH1xuMEURxjaMBSxE4nT7211o9QBHOIfzA8cb5q9QI1AADdUgat/dLbMSQ28PyIlZZAtbEKJwa+
wo1uD7yTahzFyX3uGWUaLTxun/vsxXaS+XT95R2uEfGkeNCYlyGRdvVCVx2BWoaT/KMIqZfui0Y6
8QqIsf7WDVl8kr02fGuqIr+aIkTF/VWcgwhY6YqXY1EoaCBJ2UtrPRTRSK2Xah6yjSY6FXGafKc4
XdzTa6idZWwarb1q445V2+3C+DswTj3E35yRoRLOxN2B7PU3exLZpadoZbr2RF1/q+CdEH+b0vGE
xw6O5WwCTnoe1R0bQOZfOnTjmIZg88qB152oYeZXrauo8rVjKjddjV2ZgMwKP2AGf/pxIr3uPoP5
ViyV0YlfCF+mk6IVlc4zVK3+GFVV43BFRHwt7JNrz6zm/FD6HVupiQSYahZMF3FeqDYLfq3izxUU
A2IvJEa8CTTliY5vtevKwhuWQ480GRCpo0I+HdPssW1a78LsdUuBipaPXaUAYVWQnCIGRXQCvUCw
5YJkCEuozkFqEX7je+wYHd/mcJEvpF3RkvFMPb8IVIiZON8b40HA/7ovx6q4N7MgPbEj04o1G9Hw
GNRJ/Y0QBi9ZAzNOzyxq5jd0/6Yczk1vjctkQBDCmoTCYAEyJfzOdGWUvmd00UMfaDl4D6929rES
E1oBLNC+15K2uWxg/95I2BXxgiKhRK0XDl2/GOEUH7CsWuQU1ho0+yiJjJsy8DCQlibHLfjYA3Il
uwrQZTdEt4FOnJ1nm4CF/DIrA+yXpsnKmKOz0JetoUtvUWBDBRDK1ulG9i3HAI8N9QlQdF4AILQ5
xBVGJs9QfhRwPIJk+F3e/f+rg79YHM3/++rg1Wv5H//7KYufH/+2pNhYC+V/vtX8q6BQ/Vvxca4w
zr/jt3Kh7vxKlWO2KaKRg68/99J/Kxdq5q+AidHx6YQ6amAY+Jn/LBdqv86VQMJ6qVI4eBKonfxe
LtR/RQDCyCOZjvIv8hr7r5QLOUh+KMMwkihPz/0T1BO0U+0PDSMOgRxi6myDLz6HpigBVhvKVpbM
14oCrMOs1e92A4JXLb32uzmpzarqbXlecqa715xuOK9DXOGst06xDgPNu0vN+MmoRB2sprIjGqLj
tE4KAU6HABXBMq5V69UxknFvsRdd/fiNQ0VskdJmT2D5gboAG6oX8JXEfTTkMt6NZlHu1LaEPAgq
8AxRcXpl9rV1ZmtjCs5TkLCiJOgBJ5KnzkU52bdBFI13Q0dsAk2AF3OcSSuNpUe7xkpgf3BqPPZ2
ZCxjjZ8lEq5A3JAVx6xoVmSNyvMoztPz2GpfkkQ6Jwio7GAyQ98lJXQHKDgveRgo93GRy3OmGriM
miPulaF1TkzBxaaNlG5HZ8o5tbJs3pgrnrp8ntX4SaXnN6qpYd0obf8CfnQ8sAfPOMDxJ/c9Fx8G
BdYbWLNtHKfO1p2SJyfkBgKmSM9rwiSN5Y+PERWOzUaT+/Tjr3THPj1X9co59WP50sf8VEplKywN
DZoYEaIgDO1tgZx6BUzGejMTVdx7rVlPy0jvJTz4XN1aAO3OLQ/Rv65Fw0rOtbHBsd54qiCOYeJE
O8gf8/a+0rRNNprpraFym5Mc8jan8X7NeuicKPM4W6nz90IWCPy2GtPznsoOoClG3GnCen9eK/z5
llOqh5bFBLC9naXWAi+3uu0imokFagPo+hUpXvBrwAO1/M4+NTiF2paSWJTweHgVgv5FLZx0M99c
PHz2dhpg7S9gGlhviZM9VUXGFY3+Ja8TDrsKksLKErv5thaGdLaeyUcusMatoGg9TeSMLDvQbCun
DO03mAD1m2WGnKYED2TOztnSFH8xhsA+mVY6nkalNr/rQucuut0plVZ/UYwqO3L22jPm4k4N1Ast
C9AzdpXQd44bE6nQ9lV2XaOf94lBdM6VuEoPmgziDYWueUvcau4d58Ua/G2tnltoyvyS9ess91TV
D22QCAs2H2JNPpgCTr23TlWOMFgtB4gcyLqPaeHlK0gc9TcgMv3SBp2384w0WtJ/BMzmyCFdKI0T
vmCntLYQ5YdgBakk2Dqta7wYqjCjhRwF4UpUA4SfB4SoGGJqjpK639IVrnxNenAJTkdywIJ9/ESf
F3Ix8qzmHNLYkyucBEvjQBs6nwzA6WZqX1Zqb9yXrdtfJaYjQDjoUbXIjDF6DDtehGmy64MLI5iz
x9hfjaGTnBj17X0dKZpfYOzDl0wNHGmmSsI3PK29A0IGICtnKhs0LWAbza58off6SRnhOnvCiRha
0rto6U6scAZZSxv4yjHFbXkKy6Fe9IFuEJ3YSc70qrocmTaiZV13YA+k120jVe0r6IDY7ACzJr7T
J/ZJ2q1xrhZBf60KNrVkP6nLyXLCPRAPdg9s/O0jZA7jKeey6xHs8a7NxXPr2M2VxlTJxqAbrH2W
W5bvFd7Jjg0CIULc/FrV3GgFz9bvU6IR6OMb4JvIbodvWK+NjldiVqSBw9DNnaJHwRIBUb/vFPNO
QAy8QD2lnRJbxLcpeX0EFCrmEymjlI8AlpGBZqsUnPJKpvu80W32NaFr7LRSu21UO773Mse6b0t7
b0yWuZhkH904cSF8W4GN6BlUT6CBj9t46onDQc4n9wCTgztLJ2s9TiXIb4rFF3A/222dz+zhILem
RW+kcklZNT1ILSEdvXYAbqeTt1QhVVXLWm3NhWX3GjBKDkdr/OacsEo3zl7KMnhFjjZDWIetEWnU
pe0pviZD09u2CnIDGMHCkSw/xIupAycEPaptGNyFDrCmyJd9PaTbeiDxirJZfeL+twusIXhhszw5
pyRcrN3KrW7DHpo0NmZrH1E2vQjDgXizQLqr2jKHb4PhxIdoCize6tbzISepC2uoVDhueuZHesWJ
vqZWrZJRje7dCR8n6voLi/glKjIV+JRJeUinYCL2gT0Frwqkoj34ofw4WVm40mtd37XFQBUpluQx
FQW01F7rPL/CT+qjXNmGZsnrHcjuuTPbI4QMEijlXJhSrEM2DKDgcWruVLI7tmWQDZJX1BKHLM8N
v4aecwS9zuMAyEkRpOwM7RANXn0AnTcXEmqdAQXx4gq9WLRlU9Ivc3UACuYF/a5WO/u+7tTcV3q3
f1bG0GUPUN40XRHvalHmt03pTXfoQ9wDWiJ1fiWME0obnUkYif5ecpqw4HbZALOQWVuX4B85a0+K
tRu0uDgLRjFtEXt0vq4H2QqrSbFqlcDx9UnLTkFBnhQhU9WGngBUG89lbiV3boWCW9/VnbNvpsrY
A83zzhFuSn+oOASV80rFepfs9MhMLpUwvMrIDDmFVu8dYjmlL22viQX5FiPnoOKG4hnzs6b3yxJc
8GsIYPho596waMaSUZyYYl23k7jIs+Y6D0dS1YQd4GTmtP9q1CGEfHcALbhkwm+2XpDrB7egaKrm
Nth7Rqqzt7ngImy66tyDsf6CzsM5NKYb3XFO/aaMjXlQKeyni8BsizWYxPwy4yh+NoZMarao5mbB
1DMcY1xOtJHDZa0hpNXLODiXoroc6D9t9DI6Yh+pLmOHCkIVKIz2Wupbi9+/tpT8olWGAhhv0V3T
9plLe0q/CaL8vIwsEh6c4UJRAcVBJaF4W4UdznCHoDwKQpORH3lXR7BYDGI6GntCQpolYKL83Kmr
iwba6TLO9ZsoKVZQOZ7YwULrGWAFCs/67gUaw1S6QOVrFaF9HVsL4BYkKjgZiBZHg2riQWyzBnWf
j5wv2aYpS9WTzR19X+fATANCrDe0NXCgGUiedk9AI8T3NOkFAdRuXJ9PljbsFMwf502hUFMmP+Eq
Lj1v04ie2B4SKd5Que3rXu2uNbJRzkFwKSercLs5qChcdwiccY2yzsELNzZJ5dIRi6t6C3yl9mFg
G37UG+OagChjXfat+WwAuPazyBkrfzQGSHqyubVZ3I55Auh8EYyasjP1lgJ+IRS9563BDO7mdrUa
x0K9dYfcfh61IVsXbHyXFggyFI02sT1B22zaUVbr2CXywBCwut0O5gjdgJzUoQEIqYW8veWV3huW
PEZTbyy7NrP9BoXMnnAPZF8iP2Ymxd2KLsnGg+BzUhTmCQqd9i3gufuk1nt/0vTKl46p7OxclhvL
GnTKCESwu5lN2koG9CzvrADpaH85IOlaw16PFywOAwkrTrpSKqa4UFjTVhRobOBZwqwC0ImXouZF
i7r40FWgGiqzb7euJt0NEqd4o5iV+jJGRHhTGKe8DSOHsqpFxHbcTgeL2trFwKagSKvqGU89gR9x
/b2BtLQwCWK7nNivbEB1mWdiNNkNd+6pJDtBmdi7aQNJPQnRntejqp1LO4oWmDmqpWhHl4QjDnXw
AHTExp7SPHvDZH7LWN2eg2j0dgUq0ngh1EnbAct1NWwSNCQBfSnGkcKeQkURnZ++Mrq2P3iuqHcw
Fo0L3thyp02mdXTLmh5opcn4QXUaqgtqJE5BF8iAcoc13ND/rR7jki57Sfbl1kNvddE2mkYnrUuO
edZPB9fNJ2r/MDipJ8PpJXVOq64ssy4uc09RvmlGVKtL5OLBpjeaTvisKiBriYAZL6CZK1ctr2i+
iAS5hJZIgy17wubOCtQ0ZIs0jTslblDki8I6jz1bzqmZ1cbCWQ8mKCE2bAE/3b3ovVLdOqAGYZkX
srrEhlxgObCDISE2tWt3E9jCJ8POnRcWimlnxVDCV9IOowtkGNMGpyC1Ds1tN1nVO3c9zjgArEgN
FmontGPoZfmuCDxiD40CyJjeNeqwjF0jOUapddSUOlrZUIr3UV5FEccdx4DRraPu4Kh0pZD3qEk2
VnZruguIg48ksJBd0TTdwR1o+DqRBFdge/0i7OJgMYbWw9BAn6BBepuTfbAsnO6l5j/5MCPZM0J6
oxFfyTPYWCYeWk4n+VQ2fuW4j7KkRVvVHRFwdUSQWahmZ10oH9M213jSrbImX4bIa4XNesCgfemA
TJDN0V05U7lx0zkhTKp3QLBrIgvTfdgifu0IoiIstVLWHk4ncgqs45A08REBRv+U2nV6yqLRfNO8
Urskii4+8/QEylhBA3Ua4xDbuZpv2f5cOsX4HfB8TQOyC48D7yttuLb3xz6w945mhXsgmIqfIjZY
xW11Bs0Q5DSH0hWwezJvlGg60S1KySXttDsSLsGMOSNCDPzCSIXlGei1F+ZO8rWKyN3mjrnGgZr6
qpevM8W7Azx9kw7jdS6tfC1hSi6TeLwpBNKYuqFz2PW3Q+7Mla3E/Fb2ZDeJPHEuDPiotwrQ+oXu
GHdT230j5BdENrA4zoFaAES8n45lmbCaty9xaQkC8rSnIRdko7Ret2pd6tBqbcN3zunSJMZU36It
zs8SPttOsN9dV1NyTYlh55AMvTDTPn3I4mRJDsh0TgXBWA1x/TTG6lMx76VixbipB1ZJL6B2ys52
n+Qp/RMr/a6kRbKUmnUd9MobZV3izMW5UIdvohfd2h76i9yizV04zXgWBLayt6UbrCfbWGWGVtKX
IxSjKYJx0WrKvQbva8EO8KxvEXimHT4eoVa435pUPxowPfxqImIAGAt8e7W09krqUrAARrxxw+TE
tlRbJKpJmRMK1azvH33omOVuIm5rGcn2DPmveB7E7HSip92R2qFNK49FbiUhRt+AKnUP7tR53wn3
bVYkpIV+l4X7iugnvsN4Vlm59n3mLnRLpYEujqmV4zKpim4DMMlcUgZ6G6XT7vrRqBZSgeoaCBjU
QeAxjlvqmbb3HRXD9VSbcgH66RjH3qGLu7feap9x5ayLKt3PdHDCzPNjLC3vTBTBISbk5kgl5xR5
wSajDKQYySGpBmY2Nc/9oXHFGgXhXZEpB8VLbpu47I8mgvurMkjcpaaLNxs1B7b7F0uZdqFHFkGq
cZKTVnpq27InILwkurqJOl9q2n2levcx+9ul1KttV1iHMmWZgzUZLoTb7LOghSCdsn3vFfu6Y5FM
GRDEkpF+6A4lLfvU/D/sndmO3Ej23t/F12aDS3C7TTLXyqx9k26Iqi6JW3Df+TZ+Fr+Yf9T0H1al
yiqoAV8YMDADDKZbiiQZDJ7znW9BjjM8D2ruZ2SakQ1gXUILYJqchLTWXbFFhnqFzykkDAfTBiPJ
Ol+SJ+g7+kBsC3ZetPTzdzb4zJ/B4VUr1G2QjY9laGY3hiu6reLmByQJBDG08kHFOj+TCll2eIfw
2X5UWvdYdnI86Gr3DXwuX3E/vshcNAQINsY9PI6nzFDmmzJRv2DvxXE1NM+aUt0UpoZCI3vCQOaV
LO/viXCOfUbnAqNZGu73UGp7p6Tu1iX202HW4vYuotu5a1+iohouwLrZbaVBpIVs9mFr1c+lAhUB
bU961aKhplZUg6Odoes0FcP2ZRilFJrMglJpEUpVV+6OL165cpsM/oiMfPjXWOF3vccQFzVHdhgb
Y1sX4pDlGI7qirWrwvktn8fR4+cQvlbNF0lQfeFm3rV5tCuy4jJ3onEdyX7TGZLParcnS9HycKwH
EUhruSMUrdrIvLCu8k7xJH3aKhm0O5hxIThTv2H6R4aAqhIqgLVWaJe3KbV5yMQCzJO2SdrXDDu2
hZsdnN7a1wT6WnQVK3dAIe9azNqj+HGZaCtTRAZLF75grcdHRDWo+oYtYFPwACtYgtybG6JWMNfs
7XJHHX+jzMqJ92HL33JrzcmVHtcN6YTmpQiSfTvWAyG+8ikJm9ueWL44KC6wglA8tyL5KpkfSMia
VlPE9CkkjttvRHST8d1axen0uGS6qTK4ErhnBSEx8ZJcA89N3X0UpoHnxN3Ossrw3shdcqus7gvE
0Qv64WrV52TVWIUW7UqOMmhjzPXKxmb3RhGQcFGqAYxxab/UtU4PnjLwawmDajwl1cvbpuwfAAm1
bSMV7RCFJKG3xKVv07yp5DrIk+ZxJljAwDC8AMBwc4Xmx0kWm3dORegR86nA/nLfFWq76ck3B3BA
yaSDIo9ETRDFgOpFO5Cn6n6Teu/sAwb5PvSI8bUtcnfVxllxEG7Tn6hU8zcMtuXT7Ib1vtHm+NDa
IMNgBHiVE6+S5Xd2HUV/w7bQvgCxiR0kOv2aAUrzUDdJhzXljKiwTVTa8jY4SNKmMaUXfuc2P35S
8UhlYuMtTvujVbR7DYWqT8bFt1lT5AWvLXbPds4NRq69CRxrvHY6G4tkRuK3jRItoFFr0cpF5C3C
IOjXTAlnwtfK4DQx+VnrJBNcRxWdsig19zntOsuLVat3MWitHu0+yu+bSKYv4ZRW29EpWizt+SoZ
Q6sTAzUoNz15Mnh7Kl28RSqJCbtRJs2XpI4C32pHBxIIVqOU0rrcuII2TO3aYUtKeX+kWwdwaGqo
OLxwzA5BHcq+i1aQlGPfjFE02czLfHeoNM9G9L9rzEpu+ggP5CrJxI0zzd+mMAkwe5+DfVI0/SYo
MioNNaTh1UI13jPXaw98UZqLXDrVlhk+DGK7NrRnKxn6E01Hvo74+G6wJZf+oOjAJEaY3kL2n+4w
OAn3tl3Jt65r7dvIbLBRM/XGtzvllNEM4jtEGR9QGB/KXL+xavgPeTcVPuTTxYoTRKPmB70EsTPd
lWajbsqWoGigrnFLGdN9mcENLqzCmUhWy+qdqGrF61qHwtXWmouaEMMHxqT0wxondpnDx4oKqR47
vn/HxlIEgYi2cQjTaZ+4CchNZxK4nZfdPq1rx0OfoVxFavIVFiPVqhXfEWRJLGhZXbU4xhxLFRNI
gijusTvWb3s30cGaSThbdcQFE7BIw7BRVbP1A4x7VqZIckwQMCAt0zk91ktcSTK0cmdnleY7uMhA
OYpysqzUsvh7TvvuAtrIRMdAxlAXLg+2xgn8EJJdwFyF+8DOXIeBpZ2GppyZtQ53YWagYU/Uiq/5
GKySKTP3uY3zMMl9xRoyovS7sA5hq2jDKs663BdjHx7iRGovI55vfHXrZB0up4pO0NBpHFmVppIA
Nye019DSkk2Qd/hhu3p9cKBJeeSMmVdEy9x35TTdtqSlQUdRx32BcpRqGQNYWwY37WQ6GxNlv5dN
6XyomrbwiSXI1kmMsW4FmW6LDnVYwyodvTLKIm/GLPWWndu+5fhor6wlM1ziA8hXPbL9WK+1jS07
AmXK/g5hbLqeGd54Mhryp9TFfsTCuf7QJTwNIOuCELu6hEwdQcI39GoL1sLYxFJMQgNBmOogqW5I
zbNOwWgGJHlOpwKSHDgiqmp4VtlRd9Kvoh6wd5mE3HdBX21L1QZAoefKTGyLS+aGB95f/brXhu6q
T4kF00voKZE5pIzkI7kxw+5LZ0G6HVLLOULTy3cx3LFtPI2vfa3C+ppknYNMzuFFC8H4su3T/i1M
GoHmCN7hYeqHfBsJtT4UECVPjKKSDQXqBoxrDQuz3eii06i3cb3VSXr2mYo7GyWEZZQPEGiQHKrb
ERTiAtBSJc9axJvETL/1cWbA+YrGvTGWwzokffCVUCdnXZsGOdRhI7zc1GqvtsBnYRI5G2euxgPU
gdSzBqh3LWfDZixncoKUinOdHJITGIz9gL20PIVBqftD1DTrklkQHM3mti5lSi513dwjtMTOoq3I
RrQq3sDEwcB8MogfxwJR7hNTvjBslNtKqsOp59/2DFUqSCdsfdekqnkfzzDwWymDDQP2Y5QJSvvZ
JLY5TKsUQ36IO4GV8abbSsNF9pZYuaQ2eXyfrBusVzEHkmUTUkG3U3zXp7LZFpkJZdN2422EST2x
9UWZ39ipYBKFzPZB65maachJd8rstn+rbVdeVuY8fFM6JpmagjHfioQ2G7OZUTlhqVptm1HShoGp
XM8x2Ws4FyggvzHvgJYbe6uYjWdtXuDVRmaPjtln4K5CPlp0Pr5UwZ/5me71FDPlGvFbPmQ208LZ
7fuHvurfCLkML7OGWgZc3xoey14ZL0sIJJ46N29u9GOKy1/SWTmxl52txn5h9eJ55hW/Vgmd5rjT
6meIhO61oYhM9wLVhOgYcMpQmhup+lQNIdkQldV/yQZ4f15JoojpdWII2RBJQfxkx28LCR0bKYrA
W2N+uZPlo99oZXvo83x8TDCv97HkL75CklWeyr5td2TOt4fOcvovkESyG42QWqZWaHUujdL5PuQm
vDKFWfyXzNGak+324souNfWgpV0YgyZzM3VX5XyzgTlqppAn7B2Kpx6G5CPDue9uzcSXpKuAdpMB
pxi5AzCCoflPClMdhJDamyBrkNHMiJzPDJNX3N2Gm8rIhz1MD+AvRajbSicttiC6wccOxr1O6wEL
ehhMVJNx3X1fNFyJD02GIMfRpbyydWi2kthkHw/dtzpi6+gOU3dzSYfxSo3GmryBHj1Fzy0aoynx
1azhTyd5uEujtrqGxAQFkjTbvWaDpxJ8aewNtRbPlV6na9487uxslORgL9fr9sy5Z62rn3P8e4kX
kstvI0xF8UkmYEI8AAifZj2jTZ7MOVsYjPK1x2XQZyYUrIQdZaSp929mwWZxM8nPT/uCmOLWJhR3
IEoqEV24I1DDuOJQda9zSNpgaUHWe+RzFK+TWRrtW2dlVancsEx7AY2bszyMVedRQ6vtFwytu5Vh
zMQpLHcl51qvA3SAk19m/PO4N0B2SSWfIR45zOSM12pOIQhgV+h2WyQUDZadkCh3YH0Gyd5kVvrz
6GhrKGZsdUO+YvymGTh+G6RzBUC7npvLfALLcbX8C2P22ryN1TIcT7UkWZpyXXwn9KRzMXJvo+qY
tm08+IGMWBQrr6G+dMcy+TbnbTZuzKQp5RWxyoo/OIWtXSRTPIs1qmwzutWx578qAxXn7xVaQM2H
qFD0a8jWZsPXZJb0y5wLYt7Mczc+kjE6B3c1Kg4y1ZzwNomxGOK7WalW4WeDwhdJn+o3nD9LJrK8
QSMtfDYTLJJEKd4LTVM/q1lI9wvyLR9nuh6+ps2sPGXhPNhPuSUwSE/hJQzUun16IQudamPKSouN
SC4hNvR24j4PZqrXJ8Y0D53OP5kHFAYvWdjk86XocefZjoXTHZy4gCAFq0/VHuOxUDRvSnO12qM/
Iy1okEntmTyWhxnqMKlk3Wyu7bJLntFBmi+92beXytArxg7vMb1kHIsdEyT1UNorWHYROESV3zhh
qHrMmjRYmlPIQbqz2VEXITQdX6M/DRG6MPb0F0xv48p211TKxaxaJH5Jda43mNktQXhxghs7nPLt
JDPnGnCbM8KcyLDqoqFl3kyd4RyEgNj8NDTBmG7FQOoroZdRkqwHxh+y2wJ95AxEi7Y66lVVA1Ym
Frl7Xoo8p2ZypwnpR32CvsaBtUA8cBYR/VsTFIqwoquwfA9FHhzBSpzWMyPL+oY2uQG+HwoaOQn2
i1rBduWrNIkX8gpdr94i5LPGlZ4WITof0ji/m4T0XCmVKoKVzWK37mTRIxtk+DIJgyN6i5JwVC+S
zJjSC6anpQXSU8ZXpRChWHeD4vYHksiZh7VQaD28uChck4AIV+EWEWnjuu1Hgu2OXY0dOl4WEnmB
RoaDWV01tat6vT3b0HvCQQ77jPwlhWlJOmNZlpfkzmwaIsPa72PhJl5eM6+2yY3xef88cn0mX4GQ
tzfmiSxTRbWuQESarVK0+VErumQRtBDglqO5j8r2nirZ4Ka1yTfaE0iQYxN0a7yP1pR2VkRtIR+p
0U4zuEFtpMDGsTXthTbWvoKE0ytIEfMKrN5uuJtE1jXTs1JMjm8H041d9KoXSyB0SpDWUzrjb+aR
lL9F+1TxJT4KBuLRFGE5YClfu4LE2LnVbloAjLe647BY8sNbV2RbbWggLiR0JqDXFyMgiN8PVnAs
LeMuq+sM3qizFyHiqtSkQzLzHFyi0FcpNPFoBvWICn8sbJQNKhVV1XoTUFqd0mSHyLwoVTZz2bkQ
INHlS03F9lbQXfP8jPvZ5COLBueetG2iYCsQ9SJEt6JwjDGfWtsj/mdqmDtPaF1zQik0OsKEfCAv
6UJ+xKSvyXaZZjYqJ2IegwIRVJhfxuRkPyGt4H7oZSOPZZVX9xhCZ6doCh+yiuLQnspHF4R2CLCK
HhTM9X8ImspkMrNLJ7AdGYFHWiR2VwGWFcyryVsjoMObUzxfBVYA14AG/WEuGEVS/sTbtjXRY2OT
amrywu6GGzPL/DIxr8Vc7kCM9+gDinUlINM2qnINOAZPHO9R6t/6JggQNhDHo2Yrtx0LDNxJlpa1
e5tLprmNM2xaTABXDEyPquPGeHhrV50KnuvmVrlJBSIX/JKA20T6OieNvcnHMb9T+7RalSWWZkMw
ETFqk8sGEnzRjWq6zRNIdAiEycyzWkpHSK0E8UakaMKk1VX8WyKdZxgm15UL5BnVZAGoZXKTSesi
rDQI3fq0Jy9grYAO7gsoz+hO/KGtwh0wIIhWUEp5cBMHhE/rikdmpcOLHheAaG0J7dmJn5QySjEG
Sb8aSHpvR6l/GQtyEdsGVQWJlIzNBrXZWnW4Ntx+U1azvp8c01rpBV8nNbitNXwnVERju0b08xbd
aPfNtcmaTSMQqTyb/CpjMCiN8jFdJHFDYzqXsBIB4WDOH4m+U5aBY+njsbKX+KYu+hMdlRYTRmzq
5jdOphggGHaFhfvDMTNJxpbALzUgzyqsiLyxovGZkLrHboyKo1AkSEf4Qh/1HDTExXcaNBRTDA/4
6ZM6hlcGw5ReQblgO1ciZuDciunFGWmaEQDQACTim6FnesjZlV852szg2omKDY+V7LwGYkk/jrik
OMmLnRHpyziWmZfewdAxJ2jC1HeY74g7xkZvUiFtgHwaB5AxaX17mk8RitR9OdkPirBHPvjQCOHg
MIpQDedLker2VhhMMSZzB/qheKTWfU0IIN7GtUL78D3N9WOdu387HVQVSydBCUEf5UqY1/cJLqXI
Q+KdqylrrQ43ndqCeiuHKbOudZen3uiO3E+FoV9OhERnev+aJHeFlVylyAPWlSvQTeUXqppcCgOr
gSlRrvWwVHYZyR6rzshebaLCpjI8EY8aPJd98ZS22XqKawrFgXF7pdp+UwfB333SbWJyTO5rU2ce
Od3WjgOshfeNVteXkT4XGDBJslBJhkrJ0i2j72qbwGi2gW3QY6+HGvjNSZVNHAwHwthMii3D3RrC
pEK3iqsEod0Gdsp00DIyCZ04DNZN4jyPokQrikw8RoRAiHeyRC2K8TjWKr+xdzfWAEumsXUylVvd
PJk0JVk3DldEtV9hH/rghM4+SkTsK2W2nwGkaEN6eq3+1U2QZLpZ5K4LJbk0ZQJAbdcPuDUe0A/6
QVq+GBR/aaUQc9nkfzemtiV5rl1JOOHMe/LoKsDsR+rJY2hXW0RusAjbG1ctLhotv7LjYTc7rg9a
siMM4DIpSuuiIQNBrKCYUPn0eUdDJ/0wjw8ig6hXEPhO2iWEvxoIIy+Kh8hptwhbyP+WQ7YuJmUz
N+LQdum3pNcv06K6oMXRVqmTE4iqILBVc3a9jMD/HRVeTEIowZhSNQBnr5HBmV+NFOZQH5ELFcBp
WMFAkl6SFDbtNZnhzOv0Ta2QgArYOty6XWggjdLAxrUWuqNWZZCGetskLUoXR6trtctG8N3S2QEB
ksCgGyZPa38IghGUoQ5eTE2RCnc/dMN6xovmRuStgbK4ArVWvtei4KqGZHM1yJSOB4KIm/LD5MBc
q+QTM/fmLbLuR4dyn/S8PNs5dCAKqT18lWAicXqKuUJxJjwoVfxGJD2KR0wTpMY8AEONuj3zy/5K
1AbiBFrp667D2K/JByZ7KcZanVkd88xxjjKpGi9Kh5tYBNuZUTi9BHIYNe3EFgjHOXRNnm6HZrxo
jfoy1sxHPm0Xam7aK9LB41UsVQGJVbN2adGyCQaR3WBBb1xXfWYSJwB31EmDI9mZ64rEU5oTRpMg
Q2lQbqOqHlZj+Qo4zawhaTVPXVzbZkfxY7Pet/ZwVNoaFCg8IUzbF6185EsEX230jax4KOUAw7cb
QG0K6uzVRFLEm3BQJnid1eJxB1XG/DYIIz6RJZQcmU66p5Bx6CGKKyNZ9dSEftCb4s0yqOPwkvme
kmDpwTwhkjYnq9q3G+cGTS9w1IQvO7xc1+ej41wOjMyOmYMb5A9K/v8XJ/w3zcZg7Xf6hIsuf2mi
uP5ZjfDPH/qPIAHO9F+YgziuZUEEE6YB4f+/BAnmX4aLjw0kOR2dlECq8I8gQYi/ECVhfGHzz20M
FHAD+UeQIAwMTNAv0O+CFKFm0P9EkGD8MB36ySgBaQMJGtgOYqZjEz6jnukRqsKxdAU+w4NJM5K2
ijhVoKdr1PGvBfjXGigRLVhXla9t0mJPn9uIL1NhnSy9LF9o3dHXV/kMcUqaHKrh7AGOVKscYOCE
Nx8mIdX8KIxRX9dp3jEubrudEtWOj/xh2vbY+e9mw8DFTQ3ExUTZc9QIc95SnLjbmUrHB6S8mZrZ
2gxa+mJAv9jjO8oqM39bxkSTChq4gFjuyrdRpMKYUFPOXl6yoS57wA5ZekrJ6QG1dfLmIrrgjaf3
RJFLUSBXbph/rZqF3g0J9tJJeYUpf1+1ybhx8oyc8OSN6NtXMs8NvBuyoxuojyKqQK+abOMU85cG
KIAUsuquQ1SgqE7D5HmOt9Y4c3wrxdfImRj5F6QKzmZZbgY+tOSSWaS6lnyTyB37rjsBtN4xONit
Mu/Q7b9GE9hFExV3od2fxhK9ux2DOMc9BMkcCyEPHcmrLWri0uFGbimSejAzNbmvSk3uUQREV4QE
tznSxnm6CKCzb61pSRQWxXVuJJEf6gl5GKPtbFHqMZATgXYcS+uyS6tpOzEsK6uvKgQGZvL5VzIH
F1tB4vPUgbuw/F+FJb8OU32XT+EFKXflWkdttlosu1cD2Y2e0St/azGBAvh79V6uQZmbwCzqDGJw
FgoJwdS6xxH3DX60pC+VX6txKAH+p/HQoLXi2Y+quZpa0qOKbmzXPRpo1G2AAWOs1ieVx6MzW3we
1Qh7gbp3vTpNvgdCOaTT8hs7CeEiZcxNjY6urriuZp5HnBBviuik/FomrrkrUAGv4Fdq1J9ZsRsc
U1xOy9YZjeaEJkihoey74xh03dG26NJIu8s5sxs702+JnixfERpB/py753Iwt3rcOYC3Bjm/8WuJ
rSyc5QJ3gBbQdsy/NkF9R5xqRp2b3zX8Wj5iz6SWX+NsQ2U8jNGmqZWU8AmqvS59m5Ku8MUyq0e7
qKzIthsPeSHFBnmOwceZIFxG7YeoLu/cia2gR1xvm6dv5J/ekxByYwZTvsVTFKf+uIH8wnfCa6Y0
vizAJP1CR01gZan52MVJfkwCuwNRR8frJZO81hEptKMS+kaY39UT79nkRt/NSbshw3tcDZ1k28X5
d7O0EDZGCjN2PWMTYiuwjRXByDVTYq9JxhTUcTglcfR1tkqVFKK82MmEWzuWdo9on4CandsyyAkg
Oh+t2WT2HJjWug1RLpvsGdA9ihC8TjbSDkLuRasdyzEer2I8D7Zz04DdpgE5kqQUrguCsr0kpGgd
0B97aspfYBL+6xPAsmB0k1zlUfWMGKP0uskKfUbqzbYqwugNBh0EU1EdoB1+DxyxNUvcGzW78/HW
tCC2VeY1IPargTPf3mJS7xNpjSFJyA3oHIl4MmTFys2FryrzI3fSWuN0eZLQh3aUJ6rf4+XK1Ah3
ALWBthYPpzFLvzuj7B9lUqKBFBk+DVUABhDz07AZgE+ftMibQn3c2xIc29BrAlrD1xq9rKP2EtZO
FW+xVhgPVdClG42XG+5Vw8FHtechT449xg6ctDky7yJ2SCp2CpWiwKwOnUqGfAof8IqckHmHhUf1
3BWRXJOFnR+zPq9fywL39Z7CY8U87PRj35htVC4vGzRPh1fKrTF/IYN52qkam2zkPNopzqSuBDyk
rQl3/v9WsfEUp3H57S1++X/AI037vUna6eXtJfyf/6P5++V9pbH8qf/UGab6l8Dd84chHvFtJKv9
V51BxaA5lBe20BZB5A83rX/qDEXT/uLfpatjhqmiBF4Sw/4pNBTd/AvusoYNI6Jp3BFxDv0Dp7T3
5odUK5Qy6B75hQ71jOqe2YlhU905Gl5itE1y3BNTXWB6gKHXT8XXB8Zh79WVjsbfz8VwZFC1MOA/
d0nDjVTVRjjHXm9WF5FaPfRd/9SZI+cCumzio6f/lL7vTPt+dio7vyyWsiDuCe43TGTEX/hQ/f1y
G8ORwobuv49IqEmvHSu09ZaKvKUMtq49/Fk8AJelE5THNWGejHEds473qyRpyHAumWqvUqMGdX+j
b+nMxCcOYe/9un6sQsQSwliKVQI3tDNnsgTmI/GqeeOl2SgwZahXsB1A1+Jj7DT3jJf/7kYCeH//
xJYb9L/rz2XRJXSJnWsL3cS0a7nBP93AaQ7DdmgUzj14AMQsQ5C2f7j6Kvp0LFS7/GSHLMZf79cz
YPKxkqECWkN7fL+ePU0qZCBwWlhyzzaOa5RhE4pv3IA/WemXraFTVJum4QiswUivOruyYKoLHdJo
y4g9Gg/TDElZhz34L1aBdcVaUFuWvuD99SyDcyt2uhZLwAieJ542OPOQlNqMnyz0y6ulGyY66CVN
YfHeP9/piXD7cI6WQYfElakb0hSNQ4G8IohRZyiF/r1p22z3+93xwdMyXfwOrSW1UcVg+/3VMYbE
j6EjvanVRb62KJI3tRAKJJjS/WQjnj+uJe/H4r/YfGoORr5nux+JH4KhyjC8ZAgTxByo9IIBa6Df
X9DZXdSx9Mf6nEwZTkBVhZ75/oJqk6gEp58xipuCW9NssR0I+2NJJvGYq3s4guEnj+3s/VoWRITu
MknHO9PBUvH9giYKjXIcS4mUZbowkHzw1Fx8sJFD7Ks0kp88sI+WQ0RvsRuXuNnz17kCSXGqTiOk
2rLMZq06OcgPhDl50cueAWMnJCS839/TsyfHJTLDZHtoJDSQiiPOzuAFOsZpJU49e7CUPeHRd2ll
Nn98YTo3EAd8biIRS+cPLtLCqjEbrErscYCBq2Zij6lqso6wfVmPAzKAP7+o5XiygAHYLOfPTTjL
oZ+hseeljzedXWKg4obKv7gqZ1mEtBuDrU858fPpi2lFPJWak3gjdtJobhVCZ2sdFLKlElXbVFv/
8VXxHWMr8rzIvTu/KmRPBLdbbH/Ms8D7HZGuJUPwP/sosyF4RBQZ/GepBs5de92pIHB4siAiLaKe
tm9QdXdNsfn9tZydTcsqtqDgWMzqtcUV+/29ay23wZNvkojrooVyPk9rYtKTVWsYwScX9NFSP+zw
KdUItVTPl2KqguzahhQ+SwsnQTHeNRrza1efkpc/vyrunO0sb5OBEff7q+pmVG0lhmFeYIX3ZReM
SAkAecuJIK7fr/Tra2vY2DsCjdEwUQicXRSkgzbuQlqc3ETYBq4JRXyMC/tfXBBnOyoxKt3lst5f
UMQYnNAAmXlWojSnWUFrdql3VRBeqrlbfhLA+9E1ucvHns+9IPHw7CjCaatyajtFPicR4/B29SeV
me7+j+8cfscWwa0ctBrF9PtLyhQV3xxeUcTWZb1mQvFFTNL+ZHt/cCmYy8PMADPEGdc8+1LFPVqO
QGMRpctxmstrcRW21fCJU+sHO/vdKmdPB2PAlEHBMmZHdrpzoL0zqK+6tdQH++73d+3XpQRFhK5D
eXfYcedhlIy5CdHpjdQzB31mbuiaCI90M3mSTqd88oQ+WIsEAtDZJWoLr5mzJ+SmKVG+5JHTeyfi
IrXt/NgOYfxCL/FZCPKvzwkr+eXbhOkNpYt6dgcxU4AVUbBUwblK7gTZZJi6NJ+cQMvG/als5rAj
0B2LObKtTDq5BcV+96FIbCRKObLHKCzD/qR3RfEsw9RpL3onxFcz1RXpfLIDf12TJsSiYzQp/+gg
F4/fn1qDgeZKH4oQZAcsHGRKhRiCJx+wi07BbiCv+f0G0Zan8v4iMerAWNKyoUnTj5wtWPB0NOQ2
ksxlN2g82yjdcGu5kEjhikzOozJYbrq1OA+Zzfct0De4mPpFb8rmudXgankBzAwdHo8eNEixog4N
CAQb+MjpKLcCeamy6YRiXcxMmr/+/tf/uuVMug2X4dqyEzT17MejFwhDjbhYb5gzVDUQ8ZqSpmAO
XslNlOYn++Gj1fBZchdzZSovbXl2Pz0bAFucPMCawafsdkKWb+oPtahQgdaOa0afrPbBTtDUZUJB
epoDhersU6EHcRJ3Gd8/YaTwiERkJWvC7OBbwfPAXbIvi/rm97dz+SvP9gIRUA7pvFRh7Hnj/QUS
GztHSmpJr3HVTdxZ36YZPlmqAsZWJfJGOPm/X/Cja+TtZdpDwaLSy71fsFNF0yzibi8eRgDF0Hhy
x/iEQ2jgpdKMP9nrHzw/bqZK3YIhFXqo5VT56fkZsjdsfHQyRFe4yCM4aMp7/FvSPfN345Owoo/W
Wj6HS34XYUXnazmlWUMtlrlnOg1yMatQLrI+TDBjaeb172/iB0/NdvSlE9YdOIULPPbzZeVRHlpO
0OTe7JJ4X1Wp/aA7jQqRFDYpLWSyltMUfvIN+/XJoWCwLYATXsDl3Xu/KJqpxT9F5V2wmubUkJ/F
NGvQ9m680Co08WcZlVRl+DcvtQVX6lqCeOX36ym6ElaRQ4nWDeOwdXrIR6sOtvIRjYR6SIIUVwkc
l/zf39pfn6LDRtGFCe+L/2GevYONmAQiIVatsR3dzjBWvCqtMg+F5Web0+EC3r97nF9ksjB7Zb6p
nd9QIyHilpFT5iU65Es4QyKDhVWr8HwY+yH4S+Vd2lRztIoniDefHDa/7iHgBvYrjnA/UKKzC5Xw
6ERcprln13V7KrAM8ioBcsmAcEguFdgn9wES3c9q/F++4wJAinBX3n+yKzh53j/VFK8PvGHhQpSw
mvejE8ojluOfhbB9tApnqGDoy5yCqfP7VeZ+1ie1iunPM7P0bdRQ+CZiMfuHewXgixdhuYOuyaj6
7Ba26CdhGVM7avUUrZeCbKVBxMboYpj/zVJgKvSKS8rF+YdIzkyUM7PLuKDB2unM2nyB0fVaTZRx
+/ur+uDeUWARK8VZxvFyHtmeaZiDxPqYeWOp2MwUOW18shOKP8SUf8CGuA4u1AN6Sx7T+2c06E2X
ZPlMY9QMGGerQSS/Wo7S/eMp+X/Ern/Z6MtTAjrhROFUpsp6v06ojHVjhiYsaYxZsFd2gh7CXenW
MKIxUoEQrjebVkco/S/uI+ce/oeWDQ50dkinRmImVj6RSWq61QEb7+TFTA09/lfLQI2l6RNk6y4H
2k+fuJDIh9q2hsyjAelMYF5I6Z4CHPbJtvgB/bw7rriPBjETNisxLPnleuyUvPeZ5yXqVehMkCLD
exnVBTbpcl+oeFPHgDf5oK9wvuq2tpt/Flr50c786RecR3O7ckmPtDQawg5qmeegB3rqyIW4/fMH
9/MyZx86q4mRLfFyeb0xjqfMdR4gNPWfQFIfX8tyfNgWm1M/25V638/KECy1FrGNizQ3hL+RKa76
yWP7aPcDPliC2g6c8vwjk9dxj7OdnnlmUlmrQYzabUNACKgUFZ9YFXYVHEk5+6zJ+PDytEWvYlPt
gTi/35VTZxbQDllWQFPvoJAvbsBhZ3xSvv7ytV72pAG8AmhPHWScdYVWPykgltR3CL4QeOPasyFr
AZhFDAbOGH+6L3iZNV7kBUGnsT77qEB7EP1gck1KObSI6qIy9gxMmv/8jWYdikiaeAMU/ZcO3kBf
JQoOLGN28CFtehFuzbGOP6nnfr13dO5Lqh9noq4ycXv/iGyIvyV+Xz07Ae5tMjeTj7Qaw7ElR/n3
d27ZzO+PjiWjkN3HBBEU8Qc766czCrZLr0DMYXozZMEmKRTEp/WUXUWWVuyIXWg+wae05be/W3Ch
lOGQq1HBLRDf2dmbmKhmdKUbYZLqaXIFR90sXiQlZ01v5dbtDdkR6lNuty4GMHiF6Y92MnX2nppB
Ke9+f/G/3GfiqqnTGWgClTAMObvPda4nUVn0o5fa+PLEsP+3KmDGTYT532c79Mch/POFE32p/nA5
txH9AWmdLRZUeY4iIrY9zOcUTsopV3r3yp6EgINjIHXEKcMZqo5IPqGIAF00HvnzVd0vxF7BpyOB
PqyF9xWW7vFLMjU1vm7wn6F+IY+6lHRatyaTRfMAbXf8X+ydx3LdWNalX+WPfw4FvBn0BOYa3ksj
enGCoIV3Bx6P1tN+sf4gKStFZqZUGnVUd1fkKLPIewkcHOyz91rfauFJwS0PZmFp93qKI/UwNQXA
lkZo5oSxDmbejcT76et0BCs+/U+EQ7EWqJ0+oAbSp0oF0FGYpcytcSa1H8+SinbfZQiFC219109h
eFvIubNrCyD2mRuleGiedCfHqxfwlrJH7BsLyQ5YOapZw0CVKFatPYXqXGBemU2KjM8gwSQLVhc0
JRgfii0KOnCOsNrigJ2JRYBwmCgBzFiRpp0CFQqlyl3MNu6DBiS8hUokw/EVOI4opgT4DYkdkYfW
pk9fJkMKpxPLsHFGYrWep2d44EVChy9uRsNNy2kg8zRqx2lN+lqK9E6btBiR1ZTMoXlpDZXj7AVx
XMZF1SObQ5pvau2+4warJC+hng1MeIcyf7pearGPDStttvoMBOAsIxHA8cZ2mOpjCNRsPh8XkUs3
UlSo7SEcOjFc28jxDcIbcJ0OUVwarjQtS/kKiH1+TfHmq0etH4sSV0hiWieNpeXLqUlQl9irohz7
fRRVoQjgLOnWvYMZyyBjZTRtDxp/9KJTVNmA26JMl9200cvooI1TlEQ+zcAY84ceh5Be2JQrd9B1
MT+Xs8ZM39WUME4feNqQ7oaogsOrMMxt84TIA9taTeGT+gVxdpIGeIKE+TiJWM5LWiBJQULNDF0n
CiB+gErAYjnJl1hYVx+oRM7AeZmpDfklC2aBk2YsnTcB+/pVYCcdXdkyi2in9XKcUxAS3BqMmRXq
m6iSpfOWAylOwXZMpmutFyGpta1uFD4If0O8Nkkof9HIRyJFw1yF44tad7wImqRsNsg+x6M8IzRz
aefJyx3GXbx0pHIQjSyHo9V5SkHx4ioiS+5VNOFwINrKIGgDkXqD2NTuem/C/BcFuY5cLrAIutD8
WJ60Z2UoCrBZDlwTz2E8hibJmVKbdVil51hQlGdZbTNc0cO8aNsxk6ZrJyxtsTfkfmwBiVpQ0FC5
V7qXtaVh+kVeN8amrGX1NSLnK/XtSLWG7cJB3HDhmEwjHJms+0J4m6afRrPNB8+LacbgD0IEf2Uk
kQhFOKtyXY96DDgX+fZ4YhE/zck5JoLtxA5ned7oYxk9jxXHlADHiwZAXjG7B2tJje4moRgm8CaS
Rk68mUkVRAO4uWrLSp5PrSzC8daM8RTTe106B4Tz0FjZWV0hZdtgrF4Jm4UdozeThoKYMzI5NC+C
rdqepE2PIT5KUtxnmbTEdwvZJNyMNAUrVSSYuTcI2vUbNv74rnYmsLHMy7OgbE0zvZFKMgV2rd3I
y25kz3wTst59wdQupgNNg/QL0MOkOABjBgAWto05wUajvvflPiteZTVUbuKBQbXLBKsb8WSrg7Sl
id5EOHXCyiQVbEjkzxOhOe1dAW3tUhZSd65AJS1ByTn6cmAfKs8HMAAYyoraqXZGKLLFoxfUXNVQ
FXIPM5z9NqB5r/ZzN/XNFmaEmhzrWJG/SLFsRCsQMQd51A/RqzYqSo16r3XwQjqN0aOfTGtoTlSM
9gbVf5oeo3J0lBN9lI07M5ZbE4SMrt6nMgd2XH82sCMe9slOTuZItg/KPBcLlKi4LP0WS6gU2GNE
poIZxiMQoHCOzdEdASdfFMQuKH7WtMgmgfPqdlDYOHmeQsb5zWlbrJhdrY8HLWAvsSAAWNBRvFZK
l8/5QkvtQcit/GCbYZTdIHnKlAOucAjyM5EbqFojQ2s9p1fQGCt9JmVb9pJB3RR2W2OwmsMFX3Ak
JbPhtdpURPc59pMniKPqnZlX8NR0RSoQQ2g5QBGZAA8hAlwLUAncRYuaS4La2uKaRDvh3EVZnURb
aCA9e3fFUcQtMDpdauoi656aonk9KKEDvYxTEdwBWR7D1LcaaL2+sLM+9JE0p+V5VA51fkewm6Zu
Mye3l6MVIRu7ibu6wg5c17wlISmtCUmMCW0WIuABz4mBd7jdgL91K2ZW+Rcp72OAet3Qn+hSNI17
HWQ12Gc7kVvCy0UWAiet5mxXFpDl3gTT/pkz01A8Qj61XhvHtMXzlI3knrCiGiNIpApzNhDJhiKh
Lkzjlm0D8p/bh7nsfGa3gkFbFViQQNFw4POSGafpGijXYX1SyY4I79TGbJIrye6xb44EvMx+Ik+2
2K5z/uEyU/Q6viowbep7pVLgyHiF3etQQWEYFdfwiSog5S0hMaySJU2qUxGPsA3bWjg5UeaYP7xh
sXWwignnGXFXSsj1M8/plsJBC4rEeXjoHKb6j0YXtdFlAvGrfdZgCPAIJWG84swj+1WvQjJZRtnp
jJME2Qbk11SBNklCkpQEUGsMBCsmGW0oBkybK+yV1ZQ0t1RGzar+lcoBkIWZK/q1ns2yci4Keol3
Zp+10RVBoRZ2/6EZ83OBE0jZMF6MwdxFsxZ7ttbj3TZVfb6cBw2aA39+2jwxbe2IG8lmvYd5qTYy
OHwbr3RV9qRsKzOUHwPSZHtfxws9OVWBbOES5YDPUl5Ge1daKc3zCUxQ46XtAIqHTUIedgI5vOYr
dqLU5y1hz2xBNX5YxWv1jgfTjfFhSw9FkQHsVeImGjeSzCccdTUhuY9zZa6cEi8GCGEiGsjE4Can
8FoypNRYAlGvX0QtVK7bwdSks0b0lXUcGOd2z0ThDeOZHmHfl7yVPdJexSr6EVLJRrXbdJJVKxcW
9lR7K3e68yh1stzeWuE4lmjkSElZgYxSbwRrDCU8KymtdMnLQnPGRgY/3JYf62gepXtEzWSdKXMx
33yt2/+/3ee/4S78cIRZk5DfRRVfPZb8m91r/vo+fuTrj32T4Ur6J2Q0nB9tUrKQ1NDg+kOHK5FA
YliIojjAMmd0mEX/y/AjWZ9MHX8QOlwUgzT/fnD8gCH5RKfM0C3bUAyTKNPfkOF+OAByoKXDvJ5u
FdgaNL4+ageIapggWACoW3fSTWtVspr75cL5aCdKyqkb3TDq6omydapD6GWaGJ40pVeJuYRkEWu/
OJh9lV/8eS7jILpW68b6R6P/pH27HhJ/OAGrpjpnNol/vBt4nkvEYyKEGVoXQvNMba6SZ2lo7Q6q
tQHQA2PHYjjtbgKRglYJ6jaapWAyF5UsJLaX4w+39+Lb1/hR3fuhtceAk+qDNjbp30zySZn78O0i
gCmONWDhrrpUnRavxgmlnmQduKnt3OFl7rETCD1OvZB5sk4grAEx6SIt88nZ0HiSrM9KFNnyr77X
+wnJqoZk6O8w7ZU5PqOgZSW9u2paww5pJiecjeg/4wZHEnSUMqc3YeiueYCWK7Ao08fq5axsbhGo
6cM+U5wENCyR7ZSqnjZK8wL3j51R8XVzbtPrQsktiKlZPg1+JvBs6J4YjL51a6gpDLh+fx+5rgr+
+SjQfxd+/u+Fom9fqzVPvP34q9Zd7bmq/5W3/n2X+z+Zh742Xf458Wj7Idto/X9/txJ+UhzGNkxV
VCYmBAj9ubVon1QD6SqyBca5qPl09rE/w43QMtCY439Ix+gH/kvir39ilIEWRqGiZEVptMh/Y2vh
eX3XXDK+yfrQINNb4ptysH+/KgmYHvLYeaSpA5ohrmWiYIlKxY+jaIl0IxpVOpKdKVvuFLO5MN6Q
h4XEkgYiwUzyyb6INWP0u4aWkydqWfuiEjOR7gh1wJWjLCKFVxCbJGz1TKo7n3ZOpV2ERWMMJy3E
rjpxi7Tn+Kl1vIUPeI+mDJz/vFYxTZYNHPuB9vo1Zmg/AWHoeL1DvcZQMU3lfY4qZDjRIqP1Jv5N
dy1ZWKji2NQ6v+3kV9Ws6+gozV2veGQ/kh7pkFF4l0FdwOuCUAIwUlzV2W5Ja/A40I5m+WwB2lDv
bGfAmA41uKj9SdGYWKaqMrzZQrbIVkuTQd5XKXmCuz7kwvhWhZliHR6Y2V70egz/FMaqbzlC3+KZ
GvrAXta2QZOXot2RdVdGgZGj6HXpjyYNBedgHqcEWLlrYKV6LZVSOtCYWTmwRL+YHhC2ZnQteTFu
7LbQVXeBRHRSmQ0sUECT66kqayYZaHbc4NpKikdqmwGho92YW3KYnJ6z21xcMhBdBF5qJyYEj6TY
Gy1V0lc9oi3mS1WdnNayXXy2YAatnSjIXaAWjFgcpyWSmk1UzuErQjwIcQQv0JoJO3SUCXZ4zi2j
vPq4oC8ZWxQ5CU4uJxRbyVQyZQPGPGwCs9O7J3AiwL7qKrWuZCWdGJYlKufNkDhY0yOAeyiCxSqs
cDfMjqW6WmF3vqG3pY75RBdPXaGp9Cm4L52nOlL2ZV6q4qG2pJjQS8oryW0S0nKhruGzL+U4JoQV
KHnlliVEDvqI4x4++zj7WonRyU+yUjqHjrWsQsYkJueDlXUYsyihaJPjJN5nNfIK1xyImnaRI3L1
lFiSVLfpKxIgzK4FybHQ94W+aPfxBVGS+M0G4jv2ESrv1wFhwOLNhto9mXj77mkm9uSGOVIMekSO
wyyYaK0doBxXTwVoVC3oyqT6LCc2iVHSbCSvUAohsNmCll2mFFPN2FSfFn8ebDH4OrkaLxIvt9kb
QPa33IwCvpWmjdYNraBscvMcIIZHch6meaPqlLvcsPKzStfA5tM3IIRXRCWH/wov2lUtWqDTCYKP
eqv1xCQNRvtEhhKZSJQX4b2cRqPp250JwmZKOUJ6Yye0N8pdamhbjjlHcixOdHdC+IZ90Uz7eDsS
TPCSOAM6oMQRw5oXkofCG7KuswhlbckvVsw+ojWR4UmMBpWUz37hmMHaaxt44SjitxHhGfF+TLIw
89qG9BQeTmeY8REiIt1WYhBXCzM9wonJ/LY34bBqZJqOg0+gkyozu5mTvORpaRIdo2ekQgns9bmX
CX0MRFPR/h2HUDpRaPK8hVESDhjkSvUlJIYtu4L1N75ZMCfe4kamZUYHtsKkCBEu8frSVu7tjIai
wVm7wmZHLJVIeAkHo2zlBJqm1YVZka+DX1RJ35I4VZNNuKjO42wCXnItCG0wIND+nJq0IV+1FibW
JZAkrovJkgT8oRnFSUELZ4E9itIolLgtexVc5Z7DeQ1HZTQc6YGwGOlzjQJlvo0K3b4XM6cmfxlW
vnO5FjwtQm5anVZEEkZHsiiebXjnBYfq2hTgQlUTNPZA7xWaqGzt2TXCxDUqC5WcUVX0tqulsu6s
EC7KmWb1skUwfGi/ZW3HHweJlC5W3S3aqZIl0gDWP3GeFHW0Cb0zATvRox7FuYJAD0KXk5abMK6B
h/P9iMzWtZg9reTD3GRZc7VmaB8X9gKMmeTrhaifyOjmjmSraYabbwAY37ViAFneTpZ5bVQ0o7wB
lM95MoQjldIUiku08bPlLgIgZJA2kO+9Jc91UN/lBBI4YdIO4WZp1t5jW8IxRccG8amkkeat5GnE
LKXorlPbIt/chtsPW6RVorPcIKVvve8V8Fq7TVhKRfPCy8BivkCcAPPJKs1mNlyRtZgBSmPZGApN
bjD0bGpuR9Jz51aziE3fkaqQJ1pLlNbNMWNa96otNeySli51p2S7jvE+Yn2O+7auaNOPRANoXtZY
Zu63ZaPf4h1SazCzo5odRn0e7ix10hhSDjLizkwBdermQJCezTGJyNsNVR634xBOrXI7ZQWUXPIC
CJrp8lhbPtewV2W/4gXT+Aihu7slndErMQVZgOaauKsn12LUW5OvhQcGVBbbsqZF8UNaxOB0MAao
nzGHzW+TndE20ommAAs3LE3xEKW5ulMUeshnpSIpGTZw8EfXuSItEDzJJIdAbEz9HCC+1l6bejJc
azTMbQIM8rO5WIvu2uDxIVlm+rG4KztNr12rVPrr1iIojK6rPSVHwZ5b+07exKQqkzFABhEd4Lcw
1/jq5HAvMRc7nMiFocxy9nabYkNWyHq+I9Iqf4I958pYox8sey4vRCdAjzdpjgk8bmrpKNWEQ4Gm
sst72gt0omBGRhj0fCVs+/EtVZf5C00z46WIiqrcjo1uHiMScGW3KJ2k5EPXPvzvl+T/Xr19Xr+W
V514fe1OH+v/gKJ7VdH8c9Htvoqif3lsf8R4rD/x/VBv6hzPkQnAxKc9/fUM/h3iQUP1E6IP5IMm
797VdktR/L3y1lT4Hhhd8FLqtk3s6J+VN/9J5alDfMmZHq/A71E8zPdaBg7PDE8Vi8M0YlyO0Py2
d8fBpi8kk/hhsZmUbB8b2ba2e2L2Qk/nlUAO0mRc0pfwiRY5i+xsVwzdli/ldgsd6Vg5TQlzrCQY
aPPtak1T2sZjU4Ov44D+b3egPH1bkk7qKCc14EXvHtDnuVNDvlAc3dWZuOlJ0AobcxPF6U4hLKeE
w5VWKziYhBpwbaHEdLLbxl18F+nQFUxCUyoAymnhhknuSibpT5N2RH2qOTuBZse1zdFzkhm4dsEO
r5bptSYb96EzkAJNEZCQsOJ0BC9uCRZxuyIj2Dl3lfFXLqz38/m/Xljt/YW1ZXMwi7AVm66pTmoi
PkbzQu/TABbA5of19jethve6kL9+0vrff+iD1IiKqf25hY6KevPLoBx+8fv/+qfYNj0n+P8Iy1iQ
Hz6gsaSyVdMRRU10msgp/eWrJWNTDz3od5l8HSGqd2qysRtGSfFBq+CMqtBH03MGRx5vpYBEb1fk
MWctEruwVWutL7Pxs3Bi+vNtF7oRP5925Djyu7pmPjqc7Gjfgq74LEEE6BmigzMgp6sKSHmDGtay
i0WB0EiBkOjHgzLViJmpjJOmkr5tbf+odlP+eoW5ANi1eEaQ69Jie3+FsRpYYT0OYiNIn4hBiU7P
KWxSp7+j+N5lSul1EAFpQok8dAGturkaboDuBj+/EX97H374Guuz/MONLnDhm3PEfUgdUr4cx4WJ
DWVicNEW/2JNfTiPsy28/4s/nMcJ5RmghExsC7BzsY64IQzmQf7VX/RVkPhnD29du+vnYEUCcmQZ
dBre/0lMYOq8y7iyLXF0tbFPianIRwIWinorxXfCITiY1ph+IuT+cpHOqpWgu9ypsCkWOKhMWzkw
BGH4FA6t+/OrvepZfvbVPkjW9LafBuIkxEa2DC+eLD8jKIScHjoCEdj8ZjsAO5KG6PLnH/v3N/nP
K/JhQ3awGpG0yU1uKK0od12s4F5bD5scX8nPP+rvl/WfH/VhiyqNJKmjno8iVNlFlUJ6zC+cJb/6
hA87R9xzllrL7c04Pwjruu1/sTX9/cWiY7662WhCrf/9hycCSZldpxabbE983AwfmtURGa4TPv/8
Sv3t44AgDnAPTl4kvO8/J0HURBoXn9NAN3WGbd3fysvVzz9D/2ox+MuKs3EfoOfCtPRR+4yilkZc
wYorwHm36bipZ950ib2nHet3UGBKm9gj6JF9QXYznEFDRiWSkmKv3U4R2X619aYayXkyQmEUUGF6
aboZOpqwJhE1LsKPxLWTkYnPsJNy41hMN2km7/S83MQKEN+YWD5gNIQ3B3ltbOX6hRp6IwPS6wng
7axnuXmRdH4e/rdUA1yPzwYbHhMkJKMDI5e74xJI2guZdUoFBQK9TeumOlG+i7MfSr6/xdPd8NRI
MHqJc40IwyATjC28phuCnAISZZh0vlhuG3JotCHd5XK/I9ykrnFitPmZWr7KJ8ChnhJhvRn6cGsa
y5UdTpedte3UM0Qmn/vcekt7x48lwkcVEXCUuIoHLlwaHzouXEtGJfBZH2G+m/SOqxdyYNeWb44X
AsyoxHScbGtJ17YGYCYiyt26wHQfnamNE7BELoouO8ta9Zg1L8QGu8vO+tw1z9myDXk3rn8CiPpN
qNCfJOCveizN52h56PU7kTm8nB6JC71YK39z7knacPxsXPylFn41pkEHRHOeAJa16SkY80M/qdsx
vhmbZtNk1YnpbNUClFbfQPFPT9N53KhddVyXi5S8NEmxmeR0axH/xO3xbd6ZuNHcYjZ8Yh+PYGlf
IJBudDu8Qk+Uk0ljAWNVgEmq6mkFYN+VovFMG8aruhl3vdVup4YTB6Cz+YD2ya9huvbErmJGOBQ2
SjNSgMjwlguDgz+vh4S7TUizBdoBLyAjbuFPNMKM7kkibmQm34txY9K8EAdA0AjBEOXs20+dAzMu
GoPEUfYNQ2wrOlQ8ZcTL7dP0UYNbqBAbzTXHoOMP3akuf6sIsDOnUr+zopReB2fXJCKFRQsKYje7
wbkuhvOWljB1iEPsQEvZ1/VPahwIJGmOelb1m1G+kDnhL3QR6YReVsWwwb9BbGEBGmm4TyOdtx9y
XliaC4DECu4kLaqNmg5u2Dvsx+qpg0ynydWNUeVnwtKB2qG/0pfz0qzOOKtetqN9LChlZf1ZCSME
bRwmKUK7/rnX6dOW4nadRYXWzUAuBeJXL6qeuvkV+Y8n1wPRw7SwgR6Y3eyhwrpSF5J15MXLHeHH
Fxh34Mi+KCFn3473oaIEpI1NqKIonKCYr/71equYVNJOcjZJADOzysWiby4zTFKJOFTkJjmZy2p3
KBrAm2p9OsG0q/ltvaoGNtl5qsQ3cGnOuqQynFfQOxHUBXZKnJY5bBKJ7ID0FnTnPm6KXS8VLEhj
k9UPhHFehD0xrCYphLQ5BVrsrktPbftqZCKIthhBvQXFjxAdAxq1RMQQxaTaemaUfxZk1CBoQQ2h
7bNoChJRboj+9ED93Wq62Jkp3T9W/0IgaRkHxZwEejMdndk6zyVmjxWZz7RmEV6wLIt271jkts3F
bqlMT+QM4/gL6UReme20HdSHYYwCwGoGAQfcnHo8a6vyAhTePi6LB1tIn5NOEHIWHtUZgnY0bifO
4EwnGkhW7fKAHpbYe7JH2a67WQSDMcI2uUJ7gkwh8RTQfXqBliTMN6LVd1rY7ydCywBIbzB5BgMm
0axyMLtcUGiSbE8Kt0keGGTuuUh3keQv0XjU7CawdTQUmXWIRXSHLHgrZd2xUN+IyQCMfBE7/WEe
Yk8yG3j5RyOJPlvqcKY1D4YaXYp+2g/DaW23vjY7gZTl7qyWG5HTXy73JZTuKs+2GtvdmE5nDE9u
RVgyf4kPwhzOFYuoiCzb9QbcQSMJ8Ozuk/ZKRL/S8H+lzrx7CXKotfgHZouNvNf+8EpnsAg0s6/E
hvTkkxS9Eb1HVBm1R+SDy8R5Q0iUC4PQn2YdPVXmY3IPyGY+ZIN8OlErCXu4kOLbbLR2P39B/6Ug
/PDNPpTfFgBeJM98MxNAribCcxJnXTVdXKPFWEYEAVTHrvsVpecvpceHT/1Qemh92okZsc5Gop/u
6Lddn251hgK/+NvWWu8vlx2NPBsz1gLnq8H5h0oqtlrFllX0gqZFu7c3yaGm2u67i14WoJMtvyLc
XBnH87UASOM2IOkMW1t/GBr7PuJWELlcq7DoZzgn/UHtag9A8NczeoxiV2dd6b1+ozfM5vXOFQaT
D34r0cJGTNtvNvejedtddsl1p5C8Di8+axnHKcGw0zgSDiSJ06s38NLJVRYo+n0dBppOdRK1QV/r
bg3pfY6NbWvOZ0LrLnRr2dC/S7LoIpbai/WZM5Xhlq7ovdRmPlkKF3nrAEYpTsOBEO9ovEU5H6w5
L6jcHsZi9qz4yoyWghj4aVPMy1UryYQ89DuGT7fzaN7nXXS5cDSRVcZL9HBJY1wjNEiJpGAC5xgV
sL2qzEdk7SarPJcu5xxr3s/v3Fe60E/u3Ncj1g93ji0wFEzY12V5RqzVJhZXYI7WNo69EBXJNV5u
e6jG1Za9N3R+URn/pX+EzeZbM8qkd4zd/n1l3DY2kEWdT6+qbZv0m3ofnyWFcezK/tsS/S3t0P+L
M/9VofHP7cdt/wpX7XX+sf24/sT39qP6CTLPOlJf0W/qSgX+l6ZI/WSiMlpn+7hH8KyuP/UHRNj5
ZGmcypn1cE8NmPp/Dv6dT5hM8ZsiavnWs/yNuf8HkQy6JN1CR2BhwoSfRQ/yw+aG/6ibFitCjSdi
52BKYXYrNX16ZlVSfABdr/ldYlhEYdbdqSO37Qm+P4DdRvIrZMnXs9UPT9HXb7KSZGAMcSXsj66n
LizIFlZJq0ydrEr8IXkITS05arM8vM35OusnaeHBnoku17OYuUkPLXEryOH40tHVytHjdwaQct7v
3TAQ/tKYSkIZPi+/sMR/eOC+tn4NYFyQO+ge05F7/8ANZquFI3pRZIPEpkipRPRqcwLelHTluKE3
F9a/OGQrH15BXz8SBrWMl8eCfffx3SABhB9CVSfWhrqwWOKdJVfxlaRQ28vmXDFWmzXiXfr7JIM9
WqmRRkE6IbiyE1xj9oxMeswSNPTG9ybrb+0J/2njhFW798/Ps58mT7xWkx+f5/Unvj3PADkZHEEG
hn+tIJ/XuPvja9v9j//WlU+ISr6206AiGRhX//U0K+onHEywC1e9HM609Q3yndSpyJ8cBYU7gj5j
9a3R+fyNx/l9twfamELhgEzR4Ddhm/34JnIqKaJaQSzRKGO0Awza+alVONsfrscv293fP4XBLx0f
tihmoe8fgCZNFmdEY0DQhD4fI7JybnPyANyffwpb0LuK6Cu7aNXH6VwfSAKIpt5/Tj7EmClGk4l9
3yF06WIxKz4kcPvC5u3eEj5m6X6T2YJISLh9HntUOvgOHqyL2jEpXtA4l9flPBJ2UiB7qk6JGVK1
kyaT9YFAKDERNoMdhZNvWSVkfnehs6yZURNjDkPt93qqhCDOl6nfKowdiamE5T8jiAlJDeKrQGlh
BN2HZBLFudwQjFWDD9NQ+ZNwpevR57AqjXIn94NFiklSUt6YIc4X3Vlae6dPnbK1Qk2sMRKlmNda
Oj0PKxIU3Iq8jcNoacalgQksOZc5A9/Oqhqu5/00u2GDc+QApUx1hu+1yzdd1DDHIRpwgojMXloE
Y8/xBi8amg2m7IY9unSdDNtPF5kcipXVUgdCxIoOmnxCsribwji8LcduIGNVDckZqzO7qgMkQmG6
7QtT4BQLk3I4SEbCuL5TMUN7JRDxvVDHpTuORqHrj3g8ncI3iRItb+FO1QeRLnqzE5U1X4SJjMBb
EaM2uLkzd/TN1JmZM4f65jGtQ+exxbdyg8enfhsKbVVoRF3+gBAkf0jk3ngmGV17o61nlF8kK1xI
PETtqARKiVt3h5JJGK5BSyLZYTsZx6DDRpfualUSZHWZHaw6Q80Hogwbu20OMq0SXHrKVGc+pK5e
feiEpJdsn5OKKQEzXxToSk4DSMZTNQYzvP+Udl/vqByDp3TaCzMckg34LdnyNIZkuNmySBnvUfp3
CrDorGRoXJMTQ7E7fJOR/t+98bLv/WTjrTApJc+P7zZefuKPOa7C2FWWmdT+IcH+Y+dFOQY/edXT
shetL8gVR/eHghIQsmYz4mC6S6EDT/PPrdf4tBrVYb7QUIZjge30N7Zeba2UfqhfDLZxBRIjhCP2
VTbgD7uiIo9p3CVK46tdIW+W1Ja9KdfVVaSTT4lX9Fq3uFYdz62r5zOR23FEq9dQQgIms4Iz39jJ
9mtWpic6BvCGFlN9oZSsvh7/FgkHhVq+qZUkoxDK6qkGT2+RxKA6o0k32moPiQkDyItpmh2FPfbH
1B7mu5qIQZUciKG4NXtFvSmbot/2FWG/TpNMh3CqGeXiTBWJ1yD1RoK2nNUKELfN1zv5W6v139Qm
DK+i68XrfyFNaP9r05cvj11Slf8JKgUq+39e3W7ymldC/K//2bbJuyWu8mPfljjCArAJBgQZh0JP
Q7L+xwpXwYAD6+JdCCN8fTGy+L4vcMPkP0E2sVRYoBSl6wTme21h8MSAYQDZacPspPb4rQW+NiHe
LXFL5nTJVgaeEyWyTcHy4bAwTISIJ6GK7zZUM52eYO5slKmxtnm/kDPbkvm7mNbWsHti9HrJ3ht5
dD6MDbLJOFzyA0Asa0vA8gMKNtNV0PF5+K87MgukvbNMgG1qVfgcVRy3b+XPZdTPOyJv8itLUqwg
H/XFjQfB+5t+t80+T89NWMEkMYrO217yjTlqT3iVbs1imW5CWyJiA8q9Fpq80KUUVSmlANLjdPKc
nEgB3kA1h/SO1khhEb8UW0bxGYHruBuK+kutt5+jkLyNoadfEUbteZkvt6Qa6D6R6PKRlLXGbySE
BfJox4FsdRu7qeutqdVYLeaxhZSV84rC27qBSIxbGqnQoUjmlzEmxrmyyusIq4FX5OOpKpftRTqA
ENCjiKpEEdVJGZFCrMW9tilbLduZTlEdWCORL+RG9ooml3ZZ2CY7tSLwDIFrf5iynjyQjAb3xtbL
flsBGCSfXEPT6sTkTg2iSW8VO2xQ9I7Ldd5U5gGzckjTlbQKpu80KDVYKECOj7qR9G9db+9oXS+X
ZTSc6GbH/rJGLwtbOabNYngY3Y+Uu/NJWoSIOvn9cRDhCg6GzH5tapVI29IaSGuoCEt14nK6aTL9
xckScegsoK6OEObJUof1LlycR0Oib9+u7Aad+OyhJNwSSVhzHpdCDqTJqBhyjAuBohXaWEVcELqc
nUpW9cDRejfpE9OPXMud/dxUnR8jofOm0HJ2JHzsNfyNbMQAqSBujWS9M2CKKtJlmi45JEJ5cGKm
YrWE21hnNqIsjsodLPxFiqXrmVf7RWo74kGRaV0nUZPv4rEJyRI0mPHluENdcoOxfJmPqUKodZ+4
syIdoxxvRt74GQmi+L60jVG3xzGOCIM0ibw3TqKyuDORYLDYuBcCL/myI4XtZmrL1NVp3jVkhLhz
g78s0ncDhc85IVFEfwll2YVa0QSykZfn5ZRgrql6wXADPLzD46m3t92UGzZq0ko+yZOxOSSTJG4G
YOM5dVPIo7XNOh3YWh0ehBB4OhfFa5YmddNe3Q5i5ArWimc3OmbNMrHPWy3SnlMJCYikrQPxCPWy
Lvd01nnzUe2Q1ktsqtQdFczdJ6SGUlg6orGCSrH+N0fnsdy4kgXRL0IEvNkSAD0pUuZJ6g1CaqlR
MIWCd18/h7OdFzFik0DVNZknU+rvOZKsKB29eIBMcCYeoeAbmw6F9CVPLPde9t3EQFO4PxNSp0D2
aBlJ/c4sFVWlRrXtmyN6T2SJZlK6cemu+J0IgcGvSpRMX5P2KOu6YUrgLMcJV2uYjIKcSmuYd8U6
eCxjh5FFktPPNx7us9eZwwsEe1Lslaa6OOjyD9CPHbkn/b7Ph2NJUREZakl2NpLRJGx8ZN4Qdp3j
kLBdLVZiWstp2qHSEEgrU0AgY94fLe/LcxvvNI6NvveIuQhJDSYVtB16ninPD7aeTdswYJnfBO7K
agNmFK3KI7iPlENoInMSt5n7hlT2k1H8IzfE3xEQRrj16IEHYK6Inu3ZVcYYEvyihZJ6mIZFetuF
Aol0zDk9Q6vM4wLZI9EiSS3RSBvOVdWJ9mwKjguRO8lN1eLqmRwOjv6IAnS1ay6Cf/WIm7xOs3DM
ij9O61qXFVElq0v3oqPD3HdE3/J3R+esPfDx8H14cgmmZ8Q8DsPTKF11zp2q34s5I8uhkVfcvFoU
BF1zFT5Rgehl/FAzfLq2pMdPAnjmiP2rjpvWQmxudcZ5pb/e6dw3NYs/ONOj7AdvM9ge4p/Sjm2k
Zv1D5t7hDlGq3xCmVD7kGV+dlGjmZFwQMioD+bksw0Gs62vBPZG23nFmi430OzSCMbYHjytsCfPg
YTheQjkLP2S6s8GI9U3JiM/a42Nn5yTFLWyb13L2b2mQHR1Mqcx+eCvVPcm1JurpMMhOzdOoNtJp
M4wO45fhU2baUz++s0tksRWEZb7c7aHt/xL+ihbX15xNwj9wDspb6hFWM82hDZFg4nAKl8H+0XOS
vo3vMfcvi7n2GweJ8sx7lom7Jyz9KUCJfa7XEtg3PjLFxhdvzDJLxHezIq/SnYLXOvV/lCTrsNed
t6RGwus0wciHnXD8QrWad4vTjKfRGPE0PJZwvS7+8YTRTTl5YUYOFO6rpgFuMGdEQVicl5l18qy9
2/RrUV6whDHK0YYEwifvkOpKqzFOS9VfTMH8DhoEgwgERtnFbJayALXtyJ1YJhF5U+M/4zZKvzS3
MP5z/Yy7qoFIurNbmaF3kl52mS2jOAZV0lxW4FYffW7t536xvoW3pGHa5e43cb2sAAfBk4Px5E52
mebFXW86e80dOJ0LfQoONQFU+4bo5dcJ98d18XSMw13OaSEKRWCq61Y7zOENz9zjf3PN9Fe1KBmz
wMXFE0gYsmRe3Yrc+TC1jhQz1yk2nAdHgaDzUw2dTfrvnO0XsqY3btkO97at17jTs4hYtvUvIwRU
l74JK3kWgzwLo8v+ALxnM2v5LwqwAFli/TexgzhaKlROskQ2bo6rcUj9utl6RCPFmuvK73EUwYUH
649iE7vhJ0obCilHP8AFhOXYOv6zkIN3LQOTRHCi1/ajnl0TX3zKxOwPqDo/K0fuSwSnvBBoqdoW
igBZg/orW0f90GPe3w9LVQGjmNW7lEgJSi5nfnTRXIgMt7JNma3JYR3YrM+C1R9RuGlYey0YoGXq
NzxBaVxX/XpOlWx3CK2RO7v1E4GIDA0KVHscEzQtdpDy7tH9wzVq971U4APgYRQgrySawtRbvlDw
q0/00jA0an8+Jr1bl5FPChbxaoQt5GTf7ofAKWNwO/eHsZPtrix2g9OJmLJrPZhlle0GY5L/ScMc
Q6fn9hon6cfZ2CZR19RyFxDNmulsZ4r20mFt4hHUhmiynYvWL7T7vXgDwRqBmX1p8Bc1YnwpC8LI
8Dz0/cgKK6VpcpNbyqjowI/obJj1i8gwELUIfXld18J5H2YHxki27IJS5X/9Bh0F3MPq2FVivKnO
f2KIS7hT4fhFKLP+O1+T6YqxCwHNpJNT7NR+FZYivYG+Kd49zXYe9Dbjya2ZcyNkgkpU6+z0UPa/
lnyL5yA18ck5erNRo4fAdlxaIqqwBoSM7ykvhYY0IZl/isTXT42vba2VgNNelGhAE/k3tWYGICNr
34Bct2K6toEZQRRBcoD4JHP3CnMNC/762ZvXA7SAD5WmB3ewBNWAHXc4VLPKPpoky2bz/D45NYN6
/Tp5DsXdnO6Q5lq8mQicfYgXG0Yqu4UYvL1MxH+568TL2qSbsRnu07BSt4HSInD2iI018sn1iCbm
QLt1HZ792o0LByv0pMVN9VcfyNEV+qmoiArjw7R/4ImQIJ4cBAuEzeirt9GX//zF3Ca5i1OFt7Wa
/KtV51O4dtqlGued5ffIfGiaYdaslXrJiUJjbuuG9WogdTSf0ymVv+NUumxkPaK7hsE518gS4xW0
8anThLp2EyP30reZNWORGHMYP1rqUSR5ortoqZuBKHCfvBSqSfcwnEmWl3Ar+bU46/hIWblXqf1e
ZW0DuIZTjB0jdyn7+MJQuwcDaFM5y62cH7O78gAeMa4g4lPHd2lU5Et58Xrf2sMVMm51leWQFOri
Nq9iO6Av0ibnbKWB8WlgU/oDkumazg/+08SwIZEseNusmnalYaXPUk76F1mB5XYt8iDO9eHXApoS
VzNCsk6kQ2S0A/6uxJueFiLqcEQ20HxWx3qS0sasNtznEmmuqnPjy8vKeksBJX7zLEPSglTqu1q7
61xhomw8Xp1xfNervHoLDLIW7TxyiaM3KgH3iw8l0Rc5hYE8nfnHVXrNj1sZdQz+rL9WKzeppbPt
qAp8g63j/gpDUW/BoULI42xJh/EuZEv4NZvwxjkx4bSOjH1/k4FQ7HVZkBJZ6VtntqcssR8p5h0h
z0t/lAN7dQOP8i4zigu5sekXweBEGpN8lK8h09okTIirA07sSmLd9O7kjG22Be8TF1Y2xZSeJha3
UjzNhJtPniRyjmtP7pfW3kOZubjEQ7wsS3t3QehjZGnuyhEvIhUfXtlf3LYn2S/Nvtm8N5s0zWJg
OnvAEUeuN7FhHoSTnBv44mO8P3AcZSdB7N/G73o30lEsY88rz0lH5RaQ9bmzR4Pjj2jz96SddeLx
lPtV4Zf8xDATWX0RYc6PcmJm6OD7WDVLiCr4PylB0dAG7UEQ7ksY4dXQovbn/tmVDi/1xNQdFI86
2VOKlKrRjrO/3HHsfrt2UsW69GGvj/XX+HAeDc6v7xRf/TR1YT1b3mtWmPrWcSiju5qjCNwMUgUG
U0Ym57PuFhA6ivKmcU4mCQ5ks7f2hvY1AmeX2rh1JobXmVkfZ6ndcMqWX/08upvWJLjetyeqWY33
L01JX3fWsdhnk2O9Oh4PsOG0/haP8Knteh4uj2SppjZ02AXmX7RdB8tr5IlFLLneaznHgVcMOMEG
/zSZ7UtQ0NY4SYexyKv/+FMS7P0RMV4RVCWtTlBykxicrcF6szT55hiVF492fckWD8laUR4t2CuD
zUYPqFa7Z7pBQE1GU3daU0gANjV+FY3MzkOD13MTWC1sLF+XFMvSfsOaUr4hGekov0ztQEhG9/6I
5zlrntNEbTd6m96T/b3Hbl1H9romsT0KAx0EfJeoNHBKV9IUN/THKduiTEWToOTo4QydFdf8b/BQ
Pi09E29Xzxby4923xmOebcH4+k6U0b6SkWjGDSRM/DmWexztpdp6M2LTxUxIt7QkAZ7JICMLnxVn
jkWSpVsVH02ZB5+1JYcvgkxwdmbOb24O+oEAs55xkNewxcCswCA43QrpayQQ6Wrf2QwuvZlbR02i
Purw37Z4uYp4lev6XYha2zUadD5nqadkk5Ra/cxPM0YdY1T4WRlyPpJRx3AYGnamkG5esII0m9y1
xX3KlYXp0cvaqNVwQfYji6FleBhiNXLbHNsZbtbY1De6cf+sKh2oUtB7p1nDbFsucKsKFlLhkmNf
b+aOAkSpNdJEncbV2i5EX7rZwc80/XX0jeyS4E2IJBnuF/yf0SJJXfeTHL5XkvqCPynHj4bEx3M/
B8vB1pV+WHTnJSubHaoszMVjP+IDcQnFnSeO1mq2J5KOzSez9biwx2m24x4oGF8hCaxIRtfp2/aa
ekcJU20qQ2d73Br58yDWD0uXl3Qamqte1n5sqYInM/Xm3YQ9+KdJ2oSE8pzrH8AJi5uiSip6/Lkr
X+Zy/q6BkIWBbNKXsrNYjS1eYBDZmnwamqkwECTMEEx660dPDxpTaDKWlYK7tXaMYGbocVew5FZk
FumnmfnEdWXeaEY0OJdA83p8ngBMNkrl5mcylN0+dfuRE6rme7OzTxvf9wZ23XdCnMrG5Os5UW9i
F4XN+tXX5YtIlk9tasn8TQwGR6OMmhFbNKvyo1bhqdA7D3f4MBpYYJp0PS7S9/ajl+vvfqEhJLJn
A2k1G6H5AJUjDTaTP/kbAgOzyMD8ifqNyUU/6v7eVUP5bg2G2FeZhIWXG+up5eE+YYrPnorUnp/J
rrXe/VJ/apvaJoO2TjiYmxXVv9/pjCQJp481pyZ5ok7MM6S9kadwXa6OVzj0dJW4K9XIo75a4ABT
zdqKwOROdIIceezU/zKlSaLVmFeoWcLcJ4PWklQ/ndzc0nZ6YxpPcCOvKIXCpvIR2WIHV/OcvCKr
+Ie9wY+SgTqB+LSCBWiAiotg0DwelpSo12Jgdah32qE1aHz/P53eoIFoQlj2VYgos2Y1ZtBIzh2T
ULw5Bb6GKczYvp3J0N4mrMlCJoPwyPg344TGa18CoA+sjNegnl9KlLnnbk7M7aAl6WE1S4T39CGf
ZIPFZU+6aQuo5USMImWU7dzItLgWwitfa6d7EAAyxif15B9cqAt+OHvWJXEb62TaCdfn3OnHvl/m
S0Zc1pPCRx/QhJo7KIcyQt3I8BM566Ct/QLazds6iccPLMcv4h5+0NB+liKjwq1wburNp4F9dM9y
mbdplvqmEQZziS7p3F0+ogkvi9LdWLb4M5tOaCavmpFFyXpMScgdEW8Rf5Gvxh0+6GFuunWrihnq
YBMEO8vwFZVecw+ynrF0/9S4FQn09dMUUAkv2H7spqckYtQSNDAHcrceYlcO//FI0zsK5y5Hrd8k
gf5BY3YMJopwz4k4bsad8jOFk72NukB7qaSHQGRu0p8EdwvB3+62Eiih15UFPrbh6p0l17Ef7Wfd
qa1NZRf/hKDyY+Ze/SdF7W1svWoidzUelIX5G0oCRqupeK7IwotxX03vbmsW195s8KvnJR75UaaR
a4jPmnHKVNvPmg8ZUR6Vlp90jS8yKIN/jalQ4rZY7Qmk1QdoF6voTkBLWtr6ery6kEwjZFLyaEG9
X33n7D8g3eABtbAZlpdlNfoYXMiH3ToiorP4Z7TdVpV6sssg4Z7LxYSHNPm7iXH0HsJIc5pr6ENj
LY6LtwyXpZMTAE0gEeRaVaci8D49d0p+TKacU7K+Gcy2X1O3RAqblZZxmmT3TWtubMqcOUEHBXeT
L5mxbRwC2Kh/4X2NmX1rk4D/3AKUqFFbOtVy7ga9aBne5vVf2mCArJbXs9/PVo4c9A1Wd+mBgW27
sV3QBXiFxyCuGIwG090o5LfrV1jJ8X5j+RjUYCFotFLf5Y+v3mMgPaZzmI0ZVgjLgfpWTQlgtbUp
6x+3D+yrylOtOCZ+ng9x4mf+pzFaHXoGBpp/56AN/Kgx24y4eDKJMYjj39AMsTC8Nunpi6r/b3FA
iNvr/KdPkV7zrLzrnhqMDU2GOPqa9ewotpzFIM4cGcza0NGcdVqTl8qDFGnPlr6DZ6jzrvbBFemI
fJmqQpxWmQX9RiN9JtZEAv2SxGKEFDbbm6rIje2gFu8WGLR5MMXFSUfpsWOx7h7Y+0aOyPFCaJl9
H1ZgKZ79pxbEYyf+elxJ59vUlrdbvJ/e5lWaiTXv9eWX2Gz5PjBSfvI6bGyaRjFuDZW3rXtsWO5S
wZ5cUJUnK06ZteU8C0Tth0udip3eTX+mwLn3wJgOay1VDLMtfQ40NlBsuDaOxjGkVWvxliQ5xUjd
ezhsvZ1JBcbpOuW71eniwquObWGXx7Gg0zNSYzM0D/kKOUCxkZT5bjbZc5SSCXfeJ34EGvDZaDB1
FuJuzHrwdxy7+atbtPyardx/wK4hdixrrmICrtPInPrV34xVMtzlsNykk3NsWI9ipXCvS99Osa0m
3uJJlRO1nLmzMrgaXZq/0d+88ZCaYUv8urL0T2Emseenr4O/HtoquFdisv4x9AIFq7EUj/SGN0hU
RRnjP+CxSJz21V9m72Dp+k86LYyMYJRgwLXyvQKiEpeJbm5mr77ms/Nrr9zGjTZYTy0rHtvNXGag
OgPoZNUpChae6MF3MPAkRhUbZAbxbBdDpKhGNp2pVZE7CFY2heHsh1ZFCktBKOzVDYdMPcMgPSRd
wq4ooGnmuLc22SjHuJ6FDY3Ry3fatILaa5Tv3jAnDaFM5LB1xzT9ZApOCNjcFlsbtMQHhAaXM0ZP
/g1FqXGJS+1Dh1rJfcJ1vuADzarnohnKD9ZuVbRS0NIiV5duzv5hLwpZ2P01auXEll9ln3qZ/2E0
P+xqVf34PN1c62jZNdww7qE0M7YnRaWafaLoo2FTBDta/9fAYPpvt5Q+xIH/cP2R7gaNSRprXPpJ
dcktZzkxfZ9jAKPIkN0CXxG/YO+lInRaNNB9Uz6jSM142gApTBpjyQkjzSbVShIW2MRv/GR9knld
7epHPLs3ulmMfOXQuZjXlCz+jrb35s7VcRLrpsT5S2A742zxkASVfrltZPufz3YoLviyKZnzZmsF
CbvZRrt5tpImL4Qtn8xZjrTa2d6R3QIE2lrgc/jTnw5WyosBv+e/Kc9JbocoFZk0CM+VLAKKEdgb
jM7z2DaFOLNqFM/NkreQGzL/jn5yOKM8Qis/BvsGStS2mlN4x5n+oAuvdfnaUShGskmCaJaBdvD7
IH/p/bzb8tzBjLHAXIQklZKK5T2ATwOcSX1yi1PqNn1EYfuX29LcNfnE/d6yzIS5xPgjUMmuBxFq
+Zp7sqSz1dy2AFs7NpupFtSzZfcfXEmmb2YddW7zaxr9wShX7nqZ1W+t8C+93lkYxqhfnD4yay2C
T72xHPNrQEQct7MfyTwl/TDV1d/KGTB3wbQm7KyEAOjRC/a1DjQ3Caqr72bOKVm48Gu9xVyXPid8
8GPaBSG4PnZYXVeakc7umPaysk9B2Qou6TxkSPPeN1DNS93j/rII0MEgfgR+Ou1JIYi0ua9eaQvJ
e57MV63XULk56lbBUI1xNaKrCjrnAQ+wgHyxrRJrybM6c8VZCbNdORC5RinLFZPQI2nzXzRXWQ+P
qU/urkrmDQhSOLDMfAtX+9GGVPJPw+ek0DRu8rwJLmbV4s3xofKzI27miw24m8N6+q8fht/+QWJX
FT16V9ISEHLnp/PCtc8k1iyt7iZWgJ+tOAYJ0rAuwfZjiEgyMg5VY742gtCWPj81jRtkFPHTeicR
1L1y6at4NUEa5nodiWI6N52RwWPnPE3ajsxQmR5MHxKu5/KUFT37iFZjyq09eOdjSW823IPRLY5Z
p87Z2FzTxs0uGeQJtqKyqDbwA7TtNEkWwZ79NrIs2aeThhSwgaTqYZejmSpapqKV5R/7mZlyQHs0
Z8unZGWR8oYe+Iae/Mk2Qs+vmOw+MLamDLDhsvqzWdLspy6xYaHmw8+CyX/fzWn/XARrTc06Okuc
q5mJqZn0sVMprFrwiWb4O94fh4HgyehGBta9u33At2YeGQbbVvhQZ4a+au0X/Kd4+sC17+1ekceR
VtXJF6jIm8wADpl3ZMZqD2zBQiSH3jD77Y013dfSuDVV0J6GhftKODOIioyAqI3qdD/yKhhhjlHY
+yB3P6fHUVck2ENdb2Bh4bJvlJUpD7Yq2xh9e3pKvBbQXKXtKsGAsvA/OxhEfCrBzZqPcV8kcO8z
Ttli0awLQVic/2KfivanMz2+kSXs52aX9+Wz50KvGk8M2HDkLa9Wwyuese413DpK6g+oRogKMqrP
8gIgn8xA46OsmSf7zYvmMEXJFp5PTC4bh+lvj5OMaJLtZDJdbcxdT1ivOxrXfsYwo0ZAUWi43nld
j5Pev6w+HOalNg9Fh67LH2N9GSM5VnHOewQJD4tPv5sneAwo4WKminHVF8u2QKjPUUIlWnNKrxB4
GmkeagSamWZ8e7kRmrwpuc9yMNV5PjteSsOJG4OB6conF32zW6eMtnIMK9KzaQcYL2hHYXge+2fJ
bJ8FYVLuDArNA1wm48mUQ88zAzToTXlEGAxan8VlqfSQQekNu5C/K4BRXkWfxOZUD/vcYTvEWInv
UNff1kmDDjdXNzjWUOQHn+MKE9mTOTQqqoPO2qC9WRDTDfreTZhFFYwVL8Zk/gG/hTBEQUvh3bCL
c4bN52YhZghBByYHxGtU/orbDLvC9+w62o6j8WmtMjPSWIpyb9tvvc/ipEa1+8FtgUigUmtIJxPs
RFt8qo6dYN0Ign90rKNep//6lb08ZV5thtncDTSP2YJmdMDpPnru+yoHXuCSvR6z9GbRd1DTNm3u
0YJbnxYtioIBFJjtxqS/qHwGENZUR0MDr4LBM2E5+Rw7ytgnXgPM0+Xr8LMf+pYHj2znYRbcp1l3
NGqIg34B8S3NBuCLXYKdybWQBFvMxT6CxThYGdLvcYpIQKCD8usgKkdax7a4qexxLua/SxNsof2F
0+gKjtpsDVfdunjwif2EgqjrxAsqFGdnNmaFY5MMXBf/qKMz2Vfmswev6d7R1dHd+M9F6X9oINTC
cmYqmwxUGAbrmhylNS1PcOOX0J5qGoVPy+hotPuk9XeDXaG4sbvs4RXn6OJeZik/RB6Kr/qfRVvH
ClHO/n4cYQlqy2IfilwPB0cw+Z+DTD0WwG9swk8d2LfYNLjWcguklij99Bxo5UtA8vsJUXYTOkC5
QoYz9GYJ9uM1hbFmlaeUDl/lSajn7s2dsycvayBbZP/VsMrmLt35rXvLbO/ZzCTmcoZ+oQ4bP0qN
4CU1G9ZV/ejGRo7MOXPEeqrsBp2Tzu+1mR2h//PI5B43hua174YSpJkZwgpCx/Lzt8rgLtuNQqT5
lkX0EFylz9R7bayrzqKPIbV3V10aJku3lfXAQMbg1gM6ncZT7qwqpgQNwHM6OkNor1HC3kArEY8c
Qab3q9ms7mvQwkVTohOHdkz1tzmbc5IQStcJMA7nvM6OSvxnpyx403W33jr9qu6FL9MjlSTSs8B6
zLB0zqXRMNJf4SXI9RJ/s7RrpPrSPNCUltHYADj3HoNNA41BqBYKIs0er05H0menG0+eQteOCqfe
VLj2VJC8FLX7OGKtPiSrKT14Im0vMNut2MuChTlS/o42TkSl278jH6MlsIb1oFqZ3hcSoCufrUPu
VTHirl9ogNE6mRkGeDK7rK5hyL9akACDsY4RyGuh2dX6ThrO66LETecYmvvpnvPAhSJpj3Wprvps
PpH+9faYf8JSNtQBUFQAWVcvt7rFdiAYoOJ0KgveFvzykTdr17YwORRcRgwDmzwW6O0zMjPWmWs8
M27HwJtu7XR98kk3JWiF1fC4WpEyrGdDW2LGoh5am/K1qJAr6I56UVqysiX2gtjTnGRjWg0jLlr2
ljucgZlsOu1ad72AxBIMmG55WCKhlm+pzXlUe6SkNM6QhmTPMAHoG7yG1KtVQ5YwpgxrM3mLeqae
dE8w+gZun0o7G5K3uzT//0qN6ba2G3OrqjwFVDC/VAvdW68zafbnOfYSvQkJMUDYZzKpr7WUHfho
Q44YoPaXxqCHnpXVUbla5nbJ5iN1SXOqa6XtCNHoz3wjQPysUn6mgzBDb639c5VR8aGm/6hda9rn
tk5AWNKpSE8nZIJru+7Y1vnXrGt+R5YJ8GXSKR4hct60sTM3DudzzP497iCMyGqgphNpVCHb2hMJ
NG3l+KhcbaoyBjTJOdCnPyxeuz2aTq5PT8MlZY1BVFV6up9Wl9k8PLvbwDw2yhF4R8XAvgULhn5F
TNeGrlnPrx1Vy5G/RbRH5kSrWLSnYvEV12nVJLdVs9vYyTkfWrPVMe+OxSuV/hwujI43JmOdWyuy
9t4ofN5LTSlE92F/p60+naAEr5egntM1dIcyI+UgcQ62W1MaBUO5y41hYPUv87tVOuYJ19x0qR+M
pM2MvsVld46txHebNmTytdxlV/Q/E9GQ9M954r86o3mjjFz9qCIKQVEw9ixJgdtp9cci2rmPC4Rt
ZVRCh4w0lsKsK9iBRhqfPhpbeBKL1Vb/VG1CksV1s8B6RRT8zwSgxaGGlGsjggUNX+3YKHmFmI1T
Z3WK+qjuLm0v8Eb0y0P1UfKQ+huAv+mtMNV6r82KsQyhkBRjak4DmKKNqDvyX1zUtASoUMhkq9T9
xxGNdrVt4tqqvS3vcxtBQvlbO0u/c1YxblrpodmwM6o2wJbd3sH/Nqz+zazKrfDoV7JhDe6Da3QR
wlf9ZLfsx2IbGwtcA3syArpJ9CAa8z0IoijiLfO1VkH5RERDtl3G4jzZQX03RnPY5uXwpRr7ydbo
cEgOUnj9zOYoC6lhnmFNLZVJrZcyNhPwljiNvM9ercYFBsEh1SAJJb5xs/J52Y9KEQHkPVU+o3dv
/BDUtEkwxFYwb7t+POn8OlnefKkgfc9bVthCwH2Q9jlxyRcdylg3metRG8Z1Prv9xhi1YjtwO3Yb
VFfpsUmHMfRmOAEjE6LT2qVNlPfC3lEF+bFbTtYpzR3+Jgrex85o/GN2y7YmhWYFTuptDQHk1k0p
gbDpELE0p85zI1iAwshIjK/Oy3FBjXUy/rfmmneZqiT/6ouc/mjpAzdqraSMW0sfwp7iFtJi1hLI
V9b9BwXY3fLxKlG0pP5eS7txV9C5bHKpSLmiafh1ZVbEDLiflWVDc3SWJ2HqvwruAVu+g56PZx0+
HQ/ptYHQ0U3EOLX2WVOwGSvn22fXRU1h0ze2gWVvhZ9o2znX6jfXZDe8QcN9LQA2h2ZTgKAZZL7L
pRPX48yljcjeNaPBn0v/qwQn0u6tngivdq2sr1Zr5efcU9mJNLMt9sujTZNXHixoM7FpVvNNVcYT
NKdhigImkGd3YvS8oblPPwX5I9g+lAsVwVk3xVyVByYmihrUoh7mTvSm/kkK3XyTRUlhLzLEPs0g
Tp4IbJYLRrK1gA1/MmZ91tkFHb2S14MGQfuRg6OhfM5U8CZrHpNCLfJo1n6+n50qCBNprR+C9A0k
R0b5i4JCXWy55K8ZclnWEpoGe6Lh+6iNr9Ex/xLMA8Ivq/InM6k+h3KwL7Qry7uO+2yPhLq9L4h/
dh0qlm/AhdphqJvmSddr+4a63jyZLrk7HV/uE6cyuwv4Fkyw+SWLtpoOXl4U330boAhGmRHMRs5v
wJTPWtrhXJmruEowIXEq22hx0xyHmhHsVR/o7/nsfediJLR+Yt7sEh5LymllXHNnCSJntu+yT4tp
XzSl9SetuhnDHR5Z3lfIxLKis3T1A+rocyGnf5UzHdY+7Yk7whLIC5Av+3Ko2zF27Pl3qlCAZXh0
GDItW3DIbeQMy4/mjX3cZbW6B0ONpL94QFqIN7p748JsUfeNbaLK4IEnW9yXXPF/PCE6CEtddZHp
Fe9INZ0/vV0US1R3OWByf/jxOOCazYoAmVb6EdM1CoZU3WrUu8wzzWv9wCUaVv5NyhuLhMn2j67o
fjuixfs9Ayi5VdrgvdCBmbHhpuNW5Xw7YMX+5CMrxknLeG3wTUU1USL/Y+/MluNGuu38Kg7f448E
EuNtzVUcioM4SDcIkhIxz1MC7+Sn8Iv5A/XbhyzpkG7fnQjfdHRES50FIJHI3HutbxWanBA7Rhb2
P2tvaG5xST3IPJOcfJAW8O6P8fTdCRFk0jz2Giot+a2jJ3wKmtQed81g/wg7zzsH207qjsrzuywF
GjMBaVhOPQ81T5CeOE7A+h31vwpbQqM2sntKpxSBJ2x6Gyp7SLG6EeWI9FvC46Q2QVsSqO6zMHV2
Lf5BMl9kk69Ri2U72fcWDXWd7pQzOd85e9Axbu29LruztiLglo6p2e1sYflnelKZW6fVkn3EQZbq
h+7vx8wEwqR3/aby4jMLm82lUbQu9QkyqkGUbJvcdZaloKxjJUmysOPQvfIn/HtG65A0ZRkTLajJ
/2bgg3zJXa89uCGySrYLKdZQN14OwFS2UDDCJzSAKCENar0OVXX2ffp4XqGXWpOWxFcw0B963w62
0vBQ8w5UGVm3RfCDmgkbI7sWtxnN+2WgBd4Sz1dzAx/j4EkCqPJIXRRO+BJNZbekGRmf0wz1oAkN
ch2jlgAYknPekU5t79yon9Ylsohlr5IXKx3uy4hzcBckyOSqbt9Yntq1mtmt1WTpm6IZv8EFGO9V
qB1RYFOQdry7LjLyRVyI770HHdxnbwCrahYPV97ezvPLPDVvQR406JmafMUXsFn2mICorVt3EByD
LYmNYt1XxY3BZ/p6aJJmmxHNuNZDEe+kZsMHcpFCrRLcL3dGXl6jNrAg+3gNqtm5AztSjRXx6C0C
mVzSQlgPVWp+q94mR55bNxLVxiJqxmldhOzUDGOmSsVUGhet6wJiH5thJcCZaoLja1TbKw9ewAJj
d7tHwxnt2Guz7NiTe48Ty+RbVlHOI8NzVw2Ru/TsJEdrCAkt1DRrZ9WxdR62zEki5YBb617bcZaE
ffmCfsbZRYn5PcgajkxFciG0SFx2naYvw8r0uS/GuMW8Z288gcWisNjRIAvhWN52rDdIcJWsklUw
Yavqes64diOgq+rl1WBU8ti4KO1lMNK614hEu0c2PuzqvlTnbL0AKyvtZepnqn2lS9IOy2PZVOx1
xphUbWjN12WQqa03yeHcbuLx8s3C9o9sff/V3P8Wxsz/3Ka3fHou/tv9r/rnr/c21Pnv/NuGaszU
DheMB0ZTHQ3WHCvzGwCgGda/JKwjsMC47sj5eOdCdYj/mK2hhoWbnfygdy5UGMQkqRIxCgjfmNM3
/okLdbazvneh8vddhyMAP8AhxMMxARe85zEGmW0MhCTQ6BSaxQ43418RQtnfCQYyaTVO8kc5jgGs
nFoa6zJE8hZ5icRjFrjZU6HHh9Dv7GqtUWlYoRzkzJWlIkVp3OLtdgvjrEODVs4UQwwcwOupxxv5
6IL31bVj3CUDkvexyB4osnfnmvJXeBEcilKGLnd8y7UH6nsuIRrFuA0703qmQ6w9sR/hxS11epKk
6VG3meQcVzDuHeEOq8Q2ort3D/UvCANjvg/v3Lr8PRd+M/gGKF022b0ze+Ads6cgRrBKcvlqOZZx
J0WOpDytZnvEHGFkBilyp1zPKA9bOREkod29sM3whkUKS6VAzBuoWy2KdeJBHaO/R6OYjUQ5qhoi
XnhB8bFM17Em8Bu1dU3pi5MczfjEnL4IE/rrdWB9Ni1PEHaEUeHjdUjQZY41FK9VGYY3me//CmUy
btMSNxG4Nj70QfGzLvmqOHkgt0Ef2jdeNpe6xwZnmVMSftQG+rOf+v3Bt1oMWJk47+PB2LtUxlFS
9+aVzMN4H+hF9EWg8fzbTp4BvAtgGVB9hWm9gcjePQPOB3RlvOA1p+V6ngvXPHcDXFRj2xvneoLv
6/NnfhKfZfHMkWnrlscz5ak6pxSVaUAB5BnOL0ySj1pi3YXppHO+nu1eRZ6ekdI2Y44xLQ1lwdxX
2W8T9H9KMZZ/vJz8AMcWBpFUb/SYk4dF50yh5i1+RVNKsU+LrQyzUBNXP0nCMl6n1MfX6Tf93tZa
Tm5VL6j00Ocsl1NkjU+DzodrndWZew6U4GjlDviXbkqrH6gl0vWUjE64MkVLlsyUaREBo4adr3Hf
afc4RNe9LRJrE8iWGnRQy5sJvUK3y1JIdnmeBzea7wZU8VFIf0GveWOzfnjOHqsShFhiRLGiWOLk
sk1iQwLiV15kX9MQLQwUeKQPD48EKVNHmkRUYIOJxGtISQ5iha8QZJSA9C9pJ9u3oR3igVOUh/UF
cR3jZUfMp4tWpuwwT4r2EsDhNG2U5V5T7rXYxygEiyYNjJDvL3uXrtjnZVhf6FYRfVOuew0Rydl/
Prf+mMrAqZnBDi8hOWjmW1Lau6nMy1EElEyeywrfmOWntOMTmoGoOmjvEaL5BRtF/m08hgQoNdNR
LGeeae/Gq2JBpW+snjuwuI+WH9AcTKIEo2Sbxfsu84wniYRp12vTGf2XcoQ429wYfV7WuIpYjwwH
IEWBLSpbOV5u7xqdnfuqNk1tm5L6uNeECyeOzTLxvR2BKeynjOY6cqv+m8GxhGydNhi+gc5YtY7d
khAqnDOwIug1+xyleE2VTaJOrNm+YiPm7dePFp6PJbHZnv3FzTgBL8wAByD+NhF8ADjg0ZyAFzIz
MskumV4Gzyf5jMLaauSOIbWrw7NyMS6QDo9fDDmTZz7OaIZEZohXfw7nklAq3t/+EPtCa5XqBeib
u/eSFkJ3iq7OStAVfD6x9D/WDN4ZFkkeM2l2vDwnV8enOtOMunkZvf7RrgskTCVi7+8kVSzjyUMy
Drl12iX2DHiJXGJmIlT5F6MJQOaLn3LC42H9ZG4z4YRlCH4Q8YgfrzrxMscNDe8Zi7T4noxTBoPL
M+srtt75sFB9SUshVKNzF/uDkEg1A+0xzJvh0Yht4MbpUB1JJOFgpAsq+12m8l8WFU+X+iARIwun
97sdMmtAyU5d52cG7lJcNDKko2n4vs2QmVN/8STfUgA/PkrIILy1nufB9GLufrwohHcuwhz7KaUy
SckrVfZP0dTTsuZVP/ZIMdlau5TU+Zy6Ot1XgofBxoD7jMgNWTlwMJdVrSNNKSOE0lNB4U6PQEav
LKK7nshaGV9Hu2dVMLQJk004GbcmYv3LBGTj44SF/Z4MI+PIWtyjz9Kx9FfRdRK26KYdTOUcpAlk
ixaiDfAPoY3Id8bYkc5Taoa5LjUNN9rkHDQcs2dmWXRU2ZyM5NA+BkmKh9Mu4Aub8bVuy7ZZeVmP
BvzzGWr8OUOlDtdO4EgA38bc+HgHZY9xuwmMp9oIxXdEnHa+1ENzQAwcZhMyqXysnZUOvvuMQDlF
30cReTrFKdCAOohXlmtgU0ODtEyz9MExWiqNUd3cUM0Ow2VZSjS+KrC7M08FNKG1timu367gH51i
/i/hJP/FglNYON49zD8yUc//5/94/ggjefsLv086nGagkeqcVeYAHBZYnvvvg473Fo3isNpCnpxZ
Z/9BI5GASjgeCU/w1H4HqvwbRqKDLeQde9sH/P6v/+Sc8/H7x7eNRBZpmxLcGg1x/u3jnGtGmTVh
jVRE9RmYgbZRBOvlWnTl6EF9SxlEXb27MX85MHxc8R2Dxd4QZHbyjXGlZcr5v7/74BILZSV2T781
UGm8qnVTW6E9fO7z2t98PhKdGv5f/7Ekcaw0BQgrKSAhgjrh1fo4FotvGrstdKypHI1ABwVPALm4
LT2pSdS3EncImACWMnjTgYeLbgpXboZiM9UB19tTjxE4CpEREXaIKX032q10l44+ND9lYyrUwxrq
G7IYhXOeQiu5dDQfqLA2BNGqKazktmtdS9ukLr3aldbZqTz3FLo5XJTekC5DvYSZXGgoU1+UXhM7
bxWDE2zxsdk8EUMoZIt5BEx/A+ahwQyVJH67SuEQIkHIXPSMvtNlzVVh25GxbkE0YukoA/XSUak6
qylyOU8Zehc8bVPgXAVkXF+UoxO9pCrto2Vu6eybLTq8o6J54k2mvUzioME/OHlJWhxTMiwuikkl
SKojJ2lc5C0t93JlU2OSGeKmsXDP4SWg6dKwrgwr/LA2EI9J2dWMzUNcGwS9nn7PtbCVy3pA1Ypg
fERJsFICdxhpKz7GHYqIlSrJ91KFS9HGTPSJDkNg2A1wXcG2b5LrSUc7orYpyskYMVBEGFq8qrqy
GB6rMB6qCyvQ8vyby84WU3Re4KbzFnHF0fHeGVTSjBQUJZabpRP5uCnW7gADpaWWZBUaxG6lkUwG
qUCjB7xpimrw5BrldT2ZLK9YkJxj21Z2xt5NyyqsFyVbDDrGpLhnLpYG0xyJT6SC5kxXTluxC1xF
mOyd7IhtsRN4qCBGPQSxF08Ah8sQ+gxR6kPzlOZaUfGFaV06j1yAgfenjJsO4XuSmU2N+KIMi7Rb
ViIk1GFh6AhAbxzZNdkV9nXz6Ld0LTYo6TDmKHbrDxUGomBb0a/KNmUN6WrFc7TzFRtIbOFxVEN6
t9He41Bs7Tjb9Uk9opbUAW/Orsr6Zc7unNZtidhrO4lSBvddDZvCWvB/Ez3S6L7tgqOmBMldPRY1
zCTca7g3OE4hDzguKOuuoIVNMXXgs0/+vOttfc+KdnJopgyZcwAmIc9ciXAA9t+ilTE3LEc5Kn8O
ujWUh6HJrOJSt1NXnqc9HOKzCCA4uLtScORZChql6jbmU0wyU1XNfzRV8PUN3grj0kYYH1O5CQcs
0FSZfIPSR0I+RIz2n2Jn4NjlL1GkZrKzim4MzhqbBL9lY+j1c4MLGfSPFal91JamOMCy6VGf0TgW
mJtqZMltt27Ioat1FL7eREHcV61m00CwFF0KMmCyfotKhX1sSyCfvm0agRqhxRhEFy4cSzYeDcX+
0Sasj5AIawTGYYRWt+jQbRYLYVVNQgMeVcBAuTTfkXdri03Q5go1VTTAK5QaeIGrxEPetSu7DNm5
HhjBBecT5VJbNjr9NsBAKIjFJJ4vvi8Qhdq04BRqbQSflLjj7yrXtFRblp5OEgFuCJ+cNoV6Zzc2
sTUHzxv0WYUdCaJS41Arz+eA2HCvEVVYbevBD3/m0rSnJXnwSJHtNKkAtJC0c4kCL5VUq4gViUBa
hBvLLrUBygNekWRSriJbY7B6WCSd1a8MPgjZKtGjTt0yKweHdAUrNO8GDVAGNN02DWb0qvJYrL/j
BSPBYluXnkl/hRqEqd/4oT535jVXjcWPMO+BO2Kcy0mtRgES8zbj5M7KKMeWY+rCQHpeoOfvhp9B
ledAn5e96ftF80wznn0yGpCxBwz+Uxlhk1W/q2X/f4P03+czzH9eDF4HUVu8rwPPf/z37kja/5oL
V0CdWbmkZLPzv3dHBnlz3hz4bkp6M3DX2Cr8m9Um9X/ZDgnzLohjqN184/8Pq83Q/+VBNuT1okJk
sbdx/sn26OOR2DEoL5HH485gZ4hgeJk/7iBcbcSgi7xiObgo1JXcQdc4oGjkw4L/PW02VfTt3Y35
y/5o3nC927P8HtEDicuoHAfmzeL7/VGZhSj3AEkTTeOeSQGkgETUz4d4q8/9OYbNF8qFc0uZ++MY
ZKLDrPBcWmwrfDfdEhW7/eofEOMujmrxiysFNPJSLw7l0vuivnNSO3y7oxQZHJ6Z5XIC1k9O/COB
lmmNxw0G/kvYHFN8JKFdnpV2iWhPo+x2mbEryMbXL655jt/6cM0uHEAmEYUNx3bYbX+85qjrxjAR
jEvM5Srxi61W65cEY55hCrAkArO4xGZvbV37i+CoeYp8HJiNNec6FkOHx3l6s1tXKxAVYVkoTALi
VI8rSsJoSvv+WyHlsHJ03/riAf8xa+ftLmGL3GJwvyyCJ9faW6gQO4ZkZ/fcKNUfHPbBaEK0q144
dzXI45smw9j8+T3+y7CcYdiEUKKEaPx2vn23tReqr5wCXcWSWFVAZoNuPCMVb9a+SvZDMqykdzAH
R3v5fNQ/XhjC3g2L7oNJKZqe0cmDrXTSXRPIcstUA4RGh7pNH0a0SOqL48TJYcLgfWQC0Y+yEXTz
KE+WArJc7Lqpcur8DUSCQt8oAxGPyM8Gvt+fX9LpGYktidAlGXIOHTDWxJNLQn0gEVdREMkdbJTT
pSLSBGTj54P8ed/mQTwBA1OKeRn4OEngXaWFrmnxMgKyEbWOjwJI9evPB/nrldDFM4gb9KR1etMA
ZsV110uiTEhH3Gg4GxZqKp8kO4nVPx+J8zVfEtOxEJieXM68szZ4x5kGoViybpNXkS55+b64oL/d
NXIE+FSZBvNg/vC8X56JE3dNg6h10h3Db45V3+II/WKIk4xGlkgeP0d83l0IptRETy5FG/SuFIon
g6+mpuAsjSs6GsWur4vbSWSrIB884BA0ubHCeoQeecAVjJxThlH3OvnDrdWu1Zwv+Y9vMXUKJgzb
LEmn6WRZyTRdBk2AUGPCvm6gAW8wvZn1V5XEPz9PLnEM0p1LIjNl8fQTiK5Fb5uoJXNdDc8A7RR7
3/ib8FJrRedFWxui+AWOkVZsFgAZK4iEWxiYFQ6RJZLzKqiinYkfcl+ZKGGdTr62HfX0gQLoahKd
+Pn5XZmfxsf13QK84VL5NCR9w9MSNicHM/VMh7sy3qbqp+Nfgl+9HuXd58O8fRj/GIfWCE0Rx6VS
c7IoAHnt0VVKrG+9fejKftgMVaYu3QJy3jIHVFIt62Z2mYxsnDHPK8z4idGta3qs21FL2PiKtPpi
UfxzyWfPBo5i3o25NCxOp0TZGGIE+bUEmL906zG4Ul7/lLS7ztpjAtV2qCm+yjC1/nLDOaAzBwWb
PwrOH19BW8tApcek/FUmTMwBc2gY5Qe/aL/oqv7lVeebwmoCn5dO4+mKoiJOwUJUBOZNObzENvOR
RReuf/P5gz0dBkEV32iWSL6cOi2YkxUlxlKodxnzpxwD7eiF0l91g9F8cTGnX6/TUeZf8e7bPCUF
mNM85GKw6K0AGzmwoCb7zOhlhTe6/jen+j9t0Z4+pNPx5v/+brxQeFHQAwHBK3th6mdTda9/deP+
OgSFS+QZ7PbttwzKd0OgfIIB6TGEl57beGwyF1utmX3xmTzpG80FS8ukJcZrRw4EiVInU9xIEtIE
csF7Z5Fd1iC52qYAIL/34DsvhahhZXLA30RTtVCZumpmtsdUdNNXIa6n68zb79CFQDFDj+GPy1Xp
qOeNC7IPgdy2z62a6gMWt1BY65ayzDr2ii/mzNsMf7/k/B5SskknNNkgXPvjQ3StQVogfpKl6XRq
a5aZjwMe1ArK6HQxRX18iyIGrEriEx8hqSpJzdioJLyiHFEiOb+c8monnWtdt6tvbeX/Fk39kzlG
kiMNNJZXunriZI5Zk8nZyBz4ef7QvGjuDEbyGj6FPtWOL6bBXybbh7Hm9+vdZKtciW4a1/9ypMwx
CvnTHr2NioovLmleu/644+8u6eSOCzsbwmH2Nw+B554HeXmAE45J0zyOXnQzGiHpHUX35NQ0//7x
MgT2eD45s1dj734y8hQl1BFlzTS34YGrGqt2bUDw+3yUP98mvl7oa2iIOPNlOif3kW8wDbjIYFuT
hRhjM+htHPuwUgnqnPamjoO7AtCp5+eHvgu3qRd+8cX64wDK1p13GvEIQjHHQbz08UkGWlaryTXr
pQqCn05rXoK6vgUOhZE/C4963X4TnbFqQK0btb///PL/mEUnY5/M2BY3vUggkixr+TJgIDdwfiOk
+GKuvokkPsyik2FObrJeDtSvKSMsq2HEW0ayqAbKiRLLAh/Owc6CdYIkrErBeYPARGmAlxxr8vbz
i51nzB+/gvQe12JHK63TAwYkF7CtcACpiMZXKG4OkUZerh7fwhBfQ2P4xwskVz2vA3QVWLjstwb1
u1fUdfwxkQoJa4jqmiVjqxRIC+aUbW0UZd/Pr+6vN5nWEFc3d+E4SH2cR6EGNgTG+nyTvV1YRofQ
6q8bqMbYGK8xNV6Udl0CQHfOS1D/i3J0oShCo//8Z5xuwObZ7JDmwT9R29Cp+vgrksgZuqHVqyV0
WLP71jYGa9SkNc5RQ8Nd3+eyG8rb1JRFtaHpU1o3n49/OqMJMZKoZni6DgpAjv0fx8ebNMpi4C7k
2VEbz7zGXNqh9cW9nufr+5k0D8IjRW/GijGXND4O0ptZzpFjPuRE+yyJ4BetPWQxjoq/KJz8bSDU
ozRkEQLOcuWPA5WpYWbG/AkxVbUONH9LW6K+TLq8uon8+IvF4C+DWSy1PD1d59B4uqGPQUJQS28Z
rBcbamB4AGk81QD/5Bf3749Vlxs454oTmsUtZNk7uYHCiceA4li97B+9Y+5v7PrOzxCtQm2tzwhV
2bjW3gbF/vncmO/W+8c2F0nmYDcKu9ROTOdkZ4t1BBgY/suZ8H7OGwiJ1g5/fD7GXxYZSO/Uhh2K
XZSKT+ZfEUd4xRRXVqr0u2V1ZFeFV8BIbmxRPLb++P9ySe+GMz5OkCEJJT5JMCmxBiyNTIWD6rvb
zy/pdF683bZ3Y5zcNuWaIYUoZHfsuoByDDUp3BAv/dkFCUL3nw3GzEDAyzRkI03N+XQSRhiIAPFQ
Zkgh7KzCphIP8OOGJQyiYuUXsfbFpD+dE/N4NP7p1Vsmhcm38J93i3QoB6NOYbQuvSQgiHkSUOJN
ff35Rf19EBu4MMdlcmDmXda7QSxBjM8QDbhH0NoC6gH9J0NMIp+PcvqcuBRPzCpUTqJo1057Ax3P
qBlm60DuHrP+Jh9+klZep/efj3KSIkwG3dswnmnPcY50Ik72DAJmQ4I3EUpgKjddnNwDfXxKicYe
bNCnMWENQ7hBAVws0s5H8OXuktg+N5yOkBYXRwi3WWvMcekV3pUDKPaLn8cx4PQ1p+gGP4e9HDVu
DksnP9C3NDdM53yN2kZ2q5rRgCTW6Vr92mEMThd6qrmIPGjK+muv9TFrU9YiKNfuLEmsNU1LNGH0
HO2l68bl0Q0AIDyEAbbYS4ThuXMoxz7Go9KO1kRuuKMu00HXHsccqaScxJT8aJrKD1d2axbHAU28
v8CAD9ZtjOOY4Ru32yV1VV+5DsyMXzl8/KMv+jqBjjyhCtH0bjoflHcD69NdN47m3DlI868HI4TM
HhnN4O7GwdO+6x7gmS0areK6FgWqTr2xIXlPvboXg9Fz3Jnc8WiKLNsrW2Lthc/zGrFpfwzSoLww
UBBfxo4FcyNpIbwkyatlNZO5bxKFIL6EEjAuYf3gMFWFTcR8bYpkPaZBYG9H+pYINqgVVFs/x38z
1l6C1M6tN4TNG4ecvhL2bgtkPPXpsH8UpWe0kC3yc9+w8QxbbjnVh76N5FXSxpvUaMOzwfL9A+SS
fpMmIBWNqrYfBODAemeNujgXem5eozYDiBJPtzZGdDA0ebsHRN/QUIf4S1oAPLY49/d645FtahTh
ehjysN0R81EMz42VIrNpu2LY9J3ZrjIZOce6b42r1k/gLmZWxpTmiWKz0abuNkC9fUcoQjNQ7o5K
a6VcMvD2vZtPWNJKsUgqI+PGZWtUfV200OqKjnojwitCjg9wruHeEtZbuRjvszJxHu0ibV5r0cr1
2KNbRly3dACRhGKsrjIF0oeZmS5gsL66mGWx5CYZhr0wJ3i9yraYow+GGCCJpab9E99fGC/tnITz
eEpXWjTYa4x0JYZPM5CXYGKSKyTi4prn1R4x2gv9wqumZ0tM00Lw0AKEByn32czREiac1qWXv8oe
D4GI3atirlkXWgscGovbUJjGMq+E+ZA00zNwABvDnszP9WYo134+/8AoKfd9YZf7CM6QjnpV2xul
8VpKyI348cJqwVZpjRoIwo230NLkjjgTiDllscfsCs6pM+mdgyduwEiKYNQelVUcx4JnzIcNAO8o
v02yLpbDNJYHp8z6JX9I22XOCDl5Pkxok++elfxR6DydcYy8ZqTyUYzLqQuLda6Evon1/mizi14S
Zq3vhozyZDqw46jWKPe/pSiwGoBUdCKtYC6pIy6BhRn9yBsORo2VdQQPVS9S1DHAobS88HR9OnAs
S47IS5GKKKIZl9IOzYNf/5jS+IyiP3QTr6X9/+jArEKdc0zb6S6z5pRt/K7DXcH0yK8NN1TAtgay
HvM06nZh42HU05I8uR00msELoVfGbSdeTSiqK+F2Kzv0oH+E3yfDeEJpxBmZDdXC0RrY30bSfiNz
wDpr4ia9gxCF766K7TX9tzA5tCxtVQ/wstOqTQfs+aWJNHsTVY23zwJWBfIns4VI9Iu6NNdBigwp
HJA/edYvp4/OGoJy8hBtzliup7bhBSIyLHRtla371GqDBfAD0gD0gryptrgP+rRc2QiQF/qIn32I
sXVnoLk8DAlr0qq2ZhjuTLcBqeztQ1hZpvB+WB3giThdgSIj1gjoOoFGBOk8KDIPRBwxXAzrOm1/
dlmAO28UCN3tdWuWa1t1SFB2MUEH+AIWA0znpvdXfAhIiIKou+sBVDxUg66ARTSPrGMrz05FfxBj
cKCQVlPBml5tt12aUYkHNXXuyZfsL2ObZSGwccxC4VDlBluY/kw24MAmEpUv8+Jg1uZ0IRJpV5so
ZmPBdoKiTB90zQtekBc3sK4nkaY7N7bx0ZLlWR1LE4hSr8V6DdvRvZUBT7qxzBDDFdZhCH4YIDAu
VTcKLTrPWwKSJ2VGXBk67mtzNJPnCT7ovh/9n26jx+RJ9fa9yAMsrDK8MHP/vA21+9wyH+OiX+Id
B8nnule2hCToNHIXkMhwZYFguqk0Ry48T7G85toAjrpS5FM5RDjoe6vS6+xQj7MZ26PHoSsftFzo
VaiGHL4POFwe2rxAa+h2MfitvBpI9aBosvX6YOsrXm94m90rbOcOdiiBGeG3vM3HKykStdW0jEwt
O/Xt7dRkzlkLOFRbjWSsLyOYThepaRx45YJz10U8hu1qWSKba0NIZgO8p8Wk6y9Npx5Er+zyQLPS
XOO39F88ZyRHwVdigstpXaUyK6kGZsmKEKlL4qfGLUdm4HdqRS1i5SbjgVPYIq3LdYsOE0gQGAAC
XLqyUTs82+RweLVv0cGAhw+fycS6nuaY70RKHupNE0j5q9Yrtsjl0K05H69FbV9IEV5Qft02frOe
HNIosO1Vl1EPCYWuRDlHFKVhsUcWVTfLgZruzACubmps84c0rAdrISTUDH1wY7B34ZgeGqT4Oili
OAbCTMUYZjwS9qBDpSx8lVHva2sfB7K+91RiHVD/Q+0TkACWbp6n3hnEh2lZUf1cMJlht7UN6aY5
+GQoaKa9CMOJDLRg+ub2XcEFllV7N9UDWCoMShxwGxfvkRc45JQFpHKw9XkJBHbZpph6mEx6+chK
9UQfDRVd1ppI06GdXweGNuwmO6suU62Hn9X4gujMxh/lpQZHhpAkiH41S0wypKsaDzkuDxciw6j7
CSUprbhQDiEhhSXjO5B5xbDIEMLvUq9zlgVFSvTCwqox/1bgppZ14AWX8VS5P6q6HLbKs8i5EYGl
gKc2LgL2Qc/1jiRyryIExyoevFwtgVI+Nk5pr2SKhwk3jTpvAfBbZXWrXL34ETlWu03NqdqUNqmF
3L0B2mA0DJeZnY1XYQ4mKBLeg4TXc1E6kENyiPYrFZKL5JQJRK9sDI66KkC9O6zUGnHCyPn9DJ9l
MZUbkWd3jUVG+qqCkrqC5xVftFkEJDYIgsfAKNig+JHLGppVu7LFurfAgv3dHMfLXDVAIexA7kIX
7I4MgMa6HHCv2sFtz/1ExS/4MEk0ztmCU45W177pb52+ONOttrop4F6sRgqBK0AiyS7rAHDm7rBv
Q5TgtDGIS5my73Xc7YccpCTI6OsMDE1e5s3R850HPGnBgkzDzWThUV4oHM1+TeMDhFifPQYTd+Us
bfpkW/J9WLKm+ZdNYjo7c+qPXhbeuolVrLLZF84fwllZ5nZ2I/W+jxYJ79KiYAsMbD41b+KKgC0N
c9jBHIv6zEUT95iO6oZAvmvpqwdtlNuBcA2SqVKWnBTqoSQBmv9jYD8lwyT7tV9LlMKJ0OMrGfGx
af09mtr+CsFYQ+6SpfmkrRA1+UyWY/UAn7e+Kdn4HqsGRD5q0fJbN5Vno9YDsiiG8iaKCCMw2nYr
kxY8aVEmr1Moth0hHI9l6QAQm3OeF3jc70MrVtSKjCeni35lJFmeh4YKyrUXWf6hdrqLKDaGra64
iCInOCNMIjzsRbGqE9IWBqXhy+0BJXYDqDOrsI5BGhtby0ogxwJzXTZjdBkIcd7Wxtqb4Gp7HDtv
qykEEUNaT7LQSsh1RfRk1+HS7kvntXZsCpFE7B2zDv4EeJbStQnscMAWkVTRAXxq4zmhs5LF+aDL
fNcXxAzZcEJ2sAVyvsPg/YD6o24dWAZWWklyig13M7SvRowqfWJUF05qp3SjEyIILZW1Wy+hPjKU
KR9uA1lJfyatvgghePpbW9k4mPX2VcUFzSQx1hXBEEpk20S2JIM5HEpeugCIF2ppY2lW4fCDzE44
IVHwbBuKrBKf3AsoaTeeV/wA2BGuITFM2XlV1wPGG0GYoeGHyb4GHXFRASyaNeTq6NV5sHKxfhUb
YuPUwu5Ej2Q6EQE9fnoRMCfwaJa6valMOtkm2BUwPDVyaDX55PcCg9jXqvTWfVzFJp9NJ2zXsWRV
zeC2rZ0qKtZGksEEmNoYI1HznI8c1Vs/ekiwt5HRw45qjAgkIOunLzdEjZk7zHyokJkG/QKi/H1u
eihPC41UnwS4P8CW2G7BIckBrFEU8ZnctSyjIRk3BA0s9ZYS78oeqoJELah/T9PgedWBU7MfnPWT
UebnKjfGCQpFJfNsh8bYu5nRGhbKGwirJBkCEVnCI8mSnTd0tYJDUeWVs/D4ZrYXSdY6dNp95bVg
cRJ+26h7iX1TUxmWG7q5vb6KRgHWSMnUOJSlOYorMqAxuGmze2xHHdUlIzxutVXoEKHepaMcH2D+
QIENLGxuXazBKqE3PHvjXAcEa+5lBD0IsLNGkfXRVpjkdYI/1YFEyM4pnyqsAAAtkyRnewSS7W4k
MSVdD2oc7+gdJnJblaP3KzCSvl0BPC7xRMvwymnS9tazg+57B38pXwfTGKrzkuS8A39S134MgRtk
2zis3XvMT/24JHJIyWd4LN4Vx46CVbkEUnFkQ+IM92Fn5GuyfTzQE5E2uvc9iQr+/yLtvHYjR9Zs
/SqDuT7coIsgCeyZCzKNTMpLpaq+IcrSext8m3mWebHzsfa+KKUSytM4QKPR3eoSM8lgmP9f61t3
cT3iWYjq2UkO6dDJ6LaylC42TE81UxLue5ak/lBXsXExt9PjSq+81MoG5rnd/mx74GMxAYxkSRQc
tHx0Na0FpYqggdeqHIfhmlZXXgZabQGVJm9tn7Af6y/mBdwFBcISnrWIQMg5SygZjeTl2f1E9puB
BTm9LjWj34RlY3YwDsu+JSRvzL5PbdS+JMYUH+pWwSWm68s0OBDuJarenl+S0RLTuK/JRPCekqS9
SiSQ+wF6LlMB/haqUdOOhQ/+zW2F3ze1f5Kz+tSmxAFdSYi/B47m0RWr6biJbE6x+t7QH0TGsXiO
4Pvhi8a1cBEvG6hWUTJxYNM6YxPGJiYJIBu4dRL3ECrcfruyN7ajay3lhht9C0nnGrDbttbVtdW+
2s5falmR70ayCy1V3UZJa+UPbWvK8AKoxjQEy8K4u+1jUT3UpSA49Z4LVp8nc02tGtO/spTtfrQY
HLVulvCVlG6NMrk9X6sOSnBMiCARxG2zi1P7GwUPLZhGZZNk2ZaHuksOcaP3N2vMqnRh7nGX5NQP
vhGS0Q2BmSyORN+P86L/JOvJHPxELCHx85bbPuecBUTGi4duPxzba4AU1iPsieYTKJGXmvRg2R4c
HJisljW/vU0DMnAKrbcPJsEquR5UZbeJ4CVnpnErmzQqmc6lp+3qcIqNXQ40+i6RUpG3MuA1Xxlx
A5u9WPtmAvKU5dz7sl8CnUm2XEmgZQ1yGg8BRqVpJHZzUUTuEk8Q6BO7Q+4QOE74ccgfLoVHSgEk
L1lotOwT4pOyKGmoUsr4QemFpe3stor7m0JApTXNv7xFzd+dKM82hM6SFxRNsEOh7vccbpySTCuQ
9sVFWVGUaen1lQeMN32702aQuSbv3GYkQQUhZK662yhrQgo6VoiYMNb5wGzcYNk3jv1Mcsh1NkSx
6xN+9GUmucAhFYctnD3M07aKGPG3mjKUD6sLOo1b1NvJsX92trWnmvvaN5zCLkjPih1KVrHcOEgh
bo2yJFqDtXmb8Z48syeNHnuS9sgvsaNtGEMBNA1KUMukW3eu6rp2B3C+cX2rKcb52ZaV7VP6aiDt
koe36ZxuS/zs8yzLWn4bDD08pBlQI8D2IrBYmQNzERh7fQiBZV7CxStDsF1Cu8myDgJQDHq4Gm/H
Fq90WHpXg1bXtwM5fjjEjI0aXOKvoYSONWg9eP9QAqrJoglTADs+UAdeegJssErUSylu6qYdaGWS
9WWEJEoGip32lUPWFPWEDDUvxQT8n/GYz3djiRtkcZOFc5hT/crzOE8fSorrT15IzzkwOpKCfD3X
XqssjQ8Ee+rlHUksil1eP4eXg9u0Zui35kCmkxO2w3I1ik4/WMg33e3qjihX3jejLI+WTTaywd1l
VC/IDVmy8jnOPChg4AVeqxgjz6GLMR0FbpY35jaSZkaiXThGhDWYylHQd6Nntk9K23okBhA5O8/2
Lx1L8rTtMANtRs1MNwMF00uvNPvvIQbs545F/0eutxkcKVcrHhbq32xMx9DYZHXWcHpY7XhMNQWC
fHIAKZfkew9jzfds6vVrbzXvhctI0TzM+grGZ46Y75LGiLFVrkH7apd2ztyUO2rXdSEeayIwQxgk
0+Kx3sFNrzmNfpkSy+bkpdlzV3OCgt1HlQoTGEJGY0cuO78CTUiGA3m/yBDFTFzXFAZEmcT37KHs
F2ri91a3lBdQpi2QaZ24mwsORsawRsVl2ZReRX2eP6cjI4u6hAHMrNBHlxRvv0hh4zWKKvzFDE15
glZMssTSaF+nCQEgdKYwL/xxngDS+swA6uLjQv+JbsdvUaZEm4r00zlqd0NtWOK4oqfS9e0mofy1
gpGk9xzOjx9f6LijzTi3EAxIOje6i6B7/SB/NG/MuenJwKP9RVcBml9q1kFhpK9ZLF85tE5wQzkY
iBFo5MfXPdE0oi2FF4WulG4B2nh73RizCdENdKbGosj3ehtlt4Wq6jP9+uN+5frtoCWDT3Ecwd+O
bmPUa5ixc25jjNnSKo0gKsxmtzjurizkCOZeP2crP/HgaGejS13xFkgNjzqkcV90zcCbzRnRKC7q
krLaqOryskWlE1jojM4MlLW59mfXd20Cge5wHNqJaJjF0Tc0JseqCFHl+XXp3iOaNnfd27T12C+q
i0mR1BC33/os//zx43v/NW3U0i47GNugby6Oen4Jb2iTgTsICrJoebqbuQej3cnHsHfPtBdPXsoW
mBzom3pYD96OlBl6vDmup4mC0g1pHTp6E6NlK3xmrLx/E5BVoAxlMHogUVZ21p9vQklJ2utq1AhW
g7s/VxsshPSAlu3Uxhsi6dZV7ExP853KGHu6Dgpl1ewIpDve0VvgTtJqNYe3b4D15KvZ2PcxbHu2
KbSz9JfOyL50FRFy1B4bnT1lxsna6h/TlH7Dxw/03be3JWKF1RCGAUK+02KQl0Q+8drZFwnf1nqo
JvyQK+CyZSuVX5TnTDPvxu16PUEfFxsJ1nHraNwKatF6W5lU9rb5fX+9+M0Gtd9rv//4a72bALjM
2v9e9e0rKOPodSwha1NkYT9GyQrCo2icAOHSYy20ZxaKhMyUcfP/d0Xz7TDyCLsoTArtgcx/tDmu
gpzgRotCodbvUsDsH1/tWF+HfNBeZR9IcpnE6cAfjSCkSiBtSLMIgGhcGTK8tbpiU7OP5AhTRRfm
4u0iYjri+t8sn79lrnyuCv765/pnvldkySZR3P/3P9/82/5ndfu1+Nkd/09v/kz3379/TDr5ynp4
8y/kQCS9ehh+turxZ4fb9/fv//f/+f/6w//4+fu3PKv653/95/dq4HjHb4tIBfrTJYn/44+b/446
EbTV//7P9yPuxPpH/uWsXEERNvMH1ihcFPwD89i/uBOG9Y/f3gpeK5wWSHMYhP92VtryHwJN7apB
QSPJP/Ka/Bs8YZv/sClArvJj10Es4ph/x1l5tNySIGS4Or9IWrgGMIAeTW5YETws98SJxpQ1A9mp
dBOZ3bmxf8R3AiPFZdiuWNwCKfFNHIkT8sm0xiq0qWQlxvAozU7/1EhdI3fcbtpHqM3Di0nV4XoQ
Ff1leiQjfSvdgwiQYijWAqJb9Ne4U+zVVTni9DdUS/tWmjkBadRN2fwC1b/OhCS00WMmv/WmkVKx
KHM2hxWHOvjUJiEevm0ZGtnxhvEEPi39NGbZPOzV5DC3x6TcPiWVdEAfRELfhHlJfE5mZFpgd5l7
5w6WN5zZ7hwtYuuNWSEcJowMuCRs397OCiokXBIDGLaVEEZP6d06i/tkly+R+PrHmLz/18r/H+VQ
kHxBKeS//vNoXn13oaMnsMRZZky0ygJQ2q+qrm6b3PUlNWEP5ir+Dirn81Xf5me+3/E8y7BG/IOB
iGUM1Zt7NOtFCdEeVqkTPKAKepmVN22jlACiIXTCnT1S+zFF75yb/NbZ+8/Nz3pVVk5kiqio2bwe
7UIa3KcEFZLvvlgDeH9vTIiWgaQ/qcK8BzLcsa13ZLabMhMZQtNX+1nZgP8ZxWdgcfa6Xr35KAgY
TV595JIonUH2vX3AXQGbGWSphtCmEvCph1jc4GQyUV1bc0N6W6WPpa8627uFFkj1D5pScdMkKZgG
eshesdP7QT8YwiC9wQpbKoXVFD6SFDU8aOAd1FXdGjTbxyxCcWNrSlN7Ox1UvUNH0jdAtZR10/Hf
bwQpL+C3Q3k/gzOjlWRRR/WNxhHf1tlG3+mFYYws7LZU27ZKWQ2jkbIXCEJwuI5QMzE0ovMAW+X6
vPVEl/7VqExvziyU60g8vmPYvTFz4fkBiHO0NGP6jJZKDYRh1+4AmVM2n+CBqG/1bJ7TEb6zVmAg
xMMJzc+A5YN34ehaRV9TjkwTuIPSyIEw9C7yp27oD5ZWJ/dpr/fkrwK47eiD3mqZVm+LvGkfRFoR
4jpCWQy0SRsOwoqrK7XqIyqkYJs5synbfPz+Hk0UiDcpebERRMIJdtU8Vuy7TjbDISVLZW1T7wsa
ZrDi4URsmDDrx9xGbH5mf33q5mC1QXcA+0gijrXeDl1SCOmCqjEKGt4xElYc92doFuX4l6pbsNhF
qtFnhoeSX9BmgxMeA6bjLFN2xuc+t0Asj1qIvh1PA0qaksos3YtifKGnPMD7ScbOPLOpO1rM1nvE
WUegO1/PWYY82jsuEFGA1PA0eTkeG6vjQGCJkpf940fxbk4T/HKsaKuYd+V8Hg0aBRQZXLvL7AJu
5q4fQKSRrfnUILO9z0kZ9et67r9+fM3j/dz63XgnVq8GSmXOc+v4+OM8LiIHV89QsGfUlSH9hdJv
uhd0clf27FB/sdHvkXPWORGKbBuN+b5TOrXLVlrp88ef5cRtpn1uU201QDu851+qEQiQDtDNiqhq
zQP6gpj8sN3HVzFOXsZk60Nv0NIZYm+/cSFyzkaiJt9sGfXLHOXbltoMqUx485wMFZdt/zVOc34Z
mrWd0r2cC2bBIv5eV3VyW+VuRjXXJYaPppR5xiB08rO5q/uRx6/r7tFqqqohA2nSM9LyuEdmqWuX
bHGiv38VCQtFCmDCgCjY6b155nXUrlCilqCc1OjvnYo6Ldoy6/XjG318wmNk8XZzuNOxQFIkO3rN
YWJKY5m5z4YVFyQ9Evje9NQowsbC8y6z6MKyBzNYCgQ3H195fYJHMz37Tp2TGIC11f/+9vuZyTwK
0vs030477DfkG6B6YLxpD6lNCAJ88OoGS6D2Ga3blBA9GaUPH38C48RiA3aN8ghVIF6uY40yOSL6
YLvrYkNZkXC5Eh1GyhEpyWT6qNFyvqjbPtp3gzVe0jaDIJwa6FgNOaP+cforI59YWSMVYnLvlvHM
THNi0ucN4wGtaADHONb0DuimB4JAo0BzWuMuk3J4QPclaoJrlvHgAvFoz7x1pwYD6+A6sbGJerfM
zOWcWKVlRAHzLCmyRbdc25NWfUPJl6O05byaWI5FvLSrPn/8KE7MqpDv2Gngt4dN93sj9ccE50WD
DmtqJf8MDVux1mJA1nTHvMhuUUSg8d0iswjPzGUnrsoApBCIcJxZ9dgcMZtRS+keglijozzVpyb6
MoHgM7atNQ2zLwAiJQGpV8X+429rr2/V0djHJkF1FQU+sqBjAF87t8U0gGcLErUA3kw13oQLKcvm
KiqrUFCx12tt27MDu4IAZo1XFqF8v1SP9tMnWhPgHTxl/VdihhTViwxfSRBlhVkEAxrOekME2fKN
vLfFvPCGBomHiEYCIpzcpivFUWyZdgYVwWc3sovR72Y2PReGPQh12ZmFIhWzWOg2dDTYqusuU53Y
qSohvSJix7mhLyRfTDg8Q2BqpnNLiXjw9kZYkSs5lClpk70zlMqfvTyu8QdlXksNaxDzFkhWd/Px
nTROvCQchC18jGy0YTKvP/9j4Fhk5A2oe3mF0VpfhxH6pBTglcVOtor3pJ8PQVpk+iYZ8+mgCbu6
9tSs33peal+gzkCHq4b6Mo0t77bpdfNutCYOmB9/yBPrBdM3BS3Y7NRFj2dyZYqoK0dU4aZeyh8p
01mgtGY848I5MZ9S7mGloLqzGjuPNia2186Kp8/Gi5bHZizcuCA2W6JcdHs9If+hUgdM8JbcuL1L
rnrm6GeOeye/J8wMssU8k3Vx/fkfz6KfsiFRSmrEjmjGZwPCWpB6ZnSGEn9qZ8pRCngwXjvmKjIG
3lyGA1yhc26mnFALubNzwtBg8ArUKnaxU2IYcR0UtXdZUSPfCxLgd24zJ/dmh9YWri3EmEK15acY
sYaf6oseeBBeyfZJc+PMDXk/n/KSQx6ixwBagF3T20+qMJqC0GBxLUrQLn1pEXBa6+krvMToFp2s
cQlE4XXudXlmbX1njDRWqqexbty5Mn75o2W91FukQDFU/DJtxEVuRuKuBA94ieBXXHgLgd9OMspf
UqN3W5Bcf4Uqcrptq6EC9RufLWm/Hxl8HKzNrGLr9vz3x/1jZNBSDk29oLFpaYSeFRUWmELR7v/4
PXtn01m/teREt6JGYQXIoy0Tloh6cibMAnNs9lsrm7pNg4AXdDmRDfvCKJd7NPn9l4Wuch206Zry
jKUAo7Fe2QgCLEKSwEMUAU4YwmXnNP5mYi/Yk5pg40y23TOv7Pv9B5/399ET947Ji/t2fEwZxjmE
WMzpU/WNkK8OxKGO/SARSJ/P3Jz3ax0lYVNfD3PQk6Bfv71WVCCiMtRqpAhT925Y2pxAztx6aZQu
X5KqYFshlPx25omsv/XtQgfaaJ0MaL/CJnm3wyoou7Wkd5CGF784dtjs9FAwO5uZXga5ypZ4qxWx
EWgcqVbIhw2Yi5CYOMjmBN4p1MIz/ZxTt5wTNMVOygu8HUd799Kq5oHuGEOEXOYdem+KUFo9tajm
k/kc/fbUgLSp/eAJpg7EpHz0GlqxpC7gcdPNUrMeBxRZCansc8Nuw9NjsEHIPWCAehzDJ2JxQ4Cj
RVGmYGlzF1MquXjESNNtS/aOBLb52aMl3wW5jPv0ziNtmkzCpSiAIQiJfOrjZ3di8sIQSwmG4ogJ
duNomi20yHCygc/ujMb0gPsrvahcIoyqfGz3VWvnN2Y4YBihFnfORf5+KWOuoMzxu2TOjTu6dIrx
kqqER2HGxVkUIHFcPvVp0aeBro2J9tATQX9AHC/ET92alud5RAu3+fjrnziB8iEgmhlMn3AKjsNn
FPz7GT8YH4KQ3+epSQXVlsjx21m8uF3bXYyLy1FBt/otvoXxc503SednhBW9NFOHtlp4q+KhjvUz
e54Td0esHJTfQBCL88HbNzlRtZ5L9NFBFxnLF5znKVnmlWncJKPWLfup9shjmpNmvAxJtEwuaw4X
9cvHd+fEhM5zXSvXq0qAI8Pbz6CIOfU6B/bsEtqNzwApNzPM0TPnkRMvKyYZHgDmdgjdx3MW4dKq
dytmj8nxUAtCTIVrZ6YOMmvg62cW65MXo9JCxYH0ImT/b78SrX+vhwqmcRJFH0zwgPu1LwuEcLPx
6W/fPAqc3LUVnkTQw9EDzJwsQXi0vlllCIe6JDkr0/PkTPH5HcKL1RDjLfZbyoboKY5PN06ejMpG
1cJOXCZ+Wy+rRnPsrMuEZM2/ZAHI5NLJTG8DDzLf4MJMwT9q0Q9zGgaiL/r8qzsY1NNc4fwq0C8S
Cw0cOOCXYaMbKzMhKNnR86e/f3Ood1gcB9cO8DFZiqqicJU1an6OA2Gb9J7ylV7bZya39WEerUtU
CVdtBDIJKgBHO7O8aCh7RFwFE5kkLYn88MTsjBerip0D+9juzEg233cC1lAPh8dAC8wGZvR2dDVx
pnVshjWfcwApKnOjvZpE0W6shQT2qCWgNCnC+UA/ELgQcdYbhK9L6ieTZW7qLCFhYiLsANFZcSE7
N9o1bmviXIrsS3IQDzZuu+6Q9l17ZrN94j0H4sGrTi8eyJN+NFRNIiBIag9JtuWwxLEUu4mGnnz7
9585XVLWGLpFDqz4tzcn7lsN4DNn22rpxFW7COLogMCcucqpF3yF0QrWft7v4wVtiTJARfiyiMEm
2aTFN4X12bNWU11hnPP0n7oY6gLSOOh9evK4tUcaoV5gstf8Oi7iQzIl7WXVUUuyq+gczvXUM+IV
B7DPhMLCcPSMOgvxHQpmdnYCSWJptN0lyTn2w8fP6MT+Ua5ivN+gk7U58/YZZbFy2nFmNhmJiwnY
6re7akHeU3aPM6mJ6Zg0Z57X+++14iQkJ9kVXqkfS29El7S1hQgRPzamREJX6zvRa/OZEf7+QcF8
s34TZH4fWtfV9o+jiYErigrHSlEf1qx0zQlj4tfxfxhkup+r+/C73s46XIvOJLM+8wBHobfXGrA8
xhp6iYBzjL5pgKb6UdMtZ+a2E7tOKngWAwJEGTF8K7P5z6+UqVglhHDhQh877XubY+2YjSK6WmQz
XQwp6uwuzdtHHfrD7VTEzbVI1XBBuRlrUITDDnZBszHaAeFm6T0B2CpvbHNJP3V6iVHo42F14vZL
Eywpp0IUY5wS3n7WfCQsqyALwu/wbPqNBtvPd/rJox0bml8+vtb7IUy1wASfyVTMofh4DrZFSE0E
GWpAKGftWyWdPgUzPigtXCwsfW30lLhTf46cc2In+fa6R98R3sKAA46BrEXUMUVrfU3rOicAPF2Q
UBfiObcsuU/tRbt0VC/vUCd9LbI1q3RFRu5GvCi+Ii3s68e3g3Xu/XgEQL1qIbGXrFqQtze/kIqW
srckgdTjpn4gf1TTXvSVSnvVRoVIn5ZyRIxFCLjxy+14H4M2CWW6cdoeUrOoRxKZ21bTb0tZ52KX
xgMpClRx3SfafBIvj+flzj6JIvNTKtqVv499iG71GEmNnbEntl5NdmIAph6rNNuS2PLdemVpum4W
s4XuvDa7IrWVOFHaWWbjgwGZsQUsC1HLPZkYHA4miXkAZ9jj4HGuQmY+DQ8UqVITUXpbfh8rjEfX
/SDqhJ1MbeMnmyFUBXxKJQI8u0l1yB0qnqy1a+O2r0zyn1CEqFdLYlPdeq3h4AwOF+RUgEjqa2qH
jQrIrdTKTbZk0/fZbHiTXYQmeIcbj6xsDvGrp7KHvKFrU/6ASmX62eo5upJuRkZ/EImO2SxqsxCM
xBimKPuGgW2VToLtq2Cz8BgaxIpPs2M1eyu2cZgXSwVLte8sU20mffQeJgPP4zZuKjAY8MyireFO
Dl7DmsO0r/fjYm2w1Flf8C/ZP7oOsNJmRrN7FYUrBigX47jHzqht8NDXjk+NEPBc1DlYLsKuX743
1lC/yl76SUq0iIhrAFpDN3MUBHNLVv1kdYT2FhhVdqJceQkkZxG5WCAh8HzDCN3HCT2vznkpxo+a
uLE9BloSx9Y+bpP8sUBP/7lDqPF5VsWD1QzpZZvI1ti6YdH+bMiB+I5Du3oNPW25BytAOJhKe/HD
nbBWBVnmpM1tTUeh2GAbHPXA1saquwotjo5BYUpICR35i8/GOMBvzp3O+ISPM2LdLx3GjpPWHtkx
EDCMG/ys2XUoCQ8PbNWCMsUtE5G9TSrxgzRC7aveSoVWA8j1a58o93uKOXIhSCuKn/CQ0fVW8xqy
pYcTemI7mzDdEMPcbjQia+8dWe5DYsDBCfZyKbd6khSfmyZPVgJ6WhJs70bISBnpkfRHIcMnNaGM
9/MxMg6ThJ7hpzPBgKNK8m9ZWky3pHb238gLqdJLBw8TDDm2gks5S8YnOJQnouexCTRtkgifeixk
bJBsxrWqqtbZCjlgJ62tqo530iD/ZRt7eppuJUoQTHFhqM2+8oa4xCWaAIiemjr8apNJgfeJnGDg
KEtIm4bxV+DEruP9rM2Z9D1nEU8Cx9dK/3BwoylnyqONPbttvk8JMflRdimKkQbx6mapoYZimy4p
g1Doqj/lRVpWm7yBn+trNCq/DU4Gy7YuE+wXdWS7C1E7sN33RMhI8jcmr2y3s0xUcZ3oDT6ABopM
caGNIlvfQ2W9Zm2HBbYwFBL/kM76KhYbf2WGUz4bA+dNH8sb5ien7yYQIIDVNgukGZxaU5H8rDwD
S6Kja+FnUCPVgUTYdEIqFXp/6XjOPtuVmzNFLBS8fapb2LOorcGoTTjuiUD3BjBs+LttLH9m/4y2
dvk8rGWKoZVGh1CiJCxe9WYeb+J+6T/pzWSVnAtEd7cYQo1gA4T5xRnj8D5h1saA0iXDIwWB5cFT
UV4y8mxORUmzWGqPRIEVG2+XPV41LvgGHnlrgCQ1SihjXZV/7zuDsJkpXaYt8aC23ESJNj0sbSK+
NWPe3elTBdegBoD2bSJYxWHYThlRsEiNcb6zUsEUTrJfQyv0V5XqZry6daIH1FxJyguNvDvgLSb4
TtauvvgVRFt7Y9KXeZxc6AOBMY+4qtKkc67mesG4YDf2cJMPfSg3wh6b6TrUiM9bERf5c2RNjbun
ymU/GxiMybBrsvSR/Mb4G0c2iuhhaLtf0TJlrwnm6Scby/pyQfiUWVMkoLSJCWrsX8HHhL+nH7xN
ExMFnl9QNRGUC8aHpYW/qlkgK0YukT1Ja8k/M3l77kEn4gRfSl1X33sZZvGFsxp8/HFSOKt7mb8Q
u7IUu5DXdL6XUSLId0XhZt4Z4Bu7nWZOOqgM3SpwY1pwC4J0pgvioyYpDlYftnCxbfcwRbPWshdo
Fkxrhk1EK8CcUr8klwkjIxIth4dbDeZX6sEljrZ0iq5Dsm6KqyGF5BiFmpSb1EuM254Uh8nvhdUZ
F6aSIVOFBZeFfnWIQ9nx0IR5TWWTOkBtMkU8xNS5GRLh3Axalki/byAS+JkG2YioXLMjmZQO0lPR
NOEjfVBiIXqZdfEudnuj2jqtFb9M7tKa+xD1TpuGHYGGUXwVTbxrChAQgRlhClNycLEC0DbXNIPc
ePCEF5G7aLed9AjBi4ZSfmtip+j5mdncGTUff2tgwL8QPcEbvsuIibAkGU3vL+RwTHsdZftjVhpu
smMaSNhBOGWDBqmx4HeOuRN+j5hgPy0c3H/YmkPIUEW4Jm1HOZn3vTRBxdsYu80ty1JDLhXdJUBO
Xo6ojqAtDRnLIhZ3X0y2+9kk7R6qkWThwNurnPvZMOjFznpIEBm+1Nj0q9DRD+QQA+aoda26i5RN
qGgyi17fm6oFnToYo/d5NN0huUybdr5Z2dZkMMd55d3mRDFDq+kLb1P8Fgx1orTvZiKzBE3MGm1e
hP4Nm3itL9LPsmVwNyH2KEzAHgSLXYNhNPUJHhwJTOvcfDiEieP9EK0zfaGKaed0skLnyXOXdATs
kea2bzVN8ZV9YI6FafI6RvRo66NPyJP1Vc05a2XMPk/DB0OelC+dWRh+qoFj8sPBMyHZwPW/ld3g
3Wlp3z/WYRzfyqWJ7uLYwE1WdryuJrCFnNXfmB/bEqIdKRupnQXuiI4xSFWn/mLD5wKXERneslDH
YwvfJ8lIk2pmBapGjN1DpHLzS9boGbMU5nl7kw3SuV2xeIFnDxPd7FjfDHXj/UphmX0dTHqaOrZl
gfaxsZLAYNEMfVAw5c7EVTvuLAvkkUjbqd/Gpoa4pTUTc4dHLG8eZafPeDp6UjAfeT9IJp77KKyC
SjATYdjU3C+TymKyZtKUROXctkEjuQn5BtdOEbfoVMgSbzcdRr/sMsOydTOURWVgKmgG8u3ZRDS+
ibqgvRFDEzasbwXULIzNnrVphqbs96aGH3HvmGVSX81umpnUAdM22mmhLvDtjK2N6GmAfuFpw/yS
t1r6VCWmN29b+gk5wDbNFtjuy/YFFFrGHmgRo8FGJSuYhnoP2/Ms0kxtBqj1ryiibKzZXqV/EoUT
PYtqxsdoOnN8Vc2Ogdc4q4sdmVaowHuGyn3rZDEO8xDMBsR0fHHQUaabkjIZbaoZKQFuaGsoN9My
Jj2uNycnk0t2EHUcu/FQzCTLfFHi3Sw2ljczrpXQnAN2EqPYOjnQm0NekRfjs5ka2K/EmkfEz9R5
j0bhTO6uYl/8YxyJCt0tcx7lQUv8F4Ghg0DHXFZu/Au0echnY3dyk5dKvyVjjKh1ZxUybMDGmd9Z
LudPvEwCFz8S8YfKmgS1kbq4r404Di9rM2y/YFou79BmQ8YrdIz1kFQzdAtmQX+yq41xDiJ28wBw
Irro9AO6A3NJPwYCj3VxaJdBgxWy4hu3NdleF46s0m5jT+wCQDkIc9nlnXK6HV7gzNxUaNKA5Tjg
zNkpRvgO00Kx+69DaCwtVTgp/GzImfbtKV4+oZVvbgXKdSgni9LAy3hdVjxAFsvqrauTc76JjLEB
+GM0BKUiY7DVhbAUf/7/REubWdGAmocURBq+qz0oiPpRg2LIPsQ8U+E80XKmpOHA/0RRg6zlGMWY
5bmnRnNiDVCiRoUMpyoGeVipGKGUa4TcBwinTjbp37p2aK9ifeyu8noOf0o5x3+/qoOTSMf+Yjqr
JPSoWqVQdpUtiaw0Nc14X2tZ99PJgDAkpU1mxplz9KlTNORWRGTooqhjvj1FCytkO231fHGOYn48
et1m6tLuV6mZggDJwjxzbj8hWxMSPwXMNv23RPeoXGphfctqmzKSLWkTc9IrWSi1xet9l/CLMCaL
ToqSKdAgPC3T3PquUR58KEEgeRMueEbj0KsboALzvCdwl+b2x3fkVKFFomOnnIscBSrY2zuCRFOv
ZFcjV474lPNINr3vEe4ULDiH74Ek6MFQVurMCFyf6VF1jarC6nb0uCx99bdXdSJWR94ormpVw7U2
g4+CnpF64F+8Zdc5khq7aw2AoKo5O1Nze39tBv+qU3V0sYbMHtVgzcgLAehw7XZJ1VWVgavsxqL7
0oEgYRsc3hNL0JLVov1tiwV5aFRILTpkNLXpC7790nOiebCfBRsZbcLqRZTslaWHoP0oesYgrvLP
NMPTM3d6fX5v7zTSVxQ4tGYRphLp/faipHZ5+bL81gCn1hUmFk4GC5ufCpvggR/kZ+qmJ0Y8EwtQ
cdrRKCWoshxdUCeZsKmRQnZaVe2qHt5ahNc6WGb2mKxpEhO6M9uslPi0J5sDScOZBiln/OjpWMoX
RLpXxjygTbITLw4m02ZX/PGgP3FTWAaZARGfUPU/1vRN6egSKTpHbEJq6U/4YHd6dYhTa6c3xo+P
r7U+1aMHwCBbBzpSF0TCa+n8j6L1pOk5geME1MGzqg5e5bTaRWprntxaMd7KoPfs6HVYZi2ieKRD
qSH6vTxnwX1HtGbTiZoE0R2lQ1yyxx5ctHVCRqukxAxVX1xV5iJdQqYS+6kwILloTWP8NYcjoM6S
ZcfGQGqyscJb4f7QNB1ywcc35USd1dVXuRMeZEzWiCvf3pXEcrX6t2VhTKFBNfliYwFig1EvmftQ
xBVF7SKu9xH0SbIDF7XJB6vZNUM4XrRpOn4Zqf9th7oLNx9/sPcjY/1cK/vbWtP+jjXWrTl7luoZ
GSmh4Jt5QdLgJAovVORqF/nSnNMbvp+M1khB9PGYjla11dHo6LVRbxiI9MrLyX1VtKf8pO+7jN3D
eiSIFLvrFKA6/gjXnM48hfWXvx2afEMmIjodTIk02t4+BDmkqVWHCmnrpNp929RT0HNEO9MbOnFL
GXl4EDDFYJV8p6yTMl2MVWoY24v9nCGhvgfEYOy6cuku3Vyqcw6c930KVhQaYLwoKJRp4bz9Whl1
CU0TLGlD00Z3otCJO01LJwAm1J0ZLicu5aDhxOG5eth062hKHwuzNXob5w3C2mUDbTTdzqhl/KUJ
53MT6/uJhCswWNjf0pPmi739WpGD12yMdRbpOSbSfijrV4w8eU0vsXRv4hHYg0+WdncoPE2/IBXl
lzkmpAy3iR7UPQXjwamqK7tFVNkM2rKlRAPZfrBrLBmZM13l6F7PfOaTt8fE3oyvjkXvd/frj7lv
9Ga0nxFvE8Wq9Ccdo/HaqCZjl8D4vfz4xX0/o9CM5lmTbsRUByzi+FHgj8tyt4yD/8vemSzHjWRd
+lXKag815mHxbxBARHAelSK1gVET4JjhjnnXj9PrfoR6sf4gZVaKlH7RtOtuK1OuUqQiMDn83nvO
dxhO69WVHMjfjvqmmz9BxaoV9rSRXG0X9dFpPtspUyRTZONTZ2ZFH8tVduBgK1RgkcXIwrxps+BV
1MNXQcSzBw6ZBBGF5K+yAcWu9eI7Wr2uklJfs93KOHB5l4o5NXYT9o1gV9KuBuCqjUt5cI06mw79
bAbLWwREColw4SXRjB1/3iGCkIwqWOL3Xds1uPzabpjYTm58QCY/4NfK3pT7sehgNnV2IszQxJAE
j2tI6um0cix5MVRCFTFZwXOsUj2bT7Qh0Zk5aMW8XKrZJNHl15fn62vuxaFjDtpm3pwBQsJerDVJ
UlGuNuSJSrZ1h0nrtDkqdb94T+/BaiIShqs8pmEIQLdY7BKAre1MTYQqcLnA2DMv5yDqNEBzk+vd
qcHLrfcl84U7S+TLR8/L6RbmgQ0szu259CG7r+F9TtYBLYbRXso4n0WmmCaK7HdFMDQs8cwGPJP8
gcDw/LHs0qQs2G+CgNIp9AIJnLCVIJ9/ff5+3FahGaA+shy2zewiXwYPcKZ8YSQ9QtAhac/zagjm
g6oXlUVlZcuDWH1tfbvIpKa3LaDlST9XA6S9tonGlonmLqudQIvSuceJTacjMePRn/P1FSXTD6+U
zfS28RrY3Acb8uP52XDpbYMQRaLB5GY+pINivEWBF//6bPzsUwDP2D6uru1JenEz0RNxch5WmkgZ
qeEamkh9N665aF+5a39YchHpmwS14IemSObMPz8ajf9vqgp05dS2GQxH14CXt87xUkETPuTp7J6N
0rAQIc+2OpWOKJz9r4/0h/0B34DziSUb8ZP+g6hnIk7M6la+AfHi2l7ZehN6OM3Omc6mIy28fo5t
zQgOJnPB619/9A/vbT6awAbAOxtShBn884OfGbUPugBwnU7duptwnlyIrkluWXSMmzkpqt2vP+8n
F3WrQgHhkExLef7iZCc85chpabb0LbSzubQ/LXjsX7miX5V0z9ehzbRNJbR5M7cd+fOjSqiE+5KA
hJ1wK+cdgQC4y7Ng6+xLdg1ZnKsCqKXSMtw2DH7rMV6xji4tSrCJ3hICjMYarxqhBsBWBuxxmwHi
mTfYzXBkslC+Q00yf0i0DPJv2yi66sqc1lv0a+Zl6Xm9tzcn4UFDXxtLhfSdvfdzawRaPBTFaEeA
oKGfe4Y2JTidVEW3zfGa4apZWhgLJYJIZvwk0d8JNIDJZ39DwkMHLNx0X02zBd+TS4SLF5VwGRUa
ooCot6t+Bc3rVXZEikhq73nRA8xDeuW+MxN81ZFsW/OGmmRq7hvaP8sZWb0rKvN57LsY2fVMmaJm
iHl12xMTX4ypeliRYxlRlrbOHOWgrkbOKH37Q1+sATuK1WquNC3xoFguikmV4mG5SRFaWSG27fZj
gP0lOWYmVpjHllHzieO1vQgpA1f5bbX4LdDJhfgoG9V86V9iTJ6xTq6Is7jr5efP/cVT+/In/y8E
nlC6fveM/QA8ufss5dM/zj9vapNvAJWTT//1z6+/9A15ohn6GzxO6HVttucYirbX9jfmCeG0b6jg
9c1uymYaghnrw5/Qk4DI+ADBNx07pHkIzP7NPHHfoDMGCsa6TMwpECLnd5gnz7eP0IxoIzBCRm5E
hcL3e7HMywVRb7L6J0MZGE8LroiFJtHQfzBsiOTfnZjrbwvA99SN54vP148CTYW1FROOTT9s+yrf
7VSVYeRd182wyW0w535ghbrTvxY09/MP4T1CnDstmZevLSzBXb+K+aQ1XFr4TD1iDXnKK0XdT04a
jATMt8jhidt5qY2eB8tfu2o64eT2n1ynZMBmWtMNQ4DX8iRfHg5eXKKjqSCpSnChvmRfubU+ZcnU
nOT0n5pQQwqLDqBoXquxfv4x7Hjwm1LTfUXWfHdpencKWg+8IaBf6x7WQbLjRdEff339n7/sNpDV
5i7WuaupIchc3Nqk331IHqzDvEz2ES/RckCnb8HXUG7PGsq3OlmstntlQ/fjUcGzogESbEEMPrq6
5x9oIiKRg2fhJE2IfGEkAhZXvtb2+dlR8WgTgUoniTfHi0rY6yG8o8Y4joLxHixrNsOTDVpH20yG
jKmj3z+Jf38c/cbnx0Qs7jqumnHUqsDZ67np8Cqv+qtsHWwa3H538+uPM7et9d/v8q8XzeEkIj/n
FKI+ffEuX13FG2euj+Uy1e+bThcf2mElGMUuDKJtCoGVLSwqv7ie3ZG3HBMk2ivaPDCDA5e8Rovt
jED969J7bNGfAEltko4MZvicpDaUjftWVTirw1bBEx+aQiequRSOdiNnk/FWSY7Sa1FcL59eDA0s
duy3XHpiPMAvqok+qOBidMMxw8l78IJJXlTszI6LlYhXxi4/3huw62hEsxSxHtGZfn6xEqbcG4P2
WKe9HsPk93aDXMbPSI+c3div7fyb69J2ZFvPnX0sMRU/mAXKbjEYM8hjLTwVrZCHD74/T0cINcX9
r++LHx8tPomOFp1FKiYqkedHNucqh5TdHd0VYLKqGf2XtRh/a7e63Xv8x/iM7qVn8j54caGGoqZx
lTRHa/bgBnsAkMVUGftfH8lP7gaoApRSLpgUJnYvViXTEoRtQZce+6bFZtfSCwU9REPU6V6p2376
SXyAg95ZZz3azul3659DfK6lzc0xR0B0DsRCAyFUt3E5ZdbVr4/pJ1fH2ZyN/OFGZ8F9/kl4GHHp
aOTYmgT0pRV0HOFlwyuv858dDl4w6mUaIYjSXxyOQFymI488TjVhTZPjqkPWG7xC6sF+pUr66eGw
NWGURaUIIOD54UxVunTJUh61QCzMoy0RES3hvXKzbdf5+UK3HQl+b/yZPO4vTReujp4UnvKx8YIn
py0X8juG9mJCO3lbg9b8ZLRz+4rf9acfifqdDQSdcHoPz4+LPqNjTkt+LNYu2+VpVu/1CdaIizT4
iNULlT+xOK8xZdlq/XCk7EUxFLEf3exQX5f87+5Dzxt6MBLlQblG6sejO+kktwgY34qHbYqSYiR/
pkeRFwZD2z9aoJw+BBrU+ZBJoiKliB3lZUsz/WqZipWMDbeRpy56ywfaFnmN4jaVAJD4/nk42SrZ
j6Wx+nFWqGDZFTJAN921WB1ugDLblzDN5XCdj80ooDDUhbp1RY3qFDGWTrbMKnvEWKCW+g67z5g9
OeTv6bemgOK1E9w0hLuSaXdFkzj/ImAAIXpdON2xTLTmXpvBXe9HEHsVQQ7TUV97ZAzWnOkXujno
Xqw6Tga1YIXukRw/Yo1okqWxqpIxNgJctydoAv1LoHTJo2stCOoqYzRP6rlIvnS2o2w0mP3yUA6I
UCMqa3/k6+TpZ41ueJSoQUeo7Aiv2KMZ38IkMn05JymgMULTI8iDkQRTOKjsc9cdmUF/lf/IAFVb
5iE/4/HaUBbdwiLe5eMyIbDGzLND8rqgIfRcYe4aItGzOPFW+2HUM4MfYdL6BTxgcSlZzspdgtTu
ruuWRIedn7R7FLBFB0x9Nj7Z6ZjiLFPu+KinRrvG4BrmC3IQQAjVQb180qBb0Y+pEKuGQ1ZhfNLz
sjvrFwNf1jLB5iDJqO5dMqSGpo6aoM/RY2pOhoEODcrtYLvDI/rJ/kPCA6aixk51l/QsOd7ni9fc
oqJGZdpPMx3TI+zwRUS9OSGRCzvh+OcoWkR+XFRV3Kw2uu6LNZu0GG+v0RykT7FMk9fzD7Lt7l2t
KZOjv/DOA9TV6vvOmVyw5SN+MrjZ3rjreNZuIWunwGthD5z2flH8sTj++r5MK+MC5F/6jl3/XNDt
yQuSmrrKWUKJiOk+dXvNQmbfeQ/VgjYy8nijix1SJCqZlmljtTdzEny5IXv1YUlSbyT0xyhFBFZO
PA3EAnxSNJ+NXZCky7qzoTJVZ7QUeMQrR9JUNmA3fcHMzLKmytIko6Wvsqd1JorthITkRLxtNcXZ
Xh138cOp74kctlGz3TkTDaqdRi3ZU7hZXrMbWFJUmELh1+FVowQMO4ggF6lnkhvTVQu1UVp3JGsk
BrFXgS21A/uhVEMWRUwY+vWUaIUBIuCumTskcqnsl3Xva0n7HjGH4EHSh+WQsaapOKMHRM5QKXTj
Zk0MTY8IgZPvXAPpx9GdG5lEy1L6f6D1YhhQZ+Bd9nSQhyx2xyJAi6TPbWR1gnlJk+ro+R09Lfoo
Iw/qbevxW8zoDJWHOc2fOe6yrPpI91zclWJ1VLxMPOiXrUfCTuS5lf2lXJoa0riqyQxYK1rEyLWc
rokCrgXa2cpPst1ISE+Hlb5OPrr4nNwdEYqEq+jE9JX71iWsGhJ7mVchEjjyQWyifD/mPk3AfSu8
EYbYYi5iJ5NUtoi0nHL6Yx5b2wki0gjJptqVG3eNMAqLBtSSZqYbSsMwsgu0S/23N/B/mi7/3Frv
/+N7iO2fvZWNkvtf/zwMov7X//pH3A1PfSPFU/l962X71T9hs8YbeCNbyjuFrb+Nrv5qvDhvKGZM
JDGQnHkL0hL9d9/FevP1p/krglKoeDYK4p+wWY1/j3cbv7ZhzqAlmP7vdF6+9jv+3nHwfXjpU4Ew
u8N/w8CKL/79flDMgd0yXqAoRRUYo98Y3QPJJaglskrUD9qg5e/zoGm6XbsQH8xsqavnQ1Ubvbwo
sd5PUbXtz4GGTiuhQp6TeXEyusVDrTwlds6kz2U4oJX8CFdTe3JYBsozW8/AaqwWzho0/o5GlJ1m
+/d6jS9gF1C6AmAWmbxK7ILkGgfNLukL5H3EGoAtolVtBll2a5n1+eBpFv6E1pav7Sy34uHZibHJ
fmbfam2MeKxpL0rq1F5nhw1C6AXJdKqj/X4wjIEA23LNzstcMw55kOOJTaomfffdffRqi4pLwifj
Q2f2QxnFFX6x08yMwbY4Lh5cFobBbftLcOPtK8AC//nOmX9X3246GmBgN3CZvWwZLFNHsh/rKxE5
yBEtr5umUKyFc6NrxlJYJ04OH+nM6x1S1hAvjDe5VmfCCDNtGIpYTSu+42ge6ANVhO4CuwzVmspz
W1NAQop8oZzWyhSc7VCa5EiBsOq9kNTiwQ6zSdnYVZ3Oe2sEYwOcSvYoV1ekb/bORnRcRkOP52/f
pxavORzzdwURLp8WcA5NpGfIqKZbNHLl7TAZ86PsvOyyyDLzi2wwoERtqi/rKf0E/YmqAY9SZpJy
GxJ4kkRdQ/hguCxd+yFYVfm5rUfigbBZW91pZaV2HmnLrOWxLFc9v5jBr6+svtXU7JQc6zTubL17
JH7HRs2lfPmZYTNBXjM7InTCayK6EKWph1ElLZMeneXg6kdUuWq5Sbjbr4O0xIFQms2Yx3ZrGg8m
maAYKLTBAFuRjs3najBR6I5TN2P063WbvN6AiC8lcqIo2XaKIEr1NinOisQVM0EcuDUxLEoCYlp8
zCgS2O3NvHA+2E5abpa4TKn41zfo1nz+7tnYhDMoPLgxNx0nsogNoP39oqGtjShK9Qm9b3PqdKiu
RyKg2jDDJRBN5YgqAiXjwAE/Ioqdw9K3Lqu61DEuoeItjSz91tT7zzvon6Avvrs2PzT+L56kbD42
6vt3z9df+avt/4a+uutQarHEb3IEXiR/tf29N4jUkGzQpAEZAo7i79eP8wYlGzUu7RXu/O/a/qb+
hs4OiwXsIJ91w/yttj8W32c3ksN9BH4NdSbAMFoSPwTS+2tAYvCSPsnB1tazainM6hJ0KMa8qh66
7iQV9WaNTrHOt3hLWa8dOA1uoDRudD93SnEohVm7aFctpG/L9TT3sk3OCxoTXbDT0SCg2mYY9aWa
F+JygeGlfn+fT5YW4K9qrMZOToAzzS0lkvV1cXLJ7+nekcvWlJa9mTyyWUYdZEya3nmj6URcRmY1
poN/b2tpY4/Ez2Z6X1+geTf7kZQnpxzuZJYP5fWSDoPzwNSjNOO2ma3m2vUEUzsaQXrwhMe6yk9t
3pgsCfUwu3FQzY23K0jbK/eiSnX9NDUVkdaM53Tmc4stvySZpuRhwGMl7xB4BO1tMEx6f9W6Vfmo
dY3mnXiTqeRRr0a9iWrfTZ8wKG4xJ5NJaG/l1rnH8uTPOrUEFib+vzQju9c6FTmq7thkl4sXOoNf
j/uaLkVzhaBR7xgGtrnHxnkptGMvKwvpfm7VxJmMHdVjJlkBDoL3+1ExTgp2vU0FFGbp4I5hURYa
CaS+Uzwo4m0vLGbA+Ap6OX8hmY0Jq53SZ7tsicg1zrAGp/eastxmV6DS/UjvlMAU0q/b6W3r6CJI
QrCjC7IWofureKp0FPbAGGXpf+7Ilc4fgtle5ZXXpoE6Q9BuufGgmqCJs9EbyalbOvuGkNrW39s4
BT+AaKTY7msSkLBq2fqt1jheBnRstE1eYb2ZxAL/ZIHpMSO7UoJ1gtRHEPEGM/ed96RT1HdrRewu
/Ip0vO951Ip9hfSU6ahMvWuPoFM7hMKmFlKVCuxe/BWZRGnTmF8YDPe0sPVxvBNWI0S4ekh3d0Wm
yyvcQ36BQHqo4QnFqJ5U2+3dGoQjcU0WhUXWdU19qPG/7g1dlMFpTxKSJMEPbkpM07pciXnzNYkX
gocZ4qNmOHEm6qC4zAejLfajUaI8GvT2Au9XkqMZauc1zAkKTa/YvplplPo1BKW+dQ1kOEMH51g3
1i/62PrWQVc2b3O90yyXbGRmjoSv6LiI28nwT6ZJc5zDWJpcaT21l/Tg2kLuBYx/hxZEU96WHu7A
cEyQdYRk4BFER7sIZPKMYG0Nl77AO6cHM7Wdo3oJ3wo/WLernZZG7NAujX9EIWM8Cqm3IxeqoaZj
9gEk90RJyjEGb8XIZTODZFbRMAx5EuvTuE3XsZAHWM7tTpxMjZNJkt/W6W1nm1l10HKzuGHM3WqR
v9IR2XWckzG0BxcDT4ZzOI2AwgC/RTeqnZcwhpfQ9zuU5F0hvHxn1GmGU4lQNR8BX7vOYdd4xj3L
bUqMwODNIVmIDIDMBGvyfVE2OkbswZnKS6HpZN6lCC7WcJ0SCL9mZehqn9P2yh7GcTOX6RPgGe5H
rfCjda4ITNScabqeG9e+wQamk0Q9magGgm4cjxw4coO69p8MwjfbExtMKX5m8r6LKEeU7e2ExG0e
k/I3W/uxhuMXEvwuijBvjYIIMpBZtTyKuRnVHsKIUe5NNmoeObbQ5cxorXyzfW9WTX2mI2W0rkH9
KeIESZbD/DUTkhnSThFPq3Scm2r0WMnN2R28AzHDkwVjOO2+eIq00JFVvn1XsZvLYt8QuE0FfS3j
nJxNbBTWRL/kMAxm8LCQuXZvp4qzlU9aO5/bmKQ2heM4ertqrP18Dwps4oav6BcTBJinhBsH7rBk
lxMVsnmRE6oMAUa1rvnHQNX+5JMkMbxTmuf0JEFWkG6TmWiGO4c8USsEpGCJ4+QKwzmxZ3ce907q
aA1Jx41+VwACUCFGezc/zexe1/cC5uiHMQO1HpIg7TWxIYvCutKrbOLaaa0iQ9eCiB3Zi6eZLEso
ECN96Jdlp7pitj+TE2uTQs2EYR1J3DKKdF4gxWLSW0I9KzrynXN7yL0d7TAxFDt3FcnA87ku3mwi
dEzwqIYyG7Tx1C+9NDuzi1UIDOCF23vnTl5p8gOpBklq0QWSEqXHUkIN2GlOlbafzH72wVroqrE/
QvfW37LFXXKQF86YJ/Mu0KqEhWX0zM67kumw2MdmKqtl7yFBZHeX22N2zJdapRFvvqLe5SP6teuR
NutyEPXC+zGy5TgQ0lsaZlJH7ExoKO5MqzBvK5eI0F2LhgaH3IzBE43k7KyXucoMqr2cIR8GdntI
Dw3MWmzizNZubF9408zsz+rSEz3VVuPgGBmNnJL2k3MOwD8jcw5Nd/FQNETN0sQhXGAk2jdoaIWH
2ZD5qt0FeZX1xIFqy8bWZRruxU3SziQZJo7m90/+WtUzgak8YXVkMGRl2KAIXqz/yMt8hgZVrb6b
4enk4rYnZW5Yeol9bIFsFAd9ny0X9Uy8RuzQOxrPbDUo/1RpdI4OtlkJLhyWWh1fllfNAzov3nIq
IR048e14M17g6SUnsR1o3QYolagucHQ6SIuG2hgPzFfAvG0ONX094dZNWZvMJfCyi5JQS/d91zuL
uhgBSgxXUy0nt4P4KRL5DnB565z3NCnMC3OQmnuWYSUtrv2+oI0adJNHIQNueB2vW7fWlvsukfr4
2DMfXclwlt1KhLGgE3aymGkHAC4VlZS3TuK5rQpxQlhfQBLmCZnbkwbF05Fl8pgETtPFVeZ7mMmN
4IIT5yGo9uz6A7OOpLN3azfn4/vJUWVAs45W5Rmhvq59KtgNFPeEpCHmJTS3+kDPN2mPZTOW4/ns
8hifJABTRVxjRZqui6odGXCyyXWPBX3h7GxJLbs6TTR/qo8Yz9b+oeJO5y7URSrfEeno3MlqqB83
Tpz51gUFUxIau0j7gDmqJfyjAASAPq6GiBDALtAjc5zoO4D4ENp9WZbNdDsFjVNtPOhOyKNv00ME
2pYZfKm+m24znUX/WzH2n9rnn5QFv6p9wP394/5pEs8ab19/51vxY9lvtpkgbFsWXbTiWyX1rfax
rDcGAGACDHjG2ZaYzLz+VDyZ5lYxoV4GT4BfDQDsvztvpvGGf4e/tHz2auRGeb/TePvBqLPFDkLH
JoGGqoUJ5ouRL1TDwvRXGCZlMCrjQ8LPTCpcIXN/wbuY8WLJs0BiJzLygpHmzkntmUTxdcxdN8Bz
RbwMKWW8WW+/nsTfup/+X5PHbeLP/75TG/fiX/+7fR4Htv3Gt9vE9t5AHNzan4RhIVz3uOJ/3iYm
8rcth8YGRgKbgGL3r9vEsN8gBaBfij8DpxeE73/fJqjpqJtt+CT8BbcjzZO/esh/9v7IUEOMSDDa
T3qBvAqflcjbXUhEF8KerUiHLPJSf5CXoNF7zLhhWhiNdzpyya/N1ukYqmew8k9l3qcD04+auHt2
/ljLPFwEq/aopJSKBGbblA9dJm2SjgkWNzP8aYMpz4RX5o/WFIzZaTZbmcCrB+snwj3vF7GRta5/
0nd5KU7lgJqfbnBu2Id89ZJHz2mTa9WsCINNMqzaSHOWjqYP1tZPPW3k90UF1GWnCiXTAwDv9U50
1CURG3U92BV10Y6R67cQ60r20TdWZ/XXCY0xLcS65swH3ZEptV9V0F5dOza8zKHIeTCDPnVO84W+
H34pXTqHjlrAeEtrbGpPOjJnF177QAQ4/DpNT2TTB0k02jJN93PFSAcTZhfoV7UNFuNQOV6X7ouk
zuZwTU2fqDVP1ghaDU1WzJ7R2FrBVd70Ky1M8PMCImXSLVMLSN2FPMP0S6q4dVc9a6Pa87I8dhrZ
Mu3zasOeI15idMSGZSjS9c7Lm1TdjwVen/VEUHEo/4Opi3kezupZ6/XhZmTSWqIEHrUsDy6p6F01
3ZpaVa/drlIZW54TkC0O+0XKQbvq1tvVpVAZmCQB26HeULUcgXhZYmJxGIiNhrggA29Pe1YNsWs0
IKQqt7Pas5ZdYH8mhrJ4b9AwyNlHeFnnX08LA6pwnbNloOyS9XiXljwvsc3cC7zXbBr1bdN1VnFh
KYxrB68cgeZbZS61yCVUOYuMbjBxe8ogcUODyCgnsgQTjpMVYGwPkaaYWm/XTF0gjpjwhxNF04PK
rE8Cas66ESNJH4gRYhv2prd3l5TmCkBQ3To1l0xvLpplEi4UXVHfB3Wltvjzor9Ox5HfNCzuOZZP
z0bTDVrq0Kerf03vc0aYPVGchi7/FIQQN79CNVK3cCsgqIBhEvMDtpJJZ/rnT9t96yaoAFw4FPPJ
CJbS3PTORk6Rp7opxlK6mAewIk7KmRH4eeeS8O9octCKvTe1ntrKF7XyYa6NQ3cWzOaYhwtJk1id
jSRt5Y3Bsn4bEKUhjvNI1jGj6CRJlnCUujTeajLXq4OZicnZE7KHQaYgdX04oaEMGzYJyrEk91yt
Tn7hLJ4Cly5EYrsPupE24AUtN8vNOO9tn5KR+re/WkrkjYc+70v7fb/SPCbRpXQ0bQ/HVYOiBrKt
Sa5WYBDWhcPDP17Cmk8TVAG903w08nqdiajL3Gu929hyVrYm8TAWdgayoJKXRtF1l1pn4PA1RsO/
6VY8YMcSTDO+XnTxZxkcKrZNDQFehLgMrb2D/G80O8cp9Bsg+OVWGWWLE/lpAQjU0wvaMWCD/LsB
GtwxmAM5hEBvpzVeSie7SWerOPCp1RwqEt6zcLAzAttsBHyEww/UIHu9AvIC8GJLMS98FxLmNDTD
gS1B+wGYzhLEIplodKx6kBc7LdeCU7C6VhrV3CM3EPi8W+ax2ebc5cEPR0Nlcmc3xegQXeQUdkwu
Ss9wtvHTt3kzLk8KCmgR+zSSSHwSypghwiQ8C7IQJemWQUVTRlv8D/NqdHZEN01/zzSf7PMOJtuJ
zUSDVr5lFKdJovti1xmab4Xj4sCgIh++G3aJypgwNGhQMIsW47SGppvpp0xcKAx5QqovpKaWZ7KX
9tuxLrvsRF+rJGveFezj7yAPsI4sDFs+oxT0nFMB3odE+zxp70W22JetoXcz43DExjvKbSyOs5Ev
l+4M8y82B52SFJWL8g8ZC50KiSmQN6usKoxoWe/KUFpSEelgBdl6XrDmXdeFVzixtdY8UKk5juyy
0XY/uiQIsU7Yw3IjMW5qMTqQxAZY3pqDf7UAEmdvXZbJRmnR0W6GSD+Dvtm1gT5jP/AKi0sgK+W2
MW5rmzedj2r4XYtDpw2TnsULSIg216HRM5sI80WmM6KLKahKHAcy60Eiue6NyAPRW3vbLQvIWTp9
JfQnuf5OaqXWn6L3E1uSZW/6uynwUUMEtW18MnVJFUNrUNWnbUkOQUh7nbdfWUsSXJhukceT4fyF
qqav8mDKYPBCxC894OalQNS8t+ZSurtKq5OztljhgUwVNKKIIDbrojNrEjPpS9jNGGudm1ioT2hf
v52A7NxBH/PcEFFGd80jwLEi5sdYTxLVeFIJGhZEbBrNu9Xk3gjTOYMlaOApKeIcCsKAh3QtTEjF
onOKL0zxPP+Ee6Nd0RE5VkFHvRy3L7lIEuGCIKvrHS6B8g+vUAvWlSEbaMhmjtZe6oK27odcAX9q
QrNpqgZgnpPrdtxDNvHxrPldI2Aorbm+b7M+NWPlt8SAqbxFl6GojGntA4qE6DUREx8yyoIp3CDa
W3YrMtXrgpNHGEijiTTUkt5Ids4YZEVcaEX5xM8tf3hjH9wuuYYR0Czn5R6kkHc5qRKsYTB13YNj
TCYkwHn2rNN1on8drnIKvoB6XtMIdE99yYRZ3AUMJK/pDaK1JEppfQcR1H7PVx0fc02uF4L0xjH0
pGhvAFHLe4s5YRqm1lwM+4pclzocRCDpGC+yKcLaFCPfOmvQHc8+gGiGAiqA6Qqegq0MNIh55wRp
A5xrruwsnqp5PU8U0wr6hRV5XqrvJ3REY7F3RZdWh8y1+9OaQyHnsSjkLbgceh6Ckdp5UJiSXjZS
/D+UP8nLEYsfeK+1zW/9vFWfJqWc26JIcAFR8xspPec86UI3wQG7A+iaHIhxC/rdWE/1Ya2myTth
rEI7oZzwK4Qgsyo0gFbZvKXZ3p5CYJUyMtXUfurXzLFC2t/ygR0a/UkCJKyPLLAzr2LmGPiNNyEa
YINEXmVei0eXVKwOpmPV0O82gkRrd9xN05Fuu6h2k6GKcyT3JhtOv9U/uhuRG5bxRCi6xMSYhsDm
obdBmavvmWta9dlcpYwv8spnz1PXTW+FuGRRfQaZT1cvk6P7qBuFomVlNW59nvGAtrATZc5irw3w
J6resFv64YVBiwNWtx8pr6fhWtpqfBxMO3/ILYMU0KHKFha91S2KHYI9HzET9KAhIn4bnuLgrdon
CVINJp9d0TDFCesCqRRL0kcVDTA7dPvFf7t9/hSrOckAlWHh6vUdqacJk/A2wV3DG6MbrHBKtSxg
jbM649ik01zti3Z1r+bEykykaLPFHCWfCxlmTaVd4O6WxkFjNygObrCyN2+B66oozQb9ONfJpnBT
lR83pUz8fVVpdCUS6IAHungW3H6gn5yxsIfLRH8jH5zPDYek302zGiIm7HP9R2MbK92XxAbMcRir
nDqClLBVvzWwiHj3UsFWi9ymUOcJyRParur79kbrDVJaaOrLd0FX1qV1EIGfqj0AW8mKLLxGc4LQ
nVoxX3TbLIo2Z7215kksXZm98M5enX3hd8GNXAP/ClAs94jIhvk2cRVAycZqjRmWtmvooc420og0
s2EOxYDPZhiT9BW7hY70rMiuVDDs07Fd/vDTUrRndaHRWqYLS/PMrRjEhDm5EU8E9y7cHkvZsDXx
k/JgzhOYM6h2Q46USqZ/8kh+q7j+/9ShtsXI/Pc1+L/+5xcpPj7941Pzj7vhWceGSedfpbjl03yh
CEf8hDrd+9qX+VaKGy6qJ3o2KKK+2dD+bNdo9Gsw7prcdjRRQARuvJO/lFJEdqO4wtNLjY53e/vn
XlTev6rEDecr0eZvSZCDVnmDrW9+UqJ6KH344t/LHmyh6DKNUB+Ea1QmOowJObBZKsDVKG+HR3O2
XXZjGtInVh5u6m5ndRRXYZI6qr20DCic5241dBVGTDk3O8umFs2pobL10iYj2L+BEQCOgMks1Lvb
wqZbfl7netnFlk6EyHGt3PxQOHaanpqs1n2JombIgkjQ8RzvKEZNpstLXVu8NjRzHaIUsLF6Kgnd
mcDXVmZq+NGcaP+HuvPIkhxJu+uGiDqAQRgw4cDhcBVaZYiJnQwFrQ1yO1wKN8br+Xf/3ZVsthgy
Z1kZFR7hDhg+8d598V3F7mHeukG3eG9mn+smQHgViHifZ+xp0Xgidp9vkEfN3Hlr5SBFnroy10+T
JLsEHatDyTr7y1rclHVZdPu8av3swRSGmyOMXpvyvTd6eefGbOfv3AET0cmr237eAouW1VZYPGp3
5YjJ+EB4zeg/DmhxXdIMR78mfWfkVn0vY91kB+0H0wq+VKu6PCJlHYOrsdYsre1xlZJtMt4NqN26
PKvvaMdWgrwwIXE6h/x69fLq0uisp2lmIf3FRoDTaaMBE6PpS+q83QY8BNt646w8oAg0YX8hDnnS
WvkdRLqse0tcmfbXqWf4ZGV5zWQcy8bO/G9/6DUZfUO99l9LLi2KLlqT1DE3Pb2UIc7YAySfW/qv
ym7DpINMMG8BDhNVnMV8JN/sNj2WodVqGTtVWxiFw7ZkCjRvmPgF8U1F40r+8YKAFyOhZlVKpefz
w6a8EWnB5oev7+DFFgPM9usxqIIVyV6gSc6cZ/hMCuU4XLk3wJ29egGnO7c/oEXU9S0A6mgqgna/
9umjHbjORT7Z+Y+4yfUxngIIprl8cRav+WR0wO7HGEeU9THbsZjO73zh3rElq8GdzfE2qSc6krIF
135OLiM4gw1OcZvFtbSfUVWp4bUVeTFduIKSCRcCHMhzwBe7OZ+GEJimHMYKIiAz//KxmOuKRQ3Z
W7tsXNc7Zehmx4cKFMJITHQL0nC5jGk2ik1PN5aEM8xKAjLTzHsFkAp+OXDTLiC3KZhS85qc5s68
nQxkzyqMfc/otoSmpGQRW42zDJfpkqbmPjXEvL5j1VKaRc2cu+I6R/i43hSiycWzZGv7mhcLDCNY
n0NY66W09zXt+I47TL3ypWKfNQPPau0IwMMt1P72irzFzjvB1AQvbJrdqO+Nhl1cskl0gsCX51jO
jcvCxTFeUgzU4/tSBsH0yVYy8I+mVxruwWiKKb1qiYhH4Waa0OctY0jVyZtaINGI+YeBsQ2pDPqm
4zmpD6vRl/ekKNHbakwrFpdem9vhuvRY5oa+MyNKZmcOHTmW0GIWo341xqRNtlluY5dgeyhWxBjc
M7QBgOjWgDeVIZjhI9WmoT7Iin4EKYg0IsRxLZpNHIhBFPtYykQwFG3YoRulEzRZHlKO5faFWqmy
DiBriXIF6FnRPTUxLa2Y6vJlZPXboyIM8gvD7sbbeimNAtn6ObjSbZzizLR1q5dBlOuXqh3vwvLS
NRyHdPqshT9GMbCQe3ZKL6tyl3vVE+VwRD/aMt5JlLFDD5Pvy9zwImWuLP/mlvOTH8Sgv5RmfZRt
au3XepyiFNsHNaLR969zMMN9TEsj/YjVZDxX0H9uNN9zmyPZjorFXu7h8RT7hqZ536phuaxEgUwf
tc1dX+W2OCnZf7Oe0B0wiQqKi7E2r80a1E8Zwo4lNLV11n9YkH0QldgbBgQkWa1sNKOS0RTc5ZXG
1K3G+NtEVP8iC+EVpDujnQQhA/1SAyc+Uf+yDU5994fjMdPYo4CHNF3SoNKgifxSj6VMtqNQ7U3C
vCfyJnUe8Jod6oqqt+evoRufdOeR0CinsXpxKrN95AQQHZIVQ3URFWR+HJCRffrFGFynvRNvmXjF
W7sSy1WBceBtwsxvQQ7VUzQORQeRVUzZjWwzecfbPB+9Msjf+uYscrRqf9iNaIti2i7qtm1cxSOB
rnDtwqq1rObQCMT7TFz9eAuPwGv3cnSc+wL0LaeiTF4qU45X8egbewCfzqOX9N1rZ07DDrebt5tm
md43DraAtpjNwyiN0+In6Saxm0czn9vryQEafrP0Rg5gDDOE3ZQT46nOXS40klz+rg8pvf+0MVXX
HoalMk/2ZLpPEOjfnbapTtYcX+ZJ4Fp0TK7+QYfhcNWbzhXb6Zt88YvHBkPidrHY4A8dc1GCJmi3
UnWpa+GF7qC7u6EYSD1dz6UA/U/5mipQ3EJ4xv2EaWYLdaS+MaFdbwWY0NcgJd6tLeUYtaZrfBer
gA8UtEjMNg0JIXezWbf5EUkMnHi2Woyq5xFiLfTuy2IdvuOUZDqZHisY0q/KErdyyvsHp22NKEs7
57k1oGLYaXMtC30FqHwge7UhZMqoS/MbJ1a56TqUBB2MNMZXyQ+4S2Kj4347V6VzDGJmMmvfn1pw
VJvSBM7K2WPWjPk6wOQBUpbHmbXojiffp8DfijtJ4vBvymEf5Fl90UzVrqq6jMF9X7gNBNguLzZt
Y4702BpgujNfUOT4Bw7U4LJcM2PPoM39QRl0Xm/X3Rh/zh7TrY0JpPU+JzMSbR9U8G1AfHS1UZnS
z4x0bPuEj2t+dH36Ixo5NZDJKuPuzOh0KdYOmE7m8t5azUm+Mq0a3xO/9JptT3bLIc3OVF3tmVuj
sb6bmFTVHYdc+ZXzyL/2B++5qI3stewSjucajkoqTaJ/FXnWF3YzpgeFiWQ7mkisNzMLgNcZcDhL
crO9KqAxha6XNjuJWGAzL3N+WTaL/8KdYSxRZtjunh8eYUedFPGuptT8wcQmNY5Fcz61wclKhOIE
I+ud7JblY0ajXW4CoGD6xiHfkSyrpv1w54oJYtoxaAGl/0bARVmE2vTGrfLOyQGdIYId4uU+yhZa
ZNU0NyLLfMbcPox3SAwAeNpiwY1kOeUlhCJ+HhQRDPTXS1dNbFPKpqouF+XOG2xb1b4WI25Wz5DW
zrCmMVK5gWyTyrlAk9lzntIMxtNuXgWMYjJ+L8EadyHtYeNsujifPhnOVg9Vnlavfo50kPGg80Ir
re9nRAQWo9i13Y3m4j/7Xa8PI2uf3TzUn+SimzjVugKinulfNUxYrmpv6nfSX4vPchL2fsgd85Dk
EzawgMmXqG1AYjjXtq6XDSBM+vR+nBzilhPD2qmpLJ9AQ62ns5PxmcHGE14jViWtD14zW8cvHPeA
qgv5VXM17EeSEEOcFuecKUkqWz7eUyb0PExTpwxbwkhCr2fhIiqVHNmoxVcsarhk/ZmxAdTiK9AK
X2nhErnC9R9sCXFt7zs+TfvUE7Ww7YehfHbs0iBKxCz2Y10k7xOVJF5ynxuuF1b+BL+82Dt9WV3X
0+C8TXVVPPZZ6RCg3TPuwxxvyD1oZMpTWS3JjYOQAVFOltcbUC5uHlY6d0NktEFFbcZuIHQz8V2l
7nCEMmr0BFRjXJwkXDz899KK8UVqHv75BHAaGZh3ZMJJ0VB1FTWDIZxjh0Izi6rSJ26hjTFGnnxo
6CgZZ3/Y91qJpzJL8oCLswFC78cDslclnBdDdO43hrPiXbSgrtNAUy2uTveG/OYsQeuhg7My8UiJ
wXL1k41+ebKqHmT6SsRPiNnLjGJwwNsWxcp4VxYyIUGDZRAlXX9biMm5HuHA7jETBlFZlPpeInu+
1uYZLYAzhpE/EhP2CyqdSKgYWmZFaOROHvMQpIRmx5Vod7KS21lnQ37VZmIIh6bsQ4sUijxkRHue
ubDN3DqiKLZKMiNHFyDNK3xiKRzORXT8SgseWbSUNp0gV+x0zfQ4f5zXyVRYEhLVXIANlwcWdfZ9
a5jLoa1zJzuNXQowTgMzeZoauGUbElzIPukdcnQGiRRq0ye5NT8P/XIFoJzwAYtBakKhbSaHJans
iBLGvbXVaOwJQvA+2L+ZaBLyergFHFEckftmlyTxxO+SoVJ/jM1YyCgntySaHHdhfL54HFp5WrMn
C5hSYYAouhV6EtNm0BrpuAvkkL8a2NcuVOF1j/HccysyO6ZMwab+7fi6jDylsqPBKfccD276PmJ0
iEDKji/AfqqbweF8sryOia/twdTuGGMSlzvEN5MeTYVqrC5+KDsjIZEHzALhCb0f3qEhSjLpRvh0
ap/iwTavUzuX10HtTD8tSspoaT2HNKI6JWYlc02FNJTRZcGheOzQIl36DpPHyg+qVxJhKKcbR7MK
Yabf3DfsJHZtVRQXi6lZ5+RxH1WZ8o6m7th08fhRn06jz3xTNT34dke+RzUwE16WfoJonmT+1nS1
tc+99IP1RvwjH8lEWAw7udJMImr2HCrbLq3d31tOtcL26AY2iZXMIOT5/kn39bRvjMXZAA9zT62H
mmQL8f4ZZ6o6dnpcHhZlZF8eZN5wCezhoq25FAdTqw83Pk8A3T659so5v8d5zLKKhpFEFbqlO2hN
BRfY3P+sgya4S5WpdgBTe/bI/tH1zOGy8MguqwI3tzY+v34IEKt98J1SvWndllei6Wi4pyG9xEXG
c9xgt3HtchWD3z4UqkLR1qeE7oYpnts3F2jghWf04O7s2Ipau37AS0SgAirAegd+KvV2nN94TkmA
SvdTodKTFQ9FaJGbgRV86oofztojY4xXHtCyKrDEEB+IuSkprbsAEf1z1UpCUTxWyBTwQ5yzrVTx
yv8xecEdRqu64UHbrJIIsoTmmukJRXXMHmjGjHfQVE2s4sisDLaym6FJdrXzwvYaSbq1lu7ZteSK
KG4t/weJ1qQqVdkcHM8JV8HFsgL0fF/x9AeHrKXGZx2FwQqVeDvvTHq8fk+p/Fn0oySDoZ9ux8px
p83Y+t+mn42vfVqY/cUMOTG7qS0WUIwAZsx24M0IF+ny957d8/yYjTk37ixSuF3tFD8HWNAPZ17d
A4MPtW/T2TPCScSme7QxdUncEfFymGZISBsTfzhjXNMOyKeHRRv57DWqk+E6NViFNpguz2koWYTx
OyCvYbXtXaAwQqR16356sdnuVV5nU1QkVOOhpJoKJxIqAZMV5pe3LgxBalOATJVEePeY0PMd7Snp
N1zjlkMa7oTLdfbFcslgB9sAQSzlY83jkgn1OcEITarlsOds2qe5c1JWNoiLUUPGUPLKtPwYtOWe
eqyyGzzDD0hikRIQk/xh9iUMTlIwWDrZ8wNLXeeSAtXeMp+SIVkL5rWBu/vOKtZqLyabqLOukiSx
OPOD1FV+zW9KI2aU+avHUd/jLVsIXOtL0t8cdlnXiw9KDhxOE/FcRdcK/pfkAXdZrlqN7nsD/YDz
qc7SdIc8JLv3aty/aV8VQcTeVZghLVdx6xlp3oezql3zypKKyWBulUjDVnO25WlYE0bvHTox5m4t
+WUXTDtYXOSpSMDbzQO7GwoIw37omr6ObzFJD/RtXFkEJ21Ejkv6yynXoXofYkSOu9ztWoBH2u+Q
AnReu9Y/Up/j4wCZDtvKxlf5rF40DhAICiOrSGOP4SUZcBfTt8f7ImO3e9vTjDtHJVGnofOdaGR0
MAXqIoFTsUYIZnjVRLuIjsGZfE8Z0Pc30ILKRdSvOZyiGmNGd4kaXd7SOTjZEzQe74zZI5boSJxT
5u8SpEf+laKvVXeuslW9K+gapiNUmTrbrRoRwDaNS/ezolduYYtCCKixrSGSIQQsG1lj0tnOGyKW
SBlDc6IsIAWSfx+xxdp3iJqa4pBZIw5UXlvv0KIGJLgMo74g60Gnu6nkMXOPFHZcdynuJLU3uZvc
q7H39XqBuBsNNKHUdnJgPlTKi4LVybC3Z+QZbJyG1VL3ho9+G1GKafhbn1803jMpXMYj7pRS3y6G
LnGIE6237DOcwMYO6wdYT90j47+FdBmUCJht1sHe0ov6nKzhqUtgOhVFMm2U+cQs3ePYZZNjU25l
YJ9ySZd4G2DcD0AVrwxq/0cvF59gIamgTi/LpTGtFdWx8xNTenPqTRQ4WNADUEm+6utLaal5DUtC
gvydh2Qfe/AEnHMTu6V328/ldKkGjxGzwiCStNyedCfFYXXU3ptYnm4KzTIs79dyj/MZpGCOZ8cq
S+89JW41QueinhhjkE5ndvI4MD08ksNhXXjL2h3VoPKtEnTxyC0MEmK6D0+Ta+wPw0tcBwNLNtFe
MX+Vj27pdzdwrMHAjkqO0wbT5nSD7+ATKvPT7Jea1/JfugWpSLYGp7TpTwRYqQ3+ZCb3WE8jqi4U
usnZqWDm6LDJwQkTzUQrKZLnbqXiGDOC+LLWgBanjW6nnZW8mCRO9sncGwc5drTCDiVYpbG95tO+
hwsZaR/KcOOu006V5sLmU+Nd5mF56/atCkeBLzZKx4a4E5d8NSw+wkQ25HKAL0gLI7+y0p+9nfg7
d+aUzXMsFUEoE/Z3VytpBoekkBfG2McHkLpl5CCf2bWiuCfM42fqsWHEzOa2d7GvrP2I8u3ogUA5
JksjHnXuNd8LavVrkJVTt+EgLG4LyChx2+Ja8Jt6uLKGoX11TEuHZi+KIzU+S9iGl3ub0EMeErey
tyX31EWctvO3XwX1pnJ7bmyP6KA9nhzvPcnGy5GImB+QCOLnsTE87HuN/LBVJt/NMmVkyRv7Invq
jrFP0geEIOnGmq3x2sKTFHWsiELmZVVU2iOjpnEMQt8gzNysfWdnNsmzVxOKs9cWNLBN105UTiKI
743Baw69l345cJuOabvc2AwUNwihnmAtN1srNziqW0jZzkByUDCrb2ecsqOVlP577fpZWDIcb0WJ
2dgGER3gOyTp8nnwbKSB0gGEOVGtI/NSF6Psmlsk+z8p6Y2wwogLyZOscqJd4tvUX/ytZzGO3cK6
uaMGey+5adn7kjS0ztltwfoG/UU67aw1qV7WOu+qqHAsHTVp0z7kJCCyNM3m4n6tlzskOYqmbTCj
1ZiaYzmAynCKaib3ChXRUqQWian5A5GPRC/Aje22EMKpLfHZ/0R3eL9q+37Ry9OS5wevsth26PrF
kF0NAMQ7pNjxDoS6HZLMnl4ri/AeIpVOah7x1tiOQjvTOHtlVfpinLv6qqz8+WS5jHsm6tojOcf0
PQ1KSosQ9X2wVvF1Ould3PrWV4t+56GHr3seAfvdxmu94Sjt7iPtWF+1DLlOspVt6AOlwnJJEI4O
yPxFD8MKINjTNqLoy+NlC9ltCkXvvXCGsqpvppNTjOqY5ggf7SHzxmhoHcl2IOsPOqhPxFbhmE6a
guki3k6GsJYL916M9o0vJTlWia3dkg7KqU50bhW6JO6XaV9grL6wlfKubY/LtgHkeAjsctmuY/Hc
mBnP1E5ZTyYJ1ez6FnxmOqhOMimpUhDnAjqpnsiNfIE/RI5bqsFf2xXHt7SeS7E6IR/WuWPLZnRU
xcI0LO39NKKDfbYK66P2CCDPS48WzfHKPbVAGY1p5V7iHTM+z46ujSXqNGxwF4VrUj81OR/pPLDu
Ci3meBvM5uLkjZnPjKWNn9e8oPabCU9Ppc0mL89adupe+TqyP4w63O7beCz9sMlYttE4Zu6d3ffT
Xqfng9yO8QOG5RJ/0ohSawgMQzPxWwnnYMN1XMfNiUwk6Dw+LIZctT+srrFCifZyg2OIm9JvMVsQ
u8UzQhpzBG3KOwzxsKebIfs10drZsiAkeKGa0suh9IYTw0HO8GQI56ro75Yscy/4DKsvZ80wxeQV
TQpw7ydnGPrLCdrRY1JTbGAAnCt+NZw8m/Nw+NvQlNM1UtgnsUBBHJzcZ2jC6gh1UoLWxrSxGy3w
d52rruGSRS/ovs3MkI9GAGwgZNDZ62hGGrpBEbVSGA7iwWN5uC2t+T0RBmSAwegUMPNxIjh0yA0T
1HzlePV+ksI+zVmnnxWT1It64WFJ2Gpzx3a7CnMjRRh2HqWFJnLdDeJr8ky9jCLaQNlo1daVsHXx
RHLiskNCx0Xbpp9oIeMtQ6k7qwruNP4/jiM1k2265uuW5IwYWZ3JIDsn6dXJEn1Og80rapAWh1nj
f6SZNlAAm6Qd96nXxlRLHW781ikyOxRNg1hxQZCXeW4SumzSqGpLcYN/ZmIA5PS78Ww3q2Z4mbr2
kJqfmQ9oOwRnUAbhYdeQarpLTDCkleOzyQus4mtYq1Mm54LJu7lcoIs0bjivvf0CVzuiWDW2na/M
R4ideiOXafwXjIs/Iy7cs5TRCWxghGdku+WcNf9/v69HxToZdrUQ2CfGAx3aDmmixYIXe/PfaRn+
gUr/zzZ28Bm2iSrAgsjiYAkQ8jcegppcomVUmYWdXTmAJEBizReLu1rm9p+/0J+hJADhUEHY0sJX
YOFC834nHip/mbKmrNLIZpuKSQ19b4agJVCvY03tuA14U1fKtCB5tGLPHff//OXxLvwJ/HB+/XMw
OKYZ6XrS/p0eOLV+oGovwIFaGYQaKsawDrJChAtOIu1q5xsyaF7QT2TjlTkU1q0JSaZHm+uC3uDZ
m1zGQWMGV5Yeejf89cP9R9qax5q2sPwd6Izb4qNuFkLcE/0//z35zf6rPmN++t+/1fmn+e/vhXzk
Lz/dGczwp7/g56KQvhu+uuX+q2f1+lflyfkr/91//Atv6HFp4A191EOlz9+NoUP197yHs2Pk/y28
2f98/9//q/796//CJnL+cFlMWQHyPiltAKt/tb74f+BeQcJBCAFQWSg4f2MTiT9s3FHUeZ5pOoh1
uOn+Krix/wgQycCgJXBOeGdX038iuPnz3fsLgyM9Jg5Eqp39W/b5Xvg7QqBT+LLtIQ6xx83uAK/R
fKfofude2Nd/9478g9v3z6/km1hFTd4FWnHkRWcmxZ9fSTdyUed227ca8gza6gxcWCE2JHTR//yV
fjso/uuV8Ad5HsBmDqffFER+irR+RkMpklZtRUbeVce6518cEv/g18HyxmeG7w28RvA7ucj1u7aT
iIhS2R7ioI5v+qXTO3YD9b9M4PmVk/Q3TRTvnePB4wUhf4Y6UDf9ZmNTdoM62M0jWxESthlqCuOr
gMz3PGoxRiAXcTNIG/Hae1ERjwwhgY0z/WvTlSfJoLySpF3oMWLbVHFPEDCCpQIJeoefPsh1vT4E
Q2raESgzElEzstPFdZz0+U0+2aLba9OOP9DQM3RBwYou2qhl/Ry4aimZ7M2VhTNh4h/xp3rf6Gwy
d9ObCcIjux7d73RNDcZgZ+zP3VKS/x1acFg/HWNO2XrZAmGvMU2gDvOmCPwTrYuHflVQ8l6btBdP
gx753mehF4Jsq6Sf6DotP2RQyYImT2EamfOgwPOUy+V17s3xJekdGAEBU+Zk0xVjxuqxqmD0a0lI
HHHTLR2jNPuvKp9KFdHmL+8AgubnmR3UdwmT+Iq5PwZfpsTD/TyzQdnlsSAhgjUwTUjQp+6LT8w1
sX7wcN/7oZVPyinzJ6XdrtukjrL8jWBjSO8BfWR4YWQComFL/4Md1p+Gm9WveacrP2/eHFJQ70UX
g60TesouS8PyGew5ck1ZtgT6pXOL/J1dS/rOXTP8TJbARbiz1rgIVC2gMrDV739Kq1+JhbP4ZEyD
lhH3FvvbrW8v+cQ3bqdXUvQsd1+i9u3DVdr+K1Jf+1oQZn/XdTEZDoz1yZ0W7Zg/z8JfWCzk8w0Q
gYQaeND5QzV0QJKqvHR+WONsUCMPS/uewiN8nlUx/WhzQ/nI9pb0A8F7/9DDeQVmsOjpqssnLPbz
zHyPMIN4vvQRflBMjUVJLngzm1/mNGUfY1wXGY4XE22cOXYxzhX2UZSVVW8g3/DHfK+qzDoRXkOx
jwLrzIYowF2yvqQinpGX19updKs7TRj5EMIUtdUWErOAilXHFZqJdS3XOzY+8W0F3/MNfkDyjhMq
lveweuOXwYOfu2n1WZ7ftb6fsCsAYL5pB4Ct/HdRr9HYEhCxGXWnus2cWc1H3/a2wpIiwZc1Jagt
ISck27Wmqmy9cwakp+YW+qWsKXTNzMivjdUcnQ2GLVTUxbyW9xWauUuFzkqE8OidmmkVi8VNBsnl
bWSiiiOFubeN+M1lb9+ogrus4BWLyFId+rGkR5ZndC6OCXqYicbrXJV3aLueco79YNuZXvI5OAW1
cNIn8hU3v3cnOkLUwpogaWZ62suR9MMkvTMH5Qry41mhI1GzSOJB5sH1bzZUZjRrNuFYgVO6rwQk
pR8++9LbpRmyertQIeDb7qEK0CWYEs02XZ3AMKUSxiD1PL6gA6yBXnD/fcxcQPd2Jl6w3PBp5XqY
rrH1LF8+Og5/Q3ZwPoUqqeoCRZTyI9wC1bBFxI7AmEn4YGwZQTk/Oo7MN3ad/gRQx57aLQdOVx7J
Rqx+prRVgCg86JAbk7FytsMfgPGRWV+FXiWhI9soqhoH34e9XLEvo6Y3HQPiLQPpJ9vI+ALLzOby
fKbN5TaOE/t7pdd6QbvEuCKoWTNv51QZDAYLOGAR/WZxJwAUFZFwcKtD+62BwKC/hpeLEIDAKZFv
Hew3ctcjKVUbJF3ZvLPd1G3CCniNvx97WtdwzIQ9Me8ZvQsssNOrhRVzDq2S/mtDBt5UhHQUgsOs
qPNbFyincxBo3aIgbUhpcwqYogQvdOVJFwVRN2lN37hNEXtv5rOHICww+nyTW7Yd7fa4MIm2o9GS
BKvjmTCDjbW07m03lqSCqxXhscPVmmL9Yb+2LRK/KJGyDfYYoqZHCcHoOnkFVpgup7ly4y9QEq4T
xW423joFY2ImoUUjQhZZ8wNCVYTpru+0S1Rmvucc8goe6wbV6jlPnMzAhOH82H+oUQ1JmJiDjYQH
IYaBJ1tbh6CKRQAivErbLVBWB91YFaNTlNBY6fPMr0HVrUOKOVSqzQibwPaXxGM6IEoTCaq2D8Yq
2mPusHUMW8tLLseOKG3S452LZXDPrVQRvBut271ZwGeprQ3kCtup0/EV89D+WqMUtvcBbsAxqv20
tUOoEymenK5InwzZmO9kqc/3DsO/MuTpTstZg4W9LbFkIOdkGf3R5JP1HDP9RYc6GSoL1YjSkOXb
eA6X82T7bnK2RcXg29V2EKp+r6Ziuqs700Z63zHlLNiy9g2qrNCYxU4YUn6g9cegi5MOAR6z9qE7
5P7k3wDBOF/ncXfmwmZu1XD/Vf2jYnFzH5TujMoG8/Znjp3OC60GNSsLOLHy2JWcXyxhmu5kpJjt
w9iToIYWrLN22AlND6qtpDuyujPeW94NHQIjq5n22nI9SIHUD60qDMMq6N2b2apSTDVDbx7cyuKO
HOn0H+IRQEzatj0Ku3WcrhrHw2hgOELjbdNZeeTZ2+8hl4iKVj5bn7k2LXamSERRZFo8QLJhyfXe
tkYuJ8b6SP38JtOv5KgTPrQsKSdA2o34ESoG+zfS0UhrCJ1feaaIJXPCpg3aV5eLL99JMlzvFhTq
34lpN9cDDwquI+4+lK9jnL4Jfb4/MtiRHsafGFWg9OzqWfpW+uZBUeFgZ6B+cJoYY6ldqn5rdDau
zTn1MdOYv0CMBKJ4T/EvPKP5i4ZW/MI2lt08oE5aBkGe9S+040Q1GYCdgfi4dPZYo5m005qTiG0E
76nWPJUj0gXYL2xiHFp3VeHW+R3ysWK86K0WPeqxjV3nTvwCT5qi57ND0Qur0P3FLeSEb99hHBCI
vBosmX8RDudftEMA3Cl2SZBW+QWpWWhNuoRziwuntuxIT+mI8liIej/4vU0G2oJ/bIMWw9Ch38br
xOBEdo9NSt2JDcSy0Vjmjb7VU1mBH2KncGgqMUOhwSiCKtUlaR4C89li4lj5/F4Zk/C2SG3MU2a0
LXjxJC/J7coHEPrsqlubB4kh7gSzbdRaI5tU1DIyE7daeNREgGN4dpmr8HEjo2XEh4ulfJvFJJdc
Iy4qlu0y9xR2w2x5xTXy2vlnl9UtIFSei+ewJxtBJ8qs8bMTjqKCTDRwGkfbwNITB58+D/nzzzws
sd9yYY0ME+NVjydnrvvPYR0XHMBezUQ0jw2rDC0moDD2+q6fwi4wxyY0eo+J1aw5g01WTMepKBBN
l5MsfFb5btPerTMqjis92lkQBb2yA7aK5oiSHxUu4majgTMOShZBimV59rvE6iUjgUfQiVQRCIYU
ndtn9k2qC7EDDyvWY7mMOTdG4vEEWlNdnWzkJLDLchQL5S5VKrU4csToHJQXQ35BphVUZw5QvJbb
mprC+2kllP8bpWhCeC6bWA/e+0Ziu0Rp4vM4GOM8cK5an1wUvNhF82IphPgRwKPM/EHCzdz8TNMs
aG9zZqfythGo3qgsYp7B1HVe/vWfTyz+vXHE/29ADgZEf9cY/1/Yysc6/tNI4teX/2Um8YcMPI+4
COvMpQU1SYv8Xx4gw/zDciz69PMfn1YdaOTfgBzWHxYuBf4Zp51wQAf991jC+wNIMpgk/uAMs114
un8dxvwbQA4SOf40A2M8wCCY708GBHBMvt9vPXxjrosrs2+Z5o6358FnXMoMpsTVMFBvhTTe3fqz
YTN7zQo6sC6TfkZ/M5FwfW0IC592wtmysQtP3cblrH5QSJlvyZQ3TzXaczMSApQltVGL9zuJTVFF
XjDqn7UhcCUak4HDyBQJBumAUSryK3ccbhptKBJQgkTLELLSedfhOPWtXTjdcBBtZzbRYrT2K3ZS
Z/mo1NJZz1jcVLLvety1e5hYyXzl+Xl6DCDOn1Feltc+Vayvgjg0Ysuj3BR5HjUY03dIwqhkRyq7
GRYYUXlZWNUNR6+cmoWY0vr/sHcmyZErWZbdSkjN8QWAQtEMamKwhkYj6WzdSZ9ASHcn+k7RY0e5
jtpYHfj/FUEamaT4sEoqUyRFIiLjg4ABqk/fu/dc5Kd79Lh9tUtqrzS2IxOn5LqxKmX5Le7kVYDA
wj7TwzA/D6skVdvEKRkEpMyb8c8iIXnSkhFxp4t2qQN8UqZfSjT9u6Fx4viyN+hvs9MHhsrAa40i
n7cDu+hEFixaXZZJx1b0zOee8XcXoRaZ6lQGZ1NcFQhZa6e7zQyZ4g4yKbK2M0klTYEGNO9B2ga5
BnJHs6s72YzyIi5QRcktE0q7Bvdoht0V3STjp0eKQe/r1lA8W20RHhDZM89JlDVscBm5GeODdCi3
VW/IfOXm4U8rCLyJMk/CrfR6kFNobjLD3RLD03HmKBJ146Ykbe4QC/TTWpHuBwEgTgP4BKY3R3sv
kLO+YxxSn7Uzo3mmHHh1lrE1+fUS3P/zIjYGOZK2vAVqygLl2xKbKMASD88+muT6Z9O7TbQb6Psl
q6bl7AZuIYIRP7MCLkizxrtDvUdhWk7ov90kn1AxJGik1mFVB/dNhpLZx7diPTrSPcTeWFQ7vkiO
gEXQpTc1oFBMzynKJnAG2VzyejrZhcek8BtG7KY8pAhhwd8D9xrR8g3OnS26gZ7C5OBhxhcLHVmo
MP/JlLDp1+ZsTvO6YepV+aZLI2LT2pV9Mcd1/GuOXTB4DWXblRnnsUBPMpdPmRsOhzCKvHQTEBdC
aZ7LtkHnlxX3ozTbpwTp1+yXUe78MvsYpclEiuFT6CXR5ZQW7OPYLxDeUp8grjejRbHcVzZbONQc
fE1JZcUCV4kd7ilOmIeBWUmSw8DRhS1Fqlnzo7TQvpiFtLq1NybDtE5EO6DzZUaShcjDkchHgAg6
aNdEQ8ST8CvR4sulJc6vWiOd+C48DcVk22IbGFGdgEAkK+UJy0lurSy8IetELx0THF7uEDeBzjrf
eOFY2L4bm2S/4q/nT201074RiUUPwp6r9knNrldvHAtt5RZHj9p5Iw2nZabnyJ076MpEJagbjc/+
GeHgalvtjo20RjTGmfdXpjtevcWKRsk3zzrd/8IQSLW8Ysyv5k6Lzgnz1UBtzCRAj5GV3kWcOdFA
896rVVvl+XU4YctdNdVk7+bEJHgEJUj22HVR/X3RwmFLwlxUnhSsKEzFwqA6RXMKhFWMoX1nekk9
cE53l5mXLGyT4XmhHaw+kL8GHPcNyJnePivRBCIvzzjQreImAtldAWhoTpwZi9KqdPoeGo4H0w3v
etYjLBijXSYzG41EKWia/v8dvp1+h0va7LD//dhh/7/+K//1akxBK/r/+HwlcweBcdH+O4nSNP69
x1vGX4Q46ez7DhGAsLhe7PD8P/0zaDAw/fIfL8gu3aRw+yNfLy261xs6sywBxthYnL3gvghMfd3+
r9rFSi9Te1WyYmg7QYx4dTnT71pQ8i32FogkY45XMazpKZ2ZEsXZTjr5/IWXKgv3toOqYuVaplbv
TFHUHbKNuQUMYuYmp9W8yB8mVAeI96Jw+pZ2qfOAxXWOfQ3R5DeXRg7n+2Fgt0VnBMB58LuwbN3v
VNclvKdAuXyzvlKyYGrrpcxZv2Fr6/s7ww45F4bQXkSFikAl2nNKCFAOq6aPmCOu9DGKUfSnMG2N
00mLTZokZOxocE1EVaZnboBobFs3RXQGhEobzjEaooOYM53WjQNDk2aOmN3mEhKEbe3DKYqoSlBp
yemUblpaPrrtwqtx4Z6ECjcLQ+6N4aAwR5uGg9KfoGhH+CKHfAjOog7tFXYcHQ/KWg6dfETw6Oq3
gRfLkUapEstMIEaJCqwx4ciTf6X1WPffOQ6N6m5p1BpEbo/5hCa1YNzKYB69FhiHMiKa2SFxabqY
MzAXV2ARUBvm5L3sUVD00flI+Y4mbZDoeNRaSI3z5TbkFhLTT/iHcYgOXbRQ8PbpmTS4XKs83Cph
IgXq1iXex0hDbFuxN0EOMRKLjRElYUlKwMqc56Dqn/VYm2S08WaOyaA3iiqK7kj3BbrFahe1Hm0m
kRdOv+olNUt7RpZByr8qC3qJP1gN+/FEVgkkERgVtAFOEoL74ue6szTzJrRCWB2xo5jNax7dfL1q
HwvHTmjuZDokC1CYwFSCJDvUWVcl+7JlGz93ogVrlRSOvAdypwTToNmuTgvwsuFJE5kT0tSZxMi5
87KrIZiaNcrz+qqClYyYKypj3CSDbVyhLW33KGcobty8uzOrwbtv9bx6AoVG6FXlfNPDhIwfOxXW
VSlU/sN0OXviA+toF5t6p+7J14nVlzGxsvsKD+9NHfbjmvAF7wH6WngehiamcFmxhQJc9kq1YhxK
VafdYJ5CrlmX6OxjnNToQ2ULHXSEyxIN1nfTUrQjzchC1ld0MY37bBZbOksGG+CQ+yjb40NaoKtE
gekLcMegb/AQF02N/mQUOtF08hk/Sblpe1Oum1m/7TNKBrcz7TPqT/4REPSu4WBf9w2VuZlZ43NZ
JeowTSWGqiKwAIRZBDYlOiVQkzdl6XuYNWjWmjXpikGKxGpDqJhuHxwUTvQP2yBJT2vmc94hjhnP
rl01tO62R1OdXmS6MSYbYVdRfs97kAw/OQl5Hhi4IdAv+j6HcJfLULMfwgSvIAQaLI9+V2YMqnrg
XAUUqyzXLuYxaGZfYyzufPG0FlUiQxxa/YD7oudU2HDZtcCurnvcX5e4xQEDg1Nj3praToQcq4XW
W8xxeedprrJ3iamhwcvxFfAyeXlRbIDBGpxXUjIk1+Vk0eBohjbCEJYYbQPzWzfvBzyQxcYwRI3J
asBtzVeepM42sjjsPAK2S9Vpag1lgsl55iSegf7Ot/kchWiVRm+I+m/Crl0C5jFH0KvvwiQ6qyu3
1PENqWZmfhrQE/nlDIWZXFpVTdBaK0ql9JO5VhPTQ2G0jMVq1JEHVbQ5T6dxFzzzoigs/0gGskyR
Dc/i3MoBlOErO9PrjYSDnUm9i3EJJqMW+Tg1IPBXlWp/vNhK35lXv54i/3MdscAoBHhIJC6vryMH
BHqO6OHP50b9VEXD9GRAxf1bT4GA4X305DF4crkb/AxAuwiWtU37aLLLKAx2wEDXa+w9cSLyJN56
ZVZcNzY5CnWVNucTqq/rj2/NON6Ml6vaFsUC27th/i4NXk79s6HwXH6hYGXmBcphbcRQD7yx3TB1
TDYdyL2dqQsNmxGd0Y1eVvBfMD45Xz/+O17P0P9+xA4JpmgYXJbG302AF+IDL2McJhrJAKQIv7l6
Ep6x1QL1Bge8//hKb39M4CUWd0xjgRbGcT6wy7rJ9IOGbxsW3i2RDFTnzWR8EgL79n6glEIxNU3S
JpbojtevTOEw5piBGa5sj++hoQNHonvBmRhV7h9/Bb/VGmhhXRoypDm/vhTdkQSRHyIKqYLy4E7G
zwjXyfbjp/bO/aA6QHaAtsuxzOPwa7AZehu5HBNqDQmCD2Ii8NvAbS/BTECg+vhi7/xEtknLhy8b
lSb039d3RO/c7kPoKCsKhntN74P1HNIq+fgi790RdahhLe8Ak4gjEQpEV6HFFiPQWSQldISODvoh
7YuZuqps6n798eXeuyexiH8gzjIHWIJhXn5n9sS4lI8QzbrddFtTtd4G4EO2+fgqyx/9H3UIdfWS
yQqLblkRuYh1JEUh19jDRosiMZKM6po+SmHR8XFjiuxOca/+/OPLcSyAsYeWBy+Wy5Hh5U05rYuL
vSHFgICu+NtYW+Kg0W0+qM4rL8Q0WZ+E6b5dInUC2KHK0JRczjJHD5FZQqLXDXJCx2OGl7Xho2ki
ArV742KyQcRxMP/kim/fEq4IBJgNn2VOOEcPNIxDEfcFV6yh723JCmUyyXPwlU7L5eOH+e7NLYsG
SWT0Oo+jdSXKhh66vbOi+h63WBuGLYrL7tZxVbkNjSS+c7DczZ98a+/dIC8/X4EhaBz9ViC+WHiV
nYWsIJATXQO2vVbFzQb+Sr1tqqzZfXyDbz8BhGys7vxfHR+KPHqWTsgCSNGLNYU0nwOT+aXObPqT
j69y/AksGxrd56VZTE31Gy/98p0sQMelI+Eqi9wnekpVqjGczYsNPq7+Sy614JOV8d3rMbcloYnv
YOl2v/oGEkjKAP9IgPecZFrDektJMrSme0Y1yD8sB7jgxzf49j2hNoDZhVCPjRtv9OsLxt2sMcf2
0CMPqFgIY6L0NiPMyxY0tVMFzYaUVrse9E/elHevy6qiL/eJcvvoRlviUBSoUbaAIbduswqWByqH
8qpQsv1BNmx/o0E7+OSib98Z00br5hgINxbl21HpBQ+P4I7GY/RJw5lxJ6yJJ3Ooi/XHz/TtV4Dw
UvyOd/RA0S/CzJcvTUbtRVsVIYGtRUTxob9nDSqJHByDT27o3Svxk9BwYUxCDuDrK/WJrqZawc4o
af09cJwmURQvLa623sBX9fFtvX03qY1phEBy06l4Fr7/y9tCV6U6w2642MLay2abSSPKgFAQ2y2q
048v9vanQqzMyAcKuymQgh/9VIwUVDBrOLu6odd9HXcloPLynw7ff1slH0mil0pxuQzCV50yeYH6
v74ndDpjFhUOQ4YA0sm6swdv4X6b3bQmDhhgMkMNnmnSg67RelfN65pxA/nPGrPe7cTnATYhYG67
6kLQNp+8SO8+hKWk0HkGi4z29V8nOWkGjeCuobbVvh10+nZC8fXJ7/r2U5QEAUINpTbivfzdYXux
aLvVEETYH13kW6l2Vs5TeRnqIsVQ01Q3k9PW97hBxSfq/re3JpeamQQF9BXL/b2+tUFzsPnO+CDI
QgBMLHHiNOC2PlndlsL4ZQUDcV/nIsz5+MJMhvqvrwJ/W0u1sSFAdyrUDxmTfoZtJ6UTFZtIRtcq
MKUGMRu2xpmUsbA/ebRvPhmDvwDXiTCB5ixa7KPrg2fLl6HHSsGjPOtCvOQrSxkjpM8JE+Pcxvnm
4+9m+Sce3bHBJ+owmJeMTN2jj7QDghdHLPMrYjWt4s4KStK42DtCa89gYfA+2R/f/IyG4LTHwBfm
Bdddsjhergkmww8XeKoE2TyYaw+uzKosxz/epJarsKJSxNsU1+7R+SdTQ+9WkUCYiJlyK4qSoCCG
/L5RmiCgyIr5WQey/+S3e3uYxY0v0dablE9c3ju6KhEzgeotMNaphwEKX9095MivhedcuFGDfbV/
srCDW06PhwnU2ce/43HCCDW9vZTdNIcoUVHaHn0gbTu3gzFlIBE1KAmaRTxQFCaIGWc5Xto1bTSn
bpOruumGndaYzUnny6G2fn78Zxz9vtSPBjTA3zP932P4o2eQGGVReGLOSYov3FXVDqCwhDP6f34V
m5CX5Xxros47utcMg+BcwVn35VhPflxj9XTn1PjkkS5/64tPw+L9kewmVACUqA7/8vW7GhfmwEI0
qAVr7IXbIrC9x7aJGfdqqMKnx8CWQ8KwuJZiM3RTNj9+fJdHn+Zyfc+kRU01ye7PN/r6+tIMKzdi
luczhdOu2Tl6GEzCRmKnqY4W7Z9ejb0Nk4frUCOztS2/7ItV3aZFFhaj3TKzZwyR8ugjOrwJgkob
fl2y/vhqv+vE1w8XdyZoUccmWoXF7milGw3SKGOjYqouXCIYqco99Gy2apwBE3MytqfknnnmujGU
Pd3WHn/Qxi7ozENBzrT6wlLenAwkyve9/YjF3HDWVt8AYHGgnt72dpmj83Vip0qv0mIgaXiKjM5Z
A13Tv+MVhYqYEGbibe3AmFsU0VTO5X2Q6Fby96/4R0al/9sEPUzkXvycbwQ9HCEIQ3/pMvr9X/hb
0qM5f9FHs3TWXWvZsmlb/lvTY8i/OLDj8kHMbQLqZfX/B+3LkA81BKUVjUBeQwq4f8//nL84b/Pv
8j8c9H+Xdn+g6DG4xouvmg7S8k/ihCaY/XHYPS6Bk3YMEfFG55oa1OOYEfOMWdPtfyU0tgnEiXPr
UhqwF9ZgRANQZXD4ygPBtMmTpOiZ9mnbDJ8dAF6vNH//TQb+OpOCma6TfbQJ53lR6+aYnc/TVN0Q
NCkfqmHKvLVtBel3sOXDnQe99V7KzjA+WUpfVxz/XJrTN89Cp5o7rjiywdSC3knOiyrRtkjs5BlW
FBwnZqxftpMRPb14US7//sD/VXT5JR39tvmf/+O9y9EBdXTbZGkjue71KiPyEX5vlpy7GFEZPkQM
j5I6Lr4HbonICIXDJ/vR6zX079t7eb3lbXixqolEs1XH9QxzRu2Z6tXerht95yb8y4/v7PXO98+V
TB6gy2FncWy+vlIUq6okdPhcy4r2HGcFWKFo6r98fJH3XhQTMDY5dks39PgipBp4oDjic7Ca5W5C
2/GsyI04I/4w25sIIZ+62h7WKrPNT+5u6aX9Z7n+5+5cvl1WbJqI7tFzbNJZL4g6PQ9N4SJhKSyx
FekQXruzdK+LsesPI8QaP09hWgbIV//Mc/vP9REALAeOZTM8+kI8SIdITrk+OZWbSsXDLhxq9eff
Ar15lhgQ0vTNj/22qXTJzSmjcwJx5Y9On7Sdoc/J1QgoZ2FctZcf/5hHJdvvm1p8yhBbljqD2cPr
V8YcAR2iLzhPoCwc1Fhp92VsxpelLoIrl2CTB2+CFsWgG69Ol5IN6/DZYGEbimn78Z/yzmfC57j8
L5+lePPz9kXPqhmE5y0uXr+tMqKwO1RyNFI/mzO9cyW0IPSPqFI9yZrz+p47paG7CpyzHrn0PTHP
yZ6NHJArloOTj+/pqB7//Xg5aAB2pyTFGHk8BcnpFAEsEmexHhu3AJyb71QD7lPlpXN3Ojih/dUJ
IpiEHbi+xwCQNvzApBq+f/xnvPPlWOw33KkLyxs39esbXsQmRWUbZ2ZFiQiPkfhvTJTWOWDoapPr
83w+GWH+dZ6yfJ+TS/FJC/mdBdei20NjhFMVW+vye7xYABmuJk4vxFkZQnImKLQlYCpyMMxMagvi
I/ykinzvoS/lo42ilzYT2+zr63WexWnSM88sJKXuKidjBi6qA4MPBgK2tKEX45miffAt1lzjRAsK
8Y356Wenofce+su/4ugtY6EPnK4yz9TYwjWFNnOBCZPc28S0r3TZ6FdFMpGlCu9u1+JD+OTNe2cr
YBymU7rz0tGuONoK7CIlzwtEcgtJ8TRtgeDRc0bp8fGL9c6XZLG1GTiwHTZU62grbRnW6lVlnGmB
3m44zpq7Nsp1v4Hb8klvzXjvUjTVBHNhk8bIsZEZwEev0SE88/DU2sgOJofaGlnjVhM9hLsgCtU5
stphH5uTuS4IZyV8WKvRXeSyvnUg0F9IqxYXYzZgCzSlcj8b2r2zMRJ7wkyG1jRNOv3otXML2K2W
HM8wCE1ng2qsDeCM7NKMSd2dSHK/nh0VQhN3qs9e+OWf/HpnhIVlCY5pbIy0UY6ujApb62vSdBns
pl+CLE7WYWyhOuztZqfLbPAjB2gjX6HmJ2S3X/E35HsEjeUW3TJzUxxywydVwjsfIeo2g9+Jk5Wg
pDzaWMTYDaXrykOvymwbTGl3HuaxdxPnlblG7hFeK8fpTjxj6lGPDsYW0XP/9eO3853NzcAGalrM
G2lniTcN2aiGfV4ArhJxc87I2zkzwyC4kA0Bgko6xbVmQRkak8Q8HS3Y2XkhikuboBf/kz/k7cv7
+0nQN+RhQCw4+hqTDoqJ0VkHMrSTn5zZqzWxk3sDS/e666es8gGGtbuwBf8twEs9V1gy7zledr4R
CZooum2vit5SF+4wWZ99We+8PfQQfp+UTMrG4y/LoK24DGwP0sQc5ntdJNcdk8u92Y3deZ0/grDP
NhRZJKqNfYB3RXd9YLnlISjbqKYdQBzdJ89r2ZCOXmiGjbD+2TQ5nr8ZOlothOpJP4guRtwinBx5
JHLDddVSe4RVlV1PHthHgDyPaGCWqLjS2wdoyK8ihSf1k8rkvXeZP0dyMuRnpP486oJUQ4NdwRGH
EBPdTjmBbazUCIekG4kSm8u2urWsqbweezxLVlVcaIK95uNH8nZxIemIdtMy3GYFtI4+pw7gLsNP
86D3rbON4wwTltGBcGuJx3zomP3uh2Wagnjh5OMLH40blhKGK3NNmjKIXzmjvd5NyRHo9MwxDgkC
thNLa+MdznRn68hMv8qUZ3w3Rlf98vKIBTnV42A/etneSVxrZfJ41nnutZ+sLW+fhaSIoK0qSbul
Ej96FlmhjQFMukNclvOjrgxeVYCfBOilIQ1W0dpYMojbzk/sQHXrjx/H2311sfwsq8miNGDne/00
NBSAKTaxA+SO5LodYCgWOAGfPr7Ib33H6/efq5C0At/HXZphRxWTjNvKrOfoMDtTyWC/AQ5MJgLq
dcwQonWsbcbrQNJtEK9BZ1qrXFbCn5xIgP7qxPyAt8VKVgXmw83Hf9k7j56tRmdE6DEGIc769e1n
AX5YAgYOPB3zZCyN/IJoungbjGbou4VDGkAZFD4f7SdL+fJYXz8QZD3Ur7yJOm1tcfTY0xYiQJFD
8LZTNyPewFUtQLIeTSDEzgoL9kBKDIK/EPXAx3f8+1h3fGnSsjntooKgNXR0yy0SbouYx4NyZHkm
6iVxYIhb6OTG14aATr+1DeLl5/Eq7Gv7MAxKbhH7NlttcTBXmkovVY3LI5NBe+NY9RcPXO/VjOz0
PK97oiL78IfSu9tuSMTplED3KqoaeYVqtI3Nv/ykVnhbizvIAhgkL9UCBdtRVUq8YMaaSvJDvXwf
mQItOEeB2CmJcWoj8Dlfffz83n4wywVxz7FwLgr8o1+O12Vh0NmnowO5JCStEWFHXfgfX+Sdu+Kr
pFfOzGw54RxdBCd0NSNqP4UXElz2DlToVV2EwOAWtONqmCPt5uMLvt3QHQo99BV8oMt6fPSBAktR
VB3qlLSbeO0RfgGI2LC3mkRC+PGVKFWO3n16VMtYGeEILWrmgkcvIMTvDkMfYlocAu0WD7NZ+k2o
F9/0wp4KHDi9RAEU5PM3s2LlArCpKXMDdaMv9nYT2OfmYFDySq0RJ/qQzuZJg+ceSjEYjm7TET76
BZteDMGgcO1d5jDy3+fNVP4kZyr/pY16U99MlpnOECyroPKbOhNfIWCnZ71ovR94uKZoDfm9ejRG
y4EsY9rEshAHLAkvDtzsh6o6J8eWEwHSQwKWXFT8XCDro7bxtiYWb5j1Yy43njVjhSsJHf1Bjud8
htZ0aNYFJHPwuiXMWDZcuC2rocrSS0ef3XRlV6L7wcevnutsHg/pYrfh/3cgupDAk+y5qWDdwF2c
7F/oK5NrTqj6c1OM5hWJUAAAokrhfgghrT0V7RKdpaXzXJHCmdmPSWmbaOc1Pfhu5QZoAiINMrEO
4BIS72elRKpkpC47jqXd0gQwo12ACYjBO2HM42FO4F34irknMjQTgi0hRHiRRugGPLySdMa26sp9
0pEaZUJ7/aU4/Ny1QHWCVTTa8GtrBCb9BrY4yHZQIom9Jdrpm9l1Rb/2mF3WW0yJdU08VBCRzosx
ul9NbYI027QVQvoccMkzecLqVEdXe6+KtB3Wgo0SMj3G83mFf82zwAhMRA4YLUHRK0KAh0Op4YZe
d3R7G7/Vs372oV4y1MCiCM1FFtGwigos7qslcwjOsHCHk6bJSS1v6ygiI0LEOWHLENi+5KpfRjgu
EaO4yGPz0sLtiAcUfDMETIXO3pimOvRt4AjMLCvF34NYIQs3OK5libMtrcatDGDvrpl0N8kKy1qx
i4AR/iAeIrbAwLe8Ww2Z2rBVs6L/ysegoeTW5YRbQyqIikJZ0140In+grDIrmLl18NTJaPlhilDr
Vjkz9n1nOuorS+M4+uE0itu8MCLgSUTKbNJmFD/tgt12JaPaAoyNw2cdtGXcrfN5AubDy0leXNAV
MuUdneTNoFvagxuRsrrpSHZL/MomjCxz60wuIMpAXyFrr9OTsFdefBpHHmLFKE0g4mhNt1hwWkfD
TeOk04/KjsFU1XlWEGUSMkaOB/K5V5Uzw//MFFnP67CcK5JytKiANsUr1B1QLZcxLlty1leeWdbF
Dq85CvdJSUgpgcopl/LBw2tQkY2Y+Vmed926nha7TIoHF68dAvgnGxEJ0ZeWE313Zilafi6R6VuP
AJwza9BnHH32EmOO6uMhgDHvLurl7EtFSQh0vMwNCM6kf56JjKDc9QAKpd4bpRQnIymA+OZx+bib
edJIWABVqw4lGR61Xy6+xE3s6sGTZYdJBXtQd9N1qBoC3uF+a+2JWVbtQ+C6SfvFacPhWo6miQWW
qB+sizxIsoiEG3wtqjQGO5QuAJR2AEq5zqyY5SYYOlLTVU020BoUMTCDuHJ1gOJx36XUWnqJFRZZ
Z75hw/R+VBOC6k1GQriz8Sondwkaq2DcTHU5EOyZGZT8c8LKYxHu+xQC8qQQojX+Y3ZS8zTXa/cW
WyTCMeRzSl+VaarlOyOYTbVRtd034LpwoxAuUDU3NtAltc4UbYJVa7iJoFlWsE5nNcBYRDVLmR3H
ZncHHZPUFIOgFRDCaUJd0hkFdqRcm+/gJbH4hL2Zn4RJObuc6gYNAzn5GdC07NhY2XLUrgCmcryy
gWhJn4xya5m5Nv05+WywcOuqLK9s0UBNdTBGfNONfnggTs8850lJ0u1RQ9/xA/TXIQCxGzPONOG7
edFPfo6uqNyQwWslGxczcL0KxIgIa/SMqNiaYezceJxpHcyVzBL8BuzRmS3k/OB1FGArcLwBcqUe
1SJ2XtKRQKFWergu46EmG713wS9MFjuLPwyB+CldwupEQpyGP3GH1YnU5ugGdUv1rYln86nXy/EH
gsjO3tgRHCP8EixEifK+ahCHLkCdg5IK84K0NoK0UUXAboc3Fud9G/gZ3B8cHsQHXulwKMhxzDx+
Gc8Zpe2rilzmVRw2BuBavtjL0jVbNsA2G05iUiS+mVZv/KIhG1xmDNOwK+mjfV0GLGh+Pc8O0zUq
7bMs4ZdbW0sQ247innzofpjZK1EFBFBTdb1+xiyrd4BiIsAng4mTfoPl2+7WcdukmKd5KfF9dMyP
Txsph3tvaGwJxbd3sr1OP+gef2var/muunY/IeHES+RG2u2kEVai1Z3AkjqA44Vn7iFxNwnXuIM5
hF8FbKD9RSeGKfO7vAqhsYx6a/h27ridn7uI/FdWh3mA0oW2faKNlcJbjezNlzJSEktUoEguGIfy
18jgpvBlyb67hOQoSBoKJPq+GtPidE4oJ9AMpl/igdHKL2n33YnBjtOtCl0vutOxFWbqR7EocXmR
6fZF4ejBDC1ClnSRVuK7RWhCvaYkmsFiF4JQsxRG80Oq7Hg/mA1S0VoIUGYoHbXrIiM8cjWZZkrI
HKG8/hiNJPi6mYWwTlmGCsBb5901Z+45IWhHZJpfdTL/0dj9OGwtB4bO+TDJSezDzLNPCijIxor5
qiVY0DL5A19UeNFifvsBKQDdVF906ZWVO9pTSeBqT0OlsNCPaRWQvBY3XOUbVkbQ3hTVNQuOl9wI
ux0vclZ5ZlpU7WwKXbtA/IIQANxcZ/qpzplkPg0Ch7TAvCRCkoC6yOv2wVCR9U7CGdzDQQaadW6w
/lAZThwrLtFAI08UGjgFsA9eEA3rkTeqJzKdDOUNZBrdBE7Aq7kaM3A10Kzonm8iwuO+kiZBZdHX
cUUrjaEU/imp7pvaSIJ16DhhslWOHX2LdWX/tAO8nX7RU/xAu4vNn1bnDFeg0BWyPbjO4cqSyr4C
pI8FPM1DmIaA83V3JQqeoB+4VNPk0g5s5wTNVCRDOKFBWeQKeR9pcXQ2hbZ7M88hsTM0Xm+FEVly
rxWVxy7KC+9g40FZtnER7kofulR1aPUEVhDcWPENpsT0S+KCq9ZtL+Tt2ETjLfHRggALVHlwjM0A
s6SjV8GXiOnNsPXyrg2ua6lCAg+kbJc6SwYLdwDJHDQbFyUJDizP2C7l9blGrUBGV1Ise0+p+itn
mKLvuVa35FbM1rlrymZTGVkb7ajoWVOGoXGT1SLJudC8gfgHsOopLlX+ne9o79W4xkbojoC7c3ku
u76/naWe13sEI011Ug9TfgXyyNmxyMTFLpkqa96EgU0jIMCtSJ5UaQW/gkjPrysiqTaVtRiH29BN
h7U+zOyTguWTsJRYyzG8JxO5Uwn4LngVOeayLbQ8w9gQG5DOFLqd92w0+OLIEGnydJ2XPT/f5OWt
ce6lFu6byrNCG6pja6FoAMuc4uIN5A3Q+uwOcHvQbNMlUsLvtaZ96KOEIFercer84AYoq3zVxsir
aY7Kn8lUJo9tPOYxjWN+kzVqu+aJctfTwU8OYbFtp5bGT4+wj3P25JZwEFrLuS+1mKaAZs/5rV7n
kjKtp2LfyJ529AYsdfitigfjnPHxTFDImH4FrCFO3ayLCIUzhwkcmHJBuvVNt7PH1IHjVM015c/U
TzuIy3lwIvrmlmQQbyc0laPQTCm2dkKZ2qag9BLnIw/nqnNIfDmpYumesd9aMBdiHaIlVELiesRJ
QhpYtGK4UV5Xs+pvCwsw04rjNLnq7pC2T7lV9g9TVkzXOS8V+V1eCzsDNn+JD7cuWvuE5RWCGCYu
HWttktUHxjDYcz3azfz6U6UM1m1r/KmyltchsprxHPNjNW+qpukfRNhDBUuM0Pw5TuFC0hhFta3q
CZCDJ9rgBptxmflhM6UXTKSzZ4xx+rD2CEW7L03ZRxstNrA1hyjv5CkJAuNAZuE0Did4sl2D41Xd
4AKtoSlC/atTbKDZWNNM9MaWxIOKgB1f6ySI7yjSpzOY0B1vFJiFdEtw0xyu5iwAel8n4S9aWk7v
s/fa7TrDq3dvq6Szdg6hZc+Z0Zt7KSbwjdBfgodlKHERET4S7/kVhg3rO3CGyDTHr57i026yJv9C
WnsX+mq2ItIAXS27wc3geCcOFtBoLSBZnc+p7rk+tR+wqr6eLA4lXfgUqYUfZpGQa6+x4tTES1mh
JIXPyDrfha7SrWwz1y5xZuMZJUdSb9YccobnOVVat1WTAUQFQciAsxF55kPBv3M+DXVzjQfGuMwC
Hs2qMOGLrsjD8e6bjkViWzWtY6x6EP14EO0o1/w57LR7pOiQJqOagfd2EHr+nDqFdlsnLvlAc+cQ
+TZBBuafJLN4KUIXqKonQ2zMAmZK5jsJtdomH4au32q5LE4lQWzRVsmOihnk4dRwRgKCR81HohwI
lEj2MOwl+Ut2Oc6e35KW+R3TctFs6L1UKduKVn4JFSxgH3IoOXao/qsLTGyVthq7mDNlOWrTQ6sE
uMAMmli5xZPr3pKzptSWFLnw7ncb5Y8kcP9vkq8YSbzoKL0RytEvaR//9bP81/mjeo7zV4q55b/5
j2LO/MuCgwzggo4WA0xP8B/9Q8Fy/wKhZ7HdQ+1GpUXD6z+SOf0vx9KZi9CZxXFHY/jfkjnrL0a1
2MX4r2J3Qmbl/gkEC2H/UReMHhv6FIv+F84HfAVHXbAkE3B1Udp2eRC2t2MQQrz1O8i/3S0fBQEv
q6myNfVg64w4v3ec8szrJuxM7LN6WBv/m73zWI5ca7PrE6ED/gBTuLTMpHcTBKtYhHcHHrN+Nr2Y
VrJbEdJAA801u/9/6xbJJHDM3vvbqxoCapmH3PleOqWI4yhtW6v5niuDbty7hbliUM4yp9mQXVs5
08Ikn7pBinZfx259P+kTFztezT8qDM03JxUxZTImg3AHmNC3UEWOyujH3MfhzGrb8gM1MnY9vuWU
miPiCm0AD2LJzoVZ8c7D2xmfp3HLO6/qtNEKtrlCx3dnKguBycoDqGrj35aoYKtSHA4j4EPRiuuq
trnx3GiKVrzr9B6OFwhF2p4sUfVppTT3xdw+2LZACs3rT1prCF0AecFwOGP6aXYKECeT9tqzQ1EE
qqE78P3GRYFyfusYsqbzTGU1CEGqudRgodx5o6i6yTjI90mh+ww8jtqrPmYcADOY9JwO6b0x6ODA
Uv5FNxmjb5bJ/DZm3HhPKyywNlQHw3wtO0GXYKMlgMHJqW2JPydWC1qLtTk94EMpwx0rcMd+p/W5
eDeMDHBn21Ht51NKm9qB1SAZshxOdH6R/FzHkPO8tUUM+QAz01qj4DKuUZaCnao6dTAZWvcdi2TM
opHC1HMFNDbzt14jimHTGUUnGsKEr9Aq9EzFYlX5xmYDUucA3GwXAGHrszAXtp54WVTzr9DBpfoG
VzAHqUlLklPqphK8MgJ3EYySIkZP6F3a73KCS4W3mSQ8PDGMOZ+5pfEXM0E8QpHM5ypsCrWK/YLy
ZUmj1giYhtpWzQ5zbaw/pFPS7ym2lnIygEVcCHtYoa91fZtVgLUYH2Z6NRQvUQQHnHEendjvmIHi
5sIGX+x0jYeCoo4eUJYtFOcbLY+HrnRLOjrpW2FSSHIYz7wyHWJxggtYJ1xpNvc+Tma65Ja57/0V
RhdaKz2Hg9cAr+e23prLp6Poy6MmVfHVt4uCDWknWQZyVo+TaB5VjuyrYUBynZIp/so1l2lim93h
NesGUDuOTh+ubyb8HV079e+5UtUP3FIZVnCbvviXU5vQBQ0Oy59kycyndXbm2Zsnuezp8VIgkPV0
NHoMzBm7PiMUsufTaYG9AdHzM7ACL0qaV6/8ScoUqX1JQzGNwxNhGONcufmtrlQzqJXWqT0ZqB8r
aYNfTDMZgxb59CM37HT1Nk3SooEAOnIoT1v9R2P2lVJqXm6fWMcN1I1MZXu00g1vyWrnm2/18HWi
UitKfh90f10U8nSNN+ZD/7fYhHot+8QWsDXR0f2JObTLvNByFsmuUFWOJ8CJfdguA9KciL9wk3Il
5GQjV68zh/xEjR8XRKaCQKhTrzHzuyCpDJwmyVfwNfX6oc798MdYBDcRg6TBZTOHiTluh1IKXy2Q
4rmAqtUL8zQt9c6wep1DksjhXIDW/lO6tJqyLwvRBaraVA98UTP3S1lz94K4Ia46d4o3PXaATSXa
0J36Vth/mrW7lX52/Hc0Y6fra0/t8QXeWPvEzeUWDVhF/ZJM6vAoYiajl6YrdWK9hRY1IiNwJap0
fM+q2aFqO1nr7thSYtxHVd9bH2U+iPxAGViMIKvE1cNYVBRp60m10gfeOcybtp3a3TGs1TYBWGLl
0hmiaIKEe9pThSA8B2CL5NNYt7cLpzVUJ37uRtKInaKI8aVQOfGvldxnepXuGgqWsNKlU792Cp3C
1J9Msxq4s60CmafzaA4tZpDPLWV4hW9TvjrQANzQBmE0KsW7zMMkfxQDsY6LTCpEAI5S/i1kla9n
MQqFlnCZl/+WKgVXDSo4viAMspZu2QqRaRzne9hHVASPwGGlp9twnmkmTNO/ulhQWeZiGiR+xUoD
qT12VDdx9LP1QEf7EaFRx85O72M5eABbOsRdqRc/emuPH+SPqYOOrR5EZpKoLvoqJI1n5iEEfPs0
GYVHeap+h4LfTX7pNKvu5RwFXgYog488KcjeyAoGKKhmllwA6/Q9SUoU8kWdFz82m/61vCnoheiR
7fRioZEvv2ns1dyhzeg35X0urVXsNLNBlQdRelPoM3t8lb+6PURqzv4D/rXJrxppf/gV+X/1fvNX
+09+fYCKW37jsytUSZj/egX8s0WZriPaBPXi5ifUfTUfm1WhY5KJfP2eiC3eQ2yCL/DMmyVR/7oT
/a9TAVYT16JQ1HkPehMvwzVY0r2R+o8Z4EGN32G17IaLJcfNH34dkdlxVlz3m1HS2tzr0SacxeLr
3rwUWurxVYaF6joPIZ4cNAgvG+iclMfyZsegvKGf1FoZcyH89W2AnTVd6Pz6OZU6V1NQ2MO27Jxf
32dgKLi/G39dodptjRftZhX1ZOCeZxsOvLe59Ptgud0MJpYmPA3+Qqr2tQGR44SjBZqPsz/mVA03
4LmqJl6GZa0sPqpfO2tuU6yt8eZyKdSH0ato6PRk/dpg3OaxxJq10P/gDmGUkWXDNOMz1x9is9N+
kDvyR23IxD/5a7TBxi5+oCtiv+W/Vlx7c+VabZQ/4ubUOb+m3dza+f30a+VxqAEzt205Ft9YDRMl
IX2/nZNeL/5iu2MHTpSihNqvSQg/XroRowjrSIk+PuJAk+XMp+nw+Ew3p9EUijGH9ChhQOq/ZqRz
8yXBi3Gbm29u5WyNxRnih/HK3ifyE89/jDVXbcNdmrRDuysby61O7uiY404W9fIwO+727WqSiz5o
zCzI6tK+GjRSJRiCsq99fAkMHno2zX8tPX8MThrpctXMtl8Ci9UPu229Kad2XoMKS7UVz2C0c/Vp
GB2rOY4pM0C7hvLFU6ZCKwustYQILeXags68kS3ItWiXHCHtjgppmxW3EjhCla1tNA5OjsaekM5d
56c0Dn7oYFFOssmnl6xlaMpXRJ3v6mqbR7/mieEwOon2XhYcIAKWPSoc+d/zqR/18QMx0ulYNWm0
1DlZ0Plg1wjcDBg7DaQSNs1dQk7jrZohHJDMHpVzvugKxjDNVF/S5Yc6SlrlDkuhGl9ikLRY1TDV
g2kwM54btXeeOmbL8boavadxC46kzXtFb5KXLK0ZUZltWScM4flFk6b74zICW3subVdqaCyECHem
OU6JXyMDfVr5iB6/DUrGVhAP+pEmlfkjWVepcKRq6+eO1ebJYioxCxwQYQh15bKG5dzm+1JRQ6FQ
OO6tIPcO6qCX/4w2yZ9ByinqvjAG5W3BkH2LO909EcBB1h5KDcw2OzpT6mpizzce8jYfE4gct/Kw
pDpRoyU4TyaO8i9vbU4ILS2gblA4kl4fAcQujRIzkzsap1cF2lyfJpE70wzLJivGxyqhxMDDh9jO
ziyTJZi2uFeDNJ/oGnfHTaUXEGx5FfVVJyMjpbkzsvqmtcDN6sW9xEpPfjsRhEeWj0O/C4IZUvqU
wGGuOoed4/9fqv+rbPKWi/m/d03+j/8c+0FmpBr//VK3bvWUt//iv+7SGtNi1G5QRqQxDEHn5P+6
SbuUUJJ/dxnNJRODgMdt+b9nz0z3P1RGMDRu0lRfWb+Bkv/unjTt/yBQzEDaLVisk6M3/l8u0jpT
o//HTVowt84QGwgl5oTJcjHMwr//3+L4eZJRZMQJ06eBPz72Y+W78E+pq3+PeQAjMAdHVxIcNnZG
q+6zxaQKa/kUGYO8k17aPnZn+uxa67iCgkiLlzlv8JA6f00WjsvPq075fZpau9iglq4yKDfO8Mrc
ouW+oS+EF5/71aCv0BwOEwEHiTFhN/S/so9AY5oOI80eevE+9Le8lftHyvG46gC40/hmJEnK2vss
YJYgyMSxSK/66B4We6I7V9fv6luFV7E8krjwa/NN4QY5uKtfKuLQVRtHWnW7mnYB8Cm/nWdB+MwL
rHqhhIq8mxXXk5sS4KYe1RJ+kgbsBtz5jtNW1HFOlHXF2S5+n1ZlTwtdCvFmDDNIczL5bGrgPfNR
az+5gNOy67zbNPQhhY3Gx1h/k5L36uUN7rMesJ8aewH4fGKbA2DQH+WovnAX2dX9/DIW5l/42+QU
qF1stqMO1jVzCzdyCioce9XD6mx8xVhObnHDAdfYYW4EbTI5zrrcQD2le3N+RC4BlFkvrwKFrXee
hXsVneTntBw0FPhAzXKVeWr4tVaNu4JT60Za4KEjZiJTdU/l/44myrO6fKZT7j6UiDyvTet0zzA/
xzs1bl6HgcO8HD4TftBeVd81unlLtSNl0R4HSkAbCR225xjN0r8lc+lV6ZAEdnLD+MlmX9JlKNw/
m6PcAW4+DeUyBe3Shj1rqkVSIyjw1qYYt8npsleKtn2GaSo8CVWGqtPcyzV+nc28+7N14/zPad9i
5oTBd3zJgvx77NxTKcmaOPtl93ArF8CIRHeOOeMtCanUtvGrVsicS8h21jeAKdLkuu/2r8tYv6xl
0XsLRar7jE0k6nJyEYOqlpzOtd1iaOjiRiDqybfqF0s4ITZCtkG6sdsT9HIMOzxIWgb8NHcvsaZ6
Mfipfsz20NAfWjd+bRo+UjTbooApq1NgDQvKtQlpVIdbzaid3LX2IaZt06jIX6TmflG42ZBVkXr1
wiXat8R3jtDRUHAtqivsEi5FTKBbpLjHaJ2mExcIz3X7Z6gZT1n5d0tIL+cUaZ74o3ccBMZQn8zA
nj636o/bP2ATHSF8Ea3cjW4bpNpCC/rplrbCZuD719bTrAx/tPjW8dotvpk+xDr/P+dnThEx92KQ
RgmXf7DVdZe9UHF+T0b3DSLEhWxMtFFcrdlYTGgK6YIQII4lR9yzm21e57bPnZ08tOIAOeEg4kkP
KkvbU2xp+8kCUoKAFBcJSpO81lj2Sq/8LJnITpaT32uFvDO68YdC7M9Kjinua/7eJJvYYSaE3WRc
XD2/lV9zDSAisP7Vti5539rWeZjLpga+Ww8Bg4V6WBvac2pO03GDGn+tNuxg2d30MkPj1ZJLir3t
cD525b3eW0/SaB4LZ74rXEkSN69/CmqkXksxw8aiusLr9PgZ9Bd/XiEJ7dMr9Uh/Nxt2ekzUfj+l
yh0DdYHk8itF/7lNRGaGym7Zu/9opdyX8XCSq/IUDzCiRf6BbujnSQ0h1ploAij70VfourtlKufA
VMzUJ+2bdF9kOjzYUALfSue280NghnZ9e3ln/oB2X79sx4kO4BsW3U7S7zlGGYJhQO34Jld33S8F
4BjcDt8QEjhOtamfMw3CZwofYz+tnSbM+mEIBbbIrmes7NA5HKOK3lKCvrsWNIRCFkFjJMPEQc/o
3ivdeU5RjCgTUnp2ik39O2Hi+nQ7cmOiDD+0LRF23RtklvdcUB8Rx++AmhTpOo9waNu+5H0m+F+A
Pll5yfL9xMuBRMP4hCKumXo0YbWNLnNUfxvOaQmvBmqJ0Z3Wsjngn39C/Em5s8X7MjGORa9GBY9h
y+VtM74y2Cg0E4ZGBh3XYUZsLoN4VTEozFs7sbfcHCjijTt1fe9Zz3ShfDCSGeBVcqStkNusrRFh
KRrhrc78qAHnymd51p3t3Fb5Y2rZT4zqJpmvlnTKtpVzEW32ScUZOboR+hs/3iShBMmnTD/3DF8g
4vKQ6OoGMffBMZOPCppSMtd+nDkBDGLTfCLSxAOmQoNKPs0ca+lmqg3FLmng1LjulaO45zSHXp77
5J2h3E+l56XujhRheFbZcYWQ3qSRZqrKICVvVCjJpZuGnWiUO2spPzKxMKX8UpXy3YGzS6RyJfKO
YEJ10hrWKiEkJwbuSKwtSt1BXOw2oVeEw3o6gbDfBo3r6Dydlbl40PnaB/NWIlElCHbtje8sLnUy
70Tq+iBUL6Xp3LzZIFndb5OhwASCMPwdiM7WkPhpWe7GKTsteUdKD7Rjy0HDgL9kNdN0cOsemn1J
81hrFh+N0jzHc/2HZvjTgvvoMX8ZVHiTFU+wwpBnMzQTkpAWpYXzDRfDDvTE/B5s923QqFGak+Fo
8uZj5+uACCppY+ZryokMBW2/NwScWzs+7i1bycdiKyx4y2aE+KyeOZfvGtHBw4LbiRzrIFOSCkPf
B4c8PXcLHcngAWkYzSLi5mEu5LtlVM9ElqEUbVrUDW1E3Mb1pgyfo93KbGeyVKXDFuEBRUWDz7YZ
qA4LefvdaOQE5Vo/R0YZ7OkgKiz+tMXS37Jt8VSdk8nWhPivp6apr2N+gGHCEO+sq7tO8Ol0xJHq
4kg/9B54FvyOmYqBHaeDZjSyA5uY7hd9HOWl2G0VSaUluzZYgKOq/JsM6bWuCNw1e9Cq7qk1qgfQ
gFfdXh6VtAkXI64+DLPwytF+KrrhQ1V/qsrYjc0PAcLj3J+05CuxRp9y78OsAt5WZizXclcMkhXh
3KqSIOFd2t5Nzmesk1991XijY0RSyofm9mitb7Vbh5267mHIuxurrFYTnZkCxX011gIH9quvnNCS
S6QXMDXIGSwJXcI2vzszIB36nJcWEJFlPxPzbJLqE10lJ+5a62+ytAI9tvzGcDxqnZGXlnWvzw5N
zLY4aTe/dEISU8anfHbsEJGZdrH8R2UwIR2LU2LO56xxGk/I6ZKnB80UDKavQMcr9bIsEPlG868c
OyqbVTN08mZPYXBEjolVt93D/SQPzEQDUHcgVCTwcF16BwhU2+1JhQGGmhSfLuAjbvKhRNlr1I2I
rN28OHkfDk73qPV3uuQxSPWHMfsRDAltGn5vox4p4D6C975n4icLtgpukhwK1vnxtUs0zh/McGYx
KSYZh7U1R9TbvJqTPGQcnS5KmbWV38ea3xcsnCaEDZ79uAiBuS/g5NaOxjNkPX4XudM40aASrO2P
hnU3IhSy6Bg/dry9NDM/AsPS5HFG8ejmRry3IbL5JWXOTUcQc6oerFb+sR11gGbB78Re6L7IlUdu
0p/LyrwVTG9datcByXFuvi1KG2LCOJwuzeZYqgA+2W17K38atxeiFKiufKBNfzAKN0g33QAX49yp
ZX/UpHwdzI2k3vpmpfNrIfS7MtNO7BM+bhAKlnrqDDXIdEbvm2av43x42jaelr7T/dac0NTlQr5E
VFGtm1Ga5sixhd6GbZ6eOpuSAHNEoYOfQ9+dDwvzOe+3PaSNgKvO88pHTl940KMdu/lWn6dad4Ie
PKFnT8OLUy2cdUc1Ded82+VmuyI6WNgUw1efcQvAa/nL0RXDs2b9LxZNvSSVbbJ4TPUu6w3yMKNm
1oGSkFCwtUKTSEH66ilKdxLEovaJvu46IDp7RzWsQ5knhAnjp9LekvtyUWp/6mX7IjfJiptiyIir
si7FddmwX2ytVSNzqqvAZfTgxubgLL2LtYl/YzsBolEEjJOjP/pvmNZIKU4T3ys6l73J0AkZDku0
xsYBImm7FyPhK0W5OE7n8sA7PJFtsziRVGY8LNW+NTxueyZ+iqABpeGIVHljeLtnlFWgWdrufa4S
HtItTuyajkWaiy3S56I/lMVA/xMsH98xRUic9Vi48aOQBhHcpr2kWQNisq7v5QTzZqq/s9wKSwkZ
2DZbI+yygnHZqv7S7Dy/z/Kk/9asrd87JcFThqIhLHF0I1K4+bPIlZ3TKP15EGbt2wTYPRi1fpeN
Lo3ubGSSgI2zqMrRmsxnXSnJlthoaiU3LauuA7HoXxNCeQTTs9tnpq6Qc74180IT9cQkjQPnn12r
SRa/lrEW1C2vd3Expj5qa9I99nYduuJASOOhV90rrf9EJekZLaZvsXXebG7kUWQSiE3/Z9TFud7s
qxg7zpq8LPoofKrlknAAQxTJJrP9ba7TK+d4Jci47O4GwpdwLxELW6vqIwB8uq/Rf8edqP9sJbXr
Uns0Wn2/9uLcMJOA+nwl+9SfCoACpvNxS6/OrvipmU0u6uKfnCxgKfEXiYS9Xv113Ndk1l4NrX+S
pflsYZIc4zX9qwj7y5L9Z1P1H0IZHzODn14x9SvNSmUoN/urTXgV1CxkHoEj8zIcer0NyIiSkf6u
uMSfUrtB/otJG04TXXlWb2HcoeA1Rc7Hy0EiH7c3qVqA82hD9rq1DHKnvSiKsnn99qC3S7o3yk80
7MTDjoccag3XRnR2CNS0DOyxJ+mnWBe9LynuJ8ficlHYGvWRuQioMMVRX9pjlY1/0gX3UdRbyyJj
L0GH81wCPdCpmWqS5A3f6IkBkwtGzaWFiWrhvnnt9j1lRKHZeH1iAIQfizToBrbrxebQts7h6qiB
WuY7buWPsJKigcEU9Iz1a1am/bj1sMKc5CfjmKMl+anspvtanb5dGFoB6Wwu/YIhgq1+dzYRAcVt
fSonObTXYS2dd5lXfECqM3i/oUo0YV/osEu1zywf7rM03lub7Rm3jUS3u7B08jK8TaAuSgKLZDuW
pruTvcWTrx1h95zUefTUcnyxSEZ5AJF28SIiBOyg0GZYrAVlWcBDOUoys7DSE73u5bB4KNFwvg39
7caFAiiNvKH1XLOJi87DISXWnQPNNLNmD430OMIPcIb2MBpIGksMQ8Mdid+ubnkGV+uvU6zdS5le
LAKPg6G8Qk8m4qe0HTtu7qgUSs7TPunb8QxRDb22Ww5TuZLtTfNheONENJ7dTv8L2ZBs8xYwOcVJ
O+1R06bEukzrDAiJSJt2YOgou8zidjjBfLJn7HNnIQSaYKnMlj0/5LRT39SMJ6Nrc/7BWN8Z+zzO
LXQqkvJELqa09se8/9MR5naXbyJ8QVENz2m2XKbM+NfUJv474+pk2FtSEpYp1xcSnzOjDUmF0AT6
nSPGuKorRhbudSSwBve50quPXVyf+LYHP1f7Jzi7PAm8JCH01cVbjOU6NUM41b0PFqb0+MPXkt+8
Qt3d3HR35GGjorKbnToQs3BUdhhzuH3mW0lisfMTOpRRu19jqwnxUSganS3rTO4yvUy8GgwtcMjI
1/cWF1q2qxlR19AFhEHMo903j3IssvPIXE0oMpAcjqbvqmE5AkPDrFvE4ll1Xjx3soUQuU5QsOBh
EjgkXhMgBRHcX/5WDTlPrR3u83GNxE2lqAXoT2U/D0zuTFOk4fFF1M0UXZgtPPYDIvmFRb54c3SE
vZy7AOs1k9VDdcOJetZgVwxJYt6N1L1fRqtfXlYGh76UUk1+ihq5c7wwmrLPuuSvoTMlnTDEDxsN
x9KhBm5iMT2WjFgVin2cylfKdcOsiRlmnyD5jNbTCAJDHZZ9wYDgbjIO/WL+GBnaB1ZBWFnZw9LU
kZFv0UQ+dkXa3+7SsX1TDPVQKfJx5iUml50+9rTFM2pm/ZCk293OKIY9h7F6TvOToqlBY5u+afU7
SHbPjvHXGLB8MyhnpfFICGANKkKrYpy/9bljF+2awySLUyaqcq9v8WNudncETXaMMbALAQbZTwOP
fnn7XNIye2Ry5q5igDAiYkTytjOytzL+6PPlrA+kaR/xk/bJbEVVu2lXhCnbStA5y12bY6GSPtA+
tx4iew+WN6SBL8A/udzCqln8pzWesk30ENPR5KTxvrahtN51dDk0vYW2R2fKL9lCIpJtSRmYQ1Pq
ODSp1+Yssr0jehyFUPeahgRCJ9hRNGx/pcZlQOuephjYkplZH4paMXBQ2EwWckJHqPecwnnMsFjy
wQYLZA1s3G5oSz3DYq0Eykp3yq3nPhGBxWI2sMfSqhvWSXYqG415ZdSeDAWoV/N9oq6+wmlPr2Zk
BB28Edee1SWNMk8rJqEDOj6XnhU73qxQz3sb9mhp9vDq4aNXrj2q9JqA86WFkJ1ntZYdB3CPqbjA
FBvrEQiiJFCTZX5Pk4dK+WwGPZxrqLsi+bm9YDagVbXudopU3xlRAYw2F8j162VOnhbhHHthHexU
JYqc+fm0m9y3gudnidWHsWo+Cyrz/IkCCL0tD+7AkjwPTw3LRbw+53YcNJvF5MdtQGS4myZzhwXH
Au3uaoZvtPKzd8E8xe82wgQp03l1sMgyxi2LYzFWjNGlvr2qO1uMx2IZorQK6zEs9Kd0+adXX6Xz
Tnk5JS/fg4M5K6ebI4wv+tFnL6gapP92LSq0am4BusKlLwEowv7LNO1iukpUTGCQrbo/VckPDWle
oVV3kk7iJqGGbSSlt65EKzozADLnE6P1mfqFhJ47kZK+Cbsg8Y16w2XiqKefqW4cmB45KNN9Ca7S
L+xxLytzn4EI6Sz73qqfHOOLMXxPX9MQiMxjVXKpl6ayG3XG00xZXPusOFGrAQ24NkKNWNxiSNA3
qNSdMj7Y20zmO/luNHbCpW/vS0dHvDHvrUo9b6x6XZ0dSodcMbJWfZSq/tZqjFl2b910qXFC4vlV
M7KoTX4W/ASCZ1J/q+frPFhEwl+bdeHD7X2TYPz9pozqEWLCQVkei5vPSPMwYfchLAvnaGbTWZUN
onBCmO4924ZD1s7Ppf7JONOtYBpAkcmkQe3Z+OtafEqsDzNz9nU75fgu4mVk2odASnmu+3yXdeWp
Ga5MwTbPWpaiOSn7jgY+rVm4KbrkZZ6yPD5RAeTXC1Q0fY1yKwk3uPc0b7LxO/5Q33ep8DclZiN8
nM3nmrEYR9erOzsLk+Fz1I8rgu9wUEZm5YhTFXPuTyrT7r4mz9ylTO1UtXebykeHQJkeC+fAjNhB
SY41J+Q0DwsOi1lY16/ldi3tKrLUT4VtPD+3zXFJxD7nDMGgCHy0uzkLS3VlE2FgF8usNbysSAKH
imbgftHtamgqzT7bvhl+C0itPZTgqrvlzQFKlACfnMr+Do25mW/S83bRLK6RsxGpdXJPu0JYasYu
N/apmV1kd2cVuFjwT/3c5KiEupY5U0Cj20F01pVJJjd+YwuAEFaHaney6pNV3tkqQbh9MyAXRYQp
vab9t9SvRo/xFWbAIbVWPHYVf1Rr7uIMSUQvSdkxxQ6vyauUV6nl4ZBhdkyka0muMbO0W1tj38yt
z5QEBs9F6jy3ya5zZ3JGDwwsrDVUMIFonrfnut452cjo62EwWFgylik9MskdmIv2R9ucp1TUiSer
e+C7OmYFFojDJLJLYY+udEFS0e+tm9UdUAh4Hq54W9cZ6uY27imB4Jw4h0WzHcg90n+hBb3GZAO/
RDW9tESFeTdUQdo/K56n1NG5JBB0mtBFrPQQx6VGRMCpDubac0Erz62GaFuOZwBP4CCV9jqk8dds
N58Glv82jG+wP7q3fCrrIzAVjoVa0d6trvwolveNQQ1P7fu/DHWfZbUBjSpQe0ZCXW3opMGgOlGl
XAvA2TeR3F1XOmQUVmHyAes1VvmR10+l7rgJEwLsmuzFNFUkjj1ZB2W/9LtFh5+94treJN/ngvtF
txGKgY8UVjBDq/a8dhz467ByX1fttcsvhh6DBBy8TenChueTqd0o1s+VMd1r/d/ZUA5ZIw+680WI
+jFHhdWzeyq8cGVkKLaVs0wXSZTkojmk5YGgbRq/6/Optp5QuS+yMjh/D5uvWwQOLBURqu+GJzCc
qa8MxodrzUHpfjhTe25tI3BbXDZGcz2GKlhKKKUstzt1Nb7r5I+JeByQ4g5dfWGCIRZZ1In6gl5g
oEW1C9NP03lS+SZ7NfPr2dpX8GyvNUOFH2To7KhY9XverSHM8UnCLd05KBKu8sE9m9dJ4AL140ex
1UxtbBF534ekSltPtbN/MRmavtTvQNlvx2yBj1Ek+6436FpeOKU4SgvynCe501CnkUMDZRX7SSgu
xjKjvK1kkk9xLzXDqHQEmJeycJ2Tkw3T87SZX7bKG167RGVRhxZX/oxDd6DeQyE1mgzYXij+DAMv
DDrhiSzLg+vm6tdgKfa+30bnaHNFEdsAmu6LIcPRozB5QSpCYoE5Wh2Eu971o9GFGh2CQR0nC5pg
2j0oVvy4gXE/MN/+4uqJ4aNEtn4atyrvU5/s80ozHiotiom6cby+zmnHs6XMMxMexpebAolcgUZy
5VzMa8d65DnDOu8b3cRGT6j3eeNiSIzKcLcTE0PDzpld5Vh1o2aFNsNDkUB6D8xK7luxvCULv41u
NpfQlG/z7OxhuX+RLYwKEj0k1fTXRN24gulRXzJUp29Xe+oOOMQRML9I9umh1dXz4KoXwdQUjB2Q
mfqyHHNmglvCpueFhlwmuBV15/Ik3Qt7PWlNMjleWSfJoS6sMlJbQZJqysuS7oSWiWQdlWTXE5ZL
A1XPBWPvlaErrCfJc1bQ2EfkOkW8LFK+bpCv+W7+n9Sd2W7kSJam32XumSBpXIGevvB9lcu1SzeE
pFBwJ427GR9nXmVebD7PqunuLKCBqssG6iYrMyIz5E6anX/5jlesOyn6gyFcb42LI46Dw5+pw3VA
oyUnGdFWTN1NFMl625nVgyvs6qG2MEhDHfkXSQNqK6qsX+fUxp79Tp5zmgdrRs16OftEwC3JbDOy
p5C6DVLFnJg99YNerFH0rfupMFk/rbTX78RMYQfGQDmTmrBhuTVjg0fu0OrY3LbH725YoUUprMc8
kt8Daf38ropsgdgQ1+J9Kv3mN8t1rQXMiwmEDkpTkTft7zmlxx/G8/DDM0iOMhLDZa5bkqV5i7pS
ZpjB0mjO5Y2Vsaj0yFg1G/wWuDEsY8agUGuszF+jpCxUJIV933r+yxgikTky2mWENzbJUIl3LHeM
6VoShLdnY+2YxNe6arJWpjSLjTun4VtMlhhVop8+oIT+JBQo+13lTe6p6Sbx2caY3oSu8h9ZkaSn
hM/N3rTInEzGDpp/SWBsblDavGQ4OTz6O2AM1cmDsDHW0Y7PoufdqNxD1bQ//WjJixsmTI7YkZy3
yl9S30Drj43R4V43mfvE4F4GWXC4Aybjvo1V2JCG67qQBZw3poJjGiO7RdoNssfkrtOsZgsOE81W
Jga6b5Q0nQ8GIWiZgwtd/ECOyR+pkrIIsVIdBspcr2A1fsBeKDdmORc/YUYEeNUhFmHFUmvkNIb+
fO2GmKzuzNXtRmTkQw6Z7ka6XFwsbFYOTva7VQ32pTEj+71nrtlL0JfgX2bWxLauTeBYx9xwJDcq
otmOvRIZMOc+p6GKAB7hfxYsN+S5tupTdqvtu1MSbGWjUnAuVcvn1mKoRLlkDb15zgNWvPNVdIJf
0mUhNI622dK/zu2LWVfhV9Ea1jabDX9Nes49R+y82JjcDw4o1FyiOEsv3WioV39Uemm3tnffWXCT
PHjYiJXS9Y5tK8K7IBf+aiR1fSDYRNU7NNB0VANPgvf/+FXQImm3qWEws0SFuWxFW5FC7ALnpMGw
k04lesnlzK/Zz42dywCmIQkYNaWKnAx6LPruTCTEIcNX6/h+QABeD1Sk73NP8efrqaS8ZZZP/3fo
kzM4Ar4bt+QtjzKjHLuyt7mIXZbWS/M1iKK53YB7UjunLIKPMe9pb5t5OUOWZl3rg50T+/F945cZ
3UqfmY5+lTBiFmWF6eQKCrYpcaoKiSIK78IY1aQtwmEF1SXgY0ndPYHnexU11JkwMdM1XTvWPPie
xaRY+9arU0TiHoGH1GbnycK68/J8oNtJapD5QFrLnBDJ2jCCzOKZtesT2gb6d+aOK7atrAK7NkDE
ZMGVRLXeqmjKjia0lnXNAtdl7Hv+Lqjb/iEqVHqVzBeN7Zd3GRdJQh9T9DuVrZ4WURMHZ1mn9yqU
est28qVVteZm8AVGLtSLnZa2vUxHGb9NEOsO2eS+grFoLvRv1b1t96zFymyx5o9l87OO2DjuDP2x
ySPr7fYq3LghM5QtK/08mSMfAt+JB9pJ7la3kl+rUr5FTmvuHfLmT97gobqo0lqz+JgnDX3iapKV
vKJUSQPrXafTIjDH0Fsl9Eh8Ss8OgMaiL58TnIQomOCrFeV0jHLdH4Kpa3giYmOlAiv4cVi8jEsd
9Jta4vryDGGqNA5fD4tr/q8MQNwZQe6rHnDMaYhvw3nESaYtgRir5urOr8m4LrKO631P2XOftLm5
Y78CX+FJbGFybOYuDPYs/kXxD3zC+2Zz+LPrLQHznTEtnY3VKH0WutNro4fOQsedXjDbsx5UVEF/
CqbhokdX7cq6yV8CosE57q0NIDSb1HAncEkAdKRmxH1nzO9Vr9JNclNjezt50GUrLprPlqq4a4g1
dpK/KxL1kmZBcXW9cDiNjh+91oY2UdzyNwt1YVkanbWalap3bV1uwtGZNtbYylXErfE5dIe30DaD
NUt9EUdrXQwvwSQSn4pw7NGH9XrkpNnv5a5tlLuEa2Cfs8zB+Y9rc8P1Bx+pwJUIHIzKGYP04rsW
sSxYCTcn+ajySVBD8dplm88fCD3oM/WkvqJImJTTFNmLCcyHYgXjWsl2Hunn36LEPI32Wiq6tVDe
ItzisiaWwY7ptT8VADrspOfQ4CJS5R2LlIZxX6LmgQSxGF/m6MOOczAx5ugRGgqZQeDyhPmnVfHR
RTbBAlFCil7k6S1/0aiJ+l1M5qRvyuiniq3gpJH9GrI1q1kYJHmyYmWGNaxtczIPfEHzXWhP/leZ
h4QzMSUvhDgE/6LW3xYzFeTFZNnGnWnTXm/rfBf1Q4sCEyvizdAEGmTdmNEZxM+FbxtzOVihgqxT
lD70BBu5YgZjTa/CTnc9948F/9rgtSjabteQrNMLOGN8LDGovHHVdXbiLZAF1cXOhx7JiBTbnW/S
XG6nSu0zOwLSS7OSaLjfZa/QWwoyX01qr6QVq99T2aQX57aOq4bzsXDzRHWoFqE6kH/F0QGkCyAr
dGeAv0Egm/vc0dFXp3x+dDQ+zYtm/8Yv3dfz77wo6kM4m1T6/djAKRDjzYFV8QcJDPdi8Cbf2AhQ
B3sc05pwjJtcDQ04kAJ8f5wGZPIp6a3drMbunb0jMQUil9s0hcGHcGjSMxrWrRttc4tO1HvB/MCT
WBsIhj0hj6chUvPvgo3L5zCKxk0NQaVc2LYBXMr1zeVgkvybayhSWiNZsGyFdGyR6HnVzg05VspP
7UXF4U5lOTAmjqS9Rzn0YPuc8PmkqnMDw2yVZlpfVE2cp039hwh/cqN8kb0nQd7QQGRsPQ7GwL4x
5a1b+k0fTaQkxdiQeFZWY7n6qn8xO75UFG/MFoGu949gowkoTlfhxW8o8IQRTN3eFU0mtn1lDxdl
RvjTae6Hz603yF3tFSxGgcq2NkA0XVkjz8HAzl5OIb/kTdrPkKvoTxFfmnVwN1N3WPHMGKdEWM5X
G/PDTChJcX7GDTZ7hYwXYA0toniernOWdXx2UA8I+FCVWCqfV0TuZtYrL5OvAVdxjy0cLiBbyvU0
GXpTpSo7R5qmyTKKM56FCVrIpxfq8BrE5yLC+kiOoXsflUl58Ki7/QLwy+kUnRoYFujZC9/ruQKw
tW3jW7fTfDaOTYxO6QwVhsvRHUkdUqkyLYdIbXl0qhR4Rxu6jJPRrHjog9sWehg3/o4LivuNJ+G8
c3JEMFKHIsUs8d3vkA7by0AzaFcgZOCeY9FTxmxNg4t95q18yUaAVVFUNaQt6np2kGxLq92x8fXF
RP6DJzBb8X0gDr7T7toIeV22E+Zx3c77wke8T2PQuKZzzAGRLAd2TUOxO0XB8GLU/B3aKASvUfJd
/fOv5/+f6pL//dutiP8Nha4lr9X/uRvlP//qn+vdb3/qu8/yp/vH3+ovv3P373/+bfZJ34ruf/mL
9Z9R/Ovw0+qHnw4X5v9vaLn9k//s3/x7oP9Jy5///b++66Hqb79bjAn4X7P+9m0L439fD/j4v/+n
/PprO+DPX/G3eoAQf/DNDVxWnFKpJ41P/v5vTXvb/oP8P34q/zeYITBM/9EPMII/bMLHgr/PP+Ba
rPj4j6a9YQV/mCAiLZbZII4BnfH+lYaARSXhLw0B14OgwzYIQc2euREM8z/gqntJmMsAwrFoEa1I
zbAcJkX3KjFM7I7+08JKApd7sNV68e+utdRr00clgIkpteKJzMDkT78UDl+/zYIqRhwtTZMFdv2Y
Bj9uNTgpJamSN+ldwd4Dc0mEpq5f0pDUabGimaT2vA0868MOVV7cs7K0hwmRWYYJ7FKb1znixr0P
jYrQIxfupDrHqYGA7vBYD0hi0xsQZvZToG3rYAPhowRlo8u81AjhmdVygPdKeKtYhmZ7tAtiMxxL
UwenqIyZaa5guivu1QwVRomc6sXBmlbm4O18FMt86803zU40hP5nkPq17YVndJ/kiYF4PCYujqpq
gx46SKremq6QB01qkP+wbnhkhbzcpFH97siyB9FY/eIJzle2tqbjxA8XG8jhbm/4zSeES4KnLkvU
QOsVGItTu3VVnZ1Nc7iQVcD5sulg+GTZl1aYdGtOUWdXjdNw7LqcM8MU7xqi3RLxJzhWZeff2xCR
1pljflVeMawisxl2lQIBphPxCs5lPCJwjIfEMavfCV7XIWqk2OYtuCgZTmLFUUSsnzUXCN5+/+aW
Ac2rHnpkVke3Ahr8KilGpsba6S89Kjgt9qyXDR4qE4fIn5UnEQ4oivJBLVpp1u3V6OY5fGfOzDsK
DR2/hGJixkqSRQt1SmHOhExIBFSIlNBAEW08XrIxlQsji49svbChzOQlPqHLDkh2GEUxyDk4pevK
y9vlWFOnWLihmwNPDB1aj3bV2B45eESTTvVPuUfiOsioVplBSyfLcPTNOZjXWYkIHrXNugrH5mYX
0NZcOJUzGuugHYPwAQhf4W08IxzOXYY8SM+NU8ypiN5oKgvikc1C1FYGSE3vYxsFzk7IPo0gnSUi
O3MU1+mBD/yWrC78r8RMTGdviGjID6400Sgn0X50pLwfa69y/Q3J0ineFjEEyx2sV7kjPn+1Z8K2
bSL7n9nt3X3ues5L7iBHZ7BD7yv35kDragfHVpLsoOlxLAMjIL1E4hycgqjwKqZUb4bYICs7Cypp
310gKPCK/JZpKFS0tUg3zUs27t5yRIUmhkUOzAv3AVwh+57ICPGQ1KI4ynMwn5wxfhC2vGvIAmyd
rP8RnbSxYEDs2XUjXpGM/Pqto5deH7ntZP4KVzo/GFpHFeTEDKt8KBw5rdhYUHgr0HBucyx8r6O3
7Rc3t7F3p+x7ZKtiuETSvzPqGjJ2O43wcRa0qKnDVGNy826dD525uA5IHd9IjPt87IBWWLEFGGxG
sF4kQeOFS8m9pNtbrum+Oqo8YKU2hA7ywfwadSWYE6axTQ2eS6F+8S6QPh0hvwhWAUdHDPyRTdab
uFQpOYHRhuxgzGLsDmmYNnDjom5mqqyS9msEopoiq1VI8rioRAVDfBZ3gRDq1itOjCjcGQ0grHXb
IjuMcnAWMVWyU19Z1pWHV60JXNVnZvBhK+OUUmdczO+azEe67b3JWPojZUFypL+cjGzRIIZh2TXO
Tb8aSKqP0/yszeJi1G23IEfVbe3cmpliip8KhRT0pjY2dmT4R5iO4tgTpzw4BMC+gyGFGonqdrvR
eo1JoBXCwaa1ZhYw+U3nbvxw+Mlj4pVWnuqPpq9eWZDqbpi09aFo2BredHg6aAAgwGr+3LnbLyvh
/pqUkZ7HvggWxM24VFqT8wrokLSRTueDlybtmj60IjxRK6olwhnzE4DpeeVGQ7crKvMnTOvkgfdt
dEJolPA/FUIIRIZy2bIbZUut3Nu7ZQ2SUXrzR9bH9cYgvP3heDcoEqpIdsqKqtizRS6/Bq1THTJV
Xlj1/ls1Zd4v/CBCiifpfir7Zj4wLjPoR679kMNTeWu8etrypg32KR3LA35H9EyBJV67vAZBtibO
tEfRmi4pR0zLuEv4eVnRrs5HN3wXugqxPdLpfoQUftVOs3UCyp2+1YidKtJql5uNcWIbLON6wlZh
MXn8EJGTOv5LfO+kxv7IJgD/zp+6pwqwrrsSTcg13pnd3wH7Rly3cvaZNEeAu9GJTWC3VYX8LMiy
1tL+lBbrJbzu3igHcnGcl2VTwfFsq3WE2Fiq5hjT0vD9Tm3mUFMJTsW8ySSWdyL6XUaEeeNqihcV
sbulifzd0xxeDHxsm9bRD7bmHa8J2LdOQ9Lb9Amgz3gduIMvoTPxW009iy8mMmIJJI8bg8fccOrz
tkiK6OCpEr6CY+ARWcNwYLSwt67O81Uy+vXZKoDe1KW7LG+aHnCBbxhmE5LOvKdg/9R22qFIa19c
GaM21dMTzCkaSKnhTdgYCQQ7Mfyux/qaS7mgZIu6IT66tiXclhy6mlAK1QyiDBhWc/IaN9NqZOpM
W3IjdsYh7QU4qilrswqBk9jS8vCbU5hNB5qV2dpsyfaKoX6xMawIIDKgwVReQDAD1pEfsybUVKQR
wZjBK7216/k5SykIwl7AcfbNe2+i+DGpTViTP3a1x8nbkvQV3S1eMULCwZOBU6LdZJ16Sc57yTEf
kjwKn/KwcZfzmOo3JuT4JSAqYCyF02lKBEjf4aIaM6dbSUUMdhNKTMX9nI7wPRlKRbFsO6/4tMV8
kZUrwaWWirxLK1YBaeBlP9waXlXWwqQgxrZveqs2+7OVi2HRDDfnZBRwQpNS55s0tKiQRbl5BIRZ
vpKj16vQZOTS7YzWMDd+mXpbniC5sXQp9oHuCQxlA122eaBmUTtyONhhPb+3lW1uXKpJxapNO3/j
1KFxNSreLovOYsXRwumz0tsGZqA+R60DooW4Glwk58zC9yedgD0+56k4x8Ie/VeCXk24tvoxq9bp
2MX3pt33l7mzvR2FJXEZWpdcZBNrfJhJN7m3SIgz7KfwFpdk9xmtGmHNmI7auZNJQ0s7F/l6VnDz
xjhHViLsRqaVBecxfPYVyBZn3U+piQvUm2c7QaIoyqxdTc44vLDCsLhOOr+20sYixg1basF3d+a2
v0XI0MygbArQ7vCQsoytcQO+GFzBl04NKdWp1MkZGsxwEefuShV9tSlk+Rh3GV/o3sKmz9oX01MM
gWF4olGUbJVDtqarHXNVsX/swq0FIw7LderM6RLzQNMpNHdmKvjpR/MP1fFPtn8kh8Qfgef56Y56
/b7zsumT9h2hvS4P15Cg+72qG72KkIMI5KqpeuJjHd8BvHQnIw6/lTM3m7GR+a7u3FdpdO0dI5DY
T0REiNBXjxby+NInuZpAIO3atVPzdkVU7xGCZofaB09tcgpczpPl6N4q/GoUrFYo5kfG/pzyIo1M
esLnwtLu1vVUvB8FZwkLtDWokqR6tSIZ4eX5JXBLS2IppOFGZZpoJS7E2g37X9Mgrmmt5FtpUhH2
S/NDgGBeepNZXqPIkGurVPF3mNnhqQ5m881N+m0S19z9vKYmHjObS/jXwcOsqkczrcq3Ph1+Gcok
rIM1Dv4FTg95tGycUppopfNV5119cA05PPQD4W6ArfGX7H0fRqw7XNrEcZ7DHC9jQe8Shjixvsdq
4hGDO9M/DuzlOWIdp0TXxnD47Wo0Edcox21umd3W6H3ONLtjW63d+B8aIsAFiE21iAHacI1PG2Mt
nOJJu/xnB0WtHs1x2hfpYG9N6VjfhQn7EhKq8Y5kWn10eZOsax1Y61wN2QWvMlx2pDMuRaDN97Qs
bfLDRbuyg+p1FAo5Vox00oJ6W09Iu2MaaxIW7KkZnJBMiA9HMI3maFn7M0Fh06+3c2el22ZMFeUa
aOy8kcI2OipqBVvZD+UV/2VFKWxY4rVRX/MovuDREOfS1CwOBvmrZ4IrsHRiz93yoD4kMu8O2nQ7
0HDRNdGmWNVIfSuVgWaa/MQ9Ki7ytApmUMlGs4c+vM6GTL6lrWld+7Z+gqXYHNFN2V1FgJekV0JD
PTV2og/yS40dvJYtIQVDxOEnxU6et2B4DxyV3JdW7B1JOdqPVieSE9QHvBdH0C1ArCGToZ+jOjzQ
NZx2WZ0I8g0hd3zDDBeZpYiVV2i3igg4iqsbpsRqSNmNY5Y463ywunExVMRmLYeBT3PQ/KISnq+5
2rK5sSQEypjOdBn5YYcB1HxnubIJEguJ1Bok8bEhuHCqAF0cwC11C0YYLLLZYebQhuQN4sz3xP7H
o+FOBHGt5mEUJr36yWL2iV1kACCRd3lTxOcAujhtUwIvtE3g3zmgh7RIw12jO34aUCyoz/TdJsul
+1Dd7j/pRFLRseW36Uc8oY2FwBgK8iFgCZGAPX8/TZyptgS0KtruJfuzqJbEzKH9JJm9Zb3TUNw5
iFIVYg44P01cvWVmYj/PCfke7GLMe/Y1fPF5uQej/3NQTt86hv43vs77qKaL6c8ALrPS8bbGOEog
+TOpCkcSYC8RCtpVFoIzYByMMljsIdkTYXawsBJVrMNIiYOTZzQYRByQJclOJA6CLVjvMwtsHmwb
jCCdlPRuSILnOh1Xlsl6KhkGmDQjZbcmgMKe0+DkBngNI5e84UCucm7ST3QS/JK66Lf4qM7RGpPd
UN0spmYGY1h8jKUzEabpu+4ymgDMi9RezlbiI4hXxTEKI6mX2NfFVHwndhXvErcfzkHnezsbseAj
8udpCaidSF85bw0dHiUmwaPhZSmYdE7nXqj1QJT6sYv1qfB8eYosI4da4pdPjZ8/IRx1N8zXdBk4
B1Z4IOIX88FnII272qq+QZpUn5Oid1roHPdEZJO5qxF0iVSynMAw8m7Fkpng4Eu5prtDlcds060f
2OzbsDz3TU2OuTXs5lSMCaVpM4QWYM9AJJpItKS3R2vHEP4hagsAjdO/eVBt+YpEPBaivsjONm6u
pQnAsT6xTz1e16LONm5fOL8dKo5PHqIOdasRCEI44jhp9Nt5gJMdp7na9Yb4JtXcUN0EW7CyG9Nd
VdZYPiucXN7bSXufdbLfM7Kxua0JDKDrJHaltIHaWXFwAA4/r41QQ75wi37jla61NGvTWLF70OUc
A38lQ6t5bkakEUPNDkGViZaJ4xQHecMsNebvWfnJJrTIp9cmzwOVL6N7lHr+lUU2tVtNR7mr0PAr
o+SsDBro2rVdIfu7dCWE6LZYhO0q0KM62nNobuOGcKEXnCZNgi7g8qWdko5JLct9X7TOqQgAdVA9
wbn1wQF+wGCruBomv5XmLC8wHVcdntapz6Az+FFIw4c/HCRfwgkJjfckws9iKdRCQtigbQF4201F
uc3Zs/LJ8hKFF1cXOzhyJVGb+W2YiZYLPfindM7YFFLbzo8RR8bSBPB1LbDGeHpEtCJdVJ7BD4II
Zvw9IP/ajymLBTadTVRtNG9znZgntRwCZkK83HbbpIHDXM073mfOILTgXxs5JauajOzCt4Nyp6O5
AQVSGXurh5HYpvZvFCjyQhQGoXHMi2JynYVJeR9gD/SnMW8tGjfRbxsKxhFMnrcrbZ8FFFZmcvGn
NFXCA/DIEaG0UMievJT2aNCVwDjC6C4MenCBusuw+EFOco1EaCS3aTAxTX0D4Fq4y05Vw9Xw8npT
lLQ/I9BmyKNFtyoUgKibLxZhCWpSECwaWrJ47ZkDGgSIoec1SEj/tnYC8rBXkX5IjA9OPIOQ9mQe
Az+u97FNqBTuxEVX5V6ytIHyrZLbtoZ0CDqeuyPvB2Z7MANggkkRknhPd5lCWXLMwNqKBo4VrUbK
IVHTUUXonutYvUBxGpfIi/ZHXLRfRe1d4GFTyJjd6QUCSnf7bnWEM9NhiwhOb5CgFqmvH5NTdsmG
43w9tcRkpeEDZyg0QThvag4skE5PkaDvQrjHv8+LDOU1Hrcdqfb9HBMUGXuNgugkn+wijMSBmb0n
M0xmTVF/6JJ6m3tlPtI38NQj7FWXrNmQDzNkS5T4RZlFJnW70Y7ForOpsF06MWenVJj8ZD38Yb3M
s6YjMsnrIXlp8NgWxLug00Dkz6o31UFno/WmhKL7XgZv09zVzRKgevFaWJN8ItUwMT1U0lCU1SOe
nTaWNTslQsVMGCQWjs6iE1R/gMWSF1qNrHSkolBKXnmdWTClTFCrJF6d9WP0yHVX38PtOmRtbVM3
r4SAgcK/vrevPZstUKAaMdBDCqNBnsXU2vahsRqSa1xoreQotStGjHlWQ1CLo/1wMDLPHldTDGXs
4Ew8S6TNvFKdSs8ks0602r4QN9G/R8+DdzKNZlMBgu1RP1Ok5XuUf/DYXap3XhU/lfOQbUbtcU0r
z9HgPxesNVl2BQIcxJf2oYrdQ+NYX5FdEbsvLEpFJT1NU/m/xt6aX/giTM/ot9nWMxXgQY/NbK9W
B1A3B3hGjgCzq1Oz7aztvIRzVQXyHJIFjatlnWIwci0PAOobxZi9EItp+6vdDRXfh1b5u7BESF6a
0Vg9pAhIGVVlgvuPVTvJo4kgRL8d2bKjK/WaDwHdsnKSw3mSM7ZEYtH3tZpll7DijS6bQS52ql/U
OL6StnoqGzCdbZA7D0NquA/S0pSME31SNldEyF/VOwBN7ha9+6hidvPEvCRZkgVhb9sMsrov+0Tu
89AgFTIgmb/MXQT8RAYuqJm0fbPnRP8WEV0N38b6pVDm3TZnRG9QMTVBd6JDYowtVnkkLosfaZ+H
7WBoUAkqCPAM6s46B6qVHUCcyfqlbM/mFTJLV3+Wni7tXZmOxS3mhFqwE4OTEOHuojB7SdMO+xrs
nOr2aYILyWYU2bTiqOzMTQF1WBHrN9KGLFhNCZuuGyFpRNzKsfnPXYxhtg5TXgiwjsauhlngQ7Op
B4y2p5xtDwpNLU85VfUaN5xNSau+0fPc7OKkrDquRTH4lFPQTJ9YQUSWbD6bTT+HLBOao3k9U9VU
SX2PNH2IabUt7ET4C3YktjtrRqktzSzYV1hKjOygS+ZJmwc8ipTdt2nArdOtpq1Xee4G15aGJW+7
BUXheTmQVwrpG93hd7CGIfHf4xYEn++yjWpU5daenJg1PJ23M8GWX+Cis20FUXI50hjER8h4kyw9
i+hqJGUAtLgr7WNlzhK4TuK/QcL1T8SI07U1i+kjaYLkoJBIQXgkqLIuvsSpJwW4iUFf7YJGxYch
YfnIZpJ9K/l80g46os1pL5M4J7DJV2aZw81iPVFChHVpV6ZFbSh/8IPwY44j6xFjgPVp1n7SiRw2
rkoAz5Pdo/bFtdyMinzJFZyOle2x4qbrO58VI9qmsBzIy+jy6GJtQ9uVKFUbf+wFeryjUzR8JJ9X
EknEemMDGVdxvX2Hfv/T1X9uo+q9kxQUGPk2ZStuKTGCoV2fezX3X6MMLj00xVU2pKwAt3TI6grC
vEGaEL6JS/ua1OLOC1tj2/Z6G4zpXZN3u1Z64dHyogHogJmxPxH8zdnBHVhOXciGtTyk/1zEZNtY
1IDt0xOWNziinww/usPtuEUC3eHa+HwrTUTAB+FkZ69JN+PMsgLsvNYSfOfZTPTeGBSHK+1/unD9
V46Dy5SEWfxg6cTboQIk1wJU/po8k01Hxka9hbGQhORDtB3mX3LO9l04flaSjAOgox07ygW9T8Uh
TSGLdO8379vydQSlydPYRBvP1BfHgPkS+xSblgYKwaoVRPZo3VrTbiA3yRoYst8QWMtsb0/U9UUG
2VbPuf2EKvszefFz6ZrYXzx3J7fUaufH07zSt3pQWIZ3HgDse1qGFLbS212hcId2PyZlsG8UXlML
M3ZVNETuopGQT90L444sd7uyLFkeCUBO68Th/cwDHRiP0GGbx3HMH9KSS2xUO+MmwNtcJPAFaGDa
M8twXNLMflnvq8F/rTK69qYOoPFMU3kuDZshMGq3he10XzHwCXpc8Z1/+6G2FmFjBrhsZZZCr1Ju
c7I03loPVtoYDVzfsvolyUtWxQQ0PTJr+pwya14GBjf3lU6yAJxJh88pqvIc95JKaux9Vz64SW7F
5lMVcBaIfDx7bsKsRep2L+Jowx8QOdrL/pTK7iozRzuuIBKpyfigy8+eNV5aBxbIlCtrmMtqRQM7
eRodTrFjPo1je6c7rknUINi0eCxR+6OPFqCAu+4LpYZjE7H2aRwth3MXJkM0TbHaGurWhZaMHiHh
2mXjTN6BBY52+ozxkWRLMAWTt6PeXbM/1zST5osNW8RhIy/yUFrtTv5tB/QtOkFU4p5DM4Y/99dY
xj/85b//cymNi/ypHvv256c/f8r/CVENk3jFfx/VeBg+q19/4Tjat1/w96SG+cefUYyQtAVytSVI
ffw9qRH8EfDFC4Lb/k8RBg6/5u8kR8P6w3T4P27rEvgVrCP9z50Ihv0H/7Tvhoyz3J4s17P/laSG
4/Nb/de1uOxk9hw3sALXpEtgkdn8K8qxHpNI07N7JE+KygXQGjmCNZN7hp72xbZ7Z92FXnGXeIBk
CJMHZ2Cj6susepqcWQTBjrNyFQ+iu2v7Ub3bjM6PTDH2E96w3AxTp/dQDrKXWVtwiuL52Zrov6mk
i6+sAJqPTm+660QbarzdR/QGe9BdU87u91wqfBxJqlUiTYJD2UcUtdFyBSeCAe5wxcgcrZukH98Y
YVG8sySRPnBd3/1wS0sNq9iZbbgwmB50oWriz2xe8phYGK28YbqxuwmKAkKQcqZf5QkmGbNALQXE
1KFMxEZKF8IEwBi6ApHQ7R15LUXlJXvQNMNL51lYtg0HybUkhbz9f+ydyXLdynamX6XCcyiQQCIT
GHiye3JTW2xFShMESUno+x5vU8Ma1yPcF6sPku49JM+5UhzP7Khw2GFbV8JGmyvX+v/v56c07zNf
OuuqABEgy0mvW8lmrZic8gz6keGsEjJCF1w/HcocXkpbivOGEB6GSdFJqtA8xlLwwpbj5aAfPLu7
bOnNTjFTa1VV3yqbiAZjuAqG4bxv3Kc6mS5sElP87DijBRj69o6W89pJOuae5BiboAHM0P9i+F5/
XtXDQ1n42VlXgnWr8ULiIoDfYzd6Y8XqyTJH96Jpq3Mu1Qc3lDejV5VbRgwgpQaqLbYwT3HsgCgq
ic60YhIiHD0+mln7RbExXZeZJz6NTvMpqjzS0rD01AFlFNy1a8aW8d6pxuJLbqobOpPf5CzuXCFv
fMc8TD0dYTJbGh8jQm7wv1VWIzddxLgWSzX/9OwXNWWAWx6mDIFtbchrVWa3NUvIRWwxR7AnvtGR
f6jwn7clOZQDul2EhrRLj3YX40ktotsmHmhQ2AhDFIZ/09r6Q21+Kwbul2WsGOjGydoIx5A9RGqT
XpgUe3rhm6jvziq7jT8O0p8IIVbrBIlB2j8QBaVozkdIcvBuByz+tMocJEoN7ZUMEQi97sbaVuyY
F1VIDT8urOF+OQ5ajhVSaJHzm6fuHL6fxdTHrrL+QlRx80jnIb9sGDNtXbsLzpzQwpxSs0VAUT3m
BAvGaHPCJvtoBBVoQzSGJHeQaxF0pymisHK0dwmowaMb2xwG2dxjFd/WdnZtD/jzA+smnodVlU5y
01rlVRekQAXHBkQB8pljZ48E6sjokwm2UllOx1AxJF1TeeeISSj5AVvQpAsPZRddYFTM8C/NJDZK
Mi0VchWY99VO5uYubACRZEltwl1IXBy4ARtILj+gNshPo8aBxUyH3kNS6n1mNR8qwXYKY4Z/kZvj
gkJPL4yWIiTLa7hRjCUW4PIiJkOzFBfBTUZNfpZPo3VLNzm4Mh3yDGiBUfood9p5SK7Dldd2X9Io
uM+i+ozcKZBP4hbjM3nblTI+5koi3Ki8Ayape+TwFv0TxefJFocEa36n3G4/jFwPE4fBtonp1Peq
HjY+8pNVY4TZeoZfgwvQ7SDe2Gg8mUHvBGakvd1I/ST8QO+6cOjX2AqsT9PoXQdJfqBvTi4dEyj6
Q08B+V7sYSXRjvgH4k0cMplpSCghgwR52vS9NMj8eN9JEtKb+BnkyYyRD/1N6ZMS2CdnzBg3bDg/
BmXzLEHTPCV5w3hdouwZLLrF3drPJObZEVSX5TD16065cK4NsHprrEf2Gin/YXTNBzIiDxOS8QM2
NrZn3AOa7Zuk94tVXqcH4kOcE3zF8pLTqSnd5+iUOTY2ANKyDuj9hm2ByDRoMQmR3UcdKfRBhohQ
1byBJWB98iIE6CvSYP3bNp+Dc/yI4S6LmCqPKipW5GUGd6mf3seV3LdmaDM7/qRdN1sNuCHyA9Jy
298ulo/7kPXz0rZL+64cUB/4bvAEX5x3F4zllE1qhQoZqfes+z3kcMb8aS+fh77a8OlZaDOtY9BQ
B7Nkj6FxtM3e7B7BPSHRFV37VIwKqOVoOc5zTtNEYi2XyNfwz9jAaBKzok1V6X0kov6E0ypxF76X
gLyLv2KUsWHsM9M5pV7cnbI+h++mamw1Yy2g99X0A/lyewxriBYaGBYftfA7FxJUwEfDa9JTnQ/h
boD3tjYY8PBiosshhAGUZO8hHHSi6IDyB3uNK/U9ewUys7KT9NtD3QUUvYdFU30A1pcvbj/k8T2f
QNVARu6L4WCn6pvhFdXRHk08nWMKIKsZ3W4XVdI4uO0Q0zZO/B00jTWbkflYEzB02RCdAbKcS8A5
9KP62I4DwokxKq+xEsNxbR77OY52fl/qO2STPvLyrNm0Jm6EImgYUsE93tJrUTg2k+KRnIv5NnCx
RozsG97bVRJ/NCJyfKYkN/bSjoJzfEz46y3PAB1XT1cGW8tP0aQAYYWUIqyek+ufJTKzWLBbhQfB
yC+yyMw/ssXMn0Kh5hvsdf6G8TUh4NI3dy57+cUrvozHTP8Mt9j8/PcFzf8z62Chxa/q4FPUof3+
Sg/9J/98+Y//qIINobx3mhJYukvBq4X7L6D59z/yJBWt5aJA5hh/EM0XVbLnWA5qZsTPAMdN64Vi
2XsHfpxhmG3atsT2r/9OHWzx216WwZpcO5ygrnZQfzHUcZYy+QXRfHZSTQirUd6ZRknzp2emFG5H
2z4n25mOjj/r6oT0kgDtzOIBXXU9FJK8BmRje8A28NbDFgUtOQcXQ004K4tyNnxhAEdCShiXd6GJ
9hZJWdm8LxszfJpJgHn//5+8n4+Sxe349zuwq+4f/yd/LZYXy9/48fBJ8c4jPI5HzHJsUtI8/c8t
GDJ6z/TYTilaISisHTZnP7dgzjsTKyi7LPZeGsOQzfPSEAUS/ud/GHIJrFPL/98Uig0Vu7N/+gRe
bZP/2Db/r7zLLtHhtA2Qfw7y4snTtnRQzzuuY1uEJrru8vNePnk+ObQTSfFPDj0eYT2MImYlJIG8
bYcHb0wZeuNIHgxgMV38FfID7UrApaNx4ReGP2w66c6Gtze1003BGn9jO316cTF//uKXv9D5ix/o
Kq4Fb4apTLm8Oi9eDSvQRekn3ZcxxCO6tQ1fZgSWpfTW2WNRuf36aMt+80dzYYlAcLEdK8Xbbrs2
Hw2M5kuI34uj9fNY1/gGYjKxRQCnf04/lgjdrv7+UXBJmHxbLDbZzpuLHoZTQoZXHqP0rLhqWQzq
EYzt6ddHWX7r23PBl+RZWK2U52o+Xy/PxWVmHxDnxsBWZMw4mKedQPshmAdadUxCw2P6WX6VDMp/
c3qvb9mPi0jjwLFpMWD3cN9s6qvK65tBAleeENntJzENZ3XDEF5MdbX+9TliKPnzOdJBkKihUbWa
b67knI+lU83gORyB46pbyvVwrmAHzt9MOxOrXx/tTyfGnpB327Oloq8iSIR8dUUJz0mZmkIqSqbg
vpWVuXVl83Uix+Y3p7X87Fe3jpYIh5CsR5oejL38kBePYUxGMeVziNxaCIPtMeqxXA5yy1xmWDvm
kIOQ8qcPvz67Pz37LhEIpkM7BpU934PlU/HioL7soxjZLsbwodbZdmaW9I1Ybex+/4XjKA6kheS/
zTfmnN7DBIReY1HFhcWDQ8oG2oUyfvr1URav0dtryKJNg5r/Yswr3hzGiePJarGiQfLBIheWqGdj
Gt/7KEhuyxo0OvvBNJb7Bvh/VdUHHpdDAod6NgvAOAiKRF2cbDVf/vp3/dVVZrNgASZl0Uci+Poq
9xERbqFnYJ2fnRzVPsMxNji/e4D+4kn1LBDifNRp+/Govj4KePfM7SXXOBtqCNAmiCpcJA32l3UK
Xrr7zS39q2ttSXqCNr1B01n6jC8fHen5Cf4YJqx4WozdIN3PonePjeucB04R/OYb/dcHU6YHydOi
r/nmCpI0JLRcmCGDzPIDeP/2SkSFVJAJbboqVlX97lH68+to8RYKbbNQCpeDvj493xnjehC8jr0H
qzIO3YdGuOdeMQD2AslqokRqH6Awwx6zgDqU88bGDq/7xVHUGs1KBvzaKY8/hpgXfnPp//w8WTZ3
GtMct1tiAXr929SybvKbwToGzBj4SebasrPp7NdP7Z+fJ44iuQpMGhyTcvX1UYRPD5QjIQxoTBA1
I3M8dMNx6g/7wI+gW/36cGJZ1V9/ADkeET/cXr4GXPjXx7MHrF25w46zNGv6pT2z/HRdzGHyTdYF
U0/HDoIH4GoxNN26wd5Wkbx6b4YxsSu1PxQ/ittX04WXRchfXWQbLgwFF/W+kssj+eLT2JK77WY1
p493HecGbvRuPIyTHVi/OfHfHejNelbEHUmXIQfKcc8fCsqErRBk4vz68i7P69ury+JMuq9lMgVY
mv8vT8dqB0uqnqub4zSiG5CjHlm1qFY+DgQCYZ/H1DGdIUsHAedXRfi7z8VfPU02ATO0/Ek0FW/v
biFSPUUt38BEQ6Cd+B7uMgaIgLZ64/DrU0XH+fZkl1WAeyYsyTH5P16frNnYBlO8kP1SAPriQMi6
361k7WFFyIY8MOn0ut6thXWKNk7RaDTD4yKdn6UjvC/CF+5dlPm54eJfydF8sJQUM4mDhdG7xRP1
fZU/10sK5cmryw6LlBOGiGuotyD+JzFT0k9tOXXi3EibgtAOMxn8dTMQ3XAFIBzmcgcLAvMDtvbi
fT5glMCI1c5+vjfrki0oxIKBmTmi8Lnd+GiGTyFwAEBrMb9pbcx93e48q6tQpoyqRRhTj/Y+c6HM
rNH2RV8C1OvthuxE9Lx24cEHcAmTDvkJbZLsG8gy6IGyvFBgSCYbdw5U15rGydjCi/XcmswNogY+
UxDZ2UVSpzUwW9xHtDmrzNFEaNn9kCq0vjrEJdNnbCkC+u502vz3DOvZ2F6FRj/V3hGxj6zjT3GZ
CzhAtEeTnqyIMOs9RMCeGA2gOnWNPnDDTLTuznTht4+S5vdlmaXRlXZL3a6bJkOvHtcm8u0qYsqx
QZUz3yReUgV7E7OQXqNPST73bZZ9wYlWMtlJEuTyzaTjbN0PvndJoK2P4jsWrP5d4eP54W3DzBiW
yj0jusZNtohPYE7Tv1mofwNSKuabdvSpN5RZH+ecIoo+H5Y6HJrUgfWDOcgK12KQGp8amw6vxnGC
WhwmlodWjphSWZ37Q5CjSSBWVV4GHpOi84ohRYuCkjJr05UjXvrY9dP9TOwLQX0oAcAFCTt4rBgb
I3aTPmiPIjFEuPXompfHEFrVR4mNtdv5lczwR42+POAHrEHo2kVGtqsoBiTKKJQIcULZgKelcxXy
8Rh/0HVYY0MhP3pyP8Ru5V1lnh6d3ZyYc9KyvAY0rmjhlilZEANe4PexLgzHA5hv1CPQF88NGg6M
cpcnDgrYfdAJCMt525ZXRpGS8zBhvrloGokCnHpI6FtAkaN5PeAfaeA/kau8R6o/px6dcsRNH8ex
IckY4aR5Aw0Zz5lr5UCY2IkqHZyDwzFyJuS9aozojNG8E52xo8mRNKI8QE8RdmSQjWhaLpFPxk+D
iCEeFWPkAXnswQRTIqTuKRQLrE2zSYDkQNAQ+hMhqnTdBDOiG2cagNxFUxN+daYUDQ9G0tHbpjl7
rNXIhIleKCZsEtMdOXs0THtMqnwfIMgmPa6jtWcxn2NqNTNsUXnOrA3/9fJPComUMi5iLl1Xidbn
hRvluCmHbEwOCqGl3Fh09i+YtyHVrjzPCTe99NAylLPXfGAvV3jbUlckj8dFneDb0sQqQ+YN0guV
5Yv6OQ8kkJoyLRPEKzbS0iSLxATCK0ccwwzQNSBxtfMjsdbOfToJOWxHQFZnEdYiUi7zMibbgSbU
p3AYBg/uIKDGeyJs4f23lp88V6kreAtmVA17gtBy71jUhWOfu7UuNSw/neGdW3SiBHln9ufeJ3Ny
V5Uza43tjZUBQMeMn0PXS/s9MyrzYLHryLdlXAeownWiaC9LC9N0U8dVtaMKYOAV0lghR5wXGtl5
2THaIikks9eliqpTIwr5AGIq/la0ynfR1HRzt2YwpW0I7SJ7SHBt0cDPrDJcMz7lK4HTpgm3HeKH
79pIxhJGW2TtHk2ncx10xKMuU9sERdRcxpJMwLiw1/0UhOmRTNtqummJo7DE2sVTKfeWFeaYkyE2
12LXMG+qtx3ATwwaA4kzxqxFQMJqHs3Jx0F5gZscKPopYreEK9Qld7HWdte2X3XsOzV+o9JpqxWw
IYG81Zlq3rCOWr67HPvAOkPqW3weANg369GHIr7RTgWBOCwckjLcfokHzaPCjErUqJ6mZ87YbVBw
saQeArn3rMlMqh+14d/SXvy3U1UsZcC/7+ndFNk//nf6uqlnLX/lR1PPEe8kVQuiCud7CubSCPih
q5DmO8BUPOfUiS71uEU18rOpJ+gE0uTVdA8o1gVwij+aeuIdbSdGmFQn9AmF4/6tdvLrIhKFPH1s
eoTLvo+WnkSj8aq8U4U3NDQYUByFU/0UDTYLExif8De16lI4/VFF/jwMlRW9S+058nvh9aIoRteJ
zHimQFFpjEfObYIz8gzEpjcDQlNwwt28uAWXP/7ll0W4JZct+x9HXBpL7Plojwtr2fHQnnt9Yn7S
zoMPHYhvYxETr+PjCh3RZ+WkpfOyT0ZrrLRZdQFG/6yMyTVoMDieR0ovs33ZMnUK13mm2itU1xl4
aDFKbydlPxXuPnFDWmnr1ssThos9TBxiEKMIk6+zoUIMWmDfMrShjI0arz8CRmSiA0Pu0uj6et9G
IsbqgWcYYBOvHZnyAGNLJ9LDse6RQj0jSMM3vxpNsIdEiUFQ8XpcAPZIWmDqYfInh8X1EILgGM1g
um2qyJQQrxiTGZ3P7j31YGRpqXUt1pYXuRnQpTwNRrDBSW77D6xc7fxRV1Qw9npshG0e2jriP7cw
Wk2qI1kp5OBtP2v0gnliF1Sr/cAIG7E1HwtUbibYq8AHJKiTcZEKjITZueagkzNYV1BGzNpWJA3i
ItIY8awoc0ZnxW/xLHRs0vZx8mFhIuUhqSw3Wkk3NWp86ZEZnmddTzxpmnDiPotQUcNycER6D2ew
UmdB7CUR8K5ZFCXZiXw0PzcBqfRndIYnYr90nVnFtylu61uq15wvYaxob1RIq+vNVNkhTE9HDLBt
q8y1bqVoyhH/agCEPdYqir8UQQxPTZmGNvdcc4NcSLi49a70Sy98HhLLtb/mxSyhBPCYCUJlQJtn
x7ay6cCR3MBrvbKhZ7hPCVsNdP/R1IY7aeEVRo5hzSo01v1si+wUyUE7fNWR3R9Z3/vsupwNo8A5
jbokQeNLlcDaHVQG2iKcE90NQjpTvSfXMK+up3jigNQpiXlKB3Owj4jevYRAKPyz0TpNLOY/FGAE
/JAWQn9qNVlDjycXEWVU7JA/I+NTbVApqFxoZ4m7yvKyOBpx4S0Gcsdp2zOkHGaNhCrNCrkdGWCX
+FWDqMdbQ45VyWYprTAK74J6bOZPVDgWFOk6kZ15jW5Q4X+oXZm8J0AwZgpeVJZ3opAtjRVUyiS7
MSI76k6Oq2xxK3FkZ8kaVyVDBJ/sg4lu3cpRpbcOBcTibU6fKihWavDT/EQaeAZSIZqAAuMYQbhU
MccNqvd9IAlxXAOd8iBMaezI6d4FmTDhhQEEdB4D5ptOEy1FiCW6VGJDIdB3lHPBPId4qasKteU+
qpsI1JUoVf3Jq5oGMVOPmtjezF6d9zd1MkpUG6ZRsRNfUU0mnwsnztqj0SeJexcHP3ogs/Bbf9PZ
ZoXud1IxnuF12EkoPddDT4UIRazpxqDob2Qmjbq8mbwWT+GJb1axRI0OVpB2V77BIAWBZamn2n2a
26p15rPcCv36titJFp9uKrp2kH8jG/66KtARUz72OojpA8/07jeFV2No0TFm5lWj435A/B0qEsl7
UQ5EhmDCFd4H9iqwA2AkozSOcT56moCKhJgFEOl2GexAsKBo1U2rzQ+ejo34fDZyA28tjhqSgV3H
B+Ldwr/b1DHTIq6O2SEo48Mh7ozEqJx9noI2YV+BSuE8acv6yLa6SDaAXGAeagN1BooeabGxw73E
vn+Nkj9n01fYccAWEJckZPrV/GN7CLd22SyiQOnZOsIdqtlIktH2fV85fN9l/npdeb1csqq4Syy1
Z2vTc7CR2W8axQpfcWsvMngb8liNfbJDbUeMWHT/XzgOzXVLsVZa8Kler16s+yYuPqYHRQJ/c0WR
3t9Qx/+ud/Z6Wf65SBJSxBSZ1RLuyuvD6JjMFe1zGKMyoOfN2XiszIokTae+kMTDWrtfn9by771a
lF0mkZaQCuw1DjTvzfH8QgfjrAhZY2e3ZDcyjVzNTlFsci0amN3QEAs5mY/gnIff9LH+3EcyqQn4
iiy6LaHUmztXmFOvfKxUkD39FBhoku7aCsImwsNh8+uz/PNDwknaDPql67JAW28aoCzWTtY7HEq0
tf9hCq3kAs1M8JsT+vO1XE4E3CuTH6Vd580j0k1T2mgbJyJ4EXRd1UhMHcJ550FCll1Drl3I1cRj
g6nIftzGv1XF/89UjvC+vbjXC0zvp05kofX95398jrKnxyeG+C/lI9//zk8Rtf3O5KtANWbT+KZj
yq3/KaJ23lk203h2AdwtyTz3X8W+IZx3TCio6OHKW0o7y5znnyN8MHnSkgivQTLxx8z6/84IHxHL
qzfQWRr8yAHYdYDENS0q+9dvfOXmeBj6gRypQjndYSo6v81vgjLHTvJ+nGey/cI6isX72G/UrhJ2
cVSeqG/HvGCj7TMhttHGoL+KiRT3o6E4I9mzPkZlh3m4LUeCIExxPWn3Hg7ZUTfWuG/KaNhXLnEs
ekktd90qxutWz8c8DPoDDrQVViDnGaczaKiyudXF4O66bvwIlFWva98MjSs3DoqGxbpCfF3KKX+2
zS49mwCqHxZaJwndc34W8/MPeAz6m1K6QbcdbJTUQJ7V3vJxleR+Ya3x6FE/BCRnpgxniYUrH6Ro
n0gQONoqAyFhmqu+cynT3ITatkOh5kq/P3LQyy4WhOPkV7p2T5XNOAG1d3fUU4AnbEJqU+2JIfWj
b4jVwBxnAf4l4Km+2MsCLAbd2KY9r81EXUSdcB6rfmCvRfgDRbu8ySthYGBKhn3rBBZ+Qtfb5oCy
d2FqHiIdC3jqTqd3Nea7XT2gqBy+IyesKNqNc/+cIYa7Kq2p/FBNAbkgGVnsCqvFxl0wgaYLW4E4
tzsYkNMaPlpcQkZyFDUYOddp2FzOHpFmOMLHM2GGzQcBJowJVU8taDhq3S3AF0GM9llstGQIQPC9
7V0fiGfZ5+1zPQDXGqJGPMxZL4+TCu3PgARQFsZ1RqiL35+5QC24gVFrbkkFYARVtnm5aSUeD88H
zo4q5KKDecD2JCMqiK0bpqkwqlbmMEyH0jNLvtxxKWv8IhiinbKfb4coq9duW8C9iLVzRTKfcdBl
HW1GVmfsY2VydCe0wmbryD1VFNdQWWMDoCjVz4U7Fg9unGUH0O6IY8vROpNgHG+pmsYdBjXCyBRN
HzSvxXkYWPWRYlmc4Z6i3cZZn9wI92EUM69jW9d62XYUiYGCVsiLARP8UcUea1qGnhCB5+SIvV+n
xeM0DP1+cgxyibsZY6E1Y36xK9fs13aMwn/warlOPT+4gOdC3guCdp5rNzkWzUQ3NSRBnuE7Cyha
WAS1xhPOsr3OJ0y8cTMYH71U5OhXvZFYk8J7xChT3bEVlTc8ODNPiqbZ5yTjlRSFs6N1CH5Yt81z
MEvj3KTCukaNTjxEHd3nmdR7J0dUXZgEpJvs41bD3IcX9IjJnPUzGz/zLLb0+uudE5jGdsT1Dj/W
bNBgM43S3+DWV3vPy+VRxxNhJDjFrDyPrnLSvPrFW7j0dAFPHxrDyU5jrc7LNqsvPMlmdKjyGwI8
S/gu4Qkx3E3s5Y/YMHF+MIAfVBsziyqXC9aDe/GM95SE17KXT7MTOKsulvU+JN8SNoGd3AjD08WK
WKCTW4sHPUr1kf5KvLNzojqtWh56nVF0wF6y8kKcxjS117ExP9u10T8NfUqejXdbFMUe0mC2YVpG
yGbwIZznuww+td8kVwi9HynVH6Ze3/kgNRqABTu3BQOhi3rbqGar2Ew6Cj+BRFJTmM6DSPtnbTFR
WGjyW1BqGIerDy7cos+RgxivmFMKXWsMv/qqvPZCfcJ3CB9wNO6LSIBKN4t1TrO1UdExG6MzdpUP
Rj8AvmQ/sI2iCvoTPJ8IZyM9zHVRhpeAu87tUhu7nNgAo8tLNqXiQrnOvm/6BiBGuTOiZc8w2Xwu
tF5XTSlvVGs1e+I/+DRqMUe3Y+U430pZpTvC1m5sieR6YNDrplw/khVI8sy9U9BK4l/yMYc+Aoly
0qjS6aEoTN2kZ8ydu3WzL9JOyp3NCGLNN+O9O3UAAAwvPZ9UYZ1n0iIVINSr0gC92ZfefCCt+oLm
w7xq5/QZl/nXaDZwPpCfiZYarzT9G4zraPXZgmonfA5aNihVcOv2+YFhDF1ekkwi13/PPrSGVcia
0tb6qw+qncmKuqKTfZul3pHRAmOM3rIeOoP3qYviD1mvm8MYQmzToXU1QOw3vYFQNOV9SwI6Ck7S
qh0pKjDea+MUR6yesUrIEOUf2M1VNq6VXex1RPBTMLfwBQiJx6Qb9auqz82NNesjtDO6QeF8Z2aa
LXTMSI42AmkXyPVuwqruGJHMn7tG9Fs/dtOvbtqk1x77Mtgx/F2Cn/MRf27b7gX42me3hr8c1Yg5
sMDWX+amR9nOmdLZNap9oQ0XK0g/AOcfdNV6V50m5LKcsQmsQ/pfw47+pH8qaJvBBkWLItYVqJWn
ru2jm7Lif25qM08BNoddj31zAj1CB/6qC/1ia3Qeptk2dCCPVA46KzM/t9LGX3tN1W+zPl6T+5sA
GoyQ2M8+TQxPRmAsgXFws1Huu6R4QLvcExU1r0GbJTs14ZkU7Tg+Vmamog3gRhP4XA1lJGgqMoIV
iM7xvGnpZW/6qOnH20yxDJ5HxRJ8adHKo+Wkxs4oL8c4gt+WzFtIBOV6GES2o4NDiLxPVDSJAVFX
PDpduK1A+sBl27CyrHWZfDKhmJNUaAZr9LL3zL/bMy7Mpdk4a111G2LH2dw71XaIkq2P2dOXycZL
gaaEESvAuhyBy0pSt8nqfSr76QItI53J0bwqYygqjBQvhSCqtTBZWfEXDMDtKs6R1KLCT7JvrjmJ
tS5IK1AiHzfcQnJshtkbNx1RrKTspo+xmuSq8xWWKYg0FENb4BYRBCXrFqU+76ayjWX7TPrMYDxN
xRh/UEVT7zPPfihgDK66xgvWlpOT8WEPBM4U6i6qpvdQCtuDV6G/Yg8XrGnVeSvfzMot1jgaeXCM
V0MC6N13pv4MpoaN697s4fk7PlNXGQzvEyMIj4L59AHUVbKHXsefNvkn2wW9RpdG4bTxiyjalkPr
XxTgIU+yJvrRdQwMTbBUjn3vtTc9njkdMu+pctcgRaD9BrxyV1X8FJNH0sgGZFmhpT7HjdBbL5Zt
s5rrAVAMygFkWvsGaI1o3Y1U430y+dUuHegsAWzHdz+1R89QDw7MmK0ZTPFtlvHC1wWNXDckRAUx
HIugU0VPHRlf51NWTclaabwpFeDgxwrSXastos5a3L4sbKR2wBW0cqyKfWSVHnYnbipOoYwLUCyQ
5STgfmxxYQBftoYxWRJOvmOZRUU1na3YvLHaSImJhTzBBeRsT2KE6hxNuKLWCQZweM92soSIDyN9
7Z0VdA/BFJFjZoQGoOgsdI3svfsdIE0HWQRneuFKm7EAMQ0Tqql3mTlH6aURTLb43KDvOKsczwYq
WKP3xYccN7G5tlsYwSdRmiY861FOmkSiYIBzzYTML889mrztHgv78KVoA90bG2UBgIcuQ+Pq3lzY
2aMIbKaoY1QbTCLDHs9LGljM0m2QRN6m/m71xVhMSUjjVcEUWMzAZet2w2Y0HIxO83fDMECvObor
Fx9xqTrGlgbfs8WTFkYHf/Edz2Yjz2sfL3L33ZbcfLco59/tympxLkfgE3Exp98tzSjDsJLVi9O5
icpmA2Ml2jawYbrjNAFoO+9QckJytN36YIWGA2Qm8zLOGLI3y36RM2OYOcSjq6ekAuMxdXRswGIk
w4VgKAghgYaUdXLU1LMzsYy6P2MykN2ChnWevJimB6ufcEsmtyrutjYWqZCY6qkhGaiTM9BRJefZ
uox78hjPGEQuPMWxBL3QhnnzOZ8MhnaFckEKAi2C3j91UWk9DEFjABKqFWHVQ07jamOjCINHMjQx
oIVgrEfjGn8gkCzwp25znUeq8u6Fbvhg24huaCfgM2j3vGNmy2C6G7oUGUXRIo5kaWtXpQUejmF5
XRn7vChyQpbTNlDvmTRDVByFFabbQERturEM0NPkMiyxBHbfDqw+mEM1C9PoXCS2P7Pukef6kc6F
eGzJUeQzQ+zdnRulU7ZhaciGg1/712YrcJ7Nk0ZfAAixOUQYu8QX1+5dYkLGyeyDdYsMlp1NNXXT
ce7j4mS0LIJ7XjE1nBcwnwCyuEa8Z/jg9h+NpjWX7LtxzC8xPoBvZp7C9tiOI0qCtgQWAbNgoRqR
+Qa47KHIXHVNflh2BugWC+Wy5tAoztjN9tG67scEw07sbZGUjofGXrZ3ltWdubON0KAyk0t41EBW
BjQMq7r0AXu2plV98gZ8uN4o5Sc/DO/YN/F8is6EPhfmfri2ePnWi2DiYcDO8YEmbbckKBu0lHPc
zMh0lI+cmenMo5cqOW1QlAP9QQQDnY5a/J4dX2tsajrkzTlJ1NrchPNEQ3nMFeloTbUD9NYy9q+E
T8qrX7feee+5ebopVZ/cAph8bBNLvY9oI+8qX4BcduVptvpum3ID8qB7DxWKlnMYXzUIjiAvlfF5
prsRfiPKpQ/M7L9NGEY3UJoSbzchClwPthLbqmJq3vcWQ3C6Gd2jQRDkj07Z32pX/XcbOmv6k/9+
5rxt2n/83zdGkuVv/OhCWeQnIJWmVaEc+7tV6V9dKIG5SdJq4o/xKzG0+lcXyvHeUecrififcS/2
JibBP5tQjn6HjtPmjywE7S79y7/TgxKv26N4UTQwgeX4dLeXVtmbTix7OotRYyw2eWdaRz03D2Wg
QHiKGTLMPFGwCXJaked5exf1396ucZeuNHE4dAcYR8Jy93Ei50F89+Ia/sXQ+HU3/PsPcxkt8MPo
0Xm4vF73xrTPPGNIgcXSS62OOR0L9qsNaX15wiTGMQiH//UB/3wlyLige0tzA4cYmWOvDyjNAcjv
mFq0vfxubdZufV7bRvvx10d53fJDXEDnkJNDj4yvAxPQmxG/7PwscMva3UR2Z16M/oyIL2VeDDnG
tu5yywrugq6yLstpCH/To35rGeLYylqwDXiG5HKmb87Qd+2qL/QYbO1ZJZ8DMqbOm5yOH5vgvkf3
Y+f7rFXEzamY2ITGzYlxDYGyZmgWTqlu1AeSENzf2ITEctQ/xhDLFVHcZZuSwV2MUW8b9LqUgWf7
gU/pbRs7h1tzqETRwGI3IHf9P/bOZLltZOvW73LnOIE2AUwJkBQpqm8seYKwZAlI9F2ie/r/g6vO
/Uuyw46a3riDUyeiQiWIBJC5c++1vsVBM7mFO3MlG9Wdg0YADTAbyZkQg/4lK0G/Mym7gTMfJWFr
oWL6w1NhrDfkpz9P4CvCCGYxLvl0wxAEegsqIMQDse/teoihoU4/49tUoSSmyDCYg2vMnrEh63sD
3Rq0XSfZR5NYYwbi/vz3z8/n14JvCyU7awbvquOh6/74lIpFTHPSYTJ0Uo8XMcXUvq3bxNu6ta49
JY7/J3PJr54apvYsQp5LQ5xn4eMVTbfJU0lW65bwyXzHqMg1NxlYw7uWxL0gKWUCengcqfzRylOe
9pdz7WTbyjTqo8bs70Ef6RH8/lv4qOv/8czwKJvERK3+T0YvH/+mqeuchgwMUghd4d60fUQEqA5b
jv7fdFbC1g6QHfh/+Oo/LxCWgTQIlQ+rEu8PC+bHi5qqtpSPZn5buVG89yDp7fF/Vv/KzMNHM3R7
XffQEnk6/tb1AfiHOKcUHOZkFmXbiRYx/u8+RdSmYDD8y2/QMNehn+taSHMIc/ikVy8ly0RG5QgZ
cc4vKuDgh1JwfNwQqhbtFwUiPdUKcf37qwqfv/7D28Rl2e/4aOiwMOB++nQQcX2n0aUdVgW8vzWU
V3unEZWUu2pucPSPRsdx3sodPRy1dm4JBKgAL1EXm2PgeRqR8Bp7I7GvftvfMcNOkn1lMZnw6HjA
s3TMETSJPde3rVu6q+hmmW6hj8QnHiXrKkVKcNM4FhnWNVNzrPNz1J1i1B+QPxWqUUiienSRkLsw
7RXLwb7TU7OCE4WojMIombZ9SYun0UyCtNrJxCsX+x2DFIEm4hF9t7jUOfWWuyExqyPPScoZy0XW
BYI5sZogkxn5d6Zy87uOelrfeEYTmwDRVT0cchPY6c00QM+twRF6ewvtuAyyZci/9o6zRFvfmvPH
ieiGKPAIsYfvmyaGJE6nt4rAooh/0QCstBy8dboriuFx7Ud3o4yax9xOXYzGbdmFv7+nP72LP26p
je+St8Ngcfr4wOZdupgRvI/QNYliq2Qe7bFPiq1oVBGuGIHLhMCY7e8v+tOmsV4UrwNaMn6X99m3
NEZRrKy4dsLCasV2MQt/C/my5mxDCf37S/3i81ETcDGm1QZekk+PbNeR74nNnEvxVpxjhdR3nArg
1li1feQ5hz0ktPwPe/WvLor/a50KCl+QIPDpS40h900LERZG5fcX2TxdRYmbhzYIM6Yz1Ceib/V/
/50Kg/XdxA2GH+knc4dtYQCYyWItpLR32F9FUEuvpCUcu2e//05/2sUMVm+LEgQJwF8m/A+LXJfa
hE2ryqFdPhUhu1Z70Eu6TanuLxdGUUx/uJ7xi++TeMiVnIV1kRLo07YJULEBFZ64IY1HChxcFu/e
Qv9UEjt+D4vGfCJmWI17cqGMJSxaBEF65AKr1TPHIruyhiYvxmyo8HS2+nUTG3VCcwJKFbMFr//D
K/WLp5u5NbL0VWnF3rvuRP/YA2jA1CPKZuCWTemflELq39SRzqwQIO7v78SvLkU9ivQVBQ1b6aen
exiGDh8MHCIDDuZm9FZ5PiG9yH6MP92EX90DeA28sdiaWfs/VfRILzqPtokbdosTndQC+nqhOiQE
q6OLNfZ5em7Z1vCHW/+LD+g7OsN6X8drzD8+fpeV70tALdg6lJuVBJXR2W5NPBkqnsz977/Ln59q
ThDoCjwQMniMvXXz+8dtSxjo5XNHSEqJfzRM4apsm0W1hFHlOglFff6vzG1rqQCAwEZXKwyH7fSz
ty9KrKzwCRqi39Q4u06b+5PPDvuHJ+RXnwqxsM2VWN3FZw9lg9+r9m1IkVLAFtJWrLJFuAYOW78K
YPx7f7gev5Lv6WORwNqChxDYMhoLqt2P32Oe+dhGIIuGvRg0K0zlVBLbZBA1sWPkAPSxrKwkwheU
1MduwlWxUXBcmMXCZRmQNNTpLbphn0mfB0iYiAxBkKQkdSWciTnLgjF3SDPGG0L0WrFEtH3T4ZGq
vSEtd67zV0LyCI+W1vjeIXe9ilWfm0xTFDt3biWj2lWE+K7wJgeCjps18nJaivbrlOLADDXXBupQ
A/NA19rlzw3dLLGx9VgBTNZb9ZZUgH+YoOED2oyWOb5EFeVX4KPHWj3waXPOIU1/tdt6mgJuffHQ
KdU8ZNztdxwt0WWEzQL570AY4cZre9pSBGqURZCRbIPDojNsXPX6VL04hOFFR9/NnfVLjOZrR5Mu
AS4izyMMD3LOyCZMiEPBFEQbUVOuQT70knP4YxR0DqOrgmE3xdOb2TcMwZJYFN9E3TeM18ncueew
AJM4g6EWZPloxCeVE2e+ATYxvURDSz5xV3s2E3qxEIWH7LD/kgwuc85+sTjHwY4v8h1Q3o6hErm0
2V6SCEjpNFm9teGPYkGacKO80n3Vbms0kGlYNRF/yOhkfIWqnYW9i/KYf0NJ6LwWbZS8C3MY+VyZ
jNWulWN8S/B9VAcm7cSrVmj1I6Vb32+0SDIIlcNSQh4rGnPZNERHx8xNiNTYENqWgi1CEM73snSo
0wfa/eu8ptTdU050sToA+eofIDLD/UqUKHGrNXN57M1yBXcvnn/r41nx980kxnPdyEtEKIadzOQZ
+h1fq+yYXgFki865g3TuqT7JRpkZRpQbEIK077i3/KBbG3IhYN5Sl8qrehX4Wuvep3qp1aGsMg+y
ogfzVHPK5LtZAYPdY3qJDkvPFHgLUbw8SKssSQiy9PhmEAuERVqqOTLztsI1Wi63PNcgtKKkHt4a
VI1qz/yCv9Ys2ORI7YiaK0H0b/6HauPnk8BK6tAxOtA9WBNJP77kckJCDvnSDJuEvLSmFFXIFmxe
KKGNTIVLpi2oTeBnjS2tCfvw+6X651MtxZwPAcygM4fbYoUO/XOtLk2jacwC1m7NyKDcAGVFJYsa
nPQCwouK3gFCadcxBYpWhqQC+Ve+XblXJjecIZgaT7WhzX+oNH/eqnid8ZGsVQqVmPNpq+q1whu1
wiBzy+N0YdtGdq1h7ts0iZ//gfTxU9+PvYP+0/rhkZ+5qCM/fn4/q1ZOZk++lilGEpQAIBJnXJJc
IVbN0NR9g9JY4hQfbHgKUttyAKmCGaUwrzM9cJckvvMBttru9zfm5yLBRov24/irUwKtNpx/3heZ
i7GDCOJiWKj6kw5uE/SiqLVd5dXkymSifNT6YfzDw/hzlwcZLE8E9RZnb49248fLLmlNjFyCQquI
hviyliz4tAFrUMLrsCUSaoeofdgILXOvXdm7uCoUPuRIl91XrV6Kp99/C8i5ueCHPZCGsQvaymGX
pwf8+XxutNOkWQMpIs0yqKOd5AtxAoJjIbS3qJYB8xVp7ltXqcuY5Dh0+jWPD8ApHY4ez/B3IiTX
xWIpXQLfDJ1nGtsuL9WCIYhROvVlEDlZWx84MrPWlYwcjnHt+SpssVTWRD5ZziORWjj9GJ4xiTEa
FN9FZzB4S5O4BkFZYS9Fhsc2GpksksE4O+JL4hA+FujzjN6K7FOLNPteycsct123GUyD3IACEF4X
0DYTr3U5scj0RTNOB4sQJ9yCTjs+eF5bWaSF9MDtmS3GB9h68gloX94H1oj6kOFJ4ZFA68iueG3i
yiY9h8wQYlDmifyXjdQ8o5sCl/j1yiYwzyWQz6q7B5hbS78Dht5cKdZdK4iwBMY7Gz3NgmlYtPed
Sythq8wJqshIaM8S9o5+UVStKK8H1pQeK6lrgfxO9PwRx5IVkH3riT2ATRpeSd11kJo1D19HJXsg
QdM8M5mysHlfT1XvfE8rDBV79sW8eCuGWe/v5UKp9wBq3jHPGjz1uMjnNtW3FooqdWTj7g64p5rL
qavFcGpcBrnQK6IF9nQ+VeQsEufR7uekz+TOdYbWuDEzfMVaYltNqFpPx7oksfIEjloFFlXeJVdy
aPx1Mp6O9/gJHAjWCQMH7iYRdWTrtDifK3IBm9DUI93ctZbevSZRNN6wUceviIhsKDCZdF4oeoW1
QVZGhALWh/rJgcZBhZbo3TPnSfCWKC6iNEhI/YrI2huZ5ImOWW/IpJdOgb+CamVGSuF2BIR733Vi
XfqnOd/3mLs6pqWFe181o4sRvM0JIJeySsnuImR0Q/xmlm17bVL6biF1dyTVMKtXYdHgXqWz9MyA
GHfg4m3UJ+OmJA/qkaqh08GdYOhEHCSLOVx4+4xdm8viobcqRv/RiKpgAya/fhtnv4JYateKwWxp
mChqRZYTEIb3n9CXPHFO6dKCBNYl+bgnv1yv485ad1YSd0foVTWjh7LtTuxrAkaQTS7jAGZ26af6
NHWR/pAYmOp3dMi1FzGmrrspfTJnwhY4Iol1dpY8xSQpnOH+8GIkMQh8Q9fIraelnMWz6tVMQCwS
EzswM4YJ4QwVZ6W9Sqmvp1atCeZZnxseqXL6Omo0EkOCQqenRVtMkjJ8njQAona1b9pprWxi70mr
8CshPcn8MiQFqQEDWXf6g+r6uEMpZDVH0oPSN8fttJu40wea9LkcXgyRtKTQuLn+nDW+dj9MEiMd
VaV2U/TWCASeNs0dr3rUh6MY8ucs9cTTYPrqHgZU9s4sdbggsoTAGviicBoKKF4Ppl/HL3nvutpG
6UoVAYhnewqcNjHjDe+ZKrZzOVb5Nm8M4oDpwDVzwMG6J69ITFMVRNHsOpvRnbCqr4OmrWnHZHma
UW4QraVy4wrFbbTO0puq2JeU/URdJZmLYauZSVZlCo3YN04xrmmIw7aqXwO68ch5r91EXgFU0T6b
zt3cBUm/cLK8jqZmfJoKGLEbU5TeQ6aIIuka5NuhmQ+Y/ppkiS+gWaTWxshcXN5IuTyGu2MHOdUA
INswl5kt54yNpU2CsRrNErz9pMtDjepa22ZDAUC1bBtCCHpOgIHlYe/eoutYClKjRHRT18SaG0mi
i41kYr9sTXPovlsoW6hw4lS7GlglY1r6pRqClUqtArJEyRfVpkx/HHsNy7zFW9nu4U743HbTTh71
yCSo01/a0g/IKpz3FeSLJhz1jPFV7FVZduUiGkDm7PfTvF98P35fBRTibKyU9oU7Tah1BeSm5isY
KbOdGIYo6AlDgk4EcvVEiDJKhiZOicPzUloD5FUKmAmZEg8DVn1yWVWVf5cGEjb6nW72pdfj5qbR
GTSEhirLUwPHHoN5BAQEKxdY3aC3IcmGut1rwK1R8DHp8irwucKswC1SNz9FRrO8kF8UDWdJhb0U
o6VFijk3U50mcuWYMRF9BES80mYXThGoDjJMJfzitTojYsR4KlrcU2B5LRGHulkMERG/crQDLdfQ
lE4Fw4O/OoT/ao7+/6btg1LsH9XST7aPE4keffVPz8eP/+Dvabv/HwYXGBFxafsGJg7qx789H+5/
8BxRXFqYNzz+jxLvv+B8ZvTriIsmEbwxl8MA1dh/PR+W/h8MPTiHHIeCjLbzvxq3mz/mN/9b2OHx
YPrKCIkhrEX3kxL8Y6XZubPXEEIE8kGxCTYptAJVIgrEZBBmzIQv66K9NWxsnfOQn3IiYrd9pY66
1XyF832IxHDW0JPmhJ+ovZMNO7PFAVchNAsad0qCXPqh8v0bySE3879EzbeK42+Meo3X6kh7g71L
fBn6FmWw3V8OurxHwdNfachOOA+kge9+J0OeMDpT37RjvouK/rqV+WHo06+x7S8h0uxuk9t4Qsqe
cGjPctrAstpHkiPCxIVZvO5Sm3IYr6wyOW96yw4TuzrhNdwLrbsWmTsGjEsGHL/YJkEmVQMAjZqt
DkoOARsEt745aGuJkeMACwcOmDQTl+F9PUrvcmrTIl5e0iy/EhkfS6vznLzwnpc0/SoEBaxAA0+E
2ru24ItB2PfUtsW1gpYZ+Hq3IfXw1ZEnhN/kDD2SMzJ8pXHTBC5vMys9QXIAgMwgRyQdDP0MnSSO
a+2+THM+E2znvhk3o+HeepmQQd2Bb62hjwROszyJvA8J37D3cNjDnLws9lqsLJ3RYVHsrko53mDj
u7Jg6C8mRByjusgwbm6KqnxeWsgkfj0d/SyG/6+XFygrysBoW0jHWlUTjoaiWxsBei9ucQMcdptn
+X7wQD3Fy40d5RdWW1xqvnVkPKxwb9Z3rUpvqSWTQIu1aid6Wl+25r5qU3StuQImvddhweaHvdxq
N1Y/N3stt4twQO+BV7noNAjTxkYxud8sAmdAkV/mHBYMq1bXZWvdaejc7rIfva4IuyA27nJvquVR
s+NzO6vumnZpsk3TvEh2LxIzLeNdi9YNdRYjMn/fDTprjh6lB7OztBJyB6W0DuY8HlWaLtt8whCD
y1wGc4uqN3WmJsygYQjRXbdt9M6WeoHh6EuZlW34Ay82OYQTy8Y8WXayMwfXxSPUzTsNElwA2P5C
tvPZLP0idHr3mBSts+lndWk46C41nQxZDOQ2oOfxmw1sZYeVWsOblfJ3NckTQ++NZXox3D+JTIrZ
5SlT7VOb+w+6ll+4eTIDj9FbXkFzuoRTwCHRUVTT6fOojCyMWtTWulVzquIg1jBWHGsmlxpwoC3N
wBcrVRcGgt4Nvvd0K4EA+OlFbg/Nhhyp8dBD6AsKhfyYJE4DdvW0esMbCPedmBHQ0ZiQaNI2VDrD
JvHy13GNmSglvhZYdk7Yp+qck/wDKJMh7MfirCB6ux2TBBUYuCM3nV4hKJyGXnWbhHyFXd1pgdkW
R3dC+KZNeI6k+VIO5t7sJDlLKi+ZFGFWJpftjCZ7G2bw9bEbb5P8Spp5swXzEiT9DXGvO9//mhqE
WzZN+hqPp0FZfmjJ9hptu+KEYBLYYLflSQ1zgWI6XZ0M5kAAVUZSg9AENiG/LraMgbudqSO8NJL8
0EbD8DUX9bibgX09Yda5A2Z7muM5CuyJBq2Nv+yy7n0nmCenfK0UMBtVKhGOhZUebKwLwVzSh/TH
Af8D1W7pVleYYS8yCPOUk9OZ3TXZcTDKLQ9CfT362vlcD+dd7n9f3OE+TcfHVXbYFkkVFpP2JsXg
byUTZPTK0VUssMIt5tEe5vPuh07cmRncCU4vs2dxoUo76/pM38zOOO67yiouTGJqsQJwyiAotoC5
DquM3Dt1mVYZawG8oDM1coqI4/FcOd6xQ24b1j4cJeI2T4rUokb05sZsBv0tRcFHM5z1qza9FLS/
WRyRsjM6n6bQW9rppNOU3KOr6vGgl2OYUs8y7HN381DeOS4FentbzdZZOWqwzFJkoDnH7J60e45+
+Xwf5YelWtl6yhj6x1mY3YUWm0dSRXGUlMdkHjlouRbSWPJBF5q29rhTkhwHidAyGJHjvuo0KFHv
i+wiE8mVBh4NtAEacV0lRI7l/bTTSQofi2+wE0BdVCoN3Gy+JIFCfBtU/V3GfbcHuGPBCHHOWoKv
kgqMZa/jrSAeuEYr2ifiOMZo2g15qUn5uDhSbKGdHTMtO0iHxddpieTWaLXS19qQBv+GYRL9fpyf
gyWKDtTwCJrjJQ3KAS4cRwB8SiHT7QvZew8t1v5RReccPr/rpPZRLXPm7FHQeslFHetvbZc/GC4R
cpXdOruk5WGqHEzAIpmMjUxKRVBIlO3mPtr5ZU0aJhnvm4bshbMk8SVmkrVAVyNuKv15ksuuckuG
BVX7LdMph+nKFMFoZYLxT55d+D470LCMz9IlD27jdoZBvB7TNb33eNA9jHxzSyeJUxm8oU7Q3Cm1
5Qmr6RdPKEJzR4SwTo050NLMiUQzpz7DSEaNXk7pMa+S9EXiS9vZgAb4QYKsQ3eiwG2iDMeEkOqF
7IXisMwYC+g/qC8YS+ZHZ56rZ8K6ihumqVsfV1bYOldOvJsdztmOT9ruoN9Zmv2lKLOO3vaA18L9
UgJUOlTg0XDykOgSjznRi2SH7mjC9VtCbpkvkHnl07GhS17bG4ykRQh9d9f51XHSdcInmrexExZR
wh65Z5rThMPsfEtTfz8Q93MoUN3fNXH/xZwFe5l7G7lq34+D9cWOK/olrXYBKZLccrMpj6OBk5vU
6IF2MLtlnpHGi7RyB55hMyEIJtz5qi/TY+LrBzXRDSloEq0BLE7ZnPWs8aaOXgO1VOZWpwLwQyrj
jZ07j65sTpieaE/kQcGBIiJdbjdHRrfLIUgE3RpfQ/pIQQN6owr0LevEq47QxPWWuU/69X3k2FGj
Xs7mJtAbgd7ZZc+s6J9iBCQ3qWQ6hhKEeB51F5vW1xmeoU/yaZG3B4gcO2nbD13OuMkAwYXtOPQx
8ghsMJs1qlj5HK8T49IAP1tGcIxzLVyZLHjC3swu31cmwSsoGuGoEsuM+So+s53ruJSvuVmfL8To
Yg2A4AcFpY55EdwidLV4X0TqLJL1sWrMfY6pkbJrp4Q4an3v7dH3cMtL4NMgRdwwspfbrBSXVkV2
YVaMzR52wUOFmpO/hCQeK1HqrFHjI9pr8vNmNrR+Fleq5HM7+kvsinNDZz+DO/Q+DOMFh32ymUdm
hiSe5NgwLGle8VBT8skKyoWGZ8DfjZXY5gWGROzYML9e2u5W08e72kY21UVhbd1VVf7MKO8LRsU9
5ojdgJJhAQ9TxNoBgfllQ3rbpOERqFKUpdMIII1OM17PBu5LO78zwHlycrYq1oZMNM+V277ZenTu
jNgNourUyXw/mmqvSXufZCbxxngwnfH7MBZbiYR+sIdnQix9IEFVE1PNtzur8E9Wdukv49dhNk9d
fNLt21gsN9Xkn6ucuGi723mQYtqkPQmmh02EySoxWMiqqT1vbWobXMsXKpPfBLVuNmVwiHyPmqku
X8zGPBOkXNXZRb/UUcDx2wl9L+NzlfyaWRfvJbO3DdW0fZrJkO4X/6JpqqvKam8GzdmxflwIwQ9k
3rUzQatuby0yQpjErqa5/CrH9wMBw7zQJZlMrWkhBGMzafBX2iw4B39+xri1i0T+Rcr8wqZQdTrj
nGHHo7STB8J46EzGMt7O5I3kBpuWVNeVoT8T5pKHA2MPtgS89sq6cufXwUpCD97UMnVziIcJTZd/
UKX/2AuKl6ZXx1XvM5lWu1eWdkMD+KGpn9xJnCbhv/IkybDos1siioggFUlEKyyPt2MyvpTJ4m+9
OtuZEFQuyrm29iX+9WUyL9NUvx4Ffjcm2Ju2E1AIFTPLwn0T0pGbVs2PUiNgvlkS0BE48tfHcvCf
J2qllK2M2d8J7HywTA/4//e1hkXFYaAYCHvAODKEs04oEjPF2FTnmIA2CYioDQSkbKMm5xDBG2T+
/jwMV35eX5JDfmFp3p2v4CC21hOyhY3Bssee0baBMusHtRBo/y11tLfFOieN7Fpf1V2gf1j2bubZ
OesWdVE1yrppq/Q7kVkXOGofC1TWgWMzhLQZDfDXJZF26YyS4PD+aNrDdpb1u29UN1M8bKv6CcvC
G3y/syItz2OpT5exgVdxjK5q8IKbbrCObNqc1hYyeGQSZin/m6KdNNTBwLgoF/G9bKosSDqmoZVl
MuZ3zUAbO/hM2l6ayxZX2Vnbtl8ziMMtwfDZnE47R8cd5rWmDDS2hrwYD9oYXzotJemyBqVaHNNp
K49GwJTFC6Jy3Gp6y8R7HLCgJfW7lq7mm6jlNum30LSR4hqs5tId+tDtR+tgjBAMpFsF4EXvozp5
JimEYmtQp9gwL+umeRyYuRMeVY7HuiAWNZqdR7sgG0tluEQtK33pa/uu0rCsln32LTFpl+FlafZU
pg/DMLsbM2oOGhGQG6W1T0PUPDNFRssIOjbokqnA0Je+oq0E4LBM+hHBgbtblKc20hMv8VjdYv1z
6J951/QACQaLshqvYXdl6upiicVlZpM7laawHEEO8UYh4NkSgS1wufvdBn7rs4YCJdQ6uzhzvWTc
p4iwQhQWy1735nwnB7y9Y100hJpOY4C+vDzmKCv5ymX0xTDi+6RxGRoQGrX+NnWVsRKjA6VANttk
x82haac50UY3I+RCigasZavzHIkcFOn4hmziYBpJ+PQQKQh/G8mO1qEzbuHGvSGwus7bBaFAZQSz
G63d+xinM3Si8sKVJoeJJiWQ0Gu0cBrmfpfA4QtEJd07OdjgJlFHsD4cZhPbcBpTrUzVdN1HGT0b
MUQniUCViUWtmec2HchdjY0VwupYBpLZ/cHMkIA6TZN/jbypOAgNloM7vcbAlDw93c02z0bmPlWa
dxo1DkqdeRQO7lL2WmsuviaR7p1Vc5WxTqeYtCZz+FrI8TFKy4NmC47usXVcOra2BX9frlsnc+Ax
n0rznNI03wjWqrAtUJHWwDo0G5crK5xrVPcK+6C/nXMQHNaoJQe2lkJDIhobEZufY1IKV97OLQ35
zcgnAz3ykO99ztb7uKcHA74V9fdQJ9FBpjmxAzoy1aBdw1913j5Wj+g8jaOLubOsDXo6EYDYbanr
zEcVJS/Kh1c6GefoQS5tnkSvS77FPGqlq91LjwGIUePaJRw1b8tdUrYoM8AbOEnPLGdmoNWzLadA
0MhIz9rAiRQ5CwphbXwmjPE8Js9q05IgzJQePy6Cm6ByynPDsC5TSrXCLI/tKN9sP9tKezj6OGRp
+p/bzUsuooep864HstfIAtgpzzy6LSMQ7Hb0k5lVDd3XyJckjRfkKI6XzIDO8/k5dlVQlfONZcdX
05w9aWV9qrPmzKFoExUxYr48Op5+4zG8smBxddAQw1IbT8RtXFtw1upOXcfDl2ZKb1PUhhixl63j
1U90FeyDS0lMwVh1bLGaTYtAkGaZx72xgwQgTygYjuuEUEXkDC35fBFNw1Vu4otgmpeI7h5dPLnK
2ptN3bdY6suYMNWBan0uS3mbTVDgmEsIxpmISlVFShz8ho2ErmZp7XM+lIQAa6y7lXHSUh2nIPsU
lAH/HDPqwwDFPVgY4B67RN5EVo03Qcd0CYLlsh9MiXNuuYOe4AcrBy4DmICv8CqeIhePvEl1udhl
wCzjKV6VRBvTuNX8jizNNn804X702PWPRMdRvit/l8FDy2KD2XCcvHdZWx0iffQvSr+eaeWkltql
mXfWyuwa6TDbosdhV+26ynu043WYtA4asmI+J5iJEN7kgsYQmraCkOWWGSeAACOVe1OnyDEh6qot
Cq9DskBsG2z3Li6nu1TmT0NDSf2jhf3/u/n/B/Pb77r5d2/lW/wt/2c7/8d/8Vc7X4O9igpE1/2/
eubEbP23n68ZGOFMkpaQdfoIpeGK/t+GviH+g7TItgmpJaiJLju9/r/7+Yb5HyTAPtY5YSL3WKFQ
/yKF6aNaxSFFG00ppj4TETOj0M/mIBq0ciJa9EZIzXgSrZU/WL4OI5SEI05udu9NLxW9/j/oTFdt
zv+OEP666spOM1ahjI5C+OMIwaUFKREG3wy2LVilC3kHZkj+K7fL3xdZRd4u4xLUrJ+EOA0lhRf3
3g39VvtpdtvuPoub6U+Sp1XK+fmjID9mvLJ64hAGf/woCnUZ1FEP63aSs+OYsX1je3LYxv6on+ml
+/Ufz9b1X7/4nyTajwqrvz4UwTWrttp0AWN/Ep1lqTG6i3JvCA1vzvXJuotHwzl1yhs3v7/Qr27R
Py70E5qwBOyvj+7NmBPamCBM3+itlv0rk8DfnwZJNC5RxGAwiz9+eSLu2LQScVMgdr3lhwYmjeOy
kD2HXmr20zxH6xkn4e8/2g/Dw0/3zCXdgykWno/P+OA8XeSc5N4NJG+87+TTOpuGISsptY61Wyo/
u1OtH21LRuJfHA/0imMV8YuMgflurEgxQkkJeHdbvzmOSW5EYQ5bS/7hBvzqzXR/jPnQVrlIzj9+
N6ptVeOn7k2lmm5HjsBiB15KMHShe/LdtBb/ukahfvb7r+YXdx0vLbFdmFKAvH/+Zma6lnYymjdT
2htHsx39cMEv/u9fTMaRvPw4hFl2/E/KxRZkQYLU6cYvBlRftBnBygDw+f0n+cu28/EuAyTmEiy9
TEStz0sblnCMRLU8wTNznW3rOMTKwbmpji1hmFUIWJkhBqlargpRdal0a5QLxyW7sQxO17revDOF
jeKQ5PphhZzatbcZS27JHmkLHaC0TaKTaBDKhmNFiySQiy9us3GGFAGzN7peiFHQEAr0U4++SNYP
rijqh9YuaFQMU9O+J0PXo7CJPZ2ek8aUjTkYUjdm+rX1ZRpaypbJ7NP7vta5+YVtHOD+Wf021pnG
kJYhyfyBkb3g727g+vLGTqdYG62bmkYpnixa9t9QpsgpsN0lpZkHa2/PaNR6iEYb2fDMrO22tRpr
2mGjtUhaNtriJtV4BfcZ/wJy69gyDu1GZ/wqjJqWWt7A0eA0wIw3aBBHF4wCJD/S9FH/ZidlowWZ
0WuvMfqzd85i9gETrpuGzug4Q+BRM97xPfoHcyoL/2As9AQDXrH4XDTwYg4VIrB73crMdBeXfXRA
rDwSJtLB0dp0TtLEW/q0YwIfwsDJgs87e+f4gD4q1gwTdVHTL9XJHCXccSlK2nkwg5iZxBSrby1n
oyykO8SwR2Spe4yUDRpw8hzza0lBiF7HnxZEvI3GwbD1Ek4sDvPhO0s6zTW4seayKrgCAh43Z5oq
ODlWnuY9sKnEe347U2yvFuOzp43q5CFoscLGytrrZeic80b342+J7xYp59CkNPainbKnUnZlupOZ
M4igY+Rz4uQwZFsmR20eJEs9Rntd56wXFq4/ZmHij9AlEp1mco1nS9u5hKQYoSPi8ps0yH2h6y07
Jn7LWL8UXeSSbzs71SWu5Z6qPfsf9s5kSVIk3dLvcveUgAIKLHrRNpu5mc9DuG8Q9/AIZhSUQYHX
uY/SL9afVZbIrUyR2yXV67spKZHMDPcwA9V/OOc7E9vmIUpd5q15QKQnkvXkp89YE142Wr0CH6ye
f9qmHa5CSRJq3akQb0EzyGqzpDnKH7wj4HVQs6HM08oB6FQMory0xtD+Vj5Kn01YhOapz4r+DN/H
/Y15Ws73hU9TIxLaDZUzgl7VgyCEu6hRLYOzSxezqgYSaVb1EhU9VF+fTcYVYmHtcn8pUZuTQYc2
i4EOxoEK0NB66Qf7scXbzysGdHVYO6MRMZtfNQ4U11PI2MmGGmdCth2rdgzlzups3huAJHbGvQJw
b1O2dp5vkaZPP7PJ8V5EUXYfqBGzp8AE9DQjACS5FqjOPg34txcvqPyHwl2yr2giGmGTeVT6mzxS
xVFNPM3HqEqnWzAYKttnECiPQ4UWbc3ftfkiloYvCK1e9WXbcfLOb9C91WPQy7Wsl+A0QtkqQG+o
6CMq3dhfzTgQkLFGQOzIbh7m97jul3TL8IjxQZ9EiMBANtkXeN36I/MWJjz1VOW/2Mbh6oydenwm
CVn9lIUVv0PqbBtCukTy0WCweJ1cj10NloT6Lq8hUa/sqLCYjCtVZGu0Uj5ze77x+9DyyYi36iB7
j600vYiO0AmUSzFQlMAsqdyxp9JmZ6rWTTYKb2m9sZLAf1HeOD7b5fUZnOzhdeqIcV6jXIRY5mTE
ciDxa2d7DSrQvDoTiq8WaUexhxSJYHlxGN5CkYIbtK7NmF5sN5OMHazQnxnLjF4JVYRkrDWdDOC9
ws+c30aD3cS/rdNpw7Y9iTZcYIg1UyHMfY9b5cGoeQbL5FtA6rDp4w0Yr9SvwRctAWpWBHWqK2tE
mApI30PBc0/sStiU9Vb37AM6A7V6nfT0YU4CX5R0IlMcxwUC62XiJG8+qkGTFEbbnV03xsTHcAK1
qgaWzDjGr7JzqEnVWAmO46tMzPjVsIAh1cZ98it4DaC6OnHba48lFk6ftNqQ9BSJk0UeS3fpyoLF
BpIV3ly/EWDMA/4/qeC8FdMqiJjVboJoaa+XXaI5NgWh96EBxrQdrUDcOKiIf9dqiDx0CfmyX1zT
JADEWmZbpXcll43xWB6AyNk3BFcJRtpuIt+1X85nr7FDzEaLHMm6dKX1PRZW91qOcYRva5qXfkss
QvYxVFVxD8Zt/IW4wPlF/e0tq6nO+Orx+KfmOMQJSe+WYleztdrQAzKapvXWJXLddl7DrLOfW8Au
aAnnLskObTgl/ZaNZ2FjV1X0w1aqUVamTTWXm56MgGQXlLn7TU6eM2NdAqN+ILDTz9dTkBdije7Y
ngj+bgprK4mKuS2vwO9DH5a5s53dls0gWHcr245NAaVxrLz2LYecOW0EEM43ZlcM88cANNtNTFAC
P4Jc3WJFJCZPlseUiSioqpFg5zB0MTGcaO9xq8jPSRvcerFA9rsGkzS26ygxA7NxuHHl2p+RQu0m
r4LsOvUdmV+uLBprC5ghJdN8GCSPoj3JaRWCSvtJWI+36k3JEBNGO+8OMoi231F6lPF2FjG7EKoZ
ohcCsp36tZf7DPKDyp0N+xaD/ZwxLCLLaFAjK1vaCiKWssS0TLV56nGAxQPMVNcvvFValUkLrTLl
mie6vWsvtphMv+sYAo+wKRU3lSzDOT8QCi0tVvBqTE8TV0HEWrjIp2OFEOANA2UIQrIjGKq3pP5h
UyqwyrbnBPRJwYh1QwgcAL/ainX0XLke98/dgm4fcQiiloelcoIPLE8jEdRRO1OfQG9fhw7DMi4h
l0z7lW+KFhVKC+R/vZCp3qxwz1l3QpYIUsknYA6M8ZDCwTVjxccZj569wwrnYDTzqfcQgNQQYXXg
sWPrXIPxK8gTx2y0Gzu/pwF99kHEXUlP4ohwL+bYmu6z2WXkTsueLtBup8Y6kPRUPUnLHZjazCaw
0OGGAf8RK1wxnrQPduyFgR/7Jc9fomuwmcMGZOASqXdlr4eerzg1yMcg9ANC1VmY/RyZXKpsw+5A
NFvjRB181zFpmcRFLTgEMK/Q3Ird4NhBcTfnxVlNRX0aE8QWR6TNoB2jqKpAIrEqxS6XJ82vjg+6
4FdIUQypocYKQ6hDoznq/RLq2jA756GROQ4RKpWBPeowOOu+ahKQ6hYowHXfL/Iud7hfV1W8lC/F
EuUQZKeFlEl6LS/dTxZ19gTc8BlrlNQ3lRzH/tjkUTFuljLLfwzZGJR/+KD+Z+7E3Inm/r+HNj0N
3//nP/+kIv37f/DH2MlFD8qiGAgQHQFC0ivG4h8qUudvBAHQ2pFIKGGL+P+lIgUOLpCQChtrO2lB
f8c5/WPohCiVPB8g3/B+GKVg8fp3hk5/9JH/1ZsxuKDpDzDHMnCCH8Xs5M/NrRe2JJ308kenl0Gy
OxnbICQ5i72iPuOcS4JfSCE0C7K+XrpGf3g9Ep55m8Tg1A4z5F2bRZCKd9KeIqrjtqquqXilF7Gz
3HceT9s6bly3F7cuVUYtdnEWDgTfpj5JOevKR+pzKCqYyWuVGWy1Fi6aLr8MykvkpoPjw45zwijR
bAYrq692TGUTTLNrZeWkbO6769qJY3cudqGa667fGVSkRXAIOIURxYKEDlckeaVyayUtPU49LZw1
WQR6Wu1DJZVZw+WYMgQDQDsS1grJZApm49fGpJBWMiBUimcSZkBJIoDZlNfvku1h4+PAIQTQvihf
+8NunufM4ZBMvRrzjOhgbjpLqO1VOzClYKKvUdqpvGZ5snhUowA/tdMjuWJtuAbk1F9alVCEh76Z
sQ9XXV40v116MQX6wkcXdi0CgvYrH5a0vZVJotDdUjzV9XqZdcHkBLXeoFe143MvVm0IjinwpjA8
9l0eFr9n5dUIUDKRRMON3VVDsbVMynB+FmWB19l11BvZ7RO9E3TkYxpz0CNWsieQtWXZ3g/Xyn01
Rd7wxNflDy+0Jb1701peUcwEFQ7uhUp8yDZtsSBzEu3E1mZIOnk93q1+VySL4dcTJVOAlersRe8R
jYlv5JMRwjIKsnJb8AA3m3JIqS96Fmj1qbK7RG1xtojvJHbZVLexcsN1MOcYTYkvSoaTL439Rudu
s5gmhoUhhu80vbvLloqhTRpfFz0mAk1JvmWBMgABEx9mbSau/Ki/UnCdduZvGYz0PG/0Pl7A/rEP
rjpZd/RBNlrCnzaw0dMBE8jUEi9TlXHCGg2zGJrKtBFDeCcbTEzECIYWSS1FpbJvE2Px3geydl37
ODpoVj8TrkqXO1glKliNrdUkqKQXlLzHWnWLm+9HkkHBYvZaIW0tFwNmMKH/3yA4dO9q4vNipIuh
StZOjplns2SqIRTX81FPU+uWAJcrFhh79tKs3aY0T+9h0nffHiajhF7zWkQBn6Lwmd2GbszMkvLJ
Scbknjd2euWp5WM0LHFZ2sw5a3crNP2dTgv+aJEK/mE+UihscXkiLYoGt3mPXAJLt2oQ8d5Y1G0b
xj39BxFb9hNiNe9jYXr52rS6wqrOZvpc6kQ5h+vVbM6MuYYAb7fI8E4zQDKbdJCQjXEF8bCVTelR
OGlQZKsI58+yaZmWZaegZ/S2Co1URy5NNVHOTOMjukv9o/QbzIHNnNKDNcHMb12zXgX6nMrxvfU4
YlaBPZfmwCQHVZPGvLQDYV2GH1PKvY8OjASr6Q52Y9hjhEyQHq4ELRXkzinsMGXLDAcnR9WMEV4J
v39SYPfKS530JMYUZlFVtCZ2wbdwhMjcI0KoUEi0kJ3izlzeoH5Z6aPVY2tBJgAgnFYeX9c1NkVj
EPEuictr6qw6oeN240IOz9bj0vjJXkRdGjg8pYWN+ssztqOPEx9HtTFIUTLEok4rb5Bne/2xUH7b
XRgihtYN720anIyn6Ds3JmonvbYCZcu1BbEyXNY9EG24/dhnVPJTuHY6fkxRjNTXNzFWE6onx3qr
wzEXc7opG52NpMRaE5JMzHGspb9AfYVLcaxpK4Exkzmq7fwQmVwmLxBb/bssqaC7A4/1Xgzo4PKc
QJJ090KOWu+bcphsWf1AZ8pBFo1Wzap6nToLwZBPEjuqH3o3YsiYdaB17t/yrigsRL+iGdCnMAo7
pniu4ITzwqRPVTqSxqoXxsCbyc1QG7sqotYP0p6NX5m44tq1E239mFQdKbEgivsH7J2gkfQQo1qE
O5RP+2hu4hhDhalu47EV4ab2bPEZ2mUKU5exM452O61uO9/DREtKEJVwEl0fSZy/ZFEQrkTqN/kA
dXnxiZyyVrknIZFbDKEoedOyuEX9s3CZdn5PiK5kOXPXd2U871sL2cgeMU98DzOZ3oGJBjHMCD4R
Ldmyb391UjY/GFMsM0roPLiMdOuXhLvp+mjY9qlKKh+WcWZH+WHBxwej2nSLfaRr5/ZU3LtiEzsc
KrvAUjLZEXAlS8JEm3FOd8vcj5+WqppvxAlhcbG0aOGdA5RHOZ5HiKcFNC5nNUqDeLBMuthF4uHZ
JwMzSwMR4AK4iuoIFKGQB01MV6Dwf9HByb/7UvxsEwaJc5O5uKsIDmGcGVKiMsjXUYpBpIZ2geov
6DlVxxKCbho2KMTprIoTy+qrnmxhi7vyeVwPRR91Zpfkjf9xDSO3GIoyKmi3YeD0qAoUWSQHuyv7
5VG2HYlYkeu6+3HIpDrxQE3kXUSTXNZaG/kU2m0DNGiy02/YZS2hykM/gzaP63DTaBGqnds0o74d
wNeeEjd+LNtF8UdWpryNItqEVWjN9Wc1dM2zsToZbidyiXAsEC1Vu5eW8IIMQUTtzC8g8VnYNx2j
iUPcCXGHT37qVl2bOzkOwmJRx7yH4LCm+EjJVLDcdxfiUHZgYJrhlbxedH2Vu+LH2AtveKlZICDr
k3ju19qKUoHVEInvvg7Gtj0w9F04gxiH0R14rQ+hXlZtYz1MPqnP3xkeP3hosg9EvjY2zKRYo81P
2yl5al0PyZiVOvbPGPtEtc7KAe2CUi2kwJnP+lGMblOgMtXX/Nww1c/SOPa3pm1GZZMmAd+r7S4/
S9waHLN+VeX0gyVNbwpS7bOY2BWCskgJqqKZd2/snggLkLwzCAzA0IXZYnoSR7/ig1hJ5HgVSldv
vKSJQ/ABOwX7Rde9g02WBN4AYXlPnWgtYC5Wpk3ma65cl3Ec90T4rnNnab/IWgaNQvRM/4lerD+x
aE3frLFWj04qZ7GFwujlnHJqBInrBzbp5Fd7kxclst7ig8IbVHPDHiFnV79H30/PXdDHvztmzj/Q
ongNVGXX38vSRqCgs8W0TKYTLYhgQUdvhlGSOei38audme43tCoVv+GWdAtutqaattFYpOIdZE01
PiuJv6leJ4QbB3uRaQciTEmv4P6L3d+fF6fXFgDlPH5V0BkCfqb4y+4vGltiBflLrVKMJBXfBMLD
LTLH7iELir7iwcQI/u/+TA8cIdg1MhOxynme++e2Q9AxgXZGaxdgUr3x3CbcL4U1bWd0WNuiHLt/
sYS6bmP/1Obw8+CwAl27/kD515/nW4zZiNgmfGNOHiT37ZrPeNg6OcrKxOoNEyzU2AK55pbh/Pjv
gRhdxojgcKVLTiX0T+cqY/hnEsWC/bdPnYLqWUl7G8kejZmov/+p6fyXC2m+Ri+67tZoNIGgkEv7
l2Ve3jd1OnGYr6zRA7c2y9bjDLbFNoE19vn/87OACePnJqksuD5S/4Snip28S3Sm5Gqg6Nr0iVW9
teZqG9E5lp//98/6y5L4j78Ywg3IB5Hn+uAy//zDLKc1Szk1kp6G00fOAfx0A9r+oFt2QFVfmi22
FGuD3qk9MWsLv9DfY8xw27+zkTgXTOi9TVPbfzJBnkk2bPS/Eh/8eV37j9+RUZqU+DqvPLo//45j
kjATNXz4MBlAPoxZefCsPN79/aP4nxHLf/D+//cDlv/9G10PC7j+L2MW/qM/hiyB9zdGItcdNi+X
z0iDr+ePIYu0/8bO3o9IRwMM9Id85x9WXSYzHD3yKhbBwhvwVHVq6NP/9R8i+psLxoYpC6mQf/yj
f0PXQ3f958MH9p7A1A2BFfEAD4fzV0DQgHen8y0rZq9t8rPlhr/mNIH9uyDZy6hLkJee2j5PUdOO
ycka03cuIXsXjv7aFlxKjtbqosAb0p3E0t9ZNTNBqHMDaAEV2x5R8qGO7gefmf62G6+sBMw3prwv
cr8bt23q+a3Nn9IKhiKrfCqU+Ol3jae/fV9PN/QenfXWREIl4OT7irIiGC+9F3wFgzM8UEszgWb0
WdYMSCtTraVdbBMG48dWRqjZ0K9ubCsJH1KPyAIH6b9dNxejkggsnwEDhWmQJvIcATpYDplXrQea
1o0bNsOpCX02o7p0TiMlOjp14up7K7sPEBdv/Lhj00G+e3UNlqB6vknj4WPW8J0GDCMN9rNM44mr
zp1fZ6gSEyfYwDHJN7XQck+RXKwcTFJp597Qu+d79nNIOMb2Gt8U2QRprYlfdartGPvqtVs6ghXF
psNLu3agrULqgv7KqsWtzg5t8hqqA3BgDrwOR5e8q3qCwuzK+T1Y8yWvOvOUtNUtkvsO7E9lZqpU
O9CvWnsrn63vpeOPpNgHmO0cyaLm5852mt6JQmDDI3K2+tXNo+ev27bAiKhFGlErpH0qIE2SC4Aa
3X+1tMbeYpKE5ZZrG64xclVBfbM+V1fs1yuwnPRpiNz+Rqfmtc0M9ZkcvGqHRDffDbbX3Ph8bPd2
3hyHdiEoqLlXoInwOLREUHO2bRItd87YfRaKmDTfYeTN4pc6Nio6UuuAEI6R6am1HUYOFO93dTAQ
y1YIUHarhkdmPJneT++TMEmhoxSuMccmLeeXq4VMbpDq0zgFh5gIJ5Wwt9yRHuGheF3KJt4SW4GF
pRiItSOcyWVDH5pLjD1Q9wVmPszfpnkoK3SUpwZcLQAtNzTElJVgFDZ+TpYHsQ6sUEs6TliJDMXk
QliRYFa1R8KOm+pq8xLESWRpR/I2ljhyJ/xpy2vNpsqzlydWWUwqrMnYm6Ecnh30nXf5MCZXVL1Q
31xE2Y76Xqx6p/bu3HDCXUPr6jTyxizJsOkbnFy1R++ps/mDPOXftZvtG0fBROrPRBluqiL6kgVa
j4IchxXTlDOOwvjVM/R7WHybnd0kaHR9FPod71HWEIokVdzvFeFq1S/By7TjmZ6JMCnyhgX8Upwk
c8AdEeD1E2pfWqtgGhDcT020YNmw6J7U2E73gU3+BcSaa7/i5vW40JKogSkfcPxpybsTM4HqsdYB
CtXRPkvRMDGMG2s+DXq8Ibgov1Eu0XMr1UYQm5jVVERRyRG1llFIolBokx62KNXtw6xnQ5kFdlru
Kb70p91avbeHuNyxJeoY7G49yG2nQQzFA6GPcAi6TtPKsm8RrNzm+l4MLd1kQ29n7XtQ+19j4iTF
ji0t6gmiqQN/LaN57SVeiA2xSn4v+Sw55+Z+U1UuSntTyAcLea8L3qX8HRkv/1FGwxDvxywdV0M6
OPXK0lctfBgXrEFBtjyid/6MpiI6tQimNl3JkorclmJtJa77XJSpOQXWSChJJ9x9lSVoDjAEWggx
spqB6txj2ipVZB/aqPnA29idorkVN0GDlxijUtIb3NZlvu8bfOQrT7cuQAK/vFp0ej0xf0gZITfs
jEtjPhHHizURzNgbO5fHjP2xUqOmB4aydkMZM+A1LxwIe0Ymmqz20llOagiq2xyR1I88uHpNNEl2
xZCir0syfZAqfMZHO6SbyX+2cKWWaHISNpLxpF8ST9yVDUZWlt0HmRMqylop3JOKij6m1CcK9vEc
+Wbt2WPRHRImD0GFqhXliE3SKYNQewJlp/skDjdVm/c7PUmIQbC0N730h3O6BPrGssydH5F7tsJR
zEp0ZkuPRZnCXR5AMsmHwiKGx+2y+n3EmvOyDJ4Ery3Euxu1D3gomOSmCDgq3bzwlBPBNAYPwgMC
UzjegyQQEcRA2l7YiP9iL/AtmO8VeKHxFeZ4IMAO5JJ5IhJsDopKLRAdKxQLa9O69SEPvUeuqPCU
1SXeUiYOl2tn9kxcW42SPKy2rmW3IPuia7hkiTVmia/G5XwQyyeszs3YV+ginAGLG/wHmkeu3Kzq
TkZhLxNZS3CUIyqC1EF2NCjFW1z7Cf0umYtyUzIv3VZRrgGQmjN8mwvj98e4dyCNmc6rOWEzGdMy
1kiIN1leCTbgMtrFVr2HEMAKXFjJocwyXDcWdqaPxRnr5z4LrWMGTvJuocMjTYgd6XVilgHyynBk
Lmup6+c4yFjUlunCqYl7v1MPJHdMqxwRGGyzpO3wo3KNfc59U1WU3W4KjjYL5ieRE+wBf1Li9RVi
+DkGvLg7r4184opZYr7iDyIMqqaDnv2cSmN0AD/1fXYLKIWLZeliOviuXAuaqDObmHzrmvQ8hYHF
LChlfA91HXEReVz9e0H8n7OmK3FCvLlxdS/nwfVIK7PLS1+AZAaQ2U3TqgOKFbVifA+SQgv4WOLW
0UV+35VqzzwL11RZ/6xzG8s0QcrrGI0ZEsi67Z8XJA7TSjrRWcaqwihEiVigv5qXFbFzyZ69UH4S
nRs9I1aa/HWYMPSUoqx3OVcl650pO7ep+5jFAjMKj0nabpOuiu5Tmy9nl8WUqwQkQYxOnB5rTigd
OFXZ0ugeJFYHYSVsYigAoCX4exTC0yQPSTgZ+36SwJV6QOHIwu20Tp6Tnryush4fYmLlq7Vw+2A+
eg2VFdkmHfb9ZZ4b9eo1AfqSnPBDfQVWB58iM/alGaagWnkUpfFtijhXrzOZM47ELA90JRyQvayM
IB31kENtXHDSZ5bZkebZYRfzLPM7dwImfJa2XrNKkevOo3RA2SV2kgIFqkVfj+6u85W8GwUvLXKN
TTrlyZmVenjqCC7aZWp8Q42iMdeA6po5TFPkY1Ebb5BPeKuJJ21TTLJYlcQO8aKQo8VXpZo30FIx
Iia2js7G8+z7zonPtRK4dJQf38SVGAF1hFdfDBavab80g2VvkrRCtzFVaY+BMJtxYkDdKleQRZaj
DFV2Mnkq0DbEmKwHYfDz8co7WfmrzFDH5wW7yMzWwSWeRxQby5wQJok5R9zaXKVfYIE0cShld7FZ
vgFn6DZ50OQPmOb8jhdhTk6e6934hUMUQEyu4eBW3gU2V7qPButJw+RKNmOQdacMPQO+a/0iEqzR
VLHpzyWdD2RTQVGbuu41MDVbqxEswxdbFzIaQ+X85osl/avM5T4y0NRsoMQrPDmoSw1Dpr4JQOBY
bvTRto497tKpy07JaELzwskdDqc+jcVphpi4VZUJX1Lu6XI12g2W67xIzNdo2dmLG5fVh4E7h4rK
7feIlPxkxX7KOkbKLT9T1NHwZsDErETnND8XVTv51nP8375LFbOtadALa0A9gVMU+/EysXI9Dy6a
2FXeYizesDYofyzTWH2XbjDOp3FhTbwn02CJjqGFLseJmQeQqEbiMGmHQ/HsyAWY5BxU/HuhqIb6
GvuIiy4oJ5lcQrH4/iX1vSHZwr3AnKXzpN5CpcE8ONeth2WM2TluvJnjCsefAl9rwq7f8O+N7hOB
C3l/9DTA4K3VtD1piPgJrnrcUlzz+aJezHvhoQ6ERhchouF+XluxyTcinORXPlbjPbarBPCAoeIz
24R3jCyaBOrw8hShR20+dBlQX3utPnISGEjFUdsMn+jSHOcwZMlcnDvWfPj1c2uNC79fBdov2ofS
zqbvgtDSDC1wRBk6x57/jDwuo7AcAr/ZNm3JxTtP86VqcWo/c49UeLXsRMdbS5VPQFgQYfdJuow7
KSan54cQMDhtiQnrvoHpRsPOwDqOTLMP0MC92AAPfxAqo8q11aVEgYuRkz3XJd7u3O70XROo4iaG
h/xVAdZmwwlE/B2NYN1vUzMmGNOrtu53VUdBVWl9r2HUsIlMo8+M8AecsE3wMC2sMijk+n7bESCO
0RpmXoSWq2BInvuxoO6MrNHfViUGvFWjmsza2Vxe7HFtvvu9Te7jOuZWZRPcY5k8qAWD6Rqpjgx2
rGNy8I1DhInQMoUHQDpx5Mc0dq3H4BFc6cZueu81JrGECFcg7AW6LsQOKwxF/gOh0dxtaTJlKITJ
AV/LkWS8FdHq1ze1qqrfGj1muVNR7rxQwWB77rzxWiYlxaEeiZcmtEl9TXBB2pVjZfYbjOKSPmtM
wfPbgI7ui6jxy32WxzVVnKt2NSaUcRfnvsovPp1axHYgd7j4YXjaP8B0pO2qcRrrUuKLOIxqjG+1
TdovS69MvdRsMLPdnPTjQ8l2/0tLFBvN4jKzrtuRLO4Z9WiU2jVPy0Q1W+rGvStt5F67yUGQwP8G
RHRLNPy3uFxa8+gbhBsYqhd31Sw+q8hYsVHf9qjQ0G1E+ImuVA2KyBb79IQfPaQ7is2CvLpA4d1u
/Zh48N1AkN/b1DT6MVriQa5AjWQHd+QQ+KGi2I5PkO9B9OSkc6lNKjoSwnNfXAJr8R69YjyxHCr2
7PlpUGQ7ifsxajCtzPE8dPuUTEakx6woJvx8QEWcxQXk4nR19pbDy6xO0ZjBbOmIU6PoBRi+KeBV
kuzCSo1STU9uxQyFHCOQnjpLn8JyVvNmagk1ArmVzaBzHSPNkaF+MB2YnKDegLcu1X2X5BGyyigX
+jTQbf1EyG3UrkjtmExmhCxo+Jv+PfLi4krbtOTNlIdiS9w4ZY0uc+sBQ0zHLRVakptwfpSa5moI
baJZPHQdgBW9WxHk8sgkBnQVaEk2T2jrSkvWP0CZJmdKkPAY0a88acdNP8pk8igaoDqCYRRg2JE0
E8o1pih2V2DASTcMERZuClGJ89g4qA2rSm2lqLuTHc3LHcQoGv8pu+1T22xghvOVcxxspjqe09vA
JYr1IBzLmZ+u+/rfqTvl7k3RjmUFdcoqDknWBsRUxyOSx4HHXG9qyTrlPuzxaRTrUkkflS1Kzzr6
umbTkn1LoV98AKZozrrlvbsLGoLED1eNZASqtR4OXhxubdcAzvD0U96oJ7avb3nkf1tDbL9h1+ed
dNrnSYGusS19X/v8UTbCYzs5oFDiLx7nM0yPtn9qKLUJJvUvMUwFn2Cglmr3tScwBXXPqR2rL4rW
T/BYD1HXPGrh/Kqc/IwnK1gXebXFmv5JfGi28YL+mMTLI2apaMU297OtavIaA//NcnkbR1/dQ4tk
21y9+9p7ymzrzpSef1bIlxipuVQzqbqrpg61hbkxEQ8ZASKf6MDfVUrqQxhk/q5qmg5qMHHsaeX/
JItUfJcOY+esj1DM6ORzEuRlwd6yooYRTcQcpQxgnF55VWxLW4ZG4vrA9GgVaKlXDlvnNQirQ9Vk
zzZhJcxhqDp52n8Zl6fEGcVjmqtX3dER+R1537IZ6M5JXE5A7eqj1dDnHOzcVuAmQlUa/wX20NJu
62Ye+BUCqb0EiaJL3vGiz1zQt/HMRo34Ibw4y3Tnt9EhXeQjQ52LcuqjqeU2zJl7lD7nlkNP4c9q
A6L40LR2d0Rh4m5iXCmBPd1YXX3rUsMjRYUnQMIDtPyrKDY9G0k2bt3kELEAcdljSV0i+3cWkcuu
0NmwI2oB70vOKj+amjsKrm5tMRNIfaAM1UDmkN33L9Ec3GsnUneNm5wVnRQ5pCxxAmQ4L23v/xYI
y87O7IUnM9LmMrRpb6yiXbB5TLfUWui9guAQakiEfm+vcxn/SmpooqgZPuG3vzuySLemxLKQWdm5
U8n9OKm9gesx9rP36Jb4k2x/1iukOtGp5mk+dsqqD17N3QStDH7vELor+p7mRnRtdvTy+UeUWrum
4Rfk9l9RuELPAoIUL3gKnDbYT2V5q9EioQnOH5WPPZ4mMubha7OzsvzO3brX7zymR12q8Sueetiz
Ho3gnPFpKtS9myovY3RcU39EsXvnWPnTUpWMkcZmvkNiOn91XniUSfw6gF7MIE5WCCD3bjHfMU24
SjLcR4fq3V6a7DCPuKSrmpavcfxD7njOOXW8jjQJfA82NBCes3G58yfRHFBw75EYXOMRDI8Tp/ea
RWn3xI9Bq7Xwelwb6kOgnc+2pPrFkApzpmkAIZNiBWvG0cyaxaUWZrgLmaithqZ41rJ69PP4fQjx
ZiPW/U21wWDAjn+VjGGKyL7Iiso0zrKezxX7fz5ED12o65NC6kc1gioEAVs2AJgOZjD/qev/SGZ7
2jEBuevT8MON2xvl+B8qgDYPoT261kWw6tChr8Lafe8sPFxJttyGAZgzaOfnhBjejyjFgOR52bEt
vZPdtyFxhUge7hBlgjei3xYxPisvBf02JKV/YM7PoLS+epB+urVoy28Uzma/pEV0BsC9PHVKoUZs
UvGg09B9lku+nEkIIwi7sd+QQhTbFDXVesiVtSGrOocX3M3mYMqye5t8vv0aQMg2yHSwG0Q/PxIq
t5xcsm55PSdrB4nRAauhg68Box41FoP1hrIozcHwXn12T3lMILv2QLOFIBICg2kjqVtnF+TIsvqG
4Vuenf4ve+eRJDuyZuettPUcZVAO0cbmIAJA6IwUkXLilhJaa+yJq+DG+EXVe3xVxcfuriHNOCmz
W1eESMDhfv5zvlOm5cXJlzum1peQff6q7mv7MDT4TZO532ZsSHVT37CbOxUGZiaV28qLYrgeNBZa
gZWAzebwcKElp16jM11hILpG7Ktztg5t4iiSB25cC08E96yx1M+NuiS7tI3hGBIp4eiSLN5QwaGg
LmNr5N3JpjR7nafxuU/Ux7m2cJVQEGYinx3SqKq/6QSatmEPma7j8OQ5jXmMi5bcUDTtCrffjfa0
b/NcPoQVVEEg+1rj2amxIzbHcQM48kslCiTDJblhtLiliTE9GdnY+aBj0mM8dNZrXGefprMITPg6
KDyne1y0MbowCqLxt4YNBBlmPyVTswmj9tLYEEqjRt/DiFtV8VCjk+fFsx5fHRl9+REq4UcFXX6U
nOhzMXW02Y8/KTdJmTJiWyl0U0DyYqVdODVynDTQNziS8q+m+sCt1LdXaATAEeJm5opT8VcyKm/2
3MFH0TaCdWQXm9kXBxwe8Iq60eucqEf0QhxyLfDAhDkOKdTyR8usrNdwCY2Aa483TwLxagNLTyS8
PxZnFF/0QW+iyX6TcfHc84U6msZ7roGHTHO1M1OLUgJ5GuTyDRUNIEc95o5H8BBuqj714Y6BGGDL
nmoBFdHcDOI6LQOSgjEQwKIMPaZrEj9Q2T8Zav+SdKLzndp5ojUWhBbU6QWGzJWWV+vdDfvCeY3B
A0WnN9Ya4ohXRCg2/JsPjtVx4JH86JpmeQd9Bc85qe1bkEMBRtHTYDgdcoJm6u9Zgh8DF4oBdCh0
OnoxIG6x6RuGGONvb1NW3nC+pUSgY2FJS/eqt9nnMer4aeLE4xKFGIodAJdRp2xQYGw/jNzyJcPQ
fHL5KX8JVbbvmiJe1KUdW5dwxcyIHHmgPQvmUAoDRyFjj9mee8OOqzC2yyClvpNmA0mrGvkK1pK+
6KcJ1i+I2CTAOTGSbAClR3TOXh4dQyWGOtLWA5MpVCD24amoXLixRjaU5wFVIeQ7FguZ8pVZll1y
Pyz1RNu2Bkw24CQ1Rvc51lpCOB3jmhlHyL5h6fhJkfBPaj8m37rVhUC2wI9OjwJbiMqKYBdbkrPt
PgXhmQGMHAG1nvh0dnSOajMW+wyFNsjRtsJVlHbGBtVs5ioEw12FsVhjQH+b8/yUmhNSK2R1q8rw
H1X6vCY5BcdUlIFepE6Ahw7VfSBce0Pa7ZQDDSebmMpbrcXtZaDvNPo8BIQjkZo7HmuLui+6VgZa
qHyx3NwUiwHts6OazgntqyQ9AQ2DoCdlYiIgQIxJcHB9CYomPW4d05vKunypOdkwBhrPtUzwKeMU
dlaL62wqYOfsv7nCuirAxhMKRiaNUNCXfiJLXZSEluVa0+lpz41yZE8B2CVNZAbyqhqWlt1A0Ro4
vZVMB6Brp0vQI4uGQWVSf14tafqRKAWBVubOk7aKcEv7vZWtHVN6/9/G0M27r3//V6aE/5GR4fQe
l9337wElv/6F30wMpvgFlIi4pjFwumhUGf3dxMDvUG6E9dY0+C8PNxxaf+eNAyGxKDfjb5IYceg+
5vf+5mMgaP0Ltd7W1RCEIG46OGf+gpHhjzax6wtbNltWbAxULfG+/2RxUWrOAnijqLow3GiT4LU6
9laUBiI1PmXn5H8JgHB9OcfiRQysaXg3VOtPrh9zikdQTNX1KCXp3uDcAW6b3dfvvv9/Ypr61Xr1
D2PY316GGKJGKpMcjvmnl4kyZWE2iK6n1a7l45gM9ylBxTUZEuMwJ2FK0q4t4M426GwNybubcjL1
326Iz+nfwu/yn7yLX1/lz++CMCRVTbrFx/1zn2Ez1Wo/VSNZ76opP+j4C+/oMFsSmfyUZSm+2p5n
BJJdu885lxPKjQaUEdQlv2jS6tayU/2N/hptpeVGrm8oDBi+myHP7nrRDJdejMl6KTu2Eq3CVkwt
M+0Ar5RWTrul+C1ypcNa0Ji7cBgmAxMpZCnkP5qDsTkW69pIus9eZCLyrdjm9UerDUqIgG9RUYxv
SzPfmm4lb1hItbWTRSWxvHy82IrOWJz5qpcPbOjWmj3CD//rS8m5+i4euub7uzu9V//taqb6LKu5
icOo++9//GX726/5oVyrAP7wCwC0cTff9d/NfP/d9hl/9bcf3/VP/ld/81++f/1XLnP1/e//+kl4
r7v+a2FcFn+857m1/u9up9N79j7G/8df+FucTPxCxZggL4ad0VaZ1/99kTBYCGzdcmxhqFfLk/2P
OJmCoQlDgutSJ0nLNcQi7t3/vUjYv7BPwZmIm09ww2naX1kkrkZNrG7/uJavKugVIKOSK2Phoe+G
9/F7b2AuE3jrOgdGHOTYggnr1suxpaMqYD9RPkUFIu2KzzD6kWM2wZQ5YhcVaFmxC0+7QMM/tIyL
LhZjy2BKlWbPwGIhflNpx9bVQEFY4UhavUUOhmje7cMpK3dV1c2e5UJW5gze0JMnrBykrDu/5gOA
jEXed0vh8+ZIYpWD41mjTtPOVD2ZzCt4J9g19Nrcc548VNe85TiejWYS3lwV8BBd5rxhBiJESStY
rvNwUBuYJZam/Ci6+9yXacBRxW/xSu84v2XAcwAoVibIXMWq9tUIgzVK4tJfXPBzQ8uwLG3kpa7f
59lYsb0U2x4xIghNi9evtYcwT6nNLW86UzGDRc0vk5VtiJUwQFu21XVAlbBnh0APtzZd92rq+sPY
tmiu0RkUHGS7dkE1Nde43U+mkj5KxW+Ziph55p61LH6OVLjrxgTZMmYwQmbHqt6khSaTdxbTbEP/
Vts2elUR6jxs2WT9hKZ4OcfIdV9nxi4OydVN0l1PruNzHs23c55SzFNEKf6R6GCW8WejGvkhdR3F
V3r82kxbiJL16qfRmeQJxVdUIU6oyh3jdUHCUOTBkPYnt4OAfnU/NGKklgIK3r2jNTd12u6rDj7/
Xs4A/8iBoCAYyMz6WO7GTnvhiipolRsOutvdk3Q7wuzA5TLoIIF765aSo++GaY5ntMXOHaZhK8oJ
YuW8pXSnphww3Y99RBpgyb/iuP8MTXFeLK6lBtZprhLDSWIFrWwefwTX1joxi10uJIzcEQQfJrGg
NPtki7xC+F0kfpNAuEpJZOjgbJvknKghI79wyPYwL496YZuMtcY4GMkS0G9JrlpjymmQs5BxumXu
dtOODGPNrP6UvfZZlKbXz/POSOnxsi1cOS4J7UZD0pAM5KEhJ7d9mn63sbjTmuVHJ7yzssNuwskN
nbAxAlcHI7DQuyoqYAhFGz86ZveYJu1NWKkPpsKfyB3mZt2seTrqgedMhm/LaFcu9T6yio+2p/zH
BuL5PpjNB1CJF8ZoDPwI/J/hO3gouxfGgJ5BEEZT2G5qkU7bZPcV4nfWqT8wVOshbqbitg5p6jKM
AjiG2mvbJNQ/6STV95HSkLWZXHozygr9Vcn2dSre9dHAdrdw7YAcnHeAFVZDfLuEBwHa3m5bryA9
Nmvba7QbyePLmsVel+EGf2FPkZI2IT6IkACp7nDz4zig8RONe1c0G4OYeL7AVG5kME/Nm2ZwzYwO
9PWce4HJDDEilb6RZ6N9AL8G/pLZlJlj5LjWtS89Tanvo7lpiWXb1TMBya+IVhFyNgPZAeT+1VLV
GJRUes360q7eRs4y1BA2Ralo8CYXTIxWyqgR40UpiD2uGIbN9446Y7ka8MJVfE1zLD5FMpgg3PEC
5AmWDyV2zB2WHTV6Y/Zs4cl0ZjqJ71QLk8jZ1qoc/nNFImwbxaaM924DnwVwj51XOO/ImwGE7eiv
PUB4xJbeAiMBO8AmkqT+EGFB4txlfDRV7pxVN4obT6Mh/q6LepMeB2FWu4mwCTM5FEKx7pIpQlDv
6FfZcAIz6HHNJn01zmrVbNrasD5DNQT00hQJB6I2GQZW52SpaWa1mL0CTWzIR/l4aWq4w6GRDF47
zJSnMR7JkmDhecMRCqTSqqqrULqrAlYIXhwjK28XXVCj1DbOJsrM8DWnCFXS95b1Dt5ZLQrBW5pD
Qaal3TEp8cTcpS8YZbL3dtFu6GE5m06inMq2MC6lNGBjlBIzhmnND4YGBl4g6r+WjVN4k5RPhkt+
JR77L3Bm1Zbgf37WuoFbpwPYJPBtuNMW5+keCCT2sSUgIrfupvTQifFkok+5cbjOGRVbpJ37od0O
DJUx5/PFl7cjoKTBdTepwc9d0dYKsprPSjtvw2Wv0WXFUCKAaJqfBndKPIjxlxibDwwe+dqS/nNl
ZR/Hgf9B5c1iZsBzc5WNWrTNY3sLkQUDlXC8KYm7huKDoMcHeM33oM6gM41VL/dKlFEsMm6MfhBv
kAGJdpGhW03CAnDBXYSk2z8xo1g3FAZDK9m3aMHkWUGocrDn8RndW7E8OVUYwG99kKpQ8YMiNIZz
lB+nmZ2lrmLjCae7rFTynZllh7xJ0Tmu3VqWkAPFvpL9NoDssq8IcbbfIHbh1ybaymi0eBsNmDY0
N822RjgDUbVtv8mw0U3V7FcT9x6KgO/IKL8d8xkPK9PYXjmaIU4FTutpo9440athzm0Ak/+Qt9Ut
TuC1YQDSh+WNwL3pw3NBtMwH9vIE6vpYVYTHMpRi9heD1zSgHFR6xroq3WTMPWy1+VERva4cjDN8
NlKH5rJBZ3Z8bSKmKPobuwH41KA1ilUPCfjimtO7HM+0DULaThR3M+ZaECFRucsRKdrri8Eb2C7x
KHWGr1J0TyYzv2uWdd4RUol8Jdexf07GtZeIqe1cPzI62y/RsNwwtN5aEKWPljEHItZvO8EQnBZA
Dv1TfpuLNMW5k1yW6L0YOj9nDsLYdUcxrgbou8d4WO0JpL7mi8pUngwcofWVrHv4YF1ycEoI3Kgq
vJf4Hsc16/HGslmXJzXfttdMclwBcgUh/mMbNO6YykfWlFun5EKqNH+cYMmU87pzayDwNRdAP/fp
hu7op0qvgxkpLlS1bWjnr6FsThVliSggINZsCDzFd4Jnd8xzH4QsZglelcbiZ0N0QGa4F2VxTjPO
Mo0aOoEjpmJniGkDVWY7t1MwRu5Hl9qeGd+28hjFXFs1RTSUe+J/4ZFxubrFro5zqHCDKX2pUsI5
PqMybdXZyp76SuUpeHYX1d3kXbmrSe7pwJggFa0NHIzCtp7V+n3IlU+XiU6THJl2qt+4og64u9eY
ulZXjTWT7gYP1WOu5dIPE1vfIDPlT5z7njV6lB+4J51ViIMa0WeAKqBusJn/WIlxHUbd0wCNz/Tq
FedRSctq1NzjYa5nDxwbYd3qGYrPFV+s+c48FhtRmpI9dIGdm6UQvy87PrlqlRuSg3zkNyv09fTQ
xnd5LNCh8PG0MabyMl7C27Eqn4UT3yB3p9QbmRsuNWI0xL/XsewP6NHseMr3CTN51Tk3bqopuzqu
KK9Imi1MGUKVoUo4Dhmrpu+haYM8aZeXMR4KnrRvVeaCjKs1SgOpy+ntDQ5UUs7qjdkpxdrWDWdL
7lk+JqPcuvGWYteXJbfuMox9AIvMV7f+GDL6SPUIu8OMdV3ad3YVj4BzVFaGa2jAhFqGuQ7/gCVt
8C3jOhY4hZnXZrMORdm6QYHZhO7SejH+VfZEefNYFng+V6plLp9gk7FrctMNR2MaEq+vpyVwOn30
NF1JT20xZl5dmRcoUrgLKnFb5vP0uujt8gMM0It7BncM308J15Df9LduNz4u9GOR593bS70DqwbZ
WyerDAdtrjF4z+HRyOyAiUnQ0KCDHdgXJh21Sm4rdwt2GBLw0fCEP/OSUxnJ1Usf2tj65FExz0dY
GGPtWZHWobHl1sgHHPO4ORwlowzAPTpTdExiIn5ucqMUznOfT59Vm9xExZ3biw+GW9eHy0uNnS7K
HV/2/bU1MfFH2VgXoRXKdrEY8LZmtlNCXMRdeSA7d9LB9LD6j3wORJq4x1kl1AfN0s/0agSTpPnQ
JK06cXAlMl032wqqGj5vPniYlPT42LeVo2wikJ/u3H0OeWltOT1E65YAb22F27ZN1hWm//VQ8eW1
grx1OKTzlkalR+R6DnO5Y67g7l+wJZ+Ym2waXe6MsX9kI7jvgWcEsgW1XdfzPh4z9gTPtdO7azUi
cl20JvVtyn5k/YJn8uHSIOf3mdxgoKek+o7HykXwl8izjj7uPzgSDfgnRQwrAF2EV6b+OTWUNdL3
DaHTZC2aK/ws/g4nNejD5Kl3ewgHeA4hn7+Y7XSiiI97293O/Fgsue2ymR3Hm7QD3GBH3WR7WyYW
z1fV7zKdmgAOd36WFc81rLAnpl8dZWTO1swZ6ddZH5iael5insixDTetApflhcb4bFXGW5GZmgeE
6obCrvd6if2myB8jxh7rBECBFmtfOInWGR1N+3Y414jf0m62dVOra1WBE1CZtyjqzQMOuQCDF7g8
nd0pPtI7wtHBuNiMzuLxJ1waPiKeLJYI0jadzrpK8tzw3Z7g0aS/IyL1q3w2vmRkNatSRHRcTflW
SaciwMYG4aALQEMx03U4fOD5yw/a1LJLNN9Nu2Adcal4CMX84CzGR9iUF473Gn3Pa3uY0BaCru8D
at1Sr03twCzD+7GvAkxi92MS+oNu+2hfsCmMr6Jtts44PViyQuxm+kpHXt9yRioobHUObmYGTZc9
UpRStPmd7Yr6Xgr7ag/eNiYgFMoiKljzC9as8ZkMgX0ifggofLGStzR1KFnU5IQfNKppSKGX99oT
iLHqM4xidWDZzqLv0OiXE0gIDEkqzsgdV5RS+h125GcqMOJVVI7GLoLk5l/7hi+tple3qraoxzTl
2qupL1pj+uuf8yIjKoXeu8PnMnvNzOFZLsupztnimpUNwRLXSMB+PuJEzQUM80XzGIa3m2Uhnykq
NSCt+SFxPkVMukNtl+Ya5nFRT9vapiemGeSbAl7wEflO4UAX6h/ZlNXPLem2TdRATHNDEjWFrBjt
mE7LGK7H+1RoGtR2ZdzSQSS2EvAE3z04wiBi3vxoRAXRAXhmpOKVcNbvxYKrjdcvOeYoCE0XyaNs
XxVwtejPMWFNhjrLPGw7dvXp1QbCXLw88mhJ641NoJf5JTJHm3b9KSIOdC4sOe7zwonzABPg/EWg
lJ6KuZ52rEDlLmyjeQflQtkvDNIsUILrsm1CBINYD2bcjj6Yyuk5dZd8R9/49NJimoWaMpAo63mb
99Y0jT+S/RTmbGFvCmOQW4Lc03mS+fyVCpdDr5rP/lwW1BrAUHEgAyacgko+WXnEixj5Wlktmw4H
4dpuQmejcD28hz2lzq6Y0w8W8v1AysSvF8asjup0k8eTavo2rwD/bhjw+OupZVxGq5vXU1+YR8OY
VHiS0pTbARPzVq3Rp3OO6m3SEN4WFNCuaZXk/FvnF4fnITV7uAuDni//lBdtQfGOUq2J+tHhMNgD
3JirvlixlFhYyKCAgNpfxI2ld/bHpOcJPqGU74uwZbJxVfjQFc3elwGW0KFMKuOYx0Pq5Zp6SJUY
d9piYS6kkYt/ZlTL7o5kivoWiqh/jWxdZU2FZ3ZHcRUHEmfMccXHBZsNvOqKp7O73dp1h2sO3sq2
NicOsbmIxVehZpRFx6RnaMuSXbojw94cmrRN9wL1+piwPXrpQADvkt4QB9rawmZlS9ciqaPrcm/w
qowxOxrBsrIRbNfL2njm/ETeSOEhI1V7F8cF5KdlJ1zrTsN96RWNe8/0/J2Glk3N0HhMm3ATaTpe
HEcjyUVcy8l38HcJzc9tjwJQ2qXjrCn2mw9gLFhG5MDTfzUZUbJQhOaSkhoHj4P8cMEHqnsNQ9Vr
dgtzv8c4WXD2KChz6xR1bXKc3pjXiQlhMFvel2MRbVS+lVnMJEm4BzappDLR62k4br1wVOQGB38S
NE6leThus3bl2OO705XPw+Bqt4o6mewDikNmjKdKgRoLc7XzUiyQd9qy2CfaIe5LkoO5U9zNUzts
APB0/basIeBtmrG3TxOcjtxrspYqsKJ6Swvteqcypt7lcdKaa0OfMd+QU4qxXzDo9buUJTWjMXBT
TeYHRlDoOhri6ykEYITFKMutIztkzS9mBbU1NxjEUpPR1XutKqlULTsJrpd41hq6afWV6dSVrBYb
r9Geu2C61t9i8WOrrRMAxX4i+uE1qq5sxwWYEqsfbtSVokNRouASlPNSF80jdbUV2Sz+3b0MG+oy
FRg1i20O20QPd51r2/Tdqv1p1CvHN5iCXQxzuW49FmfYjaaWoSnact53CBU8XtOqPU2SYqyeCuGj
Xkm9YQnR3MAYOSFyby0aokrX7RBlgPZwDCx61R/CXt009tB/aDUMLdrohhUxpWrV1SXEAOIMkbHp
a0JBJBPu9S7ndN8b6vRpZ5h6RMY+hANzKgiphE60TniI7zhe1d+MheC6OC2ds8sA3iyLRQSoKyL3
a7XIJbqOEXRd9WW4t+byVjgCo36Xh81d5hr6W8gZzF1hwSFkptBDv5ZJeDA0VuwkbYazbodPZl8/
pmWLsNiFd9qAHaBQdMuDj7JmDs0PrF9Mvl5s1yW0TJiRDx32nUaOr65UymN2dQJmdrbXWWs52sRv
hqZEuI6aV/I2t9rUXQYwkCwj65Gvkm0p53DlZmjsio0FmCzTHKFntC9IYPyRWb50Ust80JjjWk+A
ixZkU1RYLQpBacGWTWSYfOQo82Ntv+ql+YCSpG2oVDVX4H5vx8meV+pYbnJBp2xKcRCTyKeWchYP
RG53h850GxdTEKOtJurFWDT7CG/zY2L907IGvVcRZn2EeVbfKQpiOtnv2IesQ91Rx+Zk4E5yFNDQ
NnodeKkg0qX+JucSpCo62HqEj/YYN7ggW+xnvXqhsYcojOOcp5adg3Dzz8wkc2KWMG4kpY+kP+gz
S8i+CLX8FFwrFauyRyH9WU0haUQww5yc8jN7fMgss9ss5LPvh151fN2cjjVgaZwKn21nvXfJI6zq
tSpLP14GY5PZz2XGBKKfJJpTl2P8TqvZ08Q7hHW+xNgG6eSe5gmkqIIA0Mzg1Ux9WdWqhpiSQOKC
rVGijYmwvIVL4Q8tNZBV5fNRA9JfHLVnP+/UgHPzE654nuu5OaxlneypPbqmyoh6JqZ5b9eFRDZt
LmPfn6ULQpAD9HFcjE1MiBoyja768Zx9k+olV9jZ94NaJ9uUfRoxsHwLhCU+pRqbPMcxAshE8pZu
j4RYe/NtkKzfklktbhGI7yd2/Str4KwsR/FgCUHRNeJ2Hduu36mAueJxy0zHfAHhyqmgesosWiKR
6T1m4N9jnIybLKo6jydTop7jpFAeGXXjayVIlW8A9r6iHBxIoDFydigZ1GlJtKdpqw7tXT2XX1Xf
x+tFjmzRyvwHOznylvozFdqzU/eJVxq4PkwTPCgldPGmAY4eoKg8jjGq+bXAPlSra9jXXk5KLOsg
H8M2MLO8WoMthHjUGsdynt6sLNu5AO1AJM+E9PPyghqvrNqcSi+i7htYZCYNhy3DI4YZO0HYsTTb
+loPJmAR9JbhuTikl9bZqIZUPVWr+ebkmv7tiBhmJtByppeZ/kavGNxj2i/6iWhYskrhyd1Nvaas
f2W4RRQrzUtpQqyNID/3XconXByeucuR+MqdrGI8TqF+sXX8j1qS6G+9iMatOqo0OBYhtmaXgsmz
lUB/GgxLpcSEEqep+3KaVtCfmLYP8zKkrzzIpwOVnx+LIuNXcwmdG9nKbdFzuWBe4nhCpTA+wBB4
W73nVAS7CXuldOK11oPOIwTJPeG089ECzx0YIPnMrDzKntpb3KeYOt+nGsEO2UNBkmIwhsP51Alt
NU7jt866XGfpS8QcpmQ8tB6mdLug4rCiSUyspeoDwhMn3eI+rWjIak1yq0kUFDOfmm3eyh5lkBnp
Y9101i7TQBlfU4NaavijovBDIg+icI6TxmNMwTI++47Mmdv9JG39sqRuhFss8eYQgByxWYjfIPIN
img3eqytOjPZF7VKHEKgarNER5xwY20Z3kStNNARMMjDwXpcRrrc7Ziq6GRPW8M2gRIO7JhYc4uk
0m6jEeRBKusjlOn6ZlQ1iX02ZJijs1TDW8BV2SwIUUUIyyymY2xK+JBoV2V1BCm501snY9faiy3h
S3zS+dYERI4fQ1FoKYWMAGLxMsscQ/30wxSLj7uc8UOAcTCvO4ToxUVgAlE1eQaNmLthVB/iJH6c
Gmjh0HF2Ji3xM1hKWWgnASEiYYi1Yup3IOKw58GICS3W8Lky1ww6YUD4NzmK2Ew3CP+hOKruIaPd
AOqveG4X3Hw4vp2VMwltzzjkouDTG/qqXddK/SqZbhPnkyZGMyabpVXBAc8t+NAE/lTjqUxe2/Gn
bhl2KFz6EO/wwOJh/iZP9NZ006qxzW2ZGxoDLCJTEd0tj6Uw8r0gAcC85sYYlksZx++l2rwCqKbK
XlZ+386Y8W4IX/Bjra15tWSRGSQhhH2XE6arKSvd6BVgbq3JtiHUoIX/2np5N9TY/akD3yfxGEhc
d0hU61pVD11IFV/VsToscDPXaalygFBMegpUX2jBaIG6S5atm0PBa6sSZJsqOyz5/U0+5ZqXCfyk
aTztJ8OgeDQ3nUesZzyoMbF4BIVa8GfGZ8+0Y2iVzXXEOSikwzA3R14N99Nrq+VNJOVdkhxHQvp5
UqlAjK8Joqy81HwLxyXVWMA1C8sv729OeOQtKh3ipCRmvmiuOzGoP5b6mQzN+NExPwywv/Hit6ql
QJ8spXtj284dsPZ1ahvnpEIHomPwKdXh25nuwo57eFDYa2wXmoDJoLw3XF/XfMX4ZCDIkpRHpO6s
O1UPtws2UP7YBk2VoUZkMiHn0Y41F0XwXqUKFINGSvth8kj5brmKR+PHWgIalHW5MmmdxFEavuhN
EoyZw2RRxwqUM2wk9LGvw+VesgUx1Yi5MyOSMP8JseihaMcrLIDjRvRsW3nUnCGavtlVsTEc4dU9
QQQX13WRyEM45gejpn/QXqweF3K+TQpjR1qE9kVgeZ88UGjOds0qKJR2U8ao6/jGG8/FwssEN2Zz
kBdnbq2UMrzlnrMQUVeGcpQPmB7A/NIrM5jguj1eUICRu/pqS50PxtcvNv7bPFLIZXC2T+zsK2zH
k5U1z+aVFDMb7nqIbpkIrQeu5FRjQS5bAyd6fSzYFObP2Ug/J42WaEVoalYfUwyaBQZBXC/uNHnv
pNXnaGT37chdplrqzrQ6xMf44MLjT7TwJbWZ4Fda9ZNfbZgzxcEdj5C1psbXUdmM6C+gNOhDfMoj
7aNPrfKk9w0Vp615UMO+97CW+vB5fLcY5zeLvMxzvHQD2FPEPxtRyGPPuO1m5XUyU7+IaiQ6MZJR
InvRJLDNbSiGRFsTeUM2eu0C1CyG6RKZoeeoIyTREsd394PWyTxTldxYcn4cnQSc/1DczhxWIe2t
1Grw00HhOOTUB6frDnrV3xbLa6gu6wofnlrhA8vsO2S7jRGZG7gR/tUZo3MtSqPZTBriXWlTbc95
NcBnvsvgtWyMucWoRcqLMtJ8GPiF0920FY9mMrHYFc6MB2CIa8FUGp9KzbofNt2pABPSsMa7tYKc
djfoLftMLB1F2J+NgpJs4ymnQDFk8OeaD4VN3nRW91F03QqYo8RMbXECJN1U8ER0lBelzpkra8Oh
tcmap/NGM65JjvaYAJnmKes5Q9/uNJ061mGrOjmbSK692Nl0c/QJORAHPomvsmTYQn81a1wW2pcW
LT8tZbbpTRHQtkGwLr0nMPMcUXLdpaEfJVAkaLXxeEBGP0bIKgvQa00kYscZf9Xklr8sWJqonNg1
1nxqtZg7Sx9XdRo+q8qwp1TbSfI7tptjkDAlnpJMWeXJuyDqFJrKpctbn/CQX0lGuwvnBoOzRaMx
NtAPPca7ylo6b1EMVNy8Q2Yn6aU3V5CEGq3FEG+LBScAXFynXTaaxAaY4Kxa8JBn+bvIzOfBns9o
bpk3oe1bBXEJyI8uDy9RR3fEpKTC/Idkr63O6PRJNX/rkqOTnM2fiRaRbOGLEtU91SMPi9i7RecR
cH6Ii+EGaApNOSCafKtq/cmNOz+h72SiQZZRIxHbQeEc7XBlzzwf/aJObwzYmI8t21MWyAjBFTkF
RstezIXv9HSmLtry2bJxipv0AfrEg9OO27h3mJPn7ilZnPpYq31ygyVpOYO8OUz6wlZHfv3OVfdP
TJd/sn7+alQDoX7VSa+2VvhhfzSqVe6wyLTg0pCQZM5zKq16YxZ9+lXYTfZcTyNCalzM9nEaKqKl
GDM6nbQWo17/P3knVzTf7y1z9tV5B6BMONQTYq/9kwk1jtlo5+CEVtj32neqJPhJa2iC1MtSY39f
54ryhWzvXLK+bB+cDmYMg0tC6jBD0u9f38xfYsz9P+eotP7DYsjTe9/8z//xGQM5/M2g+atV+/p3
fjNVWsYvlD84ts1zAwMk6JS/myqFBb1f6LpqGL9Zsn/vvFZ/MeDE2S4ea/77B1OlDnZOF1gtcVWa
QqVd8a+YKrFg/v76cGBWChUjpYb1mxeiNOCPV+qS1JThpAx9itT+X9ydWW7dyLqlp3IHcJkIBpsg
X3evbqtv7BfCsmT2XbDnIGoa9VSjOBOrj8rMOrbsIyPfqgpIIIEUUhTJYDT/v9a3TNDzarx3a+J1
NkVHIvPcDuSSNjWCqXopPbblnHwZxKC+1TUF74/H6vJR/Huovv0pJkBe7spELc14/PFPIcmrga4Y
TwSuhs3BIfNso4y4O6gqw8qf21F7nXph8LVGCPEbEOR7AToZIRb5cXLRxiuCspC+fi8sdWsM+41F
LhgE7QcPJg6HkvE1Gb0dKiLrNxfjlf9wn1yMbAZeHDEMNlCqdxdDX+w6RuoBozfsaTNF3RdimdP9
xw/z1xfxvEW2yxjz3l0k6gkjzhyj2sg8NkkaR/k0o4i//fgqP+IHPeCj/H7eFOBTGKGAEn98blXT
t3SbOkq7fXntGDOSnrC+89X8Gprzp3SuTrw+x7fl/2ZaewuN/H6scGGoh1Q3ELTDl30Pli1dXxth
yy6TYGiUEh2IrGmXYi16BH9nt7sAlTCKglJ8sZb21WiUPnuhABlp3Ze4CjtWnk3g1KD9rBomybTE
5HGI8sfH2OqJN7ClwTnWyE3oNHkte7rIrKNrD7rYXdt4/DYd4ePvekqROnXT4KQupvk4jY6SJ5Je
nqT82WDhLLUhMW91NGxOyBFTkD1o+jrgnWPjoUisB80jCw+W7mhFmG2nyI8mDo1FARcd9BEc7OM/
HYC8aNwAvm8KJTkjLXPCd4hVamalkVIV3tCiAcQNrXCrY1/95io/fVMKwqWDDYJoSwuB+LsR2MZj
k5stMRQDBtON32qQQSIgpnDsBdogBPwfj8XFJPLjkMDXjMnFdBQTrvM+pNWF7IXMUbcbk+ShldEV
FhvvGvnxYtXGmEd0/ESh5+OL/uImXeTowkXhxlLvvMPv+n6Elt7lUKrS7qrRVXpoowZ1p+VfFVOc
/eYWf/qol2XEEQpVIjO2XGw83784MmHNXpseZ6so6da5RlvV+aP+zT2Zy5v54Un6rkC2D/OU+Ynp
8P2bM8lMGJi4NsDNis+ex80jnq8oK9Zl7N15fXVudNolNTOUUOenWuW7IiaRiKOZVHfu1EPmb+i6
/3n7/1/vH+hnCpbwhfbK5+bab+PyPzs0/vU/stf/enn9L3olVfWqmT2/31j88pf9udEw2Fv8YZIX
bSIcBY1Jus3fO423H0GuXQYq3yFLHOPmL5OXyU7D9JWg04RckoWCueAv+wY/kqwdNjJyD6cU6o9/
tNF4Q9H+e1T99Kd770xeftjEXUw2/UmXn0XUxxW0ix7bAMgikuFX5nRERocKinPTNN/X4Y7eLkCP
xNnSdHKC0wUKSXKrWrecG9OD+oq62BYnxLHW9ZUbHAkFqihzIE+dH73uPFEvcV9yFCcMrf1a29em
fR6E9HtOItSAao04il7DAmBJjwZayuoUlmLjXpXeuZ1c9c0ZRDdAiMHZHF82497zOMoEZ4jiEVwc
sTGtFKTvuT0itg8NpA7pM+7RILgZ/AcnviyN15TzWWcfl7Jk45OdQ+8ku6DrZPcnrrnrgzMHEkpx
NzorIHiIEYzkIPVJNHyR5L5o6jocxgAC3OTTbWTdEbNgpI/m/LlPT1R0ETQYyk/ciZrLXvN7hp1b
UTTdO6DlzIDS3IPvbCRkCgod6eU47SGL4jqI/HNz2CbZ2dIqiU7pzk791SRg/26i6HTuPxnlbkHE
QPGykit09QHMA1Qq89PGCQ/GeLr8U+5m+zEaryFkVQMY1uQMy2vhHCGP1M1tkF0k0cFw6FbifdnG
KJSgrs6bNtlP7qk22M7RDb6ozJ2s9nX0Jw79H00Rd2XOPz/as/7vdGu5bIH/81xwUf7rf37Jn+O6
45z1/emC/+vPj94Wf3gWokWo7AtpX9h8U3/CqS0+XhMHFSZjxb/UYsv6P75O8YfNEikI1sTdyaTA
7/vbsiXdP7yFM865gg/etLET/u1Wu/rzY8bo9h/Nh8uO/d+fPL+GQwxdCQzLEDbxj75bSIRKHCN0
yNocBdXh0CidcwAoyXXtNvA/v3s2f137+9D0dyvx27VMtqPsReG5C/Pd9JL2CiJABrvT80m4XAfa
gwkUIof4ShG2P7O8NKx+c8l3y/FySeb1xUPKDoA3sBxovttHOShs6RoBKDPcoaUcNRl4JqP4N8ei
X9yYRzyRdAgYUJZ8qzV8d5VMWXYdwF9eRSHMnRNgtXBocMd1dHcLz0HpWEDB+vhh/uLFeWTdswWQ
tq0YDj/e2WI0UU4L4iToJp8q05TTSoJC1cNS6sL9xxf71Q36QnFUMUlt8JZB/P1jTAILazl5wpjX
iorOG6glZJn1oTb6CnqCptb08QWX9/L9sLQcwvJwNHL0hZvOv3+8IANS9KBA8O4MEXFlE/31oDrr
OlrxCRNoXrhnEbFTH1/0/WBZLuopwRVtruks7srv7zJqkfC5S6l+CTFFyuWSA5mVfyUl/scv7uer
UOdhg+i4nOclRcsfr9KT2W3MIhtXtVn1xxjp8kXdqOePb+X96LBwkaO0XpD3HCBwf/94EcLNvLnS
9LIrx9T3ZFZPV6kkMKsxu99ZtX9xKY4ofNDkuzs/309jh0mUDA4hcGFKDTrLywHyEJmnTzTBu/k3
72gZaT8ODDazzFcIhhTaQvHu6Q0x8TMYdgimSbzgkPhT8BhVffeo6yS8yM1pcS8lnCs/fpzvxz+P
E1c+G0QPXzqFj+Xn333gHGPruvLIGs1Mt70G4DSeJZ5fnFsQ7NbTVAjnN+P/F4ME2hx2XaZJAlKc
5effXRAqXO0J6MTAompv68dWQGTaNP7ms/71VVCwLeVH+dNnHTu2McY5R2lLVhDNaZJsRt8K/vnD
gxmAoIJuk8VaJ3+8lyCjhzoDc1oNWtb7MnWMY4Cg4hQeTf0tgsJ29fHL+nnu8HxMzcwfy42Z3rtn
R+a0m5cVfE7Hmg88ZZgWs1+vyrZ7qnLzMvE4gLbaPP34qr/4DJZaERVlUwgWgndfHBwGONLESyI/
AZOkOzgipXL9Q2DM3f3Hl/rptS1zlFxK2IrqkVDLn/Ld4KhpJnfoppBVeVZzAXY+2RdFnfzTIegt
ARmkjCpkvZyc3z3G2SCT3YYosEqhgubUWYxxU7WtefsPb2aZpTjULDFAlOGplf5wMzRPY0TeVH0m
typX7oChuNDydzEyPz0y4jfeqqfLAu2q98dyXyIKSm0GuV+T3S17oHtNWajNx/fy0xhYyguczJ1l
JiRN9d00MTmoQRGy82JszzjV6Twjo7fByxJquvv4Uj/f0HIpPP2c/1wp3xeIxBjGE3GGNtbDCHHC
lHfCPpkqAA3bjy+0TKg/TLhomdmwLI0Sn6LU+xqR7j10l3JWGNrdwGROn1p1iO0ceZpUExkUMHDT
ae3WKiPjzh4XpvWQeOM/vl+XzQfj3jEFr/B95hDfq5WEMWLMZOzH8HQKSHDdS6A45W/u9+d36JLS
sswebFS5zrvv2ICOiWeKUhtRImQq+Kie5m7uDqFVybuPH+3P75CSNvUGIaFqsW98t6tyZ9OpdT56
q6afq0uFQhEAFyfpf3wV27c5ZJA/Q/PgPUplKkKXtjhKosQrFgyyRdBJN0S/eWy++f7BAa2iSEE1
ip0tOxvvXcnSiQE/9LAA1ujcEUdmrF90PYeoflFeG+hPRhMndP4RdKNEa+MqcFHWanqDGMDSqLh1
NQblHercmunTMDi+azkauNGBaonzOM3nF4WcHXQ2WH/9SiwInBIbqS1ya/Lq9W1oNb3aBazGekvT
ZERAaIZmqk/FGMwBcVgR8RT4Vv2e0DYc4/3kqNVQRqntH5mkw8k7qWXix9dJNNr9boDbhNCN9azu
r50R7DeWrcS3t3NRdOa1Iv+WanBFOMhKUXjDQJE4k9oTTA4AAfFj9YAzT+ytsqcAV3N31WVg+4b6
FOlhyi5Ek1Nophy06MF6N8B5M5Wtf0hj3yyuZt8pp5Oxmeb02ghsqLpmY4zjOftt6FU05DuKEuQJ
Vf6+L4YckKVtyoA1NXVKtW1HGTs3sEmDiKiQ1kOLPTuGfZ3mjo5BvQb1NXl4JLjYgOcR/FfNMK9S
iAMgoOl6OLvOaWTxJMMgFKclsXzWvXRFNGP+HHWcfUFV5EbbCnqhReyOFS3sZafLSYn26hbDTA9Z
vjZLQm5hcYSf02TwsIdq6KSbfDTjexFBlD/x/MpARzcl6Iq11CW5P1Pk3nuRxPeMvBppAjJf69vc
9JgzM6ua/RCpcIkIAuCm1huYfdGigu2i6yUNqVznKkJz5JZpRiUo57dfR0Yf45bLXUQhFtGY6O4z
dxyQj+RZe4TL60LWrGR2RdiI5d4B82ymkwYbvRMwmeUEB291H8LnxSGbhW23GcYmMp69RHe2Rdw9
QPYj/vVcn4GndaxtRbqKfonzaT7R1gTuzqoygCAFWuaevI/FqzkDBpDWjrTkVt9WLXrv50k7lWWt
i0J49GGQnrV4T1PXNyRASQDLQHeKvA5Vvw1rVEfU4JCk9y8gQkR7bnt11rx2dAQr2HkgIudwZ0+W
eRRI96PThhTbcdtr16wP/BHN11R4hbMPfBVfYRKvvxFXCToIfVhrUKryiY5BeFPk5VUN1be1OfJZ
Vv91oRHxVjsiJsG9j7PbP4uBVIz9AulGcQ+yF+lz6pCGANgB2S8xFth7gCuGHt5/1xhPNLloaj1H
cR1ejzAa4US0fu9fjG1UQW0O8/KF3iKCmqjlG/6aN8hX1gB5izMo3WI6z8bAyGh9VwCOrSg1xXZa
IkQ3GYLFYztYYXg2dl6b3cCMdvFz5YmU28iAFbjFjBkSlxxp9IYBvKOJyl3aIzNKXNvfLsGsSG6S
AJ0sMykr2Njh7sNk6c9sScrAvRzTwXyYENv3WN0MYOE2uj3E3SqK0q1Hv6Q8tBLk2rrFl4ggu6nq
YO3hWiYfE93PK7KwmA1wlCGQrfLSNg9ONxTDJye16+Yk4sTjH2JD59ZZ1eShfdVBB3UfyxI58A0a
66IiogAB1Z6YJfQ0s6RxuEOn4T/WZMheiArg81ZmSfkqUA6E+KFqyDJzSxj5Ng3AaWwHYnKy21p7
GUcnUZrLC+qGLzYsUrWCxhfdlcD3YdgvlBSkQbI4YtLD2tmZXjwdVFiSkIQSSjoYEzjwH4Y0AsxQ
NBEFYp+v8alUBoY6AxfHddPpQqzTMTOO6ZTWyDA5FmA39NBcWbJn1iiKBgFllCPprNK6Mtcy9BZ6
5Rg4DX4FL6kup4CYXd5fC26qibVDAKlleN6WhBo0PG0xag8LZFXrdYnxOHgK2dVwdC+RDZ5D5jf0
0Rz8+AT12iKlNB00M5MijvUTUEGcaQWhAp/cjIVzTRjc4NIunyIExESGtWeqiXSPPibClVOTcmic
k2QCCMMrssw9nQcTvGc4CKykLOIUZ0Vb1N3WlqTG7gSka+g7ATFq64oYXORY0JxxrmJ/mk8jvhZz
p41EoNDtirGFMU0awgoJp5Pj3W6s5ATdJTatMMsSed+2mk7/qOzQPxUs5cikh5zjLwptNkOZO/n1
zgKb5G5TWS3s1awGWQu6EgsqRoQ1Hwt+vyoOCMGJFClNn/sk6wH3wMRFtNOFIAJ4kyX1DrKAgWxM
M3cyhB0iqsoGirB2+tKZKfPb4dMUkMa4msYhFevA7Id4NVeK/BRjIOiNSp50p/VsVmwKK9/Vr0Tw
BjgjEeYPawaUyx7ft4YDtH2saf0UwRsph9QJdy1rwOd40sNtYsbEm+SGy6eYQeC9rIwA1bKskh6u
KyIDuuVJ7yenWSoNvZl8IwY1RUAySGicLHLT1yM8I0qNyTe5iKgADpgDaqsun569CsEt6B5r8Lap
riHU0iHzjBVaZZhMfmU23VaKTGYHkVcdYFPK/Puyp8m7xnaTSWztPczPJujdR68touIkzgsD8FNk
khlWkqQCUq2Mp2uqflOxdptqAUpKoyKezaWi39Ltf4sGsR/U3BeE3zaknayaMBOYiPpuEmBmYeVv
VIVTLiLYS/H3RKjIHbL8IHYoN0c6iXlgWqtsBlJPqDMnToEx+kmy9PHJ4+WAJFprBYLFqa2XSOmC
BXCwKGs1Pc3kFaKVWq7SnPx5cEcsBvjOEmyw8ZwWXyYknKitrdK8A4KBDrgk6eJUCw0OGNQzgA23
SKAAh32jjlZjzkgISZ/w2CBlNdl1b4SWzpEEj1agT5MdHrCgvgoDUYeXsO0rf92GHvFBK/1Ggqnf
qDAG8zssH1GU0UX6ho8hUyIZb+UbYaZEOpUc7cSe+z3CgWREh2szdvJocs0z7H9+elaxl2jvisSX
eATDN+qNCw1/8Z9FDd04vMfwcuZd/sbOgUlWtuG5fIPr6IGtAuurrFUIVIuFlDgCRRUoXVeGZVef
2bbIcqMxm2HaJ7M9gP2bd4eYBbHZ98DsnUMcGgiCqywP2nXI4bBadUWHvcotUXiu4fbMTzVRZN2p
zjwSjYocBjdbTzVde11c+xADfAzJKFvidKcDtyN4AMsKWpfY0hWWAG0BJ68TyeOveQRb3oxz2jZW
0yBqbLNrYZQ4lF3tzI9kfCOwhynUoWfEsX6j86E/dZrUQnvMDHUeBpadrEMkLu3aCl2DFQofrN4O
beD3T10orSfEuBgRa+l35g45N4ZMH9dnu+vjqQ1xRfqzXCv8jBapLS/U+l2SdcepI8xLWPVVhIAH
5AV/ecUEyNK4dPqNo9BCkeKKGpE/r5wokffUFMItasrkiUxmZhCi6oja6Cw2iSsSwHosXmaC3JpF
fUBAYkhcHjJvyVbOguGxJq1rZhqWA6wGs3LvEKKTXYwNGWy0zFI4FYCMYyTpc6h7cjw83cMpw7G3
yrD+3TmGxDY39YbT7tj2qSsX3plYWVmGWBphd/IkZazJrHbAIq48LysOblEFE1enObOqu9G7MQei
5zY2TPR6M4sQrWQU1f1r1koX2Sv+R8mQSRqNmqVT/BdLtQ9Nh1i1TDUl09lDD4hsxRm+Fd5UPbpw
vUk3CNhLidRcPNBmUTZklaTN+aQWEpGjjXFZb1o0BUTCLMrVTlXA6DgOfRmMVp3NpA/mWxkmmbsl
zTC6Gpnpqns/1rW7HiMFICMCias2NY1o8M9KGDsduam7E+kM71Hh0+5Isi1ku+5lzaqHqH6+7ook
hELBYnquDBJvT6PF3ASlQYn7ypOEeGmd9mSM2dbV2BB+sfYi27iJE4j0W1f07s6Pug5tZ2/D9HUW
nYeTVuWzjR/kqsexMrLFTjMOw9KtAQx1ESyu3Cwya1kOgmAvAayNJ4nLQeOamsfwGuJK/JZVveNs
cqNh9YydVCJVN8cCOAlkVJZceMYNyN1+WtwoodNyDFZTMcM7qXTBNM3wKZMGGHky+p+Mac71dUqa
6cyfGKXdtFOxJ9J7q8gLpHVAgkM0Mb6FTPsyKoyMr9KoRAPMmg0QP1EiUA+5Hud7AinddoE3OP2u
q6wMXXTrAIaHf3VncxTUa49TqLUxZ/yJDKVkatdli81vNxnIn8eZTTsa/ZljCF9rzKAT4FaR8Eq7
jV7h5zQ2lDRvxnbUdC8o/6J+DbMEqysRFiR3VUaN1d8idwZzTp0WABGDKNqhIvVgSRW5GyxgFnbA
cy4xScSWeOgTZu916WUi3/sq6w5JURB9BktfHAtMklCojQpDI4aY/CXsgtLfo+JJgZdnxIG0bZGR
aGnH1tqVs/+E1dKorjCrD4RFIO1zqucu5iB3R9JD6H/m2U7mNjUGEvGika03GMTOvY8qDd2v7HGQ
rhA6tsSeADPpISPOs32Wq865s13ZjfuRrSAkoJ5qgn9tUM5IziCYeArOQWrYW9kTxkZBtv5qTo7N
3Ib/FO9p2wUOB+V07LcUm9iQl60dVuCIKk4KfTM6B4ewaXdVs98E+mqO8908G93n0PVhQZepMLGZ
OpDnJ37Juo5blop4cPuHIdai4eMQtbNlxLF3oHzqsNZ2FfoyX1FDW1EexhhI3HuY7WvYAiSzQjP6
miNEZuajS0vsnJMQ2di1qiEwr+wIRI98hTnfy3OcZGCxvhhDpOPzwSlxtyRQr/We9mcA2acS3Y1u
8pjwWsMbj4VJ5txWljXKOw13+2ZuYxOmbNHjyR96w4j3lP1Q37O7VVC15sE9KDU4hKL2FJ5XDnzY
+ojBCFNT7GWuOu9zLBQFGSaYp92qIofKyeWdUbpEVk09m91VM2IvXZPLpM/inHC8jZqN5IEt38QG
NGINBRPj8PHXA0mYa20XxPo6hFKJVer5ncI8ZeuvilTYZoVarafOQzw88aGs1dWGccl0WI7YFrdG
mPvhJgvhE2GRjbPPNcZLf9VMcMYRsM3ZPTCk+RKv8viq83rmKycquD0dqr5/YVyGpFygyYy/zVNa
1HvB3tg4DUxcJKuunSP600i4MpI7urbYe+RfxusaSZe149QrxOc8t4GdFFaS1lst2vl5rGPmnQ7X
yFUWxAApU2PWkMZcgLdmH2tPw8pLJyO4MCYPhsJtNHU231fdTcl+qNiSdEdReaQPkx4izU05c1L9
SuEgyQH8ub25DrXZtPsmBF0SruqEs/pdyjauZuEbpGs8ZbZAJkNTUaHaCaB5851Gjsiam8zKgEY4
7kjDpU6HuLrwAnf4NoypMRGBNiJsYfLmtKxSziuxcuPzdPaCV6deomuNrvtU9X4kHzHldNm3ZGT3
vXMVW+iV6ZbSPJmaKilvowjf5F5mXhtBnaJZTRWgTh7bsL0p0mkBU/WtuRDP9JlFLsvGAl/MsciB
XFI58sBz/owS8Rw//iWoy2+cdwkLrNRLkcnxU+J7zTb3Qh/e2AB2ji2nUZl7Lx/bdWoO0v4aevYU
nf33vzX9kTbwjvVNbFwRjASEyZFJxyJZ2dQME4MkScoSDkcZRQl2L5vBufxvrxwDrTn+cUAvCDAM
4cH3NIqS7tLvLPOWk5kJpIIQAvLfBq+5qnxg0Cs2Wun9xxXbnyqpCL3oiKACM0n3Qkz4Y0uk8HuH
kekaHEASZBKUKNdjFfibRhjjPywOczCk70IPCS0BUeX++6LtaI3tDCp1RRpZekHC77ix22k8+fiG
3he6uQotEUHLm7aI6Xrv+iIN0OC2jBI8QrbSpxyCinOELdZvrvIms/i+VcFlUONTSqczZtnSfNcb
bkIMaLJt8BoNRhbsdMqqA3PDLuotpOvpGLe2dxyUwJqXhrVx77HgfROuxdbn4/v91QtESUjBfWl4
2urdH9I7gW0aBi+QjXK3HloF5VIQ7lLUEH/eLvWP1FQXwHTLpvzWvhdU/QDD/n/O1qGs7576AuL+
S2F1/JID2D7+63+Fr/oH1dXyP/ypujIBZdPBcX2F8NxbTB1/q67EH4w/fxkntE6lbynBkP9LdiVx
gpg0O+mq+ViD1CJp/1tpaf5B/x/NLYIi2hyLXeidyOoj0RUGnx+6agwMvCECIYPw+Sr4xJeff9fC
ZS8+xSFsjyDMZH+WJ3MJeF3MabYeau28oMGhXNWQZqYORjWB6CibuhWnVl4Gxt6i2U4hO+2n9Cow
/D7DtU9f+iXyiN+7GjyLw1YCkGsP77qYN/ZQB49ZRZGLKtNYfAVGGD03SAyALRemt4LtXpFBBqv1
tBO6DJ8HaVbhuSGJk/ZkW+6ZzrGfs4tWZ5OAvbMLWLTJjPNztPLO1hdp4p9QOaj0BQnYoE2hjrT3
4BrcfpVRAgKYmxT1vJ0JfsxhQRTR/G2aK7xVLhtzpIbkmB9gE6mEnoKvwu2IoZ8ySEKfQewJS4Qd
Vju4eF8Lyt91saPk3NsebazSU6z4Q+Hbh3xiPw1OKxiDz6D6yE/LnMmyji74L3Md9B1ly1VOZAFU
3l5TglSGE7x0bKoe63SC4lxPATLIySugt/U4INeD6/U3kwqHdC3qiRaAYJ95lXbAL8FrGNV5Wdqc
jkZZ12R0dTGFgVYI0DCcp00SRCt5U+kp37Uk3J8FrgioWk7Z02QaZGNiiUiOeEU9sbYmN/9a9nY6
oAUtoluC5qxVPpI9tSgm+k1O+eNzbiGSB0nsg4cxy3hJJq60Pgkwm+f47CXHhWgSkKFNWFBHGFJN
BaYKk8HGTrpP5jBABOjZFDUyglsxteM+JmCag590b+LKrr7a0l8ImmylMGybxdPEgn0AruMX9GzU
/DDDMXopnNQ3gU8O7oJDEJTjAXSbhPYmpAV4ZiRvc/ixYsGBELt5wKjOs+IIANgB5URY3mV9i7Ee
A4ZiV13rMT0nEHPw8Pu33kjVhOhGCwJf6DbWF9rbuW+u0EE287EiyGrawW3ijKJjlxdryNnMlu+C
QB/R2OXdTL70mV1rf+Ok7nlfjhczCISupGPoQ7ghHbLOVlEWk3MAea+ABLHSsdNtRO232xE9ctYM
YqWjrHhOHH3HkU5vvTAUm64SdJ5G5X0ddFVvrBEIADqCkny83jmkAzsSDW80lDAwoyjrQVqPlEAj
46HNxENqB9a+tFvq2kNK/uJUZXtRd+dj5W/MgYJPyz0fpqxiH6IeiAUiwS8+NORfY0/B3ppOBMgZ
QhPFNIuXZiye4EE+1252FpPRMo8u7Z7B9l5xxb8YVPfRRV1xkpW3BQWXtT3MzQJL5dvHZB9w0NlY
ExV+qHHZJhvUC5U3johUdleRHMKNS6stddjMeZ3JYX5MCEs2GkrsgEewmsXPPe/7DETC3s3DczIF
GTSDA0OmDB9bKEK+H362a3U7LF29gb2577TBpiZTfdOj4a5UEn6qovxaSu8EsaJF6FsClqjTp7OC
mtZWxmUYIewKsscohOqRh3MB9FcsFWQR3OP1d2+aqrp3quGTkbeXw8wZoCH3m2MVTPcO+FKZ3zOr
15TX2xJ+qmnsygE6DS1RJotRjRMHAfcmGTjkZ31fbmkNuStMZEuBueup7thyS+VxTIDwAoXoBZ6p
ygV6DKhrSUvL4h3xcazmEnN7krWfrVgTyOG4L7QF04sacd8RGvoVue4AQ3tqTGbg+ueNJp9qUAQP
TE7jHUVBOFrVOZzaTLztYpeUllj5kZ1et357QLW6hAo5Jw222mQMPkWu/Vz4dbauEkpGmT0+tmMA
sH+EXR7Owtm6VhNdFDHn0rQNto4rkkPYU0KjLbnpdM2+qwLKRZPqwop9fRbS6z7tFOU/QoSrrZv2
Zx64FNWxsQXPc0yrONp0av7qWN5Nzjb51O2J6BrU8JRlYX6rS/IDsmGEFikofhEwLw9msGSB9uPR
0xnWfUXwZSUIWbfq83a0ty3F2W2TGsknvCt7GgrP+dDZsOPsyyxvNgi0OL/R7t8mtenDCoi9TdT2
FYdyfd+M3UuOIz9N4zPCJWF6Tt1DXhKf51FTZ7IxjiPCqxVDLlu3BqDKGDR0LMf7VozjTtjmqRjm
i3KZ6Idsr6BW0s6iXZEiQ4j4ougsB/vYtvdpZ5YHN2p2bdn3axunc+n4m2wyGJ21QakKLrPITycg
J5ZZnzSzME76wr5mfsuPauaeW7JNV0lMDcNxqhcOWfeOKL7JZjp17Wg7sesk66k8p5rq77U5Zbu5
MAh0xmWsfM23PhonRDafVn3TPkdghoCBj2tklbAKpIPmgT4INc36a1lOVzmhX0Br2q8qxKnoRXFx
RnqYgQZnAU41cpeK8GbufIQMZHnnvf9ijPNl22b2dZk4p+6gLmbTSyhBeIGXY48wSbojhkBmTHfo
Gtv6m2hFeteWDEZIaLRA7VXSL+FfPgakHblXsMVKiojl1xFaFyfJSFnN2o/a2XywI0jcQajwmME4
kYypXVO2Ndwyi3o6DvFWmrrYzuabCDFUVkcI4+zFyzo20PBUdwS4p8M58drJCdbQHNNC0XZO7F5L
Ly/pfQmDFaf8Js1OlfkJJtFEztsO5znAsIBqm7kmqJlA7oQ/tmHnxFlPnsXmEM6fbVG3I/x4VHue
uR9F6mdyb5Gf4ST7wCrlWOwb6qwAaklnO9AA6yXxfxR0+uMUGuJUUJ25GuFLXkNSE8+14DvaVKwV
kiIKPIHxVisHU9tBGZFLsyfvrR2I1Tl0HtMBzjjV9xSk96qwGUPXmeQ7NLYlGbiCzPEEgy0tjlE5
VE9nrJDVxhB2FeZPAPwtiAlleS/MfMiMy1jouDFPOi8Vn8YiG/p2EyWtt55Z+BxZzCRqUG+w6/Gc
8GsvX1tBTFjkDZ4ESjmxk4+rNAXZk+zB7SzEcIsKzF76Ccnza/SVGQ5OwBHTRS5FV6PMg++U1xua
Jgr9PsqSwrFWAad10NMllVLKurnlrKH5KOaFdGahOUacrBvo20IzyWp219dTPk1qbTV1vh9batUL
6rWJPxWm/tyyEMT3ZtiU6nY0E6ALuFypFMc2A3XLFupKG13CejKjeNE74sppeDeGRXCIr3uafUM8
D8CAVwlY0KLf44BFDEraOTLeVaHJlXoFYDLFV0Pqje1TW0KqOYHYPeKwoV4GvmHkoRO9GUOJKTOK
gB6tVHcHoWZILmdvEVNtY5JB1K4dUJcWMXLCfTrksHQS1SfjI82k5ibInRBsduOamq5Nhds07v3a
PkY9rLhVnE3xsC/GDHpnS8o8FT8ynA/kepDSGgVE6vJ5A/FFXwD23Mh9FlAUOxTbIMTC0ozY0Sw5
gXm+qSx/ySAwcHiEZMDQWa/pQ1AijKZLPYUFmii6N9mJWRXSfogGqqBIhzSsmSqfG387qqgseWg9
USchiZg0pvDc1tNMcIc2XP1kegQBSKq0q8ZLs9O8leANCVOAE1bNj1Byqk9dltDCYsHCSBxvx8aR
+4H0OegKRtjQwMq7jRWNUA+TxllzOjDOR1+VJ66b2udp3w2H2R4J1G5UfVNmzHbOZHQOqOhh0/K4
T12IlCDaPXlQdDROhce0xV0aWz+ic0utHQwPlNX04NYYSbw5TM+8rMvXKsianRW75V2TGe26ER6J
dmVlX6CjyuDdKeJUIoqUyagEhslQfyumml2iYo//mgGC/6areUxXaOwR/XR011eSr/xIHk+yNXPE
EIA95w0Fdk4NZul17HugyUYqJ+7casTz5MQLCoRphPhSemp53R79INLLuvJc4fNZkUYVgNqvPfQ2
bvrMmRVllTYg/pYpgTIjMbOwQmzIIzGhsnDSnvHoDCdEgUwHR/uEA6ClCtdGN8KuDJkYjZBQTCpi
/5u9M1uOG8my7a+09TvS4I75NSbOwVmi9ALTQAGOeXJMf9Tf0T/WC5TqJhlikqX71mZdWZaWVUoS
CITDh3P2XtvcTXXv07kuHlh2MlBvY/UAghruOnX3dV6F8YfKzMeNn3VngYYnYdGHBmNacTzxNAa4
QDPf4Iqz+o9BGzaghhU0dY5Q5I249vFYd4+tjwtwQdBfk358RfBrfh4RDsSZDMRJ6rOWp3OGcCT3
YKtmeSCxD9b2/aj0fTjY8UlikpLk5+7OjkjsBHzvbsmjEaciIqUmqZX6ljfLQdbLS2i1AsGdFrAI
kxYtC0XRlRzscTXYffWRT8IWdYI8fURIMIkQHCjJNhDznqT06kSHjccH74kFkBOtJuV16c+qz/+V
Yv4T4O+bpRgV/fd/NQeAjeVHfhVjbLLJKKQGFjgA5MpLPfOnBW4JLYNpi+0WLwfSb0HB5VctRlh/
+SSdsb5QmMRTvejpf9Vi7L+oJYIVoBSAup8CjvyTWgxi6YNajIlrC4eFy/Vw28OYeFmL8bJWckYO
OQwkqhqPJhN8D46I0gxO5sycfA4tERqKsVdpfEFzpuNN6eienXDM8+lFV25BY1W6zZ2nC/D/VTpE
w2UA0zBi861qogMjXZs+AVYChcLKllIStIyswKQBCOAsXtW5aahdKr0mOfYmO3HWlZkQ5moXHEnX
U1QualhlMiXmnTGJVenqLgYjmHigwQxRwsPCf4HCIytJVNE0+y9sJzY+z4Zy2bVptujsRb3pwm45
n6WJQsxFVCC8TpSJAKPK3KaBaw8pEz8AD686JtYmxvnLqjaT4iSZZqwhwes7uWNXk2bmDRCPVQzd
2+oJVKDDqypIfHXqTgSU29lD4KVyb8d2KbZwiaPLZu6CLzHpdg9l1PnfAeMGDYxJh159TCeS7COt
hfsQSi75MRIE1EL+HMb8YpJZkJ8CZ4YrVpQs+Ru9uJEIkCmm8taaExd2UjUPcpt6c9CuPfYl85Yw
YHC7iaP9DyUcMXHrlJiRLuhA6PPADX0ggZ2RsUNSrZ5PM/Dq7WXLBiUjFh4RIQc+8jGkS3l8VbbD
+FBEoa93deDHtKf6sQg/UNDuQXIh2iD/hCndWkVgWaxtrdr6azMVJTx/yHDfCM/CbWDKyf4w5E73
yURo6WwF+oQjEF5VvY6rwv+GzBPMGl1K9l7MeKDS2d2V9gr7IA0y34+aswS45NJ20ZOza6iWTevU
VohLCSnpCTnXOVPuKLitI6d1x55ajm6PIfcZ3+PeUBQABqXOcCzHN0an2h84S+87FRFXFbdo7tdZ
51cVIWS+utUDJQgeUFrvskyQ3EM/qyG7Z5bWR1mOKRUiG9I5rXTHudF2n8hVn2gTjW9MQvyqz5Cu
coQYWkxFYz4+jGi/zDU6hOIb0HtiPH2Lvh9scGe+rjPUD6tRCLDt0ioxnWZFz6EeCUrzGMs8/BYi
eLvEYim+KhCdZKVFJQpeDRO237g9zTv+robPMBAQBZnalM1RCDCjWnG+slA0jwWBzIZTXfaWs7TP
KDuhdu5Lv9uYdCQDIjBrnFaxVEl5KrsGgbwyZanWkdPS5zJDsqxWUsGteshS4Db5IGzvCBWnpK3u
IzJi6OZVe0uWOsl2YMZRHPedTK9E4sibcKrScxAlVEHiJjW/13Uv5x0LNWjbtk/8h8SJ3OvO7QIU
lF7G/q4SHrLFzCJqJkabdFlz5iKELqNNxysHUX4ddH70yHnSBAjcYBTjDwckOW3tY9RxwC5H1CrG
7H6IyYVmKouxICVlFn3SyfL9BFmiiCDuhG9u3Glg6hsh6BJA547ko8WWXzNJiai+CKCa3ZuSq21D
L5k+zNNgxZd93jZg21xXpzfNaDfhxjINN92E7LuObRnXw9Hirei2UeOOGaiUoSFwjBDsaGMZWc4L
hRqe8gkR4TApw5xNa6ohH60M+mwEqxdi2dT2SWzuVBHFmk5cuny6QBnlxrBLvPd5BqWvRb9DdjYO
a7YFs1+FG7+xQnc3oU/5ZJhe+Sm3a6kJKTcqhBq1jNhNjgq3DAFhnF8zTUDeyuVcfImhfvjaIsg+
q8ZoJu0xcIqOyls1VpsWFtENAxYuK/TRbPHa2tRQFUnwGfExwMU2FS9csbIsCmTr0NYWSYSunwxb
z6uq+DKMzZj9mk5nhLtedKPqvCdSIpz1rpA1c3Jt8xX4U2aA4IzqNr+A7VaUZwCXgXLWxNAiLWUN
0nj0nSTfsavqgi0k/+Kz8msGhVbRWFCcCLybNjRCjG/oNNwNXD9hMqxH9UkpkiPWTYvAHH2MUHc2
cETY6RxzT8Ncinab0g9FFWZX1JSYTU1qzyZVudVUg1VZdZTaqICKjHCQjLCKdlUmMv8AXJyQF68j
knRV8zdUKqNZfSAeL0BbqFMGX6/MIl5nRe58ipHURGvitNSmcZOZlAOgrdVKeJ79HbKcWa9Y65NP
vkOtvDixh9YZhg9gk3mhV27ciO9Dlxd7Pc8qXdGb8E4QteX9UahkujSms70zus69NNT8KdOy+RYb
zIVrpLfud5SdBpaP0jQ/jCWmUdRlTfnDJocAeYFXwnWd589KSPInkbhCsQiJOSYmKmnKDecBimqq
LsXNRE3jIyINDsm5VwJbGfjph7C2BqgXgZxvUvbiP1Kj60/pMilC71CzHg1ZQuJIjPv90gb1xL7W
xOa06hsy01ZmHRN/gnxHnDjaY8zoIXWZGnlpgOnroUcrrXr3LqXiQKWzCRFaZFBA652dRJXe2GMz
IKZ1UvMizmqc9CPcqtVYV5a9djJOqtcc6aiTt081c+oZ1M+NyB9Ivxp/1tfttFfWF7oNXcwPzh3l
Xer2+Xg1z7lDTV66g/bPo0D06bkbGT1GBibQsLhzMxwwGwCVNmMAPll4rFOjofgfRLmJMsBwMvOa
/A1fIBZssnyD/o9uAvkViBA48GRnRRfT2vHmRHwjcW4YvouJstp5mYUZJr2nLsf41PGYhjS0lp8E
6JFNsfU1yhCjri1zyknXghYG3gcjBR2YeezM8KQlXCz+CA0KLVALADG566a+WLCQCWVRNBoRzSCX
WV6sSWegmRA8dYxirCbhZ2olLaFbT12l8meLqf/ZcCp/tp+ap15UnTKNrYwF2QI246lh1Qc0uoeV
gwXQP4eVGE4/uoDC0r5lgmh2nZX7zYVKo7K5CJ+aZjHhWXTQcvYW9NMgs9Nci4dKe2dRmuAmsGHE
olPt7Sz6CqWK1gY6uSVSKXHybo3MlRuVsQ4RVYcYUkYKRpFlf9djp7PT6KlB6DkBruyl5mIcFU9N
xPCpoQgPcvaOM/pH7q5+6jwyTOlCWrOrxAciTaU6imqPrTAD2Rnv/T4paLk5zkB5EKQC9PxgEOIB
U8Yoj3Jfhz9MDWaCVLOEWJosSidqXqHJkVLODOZN1+caoWWN7u24yJqUQDucg3o9mb0i+bFBxHaZ
MPFkZ3Ei9aPBNvrCH0Pvs1dMpgf9c0rVTjRtS5HO74NpOxSqkODTRTivS2KBnQ1VAuXz0PpyX8HP
t7aTFiZRDa4T0c/kg5HTaVh4+3222jCWK6/+ypxAEJ7Ttz5DHRasvY6sofcvOygK+Jr8DPK3zbaj
ZremI8qooUQg77q++aO2zJQdfEBkCTmec21tXS3RVpfE4IYbV3hjxh6k77IjNgj20sMcqZGEyF6I
oGPdvCfUM+AfoUfc0SBS8U7TxCQiaRjsFqCzGN0taXvJ0kaMfxTSTdJ11mNdWgWjPZ111IVRj7Ol
7jZ4We1oVTYtfS5YgGSJN0Hu+qeEYPKIG8+MPxqC/Ka1dnHp41JpknxdOHqJkKxTM76ydBPpk8Ip
0dP3aHnLM3vI8BRPyDDL9TwYCSXQoaw41SPZxhWkdVpc1GOD0qjMfMA8aVCSyhhZjRFv0aT2ROZi
MzEoW/It0GRwU2drl1Ck13QAioxuah2H6w5xdLsCSVroNXXHydsMSUyR3myD4VtvzJCsaRuXj1Gl
Mpw6tGiTr1WGM6HZUOzlcDG1qpo3syvacl7XpYdflcJq5zZLDGunSXaeHa8SPZHlXQAi1XMi6VAA
Q0EYbslf7oiXTwvPu/SZ88PTueiShthG2j8fMReNOsQSg/JnUQlior9j65lYbBAaSK3zTzHO/xUQ
/tPjzP3PFJ1t9h+3X7L+y/eyea7nWH7oZwUB4SbyC2RjJq53FDWug4LoZwnBCFB0SIfuMfoMAA1w
O/6uIdh/2UAH7IAfWiLOLfQh/9JzWH+JRYsUBCZKI4k+5A/kHJZc5Bp/K48cBwgLhlgB9E2aoCIO
kQOePY8TE6ezS/rwTrume5vCM/xCDM18jH0yzHaIDLutDioa920TJhYtAl+cNxhHrjqcS6TI+VSI
O5s6AApoypO0BZzpU0mP6sx1qxzaJ9Gpl5FPJvPaZD05EQGS6UIJYrqcTBHfbRU3rWvRrIziUlw7
TUQzOxB4I8o8xsAVDSfKkbQ68xHXpNfU1Ms5cXxtKD9vpKNmvSmm3k1oiGTNViNuJVkuMq2PmDWp
CDpOOj0U2FqnTUpz5SImfMva1HNuXCfN1F0Ta+l8r1QBzi+YqZFShahDpBRsgSJOW7KmLmETaLEV
c1YeW5nE0EUuVksikKO84DhZukcUQqTLlnBM6k9N6c3noxTprvYk9qAOuiWdvQyZRGYvOr50coKP
Fca2L/hap1NgyPRF/WL4LPUEkrxqOfzVub1JkAmRyORX340io9jiWFPFLVU2swFfAEnDcdRdZtJq
+OijdSGIR8AflqYmjeKenO7uFMsNcReu/8NEQ34XydyiUNrSVOtn+OMrou6Q6yCyyy/YIif7osqv
bOx430s3po2cLNvdlRkwH629vI3QwBiZeY8NjQ6MRyH/C+11akESpeUxxrbqgVTZhxFfHCUQwhez
PKVJUKH/6Nqh2ZBRzMmms6JNFzkGNQ54Go6BX42uU/QjhMJxhLiTDmki6Jc3+5YG3kUTagsxY2B/
7pv4cxovxn2SafDTdxH6d6OmWEV/d+3VWN507UG4VtWpN7TFjuN3d0HR4mJy9T5qkRjAjSeqJvfH
lofipccBUhDE+kY2XYe16V6kBWD9yFft3ezl6TenI6gDPFKO6LjqQF2nse9/JFTY2sSCdN8laXGO
y2gnyU457izSOlbkuKHEhEvCeta1I2fJDll7EjvUPrLkliCK9Gj0nXWU838DkMi2uVX8YKsar9mP
YJRtDePREYjukGN/IXx6CRvvHgY5ET9Mewp7hSKYsdfnHEs4zSA1YCP1mVM5kkE+9aYQFiILDGQ2
zTtCHwJj57XelkjTwVuFjm/Q+tfTSWSlRIDGVbsrAmweQ+gdj0jS25CYEC8RxV1aB4+tYLD7pSTT
uWyuKmfJOalETWWJcWoI/AbbxgOnP3daFMjsPZsQ08wwtpUtRpyWkfpcwoJ6QN5I6UAOA6myE3j/
lCIVOD15TYGghP6elBvIuGorR3O47LCB7IjU+jDNLS3xcrS+UpqlHNiL1npoIEAygIgPVWieUvI2
KU1yKJ/cYM2B8AqACW8TWnrG6mRtJqcMIHYSJ0A/pliLGqV4A0US9rchTyOCaPCZ2hkLubbXViGD
Gy/k9Ohxato2kx3QpGggpdrE0ZShQI3BKYcTWVy0wQc5euLc8KuJCcic++0YZj458tTk7uyAju9m
rpUf7U00tzt7cuYjw1JWu2GvdGNXqEP8ygu7qxGA+2lQ1+3HKbLC23GaBvuqDAg6roWt1rGhvqbs
DNd0/lLShYbxCn+le1vymdAj00a4SlXsJptIkCWP16u8jaogvOvI0jm2046wtqYjRdoGde6bVbtJ
mDVQQgeKrPjRuKHrirgnHfN5B8EYX8A0C6qrEylv/ZyMl/0wivNyzKqJ7M4xgJ8oSOnFTQ6iyUVl
MkMYOEWdOF5NSUIxgZNn/+jo5Q0b2+qLKmzWjIC64w8dwPm8CiO//sguBYdb4lbubVF7rTjPvM7v
f+5K/pFXdQB2WBY32uKokANH4muCAfKyPi6LQtHG6p1dHwf7KkKcVruEJXbpaa7kqRsVFCYKaI98
SVv4I6Q+pbrYpc1dUdYfEdirjevP7TuQH/lSU/zzrjxhu7DUfJbwJ0LqMwWlldgm+VkKVgHZaNhZ
Q5K9hg9zObj05GrrBBPunQDsaFJ0JKAN20FWEowXG3epcvfgrYnjK0G04tBboeQONrYDWMHs/Dus
LsN6bvWPHBEbPcjkdBk8zzY4Vz+3Bs9ReGKRPL/cMSwCb9oiLrQgpNfsdZ4LQN3Gw5gfQvrXeiqO
gjo+HaYWAXb5xSdxeJVVxDcH5VVWt3hyOYolGXwXBxOnNdZbOMRHUR8S9y38i7dvbGl2/HZfC14L
VK7rwEN7eV+2gXS2Q6+6ownfITsvyByGAUQpiTqc526trj9+uuIf7XqBQfLfN+XL/57I+eixXOTB
7eGvWu7mW1lNjQI+glT3190tquIX/2NbdKqbrvVjM9080nrt/rUtXP7Nf/cPf+mU76YKnfK3Uhfd
8tvwa74gxYqAMfHPm2KywIv//i80/m37RT/fFj/93K99MV0yF/MUGxiTnSdKSDamv/bFwv0LKTNY
DlTL/ANmnr/3xfTdfPDEUO8p9gnrWW8Noiykbg8WJKR5n730vz7/rzH9psr55VDy8NDQprMk3n4Y
T2g0Xg4lYhanXoTJZUR1GEBQ26GEwyVnHoX80LYajebezBqok88e02uv1kI+fDaEn67LZp/xi8Ba
UEp7eV2a0GXdV+oyjra2KC96Ztc4J/K1Gc5dlT+yXm7bkEZXYKUPf35ppNkAmSB9AoL6jbUTemwP
6uaSilqDqruq+20SFCwJiSIYEV1kHF34swLPGmkyUUzXXbLJ8RNGP3vR/zxpL5PywUOwTY5D/nI2
Ai10MGlDKIhcTDGXSwVdUthwZbZpsQnFK3hhvMtEiQgSwt1CfMW737KK5PTA1iLI2AtElh+fycQg
JdXFxV6/8w0dzDHLF4Q7g/kZkT3MZevAHlGgP3DHOdhDyBZ0HdmzNxu7b/L7aezGCViHMMuzXnZF
tXn7+1l+8eFDscEU8R0tZFBxMLk5k2/n7DMvTcbA19LR5dexZGMfUiI/zUQuPvbYYa+MoC4/mC5h
cG9f/eCQ+PSxIXUygVocU+FLHoxL08YI0wb7JGriD/R/uq+S1swu6uR7uM6DtfHnlTiG0jRB9POU
TfF8cQHIM9Yk3e3D2DLvfdHWxyLX4ujPP45De96BG4hd6RBRCBWC2mRo7VnFKvSo0Xg/RibR5aRQ
3L99pdc+DhxEEjXwbJhPtoznHyfrJZATK72kP6zv6tatL2GU1CdvX+S1b4eoAqYr1A4ugoWX345O
MQ+3mbosoHXUq9qJ8xOTzsxNUnbT2duXeu3zsJnysJhYTMGH72Y5DCFRueml3cx627OPbNY5+VJ/
5u3id/OaYYBB0OCw0aA+8vITdcFANTFVPKx0vktyLB3tUql8+7M8geYO3im2YNKyeJsJyjj0dg1V
GVWTH1+WVNONTe3VfbErQvJg2f00D4WVd7eDnDlMwDrBZdsmfg4QqJJEicOTw1j/9v288mzZr/J6
YUrxIQ8cfGjcu6WDJnbfdkVzkiKMPu5Jm9++fZGDzdvyZJla8fD4EuEKrP+XT7bKM6sJa7GXkjoN
0hFNNnHxMc6IgQ2ad7iSr3wgV7J4Oh5cQc82D+Ys6sE5yplxTxB3dIJsedqYVuS8t1wsv+XgW8Qt
xTCh8Qef/hDNTGA2TqVM7oOpl6f50s3ErRzjpkZdXNuwaupQ2viJJ0SAkujwB8edjW3DoeR8prV2
QsJ9eFfXXXIrk6iP4T4149oiKvLG0UHxzszzyvrBHM6ABui8bJ0PHr+tZVWjoSGTHEDMDKDlK8X/
arWcM1f5FJnH5mA6N29/5a8sHS+uKV9+5V1sjjrp7D1MKaQMCqPkOh7H/KzyAW/EFmzEVZEtyB+K
cdO527rG9ds38No48Kg80gNFM0UD/eUN6Ir+N5PKnrMuOC+jaS/GOFbvDLaDXImnOYPXBpQf5xKJ
j3K5i2enqrYUNfwjc8++wrK2eiyl3shY2Ojy56B/cEgS/2RUbXurg4kdDbAZn3ag6xdbm9DpaJNb
GbZHDdgjfefFFq89AF46RGEu1jmUXy9vbRYS2h36Wcaxvwmh79+ITmVf6fHK7Zw26gNtWKwi7VL2
Yx1fVCeO2MaqV/xTEFypcBQ/kB8M7yzrh+fjZTZwAzYyJgshL5B/MDT62QmGNjD3WiXiFC2tTNZZ
2venbd8CnnJG9DRNW35yi7E8a5pBfbTaDhaIqluUXBl7+K0bNfKEs1Z6WsBYuPvzgUO4hRUwZnzq
4Qe351a6NTkm7I3GQdCOMYU4U1+/c2x8ZUYEhAjd3ifDgoPDweoZTSKir9nvEZP16abu7Pg+x7q+
UnOIJaAgx/md5fq1dQfIKtBiNnSQ3f1lPX82Uqu5R4Yj2v1IWe9MdCkCkRSKFMBBeTUg6Q+QKyxm
v8kcxIWtqKMB4uxvwxn35DtD85WRySspeW3IlRRYSl/eSlpi3Yn9Zp8RJbydlf5hyjF7Z8/w6uf1
2TniWbVIpjo8WnSFtMI0bvd5I501TXdyP5u2OdJlbN0s6CyW3rit2UiEJL2ChO+MNanjMTDdxnzn
2b+yWOAXZ9w7aDdNhFcvP2/TNR4Wk2Y/xJwVKBZ+AkvwOPjmV5ggANHmo9az3lugXnvGTG8WCyCW
Wfn0eJ593Sla6dYpYc+TSAh0pcGikpAJbNMFWaGTP7GLCk3YJM/HbP5oLPOkpa/RqG87UX6GOPUr
6OYfD1iv3s8yETHkIWUc4p5nRFKg84o9tMXmhOFdbAJwou986t8vQq3QZt152gHYHMdfjHGjiBp0
+jVRujK+R8LT3omYKPs/nR+WRCbc8swOdK6cg5NiiQEpr51hny/4DWtw09MZMM87n+T33TUXIYOB
N3bJtznU2BZGUBqOO+w7c5C3Sw/ghMyvAlZsv1Td3v5Ah7U1BiaHEsujIr6EKlJje/nYJqxvaMvp
4mZEjq1s346u49FRH6x2HOftMPrjWlaJdQ9lT5+MnFy+TELGp2SZXdDecHDaeHDeEESOWHCGbkrT
bWu11bB55z4PCxU8bmdh5i71EWbo3+YNxwlxu8p9ib+PEtug4QaaQa/OHMdVBUFmjsKtEwTU39wB
OcPK7abpGF+M82epVWwruRPOCZR4adXI3yIoU2uES1ZPexcJ7ZptaIoWRZnvfC+HY4CLAGdABkaz
FKztIbp/QsRqwF7cDwUhv82QkP4L88aeimT/zoNdlrTnu9mnKy3nXnYwNFsPIxZ0k1tDxwCAENJc
z4aLnho/hHeqhsDaKTjEi2bWO2qG+LopSB2GeGU8dkEdnKIIme/euZvlBXrjboKD5UHRenVl2e2V
3bYXLCLFVS0HfWWaw0Vt2O62jqb4PiMamn7SfFpFZb8DEyOOPTeSGJylAV777Vs63MwePJ9D6sc4
zQpiZrNH1oHqjsn2Oz6ZDAuH267CFE15J2xnm9IlXAHY/NNZbbk6mXYWgREE4FCjePl6opEHeue0
ey8XwxpgMJG00LvemXAOzwhPF2GqAf/gYC04RLGHJCQ3WcoQqDp5U3YADEBNXchmPGJ4I2MfivH8
7Yf62wq9XBK6CdM1/Wg26Qffc2YgjAm6et+2vom+c5DyPAfgfOsHJUxFKTpdrKVZghyRvrpJICmL
DYdmm0RrUQJjfud2XnsJHFwXiwLV9diWvHzMVlJQtM9aTixRcDb3eJAwoNkkxYeJ8cD8JlYuR42T
oLCRZgcugYs4+nccDIqrMq/qL+/cjvvKW8C+xcLlQUAe/3l5O6i//NK1OgKmJ2MR98XtJ6FaD5si
u8pkrYtguCjrqa23I6UgtI9e5T5W0dTVp0alAjRItt87KyPU+ihRE1o3euiiP7Xz+lcI7j+u7a9+
k0zMTIlMhmxzlvfn2WaDVcMsxzLf915Ba9ZKoV2vfRNY30YNHmICtPuYjpuojet1QHv9SmP1e7Tm
gZMv32TuvrNSHO4DlpG1HMuoOjim/5tDpcn0GLl9tRdGPat1pU0U1vgy+/+fIYOpxieazmPb4S7f
4bPPTdu1SKRaPjf4sZVkNkdlEVgZm6q08NdhmpcnRV2ioEaFNtewnPHjb6rayvYqjABRhAV44ncm
q1eWjcDGOSQkJMnlTPryphBlR3L2g4vWn4LzCGvJdS/i+DPk8uH27TH6ymMObI7vDkVTTkuHE7UX
hzZSHeOinLzxxM6J/UaDYbwzTbzyHlBltIjPZfajZLasFs+escemPNTSv6gabRNGN9L0plx8naYV
cdpQz7Ljtz/UARVpWdtxSmGxgkVEuYoIlpcXLOawJ4ayv2iVbB9MGHQEdhdDUa0GX9sFVHxiWHft
HECZCJKegG5LDNP3og879c43ybzDtV4shezJ6DehxVpuix7Jy3vh9BSPWlcXkL1ndIBDX0dbWGCI
XZqFGWh1wz17O7oRccru65ttY9TFVFR37RVoMxuLTWTHzkWSh2G7ygMPYMscxoE+AQiHTVCKcjY+
mthI59OpzsxTQ1sLDkp3PFvdOBrp/5xH/Vq63bgXc5XeAu2vv9EPgFzn4Lip1u3sN4smubDheo5G
3G+d3DO+wnNNr2G5pZifWBO/da0Z7cthnL45bhsRdwiEHUYfhPPjcUJSfBLl6dhedG4/DrtaO/m3
CeWEse4ohiab0sr1TWuLJlwH2YKnFVqGemci8gdJIGX63cMaEEHqE8ZNjZ61AMXZ0qk22bycpEk5
fKoKa0o3Shqk25ZAc+uN11vWZ2GBIVnBNKXBFc2zf6mUVcKn7CyiBtG6Fvp0TAKtkZBaGrER3SrI
H0nsoc6o3ZxCzwhvxTwKqkBADfeRzyPdbZSvvnWpWZCIFbGKYGWxWU/kQPbRzkp9WHJl0Pj5UU5q
VwAfoI9T4O/K97IIC5PpGovwVvtkA5BUehH6LllKUzCqcRdqIxivgqL3j6yw5V8P7KbTx60Vih9F
oszFATyMiJPAE8+rLoyGemUu0/PKr4Y8WoV+M+9zCwvuWhLTlBKALaSPwyAb+QLTDGpBKBik9x30
Yr1JbDu9k73T6A1hdApwbVgiRsWMiqy6RsJX0+KOUE/1Ld/OhsiB5hrEAMumdBHauGCgxd5uIeJg
xO5doJhOKzLQRlo3x8DoiFROWpD3nYxbDqpxXoTrRELHZLnScQvhQYnH1qCWG87G+LnUMptPC7Oc
jKPIDptvpZtCu6nVVORrPA5dBqqsK287XBftZrIR26865KgCwaBwriZsRjfRXDOCzAmtwErXpDIg
MR5BjpVNUEYbWqGM6iCsWkhDrY9TYXCAQe/KqRARVV6rl6u4opSKnXDCkKMHMQXbCF9Os41zw7bO
ZQa8dlOVSfTF7uLO3EVW4d2W7jTeWZN0852tkrjf0fAaY5TpY3pHKgLJso2JombNqbW/6sOhvxYl
jbmVZukH1ToG8rubjmRMNn0gt/ms+jPPsaojK0N0AcSgPS5JlrBOQodfs66D0F0NQ5Xc43vDOoa4
KL5TdSHOMYYZZ2Bo42KFAgZ5X+5X2j0pjaK763SgLscuJC5TxaoeMKno7kMH85o4zxEU+1bPg80c
gusmAnfeA/1/mn3/SNzw7ykX/rfh2Sh3PVuIfsOz3T5O3+LHLHtsn2sXnn7op3bBcf9ib+UvPRoY
hC6n8H9JF2z+BE8udZ6lxSJZJ/+fcsGwEDVQ8kcIvMhtOUGwwvyS9JKhy8/RYMVkYdEu4af/RL3w
ctvho35gvhdUwinucDZ8KjI8W6eLSTcyDGS40plt7KYSiGcUDmgoJ9Rbz57M1c/177kY6OW+49el
UN5xFFo6tk+V7+eXsgeQotLHA0biwMYzFk+Al70X9v37Veg2etgml6A+4nkO1t6azXWvamgEiW/l
G/Jo7G2BE+joTz+LhwAa4B4V8aVpdbB11iafIcwagjDwlxznIew19Jtq9/ZVnor9f28klke2nO3Z
n5MlSjqVdfBhCFtbSL04y3xv+g5MC3LoaiQNi5mK6RYq5+ydVqwOWBLOHR0CZzWJxy03pdmszLpf
zeWVrMwLb45v376zl+fO5cYob1G1M21WGbbQy6ns2XdJtLiTc6qgspWDnK67/LZEMoxCNR42jKRp
E7bYQ9++5kFr5OdFqXbQjLcEl/ytFR+jUQ6TMFoHReKfjLjFTzpTgmMfIdTjRqo2g1sPW58gnpM+
6M11I9x9EbvjEaLx+ATZY72KnMjfvn1fB7L4p/uipYTDSCL04H09+JaaQVKHbgsqG4UxTZsymHZ2
I2gTe4ku3ZV+ipBYBJc3czbeuiOs5Jmj3kc/YUNh2tZw7idhc0R+4LLOe9GjoaIIwbgVKbnSdJ4/
69kxzlCbzDe9xJW9McKlI2soextiD83XjaXke/XF31+kgIovNYzlPIIW5eBTDa7XDS0aceJEZpqc
loLnHNnvVQdfbpV/PTsQlegDiXfn5PxyIM2pNbmOspAzO+a8JdGG/JqIk2VVWvVapon3ziT0+3xH
0ZTKA68vf1GaeXk9cDd15SGiBdsOXmqoe+RJ+eRu0NH+YSjv8o5Qn0WYxiFoqQlaLy/VZFNqVrWI
154LmxkKbs97K4v3Rt/LKtfTE3RtjuOosUy+KvvgCQpddXFi8gRnOyj2ajDHS4/T5DZVvn3UVZ65
M4WyEGB62KpgTQGMFhLG84BG6qIPtzg2hxOOCFQSq1U8dflVnAcjxSrDOQae9pnMRAWyxNDE0ITz
liZ+e+YUo7nNEsDwfVSzZ8x8l5wr/B9vv1kvOzA/P5q7LEuI+xgg9jJEn80yZk80LiDieN1lFt5U
z2/XEnjoxgNhtdaINPBJa1hp7XtHuFfGPv3VRdlmoiqzrWXUPruwbCxOO3SagE1a8XFQkxsGi6nc
vP3xXplEWXYdWvwggwVqjpdXGUYvawqJ0aWnDc16RfDpPFrhpugDd413Nd6FTGjvXPS1Z7pgkE20
TJSpDyUQqPLNnuUxXuexna/nMUnPjcBPb5Ef1cfU6tRHbcFq871Cnbz9cV95qKzLbDFoVfA6OMud
PXuoKe/IPEzYhSdsq2ujMAB5eJgM377KKy94wLJIogSLBJuogxfc7+wMWRo5Kxla73Uq5Xjs1ea0
qRLjXfXh4eTF/k0scFs234wR/zCtUU4xG5CusldpIz7j3NvEety4hgHuHAUosSjtLVC4dofqX11N
TXEXQzBYeYhIj6gOZ0eUlOjMAP4gj6BI/vBx/7w5OtUOdBmUFAejKwjtmjouNzdrJ74esDlfhLAU
3plPDwTqzNxPz+Dvyxx8qyWSWAzI0PKKGLOqwASJB7xyYGlM89fUDOOT1gnbc7Psp7s6w2taUiUg
CSbW14oSAofu8NuIlnClFKhsnFx6Z0z5Jy7sbz1/iK6JQRpW0kvyrQW4ZZcnWJmEDh7fHjZPwpLn
Wy321OyD/4e9M0mOXLnS7lZkmuMZ+mYKICIY7MlkZpKcwJIdWkcPuAPbqVENahXa2H+QT1I9MlWP
pn+sQalkliIjGAE43O/97jnmtlZz6xM1fn91sjAvFdQ6zp3It/wg716gXwXfuHFz0I7e9DQmdc5+
B5xNAwiQXoscDIgZE/gphrCy6qEdtdSIbG5edO8GfN+yFB4cxgYsS1UPms5kvmN00RQwsxKVuZQQ
Ze0ZkmKKMs6OTZshb9Adcxp1a/mZ5/ZD5mX7omhIMQK47dZYsz92Wbs1EdKDRBN2k8Hwbk5xhT+r
2qk8C07ZdaDhYeA4osnQ7zjgyNuc8nQe1O4uEVokBsf+ZCX69e4hMu1QeiaLZbJ7+vB8HKj8BKW9
MGbkN+pb5VhvyCQw1YAO3Ll2tXzych/K3T8/AMpxFlVWGhjYeD8s6gh1bMgQ1LWZionUbJyXrjtF
E4qACORZfyg3/NA6YLfq/a5EIYrh1grUJ7elue2b3l9o3BIs+uxfWX2JH72/0JhC6rcThc/Ul6D0
pJcpB3gkRWy3p/Mpg2StGJa/MKuhOYOnAio7QP42isYnTI4FFECy8aM1BctHK8pTGNtjWGl2cDeX
cxePjv1KZfKTau7HRZVjKKVpm34PGUgd1dX792w4DVrKZISN0y8YbmrtuUrJNJc1dL0/vw//5Ss5
Nn3abWCE2PT7Vxq7ru3nTmpIkuo3IUR3aJ1awtnUtU9eafuc330PW/mfoyIFcLL79s9d/R8eR0tr
LwZkOWg+neGcPB5pDjn7RkgZK6ZNPzm7/HKtM5rwM3kAippH70f9MwWbqWOunJ3MsJoHO4ORS0X0
gLEQLN1nB6Vf/zL6KJDICCDwfREBf/8ZBm0HsEuyWCUu6BM0H02/g5fdMWznIP7BjXhGZqj45Enw
oQLP/cUKQ2GC87BHuEi3Plwkyl71cdTqMlL1EPv6dDcLdQHwmyGv4KzI5Wnp2Qem3s/Z131yU/1y
1XA7kdRz2XNT0CBC+v4vruBrLYGk1m5lM9aTpKUaCcSRnTfSrD+/QH/5cHkp2u2Mi/GSlE4+pC6K
BJcpfkX2F2mNhw+RT5gxnrar20GD2AeNV7bduP/zF90Ice8vVhK43IJ8wDjl6PR+WLtmsxcAPVGC
5RzKDh0cypipy/S0kzLFNQ8fog4ir7DaqzYd7XOEw+OVkU7BsU/Lr5+8l+0vfHfjbO+FrA6TOEzc
/D4l/ocbx8/njl7KzPcMNTY2vUHhBOomPXQnic6QjuahhTN61bp7vIGURmsVjvpnUbxfn2cofwKW
I2biPC7zj0kxXdoEdsGzRhq762uWkvbCZY5233Pciq0gfSmdPjlkJBFxKSrjyqU2fBgp+0Il1pxn
JazDzw/mP0XQv9KO/MM18msRdHr52381f3lp/vJlqt7VQbef+70OaqGqoJAZeGT1ne3kbf+jDoqO
wt7Ox5S66P5u6pR/1kEN8zc2ZNTy6CBykiYS+88yKD8UWOxsqcFtcUSXdN7/9wwXs55bPXILhVMa
IOj38SSWZn6mvL56cApDv3NKzEkga6vTpl5GtmUJkjsuevuTBZNS7bs7aXtZYrQ0YUnl+FS0Pl7C
TiBszlrzt6Zv6mKHkzpVh2Zxknu7zcHmI+aRyHsGUd0g85ZIp7LJuyPTNT5Z7roc+pIR7yOzYXl1
ouHUMw7tNDrmN7wSBG9Nd1AvwLfzU89NBn3PKCm/ojBoBe6GaVTpvp2ImB8GNksXaTPN98nI3imi
hNU7F6W1Wu6ONXS5SlM+hsgsmOo5aN60zYVXJdRsvu3ygrwo4YbcV0xmi573wqip1rbs49yZ8f+3
MdeH5IFAv0VLEWiszhken5qCxd6Vq+qbHXO3gOBWvuKhOmLH1dx7eEHMawNHTcjt9CrrmV1GvjcF
z+TrEok5ymzrG/hb+pOUsLSaLGdMHN5D79z6eQMVUnJy+MY/KQBIyg9W3H9dDsmd8BlGQRtk3ZfG
mNQ3DRwFuPploEka8uxo96Dpe/JB3TR7jK6lTKykB5H16rbF8YHhVB/8HZVnfYBZPOknHRfVQEFi
TdjGS+J3h0lt2qa8EdpFTpeopxWkLIiDNUSWWB8a96qRwKz2xtq3xolKtSxgaJ4WbmjMNLh3wquR
6oaOWU56NCBZkzdt7o/ZHbjdJ7OXBEAD6fgS7wWMRsCV7mNbNnBgigJsFQVOsrKh56AajGgZQyQ2
1tGHPaeRbogSsaIMKSG6W6HJ9vEexfn8AOxTrJxkjMUnmZeUYAGIRrU7XaP/FALixiE3qgJuosjX
Wj/TET7sKbW2X1ECuA8JRhaNrASf26Gpm9GiWDKCF26SKnOBcwyiO1H8jmOQ2unZirUbCIFXvE5S
ilcBMM6D1ZdR16WqnL0O+kLnNQUzHgEkreMu416M1qY1TygKprh+BexkuIt2OkVOLxgrAqYvz7Fs
jAuz906GfcJ3lRFaeZK/AMxVZtRZSX8/rZljwUST7Us6pJjVN5onWfSl+2q3Ztft55UmCYxRx5mo
CkrpHZFX1wfMJAFDwpuyw0s6rpeVei0N8qXV011VJsA3bDTEt0HRDi+MseS3Mk0YENeV6C9z32m+
2Yghu92qDfJc6zcJol+W/S2nQTkQooe84WELF4d5bMs9QMBBRk2rvIMB85sXFmo9D0S5JrG51uBB
YTVxgvHhNDRRsPJ64AUtCZ2cECXcEzMHM1oukK8xXssBeQJtxprpDVVOexQKK7qCZurv/D5vbwow
XXNIzHmFciTmB+UMzmOTBut3i2YqCC44oddknfIvBePul3BQViTxvQze5rUJGigryrPgGFekZYDx
d/c20Aioerj0Lo1KLXfLoriJ3XkMbm08zt/Kaa1+cEhGKJ4kI82DqqHczSa1gv6IfX65bmyQrZEf
4C/btRrHM9IMBiF7OBzIagezTo14G4oXEbC2zNwxp1Pq+xLKKD18t3JKn02IU+j2rtPNvH0jPCu/
gHz3+tccsho9AG8dLwJ3m+ywwFXAuXVEDViiqAEogqEwzbCfuNwpNvoQHCl4ChJZGZbx/bosuUHf
yumdaV/W/KkXMJIc50UwoeacUjREqhhj7bCYOl3XhDlPPUUkDcqvD1ouVV2ldp7u/ZVcD8pVMGFq
P0+D9o0vGeLY2s++HUGAy2BiDcgJYMGOyHFk4Rild+LRzh7GvdZ6fC57TQ6+++RO2podXFfkXrlP
AHVL/Da0x1mKTMApcCWyVQ7FRdOveR0PvQToZDbQMU6y2szsikJqP2WhrbqlNvnVljWal6Xt045W
gHKQN7RCIL3h0wB/2cYMcyZ7kp66zsnUK5eTRBtV03NEa1z7dHtE0QsrCS97J93W/9itvghY4xD7
Fnp/ju1ylRcLVBkyOHoxDO5dKuiBgmTLe0PfVtUa7CjIdA++ZGWK+S6Zy8x86PVWqF3fF1YZGyM7
3O8GFNm3xemSb9gBYTNOGu4khAateaz1LUDhVfpU4oCRzgF2vc2zzsn0e1a75G0dZHY+Frp4K8rE
PxYjA51xqml2vc3uYRwsGo6oMFuS6QIkm12QBcGIs0tl3dy6mAW+t2k6nmp6Nv6YBFxT3JZl92Qv
IyrJAvZQEJH6WSCKri0IlrSQqA1cQB2ommdHp0fft/pXFg/kiYsJyY0Vi2EiLl5mlxdszsfeMza2
pq6Be53njiAjZQ3rrDYyZAqVIgUV5l7t/egUBf3Q8Vp7Yx6hzNo7slkh7fLsDwd7Ij+Xl0J/Ydi5
v5tqJn4jiwddGa5V6d2msFDhvC0mhQbTannza1Dpz70FwwyfUJV+CfrcfFIr13S4uJI/dIIXqo9R
p809D12GorJ9W2WZE7lIEFltskLdONL3v60lQ7I7vUOpFINMmjfNt7f0B0UuCK4KUoQsrgpwaDvK
Y/ODtIBNwqhZADRWpIZY6LpOwE4zMu+rJpxy3gfM7LW7QCuNEWk0iZlwbryq2qd+UzxYi3QcguSp
+aK4rQErr1P2I3W5f0Jh1/gqVFq2ilPwNBVxEBSNCUMDl/IezJJ3aSvwHrFurptExy9xHirNKoFW
prAUws5q9LMgUwTmYT2xB2FBngm1BXnrXogZltQWtgdwamosX2xxVko6Qtteu3f11j1CUdYQYpAp
iZx1MfN47UH5hq6yjW4Hw6bpTnyIVkFoBiUrOoWWisGz0gSix7CZQnoil245rDkLE3169j/km4n4
krZGejBIDto7poi86bCsJMBg36X53hO1554yUtGdcJ7V5nim2a+HeTK5rEs+K26P1xVsTJEk59h/
iUeR+TSg9y3JjOJWy7hSZ8dLnJOUWs1AbAxgHAGVnMWXCOUcKmEML9OoecaestVcEwjOliUSTAlu
WCplXxfG7N/Ms9JOjFU3OCoqh/Uj7ShFE5hyLgcrqx8DkckLe3RZu4uqXC+5NNUjsd/M3NsKqEyI
/ls79efZu9KVq49wltL8lQkLdS3pjY571Zbad/5y1wt9RjPvNDiiUwhoz6GyNkC+Qv7k2z8ar6l5
RAXWK8OhLXennRD+LNQoWO0ykV6putAe/cLvnxcUtmihmolRMvru6b1it3CdJDK7kMNSfufbmo7t
DDIm9PwO1gDVgvatzleCb9BZzTuqyYaFxkZ5Xawq1ctDQ2LvAIJ7coB7kweLoDMXDxI+hwjxOBjq
MEs/heCqaXiYGHFCv4QwB5tc09VUzXXE118qRrU58wPVqqFNqJQrtFTVd5+tikNklyUmzNLCZT/I
Vp8VLMe0DOnZKii9m6pIcKLPkxl6LfO1oeVs/t68Ue45kdb11qkIyUUJZWmBzDXAgBE0eXmdg5l8
c8xUO13JVvOQHAzvvuaCvx6qwr4JxtE/zh4ZMT780qYDkKVuxaWgDcMRXq8E9phAWwiXfkVYY1tJ
dumUY/Bai9TC+QbsOBoyzdX2OnnELHbYgiNs0ha73gel6Jh7MqzyvFBqe/T4I2480UwF3vB8pWRt
A0YjEDfXer4rNANrCz/KLrQbKXrt0C70t0YONi0ivVsHOzkCeQvHbmrzKGBDB6DcmKZrrJUi37GT
4RqkO99fDS4Zt6h1aZ4W+Kt5Q7UDoVsawT1x+5l8ab4i2EuXujs2IyawfZEObrPvhKG91l4CAM3P
00mcY40bsnjg9QBy+1UhY+6/zP3i64lV73y2iYpsoliv6IKKLEzynE3e2nepHqL2GZzz3O2zmkB7
5x8lANHrKl00bGLwH8HslTjN6XPh2uEbc4IXI6nye8FN8FVZHRkbDjdMCbYe0+tRi3n+KfU99ZDP
zO7ufaOxnvzVXIj52SbgJ+5v/ZFODvvW1kRvzwpgf+1NI0kikMvNNZAnlIFl0/B+4OsXwKZ03oSJ
reXWaMpE4x23/l3VUQ+NZV95B3uYGTWqmMHgsmj1mS2IMXVdPJhrj4zZqXsMQdBDgqhqdc49yKfW
85Q9stgF1iSRwrCs1mGtDTRFc3OyTkzNwgogtG7OQ0DdmAi5E72vjexcBrjpJQ1Rjl7XDTNb09NT
Fns+3yBYTBHzMA7EThepdj8Jf7kpEnYhNLKbct6NWDT4kGXrZVSyNGjtbBGLZV8wM5JHtbCg6RUy
AxxNCbQ5WMbMExGml/IAieS9H676jIQOC5K6HziK/L3w+J/y0l+p3P5peWkrLsFN+tt//+X1L9f9
3/6nfs7b13d1pu0X/F5n8n4jaGdQawcHRK+Zpsk/6kwu/0IfdMuIW1T8qfr/b50J7Cb0L05HJOo2
whD/9I+4nf7bVn3i4ba5VD069TRn/p1S089Ey/+WT+k4UPWB58UsL+1GWnIfa9W2qVgxJjpwdhTI
sT3q9TpQmbCtE73K+4sy4emBTbcAYY+fPjl6gtkf7u3MOp0zba5iUXrw6lXaXTuJR8uRIO/6SBtS
i7FLNXe2C2vlk6r3z2HXd+96645u7XT+P/n1jUz6rnlvEzHrvQfu5dJENmwY11lOfjgay6GAvU27
MvPn+oalnZOCYLW/4gzevVH+si6syrJPrcGk3KL3xVWliBZFaecbZwqrJMJ6bZYPs2jru42/Ye+E
vi67Uc/dc8JngJN85ELPKAzkq57P7S0zTRiCJmt+KuieXmhp4u3mjOdS2ANAPF8ac1/NG/JXX3ut
jryVqHHop+vwBqLUj9q8cc7JqDsRsAGt+ayo966k59NO+plxYDe1TWfS6Hv/OY0MBVTe9jl5HCt1
4D9Tl8Mzb6BKeJQnDKP/+1fzn3WBdYEi8f+NDuOw8rf/Gd77eH7+yO8rgWH8tt21TJVss/rgdOnk
/A4N835zmANmAIhGMNkij8Xj7zoei38i0bjFYvgCdYAy/1wILGK328goHI7NkMyI77+zCmxtzD/c
TiZpH5+lgA6KDoeMnvr7y6SgWaagumOuM3TxyJYgO13tHO55Ms1f0HpX1FjY23q1Ls8MKBi/tyr+
z9Gv9/0yj5fH8bwNfkHEcmizfmjVUYEbOyIH0Gs717hs6nV6yodEfRm9rN//4Tu5/v1v+mPq95eX
sqmOkWFFVrOhizcP9R8XDqElthqkx+akLqo7NRZuxIkTV6pRBZ/8Vb98qNTv+asgDgJq2qbv3r+U
BQ6h71VAWcFBujjietfCMgCSgfnSAUbGS965sy+M/YIw5HVgG/+pnJ0r9P0Xy1/JCo+GCFbChm18
/x6GfEqljrWMgZ25aE5kILMhcuqKLT9ENMgtBg3ufb+06+ngLXQcUrDN4WyV7TeL6Zxir3Xe+uLK
bjB32Ovafy/VyTdvM/BHUJU+DH3SX6aT88VHAuFy+q+9dbhAgTqfaqITnwBWPkRif74M5REuXhqW
GzXkwwXWTRvEhCYzZec6ZxvpE/UJLUqGfBi9qT94Ks2vxKQNZWTXQq4HfW4DBoE8Yb9IQVHkJu/N
7KZDfoPptZsb9Glp3lcknAv9S4EzUUYTv5oHZVN5+3VNQUYEHpt++iRaT2uEqvUehQKQya5o7ec/
v6i3p90fb19Gvug+kv1xCPfbxGPff8s818XCTYbxG2/n3i11H7mAQ7JkEXI3jJm8/vPX+zDr79Fr
5VPcIsbbpCY9lQ8vmAbFJP1mFTB49QNEZ+qJlhvPCdiapHz0k/5LAw+5YDQmaOwHqbvIAwkS+uOh
duuLdPsQB23+pOvOYvjxU4A5jnaCCT+6cN6HL9lzNJ2aAi4eGjT5l5aVDMXD8roOpX+mbCTCjOr8
eyP8fBDEl2g+c1Nwh3O3f7i/1pluQGoHDPGVPuIgUy/3dTXMn3BePt7F26t4OikdtoukXhixeLdo
MbftDwUAKGiqbR0xZW+RpRjcTz6/f/UqPAUI6Hm0N5l5ff8qi7LdZK63V5mr9Gg4o0t23Ks+wQT8
i1fhGccWkTzyzyzt+1fpAmA79Nm4FfPuBw1H+Wh0vf3y5xcoX/nHi8HTXV6GvInOWq9/nO5Qhjs0
xuw898HEYq9n0kFTma9B+8oMrxPN9Eq+Dyki0JPUtjUT6PLqObvUmFNwarKt5OU0Wo156ZADLMJJ
L73m0kIkNpwMbrGkEcqWpjuO9sjUGUPlTG2aash9wKK4Mm/ErLoKkRmzveepmfKz9tQt7WmWOMjP
rEU31mgekmKbuCso89V9NrK9zmob+zeJO4qhrc75cMrQSZd9EBy6OkcyMfOFdOEiHHA/fVqoJ4bN
yyLuRwlibhWUiLixgLNftXNqMRLZU4nBRI3zdWw8bTiHKjutt5OFLftr0mSpeZinfoTOERj9c6A0
Mql9L1Y/0ke3EMCFCTrHZd5nM5R6Ig4hWRPqGWNjtlrcz8Mi9l3r+Olhsdf+u95qMwPtepKOe5G0
zlXd9aW+W3rfn045685rTI+iMeKxGhIMTO3QZbE0VbPETm57Q0z1K7sjv0l4Y3SywCB6SYopNOwl
kVFXmH53MJnn9+Kk6W16Ylan8fg2BohTksnsNBpmg2OLMeg9dm6I40cYxnw+5eCsR7/0NH5mSPXH
ZhFNuWvzzQDVlo7W7aHgZyJO2+0TdCpRjTvmANKbUSkeeTnP7EtqpL2iutIzFVm0WwtzZnyQsnWx
0qZCN/baS2sedl5alMGu4d1/7anDnplg82+NcTG0K34Z5fUyMVyx60viSAcT1dWyy8tk/V6a+aJf
4EnKxp2hCAbug0XV+8VmlvFoDizCp6a/4LlBt1VW19o8dP3eoNBCf6fI6GaPxqTdG0wfLtQoOhwl
dIgJrlqzeErybGbC2Pby/AJzctqEXuGq4pLB3e5BV3PlxwJufE7g2i/MeNBF9zJb3URFi+7dSW6U
xB/TzmXoVQ7VcGzWrC744MndR1xLi0HhUuOgNfue8Gg0VBU9Akv0I9tGQKlRnYNBd5rG13bZOFLx
VULLJoStuK3OWqOcSSHTkTiV2lQ+dQtPLdziqbH5AMlIUtXoiBql5CFZ92oKzFHeeOmPxesCG/ds
Zfc7sWjmE11/RU1YbxosM0JpW9tWjJeiU7V3pL5Y96c0Spf52qkChzsF2ZDJUIeJlDztevg0elFB
x/dmynD7ecncfJfWrSkjCnTkp8211cZLB+COOjCotnrX0zyYD67WtRRihyVNvhoj9JhTbWkTJpGR
KHCmY/qLtOrM0NRQKpOakczcFkGxph4K8DJUr2Y1N3FC6WbeD8FQPy5BLm+srMo2AH7C8MSOTibT
TENJG3FvD6NLMw5fnYt4ZSnXAzwou48w4qK8MZkAbuI8hT4KDRCiwIlfTyuTUIvfHvN0KOvz1UEa
BYUCrnHk+9mAzA3DjouEKvCmnVX3/lnXDsynmphj62id5vqSmlPWxL3dZFsZVdjrteljvqYX2dkv
esEp+2CrBZWOW6jsu1FRKY7apGxfcmv0LszGypud1eo8hycVIKOA2q9FTE21Z67RuXe8peQiISLX
0F9kBCHsy2qwqFJ33Ule9TO3bdHXFaX/2v0CuNc+an4fSBrmlX1Rtl5N/wpZrQzdui3TOK8K6tWU
x4NTM6vQPpGwZjdUZFZvHU29Tb7YHnESeHVW+hKkk3Gp2avXHWFlLDKy/WrQidkE03ooq2ClxUiz
qWOadlzdo+O2dorDR1L+c92lSkLhDt2P3vGXMx0bRx7ZTUnLkVns6puhRNAgkm+YpsprwyZ1kVnd
Pke6TVaA5DilOiZsR281rlaV5ykNZodue7byXAtTZB1E+G3jlHtTWOfoHbWzGlME1VHiZTcApMxy
31KxpIdMPIBUgmcS6DcLsHBx4RcjJQhlam/cC8P9AtHtR9M2Wg+LuLOc0BNIhaNZjaO+qRSApXh+
0lFMV+lSRlmpcRxs3TSgLxKIaaD36DmPgV0aJvX0GSsA1p8R4/WQjTVyM6FdL7PWlJEuaXZEK6/5
bNdySPad3eRGSFcYR9CQi17f0XxEHDpaVnpf8HCqT+0U3CHOg6Zjfr1xtas0IbgQiwnXaOLmJg4K
I0cPwiKf35Wj8r8GtELfxITZeiMVmPo5pylFiLlc8vqwZm36NvhzBry9tMQ35qU56pjp4Exxpmrm
zN08sbywYxLTDxM06RfTxFSAxk3d0Z702mu3dfE9VMlsfq2SDK87S4n/sI5de0OOqP7alLQEqXNn
cOHISLZd5DS1Psdo9JZlRzDV8m+8tqjUCbkeuzwscum1w/aBXNJza+Qp2LhgjgHY0RJ2nE4+i9mu
+SZcvSt5emqt4DvoJkrlhbNamDnmMHHHDRE6CwTTW7J+U2cBtD6x2PXzmJq4fEld0PidGITfbqsg
377Vue7EpY35gDhCUKqaIb68R1tb9YtGm6yFf3BtpXatvmg4FOgcMjIzeqeEW+xNU2Gkix8Wtbdw
l5mVmy5VrDw1+cduQ2JVcQMij1V2Gay3KbMhk6gu9WuxGyD+w7f5ubH7T3Xpr6CL/rDH/SXUePna
/ngXZvz5v/+9tOT7jGBzhibn/LuNid/0e2nJp1zsgj3hhM1/QILjX/5RW9LJOcLrJexnsxln3PGf
tSXT/c0i4cCBw7WAYW+j4P9GmJG38v5kpm2nfM75v0xzFxpcWDpR/Ql74v6G3NV0lWWJ2MZq1h0y
F+0G4+umIx1nYZD6oYB2MPtBOxSpN902pRbwkG46BEEiOcnxTtCDMTFEiNyNS2cpn6Q1zSds7Ayw
G0Uxv1ZZ7uDIEAC85GTGTJHIvWD6+6AjY//S8Yi5RPyIvSWrO476htVE5iTVhS+S9AuTzesuXQ39
tZSYKQpsZz0PUXIuFk3Hm0AX+WkDGuVubXGskR5M/NuSKMrRxQx7P+MKOBaiqp6QihQPQzmpKu5Y
m/Zuw9kYi6Z/RiubFmiql/6F2SWwTwb2/j5V4VOG77zjtj87kkLwbtGzLpdWJrvvndng5RllgMQT
KCd7X2O0rb3quuY1L2p1QwDMbpgYybQHvEHoYuY+aTeURQfobXZ2RS6c69H3CPXp6dmQl8blCKf1
pEOwezsXbXUvTCf9muNVdHh0BPKkC3Qq6XZmrY9zM45nQrC3C6tK5PcJoRK1o7Tm82i0x/MpN9tH
hTGUBrg7vFlTp10Wtphe2Izo58UQsB/LU1SmmsqQYU/lbBy7YvW/K7c04h6X1emiWjxF5pSlVbh4
TJGTsLP774md+oxXMlj33HaLeEbjUx/XcWjJUbeWzrQxjk5opEVY14zTDUzz7geLnSCnki9GDRTF
Gu/aNLBCMGCcW8rmu6qME3fJaqZ50oBVHvD+2k7FbarXN60dcOK9q9vCjQtHejjqpDhgXHJDLQ1i
l7JKl2b2SWaMlxbMHnyotDcY5rhtcsw1SQGjQGveUuYtDjmzyaSY0i4EvrIDT/bkLsMJgKqDZpR9
7Dk9nJOyiU3Jjmayb4fazskmVOsJ+qJdFqQ7mQc/JPGkqPCvTQ4ib0VNu5LeHvytDdj0Ik1Klria
3tp2lt+oDg27Diw5khv67zb/B8nuh4V6+oQk43cZCHk1WH15xkksVsMT3JEN+DIj9goOnvS0iFGe
UDcfHYO3VZbrLsm0Y14WB7AI9aO5KGfvi1va8O2+1sqv5RwQBLibLJg6IrtoJ+ZtyQ5xpPeiofZJ
OtWAR3SfGJeQ1xKEatiP0wHM44mZ1c+cZTnU+ZRnjOQ7gN6jxQkmyvLVRd1jEyDw9WOvd1d2p+Wn
mZfHaeM80Lt+IYJ0NfW9O4em85p7LvIgBOpCtm1seGMR2wvPRFsR2PHWxI9lpZ3BPjwXa5axezb4
o+W1lwW7jHIdlUInNHrIDLbIb9fMuxGJ13/tArhnCJ/LQz8Vh8GwkkuHRIoy6li4bRGPzE6DeZFx
NVWhJCTO7s0vTlqDK9G1cbKOufiu6yIaLNHtiTFjuG8d+yjs6ovZ1W8Tfmh/1aPEoefWWwuiaO5P
nqscMwm57nRjbE5VKfAyUw0ODDZn2GfLO282fbIlOheIeiVtnTMjl3zVxqq+JuHLn+5jrGEkeR9o
AsGUOJbevOe0v4T5ZOEp0gDTpDe+N7b7XFP6zdKn3ls9rtiglmQ3cRiNnb60LpHq/fCSVi+ipBX+
D4RXhEHIAfWIJTMHa4OyxY3b99MPZfOlcVLtr6TtpAdtbItLNkKEhdJ2HTnW2XrMKSU5LRu9WNj/
rcbXZtbbmN3tll3i+3Vk+7zI1fqhNTJ/XrOgfrWEbl2n/WAf866T+yRonLjycR3A7//mjBqRXpf4
j6MZ3yroTyG8JC63QnNC35k4AASyP11LzpThoiAwuVDk3nxlnfVpY5PxSolJ+HqzJc4fK7+P6Yvj
vtZWdUb5ND2t2QztKgWWipPcpW+lLZNus33XBu10Y9rqrK7ZG+Zq/jEVRnldk9eMvFkfSDg3yVXi
ueI5aRLvuRKJQHc81fYlpdIk3pqoyOSy3sfilS9q52tFQ2KKHgQPrmUKk+FOk/NCJMy4EanxvNrr
uM+c3Ng7iNDuZlzaeAMN1ON6tSqWs1KdVya+kCRbvftRdV86AXKZSdAx+UFFrCU+qnXRXMiDSovz
oslkQs68ZklNhQN4zOeZExjVCbysheO4PPikkGIjHUAq5IqKSrxk2A2iJHP7p9atvROnauQZOZP1
WFe+vPRg/RQhD3eyiPYqwVaxjFWxncMUDEs5WU1ccp2xtTbyceQXzUfbJKc9zUEaI5Jwwk0+Opf2
ObICl2rbfdX2At9ua0VbaIegnkqgEtbOjl0v9zcK82ysyj1fheBhzBReoXmE5QrthC+Rr75cKLuY
2lWv+EMpDsEdMzyqmfD1HhOjxFlGewDHvZLBdyom5H/81ePRwHEbWhYnyohs+EBjqG8ie5yDeG37
HbLqayAdFgHg9KK2if+lVX3IBm2K59HxInTOUecOe6K59305xlLZb0RovJC3DwfdHRI+nfmrbCQP
aZBRF2gdUalzK/n7DdoO8Om0tagj5WzGzujgzpT3GKByh3WJeocHx7r9Vk08lE2X7BvzRfPGeSfS
4Icib227tXMkXMJ3OMknUXbnPnbJSKB85/gsX+GgtUPYa2Sx8lHuTMnqN9t6ToFxNk8szSF9r/II
vNMpM3pRwLAvgVkttjs3GvDc7WXSBhEHNZzLjn66VvQE8+pYt/M3fdEeldsRwkbtEeXsGc6WLRqX
rdYbyKkrZDsVlD15amn2SVAWF0VZE9tnZLRd8cPWrv7slVSb84X6hBfYUe7wXwxpdTvPIkiru5dK
XblOTy/eugYYvBwaS+tOZ508oB+EmdeJ1xGNIMeNmLUoj5q0e2STM55NI3OUU1vmB6xtRrxa8mJC
1n2TTmf6QiiIipBJOaA985a7/0fZmSTJjaxJ+ioltccTTGYARKpqAXf4EO4xj4wNhBEMYp5hmI5T
V6mL9Qdmt7xk8HWyUiQ3mWTSGXDAYKa/6qfEC1BDDA7ksrnspDW8JIM6WNOdAb1mo8L3mBKGc2TI
gGMnyiUtgjFjfGSYK9Jku4FUf5Sj3PRUUZSKeuiyeFqLBxdHP87mDbS/y7yfj3on9Yu0ATjK17IV
cfw14UB5ZdPoWPVFtCXgcitkdJ6T6gqj9c2Af4wCJfswsEYfhJk/L1rm7dyp50jbXbqJNBDm+si5
sIfBb2wVH4eCcAk7gAunjJ86Mrj35eJ+pz2Ck949kaJmU/bZS42xm67S8N1zlgXv0Tkbp3Qz5cOb
XJJbayQ40hTcrFoG2dsuXt0xSc9NIzaZrtf+Yiy3iNhAnjODlnmL7sDpZUY8vK6V3VLjJwNhpvlO
FqK5RFi3rzJ53+TpkzuVR6GNQcOg985S0/eJHhLfXi2FQ6ctx9G1229aIk6UlYIrC8tHOuwfRqo5
iD50Z+7ZjE1X8UIUPmUJGF3M2C71nhyW7awCVxcuxUaK5calXMkX1OT4fZ6WPuZcmGhF/sVBGemG
dhMhKe4MMZo+tecFmYRSC/cC+gTG7KYO6FkGlVydi5pNrZrKOxXJA0gTuu7cBwxg7DQMGd8rIzsw
JZ/YY+AgSyqe6GreqORb6oobZel7us63saBUlVCJnzazdzbqZW/bDQ3V6kZGOc3N4jJe6hz7SmRg
HSyHQ531brUlrHGeF/yRUcSwIDIbvgxQfnNN7GgY6VYXU+bsvOE95ana4bRefHMq472Q6ti6dcy5
Zv5g4deK6DSzFz2qeb4wI4M9FWwo9qYJr5XOxO/JwLS+x7oKJzDT5aOWWReMDcVZr6sTgwaIcOkd
Dpx5a9j5IacuD3rlKdX0h5Ytj9lQ1Tm0nBR6cQ3Ub/RrPLomUlYo8N8wbj7zTjrrYfWkTWBLoeBc
RCzirlvtK904xHkO9ibtr3XjOnHNYyfnW9yuECZLAmLElHhYoTaylatPoaPd4+zzgq6LX7WuuEwX
GjVHxA1A9BSqsk639YPsRmRvvYU7M4whQaCp9glecAwbxjduWN7DcxvvE8aVyM/djhfodyHWFFoV
n9MZWzWzmittsjHt6i9spsKYv63Ypoli4+Pp2N/b8t5JHCwKJtZhplhPg8S8iUa3rkkpt8OSk9ip
cPwP864qtebotd9aiUF7Nviqk3i5d3i3bMLwCR8sUbjcPhT5gzXVbFxz7D8GIaetrDuwr7guQwSm
7RiJZVNi4Hovs2R6VdK7SrSLhJjD1pJRsCAN4vXt/L4fatJRLqCnqGEDBHpkG6fuuHP6du9l1aM2
ycMozW+Z0jLWgmE5AtlFPrP3ZR09lt26DfGandf1/dGtBG4qK1wjGv19gbGRR6xxuZ7K3KVS3pYZ
bbxm0l9XXfLu9NqtYyyHwRHFntoiMgPeBd6iaE8QdzNKl82yNhrxjmKQzUCTN17tK3TKF/qQm41l
Vucq7T/AOyZXtQfB0TbLt5nf0ocUqA1D2O4yzdxrnvEymHq55Wbu7hA5p+OkF/zujjNCkkvIj5n3
mgCZDSqMyDeFWyy3bswtBTSDrntsa066gBmtgS03/V1CDcAGbTPd1EN5tmrZHodatVtYMG+Fir8t
TfzVsTMURvoAfH21MluyfXGqmoql0bmmijfZco6otxEY8w0hhhUQfNadMWUpSskeFLZ7JzztoaGk
90BWG9qFcE8jU0gGfiOJynY6AeIB4YsfDSHSiPYRsxNRTxfWqJPbEkWAYyYJBPH5vMOxVameUFyn
Czz9YXHZ90gfmTkG6BnQ32L0AeTSY963fjk05hZh476zpx3WDWOvaYxR0n44NWuJZRo9GG1R76cm
6fedCaqN9onbhZ0A2YB3nCN+5F2njDcj5b5HKUuc16cfiPaub7Z2gG0p9vWoxFNi3hQe/oeZLbXD
zmu2KcQFHc2c6XGgcRdd2dhHcXJqUkCjWIc5sqWGuzIvNuM4kuShUh6vgt37JGB4UE0nqNN5k7aM
OmNvAXeCbrvoLQ2xWstP6nDsbKCHSrKDyQBbatZsi1BKYpxrTX5Xjn4qBJW22hBd2zpOm47e5WZM
gplv1W+b55ZV+jgaAv1VruWzdfiFpfbK9sL73MSjzKhx62SrlN6O8FZberZCE4P5dKOaMQvkOHbn
OHQv6lp/S0b3Q1UJDpsZ6z5ybLFjc35rlOjkTuqy2QAW7PNe3WlDr25Lq3k2BuvRpaJ6I6d+34Qq
iJXY6xiQtgTugEsVO2+yH4peBWYNpp3MHA9pfNSS5MY2u7e+yB7TrNnYKTi9lo1LlDGNXMrkIZ/z
29ZsvodhtN4pITi3papYZBMEek3baaI8N3H2PXNkxehBu6Mr6kavF+70wtg0gqSmVLx4Ft59GXeP
HYc8t4v2NmqstctMn7az5AIhZ+zeO2MMt4WwqUaO2Y8Kb6cvNhTnGLR+uwvt+Dua/W7sha8b0/AY
tQMF2WxGa+QVmrs4ndRz8wQp7i13eRMMdcfvxL8fpLp5XZCc2NeNrh/zKTSZ/9hafCtz2tJnj/0D
B6dtNCwv/I1JDxV3RdEE8FQCrSna6zCuywurT5rnwRKDb5Ao9qs++aLc5Waeqy5oLRqIARGkizlt
54RNgBmLp3qaOHjMgO5GRB+VNfdpnAdxmLyUTLX2RSsfWsO5LImLpcnA4aC4zMUjAAp3mxXlMwah
IwXgH53wzp3WXsd9FiheojvL1RbOF6oPiHN9KUqbogszDYiq7uVq6GehD3JuRQf8SjVUR1NoBy+1
dG50KygEJLUoj/DNR+GFrCHtovZk297R0+d2XVykTS+2eE7yyqcEKN45Wn3syuXcyWXXusnd4GIZ
mcOYpGO8Kww93Sk7O+FhujKUsRuN5lZF6pIjbHWVReN15S6cOMZww5grO6MLcF3LU2vnRC8yh+b5
cafn3s2Qs+7w7tw4JgOlqU4nX+jVldLcaw9KG/vn7DqEbrfHK3EIy3KX24i1vJ8yPb7Ll/LZnuBf
y8Got8JJEVwYbM8ZA1O31G8jzghW2lLbPobjvmYqxMMd6fdT96xkeSAAsVZ7bJRYK/zQfkAaE/Es
iIAbpOX0PlCx4dzg+JghToq9EYV73DPuzm3ZqHCrHwfr2lvSk2a7Z8errjl4XhS9+BbWCgS28cBA
vAtoAn+KKyQszF1s6udnFSUHYBzsAep7SXX71qmevYydtp6kftfO1mGc7nWsQHRqzuxgE2Z+Bn59
XXWvuWG8anp30uI4sLSwvUA97QBDM3VtaYjnX276dSS9xPNDPs7XQ99f8EidrSV7HCA44UQbn8qE
Lnq6dgnTViDv3KtqcQlaAjleQ323M1RjzlfzRgz9iYdii21hg5f8KeRM4Nsac6K0vknH9iXF5rAx
nFbtMRwBeQRQcjLb5pTFyHzCvk6Eda+bpN+Ve92ARWvNbDul+YejELmQI7ONgUaWNxztzPWs3L7W
tSQxJJFlzXFfRHvdnK8EkOqQ8f2FSZZk25gcoVu4ciST24DC1mbL3NjHHE5j0phQHMTZr5hbv+g6
spnNJh2p/C7tmRhxfhxS412PtSerL/VNU/fVFtPjRxJjiSHHWm70gbVuwKVwpzqVBFrV189oi1Za
hdt45CQTsTuPLbjMs/jC2PJLzmFpm+tjdg6ntGeZbKMr12sPIhsvZLOkOwCWmBcqtlmMku2isw5V
e2+L/oLozvexUvGj1GW7s4XTHpaFL2XA2nlbLowq52RG78SeEcjeHfdewWHVTdUJrzaxzDw7My4/
lM5LxvEjmOk85zD+nqQqgJiYkFckxTYNe02yU2rrR1eEXxjEG1v0F3JTX708etCH6ewO4a5Y7nK4
43Yjtvrgfo/YqdtMJjB5vZp5+17q9S5ekmASXYDL5Vm0zlGaJGDH/OBOA4HI+LiU6beZ73bGYFD0
8b1m3mqc83rbOekyvzX1HFqKtM7Kjc5hWge10x1SXcarnzWFPCArIjbIqYkcGIAnkX2ZyGTctDHf
gocwNT+lZmNuEKxH3rzeTbWkD0ub3zAfYXvrMhSAEx60HO92Q6pS3AXRg2yRoV2PNQXFiPVO0G1m
m3tVxl97PWMbG+5ALlo74hOPMmzxZ3TGTTbh7tHsmhBm3I27ZMwXv+pUtZuRNIO1hSRx36f6rlV2
7CCKYjmZSXaMyD5RH6XAMLl1zTi66uFKZcL5CpulBxxPJ7eeYS9CHHE69iWgJ7Qi3q+cO9J4+lXH
ndXJ6Z4D3LVgneCXpTwL3ICe2QRewt5V2GZ0FkPubNtJe1VtdjkkSN1a8o0t5ZPLQCrIau6ZjP3b
UZsNZx3bh0GG5ScuVg20pdINo8A2KlERDQYEifdh4t3AMZYepji5lfD9N+ZgiG2l6QcT9RuZuP3e
o3VovDm3g52Up5KRywSMPSkq87ZakuTAib8+ERmFTTATntd5X/pa5dXBYHpQx7xk05G+2DOzq3w1
yEPnxhAntJtaATSsuhB9ddIPcWjKXdr0G5K5r5biwVksbRvX6Uk0JGDJKRJ4MgiAbnOzYt8yS02n
H1p0h8JO0XPSRT6UjddXG+Jz9c1kVeI4o/C84uudL9uwrL6KDhGNxS3yCr8zYPIpWfRsSLvY3mKr
Ye5fpXg8o9txHj19q/Aak7EaJ/mAj27oAdQW9eWo0pzBoB4O/Q4zRnNk3UE8MNUOftJbMevUioju
xlNVvDVk+g7b/VwZzm7CqOFP2XJpaDaur5BKZ1fWVwtywVtTh+XNRGqYxzN1byNspuwdZqS03G3s
wh+iPN3XPT1PnC3bryBUSh5x9sDmRm+LbhcaibmtjHK5KDQnJYydTWxAatnsBzoXrrEZ6fdxbNl7
SUB1Vy4VFHYEEu9bbaQaoxuE67ZP3RPD+iTIOXgFoaOaHZiEZN1mGMHSq+Sc0et4FRM/2NajIh9n
i2bGSVW3HzM9BZtZtH3gKP6OWanACU7L2B8owzIvxjzKrhwn0e+cdADYOroY6cKl5OjHzj4kSqI6
U/pRovrjsEj1FmHHOkon49DsNXhwoi7A8sjhX2NLWa89KlUxj2euaL9zeR+T8CfMCP+O7/YAbp/9
bmi2uKSR64tpt9DGhNsm/1EglBTXFNC4ZxwOLoGd2mi/EzqKC85zPDLe6KSPy9CtDhw1oBbphuY8
qxQCc5fV1aE1Z47XC8UqxwLnxalr2Vvt0lDjTSTiMsE/iaPj3EQj+yZ6e9gzRfnOVG7ymoGZ+KYZ
mOSxFiu5s1qDIgFqK3aCjyvZaXsNL1HX+xpNE39ali5Xoo6XHZNazKeobuYXgsnTrb3U5jYcvHbX
84gQiaVQYz/Lvj5FCEGHbMKvB9z1wTA0En0epwzeV+F5wbN35bKfuUHDmI9pNRU7y2gj7DA2KoOo
7aO0VHw3omJdw/zMAj1DgsLWRw1DGVf2eM1Zh7GcSz0vm/cuaZejoUiS+zFP/1sbkzfvZjXdiErz
7lyLAzuYLKldWmg7YP6SefC11Eu+9F7cXtqxm1+PRmWfjNFrv3he2M4XWCz19FCxKz6jsUOO1J1E
6744GdmqZZjYVVYAE75HAB32daSF0y4qmQMSMo+MiVlTOiCKRDPjx/KUl4qZUz5oCdmyHpf5MkIV
3ghzEjcsIBKNJmvcK1M2SXygW7SOtk7NNHscKmnuTPSL/WJr4R1+1LuQ+T0tEC7LInnK4mLpvelp
wT357KLlBk1uqE3uDNGxqbPpsnUra2+6r4XbiL3sjNjzh97w7pMFePsEkCBYYAbUAc3Y8W2XDQ1r
UNUTXKnaItsrlvg7AtkWDRGJrPY87WF0pk2Fo+CYTGjt7jjK2p8g6h5zK1xODWANZEbVNlRLuCgy
O7frb/ANh7jjVHxJbRlTS13T5mAoGmdjhamXf+O/1dZ7CmcJvGeMuawtyhmRw4v6iUxojsFBH/uH
aC2oZyY7iieiZeK5kc6IuOHM44Wy1XRGZeuPfSX0czVP4SvpB4Ekgn6+IYFDwD82wsvW8SzQk6j4
KNXsInTqKApbZXeEUeth3X27pwh04AuuUtpC7AJ+dVmq28Zp7IPlLgIqyTQ9YfQlXqzHt2Tho52R
tCierJ/OFwwD0bgbaSpgIlg6O3uQpX4D/kVp92BdnCtndL7YeaN/KLRi3NUjkz5hM0HBCsB5rSVX
siGm4R2zSdbhjZGX+J6seHkseCnJblo1t/mReaV3PyS2jtqsoQrX8zrmm3VfSyZWBVL247LtJswQ
xB7su7mvtOfEnu1gzKvOFy5e7zUVrGjalfMzl7s4jzY4CrCQYXbSOfhu8hkZp5SwMYc+i88gnMKY
o5ZtfdFj13umRwWZ2S52cYo8FQ1OBFfZEc/KK5xbLBo6nWAx19TX8UhQ1NGPD0U6iosBx0uQyYqz
jBJLTtDATh+sigiyB85gm5D73ToxFzVNGQ91RQ9UXsOetXWarNjieOEdTgvidW4O3WnO8vC2M8fu
YY4j1FCC/pdhPOvM8fARD9upXiq0I6wxEtYdZ6qMEcEKTLgiZplTM1JWVubXJdHizZIrDz8098tl
S3dMe5iZMWb4SovhZpkl0inkPftyXiwiylo5j9tCx+cImLDmtAEOteOwMNlnznl9EDXlLdI2Wanc
Q331lAl5g2IaDlYzZffuyATFaZvxLdTYGjrxNFxXoJV8Gcr6WlQDBsRSiHzLygwzCiSO8zBUOVN6
OOUJ0AJeLF/luDi4UG32RlXRobdq0cq67AzoKiM+4Z01JEmyM/Mqe56xl0Z+jF/lcm6H4avA9XiL
OZi5VWa49k5yw7ykP0ZtlnCjIIKies0uKSyuTVvJ7mB6rb61uMX2S41HwNS8+MqhTHKLSFxeYONu
v0sGVP5YOXhphd6d7cmKjjq70wDOHNjGv++bI7PMP/+xeu3eq5qDYhT3P3xd//y3/Ud19bX46D7/
pp/+n+6/fvxy9FGtLrWf/iUogY/Mt+qjne8+OkAR/883tv7O/+0v/tvHjz/lYa4//vPf37mV+/VP
i5Kq/DlkTd7uL9KYX8vlf/67/BzH5P/5wzNnr/Y3LqQuScg5plwTxH945kzvHxb1hWsJyspx9Lx/
BrM1/R+UaBn8N9jDlE5jYeEP7NBc4//8d8xb/3Ak9huaUEzTwjrn/h3b3M85GdcwHAmGmIA4rR66
B23z55zMkGRm1Gs88CoK0ylIw0I/UL0zRb9JKf4ciFw/xzHWTBzVoHA8xS+1rSzkUG04eSVpDcIi
tUb1bi9L9QyF8XftCr/+TGsj4ppmwnBLeuxTbCwzSSc0FSICnUVrdk652yVU+W/owD+n4f74iRzc
O3RzCDLNP+ClfwKCxp3lFbpnrpNlTrOia0p6t8wkvs5cjMG+S7zhD1fq/zK/yieuKVxumPVmsQ0Y
0j9/V5lpdy4AJa6ejRvaz5Nk2sYADgFWp9F0+NN9/NsE668f9ukiAo8HW291md8YK6KfM5X1CCJS
T7a8g5vdX3/YL9+YB0eX+49Urvcjf/bzTxb3a3cZaSPfqhvtNsVqv41G8fdCuT9+JHyma2TPlVim
PqfU0X2gIrHaUi6GiyAjNEBikk7cDvrB5u//QNb6WdTYkKl2PoVyUW8sNUNAw0tSG0fBD7PhgR5/
81D9q8tmE/tlsbBYYZxPD29eKJHP8yoD1baxz5SbbwzCG7+Jta5YiT8lHv+4bkIisjCZWUPNLEZ/
DjObGnEbXc+YAIEMrfFTwojH1VLXcb8nI6bwVSz9QK52EM3XqNXS+Qw1rzGY+dRx6hckxtoHc+Jp
35RM/tDrJhWSYaMP8ZKiMrwoBrWJDPortumbfuolu2L6w9TGayqmM6GjV5rfjkb0fexQKCiNW6oc
ATL1vsrcadBfS0CLxCWK7s5L9aY5JgCJ3G2pKudLZAvj/zZ//X+fxPUn/mcS9o8rwo2q8wWvcA25
OpH/9OyzGlAPqtkEl2YKHnxcqbrvOVV+W7V9dicHB3pfj+7dTTpQRSbH3vXfvr+ocyBvrROkXG+w
n/8CfTdI1+Co5k+6xqBsJDOmW6P2m7v4l0UbQzdtErrBw0lF5+cljopBbcBwzeS5obrQHExxsnrS
B9gh5Ptf/0C/rKZrSlPokJVZU5kmrPfgn64omNU+EYLcj5215TdnGrLeL4UFDURS83NfitAUfysi
+uNLhEDL25kss2FZ4tM11DhwVgmFOD526XW4Pg27JHHn37wmPj+jHNRsstIw+OH2QpL99CkJPi92
z6s1tcaXi2aUdEjdzji4v3k7/PpBLl+RwP/NRmO9LX6+gm1GFDXWUmwgOEcugOkzEaXL8P6vv6d/
9Sl/bBhcLPvCXr/HP31P1VQ2ccz8y3fpmORIiVeV/oS/2URjkBcw3ZW9Tz7gX7QwFaNh96XJ8Xwe
ZXGqKlDEy5Brv8mXr5f+z08xxAvSClQS0MrCTuwzOQGlQTURNEEEvqW+TYyi2GrKnL8ZxTdzTSKV
YDb/+urRcfP5M9mzuTqbrR8fK9m8/XT9yklGYpTE5sYC5i8pwpJyM4okNRXgIUtKpiGefMZsFcI9
DRugeqw0JJ+Ihzf7paiV7Rt6buaHmNeXCnCpde4WrYIJMINsRfkiWWc36EYG8JtWFfNb5xmjszEK
sy1AWLXZ96UZ6d0YZN8yuK/sNkXhXlDBPavvVjpsGeUXIrNjEmnoJbSEW5Qj0/2I55E+y7LelPgZ
Ea4sa7wXjJBfKa2X0U7Nsdn4eUSKwp88a0QKK+U6Em3JWZYaleRBDuDhA4cKc3JtNCXi4DhWrT/X
jpWvWNMRZxkvTSqrQ4NCxxqS7gsCp1wCw6tTLEBuU1dbMFutChCJ0XvT2MB4NpsjFSteaxnZxQKK
AqpWyXvsNSefTTEqs0l9R1ZaICTj0d4p1HL90l1s582uZ6159HTlEtzrRzsi2VQRnKo2rVGmOFui
kjLkC92jKhVThV45z2a8BtqmcGLNpUk2qTdY80W9J+tB/2aUTyNBw6IrGOfIEc/jMI+Mt7uxdLst
Oh++mbBudbwF3jA5h2gFAW4YLlnvFjdBvtXcQb6REo7HJ60qwq9ONeBX7DUebZ9D4Hzn4ef8NmWG
M/mKgfTDoFJbwzurLw9UE5vJpu8atzhU0hjvI1egOdXpWBU+3sViCVrNa7THxi0nrMxaYrz0cvU6
AfUFBeuZ9ZcmAl0x+F3v0JqZjiN4VdvMsHs1pdNxmjWL0d40xhS5pDBJj+KraFRjXWTDPBAbVdrw
2pf4r19JNfSMygcbgSLNORrs1VJb807DjISbshssnAJdROK1QMTAuU0016QkokHb9nTNedWIXCsM
nCSf/SmOuM+9zLLucj1exxqpbPpvdqKZ86mjiVA7uqIBStjoOcqS5ul9vstgbd9w3Y30GfqVAd8z
D/P+kXlb1x0USb4UeqVW4kEOZ+clmsp19jHU6X2hIVgfS8oytLfSy5vhWMxhRqVDwXx4B8c0szbN
nEGtS7ukdr7LQoeL6RMMSd8J5k/a1YAZ3cG3RCT1wvWaHm+jUkCr7FgO9Rt53CKlO7fFqov0R1/u
QfDE198aHWKoz3axpZtNLRPQYpp46ltqHgiUhDANgL+BLcWVJmLcKpmxOvpLPJH0/DbK7pg8Fs2j
YUY4AEVeF+XJmwbKJ2tvoZpHWInt+u0QsQeubHCWl5JzVHcZJ7BSywBNZIzsPZGCUYptx4FWmzZU
5hBxxbKLyhAklSB7wJXOsgvP9grsERz1OkZbS/U6D5F5LFJUoRuWnLjbmUNrxDPSMPVbqMJpiMm2
cyzV9x9tojjIGAQsUlE5wSQ9tI1D3AKSzJ5SNzNAH4xTcj0MYOp8o07tBQsnwYwo8oIFxCo6P/UQ
5GROiyyiCbsrgOWQy0ooo4ZjHNS16T1ARdXddW6AU3qkbf5pcuHTsvZOUCCXysrLXYWQSbezLdsM
A6cNYZB4R+8xybYwGdm0Kbg+cjSVwJ2h6dCLkaDNg8YcvaXzMZfq27hALcUf0qju1GdrirRkl6rv
52mIwks7Yp8aYBKexaZudOL/yVJgcXQHWM2HiSFVEuhDl2IIhIztC2sUY5D2kSBI7XbQgJvKJaRp
jpZ3k9sI+NumN/jbUxPMml13aXHfT7Ce73QZcYxpgD/S/CjgbTJqtHvW6Zow1UZiIrrVcn0JL+oS
tzUPSh3dpDIvrjmR4zQWQ5jc82cw0RrVpMNQaJMuO1WwJThVzF1Fg6klMcSOKZLtcel0sAF0L7v3
XClqGC1tLF6qOXLCjVHJ/KNvGifxy9Fk4psvIUM+Fp0yubAqN3zTXGemdZiTBGTy1MF2WpM9eNNM
hZO+xzX/QPqpV7spGRr92BtGU2E/0YZLbQxLc0/nKOGjLHLD9WEpvBw7isyfeqcn90GG23yYppIz
ZA0pGxJtE3GU6AqJ2596Lvm15tUJ1B1Mtr6JNbN6LareYDxuGfgom9Vla3achCC0qdXlaBjLk+aw
G9+ZfRyvM+h+PPFwCND+ellf2imBOr9VutLR7cNObGK9iSifrl36+ybmb/yQPeE3lXYMKgsAR0yq
psqOP5KKZ+SRv6aojm0xODk3kJaKFwwasj71SJnqlHQ9dR+FgZkhUK0qy42CYB2+2vxvYO67xqmP
Bi6paNO27oIWKZUNeSTuYROnsMCjezXZAkNIQV5247QmrmtBl4F+2WUaNIxkkJZLFRvDCm7QzKwu
3LzEjKLXkBmCymw0tfdQVPTdEifhcpxTzxvOJS0M6Qk3tcHg37TnNKhCbxavwkyAY/rZgMXhWLS8
kxmiN3PypHS7CYOGxHAYjA29Lld1MfX05lhZ2epnr3OaiXd4Sbv0rYiaun0L40q238c0VPB8rEwU
MFTiZvLpp6iTw9KhwSId13DLNdYW4+DhHH5ss4h5MVTVka71zg2rIE9SzfZF6GlYkqMZ6jolkHOP
z6xXmNBtWaCvJ63oLtK85m3kQLMjG68SkLSAACg47dk7WQ/AZBXGY5gZPOA5Z/9Daa9Oih7rhrUh
3agIZo46UR2BqX0gXzgSd6ks1lCaedmrlbR/Mxrlu2YPQ2R6uBBgZmmvntiUzbGG/TYuKTnwG/S/
qzYRYco4ZqC5YVp4b+1VViGzp+Qxvs8ssy6c1Th6JEaBNQEeTBmeXMtp5Y5nH2M09grSpbzpPEBI
ks7aBqGo2YxGEdpbY5bpY6yTgmCI3glMvXkGBrae1Xp98wYwe7HwjLh5jv0yFbm27Hg3LOBXic/u
EeKbs8V4DVppPNM9BJnfImUDAuZJdYN23TUNNZWo06Si+NJ0XzRwUgKQEqEeDKEZQscKEQ2m71Td
iC+hpsvhYYqnSdvrIfvPjUa5wsxYW7RtQDF4+mxBpXhPhF6X54w05codLUFpkEqeZkyspTJBamnZ
vpK4ZjBDJmSQPAj+pN7zGAMZoynvMW1zmsRzLwaR1k2J/pIqkocbh1cp+8+pNYudVioHxSGsrHu7
KKz2GDFcBancGgUT89bhUO8UMGgx+S+CVF4HcM9feyz4oCoWD9iDqzfbCceU3thwQWFiRdU3FUlV
m+yYJsGBe+5Ear9E14EIPXTOlShT3oEGQOPAUkkWM4o2mwug1zHATKsyHmRfwWGNme58HXqn5Pr0
k/fjRdxq0AEa8IrdZCPWtW2b4YLoXOb/qDHWN9W0jumXYO9K8AuFYfmYVeqXdsymxcfpSJgjKTNv
psykLTO4AAv9d4Ye8yri+J/R8ET/6K2yuMm35qDAV0M+N9Jt3hlMowFOghMXsrOfaqVHHpOpND8N
nG1chtY1tpveprl3I4mv3v71Ucr6rBhwkKLky8IZslJPhftJ/NIFm1NKPgpf69n0XEAzXwvp+zCc
z1XUhnKXxGvuFEiKvWydZGwSgsHLfLMYgPuJtmGr3xGDKedtXOaL2LtTYWNgk9i+bnIgb+WdPXQg
EGJObAxMIy01j9GQml+Y2pVDsGCICW85akfJpphLXP0WrZBfJHFU58FYHOso+lI6W1fV0ZNNF9NT
yozKu55zhp/7NOO+2GthqJEw0my4z0U7quHLX1+jXy+RwKJInJ3xKVy6z/y0uIlr2M+i9N3SMB41
etEOoUeXoy/gyT0y1VcPf/2BnwUjEzkcHj9iP+1EpvWZlzrMKS6mGXoExKv8HRs1ZBHkPxjcS2/8
TXGKzwJSBhCN0D8faH9Ww6U19LmdVL5o19KLpiTpBhHvuMjsd23Dvx7aBRhcPhCyIXLr5/JCrwyT
ThS4Y0O3fvGSbL6c3aT9zbX79UMkgN4fc6J16uOsv/4nZSVtvKKRA1mSIlbp9yI14xt88+Pxr7+h
f/UpOAAZSPHMSOezflO4LUcbDjlYMvLhYCT0XRh6Wez/+lOMX2+E9c9HUqF0l7mi80kmElInd9S1
UPz5ksjBIiBPbBENDOGya4W2cZXeNTdhYizmI546bbhPOcrRhT2RTPbNebbNM2+m5v+wdya5cmNp
lt5KIecUyMvmkoMapJnR2mf2Wr1uQrxGYt9d9txNLaBWkRurj5JHhMs9IhIB5KASyEEAgXBXSLJH
u/zv+c/5jnOgW3WSh8gIU7mGvjN6m3/+Z/17nwgANxcNkJUayNRfP3fTqzSLyzSfu2zvzMrQDvBx
5X+yTfm7v4mQBvVd7PXQBH/9TQyK2UVbsXd3Gq4hzLWVcjcTtobp5wb2HyrTf/rgTfRonlKWbCzc
vD/qS2kh+1q1Idt5p6UyZcAfvoprF/erNZDw+ucf3Z9/M5aby6ptWUHo4o8LqWjuEK5soi4ISMqf
MzBTWec+KlHq/8kP6U9SHecXGJEFrSmAIf/xYBGWoitIJ8HMw9utrKkcDrzNkus4KsMz6B5v1Xae
7v/zv96ffmjLoSngPqNMs8L5I84zdFUnGpflQZxX5GsxNG6FxdP843f5H9bMv3E6/+4D/xNr5mv4
Vny+/bJsX37Bz8W5aX/RdU5aBHq250t13u8W57Y0Ycw46OpsWv7GmrHozUNgx2ciF7iwFCwR/ro1
/0Lp3AI75xGypWX+a815fGn5wv5eO2Ylj5hv2Pw5kKiNH2DI353WQzYlWBK9O265c3FQcYsAy/MZ
YQsOR+08heq+poaTnsYyC9SqqmxxtkvTo+k3K6MXbZDIhwiEmGKU4cTxrhUdwMgIW2641qQ3DaQi
udStmjycCYrYZVMSs5uHZz0r7ekwuMlEfvCHvtFi/33o27YffVG7zMbMb/nb9EMXCUNrrq9qS6+j
YGdGertkbqgsCW69eeYIyUg/FI2xpd8IywwdTISudlGAemJALGayuh/ABmen0G7QvHonh+hkDxN/
1KUOxVnLLonvlRU6aqfjfUzX/dDjqxwaUUY+blaMBGHc1kxmPSIZ3yQjfx46TdIgQXMFoSJhaMxY
UEe/6+gVz7UT1xccioXJPwomODMxRXxomh0GUDGDV18D3lP1loNi9Mgp0C9IZQE4xJXQh6Tw8dzo
ew/IdL8LnCT9QI9SQCSrGfzLELSZse0H3Xw18Yt/rbqG+jU3LBXVVEEt/TIUYhGDqmSX6RafR+02
1VLjakixU5lrEO8BPfvB1SyjxWeu5+aJRuvBexG6Vr0klM2lmwRHnIBr0GfIhoY1+PSs2E9MiCAv
xpjnRIuKCehXTm5jrVsDgSCtyqp0M5C8DQYBYYQGG5AZaU79h5IGF9RFuDe4GNISvXaJ6np+PXvN
Ne4wZCjAnXa0oeoOj39uTfMVxtUFcIPMle65IFnjpq9ZsaLEAdLgFdTgXpeoJ9QVSnMEjATJBtNp
MmN5TvO0pMe80JxgU3m9SWrdtmb4ITiDQedg8tc3RGe59aRjOXi+UcDlWiVTE30zeBuwpw3ZEaxM
NBtKnIOe4iV3oD5t5YVIAujgg3tRQsRgTTzNU5sRoSc6Y/VN342qMG6482T5Dg01/sSkSH669wpc
/hR39A9xLsXdQGUF91YzzRV1iuhtS7mi+7NqMcrSOniZUryC38O8zihkFAOgz0MYhzwd0PqXxkaq
4XGelnzD0zNBCWKHbreExXSuULvoR++ja/TTNe1utEGG86TsM4IfLZH04vTPaqmO9MrcqHY6fWYh
Lu8CHpTMSd6tC2kpfTvEkFMEwc1PLtoSlaFbGipDubRVerKKsj3OcMM+zFMz7diytO9By7WBFMWA
j3WpvjQ9yeoFVYs0MtoMSlyLHEW2sNPGvagELSmYDYkEgYG6EBB1oLmlVbK3slSRjQH8/0B8EJPb
hA76Ha0vvXgBDM2z1Ny62ShTOPetiIcXvY8UR1ftdZMPfDp6HLCyEmcRQKnX0qr9rqnpOTOihK6s
So+qK1o76/quHEyob6bD5tZP3KJ6sWl6JKVR9+ZLxDXwqc4phVjndHbh304diS010J2bwRE8dzbX
0k02Vna4aTw7/UrppRVcsAbhkkM0yo6K1Wy1m1kyjdvMlQrno8bgTSQowgJrtO30nV5E1KIru5Nd
72ylmSJpr4JiyO90aD71CuPb8Ibvp7yWmQ3bI5TRDKEWbS3euG1HuruzWBuNUcORZxY1nZ9tyn0y
6PSh3tpeYVoIZaqhBMZ2E53/65iBtrCipLm19MjRfIV5s1vNLlRO9FjXaDaU0+XJnimG/x+q11X/
Oip0eNQCd+Sot4J4ePfcxGq3ThuNHzXn/LOJaeqdGdy4c4rI3ZoNdycfNWJubhbTdaGA/KhwD5d0
6T7KYu+DDURBBoOOh+HotovgMQE9AuQAimDAIk68mNyUPUODoqLGt+nHq9msJSpc8UeC60mr4fza
grIk9+5FYl53YVYSeHbIsFIaIyB0UvwIplc0VhRugqzDgjzYXoDJwtDQ3LvUoO+u1IfHygNYsdLt
xj2ay0dAXE9RoobhrDF+zrb/MykxKTFa/2OX4QpndhcXb/9r+9aUvw5M/LqfA5P4gpnB49yVHiYA
2oOZWH46DTX7C0M6pEZ3qX9gpl18HL/h+QzGLCDcSwcMGGt+Ef/ot5HJ+4LxEE+RTmDD1nVPyn/F
Z2hgW/xlZJKM7eiWJv/xTFbgpv2Hi1aWIj91hLQk8HrAR309g7qmk6zV6B4iCwlSbC6IBhees8t7
wgxFmGzrPtprHvVZgpufWNVAgCkj8j2ZBJsBvMLKcwlkGZUnTzihJ/avKcfYhHcWvu2+QuBasZSw
Vi0r303bJFiQLHza7XEaamq7Ba8Wjpd631G0dCqb5D7S5t0wNn21CcLgOi5HtW49Z6srQAxkNc6V
Rt7KZYd97fYWtb/QUleGFvPt61R7pyAGb6opuMWW9RQU/QZ40Jrq9G0eBcPWMYLwiWENOpMsriYj
ckgezDo4B0c8QzKNdhUrfhaqFkV5DcW9gQMpNdCbr3mf2NdDK0wM/YxR0sm/55n0/KAemhvKDefv
mIxeITdntKUaRIfKNDmI2Gz8nN/0Gk+5dSrcIb11mKgPOYjaNXDc/mss85JkQDAaRzsIdRbttm3f
WWGurevQvq1iiBKV88r2z/gkm0mysEnAOG0Kg3US4OierGNjBVeuGCHgNKVFoSqhkzM20KL0BxrZ
tmEeuN/ryLB9EkZsFGxIZiDSqjx8Kd0G+DAFk81NSBz/KasDcEldjEpH8j6/wJKLSdLn1cSaB0Wt
Yc9V39DWVZxjJb97bRYTS+Yj7H3RDtNh4iTdgbtyJgzXhEjinRPKcID0VDA3okzHtEAWA9VbcLWo
F2V19CwSmGbvTYNRXWtq+ttzs7HWbZ8J46HWQ/3SK3lLSIWCntlAQHeyDGuSlpBIbJn0+ezq9KqM
uf+WiVm0K5WN+XGEtHbde/w0ojSufLoU5+tAVRdL6IhhNe+tC3s1GoPrfDrOoXxkCBfpMRZWsSsN
aDwlyVdG0on4injNmTVLSMrrFqjOUxyIcDOX4K8SZGhs37t6ts1NIOTB5YC+ZiSOjtOM+59/xQxv
K510a06LbTBYV1YKLzGVTNU9fofpWdbJOZxznOXxCQ3d3dBW7odR6HcstFmXINoU2p5bCXcPCmDh
O86RstWiLZ+lTK/NXu4yai3dNNiMefMgF7A5od7dqAP/gzl9ofJi3TqH1rzry/vaVrsK/lgoPiAR
8Y6Z+Dz1Z7Tc5q5Lu+sAjt1o1TuOo26r4HvogThlyuJqFZxDs6DEnqBoRX63SoTfFnnve7O7j+Mk
2GeEBWdV81PVvJMbV8WBH9WWtfUpI8KBURMKfWob626cAEI45gG9uDn2FjAfO+L3jRKUc2A20q9l
RvbaCK6M5GYKBZSW1zh12ZdQioBQjPa3rjvvYNIe7XH5m9rkWrD2qRCo6K85cW2FXvXd4lSBPB4d
GjMevw7QAFYGXJo8qXdWKZmtMMQEkfwqsyXg1uQ251zzGuA5vIqSqV+Pafy9zLKbjH5lUizsezq9
fq7q4VMLPDZpfBsPwupO4wgMf8wuRd28YQneGWBw9q1pvE9FOoZndq/mZogbGjKTIsChmOpEMrQS
1zDUBsps653U0QSBbFcXvJfrMinjcMn2s7pLqkDbJOT98VhEE5CJjBmCYQ0oJouTbUiEo43SjaZP
JIyz+zBlpanp70D8OeIiN73N54FcFhD8oJ9ZgFm4lGSn3UHabz7RjO50TQ/uwK7GguAiUM+oL00/
yDySN73u9Wc7mNINJg21H6pSOivZZQd4RcYjfuxmRcCifNbKol8jEAW+VszeXZHgyViuuG+pYvdl
mfEW0hEh/1bgfqkYStwShAs3+7MjSD0Git137D5nmtshWyfjYfB6xqdev1JxAhjShO/tckNYI+JX
V4GYXOYsz08qd91U+YORDTc4RDYYfTEQAEe/qoMiuQ6KlrM/+ionvhml3jIOl6RA33CErO0oBO8z
0UZZ6t9AbO1DJzgWTbnHjc9oG/NWMZ3xFPaAooigfRiGOLtp95GPMcCeBg5rWqa3yjA+ak1l6ykk
ptMZ8T4fDY2UkvArJ/U9RUVJgE9oNc+UmrsSd3/ADYTVWmHhWy2omzWdnKMQ8nwUFLCf5+ojMEhI
Z21xHEEMfPZD5u4ATn96RNSHlIuNDNM1MI51lffdmk3oEhi4THl8XWNtwIFGBQQMej+VeLvqalPh
iimsR4Ms3PzSEGWuKSiL+LQVc+ry0FHm/eT1w1WmeKu1VuK33bi3tZdYK3Zmys3JEfOTdNNdor04
anHtDGdpjQ8hrBz8MzWwPY/WyI6tpS13HYhVBSXNKsfDHDp8HSDhW7K/CdvqGuHwFFMOgVm+eJcS
3yf+irOY9UPXKCrPrc2EH9mrra9BHT3TNHDs++6Y8hCXEb6uNjlx62X3bvRrM9Rfaeu5OHl14L69
zuV5lt0TQYAjNY0PmmfhvVTaRUKanPv7upHR1ujxgKKZEF+brO/AJX0zsXeBeCPmRlxHM6DchOtg
tO8RxJ6n5nsus32fh2en5Zih5Gll6smlBC5bBQS1hRvfcH9ZQbS9wVprrTGyLkZkbCcJd2ZJXzbJ
7XNknuCiJn6efdR6fAgr2xdNtUmQNrrJgPhrDVBgXmPXXZv82FfRaJs+JT9nL+h3da5hq9KbQwaD
X4OhlxgTiPyM5PtTNIYnc3qaBjLqebgdAUIAaM5wRAzVUadsY4VF466vvX0/j7fYMED8e4XfBd4n
X9oN6YldkDVwJiVRUxaV1JQO2iculUPkeVs+sPXS8z5l0YEkL69Cd1eoyU9o+9OdB1tTb4pKIDPR
NjPHRqjHNV9AdQl0GC5FeyfwOi6ewoWMhS1tTXJvHWCJMmouo1DB1iJJz4u7BiYCyMPmm5uBASya
Z6Lg266e9lZqb+1qpkUc3j12iI2e7SgnPIQS3242A161IuUhCZn8eHUHZ1q3wb7MUWVdsaq6mnQP
NqQR3nI5paOToHo+vMw5yT4nK/dgM+RpbLSEv6g3Hdv8kx/lIRV8JiUBUK6mi8lgbACxpdYRuCMS
V59eFJRqHDXy1ulzhfI2JKyL7XNFBm81x9JvInEHZAg5STR3AJ5XfdvfaBAL5xGuQzQc1Mwq3tPx
IQ7NzhjtjTN0q8Fs7kdTcJ+k3oXvRF5tGpoaNxaGaFwW1jN2j+KhL+gIN+3GO3kaj5/Tk3EsR81+
AP32bJQP3jxe2sq8pxRjY/di22ntbeTWJ0cIys+HRRBk4rS8jaWaYzsZK7qQby0l7lyaP0YRv+Kc
uOFSvtW8KzGQ65/1ncAl0PHZwy25ygcXe6PVb2e9/VwO9G2Ov5ITtN9lNv3dqv1aF+JAKHi1zKZb
6ho8Qo4Q/KPAV66FbS7fgOTYyukJJ+SKdUO2Rbbpdlxcufuu3Dre9x3gFBLFhj/ZNo965VJ6Qher
Jz5C9V4gHOwY1WkKJm/p56J7LMz8BRsKGIwxONoy89mGcQRgJgoFnoWiAKHgHMhg8XOjriXhXOhn
Sl8NW/DmiFPawWTw1tr9mlDvxcSlyXSylnhOzJxIuzlsKbqFm3rOAQRb4SWIXwsW7q51naXNri+0
A7mjl6VFI8/wfgnk5kp/NUmUE6HlzgNJL5yJ05a+XboAMQsN35faljmIyYA9MGfMW+2YuwRvnxvz
A7G1B9L+h8XVWjnxjnvrHmfHJhQeD8+ADakSu2JBGcYlb42EvSvSip+WMtgt+eTaCu5k/ZrQMgtK
jqDtbN2Zbm76dk1MYUjdbYDyW4dQVGLbOCQ6PcZSXnHB2wagFOOUlgI3Sx9rYArxJPfx6AF4qd21
lr0jKIAcfGukdTPh3DXCj0x3sLpFNcJocuyMJ7MURChnnhncOgpIUY7egzU/AOM9sZO2sF2X4I5e
o8AIXtyQfVhauEmtrQZBglJxkYzF4vNV6l6NMgDMQ3cS/1s4nUnt2ts2rpghMGMcsA7xwoSrvhIW
8xWl0vPiOT6ZVvpOE9LzwPkMWBH2ZKgtj6TT+00Y34jJfM9HMHJjXN8bo9yW5TAfSeA/iZpgvQ2R
PNHTz2R5lwbplabRtWYMOwUy055aHVBXfEGe+mxq7ajinK7ywlnZAJOSQH3W1rCeeIS8Ee67Iy40
AvlNlmprD7bQStdLLMqW34faFWp9c5N4XPdQ39MzCLcEIJ7y9hPeRqbTTHkorlnSefDnk1xduOlq
277wzEM3pPZ91i4V2RhBcA/L9DWgdIPOkRl/lSWaK4dM0rqttPlVC1scR32v+aRV3HM/a94eQz7u
akNUfbNqgsHZttmsXZFyhFdqap1ukCtm07Yx8tn63ldRRdE4qtYlTczuGj8QTEF7Bu5IhQvGcBpu
OpadoQEJZmN0wcCuGVi8cVUy5w71rki1rvT2sAwIAQZtGtqPrCEctV6M0WqnYf9mfRjGO540kBfF
YjWOF8V2ZgS/qQZayAEI45+PIC1dvNgEsyk18uyKzgrsIfRhpVlEdYpQKPOQJSIKceYUN0hVWsaG
D8uAadDTEEBZa85/txgsnjrO0ZifG9o0Temas5/JUDQMcsEwrrO5IY4S4ISLVkZoTfhTMsvZDinD
xmBweDOktnD14sq6yLrKBNZ8J8aQiWdq1YSAsCYl1cnrMo+cLm+CxnS0gpGMIr01xkSe6BQiCsCI
sZSXoKUiJ6bzhZ8g/3DfMf2uesghZ4rR+ctTv1PdIiFlk+sPjTYk13TT2s5WUS87P9gWzuENSwGN
G6RHK8DkGTHgC65r4K6D6bEuygiCjsV3iXLCZewEGecketXAokCR96UMZB2usbBoxofLaxm7pywT
GBiltCGF75M51WtzZRu1UZ2h8RehsYldPqhDUHhFdpUMoz4y7bLTolhpxvHJmmSU6pKxaB8OGWyP
8T4hKGd84wIXyW9xgdupH8DhHyNqVMbnPJ6Hq7a15j3tFXnHDDYO2DZdOFwzLvo7qLcKDTjpjFOA
h4CTKR7raVe0SUbWvnWhMg1WhlBRc5pwnlWFe04c12XZz1LP3vQor8Oq5H9iJPDCnGIvy1kwsnPS
nJ2GFjxq/TS8dX2a2u8lZABYJK3XUmY2Yt6BdzcFBwquomBt1mNvQ74KmPWm1k4MoCC6vK5Gl7Zx
JFftzmky81tRed07/ilxOxlj861smVAyD1pKq6poRzNNc4RXU75UBpsLmDO2gIyrT7pYd16AazfP
Jno46ZDDeCnm+i7CIgxAJwipDg+CaOPWsxOvnBEAnxOPUEinjIbLOoqf6URqTv2YEd5udEVBzSAn
NqItMhbuI+4PaWh8a53AO5D29O6r1nbv6tgtz6Lt7FudnQh3t2IwjqoBkenD9/WeqPawb2ucxMu1
O1mYN3aj2pVTN1gEc8rKj06eQ4nQCRAgiMQ2+CfTgQikJcmhMcJ8VUeyXCygqbS2Iyvnp9GO2u86
6CF6iAId8xshjPtCmuY1Gr+2rdNJnHCDcV8wrmKdrG0jU2YIVj75ASo+J92odOg0dhaK+5Tj8pmY
d3VMjDK8D1rFPGJRkoGU1aO22QzjlzwW3nND0RCv6hi8BpmDkf14kUU7PJ7gD5rG+EhlZmGZ6438
EUSgjcwYaiY1cEDzMCerb0ZYXPMc0bEGBf+7lhABxCY/9+VOtOzH0JlqaBRufNEzHZG04HxhaA+r
7i6BvMhmoAmtFxOiklplDhDwq7ZynSdjrJhmQtmwKzKhQnR4jTHPWhhWeLzIjhN8gdWzKWj4/Irm
Okws1XTMQ96yTygthmTr2nRSjisqr3eVbgYSKH2XbbuRoAUyHF44DPc3ynBJlsxmeaDzI1J3gwrh
/7umfoXyOUk53suevETNt/BoOrO5jSXcEJLpJeOzZsTfoKsz4ozQaY6Ax8KbMHSt+8EsuCBYc7MS
Rdw8jHrExRcJutmGnT2e6euzuLZWd3NqTRfDrmGetKZ7snFbUxhjtbfQ73TGDlX4w/hgpigEAolh
ARGLlYXZbx1GOGQdhSTJz0IfTyl5PoowVL/NzCRY12bO0z2AjOvtAEW1vXRDdAZfuJ/sZMfXKtvQ
jftcT/a90pmEy502eqcxDz8LK9s1kHw1RhvZsC72pn1H9xV9bIwdECT0YO6uBhfOTcnqcF1ZtHxz
ymDMlQjORqn6s1UOwdFSk83lJzU/AVZpT2ygo3yrl4PzmNJ7M5iG34uboG7jZ6eBn06K/H3ElnfO
p9H8PjA4ANyzdIitlUifs3KavmWWmb2QwrOOwaRt3DFSvioCFrgoMlLte4LA3qHF8ZMwEwJf2fF8
5sDBMT89ZxLaG453ovDpbBLzd2r4+FKLfZla2VeqhIwXB/7XxWx0MyRQ0GjEhmsJTUQbD1GUdhgo
iV8RUPL660mE8+1A4QCyu94678BY0iPWfWoJZ2PX2YO+Z3HrfFZGJq8iJiRaGkXav6nWQp4Y2vra
LLJ879a2votnTXLnkvOu0KCymMXtOKIPdcEJwxkc6jYSOOfH6HlSubEbIuJ3ZMOKdV5eh7wCSW4R
PSKrEq6CMPYOekAbDIdprbPf5kXOHtxbvpJjTKvCXJ/7IW/QnuEZw6M5IWuxCzdDx7cANa77EI13
Ju33CF7LHwtzXwkt+mylzZ6wJEoyxqkfdF27LwPH2qSzbW1GTS4oSUCDtkdKqeEy2zb9vllwjQa7
zBRBVGKbXGVl8NURVrLDb5iAF8spQ6xax3fKab6RTfkyxupb0o+bJG+4q9QYeq2iOHZI8eR8R0oV
jPDYt/mjlmm+GdTmG4ENhKUo0bYOuUwCwTviBMGhchOEmMH5ajg8+KoP5HUHU+gUa7naommxsG4Z
6Vw4rAi86tqp7HuI2kAM2J2zLpbBu3CBxnkN9oeWRuRSe6mBx+/LES5fzmPsVeDUNbZDbWdK3+0/
Kc7hcuGJfVWQspva/jYInXplFXwufZZLv3P7p5E+U77H9gXRJnlk/MQabvc9PFRth5uT4DQthfzf
THCokg17oW1I9+AWCmbpW2QK96XZ24cleU8kpOOrXKj+ZaKrkNFaIVbgfr/J7GcAfLumU8cQadef
lssN5J5bI/XabR8mp24y4Y3NozmvXCA3K121cj3mlAemGTDdxhLXpnKQiWmuM1K+SyWcwMwuNg5C
nTt8kOeAuejoW67XpDwErTUTuiGhPOMuo8Gz1WXuixDjj2bUPtuY18kFFFinFRNT1z5ZKdJ5DWwb
Wwm7NJpQbjTwmKuMOWzdaoQj9QC/0WCMh2Zs99hpO/pXYnU7DDwxaYa1wONFgpk/2UIbyK5ylVb3
XqCfPa8xDp2WPxDDuBLh+DmO8lhX9cmd5RV7/Efvh9Q3tPdM8PoqL/E0VNgsP8m20f8UqQsrce01
iVN5jVmUUsFRdXvO3c6n7S07uXmRMHzwlxm6cr6lI+K9/eHM55sWsV3cLPYsIBvgqLsmvMC6+2oh
4utJmaPfA/GuugORHcwU6S0rwn3uyn0UJdmaRTxvp4Hxy8z3aaN8OjauC7v1qzF5Bo0lb6e6W5tq
Km6TprbfSvJz8G9JvrJp4rEdUz07eW3IWEHuhWp3Bdkro5F1mK2VcspiS94cwY0tyw7va3s1SPMo
EPHWvT5cmqDpHvGdRNeB1mxt0cZ3UPmQ3FrCDF01ku7tJ6w4nvtW16wVyXNN4ozRHVWn6YODXloI
Yku1rf46zTUZFCNcubEnEAKH3WCGBmVA5kPHUbIZw1EduyJv38fFK+a0KZz6rrgzgXzroHsxxd5p
jfEuzHCXcSS6iID8RGEaU3zk3acFW5sQ3j4mHECJ2ilMrYMomM+98rWayJwU/WnQ8pZBnApWq6Lr
toHb61VVhrTOwe5lY4pGrn+YPVks/Btr6FGfRPHvKkqiiEZeZ5HaTEk8rpD4nR23pWnvRDp1FyJ7
nBAf+0iYX7vcO3YIeUVKk1WX/5AF+SKMkWgeR2x4T9S8+mnN1sWNmmqthklsjWi2T1LVL0kYnYgG
sCxgww2eux27raQ60Oe9HK91fXiWjXxq8vKe62z2lb8O6Ed7gBrtHuhnXqUWivEYVpsuCa9M+zhQ
55EgIN0MnR6Tebavk/iTOkzgwkmDLkPv61aS0Rq5EL7EvRjflRrt6x5jz2ccDp0DOtgcN+PYLUp6
XHvBWuMrSDuqtmTVsC56t1TxQoxK3dF7DLmCaCc25Nq1ObnFSxna9pu+aG4Zf0qHf2n5PpFvJgfC
3KYa0iWi3lS5luUw7qaWEYam8I5tirGzxYDqHDT9NagPd0OHg342AG3MGyVZSFmkAz9kxIiBHpN/
YxgN2SMm1HfJjJIbNzPC8BSaLC8Rg7/pE95E5qC4LQGaMpito9ZJXswONuY5sMwJcbNJsBbx7xvr
rGynn+bjf8kNcl19K+5b9e1be36r/jvQpJx/6oj1m6Z7a//j/xbxLyaP5Rf95ooVXzCoewAy4LG4
YqlM/M3kYepfMH7AFoA3Iz0dA8hfPR6asL9IwxUe5CBbCvEDQvWbyUMT8gtxDVzO+M0c/KwYQP4C
07r56XeFw/UP3efYOX4xeRCQWJwiEHH5wxgCog9/9N+nGIgWmKIacXiFOq0MVfVgjRoL3wKtctop
m3ega7vS90KWUF2XFNdVU8SnIamZO8kMvI54GD60SC3gIeBK7KPTWhxYh1/3neasppIVWFq07LmS
6Ml1YvJ08bvLcbO1E+tYtHQOgcj0815tktZ+4PeydxjWDmJS284Jug29UadEdM9Ybm4Q8Zz15EbR
xhoF5tk+fzC7QF+bo7Iec82p/YhOMSAALVFMP9CmvtuZmdtGD0kugk8Vc7tG8yLhcD8SIuIrYDho
sRYv93teeBGvMppFdM1G8MwHvb6EBfQ+Rq/2RrOxuKyovMvFDjUDMYybfR0+CkxtjL9aw94hrglr
+O0QGf2nVddds2IMQhldkGusorXFetKDSgADw00+ajYA34xzGRn1FVdsCj66zEn7p44vo+fjQ3R2
0L5o6K4qugh9Af13KVHrwtuIweAcNSk7MQfa3EpVFAlsBCdOTlVwED7MhL26izkWsLypr6PlTXfD
5eoxPgpAo37JgXEeMmPH733b2fi/ZMn2Ppx0E+idBqhuKMMrHh1/SGkinvD5QQBW3kHTMW4Stw32
NVv1gfawAqRs2EV7K8bEE8nFFltLsI0kWCsQRLWenFqVPmCFXfI46t7Tlq65fp5pBkmZZ7T4aba9
6IyVMdmp2PO0dZI7gsY8bjgYeqdIGU8uGISchX4usKK0OSECyky8dqKTwzJZav8wa/3XnVR8v/4G
xzvHHwAIyu/tf4PzjNMEABLcOFxnMOl+gur+sY/t39+nb78cbX/31//mZ/ub4V9+wWKPdY2ACYEA
W/+b49/Qv/CCcjgLLeIZOPuxw/12soHXw5uP2c3htCQsIP+1g+1Xvz/KD4wgA9obsW74a9jifj3X
kC+CQava16kYKy5wfbYgOBsV6oz29CRRxW2V1IIfoiagV9yc1NGsqTPC2ZFXyr1rUjukxNtUPS0A
r/z4FXn6IU5xwapM8i7dsD+35Md/8YO3PMJ/ffL+/wAukkz78Zf8+c75U2jk34v2P/6PauNfgyM/
ftHP54Z83l/eidqP//6b01Fz9C/Q5Sz2CzyqHpkefp+/vAVdbJCEplhnLdm4H+bJP7z1/ulbUDf1
5Xn4+b48fP7vf3MMWxqehZnO5JbNMPXH92A16amoEpctcNShjiqRH9PU8GLXyI+hqQJhjG5jraoh
z/O+/V7JJm71m4C4lXbraDW3hxp7iyIVipECvZ6uIeh7DazkKKzYEWauB3T6KClLwTitx5j8qagK
gwhzVjOVrcluup+t8b6xbCvR/Fmru7E/FqZT5NEldHnkBkZDhZtFWR35DDVorXVdtqMxnqsgoUV+
9vTI2HNVm9Sn3rR0dEy55U0fRHpJC4RhO+Us5GdVoRiGSuwqGBx5eeQyECYUWgYN0NpVULmujhBm
AaZGYwroEmOzmCzmyzEyW7o7p9xIt51nz1e0ytbppWohRx+bOKvQyzXiIOVHM1Le+DSXY3C3QLY2
MDs6GW3Ix4joHDSlNzxB5Zh8A37cxooGAK99OHm8vqVWVbdeb1df+R2KNxAB1WVkUULjcoJGtsaM
7pR7O6COqDFm/HSYT0W0C1Tbf2aeWbenif56LIeBzWZtoWAkV9asxbvUdNz+uQUOc+AiCliicay3
tFVcpuPJicSKGd1Zazl1TrsxpKmeXZrx2Pc9LoZYWjpGGZUO4bTnw2rX6diacJX0jJqitGdoZiKw
2JNHqnwCtz39P47OqzlSJQ2iv4gIKPxrQ1u1vBlpXgjNjC6eKnxRv35P7z7ciL1mZBrK5Jd5Mp3m
zarTzNx8A/GsCWiY0IwH3OakNGounRmqrr0HDJLRAOWPKCnacnEivA4Fz8/HCMqt+m+kXqHAHmBZ
dGNhzAsfrQYjB2uPFfbJQNBPnAMqIio+aTeP7waiJvUfe/baYzQ5IgWx357I/uR3i/D6JAfb8rrM
KJ1wmBAedvDNw7QPautxXv0yHUVEQS3C7i7abjnneK1h9q7DymC+oPIPb+9BSwyYCdqVvTOepAiV
09LN+1AL0BScwxDlMis7YChyz7QKDL8EcQS8JMHGCCBj0Xxvo3F9YgvgBoZjo6T2QeNNstQAXQAr
gJrA3siV0gwfsrwRch25pLl8nHsCp+BS9jhCs2LfFeOGkJbjgZxc3SaN407OFVGTKlwAhuX90sLa
Scg7BDYdB/wRdyVzNiS1gtIjvcuKMWYqU1ucD9W+LWe+y6Fc5EcgySJ9t2jjB7ugGo9CbL/gQls4
mOnFmokf3mAcmB0WgpaPzqLzSXrjCWPR4vFMjABoAO0PH23YBgX5mFqn/ZC5+zFE4x6byah9r7zl
ZyVf9is2ZUt/zGR9LvNcZ4nIDDvNAqb4HgNc8xorzyQZNFyHqjmqeqSxRx7OWQwcgWIzPtYF6Nk7
BoBMk8WcgQ3IoaJz5esRJtOVEt54H8/rTDENpAaTGDq7MHmVo7ufZ7yYZl0pdrgFUghSuFSQwynJ
7WfbnqF7TX4T5n/xog+/kM4bdRfJPtKnHPYIYXxuuZQZMS4osH/ARFpFJx1IW5bIrprW1/slitBL
Vi1/9Usu36dNrL+2eotpRlp8QMjtlKPciBo8VM4xuGIc7nGE7SRdMA6+xwuIeO9IQDynWYjagmM+
j0FO/XUuYYAo+IlzZUVXiRR0L7womGi2jYf7kfTur2iV/A8HFxmRGwq7TkO3dQ0PxAY+3MuZbAAd
0MgvS3g/FpBaU6+NOnlchNvPu3kDjLPMGFR30TxECVZMqmDsum1SRijiwLwcp+9A/wR5ja231N6R
rB0JrZUKCpKZPCqvQ7O3Wk0ckAolTMg+22Ial0sV3q/94n9kEcs3UxCzjGmFTgi0rRfjPaXezLk0
xDL/iyKd6slQWD6nWR2QP/OldnChNNOSXcHlt6+SFvFrNWT6VYYxXsDR0i7uJ995ASfgPXZWnn10
Wdtb/5l2oiIKWHcw7YD75kHHekuEuxBbk6VM2zKRtIbGl4adrETwAEUuTfYxti4+am+L7f6pD1hi
sG8MozysKybuZ1LlVXAS3bocx7L0fxsZFirha6w2PQ8t5aQBFtpTV2g6Mrucj8/tHEaS/mJ5XVID
I6J0HaqOBjzlh+VLMGnrzriqq78y1qcL0BLKhOJMhjpRtEY+B77a2gQW4ZQuiELPEnpsRI7Z954Z
SrOSQ4vNv0K/W9+xp4sb1KhvzA/zOv+zYF3qd6PQ1CCIpsG3zMuU13HUIn6QSCIZVQhsedNNgKuI
Hzwq0kBcJXVV3Ofg8TEHBAspukWEk0IBB2R6ivtG2ic8G9imonIo4P1O4yT/0P97+xJTy+4r6io/
iXpQzmlcbCJ8Eh8nNdX8M4Xc3vl4AXrhVGzvo++NDT6OXJctRCwoYYBAmEfshiEkzbwTE3aIboxE
l/CtDVmLjGhLcwlDn4xDKaOO/I/VqYMOfNJB0cwaz0l3InuxdXa7svK53KCdYnIPnJPMgaxbvCcb
eyOleD0D9RBV1sH8ShNlNI4aH7awgvyczzbGyklwt/6zSoynfdq1bNAJ2D+c7+zxzpNubYvU4ZiH
6yNnpo3lr8KJZyZ+W3kDvx44jet/L63yoiPpPBL2xmljiv6A7TunG3yzS5YYrPyuZiPsEC211bzH
VB3pfc/tc0ymNYMsWAkVH3w+sgdrbdHmE1rjAn6oDqfdkJV1R968InTH8XGkLIwu2LPVY9hKaGvB
ZtNLPiY6k2AGZcy0MRYJYmWXnkn3dFa+cYiu+Nr72zlUQJ3yMB6UTCpmF9je27W552pcP3Uxy97O
FZ3Sp86mn2Yno0Y8i0IpP/EZDJrE6TxgdrznpK88dtr3rN7sN7r1+NbgAMbv9mB4esOm6V4KjLa/
V7CZX5Vbxuo+WxYffDxLVcLYkxywaivCwhOYl3IvhFieKAUh9OfUqxsmUViH5S+Iv/kfBtb0B2fT
TBQNO3PuXWdIXR1Sv+VMmEUGDMEdLkjCOMyr//EnxbdYYtm90AwCjUyHOacSEXnep1wH2wbdZU+M
nBQxtmaPNmU0gTx3O0+W7WOZo5O6Tgq4rfQRxStWEIsaNSYr7HK/FYQwkdCwrq0DyoJuXxaXruxd
QNhyfTU0Kf6jcmj73JzuRpBdNBSx2iE2uwvJ+RCaVHHwvFj96h/HwlH6faumTO1H38Q8vspU8SFj
RNccqnWIr3zEEw5Jqw5OAy/Vs7GU+KYBQqF7LlyHKaaB+AuXssaignupblJ/7Yj4AtjvSx78kCW8
9Lwl2EdFhEg1x1WoLkNAwHlf09gl7wbcLVZ/dA1x7GE3x2smj3Co1jENq2B926jR+zeGIy6dUDdW
Oo7wlbCaFZFJIk8ojuDrFL1Cl7CcS6e9ukxrYNpMsroKQzpkX9t92OBHYfceCxg48RgN97LByMpZ
d8nG+8nx5PcMPpYzCD9+kWzgA/8sAGqmJ7+jlOky+QpbcTPh1OfpQU/z21B99xPGmTyFrt7trYDF
/EWDyuyfGxMYFkmja4shp4h6euWy2vXfe7MStxb+QJqAOE+ULDjF2qMb09GHkoMYTtl2RPkCTAnn
QtrL7RLVd2R5ZrnE7xPGYExoTieuPkcuF4tWjv0qMJas9s66oH9ZVR9gOJvWPNrdePP1Ic99j/Yz
yqFO29LE+tKUzEky11chLa1Eh+Dr6cW8THrU1a6zTHTuOwdWCYd6JudwTEqbuRkrPh/H4l8zQvk+
j4VYa6JppfqPll/rxhYM/Dd521FJT6r8oZpnt/wKLANviUwP2iIGnUI81Qp06iEnxVRQny2iPy3a
IdFMP8suYdNW1MQP9Mzg1tQBBUNWVfzGRLpad2y7Lq2G+RCOTxEksp+BKyKVQKKa73vNPeEc9lNI
lbGx8m8tVXFnliF4bivLKg8dqLllF1Gxfc+1k9EGf/q0k3IUvBYbHbYlNqky9jDeAgq626pWuek8
SuufEsXsXqI5t+s/XjN0yz87z9oZG8Tg0lUry5UTJ87aP1u1bseiX4A/gWu+BHBBOajl+Z+w9omO
TiMJeEqVAIJWtlV8WKEJCCAp2eJlLsMPfmYbiohiPdiVCl4ca9O4MNNt6xB3Zyan98WeREYV5hSH
e1YlBpU5eCH33oktfzuEpW76j9UNxvKtnt2lSEHvOvWLtrd2uLR2UMpUSSqtYGuZqG7OOl9t+37V
PA97pUegIm3Wc74L2Mw+KfQb8yOsnu3No4XE3kOFWXEcDVG1PAgqxX/PONw55jKfmgCcz2bLqWEU
vk5Bx1T6Z7Un5b/roBbjsb25rys8vsdy6/OXmcb2DwfaEJm+YD63dmnUh9dbDGECMX0xLbGi52ro
DDObyF95poOIqrGqxkaaOVGPhWCS5XCU4NAj/Ogu9tUuUjQMC699BC9cn6iPjo4luMQ99ajhESR5
du9oUkZ2Vjsflg3X7Ca5+moXEhpi0ZmRn6uFI1zq45SfdwHXt6fABE5HxNlQmRjBwTDHHrMfbmJ4
Zuiw9WjnN1E5RjiO5i+OoVQ8zjd3u91vG346TkG7rsPARSJsFjerqyxpf42GAI7PPNETzybIG93F
vmx+FTwL3b3yHa4U+hY2OsWAozhuBH711mbtuB0a5QkuwiuNhah11THrRn1uraj+Kznzp7TRtq/a
7jL7odKUCIVYrx/16lAQ70wdFwjdhlzIb5J0ENqQdSOn4eYiunx8hBrnYPGMyu7iS08/UDul5y/p
bvnFr6Iet9EWFndRNC53czNSZOs2YbjHxt4+NLm3HHWcqyppqoWmVbLwFYUTYW1eOlBvy0LgBcdh
EOvptdaVihl/k17bLdSsCeJTxfjP+MXwnrnhElzGQdIRr/A80m5YhjHNgyJ/nQuXpA5xOlQZ49nY
T6xhzo+z123fPlV+r9bqOR/kT/IkH4wFRknC5peRWLD3rcXK0bYXHMoElWEjVhPohxEDuVHcKrSq
KfA4rzU5p+DhlggQva5ohuyK9XHDt3uMF3R0EGqTdeALjtGZ6LpL8A7t4DrjcMyScvBov4h8AbuO
S4STlNVASzuhpAaO5Djau7HIrPrTryw+ODtCEk3rkrP/s9NzioVDGkTZT7dU+SdVCdw5NU/pBUy8
fKFSdV65kveqSzkHTjjgHEyuO1gbsSD2adsXqsltvLy6VX+dwPPCT5CMQZBWMwiZK/U76nZVFfc1
t1b9wo7m/+7dyj5HkAtLHF5l+9nFMtougzOUicA/+MzojVjYXA/1a2REj8N9g84KrBluS2LKdb7z
6brll73KwDtnYSc/oUkDBFVDmT3l5JHofiTeknb/tylkBTv+ycRL9K7Bc1IVt3pbQxFqOC2YJ0ML
A7ew6P8hfXOPWzc7OrJ3H7xyXf4az1PNUaIpYe+L82NYLvkvUh7kpWbBqDtxnVxfc0oZT9MgJTZ0
jdGsXcVAoXWux108l2p84EgcHm40AAdEYm52LKx5eyizNoNO4Xt6eAY9vPapmQerfIUjwJPjTNbq
k9OCZMne3Af+jLzdTXS/oSbMQe0WryVg7sThEXO/qQEa7sqljAACVn4YXpxui15dm7MPb0t1FH5e
nz34sM++FUVPtksylzzn3AYnywabMtGVc4n9CndbNgt50Jus33GWt6e2nRVt0TmX3gOgDpc0cEDK
gFxx43zgQF/FHVNEQOJ83pKRlrtOZzCKWGzL5iZHJKqKI77UEGdH9sr4FdIJdcIkmXAM1XNjnqFv
VL8tCo75jpAbaINsuPzHOOFhaE0xFic7sJaTVVPBuOvXyPriSNXhBQ3i7p9iM0spk4PQuIiB27pl
DZcCPI0FmRwVkpNDLLNL39mhSJATnfuiyhZ/TxG2wtHgUSY2vIdTo+bH2hDe/I9QgH6K2JW2h8ps
qGFBhzy3tm73YDKrWH5VGKi3RBUrmbXQtvo9jImyrlIDUGjYFwNr1ENYuVNDOBvZBJdt2727Ren1
kLr0jOeXRSrYOBKPW5So0grQfPE1/aiutX8X8UABpyKRpw+FNzpYr8DaiPjZMO8HLJoxHnmSCrZw
ChZ7OuQ1l1yy+5Rbb2UQPri0FLi7wV8oeA0I8nVJtI3dlbBcVCTOOmNjRqX8V6GykHwLuf8e1tmQ
V5GQZa8c8tUJXmm3HUpU6kde5e29zbL1ZcpylIChXAtImipcUpy5W3NjEHtH4oyFhxRXl4QerSXf
V9A7PnUY1Ne6nG+rYDDOOnEojS/3a1zU0UmpFf6rRofSJOV51dKSsNdnnwuauhcrmp5csU3vRQMQ
JSFl7NXnyN1UnBByKd/aYhmY2W44fNPBOJtOh6ENlmtZkAHH8WT/bsa69Mgo44YjV7Et6/vmRPPv
RUUQkEiEJqTwCcDhuuCwysToYtmaFEnQr/M7fFrWTPK+BGvdPiLhHHh1l8psjLcjy2knn7OauDAT
1iKsn70mRn6z8pjFW8d99F0VyC07Se48ZxVo1CMEd6gwgep+m77Lr1bQbmlVUDoQE9qC+lTE6EtL
sNJvb2/+qQQUlCcbWvittyKs/819Kw6IacWxIS9zjNzJunbzpE8LvT1nmnSxuMjY/g18Zrnyc6nH
whUWNlFsOJXsRHiEPQRIONgs/6eLJO7VZplwu26BOm5ulv+UuGfe6x4CxD3BBA1Nfd2yX1XbdM/0
0VanbJo6Ltcx8TFndLOaDLkFb9+OjQfiYVxDbIgWODi0LDHBatBF9NdtjPenr63x7CLPnnsgND11
TWV1cOut+ih7gBM4PNdlqg6QT+VvgRjPaxRK53nI/KK8IGlK71K6EaZMWktDkgZd6UQpBXjjaYoW
p0/jaKvBUxQxhuVJKLLvjbdQ55cRkqFz2yo8Nn9Jj9yOgWAR32WbG/zqmM97ifbMivQnKus6V24f
/iA04hjNdAQu2xJUyAL1mZGeB1azXQFuCTQFZ16YwuohJ3rl7ZBjaTbsQZajJ1iuYXTgBUB8qTXg
lZuD/Jm+4wnKQtAtK+R0Ul1cIyaB3B6J5klu8/yZYbF9K/siIO3skXdO/GEF3+s7m5ifPGiUKZ0E
2taJUV6LutbAi39aHIKIPgjA4cFTbevvhnEr7P9Y97JP48+BvARhRean6sUTCjsfgdtap4HC1T4V
lOrABM08cfFLVakv0rjRN3W6zX3WgIP367r/xEdWj4RGI06oxlqik+PCq0kJntjtYVlvsqUNTao7
sdBY140EPY7oJps20A9F/RiYqHludLF1F6uPWm9XBir6dnm9nX3j00XOaMqm2VBl9a05mTq/Xho2
8NHyyDCXHSQbM/XQ0Ou6jthbOk/CjNpWjCnYNiP9OpGFPmIg8C9b34zfhlhAwlvqzvhpA4uygsJy
Tz6MqyWNAqu8IyJ4C3c29LQXU5RKGmOXbcsPyygGJ6090qVRbHB3soZvB9jh1s/sbsgpcNJQtcoB
UYZr9tzvsPS1kq4xb/sTccghoTASH9YU2jw6S+P9zcUsTwZu9wvrik4Jp7TZIVus7OoLq2r2IcOb
4jhWPWEDgzOn2vsglRN6zVX1YtYbjHhxCWwe+sFGJjCNrhId2c37MGdjCs4coFQ12S+59OWvJjf0
O1RLrH6VEyBztF6LwnFbt/7zGEFXZwFx7P8GL9jukc5deXEXwbk7wJymWQ0bT576OK/bhIuOoWhg
Q3l7RhrRA+eIIn8KVVGPd80Wj/quGJeiOHOWmR5B6YnorYMQ3D/5joJulvO3gicvimKixZEbHbcS
XtoLEYL1bvJ8sexAnoX5MYI8lwDD5gigZx+Q0sDYZeZaNWT5cQKdlrMIZ4y7gtr3D/YyRxCtYg0e
rhGtg8/PCOgw0rFcD4usUzkpiifm5ASpIrgbSrs1CQrfSJMlQiZOPm9T0AZWzsh/M0PO9KEZllWe
PQUzJ+U+HNE1SeIyY8mri1+x15OyHaxlfoUMtjjAxq0g5ULJrav0LMnzvTEYCpYaWE1drE7aWzU9
HsRBljTAYbDnTjgRg/LR5EwatdJHk7ZImwOJnpsMtowOgLjvfCtey4WMNepuQowS/yhv/6uxI5vG
Xr4+ZuOlG0gaT1bOk1yLP7FbOgALiz785L+dX4raVWcdob0yW5q/jZjELzset7cIhr9OvawX0652
84nacOUa+MqEobpLFYAD/2jWeLWuUdgV/bPv5Uw9RTmLgEFdIN+sWgXPZC6W7lJXXtulxozhdVt6
mDucIaV67rD1hoThxYijm/zPzU+hwvkrGzOQ/l4+mvbHjNoQDwpDrv+eQ/Cf9AQuomdKjyPAFAVp
NXb9elr/DR0+84SaQI+cm56rINFM8Jhm+ow6KGmOs7/oVMhlHFjWbzXBZzvR+055lBfid/QpVX/Y
VooMiNvDGA/mYmaHd8fOIcWz+c1XMPbBt5g2LmcxqG9wXtnwR27MUGhmgU6udhOQ8OoM54/KFu7h
7mXGp1YmWPYYcnRiqFJdT+F9E5AMBDk9+yO36YVkQh1j7nQVqsgbG004oPIEIbC2yS05oqBqzO84
DzJqbBbZHv1t0cEDRAQK2KEM+1R9u7Del3shyAGeHRTG8RDV+MERaBzrHc8YT6nJl/k/rYQRF1KP
srjwoXp3DBvINPZUGc0UpE/GS+PGb503HSxSX1bZ97ddeZNfGZN5dNL/C+6379RgAhDzdNDrOq+v
HTnFPZ6N7VO1NRejDXBRcYGz4y5n3ZcrHny8COegt7aAaR06BaHitf6DuG7t51gJncZSCerLZ1nf
Q8PBUTwLtab1jN+eT4G7/IBoe2c1sfOyBQ384brgrcYduJxE03v72bb1+YaaJJOguSJkqg/HNx86
QbSfm6607gfLWZuzE8Dz9zUxKexu9h0TWfVrm+qQt1cvW7ylTt079846OC+1FwAZklwfOAdvmx+k
VqFHskDeik9Nd837RHubbSgiyfy0YTpUs9n4+aemffqOoziDM00909Zw3A2ad5yR5tueC8P7g2Ph
g32PgHfMhKItr9RJ2MY5cbixV3sXeGjRn3nTFuUBWn0fPFIHhrDDUF1uh0qSXn3lphqKnQo5+p2y
HE2n3QUxUbTf42hcfyOi3Kryms+6nfecI6oY63JWcIu7trOIiG56g1owsZPUGYL4WMkgzr5CqIVd
SgHCOHl/9CCJr3FgQYOZUDuXZ7tgnzD4+6CankExlkWIWjkpc6FIwsO8HeeeP9+BzpwiCY3T8UQH
EEIt62ftl7l4knIJCTGV2dZgAhi5glKNMlRBl0gDgvNBCG7W6RgQID9uEt/lri3JlB6NYxNB7JjT
gOocZ9q0E4wOXHmTTdhq3VtzPOJgoUYhZoyLME1Z9Kyw4FR6GF/xsfqQTHg1i+rNcamYyLhAj2j2
F1koq6Ylx/c97IOLwudIDsxQkwAMYuC81x9jRGmSsbS7rCd/szjhPXSVG8o/HU8Np/xNG7kvOSLA
32AqjZbE4+L5QFEyTgsMmBiWcUVAw+6fWpKL+gkgT9X2Sd83WZ6Sx2u9MNWe7cGtgR6YVxVhH2S2
k8XdlfYcEmhzDYa1cTgka8R5J4la2i9O5Nv53mdvqcs7ij/64pGVY+I8zWiXcSAAw8qBCQuwg/5K
fo2jT5ydLhbSBuvajOoQd9AH60sGyZGcXFlOS/gjvXAI352IiMyVi2zf7tcOSn5aVzeTeYmETSE5
WEa2RzuLnIn3D335Q1JdN+2j0W26PcN+FrfOxzpyVn3u1A8IaYAg42lY17Mpoik7gtWN4x9iv5AS
UhxMpMpPYO6km3qbv1HXDcrkZgeSpPdo1GF4tYaXQNctzQZY+dAEb8H+mINEoSNu6nprqso9QY4s
xjsMZBP8qoBLMUdn/CPlv6FiNnY7rHcjmFWYj63wwZTSlLDi7lO5Y15je3D9I1YaZvGclCbPPhao
MS6ncSwmwy6PexcYf2hwuySSkBzW+sibQDhZfVHBtcO+FZ6ZXkzyFMa53o5TIG13P9R0rSf9kNfI
UXIiin20hzIYsiNrw2qPp8HmJUpHq2cc3NSbtf4wgiEgeXCjGYgjP58/nAuDl4RgT6nt/6oIM/Ob
x1uh/vTwsmLrP7/sqZm7pcBoPfM5LJs4AWRbyorEu7JzdiLbZwe1yNVag/Uz6B6OS0T6sj42+EuG
g0XF94okjBTMUA5db6fyrcE23Ph8x4UYCn1Zoi0A8zRuYFi1ISf1FLtxxzZaqNryVTKqtZKvfVjJ
+D9rDMrtVAzKltembDmh+hlZKibGZSG+q6C1GXYFqFkO0ZTREoxSfahwsOZpRGUd7IhGIS6PNdk5
IeZdTxxlvl+k173ZgstyMkgnbv5U2p7kYZu2yK/HHbp7g5ZEuoSksjwbjRPhbXanlhhUTUdL9VAj
1ovD0jMo2M9hW9pHS0oV7/GGzfmnbDgEnb3C0tbv24wgOI9s2OEXy6OaiHTB+f3IrHAj/9SrkMRg
S0IZflqjcnMXwwCEwSLIPSla6ljr2C3mSi+3y0QkgBTnpZL7TESFOcRjbntpMzRQh5raFPo7Csac
egrEUP+KEMXheRfDm0PO8wKrOXZcHix9dBw1Gp/0+ViZhhUrZJDMVDCOmaLa+H0a+ACzrQLE/LZt
BswEdjR1h9A4eQMNlmNvfEHLkdPZcD42n8rjXnvprWy2bLxUQx+natkUHC28XWQgaSOK/uOvNKgB
bV7l9BCFTKHaM9IIlzMtnWoFpkLCCDLAmkXVea0ACR/IaursgDmxbl5saecJDDtuCayJFjgVrlR6
4VbhNitdMF3Gr+ahY3wV/woAQ2yAmijeGy9rmLvtZcS6kB2Fw1r9pAP+zym0bVJa0IpGAkQ7r5cR
Z6y4wEHwNPVsmInxhnxA1NnEkJ2DNZftoVmdpn1VHV19L6wfmCqOzNlN+1LRBNek21JOLOdj07bb
NafGz+bsvZQtzNo27OYPr5ks+bO0hZ3/BIpupRdWZMkkSnljlg6sNeI60GXiHRAq6+mDK1iUn0yO
wvQd0kIW+odaoE098pCv/TuBQHqv8m31Bv0Ct2byro2zUnLPEZP52RaY0ql3gRNu7Sc1J0xRN1lt
uaEgkYj8wZtE7cCo02qBSjDRucQkIABD7T2G+SJGLCaVzzf5WG0UBtGlo51ed+c2XGYNu3ayiUsj
B/bL96JobCCgnPlzxvM0O3SdAaLaiuoOGaRYehxcgU/xiYn4nHYGp0lZ/K2j0iwLoQ6pm79kCrgU
IkOVcgqSZuHc717p7vE1pxdUK5IQ/TwkAqgNdZQzfWH7eslnZlHCqR1r31StN714RWPA06y38fyr
qKlNOxUzOyleHN1A+tx1YLSqr2Ax4M3B3ay4NXf4NABUgcthzqMTfr29e59TGAxbw+3bpscrg3Hj
SeLrc7B9YN2qT9hPSIa17OH5ZybEtsK3m9otZ6S/jLfA6LKEkT6M3swXJesnnivIQsCKSgE4iqkG
EeG+b999zwGENED6/FesxfC1lKP33FpFQFK/sKbr3CuCv74XjF1CR1YVP1huASCTmjoWdlwRk2mP
GXkaoDRR63LVblEAp31gD7a85W2X4iUT7uAcCHHW7c+0IPs94uUS6xdxQRGz//S5B+0EEtYAk9Nk
QXvEMkltaGIg/JZcaaFHXh3yMA+6leVhyHrI9BWBNAYcNYY528lIvIxWST2l5XjDUzdm8SmLembo
tEQVJwNI8EHjC6On0KGODvlQptNak6FuqtW8eFXuPRYjYytGMX31NdQVOZXFDS6+G5Qeeubgnh3f
gv8WePznmYXCA0sip3EoDtOSvOA3x01qC2Gt3Dl8GqDmlb8lmp3oMEuGfkHne5fB9inXNJVhrjOW
7lMHduGRKluLNKyZ7XhnkUxhsEiQntwkLGTg3/fxltsMjtGgzzJa2ldba5EEdMu9CFEQvjExKFuk
WpCwjCUw+LFCfHTcjPdhZebPEBsxBYpldwxbBRf2/xmXbB0vFgzfCTvboF65NHWIZ5ZTMJSlaeba
Oj2dVEqoMEFwbD6rqmOsHHb6PzvMg+2R0Q7ZUzM03qmos+LfSFRoSnye8dtqWYi/jWeGLYEGTAAr
2KbhwL9/y7cUIW+FXz5Es1v9bvMZZwuBQf8dwyy+DFoPOR0ss3segi5K2qzIriJwkRgtcEEc+MqW
T3jwnIT1VWG2lDMWmmzKB0yTw5gWClIWmBVxqv7vzUVWjxH+NXwaNgWb8BDXThBQWfhUwB0PqcRa
hzcbiAkCiRmKe7fWK82fJQ9iPpCzrmt0mbODm4TQPHxChqKhUTshLYCF0TCYNLa27SGYaB9m9tYe
YaIX4OgnrDhsKoJHo9fuDrRhBTUckeLUrX1wrLeIXlMR3kBJI3oiU2Gk7oqEI5Afty65qWvs8CBB
qcrUiCZHeKreF1JWfXCB3x5dYHQHpmSIhTOZOgAcVXmmTMx93Ah+Xra44LReLRRpEXEvzHQVhteU
y1372lgM7VEMIuOnYe/T9reV3HZ7WIwUCw5gSRnuIlQWLR6voJ4BQZqa4WwxGI2RIAJwecgEulEC
a33cMyn0uwcUSSB/wmNKUYPKSi2haC3kMt+kuAndcwnS4rTY9UCFK+LsOWPtOc/ToE7ww6dz0aNK
Nl1LZJ+/+Yl5tnstZy6n9OO66TKhCnNniIoTuKn1sV/r8ppFRXxPk+SK7Yss84OzrGjQdhCEL0Ub
Yylzfcs7yUValyzUHmzzgrqtW0uD8s6bkJV9cDE4vMvMat7sepLvJFXji9CD2NMrxmDU2Ux+4tTK
VCNbCr+4TtTKhM3KIZNAnZdPjrkqpJMrDLxRMr5xnOtaFuq+xM7yGVHKIfZDW7v7riX6n9wCDtHJ
m+Khht3p1xfiA7yFDv25jwMwqyuZH5UUHo/7DohmcR2ws5SQqSC66yWa54uH4yXh4EddXzTo6aFm
ovfZkRLf69CXJy7G3WHYjGSASv4WiMTUffE813dlBpIpqTht7Mmc1feqySiHZ3wQPExsTng7mXOy
SzCTOtFRxOsWdFP2hhRtrvQUM8sGVHdhqn3jC0ec6FyJOpgDNQPa2SxPsYr+x9F5bLetbEH0i7BW
A+hGA1NmUqKyLEsTLF3ZRg6NRv76t/mmN9gihdDnVNWudVfmvtpa1rQHRZvmA6l/cx+VK6HslQDi
NnM5OD9ZUBgdEQKTvzY6nJ6gLDGFxMpLDi7PnL8LXtZ2763MVgar3DfnL3AkNYnvXZMnzgtF1f0p
DDXD7aYCI7JdzZx95LxnP7NyoXttKJyWc5NAbSPMNTFUl8Gc7capH5HyA/XTdnEMDqCT7Eo4uLBp
sWQ8Tz6qBxTT1oIxYBVCwaxG23picJqYB1T1bvEK3/mtH70Noders2WXdRz0OjWPKzYXCjsiOb8n
cS0eEmIuCBRt9OyyQzqLuZsIj7Yk39nch+5hiYU8Juyb/2LAVOppnm3/ygbSOockg/OwGzi7Ttyj
CevLdckl8HtbjrvOVPVfBWPqnAbKufD+z7u3Lq/8aDdmwjTn3GLU3be6DWEgk+ClRXEGAzhnacrf
OirPu8l5wUPpSUsptufa/0YZue83R0RIMGYFdBmn1HcnBW1cwtCreKQARay/q77VOTvJmf//xBdf
+jv2Z3L4k8wpML6UQgBE/jHG7SNmj2QIHWzZuV/wSu8dGZV2Qu8ARsalH1kCt32c0ywR4EQsnqEN
d/+f8N040MABFsbIWCSRf8frbgITCx8co0G8DIDJPAe/isXcXWY7IVsPG3K1ZgnNi02E/Z0T49yz
M/MXld2H/HBYEdAJKbHgO28/MJJXnFYKyCF3nMAiOomHwH9Sczw0z05USnFwAIOH54YVl2SA5Fl4
4S04b2c14ACJNTGCnQEzxunJmWb8y0PCZtuBCVf+Sh2XmukkxD5/6HnorJuiH0C0aeY/vIjQKj5l
phkUKeRUByfP2v7PyFC4LaPa9BeeXc634Khhdosa+PR0T2dbi/GTm8vwENkUZiyoaE+TRR9kLnV6
iiEvXVj2Z89JdQuMrLno5WfbG2M+wjTD0bBOpEy3aed4LEedEEGW9xRHYOrFdXY34M/MN3Eub87D
ma53cwcgwOq3VPI1HGFyReZfNY6Fg3WA75+zquGxf4p6a/QXu9qJrhaF6bXSdDjwKmkBJ9qlxHAb
Tai0uz6pFfR1mAs/ZGranrf1ErgvbceS8B7xZajZMsxWu7sKElwDxzol1LQXQ0/SbatoPVFntpDd
G0OplxL6KOqLG8F5wpsuXPuUzlDKXFrapwZLleH9/6vPK+3v2oWkwo9yO9aVha74hawo6AsbtETC
lOq8LDpxBnFaTlCWJ9ROTA1Z5432YhiSjmYfWZOviMm7UfAyk0V+RB11Dorg708H3RK7uhDVd7KO
zKxrxg5lkxZUdZCjql/0WM9QYagc305FbaNT6mbNYRhEMd87LF+JZ6ZQkfaEzez0Eyk1l8Dd4uoO
+kaun2PsN38xIE/5OegrA6qh5AV9i8cRvmiS5Key0vLh1oI13iyCk1RB/jcnsH1BXAuCUx+J5R73
719hdciDKteZX3+CNyFDx/pLVfQA4FNttzQzwQDfalQvHnzGScUDFqsm3aZ8gcmPWaWyR6qSLABO
0u6SwBuRO3vylzQOyq1pFAXxW0a6SJwGySi7Dcg20HRfyZie8MQbZ+ZgIlRYs4owKrOnekJvPlbR
2le/iU0vqHCmi9biMMKkXL4yISiMKTi2A/qsvJG0lmeoywYd2P9ddWTsxqtqOZP6mzDksDuHXalu
XPBopLd0F1AOZJn2uq7+aYWbznf4ojX5jijplfNO1iPyKg4z0xj9aREf12tb9Nh9uinDw7JgASuu
KWU/QJ3HpMhZWa69bY5CsoXZC/41PVj0nETo0Djv51PWVVFEwbVV9X9m7VnmXaYZTybNEIFX2Yty
qltjic1FoyHnwvmSFfDKZBmW5S7QTscWhWPXsHo7E7P5xpwylaD5U0taq9kiEEpDgc7SS0mAhz14
PWzhEBIzyTKgXkG2Lh+Bta199elPyfcBEWUuY04vQUZRjDN25bkoevmz8k2V/FVCJPNemdDpPusO
28FGrUj0HZZ/H1NTp8MF41Kq/bY72An63j4dnWrilqjkUj+6jZz4awcP7t+1H9rZeRZNmgfynWVV
HuxF2KXRMZMs15mQZN/hjl4UXVmwoQmU3Se4lPt4V5Igrf71Rep6P26UomPua4PhV4yU8fj42Z+p
Xkj8C4Ovq7aeZrHz7NkWP2rj+WK6A0Jeua/0zLrzXuJ8HWjLLeRZFVigNqK57acMTMaD27EgxR0/
A1RZyrY5O2Su7ngm0WA1ok3Rb5vhImyT8adAVdwVeJH8HcxfS6Zpyi+axgxx6KJaHnyjIXpia4fq
1fY8g/YW8Fp3UOkwudFhltLyEiWVBrR3CRZIx22bUjLp8fMV5CKc4M+aN8RxVtXlX9rp++M4rdB8
Pb/SilURiwwu0gVtvezS4JZUdSB0JUs4QgufhkNb9t3MtodfwF7Job92JbFHHgoNlCAdxRevVc3r
gjU2Zprs5oeA7Ojv3iIN7BoP9uA4JCR5EWrpDfGBtjdAOgMX+xMO2OGM32KFKucTKsGLW6YExXhN
siJmQwCNs4oa2oRFB2no1iN8psU4fywiirj8HobDE9v9oIFyQ3vCbhJT9qwAIMD6IVd+9QyeFIZo
ZFMfSXTcsvyz4rEeEFJv0ieO9YIp+IUy8ZCwa9mBTMKTB46/DGGERgTzxNkHCgNTg2CMOdQB+jzl
BSl0d+1lHxS10/MVDaHLDAOFZ19iNncegrW0R8ogebTJLKYPMppxwGOBieBa0FE3b2xok/ZQSzcd
rmCmmeKIutkVu0KBFEWQiNJ2Fqtt9DmnTvumU0qttgPpHJ6DJrbrufLV6AKJjqbvpSFrQAYHl05b
jum7Fy2i2YreASKH4aTq7kYcXARB12hnCsovdm05yzPLXj890N50o2mkyG05MvivYMpESLh4WP6m
isTundHR+FKlk7JnrdbxzZ1ocQ6EM+RH1dJSfhAR8+SB/lB5slnuzYzPbiUfLZuUp7rIzMXIyagH
o/uOknGSgirlVN1X3QywuozOE/TGswpK9aMjTVe1TVmPS1m0T0zH/Lq2WTxU0DBJdvzoIclPFWnM
E7cKFXtuOnEAsyzdLhlMSXN2iYUQ1Cy6Nbq28D6nk3FwxByED3wS05mDTurgbMUuE08I61WUqqM2
AP5ExjmVl+Zo/lJtwmjLDB+w+VunFXJ6BviIvTx3c9s7n7RGlcMr1XRy3MWjZeEBFOlKfiNFNuY9
7TE0gA9te02FDHgTpN4+aTk1jYWX7z2FhYBtQTScmwF+yS7iOPDaRTlbHd/E7L8qDXKoaivDyd0T
0WMz2ZjjNUHLzZj5AWDTnBgf2Pl6X9aJWCBVOsNTDPLzsBZArJaReo2JBuezP/TLc0X4ceuAayDk
MXb9w1IW5Fq47QwTZ6mnnTvm3Q44JF0Sla/NYYHQ/Wi45rY+C85d6ImsuHSlF+9cfL0OPn8H7yYo
QGQspHIoVTyYgEz1mvrE0MHelGVjcJPfk4ENsF/iKmLR04hzF/Zg6wPHRNgKhpiSM+Svi4M1h7P3
QAD4gBsGg/Oqc27frICWXBFJJLoExUpsUtGjJ3tDACsrwyBO3noaQk4ZHnB1FwXh1IvJPRR+wZ4s
dWPnD0Hx9BiVQfqlOjy5Gzis/tkbLIaYGsi+3kAVwv7i+/GXJFf0SxbV4Gw7XFMXEmbNIVWD2QtZ
R/lnL1z/VXkqoxC7QKX4ZZwbOs5I1z/UqEVMhnBO+w1XB1gAlaXlH2cYgicTr055qogAi23tO5iB
6Wb7qcyNvEPo8ble4LxUuJnrbWph6pjWoQfJoNCeDWLuEzTU7qnv/TJ+yVBFH9sB/QU7Q8AsVWA4
YpFfw5vxRpuofc34R/2Ai33WioYBcKor/wdA5xIDXG3ie9QE7rK69rXPEJIEhLFZcZ36HNcaLRTY
Th+HqulzQu9YIRzwxtD5hiV/S42o8xOEoGDvoglx+Bm8HWLyzLoMc3ROmcGrVC4DcE80CyMYjR3/
ps72sCZTdv0biuN5qBJeAak5EDJMjb+Ig4dv4HWJF8y1LNTEsbNdmPDYbEAFdwQtfkJnJQ4mKCM3
rrGPInczWnoaHhtbkzs1WxCOHFcSxm23Y4MZP8ycXX5NRvABAzicfEHx1GOXZsPl1Zw3uv5W4Akc
6IWhNw2vuu+Tc9V0PkVO3ZxfIrIU0cE0aPebYGxJJwlZeeYDmSTngIpK151nv5trKrfZC2LeHgCp
77CtYlYgESCuMdeHOeE8GL7xEZR3Vi/qlgcZB7LdkdI7uEHNeAgMvQVOmcsHvB6AkFNp2KYlc2NP
1C3U341fwRxlbb6c+dc+iPwazyy/Rce7aBbQ7rUlrvYwRW56cXxbnZxet7+ZXev+fjHRvABxGxUb
7pa3KGkSLSl6nGAHsSWH73Dpb8NqBdmVBK0VI7zgeerZPIviX2Zrpot2Vt0/aghj+MEuFywZx4ik
1sYpR+8Suxwr3ibdCw4KMkqaYE9TMHg9buD6Uo0GLwTWyfxUhl3x5MhGJsequqUtJ3ciRuWSrDPv
Nl3WTMBzpqoL9vLiqvYPoSkDwhuhdEsME8uktQLaeYlltdzj4eY0IryxN0cSbK3egBwoOAxWgz2h
30VkaoCF7HhrT48cXrvuN5kRkucY1IDvAryMw9Mqx+SyLs78RSH3wvpFVLiEovh3uZD4eb4tkaff
RgcLaTRU3mY7UBjwmS/sL0BzZ+u7i6OGKxqNF/dizDz24EE4F7uCOAMmucDPTh19neFBNv14x0eE
vsCE0P2DMxi/e6tr2ScbHH85NS0SoceFSYAJs1i3svB6fdRoInEJWqBNyGlgnUmIIeIvGm81iOxL
4evhIEHDYSr3E6QJ0rMI7iiep2QmMX2MYPakO78eMd+FK0WXBwvW1tKMOhCEOK5e1v3nBUP73ONJ
WCnmlSwduRRQ/ktMps9FCCEReh7wb2y4u76mfM5px3bP8yXfLV6IV7fHSTa/qRE7hlrz/oiXLjIv
YS2S9C7Vadoe6Z1ZcrauxQJkW4Hw2CcLmd8d8pJ3bytUKodszBleliDwpiFeNiv8wSFi/etbPhh0
ieExxmp3SViM/zggZH53KSACXlpjTFA5xGVTkTU6iFHcHpspLAcGDtmg+GTwWq2ywWnO5bgnLcVT
Z3K8rtoty0qcBAQM+RgrsgHf78B31xCXWPhzue8VH7pBXtgNyRBSQhuDzvw/9RLnHdl5TkxH/BrL
t47tdOrMCFSA4yx8G3nLQTWYHv5yI9Yp6f2kf2Cs9Hx48rJ8ifBF/gE6qrieWLRuurocj2sz9lcc
LYi7dorXPYmA9pE+SjouFo8ymnktMeYODQu+xEO83PO9OK99r8hMpytuVVpIYXrkAAn3Yx/wvZZM
Ans6QNLfVOs0wb9FtFZ8OQuWSa9fMXq7S8apnFxytRv1aB4JHYVn6wqWSMXYR0xRCWXSNNlEQOfK
dWZnU0/bHi/3a8dMc7ImHZlmUlClGRthzPxqwRTadp3jnErtcq4wirz+wSEG1+9Ww06ceHXAb1bZ
UHF8KlauMv4x6RY78fWVUQVEt7ZXMOvFPb4hAmYlhDeuu45AMWhrwmmQz4gzh311YdyUcOnS8I8d
FInUzkp/iwuHMqzJClRSgBuUBEo7YeAkafCmKuW3v/I2lUhKoZ421CqY8qR0SxC3SG3JcyEkKI9Y
XAcd7aDAQg+tC7AYxYl99kYjAJRvbterEEGV3x5SPCrDafS1DffUGtIoPfR+Gp0qVsnNvgTPgvVF
o6qThR2DyLjYuaeUfJAHSQWxGYb6sXWMcJ/ImQ4jvQNF+FilBXNvOLHkfxLa4uDHJClxNaCrHV0n
yVj28Zt3NiHxVQP/o5+Bi+brYzJPlj8iIMhDoPpjRix745yJmVHKNKjusDVn070YFgi6xTR4+bFq
+zA8NKFy7H3mtpF7360ikKiVUC1x8TfmpFjefGBWzb/mqBhbvIUh5ljeRe175zBHCd7dGT4+fHn2
ONVOCvnAVUcysiwfFQop2dd2xpjo5XfFEBef2VTqP34og+cyiZR3Xd1qyu6YBzAy8nan0S1ll8Di
ld0zxW6L/0MDQ/Zo+XU+Y2HvCXnrMg/RxLyZqrhgkG58Bv3i+c8aL7K/9z24tLTCUkMGZYYQwzaY
8LwgXpTIQoKJjII1jt6e3iA3wAQEgSLOc0fdG9uZ+RDzB/6loXqkZwMLe7LXSTYwC3QuUcY87aPw
sGSc+Ei9YDH5pWfs6nAMMbzstYii8zLk4dGXafvYDCajIzcHLrLjpwGMLTHn0S83Ld12WtbhYyrW
9l8QGqjT5RIQZa4DTmgbXQw08jaYCrbzjRW9bXBA3euAtROlguvEt+M3OE5106Eoh6lmkR3HWNiv
a5iUz45uS311Vh8ni+Ki1Udnou/PW51l3yxucCn9MP4RM2YHnsKB1XeqwbJ2hXlVrbtFCKN32HfL
5pKWvXgss7rbIVnGzzQc2bcCSzFVtzGWrzuax5IQYtIqkegKrH7B2pGX2kaVQzEbJRrszSAayulr
GPiCyluQM8biroyoTqjw02NCrcJAEqgCl50U7QlKb35tZk+coC4t3m/E+hBfdcHJIc3xJXOo603/
4jDRyy1Tfxiel5y6X1QtqhHhKsnXRVK19Yg5gomupfTGXiPyFytmPsffVSN5BDtTXrj1XJx1l8kR
8pA7HqaqrROHXvBZurOfv3W1rWd00RoAEXGsyON83PB5Uctd6d/6KFL3jTQPDwYsDp535w5R+FDE
gMUtlYMVO/oAFYRYXkA5INHiZ9z5miHdTXkMhGzxUCrgn5nnSKrV3JEXLUbJjEM4gN9KV/wTHO3k
u1+1dIVvEJGmaNOPIrybpgS+D81sOCqI5PeWJ20YMyJmABj+uHK0Bx2WguJuAzl+JAtlFRmBoVqR
sTbsiESoNpCkPOxWkQ811OhhuXKjmL1SFkZROUe70ouwv2diGI6rw0ZxUxkJRaj2oyI+4NZQl3zh
PA5yN7ivCHYQqgD4/Uxut8Vf4HJICJg7r2XsBd8TRUM1xaIROZUnzyFUcgIYRWIA9AFB4GYzYOsv
CVNWTTleC6rjvL0mB9XRH1LDOy3dZcruByaI9Fj5PSvvfGT9tWkKPxuPfuOQB857o++LjlrmL2Iy
yn835K++jeIHTTuA2od24CFICNpCWDOTe3vh6GCP233QB/a4Yj1L9kWbxQVcfYEXS9pxgkl3P/gJ
9kpAOxKdo54X9TXMU+Cekl4zcON1QuFIbcB7Q+T1sPxZaI157RC4qF1C08BMuK3LgsU9nZSF/kfT
XJN/IECI5ISzIa/+L3zjFTHBLDHqq7w7hK3PtFuoFq6zLYcqRF7X5iw5UaBIe62t1kOHoYtbn6aZ
+1BMVXTHELyOfNZw/b51ad83Q9Z9xKhS2ZOelH5gObQWu27swg4eD+pXuyWP4fytpq6jsi/T3QUR
kycZ2qBzDxR73mPxLAmMahzONNWfANMGO2BCDewPDOw5LtJGeu/OUOH9GmWlvwEU3Aa3Kc+T/NNG
7owoueBtG6iV+W0Cbo0kbtBx4MvwCPE8csy/8NTi/ALTxaP5APcJl6hhfQsnV0zrcJqVB0eqZLH8
4Rc1axUWiwULIjXFWJyq9b5g8wPWy+Ci2vHhG3K4ccReZqA0guM/Nx+Ri5ciyrOjHZOqBcA2sZZo
3clpzqPlc9LInowRHBwiqRD8F69/dlwdY5IMggzXqOU/CTL3Znzp7TO38vwMi8m95GNVPqlp0hT2
iFj9sOGn/SYKetrdw3UhhcLJEnQb9u4byssGvz0z3DYi2U0HTVciaxf2wtmn30ZabYjU+w+tQi9n
dQIoX/2HwI9JKkZb2+SNpHG2ajShFU/OX1BIomtCU8G4X4mbCFKaYjnOklPDca6cWAJpaY3al0su
fln89CwUpYTYl+AD7k/caBo4XJtmFd4kTBPVZVWTvadZdXzrQuzDJEqSqTzCwJmKHU1wVUejZl6/
rMzLWzWl5QOA3nTeRG6otlQXr+Ai8KZpTIPHHrPOnvK94S+3P6kox3qcvmi14FRfDyHNCfMwh6eh
oAP+RPBrfW/XcaLPrJKOfCm6HO0uwbxabqnUgFmAmytgHR+CUfgkXr5yw9okiJ5hbE8rvQFB+xHy
g8/ALmgZQJkFNBkEaUw2NqWL4U7OlubKMbTrJ6b6/pshgQ4G0y/Q4Wg8QipVrBAT7GqHlQHw1U0L
am5uwoI49ATMQNojo97IRtjJ44PvCsxxuYupFGElxTPOi5OGNB5Q7XOb6AznGb3UB1rgzHV2ef09
E2EavWvklvIiKe+D3q/Rys5Y3Tv/znEDeEuRH3pfNJ9RJE9eu26JJDiqauEAmzB9KPFJ578jvwnO
RmH8hGA1WA2BIXOnl7F3q/ew4cxXRsmwR9cp2ruiblYY0gEcmwW4lBQfU9rM/8VV45xm23jpdp2W
5aV0lO4Rm6HyqpvtdjuVXec9ESzwKbFJBgdPYKkhPMk0S5d9EjvtfclZ5go5Ac0g8qU17AmxSJ7D
aoj3OmZhVR6YQTly9eFUtceuZ5jEkL9KtrVOJJ5Ld72lcxe/bPFRTbM8uUQ9LxUu+x38MrpBgmRe
z2McBD7leC5iNjQU7EMCbl9zTuo5OvlNlD0phfcILJdbvzVYsn8i+NdbD+/Tfdba7u+sCt/FazvC
2EiEuPIiHZEvTfQhiFrOm9RgR+LqktN1xLh+adhYbkGOWAKcDRvnJ7QaEoIujT/JJUrZT74tss5w
N3lwT6qvZXXEIZ5JRHJEjwV/tQCptKeIBXmDeQhDJ4f2pr2fEwG3NJvI9xh2HN4+DKL1oyyG6k+x
TM5F1AKBwxipcJjByd1ETrL4KDFT9JohTty3TVu8Z+OAgZgvH8qZ4oYYg1h0uwoWk37LrYMI2tLt
TF5RYWW85S8wDvS9Pteo0ebZ4JbHJ6u78g9sBOISqZxZhvpC3x6UC+oYtLr2v5W+2+c1W9b/0lHL
9xtoW9/DaqydK2uTjJsFNdBn7VH7014JPDbvUyZDXk7sVm5YtHG+Q7jX1EUUvBTPVabHc8IGMDgs
uVmdXUki48iLlaJtzvvDI69iyoXWJKoOYVnRslq0bn7UQznkh9zk4p62LN4PDucgkI5cUQ6IxYga
23yBOBoRvMAIYW87sLS3p3WNWCWKEXoEecvyzI3Z4xvzzbnD7Sk3ZbTE3p7WBnyGeA14FcI3IyqT
lH0T7CykjRRdxs9/hJjSPZZ7fefjA+AcLSO8vZ2X4Ifr+mDXVIZwHBcD+OMkjgh101muLm1N1QJB
XfomCdwSquHghpaGTOSSlDqQFpm3tQzZXk5zNr5SkJOSYqPNBXhU2nM0jxfaA+jdAc43iMF7BMOw
eke3q2x6Xl3CGXC0gvStZRsNGsftTHrlrJFcx5RQCzhSDhE87lexkW0U1U9Ixmv3CF8R5xVEPBve
z51G36uXyviXBlWdaxf0IhYuJzHLXvZjY+7WhV5j/DhOTbbNjwjMx2hddJcHPknq3gC+JU+Fs3CH
d7i/dcyPOCQjkXj1P7OGNe3Ahfrycxu+zI4cT9KZeC4VKUZmV3hzjfjbINNLjP0PeVOa9oBZJnzs
lVv/WhU9Z/t2NNMr+0SdvkRkWaiEqepMjJ/J6kYNcLGQwj38xobNRj8QWR8le4d/YZZU8ksyavyb
yoVYapfP+lM31KclGEior3U6OjRkOfjPfq06xaee5vWNc7J/e2OxsYF4H9hVn0oGrPY9GOOm+1OO
YZL9x4SREW+wa1JcwrUjdI4wxJtXo/etGGXLUB7KMKnBhegq/NdOKvqlkhSABko3r33cFlwXqKx2
fGMZyJ2570lBPChndONHLIcYETeVAItPgiNUH0FYyufZcQvKsU25nH1ZY4DwluZVZiPGKiGpbfTt
BD3KRHHbb0TWLZe8VeFXawBQ/dQkMf6juycOEDODuvuZVEXzVIzPwj/DMlQ1zrKQWcASBmXLUeMx
b78Y68zyhwhVU+yIJXt/jeup6onSraEVaAE+fkhKOupjh1uIiHjIQLmhyjW85Dx5r2pabAAHRHvf
ozcGJz/yMZncigH3fhxwlduhrbdC68nFueF3ewADDGDNHBGaAYKxnnNcUfNvM8jAfMLb8HLOOUsy
flnPTBSvws75wGsw2ReuFLf7BUTQwI6Yo74PtzNbQALcTfHEMwIATDelWD8sK3sTdMne6ii6M5zD
ewBoLkAs4m6DPFXFTH9XmnvJPyztut7xpPaeOLgOl6ih3Zq9d9T/V5iq/d3mM6GLPEnMiYRH/2IB
BRzbsGu/6fQLHwy+CfsaClo1B+zVEQ3W3mw2/BQCsRk/JLAqTj35f+ziKbY5DDlGFYK0fljzx2T0
3qGOqhhsK5Y/fmt+paY/8Zr5QIsbbILDLsrBa3/y5OavXDkwxex+YvlgUianhZOTd+kkogrmp1Wg
ukzCzcROwZv+VcD4oEDU5qArCJtoveVrdD857GlILGlpclhiRIq5omdnSHcapPB0yBN8Kr8JMeSY
AJ1Rjs+i6rj6Nx7JmvZ+IATY7mq7wKRRfWqPUa5HFmYNnqEd8cMsg9ZlCWLJcKzdJ5WNJQdyGh53
TacYG9asDB0ytrZTgFtt6zVnsPK1wvvazn/6muP4fZ6GLIDHjhaamRzEdxahtSf7BOkOj5rw0FB9
cKYz8IkYcJot1/SZOR0nlO0K1DA7z8+xDzx72pJrEicWqCgoNVGAbzqnkvU1q2UF9xVfx9E3SE9o
eDx4ILnFYjd5ZjGnlJcuxmWu6Kr/qqkHuuZEUWpEwyZTf+mQrWjfTuOCsQ1TKdfMDQpp4mdCWE35
XmVQHPcdp7T8sHhFsi89+MSHJG6XfF93eVSDoCji6kcQ3nM/6P9zsTDQ6WTfB3ILxUeIBwFZFM9s
nF5gVnqviH40ORMGxSUmdERbIY+uvZQxuoRLaeKx9nnYtsz01b2eZiLWGU7X58q1mr69yVFPbL/j
bF+4MGx/ei8duEAgiQb9kaMNeROIiwy9o3eOOdh4O2QnHHvh3KXOzo8GYgq4jQheqox6XVKex7qk
AYBTpbOeVi90nLe6B+N9DIc0yW6avZvcr74DYs+vZmnu7MR+/9pz9ZhjYW3EOVCynt0lSdbfc/2u
vwBt2ZJ3UIsZ2fQ4Tho6XJBE3Mz8l87dQEmKX+cFMY4057YIpT8ehQJeRe2aO8FAyxfCFT6TOuSi
ejk3s8hpmM29ch9h/GZ5Rqjj7PoKYroOB7SUyiNCuSnduNl3Pp0diCL5a6VaHCG5L6tfUQnEhAmn
Sb9Rs5L/oHoKKCTTiDUbDye/W1gkW1yRPpApik+qCg/bqkr7VbRLMJ7ymWm/oLBB7jW4nUOCZkEG
lg4EDnwKvN+vG+Ys5+zM3bzvOOtEG99HC+Waarxujy103JH5gkJGzgLuEgummxgPMRLIV1OvFGhR
tPrIIp6Af1bWrKNDnF/4ghSFT6Xrkc6q2RUogp+wNTd+sRoyDnZkoxIHi7D71WNvyXXVLW68C/N1
Cj9bHkhgW1t2Ga8QBZ3sJchYXrwiJHIiiFzw7CdOHUv6vvIcTKhkSwlGMTSdK/RE6DPxeFRpg5Ze
yOWCFR/wG5TR00Lm99aanSNqlO6oCc7c7mQhoNUfeRlmSlAd2LoUvOsOJgvGkXn6L+Q7XO5Zwq4g
21yXRBtu+9qisvZcDa8rl21x7vEjkILrScvilw3C97DMpm/4KH774RCoIMxQ82MkLHUudaApbWND
84/JMsal2NEbDeOm9n/lsRf7J7bb+X3KqMx8Wvhd8oQ5xcMpsUyI08mUXNkXoZflCcKuIge2YX0t
WfCNUj73tQMqUrkzaSPJXnzPE0v9xjHjvDSFhzNUWglpF+zIdR4gn6TgXNHIp7b5bkB03dm6swfG
LtJKksKW04i/4S1NQeNfQ/LNO9ARjoBOJjO5xeNSPqam82hb4wGKeOpOSP9oXzScNmZp9nzA8XVh
uH3DCB+IY0Dkka9pKlrW4nMB+l/p4mKV0c6haWkzDMZeI2ouCR5E7AVe/yuNquZnctlAkzHuGux5
IojvMr2AU0F+8N59hPT6PFfrRHGhJ2x2gngQXxPLy4803G1/tukjUkS3u826vxsN2fCbU6iMHnss
o93rnAyFvgvhVa5vYdRl9rMDGXqg1xcobeQ2hdx5K+eqx5WN7y50u+W355HtvIlf/2AcYkwSBjBt
HWCxioeu/ZLVwjmjrQertlmbF/dQkoPh2Z99NiYNhxuQV0rgqRSqOxGsTbxz13HUGEKFbm4a/sNN
6SzdF73e82+HUiACj5MhjdSPR6AiKuBqMPV5dLyadZ7iR0SFo2n0QYcjfpvVlPnVpf/1VlFsvBgn
WOCdeGesVYLhFQ/LnoVD8ClAWjyT16TqJ2siVkmr9ZgXsVjvKs4LcHOcjOpJFIF8B+65+JtGzoyk
PBbJw9TX1fxt8hCT3RwEi4Z0M9ijdIdyPIwlSODtgCnf33LerT5N4MFYbRsS41OpQn/Drk4+8obQ
ryXTK8YTPyXzUYfFfwBqzRWg92xJb1v/CYpxvqsyntO0ufXrq9QRLdidduqjT5p/X8uYUGnsLgUZ
E0gsPJjEUXDYfk8n4uqbJBjlZ7+Q/2YQ5tc0M9fvXId5738kndlyq8i2Rb+ICNoEXiXUupe83b0Q
tndtIGkTkqT5+jt07mvFOVWyBJmrmXNMekereLNJJrjibOieccN8o0mdfqDZ58cZ2gzD+7I6E9Dc
HD1ggozg/U4yPJ6CUxiGgH6Km4V5E9naJlGaVfKdMxSxt9NWGTLqqTP7xfcj8T2QpLRH+ZP3x6pu
QuAXo/vuMkxgSDQql+NBp+Io3IDFtn/D+CBT4FMyKs7/rYVfvuJSXX7ATFrQLYLUY8eHecW1kVOj
mSzip3mym+vAx/6EXds/U6FSivnggnCl2cVLZabgW0q3wyAQmvghto1YiJfLRXjAaIttZbZmcZgK
ej8USnCyQlw5j77T0HxRKez8HC391lbgd2GuohwlOPHBRXJPpQnxmVU6EjMT5zVrKztbE9/2jEjQ
FBXvba7yt4qun0N+iB/zrhquXVeAzaKeKd/HUH8UfRXwdZUIGobBax6cNPU/W0Auf3JvxgEZalkc
xcxOf/WXv10eTQeZrcEL8T6yPEa8eDuPW09v+sANn1TTI7sRmO7uR5tGfDdpMeLcEuq0KI9vNez0
B/XHsutxxuzdNovnn6CvbbG3YK7sW5gBcpOpgvUosm9UshYiuYFfiyCT2KRHa25iN7G0fY1if3q0
b00WuhGe33wCQ4nAOL5za5lebCYJGy6pKvHZerHbIMHkPHRecWJKv1v8ctrXeUidhcW8l6z6uuhs
jBpBmvgvZs4BwPlLe7bGIntbjLhitbL2Lny+BxvV87FpnOg5xEx+WIkRNieHqKOEs6ijX0Aq3SSk
P7rngt8HghHbA2fje5PPJmZ0KDP8qnlbOIbP4O74bdk05ex4+iJ6b9ljrkcfmcaLz2V1lHlqvyN/
ILoC0TNL1RDsh+jXkbgwz498ukf9jTRzeI1lixSoEvIdIaZ7IukTieroGlLpJWhIJN75L5uifFc0
ut8UYDI3YuBzNTMsKzk66KZpqpLW86BglSGJ2rj4GQe7gV0+YWwYE7KQ40vOsomW3hQZsjBLsLGX
fpWT0wO9C0FFbR/RZE1/zdzN3550aspZ/YXekNS5aprRqtZp/GaRBHeaMutlvf2liCDbhSgM3pEb
AQbbRR0KFgsguAH10sGO6AF0b44lETtbcHXuHXIKGtEonMfbzlPam2pui3OI0YaPukLLrQtkHLZL
qQP2dDsYJto+YGrCZ2vzzIIKWDRzHzlTMPVu6XEcZj2JCEN3An0wkPMy6uE5ztYj33W869SKHDC0
WP9hqf12kQYkvWOs81xMZyzVTCs7oeW/iHC6jaVdLr+Bb3WFrlxe1yUmhHIUE7knEA8GrExqS/tJ
zHIEkOsjo9+9FWxj399WQpSHqKSeydGIPq0heMgDRfwoXCH3HGcOh6oDwvrRHpHxa6hPW9zxEExR
1TxQLFUPJJjjvBFILX7SzuH7Dojj6uIyEnuSQnoH+gZPtOVY/0kFHswtFkCL+Az2zF2IHr4ZTSrl
hc0WgCgXcRTW17INSziXZeWeIqbNn1Go2rs5HLGgUw7/ULk3vzXJ0dXNYcmrmxL9qwk72tiO5XxN
XfXUDir7iOCYbzQb0ac0EvUeMrqTb6YMrOtWBjHZuV3acqkX/k9jOYTosn8+B1Ra3YY0UZDLPdk+
R+VRP1PcQpLzQnAhxO7crtCKG+vNy2wAusxy+QZjfWRKYTOA5GOuitmFWorljLIHtXUucS8gClFJ
XoVMD6htN5T08buaM6wEYxsekQEB4JAVFltZqdehGmg2CQQaEB8FN2TqOhW7VgQFh8z/vxG1qf6y
nIqbnb9kzqMya+ZiaGBmpDMNbV55sLmmovmBuKK9DY/fTfCqdP6nTFP3kRwXefFZmyfVMEeQx6n/
ZwKOpy7cecOaE1xdjzkta9axnoXZsGHD398qi/x3Tl19pdf/7FIvPQwS7DGOeioEVqREENTqi0X8
VFD4derODDLytzlbbNgADOi+Fig7+VYEHTG39kDLr8b+L9PhNBkibwJmNY/dpRB2BHUqLm7C8xoF
UChvaNER5DvucPc18CZCdoK+q76UdPLDivp+K3ufwTZss/awQDJ7znrTXehSOEuE6cxfEj3MphtX
pASmqRm1dEGQbzkXQuJ2APwQsytyvb/JFbZ0ldPWWMCC2kWliUXwa7ISfr3r3JLeBy1rwzZD2Gc3
ZbbbY9ZKEBMPu9YUCkMDAefGlgRsi3kkEUK2kdK7Yu0oZVvUVSRykXwLsJLjZHkDNof+0ZssvR2m
GGvr9N7lWcAe/wbqQO0E+yb7MBO+Uih6MSZflMr5PBt45uzZBccZngrHenUX1jaeZ8p7O/TcD2Y0
+acJ7e4U61iYg1OVBwiRN/lRye+DPdzNn9OGYdg+dOEv9grnzpa0MaQxaU8Oz4QBWxbqBNbNOhUs
HtuDpRkP+iYUV9Lom2voBXkS438jlyuGgRYO7nulBvvDAtdmHarClj+j8ZHccGvVv2UwTA8FaqwY
uDsxXVuXef/NL06xTwJHzckxFo+NFtWdPxHZrUzEqB/uA4YO4DupFrTLLXahAm28f9OxQyotxu5Y
yAijQMGqqyb0F6Xf/F82I4zCLXmWNsbyluoYRZX8YPDCf2yMX2rN5jQu6zMmgXjTRdPwLqHR41GZ
F0bra5kNf0y5vGbprUaQvGmHCS03QmA/SBaYQjuho+qE8Sx7VqwcPmXq3VI36pCx9m3X4M45xyce
J0ouoOsHlgxMNSK7Jl/H7h77CPKnXEr1OsGn2Jal8fotwgTnplPMX29avzcsD0t9Thl6UE1leUsg
EIjX+xWM+o4glOEHA3ZsWGZlDQdcXKAEC0JvoXdzLW/X6Xn+bZVkdznyV/wGU8GTVdREI3cOoH8H
r85XZ8rprmY64x0ogSLw3GzC8aLxgCO4LWqLiS66Erjcv9An5nfmJ/YhquJAEXQ1eC9j1Pb5qXRY
Z++H1fcx8mCEMxsHm9Y/1/G5imbEpMmY2/ovj6/THGo29n9cWUzNl21M87T2a/ccwnx4npCd0Nup
2MHZH03lDdMPwuaEms0nVSq2gfVKWJxTMkBjx8oj3F7UFxpHv2fa0XGDI3KV7jH0mhtFL62nOzNP
c/w10ueFCKUG3Buolqzriux2+asKXoE1DCHNMm1CJjKuOWDD1cjmrlgibl5+QCnrl3AaDRCOtSvP
hRvmMPPa4mdxc4dbFW11sAdIE1TPeADcaTeBE3snjY5ay2CA2+eiaY50h2ik5diET84Eei/SvqSx
rdbommdlAFDOIPa72ox+C44NeDZUE6Nnxh2yh2aXaseK71HAuGKrqzrYFTKwd5Oi70YvCL+wLIj8
29O45ozqkMh4cQdlMxBEqPlch6jw2/h+zZvGPmgz+/+xN23PpacLOkCCPRwU1O50z1t4Qx4TQrCH
WjL8Fsg1n5jikOVTx76PXjj10GZCdGABGWEsMonpzS3yG1YBYx1s/tvRZ6i+D6Jw/URzE5hN6K/i
jxmqpUkyuxHqadKYRwmp61Hj6k2lA3CBQV/IGxmO7N41T7C6KtIKFzyoDx5gvOaVRZa1oM65uX+/
bJrY9iP3URcgMehYpuCroO/nf9652E6D2aopuUhwGrbuwFRKoeTNhuVEr8DHxBwlr9BMmEdt2XU4
fDr2obi8cr8UcKRArW7x+zTpi5eVeSYTxFX5rChtGUAXR44GK3OYkHqZd4nRVGAZRh+Z/4GjKNO3
tB5N/DlhktdnMyHnx7/SWgahtoFG107cRuQUugfUAXo65ryrsmbHkxsLOEeb2sWDm6aeDZwarhM0
t4gMiPJUZkU4k2i1rrYmY0n1c01kli4qSjj+kUR1Lhzs7JQbWYoNjDbEFP/YRtriv6mCgzIBWiik
36HnqMSkLnmVqhR9Bf1xGYDDg/3S7xktgwHn4lkvyELim3+FJMxLLG1rOKoUdBAhKlwnG5owB8td
Z8dJLRSpSBk6hw1GWeZi+ZwxQEYkPXyW2XzbS1WueaDDTUGqQ76gAsNh4m90H6jyONbTqvcm9utP
wjTs+mSVJBU4+IHGxJV2KY9002QnimVa5SOcOxkeFhV60WmGs5Yi6WyoOQHKuGfjjfQoUHpYPAV0
r1fQPJAfN5bfaX1X65QJDtr8toGxFRXzBV8TyuHGCFpol5t9fCz1HAbHum/iaR9Zxaow2LXm03VH
+LwbCqbZv6d7mY4D7kjk+FUf9tf+RutonVtUI5pXh8b5pgQmeDEtMMmjahi2+DwyvXdgeX21xYg4
xAdvzV1TB+5zmAfLjZmlkTcNguSUE+KwaDn1nSfyveNOVX3Pf1IoIkUVglyOA0GkqaXfemsJXxBA
memVjKLhSYTG548ihgZQieepQzPUHlC7mImM4yoa/gB5GQVtZU+c7Xn7h2KhGX9HmD+/BNThhnJZ
jkfYyTDwPyBR6N+7Ku9A2zJsf2msUf+LffwhRzyvSForJKWPzBE9+eQrl8LHi+Ydj13+jbsiHE4W
09WN6DL5JDkOqoOZqrzcN0Tf/QhBTk5S4EEk5oLRZXYs4brl2EALPif84foOYJggqspyCz9Zy85d
/jGPHy99ptrxEC999AMxjuxpvKaSMaOnqaEFcA07yTPRnlpftn8H4CLMlWyLbLphnew7my3bF37S
+bLMnfXGa0v6E2ohEs6iUY7haQhS53Gia/H3jWPKu1zD/qU66zjq+eWlv/dVyYa4Z2CAZQPbPwsM
JeOHChKblWTYMmgVOYGcu6la2zccOoKhP40SqmrHLXC0zKFD3+YKjyaJhLb+kSQEGRLh1CEcqYSr
vlNCOO6DQKTnMcBKzoU9lXBvnBY7oRjYWyZhY4nXNcPWwb8DFwhRoVkLXml0wnvyFPBKCQty4M2h
kxtGeJWoE9RtQflWw0WfjvU41j9WNSNOG5nN8swWs4N9CEDRjy/xqOKjd9LwFYZ5eeUXbdgJ9NVw
JvYj/HACergjQ0AXDdJgEB8XTTTu+6YLrH1ED9weVo8he4Izhe7Ts31/3vdI4Aw+VxuD34Dn+7NY
p7S7qwLowGdEsHn2t+/zWu4sPelsZ01KVacUOGMBKZYQNqwWs3MFdA57W7Dru+V5UqiNmABfwn5U
DESc1Cm3VUVJuJn4MkGFdmDGueUm/SLRb93ZEDeLg8Ot+E2EIj0z+1txoSoBaGqq2yfWo828orEa
4nACWeGKn8aY7UVkUzl4lZzRFtcO57ZZOzc84HOB3MxJibt44OR9wUlQfzhtQOYtTy+GgszASEpI
CoPExpVIPITiIDqZrCiy135h9LwbwWeNW8YH3nMBOKxNFH/Da2agcyWz52db0LHOg6ULG29Ktpb3
rW4ovQaGrvVnH1h9/4dxanNv6XXK8G9NXXGm7fN3pLJP+sBkjWePdVgzgwCFE+kjx79nImefnYxT
w8lT8+3UUYWRplqZfTp46NgGLfAvb89c1pwU+0LUM8SbOUgocffKpJnc/g/AMLH8ddOaQJBN7TDC
+5aeQaZA6emJIwWhEZuhtx0007CY84suG76NcnEm0o98McfQeGImSfPcxsNumXD0bxyop9O2smqz
HOzJSuXBFFHkHbTFOMxVPDubblL6J3LYb+9F1U33DqKc7rtjnlwiaMh6fWI6bmX3HYGi4uAZKQQV
VAVEZmK4cKlmL0Ld1FNyYy2VUPkEriGCTdi6wTphJuvwVQuTTfaRtYAuvtjwjurBF/jNj67rt8FF
Mmy2N3Y/duuxagcyxrx2aoLjYvcyOnFbTAzEixvUVGf0w7BoXPalng1SfWt3XfjaYIskbwooVPat
zdh054zb/x9BLexp+LH7q9Wj3kwGKCHro5819j+UyfPTmE1ApbsCsgvGB8d+XhQ0g2SeoMac+9YN
/6FjYEsnfLsItyGyx+hM2sgafinoockYIYHSUAypHuqqeAx739g7w01s0RdhhnOQ9W6XKg/PaxST
hUxpxQRO9jlQP5jvSU28JIcBEcnOXtrsO68ewLVTBRKH8mFqfucQUfTG9BoNiQngOe+crGE0oP0R
QGJTKf3Uww2hoqwNJXGhiuCVvym9zoENFo47O7bBzKWEOckoaseXAqngSa5s+W8QNfsR+3t+3yrn
w1asehMNv/FpnWa4K2ThqU0AxGWnWnvFjm955wjIYMZBLVC6N1HqvONH1fJlGe0AQBVz8K3Lucsa
xHKfQuhCNs7nWjAIa61nBw36vWSeWm5rBn37zpIEEt5yH/oG0dauYkx+Qi6RQxqZ6/iAbIy9vhfL
+mOtDf7W2iMy6jCZ2Srv+8VDqGQciGFaxXwXJk1XZwctTXXsudK1KlHGrtiRWun+Vyo8UXk9cyO1
bXOrpqLPGyvmkc+gHkG0sUv12LR2SJ2q0t0UUwvLrKmXL+HVPeDdFaeKjTnl7Lvea8aoe5fW0Y1a
ZZwzyimoDW0df8CP+QvryAfDaqZn9Ia8/3JceQmY2wZPM03UBWzwzIHHRHWP6DF705b2D2XEY1hO
S07ORV04MPRz2oCg86oHKAZonZZY/9cFujw3nS1Yu5ZINXdxUdb3sZuWx6GS4q2NKu5AFtn4jnpI
wZtJ4RhHLRjlcsOdEO6KAFky4KE03igdu0DTMBAd8pFEapTg+Ob02hMDXk5t+FA4eJxBaiBeM5hl
2KRAKfH8dRekPjcpMIPHoszFU47w7T5yiBpiOg29KGRkitayUz8j1caYULctr2b1wCBRicf+d8t4
1aPk5Q/bzp7LaKrlsmBQ1h0qHgF7j3I9bfn2FHfHMigIPE1Xzv1Ou2Mxn1jn2mliqloDnqWywAfD
u3HltSZukdFy2e1NmI92EvqqK7/LxbBHCKyZI1cC3gIoUBNR+FqgjEJv0xnYZGijRQ68g8A3EASo
x05AegOG1LPd+mrvOLx+Cc1HvXwMdpc3W2cdov5ptjI93TNrwdghcOz5PPsxyoZNlmJJPWTWjXPJ
SQC1qmOQ4m0rd0IRwNAnRkZp+/HB70x1Y9iS8sP1kgWP0CluazSd/xdnOMpgB3TLLQCIE4QURETz
YD/clDSSPetzgm7RS9SAymJy0Oi5R45kr7ENaXkMzUizG2o0MmYRIX+8Q/d5myMjV9oWea0WbqPa
GRlfQTxDYY5gOmncLLxC02KTxn9evqum5Thborj78lLWfFu4RzE3CB7e7jLgs+XnnYnm3M1od/F7
YUfGlopfFnRIFA7jHrmlf4VGFrOaQ7mRofOTXXHIS0qeHWc2K0qp8ziCmJuirA+5j3jNyWOG6pmb
CRZjDjoo8RvXX454gyaz7ZtZewc8qm588EAcndoYwAvCjtwYRidKyXvcEUoddMmOZecMHWkUsRg6
MCmRNTz54y0fIyJ9/q22OpR8GtvIRfklbFmQgsiCpYmKhZOks+0DMTJMEnmSyJwtSCT27nqyFV2s
XE2f/4LqAMPcREv6ZYMxQ26iVaESGVcV2ycv7V9tQgl/12UAoE2uE/c9gt2WBj/0ndtnM1H4tmYa
7w9VZ4WjroeCe1bLUJAiSACft2+XlbwgWhGfjsmlcuN1JY9uD2hSrwmKWFpE5MmUgaT7mjWB2+3C
5/PkNB87wBb/XH7Yr4axb/TQLNKa7zg0sUeTCudjuKPBeuH1xs8azn3Eziom7oWKIC4sgmrEjQ+A
cuElRusMfS5lr8PzZJenSYHD2pphiT+t1LXcbShvniGUrE0A23TpXVYNQ/eJvBRQGxWCvR9pKQjC
cVEjEG3dx3rvo3FC8OlFS4sCYxwi5k30Mzvd+vCa3ApU1GaMKhgaRrl5eTcwHAkYfLdBcWTjZtmn
wBUo+Eza1UANjYmi3dxpHiF4JGLcsuJqPfY29XAJJBL5m3t0soHlcfhxpniIihvZ0N461PhRwjqL
E6dyHEJ0MnyOAv40ebg7voe2hEyTdv4J8YqXXf0Iad0Tq/aBgI2gDebPwPFatQf26Y6HsorceIt4
RATsZZFjEb4VDd85F8mQgAoIbyNXgva2Obrj61xUBEPi4dPBIRPWFOwownvvTwGe3351aLksCNFh
EWNe4PlMEKJU5f2IDBAcEoXwuRRW/zt7+oYyr+fmQCGYXccQw8iuax185ZBp5ujeFk4R1TCpTQWn
ITDNshNzC282RA/Icl7fVKpUpOIfzGGWeVQOQXReajf9NwejJJOq8orfJXe6+5rwakYpUF743Ve/
SskPRU6JJChGC9SzVWXJAmfsExleOzDGdWEeYXVFrpZnlgUpIyy+mRkYw6S2Q6eUKnGuM6RZGCq6
5co/C19ihLfdbvVQ0u1zBtHuFlP98MMidrYSShUVJKOVD+MTY9syZ5OuGyCszhTQTQ6okh7cLKqD
DyvFxHNaSsmAx+8NAe/QIMdyO6dyvDcTDv9kQXbS7BgxdWqb4fS7oImg+5U9hD4rD/y3agmWux6N
/gBGtgufITUTTUP2htKnhdqUg7Zn2QJKC1kh1MkxP5JWMPyzx1b+WENBLTwNyChPLgZj5xhwW78u
oCv/gSlK1XPjYpTddG69Po4UMU/9IIPHJutYR6QcpsBsptZ6yZaute7rQVXfOcnw//k6IwBMdYhj
GQx0xDKQ/+kn8PsFkjwzECgZ9xZUNWN7PzfxIK+rVchHwULxL1wj5xeNevMcZQviNInZ74DaCWqt
nXkkiLGwggTXkzWC96+4gbXiUIys0bySes13HIpZXKDeO8EtWm4pnf2XSgE435WNQLHWWT6rzb4D
8XWFnel2SY/Y8Kez6csJorC7N4fQsXBLOEYx7PtoYJkje6ZAN81ZfMGHTVpX4MgMqzh+VSgkBdo6
zMLGDpNwyXPWqrgRdFfH36kqemYocJVWb6GkU3xCxapmX3RCPApr8P/AyLyU7fIKiPG5KuT8bM0L
4Q397NyjLYP10+fZE37Z5bHnkSpAW8/lqUKIexKuQXKBWjk/DWYQe26Z8ogYW11J+FkubPPXHR0e
MZVzaH0hYLTvCOnlfHZHsesGMrsk4Km9Ew3Leyb069T4E7oFKbde7oV3M9ahB9EM6J7LyDo30Wwn
9hB8rjwouzTQVwWwJmkA76FNINkOJU/DcpbJI/tYhYkmDnPzgVHhnYV99FthdXqxNKQC6vvimKOk
JPe5ir86ASopcwyLs47h7SZtq4pTdRz2S+yLrwCo0ruVNzd61ejWz40T2g/elKdb5FxfaUQ4DbjI
sEOy2kGAYBSi7rE7va7c+BuNOwC6ltUnmDUkqYZz8dva0OWWZbTOJXEpL7WE0GBX/fKMeJB0jN4i
USiK+jt02PVdWY7yp+sy4B+ylseeTMAny4zru+ClTGhjQxxCwfpFy76cuD+xNuRgR9/nAucic/3g
v7Cz9R1MpRvssk9/JZV8kkVrfxerSN27uJEwzA/NERHX+DYiEWOxO6inWIV01z20SMsO9WtPVBwY
DRwnoHUW/q7mR+ZhvNV97f6xEU1uo0C4Jxjc3tE32ntLZSb+G/G4HXqXdCAkCM6z6wzlnyCQ6sML
Ivp7t8V97LLE7nqrupITpg6rsjE04JLeWSBRRKfkwam7/whfaXZgJBjiVYwk7oyBC562KKMD4/lM
e5FwHVK4Cdhf/IF4HuKNDkuFOJZSBW2YhwwtMWXpPFTKFG8wgSrE0hSOaErG/egIfQxEMz2AdIXp
OwoGAGQRMUiMmS7i7mN3wdjkBP1gQfgip4gVzxxtKJfjZ24WUcO1XsLHyY+uI86ShzJfleBUHqaT
a1vVN3rcC/6R7tMb8eHE+YhMtp1P5DOlb20Z7y2GaJ8B7dDdMtTuoUUQgcGUaS3+ueHIA/SMW/ij
GLicncoa/2EDxLNKz1j58/DMGfcZNmvxXgb+lACnZRTlwoBqiFiE0jwwXWfG9TYXkOvzBvcP1X9w
cH3FuQBhELeqN4TeNiU96VKBkTKANOqd08bVEXSweiZ7DCdoPYWnFW/QvnL0CbOdjWqki2VC6jdN
mx6CPwuakE9+ionEBevaYc37tEpaBsQTzT3BcKTU+GhqgPiNmIkaop6PnZv7xwAUG/HekApZMjeM
bbJp/a2dfEH6r81+dRQ2qml8dywb1ThpsoJtbAYZIZ1G5pQ0AlxvU7FcBdHgROBa2bvoVbpdiOx7
LU1OIOgaqPAHCsr0VHpsITdNv2JRwBPHRB6dqPuTDUOQCHhOzibotIT2n3nd19rVL3kXgBUYxL0C
NorUpiYhg39HiWdM2VsCWvW7zBtz5TcRG+7r8ODgemfAHJi/tm/HH+GEEDKfod0rFdT+bs0Q82dQ
xOD+IppJmjVzXr1FYeIIXEyebkPsKUHYF0e2qLAlDLkVIWco/9CDdIfIreekWivYeAjNu5PIAJZX
HWoFv2UCK1AxKOCYT1Vgsw4d2vXTnskBmVME+SwL3TvWs3rnT6QSOi6CixDa+kml8ccUAPXXdE+X
IouKfww90U90Bf2/XbZyHxYiTHAY4PWgJkyZuXb6xw0ZWlPxkm/DZJ4EHxWC+ms9pEYDhSrmAAej
KPlCiCC6FX6vUucoR3dTipjej8n3tk9jdcym+n8NKZ4MeqL3YrTNBzY/ancWVu2Z0zj/qjLh3vW9
+c82qBPgo30VvuPdKZdo7IlggH0KdG7raNdA+GiyR1ZYWEE9duYJai18/ZW97G2tm0e8KuAnyp5F
ypDjF22laBRWaVZz4PXUt5bSf5CRSZ+cYJZIBK18a4/BGyjY7I0BDCtoFG9PllUVnxOjhZfZ6XES
1jDiFSzKB2IHnkgt8J4rEzqHfpmLZ89yzLtbIcbVpaNvWNIb6tXqojsVyf4Qx0B7KQQ9/F4gJR4x
luD8FaPZMuNpX1vfRg1bTmrXxqm7hetk9szbxHPBO0G1nBODiGQb99waDv/KFAgYMp/Ju7CdSTGS
G+eoGAwmbqXTy1pFoBoy0vHQKaYPJiRemHaadCSEXt43HjBsNfM8UCb6I6cV7sw7KCtQb1BpzG+g
1NosETEd5yawWbXpzPPvl6XoHnAvsst3MjdZGbo/Wlnn3EOZHO7mOVJnvBTqPexpIIUTqh2T4OWr
z/IXIJEoabPoGTzul+0HHTpUhnWb2sWiI/LGvaRgL/Y6WIY7z+24fbgG90KM3slZqsvNHLwjyApC
fela7E70dFhivpAprEa17aaMziwKhnhjUIA9FdgpzwZ9wzUMtPNH615AjbdBHO5S3J560wga4Dsh
A3GMhsY+Ubo7x3npFTkZtPcneiabsqN1P8XqpacSp/9ZrbQ+MWuGpE+F2Y0IOhxkyn3/srS1PjbF
PL/j2G+OkW6AuvHFhhAGWYheZ9WtD3HPSt2erfyuj1vvVboRnzYaZMxYiR/4BtQYn6y+tLallb/O
BaxDYgMAgwp4Sf52sgmIMAbG7IxhC9lrlLHU9xlFgmb18281pG3iTGn6YWz9CD4seHGLG8esDtP0
zhtE/lS1Y/0H1xoy2AqYaTySP8vKdmy/GsmQhm2j/Vu6hKs0uh2TPlQVROiWnAtrTC9EerBRhHr8
Q+y2/w3R5TDRuOLigbdx7zj1cmjglNAoIpFumD2OXjIsxLid5cCe6obcT4q08PKE/RHRjUg1ETBa
7YIMO3X9gi10ve7sSmeHdGYQypMjt410vAXdJbdKqqgLvFW0v3lu9CGYdfimZ1P8Ig9GXwHSKwkw
kv9bGgcZAGdGv9HEBR+K0HvXE+bWTbwE05TgNq8ujElKeOGBbV1dnCifY2MMConASveiDdLHYhI5
Om/ahB3hxm+5VprIDOE/o2+CPMYJXlLxzQ0pAT5eDEnEBrYcNjQfKUEKr7SkaOE8nSWoE6N9XwfW
Iasd518sJzAfN+A6SQA5tXkavPrEu2MCctUV+XIPXTBdAFqQyF3UsyYNmIwe1obVSOU69RfMMusL
MDWL7n4JmexVlTkVkIeo6JaQLIcuSkgWTFFwZuN34NX2vvW65tIWIi64Qew8yRyHxW8WEXfQpi3l
QV/kUJljcSLmOn5UUvffmqvofqrC8A8WrDFZMs1SgMY7IOHJ40FQ/VrGG4bJ7TZlev1ddqTHs4qa
7x2GyccCf8lF5mQkJp5nN5+Steovrsp8TwAma7bS1s9DB4bBLfPit3M9VFDWeAvPSv075HrycY1n
QisXy39r0L4mra7HfRY74U3+10XvCDr6P6wm05Pn1enbosbHtl31WUsg/g2hNz8ZjfMOpwfHxjK4
mxxoxg2U4oDaiUiBdkpLn5FGDv+Fgxn3/P/SVyuyaYdVQOzcCFv/DGM52Lv0+ri7wuVepM58ajLu
7almbcMI0tWPBXVRR3jsjcZl6r/T0oyPDQS/hyDAPYbYE6q6PWMxrGr5y8af073IrRtH16jvcSZE
loHeeQaWtQH5nP3HJKt8og3oPpfZkEyjjNP8WY37hpmO6cVA9uC20xTbcReOTzG04/LmDG8YDvnB
u7HQ2WHKDyeiFgJx7ldmmyblnm3GOru4nVGPUmkDoH5W9Yb8tekFhKLZ84raBC9Y0ZnJeqwPIZMm
xAz/87Mpdx0uc5SZswY5MpxJSRyP5MvUDz0c0I2YaLM2gHE1FLKqsTh3i+yzDEYCkTGiiU2VzdW+
mDI6TEbCb8HQNxhoJXtaKK2XEnTngcixCDKUTf4oppAZ8SncI4PdAs/IxgU997/sCZwcniEHF2kr
fjIqB5py9EN1nqZHVIbxfCHvZBT3/8fRmS03imxR9IuIYEoSXiWBZsuWZ78QZVeZeYZk+Ppe9Et3
R9y41W5ZJCf32XttLETZjlaJ8BnKhsGkDzGpAsO/9pK12xyodNA6VksthLsWsrgpfdCG2f0Fwpnc
6MkSyZeaXb5uE/cEnv/Xzkz4kVqr/2Adku1yPqx8ay+u46eC12KEzPzuAjalIHSKqs2oOYy6PbZu
ZKXRrtEUDOswOWW9nzyj+455qf+/O3G/8AjaFKgDj+QIGfyFkEtxXLSmTVBrPZZW7Geof2S+qTO/
Zd/4FJI0+glbWKhZEzow8Qr7NxJDiyCDJH7h1PG0jeDJIbHSNUdJxt4J2kl+gS2FNF/NFmVDIGUO
FvV6fKNixjZ2DYTj6lnXFtCqkCYdYMj/gKfUxjWtCU9sAQC154WunOexBwtB3iw+e8nU/IvbtruH
XpkRyW3az4RT6USaVu0iilqfqf9Ijx6h3gsr1H6vOcxDSSEwYs62Vvqu2SeHXG/bwvfsur0bmrO8
aUXknOdMEy7GPJyDmBsK3HlIKQ6/kk4P4MTHu34SyckyC/xl09TfcYXqRw8l+iNrUtMnTJehbJed
eMhTrcfYyWTmPNaW1nwkLCo5tJBQ6tCeiZMsdXKYsF5+dlE0fztmvjw2bp/d5noRnAn0WriNbtyM
zqEnWhXlu02d6q4P7b/wrTp6KUCadkWn/dFGym8mSyUHCUtsNe2Xn91kot+vHRVhETtIVyL+zjB+
sAkozbNDoeNmVFZCFp/EGbyOSII0A1/xGMY4pjZgI51jpBwLnE+ZPq0Aro2KqZVyRr7ZqVGD1yBm
1TFrmrn7SH66fyGu3F5L7nj0eWZBPWLjHawDWBhrv+B1QDSy5ysNlOrP0qUa7IgFtT/1FJEL/KZl
2TFKITJGBM0ntzzqvMzI+3thbF2HGkuUjviPjTN33hS3Jm8DTu2dUARpao20yWcY1uqBvPL4tMRR
fyx5tZWkYSkNsR1S5RYsDRy+YB1YuoyuTz/DEgyFk+8TLxxfgaj0Z0qvi7ux9o+A4rCxvLLcZZMI
SApNrTO8uyZwd8BtxpqYkhK4i4K0MhUz3LyJW6u0D6g8FV8MUuMUlENPVyB+ZOPs4Pc2AlNj3Q7f
gFG6ZZG3H2ooybyz7Q+k2pQAdKJGkKDuTOmEbbqXeZwkII0pEajvXTL8ANAwTKxhTsznjhfPb6sE
F483ORRgrBmSwMYl9V6utPsnBGfD8cHDmSf8ZuyAkKELQe2fELrnJ4xIL+waUZ76QrL9S1LK2r4J
LY5PKOCREcTV2NTbEffJdLbiDk8vlXVR+ojzxqRBifvNj+UYurUtchYpVzz/XQV4OE4/USLxPFFG
Gi8b4j4Ymo1sEsW2qPkwENyc/FElLZGLOS0sQmvZCA8RYRwLPs8xvmQqhvApe1wO+2XSripf8TK4
ZDGYtbzZ6GGS2XPm2T1qlpEU7GYylcZ08sT4GAqvjZ5G3Eh3GEoYJOJMIwoNn8WHHMjQLy2rPNRY
O5hQ8tLt8OcZLes9D0zSsdCMlZ8pveUfwQVyQ+7Sj6dWLcZygmVZvwBiBgjXsqwGnlCtk1gqjdB9
BPLK5pcUFW9LO4Y1BKQs0/hti5H8pMftCu2rJMt4Ngm68jAkfUGFkRv1+UEBBQN/PwEFIwFag32D
0K7vR6cjoJKW2ceISZWxkNCcs3qS6YRTVe2dl6Tlt5Lo5gKkD+7vFhKfiXTG9h4HLVdgWXjsPJUd
Q/poNNgW/jS7+r+s06hCISulnxOQANw1qxo4Jf+RJG26ZDbg4xVCnMZxkPKBpE7Nc18bFCnrmtTO
s6GK0Dcdoyx2LWiU+lwYnjxQyaY3xzHLoeDJKTH+rHRTpl/VVr+WGGVQOFRhbFL2Cy+sXruFKhqo
CUFDhdp4Tgzd/tXVwNUlj936CgTCvtHRIt8jDnOusOigL13IJck3sB5T6wusbC+KCpiNx9sVcqf2
CexUP8KnVQitZlG5AaZLw/VlwUJ1h+yFI4Oeo/3Y5OOzid76o/XZKzXB4FsiDy2VLDuJBhtyipr/
gBY+YbrFkx1m5oyttpmeIa24Z640DB4RV/N3zPMUOFCPiqoGZj7MlO8B49zkpvXOzRGBQRXanknb
e0va6Xe20iSgO4XLnjOgrduFd2iw2TNKEHNA/e7jJ3wXVK/iQIj/WQO+Dh4GwNXO98xx/Q7U6SSI
kW4mqrYra3yk0WFbChLiwOEeCUne3TWu6DFEkrt9dzqBd3EaWzrN4eL6BT6rnTE4xPZgHlK3GJkB
DipCrk6dHsyuy7GEuMPepBQRLKXTPJBpkY91jwS/DWnlAl0wjwE5kw8MjuMV3Vo/p1Etj7pwjQ+7
78MTnDwarlzNqz6XuvGumVq9UqH9kg8Y2wfdS/7OXOz3OhlrcrWgRioMNrnHQtpWGzNzL+5kTlcD
4uA2r3QHcigJNjwN8UvDwkxs7B5/KAzEO/Ky8YYg6F7R66qfKDTUo1utQ0p4BTsEwBIHh3uWuVHf
mADcdh2llkO/OvUzptLJNNynGPormCi4CYUhsa60dUGsfrGhVeTAroBEvxdu++uxVw8A24RfMxil
fyFd3NyMlf0ogBoGWVhPG8vVDmzDkL0Llxe2TjjnMjgGkTOn48WTlNVrpImngRHzaMBWCVp6Ih+A
OmSsUzmi2HMdooxUSeeFWlCacb1JEazb3QRU/loqUZy5zKLBuXd2hAneisY5QwkOCcPGesxcOD4b
Sz7bG7eFX5yPFJmWnDg+ijI7B5x6ewwmXBfZXaF3DDgSZ/HZkorY9IP15rJb8lnrFBvi6zdZe+GD
NpnXlNDcZiBzHQBK4qPq8n43L1IF8+TVO5Tg0l80OKKD6OpvEH59gJ21Dzrbfo9n4pCUsm+Z4wFL
gi9mgmWx4OnSveAtdU5CYT9uDSq02hC/nWpJPZvKe8kjmHHUCEOEcb4X4o9AHVVpnSVG6mMZx847
K/GzWDCKG22S0JAs0FQH43Oe1V+zya4dDISuUaaFhKo3Zyss0r0lnSNuVXvnuKJC0wnjA9bk3I/a
GBWxEnNQ9a35iOTvnkUyn4HqoTWH4wtAHZtZaPFVbM9nfJZfsTFIYjctcGzcygGepz9AIFmwRfRJ
YuMEF0HJ12ovjAiGLmY0Pg46WkpO5TunhH6ijQNXz1TLXTvZBhk7a7abjYzL5tPAcxyMTQUduBlx
DZ+p6ZTOVkneDTwZQFkNYzO5WHhZ8Ig9TCTzqVm9DYyvjLNzbvudAjwxrpw8jidc1G3lPDR4P/Gj
G/FOpw8XWY2ecqbVnUEKGje82R8Ii2FNGw21iVX+r7D4+vTuot1bpsCTq7fdAZjLuG3dpLqEVv/q
sXt8jloLqSnF4qjoHe1Ca19La/o2dMF1wnYvEgWMOxjIIBAXbQBzDagWYb0D1KPsoYMas6977VsB
L95Qq9VjEiZr4TpOR1MGR9FBJq38pl4Ql0iWjxVV9MRedcX+KfcM9YCB7EpgmZ5xobPFceey8i17
Do+51LjtMjknp7gckDcABOxHqRusMAgxFJQAQI5MG/praSqwydlSnZ0a1B1qziep7r7HmJYLeBrS
GLiMY8fcwPbqCZAayUMDcSgALNXsGq9OXmND+wbWPownN9FAZ5KO/sVurIOTgVu9x/Nf4ZtOKPnW
ykkES0t5LcLpOB2Zq3kPVtZwhmajHVI51I90saSfXOjxRyWNzWeJ3pbUc/VIFYS8mJYKvPnHrhIb
jaglH7sCxgBRLGQPK2KKjmM6R+WhW6T6kD26uSU2nmtqd143GFfGPw3Gm3Q/IRB+2lbv/FWDi3fG
iOZ5q9KoM4+sf7nWJ59DZ4c3h7fSGV0xwEzgXkk5XIQl6VpNSzsaduwM3kuFEZ83LHiqnmtCQudP
MeXYsKuBCCnffZZkf5NO4ij3mmzHP3gnPV7q+WwsZfSeaPRWu6Eptwh0Lr1Azp/Zmv81o1JPTUyN
uQ2MBMkg/9bdEN9HvFxcGgxuTY3XS4+KS1M0LVtRM8O8nOl+QV3PdsH5kW+EcOtgHgf3lbUwaY58
4Eo50GCyT82Wt1IjvYu7LtmHBPWRdiWgHFGkG+d6ankB1qJ4Yb9C5yyP9WTrFdyOOHvlesWBxMaN
KBvHv10hB6SCHRPYUaeQN3b4t2gdG8HD5ddsGZqTVfZmgCm/eqaaO6TomlqmnalT3u5EBCwLxrUv
/FS0lQ/9a6thiitK16Hbr4KXVEtmKZ0tc+OttBG2z/fJUCd9mN7dJgq8HotVSbhmmawJ7npZs4U2
i7+RNdc13R4axBXJSIiKfe2TVL5lC8Ut05zedOHwympacSrHMMjb7LvTchA3UP49UILOzC+TlBnB
puhvpy3DmUQP3KWR8xqui3qwPc9Cpk/a/Rz368/QRTfHjNeXn2OJi+ZG3T4yku6FV+ns62MFCMQu
+vxDOo7zo09G+oO/DKJKnFQ+HXXVbyjDxyQhDOMPQ//RWctNOSniwsQWa9tTDBAvTnd3zHo/9HBL
ZPsd4UXesqpKCUxN+mEUpbqwHFsLpFegS8a6ZoyVL7AybnmFfDPBnUCSTsdq4aCxiWUfzXYmMzL1
UbLpWkrYBlUXPhJsuReD7pIjG9Z9R/3KFujZabOQREjUnTO9zF67hT3MIBUFnqikis1hlb1WFueq
1CKirpB/D4Pr7cGx/0PrXkBZd34Oc+ycZPgrE+DeRx4T+1pp8X6aSX+NVhmmuw4RfNeWJkTrZBg1
1sDsNUT92uLF2bA3B6tiMPROegGkU9Dbk9lrl3q+iAcSdqPOtRkqdNh9erU6gOEo2K4UFagZ7zFL
iWPJEAcGYR56ueScHGnOS8+MX9F+wjRxUeUHVh5s2MOLRlWZA12kJnWERQEVfYFtso9k5TJ4l52i
qQ3CqAZxbz+M2A3LMTvoXWMEjbSLJ0Ve0K+SVStMCxqgupxhuHBukZ0eDAJ8REun7g/+/WZv2doc
0PbH8G1KWH3DUF/VEt9d6DSMJBCdC3jO9SqDm4aovskoJz9d1j3zABm0dubTS2ljeGfLKn64ptPQ
YBGrvmd13l5Nsoi0jCIdm+7w1QpB2GWjjOQejyYuaseLVnWTISoDuAldG6HGSeqL16sbHsKn2sD0
PNNauIFZ8u2psjqDoan8fo6ZFtXaOp6xOD63Wt0ceyfxdlNEAlGWzG1J9D0XLS9He7IDjBovsVHe
6rrlVYo0OgHhiORhZBy6D2wzyQlNuJDZQ+Vj4u47JbVn4o6reMue2sSguz77xpu14ulSjzEHi2Z+
0ET8tLDewYmTVbsI7/STFvaPeQZll6FC99FqdL92m/Svjo+AY4YHtxdetp8QsHxOkBZiExYln5pL
QQO9Njwlw6Co+SG1scH0m0Y4idbSvsRJPmpBZoUKr7XUuzlHM6tMMACB4uesa1sGBEq46UVgeLkA
A9/etYldHto0huAUwphx3N+wiy82XmrIp+xnMvcP1wHnuEAf2ZujJa6So32vpSSAJ74XZcjLEYKJ
4ePZ5UqLWNqPQR2644sromqXCDd9ofvg1LDNuVqysf6Rq2FVN6Thh0VUd0XtwYCrB9dnp/YWufpA
ypZLkUv2Zp5w61QLiro3ziPrL9zAO30dOnZayNRKMJ8q7ciLTiCIHzzNHlHZYcFkFlUJp4Vc9DWH
n3+SC+hEvrm1/PIK2d1bzXqooRmw4kKaP+L4x58Ye31yjl2I/CYDxwZPe3pbMvYmw0CrQMrT8Rq2
RbKdaqP7WFjRIX9QwA2VJjklQxQ5x0LgUq3QQ5jl0cTARwPqg93DddPMY2tPsirf8axVe0AHLYkW
uH42VXPgmSVmZeZOGpOAkPKhTJN2g2HHJyNy7YMpFBg+0bEtNsmHlRrJJtYsTjWeSNIlM6/Gsymn
4tmeov5VNaJ5qLJID7p4GV8M2gDQ75CLTp2DTiGK+ZwrCnUqs2A2pB/4F4i1xzg5rpkqSbHTDlsg
AKwiSoY8oGepfmjqzgqGzviTeeVJuP34o7jDnQkAGpy9hF8mtl1W9xvzQef7rLAdfIVNAxcgSZew
39PuMLJdDcNH7NvDOVKRk95zxBo7GAVq0NExOo79miszAU9UiE1cd53BaqaSbw3pCd+mLvpRJgjS
2tLj9MbwWNq8A7LuSUr3xxiSGK2qtfY5PC1/cmY8yZnpCbjMzuTbXL2ChUFiX7k8N8UgIShNhIgi
un/wrzfrvk6fgOGQusWwbmfLX9UnzZ+5kH/nsnP2uWozn/13nOEjLHiWUdsOC+iYp1QU2pdbVyEV
Umt+HfswEVPXpI8X2nHDxTQfNsBl/8LuJV9p8rZZ6WrbjAbOPRenftv0lMnww0PDiNd7PXf56tRV
UU22nmC5HdHRhoW6N7eLlx5FmWCWa1qFJXZuLhyZsAhwi2PF1of5vRvMCsAQKSoOS2ou85fBYlV5
kuOYYttoS76m0K0wK/YxO0EEBvphEj6RAMOOI/eQA7pjXmIR2joYyPY411rWmknRvtEKQ7QXpowt
TgXkg2p8kNiz2Plqg4rXeQzjhCLyWiUY8fThsmBfBrziSOEvRfjJtL3cbXLU+oaQunlAolLHAbzC
C6FlCVwEU+BbIxWcfqyIxV1X47jPYg/LZc//Xde76Bf+5OB7VGGeiMR/kdwoDwsG9tVMRyNssfay
azM00QCCSlP6lqzsO9N7f84myGOYrxDwPGVEt9BpHT/x+F5idcegUY9otWb6QU9Md4oVC3wuuC3Y
Usk6jJD9cNLhjbJMR4dk8c96gU15jA2ROj7aMlhhf5MhIytrxa65ATVFXRbdjS4pFsQ1FJMNmkO2
Z/FgpX5uYNzAzB8br2am3tK5RIacZxg3xP4tTHui+e3iAswnkFJUd9Mf5XzL6NndDDE2I56f3VQO
7gNeG+fa4tQFYgyksbFZ/M6CTiXeB38TazCCsJhjNmDjW2RaoFzhzEGS4Q53bJZlwAJSZyGqnJLj
iW76ZZMsKl9pP4ZxHvRYXjsG4QPREItuHsik4Oqp0mkAgGFeG0+TkZDTYhnk5xSzL1a1oCIc9IYt
QOnF8aF3G9LWCYRvO++8XYsOg82Uk/eL6Qoze9jbr2FsvvOprgo43txNpKWXJZTLe2nDL6y6EUtb
a1KnuSTlo5HpynfVjJ86be70kLK0D8E6r40Xxm+E/gELcF3noO8ZBOMhUfAvWRcMiOa8qYB6wmSR
nL58e+Z257ZYeGq9YlJK6Suj8c2jna8pz7SQDJRShi6LpS7z03USDaEVUo0xuSgt2Ox3JGM3lZUy
RXojrVGQwm91Kn/nxf3XE+QnUAOZpNfovMKhlOO27G1MoAv17H4vpMndSeD9hE8IizNJq8B0y9U5
s5T8gYt4JYNGjbsjneSTF8kTIU/6FQxC7MDKGfgp9VrYY9A+Hd5nmCAkFuZ+euD92zxNJDPnI5Fz
iygVf5vxGMycGmiAPZUx9mNqGqce5+sBUbU4pGlPRYhJSR8bPG/HfqBizWlg1TWj9Dxhz7i73rSL
4QrvpW6x/s717yXS9qppabHMoSw2Y46+FZve0zzSqyAnSkfyuT66NV1UmMC0j4gyX5CPrR7yNDkL
5MDG+Cq7Ia4D2kXBhoyQQktH9HuG0PZULFi9qMasb247m4c2GVeKA2VxnqmIEVgeO540PbOd8h5T
T7uPllntbCi4+GM1NNx8NCcKgBps7u3YgY/padR0V9zq/FXTuwZynwL7c19AW1kjEe5XZSkx+1M6
L8VZh3n+LJFqqxNmAfQK1XZHVVQjMNPWDR9Uz2N7Y6Fb5f5UZZAe4rkYxkA4C7HYHXu/siN2U5jn
qV0P70Y1z1M23VNTFzuzUd+EiqZ6OyvcluhDTH71Qg8k0HNCsW0EcwePVISRTYAe2E3cDA9F4vEL
nHTxd+q9+hSi02FrRPpr3fxV00geRjM6uo4dLAadvmkJvEdEcic22tMUoU3mmHsyPcNuoeewiULi
wKg1rZGf3YV+VzHn4yWzc6hvhoyabV67BW/bdNTNLWYFyrjn0XzjWK/+MQUs7zWXy8lvFzk9o7Wq
Z3uBPp4Swz4YKJKnXNPfVkK2T71E50e66b1gf+6J+sQj5nCr71hR6vXJ0Rv3yDAB8iKbpI/dHMHO
pKTlEaLCnJNJblLy0FF4EbyVsptmKWM8swOeT5BVHKxbbt0fsFmMHqsODEwp99SDVGN4NYwFqnQv
s4+5yJ0/NWVCd3vJrTeaXdkKNIVyNyZoaJ4iRXXQlmVVREYkpAe7QBLwABwAm6zt9jXlD35v8qoO
BmX7qBW0JS4EdQN+RJOxTAlC0Jzi4XJyZJjcE2Bs19EFYoYmBkkLRGQ6Bck8EVgpRpFtZ6m6v27F
Vr6TDfITJ1XgOlyyK767WpHMsQ9uAvB7Qx7tAMKu4TvIFY/eWhzN1MqmyQ54FFboxJ13OjGRQ1J4
8qFask/o4pG/ECcmGiebU+y0D0W3vFSgqkzFyggoE/U02tL+6yPUQ09WeLGdEdq3Y0v2i0WubRyn
aEBCxGJY/10vYZnkPwVWEN9rhgYfVuIthFi1LBja0D7o8J3xbObV++KkezspHp04+c0cDgEC+KSx
+5RwAmsI3l/12Ky1GEJSEZ5o6TaKYSalA9jdCB6oX3YIaAT8uuJN9U7Grgz8NjosB2yLlynQuPYf
dWVl10WRtu9Qn1FuWBTVoXfosJAdMm4JkoTb/DzQ9v5IbXLFl2ZGBR4aFSReL87IN1ydZTHsK9LM
lwjA0L8EpgAwYaBPyMke14/crG5ynr0DW2kTBxYh9GVqZNBJ95+k8PtMCRAjB4T1PUcOhFaR8iHw
GAdyYkbA0bqQAnOqj5pNgksN6UL9TK/EVrSDcahc89Xwprwi05I3nxP2HPK7kKTiIE+k+YSz/IkS
B+vUrbiE0HQf3FoTD3gE2WayWKan1siA1sfhU8yWckexpSl3OOl7mkAGy/NhQc6vzdAb35GDCdh0
yUcNaWXc6sFgvmmgOuuH0mudnWir4lZ46bSzSDbdARoKL5j5n8tNZ1kKTjYmpzNLzvrNErJpA6Xi
8TlTufmwpCFfVytJDyQj8xOzIBsSxyQgDrxy3asz3LI6ot951PAkOE3eq/soRf2nbyP7kzmmP2XR
rO1rZaRnL+57B71Ds/dAtowfRPz4nz4bGN4RyfO5K69yyq+jrW4ViySi9B6R8TFP8vtSDllAn8fa
tULoaeuNjgWLV6O8mrKqY8GNl7/YJdhpmqTZKlDMUTX/kgQckNlyrCPE8sIjLs+WsETO2SxlCSR2
NO5tM/GH8MzS3p5/GGnXBCO3lXSr63TdC1uGwTiV1IjR4AGbw6PZkM3nMW5ggaJeVcsMy4iF9KGc
jCgk0tFb2lHjNCcDVjXjvTMbbUKDMcJL05TmcEh7fhfPC+AisJyZw83YBjhNYQ+lmQrWxo7uURwq
oWTjbkOT2QvgkXujC7HtLoJzoRnhlwlKyVDFFclQWoMd4ydma3kDkEDZd81H8RvLJT8O+Sg1djsc
d6VOP4g/koS7ubjIztCqvIBvYP44F+KvIvXnhwYs5FiAMSRV0G5GnrZ0JDw9O4pGdfAT+T9PECYj
M8IavkdD+k3rCEG8N/Jx3wntYIoiJ75XPlncLXDCE2lA0KGwIapjPC+gwlgJGCxBDEcz91bd8KGQ
nHoGtU5ml84g1NF6AkXFYjPAsgdIYypxeDvKma4LeV20oEaECLhIfpgSUUwt14OUVTrVIapYH+Cb
trzlRfRd7PhtK7svVetFTldDMSe7cMIEuyURx0OHOWJQb8CUMNvY1aBfJC3aJy/NNO+ZNjbHl0YD
jrUEn+LTF23+GoSBnxw7CtVmwrq0UxgLPuIO5t4mi23r2oRzT/Mapu8g9ZIl3ONwL1s0oEKtnYNs
6bOpRz+ZzK5PnrkATpYPFhM5u2zcYtdpU/ohYjMLLG4Rzhf38XE4aqoe08DWO6pI4WnhUHM4tc/m
nDRPVQueCvpxKL/g38viMUbAtJ87YbNXAvJQxU+Kl0Hle6FXlzdg24JrHz3SQ31ShD+nQIlUE6uI
Fl+6hCrHekxS65m9JtEWS4/cbgMJhQ7CLfeQKEhCAsvINBRJI4yZFETXS34hJ2pRZl1qLjP+JGY1
ImZQ8MumCgHjWNgyQ/HAFYm9t1JQtBI6md3aVkSyc+5gG1kvU3ueHdPInyfQLdq+T+SohxtDNRV6
CC4terKWP21BO93ZBl70h4iqGeSliJYbvsu09duwi+ZXRjUC/OjsSfnj2p14Yugr5D633ZBo44CA
1BWie9ByPTNoes9G54Ncc1XfrNoQy551AO6WzWKgDW7nGNZKvUFsGiAfZqA/Qy0kDJaYNm+8ihaw
eqtNdj7x+PVI1Vy3dGYvDLse7eaVdSSqKP7YdkqtOTY2seMVQe9rmBrDQ8IiMb9E4Gpx0mAMOy5p
W9gPRgWO90pXQnnn8peJAxegkWM3m8gNhwaY0U0c87NvMhduFeSYAfbjyOtiRk7gbel5Rc7TapvU
DAyyqo0dp07ywXhoUamo18Xr3GZD8w7gTqb8BrHHgyVQ+zZMWbw3lM+GJzrEdONYxH00XVi0z4K+
X65bW+D68XtVtJXcjeFAhEXxwV+KRNjjCc9Z2UGSs9wDFrDOfCPeS6epTXXo3mE2/klp6HhjGdKI
n2Syk8soeiZUwQ7VB96SnWDY9Ld8NMqDvoZJKp02qo1WI7EjaDirtR9IzhuKWkYRZSmj8KtiYh2f
HNzHnGG0S1uFZlPlUnXlet0tBjJMThcm4+9E4LnalSKWTYABZ+q/c0150XdKy/l40s3RzC55L4ej
clBMaRJq8zWLPrZ4krUoPNU4jvQ71uzpTiARGGDbKfqxnWIBak8RTszt5wHzkon9LeG4mKwE+9ci
7CG5lGTg0ge9MOlvjGYzPVlYxmvoNLHNloy7ssoREOlwOJR6itHXaKIMl4wV3SPl0Uwg8pa8/VDk
tET26XzRMHH3LJxF8q4tJUq7XdKOfGusUMMAawHRcmj7ltd0Wtz3YcA7vNEmSuNDJPi3pq7FrpxC
/e5WdXkUidP/iUzPkfBNTGFgriQXdvYWKLNJAt8W6t2syoFGVxQP9OK0SvaIYtTzjSrS471pEXDg
YCduwIlDs0vfhni28TNXX5YTDRaTQqoI/U3s6o91pI8/FEQNH0uGohkTecuHyYccjh7aRnBvVtuF
EdbHsGtMLF15t+AI1xu9OqVgOQCsZtGA2EbRSzGxdoEpDTKIqLy1mMu3MYh+fKN9IuqCdKrS1eYR
J3R4NFPipvt21O1ry1V8uVsGNrgMwpEsN+RuBLl/enmoNlJ18xjPdDHgI6O0b2MMGs0/ZYkI5Ct2
tWiwaPv9udP6wUbQjKT7oEPlDwFLJOZnxWUG0iI8O2Mf06x1atC0JzympvYKVA0WAWUdgwvvdeUp
x9vWYF3NNa4zgcie3AyTfoOElFKonacRtgI9rNZya6OEg2fBDMamwKt76tvmJWvgK4jV4PtWD63l
/SrCwcONvGkFT14owi4ay02sMA/G3OnImZUuc3Fy6XINqhDX5LYdoFddknEwFZ0KVhkfa5cJ4TCw
5/dxLPavVpsARqujisvrarQ5ShtiA45dAD8UWckfxv/Op/sNU1EEXPPRM1ldnmsD6969d1aHYT9X
JlzSltUm3j6agB4GI3fJXCckwGnLomqKDoGpMK2K9J3ycC/nZXNUxmoM1FcnTZDWXvxLQ4bhPiBX
OsUDdksbF6hnuA1hYAPlHSkyFZIwVzry6pGx3huBxc5T3iwvitmssK7YWQus1R1DajZfpp4X7KNe
taheGI2asyzG6o18x8SoVGrde66bjZ8lRW18MLcVx4TphM2ziBygL5i1u9eaaHnM4sVydnrLRnJv
RiEULid2j2nRhn8lqH409KE+g8kOT5Q2jxeZGAWkHH4Cm0bjzmqxd/bEPlL2e5BCBXaCjosYyy7+
BhTPinN4AVJhj+fqGAeY6btpZ8cCMCAeKhv7mGWzgCWtGPuRQVD4XBZevDZe9MPinh3bhME1DmRX
er4LhN8qMeT7DvoAS6JS6q9uuYKbgWAhLZpLUvgZW8pi6zUzuHwSl9zjck6VbaoamdNW11rbmNn5
LRmkd+M/k70ezt1htZnO8U2y3DI35mD18Z7Bu8NETOmGuLX4dI+ay2KWoPmE5xDkKV63qBE6Kwtr
frMM23kzY2U8ZUPG2nxcGwmubmu1/VWn66S89kgw4U/Bho+Tw5Scp/DoKLY6cMVEcURroqUpkkmu
JTuPGGWU85rg+3vQxsTilYMp5SWaCnmRsh+1dEN5jZZfZ507D3SqGDD8xLlfb7pCkx9Mpob2pOus
ST90iKJ7rE7520CgbvzBlAv5jPe5FX/InvFkj4+9Hu9lOsfUv0wSL48z1/OurSkDofVW2mR0ZPVk
AaqdSVZzd905NOjwa6uIV5yXIlX4v1Zm6/ugtanPpbi+850I1YWknvlC9wgN5DqXhmPCdlWy0xbR
B7Gpft7hkPN4tPiVh+cQjiRJzrrxwYAMFCONmtxa3VTabJlMETsPQnFBOoFhLMSyAacy44dqomQF
SFhk/18RNiLs2hZ6/Bx6BGD1uPjrGC5/rIkJ0mefNVp4vhihD+FsekfQ9z0rfh4TX5+HJjpbE/fp
bYbPvriljQP7ASmL2TcfGwfcYW+yxjP1DM5HJZ1Ow+ElhCRT55pkcGWHJxf6pef49Dg405cHnvRB
M/jtmTuU4/FtKHvNKv/j7Dx65EbWNf1XDs56iGEYusHcu0ifWU7lVJI2hFzTe89fPw/PbFRZhSzo
dgvdjZYJMhjmM6/Z4HzVfEErG8/wqiQQUXAqmqugrZwTBYIwXoOEWIoFtmbB6VjXMBIFmpPuSrha
RkdL28I75nHkJGtpcGOsqMECRwwde9hC75qvKQHPX4JGmPW+myqb0ks9YQbUzVhZwU0b1oD39HWO
YB46f1aYx5sE39AZAq/fGJ9Be/pH16kdDkNkq9RDIfNqvI/gexbxOkWdCJ5YUgWutROtKOv7LJwG
WhcooUIisICgsgiqHhkS1R+px/bXALIklskT2iKGZV076L94G6DKFgoVcdGIbxXS8vamq4ma1zHa
JBNwFRF5KRJUTj6chLf0qIpQWmW1KVAX8UijncGauk08sCbpfuE7neLCzXYg/9pBCgw2wdhZP2JY
9zcuq/SAMbfTYuw3F+ODNkzqwdXgI4TewkBBUDiNNfT6moK8rbyx3lgTunJpXYGpBVU9/KBJFIY/
3RK/4RtY0inEU4k74E5SyPRBYcZN0t6HuqOZrlo3T/do/wjrgRo56vWDo/J9WPkGNYHKz6DGYWFX
9pDlD7YJu3QbF3FxBYAg3faV6RyCEdjpJiuoP3WjheaUk4fOojkZMM1zfYMRMbF0YA1NswVYp3aU
0gcwV3QCK3Rx4i57akc3Sa4T0x0KAO6z+csLK/GLQg2KvoWhPMFvR3zwW8WGsTZzjZBNMLbIha8i
O6O13Kb6GSan3kCZ6JATy40rE8IzQR21wcLYlKkrcjTh0hQlEB/JBXA8Mve/z2MzbHtUOjqNHFkw
o9zZ5oY8VYE2F54i/e0OOtqznRql/d1swvoGQPiM6FJZ7IEn4H5CGylW4H6mbofK2Eizv+io26AW
qEPmI5bdFonBmqymbNqdVQFRp2rpDg9EcHHxjHYbqANu2d6BO9gS1ZTWxC1Q9a7trnMNdnMqRnDl
KP4H6wL3TDDMpTEl9xhHz+6+7wjVjk2rfevgFoEon9KFWUTpHQmZ72M/jWgC5ihNxQtyuixPMxJl
0MEdU3bkBHMQ3YMKr/U9AloDfDDduyTjXmigVYOhdTkMJ3QVwxp3vpyw5wntOPKojbQXIczCM6yt
ZUcdvdaZ27EhrSnj8JPbYkK46nqwhAkQ66SAN2fSgsIqBEvKZls6Q/tbp0sfPKY8c6odF50bUlJs
r2RbPRdR4O0jS6hqF0gRugC5LP2UjY332HZJ+yRqL/w9IqpgfrMQZ1ik3l3xC9jhAMo8sfpPBO0h
kiThCCAhsaqBizxE3qfmT2m8gsKp0Qbhk9FNxleKRNODF8Tax2jCRd8W2T6Uv6599OTufZL135Xp
USziLLCfkMPGDSlNhm66SxFGvym9lpdHNEHhuKr7LNjqstISL9QK/6fODot6mwmIoWst0unKiGkv
4kIq+qcxrMPvHggssQPjHmaf3NKEUOJ7sLK21I451cyROCIAffyEPKVhnSbtdiNxT4owN7pWVpEj
9Z1gkELng16d2XneDVyXssTYtcI0KLMplV1lQHBTrFWx2YR1Emqx7fDtuJIlDWgE3PDYppfHvbcF
DuiPnyAFeV9ggqTPtKSHflvTvT46mY3GP4JAD7Ok9XIiJbWzU0Dn80do1v1n1+zdGxgNxkQJw53w
wpaIhHqBGNpvuFpWQ3k1V9SECkBU3FW3UU/nD7dgo+y/YnIDQAUQz0zLDJlBH8qlZwIeQ+Z2pkDG
sY7CuQsgRhdGdTXinlusaczTCgq7ZqAviFEVdr6Wa9eoDYPPG2974fV3fdU6tzIqskcbLUP/zhgT
/Gml34+4JpdO64lNLsqGuM8vvWIrUb0MkdqvokPUldbnUONVd6RJ7zRPDdELpPNUhmLj4SHjkEqX
qOeu4EEOSMwYSPULrAUPfq2jH1YoqmdL1wjcxL35M41T7wQMpvqnjcz2Oo5cfVWmQZDupddjkORB
jqBcN2TRr2xqFtlWNQc9hjuGfev4NLdum9APPXJDQuKryTJreQ3muakOqueNQWyhbOSFOSStYnSj
CjVkaatvum+NIyT7ZvgMJ80zKbuTkCLiXsM6/l24XP53mc6o9dKVmAvvl6UbHd+kQxdTYZLIe2Ek
wJUC0M5XI/eL4O7f5NgHi5WH8Nih7+eovyHtAE0NP54UYYxjJAwxMi1njINnIs2jbcdgYoep9PA5
n/rgoYZo1m27SSRIic+hUneAXYwOSCoh/2nEMoMxphiyjK/c4bbneriXzjzdYR9sl5/wG0q/5nlA
SXXwAhvFh6iMIKAt3w6BWpBKOUzmTQP9xXjQEsGL/CACjEOQdp9qr7w3tIcMshFbCOetes4cWSy2
wDHy81boIenh+FYBKtUZyBJWNE4HA/WO0hrR9uJ5Tz5Kp9g3WGWX9S8GHcFQra22hB5GOSoagwO1
ZuSipZqXzq/G5PTarDh9gDBSkKOMNIWfA0TlStjlxVxv6KvDAaeUMjrPGks0FMGBjsTX2mucNkIv
ENGZcsWV5dXXFi2nF9sfkfJo0YhIqZQUAUl+NmGTGqPpgGzEqAs4zgjAk1laVoJbSAsdU7xkWd0i
2zL1YWDekEa2QPdS2Jo00VWhEzgSEEeAyrl6NqjGw4ylb0Vt6Ei8OzJ5TWEfMpHD1Ajq0cAQz7WO
ynaSBvkQohLUYBE+sR8X2nH5G6ncbB8MVrlXFSn3b8daFkmHQcfR8SSdyb6Msp9jrGRMci/mTY/V
ubPBx5vVOHQVhdaww37txzzAYD2kBenHbWQ4ZXEnpdFVuxpoWLAWfa7To9GMpg39WufWTRIkACZx
44N4gmfPYWT9I4upBtv8rYHkp3uYbBybMan9lT0EqOhGSVrdIVvNVe4n5XhT0DEwvVXdBpX9lEK4
1I+wF7I0WAF+MrZA24ARlihZAfjzhhc6gWgxRJ4JTJ6KUQCWozTkTUro/SyIQbL7Oc6jR5uKLbkb
deOfGHUQ2rk6qO9FU8fFBm8F9ypnX3+F7jijmQx/d0tCRrGIXqYYk5VF6jGipF5k9lVUBPwEKvdo
C+K64CLU2Rh1eUt7LUL7NJxVZX+2hTMdkCbQsGVzTAop5qlV58Qo/OZJdWxUmRh3DTkQEA6hrPGu
4DylI0pLIZs3Y+MENqgXTz1FSAGCiIq8PD1F9M7XHsDkrtwMWSzrG9C0UfY1D0HPftO23XeYGAJ6
X9t+0w7rJDIN/1NoQBCis66JEODDFtL+UiDp4RirAP0x+QIJiCYZoC4vOQI+Km/kqBG1oddgffdw
iPOhJOF8jMkPp5G9N2aKFxlZDsX7G0P4if/bK6hboVXGoYys7reSL2of2FZ1i3NBZorqRjU4IX/u
LQrgu7iTpYCEaTrOlnYUzLmgHeYtLAS8hx36UMi9tHp2rt0J5QPkKWbnJsdjxaENNFH68LYp9Rz6
NwhbPlHvCsGv0QclCHGh5MOEUiRRBSQIJ+lOsQtk6MiBNtsP2HlXAeIoht8QM5f0EVNs+9RdOqt8
XfoCSCMBY5i7zw1VKjL1MnPGX5TPgbGSeU6gFig3lgllSCyxxv638njDtdARNQpv7JqnJA1zvc6o
Bn2ZOItphxp2mBGBTeNTQ3D9KZ17g50VVi/o6OhDVYpuvq6snrQ0Qu51ZyO7EDxrYY4UM2aR2L/I
MTTkNdpb8jENK/dlxiIiCHZSzoh4jJz+yH44IkEXS/vxU14UgX/XwdHfYZmBYHqTzI+dQH1v8Wju
g+5Zj6kIt14/oZ2KZVmVt/dcOzGA5yzLixdZBWxPWDDhV44Y90szDQ4Fl3TGihYfcv1JGJZnQkao
+p6KWjoDmMi0vp/ID8xjizXGt8Lt3OgFgBEKZqNVJzhIu7566AtfwhOqElKicNBfJEb1J3jIcGqJ
V63gqUWvy73HnJRsi53jfZ/6sd97SkBSHsvsqhYL5J4iafpCADsdKP/ConSV3W4xa0YqEWH/FiUw
YAPTTWZN9QtEiWh8TNx0mOpV0Ut+5VIhpehIaPuzpZe9IPdtXK/QqEE5qSsh1uVZ7WxnMmYILwG5
4HpuPRX99hGcvB4nnBpPIvYKenVJa5d72c0EoKjylfsw6mKaMnWFvoskaIVGS9cLH9/R1ut8aNxb
7KEJuWGA0NlNisz9Ssu5vO+07FHYsLK+6bdMv2Fe554z1F8F+j7G8wBJ3FjPML7WJYe0PgpH1Oh/
FY7R48eg+vCXQ3yaHusevQiJH4ZzTTG7rw8KgnK/QWQuAxvlNUl553ruABuOTMuw/qH+ZEHsNlBa
KB9SMNPFVjgOfERkMVHIhl480F61jDT4pAzU3cxoxOtha8xN5T4EcQ2llBjGX9PiRPgD6S5kqyI4
c8aW53PKm3IwC/DHLiczfgqoExY+af3Gny3350xLCatmdsFzgOwGOIsE3WX4FAbGmUSFMl03czZ4
G3IiqX54OQTeNdrJdInR/TEngmGw+fSaUDBAXAgmIOUCWmSPqjWwqajogqL7aNOmHGS2tZDp6ugp
OeQBiHGBOZHholHrmC1UFCq7wW5QkLR7BEzVWtGNewIjbya7mOhk6ZCbk/s9R3AWWatQVvmOprQP
gRUr2NM4FPlz1tY1DY+4mwKQlYtsJ9ktiL5dSIAKw7dDVAVJvSD91nGCjXdu4snkSsRd1DY7cyod
46VEdsv5WnYeuoxtwL1zQnULdF4l+G+KeJRPn1A4SAmMCZ7v5NiZybzSChjXb9O0Y+aNg8VDkBhd
tvkAnL91EWLhE38pEcCeX2AL2AFKOnEWdo8FroGP9G7HAAsFN/gHge0uua8qVyPvDVJhnxrMIVGx
A94JM0/L+4bfk8CDQEXT96nF3zhMA7qs0ELVyp0CMNiOGZBC0KBYdJOCIL4pu6D4nfquRwFAWPwT
uoG9s92eWtPS/p5OwLut+qWORv83LTy3+D5wUWAaCa6b8Mjw6/opR5oB5XhqgA++VVEaSBAI4v6Q
7vw9McISUhyBHcQ+PMnxrCk5dKwOWOqNPZrDIZ3N8qoOB799AuwzqodFJKDet7JFsmBTdtWEm0jn
c47oEMb8I3ZFWfhIi0kyppnAOVUGbjV7zCrs3zgTkYjGbhvSWoq7XeW5zl2l++QonaTaViI2fzjQ
+uDSg8wHjoavTXVtzxKfKspiALRmtuQOnoJpAqKK5r0ocpKgjr3hjsqgvKN9SioUnBDUMK35vjaA
WW10Zg1f8iAbvX2CceWEdpPv4ZmgYqoRayTZc6wIOTyQZ0DF35fj/CWnCQZQVORzPEGD4G5f05Oy
F/FLIoxVLy23fKJB587HAAJoQtIzuUiucS5Wh9Dqa1pHU3lDOzKvoeRYufrZhXb57Bqd0Aj3TIM1
A7wx+I1tPvWf7LzurgHxOAcccwy4O4kEcJEPSBFMnuMtJf8ciVcv7+cX1ZYRIlbmOLyY8KEtKkzQ
Q80+YwlHzKs+ECwFmBLm3iMNJuY4M9zY4CDzLOid+HJZcHKzWBSPgVdmGO5xxAGV7Ariax9tlBMI
VKqLAQrZ6ZZwawaH4elSrRNQuPm+6OiCBmCQNfro4AsPmT1aCfu+r62voCuLuKXaEFfUBeYZ4KQ6
aOgGjBBPZujeg4CNbuYmSwuEDdze+NTP7oChWeXZ5t1YidY8cZZBIiQLq7/VeN98Skyj9D87ZWdY
i+SErI+hL+WugohxwmJ3utV6oidrRPbNRGrVfOlterBrKnHyF1WWInrGjWF+rgyHqI1c0FkXLtN6
jzti9NzQxVmDgy2tX/Qe5vKEd6Z3lXX46qzRPPXoQ8UYEUElxtngCsn95BP3AtQkUgJlbCOn8uhe
xxm8xl2TOTMUliFii46nCsk8RIA1lV+c7/BExUla2Jg7IIXqDfFapEQPEqBLD4PykLSm7cSbgP1J
qJtZnfMYD2SWm6abB7J7NRmfSncy4BlnS0H7egZOHuyHGKYONkqe1X8TyC4mT1MzJgESdGZDWcIa
PGgyEK2oJgdoTY07o8dr01wr7AwyY9Xpkj5M5eIFgph9Kf2pf4AMEMzVP45Zdz20xb6coFFCi2pH
6pYFuLV82vRVmLfmI3q5Mf7fvkFrv3mKFFJ5n1u36McbgDpGGfzyCLZjf0f/jA0G5nsELr93O/DG
OKxlUHpvyfVmbDi0Y3pBipAFQhAH/ESgPlgT2ectNX133nSFLL5FtSj6fayNigaSqJTu9jEXWQdd
b4QglK+dDAinOtAuCsOvYa85sQ4T3qFTuRM5+Dir/eff//rf//1/f47/J/hdfCrSCSujfyF/9QkQ
SNv817+F+Pe/ONaX/3389V//Jg1BpdJyUHQhavMsKlz8/M/vDxEeb/zq/6WSIGthX5Xffbutqg2Z
z7BPzVS82JJ8ArYfPG2I85hyN6Y3kb3ULp37MaGvFQFPuvw0zuuHkQ5FbrwiPDidtrd0UF8/DN27
yR64978mArjHRujS+yLgtLRb2WdTtsdIBTpwlYSEFH85MqR8y5Kmo2yFar/Sr0eWmh6QERrDC7Fi
sq+zCVsWG3Cc49jBNeTIn8JH4OrymMJ7/boKwTnlCk3NHA04B3P314MCm6KU5ID3xgBkaG5c1dkI
R7baylb0Y2k9rQa2DUdz2VjikyXhnSKEb3kpt7NyKAuVdFM3uL4W5sGmTBtTxKo7ggIMNhd8ooHd
dTLGZf84iM53T0FGYnN9+SXOPpkyPYWksGt5WmqQVp77+h0kEzRbQW8+TI7ogSeV4zfU8/ptI02k
uhRBzZdJyuB4edTlT/1j1SohTYHBClVMFool9LKq/1i1xdwkoeXbxSNSj5hYlLmbXfcJzEJoxHO7
phzs0F/GcfYYurhzfLBMrXdGV9rRrFbJv0z5evQOrGzdNGbx6BdD+5BkynoMmgWmiz7iB0MtK/78
RZVrSQUwz/a0XpbQHy/aSGXQENDFY9OSWeYAP9aQiepdl3jjrnZM9/nyxJ5/TiE1CxK8oWuxLqV5
9jktBHuqEfrDA66T8BZCb2mzUMdAWC7KDxT86RvZhMeXR307oYxqUcDXQhKEW+brt6TGwYvSfHso
EkL01WzYP8KGCjZdM2P++ddjsUypjLmWQPf0/IxhbVYmJTb/gda5eiZQRLcEOlq0VKNg010e7J3p
1EoLx5VC02h1zlaKhgRuU7pejIEWOj/qdd+nhY2DFJCEv0ayjq1kGolpe3lc8XbdaAZ2bb4i56in
lgf7Y91YBuBR6aX+A+irU2moOt3VCi3egFoLFtsNEvXRMNffM1u86MWjZ500LT4DPooVNaetDfFh
IJ/z0H/5hGTJk+f1+oNN/M4z2iScVKFtio6mefaMVVgGQ4N4xcOkcSZZhZlNWQ6+tL7KG3wfo7So
Xi5Py/mBy+p2JOcU64wp4Qh5PSsh2fLshoZ+kOxtgIHwB1qKAuCjbRScFSpSB20bdO+hn7S7CIPc
9eUHeGehc14KnoPqlrDV2UJPegFNpAucB7sb5THVDZWkMvUB4/bdB0Od3+yckXqBBHHOAmhDLkO9
ftkgHv3OzUr7AUE7b1PCq90BvycnpJ2/z+PyqiTyW8F/VRshfFQ2igJwQD1nh8vv/PastjzhWTyM
yZub1tkt12LmAo5/tB6MwZPo3Y6uOJZp+gU2PZF+gRRrn5rTBo5s9MHIbz8315LLoK7Llc40vJ4B
bx5qzyq1fgDyQQfUsEZnM1J/2rlzYl3TlLpLwRrt/M5ewCFueXX5xd9+bIvriatRCEIK0Bavh+eG
cuEMNOJBxkSyIh6KEdGncN6oqOl/XB7r7V6yHcfEqE5Ltj2tttdjYTiN70bj+g8mcMad2XhLQhda
eyDS7To3x3h/eTzx5qs6YCuVwyEDI9lESur1gBmIi941M7p8gSHKK8wNY3Xo6XhSGo58q97Z7WAe
M2xuEJGaAmzunNlWxwlTu/lTg+TkjwKwvVrlulHX1pwMXyKLWxxJoxrieVmG8a0XWt7d5cc+mybb
BtTOhnBsk38q4Z2txb6ZOlRjRX4l53w+IBpWHwojExs6culDEJofbcK34ylT2nwXtHs9yrZn45ng
jvBETypalB42tfkAex0lUR+xf7oWSIy7u8sv+J8j7I+AgTcEtGS6DpJeLkeAd3ao9oAmClBM1RXN
5PbZ00a211rmazs0x2OkZvXFGHSCGdwIJqTM2mQ/077emCQxW0vK8YOb/fwU+v/P4xA2sCoRN/TO
9qBIEVXpJJpKgGbyLMTYs1a/hrj0w3/8kj7csQ7HRejHTON9DmoGpWHkUR81LkXuSWF5+vzBBJ0l
PP95IHBIrlKcibRWznYl/ToBZrLlkwRZ2q9RhQapoDFrYoVasXmHhyRIYqqzKBph1zipndUZ5j9p
KaNw02eaduPlJ3pnjQjH8zzLNaW7LJfXO8kzjYHIf2xBBNjpzovF9IjA1LSn+KB+m4Kq0eXxznbu
MgFcCsKzbeDO0pRnazLp8MDpqHVcVchGox2MlNNwIxObDnelAOYf3Kq2x9ua8vYTFpt9/cESlcvR
cLZECWa5+pl/QSB2Frw3XYptTBM2V+GYTscWnzrUQc3xsxfVt0T8Gi2t8G4xr/2VLQ0bcmDF5VRR
M7dxTz3gl4TCOM2dceUAhEIZWLj/BD0qS4E9xCs/tKPHSTnOIVIpcJCMMiO42e+XJ/H8o7nkzXww
FCE1dwz11dcfrdEIGpK6p8eSR8fyxrZQsHGiO+5AZy3wLHi4PN7ZXWK7rq09C360KemIe+JsW4ey
Dh0EwY2j63q9CdOTCvRIs7EKILyt0mziBv9gXS5/5J+fyXVJSbm3Fe8pTGGf7VwbggIFf7c96dYs
Dw5lb3w/JkSLWt2sbasatwguFh8sjrMrm/d0HYtkQNjSWuQczxYnlnlTBuYTUwLXcWkfZlDUrDs7
pWdyqMyynnaofhnGcWxE2dK1B9ywjjvaPx+8vHr7IJ6J7ojkQrVcQoezD5yb4HtqiF8n7H3M4Zpm
W9g+ZGDKM65vu2u+6E7YcHs7qn4bFaDUkyG21o7Tk9NHVnPd0nU1P1PetaiSICVsRl8HtVjmgOhF
dvM2BumXPFTIcvgbk+aa97PRqG9uBbh9Dp6wq82HEuXWkDS2Ai+HqgVK9mCj25AwrZwi3KKjoRTm
sUEfCHefTI80Tqe4MJZENDKj09BlXY+JYwTEfg1Zygie1IA683MMwD79RHyNJuE4jGMnV5hIoM19
ec2+2SMk6J6lFHo15HTSXqb4jxxEgtnDEwGckt3kdEgTf7BXtBiRxJFz+YvCivvBR1sWx+sVy4Ds
EMEPly+3HDx/DJg08LfxI8tO5jC29wjmlo8YowYfjPLmSmOLMQy5tWRTcNOevVeJhEsM6Dw7AdjA
y5nK4bHWCrcW3Sssn0t5NDKEFjEBD+E+4VmSllmzdsIp+SDAPD/JeRDySguMjKAE4+mzQ2FMFKKX
WAScAk8Pz7pKo12ON/Upx42vR2V+0YGMivJEylt9MAnvbA9JacqmXOCQXJxPtUCdrygjgW8I9MK1
nefRXYaW0XZYVuEIseMI5sfBLBIT4pSSzKfLS+udL01So1hXhPVa/eeK+eNLh1kj5ykDTRnkAtgr
mNDslxFl0d+vYAmwzeSaBMdr2mexQj8UnYMbOV96hp6IvOlo3yjXn6xdEA/BC3B+HAAuv9k7m4Yv
6qCVSMyEeMzZ4oqbcCzDLAxPjcYWR/fNFQxCYPUd6DJL4olxebj3FjMazMIEBc4PlvPrPVObydTS
EgtPg51yjY5Jzfnmc3iMY7JD6gGrlLREZ2OKy+vAp0Uwua24M+vq5+UHeRMVsJgpkVN3cuylDHwe
lvR6BEFQB9kJGVWJv/rojO4Jss6YfNEYls6rCt8q9W1sQO6tyaBktLELKsar2bWM4FfijGZ553cS
yVXkWurZNla0Nyy1qYUXSLUqiCXjUxzNQ3k7A0vq7yrhQPf3TISOmnXmd546FLmuQeEAq0Wg8/IL
vrnBuUwVpXZCT0Jhpc9Sf5QiMZGWVGNcEOu/F8XYfdv3SLwCHsIA8PJg5/Uf7lFmkx8WOGIqK+eJ
B8iG3I24JFDOS1W+C9EW+gnPE6nsxJ3sA4eaQ0qKCee8k2AHqsWdq38qseRJr/mt+aMEEOOvHbeJ
bnDNFuUOI1/5MyaGFR8swXdWPDkZdXeHHWZTBjxbgVNhQuxtohN6mLMCrI1frQ6c5tmapVvctHQ2
/rk8O++cmzazwrSQAip5vuZHO5bU243kNExev8FbyAIW60SnmGNsVyrZXDcqwOuwDOLnyyO/WQSY
giu0VDm2uaDovLx+1yYVODNVEevQxmoWKo8MMtCfXXSVAfW+uTzYO4ckAb5F8gXNT1FefT2YsmAE
iLLCSk+547GFZLkWU/I/uIQ4p2gfOVraJFZn0fyAy0MfwXo+NXNCSROUMwBSUxgYeSKshJpCh+vQ
BBjOT7Pt5Rd87zsSmpm2yXm5VKxfv+AMOMdrdRGfcBRKqeHJYt+iO7wJXYbPGpircKT0OpDzsL88
8tvYmL7Dck6zYLkfxNlmBsiuhs5LklPr6sK5Cw1qQFucUcJHGUg6uyN2jfhbFKP/90t3iaWW+54s
H/LO61euS62m2vDjU4nHyzYZSmM1AWm/HsfY/j3iQ4cdRlBAbKHgWn5w579ZvEu1nAq9SbeQqppa
Pscfly748SByu1mebJh064JfdT9LHz3A2Mw+SK/ezC8ZDi1JQS+Ql2SLvh7KAtiRUySSJzydJTQ8
jJ0ccOerwG7G7YT+Hn1fM/vbg4hJXUblFgLkT9z6etA6BbM/mco5pQh4XJFmIWWFMdAqn9to39IA
+WA+3969XAkkOrZLEc20uRpeDyidDAOdJLO48uAPQI/EQTyO/6lsvAiwMJlWeZTx9mWOgnsI3QO6
o9wVI8I1f7mal6tJONQe6BSwrM4WlbbjRPuBr09NW3n7pgXeiTZFvtG1o1bAdc2nHJLaB2//ZvMu
g3JPLfuHIb2z2Y58dDFH01entIntEARvN4OYGYjXVx6h+wmVQySpHStzDjX41b+N7BidfiWRhiT8
4Sx+PfXaFDWne2whu0Q3/qV2cBBAAqQobgFmJQhlBA2Eg7+fZppANmcknTzqc6/HnA18HLOgJ5jD
OgxWShVvfaPw7lwcT/bBovcGKjaLP1jV7+xab4kkaXdpKfi6Z6MKuhxD0OrTZGbKRJKqaVB3Cnwq
siIETHv5HZel8ioFW+YVTUi2EJc518/r0bLU6WLDyPVJl5wMbejkazr3YheF03eFouHp8nDvvRx5
AOEigQcX+tnK7aCzRShAKVQjpmzdygizPBNQS45EwQcpx3vrdamtKkm4TKR8FphXohpmTZfllHZY
RZiq8w4Gkt273MnVsQX3/txGQmwoX6KOePktxbuv6XI6kXORcJ43Mmr0DxCRDb2TQn09c4E4z2Wx
Rh5nrFcV3BJ/60Vg0bb4bZgY7GLgq7GKCLzJo/7VKhuhfh/a/orfGyOUidbeZO7mHOGJZyAWvvwA
E/DeInAQU+B0o8bKMf56Efit7wd1BCN4dkEi9iBAkctwskMek9JMYWJ8MD9vAh0W3QKfYMGRNnnO
WQ4zg8QvqylAYTxr21+YOtZ7WKnZ7eWv8N5HcG1TuDZYRVbC2dLWrTtWplnrU1tU7SMuS9lV2yLx
FDWz/uBsfDsU1QuhKFISwhPgnL0Q9gSWgTSFQ4Dam2s/bOW2qzSCz1GvPjgIl2X7esMuhRIT6rEr
7LfAlySwmhpKoAN+3wVzFaCF7Mio/QxKvN/5ROBb4PT+ZlIlJBkTZZbLk/r2omd4hwY52COgyf9Z
+X/EFArFJYQncu80he58nZb6JilRu6XE5mNHD/ZQhsgIXB7z7U5mTOBFDmuUyNg9CxtRZMQUcFpE
KyjVPZjziJaZMyhMGp381irwWm6GHhZ2Yfy8PPDbdbrETqycpSO5gI1e74vGHcqqAhJ0suPM1jel
blBJRzO5Sj5fHui99bNk80tSRRnhHE/RG1ZfTYrzIkQk4oR/d3kd2eFzbTK1l0d6b/kwjXqp2vIB
z/PMJGzNaJKBeyrD2gDGZrdYUkZ1fCWGAd24JK/6+yR1sq9DZ8a/Le7G+8sP8N6cLkEEBRpbkgSc
3QDkrqVhZJN9Qj5qvvPRCMTNiHz/788Y8jXCQ5edQrfmHHHUx442HIQTTlYYxz3ypm3l7hPKi399
yjAO9yeYPIrONElerxHKt7M7lw7ulmBNvzl6zq/gE9XkcOavyzP3zjYg2HVtCfpv+WtZRH9sPUeH
GhC1Z53GcjK2vimyHTXucd33FQ7bANCIsbFetmiVfvDN3huZ0I8jx3YUH2/5+T9Gps+zYMQ5c+CN
Z1/RTYo3Xt5C9eA+Rbc2drI92n7dBmDZR82nd3YGtUnaXzQkQWCc74wi6iGVhp1zCr0cLpZBd2tq
02TTDW60vzy/b29Bwi0PpieHjUlB5ey+CGOj/w/58gSBmDaWP0XDIdMUVagTI7hiYBd4ecB3zlJe
y6VBxL3L3+fTaqBMVZYxx4sIEFTurWNneQicRAobxaGoNw7aH5eHfO8dHQ4ZwVJlFVnq9Zckbxgq
xNnUyesR2g5A0V5pCYHBdAqN0EzifXDcvPf5wDlQprTJQcHQvB4PWezZnFSlTkpLIAY8EUpkM64k
g/v3ZzVdWZJdRUXqbVkjaqexKs1enebC8l5EH/Yb1xqLD3b7ezsBvQ+LohBHinPeY5ONQAkQCZZT
WSGhXHmZ8RlDgHwT9AUId6uRzRo5xm+R4/8lbpODhTqEclwXsJ8G7ncWo6Fhn+DSR6AuAP/mK7iw
9uem8F6kAGitR8gR9ZKW/fVykYSDaGYuSYKyl8P8z41ftE5Y9gk1UApW+zZIgo32Cv+pQ5lkU0HQ
jD6IDN9ZnxJJRCr3Hh8S8NHrAZEogMU9kGT2baMxuY76o8ylf8SdiFa71Txffr836ItlVlF7JaFE
DRjI39l+MON6siKvUyeUfdq1FcTo3IA33ETDADdhJDZY9ZFCdaPXDqlCX98UC9NnoPeLvkPYDB9M
+DvXs6TAQJOIy4vtefaVR9wWp8Ie1Alf24auuYvB+wpMCjxVG3PIQz145a6BzHCogGM9uHac7i5P
yTs7lpxzQaIgngOqbvlCf3xy7c+uH3W1xA9n8PcR3fTTWNXNNqyK4IOXfef8UwL0Ki1HF+CLPLs6
0RBUqJR28hRnrnkF0wRZ1K6zPxfxHP2enHi6aVVvfnDKvzPDIMcBAJARLKfu2aHbepbTO6OlT7mJ
mi+y4l43Yw6BkMsqrbCVXfXoCt4GLdo3awTanStHD2H3wZsv++YsiOc+Bcdj0Q9jL599ZvQnY5T7
SIAmLBe/Rs3g3899KOe/303gZizKrUubHqWZ19+ySAdk+AqhTsJ36Lt0iJoWZSOh50PLUzmd3r9f
Ox6nL0gVviZH1evxsCkecJD9f5yd144cR7KGn6iA8ua2vZkeDoeUaG4KkiiW976e/nw5XJxlZze6
MCtA2hUEMDqz0kRG/IbuV61o2Y9RMe0TJvLKcwH/YOHuvLNMRaNfF697UkkZGYqEX6DUZmqeVCq3
axRfR9wrW0SUAz1EwPzxuO6cSiQfQHDEEwQEvficv+0JL4nn3ii5NTPQ6p+9nlfdChIgVksGRg54
vXquvxDyzvhYnLyx2ITcafIyhRYTc525+gkCl/pUF1ZJsa9Bws9G4/Tx6O7sCEqZFtXpX60HaZU0
Ec5ufuzj9aQJjI6F/MawCrAG30Cfg+dt9OM3xRjs3YCwAU/MyXp9/APunAMQ5VyabewGIJjSITxF
qZNHfgm/MhxmBY68IaBvKN+gvaGPGiJFIHeSNewst1rYIXdKupy28JxAXvMo4kV7/WkhMldNVYQp
aZDlTHAFfdTmVBsLphkDbRy8FBeRvihMngddi9e9i5+3O4fuv2br2NvH83DnVKCVyhMXqDML+41+
8tsyS0ZF5VWtJudZSbR/WRnZukxj6/3J/O9R5EpqjxxRh0R+crbU2N/o3mji/YE0dOtmxZ+O5b3O
UVmfuihfAnPf+8xcLA47iQ4XXJDrqTZzgJwezPXzAC/MPE81Wg6fvcDSPtG0TL+3o4oWoKOlzriQ
tN3ZS6L5Q7mEhzyCW9I9E7eKbqNOGZ/RgagPbt7o+zjWMK4IoqX7+62RJJ3srvuW6boOHCE5gWkH
/puB3cXZqVMTRxVQrVj3RFmGyUVXdm15xMKv83cBXpGY+445WO9DVcE6nvGPhla0cJ3fHl3gJun+
iJq9zjEpXeckPcnsT1l2jsn7K3xC6ylaq+R8H6fSGj50bb5E9bmdbQHd5rCErSHw7NJxAjUqsFQl
xpc2HLN9nqrRtrKyZuPo5lKucruiDMujPCPIWOCoPenD4tPaYjUEty22q+avUIty5DzZosj65C3E
81DPNurkIZ34eKPeGaIAEnKDg+eBPiMdGr1ddjFmsv5pRJWu5iats0sXhXmxLpOElv3jaLdvDio1
tINZuxrsWjmaAXEV7xHQtajbus8pemhbv+wwjMHpGwndqevatV4KsDrlbv+fx8Fv1w/tPMFIYLwO
1QXpbC6gdzgDJpQnK8qo8KXdtKqtsodob3urNIiqhRTi9gwUrxs6/ZQYuQ1u6I1GhoYdzjyn1q8o
olqpvh9AsWwfj+r2A3K12hSGRR4Ig0naFYOjo+OLkflpIql+KRp3flYgkp/SNveWnjT3YnGtqZRt
KHWT2V8fe07kpCV4p+mE0JAAdmRoUSMBDlk5WSrO3gnFw0lA5tlMYL2k/CvGzr4dEBU/TZ0T/YXh
VvqSx0q6UeY5XliU90MhqUcnENypfM5hy1GqKF718DCK8QVZkfygF2a+RVt8Cf98ZwnCkxCQE5JY
0fS8nkC36THs87Lh1CP5tXdrJLSzaADzUaASOA9ttzC0NyrE9Rlu0TYXgByHpj3Sj9cBoROr4WD7
/QlTwQzHTdeKjlM4+p8Ks7K+qbWv7YNw6uNVnVE6sQPusU2Z6cNBT3Gc4Sgv8aPFeffxmr097CwO
HF4ugJGowcmVsKzGIE6Psb1C8ABpDX0Ktk7nJ6cQQRnUOMY9AqHvZHxRdIBACHqZQrE4zuWEvsvM
IU9R5zwZqPh+VUA0/zlWIfKZSELstAbHusdjvLOqRGoAgACul82xI828N6Kvk0XdqUEs+pQjinyk
xj8fHKfR9v9DKAgxABd4a9Oluw4Vad3Yh6nWnhDrSnluB/7RUAJzF/IwW2iv3RsVx4wpyiiitiit
J2y4O9Sv4vY09lHz4iqatyfh1T5T6HAXJvDOInEoRFM44U3kWHLTM0Jpo1Qrpz2p1YjsvFJ7h8HB
VtUJ4+FSVxOCVXPx/ic1BTe+Fjk0KBdenNdTGXhN7TqZWp+KYQZuskHzxAeKluLdmOFRHaK4jAva
GO5p3SOIVXhG6v9AnaVsFlq+d04Kci/uZQ1QIpUJKR/ouhSv47oAA47K7/SxxfMgPOZ1hSIdjxwF
IdTO9NP1uxeSa3AwCVATceXr2WkmCg2z2ZwcIxv3E95buwglmIOpoJ70ONS98Ykp5hnqkV160rWF
NdeYYB5Fdi5Ud3zV+5HPkb8FdzehY6D0u8fhbhMPi64XtyNNKTroMppW73qejaFVnzx2PpL80Nwn
TDMOZV58xGQoOjTCrwuNn2Zhb94dJ2kAD2CKCDfACxQL80nBofc0Nlb0GXmP9OtgW8EGCQahrVjW
28cDleIB8XyrdsEbEInHTR45Y7c6jlVvnCvUBr/lSlz+4/BefZ30/C8USMuF94iU4xDOgK8KQNmi
205lXDrl8qSxcZo357Nlmf15QC/iMrR2tfD1bgdlgFxE9EFwinndSgdc0ZXwhZMSt7LJSoDITmqE
E4TVvozRhCgLn/7ds0hAKqmkORTYAF1cHwPxhNKBN+v92RzmiZdcqWF9gxfIHuBCsMvrwl7CWUin
nZhIvhxAGWpbqNvJB8845XOBm/p4dkI6/Wu0qccVKpgRxtZZO31Q0drb9JOXLMysdJ6LsIJ0D/KK
b0jVQjrvFJQk9QAi9Lmx5h6pLFRoae7+bGdvCZ1zJ5LNCKncsd9NStXXU9qy/JM8xT/U8ilBoUXp
6RvLTOMEWZewXth1b/XW3/IeMS7+hrcEMpgPKFNE1bIb7TYN2rMfK/6m02cUShV0srSvneG09UqH
a9yu3GEKv/Wt2Rer1utMj+a47iMpZdAC+hykWdUfMP7qq43ZWQngaV354mBMVWyz1urwRW6hj9ka
umPlqq4188lBwsZeYeyAjyeKTt3fZm6ryZpSSPGRRjSGQ6o5TeinQQXN9r6DOu/CfrydZbIpl7uZ
5JKEx5HSZlXVRkuravWM9l27x7PZXfUYzzyTtA8LueXtpqQ7BYePOgq5Mw/z6w9aN71mTfk0ngun
/4ndePLkD4H5luTEKwsv0H8en2y3Q6OXIIgvb+9/jrbreL5a9oMdDvT2Ut38iZtTucU9shp3k4Px
2cLgxB92vX4IRluMGwpKGIvpOpgzGX6Ezqh5tkDcbFAEJHtj258tBDjBQvZTvINjXcNQ0NN5b+C5
tfB4vJ1dJBto5Ly9fsDaitn4rYCWRSiMTIgnnM3ARSS768wSFSV9/uHatfXBxHPBXxjyvfmF2MZT
gfqDy7PhOqKHQHKKzI599qsOV1FICceA1jRi69G8cOrcHnbwhoAZUHGAmQ+C4jpUYPUooGromRp+
gqUBvdtDZ47xuip5fqiQEr67CtIAj9fPG0/x928KQE6wTkEjsjlQQBBT/tuUopHrBy5K+GeQjnhz
V4ODBUcP3mbe1oYyl09U3p2vIRqdOBsXfjXvS2QizTWQK4xdosksUUueC9d4RkPS2ZUqWdEq9XpH
3+F0G6n7FOOOfvv4V8vrQPxoElFo4xZQb+iz1z9az8gEsfGpz1GOUPlHFJtdFI6rzP27DMOyfBlQ
2k0XVsJtTDCo5N5vAAmHx8t1zNkdrb63p+oc4U34N9B2PNMULAsuXhx3zc7z++n7e0cpFF8Yncpp
IpCG1xGdEZ+CCcOCc43Tx0VvZvUAaqTGilXtaKQZS88YKR0U4gGUoDizgCyAFZWRO3zPXi+QOTsj
sjkhwYXNcLsJXCPzMRCAkbSy6dT+Yc+lsh5Q2fzy7tGSg5IN0i0TtXhpb2MppqbVoFXndECec9sj
n+auvQ4DnguKjuo2RoPQP747JjR4SsdkNbpo/lzPsBAfyXzHgtI1pcWf0ahXYKNa0JGW1mQfI1dp
Xh8HlI8T7kiHGjjQKPrpFBelhdvgXO+XujKd68poDmnqzbvaC4INJrbz/nGo2/UKGYIXCycJwki8
J67HhmGp3vBmG89wUo1tZZrFuhAG8kEe/DPj7LVAfbw3MlIYogFdBEYkXXyF0YDYQ7f/nNN8xF+q
VHLh1We2360yem/jE3UakW6gqcBKYSINabH03hRhqofBljBOBR+ZfRnUutygv14+JX1nLhB33qro
v5+SxAOsQIIDrIYrSK6SuqQLgxIM1b7QhjBHz8vwsue2c7121eUp8ripHpX7sYTZi7dRbuCpODbY
aI3k/T+7UAUDB/oCTszQjMWLqyXul0qp6dT6NJ8/qY2n5Os8U8YaO6RRddfIdqRbFF0VDYsupdsG
uYENT9zXebieAnob69DBT+/xipGv97dBgpEQWB4DYK10wpHSwZ3vq3o/IIP9HDRxeOhUtdoZmonv
sQv9YURp6qAhMb53PH9aOGCvw/OqF/05ElQbmTl6Gqp0/+VaikMPTva7abSTg69n+mlShnhr1EPR
IgiilNTCo3yP/UL5LUjUJbSW1Cr89QMA3tKuR0IMBoS0hB2r8oKEYvnOoDq1y/XJXcfarL6GQC03
yFHMl1F3rQ+tnvXHWmuCbYXbwiZG3nzhUr4+iH/9EEgQb0htYMeOlHTg1Ngp3uyqSLb4b6ZEGS28
AABDhwHmyS+16qXqnGCnBKq5cGqIP/q/C52jgmOfywZ1AXJYatnSHMyooKAXG+r7BDr458Sf/Sch
Qbnwqa8Pi7colFO43Cj5CiCedAymUTGrnTkbe5de8BnCsPaqTXq98WI/2j1e1NfH4H9CQV8V6F4a
ZZ60qH0vNwoHe9R95HT6B/y6uLxqbfzmByMuGrO/lFDdDI2KMg8NQZdyYAzLnBJX6Vtcj11tH+W9
s3fVCM5SlSrIGZM0PR6adCoxNrqtAl/jgAChLSBnjLi32zZETR1wfdu+zB2+L5riuit7ooKttvGP
JAvLI+/j8Q/4pzOWQaF7Ud0o+WwjwopudNnsWYfhKTQKd4N+qX2abGRndCeOnqMwU15nPLK30QCa
Bqiyve8DNzvFbxzfwR23ud1VC81rqTb/nzEZHAYcROJRLJ0CmtXglGN2+h615OwTt3O8dmdnPhgJ
jnV1jC2raub9Qe9rBcFjPOHT3K53mq5gsmxM/RbPlfpdr45fP0moKgkNA94A8jRj4KEBU9L0vWsk
1gcAMB/xwpoOdU5nvSjmn4+/qrz5xUclP+BSe8OJmdLmL5BzBU1lGHtYat7nxKOOzBqAD6w26r6c
TZSWh8H8FuPLu313ZNgsJIA0BKiby8/kJCQ/CyZwgCVb8xSi/YpnZOivHKecPql43Z3DZtaPvoJ4
1nsjU82lEIJ+C+cdpPfrXMWw/NqLgik4pAAHN1rb9TsjhklZmPhRem5dbNM0QzahM5awMTfHAzh5
j+EKNJPFo0Ka7b5ETtmZuG9mrDZWZeEU6NEa4SVxyc+ojSoLcyzFo3En4Ksib6HHw+knxUtHfJfM
oBwPnVG6bbkbsHtWKUm0gCbBnYwz3ebMpcTyeIJvwwo9R/J7lg5JjIyCqZ0IcItda4fMNxRIuBCm
0K75YVbDuIvw1lnIl6SrnFESjgIIQ0U/kmrh9fecEiT1TJA9B9hg9abxHGE+3xsI/EXhd0vx2kMy
4kXKTKurjK+9kNZLW+gtPCV795deDP/nOrwNR6dDYVg/pNznpy5xkFOJkNGtyvhDlLXqNo2Sby6r
Yvd4lkVK/dvlKeLygqcuYgt8OZi867hBrkZeE5jaIa386IsLO3dtJkPwUlatvp8NsjtgktnCXN8N
SmmU/pNgW8inkx7RkHC9TD+McKB3SoZJGqor88FsQgQyeMhtqlZbInrf+cCATdguvE8h7MvovGAK
cWLNTP0Qzk2whx3qr2JNq/ZGjN+izbNq7fldc8DmztpQ/td/Pp7o2+VMYR2pMKLDMgRffz3RAy13
PZod6wAGZ9ymnYWBqDPEexdLodWshu+jbFLGowYMmAAqG50SxAKkDztFupEMVWIfYnd01zY2HM/h
kFXYqlf0/Rau9XuDcz1WEDVLcDZyRabBskSZ+84+JKzhA7Ia9bM+WLhNDebwZ8bGWUj53mbretly
8gl9J0DN3CnyY6oq5hFF4cg5zOUE5j02ZozYh+yTXviiJqwZ+zq0872emhDs8EzaT9yBq5g3677P
8KuMfb1/bWLEbXgjFC+I02YvrTNph1LTwjV8qCxa1yopEc4LGKw9XgpSviU+DS8znmT8L/hGGbpJ
cRX/ZD9GQUMbshcLmfO1oYGLqGrEVR+Huj1WOLYFiBy4LZ16ua0z9+gUNk5vH/BhiQ+enuK3FKIq
PmDjsI/STFkj2+ruIvwb/odBIlrIFYUKt1AKuF7vdsMNGbqFcwDAbn2dPX4A0nCVg6uepn1+PMo7
y8/8PZa0t0qa5qi+tA4+SRqKLQ6OI5PT2Sfb7LV1bfbO4XE8CaLP5qJh/osrTNJhUKq4Hlw0l53t
ty6S82jTv2KA94I3SLLRm7D9jF5o+KPy4rPeldaxTzsP1Uok50lUgk2bKEuq4zerCWYCwDbydm5L
5PjE5PxWDXV6hDnUUnEPePaiY1b31gktyUuI4+6nx8O+jUSSKzr4AD7gBcpICDsm41TIbknPvRr3
tVnZDqWjH6NEtxfWrfxFhV4cO5uDGrlqbmVpUB12skWVe9pRt6vsnLfhX4pb/ojSMXvVMnVJ6Vge
mGjTkcIKWA3VUrBK11MIz6JyAtwfj1WBy07dePETJhPkG322ROiSrz5C8UjgyhM8VbqE0rHc11MN
1J+FEakNPotTa4s1Ma+z1te24WT8jXiis/BAuTOZzCLoA1F6FkSW6+FZQs8NiVTriO0Zpk9NoW3g
duOjbdcRZl5U2R6vE/nQEWNEKIC0jRsPfpWUMDaYd8Q5r5Jj4DbVptMwzVDHBp9Y7N3tf3oFVCCu
mN68Tuuerfo4uPjDf78ZfgUnti6WDpzu68Gqfu50/WhZxyqr1G9GWaqbzq9hJz0Oc+87UnXg0QGu
jb+kIweXEKvDB8k6QphTdvY0/WEoY7qFdhgcsTgLLlXgVPvHMe99R/oegpshVqpM67RBIJRtEtnH
2HCDMyC+/mNsY8rC9BRrPRvUvx/Hu7MteEr/fzy5DmHmpW4nVJKOxVj8odZD/zThf/pvHzluvrBk
7oXimUEwcYKxbK6/GirrY4WnJVaTGIEc07bInh0uKqyXG3fhFLs3ix4NZV4nvFdpJF2HitUh910g
AEfX7xOkPoWEYBWlCXkDAI9Vjw7dQrp7b3Dc9YCtKFRR05GuwixoTCNVQ/sIKLfec9Aol073rWOi
udq7Q6EKIvouECd43sv0pWkyOitG5vOIxuSPNDWmZzWGwlT65bgwjbeDoicg8goacUL2TRpU1w9u
Uzidc6R7EH7AaMIAMo72ZGiDh3m8Dm/3GqGoP4lb9w3Ifv3Fki4uJj8QBk56d7JToVrhDu3aHFw0
BZxOPRihvSTxe7tK6OugzAQdS+A4ZN7D1M2QQ93ZP7ZBrWOiGUQntdaqrao35r7EI2lhb98eWx5A
ZoBNPE4ojMm9iMzvR5yRg+DEXWpvprwOXhwzMRbKQpIICOUCevz0jkid6Z5SspGuH0MLUmsyxwDG
ppftnTRtsEhL+9dImabVEGf9c1nRMnBiP3ytcEBak6IO4RoUGS6m/GPVNL1+6EGx0bvUe2fhS7/J
I12f3vw+EmTApOBoboD6Zj+mVp1qyjG2selrAAj8gIbTP9Xd8GdaKM1RSW28x1uaykZbOphf597e
svJGuCLrpx7NzkM+JuYBuXTjqM3JSzXO1ROHSwDI0TXW9Cbrrxas0TVkRg7utDe2imIHW9uK7R9J
PNiXEtfPLYrvw0UxB+eYj9l46MvG21g1iidDvCgGemcr0axHqlZUlNi24uX6WwZX2FlDot4px9of
xlMa4tkyxbl1anklLkzw/VCCI0BTgNaXdDVjLNiYVjEpR8y43Ge9rTEeBctzCvq8Xgh1s2ttgXqg
SQlxA3EH2dQlnfHZw8UxOjl9E26iWNGP+DqrKydslCM2m/XWxPVsITO/GR9BASXRbCOgoHxcT2Wn
0FXXjTE++UbT7KPOavaGG/X7HMfqhR17LxQlT1eg6EW6I4VylCnTQxsVNaUtIASM9ngZdAy3xibL
F8C6N4cRo/o9lHQ7dmmPaenoxqcEq8JVHWr5dgoNLC9V5+8goIH5+LyVhB85JUQ89MsgMwLXpSR1
PYvelEH6qBD967vCWudKgTtqEpZbTOGgWjh58DRYoDys3HF2k2J0h9RT5s1UF+1Oj7X8g4dt5+cp
6MtDj2PuocAo+70pLb8Q5UXelsJ2io9w/Qt9Jy+12EiTE8d/9iHurC+jrgXf8DIrd56ZFguS/xKF
6teMCBlr3iQUJKmEXscDaB8Mk0m8IOvzXZzP9XOM5d62yTFT072iUrBZQk15JnXLV6PZxGcbRt7C
krv3M+CgA9KC4wPeT0b56W6l4v6pJic82oJtoagh7lrlOJvPs55EkF/S2vvLbvqopeKTzf/gXkSD
xbOGcUm7987q57pCA8ei+s2RLS1JIwp0Ky7d5NSp4A3nQMVGPa+yncXuXsgN5cIdq5FGM2kESr28
PmWURd0WfVxAhzyVSao/I7jvrBA1iLeh5gyX0a/sNaJK1UuIO8HZD+BbPd4NdzafcIfi0uR5LZA0
159+9DV6uTiRn3KtH3duo4anIlabbYlK1yeLpuZCvLsfmQIRVwK69jAdpN03DrM/l1mfnnp7NFjg
2O4N+txWq8GzsesdsLRYz10aBus57fR1MaK3x6ZcoqHem3ZkoUWPgxToRljQL2uvh4WRnhxUdD+N
gMB2Aey1k5l2f/Jfhi+G4qVre0LOyW4hSCxcH/cWmGDBkvgJxr9Mh2rnKpj8ck5PZpf6FI1wvm3s
EqvUGa/i935hljAvfyqloGipo1x/4bKv4rIfkfzGUm9aFYMzUB7GZWmMs896FyXFwtBuykeQ/QXI
GlwiyRh0R+n0KjQV1KzmNaexcNy1io39rkEkdNvMuM1jVees5syIj2rnpdveMLp9Y1TuR9qP1hen
N5d6sjcLjtSDeiRLjk3GTSZPNf6Ldjop43hInBTltwqIyCGlqb5mqZWrQJ2z54h5OE5lb36jzV/t
o2hJ1kreZZRCRZ0SQizTgeCNfv0N3BqHyqFoZppM3ggmHMNAyynCMwqs43l0qqXyuJydUBrn8qBC
wOXBs0xOFBCUINnKLe3k4Ti/MUG/bwy97jCCQHq9dbEOToLcXji/pcIIEBWqEkw0iudvdSBpkGbl
twXAdwVX8sI45aMTviitit6t1dGWbXsLq3t3OiGCvlSgvxsZrQDQ4fTfec9cT+84BpSHpkF50hJL
PRWB5+5hajbHvujzc62XeKyrWsjDBgbl480lPWwYM0RNob4AJp4TVC52xxX6JT3dnEsDLmqT9Jq/
i4f6nT1KEYVNBQ6Q5yjPRNnywWqcpvXyObuMsLUOodoaOLeO4aVu1HmNk6pyfDwq6XR6i0e9AtFI
moUqj6rr+czA+wyBNWWX1MWu1Lbq4FCPLXIss77U7r0TCq4tNRGYrgDxZIxRlSE4k6VuduGVy3cq
C99xVtmQeEevQqfp8bjks0AM7CqatEQBSM9Kk8EdphFiOGtUtoSulZ3Sxi8+kcgbL9zQ1efSrL0L
0snGCkUNbSH/lM6CX7+B45jnH7p+gPOuJ3fIEjNJQye7FLWZBZssyaY1fj7Gp9owz5gRZYvsSjGq
356dvyIK1ATXvChnSJ9zahmyMzHHVjBP58SaLvB9vJ95p1SnDh7jR8SdukMZe19az/HVdWBR6aiH
IefHIWy/8A2ks+nXr+GJznsQgXGuiOvxd0JeFemJ/JLMlkLnt07tdV81SOva+DaPbczXyPRgrw9O
tlZ8XK1X2uRXFyDFGJiHZrwp0D48BqVr/9kVYXV22hGnKB8N1e3CTxWPHHnicKITNVA2A8Wg65/a
Dhptc0XNL30PkThpY20Vm4G9RhRffYoUMpUWfNz3ym3MP5oiNraB27v9whFzb77EExNemCh5yXYH
qciWXcTQL8hUzSAiBquneW6Xe6vqk5WP1sLK0ZN39pPfvhK3FVwbwIc8laRV6iuZ07sZXylIDOcZ
4OrXfNQLQC7TvO1Bkq4LM/y3qHDXnOt+Xtin9w6F34OLLfRbyWDwq9ENgia/lDTynttCyzZ1Mtun
SC+/Pf7E9zYj6RemhyiRUFCXbg63VPywKKf8MlV+/h1AcrLFNmmgBsRFjRXLvKSud3tVoZsA0o6e
libANdLQajsuOwo/+aWOqvIDtuvBBgOYbj9M7Yun+NGWDzJ+7vnSC2f6vWUE1gVqocrjig7N9Zyq
xjA1auzlF0WJo32kVpjODQl695kTnlUnCbAuAhXyeHrvBgWAjLEz4GpUp66D1klCDwSn5UuIdvWn
2HbKJyOAD+rUmbXzzaD+GJV2tn8cVIaNvq1d3hc8IoXiPffmddQiVf0gGUuWT5iauIna6oGba9o2
Vdy8Npr1E3a7/ew2ypcKgbNL1Hk1RWTbeJ9YBjmY0HATzFiRGIke3PXv8DF5cVu7yi9Z6mk7c7K7
H3ip05ke0uj76Fn+E0oSw8J3fvuQ0qElSlJAOQmOcqT0oQEluMk0UebX6yk4oWujfKo6a242bjz+
YUyq2q6DSp3/wpnb2gE8CvdO5E18kqI4+n5R7mj2hk98uKU6z53FgNkj5V8uel4iciJe2jRWOzsL
L/RysMfq3GnjWDViurVvrCfN9ffTlL7PhoBvIC4Z0lG2G0iRm+anj0E5GotxdGn6ENl0H0j1Su0K
dNNJBrLnfuiiv0lw7IWvcDNWwr4ZaJAastll34UyMBUrRsjokraa9jNFyeMIXCU5pTkujuJQM8Zp
KReVYgJDQNKJ6gmLjdYKrPDr5VaOTWIM+M1/KI0+iva17w5uugJVW1jFmnae076oftuh6qe3k/2+
khXBRW0X6SxwTzB1ZdWbeMZhK02c7kNRzcWZd9yfVLhgL+FCtsriZFy4FKVzGygkj0uaQOA+BBdM
dontyt62CtNqX/l7X3fwIwcraTdVausHsIvGy+MjxWPqfttThAOKDxBT8HBI9GWLxrpwzNwzBvNV
HXWorjovmCye1a2dGTOJ4jRuB7VG+SZM86ekGJRPj8NLl8Z/wrOkeMmLa0ra0mAIDLM1IvO1MeZ4
i5Boj39WrQKHnLxNPOqfrcG11yNV583jwOIPvh33fwNLWYDRBEYbBqX56sZJsWkGt/0Y67r7+XEU
eeH+ml04MWwU1FTk8mMw25NZlY35GnuJ8rXuoTIqvDR3E8bkh6JKvXNWG/3C0G5XEJ8UIXQqFOhj
gbK93i211ySBGszm69wWww6bU3tjtyCaMVu0VpnnL2E+5Fvp7SNy9AHsot8mPPOuA6aRE+X2bJuv
VV9261yzq7WbIUOrGsW0gS4U7Oy4jndpV7qfcbAQut5q/bFK3ymdzpi5jNmqwthTo+Yrr6akcSct
iWLrNbSDfGt1VXTSG3jcWDt4C9W+O5OMegz8FaFlQvIh3cR2kFagwQbrdey7l8rptZMRWNb3tE9A
SjljtUT2vbOSaPxQRuXVCuJVxi3keuP5c91ZrygWB4c867yfXADKZmi8cOtjA7DODHOJO3Fnd6KJ
6EJ/RAZIAEOuP2yMu0Gc6J396rYZgFIvbo/e2EE4KlrzMvvwKZKieDXVcVFaXL7rxaekWk8aKYpK
Am13Hdof8CTsMFB8LScosKld0cI18xChCt3dTb46bIokiLaWE3UbWuXdrgADhIFw4n/w29jehnmp
HpqgXgKuX38HVvibq7PguIkXHg+T69+lxUkYUquxfwiihHem2JnqZxwX68rb+IYB4LfHL6X/M+uw
d9cXFp34w/97aL0FJyysaHBP0Exk+Fo4GFRXu9j5MZZOtEui2j8xieEmsZ0l+vP1vfAr1JuBA6Vz
6vdync2MyVhcY3R/TMDU9qmj1btBT6eDZ3dILygOzH4vUdU/3D5JVnE9pO+6dSmJElzoE6FrCrYE
htT1PFupNnaUt+N/ixHCyMFz20B9aaqwt78kVagNPq5dfbGkiyRVeEVYiotYAVG15dZHIeo6rB5V
+dQijf4vsrgKDDkvtJMtSuR2dXTSuuybDQAitftkQDd0X4CBqvHz1GRhszJ1H8g7AhL+tvV5QS+k
XdfnDb8I6U4asqQgPFqpsEgpEBkXkD07Uv8FJQm9xkwSbRf7CKdvrCarvrp49S5R8OXVBiwYq16B
ERG46xuwJP7lftHjyvyTckezDaZx+APjw3GlZVn44z33JCVzEUokInx0riw5qQzbjg2HotBPyHqR
8RR7HVg36E1u+lnTY+dl6kPPX7HXHOtdlyWRSSchI4NH5vHICSudM9S20Un0xhi7gt7pzpGbG/up
GSiQRY6tHJAcyJt37mJBNzLENoZ+LEDt0qfs/VxXMi8sArYRbXYlaK11GXCqd2oR7B9P7PUJzvAQ
oxFHN7UOun5squv1rHCGOUpb1cEqtmwfi8OMvn5aDKup1KIPw+yYHxR84VZIjGWHx6Fvlg8QW1GW
E6YXFJDl0PXcUyfEEClYzaY7PWNI428z3iwf9Iom4DtjCXg+rmwkIFzFFLuvh9lESgeoJUfNLe78
+LtdhaW9Ai3WPWVz4zULKfrNyPB+o1oKMQopM/4pJViJFlM0x7UeyU3e6g4oIzzVmzj1vNXAJbUQ
7eYT8vqht4NkEkeTwf1/PTZ1NoM50FM7XKmBqQ5Ea2ja1Vbom/Q/UisRYF5YCZ41FRdjMt2vj+dW
Ki2zhpjZX8oNVAvp6ZrXP2CgcpsavYGcNV0QXcVkzoinTTlkbnoqRi9ON3URxNNWU2v3R+i6frZK
Wk/92rZNu2RZKh+DvLJhY0PVo8UI2Eiu9YRky7PjDU646hwj2nd62p7bouz55E6+V/N5SYrhZvbp
LlLNAtsEcYvzQdpAet8FI4VJyAr50DavdFK7HYrbyspMU/8YYoD7MbCNYYMA7rywgeRUA1sjxJag
+QicHvVRaVEX3ujgy9wTGin77BuWt69VFRh/FLlK99jRp2MSRunCgfEmA/RbjqFzMCHZCltWpTwK
bk+6AXs/4hIqDDVcmeTwzSdVmI1v6jGb8jX/bn427HAsDmM66t/sNos+orLZ5X/ZWAY9NSh5Diur
SKY/LBVVutXoZBP2M3FufgW0Z100FHde6i6EtB4F1qDsUct0xu+chsNTq0I5Xrckb/WLowfJkqW5
9EwRdiqcgqLrw/joGMvajzH6n7Cjyv5k1aaPM2ScpGs85WdnPQ2tGa6auiu45iL32fGzeUTJOAv+
Tmol+T5qSbNwn1+fIeLHkB6Sq9L+4nF4k0eGU2roDURZBPErKqVh0M/PXp9U015tNDjoj/fw9Sr+
T7S3yxVwqRB9u97CfVjHoGAq9aSRJberOIn6YdPOjfHHlHvNZ8/2I47pMU42dZeUC9jW63X8Fhyo
D/1TukK8yRxpHbO6tclyQvUEGrtaO01cfteGOvq3yJVqhWFCh7lxG7t/PR7ynQlmx0IKFIkTX1za
uHFccQEPynwKNL85mHHrfsgznVohalsLe+ZeKCB5FGQpolCJFrP/W1Hfbawq5CIcT0ORGN9zZ5yO
PkCLVayqxUL/QMzVf3fnr7mkLETGIh4ffMzrUAHilW0302sO5qHc4Xdk7VC/sA4ptpyHqQtw7GoU
zOniclzZVZlv3z2p9NoICwsCFL18OLiIbmSBopUntEyLPfBoZzUkerPq3Gipt3dnUrH1w6YEhRaO
X7lD1aiKoZZ4JZ5KXKq3mjeln+gvFis7rZd4+3cWKMUnDnh6QixSGZ1Vo8teoFfGqGDP47uNGM4J
M+qs2QdjP33JSjbyuWa7FAvFt+vb7O1rvgnOAS4DWnCDhsO4Nprg6BYnoxojfAUDZ3JQvYV2tGmN
Yv6n9HhYLUDi7sWEcyVo72A8WbXXK6g1UpSAxjE/Zd5QZvu5Ur1sV/GmcJ4yu8t5V2PHsHDY3Ztg
cGA0aBijYK1ex0SwH1yIi0XEnGTayq+sv6IBK0K3c5yDbpc/cgUtuscr9e4wQdNToxESl7LFjTZO
pj54fnaqK6O52HNT7tr/o+zLluPWsS1/peK8s5rz0HGrHjhkJjXLkizbLwjZlgkOAEGAA4iv70Xd
6r5HmQ5l++HECYcsgwO4sYc1oMOJPvnA9oulzgE1jtfbcjTgzcEvRaINYN1RkHOmCvmbjv0SVAtk
9p7xVij+m55W000z2t0EJRdscvvMDjqOB9uySIM2P6sNYXc8ebD7nlN0+LySz76aD2KVXotOkAx1
Bl5ylPPKsXOPBXFOQXEpoKSwnAkJJ8cqNj+68ijMIA2JkHBcmUrkJIlhlVtyuxmhxzVovjzKAMaC
u8TUg32nfWPCHbESQnZCu5Z96Xeira4XAfML8A4wtTuDuz1KWbfJBCaRuCYouG2wgJN6sgoruMuK
tezEEKR9Bfku3UJjBRh1AY8zal2go+VA7UERiOu31V44UPQ6k7ifbonN3Rdq68jeQPU7xro6OOGt
epznckHBW0RoiWbewPVFFI0/bPTWzpSVx2f8ds9I1VHIouIDYOdo4EsxhYtm5s4lDRct71qWdG2V
UqCdw53CNmmiVKuo9bpMjXW9wouok8OZ7XgctHENmxYJkmXkj+B+HB1PDcZRFkLtXBruur9Cs3af
O0m7G6kAeP34A9+qjr+fhFgKsKhtHoTZBZq+R1WJcbrFVksAjTwEzAxkGVWE0+TuPl7lN+8QININ
Tr3ZQ2PE9z5yJSzgsMha5nKexXotO9mngY7aQwzppDSuyTmI4W9eIuaqG6Bl6yuj73K0XuN2FnfM
VHp4e8vj3PYQyp2Yt2qWEcbCDpIolUsK4jAzplU3+vaZxttxrAZOGdkSUpkEEwuMt4+2USjaiIVe
pUpssmZBb8/na7eLyQqX93aIwHHgFubKJGVebcDA//h5v01E3r9WdAsgJIbSY5NLO86lJg45Py61
KWUDG9/kMEsobrdpLDbTrgHEh/gyhimP/cT9JWngcwFli2SBDIE9x18nv6mdm8Wgo73HvKy2vlpT
U4sdpoYJNGhsKbq9Ghw4d2SVBpfnByWy6e4ctFS7MO0BavW/xcmq3E9gxscmozXV54yqTt8whiQ4
JoDN2BQcjlMov05qGPFWMKWph0dOp7XQI7gsyupgcz4D1TdF7ggdrPrPmEpbTISIIUJRvDFJN3nt
91ur9byh1pDrKW0bFq8NOHMZDVf2+eMX+JvbwyqQEIRCxLZ7tp//LReWaAf3rj+R0qqIC4EyNSUq
0/68QM5/CkS8j0O4NheRbl0omXmsevjT9QGJ3TBYaA6js3cSBaOe66C3ktJARi2bEalkOs0wgzG0
JS8RV1XeVuB2Z1ID/XwmJp1GC6gabi1FbDBkUcfNRN1RkZjFJKWeHZ4vdsCumiFmd7OjnWyIserH
N/ub9YC9AERzE1tBs237+d8edtJbsLRsdFSqdgDMpffQHUkB+WgvlLBQAKhqOJM9/uZkhc4UEg7w
yYHBODnUwpAgAR94VFbgCQFrYBQ1PcoPSDbJNBqINzTpQHs4jMDlrq6RPK+Y0MjFoey6VUnH/zDP
w7wR2xrDcmxq5NDHtGEJ2pkF9yw8Ardz0UvVjwQKRgWZ7faaCas+k+385omjpYdG4wYJRkp79BEt
vIlGPlqgSANkntIRju19tYaFUzk6XW3Yfnz8hk/zu232hWCBRiOO9WNPQe3jWRLWVhdTj2F8asBx
Iynadc5L2BN+NcxBuOZy9ecnkJetOQXQCu4ZH1/D6YmA0wDrAygI9ZWTwMFCODyBlgXjRO30h0kx
k7Y17fKgQ5OEV7196BDu/kxHGa9zE+kDNBj/38rNo+OdwX0GTYIFvMpEJzlDkx6SsBHfsTrodx/f
32nSgqW28mSrT9BGPnqnkKpV+LyAKAppbbk76BFXfRHYvdUUc6egmPDHywGzvRXwYLRtBivvP1pH
AHnaYQQAoWbwIvumslLOwvYrsALnGhO/+1oh1IP2Evpd2LHHU1RBvEU2zpSUdQCugtd2sKwPK5MK
B/x94GD9rNFVBzsyEPpam3lpOyX0z+8XJw7KahQIqDiP5wCkg3SgmJOkHKep3y1LcB+vprkisIb7
81iwcXFB90IdBv+Eoydbd0lggg4A6xnPYx8zbkMW3JuJzPjcyayrGBTy/vRlYvKAQ/UNdoCJ4VF+
WINtzNhiOaXQjnttaz/IQYMdDqyaxzPo6t+8zG06hjYTZtDbx3i0T10I2jiV6ZwSWnroEwyDsl+h
S+p8Cec2BEJoWZMLfx01pILWyb42vtU8Ux35Z0LSaQgEt2fDlYJjtJU3R5Wu6M3ojXMylBriJXBQ
GAm8Ldv2Ou6l3Ji75zbxG43nfUqI9ZCyoJCCxgCq7PcfTD8qj4LpIMoEbC4op4WQv+kvoh7960cz
+gY37BHWvyxRPPr7MfEH65O2IjFcBYvdDr/IANeCi7BerfDTsnbcD1KpmPcSNVNYDdBN9SjEs8hU
s1K7q5h2ibNwJwtqKQh6pa47Ojt3mZnloxHf1mDMrVWVeM80iZZV7B05KLoL/HaGkTZMzt2vduM7
P5zOLFEeS6uOim5pqvYu5j0Q8DWR/ByL4jRCb8gXdMnQANgmtkdVA2QnwTPzcf21EmSfaPPJLCN0
32zKdmqF0a6tiT6Te5xGTSSU21gaPc8Nl3K0pmX5Cgdf25d0GlkOKMKM8UsQpjYM4YuPP7LT2wPx
BWkVGmao9ICjer8BeLMyTjGEKvWwup99kFQ3QZ5Y6YxE7qT3YtYwDzYS8fTMyqfZLMy2QKvFGBjf
NhTT3q/MkopJCTJ0GTozlqvcyoYtHNR5sxbNkBbgqjpCZjcDq28Q485Ezt/c94Z+wUePUxCLH61e
Wd4gcWzpMpiZlzFs+AKdBF3M6Oxc8y4295wuf4Yx2coEfGXb3AnajLBqOvYymuBhDDOsaCojV9MB
RGBCqoPt9nTf+OrPz8LkDTiGbiSkZzDjf/9860pwZ3XUXNqDHRShWlSBBCdJTeOd61OdPEycgmCN
QRoCZMFNW+39UhGULlbd07EUMEE9QIB+04SYlhtd2c4Fb0AR5kl7zuz15CPBomi2AssCTChymaPZ
bYS60l/6WpUjqQBeQjssuAHOIREp2s3V08efybYd3sVJOLQgIwdpwt4m/sca7vXaNEausy4hFZwU
GvOtG7aIJK3ajhSridocYokEXVfe5tob/DOn7+n5tBVemxbT1rLH2PTofGpr+BXSsBnK3gOzdbCi
ZO/zpQPZ2kh6C/hpl62YO/m4gqCTOavnwU275o9dp5Gcb3hS5ADoiIEUdZQ6tgkmpzp2ZMmM18CG
bwoOThdWU9qtfvP48TM/OQy3tRL4Y3kh0EKo/N7vqilwSbj2oyyD1YPFLJS4lyblo2mDHSJKsPPp
QJwzkfd3a4JhtWFykLBipPZ+zcoHf0uGZCgHFQh6EMyh+imUQAhl4JOYT1HUzn86+NmeKVR3fESi
zcPJP8pzSNRpq52CAY29qX8N5zDMQlOFTyskyc+kVKcNZayF5AIbGbkVMu+jZyoaWG8EbJKlhTfc
TJjOCg79u06OCi1bi0DtDwlBwopYiOQJiboICtrWrvpkNWQkTaq8AYoGf/yikViCLwXlgq3LenRR
SQvtEs4SVjZRq57hFTp/Q31PoRsbyHmPvlR1Dib0m9eMJjYKTcxtMW47Vo0S3ASR1XusnOCDozCd
1k6dU8BnzTfit/5nbwS/7kyOeaTPiOiP9cDdQ1MV3w/anVtA+1tHwW4Xrw7QJisNHNcY+Mz4cGqR
BcbxVwA/tjaZSztoN154nqjMfRjyZtkNgS2Dm3WAoEI2BuvS/3BcDuqDCJyxgjibi3GLRacQXRBo
79rJVCw0SfoqA1ZkCVIKgAV9tOGbJQ+DCcW4/+N3t2kqI4eAGgcmtEc9KboZBnBIycAut68P3Arc
Q2tJXbgieBIxbc5MH7b48j4Oo/QAWnZjpGP4fNxoE4z1jqgbVdqY7120elSXPII26sc39cb1OVoG
dlwwQMCRhpP6uNcuaRJYlRmWknN7jkpUuFyD9M2mYDfEEYbcxILJdphra1qsxyGAz9tFhVxNpZHX
8fZra5qhuWMyWMhntGcSetv4rnDWPICOuVu41lQlqWyRKYPFP2gh0s6fx7CEKAVietxAXPpTvw6d
V8BYiox72F/X1iHhIzpuHJoSchcCcuAeagE1x7wdAFJKW9Ot0b09ENtKVwJLim9jryaSLqvhzXdu
OTYtGHF9cUOhEloXnR94S1arEfZ3XTwY/bnzfVNntevOvxwLpko3hjvjdNlBJdaj6epR4yA/p5xb
FzIZwEJPHbdCByUFriNIbnhdkxj9yNVrzqAcTo96DD6QK+Klb54Gx8BgmMzhGlAEgIQeSX1QwoWs
HKuA0MngZa9eP377J4kphFwAOUAuDFALtsFRYkGXuVoTDK1LHXbRQPMpZv5wF0vkPTAt0HX7OoLA
PTl5zC0bsuq6D5ZPH1/Cb254Q9uDug0U36mqnbXIDj7B64DegubPHrzOnyUf3esRrs1/2gxC9o8z
J9iI8NCUPj7xEs6iNay5LEcLCjfPBk7my1cLWsv6l5bN5N9/fGenqSIe7cZHxZgc/x3Hi2WCrgSA
AGHZLY66ZjL+Cp8Cu+wcOV03E+tS2HoGZyLvb9bcGsco6xF3AR0/Sp7g8mGHIERASE+ucDNxp9EF
/Njy2dNcQZmF9O30QBNR/fz4Vk9eIo5XtBW3RhQqDdzu+3iPtCbE4DgK4TDJ/euoStyLGtPqi1rD
DOLjpU7Os7elIMUSwNgEqfDRlpUNJSqwTHhQ1BpefJVASUpB+OnOZaNXgm50Thn8twsi6DsgqaEZ
f+xf6m0ahLFnhYfQN9+Ju/TXC9u0jWPzk7l2/fTx7Z2mv1BYR8AH0BbvEFCA7Vj429Ep2WoY2pb+
obet9t6ZAvurPyGZKJqWh/A94Bwi926zjKR0rWh0UpvoMc4hcuwWH1/KSSEAFShAkTYJGGiD4yh/
fyV2TBQUPCP3sMwd7V+tla4qKlgcL814JXTQgKQ3VZ19YxqAXLJwgBvnrmk9tjx/fCGnuwuY7g3V
vc26NjOi9xeSTAoDzDpaDwuku9PKo/beDRTfz8DSlH+8FMpHDNYcbGcbdMj3S7muFTtciPWg0Unq
0bahnRc+uLIK9TPStDh5/Hi9kwCMFhhGwkB7AG2MrOnoGTeYGa/atqZ92IRLoVhIv69jbHK0fuSe
+qLJfFAWLn1f1PnHK5+OSPEJQSQVUAsoLEH7fgslf9toHTexHMdw3NNI9WkyD+uneub+peURUeAR
ibwbEnOYnWiEA7ETFQ16dldK2XUZTn2TOv485QAmsFzrZkwjJvqyayF7k8bJQNN6noL7QCxVaYMV
l3dEuje+00RnAt7J17ndBaDNkMOKUa4dE5pqwFUqn9Fpj+cUXtJhGEoY8jQw/zHtjsXsHEv8yO0D
qS20iNDOADIBt3Ia6pAMhHwRDUBdvk/FbuU9xQjdIxCMgBCWGdzqQffcny5kRNrqdoIFdodMAXCe
K1D2bfsx0TS29n2ToNWWWqSS/rnK7u1keZfT4RoRPgC7RZllwwr9/au1uDEBNB/kHhBv68JRqwtf
SypTNdR9RhcLjF7meoVtFu9a9wRFprvW+Tg0fsZE0+ydyY5zx694biht7nVL/Z0KgiFXpm9LG2af
V7xTVuH4TfWUjMLdJbIOsg7BsRRUhWkwV2YHyIh10IyvZ3buSVza7g7HN0yPMEFEuvT+7kByqUEp
seSeVRHPxdR0V3Fce2kvpJuTdhqvdRyI3B6n8QrDsHMUmpNotC2PdhOYkdsA/vgAaqXDHUtTtWf9
CsjpUMd7KgeTzaF3ro46jQ4Al2IqALj+mwbZUcXhdMmoQbtvIGZsJ3LOnbaJyG4JpG52nulJfwOe
ceN9IxXl5sVItP/sMw/7JKGApRK+LhBNNhYdMFrvH3YdtIsN6zVcQgtTW1r1KuusQV0HMBOAIAk+
dGs0fwZZxze2LYraB1CDLeAf8zCWcVEyDqu2TKQ7zpDih5wHyyAbAT15WO4Z86N1XZCmM976UsVn
GiMnLzgCGmiTj0QLDACaY87aukjhQqOLHKxlGB+mIAK+e4buBfpM7Zmne7oUOomY4aGJAykRHLfv
ny6k+IOwZmty6FXYHdBCdO/n1o8yY9e6+DjenwRKHDKbHP+GyHkTXHi/VLU6lm1HJDnotq52NoOW
aTy74SV0Hz7L1m3/dLyD5dBrxgwNydEpmbfVvR9aFF7vHZqphW1JL+tq6HtZlCDqiegcSu6NQfG3
mIcZOhAFG1ny7fYwyn9/f+hj2sT3IHHlAybCgA7th+WK1bJud3Sa4wHtQxZVLEU7rZJQsbQF/+L0
y2LvW97AwjRefHvMKYSG+j10bEJ7hzx6Ml8FitJfKClXmNmZAJhlg/K1KfywDdd9AGgAhCPgHtJe
6aW1w52jRUvTpB7IADtKrVeWzoZo6yZJquAOahr+dGig1uNmNakx8fAJkA2HqBGBzo0YCMQvRhIx
lODMMd45pMdRQIGGIvAd2AFAFKI6QLn//iHNQVSF6PxUV3bnkb2U8vM8BuGjR3SURf4Uwq8vAp5n
nc/1vY7CCBbe5PwxHYc2VwIi+9HCDqrYt77yVR1WKqe28+I0llUM7eiWDvWXgzVN4e7jHf+bNeFZ
iRgNTReglY4t2+hEaxHAMPpKV3F4qOpJp3wSMSy5/DWDgmWbA353TtLkLSt+tw9BkEPwAK0LEIDt
DH7/iKsZx3sgA3OJBo4PGu8cG/eLtYxdjxmas9KfPZTnvgzQs/LzqFedn8UBJopVyx33Im7shmTD
ECqVrrC3vfGHgcsdYTSKritRxZ8DI93quW+Y1Y2IxADzwWero55KLUbX4a6HLQXmAklFpLyBgvfY
5PM6RvGjPTgxzwe7H8W9FwvjfIZJ4cyuYIQdt2ipkBVaN7wDhpql3CQTdmKlW1lBY1uqKqigtw3U
6Sd09iyHZfYQCkB0IpHoIQefh8t8YmN7qaDMOe5wjrTPsxhWL8XcfCnbdYQWRI1j81ZPev7ZQqbj
NXHBRk3BOyd/Fuk2v3Aw6Tc0E0ZuCHVHR1YPFlBiYNR2yRJH5vhmX9aV1Dc+2DmHtW68MxnoyTbD
ckgKkQygxkdJerScBA6OaEAaL8cxaC4VmX0MZ0l1QdC22pkp+AnDX/9MmXIUzLdbBBwDnxIw7wAN
HOs4J5gHKQ3BkksxyfVTAHG2L6M7ycvQw7w2kWcHmNumfbepoVAAbi0yALDIcCQeB1d7RMMVqeHN
QIN1b82yuTIQq9wD9HzOBPZkKZz3CBQhZBKReACm8P77MS0ZeO9zcjWg3n6wpV7TNqTj107rc4SN
I6HjbZdghIekCNsELSiA7d6v1cK2zEFpqS4RK3vUYBARYReBu1jfPKvxRQqIJ3DwYPEmkFEJlimz
wNmD2mrf259gq2TUrpaWqA9jjE42GFAOrK/XyXke19H5Dy77f/3Q/7t67e/++2mrf/8X/vwDglqy
ruh49Md/X9c/ZK/6X+N/bb/2//7a+1/69+38KsdJvv7j+kWof+wm/vNlrHt+/Dvv/gms9J8ryV/G
l3d/KPhYj+v99Iqd9KqmbnxbDte8/c3/3x/+4/XtX3lcxeu//vrRT3zc/rUKl/XXf35U/vzXXxj7
/S3Eb//+f35488Lwe+AV/5zkizr5ldcXNf7rL+i3/3NrmWx1D/6HVADvc3n97x8l/9x0ADBDBfdy
E1HBtuO9HCkWjf65GZaiVwdCNdqQWw2u+untR+4/tzwQkzmIYG+tH/+v/3vz717Y/7zAf/CJ3fU1
HxX+4fdfLXrsLty4kd1ugJdNF+CoLMM+RKRuw3Cn12UtvFWAy8GDy9Fu7j1LAccaapiVQBchiOuU
D89kGcILUzG3nDXMIh1S5YYzb8ec+kwT9qhixKV5aDmD+4FpwzbZPm4G1JFa3NGfq71ZHPK1Ixwq
hxYAgzwTntfuxaIqDdSAYmUEI9QO7Z+Et2kY1LS0ibU+mHoVxeBN6tGiswpS1SvQii0A/YSzmDt3
HJ2rRaCNfdcA+CMwhiL+nJmeud/rsEHiNfWEvMKYL5FFQyUjKWmJc2X5vjwTOo/s499u9Q3iiY8e
+fQJW0qB/MtopcmO2lb4qPk0LjtCNM0IIN2HsJ7qB5xUpoyt1tpLa6q/MqR5c6pWCvV1xqP62hpd
2PKRwNnHJIl/wjDKyaZKnDnH3iBt/xN1364UTXFEXLyYLb09ag7RGBYLdlIDMrEYfdewiD1h+FBI
im2Bpt1yCzuh+ElTLXfQGPRvTSLisjFRn7f9WE0ZmVwNyEBfQ4x8Xc5kV0eNSlwdLgjADmgubOIq
J9TTsMfMINYNmINCjQ/9OOgcDIs4W5yOHRgs5z/ba3uLQ5BcKBRcV4FanDMjMlSz7w6mt4uA4MNW
KOI6QJk8+qS46oH+lJW3ixT8p6+5rioPIu2xKBq//VIhiOer162Z6hqZU2TfWWz3bRpVT2aSdd5K
7ly2g3ELFS32lRVMexCVlwwA6D5V1dx/WhQXoP5Y6yHsu3YX8sC9w2xz2aOlU2ei+bYqCZMxtJw+
98HapUrw9jMMYesM+pD7boGFrrSWR6iTi+sB0qapv7pmTkNnqh8p5D+sNKzcGb3MPnppgsqhede6
HWhOLjTJQgD585BM9InZQ7e3JUQ13dbE6TL7Zpdw3wFmDUL7ZS8hDAVhi9HOGhXEzxOkQ2AiQUbg
fYD1qdNuFskume0icZpHTPZ1rixMzdPW8n8sIeu+weB7OKBqgcWHA1MqD8ynIZVGY9qmhm4pli5A
l1DQhb1aVgewEpSE4cqJ57uMEoarorHqFHC++jPoW2tKqnA5GM2Gb0ko/RugrtbLSsTrHmkKKQSR
dUkD8L8tf1AvJFZZw2qONo4Zd8M6Mzhguj2sXFWDwXgHCIbqbzRvWa70EFxBrqTZ92EXfnKChuWQ
LBHFGs50T1eHX6GHTF+TsWsL6OXPpWOJBy+AggCT8xfuenIXA9K/B63NfIGEhShYHya3aHXKvF7m
GugalSTfxoV8RaP7zqz2PGRoZXqP/dJi0hzPj/WiRZfTeE0em8WKf1WdaOiltpLwxoNTSoY8wIHi
KK+K2TKMp2uLZw+ddH1TuVR1mSVd9hBCTRs+L064D2Rf77UeH8DM73ctwO8pnLqHFMSWDtycZHpE
Dy7Jq85ZAWKIZ512rLeKpMZLhOIo3Q2gBZRkUfUrOn1BlmBeXPRL/HU16NJCpONrRxPr1aJqyZhW
9C7w+m8aJhLwCMBDNq29FOg+kz0wIj+sdSwGokE96BZ5S9bxuzO4bqYTEWQYWcAvcIZoQFPNRQB1
VwgqjUNhoM6e19hITGn3cjbWPR2a+44E6q5Vce7LcEJj2GD+6wuyA6lj/Nl2wV3gELNfBnoDNY9l
R+FD+GqZ6AfkWupsXiqewqMz2DU1a6HNV+ONwVYyc/uxTgklDk1d5V7qmdBfnlzVDWKNnaTWRN2v
i4Eibu+0KMahPHOoTQc/hN5IJ4eP7VrKRQaFJZJXHNXAQwTVmGFPLrdibc2uberxcYWNQlr1g383
eEHBV+MUkKeYcyED1qe1s3pXwSAh1hHw2i5wakB6gOvku8cGv2xmGn6xkEp+E9zz0xVmGFeEKdtD
mdbCEL2uEnoIlPnUu4m50U7M9h3qmNt44D9WsT5XCsZwiHfBlRJOdYCZJNlZovc/S8+oB0rJhSGd
uegZI/etjszVyBYv65Pw4Bi0yhqyhl0qIXdzgKqj1aZBE8MZQvR0+tXiG/0GjuGGt+1cdttVujpA
PCLadeNSZd4Ka79+6VDPmWY/Sg/sLNVo8TzxxisbtuBz62BO263TLyjtLje9L2WBgpSboieo79Mq
bJu7RGHQCGDOl0asV6h1o5IqhLHYI0MKUbLhgoZsLljrtZerstqbGACg5xr4BJ4Ni+aXPYn9DRH5
FT58GXQTKAwW4+HGr6ruYOCnSKF+zS9gUIL6OV6SxwUIlxZx1/mk3LHPbVepXRhSpFCAq0JLxdEw
Eguq+raik7fro/oZrSlgYBxrViJn82TuAUlk6VjNlpv6HIOXxgzhvo9GeWF7qs5tyPkAN5SwDMYz
m95OBfxKM3b3Q61YPkSMlswZmi9L49RPdsvtX8C0LNeJy763MGm+hJ+zKH1iBY+66TqQaRM0PZbm
VxIODxgbLKmTTF/MW0YFLUG+oyjqryt4AJUY+UVp74noeogcUObkTG6bkN2Dtfe58WGp6TnhA46p
DUejnWKRky6hH7MD0FJchHK5akJ1G62BVyyrdyPqxEktBU8XaH7JMhJsykENcQ5tbaJL6MNcgO9y
z6cO8GLoRKV9CPhvKuVo3c9BG6MOW0nm6VrntqzpjjTkO19JlFNFcNwNWwcTkOZsmsUzLPD6F2cY
xFPtNl1R+xNGTN4s83byAxjbuzMwQX5zyUNfZ55PvUPYJtCvQIZe6GSmJRBv0b0/xjSnZuh2DOZ3
qcsmlnax9G8n1gxdNvjY3zj55gPqsvayR8b3tCb8oaEM2maudY2+8dPUODqDPvbdAO5lIcFd+LX6
bLrmfsiuGxLVh1gHPItGslTprOvglau6+xVVAHUO81DlUozA4kHCMgUbCzTkJhGqaC2L9bk7QCAx
jSzRgDg0owuQNtWI8AUwljulMWj/8dVc9RPcMic4WFxKDNisgscVTGKGebX9oiWz5ezHWfc2CJpK
d97DWkcSSqw16TgBrx6oDAxsuJsGE9BhaYdRQbefhMd+cBxO3fUwN0t0CZ1NtBTR4THqJ6bHjcjr
YLChBYAN1B94IiRsyzQ6NA+CR+zKId2E+JTwzfAuGMebMfJ69MgGZa0pc1wbUztY8oUArHtyuZ/4
ClVYC9N8pDyR8i4NRpnXjr9Uv9B/SOosoXSB+S7yqxts8wkFjBR7pSm/ChKlb9DPxPNw1xVPaJ3A
JkEC1sxoPYUuy9GAVs+YjzlPkxTt3p/n7kbwGEF3Daw8qlnyYrejd5BR7xW8ASYppbNRET5YQduC
B5vyx2xXGEG2YZ15E/WLCZRhN50BLRcZwCx6D6KrFpllz9rLpdubHmabkPUDsz5aWDZCLuYpav3O
umP+5KcGiP47tA/b3bwuAAguiX1pJtu73iapV8CrkK9RLVGqjNDDFvkczf1aUEg4o/MrG3UNrR+/
S8koyIXFbAJTt2iw89BXvBQ8XB682R8u3GmSQeoCdAW9Qcc9SH9av+MJIE+bOBHIQZvwE+QIyQUF
xBXHGFuQPWlnB2rW/F3AZfliMpYjM0nq+s51iffcC9v7hlzbK/BXzHfLi0xBooonSGD76NWDkSr6
vLXyHyK2PEiSKNRd/DMbZJ+TpH6GBvWakRiUP7e5aa3gGY4kcWZ8Dwkr6O6ZHbiAu7Xq0zzM3lUP
jbsrsBNMNtXDko7chp+iCznnTwRRtjk0rokFilin5wdBZpI5Q9XljdXNYNIEBAPDsQ+aC0YBtiz8
aEIzUsA2LA0IoePBaSfHuqZkVO59bRIKl+xatj+XxJ8AeajCn7Kyhks7xhAanVNWYmjTfaEJcPWh
slJtIsC7glA8Wn1opXVXQQFkThDfIzu5teamLpG3gvC9isWkDZguEKSTekYPCCjEtBE+mE3GrNxP
XZe/LMuivseJWr9QvwtLPxrUlWrl+hO446+6ndVF7xh3SCGV3gNnJum3sO5RABuIAuS2Gd2XhnSs
XF04g47gdhxgavdUDTJ48pQ0u2WqrhXX4oszIzkA+tf28lBM/Ys1wmIMdXQHonKMsJapkML6sIZK
ukkBB9FN6rld85MJdmd3VnOD7xfeDdptmmzC5VepQF8jR8fWw/OrAuQ2YfwLes9hzpbxYhbznrWt
fWFrOJAXidTedYsUuaDBMN4OUOjD0N8PutxHs6JKCe8MVKTUZsWLGV4qmJ/3yuvB4QZVNm1jvnxL
OmbnNmRwPYJ+dcrbeIawJifPre/3gG/yeNyD5CJyUMDZ7dqLA3cN0pENEkqjQaZ90wFcPs9WVtUJ
u4oHiewztvLBq5zMkQkks4T12s2Tvm1VU+LcRZSDguGvWjsaotXRHCeHCY3vKJfWiLGh5mN/GEEz
aYquWxIni9Z22FfOBh4RvlDXeOa/uF1DmCpZg4PXKzvjnlVICzIxMeuyBcSh0gqS8T6x2f0y1l0O
iPpzNWDo66sByaQnXypVLanV4PsKZkH+D3Vnkhw5cub7E6Ea87BsDMEIjsF52MBIJguAY57cAVzn
rd45+mLvFymVqjKlVkn2Nt1mWsiykhkk6HD37z8+pEt1W4rSuFpqr3n0za2vAXvK9SUreCvDKrDT
cO6JTHGravlgR9nO5EjVxqr0kHmRz6uMLhIoWrFpMqOOs58fMjbgOM25f8VW5gMc2aVg8VsOFy+N
8zXIwZC47USF8MRTpXI62nqunFy+5WXb1vmeK115YQ+ZHvbToh4AYQ/VMl0ORl/dr0SFh2ZVr0na
uQxzgszCR5DlBbUwjnKkMCO+nMqmiGOCQ3xW9UwQSmPr9RAugzlcEB3BJt+zmwer4Vwv6ECjjGLQ
ZDSt7JUTJ48DIc2zoVumXVtIPbZb13vX5+Gpq1zv2i1T8UHbx3hRq0AlTl/mXFnHQ1aJe1vzy9c0
l71zhvwggxi2xOfEXRlrmq92BXUsT1xstYs2mI1L6rPU+7yNw8229mOsU4fRnL6zMj90U2HRtNSQ
X0EOt/mpq0zmobF2/q4eXE9GOofBwSap9BJZlBkj1m8vCmGKr+/I5b8F5z60Nf/7GZf9Adn91xDf
s6/2hJCOP/9T/wMhXnDX//gNQ/07gPc/t6/h470Q//V/2j9ivHzNXxBeR/8F6xZ6VWBKnEwkcv0G
8Nr2L6gyILbRzunfrWR/w3dt4xdIT9RVwLguTM2pwe2v+K7l/wIBAH8DCX9y+WMP/u17+xfw3RNb
8Dtch4ILexeSXThWJJgoTH/CoracPXSdcz3xNvThWp+eciOI0P/DE/nrp/6AIv/IN33/GKrhKEWH
7zYhGn/im0i2MIwNwJC7I/751bO7xG2YeF1zVc+rZX9TpqJ5EZAh6cZmPboi6yD9jfLdXaqJDCOZ
iXhqCnfPpf4kzZ9kSBvWnyX//kg1f/82CU/g+7BO9k6SZH7kVgqMbaNZNmYC8DyeYZlqxrDeguxi
npavLK/Sq4JdPp6gjcM/eUKnJ/DTL+LUCglkfwpTI6Tvx49uhKGK1S/NhLCG6k5V4/TMkAwBaXET
32aPnsZ2St/rNAMfyfUJOjXnCjpzc6tdcPZKrn8COv+DpYEPDjEE6D/L7eeKV5FzKdPJoU7WwaTU
ddH0cld5df35z3/yf/Qx5K2AkrP+Tmv+xx+8B7qr7XFakjavh4OYVB9BW/2Z2+4ffgrvCwFy8IHw
3D9+Sut2TW/7/ZIU1RZEhFVoO19PP/75j/IPVvmJlIOxYQm5DOQ/fkjal8oPymJNqiK1rmyCIeJV
Nu2dSTcEeosU8juwq+Sff+jp+fywcNhBiCggrPwUfvR3saAm6QRgi6kJ2qneOjSnx80385BSmOzN
bBtgzrXECltbXRTI1nn655/+d8/19OnsIDRPI5eAiPnxR942LV/GPjATV1ZHh5iCo5vK+U+YHvQ3
P/+QzNCnSF1InlMerP7T/pFByPA2jiLpQbVjLDPqSrgZ5bKbVW0nT7J4TYO1TGyzGa4GZcEJmbXN
HrNVcTWP8PbL9NaBt5UR4y9mEVta6i2bDeIDU0dd5KWqzknyEySLl9IMU34iL92WngviKm6JJeq5
SjJivaa9VIiBSn3EZT86hHkKWSTScfE4kusi3VBm+sxYuBbJMFnmxTg41S2eQxXBEbmvZMRsZ0IE
XgTXLn4FEdIe6BFcd3JWgKv8mteoPF1sRe9Kiiu95qoahAvQtVo7pxu4PPfV15qN3Re16VcWodvn
s/CtlbKKtE0wEqTX9dKOZUilsHehqyogYo+I0nCS1vZtowrznHb37jxPlXgcef/7MNOKdSSH2S2A
bs2lJnKoM15nV6ikmZpnCagUtUVP8XZH6u8lsDeKTHeaCaLN5A5X2kisAtFMO+42XexvzbQLqlU+
UxC30qJcB7EGcHKto8we4mqU23tmrNyJhxF4V9Y0zUedXWzJoOb2DgWmfBmtiuT7vuhQjSOqjwt3
2fsuM3MNoYGZsesPGKusPYkk4uABqcBvO1p/TnGyiNxiecnbQSauBYLgdACGHZt4yCltHAZmq4MQ
rhFvypeH2Z67M05p765b9TcybbcjkPFuQ8YUM4RNRyFmcFU1ucmkA8y2dqnHplIhs+H9Omt32IrW
A6jFrhy8NeyJediKsbmcUXDYUkDQ6bUeumln7wcNGJoOo/lyWuwiYlyRCZjyflrL5VwILU20vh3f
vHnaWy7OyW5mBXWETTXzZU4eczSr4hkjRjyW+sVcmB9zbYC1286xYLoVTFeUPRVEBVCVeHSJzz20
mk00XVtd5G15bTTCSaCj5B7f6Jsv9q1oP4lEvBy1+anJpuFExZynevPiUDVz8DOeWOU6CGZrR8Zm
BuSn8nSNHCRaRVgatF1mgzMnxXAqD1vGJTEYJp0NCG5ixGtt874lenyvDULfBzNAWWnTVeDCHgHR
E4ThpACX9hiXuXWj++K62JQZIwdlfvMagdHk5Ng1gSau7dQwoXiCw4hkNp4Zvu5GbTEPeS/TYzqU
H4vv0py9zvLKzHOZNGW2IHmbtXDWhiqWDS6gul6vyDGrQLukHjkdiYF4vS/WXu17e3kdySvd+0Xz
0oDKhO3i3IitudVoHH8M2lYezUoPXuXcbwehVzfUjwbHpnbWqEBgBCo7bIk5yG8Oncor8S2h6XRH
N1vOmrL4ls4bmLQ2wOWl3RhLzRmiacseyYq6bJ2lukhLHlpgvMmik3Aw63tVoj9m6vwAi9gbo8Eg
813AFZqFOTHIMG/ZcAOJBOSJoZvrT3odzyrLu8j6To9wAaMS3LpnwK9vmu+TjqTyLa4qbW+DfFyP
i/ap5VYaVU1AOa8lrPVm5dJHC90K4l8bgjgfltY0pdpucccPbKe8eW5+RrnqG16zm7Ydnv0i769c
2ld3Wg2V4p42wdU5mA499UG5iLO1cKqwxwldGqkbMp4l9rLeGlvF/Ls5u1ajsFTCgPA6VcdFb/3I
FJbDftBFfh6wgY/e2ThM56oXH0Ks57M3W+dONm92WK/vstcI+7AdFgq/YuxgzwCQQ1iO6yvOk+t5
rpukVwFA+OCkiW01NvpxfeT7CIxDoeePzSheaBf9M6sPd8W/O6uIQCcjhFfSxc77cyJFNVYkbxRe
lwSatq1Uv+Dh3emLtNOdU3nal785WTWGaljhmAJXDkXSlXW/xbI1+3S3TFN+VxQ1ayFdLKpkYM7a
D0WY2DsciofufdQJFJOTephpn/01s/vWjgxN0yj9qHraUPpxXt/WIsg/EHrqWTQiZeNS1eAF3GUE
kV1RZlK/Y07Q5mRpXOezWblyF11VZ6GqNQNRJ4mNv3qVVr7PducSj9z6pO0aArFnrOuiReiXeaO2
k8VSf7DkzJuJhLkjKlWskiadXM4OU2JxbFuym6I6Q3UnU33Gf0EMcX1ejFI50brl3Rj6PuXzsTan
5XVmL/6d3k0QOf5oyu6wULnwnmuYyy1vdrd3NVdLxqHjFNttrmNfSPR+6PS4JbfXjwPEfl64emo4
daGVCp4M4YO3U37afqa111OzDltCb8zQsJnZ6VTf+LagFL5qa+cRnUg1hJo5kVZip+hHBkeOPEwN
0RRpg2ZwqZU5CK5rLssQdpTxgWylOq6qflI+3uBAl3cWam8SQarBpvra9DrS+4wA22mt52kNAjPU
V3ALksZkd8CzOZnWMp3jZCK0YLAUyaW1XgiBOqGxmpDErfJ58TQzj4tZBmWsTVTtxp5JLxdkdW2K
HYEGGKEDjybo3eBM6d5zM8eITL309NCb7cWNStEHK93Ic0VTmnlqkUCM3K2R66XZN8drJOx9mvVO
pOTaBrGjOcUX2fps7/R5N7HZLVUX+lXVcDnIa9s7MxH2L8mgE6HLsS3tNZxEVgPE1658m9cSfXZR
E+2dzCZHxbW7ocm59JzBT+letJvROK982TRF1OjLQCTfLNoyluOyyljLzAIy0pTbU+BLTcUBE+kz
7E9hRWlOaGRC35J9LtzeHuKlMqwlmgXhKdFJb2ElU73Mj0OjsyW3XrrcK0k7W5xzGnRh7yAWCkk3
9257OpiqOCszQp+wiUwTZu2ytKJtHY2kGzYz4wFm+hJhQhrY0Cm6McK19rOO1VUO925bTC+5YWi3
rrEtL/yT6FbKXJSfM8Pae79Wy7u59s6RJT9AxGuFM+9X01sg+qAQblaiUM1wBhuvI2PGqsumZHuv
WY8GK0SrN5ShVJ6klsOgXScSeBUEvwx3uihmtZzEFqP6HAuHzU1L54mj0coV5mHHQNXRa9K5KzJv
APbSWi5QYFZ+sGML99zY6TLxrGk+7eRE/MwFMyUom58p8a6NckzjxTU5wmxjKVbeoVF7gs/mQdCY
sciEcCfph0ByGPi0rKVW3XCm8gaSD7I908yUloZmuWxKr7M4z1TaQo5O+RbWoNBTqFESeTUE+or6
BlkrmRTZ6L8pq+lZ6qY39uFEesNNm5WKOL0iKJ2zcaqD8ns+EfRwaQUvm+6J6sJwqSw+F/lsc8Jv
bg6D4bfCJMFLXw5cTPx3xx6Wx3VoyX81jIpiwkI11rRjm3Ce6lXocifbGuJm1cTGBjZPdWhO9HiF
DfFS3yrCfRLUa2t/sWytdq1WPX3egsp0zwNWR5EY/MIUhzzVcOeLLYKNAPlsZlgoFjailXWo9nCy
gRPDNKspoZVwvVkULC869TK97WHuqogabXpvZcM7EzaSFpJoJWVV36Hh2kDK+eV9Y3+1zZCsB7uK
J6PXT9rjwkYbIrM8WT1rPKJ924obfKBGf1bSc3ItncX2I2r7Cj1E2KzrIXxa2oXENzVl0oFsPARO
YT9UiKIRLbS9T7SCv5Qd5eW9unH7dfgIFLAte7zbV6GODvqWKUO84NjpqrCVjnVj26k5xMZmZB8u
S4S4EcHw0Pui96OAjmE6gYJxaCKcmID+a+qTfm+YSPe91vMyXkZ7aSIA2XK46HWli1CvcvUBE6GR
LAiI7cReR2A9MDKaCldbgrum3SxSFVy8auFGKtmlIt/41g+0/LOzkcvIlcEFHqhBmmNr+qEufZs4
aB0KEzTdkVM08JO9YoLaTIhT0SMBH6vucTWLKU+kUVXIF7EN5VTGKy/gVjQ7zpkxTumn2S/2F+Zs
qmMsS5PHyW+1LxII5oqJjxzbmAoddea35CDGTWc5b3qdtUhSMJo+1+z8VMzovWyTYfBhKhs/3drL
2hjctw393d0MOD9AkbYA3O7q93boYmKjw94jTzP0QKUf2aULJ+Q3zc2xWlP2MWWNmzyzl6x8rBga
VJwXhOocPMCxG4Sx4nbQ855zwGldeKtGH8uog5vKoYNn6KGM68t2KG1ZvRN3u+wypRe8AZnPwRRg
/gtrr8gfJ2eC+2rdspoS9pC24h2xjBpphCZdSPHO7yKEXVMVbR3wUQiysiX9mqsH4mczNADjhhaN
fYyFdZplkGg/mKlSd5M7WzhT/Lo+qilQ3Dc4WD1oLm3iXuQyNsVFUVUfuQyKImopmiJGcxzGp3J0
/RtLCNuKYFYNBtUmlwVFCirPok3m1a05lHCtJdIkOwycFuFDhauArXTJ149OmujBam8rnyc5Mcss
3sSJrmnSRiABh9ufIYju8wfEZTa3fZG/Yrp38bUITV7U3lw5F0pH1wE3GtwNS0OZDxwmCktK4eY8
qma7Snf4rpwumpaq7aMsSP17jgt7iEraF6xIOwnWT9A/IgVNmwmkwN+EeMrsxPuyqLHC7lGN/jOD
UTHG0Jrb9jimltkcyKbKzr2T0lWaLTYyiwNpifCTp8hyAdDuO+EsQzTPYnKffX+2ycQpt2ZT5FXI
NRw3HY0gganDuJsMM31xJrxpF/R7qttqRimReFwg5jCtJwQpZj9JljSXuDMLgZyWFMRdvFoeYcK7
lX604Ap17aaFPrEVFCtq5DIx5Hrm1UgprRNnW74UbPujXu0s/uBsq8F2do259PeDoCs47AuVf3mF
yUGosDxA9ub55oQu9zk0oNowZ0kw2tVXXvZsIGbZZ+7p9iLO86yeuhubWIk5LBuy1+J/Dmh9T+n9
AU87FW/ikiWUyccM9l2K+weLMSE4CxUs2ZSMCJ0fTDvDW1IQ87GGXttVOxRWxkPn1MYljpwuMrpp
SOa6m/vIbCSvSxWM/qEPiKIaOq3TQsdsShXyJCC4hbYY30ThL3/5nv8tXuZfI11uuq/mfhq+viZ0
9v8bmBfwxv+eeonaEbX9XfH5/gPzwtf8Jq43f0FxaBpE9uKnoqoaRPY3cb33y/dcWVwpWCc98ODf
pPXGL3wBHTnEjGCrRwf9N+rF+QXnOfGap3f0lGHt/zvMy/e+kt8XGkkQHiFPIP1o/FEjUyj9I3Sq
1agzqjUod6qFXQedklOi2mo417g/tFFQr23c55V5PVATmGiay82v5cZj1aKlm2f8s9b07779P35D
HpcEMjZPMOupHePn0P4tIxyvlCTtrUSIPeSjbx0GdwzinBT4YzPL4ky6RXDZmg485OlK1Jge0qti
2B7+8Fv8B3QRJO0PMzTPhhEaNTg0jHcypuk/kQIu/bBj3k9mMgUocza/5kVaZHto1sy4QHH/LR+q
JVqGYUHe6q4GWlQcMX4uvWRm0rzcnMY4OrhymDIt68VE4HPWU+QEOMdVnuCu3cy9v4qBhYKrycuW
3eiusNibftc702dqjoAm8PWXsNX+VTrU+XU7rvp54HhTNKKY5R48FMNxnBftzsvb5tpEs3wRzN0U
pkaHrLDijvKrtdguYoU5vaCrrLnCN+1F7VxdtGoaz5S+obvQamriLXSopxuhbMs3vhFrrzn5+o2o
CC5Jo7ZF1OhaUeZldzRvXSxYs54qKsh3Bcrd99Kw892SX1eVPwFuW5+eVr5iT7hWefcITODtesQ1
7E7FVdnm1YsvOm4RpODeZilFJN7CA0b961wOemaFutGDJHPWXm29s8WWSpddmTvjY6OakhrUZiRw
u0VfzfB1CNZtCYtTolDYmMy6RmndBKq1P30M0AnAqzsj6P6se58BbPU1/SadNXWrsFHy/GhVY2fX
169my07AA5dpLpelGU2FM86RlyPCfq9UX1TnDsy2ZuRFuh/QQpRqu3Tddj9KDcOHfKKV8sX1+PV1
WR+EFFK6jNf1h7YO59ZIhaPpvrV9PgG2MnKDfej7bKr0UHbtcCH00aU8CJchzoDPwE9FHBhOHwat
OnQrPi5fOhO6O2s6mx2mKUmOXgg/daGLIH80C78kDnPSsNlWUyw3IyJx60ME6W5cDP2Qmw5owETX
k0Ly8uAFhRuWeX+ZQ0DttW79JurMTehYIF5VEQ5gakqPBjf/MkS3b9fmpRw3Awg8nfZdxzEylmLa
p6Vzny3tTA1bv/c0zt8TXBNVyruxUAdUIZBff9AnXU/KpbtL58FUiHP1yGoH/dhVKNp2Mx6QXUbo
3TFLs3W/bnPwSLoIv1Lwjsut09FS9CgkzxlAjRuugMuxsAiBi/zV6y6MYXSP2C4lqnY1nFbyoOyk
80rHiWaz06p41twNGHBU+UXLbhIXpq/ipqHqMTTn9b3Q9fJWQ6+qOac1uJW25l2NWWshB0UQl164
geyAGaWrRFTUrsZwgUnhJLoh6XehexBjOtlp/WLc6mCo235oh7XdedyAxjNbEZIUzn55o4DTwCNf
mq09oLp/0DHXxpPMimhK5zSiTzgNy02N0eZsOn81784tWzl3q9jAkLa22Zm9yUiicS2J7NZ8r5BW
vLPhlUdKCKuW25KnHyRJNHmUlavzVqOY/dJzb74N/Fl/0GTWXBHQe7pXpV7/TWvTLWq5zew0mK6w
IrIyHPQuv5oMZt5+Wcy9p8Y0ERg+DmlaUItQTdsZBfD1HDlLju6T4ofnlbaiUC36+LiiaTrzA7k3
jVHtTVV4vxLWVyN2NdT42jayv4fDRgE5SOziaiCbjSB1Q10jasnPJKkyp5YLVP2Fg1a10dvmbOkt
GTkrCw19DEiz7y7lXcMKY09juR7rxZme8pLShpAbd9HsZkcTB90hOeRpC5TrPwiGBP8MlTi9UaGf
O0P3haN5ScNmFbBThW2LXYAujY8+1RVbrM2K/alzrrpGp8y5biaXQVE3HlKvuTTX1L4pi7Q5+tDC
uOAz4dMBaxsvmFKSAvCTCoxmmD9VZcwRviRk3xZdTgqgHiRjkmdtF3QWJ5ZQsVgclYj5FKaoF/bB
oksYK/1Mnn0/Lu2uD9LlHK3nBiLRzsZDlba4uno5rliVPUD2EG/ncsRZ/Gah024ivEwb+8TJ+Vl6
1SNOC1TFczGbVtS0QnyunnOP6BJBNGzTcmxIwTiyZJajN+XBZdN2OcgUAb/EQSEGfzjVDjxoBX8p
8CvnoNJxiE4Ju5fgRlNowx3d5/6g9iRk1vfZWlf3pqsded/VIef5X8FmraDiqT5cZdjmk2LUjCRj
z8UPWlUkv560yKLJ3p12xr8xSBa43Oo7krBkbPUWBZ6i8vzLAO18pyzinq1Sdg/D1luvK3mVM2aM
wJjuC623o8lYs13WSlGiCpvckq3PH/QQzq278nLbfe7Yh5BlkrtzxSxVR0jQES80OPIe+omU8Jip
ML3j//VnakAnCD4RXKq2K28RfWqhR9fjDJowuLeoBlGSV5M20KvYN34Cz7HdNC54by5t68xwNatK
XAp+7jQsLKbflY8OoG62pxiUbUAu00O9epekLFjML+zMa8Gsi8SsToLKSHlfpGplpKl5flgHUR4z
MRAxLImtCjZLP6N9ZmNm77SnsUNdp5n6mZbaND4NqXOOWVAlmV32r9XWA/+krfWKql9FQJukZKQa
c2CZNw/jIHpQPt29ymu9O65+Ja+FNgQ7N7PnM7blgGfKe5f5vrtbOTaKkAwmSEOb7z1cDfTfqbDY
tQrxMrhBeTfn3AlbXQ1Jtg3pxVb60z0u9goKdNZpsewqzTrk7Qw5PItZoXg+oWzkh3SvKJz9S7ya
D3ojunek7qzDBdiDl8F/LwFFkE6LNj9KMLUqTpEM7ha9qPYrk/aja6DU5a+a7q019LNCj7PWz2Jb
jDxyq9o5d3JNi2UKxbRJpqZwdSd/iF3SLE4yyXw4d0bsqLE1WuO3CftbXMKv9hizdwS3p8eB1tyd
6pwxIrKzQcFYdVe0L5nf8jLQUGqe3kFzq1gseeNio2BQC1eAxr3guLoQ6SyoOlz1vUmQZ2RhNYrX
XILUFUH3+n2DyIpipmk5SF+3SvlxNQXpdWf0tcUNDisYPs6moM1My+2IldUmKVpT3BPS1rPzTVmz
faW3lfkwTLUfj7IwH9AY2MSz82RpbAig46f7tK+mb4WUbAWuq9hm/Gk5bss8Fo95t+LiCRBe2nuJ
7ebQWVmdx7WP0CZapnQhAynlVucyMB+/H8u9OVaEcqC0+LXJs+AyaP3xWzMSJ9qGVsZEWgqdZ2uo
VqcIYxiMNrY8Q9KX0U9pE21YCZddnWXrcRgJXut8Q72cLL+RLrP0mNduHYTz6XLvWFP3Sv/eeJUG
BqCZDTmK+Yo/5KZxElg6oIYnPhswTlOqeyWKk5Cfdsb+G2nC4Qdo7ZX9Lei5LeQkAX3mTl3+6lql
jT+r4cvwMNgHv8bHkyjkr0ccrd2rX67dy6g01mfgic2IjcnlP7mywxIm9aPk5o8ZoOfDC9Iwowkh
qoHTh3Povpa1uhha9PWJrbMxZevMn/r2nB0DMRDydnr8WSCDG9vp/zKq/Fuj9/+PJPL0QX/zxP/P
MLQzh/73I/d/DvV//d+m+GHg5gv+Mm/b7i/MbLTn0kPk0n/9+7htW79Qou4AhhKAeIpzgTT967yN
1PE0a6MKJJsMy/ApGut3qSPMHflPPlnPCNGIMfw3pI6G/r2S4vcJ1yOviFGTVGzGevxLKDJ/HLmZ
ZqeV4nGR+ENToFbp8hgOVybdhgYacVOG9thCllh40yN1n/6ZWbtvqDdjUZRXuVa6IIZPYN0HPBrP
1uqej3l24bUrnlxjj/ls33b9XimqNlZGv92CYHrImvqp1Mb8ohTdoSQLcKwDHEnD4MZGUFRvFgUv
SGPGnVdtt6nbpbFJBu054kc6NbJ3g3TnBLtlCC87h7mDMmLxlo8sZVu1YWEi7YSIW3l93/v4BoUf
JNs8PmlrQfpJp9Shd4R5zAdjBJ/d7sj7OMsQU14VduPfuaKeb5XYBNkoU5UscjT2y9DD1SApHFOt
vZnb+zFtH0/V3haw+q1ZZkR994IL7bzIkEsQUwntC1Mp2p1IYS0bjqbHUe9usrRzdkFdXnezNe1X
mXW7bbGqj1HqeN0McZDevIV5PbPNNylYvYa/QayveDcd3EiojbZ6uZQmqPVsjDth4DKpCjWdLUxp
8D7ZfDGUuART/3G0NQaHeoL+F4/Lag772pLGrTnObhJYZPnKHjZv1e7G9LWVp0v3At6NoSIkkMGL
dSQ80+Y9d9r4ZZmzjE6lnBE0qR3TIxsrT1GQhgVAWS9NDZ5t5ORQe11GhXKFt6DrSP115nuzaADs
qdlqw6UdHgF9mtDRqiD0vUk/2SsnTLL6Y+Ajd8mv10nGbjm+NB1QsguzZKRqP7jZpTuNDBujjSAH
6DoUjYimVR8iWxV9uMGGP8FwBdeEGiIr2Lo3VEDqg+FkJN65epSDd6dNQb5FjtiOtVgRVhIrGCLf
QDK+CDhYzbw0oVs5IWgpg00Ppy31LmkWGcLUhKfIGu1opOKrwbRVYn+Kuto9t1pobB8uMsRFep2e
buyqAcQv5w+hP7WDeBr8EsG6mOVHTl94mBblhMZeuaHdq/SGJGIiyfRa25WaGvfekssniabtnECV
NelZkjuaVO465WtR71fZ0Wo4EgVYOqAGtu3ZVelXUbFiSK559EkmSwoxWLiXAYLA/tDHVppL5u9m
7jOuk0lnp+sd6B7yNr2G4kBUY0QpV63QRCR2EfRLTyKbV15Jw0wIVrbCWYpIpodTScFVNZ5sWUP1
uOFWjNi/IvoGSZ3MplvO8O6lWfwlok62evQk2Vl5a7A4DRwsa+WzUOikbzjTYdPnOzn4/ZWTEUy4
en1965jrR2CX6sq32/oc4VTDsCYK3L1TT9p4NaGoGVzCx8Gp8LXqjddf4YvD4gYq9TgXjJrUIOZU
aTrNc+mYwXH8zvWsqAuBErs1xE0/f6IHqfcrBzBDCvXfRCbK7ZYdU8SFMRUMSt4mHg0tNW7Kpvdk
XH/nlcAkcUu1zHx3ENrLzYTz6wJkobnzvpNS3neCqgz6gbBMSMKI6A8yGhcx4wXZTCdBgqEegyZn
rxq91H6Db8Py1TE/hyU6LBXO2YbIoBlIfg2swXovMj97HryusnbGarfJ6E9bYqyMC6so872plax6
21/qw+hisoQW1YPEwBL+hJVDxJvvGRjpdO3SBdhwybTk0ReicK6E36vjwnjzOWKmw/a/zIfNKaYP
0bfo1xq8kzuQwOBgtLzEs9aXH/ZMo8nkDdu1QXJ4TsoBntOw21x4a/I3dpszBysSEVc+YYLPLkdn
4ElmW1rGnr15ILObvTO61uDbVBQZW9ZgXAwz+hbJz3vQ+3y5tbbFvVt6fbiwc0d99UQNMGN48Pfr
0FEhEzTro1d02kF9JzS9qeWt8sXswew331ZQ0b2ORPBysHSoJoMOFGwmwU7LRX9BxqMX45cU16aj
+S8ZtptEA6I5g/0GYsOYA5uqibqNsMyk77TXErJZ25V8E8ztN6aZTfu+NMZb5C642x1ZnaVscREO
sCxCLNvtGDiqR6LzNdyKxnxwCUQ/30ib25WcqyhmvtO6qwEnt9aT81UHwric87J5m74TwYTAFHFd
Of2jBtEWobT1QxMRDf94EOY5EAQJd+7lhCboKh01AMEaexO7dGP6B1CPLQrQvYW5OY9nTg4yksPK
onfDloekEqElaACB4MhIkpY77GVbAjF2mNsv9Nabn/0c4VDmgD0VafY+pbmxy1ZJZBL+3KghAXW3
zMKOKRA0kmVqPRLP8vFj1QrxkP0/7s5sOXLk2rJfBBngmF8jAjFznvkCIyuTmOEYHcPX90KW+iqT
N8W0eux+kUlWVgIDg/vxc/Zem5S0o9kLcVqo2QFNhxpb6EgQee/Y1YHjacS3n2RyX+t2tW2rKr/W
ot7bIrAYLu16eLCdpNtTc9u4UUObI5FVwDRz3U2XDpA5XKvbSHrItGZVfc56lIphZuBTHmb4keXM
BLTwtL0Xu2IbZdJ8hZTAuxfNSy+p87amFj7VnHo+rMIozricqsBs/BttLNSDrcHnabGYj0TLGLJ7
CTW27WryOXOA7VDleKBpfmhMdRclZoA+ZTFKc5JwvHe45gHSh02GZzozync5uscRjOUqQZJgYXRE
SGVsqspdJhZpu7GipFwV9dKGbITH0dbexcp5jpQ54s1W4QV/PPS4/rllvBFaY7/xCUfYezghv6t2
ptUkwvSxGye54qjUPoe0zCtXK6+KydEWyCFuPwxnOBGs5MkblU+zrrNXJJXYAd5vf20l8bCyZaof
qSFuLfQj2UC9ldjmzhnLwHA1xcDevSo4YME3XyPy1jfZkAhGkM42d7RbpwAOMtbWbaxZL5Oudc82
+vKC4d3ZRpO8xwOyr/q9GYqNZ7dbC2zNIffCTWWSm1pOQ77tyCv0kLcd8GJ/aHWxiZluromOzFZ6
T5e9xCK6KVpoFla6tzqFPt+h1SYh562d2k4Cr+BkrusV/V2XIiILgwyr31BU3qqe6u8e3y1Gidux
uOvdYe9ZzotPsigq4UtdIfUenQhDz7QtsJ71/rdRTrcN7IdFEMkYlUV/Q0YkG/lwGXvVZU/R1Sce
Edm6um7ZSbNU5dsIEQd7666rncDDqR84vXA3CdC1U5IX20xfjHOt/4BWBaGBO33oLaIHhTeQhpk1
bgSkBirUNNnYiJs8Ye885QT0urIj6pWNkRQfdST4h8MdCekMvl1RQUwwxRas5MfoTA89wIYN072Z
2oj2RBTtEKe14HGLcJOoqiLaru33wiF9E1mIv7MTfA/sfdqz3hnJzoqQafctVoASMMJkb2afQQVN
NICe+mzfegkoupa2SGuFN/TNaQh1pq7vuoE+X2+pmzAx5FVkeyXtCm5XWSWANCbrVDdIxoqYBd2L
GegPGzF5hgzwI97PmkTVF8rpbgICywvfU7zF0Tl32/WA1mjn68kHTkRG5ALIPup19GU50ld3wNu/
Go2BrcOZnyJ/REiD6vGiQvzABIxzCHi9k6+l3r7zI/dkq6IscSdo8mnAM7qKxmI4ILLDxmCpeT8g
loWw0zS7pim1Ne9u+KCHhlyr3Hev+jjuoE1n8tiICYejGBnlJ0pbVTW4FBtyxy7KO8lyGl+5OimX
Tt6Ja8PX1IXp+qDc+r6+DUs7frbY3rai0+cT6tEZjb3jFWep6exp5Tjdh15eV4FQEVJBv/bXyOeY
Zi2WxdEMLQrpcWEcKu9IN9haWw3FaGtMSPwdN1Xfh9Lrd2mPXSOs5+t6rhELm6I0LqXfoVeoqvSI
uNMAohCG66ou+3U36OKpF3N2FrmTXpfUWBujhBVQVXYVdFrKkIje9o0riQQXZq49swR4r32W2acR
u/Dad63+5HXcnkHQ7pym7C00KYGdQiv3WKg1eAMkQ9vdtyIqsSSE/bqvjEevKndpnASu2E0zsI7E
OXrzB/21NX64D4j7WM2JK1wxHQncvjg3SDVFGl2EgoU4GxFmyHDnzQiKNO++K9R3qm0CMo0YKI81
vDRWmGybtLuKs+vJmPeGQz2Ff39X1ItFzZzw1DZhqnbNoEpEULN3CH3UrG3DvqoGVHVOX1D+z2ot
uvoa91xnBpE/0zNtItrJWCSeJcSZ41DMEIBSiflitK+bBLSQayF9oJtIMR5L7V4RXhmyMTjRNz3J
qqBvu3mTOUpKqvCs4gRTuAHx2PkNZAHnKtHUvY0FwcQhDJpr1QizfumFhZaqgBO9DvO6fkc22QZ+
qRe4TNr6udV8fVyZhLzuqnZMdnnbQy0wiuG7KDTOz2UV8h5MQ3vG+DGtssoOL8BZjHD8I/lIiHd+
FrV8yOjk3TFrGTe1gaRuVUZje2ZPZLOIpHfs24HznwGp2qFj7nMwnywXYAYN2kU0ZOlvSdvrBms1
s7/aqDz6c7rcOvXgfYyehX+st8RifHaSPbnh7a5ZVLx2laW7Jsybc5kwsBvtqt/FsF8ONPzlo8b5
dmWk0r0bl3xFNFxqnylGFJ3fVWCDwnBfl7nL6BJ+flTqzS2IR9RewjJOqJNonCq7yHfO4noxFv8L
XTOysAbnmTbxjpEGt003W3djo45bPAdeUPvp8KykI1FdyRmpyuK2MZvFeTMYOCSyxY4z/3DmIJ0y
L+PFroM9cWJlztRTy0qx1RAbUKaoEObc4vUpVKnQMDHVQqogqVgS7yypvzixDwyX3Th/6pngLV+o
8aJ5CPNWcjEXaeHiM2r+9hwt9qOCLe44LZak2Cv0b26I+WCld71/FIt5qZhtfEzIt7RLtZibcHxa
U4AbKjwWY37hMIv8LnBDWYstam5sExPOYpVaTFPJYp9CgpgGoynwVM05bUoCdCdUSI12j6Ay/UgW
G5buRvOuBNv0ggyczUCDkVPmvTgJvU2CfjFzpT98Xf0Pj1e82L143Di/wsUE5v/wg/mLNQz4MS4x
D9n2jfPDOwasO6BzhJ+sGDz6TYvJLFvsZnLsMO0vFrTqhxtN/nCmcaO611hU3zO9F9f14mKzLL++
8BdnG13y9CX9YXcrMUvxIuCBczx72vjT9Cai+UXZ4TWyTRZLTZ66vN1MRe+ufjT7/lG78/9PpZEw
sT7/977nvaz77/lb/7PQ6Me/8m+lkeEa/8IPu6iDoDYTCfQfpREdzX9hs7YxcROPhD3qP1ojzfuX
TYws+QzIkMhFptv0P81PbaF/enQuLAMEoY9B/J80P3+0Nv/T+rRd0tssKkZm+FTCYBA/tT6ZnqDW
cCr9Thg3Zn1VRptwm5Y3kzhJcSLwwtRvq+g8lSauk3XhXFZF0KbbmfbMqnmiiJ7jM07CvmSaeoyc
NkDMH31Iiti1fd/Qd2CRXav02gUY10IN20TWVRGvR+PUOdeqv/CHXTTxKZ5rnwaMdXDQNXigsjhO
96s0fIibFx0eU7Wud3Jcd8q7ZypAugNcovRol9dJ8qoZL055NeoXBHy09VUursq4XekIlz3nwsge
I/A1Ein2ZO0nKq7oDuocnZlVfdXWR/RXf38K9OP/CxmVvvRPxtt/31HBBIrgZQ9Z4CeNEpVGJz0m
eXdI8Z8paZPNGFnuyZzdVzghq6zDQVhr2+FJ42u/cE38DenAnO2n1/A3WqnPUikerEurHQeuQaPc
EYuS7edIlBKBc2W21nyXxeLR6A3v1o70hJroZDMnHDz55lQWK+2orYWHxESvxNoGL3knU20zK+Ph
67/nV6cud8XEPL+4/AET8Pd8NgRL6YloMj1IPQIpew++a9vO1nNnUqykzlGYhnYwPcMI/vnC9P+a
uHHJpfjvK87qrYzyt2/f2/jXNef/Dlt8VhWqUSbAYLX5tpcQvL+1jZ73L53kIQuFIvxrwZLzP8MW
wYRGAD71baa87HuLuvXfwxbBAsZcxqMHuACzCUD8J+vNr4xTVjLCbfn/52jH6sUMZfl4flLRFpGY
cHr6yX5OJTks45Tuoth0Sc4s8x2Aamv70735zWewiCX/s7y5EJBQiQBOYLCDmo0l+NfrlaZBIVOW
0R6vwYgKpA3vLRVDL5pVejF5sc6BALHP1xddPq3PF2XSZSzLPkOtzwmoovWGXkkr2ne1rZ3bPIs5
bDgmuDqoq19f6pPLf/l9DK7AdYAKWYgMy2f30/0soebOlSMStGpFevYJOCeQgKU01LNs2xg2/PbO
pQZd/lvs6cMfvupPl+dDJqkIPwvAcfLo/tfgzMa6C0zVa/ZZx2kUOZK57eSsXcMGxdJQywahTxdb
l4ib63dMs+3u65//CSvsLiubiTyVPdJ1l53yE6ckG6hueod0+bBfHnI2igeGvMlrphK6KxPeYerE
2DpVooY6Wve7uihtNFyjoI+vuta4cx3isj2jH54H6LrR5us/8NP7/uPvE3w4PlF9MGg/Y7ITaQMk
z/V6X3sxSpWiVJvWHp09Go8x6JaJytfX+yTW/XFDPFsnhMVFFARy/tMLrzUdIsuub/dY66HeWpiw
DLIkWSwCSmV6V7JOb9Mm2wATCAlAEx1St96dzqMkz/Xv1fe/7oU/8pV/+hI8VnydDDhWHFgyC2z/
19eTQlM2i4dzj8PCouXaRL5cKVe0xxq+OKeShqhRcL7yOemrb+QZdrt2cOagXXKJV33oxbfwMfRX
xlgNoqOxiWjImon1GHV9dWiWOcYqwmRC36AzaNQM5E/QZvCTc1HW2qGIPQKrBG1rupkyvHCNQn/9
+oYv5eDPH/uPn4iL0OApL9/h5y+wggYOQz0pOC0PnrGay7o1N11XjQ95g/hJutX4KH3IXsxtDP8S
zUq2JUc2Ojc9LBnK/u6AmKx9V4atXc/YQ+5yu9dfR39CgKrS/A7yFjoIaTOBavv0m2kQlgF3XACF
0vDigwRDHFoLZT5azP443MNNvBgKpYI68vO7r3/uUg5+fqC+y7CeAzBEnIU/9PN6o6khpLcUQy9d
/NZOj5cKTq+2/voqn78aXhtDX+b0lL8+8/VPJZSHXYkwcJnv6QtFz9rSrA+79qCa2f7uZTQBvr7c
p/V6eYTYUTxjWcgY233OXXNHvD1zw+XMQkaooZMjfxjsY3NUf1gOPm1Hf1+JZdJks+WrWEr+n28f
6MgyMts2J4Ywii5yemEPqaPndzMxVMfeTPK7Ajnz7dc/7/Mivfy8BTtjsQyxBIlPdxP8EkopRLqA
47ronbGCR5Msq/kSAYwY5gpFtfmIfLZ6ybql29nY2p8e6O/uMBoO7BOgHahJlwf+0zalDUvfjpIc
Pa6rcdyGW75u+xI3KUro8A+xs795e3iSQIiQcpBf8yO64KeLKTNFw59Fzb7S3PzOAnEddMngcoBA
fx/nXffX1/f3szVoeaqmaQjwQchSuMGfPgpp62kC/07udTB6cPQYTndB7Epca1YnVbGetWy+NoBX
bmJ0bByxpJeckSPQqUUq66UHybwWFV/SvvdO078XokL6HQ+huR0SRzsjKfyTq+O3T8RxyCVhZdaR
5vz6RBCwZI6gy0+KTERijkZlQqJ5ecJE8G8t1H/dBX730tP4W46qiNIwi/x6qdJL6rbmJ1EONeGF
IVrjAjrscNRE7R0tMytPsamc/dcP5Te/D1zQQgfCYO+49vJH/fQSzINVZ6KkOTuCeNi6Zhle0Bl0
9sA6tT+Q+3/zfZk0XDjBkyQJte3z4yeqKJ+nSu7DDuHhtnDS9Ex2qxcogPA3PXrYgzC7DhFRL+3z
gMTtDy/8734rV/cXhxqVmM/54eff2uuzOxCfWu4LKyLVATzHGQigf9Un0v8DsW35LZ/Wf+IKAdZh
mnKXXf3XS1GgO8tiWewt9qzjWJrtsXVm9mZPn83HCDYHGktGrEet/uMj/c19pmdiCMB3QMQRkv16
7drL8tkenGqf1LramfS+b+OaoSTiKwhs6TyxdiUD6VyrqSGPhmYt1dbXb9XvXmVOsrZLB8bGFPXp
Uc+tFyrl2dXeinVnHzFjAr0a6gH96Zsi0mgm5ALw7tcX/c3jZcW0BRUG4S0c7H/93R7YPL1uWTyJ
gPBhEiN9YihWI4MhOzLdfn2x5SZ+esAg1zBoUT46Lqe0Xy9WcULywJUxr6ZWu0yK5kG1f6xSf3MR
QjZ4V6lX4f59pgsWKDzsucDr0pFdAv2j0vwUdABN3a9/zG/uHA02RIS8sfyqz3cup5GO1xKC4AgZ
4jFLmHWvqgpwgcrMsvrDu/GbT0Owl3KSIq+LI8mno0hDpoLCX9zsHX7xroj9RGzIL+h2M7OvE4Zc
7TrsJVj7QXPQUf5PB+D678fzM0fxd/fTQgZpLz8W2+KnHR59LUaksWz2eeZom0ZZ71rKrvf1RX7z
7gMdx+XkGni9/9cejsK6dkfdLfY1/NjLcKZomBmdHKNuSLZtVoM/S/zoT8XLbzZzvnX4f/wytqrP
B6jZinFo52Gx17rSeizRk1x7jObvPVNCZXaKP33hS7Pl8wdgcpIlrZPdw6cc/PUDiGipFfmMjSzF
zufswY/A+k8TLf7gY3AfWBjA9va+PzzMlRde++XgA/FOJDCmyE7rjwr8992QCk4BTTm5O/RbJuL/
IX63rYTaP7M7Mg4oCxgIe7VvBia4qr1EyX1P4VI9ff3QfvMFAKcEX7HsvfRvPi1YpqO3nYV/Z4/9
itwf2LTmhlQO7QnFhLr6x9daFkY2BrqfPmfPX++ci70CAUJGcetoEViKYSbKR2MUsvQi/vmlgJ2y
PqGEoXL/tA1NyFLLSUz5/kfHo9URcukhYGUrjNP915f6Yez+dUVkXidoMyzwRgK0Pt3CIolw340h
H9cYcaLuHBMHvOFUO6PJ9deyExjbrcaW81WXT2w+/eQ536A75Hettpgjc94zTB2KdAtSCh4s7BCg
yHQJ6g2S+fvXf61YNoNPfy1rEJU27ToWPefTQ6itqbWnmIYIw8XohFmnwpyWa2cmpnTFhySJ3ns9
bu47u44YMRshMSiNQP7kxjVsMytax4be3TSyQ3nrchaRea82UP3ao5Mo72bwynHH3BrdUegUp4GM
qT8s2hy4fl1K6RdQSsGttPErIXwyPp//0rZRGclBFSg2zUZQ2vQvoRCQyJCBQReympopqWoxcw7U
A9zyLEo4X8/1oDD2KkwL9ehhPKADXidgv0eCGRrPh/9OXLX1SJ4GkLDBEtJfS+m4xS5xzSqQ00zh
Mlqk8+19hIfhtrNwpCJfTplROFPWvMWWVyVBpleQdzi4QfqwEPiREi5PWaa5Nzp+nmONLOZiskY0
Taqp47VtR+Iqjaia1lPrAtpuICEOOxg48h23IO12GTpEVrvM/L0J5EQ/p+4x9DP3wUAEtPCaEPha
0gcEOO5DLH3BWBtQQxno5Xfg4LVvXhWavJoEu3x3iWOZs/JDN6TYQK2Zg3g00Kdkfo/CIoIaA3ju
DcSShvVRt1ZdJt3LXGjknqB5uwdM880nSeLCrHzAYa1OmohF9/EhNm20p2YeOwfht+qi9rS53+XG
oiko05xEkjpHljnxOIYy1O5rOSVY8YAXIZIG0Bvbo/Zhi7YKPNLCFQOaBOS+neT+fVKb4RUh3Dnv
q1UCq/QaECJVh068q1p7DrQZ+V3K0IAsXFd1FygzfdR/faje/NrM9K1i7Lkeq+G1BdH3zosgoU/Z
xfTSoP87tGkN0oxTSLbDxId60GscsnCGNr2las6R2efqhbWz+Avq+nigqWcie86rRz9SOJXtHtJw
6YfQQkRW8YyG+A1D513rqke/yIGSl9bsW1theRI3EIL8q3Yo3FU65j6pDJho1QrsDUCYPCE5Ndbh
Do1oAjdiJlHLk7q81uqyPSfs4E+Jk004mbDYeuiFDppZ6tuysLyLyS8gtJRkor44ltYciHZCwqY5
EedE9exWGJ4Qo8RHWHnf0kbZWxJ7zX2BjgE1mndnjfLNxQIKor7S7jqVNfd26pr7duYQ2gs5kjne
FOqy6HUrQxptxkFrOIrcrFq8c2Rpb2Izq1eTsrIjrTxxiGpnEQobWjBzkj3rYRw4RXo/hyrd9Mjx
j/RrIf04GmLlkviEFVCsIZCwoLEfhnO8ltmITy91CIXbNmjNtqFRY4MmwjWCKEY7exV1qu+DTh+r
xf2Tc4LyJr0LsZu3kAZCbWd0mvc+1knGUQdrmFOipsvGECllGQPKhA+wyeY8OvczWj7XjdVFjBaO
MISEBKRoIf4hUls8dBCUTqYltHWJ5W1lKNt7VUPKYo3SCHZPjxeBd9w4FE26sDuUqT16E/bcOZyf
GgRCcAYS43uC6uYjxAX6oOmOfJ/rmxCuC/s8K+eOXJxoC+8zvRrnsDqD7olBMhZd4q458ci17dT8
b3dAF4eeb+clQ3WJq1h/r5pk3OPuGo/DrOm30E+i197QRKBy9CNTNTKMVThJ/cZmGxwqQ93WnRLf
kfYACaP7uml1IPV2KZ5a3aRLrpU1w4hm7GZEQLE+nTK0RDFYp4rbJUEmrp2qdh/CQeufrIxjXgQM
kJCsyS4LEHS62o+dmP7y3LFE2TFSzZCrXufIOlD5rYoUHCsKYvNqIqGRXKnCGm/K0J+fYJMae7sc
xWZ0e1XhHMeYgEd01N6NdELPo4sYXYQqHqs49k4j6UPruuFd26BcA6FkgvRc6wOMo7Uqs24Xl0nK
vFlL9hbFzNH2w/YeQIKNY9qGsMFLLKpruzRjbY3PD6NohntuG+ldZgRGOy8CyqFWyZZ6yD+PBag8
vUdPm0SVeW9XfkhzxtSyAw9P1FvZky8RZUXxzeGwcoe71Hxvyw+CshkxQM/9Tm/SDFy0g9lw7lgg
sftZ9k1rsviObuiuYzSA6zzX3bvaKPxT1/XeigRrkiftQbGYx2Ydvjmq9a+6Ki2P2E7rYwfCClCz
rffPzlCMF0bROWtbxSe7ifJ9MaakOxhmtjUbI19PqMXXRt3UOz7bfgsfsA/m2eK34r6Diqe0rVE4
1qEm0JUdhBridXAcHfIx7bk7RE1+9kzsBqhjVxBZYhEWw4tfYYHupu+2VvUX2phbhwnK7ovtkEPD
RCO9EZXd7FrPre5ygYe6cLX422SV82OFtTgg8XnXCZHf9K71SJRIudJxB4LYHUcdufY4sXrJ0EAZ
QJ4XOZkcr1+s3LIues+OjoXZO+sZeUy1GtEjHuzJ1NEn08MlfGM2u1NlNcl9WZQG0UnEb50LZQ1X
9eQ08th3ti2QLOs2jNpR8RDiPLqZrXSxb2D/KTTJzkYYJIwxzU7uxeDq2zAyx/tGat4ujD0VeDZD
JOSnl5qlQBHh7KHTXSadd0cupTNtaGqG2ip3Ku8+dsfiBhB7Va8rocXJbugMqtPWNb/HehNtrdxs
9Q3RQwlwQBtiSwGHiwhCQFThRKKWbWdyw93Pz5au7SfGDe8m7Z4DMu2UToZlk+YSDuT6xarJz2oi
GikO6zgGsWVHMFytumIGMnA820QuzrAR5RGAzbz8yLXeuKyc2H5QfmmjDzZUdFZ5YuarBHE1i6kk
dgZHVOUEsnT6GwxZYj97Uh4E0k0sS4k4Tb7nwgF24stqMpdXu59PwE+SHQxGjkfYOTFdOgZGIct8
Q3jgrT0tB7KitTCd4Lhkm8GBMwn8sLjVYSwFFkwF5rFVTba4ob7Hpl8GM9XKqS2jGgSxKt/UGPHC
u9Gmkpo6dJ3v4/eo1TlKGDoApwW3C6EloA88rb1RppvKArGhhuZJb+yRHJzeeE5atPFk0D8alTGv
vayGp5Plegd5DR5AMsKMmCShfGXpp3tnlnEQqYFcktLW9glIiY1hlOY5pEQQwyCxhnF0XEesfisE
d2SkMLlB3V/Hd4zRil0aNfHF3CE35B/jocc/Y15lcIxvTdgkl4A98H4PfkcjcOGEVWF71zCP69aZ
wDMHz4wRqj55B959+RSbjbYBoxE+jmnd3miDTJt1Il25LZZb1LrZtLexVW3cxGn2bjNEgZk9s/ux
ipciMu4tI5sp+6HJrmgAczAxIlgvUesgESyjo97Ob14smpXZYhMQwKP3RonXHXEqvhetQWRIgfPh
aIV8VXPZnPBnk8U5Ni9u47+31USp7bIGGqy/Q2bj32iMV7in8tpkXQjKqJhv3axD2xiiKBJachP3
pBeuKorpXVQXGM5EOa+N3hk2PbpXihAO1o3fFRe60/qB5RDHGNZFc/J8uLGxzCGThMQ+tmlDaFGS
XHAIAdToCqSA5mQgap+jJ1B6EY6Q+NYyi/t8Ii1PtV11nEsNqpsVlmffLPrlG+g2dWi995jRqO1G
7ICC/6DYDMqiSl6SEuddTPG4MRon3KfejJCJ/KhAS8Hb4l7L0dIXPovB2AaiKJdCs7mY0h7HX9M9
gnwdV5lp90cEXDivdFiIa8NIsEcYuKn1LWw3JPOa85BOBVCJSqtTFLVGBe8Fxxhk3sgPyl5zLtK8
i9fGLNVOFZq2w46GF0wVLjamsbgisbb6qyrRsbvleEfs8A8Yr76N+6R46odI7QaOPoGQw33tj4Ih
T2U/5gmm1SaKhqDNhuwi0nyfVMA9xs/pmOuVfhD5oF82PfLTGFDvnqQrb4WjPdnUWtUe5yIy/xoS
U992TtpCA3UpznpvfLAsGMPc/2rtkjh1ZMjbI+s3X5McTjgGzzkgmZE33AgbWgJy3xTpvE5tmPG5
QdLPCq5BeekPXRVkDfxwMdTWlSdN92DE+V9Gm3SPXVhbe1Z0dQwbcuwMrJ+B1dvR+zDBeyasK2YO
amaPrdP3bwhw5Q1gneRZKLjYtV3u+sIzT6ShthuUIs0KRqM6agTh+fukpJcgrZHsVURTPLt8sUbG
qvzAM5wgKoZIjEo/7mkzJ/peF0186TtxvbYiNl1dC7VAi/v62ExU07EK1dY1pL7hkeXruNIaSnDg
qP7g7Uzu6YrNgdhKPParuu3WWpLZgZ1i6cw8QfGJBVMjtnNbDFm6Nlu/uh2zHFZ9wlpI6m4TwOqx
UKSz9jicYTYpJOgLUDwjB1Ov09akqZZbo6txACEwQKUbmSDVKeyT1ZBm6mLCrHLtOso50aNptpNj
zrynzrHBxVdufHOQV0ZiG1clFeBeo6o7eFmP5r3jRNxit7jNOTOtuMCw6TwPk0VSNvEKHPI+x6e/
HvXKYFGpQcSE8zmXybs+6c5lXmOdwCN9qcgMXJEm+82qu3TtFtmFl5DqJgYhPmRMMltfl9MNROt8
K/QYCXMyaacc35bAWAVsaaU7/UOoRHnGhjARhFxedkq9MhPA+dzqT2WGrl3rJbShWGgrUTmguXTk
7DlgT86yXXZTKcm+TRMcUTE8/rwyhxUa4v5oKJFwMK/DHQmtMV/7mAWxFfqPgwHTMU+TvzIbylTd
0q8kOnZeEugYfliqm3b2HBffFLXVtkPVcDBAN14PqQSaKFhzXZ1iZdU0jB/XNdmqr5bK9NVQ5FoA
xb540No2PHmt422zEFkyaGEMstCIVmKMpiskI+9whqdND6gsXjWx+57VxLNxbjL2PkmT9z0SZpId
EUcavYTX0RWpuUqc3GX7SGfSA3haQAlnggESGPO+fyaUDn+VO8jd0I7dZU4+wwOInZINRYYbVZnZ
cWAWHiwENLIVhHOPTWtHqGp78K0Y64yvmreuh4gIeONS5liptZKXGzNkdeNEhf2XntePwhrKMw5P
grwmMJSzNyZHvwidbeqiRyfkEEchLPmedFXZ3k1ZN6z7gvPjeshHL19VY5KdzHDKsLTFH7POhKVH
7E+ujaMDZiZdWQ/pq65UWY3bzozFFlPvvEkLcgygkQSVRx9LQFVaRaA41nnaZ3thW/PHSEV61kIX
stSMTSCBzGE6WbxlxIQsBjncpjVc+Y3kN7k2a62lOuDLo4VkFyuXAcl1ijwARQ+r45ObjANBcNWx
B+J12UWDQJU/vvpZ8z1OUnfrwt3YD3Yz4cv29R0g3OIItc4h4axy1HcNeVUJBUeqh9Sf4qfcS5tv
dv2RNi5nTRubjQjLBvs/AXCumIsX4nyTDfLh/tiowTpiZVDXJE+yhQykJwUC18I+TA0Pp2oXOTu9
MKz1uJzlqziSW/p24W00sHiF0Qz8B9PAHbsrRviqDDcp/Ot1WGUjABHXkttcdnxJGcR6PGp1S8Eo
s+o1LIZx38MQoROVxUHXJ1hybQMrpOu/N3izjs3gh7sMF8cjnWn3aiJTGIRvqkMS8SNoPguMxtKl
v20S7Duc0JsYayknDANoKqBPnPOVxCg2NRmBHSRH6oFtTVa+NiKAdPxBdTVsWkEk2ipnBNduJNmH
DUeQezmM5VbSqT64WXYd264ZyIgSPJ69fG1NWb5OM9yRupyzA5ohAKW1Vz3OBUCyFcUs5EAOeGC/
MapNW6drsnFlo59FkUz0UdAnyS09KyYCaJQ7gC3w98jNpIwel6RxPG8RmdVbLjNchl4b7vBw95dj
mOtrEc9WkBfu2kCJhZ8vu3D75E3h4aSLiAm0pGO2xUwV1LMDjicklWSu/f40kHS3zwfruhkkmYIN
3izOTtWDrixI2voo8Kn0iRZIoHxPDEfQS9ucpKXu1B8Dg643TG7pTaqpae1TfWGmqWLQSJF50dO9
fiZVNWNZoNI2VwXw+O9VFBm7xaTtV6i9B3+BkqMcPRh6lh9czThF0n5CXox5pcAAktT9gzSM7JRb
hIj4GJQ2dm3NQeF73YtyesfbTeECu7bAx6NOIjN3wOl6h5Mo2+RmX+/MKu8vRkRpxwonyDYWVvxq
0nTNVhj2vU3dqupC5GEbuH6bfAgvSS41VXs7TlqwEqj4jj1v6YnKQELacP19a0Xauukc61gUs04N
25kPtBT8N9dD1d7ETnthq9G99v2Igc1AyHAjPepwKFnV1mn5ZDlO4aclT/BmDhPnepzMbDWT3ntj
R02/1GL2qR2VRdGWmf0bFnZIHJ0/Wt5q5B7e6Z2ZaCsdUva3hKkufqIWKiTYHjYM4G6HjrrhGPZR
e8FmjdfEC90TrKwK1jRe7X0vsuKwwCbEyq3p79R2Gz7P8CQPqav0w4KUfvw/5J1HkuTall2nQmOb
+AYtGtUglGv38NARHViGgrzQejicCifG5a/+5xNVVsXPHo1mafkyX2aGhzuAe889Z++1FXpMYb7m
o0MlkQwsrePKERmly3sboTDM0roPFdkh2srCjYP4dNLdqrSyF9nW2gel1ZtzPNwyKItsWmMk+cQc
Q7WSWqygce4k0I0BvsTVwtduzVHE/gJZ+IQL1iK0qpg/+wSXogmKFBqEAnQ5qtbpskpSe62iXD0U
UVk/ZkqcU02UC2fBEVtYk5jjITdBe3ugywYM8qsD4nnNFeVrIh/hCDJbfMjCpDWfmHN2Ny5JWXrw
LFLzKHooDq7dVNkRHADT/rwhSpL0zVR90cmV/emGnJAHfOblQc1sNmbcQrbkSniH78opHdh6OXEf
ZUJAmlNrlRIxw5NhbptGtr6WFAXtyrr4Ey9VbB+ow8gh13T21RnIZERyu3KLiMnb8lCbgD18MGrN
oxQn+jNJof2nXNY13UKS2KBY9sxIJ5aq96GTR38VI9/uQGb5MQac9ZATE/JcOHnzA+BGfuciW0DZ
U1J4J1XS3SHJ6prgCjvG7Wn2ZFh3moQMCHGhHXYc6ejf5+o2SjT1oS7a7rwQe0HmsiD4E4h3pZ+S
TjCrmuS+o17CLKT5yXCTBTvx/FSuNoLJphLodPXfvi8tGg2vqzM5Cykwm7dumQ3HxaHEz4RMpvcg
PXgniuVcNOQlJ2NIiFFioBJtl9man6qIHJzNJBZnDx9tbUjOHXJiv0sLwydan7R7IP4TwUQk49a1
CLz+gYCVdA9jVudKqItMD0UmlQlZJ1rxoMllnO+wTicAGUe71Xw5b1tSCQQ2lCVydDobKk89QC+N
2CMIkDUbQoJoUizo2aB1ioMFM/sB8Hy/qQfQhEFvDXwgAPv4SBXkRjHlf63oIXdppoQMzKgsRMfo
Nu+YeIEMpbvhRdZaPNDSiF9pw3OCdqRaDwdlkt+rzur29M8hFoqseJbnbMwBizNnIl2h30TECX92
09CfFWChe9PIhvTgMO4F7HaLJIf3g3n3NrG0e4f7lBN9BIqDG5Pcax0hHsRYXC1UJk6GHdRCmxuS
MJZt7chkjFtaS/yhSHF2xLSKpmFUbRq0rUnjiTQxDkhBTtNy9GrZuaXIE+BBSHJNoklK5ovw4Xxw
N8aRwZyys/llq0UpPAZNe6YjAFq9TeuWxaLo5l+VYzSP2VT2n/j8VIsWnSb9klRkmUalNY90NSUO
d0tl+jBPSYNF4Tw9tbLWvuAwhG6ulPYzZwbzbGnxvBLf6pyq1qQ+gORrssmXkulaHesVY1Pq8Ygo
I98p6ngIsyRDLdYZqodHhbqyZyE98xz0xODSnM29jLx5qhRwg52v1hHDg0GzMcdhfZdfa4IObOAs
KADpYHFntWOmP9t06EtcwxoXoskMhhKtXHAxYTAdxhR5rra0XXSPwoJ9l2awuKSoW/1mtJOTUzjF
ndOXUREqEX1VF4ZC/wldpqIBSqR6gIJhSfYIxIxnrRHcBJ1ZvxVqb36ZWpIdE6LQaEMuE8uD3KN6
7CXdgrvIyRw245JmCzMGmYenqG46lawmqco3CsN5TAAOMIx1uAOluuEilAOTo7CDS0JOBOg1UiHg
aD3Ho6OILT2q6UmCZbOVEThc8AAV4BvkARIsNy7bQnRKLJOMXPD7j7ljJ90esK71xWFnEn419jwb
aY8EmYJglRCpShWVWY+cbkMdDY+nIuSh8lb6iK/FAtxlZ1W12u1wpCT3bEUNtJ2W+NuduQzZtrWt
uD3GPB/CmxhxvCcFt3bO9OpcQq3dLEaVhwDUWXXzJX5lOsXHaSnqUl6mzl4oOpJ4DWQmRln42+B6
QID2gz2ygrYRjSz3JnwFLOnZ7fnuaw46Z/sm8y6XLg9vYhaDQ3ZJdqeST6z3vAhf1CFetNBIH3Un
R20fcCFNjKKirA+z28pcsgGEzjrPR9mIMH8D5Lwv05JI5lUhkZKinh0oN/ljOs7yRs3K5WTKdstn
gO73DsJNZbznRVuA78kSkyYqffVbh4qLNIui31SQcNhVhTBtb1Ezs7gkPYHdTd9UO1mqK8LaJHnf
rwnXgk2uNj0uME1uKP2k/c387Cdrzto+yWl0KQxgMX66aqxzRlSxiMiNpD1zpJQ3RUY2kxFLyX3L
/X1p5jw6TdhTgj4xxq0UKwzLZmpqT1QrHxKER9EfyIDvCBQqSzqtpWRH0n4RMMndquKGUwn60Eno
wlauqsxc/TJvKLZluqSbhHHNkYHparsZwSJk+ViQaZmYFsibYfM9zrXCs3hjgV3GGrgon4O5jRpH
8nJNtI0/tRUxN0Zn7AEpGgDMbGRFqlIbjzp39wasnwAuWlTGr4INhSoZb+22jqdTJtpuPDIKZcvq
TUTGpY76j+Ih2zozjugBxGuYxQa3ysiE1qttJh/AFdgv5GSZnnS5N6kbWzYpMmDRN2pL8UChJRF6
ZsfcvH3mMKNMakI0vckq2DCpDtUDx/jhsjQjbuw60XEWdh0y/mxWCKDrL4NCTItdYhc3S/YGSZqR
QNeztB+GqdvTmuDdGESudR6tcWk7Q0UgH8EaWeOlsutYqnpDj/9VqPZPmXUf/z+Ma8Yn9Acxzb8J
bL7/78F/Of36/LOX97d/869eXkXR/gY+DJ8s1gcNyy7KsOm76//lv97+BF6/hV6SozriVF7n7xRD
VSU1ALsdEnuNMFRVR6/zD2Od+jdMYjfF+M24hTHunzLW/SZ5+l34I/EqeKAwMNwEQX8QOsf5bNcN
bnMeWj2InHNeaU+zdgLCxS15Fxk0UqOXYQynQ18ec0d7+8Nn9O9ID7U/C45+f13e8x9fV070ric2
ZTyMS7gO+0J5kKfqXMZPSmJv5Ub1LkbfEk1X+2Zs+p01b61qL8nBoDOe3hb8Bbmw8f19y8T8DEUZ
OMRmVOblRiiYdHtrOdWGnPQBkQNCpgH30DJ//Mffu2r/2bzz+zf/F62m5QyjQJHDUSTdzfJ3ZnwU
6TtJHPpCd6B8M2YOgJ+l8oNtefxUEK/EzCzvZCgNznx2ljsmcZ5VnKW39IPfCaruat2u6lFRj2zr
+0Y8WPlTDpasFaGq7QGuTrEHATCY99V785PrC+hIN9kBq9+Wp/K9I5jX1UPZb8J2s2yjwPBrvwvI
4fNXnybQEbydGwdMu3xwql7m50F5kdwP6i0XzzVJQscMIrbX62yKL0Q50CgK1YKp5nlOtlmzizBJ
12QBPJXzXpDqrT3lzcruQTrwi0Mmyy02xS5RTht+MXjdeJHr0I7DUfOXYk/2gFvRZnKN9FJjnL6X
NM+iI0YDhLKsCsHgQIA498zLaJYgbGy0a75cGkKCIs8yt0X7yAuOpdu3AFw706uZCLV7vTlO4qz3
z025Z5ilGVul3poJo+ctDa1muNjxnvQqedxp45cJTZNu7jBuRRXm/FgIplru8UgAzKUn5QrKnaD+
APP11GkbI79P1pNxKoyQWEjaLsAr7mFbcMStA/gizKX0k9mNbr/4entx2pAfyr7CqdmAuJ8bN31j
Ok5X2h1/6Z8yEW7Iq9jOiJ2yZwCzEpMcn6/GDaPcc6yPUKQx/DU/q+hif+hJ8VZuOPgwFd1J83Z6
SF9ntQ8bR3mZ2NPl+ExraOkeOwGgUAHYMzVQrxIv57JLp3Twleog8ttw8ZfJTCD22k1h+HxOSTBb
vmSgm6E/52PEIt2zLH20uPzkBGT/CZ+4zXR5HpYbpvvMIKt3nrsxbEI1HINupwXFvnhytuoeDGdo
hHLg+Gbkyfom/yjT/8QvoPxZv/v3J4xJ9V8kybOpkAdnU0VLD8VdtG/2yja5aGfjpO3L83wu9+VJ
uROH//iB/osT5/dX+4tGM5tb/LEcmg7lcXhuzu3d/FC9Jw+QoYLs3J7F2/JQBu3JPlf/t6/4F3+J
uoBlnRJ7OCgXeR/tzed112ySS34yj/bF2Bdn+Whu1Rf7rD3+J++RCK0/aTx/f5d/kSaj9xmUWTGG
g3YBCNZzebm/Old5Qai/n3fmvnicK8ZPrnhe9squ2ZrBGuZbHoF9Gw57/l/Y+tqu2zMG/dTC8dje
9Zc6TA83jgKIybDotgnnEgfglCulPvGzMfwGV59ClQa8GhDhKpUeUst8ISuNOUaQqKTXclJ01ZNT
u8MHjezpms5+oTIUhEnmA7rKAiWApWN5dE+O5yq8Ykie83BY6FZ5xmt9VDcxiL752I9XeKZyE9ZA
Vem9oDxiIHiIuiNzY0vjqOQuP0vpA3sm82vhN0S70T3NKtf8AfgHyVRsxFU+Ma+AsWr/au6bs3N4
7DY0R9Ce3BIwwQKeenSlLkGWwysJYMvdQvJwSJIMtMCBl9zxApe1cpnXEbbtQcU2NuTxSQokYFcU
vtVvUXIh8W/Efmi+HVbfqv5xyOT4LOq3XntWy58Yap61JUx5/lRP00F6y8FnZb6CinEDNLWOtwOI
oG/5g6TuXfrTGYR2+O1n/LG+cRBBQQd4S3wAur4+p1Diq8Ocv49g/YTfwtemRhU+2lNwdFGxhUDO
L+o+4Ibofiz6Cp/peQnSbbxtOIheHf22j2geF4nO6AG5F9rXF/NevpevxS551F6HAGxfmPBIFqdq
O3gtD1Hvf7We6tNi9OOLc8enr0wsjyHqhZjsSu4V1SeEmtZmv0PYGOabcmuc2mB1dW8N1eu0uJNn
B5rbBPmZxDPZq49jOIfORf5J7g6xn7nIGXwulDvx8gwCd8VrE2BaekZExhVWfAZYejCd2PR2VhCF
eIz2vEWCrN0EIS03v8/ODc3+Zbko5/gddWfvXGONNfm54zmIHxHNcWtWDAy9pfyQv51Dc1+/tW/c
BA0/GB7DZFr9ttva8AGDW3MvaBEFefEPossySJ+KgylBdGICio7pEdWVl1xIwnGrJ8MiFcjnC5il
N0yuci8vDzapZlf5zkYiWt4bsBfv5Z10bX9lZ+PavCrX5WIfpYAVOtCOagBPz1v83gVW6j4yRthW
99KrFRrH24cpeUSE79/7ncPfzsLGK/0yTEJGBl7tvimeGQ6PZsiBK1i2Tfg2e59zYIfLMf9CLpS+
9b/Su+IcPQyvY+vNvKXYNe/yPRii21cDsLZf9+xZPkcZPIq/cm3Tp35Weknjq7PXQYP8IOgZAm2Q
M4Y0D6TMwoXUAzZ+maH3SnnhmsAD4SGyB6dBqVPNuY7rhGU4HnjadDSobvUqo5oqD7YJPwlpiYLe
A3mwGXYP9clkxrhsYOSS8rupjjyJ60YcBYDehPn70Qikc3xNpefq3Qr7I+TQGUGT8Kcf4Gm1gwyN
KfxJGjcciDH0pFo4OyF5WAb40Hc9iLf6XguB2nrIXV6UF22rB/1ON1wbbNhOCYfzuhvOzdnci2fp
sN5N1/ETpfLcbrvE4xzKE9kxZeFObogScrPPrPbFVTVhL6P6Af61IdEhLkiMZgZLlqoPI9/ODwM9
V8RU89XQtm13WPs7VXPXmz27Q4/sWgWa37toOc9LsG5mZo/zvn4pH/JDfOjpKOyr+llV3mrrw8nf
TenFeo3XnAxyawt7mwyDxJMrt3uE5smxFIRV9lQQwdk/dmXxYSGcRiFbQU6VbyvltM2YqbgUqKCo
cf8vi1uMIBrc5Et6HR/HO+dlLBDTV03zDiT6aJE3Uau+lKtEEzlceECQ3+LbfrPu1Tv5brkIQp2I
FegBkH72v+K3/n68xq/NdMf8bSObY6DODP9rYsGoCdVgaJotTvUofY+LDbFbaA9cKDfIWar0SW93
CR3eErEl3cf7Uoq9/sH+7r+AHVI1pzQOx+Nw7i/6m/lAkTMsr6hlbrA0tyPgXaFlCn4VYaVLaFB6
GZFmjjtH3RYo7e6rryw6jOXWJAP8wX6Wx4+8+1qUHVC/5/5Vv8rccSNdoVtcdbGnA+N8IJCkd1nx
+fCIV0AJE68en4mlj8qQyAul4TOk+gTCbo3zsaYUjs345HRfmsNAwNdrv0b72HkNuRpPdTEGVYOy
/kX3rRNB0OviElQsscgCrU43pnMvlLCMDlp/1yhhrV0GacPJqD1QPeOBM4/6Nr80D2DV4BQ9o2wf
Wr9oPLJ+mKMgAhgFjS5KvWBBDZkx2vXjONDHg5wjFQ+IXJrHp1Vwh6We/MbuxluLjrrvXKPP+AsX
CArZ5Lku7xbxZgK1S4awWDxp2Y16SHR9yVg+CaZ4I5PJcFNyuDqDwW/BIQO6rnK/OleDFlHnsc5x
TbMfUiTzO/XYXxfuvXqbtL80jenPUegArd2IA6Cx6+w9ZzulfUrRhNcQ2Z0JZggtFFfUpO94UeUb
ykHLDnPxoSSIeQDFDqYAeukl+bOYO9ecv9LokW3TooCBPXdZnlkbrxa4PJ566aANZ2M451c9SO/z
X8alftWq9+IVUUj1kj5UF+0pgkOp9M+E+lS7zp/vlfc71qSAmOenFCRTUDectBIEO5iJqu0tFJfd
KfZMQkTg1zpbewK8AAeLEKFFeRmy8hAriiuPo0duDLveZg3If2IeTXDWR1xd1QfDCcR4C8Bhklk+
EtLDV+td+wWE/2Nzp7KZrYgYAk4dc+JxuJyv06dGoORNmkkUJgrv3Uo33htCbsj8swqMYwai+8V6
ZAx0VxhetkGqAeRyAXH/0L/bkZuSE6xunPpg6Y9tfUgRCpGaLILBz7ttthV+84Eou3hCtmQfhofy
WnyjS55P3OHIvJiG84vqI/3JjvMbCbVYDsyn5Ji/ROcKRjTB2DD44y09vfWreXGoyWJSoG+Fjapu
kfMXBCqxfSNRCeV7LrPN2Fv2/lsKHxyUZT4e0ihDN8liJA/a1rSzq/RqerhLbBIR3PzbJGdtYEB+
zrqTZBJnvgd9T5H7rM6+QZUTTtLoocvCCuPL8rSpW2KppTel+TUURTAN4lSAAuQ47SivU9sGc/Xz
W/n9TzXP/s9Id+dfY1r+VP8PpGnesC3/2276b/pirLbif/6Pv2R73P7J39tiMoAoWFIYok1F1nBr
/aMtBolKsTSIE7hvb6OGm43rH20xAHe6det9Mc7CAixj4Pt7W8z5m4MvwCDnEZEzJCvabP9MuMef
z583Hg7tOAt3PjZB7BK/dYD+0B5LjKGEk1Zh/LddbfXRZzCYB8ikUij/4VP5dzphqvkbLO/3Hpxl
8yIkd/IflU4c9L6/mO/Anzk4hEt1M8crSuUOg8/K4ziCRBZrKy7OgOE0HAogWHuISn0cFLSEUQcm
63SY1FSmb4PGtXcrvVbvl8RqX3RS6xcvY0D7KU96+8r8qCZ9wIZujdTUWQjTKWsOge2I1DS0hBCa
39R6weltHBaM4jqpcx6eMRTGCmM9VJCLauR0BupE8RsziV+TyqK8qFauIYidsUIdLXRlI6oREn6z
YAdqjT5Gg89Uv2SLRVJBOFlFQAaCBVaFPGex1/lmfolEw6IltTWldDUt0jff8QRfbiqaBwgk0zea
BHZ4oibt3QKJI9rwqspxLjSzJYpeJ9akL+bQXnJThNDxem3TrUsy+Cs6ffZnQp1nd84TmWi3gjGy
X+mD/gnI3SEdBGqOm+uTSoqlrK0MA9XYuLRzrasbxITU64Jr3uIJrOO3BG67gYhG0uHkxy29uC6D
6uxlTTm+1GnUgBlSE/OxlbGtuTg4BebmKG6fOlllLVoY3CdzQRXSrpoFzLeYy4rF0+BbSnRlvU+i
0YRDndbkYVnWbJTEcdXzhwRoqXOFFmmKW6k6Zz5WrOpSpVNLk8dqBcX2qDAAKUTLQVs1UdUAz80Z
Gxo5CuaklsVXo+lzy0NrgUqU7a5+NRmyPhqAKjWQwXbDHmNn2Wk1IXtcRguJIMKDCJyiHcvG19JW
hIcsmTV8dG0jvxpy3dwtywqUdkJDl3hd0eEeYRg4/Fgg/RQ3LiYHh0G3pLui1btpbxPuYOyWSJPm
b6NROFijKFB/5jFTdkVqVtg2VaWQvN6wemyik7p8r9NC8TkOTa67Rj/fQK1jax4ibSTrtDazUiFc
1gErwdukHWzbA0judKS1Tc3FxoHB2mSTXfruswNwyxkCeRSTkshJnLBn5sLOrCMmACJQj5KHadzG
ji3IHW1ipcEaIMnDvWkP2WvfZqrYt7KUvZizSbx1NKbUN4bobPLf6ySjaExEFnkx0P6I0RPgcm+J
8iHZqLEuc4oyx5wSaqqzwsO0PtSn1SKXdwtdcQxLvRlNpqe2Mbl5Ws/3S4dME2X3TSLGTV1eMQlS
AlROYX1aGQCkAI8AD+4gM2YDTiOjO8b6g6o2n1vsPXUG5BFzy4pzwZgqXBLZLGbMopqYPrSxIBZn
FhJVlNKTlCeW1r6xIeSbzjqdUkxhqip/VZqanCybaf5SCDTtJqJczoA3aS8JXTFeSBInKcUcWaHl
wzLQS2cJTebZTCyI16uNtNYn7gf/52TqLBu1gnTaQ7kebVRNW97itsJFVzRWRByNJHfMsB0CXioT
70DUVdOu6nSD5jJEqQNSHvslR2RPpLmFjIeS21COsaTr+5rEgkdH6CSRwWtJVy/SG4nOC26Mp366
2YCaOEOfB5kfCTH+tfEs2/h6goVJxFc3o1fbLSxvtK1yeX2N8pyMcGthcus75Kg+NYU5RxsnwXoS
xiYabpjDwI9DVs6537bckbNvYg184WX5TOGyV7UvQXPfDFxMxIAoudA/qoOKbsOe2mvMciM9jUTp
dW7VxLCia7wVImDeaV0chUxOr60aOlSmEPbkkcU4XDHRLRyha1yT7oICBX50lIoRzc9g4fUqwSu7
izxirTPMweIIvtQm2XE4LJ7sarAokrq651Ano+mSa4lDDhhmnZiqoe4o5DqjxuRo1R/YOLmve7PA
yJSICoOYaDocJsvkqI079B3bTJzVSrEzk4xFOmGu+77mUURFrA3ZSViI3lzwtdkmm2pdDpt0dIod
M0ucRpatrJ/22FV35SKsGvG7htK9LcRo+iNr2hraGmbjML2Nv+n1jzkBvHGVdDv8mNCHTchknGQb
tdZcrSd9gxH4hKNNneYXfcVN7ypQwd4sEq9UP8PSCh6amXZGjsvMwt3ZqwEznMpjRi/PnYGLbKxK
DlqquLdNUce+YNlVObFktL3qWMlo5ZPj+p7PTveainIu4e+bRuNq1TxeYjJlIi+XI/XXmqL8YcU3
enPj9A5iiyxLxh8IkxSVkz0bYyj1g9iBuCy0fRqntXMouXZAXWelE4EBJeDYV1pG+5DcFBQmtYM+
eW4L3QpNw6CgjqsYs+QisVwhI4FMaw82hmh97XQ4dcB4wWFKNRJRAiN7i3nAqmMxzEj1jPJESQNI
QI7mIY81ViyhDt/5OqjyfSXlPXdahaiP0BI5P841K6dfDzOtwiZaoszTWfZB1JHec9UqRy29Dpff
W2zp/a+qbNTxUE4x0QlT3dgDdVLRlAEIeJY1GCoILWbW3ABjWPYsL5EM9aKkNiE8yoyli64l07IH
cF/iZy0i5HJaHEkfMXi6BBtTJBDjTLiGAhOp5BCwNbQk26j2x8oCnQcr4q+LQWUk7zSssXQw1LQ1
A0sdTD6ZLot+TDPVaCob67TV85aMVWRxzQMaqXj0CvyWKj5Gh4Kns1MDYP1EiOhmraaRRuGKiBGh
4dTfzE7qsBCKsJAEbFPKBV2s2iPaS8X+GDGqsS87RbvJOk3so1K39gUyhsOiS5mEVDCjqdU16/KN
onB5qnKWY7mqP8xeh+/SnvpOJSJiROXSeguhp294iaS3DpdFYHEES7t2n+iwxGsjS3bY0GQiYduw
XLQ51CsLMQdoBYwpnDTrYpfber8ne5HzGLZU/rQXivxtmKS6kSNh4WBTu1vISlxZbo6WnBOYFuc/
q8GZckB37U/GhPQdfZJflJGRk8yz0vMGHsRb16TBOCr1ahQc1ys2ZYLBZclbSTvzWOzNJ22xtmJw
7vIRnUoRKVYwyJXma424SLUlcwbswyI2tTshGx1K14ESyB3KYVmpPpI4rFu4THZCXKuwetNB/oB4
VSS3sF8INmTnlqp5r6/gmYmHXlyKlRYtpjmhRiG83eXsgCgUk0gwZxP3sA0BWnVS5QM4Eafeup61
ADg/9DICdogdsMw3W5Qs6rgpBDnP9CHKBrnKEnJzMbc0G4WPBxAYaACyJCZLaXxtxj4ZO+qLkPCO
d2WeGm66ytHrpBK7NVvWbsCiM2+FTIHo5oasfyMJEueGKJutIo3jTcv726Vlv/XFDO/BmvLW04bk
ln2nKyPEdW04rUkMBtWZu+KXGcfOe7/0+8biKE2ayq11n54b4JQEIhM2aqw2kzi0Y1h66M/CZyCO
AoXJFhSmRLO0an1nAolRp/0aWggfr2veS9sqhsDTkiwk1nenz5qHZohpRo74flDqdl6aNvfZ2mst
lWA+Iu+0ch8SH9FqbdEwwCnhk2LasgjBWKuXSkdlizaVnkiJBKXuhPrctRAnqYlAIQzQM5iwNPmj
tmrHph5W/qLFLGQAqsEaWgXK0DxHU7EbgLBeV0576KtLs9otciZtaj33Z5wH/lDhi9J6CRqTYQbk
B5wh1XBDrdQm88jCq60dahnY/O4qjB/0XYzTh365nzrlnQI+ZYyKTmzL2YQusISlZIpLPvpyEL1v
rKPsU24PT7MsiiuEUaq7vHbCQcuibS+xCAxKU/8YvbSc9FaNw0qOYLNOQ0WQFrA6VmzMN2Zjt8FY
jXh6YoHBUiofZZbgHGVoSZeK48G0rURDMLcgEaljfYkljLK1tiFJhii0lmJUBoXrYRsjLaJkecBE
gNnJMInNWC/2kNY0uCz9AMLnHv3vVQF/4Ile091OI9HEXIS0GSP0+ANNbCfdl3H71aVFsE63OAr0
6kGqmPpGGmnrL0OxX5LlMeexgu/RHRTIL0w/Fgwt2ZvTqLtKW38ZuvqxMIVnUphLZPDCtnG1Bu8u
3BoyX2o6Q0lj/GjThDaNOLtAGKQz9NyBJ3quRWDrE/PAm4kEJziHD6voaPIpiDt7e639yprQANyC
Mwu2dAe11VAeqe7UXW0uZTgVFcn1Ux6OuniGsTHtRjOhITUsdMlXEonbtkf1ORKGRNC6K3qM9nRP
Y32TjuZNQbV+6Ij3Ui0hgQ086IUl6T2xxkdzUPrZixP0sP6SlhpJlGj3Tk6Z42zpsGIKylFXKooa
RAwTDNnCFFnmD0Nt3fWpci1bZm4yxxRkF40gjtwy7wgclMJezSi1WAu43zT1ezWWFjmxLTsby0G5
IbqDJXd81jmPl5PKLxrq6WBWSXS3YMkcJGXq32mEfKWW024G+CZ0GEtSROL0yLODMsSI32yJABln
vKtu4oK4648lZ77OMEKpQGHTqgTj0bq/HcZG7Eb6sD7oVvyKTJ/TUxNpW1vNpjBVJOfXoOWdcOU0
G/AOjDQQiw57EucDlfeQmxbvq+xfROcckTJxBNbsEAnb98pmkpDQ0Xa+WUm7odb348rswxH2HQVf
7JcWesWaaDHLYggnFFLdUI0yjkRG4eS36YS+K3Bq76FQfadWzeQh538ZwqSxndlV0A7V65oDR4Rh
UsjIKgw0KaqS3JBa9r6Zqt2MwiooBmmmdqBOOuTEYYQrAlhf0yIS6wA3YM+OOHyVhYfG0tz0LZfc
cJLNhE8w7SYoIaTd1eahcsRbNM+YxS3zs5dQ5MjTF3Hry6Gp+4utEodDUJbjHCRJucbmmp2aBech
KOiQ80LYoj9SKnIKUjW3QAkv6VmNtU0LrsttMMBiwLPtC/V2x+me0jbrpVe15E2ZU9EGdgrdJJeL
+8WKdbaiXKcVTfcfSsQ2WuRH20qv60LGUssIQ0D+IpqjJZ+4AhqBzfAnXqcjzN8YJn8fLWxlxNEa
08JxPJ636VJMbkHLjjAGfcafIJg36QRM2mo9HbHZan65Ki9LP6AUwUJE/SpFpAIBqum2eHMOgAYU
QqYBmL2rll57mGVlEgo47xD+Pu4SLesib2zjlZE7pxbfwYN0EYVcMpubxGuGO+gd5dTiCzzjb9xN
w+vQWQ1q6PTOLjVvKDv6vrFwzit411GvFV/v4nVkEV/b85Itr6QtiTFc+iq75pxdII/YDaPoZPxS
hOELR17dKtf6gAx1CpMp8RstJs+z/yBxcdhMinSqiW5CDRRXr3ViXIcJzy838BF4rfTolCQw1iaS
nMrJ19e0KtZvddW4JZD/6HQTrnoiuU63sDSRoUk8XQ7KJcxmTf7OB/gYU0HKn9pftJljqL1OOCcU
+22Vc2trqXBskoyIwshqQiVd+1dE2bPBKcJs9pUDGENBtYYx+tBUI5SF/pSv8UOfZbz9SLwT8zC5
4Ck2XSw+ora8m6GCZTmYlVKp7vBHGa/mfEsqlMWLUjSPmjxPnHZX8vg4gzTAtk5GQqcsQpY03EYk
Ih2+k0ju9xL9FpgwBJnW+0nRX3Op34yqbmwM5gkCayUma4O7tWO4tXSkTWX5nF+mwZaenDU5S/+L
uvNYclxJs/SrtPUeZYDDHWIxGxLUwWDoiIwNLCSEQ2vgdWY1z9EvNh/rVk/3jFkvajGLtluWWVdk
JiMIuv/inO+gRA48RkxopRq1rUfB2zJ0HmSFvLQfwOjTGk8RyhBhEE6qzAgTBX1GjFEpiJPwDzW3
ZreX3NvXAETRx6+m1WeUtSaD/U5Di5qPjdfvDeuK66pIsh3gKeEg6m7DfnzPa+OHKW2/MlsG+t5I
uVbg/giMnOXS7HgJt9xQfEYxpmasJecM46/hGwW9c8W0Ac5at5EZWLPWg9MQdM7I6pdOajWE3q8e
Uav7Rcv6wEiuAn3wALOLQKFkOsMIj4hWjPH1DX3oB9emi2PFeOe+K9aq5Y/mq5HixuTPJruscjel
ZV46iQ85LFjEMX5IWPFiMsbujKbdr3ECQ8dY/NyiS8f0yEd+j4K8ZJsnrsdBE8UnpGXcaka7ISk0
oMB60i6mwmCM3CE6Eby8PESZfSBBNiZLufcR59jTj+vU49bw+NKA7d6GTQkfQnYHoaYnaGChuA5e
3cBSA1ihcp8vfNcWWzFHnpdiNxSE5kGJ6FZJXN+NoreN1dCwG26u4WUuVoQNhKNwzcFg6yCVWmwB
GHPHdtH15RdgxEp7g+9GBoMVqqdq4YCa4g5VjJ/Y+7hql8BLIhN4AQmUZ7NKbmo1PJLJGEDF3JVW
H5S2M/8Quwz6uWN8scLw520iRt2oJCfz+kXx8hXzZfa6tthwIBBhGSkqrJFJVzAyXmccWMyMv4ah
TN/n2kKk0eRs8quJ5ywdm3pv9OyLiCuOcXq3fVCbKmM+mZtHx47Q3bi05fHyaxaYAARDw17uZr97
bRnTnZWOjOdlJEZtbF4GOXxB5tr4ISfptW3kVJpzxnrCIunA4z2BVxI+Ncp7YLvhYc+xavwBJVxv
YF8jG9aqfx88PKW+oZlBTLFk9B75J2/0aZU6yfwjLF2GtWmPSbSlNwEjsG7tGC2BcD4I+ltOZTH+
YrfdFuXVugq/+tD7HpyYrPsprAqK2Kif/DLbDVP5uvjxJ5wbRJ1dtQ9pGT9mQTmVY8JpKktD4Gna
LXi25eiZ7nNep4cmnY+6WmyU64VYD60VjJphpRFfrfvEdT6NKi/WGfWgrCSTef3G4cC8LrLeeCfn
jXCtS84FnM00mpNNhmxJUvaKSZdkBJDuRNeeyERGJ5am8BM6m/kUccvmGkDwQGNWLCdfxPZRw2U4
1kXzG/odqnpgjG9Z9PdDLxqam2TAN6/n5J0uzdwMs0AeMM83+di+wfUn5mqIw2yVxd59rqvxXHCr
NCMiqprBDCGxyAsqi4heqDaUnc5lYWzwWDbzqccagggT/yBgr/4CNuURAhOf4prIuqvJPuq5ywt/
fjA5U3G13DEmvCRtTJcIqW13JcG+hK75yyJ4n6qJTEDzMvvM3EjkeKlL1p4cwGTq9P2rXaFRjfz8
1fUG99AMUH84Qk1WFOUubdoUk61+myVnTUfH5I8oaoaoO0QOb4ftl+OzO1SMqli/4ZRkHx1h8Ibi
8OTUmaDLBuICh00/+DUELBqJGmTZYu2taG63TW3fk7vpnbx+rC9uZaFZS7PnXMnyu21swrsFdjwE
LXqb+HVJb6gVI1Lng+sZzRHkk6voZM7x6LDyr9v0Ivux25a1ScqB4hTMq7IrVnCtGOWqXNUXI6Sg
QjDof3tw9ehSjb2avOh2NFH/ejirNjn7EzLSE8xzoE0I612sTW2xpwjxo2yWrgQel071juHki4vV
HIt+vQS+8pPA98bvuZz8G2cSvWKkGcH9y7r3vMIPvkaBn2+brh8wioTDjjEBaXdzSCZ29mM7Gb6e
ce/7zeekmXPXDmvlGmQSokaPLmajKkHUpWw9lNFFaJubGLYgjityntc8kBoNYafnV1qIgQjcnO9Y
HVFrKmMyFvI+DY+EaedKnCmB/tZc6Z+zaYJZSon9nLCnr8e+nh8xBcKIt5SSJwYsjOZwuxVv0qHn
Diuz/lqcMXpOhUltyOjcBGFF+TfSWuHNXcZDQ7PLUzRX25C00mulr1nbEVo9PnD/9etqbPQusfLH
0it8tOzxx6ztOQpApIJMkXIaMZayKkIY1bUbh/RzfIc1ORI10cTUtUT6LmaU8JwVy43k1gzmlmKz
UU32KxbvLcUMsS5D21uRAPHdDQgVBOJCO27JAnO6/IlkbaRSZOTt4xS6QrS03VHGfhQM7kw65pKq
XRMz5oPr2j1E1dIFEAiRqUt8r7SbSBW7XAO9DKNtQy71a0EX0lrImCKvCRqS9RBdbIgzZ4U7Gc6t
ShtrX/c8tIMRFgcr9xDEeoT+bebCapmwQr7aDk4ZPla6lX+sJvuJx+RjLqJ7TR4HokkUGyjz9415
DThjRYqlR1inyU1+lxwHXhWOX05YfpqC59WMvEdMcWVQwft6itoweg+t+In14IUs4PsszZxnvcx9
kOmlg+lSv7Ak5I00lkNR2pdhAnsQDfAGCEgXr2VhvzJ4awPmm18LVEDe4nbn1LSNq6T2PuIUl2gN
E44LDDSQmup0hSuZ+1Gl18Gao8/WyNbPwpgexHX/Dsmo3pBU8Jlrq/8xq0rV65488UMxWh9eEmo+
vHBnVQI2pR6rneMUtE5+fBN50D7aPCWiFLh5m6YPDVvAAGCboA8XV/BQXFP+ShCFNh/QFQGnM+Zc
x7gthm6TuWZxmoHrwc3Y6p5JaG5uZa/veqAxd6SeMUxMFr11J/sIvSXbTOYIIZ75Xcv36EDhdxha
5wLsSa+7xuhqxFnJ9DLClVgpd/R3hU+iAunR5brwECSXs3TWuqnQ0HKlb1XYnGo8NiuoYL9TGj8Y
lmAZUEuiMyVVW+Q90Mmj/Rso2OzWibcTz8nJKo3d5BOH6/anmojQcG2EQDxgDDQp6a3DU68hYZld
cgBH2eMwyAhBzSZ5n+TxyY2XfVql9R54DasavHdH7JP2hr2Ou9G9Zs4VssvzMeI9AKNF4j+M4/ye
sZC+BfbAb3uNi40a+5YY2c+ckprtwvii2aeApkjs71HZLLl8t8V02Ffe0XQRl7V+AdFiODgE/h5T
pxRvADNSeGVmQaCPt1AEVWZagNFioIDyogHm58R/7KiKz4wRx4eiauj+Qmo0hrmC8GVsks0Dr7X/
dthmwryq1daOXYHsyGuLT69LDG9FshaFjMOusNhEOHTZos/E2PVmRVlSu+iinBAPHHK6hTjwejGR
Nlu6GOkjrz18YjCfjDXRgFnl0XiTtLnjEzod57nERCPYVnMbM5ZrUVgTUtSu3YTohtXStvJXVZxe
DB0+sPhS1GO2usX5CGC60ob71NWVaXBYWPZOT5F7P7Vlwj3itPLTbhJYuu7s5l8+6tM9azYmODkf
QCKVIQ6SRLImGd0NykLeVHIyTl1SfHWLQhNrD+ukLx1aD0XN6SV5/biI9NVXeGzizI03wld7FoHc
nnZEwWrmJG7nvqZ8RXOZpTT/YVpUz2Awpz8GpsW3Rk5/lhEXU2LnCfKkXqhjkS8UcbgGOfuHdEZC
4KQqPjdLVVbUXcgOVtJbAJ7qzBhM/Dxu+Kec2uGlneFSTqHfvMFRGzo+LcChwNxENSsPKR+MUjCk
ESym3cCPcdqz0km9d1cnqO3arFqe+K5w3EwD0/Q5bihrrYqsrHU5OMWfupaMDYcwdehT4xlOS9l8
udfDp1+mXZICEWxNfjuzlhu9sC8UYGX2C5yiJy15fgJ6DSMLzMxPvmNzSjyONdLao3C6VW1vbDqM
0uvcbquj0KF8ZeeEAb6dX4umzS8L0fW8xjHhRLTtmyGNIKcYpce7lHX2SnQZoYqFCTHLals2LtPy
VEVTDGvPrAM8rWy+Q24ycs91ex+mfXTXO81LGBYcJQ1LYOgqjk7OkgQlcyP0qPamFfc73Kc8mDWo
CUcMFlEsfoRidW6nhiGrGR9MDn0q+RLVrjOi3JwNKphxgcpDH3auQZ1njaaxIaTjID2evhSEVkCh
o2+Mzq0ZwOrwCRkJAVx6jpdD6tT12UKccgTctZUt8sJkoI7isE72QsPhXkVW/+xmlcX+HXqt4nbb
lI7xmfbWvhnN3zQKEa0a0X08mA0DPWBEsQm1EvePUb03E0w9Ht/rbCJHvJ9kffQIjiYNqFCyFWxM
81FbfogWzxha7AlQLrKiPVXJLG4Fn9AfSIfRG7W+h05XFC3fgTjfma0g0K4Y0NuOHtWoyhM8xqEz
ls/wkbqgMHR8IHYFefZokGWOz8LFBcSePWcHv8zRbbOgLBIszFSX3xgGazHJWTxuvH4pf+yuN9as
0AeIHNgArYzppF1jeKE9R6qJAZ/CjF2308XbVuj5WVvEea84WJsgnLI5qJZk3DbwYy6e641fKTad
vYrZDDV+eG3Yw3AVQTL9rEFrwXOxx1cvdexfo26RoIoyfosAN70ylU+/e2Gq/iat3WXdxtb0hDpG
HVNNAsiVzx2/hJxn+8kF6VeXk7cjjKt89hK5pIGCRbpGv6P52n3k8rwAIs7HMAGzQwZyctdrotf9
XLOZTmkXmTkYBAT47zTIzcwRN5sPAL41uoTkt9CS96sgo2mT2uGysmG9ru0JyTuZvnrdG3b2W1RW
/zHMWbzX1HordGr2bToCSQ1n1EuyezLyzj0DSuw2A9MIAF8pNYW32OiZOX3mq9Ydd3nSdulmwV/k
r/jRuO1RJzz5KHeeDZmwcDXmCVoqAF/ugsVCtxTK7nbqpzhnyRyKlzhMUiRYwmyJch2EvhhWMvO5
RwBxorhZTEq7ifVnsixcV3lZhHScsTEeTTmqP87iX9dVTWbTO8T6OIVIX5OY42NNbiJ6riEefHgz
88J+EDh8fOryrnps2pKWy5t8XPaRmcJih7hggGYtlqCLagTM1oRdn0VoEW8VfbrjGPURbQLKfbu1
qV6d9jOrpvESl9b0PId8JIou8m8MAiY2DrgOQI6j92Wlw3Ai9wMR/NhnrFjh8a5iKYAkCQbRNbYo
IaJXc5y7cxMyjYh67w4NBS4owOLgKxpjBlNr9VgljHbxNxFY6xtNIiT47e66Qk1xyaSOKFGPTONB
lBFIhbx9o2VrENRDt5plwtXdYB/qJetDZpHQVuZLHOoHaFT1UTAZQjKGIcXL5QURUQA8K2IsZTgS
0lrsAohzywfTZHonHJLn4MNNWEL8xRv3Rl3O3D/gQFbM/lA5D7RTFrPcdVP05JerTgY2M4414W/v
Leg55FoCeQst2wsriHYXmov3G3o+Qd+yRJy38gxCDnjCdfQR0/kwRPEyCbgnfkplB/rDZ6Oy1iEy
huu8B+paRor4ap599iNDpU6sWXNISLLCIDO7U5DEvbml9qQGRGaCsWdJ8rWCDPYKxpX6apxsTbuM
Au3JCNvpCBEA6UB3VQrVaXJHJm28a4jJ/CD5LHl1nNp4tVBIyLXjL/4f9r3prSlhGXJWmP4LM1za
IdEMt3EXWcwssiuz3OqkFTMjQ9eRhKN9bL3Meo0nET8QZi9XhjTHCqRpa3wz4mzQh2vnkk3+d2G2
z0mC+MGKrR8NSGI/ooKDK4LltjMhLqVW++KSww4OCNMVqrJqa7HRQvZh68+RNWbNsomZr/1AP3rq
+vQGrDxr2SvQaeXPLY2qk5PN7rXfkfQfK8bmhwVA6dAk8e3oMkpyo28wL8M7LPNv2+r8u6SruN3g
8PSBiXaPJVmxGeJ0I8N03kEGe6M4cx+WoTbe/djqufjyYGgImfJIizSKxdx6afhUQX/YSBFG+4I8
35WyUeNXPQ420rZ4SG2gSfMa3BEWL5V+6tDMjuNg/Fly+zfn4jqADq9Qu+MnZOA0235/qXRanqpR
Hb0J0RuEvsPYEv+eCDtGKIskvFe3AKXqV3dWJwO8fdLjqh5mhhgzziNYK4jkkB1Dx4QahUyIZSR9
oKjEDc3obK8bPTMxYZTMIGCSgMNHi70nx9Ze+Swm/ErfzCmx9NOUP8xT/AhVfgq60t+RoudiDmvZ
rwI6TgCfUyYUH5MclzsN5Q2kxIU7vfjWrRX+4WBBPwN7PX0YGZke0qiq7lWlecUit5ySeTteCN/D
oSAsu2OQpO3EvUPRkeY7Zuri1OiMa4e5mjEuR12EJi0In4qV6aripVc2dOYmM+JnqoXsGJbNb1uq
eOuEuQHUzszsdHXNlcOO7Yr5krglkDzmV2+IdoqLM8WWXJlo5L1Nz/hzWfUJKQBkStD08iE31bmr
4VEJKr3b0S70Uy2SlvLIUZy/eZ0jE64ne9qguuyYKBj1KYnbIEGfapRvdnVFsqjKIHyCzqSih0iX
6q6rxltMeZulxmNe9UgCK3uaz5WZq2M0uk11Rtw8gdr1rWZci6mMGUSMid1uI+96n8VGOHcMAFLs
qm2XwSDnUGV9FWXh8JUYEw2XV2Z28lkxn1+4PYaKE34B5pr/VkaW5IeE7oKebljM4U7FbtcEOrSr
ZwAK033K4ane7SovH/0x6Z67qUraIBrixd7mWvA+DLNLdqJnDU29AWFY3LeD7A24mmFRfEMujrPr
keskp2QwyZ0QOsG8nmh0EFuzs5bwULSVwG9dznQV9GAQ+WQ6EYNB+iQsmiadXB8CbdXlgYO2s9ga
iSNseCe+X56LVlrQrjrtiMMw5ZBv4oVo47M9FQzBMsijmJQa6AsvCMOcb2b9Bld9LUvekrqZn5AM
stKIuwWMpB/rtvvJuZm4Lw3WbozDyC4BVTksFkNOR+RbZy6FFzTJoLwTsGuclsbgucP70nJ9nyud
ZY+d8PrHRDes+b2Ga5a7hiV/IOm6rZOTJeG8Qd4u7CdQymoOEEd4C/ssItDXc8TGaD9EqeXfM6Lo
6CmY0oNQjDukc4BX+FgYaMbBt3tWqbaFKCogxV6kxXdiG+oFKWbGJVhcNZI6tMxy7YboO4OGGaAJ
PVHPM0s9SddiR0QYr6eo9/84SHuSs45oaXjFMv+2x7g+u60Vm4hdDYzOfVQyeO+JxPzNUnSRqCo8
fVeaDEf5mC62s9djl/DILTN2gop5UXb0m+bvEwPg20g6Z0XHq3uaTQITxLydEzRK+8Ssom7lIPoz
93ncuPPWY5iEOdPSZn2Z6tx6VWaRsCWeUmKSS2jgjD16+LA7+LRQBniIcN1wUrRYGM0OjCT1G6JS
O7EqSMPjLFqgNwmpGmsfgiqKpOQK3qjGpUt+q6ZhROR2NrKtPG5H5ykt05oxqWUnN1nVY2xUPAbi
0JaVjU/RqRf04PZcxKj7l7w/JYsETVDRuTmXggWCccmSZW73vsiWChuj6PBZoUH3oOdKrfYIXicA
8HVst+l+tIUH75o1JMPFgpClVVrX/mtnDy4MQs+xy1NSRzU3M+pDCBYF3oATwtERYBu2EspuCt43
0G45E7rUclEHstcSTAQyLXd2kjT4ZLWjop10iYVaLWowrG8/JxW8p/1pUnkmUihqXm1Sv+c/HREW
IcqjJroJdTQlB+SNy/RIAVBSjaeh118RaUNO5eaiBw8imTsKxJcJFsTgzhQ7jJN9eku0Ss/Da1id
cxhCp6tuSgjKnxUufWvbIXaSwZg0Bmy6EkncK5JXkh+dkhUP1ytCtDXVKRaQKp2bLGBMHf2JfZTM
CCDZij/zmI33IfyULBiqSi/gQ9H13qZpKucbhwZ15DjV0TuDkwJeXekD0ra70v0dPGuSr17TuBVF
Vp2V93Ed6+Kgzca8zrSRZEKbkrwLiggmkoq4jXg0EyRVQE4JmUPlW6aylo9XUr6xgw1m4wqsK3je
wGjnYo1FJGI9jOkn2rDPy+NLFnM2MCQuVf9aZaRCBgxbxHRsMiebHyobJR83LNtHisMJ9S6jHdYQ
b7NDutpzhfQNt+o0tNlZFhK1ioI/mGx7VJgY4130r7spdwT2NBKNwfd5UfutHH+Ygtas2ZAbY4zL
Lku81j5ETSXHgHH1eI84emo2aZz4t0Mk2+mWIXUfoRgmMxaGHkqrn2GMpvJkGWn7hJSb5RnfSwoY
w3QIUo6jJPTvx2GZsp27KNSWjqIUWQ9J3MQ7xkl63nSgN7Hf2TWtFBL87mPqIbDynb2KUBOiDZD8
oJ/yjk0UIirz6069VBRJ0X4yjc5hUO6a/iZuGxf/OY6NYa+qimvMaS0uaYGGf1yHWdnzgHDlOuu0
a+Y/MRpXsCGxqW2kj+kALYHQqn6ryiaWR2AYkdwSKQJTpzVUSMYungNGHCyLf+hPUUEV/dTBQPEr
Cyu6GS1fDsLdmHuaxKJAdpP37Bt+fy6FhZQyy2qrvp17zxYHnmOdbLu2dD6kyu1sY6VZ21HrZdaw
r2ilv/g2TTX7Ue19lrOdfEkA08iFpaGwWJmSzzJ/1nLxk7bdjf5oj5tMJUl2SbI2nzeMvvue2Kwo
cxEJTvQgqCWF/UBFzqn6r1cX2/8HJ9+l+ikeu+bnpzt/VP8N/HzqCoH6rw19Tz9N8/Ev3z//gvEh
6v/tf+VY+You6ebD9//417//2r+cfbYCUKWE5+PGExAk/8PZZ0tMemSwmtISV4uewnX3D2efbf0N
HZV3TZq2CRC1rgnh/3D28a/YiXqOZ7uug7hauv+Ms88V/ze8ifBsU/GawKM4ik8JKlIwKf/J2pdh
NDCwsrF5tfpDit6AYXpUlZ/QCFHpiAyLdULIkPOMdPFY2dnRXfozwrRM6pOFPQFjvvmH9tqFqIGY
HYVFRKU3E82ODc90kLV6ISKfj7YT70ZIGyMTFrcDOpU1nzncn0jOTQzb9HBMqm8KRQhB5DGHlfWH
kMDx9umjn17gUjQV6gVKg23obeCUlEe/gjqxU6y9vbtLh3bEdc8CuER8QxBCv2OwmttrEj3IBYIZ
yUzT6LZzulq17maGQ18cGHoTVmBKJi93vr4HGJSUjJxPSbVF0qTCAPs+S81VvRP6tvG3jCUJln8k
LCDILmH0Wz/b5kN9ZuuQk0tsYgckuhZa/zbbqlcjDOim8ndv3jFgKVZYv5/An1BiYS5rk5/Yeige
G2/1VGe3pfHCXGmlONOjaA0cwUZswwymOtfpzmy83ZKuW2PahVGCahmjRr4Eh2y6aXzwNP09Kxjs
53XvnkaLASS6PmAu1q4NIFOvcaP1b/OX8W68zyCYrj+bf//5+mP80f3+9WP8Ib66X/H1738Nv+kH
wqed/MK38aXw268gPyLOm28R8obz1t/V+kbQOEuwFoJxts0SzT5CQ3jPMB5vzRGdU/mH7nNxA6w5
6BE+pL0eWNbqJ/RgD5N5YJYWi93KWpeHGJU6YIpoh9N6DC8ahqvaIltDbe+UlwYownJxWJGKe34v
l/EnZp+r8O/ikdsCrgQ8gIM5kR8Kck6MzTQGAD08wM5NtuLqhf/Mr+Zn/TitadmZz/nvw1peVvib
1573UcoNPgz3fZc37KS+BAAirOvxzNm+i66KTawbW5ve5I6vE2cGwypmtRJS+ko+zXfxZ2hu/fYu
T05ucZzEvsCYF2Dk70mnA5HlZA+R8RW1l9y5EYes30bcJUEZv0zTw2S/q+J455jbFAkk+lRJmcmE
looiQGW5NvH2e3O5nVjYRDEeTMiMqAy1DmZUFvLERb2yp7u439sDmum1x/rI2BR8wdT8LhP580RM
Gvv51Rq9kQrPdniubvASMjQ/lt2Nd/9OYiFu7wB4ln9pumNMhg9Xug1X8wkUYws2J1+MFZ1eat6h
wxt/46fk9hxsAy87er/begpK43b8OGP+T0CYaH/NiG5Ztkl8X7XBINftLWUTS9qFYueGmVL2ZFwG
oPcM/+eNijbtjF6Q/JLwmIkbOs0weUWTgWZlI40bxDMUBUa4wVGylqa9Azu84jZcKTgbKFOw+Rfr
hobCXYy9H58yKGNsuyNy58jWbdIbjRiYNTBDCR8ZJ0v/62vzu011Z35QrtJmCHohoGw5XDk2RtGM
tGLCObMqH1jI4xllvrOsKo8D5iIoD1pzX3wn5Qm9rwSvjEvVAFftr2FC8/fe94V+k5fGO5qupoMF
on1FkJzlvmtKidj98UeD9NhtpvYZdjv7lPsb1hQohp5i61V6iq90R2ihLl4K88XMNtVwmm+9Dzqv
VQt8gq0bg8sxO9kE95gMHxwGrts+uzPnpxQ3brUln6o/u68Q80CJlPcIYkysiYw/V8w1+D/FpT+3
57//Y/7ZX//G5Hhl1MPO8Hqg9eU//odvrP0pz8mVaXPgYESX94qBmnNKTyaKVAQpXTCtvLta3qpw
bc2fPPaAhYzps82ok9pbRes1i1fwHJFk0sRnCs5wZ8I4gKqRmQCvliAyHtzGIKHiEFUISHgVbkHo
JJALXMfjmPMJOIZiG1eHRj3nmxBBixdoPDxkVLGND5231uRcJa6heuC7WlhrHGWremQ/zPfmk6gY
/uQAKSE26LXXgylp/B3aY0DSSIf96i0bnS0pi1s9UPMjffM/nJv0sx9hHLUsaM9xeetELyXXI6JL
vwBMxUaV/cd2Ic8LySf76/VEEkAjg46U0gjXAurpTYILLIel5YllM2tx17kef4/hsP5ANLkpjooP
bdK9SjVB9/c3yLe2gsBRbGfbbKx+I5VhYOWIhTiRgo7xuzHQ4jm09CcX+580k/5qQniM8GmdgFFp
evMuxxcWEvtmSlxBy/3VdOTh8IpQXnu9hZrBOrSFszGy6kQESEBpzRIsY5sAOh02UHTjta/aGJE2
MKSDmLNN/TtcOJDKLGx4mM0COSf3CfryjeH5mylZ2E75aE/YOp3AJefTIzJrJCRs8YXcmEUdUH0U
qLBZ89ILbA1CRI3pXVnDrU7xrqvs4mYTVgbnW7BIjuQlLv6K9/6nKtX/bjXolY3wX5egrDT+7X+W
/7nuvP73f5WdV2yEkI4kQZpNlaUcitm/OKue9zdXeSZjOGEzioc48X/KTuH9DbkCBj2BbeFKYOUX
/Ttn1fmb43vXvxximbFo/1OcVfta9Vb/AXn4i77n2bb//8AdIraHEiaB2CuHnVUJBDlIbF8LjJJ1
vidTuDmKa45AUwAJXrOD49KSynGu8B/s2c9J5ukXw1SvsVQpB7dfIafOuglMNd5SD06ecuP7juVG
xnLQHUA1ObgTPEKhgCqxTf8zWVX8PorGefAM38GuJbGPcjTbvUUGUVmRSzi27PI7rN3RDXMPdWyH
KUJl5Vr4ujOCH1cFAtm1Ts2ODRVhpwhumVgf1SCil9oTIRjOAt8xm4Y4BFYnaqiYspofnEbNyZ0h
Copew64zFIeN62P8XWawYa0zdwoiXYv9LZFe8aRzK73Oupc7/C7j0fYxH4R2BtxPgoeBzlCc2alm
73D456OS0r8h/inZOxNnFp4g3MiYqUouQqf8DPu22M7XBXDdLCMjq7g8t3E+naI84xa2xA6HrSTA
GulE7ea4cKyO5EI2peQTq5p6ZhwTvInMr3zmho1EIFx7mEyQi3r7WSkEVZmTOH+yxCj3OorkDZkG
9YkZd3vPwP+xRiq1D0MqKdmby87Hq4g4hsVeJNW5cOzpK0TpSc07z7dSt8ORqNp5k2lDPlWeW1wW
hT4AdQ8hsDbhoUHuDfVrl5nqWGdooAHrde5hLo0ItXXFzZFrOcFvHqyLh/bq2YQ3sqV1wTVd6uV+
4clkPqCzlvJCgVpk0NQ+IMdGQ2IN13V06zPpN6Z42RFfWnLCZpLnx6xPddrtCU8i4AbVzAFFCFXc
oPGuRiZMIZtoeGY6rwYggxO7Snkec9xG4dBjQl8YFqz0QF3WVDXxVIDW1wQCxnvJN2AFkoNo7dx5
TZkjgHaK5d51egSdhFazkSXdgkvJQAAF7zE32AUZarSRaddeOCLs4Ithp17K7w69GTbYaK4O5B0m
mznxLKpqiY2/cuR8ZjN1BT1p9HFL3yPc03OTs3RAxSn2pLUA0md50t+NjhE+JIsizWVRFmVLFGZk
IC0IOi/9PEXNJooz0pU7MsA8xBApVz6hauOpiHPrTKTb8uIqwwUXiqO9AvcYWTdZo8ynxHcMsFoF
ggXmfYjjlEuP/NAQkuAifxI+jFey/CxC3dpBGPzKOkLhoQlnzmNVHsdqmrZFRJ5yYFvSuBeRSxUp
hLsz7b9/7MbaxGWnOqaFaXVOBPmVfJFlj4rAIj3OBR6xszF55HumRMXGGmV6NvoR65Y5FqeMtQNG
dGygKId4i+AQyjre5gtop5GpardBeW88m5YN6nG4KkTGznyQqhQcSnhGcXSj7l3ZhT8eHDWog42x
79ed/fA+ssK8CeaqE08IuTumw1knrCC2iG3YhMoAuMjuvLnUyrOgLoZWpFZITQQoQ7efvnrDBTTg
YYFatZ2R3WH8mI99luILSpOrlXFqW5ewM1uVl0VYxn3pCHfLlhE3iYqjdmfizMRByCQWD+to5CyW
UR2uoMvTLuEPtN47Ly3Rmvtjga6MhZlpe/RPXXJdwaejJ+94uOYbURP3yz59Ya2sncaoV2aT+liM
hEDFnCCVapnvnWyYGXddlvLMOTWhVxnyTYvV4yBu5kGbFoWyJuSyAgOx89vcPYTkXOLZHHVGIWm5
N+ZQw+bJWPQh2ptlkEcKM8EUQ2IUdZ+Tstp2FIgMWA94iRs8ZMX/pu5MlutGsmz7K2U5LoTBHY5u
kJPbt+xJUZrASIpC3/f4+regiIykGCox45nVoHKUmSKJiwvAcfycvdd2wqNjhvUpdbTqU9kMHaQ3
1eFUY45yk9fy3g7t8NZy0+Fz4Vjls0P3EhOBqcld5w39699vj/0HlPjta37xlL7W/wfaYsavMVdV
m72G/7V6qhh3PiVPP3TF5l/9FwXe/M0AoE3zC/gNxQllwL8o8Oo3Jq+OawOFsV1r7nz90RQzf6Oz
qXQaYy4dM0fN3OI/qhN+Rwcp74KmMmBGUPH8naaYgJv1pjgBcGXo3KmGYSiXashRVFVve2JToQFm
F30KN25AD+vfaxX7UGoX5Jvu+NAz8YOXfYq7PUPXeG8zVdpNU3ExutGXNwUdvdrRz7P/YgB1RXpK
U//zHz+WSX98EqouaTGLmc/7x0/S1gFx25BN9kXc71mCMWlIFX42aTp/AN766UnzHUpD4VikMnxX
mWFKMPQgBcrR6B4LWQaJUp4GzzJ2RhUAWPRQnsZ+j9R0DrqYwhwhRpVEm0lSc6DWcNe/PnU13wTv
L4PiMlCn0j6iyKMafXsZQmJrmtB0yR4uNYZAI/Z7D8isyG47xO3rOJiOcdtE6NmFC6QBnJii26jr
R5eh15adSnocBzyxkAf9Gzcwn/yabX2575J6g+5xU4cdrP/oiea4SODsBPVXD70zHr4UgGQxnlSz
lY5sdm0pmUmi3Cg161M7pRChZ3d8mx5CDXx4e98yeoDGoA0XHtCpCbrNWUV7F6f3NyF75AjKaZ/n
tbHRo4uWYD7Eippctf500gcdrSiS1DS6a4dj4F74pFCtMfvsNSe6nTLgrtJH/ukl00XetXvLbrzn
fAIE1CXdrRBDc1S5Vl45KdqWhsTLq6CsovNoBeS8dwh3gqkA8xdU43MwTcmnPLTXZof7yhwD3LQ5
MpQyPZfWdM58Gzww1qlxTB9705NQaBySvcn1rG3rbAXsl9FcJUGKutGx5rFFe+XZxX1vBGptjuCP
lhGvUCCMYRwsUxmA4qnrfJWlJJpWfVCtTZhS7Mtd72hXsCVYB3BoFFhMSU4pLdp1ib7pkulL5PkY
LbvSy6g7QTVofQ9NQQLdbvWRiHDxKZc5pOlKP1Sq0M5aNX1Fq+Vf2EihqEtcJvc+YYOwxBYM3cB7
Sp7kaBTDNmW8S3ok0yQrCdSq9HKkXhWdtdSPqb/CFLK+O7v8Z7VzblSXdQK4CVTbFgrLS+QWF0bK
gzGZ9+MkDpmu9oYM4/WYpl8MW3+oguYRdSQNrwk+ozNaiD6tPtxlKUoXX8cPkJMlfpzwv1A7c12D
OtN3o54yNRzSCQoJmrq4cspz3MTZkrr9DtMkXRJTC06enKKb3KCebRLhPveBr125KS4uRJI0QGut
dw62qoKX2pP1JfQxGw8h+viFxUL8pfYj9+hjXDrwXyxe+54d7AON2z6aNP+TKJV3Y+DwhGecm+Mz
onZ5YUR6cOnqlbnymP8T2qjTE08tjS/NjqV763YB6tgELRVqbIHml8n3s5sSGbMuBplBpy26K8we
w9618Hs1ZlIcSHd19o2Ny633tf6mUfWUrtiElbupDuOnLBqnb1gJPPTWIN9GI3uRrbA+6bqqnqDb
ZFed6/f7llyfm37w+3Naq+kc6qA70ljrzi2B6z7N6iI/mqbpnurCzrfj1DgGWBQmNBfOWDW7YtTH
+6IMjSusid3ZjEa0vH7/EtdWmS6knfaviTTOVpsFt1MhUCqXgJRAH+4EcAPoyu5QKaiwZtG8lKb+
tW3a4inTmydzKC7BXVGGFOsAO802KjVUPmkXNmx9MPPXX7KetQuX4rpwA0jj6fAQp8rbVaIdPtmD
ODSdtK+m7JM1/3wxkZvTtuw3kmORRIwRivreENRm7egQdgNaghQGoZmP5DXGIH1D+mX1rBWTHXkI
jvoy2qO+bVT5la8EyjjtN9xl7TpRFNgFmzd8rIuwj4kgaqqNHNjINYeuHDYgEKasufS6aWfgjwBc
xdaTexLV96LV7jy9OMp0ayKoYKUVwODVc+I17bIRLjb8cCUGgjjp04eRPDiwTcgn/FQQsWQwDAkh
MGjQuftu3/YA1HzjGA7TpsDQ1Qf2aso3ffGJPBYskki3kc/T58RQQT8cdZfZvrR9BuI9brZTqUGg
mDOMNr3cxTbiXnKV2649S/QVUXSQOHH9yMaGUy1L8ynA/5i3wY6AUdJWrYK8IrwwSCyWEZ6ppSLk
ah/UNK+mlk12Wex8o91Nxi1aPkSc2qLuvmnE5K1H0IR+2Sw0VthOb4/0mpc9yape6F21qtqaFVq3
AJ859LdVN+GSIBh30aR8kiwEVJ6R5Uv/O3Kpb22mNUisSo0hWqVouF37IFhcowD5P79ppmmbjHc2
C1obXUaFOrLthUN9lwThs+G8WjnxbyRDJ9sCJ9nKC0hrGM6ovG61obTX2FySpS20q0DWpBFMznlA
KTv4yJBzj6I0RZBWWMx32E5eVJk4soAsf/0uF3J+V/+730MRhZeDbpRh2UoIV8wU07fv8qIcNAJe
pL8vEI4w57HL4YbFmbgPVIb8n21x8OYFYnIwFReV3l0lAicaArQQxf68qHjz8pLOC433fc1x5uUn
+74SRd9XJW1eoLx5qVLzooUvXV4M80Kmvq9pRRlrNxpNIgSrQ/3V0SIsSWJg+4OCKDnUVe0eCa9U
X2qbWwWfqLLPjgiaS4wuwUvsMGc0NEJjzRD9wiKvKu3KBHj27MP0uW8bLbop4PGdsI/gfRftXayz
RsZFSmCGRevfmhf3aV7mJ0J/Np402eEhueUlOxRs3Zpx0q4B/rUvTZx3t5nhflIptOycPteiUI8w
ltxF2vhXcfO9XwraJemeJgudlyJ08jjkMKbszsP7wTqTgrWeDCoHLH16S75sUPG+CYUfLRoJn14j
obqp7U9DUq30zugeY+wIxiL3MzfaoxxoH4Ox7ojGHhJ7PeFthHk/xu4BuR0wDIzlXbx2NBr43WwQ
Z4g3kwtGt3Tr69Rwhtt6XlMJWDau8nmdtecVN/+++A7fF2I89vlWzatzH0w5IvR5yabZ052DeR1P
5hWdplt/ntPbbtp5vVfzyj/N7wAxvw2QqWYvHS8I5DveLp3fGeP89jDm98iv715Tnwv+f9+938tw
RwoTa54Dkpb45R/vXmGLoCNDOt6HGES6PKTwx4qrvGRVcj8WlfmQZVAbzVwj3eNAhJlcN8p5lGON
xGXYst/Z1J1Fb1/k/r7pt0mDjDlNs/giyEH+qIwYCL9c0WTJV72u5TfClOKqzcqad7p6hnR2WU50
f/JIPHqEZK0anSG6JA0m6LBKqnJTW/V9RF7hEiUybwSSRWEYOCwiYCV0pbproCrIkpg9RIS9rQbp
XNAHkuve8PKHqlEkprVd9lnWGiKVKD+MRnCnE1q7MaPuk8b8DhjOgSw6ExeKvBUEZZMQ6gdnXMRn
d1AIu1B6eQFzEFgDCzHEB9GS+UC7ZYfZ1SWCnLoK+c6ID6S9p/Ka2weYkvPUE7esdAjVM1AaOJIq
oyGDYT51eyqZAw3MCk2QR51705d4xUoxjLTnEt5oHU4HXqStFnxuEu0U4lMI3GpFcHNGpIJ7UaGs
dcLiXge5ErSwNKUBc15n6vNiyV5bTFro7Wge5vs2JyrW10FlDTX5Hrncsc167MbmMozlaxyNsHJN
CyoJfa+ZHLfsSwVnw6JjidZmV2QUclFv3LOgbCu9ftY88Ch1mc8UuS/A/ugTl3SPGqxl2BZWacuo
M6WftqjIeD+Zrf8IpUbfdjWTXEgfQLFqAHPKUbdVNfebw/KCzNVk4egm9v0YwRthjldyntqOih/I
rQdbzDOrkSGNHqbOQ9Na9VqO0ReZ6xJ4CRgPbJHQlgq2bJNB0zIlc2XswKSD9ZIHiJDWsuyzR7Po
noraVvd5RXiKLkrEHGZCjki9zLp27bj0UjDu8k401iFy8FGX215DvlHqAzPnfWSXL0rDGhiP14nQ
11rAFgQJIJySwFhpQXMgfVAsKL2OgcjwFnr6Cu/EjafJ61pvifKAfwR740L3GlqfDfcA9D29a4g0
RWmFEPNmigRQrbBHcp/s3EQ+yClkiG6d2dwutY5ya4g+OVl1rMWtdLO9P3z1A3lKSOVAnLUlWQDZ
9ArRNy5KEJ/TyuyqveNVZ9aEdQFaI5SoTIOATM5bn51wThpAhjXGZOLs4M4Z7EeDfi4ytrUsofC2
DB7bemmlp7xZOwOKB3ISkuE6Lt0H2O0tvBrXz69wRUAjY9l7tcHDGAPwnbPD6o6szFDxBesboQho
W4KL2dHekmHW9Wy+Ce6cVjqiP334Qg+vRSRaxu2pLS/jotvkCMmn8ovpjE8qeCrarxqcsRafPJxP
O/raMHNNxJUv7quGZZ/Oti6vMFKshgKJqzZHhSG6+BpldOODb8MEdy3cFM3XsB/Y2BK5jKFTdhun
OKDj/y5JdMW6h0KMNmLEAa2s5iJNWX8EI2AIfyRfIMChjDQYL7o8dV+SYTXrM3ALHOaEeb5dt0by
oHhEKbTD/qIA7O8lfMNMU6pcrhwXlA7cPKkfFVUfFjEUf+oQ6u6KgSUyVqjAPndtl84auiUcCzYk
10b5YqZMWBkot/VWm/g7CPgcZJWSbAH6gmvSBXJpLZsKBWbjreCqrWbylSQOI0XsXOKAkvVOAfR0
Sxh80YZ93o1ZAg72b3ldrTvHgdVdbGmTrwYDs2TZbYqxg/XsY6h7TMUEHXI9uYAouAMTiIvt0O9G
Fys9cbxxxb5SjkdLPnV+haeaGDZXP3WTc/AJpK+2pV49WF6ypNt8llF8qYtuPZhIHPTTmFZo9Ksj
gGkeq3xVV9puIqhwitamggCZu8zIqhNjgwOwlJVlHfHrz6vHOUONYanLSH4RgkR7RvXg467xk5zd
6qnPLv0MKKr/YubOJu6Z8CMZGgh504HD9KTOEUeXtFuJaHdRT3ARmCsTbAQTHFtC4m5pBoI1N5CJ
FFVxgZWcvBPUMmkcAoJzrgE93JFUAB0PrebGb9kFk1xt8VeQyBrByKS9O/cArZakJmNPooQf0vwh
rVBWpc2594PpECb97aAgvniioT5J4vRQdLPC/m4ESkQdcgUPQ7nWVlM+sX5adcxnVVfjbHU0BYBY
8eBqySuh34iS+ZBNCAnBihz1IOoyoeeebv+7tigz7diO96VXVRcTtotzIkv3sSzxWfpkR9NJSDV8
DypJOHTpb9ImdPfYzowrqp3wSyw85xiXZrTFStl8kI5GW/N98WHTAqTBydyVue38728UejaG2dHV
9WTv5T2ON9N97J00XFeF2qPuRluVQ+JvdOv+g6rng8O+q3k0KzbEWI7Jvi9zWLgmbyYR1wbCYef6
10f6SZPz7Qna73IkWwKfk7iCoRwE/TMu962HTZBZlv0VG9oHZyV+LOXmjQjTKJTH83dJm1N/d1r/
vtYBYcfHZL5m7DSco5qvYzNfUVSeLjzF3ifGmOuNeSzda+F8E5CRLbbxfGfovcym3zuwf0ug8J+F
YvwHE4X/8Q/NH+cFskcV+kFT/6n0nQMrfvgfLLeIWa/b12q8ea3bpPlXfsT8k//pP/4hib0bi9d/
/uMlZ488/zWfPIO3qgXFBf+fVQ7Lp/Q5jxB7vP4pr51/4V+5GfZvFh1iaZqO6RqzluGPOYIuf6OB
70hF2W4L1ro/5whCIWVgoAg6HMErreU/xwikZgjDtVE+6PT+lS3/lrZWvJPWgtqaW+kuKF7LYpzx
fU/85sF1yzrFXji0Ox4eIE5lgvzIBocUDhiDGD9UF+y0ciwJJoQJKwVq5yTBw5vv6uqvA4RZsvF2
9Zg/hGGjtFCmjfvO/J48++ZDZA6UW3IICIsNkd4Yo54sNXBWGESC0YZ0Q0ePurronrmhE3w2TY+1
psNsu6yaLLxPY/xlv/5Iv2uK32ynHFtXuskIx0GiQlfAfDfVcE1/ADIUwyQr7EQHEe9Qmxf0CynI
gjJ9HPqZOJBBc6bpBemT3ACI/CGs4n41KFmhmANFT4CekHa/iTWtDpdjD/T9qTdL/5uJ7khfAByl
vsaFbBdbmxklQr1mmAhbz9sTqNr2pS/CCjOvYhoLVsvInF3jO9SRMpfJTjR5XaKTjIduqTWG+zjW
mnNK7OpVkQPwzYDPnKFMM3TzWqW956/DhJpgBfWnH9aj42jWIYtzMFsAMMtoF4rSudDdjhm82wsB
fCZ2Bv8o/N5Kt7k5dLjUMjpOC2wdKNPkRET9IU6k+Go7YKfpvwdI9GTFFnctlZfW6yatjJKYH2K7
UaNCrtp0g5uBizZpDS/yOi9J2x7j/ishwXg+MAl9JtWPubRM4KVuBBJicrFgsUGcrSgnUy/NH7XC
wtTj1i42QbOeWBD5o5CxaUqThVbJyF1ofsDnMf22c7eiLVLiBVO92EsGCDgalcTWbiMMeaL1jnQn
yrN69mLjZuEc8ImyldEY8vvUf5RdPNPDGpJ59TxhAsRkKJoq3MXwW4tTZIi0WNO8pY2BwFXt2XFN
5VXNbDxcul5FUoNMenlJHMD46oVGg79lHHQAGCEmQzQRmlp5vqfvm0rL01M/+upzX00dHLQOIppS
VbwKnczCg2NJ8TD3iJoNTuzoevI646UCM3ExasCIaFj26b0K8NMva5dhE5kCvo72drC1C0LeUP4N
Ef12LgwilU2W9GxrQxHx/Q/SOkrFQI2tQ54mx85LiX7KudC4xKkl1SJqUkAw1SCm57acYcHQQbSQ
RjEHnfssLS5Du78rSGPnrHUPJ5HVjdVWdlJ3Vr1VZ9zXU5TdsZrBIXY9GgoY+cEULMmPwxm41jLV
qLupSHx5CscM5WHFW450h8oaQeV1KAZoVWc9s7M+GmlEaQWJhFE5sCNJ0wqCLh0uvNBD0C/dxAqo
7xNn/EaPczrBUSOfeHQw0iHyy/McwUPT0b4F40KioJYj9HWH1uzobY7VqRlN37weaB6NCzUwiFmK
YnQqPm9uovaFfwol5KFIKbKi/pVFHLIf0RTrlib7E+ao26iV84Rpz9zouRhB+BhQEM59jnSd/C6r
OrSekufYZtaEYoe5DiYcfxy+2eAKsGbr0FyttNpUbr+gO7cavX4MFybPVBgT/+amX/WCEC/bXfh8
QaMZHqam3mSVfS4wLpBBkqysdLi2m+4U2TiTPHGXQ9ocNTYAQJ34HMQbq3jDgGYh8pBSWSdzrAiB
e97pbn3TxoTtwGAamOqe7GEiqbC3eCSwvRFZY/kr0efiWxOq4dFBaSTJgXUcM9ihecnbmgsHeckX
Gvsv/EX2wN+JTsw6D5WNS86ALwrL1FR3js/O2TUxn7ogYlwQSXFmw/DLbb5lvYVRqVyA2WjH47I6
ik5PVmYVgEDRbvScIEat9FGwute509frLBzZ7aWAXqNh+FKlcIkjp7gWOe3LYDQ/1SlcUh35ZuqB
2eqbeIvRCpJhXXjLPIunY6bUZSYfzR69Sih2Ezj5Khb614kqX5LJPNKeXSY5Lo7BGDDbATI6BnZb
nyEHCiKd0/BBuMW9V5gXbp1stAnrNx2qdtWqgqw5d2pigA3MKopgQJmT9nvTgEJFAwWCZ11eo3K7
9yrj2qyzA0Khp25oDjAuim/gbOK1ICHls6cP7N5VKNcol0AP9u20wBSXbA0TXXblGzdpi1jHsOoF
buPb2oe5nnjOnTZImiOFsfXhq9/CGMTwQNSK3q9HgYd0QxthqRtIeAHJI+gfb+D4btwRs00hPG6w
rITRVRjt3h3GS/wdxgKUy6p13Ws4Qp/6CKPDTEJmWTkZhnwQVnrrzfRMBvW0GWBOdnTblqKOm6dp
Ci+sIkKbnmmbYHxxqq+CVJ+yrghYbJZ9Vozb2nPzk+MZOeCECK167dblo9aLY5TjqqNruXML77KW
LaYOI5y653EEDmFXxC5atX6vpcG27rKLFuf1F1SUNBYK3Thl7QThUe/gAzHrUe1ZMALyE6gVuTCn
BVU4LW8o5hs3Y2cGKvpT55efXQI+bOeapjb+BGWdCsM/JfjVaOwpLNnhOterQyzpE9nqs6EP5Hoq
NtegFNEfZ/g30F1HbkYLJ2yjnYYeq4yTU2/7l2PrR4dJuY9iMMptiF8SIJBP/oYe18VGo0l9rYf4
1JqCrT66qSY7RR7x64K9N0vYdsjtew94CrYenBpGDsFZL+4hOk/LBjLCRNcOagxuyiLswi2ISiwQ
0XBTKiADfHKtWjZ+fZcVJJVmXFc2rY6H2QEYFpyax0lz93iwPzMc33cdoD7f6iwcoQJjdGWSMeuZ
hGRYViuvB72+clA6gPLVtcLYsbAaeF5dmp4ProXBQYTEFE3ETFai25YySxdV6G55o8Aw8vd6BLSg
9x5GS4d4WtY7A+3KsdPqezeHK5DShqwHraVCIqkFovBVZXsmA7npqPHPZggmB5/9DOrkfa9bwzny
9Dw+psgZF6U074QdJbSdw4NfKbVkwhZ+BdV9bKscPBwSU32aW2TK8UlrPeR2rLAuBXa6BagVgHQD
6E86SibPcpzV8MQydUsotP269L0QeYQlXjjBS6tK061ryIl3uXmfGX5L6eJ8K7WKlpIBXmjpA40j
ZGoLOincwvU8joV+EFENfdDSLinH7E8yHl9lXx2rEkps1mlnz7edqyFvhx2i0hPLL9ndZlG+uE5U
LYaE8PkEgwmcjo1t2th3qgfkGpspGDBI+C7Ud9JYDepQUF/tjpdXtexccyltD1HJCDvRzL7VdbKi
T6ir7oSemqIIrvsyJy98QLUY44tti7sw6/cishYqznixyPEp0vL4yvTTK5gJkVxVRc+9RmJjH+lf
R1IylP8CtelkR0SLpu3ByquHjNfX0lDdDgnx19FMx20jFKZQw+ehn8ARisuicoPHDFhlpVPN2AWE
Kr2Q2jIl8LJOA/+pBZDGsm/u9cYE7g697VDHznHU/TVI49XUp/G9HTjm7QhLjjI0r4uHZCihP8ly
gAgNXTJ61eqc7nqkJV60adIwuu6rMSjITaYXvkz9qOEdHRvGVtX0vRZJXsLUNTvbJiC40KCw5qnz
ObIHxE157NfLUa8dnEi99i0qwdXu9JonnvQS9H6t0fYMoaQWq2VWR+awT6kYKXswLxfbWLdD6i2g
QLNzrJ4enaxIHx1rYBtgaP1nXzogKEk0erZwoLxmyTTclx7d9qJAe73o8eKfjN5IyWcaK4V+wrDV
rNQoWtBnUc/S2JFqx3fpBPHKbWz15LsalTtsG2bj1mQZ2No0MirCqYZlF8b05Lej0RfAK12mu4qY
J0gTTR95yL+bYG3z1RbnzM5I8u3tYI6mqWYEE4Dv8jZOG1L9bJV1/qb0hvIJzp3+gvIcUQzYmvCT
8BX8AsupcOHl9DH3WaTFl2PnVpeRW5F/1Iok0S5SlzicDRoIItenthlui0J377sGHPky9HT8lr4R
yyMQ+XhAO5HC8e8QPkPvnqCozNNiEI/QZodl7DfQvW20EgxmYl+3oY45dHIH3WlwUY4FVbImfbms
Y83BU+kNlFC0rphUeG4Jj0IfWTMokbKVaWrcd3mA2vjQGMH0SeUeQE3dE9qrALJoLuMsaK/HCL7D
qqYIpCtPrhEoI6TpEDvRASfLKdJaOn/BoN2CvXr2AiM96bkLWLFX+8FJNWtd2FpL0GsZfOVJb1tC
lezKw4RT+iRYVA4mn5R1cVmmVr9tRj99nRxEtgu7H1oiriETsFKRCemtUUPHQMdEH8uVinG870oC
Geliw8DDoVnHUYGoS40XRouafdVn/cj+NK6UQKSRV8+lazIniKsx0i6LyIClKz3snKLssCplKfhx
FNE1vgbDaotgAQPfTXeesLzPaa+5iwmiX7Yg3gbLWqwosZd9ODGjAysaPsdBKMOVk3voHJIsNqyF
3is2DbnnmI89VgQUxpGbmzhy2u6MqCnLVoEfoANCvpxqm9oTsM6hMbTTowka8NYixlEn9shnP1J2
BhMeN3DSZqehDSlXKeXSnR4WwW1J7NhzOvTm5wDKVsAABtn93jfmrI++asvXMnSw5ml16n2pjI7x
xIiC8BtIbIgrZph3XwARFdbKhjL+mRUqatY62xsXYKOO5ymADMVabDrlS5fk3quP8okppNGz7pFC
hxerJGgzW1VaRZJUJ0uI92nvI3ryg7B88scYagt9KR0dSon9y/RjM7uy/IhN8IRvZKG1U3hdOV1D
ZIvdA8VBs1Z3pAFb5YMZWVW/cQDUPfmViauRpr97NINpJN4Y7zRxIJOlf+b4U0Td2FDA/rpZ8k4D
SYtEEeLqSJxWCCQtZ+6dvmnfGFLTGfe1UJUS6e1z+OtAkwSpKWPlr359qB87ozB35kOh+7IEqbFI
aFHrvj0UsB4HlLZFwDE/gqOliQmoZ7z9d49iCmW5Nk0pzOjSencUVOdCIpFEV1MZ2oaXKOMhoLof
HGX+K287TFjkaS1RPdL5snVEXT+ei4YTu6gcxltzd2xRuy1eYQA47dUEVuc+ZPtwR2DkcPm3z82Y
pcscU7pU5LOu+M3FSigW0ob56G6y2NbpFbcaN933UOA/+58/6en99UJBDUCqa5k0Nw3beNfChnvk
tkOsZ7swYA5gy2wmvw7x6dcn85OvUH1vlDvKsk1SiX88GQZ5AaAiJmKtE/SbDE3fneWJbj8igbyq
PFyloPbjw68P+tfb3VT4y8ioIeVXxy3z40FduPG8WEHiSA0iUUXpjD5SIQHrVbP+9aHejVW43VH/
2VK6CDrwp1nvzs+MkG8U+rwXSrT81Yoj+k9K1WWAeM7VrjurDShks6DewHZxhr//sJnKpC0LxAE9
yXc19ptbRYRt12i8Gnf6lISHyB3ohYRj+4Hu6q93Cop5R3cMHmiluDN//DrLadBlWdb1bqwisUGM
+tl3yRr59Rf5k4NY/Gd2G3LtnPen4rNPaiP4zcBnMrbutFI/OXX09+8MVg3a8giLFWgZ992d0dRD
OdpGhQPOUnQ90sa8bNMIh00bxh/off7SM2cltA3dsQEmmngL359RSMYZltWgJr5Ir3rM5dC/9Kgn
F9GxiuZWUyCukYjmhLqPBju3gV7UVyMao3SRs98ol7GNsuuDJe2v9yvXkFGGgWeHrZp4dy2nqGkg
24X1jlfeszOi3+yYZFrOy2j5r8JgL5tiKf71pZ0tFe/WUQ7qcO/wTjGFbb87qGxTUZiEXuwKHteN
gjR/VsCSD1J6wWGIanld1U68lljf0eMDmnOLZDoWQSAvDSOxD45iCxDaZX+ByJGOvUyZD1Ni9ZsS
WPoHT/R8C7xb9DEJ6AZjF84bKcyPdzuorHA0a55oV6puZXl+dpn2Fa4xo/GKswuhJfjgmvx1uULR
KKWcfbaYRN/DU0wqHYl7sNtlwH63WZm7G2HqBCry078/yv8L08H/ayZnJd/clPN08Y9J3+yI+uc/
bl+rUDs9ZS8/TgD5nd8ngA48HB5Uhmw670NAZrwNfx8B2u5vpgSfwx1s6b/PBv9wErm/sSIyW6A8
4Ld0Fsc/R4Dmb0zJ5vpkRuLwuJnq7ziJ3t0fqAUZ2jOaZHXEmERF8uMdWdDZlVg/h7WoOvMaBXx5
bCxB87+O0n7z5mv5SVXw7u7//VjAgpACKKaa7xfIcACCS5DYsLYB7jOz0LLzVGBx9LoC0WgkxQfv
lp+dG9AiR7A6MEx/f+/bA4l1mV3Qc81rcil6SvU05eUyo+w/ONS7Vej7qUE7ApOEfnh+un/8GlWI
V0Ci2Fsr13OvhFZXz603tnd2LwXabZC35zkdD5UGOTD2+tff688OjoPenu1osxPp3TVkGuPWY6kN
a7YN2c6wZ/Aa3NYMUU1IRJMp6itdRs6e3Kfo5deHfvdm/X7eeL50xJ5C6pz4j+ctfQGj0ZbDmqlU
epZWGu+Mog0/eH+Ledz6Zt2cD8OglOAdUHVoQb/7sN7UInYyJuaYNwNCMXSbede0J6fPo21BVsRt
Nd9SfpgRogOFLr6yaiR6yHPGqynq2u6DBfUnZ8xceOYWKLAezvui02tUEw0pQkJQqPFKA9W+7IM8
P//6e/3+Z96f8fyCx6MrsNa572o/H0YrUwyuqXR6QDCpiMVpKhMwMJHSxi/oiVLIHj3DtQ2kz8pa
UK76d8JJGvHBlz+/QN9/EsXnYNVBIg9e4cdLrPzKxRjCJ3Hb2trR7vUfVNOro9YO/kvYdwGZkdK9
+fX5/+xbpsJhUeKSzybLHw/qOCXuGKb9a92LuLgu9cPo+tu/fxAuoGHOLsq/HsTFOR3TRu3WzNm9
RTzb0ViP/j9uGPQ8Fqv/LLZlof/xVCqGQEEfzzeMAfcH60+0bDwr+WBb8pMvjA0d5SCV56xbeF8G
kVZgdUSTrYc49lbQt4slMH73gxX8J/eCQTEB04I9nU3B9e5c7KRjxwfYpqkdYy2E3wGuacP8fmQ3
uDIHMJIWKeMf3IE/WccNyYtOIFwQrDXvzo1IBfKHqppvsCc1ReHRBl3DmqOnsfHBOv69cH53t3Mn
4NzloeNaWe+EH0lZKLyAU7duQxrLQHRC48lxckUY31SRhCCQsmfbQXS08jU6VMkSGGj0SgRRfRmI
yCOTKwa9uXdyEQcf3K8/+R6wqKAKmqEoAN7fPRRTBGiRLmezrsxGHNLezTYib91Dr2TwwYX+yfrD
hWTrJ1yEMCxD76500+ldnQ/9uHYsuFxGseX9chdq3UHo/on0jWBhRvY6LYJjrHnl311jaSXZVLuS
FdbQjdlh/bZL0bVQ+IRDbGJvm/5ykl66zh31UTfpL+UImGdoC9xPs/aIlJx3RxnciozbollP0MWX
ObyLBdIJGv+T328NR1v/erXBHc4f/OHeYgsPwJKukoVZmif1xwNCNpgmjb4+onfbaJbJkMB7INsa
8UEdNJ6xDOCJfS1owzLEiYcEf1pih0hSCxvdstXr8Pr9mrtxI5mY+Qept6AphtJqTwAIJK2kpstf
PJ8R8ap1GI1ukoRxJFy/GoJoBAxWrRsTMQrUJySn5Nvht1zYQBzCjZchbtiqSNk9eW+YoWhBp8Z1
gLg7+n/UnUdz5DoWZv/KxOzZQW8WMxGTybSUSXmVNowqlYree/76Oax+3a1iKzPj5Wpm0S+e6YIg
ELgALr57vqUBavnZCE1e6GPT9V+TJpbkpRywGduY+uEDX8dUpywrSWmkVQidXn6i+qi3sKzSJghV
itORrbdy6B/gs2SDM6aZbh6KXneV1YB9H7w2NfTfEVvg/WEOKEx4NR2ybaq2vAqh+G0eql4KHyLT
7XE1oKQYpoVgWMlD2oZBBQqNnF0O/UXVPLswW0JETqbGW6qeVEOHqHQvXTa88APjCyKslrIoR2Su
kDg2G734HrsgQiAfBqm4hKITPmR+waOQqxnhd7cmFT0ZuA8f+LmGUCHFuPoARQ0uqyHoilvBU5Hi
83YQXIWNBVI54VtrK2F6FMQviazsIjIjeJIR+iD1Rm5G0HUFkuPsSjPysQEMaA7Ya1KCgc/HTcZ7
pQg+TyuVBck6uaW+MMypwmvYOGxDyyW8HFn50Y7izUrcya6QvulKPYJFCSLk63laWj+8DNz1TgLN
gZfpmARrbAFEPNqQvN3ICm+OdU0xHsIlww1XFE2G5n1rFW24N2pZuDOFiBRr5macpSCP4zdj8lCH
TqPkzLGMpBpeWG9WTbuuyyLgicT0rO+5TlnApuxrSjmE2CQx0ep1IOzbqIAVSFlnUy/TWnLB/7aD
61DagY9oMcb4NjPIvFV2oYpZIKYtmQNLWORhlrADIQ/PsQPEHqXcC3LBu6fCaD7iQtVnezNtoPAo
Y1TWmB+ozW3CJVq1PSzePJ43hfwlAr0OTy32fHGVer18G7RucNXHZJ0o9mjSX5wBhheCnZ9uAs2v
vnlDCr8E1C9yn1puFH0ytSq8TZmY5E8UPwveaxLuiPzTof4OtlvDvGc6XC/cMeHZgAjAyzVE5weM
N2ijz4sQ4QZG8OHW8OtirSHd0B96RRAUrKnMcLBJT7j6qpw0M4exH0d47aqc4VdQK426trQ8xzAn
16qaGSFWVbMUTZi/toi7OiIznvgbNApibO4yE8H1UiQo4Cgsx4VwUw9QrN8Nr0BlUvUW3iqW3uRP
uZ7p/avvpdVd34IkQFWlTLECLB7zN3dR4AkaM53F5/sWFjMEriXwbXGnNI2GazS18zXOgbX7gr8K
ZpUcbGJzTSGc/M+c9d/KK/z/ljGQ2Cimi+CnLeK/8gbO9yYg2HyWDf/nj/0zdWBAQiN3AKyX9NaE
NGMb/it1YP4DYSroNHZnjkTkA/6tHlbkf5DpJGVrAkfnljKpeivWqf+//ueE5jV0tiCTP8iex2H+
X6Lpv+7v6K2RX3sf2V///Bn9QWLvjx3tn4w0AxjK7HTgGiG4Z1DmGy/uriudamsREBJ+LvGPqI03
HlY5lF0ueDRcBoGxC7BtafRkn0UPBLjJ8uoO+JOwCFsdCqDofue6I22NmNfB1IyoLdMk6mx56pa7
RHb6OJOX/M1KqdLXSJfXqI/qtlpgzn5lSOUmor56VJsniTJDrtqHsS4msF8ILIl6PSEdVj7gJJMc
vWLey5r/k12HN0qkxaYKfz1M34tE2XkoSm3kauiPNPlGl6qrOmTXTcyysMOEB8/SL9aeYjghWMCJ
0CjaoacjpUJUKlkDXIY4hoyID0HlVR9Cmd9bcbdxqRgyc2xQcW5z4GKhLBpv3UHf8tJr4PeMd468
EkXjYUTMUoevrv+rqZLNmJqvna/JS9QGL4F0WyhavlKb9rvm4sQsZk+lKv/Uwq5fIqe+k0SqijAV
gwcWPkaJKV/zECjue224HbxSWFVejP15ipYTO783CdOKXVBn0mqQu+cE0dpoKN0ew4/81Rh4NeyT
sN0g3i3f2FqXHLQHm7L70lgZAbKKha7hPIT3qwo21JRXITrXjWz8dmAaK/MwdlDE2VL5P0rVYxJ1
1Z5TxRp2V+EA/8o+Bpd6x0SQgyc9IyCSwL6i0Al7vnZoV23p/vMk+7eix9FSg8+VBv/765qF/wer
ETj/n4or9/9n9T+2Wer9D3yjvT+jC3/uX3gj9R9TUgxpu8I7KhCbfwUWSVL+wVmYegRLnvIbU8j5
Kykpy/+g3pk8Gvcing7lKdvzV2DhP0nalH+yAAHxiGhKfyewTOHjPwflv8KKisvWnwdkvNcTECyt
6HgAXaNxb3G9koW/dZv8T+OMxR+XiqFK0kLuRKfTSRQ11XMeeLvWklefxvqLoDg181XflVnzRj0Y
UVSB9jFgugoLVwzO3IqmW89XLTPqnztuinkoN5hiOYhBVlSI4g1bgZSFGNJfy5oApOHjsl9hdvdF
nQtFaOQHlea1VF4Z6rl73bHvOrtpZY08yoGsik4DLqCXsQ0X4G+Y49/Kgfz7y5qze1WgmK1A4TUD
1FP++GTkJOpPvWZPi+GrkZ/fQ+EvcOzJc8mR1HGtYixPjSyKVmHdGdlWi9rbBimS1nNX6r0tJ9OD
AQXcBPfJge2qt7RbaHogbDHlLurrkHIMWSTOUkzaQ5o83cc/MzP/+d1nuZEs17AazyBK4RX8OmAd
lYfUeES/LDXZS1p7JgNxZHLPNR5S3EqcyRlhKX1T2BX78MyqOTIz5ioILxVQQVeseEN8xkRzAcA8
Mc/kUo+sm6m+6vO6wfGDi4hIp5MGjo2yMkaubtK74d+Kpbx1szO/gnFslsxWvkcVg4FLnehoyofe
Vw5ZWrCQUC0psEUtm2xiATBHZthSFu8zUVt7UkPVUgpr2Vp6JlmOAZ8hATcT10U9iwLYGG8Lqp45
PNqABNeJJ6wCNUXe2mGsjtWf25X4iuD6JserNhfWMnX3oypsSs9aKm0MSuO5H17ypl6DPnJ4WUyp
mhAouNBa/2bgYaDB5RT78zV1RNxJ+5sOi0nPxENU22eZvI4LZOdezTtNCbZftAMZuiG2AFXU3QjN
W2vxdln+pPx50UKJUMk+u8bPHktMrpJL3GgXpnofIv6ulfLu9DQ/Nk9mMTDtMMw1x1B0hvShKN94
X5cyYXG67d/ily8CLHvXHxMlDNuSjAZrSIdCmYzJQq3jgDs81ku4GvXDbsBC3VMPAex5sAjrPNVW
CkDqDoBk3lNqhBmnGQuPSultzbrZRxZoSvYyWyDXOzTtmYk2hbOvujmLopiXF00OO9tpW6yY5FcY
P4ty4Dw3LLPydRxNFHfGmTH5Xej2xQ+b80RYlv0oCbXoKKb7MiDN4GinV+XSJQc6WpPx64cUGiwt
bfK1SLiVSranG44S1OigAQ7VHhd+8cWLqT33M3/hMeFLSXNyHSEq8N4ozreGy+XVUnHamYB0gD/C
vYVCFz29xtzyG+FKquSllv+SaKTEJYac6CKMCsq9Gtwhs43cI3nXTahlD530zCuMSymWjgNv9JHh
f50gmDs9R44EQGOWkXQFs+lw2xIdSg8WIa6sgXumZflY0/MILpHGSASJz0qlhO/jAEZSj+cCv+T3
lFa9ICylkn0/JVWIVccWPT3yRNWWyeOVvrXQxxdM7PlXGtuLdBVS2a6Dxpf0VTqBAy77/aeL4KcH
OD0LlYKL5eBQkbv1VHYz4f10y0c2MGNa8Z9atoKwcSHssrX4V9TPIude4oqeFFspkc6cD44ED2O2
EeSdFwZWxyZTC+zYz233XRE+Tvf+2MebxX7gSW1UDcwLy+K2C2X6zIZ7bFRm8S6P8zTMJdrVCSNu
0yykql8UIEBqUMzlw+nOHxuXWdzTMYJupYof0rmHTL8Ji3c9/Ft6w38fS+YF85ne6WPmDaLjl3ZK
YYhmn+7yb6zoF3FpTunCwJHHirYXnRyDVqqEN6lbr/QBVwQRPBiP3EbwreSWKpdoKHf4cy6xfn3s
6pqqAg+Ee2VLINCg6iD8xZcQx0ar0vaBmtiaXK49l/KHsdgI2BcXEayeUt8FzaEK+rvWuCF3QDXC
9wreijDsam0JKWwX4I1GDZ33onrhmTPdkUk1f+cRWqNPBtfgUFSiPy0oBhQubHkWa/R8qMogSKZL
yn04XCnZucrpI/NVn8WH3Icqqkr66CQVifkOT2vIcb5+17smdSXiua//9Q6oz2IFZR+jILsRodLf
CPKuVM8shGO9nz7EpxjUUAvCiuMAEAWQcbyrMXwZh18DdiwA7i+LoPosUuAmVWtB6I5O7L1D13Qx
5zmzJI4MyjxUwAzp5ISduvRXU+HT39N3/3sJz19CO4xjDQOcp6NTlKZLnY1L5K3gnYnJx+b47DDD
81hZKVRwOXBK7LpdK9lfcrSj2ckjUU2b3Qa9SHQzMbKwQnYfKuAqKmbw1G6d+YxHpoo2OwigTvHU
cig57PNQZUSPvXjwqRsL2bPl7ufpL3rsN5it0gB748bop59Rbmv1yYiqRVDrZ36BIwOvzVZqkMUl
7zCsVKqLC9bouTv+sXZnaxOP2qQ2E9ptvsfhElfm02NxrNnp339amnltCgE1KaMD9AGnK3e0L2t3
thx5+/V6XCvx2FapQZQeKv3Mznfs482WoyDzTNNMDXvebSveSdzBlJvL+jzbr3k/Q27TMRYp5OXW
9rP7y9qdrUXZqkLUW3TZ4l4zbjXtsm831995FHB6dT71198Y91mzuqi76mwJIrCsyqKg2Si4pvC3
HTeXtTtbdlHBIbGsaDfx7vA7K/4i7R8NSEemsDpbcTWVea5uEZBi43sfXftUFV7W4dmSEwGMqNQb
jQ7af9QRfnThQMzWHA+loxu36uio+oM8PtTnLrDTQH5xdlNna84PuiE1agYizO/0qL7jpYNMmGdT
4LbrU+PCUZktQK/2Xapn+Cm+6AM+2GfwEC8b79n6y9uqaMcqF50RP5ph1/eX7YVzIUriwyIPIoUJ
HW9BhodnOfVfj/e8CqcR8rApVNoduDQAPfYuO0UqswWojBKveBHxokv2qbp2L7w0TGYMn2N9VycS
+gird5LO1tLtIJyZEUcSJ/OSHTg4GVoQxmG0vnflLzCtm4EiRwXWn1U+ql6xDurDRVNEmS3JSCol
ty2NkXsyqaTmUUp/nG74yLYy2Wh9HpsEbyIDHsBIXTRP76K4AdSX5tr6dOtHQpQyW5k4OFix6HHW
AwezlCa+wdtlDc8WI4YNSp4aDH1brnRj6zYXdni2FOuU0k+3x8Fdx9hnRNJxaYdne+Gg4ErGQYbY
lx+gqjXNGVTekRGea79KrOlCw+f7pXg/op7zh/DM7D4yM+TZaixVr8KejCG21HIxFZY34DO9c9F0
Vmfz72sAwLE/Jp5oyJ1nTgcwKXyrBv/gW/ESK9cBxioVDytLe5rIEAUGhJ6QLgb8GTzpPpY2g7pW
hHwpDeI2CLwzv+tMnvif3sz20gCtqaCU9KZqjaULaV6l6B0efVOrFPYEPKEHy8a4R9FyWcyfXkM/
rztIyvyEJB4cN/YP8HVuyzNB/9hnmy3ovi01P4/5TYxmEyKsytxbzJLO9PpY47P1XFc8XTXTbKsV
aVnE0doUHwJBPvMV5GmVfbGR/34v+3Qoj6mNLKtS7h25JJfS9osG4GRKDbqfvblg9QV8PjxZ2MtD
41AzAfIntHO8tzoVeFNuLNCtrDMpuMlSwY6hS0SGuK/hlF4Uc373+lPvRnQHoOpYwr6If0e464dz
l79ji3gWHPrRKGIOK0SdYSllu9Q4E82OfC5pdmVVx8ytmoh2A2kPyXyhYiYo+sOZ8fi9VL/4XL+X
9qcBAWMxpPoU07oK0SdMlGhAIQa6AJNsQx43faj8ssIXsbVWYfsjNR5VeaPBr9BS3U6LnzFi/1bF
mu9FHZMVCAFIINEml3U7HDWAW8our5414f7015tW8ledncUbACBAf7pkcCbkPJjWCmt6bBWXKqLH
0z/hyFf8LdP9NBw898CaUcTBydRsEca/hvqyGC/NYkWsabkfiOngiLztcTG58Gr9Gxj6qcOjBG5k
yMnawVKY0IgY/ZSby8ZiFiiCOO+lPmS0B6xIIvDZZ77isTGW/wybClylsmwkApCBkwT4DxPk32Vd
nm39RZxQHFugIdZ59MQl++WyZmdr22ohgusIQZ2xsuUD1oEXNTuHuQq8+SJlVwenAyZyc3Gzs03f
CqMaUa3bO+3jGLQ/8rh6P93fI6FInC2/XMu9uqx5aG3xGBe+9QA3MPS87OIgznbvJszR13b94GD3
wZthedkhc16r0A4cjbOUZvsAzsninLnCkTk8ia4+b/29W3t8PppVrrT7sL9s+oqzFYd3QpCXKhMi
9Q9wYd9iAczkmW83zdUvYqc4W3Wlrvy16lyo41L7zWJr1vBKxKdZH3d4uFI+4N2JEKSEEmx3RpkB
VdG++VG5KTBG4NjugyDk6yxzLPOOibvEoROISlS+6FAHhppChRDIcIZX4Vjsekqz0vC9K4WdJg1b
091qzX2NlNDc5tbOxXd0QaaRmj2oj6W6HAoFStcqqWHUjSJm4/i5+9JS8J9K8fX0CBz7ZLPYUEO3
AJPSDQ5y80pfuqV9ul1p+jpfjewsOiDVDIrBEzGjRVejGw+e7yGCF9dJ9+oK0Np+xvGHkDwU3YvW
vnkcf07/3K9/H9OaHQz8Hs+FFG6pQzUKpZ3qcIagcazdWfiIgk6EsCiQcfjeZqAXLtpN/gvmAFIA
pxOISU70CyAktQGnR+HrIwEAmD8XIjueNECy4Qwevugc5uLxXtff3e6yx30uM3+2r+CbCgKDbmfu
M1CiQD2TCp5i5n9PGoq1/2xXV/NUl8ux52k7XbQgVlvEE2p4r6Xf2uTcYfzYp5zFEyuuFU7gJAEh
7Hntws3t04P+9UaAGPTPzheGWLWlOn3LZENZE76lFsU05x6XjvV6tlCjwWwSPaLX+I/U2Q702Ole
/85YfDXms4UKMAVNWd1wuHOvJE+5k4e9BzjWHR5F/8lHjDWqmHK02jrOwkNAbbYg3UiWAKDKX4RV
sdX8cqupwz7l4VLxolWRN7aYGXcS1RaCwC0lX2TpR5NvS4Cp1GekUoWpVrAcPYCbYDNP/xoo+b+e
O3NNo9pKrQmAm2R0pdsUpK2aXLVN3py74mfoSsuM/BIFMTwPJ0tfNFeJVizG3rejHvNIvI4bY9dz
2q/KmzbvkKSltqk2a0GPtxEbe6mvZHFEzOOhUgPMinQrl9MrPcXnHg+KjIAdoWaXnnr1pyKHaG5e
jVx4UKV2rcnJbRb9EOtno5FXFX7A/mQBLOg4h0DZpKJoUN9xmfJ9AUWLvq6zg++/4MJpqsW11I52
j32bqe1SkTUx3rUw8KoaEicebaUGvsR8UvLELvvvcdwsW/FbnMJpE2ue4rHBAkQsDCruJtUSgPXC
S55G7WBQHuBGxkajcCA1XbuLV6P45CLJTzx1FYnajW4+m8pVhAnFMFi2NVgro9sILpr9UDyYob6E
w7gqZQk83S9oCZTqvCl1dKgUQGxFdVnM/S0f/HyKV10vK7TplUVZ8kKGddWZufL1bdw0ZmuJR2UT
Uhln7Tx/zMwr82d2VXoLENQBbnXS1ouwZTizvI7MyrmsI9A8WGcaN0k33lOlSdniRi/OvkweiZdz
bUcrCU1mmfwioiAt9PK7wTFj+BUrV3n8GGc7q9m5yl0de0vLeK+8B9DE+7h6EKL1RJwtfJzKdYCN
EGst9ZpL09aMiwcR7yNfIvVgUAKS5wvXvC+97Bn/lziOgcbq60SWljKKasGinDXaoEHrkNc1KxlU
uQzOXZX3fvgcGHept6mNjZCf0x0eiYFzmUetGr07CCITglo6V+AV/O70jDjW8OwM78ZlUAIxI3ZY
eM8cyvbxdLtHvv5cDo3PmUQZB1/frK7CErjOVujPaHWnA80XYXtevo48vNCGhK2yjVSkgj8LoI9U
Ci5SP1y3ROxBL/adeY4rceRAMZczu0qUDZ079E7kHrTqsYyuVb1a1O2ZX+ZY89P4fVrpphTgiJmx
B7lBvyiFYJUPbxXFPjpoztNf4shKmUubKbsUo2Y6sYipQ736wjJ3brVn6urRmd/hyBwyZ8cKOa0F
HDfYoLmqKc067lane36s3dmxQoqDWImoLnQibd1jWV+fiYLH2p0FwQ4OPWgWMp56tOtB7mpnrqzH
vuXsPJHmeSmlGPU6JFRtHIGRTyfLSj005NHOfMwjc38utS2FplXN6bm1K57j4k0VbspoImhT/kYK
TBwmwfG5g8WRYZrrWDM9aoQ0JEXV1+lSbswNQrPLos4cxNUMRZaqfjU4eKF6gROee208MteN2elf
imJl8KdXwaCurqVuwPYY2mcjMTrxXsRC4fTEVKYZ+EUImgtR9Syo21gmuhkQwwXqVJQrC1DaKB7G
rF4OcbbJrR9AZQS09GawVSAmi9WtBgGjK8ZFaE7W1mu3lBYi7oWdEGxAXS/7fHzMiycMDjZjEC7M
9CNKrgVsJ4SgXBfl0tTN9en+H8nyQkT7M+r0eJMqZsnKSmssRHAhxBckbLhjJ+0q9X9gy8sxR8ag
EThOfgdGPdbvDPNHmWM6y1YXJqiOR0D1UeGM5NUE+LQtnGQAkZV/J0XPyWAnxrkIfGQrMWbhpe8F
cMA1D45qZHe13W6U8KIkLFyrP4fBBMIhNNMm5YFgonY8xC7g9AgfWTtz9aFbUxfnF9MEMd/T7ACo
+XS7WMt8PfX02acba9FvRgy/nZLHEhluuFfeR90bYOwyJU82eG8eLwJx/naH1Ru+gIa6j/NnyXtT
ioGKhHBZkOwwRnGjysHSG351WJyI4WsMzo6qAWRq37BtsKlPrYpNiPWIivNeZ7QYy2mr1lAXuifB
T6awpMenRLiKSwfbBjG5l/JrLXHy9Focr2PNqYePGs6eupaEb3r0EIwHoaqATNSPlYj6XBQG7Gi9
ewNe8cIspZdIjbjf7Uv929DdejhLaOZbXV6VGFm0L2lcBEvXt1ZjXq2S8ZdR36t1ibvO9ajjF6Ny
QcHSU9KWhWLYAHwWvlJd+zWM3PrRGB6D/CB3j0V3Pzb4LHgHMcWI/qpwd6JwE6VbLCvz4nYoHkLV
0ZX9GJi2P3q24TshFbpWdxsBsR7Lp0h1cuVnRbm/Lu0DCpqDcCId/AR+vaL4+tYsqpeBoidff/E7
jPSEO7quNj9Pf/lj3322ClpPwblM5KBGYUlY3wTChWtgtsmqCVDmDMMWp5MpRrkez4Xi32/KX8TI
uSa0oBgEIHNPw6K75lkUMrFl++6dlwgLX3uKJcDxr+HLN3etjVeC8U3Q3t0IU2FzZ5kvevCBf/x9
XsZ3mrDV2mjrGw9SiIErt9PMo8DuMmEUhJo/YwCYC4hOEioMN4embDiid2apTvmxL37/uba0GAMl
DKmMccZY463d9otN2z+B9wdDDa/rskAz15gGhRI1ZVVzfi94P7e5n1w03eYcJVNPU9XIJ6VAhDuM
Hbf26Xa1aVy/GpZZzI1iPf2nwIZi8UUZpivL+O63a5ktJRVAxEj3oMIU470Y9rh5AQlv7C7bJyk+
K+XW6KmXhWhhKDxOti6EpR/lcENKIzb7RV2IVDXZanojVDcYdpbSCnfohejGq0D+JVvhNk0+BDPf
NWl6M7kCxdI+6oWla45rL2gXY/5Ulbexu6qba5w3NOVG08BpaBd+qdlJ39KFQcK4dnSK4h5AGwir
Cxue7QhhC09e9ZjBErz19yY4c0g4EnC0WcCBhqQIyZSDEAX8HfRXl8zV6TlwrOVZyBnMOBcaDN0d
5V3wpJveKM+IXo+cFH4XqH26TKVQ5sQOU2+nwvMj5abs648tjsunu/2bTfvV1J2FCj/1sarRVK6C
QgHiwXDUjmKqGEPiqq7hPXzA01i6Ke47E40niWKOKyI4/SK8qXOZrVl4g/f/YQniZbF7Lpodka4D
R2AgE73+qbz4ivrz9K965AvNZbNe50b43GGeolk4GtuwNi5rd5Zt8Ew5yJWSdhuOs77tf1zW7Cym
BALPVWGEPkbWX0pxf6Eo2ZwDTzMl0Qsho7uJDr9ijYfxmf4eCYLqNO6fJmorhhgiQMZxakBAhoGN
nv5kYj6Xp1eRgZ9c+ysduFjUdlgIS9W/I5G5DHEeMvv71Hz3Q42y3oF6X/k2C6lCiV9x7n3oKKOs
Y9dml3ETKvqkTY/PoFhn22riGL2O8s2YHbxiE8fbRtqMLbf1+rarXhVP3J35xb4O7nPVbijHolLk
DJj6puT74hwU9th0nAWMaujDEbMKEgzRrdduxOrM+jlyXfxdOPbpM/itEkq1pPCOr9522gCxCrcf
C3PvQDUn88afl43KLG54+FQ2FOMRlnAJaY16XRmPF7U8V+3iB6MBfJvWU79tKvssqvbIgM9Vu0Lm
eiN+aWwp4lXz2p2rdzgy3nPRbq8ojTcaLer28lGntjfNeCN9arxVVj1cNiCzSKBg/aWLXkNusE6u
m4oUbHPmOHdkb5mrdbViAHEp03dd+VbglisrV6Vpndlajo339O8/TURFS1U4eDQ+aqtmWFfimXaP
dXq2h8u56tVFwBlUC7/p1q+Y55TS8FeXjfVsVQYuTp+dzCQpqMZ2l+q5Th8bjFl6zhA5NxsZqod6
rfbbND8XdL+OTcpsFfbWEIP2p7sGDCnpSvUue6uZq3WxSCutAkyfw8VQEVdNcVl/51pdc+zJBIlY
DgqSLWPC9fcosP+SxZpzke5gUNipGCEZ5417aJ8umgtzpnXQaKU46jTaXpWrc8CPIxNhrqft4JWN
sfrPnpL2Od3T33nvL05xvxMrn9aaW6XcAaS+dzotX4YR/mZjov/opGaZqdU+Tqpl6k5c83UYK8sI
CE2Q8PqJG55pHnJgSItKzzYZN4zwTkCslqbXRQoa6zVWvS2meXagjXbgde+I5VYFkAgjBr3gNkut
rsZlrMj7CuSBFjyZwSGk4qTcae2NIpNCucXhdNPkGh6FL7gh7BKF9HSIx0W6TMURHy5fQ/6qx0C9
KI1Z9qKBfW2+c6Nk12bV3seHTuuH/Lqqb/Dz3pv1pnbv+56EiuN72yqWN3LVVAupl5G6gr4kcWnn
bgCFK3MCYTXo3RYvNHzyhg4X3HFnZd3OstINWMzN5JeQdtajFega3oqevs2U+LLrwFw7lXljYLhd
xlNRZLvZAvTY6S99JPjN1VOFyCzvDW4DQX1Vya+6EUGeuFCUMJdPWV4T5KnC6sy1n438MCSPl3V6
FvyqPBLDOh6prhjWrSkBcnstmVSnGz+yoMRZCKySshs02WOboY4xtAP1zMPH1yMN2OvP7atMhjJv
JUbabzecxCHnr6dT1OlO/9ba/veCBVU4az2IyxqAEvsMpNdRkex6co0Un0s/wzwTn8WmX1SSZyeJ
DMr2l6C/5uheo8rdqG17hzH6mY58PXrG3H4mNMHDhjqBXjRfhew5uezMAlH6z98vEAPJ8lA7OHL+
jEug0lz2teXZ5i81FXQ+TJAdZe09DT9Of42vB8Gcy/kzuPuKbwU8Cq296+HM/Jl+0//+wtB//xwB
tcqtomn9wTGw8VTJaY81ChlBR/t3JuobR37CbOZrEJOBClKaobj6OgWDJGq9HXPaD6rHeHi9aGzm
0vwAWanahwx4vCuuL3yjmAvyIwmHoGjSgAJ6eCr4n3fZUXnuwCNU0PRV8vBOiBlVotznFFecHoev
wwEGWH9+zqLpyl6kAtmpy13Tw9lES5GE50oUjszAuXIefZ/cSw39TitEOQ+Ysp3Zh451e/qBnw4G
sjEOvtcTHUPjrRDGOzMGVSzHyZlROdbv2XJM3KLqcHvEkXS8rYYb/FNPj/YUZL9YPL/tnz51Wxiy
Hqw6b6mu6eLEzFtnCXyXKprEjZaCKNqlHOBKf3/6px1Rt5rSbK16gMn1tuJVWPE3Y27ZdfbWk2nT
xH7TxdVGxWkUlOQqLwuSsrzKNAc8Bk7/7GMjOFvEip512CQSe6J7nmzORIav+bTYi803L4zAEysn
+KSm5/jNqo6wQTS125SMugtXvRhK0OLaKufsNCQZBFaBTPUuV1GdpOlmMAEhS99oAYfaTWQ+J+Lt
mO0jj3rl9jk0m51HVYqLghC7uR9d+z2qHqLJKA0X43bdG+aytH4Kxjm05O9Cjy+mgzjbLcNEGVJF
K0dHkcj17FUU41merDoQaCDgHVQ4arQboluqF5JqwrDfBfKZuXEkyM7rAUJfo+Q55LaZ+NeNF0C4
3lXyS2w5nXnhu+q8KmDAnKhmHiAJeR7vo/VF82peE1CWIe66itk7ccS3NFbtcG7N43shf7k8jblg
WO3Q3MRZyukWcD1e4nL2Q++uPPHVrN471IWJsvXa2yi3lqnxvfU9Ht33aEhggpbLJjIWbbv1vSsz
72GVvXTGi6nvO+mVGbvA5nRjSpldCdQygluzxAMkYkPZKfyR5pC6KOq1ZaOUmzFrNgICv0zfwnfd
VsDQan9v8b9Yv+9Vd59buSOV74bVLgIcb3VFWrg9rBX1I9OqnWw8CqV5k9WoKNUbUuwrUzM3vZhv
5AAKRBbYbTbcj71sR/m+dg8dRObe1G03dW1cFZelsHUNrlZ6Tv23ieFxep1Zhe111Yon5yWl8nYZ
3ickJpIRi2XoZa3X3fu5uNaE5zT/yA2JB23+ycIJGja8Ga9k9yH19oD4HbcL1r1yGMcrhM3LtLDB
tS4M4TrL9q0qLf1OWdbtr0G4kn3cY6WtGnrrEncn3e0WWZatCvdD7L53vbnAZmIxSOEvPNq3OjRq
r+lWgniDZ63YhauyyLaRhAfCUPYLnBYX7SDu+rHaDCJIQ+GjS/rDQNQt0l+FuI9qHMrNt25S3gYZ
Kdy1xltaKL8kuWN1H4G4q4JnOQuXIk4Ete/bg3DTm+0G/+fnyr2P0PCXZXKPhbo/sICxmOZKuYaH
YHeRbmvNry7L7bTOqVmUN6J2sMJmESg3RTwuBMLSohvWkmetYw+nFaOc/BkWgouXu1XT7/covFZz
aYPL1zKn+kHqc9sMRls1HsiakTFaVL25cYd62QTx0uKdTpadsowWbfRhFMGNOoLPopqzU26gzy/M
CvNmCwm09T3uN+iPbWzqNiOWmkaTrNhIUYNUol1YK3UVqg+afKisR69/bMOrNj60w7rnH+vp7zVh
wkniSgtZ8imPbvhryl/bR2vTrMZizctpaa2WkW+H5M2TriZ3vqnkciFzz27bmxYdis/7nX6TlE4h
v9ZDgaqGQAy3X/5WRe9K9Waam9b9NrjfpOZXzH8zpE0E+i4w8EyIhes4XIXxtTu+ufI21NAJJ/jH
HPr4No9v5HjHcXopMKCS5VK7jBrTdrvrJLkug1Un3luBiDsDmhnhxkVLEfr5ShxuyeOsPaHYFpjH
V8lrGwI4N6mU4nRRviXhLm3KazceABX2a1FO13WBuIKiF1+wtmbabxP1doSRUws3Wnvd6fWyrvFL
p6T6/3J2HsuNY9u2/ZfbfoiAN43bgaWnKJupDkIppeC9x9e/wdOqw1vKjFCrIkMqEAKx915rrmmK
N1N7LJfKNUhnX9rhkaQLlwwoB5e8I3WS10vnIuKGu127EpCevazVVutnfyTYvpJdPWrsRNu15Wir
vKQC0RMzu44ghbZ1Hcw2vsxGZKD1S0mdVTMo2TzyKc3soSPPWIZgss6OKXekaARKSDosayrOh6OV
3Gnq2RDvChNetgshnZmYNMR4J7wZ7UWS50OkyvdzDgtFUW0he07BVVeYTiWzXfp0s3zI+mRjtYKL
fYSHQWopMB+GhZsP90X90c5Ed5naLs0rO1TSQFHuQ7MgwLu1KwGTEAYkc6fANJ9sudDoRwfXmh4t
a7HrTvWM5qfeZihb4Z/XkdtH81MOmDJUrZtKD/jy2po62a31NHRwoFh7ZqS6VjyTbXLKeAJW8ZYQ
bxI1hkPUxoYZvyPg9EGUmaBoBx2mf9U+qRK8vC7ZzPlWQ3dujC56A4hWmdsqz5b+EMrPWP6fZKwn
yYCGhhw7slL7UOu9unuNRnCXsvvRivMvCUafYQnHueMQKNf86p3pVHpBsPpAunHuREq/bemYxgwN
glj/rKDAE2hvi5Akhlxza/Pq3ZT5ave4NFi/D6E/L4PbrglpK5qfLtsu7/cEql/DWQQgYj0o54d1
RJaaeuWwz7sfk3oemmddRsB/EcoXIFSh3mkUPPzGTAy1IryW8WXiDWpCkr0h6V9D1FMo9Zlylnhj
5OEhqpjJy5Gvj0HcemZ1TieAquc0eVBZLHFJMEC4C2UL1/zaKa3U1bPXuap3bNYWmjOBnPlKFeFf
S14t3o+SHKScfKPypBj3awfZMnfzCeVZ81KFaD2tjE/aTtGxKitPbVRgtdgjfu4xUV7LdicRaqPE
tVsIoHHIy2Bp4UArTK9d/aHJW6Wj6Ku3lXapo3dp7VgRB0x0Nmmz6fNfUr9LuaUq2kGW2upjT0W4
HzXZDtPHaQmEcXCX8BkGkVRJrkW6QV37ogH3KnmfEdlZ00Xr3Kh7sJofrekX85mwpEFOtn1/D9jD
EZov0/uqSvbYpp4sCEG+8hb91Mu3jl4qllpAOmM3ssWmNYYK6VZOUVUfy1LCVaGi+Go3EQGCReXn
y6ki9bop2b1it5PupKwKStxgm271yWawpSjyEu0OMeA2j04rCHbebSbht46HIaQdsWL1SwCfrQNM
SGek4dBHPohdlotTF5Z93W/WqnPCrn8cOOS7S5H5S3RWFZcQ5xiZpZEEokLGAzx9hHBJbSe5K0pv
oriZ5b2mPq3DWVKfpfxOyQfGY5eGbPgYAfOg2qF8Hk3Tl5hB4YORchxO8UsfuS3RhUOEqcN9Mj4J
nH2tiZN6X+N/vLaAt3wG0g+rjM5RBJc6FfZt/xaNAgtTtaex3cpD6KYQyyrRGy0KsnFjVMPRJEai
7QtHNakL1uYstyHZLuEpL5hDULUUWeZiL+xE/Zbt+WTU+4HdqaoJhY0iJ7a6QJg0RzYmSi1sVcvR
k5HGD/WDJUR+Nh7TqQusUsAhb7CtxEdHdhcDXsUd8Cxj3yT+FJdjJu+L6jdWkYJ0l8e7fngIi8HW
mp/9GnpRd5c07MHzsU6e1wRL3LV1iVfrga3V5GdXvKSyn03YzQ3+gL7GzNjBIo73IfUNvFqqSWQD
/2zTDUIlJykTXiKDCDiMUdgB5hfLesyNzdqfGq1ym0QL8mFfWcVJqqdTFsHTwhiIDMlDg6dYD99e
SDhfCK6hM/qNcjmYq+6+bhqnDkM3WfMgHuv3fm428+AZ/NGh1TpV2ByKacIZ90JxyFZg+rBt9PxN
LipiphJ36QW3qzpfkh9h/9glIUWreRi1X7K0LcLrc1XuulC2R9ZQ12f7nkeg02EkBMqlI37SQSnW
fpm9r5xvBdXLSk2vmGAQvMQKFXajxP6Uaa68/BI44HTcgIf2tERvFcW0iEOFEW9WnnLZdE6sredB
IwxIVa8LwIqHTdRZxx6hk6J9GG3nZ4bpRQKqsLDc9otoKy05Rbw3aV1tcul1LmtXz3sKAUc6SmTy
hJrstX3iS4nujd2mJTNkzhETClcvjF02HDN9eEj1T129C/X7rLijAO27LmiryVuzvRVBL5EICUk3
mMQ4+kDswTqwv6NGKY65pLmEY9mFrh3VKnO7htqwkjdFvdjdWgRVzsHW5EHXIAcjikgnqEdmeybu
KygHGVmVGozax2Th9bcweBiN+kUxTsr8VC8/qBk2ozi9EgbBxyv7SMoIHQnZ3Cb4W+9LHYiR5qVA
sat+mkfDJmfMmQdeRsryuhnvkiJ3OvlSTp1rksw01L0jUFAN+gxJe6IhmAPJeIkLxV+H8jCWmr3E
M/ZOzaXFrTJupTtV48iZBrtrsr2slPQChhel+6RxQ7AIK7ecbjSdpsAkTFdBhCvbWqluWtPpEsMx
xG3TUi1mXKDgobSdq2X+asy4Std3y3Bu6tKvs+5I8qxDVtkGGrkj4H5hclEDfkZaYxStE+XVmBul
zg4jht8Kj3kV1gOhKU+dqv3M2VBb7HUkiqJV/uwR+ukh6YBVse2mrTbnToOCaLao8DGikbXcU4r5
PlunoGRxmtWICctgj1TycxbfmdJ8XHvMNxRNdPryQzeqs5zs2+qtU0JPN2UOr8nVyZg3yNqS41NX
oXEy93Um2JhQezjp0duic6sCrI3t8JM8Kzfsnwfd2ohN6WNfvlesHX9HLr3EWhzEi2/NnqIQ04rt
0KgES2H+TkescqzSy4zZjSO3viqmD8PU+9Xi98aZYD7bRNVXThDVh+HU1IanT/eyvAQ9GFAlmjZO
fP6cELBdF4emhxDZQmE1aRxrV9ZjhmNPPS1ipD9HceU0kOOpHNMo9Myo8pLVQK46bUez+TTwBrcn
Mh7Z4bpjXT/g3mLr8mWokl+FGt8t7DSoIMsmSFZC6MVDUeCLPB9KaaS4ww5cYtdOurncFhjL9Ep1
ssy9hk4Mgx170ks0WxXsZHMT1vdde5wind3xR2L9wpivtmuMPLMk5kijA0p6KPzs4ngCK4N0mkxw
nrWNHJI1fUms3KxVjhMeA4akuKytoF6fStSSEQevNj1go+jVJlblYfU4afOjiH/3kGcOQx+EjUEn
BbnKB66Cnc3LwRImb5wMn6wIiALOMIVeEw+2nj5KUe6SqeosC/0EjeSUrs7EEpzD0hvWZ6OjJChU
p9D1jZVKHOiWEJSQIAnusbMe7/12vrMUTldJ6t1GC5/XNnMKLT6tquXK4lbMsjur+TQbUsYQcHbK
7K7Ik1e45vOsOiS02YvZndTlcVXO5RTu11725Jr1qO2t8EJWEUblfRBadMFR48q96pAzExAhSPzE
eKgr9VPFlR6X/qa66xXfKE+RtMMT2rakn3LyPMaX0Yptqz+wb8Fmb5NjkwJrNANMaF/HWp98w0ch
Tp0wlJ2syu8Yc1E/kCpn1oG+WBcljTfhYm37LCLuffK1SP7IqFD1MT5MxvMyNkyrqBisAghmtZNW
8a2CIEGksWXG5qELAWmsOxEqVjcuNOQADPi2YQ4t24qCA08R2TW9BENeXw+FfaifFDqNzmCYPD0O
xko+DW2/sSpBpBxHHQHu1cu+mu2cSCvZqmzNrJ2M3U5WpXMixMeJkfEkuipSMIFKp4jQKMkuMUh2
seivs/lp5fG+6TJbSn71ZfLEVOYMKoJ5g7QrY064fDBOpto+dn0YQLejW7gzq+pcx5d0vr82pk5B
MZz0ipNOx7xkwGzIR31aSLnqKc9W+qJ9pLenmrjOZX3DFtExSsWWS8FbzdcUTHFiFYEbwcfNY0bk
42rnTIjL1ypHtn5FcuL7vn1LgWt0VaUyy90m+iT9AlwrcjrWWodR/aK8zRAjZaa+uvUeGvGDSUQw
BbQ2mBt9oFVplEOcKW6tE2hzldK0XlxoQWF5LXdmTJ+VodtCZ2y0+gTi6Eh89ViJB5G5iUuDiOfR
sYTE14He1FGlwWdNEAvQm2i05+vGs1WiboNbkda/hHrLJvu5snH2SD7TMDoVwriJKFpzMggGKYOB
nJJkmX/OdedATSd84HKFRSTOsUntH1J5YzYnhm6oYLA2K38nzZvVhftE7AOp4dyRljuS9Twj/xTW
QCs0Xw63uakEM6F58doGIm9tqlB/ztpGo3qgN5aU1YsX0honUdk2hklfW5ExFm2KfLwrrddSGk4V
aJSmKfYwUqtH4mnl1nrkrR1RDInxo1h3ovEyQtGJhN/VcgessZgPmpt5U/LRyubBAhXKjNPSWX5G
TVVOGSrvV1l7K8LdBNLebqa+DDrV79AiC9kxo5Ibux9pua0AMdTB08RjmPSkAjbU579KjJTTWLdr
FlObqP66fs4ULCvd5YwZt9IdMmnyGgDiFFMlDbkT+Bq07elcTMJLi7HlkJWnlH26yQlPKPJtTNxq
bq22lEJHqy/lOLsZCZgVfek6uwWdNtzvQzSS8RYrGwK3OaQj25pfi37Yi+G5ThKU+OcqMl2hGdze
elM7Fdes5JgyuhC530jUefrjtlezs6A1VMafhTkSvkzMWEP1V3VuNo7uGCXk+oTAlU+EHm4sMzCZ
cemk+iRGvi/a57oMHWultqq0/WAiqRFBcvtrH6kdm3jZWZ2DLsBpDbjpeuEIOdSSrnAWeOpWph7q
mU3cam097ryqmoGaJMQPk1NQFcyNCmIHEZXAlWbkBWwkdC8olamc2up3N5TPRnS1pk/P0WJ4Imm4
kW65WhO6RT3xq4Mbp40Ty9NhMnlRiuwQLSdyH+/TZr5r5xKlPZtYKviqlARjFYIDoO0vp03GVtUa
r4ae2Q38F3Ic0dNRhhCIGsvsG/pLjy5LEqRLo1rPGq4uoBNPqHQdvN6PzWo9ZeW0VTvp2KvjcQnn
oINKK4Jsy8K2yLHdB4C8/nqqClTjpWfMqZ2PwpbjUF7amB6Tciwaj/3ya743e2Xf9/1PeYKKItOF
DuHkR+T+2nqloQcWHuIBiI1YVFsCHNFi+U5sTarfduWAx5PBGJPNtLTvolUHBamrjYhkr1B3hSR4
faUJwVS8rqG616AbLBrRJZknE5WKAgrxPzmjS/Vz7iBFN8tJDiW3HA8VJh3zT8WY7Sx81KIfUWvt
hjrb4233M17Zua0paNfF0VIWiP5ijsTdSJ/N+NKQz6HGBqnChOj0oRdntVfI07lr89k29PiepgR2
gDuWNOrWj7g3dySPvs0T1F29Oi6NtpWyFkcJUcjs1OgZSTGHohGa2IiyFB78xPu1eJMqOEZzEKTp
oLQ84+UhWg6mcJ5TvrJNFxexI0ZPhDRXOmW+1RNTYOJVIVe6q2otYS6r6DTtRcPDbRDIN5QMzVnD
032TrJ+1GtRtTZSKAPrW0WdYbe9P9P2x9SS290ZaXYSm8axM3pXdAn7d+B22PpECG2p+sChXu8ba
tbVMb8YbZo4WhkEkAiavU/dQAFyElrwTewNks6nsvtWomdbKFdRTmm0jSNtXtM6P2mojyxd1PcVw
8c1pcitCGjwlb3Lo1PdahIxlLN/Mq7IxG/zYkhmCDf7134TF+Aqzqob/9gwJrv++akXDavVWisFJ
Mu0amVqflNe+B7ckLlwMEiVijqekeuVjb0XsWpTm0FMwdGt8MQhZFbQYLFX7nMMKdyGsaLrCdHQS
hlf9DjmjmzHWyfZTAQjTUkrPSvvQVUYwT609MXUOZ9GPBvAn6xyRiCxCehnExumX4YEol7faQn/Q
ElRcvIaMXOdPrX00wvd14JgUDJ9c5qBRgYPx+hjrD6N+bIxdYY2cuZ3XTsc5Lv1uSDxlOOum4Bv8
er3+pjv2Rq3eDd0QdJbqYvaKhsKyKQD2/UCO1LFp0yBaXstlG2v7Qi7sojxY+nMjdl49SXa0iq4A
apCKnimi1ZRkJ9ENpPlvHe9+DcQrMWOTLerwCsB4QUshwfqS4iAR2h/JKD/Xk5azHKcA6Ou+MHdC
vcmMyJv67aKtbyJlJ5nBGE0hgIy24bQJm2YzCBh7lqIfJ6BUw+CHkuaLLISFhz2Q4ZmVb0lXsMJy
V9AnjtoPk+zKajafEwWbScvIHsxUcqQMMr0A/2xN5SOGMH6USdTWu3Hac2xsecGDvhW3rcQ+kI2f
OrsUIZebVXqMiC7Ruf+Gp78kAxBjaLiLqb71/QhTLrlYkW4rI2e0VuKmVQEgrWu5KUezcA1Rdef1
QlCQ5FjAffO8eKWSHHBtuZAZc5i67GDq6yZO5G0oiBuxNOnq1EOclBcJIlffd0FITzAWqt9k40Yd
SR5hbCHlx0h5ykgrTt+t9D2d3iKOAAlvk+zQK2/VBNTenyPtNOmXkZ6txCs4AokEMBGE3MvW97R7
sZaXbPickVuVy0kdN2D40ARF0wdBVWLN0zNkCsfr+LqVIiSYdwwUpbbkCneRfDFBZSxxK/S7ebpk
7TGqT2p+lOJjIh3F5X2Wr37eD7yG7lhn/iAIF0xBS7amVUydPESYnE3LjxhhZ2ecRu2cX0/AxybO
7hedhrQpvLwZHR7GR1W9t5pfK9AbO07c2ZtDy5sTh53IxMElftCpdzVA+DLG45PYb6V2VqgpGATu
DJUGDK2ssiNP+9peLtZdJpzbAfSoPAqhcr8q7UHjSItURoEbbMkZvQWdhmyY6n+906ZtWHxiUgrd
4jCI75IQbRSFBTUd09TrhOc5eWpnksgJtSXhBhLndPWp6fayFtSK5RbVsqP9z83r970fDOUkJKeu
P2sq1iVMexmmRaCX+ynblYOp/ExXOUBdtM+rV3m2Dspwr3YzXsyliBuN9TZUw1kjadC1xjdNfO5j
yafT8iMrIfGQuKveK/tf7PmXNbI2qqAcr/Y4+XAx45digNg+PAnJc8G8qH8wazetzZ0a70xK841q
fAjTg/azTLdC23ndogadeJKKM1J+xhpOF5gjdNPIiwjNHTvlcSkkJ2c/nsKG9/ak5OMlyU5GF3sY
pAe5HP7U40vMjiBqGPxQIzIwoPEzE7s0gnZLO1PoqjOYD4OQbwWF/kfkg2qSmR5hSnriACopPNTR
RxEV71ZTeetoHUQl2uvyepBrRs9dR2y2AbcXA9acOtxKTE9j+04aX2f4SBJKAgrwkNGSqmXqTyRu
t705eG0MbylWXHl8IhcQn+COmfNe7N/ldvLhTdky0EcOkKEVottLwsNcfyC/ajqwjJqflOnTMFUP
5vAgiYL3HZ7CfxKj/0lQUuOoa4cJomBOGHnJ/P4v3mP/zqsxrBtmUjoXFecf1zU7v7GOtfEtZrxx
awsmJolYaQvXTRlkDhvxu4TJGwpSSYSZXJswwJYWM2m+or8wqb4Q+BnWDcEoKhpl7guBQ0nRt2ny
OgqjJ+kSZywTWVkNZsKZo1z2C+u3Gc4PedzZNfhrZLVuhOS9/KVn2V/u5Yvv5NbTC5W/lqfXv7HR
GE252fe+6ltbnjGbdDOr+ErE4rQwymIA/q1307xygt7f7pMy6v73f6T/Z666NSZFgWJIcofUS/5G
+Pl3aqhxa7+TKK2ZhTL6Zg6bUisCxTzRttthvv6F/PMfkun/JUwZ5pUO+I87T8SoF8ZEmHAxBa5r
nGHtg6imxmY4PkpbIxXtWSCDUFG2dIz7RNM8VX4Jl5wy9FxazFZG9mGQESmsTmI7nvviL7bfX97a
9eX4x63lY7aKcQTjuAD1Ji4WrfoG74Gorg/Z8MEMetsMm7J/gu2j6scaC3UdFwuhMbBxyOycHoJO
iFTAQ1g8ytr35LvGrd0PX0cFmGBhU1u4YM4kpX7vFboyqP7x1zZmMXSdCNO1ZzS7yL+H7/myX/Om
/+vCU9VWRrtyYTUQepsMn+/d781uYUyZpAqWjmWj7IgKbaj7reveevwYrZo1U9Jyu4vsRrAPNWCQ
7136hhxIIp5crgNKxLLfi7mfzN/b6W/9fGLiBMpoXJa99L6+VB9/vlnl3/mExv9x80lkwdAWg+1Y
hZ0FzWPUrm60wCfzmjC4zs9JoVAChhdLuM6sMQZpmS9O+aFWfzKCEISDmu4Sqok6JRZLVrdMIvyM
pNxm/ShHbGWn+XSdzieiFYzSDzF8G5t7SxYDXXiMoxFC1E5adeyHWUyFdP/nP+v6rP9lvzFu9htD
TmNJBvHf59PDglfJ1I5kMXTTT6Vu3pKaPzEO5++9orc+P0umFXre8CoZ6XltfcN8/vPf8MXpdGvJ
o5TqUEpqwm4fHar02iv8+bpf7PbGzRagq0ON1ybPZhQqNmJSGIUQYMkkAfxvBrH/eSf/7fnf7AZj
Kipio7EGUjl21vJSVgdRfazG1z63QBlDBsjbUTl01cHIX8vuzLFelS+NIEB0y2xQTKDr3Kma92J8
tYSH0HhJ5J/Eq+sLgC2JGiShd9eppYDNTgS0U+V+1fxWmJOShK3LNcf5U5I9a4kLl9k2GdmkViBh
vmQ0sdMbR3kIjOlOBEcUfyXpRZPerfUn6LMzxmdpvlv1axbbXdFaJ6Hdz+kpqaAdVA1DxtcafEdv
2ruoVOBFwuCJ7rEzNNuVjN3qYVZFty6ex3DXwM+2dtGw/fO39gUn3DBudkIdUVifDngSXb05aAYh
PjGqwVtzmQH6dciPlqNFEokblVvTCauA71YUf8t+jmTZ/97eu9mqhAmh135ujlG4mf5Gpf7iJb/1
XJSrSI0F+AP74dN8rP9ypn+1qek3hdKSCJU5NtD1y/FFI14UKijwmIPrlhqh/O2A44bWnyPJlRbd
FsWVhGkmEpHh1t02zrZ0+1MfaPkCaMjDZqphaPIxqtYfYtKdLbWEbaBfzDJ2cRYMJMDlOdG30bop
IsWJi+SwgCdnyqEgmyVR/qbs/upZXRf0P87uXs2ncs0kaoIdDgTT91xojFsbrbFjmt3GXDY5MY1L
/uaY8u9KD+PWQ+saNpAVBW9MqDGW+0A4sdHbb56Ft+GdSTcNbYP33D5Z8WDwivQvhepXN32zN0pC
geK65rpxVDjWCNIBmWT6XnaicevWJBLXUYgDpuXSO9PR73Ubt95KnSCXXT6jFTF+hI/6rz/vNl+8
are+SpkedcIITefqTdKlbvfNjuvWSUmfuiqcrk9g/bGe/ub08cWBpt2s9mLAp10NC2o5qwlaCz46
HCRDhCZh9u73nsfN0lNTNpQpV+Z99Tq45e/vXfSmSElxYxYTk5et/dEYHijO9y57/U7/sU0UbULT
XVEnwmJkzGX9/PNlv3rKyn9fVtaiVphkmRZOGTYGBOAiqh2jUwIl/5sB71cfcbP6MhlvTRMmLr7y
DCV+j/olJajeyv7iXPRFqXvrXDSIaawIUs/+uUyHORptK5/2JnDmIt8h5vlemf4fT65/PP40Vyd9
znDOlQto5hurj/w/fwFfrMlbIyK5Ucdh6SQ09c/Ro/C9F/vWhEhXKwa2IiMCTQq3gPpo2v98t1/s
pOrNotTDCOvNa7eSZJsMkhP1VRWX3p8v/tWjuFmOskWkcIHa8YrWTuN2Ub75NG5WZL2kGsg4j7jr
/OXKF7f/fL9fvHm3VkRYGDQy/mELkXCQgnuM6zM4c5dmSb1QXf/yIV+sHvV2geqZGfUpHwIseuV1
MF9QYX0p3fcOGvVmdSoaeSFRh6eD3nSJrauSW0E3/PMD+uoLvekXIs2UssHkC9VC3OBwfvhL1fzV
dW+KZhM/8WJZuGdZc6d3IQ3+fLv/6Y7/pb+59QRS+0mzMmua9yKasAVPwBRO2hwdUtxZhfljjUYY
j+iKOrQaS+MKs4iEa6vDuRRlW2eclVewuc66bEIARubRxEFaKww9i2Ban9RyuU7697EpO5Alr+6g
Sh0/WYXqmYseVCuorBJI+ugCmDkqFhph+euqjhAyEarC60qTRZrDQcewb17zvSr2UDUfOqjdic78
HDfZwnhjRO9JdFkRUJ/OyCXOy2DN563ct16Pv59ZusKqH/Jo2VopPx5+awxT+6dVivwYZdJY3HX4
+YfqvSnDTChk9KhPGNjBLvj158esGdfv/9+e8w2WglRYkqhNJ5y7e7S2z+H8pME3EiBQVuZDtfB8
wtcpFQLZUraL1ft91u6WTmeGsTP6hbn8tCmMYxniXA4/VcW5fLYYldf2aH5cUYms2rUGYiK5Cq4W
JLPiZdAAInEHVTCIVAQ7/HRZz032kcpvSB9QODyWDA5LdbMye54Hf1bhsawR9obu1BRuAs87md4r
dF9YGDlq19k5ZGFjntEBbVQp9TOmGyukpJxBvfZBarQ+7ZXh55hbQWFOgRYDksDQXn5V8q+UpJJ5
2qbwMqRzn/uCBe+GmW0jOW29neVPYHpn0oenrCvPtdDvl4yh0sikEpFyp1ROC6UshGOSKXjATs9L
B1N6vFugzEcFTyI9GczkEKjBkcIFLcF2Xxjuu7iBA6Zu8lh15kW4r3o4n2+StNgDzWYdV362Zs8z
+d958lyts1e1e0X3K5FZPX6Og9S6Bj+ciueVKORJmy4CCvJG5X+WkxGGrCC6CoTxYZFtlkGtn/DB
sud6o9e93XYXAjScMhk8RX3Pm4O2aG6ql44ySS9l1yBThJPOXY2J8kvHxp2oqU1i4bo+jYMvriRb
o0kp4u5+buor+0vRuvtl7F0TJcUgCy68jWBO7uBNG0Xp5RiUG4LkTMm4HWHhR0buECu51sROxOtW
QGClngjYc3Po6JaWEZRhOhK3oPHRDUyWMYKKdR0werIaumrYbqWw88dJx+nU2klIPa1wRlNVeLHR
bwZmbX0Sezlkhaydg0b/7MfQTxJrU+KtKcfKexlBnUagFTGgNQvR0xPZLfOHpVWuFjGOLmDt2+an
XP5IjLsFKQMgqQMcAjXVIj+vcExj2Pax5ixX3eEaQib6kVv1xVzxZGKCotkCegRBOFppf6wZ/Daz
V6g/FuJ31+RgYH83bGiE7sDLzuY6HSTrXop/zxFqTQlKQg2zXaucWX0Up2lnZQGIEnPRMNDgW/DR
9hz5TOnw4HAsOOjQgqyOCIfjJInQxUpImI035evjYCIIaqCNiqpd8o2p5Us7v4i8iVCjZoYE4Rg6
RVhBlSrsLhKcdsGDhNiX1TJsZXrB97hLYiebkZgUMFPXwp+UnQjNQe9j6GxMLWvYvjkigLcqU5AV
bptUsWNDIScRm78CZWN7SJbZxwUK60EvzR6ywoQ48HtUTJuEGqnbCSXidHCieeQLH3VHwS9IEe81
VNcId7APl7HP6rTXrir8mGmGmT4Wy30nQjCPLIcvA47VXkYxbJXw7S3eY8DIPnsRihZnIgUthrzJ
J/MSadbDaOyhbxXQnutkN+FoXs++3urHgQ3a6H4IOZrADK1o0rlijVlzSmmF4xZjE9izeZx5ef9j
1lifAzQdEkdG5TeOjY4sIsBaVLfW3hrYrf383M9lICYGs9dLZmKbaW4gB0l95gwx2ZFX8eOY7ar1
LHGESclLN8CKT98sXd3UtQ7dsN1Yhgg6N9oVUs5cG21BZNEh+DnrxaXKeI1nzTbh9YvWZrGOoUFc
W2fgGF05Y/9kSrA34di7VRb/FtN8F8UPBfN11tL1QJw0CFDGizqVbJGlt/bRS8i0q4cWXFjFUY9e
zQgqPC9cD39uIh/GXiAN1SxR0XxOYXqUROhU2XqnN+JTASd+KZAXzyX7cmq9FgI7YjxnbZDPuqv3
s9NqYM9aW/1sR307igdIqTFuMXg8IB3GgVQvfSXZ9+MvqT0m+VEWf5rT7KcVp/LMULK7WuZOe1nl
2P9Y+mbb1UqQpfdwDb0lLI90AP+fszNrbhvZsvVf6TjvOI0ZmTf6nAcSnEVKoma/ICRZxozEPP36
+9GnbndZXbZv90tFuGyRFAFk7tx7rW8tba4baTB1eueUMJmxAbYSfW3L8CjIt4Ynj7V57Ou3iol8
OCxb4PVuC8cwLFeT2Dn1uKi8h1Z8obfkJ3HvV+6jk3+z3Ls+eSE3zLexkoQUHV3x5uFjmEneMRvv
tk5uyoa4lPAuqR/zeM0TtRkCXs3J4mOYTjcDmWCxtk8HDy0dKzAaXNiqSyYuGPGcapEmDZ5gsW8K
fTnkiAfyJll1yTlQ7aEv8GmgxXGReVdoN10qEw5TrpQvwXTW0wIdLgKWMLoP5zs+hq8jOtJF/2b1
wVWt32r2wxBvWnrCWKnGeNhl2t4L6AnLY8oIqUTEfsGl5JP33il2nP5D4c2Lp2ydd+NV62F1kzy/
1XMgjd0YMWVtUHZq3KyZruOXCRYOQ7pLpK0Wj5TCA4Xa2el+R9D7CdPC+8x4iwhPDDDEDAc5ndrG
8GPW5qbGGV59s4dkU1BatQhd4rogBAo7O/4B0n9XoasthwjvW/xtNvNzGrC5BXd1nvu5E1Lnmb7i
8UwUfUexa7se0RWG97hd1pG2rTuFKlzi1byTGcrQQq3dFlEVwuBfl1y285OS+XtP9U/nV9VGXVpG
PZ3eHr1ihusdeE11G5ndttEqP2Yxxmm8HaxNVc5XwnipxVc0sAszc31P9YtoxnuJEatE5TEmDo7s
axJGFjO2iGHGQKqtKrs7ICuMx9ukzFYlyHk3vekKTKuJeWguWsKSApVRX2vjivfKZVbcp8ZtC/hg
bgdfKGulB5PPWfVrjglVpvM6DqFSMTSYbglMXyuMnPFuwCcWtzcOKiZrIoNIf+hBM3qYSZLgmEXv
SGmdst8P7jlhn0qGYhVylhSdd0xSFGl08wMqKwxszBlUSkzigHW62UMKMhZ5FWMpX9dY7gem0zWi
IJaDuf4yVweYP1RC2JU99aRroK9pJV4wtJ125VThuWXhmnACjM1aVkfpnOrab+NbU81bPdlNXPcG
N1cQoirW1NYywyXiNOqCfVBugmxnDs3SdSN/ZjlzPPScmC2EjTjbKFe2uC5YlPWqW5itYhVH8omR
yHq1u/OQnyP8Z3Rh1aVVHd+WCOUgZsharuOUAlRsNBefmqVfxdlp1r6wZaDIHHyLyqnsz1PCnDRc
68FxZvOsqzsxCz80N9q4GM5ec6zGeRFcZi36IZxvzeLeM26ctF4RdrywGZLH3bHznht8mdluZFlz
KZcdgzv5oouHJ5By3ef4iwA2kWL7b+6C4VHXb6Pwra8PcfIU4K2OuRdy7j/LOZXhm6zxUvHCyb2q
40viNbUGC67Aus9Ii3yFIBQ3ES6c0UO3TBDaqsOIWOf6/ZjdKubqHskDCG1XIjd30jTWwg3OhHKv
UnkgCEOk9boskd+b5lWrol3B6SdAIq4yF+UUl0dOjAuqR9V8yYO7Jn4wcrnHJAQQ0LoPxu5Z08tD
xiOtvPfZHW97sj9JXiDmzS8IPmvoP3Xq3m5ZIXSMDJHaB6g/rZgvALd0rIV3CLyWDTbRXmcTmG5V
HhBVNi764DSR3lmidKteA+Pcm2pRY8SQHvwC+8EBUJvHuGX19MouH/ps043PSTr5qtuDK7sEhVK2
osKyWRgN61jwKFrlLanDCx4yPPD4mIlu4GF/NZJzR3mhc/XlA/4uckfa4bUODhZTYfOGdgnl/spE
SNzOR8e+ivtxI4T0IYC0+mFi/8jtLwlOh1E+2uLDINLPjdUq7NXZs8OHArN2DGYEBkoLBt7vAqTx
ETtQyvkzhO294X8aGVCHKdrkxnvQTisxUgagCl/W9taONtNQ4WQ/GAwxM5ezb/OUJgpDdIpursPU
Doahbx6E1hx0RWhMFbWcmd1gO1Neq655jgBku7LDgxVtbAnIgCmRiwexb9F55u0qxHXQ2NW928kd
TP3TgKvfm1C1Zn7ugk8zMN4ZcjkQsZNcjuIDpRDu/869cTD/R8Hp4qIBnhKIdTtKZnMs4yFuZcAC
+RytMTRVnAGGSzFHrJ7UxnWE3LcIR19gmvCafaxfmepxpIFmZRNGkXmZBlTkeDkMV5zLmZyQy/WU
06bot02/u2xCZlZ9i+1smwTWEsv5UtQYIuy7iRZCTrdJw5I1Z6GP4QNkxS7ukEG723HcN4m49uwc
Y218tCwguRmiwqpdReEmAboimvwcGPamxQkT1t0psK093LTNFCGdGgh7q8ftbIud1+mHJuN+ZEUS
gJgH50XD9hMULFDNOUTgX9df+jpYezn65nsye8opuJoK7y5Lh60hUB4CwvnNdvaT/sGnRiHOJb4M
PNOHCWMhvuio/vj1C3/nzf1VZ+JTq3AwenewzWo8iK59YDE7BWB6Rpc61AIMQUbURP0vckSf4gNc
AzWIu8Rcdpg14zodxU5v5sdIfEtkeJLBt19/qMt7/9Vnumzpf9q661lW6OddsGGZvUgpgi4S5aFU
/q9f/jv97a9e/1OH0U5F31cZI71St/x21h+GcF+YRBUN32LtLuwMBvM7Y0Bp3O4H9sRuSk6Zd6p+
G7/7Hcj3V5/gUw8SQLlyuQf5DemjzDjszSnHD1KtUJLtg0HiuiBlUl2P5CjEOJ0b9qrcZJcprtry
gNR1hKogTP1/1+u3PrUtI4xgccpg/BBpG2N4mOPf9BfZXX9yKT81Lj23wL/BfnXAfL+oyNilG4cv
cYs04o7DM+aQ4kABRJRHtiyY+hfxe5UBqjd8fW7uFDvKHNl+hUmNvWBlY5Ue8S1kBcff2758sUJ7
7bjd2p7tfVT2q0h7sVGIK0tcS/U8lP1yCuNVnj9Ws7ccUtxw5a5proLpsWgrH7qRxBFrtNd1kixz
oCI1jeYquLHEXrCasqYtS/cK519VPaV6R3sNtk3LZ8BQxureKAxB6bz0yhdQIVmAm23f9hC5dR8V
SJd7FI/Y5LX2KWKhHHEcjSq/dBKWgdYsLpSBqiupKl7TiGIxRagLQCNrcYZG4ti6406zUfRfSB0r
kV1JfYWJ1Z6xK1anSO2aKVg6tAhN+hCjlW8TQFwpxwLVYqY3dnaZLgC64VFV00PSKr/uoh3AVEhb
L55F2R7v0mpf0mIjaikOX+fxW6HCQ4nRp4rQT+NihNBiWhtnuJLgqhW5BozIruY5PtVxzG5M3c6u
OhgJz0ruhyMO8AE7Y7gJ1qFjQJvyuNRYX8eXxDaPhfpmqWqbicnPuou7f19G93E9v6QDxY+Lb9A1
Vhw5l2XMjoNNrynu+/RopkeEosCdgmQtpzcrN1aTnpy99kNG77YZ+eUAPC73aHwknLXSRW3qy7HY
auW59Up/tspvQ1NsW23mzPbi2QeE5Nhd26vcslbwTDjI20uoSovezW9mzOQDfqO6H9eDCmggZVcY
3r4njIdR9iIQFkSZWnXlc0qDuLvYKwEpenNCG8k75MYpmo8t1WM9hQ+O9jQl9UEWH16Eq9bJ/dGq
VhO+gm6QJzuy9m1ovcUWHQiEG1L/0HoL7zGxWo0DtrYkaP0pwbcFXawr1xK+RpHbN4mn/2YO8pNh
jvlpT6nSpOeWCQaqjp6u4d0YRr4mkJBEuOPm3ykcfrKWf+ZyQ2stTCBCw6FNH3Jihp3mSmJr/fVK
/pMz3mc8t5wLDilUUgelb5OQwLxx+t358a/XLfPTFuGFRmzT2R0OY3Ps+jt2gN+88E+mW5+ZuK60
1FB4dMo78BB9MEMGAyJH2HGh/257+8mw4btC+E/bp+MVWZPODhcWJ0eZtmQIurTL9gnIkjh5iPTN
VAjWmXgpbbH89ZX42WX+tM4Xs6F70+XXqqNXy7tUhnj6QAD8+tV/8qV9huWKNIryueM6h45OEvlh
NFsMqEDohq+/foPvN/1fbMifyblJ0KKkdSx2QHe6rNS7uI5PaWm/GSFNeqJ5Y1bW1nj3+pHjbXbK
g2dRcyS5JOFhuIOy5Hcl4LBw2qYlJ1pdvUk337X4LRnereveWCVJdiiopn/ziX92lT8p2XR3CvWg
HBk14jB0I8YKrroasrs0ehnK53BsoayFLzNILhvoh0xh+ngaSLN2oQ2oukqsnQ1mJKF0Rkqvhfae
AIH/9Wf72WP5adrVBIkBXU7QS0R3yCYy0R/89Ss7l+fvr67TZTH7071dcQ42Ops7oS2Sm9yZNlUe
rmQ77Ex32ihsaZpRLhqV+YDrofxA4yjUo8QgZNDUDoutSIZl4n4xEpSUytozbVoEEZrUZKm8tzBh
5U7vqguohLamYVBmkAmq4xAeYEGFDTgtHaRbkG4b0a6s6CUNXlOnXOGP25ZT+qimcZsiN87iG4th
fkHMaie/BIG9bOSmiEE/zOObPdpnUqPpEli/+VZ+9nh8WsmnVEZhBZL/YGSKJki2HAEGE/bGJPcP
/fq/v4//J/xQN//6ipt//gd/flflVMdh1H764z+P8XutGvWt/Y/Lj/3nP/vxh/55eu0xvqvP/+aH
H+GV/3hn/7V9/eEP+MridrrtPurpjB89a7+/PJ/x8i//f//y3z6+v8r9VH7842/vqivay6sB0Sz+
9sdf7b7+42+mxSr2739+/T/+8vSa83P3SPC6+PW//cTHa9P+42+2/XdhIDb0bE8nbcS4bHDDx+Vv
TOfvrmd5uhQs6sL2LomhharbiB8y/27otu1gIHFM03YvHOFGdZe/shxez/Ecj0w327UFGov/98l+
uDr/dbX+rejyGxUXLeaZH+8Iz7Qt13Wty7vrruQtPy3LnuwatwSbuEzL5KWLBsCZkvQ/8FbjwG/8
n1/KH2/9w1t9V+j91zP5rzcTvJht2B5fxGf2fgoBsS0qBxKC0vL5Lk9Ko6TjbsDA6VpFO8EsR9M4
Ro4EKjbXBSHBkTXgmmogeOhNDk0wgkVlL4QBlPJWE1Xn7NIwTJobs3IEFtiYri4JkClI5arJcVOY
VdBWW9cbvKMVZ5W6TqPWvHKauA1PRHzHTKZlPVYYgqawWs/2hWvX5yIk/LCdHbBhmg4FhKzImcad
ORf+WGeXH3JMPOl24Fi4eLu2vYlb1zPWvZUWFgOGHO5oVlRMYyD2BkxEzP56CjteiYlUnyzdMi9f
ZCpILWJ8Y2nEqHogceo+4qtIusa6SVArJcsyHRxaSZx3OQnwApjosz5cSzXrhk/ulw4EWOiRdhzG
Ud/ZrlSAGNthAOU26xg/NoWrjPyqL2OnsKmqdZAfyewG7c6UBQiPHKYvYzoK6pSWkiHrTTQrWuzG
oOn0g0IuIn1OuCsLhzPa4zB1c7GbVW8/ARwC4cNEmDURL7Sh3Za9A0vW5JMWszbCcug1kCDoEcxm
ZpRtXw40AHcXThoUPpF9FziRt4nJu7e1AmOn0bR+F42XMYtzkqV3Rq5R+gZ0KanRVp/0UPlzzeYU
mc9R5927U3LWijZd1Zp5zT1uHpvSFIsMEX7nhes+gO6Y66BFufV31SScncydAPItCM9mlsAD+QyL
JK72sdvt5aTHy34019alH2VY7UblFUgNfE6Jp133wBr7fh78eEAs0BS1n6bDrWlFhxgSMCgMbS3a
bFhWbc5WanqoXbjYaGy/BgMmoRoakGEQJK/T1BuDZpvPuXlkdni2C5PfzQxfI8ZXkxceS/IM/bRB
8lLNQb4ximZtg10TfeYnY4eD1tBOvdGtZ1GfJyM8oXHRtmza+95AbiAYU+kenLs0qTEbIwIxnWND
j5jhyoQTYNrOU3ENgRKGm3Kv0A/cOGb0YUhzieu8vq8pZa1OXzkYtCcLcBDTiQer7Q+6HWw1OwFW
xl7K9xegs5kDQMPts8h0oBpkks4moWe6O18+G2KFdoiXZgsRL4SPFXowkYt2BnYL22thp3mBriOv
/KyInuwaZYEmO/CMk8JHjkFOckSWtFELTX41NEkjTo4nL66STeQ0Hw2gkUU4dSTmBsnKMk2/xsIX
zAbTpxSQl5HfuymKSqeShwHzbjHHN+qCn7UM2nezfoJnRd91cgbeKLXXOcnky6BU4zqwFAxi03g0
oXMhcaEwkTNOZCBqjts+80GvTMGvIlv9XcLZqPRI3cywFuusOQc5pyND9pu6cg9F1j271rhtrRhf
9wWSGTvNW1TLHnMXwfadHdvLSQUasF3rqEnz4E380maGeAO6/5ulUQI0kCQSxCo0darZn9zkxoJx
tZFlCcgvaE81R7RFX81ACxTM5Mj7MJCn5Eoo9DHhuTSY+kajO6xMx+HgVikO7TXtBRDiZFZBdM0Z
x1xm/d/CmHNA08vHOZ3gcM3FwevKl0D2wSpg6Fxn5YeKJUwGbFQLqTlr54LqGRNt0ecxDX+64Vkc
xeg5zOt+pnsPlfDQQM6CxeCurRwBw+SRg5d18hp4yz6arF0YpAc9AT6cAgnR++C2STt4CRVPqOnl
t2CZa4bwzrDsnazFZuA8hsjn+Ls+WpZgURcqMKO1V1GuOYgPnFTcBIwvV21ZmKtEefdj5Xq7pBq2
FXKWphrGZRtW2+QCjB2q3TTzblbtTkuTwzpaKwMKPNv0Qtn5cSyqYJN2ybJWqbdlaLBzc+/rQEwM
SCOgrBaIjh5+HDiAzlpaQcSQwYnpPBl+WQjUPnKEO5t2tNYrc23zxyu9gUpj2z2Q5l7bjwKuTktx
1SzDKtUfozyIth2kzYChkQ3sF4pZcJt5IZqc+r1yuL9VT5clxrsqRbXKGwA7ngj0pT7F97kOX61B
7OQObcSgv25Yd8NTU4nVNNUA9PIIjMGIbZ57Xa0MfaiN45jNcmkMjXatW3njyw47kpWB1sA8xnXt
03XmNnsmJSOErMBB/NMfVJXtK9AIBA1436whZTUw0pR9MTRJxhVGKyC6VTtRaPsqKfSDI5iaxzYV
cafGaGsW8W2Y1S+2aR1Vbty3Vm5ClkUNYOkMrufZeyrgdH00Sa6dCpO52TxkRy9TxyKiFaYsoDGZ
M8HJq95ISbg3B2V/TDkYWcetrj23m27Taso2oxWv2fzeZk+9tKViKppX0y6BeBGYGXPOoETnV5iL
pCgFgwu1K1yNk6MXvE0jyVuV861XkbU0ezQjiR2VNz3pNwfDLdHNGYLOt1Hk9yEE0k3n2UAFwCLy
RXGRCn28zHvoEPfRSja0riDVn02Hat+OjSMGrm95MTMS7VCtj5N1ilMeqNzG6+TERbXUZuQ6sGHY
ZuvuupNNaLLSMVoP8+KpoFZDXtEIHvyUekF2j8GFZuymHkyNyCFLIg+mvVfDksVHvtPrlDN8HuNO
Q6BZhHTKIy95Kdqi25W68yymUq50NX8Jy/xWY3kKbAMbSC3rI6Rr07diMFI6wVRLc+ygI9uV5ud2
QnM23QsV3zqqPgqvuHNETK9sAm/I3jesoCTZ51lOwcLKL0TpWc/ugI68OCNQ0Km3N4FCL6QsPd5q
sMx9o8+726opk4NtaseSlpBPtPZLyBOBTUfvrlyZTKzmrreSQ659HazsvRtHdTLG+Aw5MeXCUfJI
oRmPjvAgRzrxxi6VtiRehBNuDi+ZWhseDxNEI+eyV9pkXVs13I15BM06pwAR9WCXthZD0mhnI/Ax
pHwd7PHIHW5fuX3e+26QrbvsAr935KnLGbVbkyAdpWVzyC+z8pG+BlxAP7TxMqYMA1TRf0UruJKW
cchiByScTF9dINZzLa+TNr4ve9uHK3WsIx0xZpm9p7KCrR+yuylXB3qrb2d4yq5p3bYAVyfTfkbn
yq9LdUEhh8VPVFDcMv21FbFi0uc88tteeNnjWz+YD7pHMzqmS5XXxr3kRsxNvd7bndsvRTZofleH
8XWeExswypqRb1O9lAmT7m4OzJPiw4w7BL8UZXY5Zd1G1CPUv1gkOdsKYCBQp+4AmW4wvXQXRRW9
4nTK8nOom+l4zNl4jGWMbTQCD+44hzLOIaNBhC80ginoAm1t19OL17Se06ch6VQPINC12CHtUFrH
psNjiFJLN5ZJ3fAitldgodRrCyr4r88mP9pnLycTNLCXI5WJg8Y1jE8H5D6UTq+Ztb7seL9D7hXi
MKaNdkw4ItxoZakdK+VBRtIGJMq/fusfu6v/emvd1PlFiToT/PnHhkVYmFy5LKLJm3uU2wlTbl9x
v18VfQSfeEK3Vy8TJ/iduv17Y/XH0xj2GBp4Ove+KQzrUwezrNseOozbLW1DgT43S42O9ZC0FToU
IVKLAa9kcJ1MLpb0xM255QrKVZ1LjIzE0uEcOZbdb7Qqs57x8YNBtqHGLLwcpvactiLzxaTRPUqT
2TlEOlUCIYTwqTQyZUyUnY7OyRqe9DLU+vHmf/qtcqh2LUPojgVezDF//Farwou8rAfV0uZ19tg4
Mnvs9Qy1p0kBoE2a9+xWqdB/02Y2fuy1fb+YlnQdl/BWQ9jiu4TqT92nVJtbK9QHtKtJT9qPXZTW
g1UZNg0+goGA4Jk9jWLlQLMmRwAtlz9OApkrS1u25HFDlPDr7+G/ne+/Nx3oJBiWIxz6Bj9+D0ak
iU5aICUzb0BhEgp6j2MxI+K3zISvvvZmV/ym4/hji9ejlBSOtEyHjoJ0dPnZvz+YY+15gY1SKZv3
ubctgm7Vqedf/2LfP/mfb18S4z1TeEI6rjAt8b0B+Kev2hmsuck9xmXGHdEk/ry7zl1/0yzevvT7
Yq2eoV3esmkYla+by6XYsuivf/0ReLdLe+THD+HqLkoPIRmwW2Axf/x604Qjnhein2qj6iBTdR8F
lF9lysnE8lRwN0bDJXvO2Y9Rel3mzq5sWXpzETfbKUOHSJl32ZfRvlcty5zyUBCPXvTN1bpdEF4I
vjlSChZ2K7016znyDaiZ1Kxw68tLskVllxvbxR4tcZ837rqhaeBM6k5lzt6L3ZsyAedM69nV1Kmt
TdIGGCq4GjCkyiIcE5VGUOTTou0F+7UFEimhRAQQlpoYgsGxDvlw01kByRHBSjr5HV2/99nKDyCs
SZlRwOzd4al2xj0gf5N37lGwDi9mM77offkUkE+aWMREscT5SZusvJIjJfjOXZ9D9xw1oloGE38d
1yjQYSkgrLTHnW5U17K3EQkL8Z6Y2npuL/kwIV2puWkpQ7LkzojyU2mjeI2HTeOJfW6B7h05e0v9
C3you6h1X+MquBrScDsN1jlWcgnCvuZJa15yg+LQqp/4VrDqd4jIIDk40tgkU7zPNeeZCo1TM+pY
wmYmk3+shYx+y+6p9zisJLR9OY+tQ1vDw6C9p+yvphHnbJJIN211z2IpwSHPmyEe9oHUnSVPJ7Pb
4IFUMGshynY1R3B8Y+8cWeazk5L21WEhkGrf5UxSXR1lcYluzgP6GaFEToJ0p2oTsJl8KUYHAzab
VFKdzCl5GsL4UhtvU0CDcdC/5gO5S52lzlY83GVJsKjAWuiN8UVzva1oJPUrFxYi+HXTZIApoGLZ
sJBbIKCz3Q+s0cB91+FccJZJihc3ppkTJnQeXMo03KbRHQXlA0PQyqcjV6FB5S5yHd247TQ6CkN7
3VrFfdhNw7q6sMnjoM7eC2V561o3roJEwTEvDu6FJq4PBW+n535ACIA9e/vxwlcPcq6x0OVMakJD
qYler0YXUKTtpszmq8kBedpZza3WWe2pGMG7FG1yskRz4CB8rRGM57tgxtdaZO8TtzxwNN3Lmees
m7xkXUr0i+RjepuuzqyVFprxNsrT6TpV5VWfpJsg6GYaFAkxHJBkt1nPCbNrKPqsedrZtXbJYtF2
dtVptzRnviVZPzMi1p7arP2i7NZbztrEKDnP213H07aKVfxCUtK9e+E0j5M7+gQmk98xb1gPYIVO
TP0jFo0iV1daAR8kSK/5XtHOqQZcIqIrZq39wpyQnFYKMlt80SDoJqJPwuRWNgJnrwm2mZrNx2lk
TgG7+15eJGvVBKzV6dWTKNmRKtpsV/Ugg6WiTFw4JfzCrB2EhfW7OzRj9S0wHZBwIUnqmopWFbZ2
fAP2UUbyPDTdk9YM5yGql2HDtNojKGfpWbTISp52DuL2s13r1V7D5zCLYqAXQXZFDv8rmVaGJe5B
Wq4y0/CQzpIeFPDpXRh8utufnDEkTcmEiYyp2Ry3BkzmEsZ92zhE3dFrnNV0ijvjOpAwjrlTaoXP
oWz3Wa2tTI2UD/oTGpj0UhjLgjC6borfciQREUPfOLNvRgRztZgPzRQ6CwOfhC7VpkLQ282vRmQ8
gQZJ9lhE7Hpj55kWPTW13m/awSP6C4QX5yGSHIpOY4pTk85RmiEfLq5WnQdqI3c/CAaC5G5LQsUy
Y/IQasbzLnAK2JhuV2qvXoGhJrjI3d06Ke4yL3bO3ZDUtIT50uHTIS8tD4bWF7fImsqTjox7M0lo
rlC5H23Ohtz8DI+kFw3M51DqFaYJq12m1Q1N5K+tZuzmXgtooxi+M2jftA6rQCD60fFdK2b2NadB
sBrq9sYrFZ6e0dK/jTNNkn3UdjQ4g4z+2yj0o0IfmwsGcipGz+nAQF7ANpmJB9EfiKs3zrqeNAF9
Te+hi7VulTR2Awd7MG8KaPByiRkDo3GNtNe2vPYtTO1qnyTlRCtS95h6hWkAHPwCIhLt9TDhw6uy
Zoe1CX6Fbi+1NmgXSswzOFhOV9PgHmOEWJhotCsxiJt2MG2UMUHoey4diChgfw+7ZI8uyMbopxDK
D9SXUVo/to31XI3YsNoaeJXjgbSs3UrbW6BsG/iR2KSu7KkA9el5rXo3p/arhfB5Q0CqsewrjSZw
XgV0t4w4aF+k3uMDYmyuveEUEzkDS3qe/dzCNlfViz6U5b6PbUSKjB/L5pwbc0yrI8/ia3pV9ofB
1GHdGE0VrZLKNqC6uoVDRzGNqvkw2W1i+Qi4OuULYWWPZhxc11Tu2o6lNerpxkgDOFYmsLz0BVF6
yzCwxy9xZL93oe7kmFQG49TKHIueiArf03IENhoNC1JpmqhZx/qIOS9F7X6kf+IuMv57mS7eTiUZ
CyoIOHfVQ6mgEjZjvILoRu80E6a6nshMeQ6rrDqBqAVVXaEw9RNT6PTKlXhrkDCt0j4rzwSjBYit
kysnoJix9PEkoj7WdlBK+wrE0ijPPfXFfauF9b42s7lbyjbOb9MO9xFRAv5I38oXZZDiw7yYIupx
bTckMPSjtxEEJPc0tEdhwc2ZTXDJehGvknFylj1BISLS0qWCuoZOuj4bslPLaGABjHtopFV1yQnp
PfmstZFFgysO7G+FZdn3c17bEwhbvItjcp2bQHKAFtsliO46cXnFSjxWqjQWGrcjdkgUN1U9Jltp
FgzK61Zld5QigNurWeyiwcnOMi+iB33qpuleKhvhs+jDnePp44UFZz8VXVQhqdADAk5sptJ0ujZF
IlPfseqB6LNgvEmMwdmksxy2tuzSduvYGGA5nFYJ7cCeBR1QUryweJ63vSyrVdDSI8Xif1WIcXhm
LuaCf+1A/8J5q1uNFoQegMYNUinuWfevaw/9oHDg2ZJtNtIphA52UciJZCOAJ2eWfmBe/cpX8wJH
/pR05prZ166ey00yE6gSNp5feUNCMkeKOckyag9LoiU+eicqMBTN68QrUKDqjj7u6q4ONiH35WX3
7Gd7bZl9hjaDRbTQ0nAxMxE7MCOq8A8TwRcnvUKx0c87IZzbIHXxaM4Zdkp4wjfKm9D0x81tAXBz
mHNj6/VypeKs3DESIYfIztShG+YjT8i0lCCQVlo10NKu01d2/3zb6cNqiiqxjlX62uIhWrSSOLPK
HG6avPThMVwmArhFh+4jdJ2za4IBK4J6bxbJ1WAOw5KO900q5HuVkJx4yYma6M34vdOGF6fxxGjJ
INErgV1K61eDBbDQwuGoF2gTk0HuE60MmV61x0qImxD3ajw3KYBdSawgenKUnP1qDBnpMctgN8R8
FhYxwRPdPOMkCx7s0EU5XVzyqYoBMSGqPstR7LtFRlKXQQDn0uC4v2iazvwyUIThRaGitMjw2CqG
MDoQSlD5ZWXPfNfSiW8QpxTMcuDxOiXWpNQRN3UWWEev04Db9Y7+TLuy3QdNtiR3lIgNU2artqJ+
XTCf5BxbZQVMXm2sULjVjrfjWyBmwUa13hTelhhMqNzdrL/XdRSRucPs6GtMPOpGo2cACsv6v8Sd
2ZLcOLZlv4jXQJDg8NIPPsYcHqNCeqEpQhIncATB6Y/ud/SP9XJlWltKWZ3V1S9dllaWgyLcnU4C
B+fsvfaD1v58V9aR9yQmUAHdHJ1ao6uDqvz6CxCVW5wsIwjd7Dh5ZD92NZVqqsqXLi5eB5UvG5UU
+IdW8gETwgZrt5swAC9XaU//N536L1EwmH0lhjhngwvNfWOX8Udddu2OleVzUYzhVRERWYiR8a0u
Ew4La5nfVCnPUSK65UJxKD/APGvPZH27n1LmXEbmJAwkDVlrHojbakxPSxKvWxpi5/QE/c201fwg
ZYm0MWz33s8jf9Jcrqo7lqx5VNmMoavhUBfO61qHD83Yc7lboLp2G4BloP9LGnUxue1jboghHfQe
RA2w6iQh/GR2bPQ+IGGgi5nAMmvORUm6BJeZHgu8Jux6OSYBP33yvFFDhVPTazCiFzym9OHtaQya
pkQJiV9sHnSyX8n8mOxCrxDHrqaTzkLPnJTNUk7JHQr8vR1jUJlnODXwacaXiF7MfUCk2QxhGvPp
o/WZVdNbOQoyHA59yEilN/GPvoxauxnqAY+jg4RwJumnyqDkzokDdgLvRtG0ztYuqT6YgrAD2bQo
alYM9ulUHdPByS8CEmhYWr6OrsG3IeRtI/1r1zZXtHc+GGX4exbEfZ6GIAOIZttMNCfxXLb4E6Zu
RWLWnzzpXVvDHQBp8klDaPOYdFaRRFPZTOhBFVFHLXO0MO3vukH2p9mPr+OwLx99bTByY1jok1Bf
jt0EkTrFDMjRq2MU0aGAne22asWnfBlYJVPvch4F8QtJ7ZKULb92WiLzTNQjk3cKKnAKn0MixzFn
4U0canIAiqn6lFRSbaZl+Nw4GX5cqf3LPF+fnSVuYH1nFPq+F+0nFUGsX+rkwONzqQwZOLlM24NX
0BIIEoyRIpjJeaE1dReyuG+LDIN9Q7kYj+ieQlXceEtS7a2ixp7sLRuf3HBPIjCok+BaBqN3kMzC
CZOTD6mJHxOHy96FP3piJbdhET+Ec0C8H2Fu27khMM93OKKr+i6uFwlvmlG8FngP6+GUrfG1Csio
yqltQPdzICq8dL3Sbb7swQEVVzy7OD/7If7u5c4JUvRXu6p+q9z6q2fIZ6mK/lSSKlqN4evAFsyR
wrvsmUJfauNduTXjJddLIx7e/rVb4OANzG4e/ag4lcyZbscUOr6fTg1eenszOlYd05KwLiTEksCj
eA2vuwm6o8naqyVgg/SXdmVXXgzOxlpfpFYuF8mYPjHdcGCm0YenCDkkeIaxhhXOQ96rS+uM1Vus
qJTHAr/U4nh8XlKK+4xJ5ll1PIjxaehIQIpSc6e1iZ5HVTAUL9cU61CV71tNAkYxkQvQ+eZ1Nna+
sJEN8JqfTe5mqS96NSrcj8mFbPJ3f63nb83kY42sFTFb5fouiFy5iptlq7Pic9f5tIHC9nPl9adV
tPV+SAPnMqyA55VTZnZV2T6juvme5CXyMtbYfV15X1Ve1ts2wl5JUOydyaZwHxUzIz0DQxuHdmY6
idE5Pem8xqhf8jUNRNQFfnAXLpgnz50H6Y9P0WzvuUK4IoLqYh6xUVrmPZkKrj2ZkVeBs+3YsRzT
/b0vRmJ60BnF93RLv4hl7TdYal4W6/5g3oi7tWkuhfRPmTv6F7LM8fWr4Mj514EGTMhdWsFJmJUM
jtOkT0taMHXRKN/j6hwFlTMIhcv43hpa18NACA+l/p3x/RPtYgSZbXlvOny0hc/1V456V2HBS4R+
drkGa7rt2vaxxBuPa4sNx8XnU1fjsdSZJTduLq4yQqm/4dmWx4EfGYPizUoeznQKbxoe1Vvdzsgs
aXh3JLChAm/v5OzzTtacxDPZvnT4tZc4PKUV3JK8IQrOl/MuUQ6Rgr58dlV+b1seaEfoB8beX9RA
LRSr4rr15oWkZBJseptfI6KcyaUtNfnEFfxJNbv3qi2/gfOQu1w5u6yETJ/VlIhVJxAf5R4jjDGe
iZ0+H3Mi5WyXCegfC/J+WdlRlj4eSIrC3QUw/8Ys7UvW6ac1RB7RFc6zGfWnxs8uuIqgGRR/s+jT
3NZvFL+XcccJl7MH7cSeYFqCF3vukXjedZ49h9Iw0HYHZ6+69mmc+he90OZxTPdQ5Lg1mra/Lrr0
1oPPYouxv0h0geZZ2FOSkIwso9soNo91Qeptb9SrbyoMZk5WbQtRfaqFotOq74s1ewnBQXIDjAe/
WS7nRH/1o/mlKKCwxoiycq96C3pdvAo/CDbTSMoDF4YA9cnQ0iPgL2DX3kAXupltveCSyJCc9X5x
KZT/0c1tsc2G4uAN9SnHuV9TNCgKVFMgqTQVbOe0xFnaYS91JDHNKx2lWR0Zm98HKfoHa5DPkDxF
0fN1JGJkcUYqD6IdD5OOR/6R5mzTiqexzV67bP3Ow+1f+6AHdoyCNBz8bl/ClaNDBtxfj08hd27s
MmueQnc8RONw4driPpipKB3VYwufHc6BTKyov5jnc7CHZ5OfOBjmnIhWj4olOi1+hRUQTs+Biem+
GoLyLS7ktOk83ZCeVV/4CyNGPRTB3gsq/AkOOAtEBF91am4Q741HjrkkDYtsV9VTtqvn8dQFHTwI
o+5oITxOkXrrCDeqtF/iGyCRto7JdKwOmsBzTLr8YBHToiNAnNKZJMFGo7iY/L7/oub+Q2dwkjhh
rayKM+SWFeUyJ1iZyF1WK/xXLMU76c0lpb44RRy9N16Cu8RJkvtF6ZtFjFg5ytu0oz3l9Wf6upij
R1jAL9M8nUNd7OeqFCXDKu8oguQKTV+xESsbYeNS0Cc23AjiG3FujFBHbPA1si7OSMPLVklLqKCd
Hlyl5GYIUV8p3Q1b9ApXUJNeRZM+N4ZDa9xVN4Hw8h1m1Wd/8RNuiPpCn62VtkjUlukrbdHpNhXd
XTtFRKV5GDkddOM6J/d0HT8GwxKQWf2ED4AwP4ZxKzGSEjbF5eSvV11pqKEyZsBjQhqVbky9Wxvx
Ovjs6uCVqNgl1vpp6WiVS70bpzzcOFHp7NKWEwUyQ0ydzHlnOjQiNsSyojVBBfIg12beayZIt8Kr
n5ZuUmyWaXSRuhwIvLxeuVRS7ZNo5pnSEFn8r1GohjfR0Tjzm4oFzTulMQEIC2yFRzymtLNKCYth
mZNvY4/4QXZr9T4TmHQbEu22tSLeu0T/ocSDXxHUy6NLPNamiwmP7eMAuVNDEKgR8XVGPtyxbiGV
T31+bwpBeywBqsEndfDR2GeT0ErQ2jroCFv34AAtYMja3ifcraSUB8FuISqXkjNC0Wcyp31FKWue
g6Qxp0WL5DQ5bgPtqYbDkARIKFzoXR51lp028xCW2XUq2CxZOc9maAYzJZQJsnh9xFhJ073jPPO3
HtPkGy+L40PfeASF9WrFkj32/Q1pVI/5jIO+q/yvAPqXi3HFt07JxzFfvNU42YwDbqRT6mXtEJyi
xiLrJtLfyop8uqyn4VQG0+e1RPmxZsGpnEm0cKV9RdbwKY+DcVNQQGz+eGTaNt8zMiPdonX3ru2g
EVGMCJ+gOQby6ZEQu3A3mJlW4CK/6NQl2mnl4wfDcDFl82Pv5EDrGaHvA09+j0sXO5d0OWFn+toZ
V9bvCNmVQCmyCd3uE8EqFH1hsxdpBMVLrletk774nOEPSA732OLqPZNC1JEuFbuVc4FU/yxxoS9m
MLFWSQibmxk8IeVgpIKRQ+iINkYDwagyvqkSrxYcb9zudHRQ6VHP9YGIdlbAnqtD9W6xJfv+lG5p
yIY7NFPqbnCH9lYoDNBFjzXNqIxr5l61UZfdObTBdl6Kjzj1lhFVZlmXEh5uz96AGG9bk06AWqPt
7rupfiEebGLh1dohWnzUmjy/tYMN4qVdsw2CnPmOO7hgzhRJBvW+N+iUN25/HiQFHMsryh0VXBkI
YcCGOlRf5w525hpOrGV70cn2rl6hx6gkIIekI22MRr+3HQLv1LVMrFhwLkdSSNqMAhzOyHqI66iL
N2OuqoPXUgO5dFRGl6MtQC69s86yl9V0xfjx0+gE71VLjjffDuHKTfwiOwCwUfzk0D3X6Qv9h/vY
VvpuQWS7s0vcERCYA3yL/Yu5hm60TqS1ycxvzh+mxMkuV8rAwk1oPjkSDW53OcQt3Yzqs0riI61w
2k1K39bKD/E+hCS2OsMl6dpUNcmM4HsikDh+7j3OKeUqP2NAeY2nmnhLDhUBxyQaFotNtgvXa0AO
BSgnG9/GaeUYR+t9riJxcEmGCz3zNHHfhq1dsNucu7cE99Q8ndghRQrAIBsFY64amtsU1nA3OGb7
eNq7pHlFrAJ7p75coGbYUXzMnnzsZ/em9YgCdVZC2uIF4IL2xrsafVEcrrvJ97D6AbiCm/GoK9Pv
ywF1Je/4B2LZOzic5NIk40M5kdFTB6XYrRWRvYWv913sXaRrdJ30iNNUQXVWluNXryKcMRsh56CZ
TTrSGyHubKF3nLzsS+XB9KY3A6sp3keOBniRfGLe/JyY79PCgZczU+YQ+Nh/pAUeTxHLZevk2UUT
+m9Tkz02YcfQLfV2bM/XKc1TI80VB8oLO/df3HXdN2bdtytQLjMwdI0ebXcGug0DKdJ4rMPsfqYz
wF1zyZHlqNr8C3Gk7UYi6LjUc3gxkAFdevNl5vqXVZhlxzgLn9YZ3ZORzfWQLPWhQ37F6XFFG5EX
33WS/mjh+zjdekqUf089/qnM9RlzcG5je6+p0OhKw+Sci4Jf9X51UI6EJD7eRHjJKIkp9nw5vRTV
8kD9RZQg+UQcNq7jSu/8ji6nCJsmOBQklXBh6PpuS7HeSx9KB4BU2mvVOH7uZMCBwNruUaVt8sQa
xXS6nPISsJh7VbY9k/kBeXXutRWB2A5t/jnqd7UTWr3XzhD8MFqmL3HaE8y+Yivq5UB4nhUVWU6C
UAsFyUUu9YvM1xW9rItMjnFvb9FFTAITqkd+7q6OyOaTZUY6R9CK3fn0nkdZQhJt+JGkU/fU1DRI
iSALEhgJiiBWfCd2P65qj2+Aj1vgjQ0guQ39iOBbqTCvt0hUZsjxNGQ0Zuej54svNErJNaV4j9hb
79fQY4lohXukpvsAZxDfR177tvpMc6Dz3Q3Z2QHlDAZpWlQcxGD3aeaLxzyVauctwc2KzAAVxP4M
dBn8EI1127dPeReQbJ9VPHkwW0SJ/NlrnW+yzaNdHSBMjw0ytVm1zV3WugGlSHxEGn0U8zruQ7mC
80zUR89h6W5MfbLosockpIjr1w+amGrvNh3psaQd8olTGn/n448Xpt/sOTyNDNf0csmwBRTpa7j4
l0DhnkyrgLPZbama8zIpqq81QYVraa7lLPRRsz7BtUEI1fr9eg7//qA2wQBicppFAvSPdpL3YmUt
x7DaHdrOi2hYdk6OlC6oYOt6cB/okj34euEtpEMNri670IQp7hhU3WB+wGCGHtppUNgWSVBeZAMO
k4bD4NYW0ZvjOC9r0N6LBbDJLJnygX9i+AhqQTUz/AsV7sOVAawPxmfTTmW/U5ITxho/UCXsmKzg
Z8u8p0rHKKbncZc69ae0Nh9dWVGuNYwGw5tq9UHuqIJ4Op5ZfziR7yXJkA2dg9Gke6/s6jTe7SYt
QFlEilEndeh10eLy8EgC3coI/p/w+6uVEOlsrQ8kTc77QTLybdd4JX7RXi6RBwPQn66Kpesu+4YG
eZE4d/1YXDm+96mqEYoaJxaH3KSn1bPjrbMUn/t8eGmmcAFKj2W6jQpitK1aNq0aHsOyPhBT3Gw1
+L+trUueFOEf+rYM9wBKM2Z+Pltqgt7Ajt21cO3bWsDtQd3LMTLh4+0iV5Pn51frpk6K8LoYnENr
62CDbDV5cs84P3w2b4hp7Jaa+1Ro9zBBUEHV48/fhHU+Lcbyjq1CQsqYZbMkHqC3Ps+OXI0e5mRU
vBGK8D3rveHJH2uMDLVhUS7lykgedcgyU9vXXF9BLpsqkDZ7lUPUdrme8iz1HiUeABBBRrHbML7e
9gittnMPJW9I21eU5zcKRgEKSOruJnolmNoyJuO4WsYlU/SOnbGjg8HMCQ8p7c5L3WQSsVd3FYA3
vSQrgL2crLNwkg9lFQDwjLU82kGgZplKGiVoi856d1trDvcmS3oav604cxgJpz6ixpRAr/hMKWyP
aYWm1IYomiO3N+G9l3UYWaYlTSHVdS445NEPU7qrEYCVa52du13ClnbnoXhftmVZ9fJeaqHK2yVo
eKl6nXHNOKk/btvOivx5ljQo93OJ++SKaX8c7l1VD9t8FLHHQ+MxIy+xQ+Hvt3b5GspwafZD47bB
3g04Ne3VNJLTYpfA7ldy38v7sXSq76OltnG6luW7G/ilN7kKF7MPwSGfjTYkFh9MTJnBMaoovgf5
XNSv9cxTvqmo4M/hbLm13ytt2PRdFGEXi+uv/aeedqtmIPhKc5Srn1qCNaFIDWfvrLeUC/1nRd1U
d67jXcxVTCAJvb9vvvUkUxwAa2y9jH+TEdrzzZxFY3/FYIgvxk2X+HPa17yvORhXfila9/fOHYrl
Y5LjGH3MiE9esykR+d7nSeBt+QJ8RkqR+jhObuPv5FqVt547wvNxC90cZ6wWy62wMfTAiHK9PgZT
CnkARbCHICftkGxEnJfKrdvrUjwpdxyOMglJkhhtFhUX7J4z130VUILKPljCUxz5cXxNwFRkP1P1
5c3WILIkqVSzdG6mOJqct8LkLelXAbNFHtchEDQbMppwjlkbj+qZmTDQtQDzA7oxglQZBlOd9d5K
RKhG0g/i1n32wyTO9xg83PU46toZCCQl8vG2DUInu4ztBLE5wgZYfaMnk83HjN4MKqMisJS42WRb
TK9RWRNbwmi9hMqgp66/V/imqifjBAHFFfPiGQYVk+kr46O63+nOl/5V6ie5vJ1CfHL0Rhh4JG1B
Y6TsPUdsnQWK4H52p/GDLhYpx00YteI2G0OqeiHKgr61APv+6AaLehvSflr2XmdRLHiGAfCD7B1d
I6YrYJwRlc5ANDMucorOlTt7ViZfCWuyHj2MXiDCubZtLNEyowzxeXDWkPcuivbxMdBrQOZHmvPN
MC5GcWrbqAkJn0nRiCCJ7bdcSiAlztwuI/mlThMx49KFc5/X1O43pQwDflcP+6YR9SovSZ5pwrs1
0GwiLOsolGO3GYlxXg3yUTEamqtOhhoAjAj0yi0ywuzJL1faMKIM2pe6TzPFyEyvzW0n2ui6QN/z
zVlay76p0uaCwcJ0g2L/tpAMIKHyOqhOyMobHqq2IgARSGDLPFEtAJmdxqdcKBG00eo759KmYMM2
Lr3rq7GtRoxxSVocKlOD4TDnsWU0kx2XazrPmzkbmM2ijwD7GCqc3AAHA7d6RzHivucFGwuZqj/l
mNRWgCa9QfmvrRqJV+CkFreARop8xmwz6h6pPlfnVLGUnduQ7Q+vNmuNgRux9XYSM1K1Arm4dxmZ
QH5yFE4GcGQhHo9smhHqpCayxSWqUg7whaw0yr5iGNVFG+U4G2zgzI8qyJ7LfEacO8vJWSB2JZNs
r+qgmn6kvG55V9M2od2Wac4tvd+MCcdixlW4M/1nQ7+DdEFTqmEv2wW2CTKjns6F8rOPcO7gPdQF
OwvBS9FX0j/b0zzG5qR8h65OJgumcvSw6DHN6fISFjOPcmzKQZLxzNsB7eXpS1VMUbArCn/4aKRE
+N3PVsvbEanfha8rjDprEIQY4FQ1XFE2lExkjGDxFHNaXtmsLydKNg8BF8WzY2Apxsxf/VxyfRGQ
sHS66KrwOfyUngc5ingSQNEpmDph9tGfleXEf9sdTanuDm8zSySjlZdhMLhePGkC+Dtd2V3ki8vX
EregNzd1NDjPCtNQuoNjBk7Fq7KbgabvqRFYoHyOCaCEESF0hyGs3Ge5xHbkzYocm4qjL00yLU82
a9wTLQ0a5m1Ht3Lbixpsj87blJRRj0dzpAvo06mizXYEUc/KBoZgvEeY1bwhtmUJobME7TBefbNc
eGLNht06payPnKMS4H/V4n3HfeJlO6/HJzjkpTuCz1ycmBYFcm6bM86j71PD7hNwHfp8jQAPxEtz
WcFLfwvGCC25q1z2oX6mudw0DRtuE/E9zU0wfemDpqi2gV9FDacRpaYNrjxzmy2BeEfnRPXfOg09
DHJC79HX8GM+qwRulxnA3KamPgbwn4wCIriBf5xjLd8mk4tTNyryCBbCSk9zz/Iy94e8xj62WbBV
ksRu45HAqJpq5EpEYMM8NCUsoxkYPr0W42dTzEh5o2k+YXWOoh2Vvn5lZEhG0eQa1J7CQS7KnDf1
70obsIa7YoZH3Zom+iFMC0YwxjJGAdyiiTJsnJ67AB+ciir6PDZz+4wEyt7mId7lvuNG2GIT4F6q
pMasmqcmeDJ1gOATASA2Pn+JviZr7r+hsOPP1pIK4hRx3sp2goWdyUviZI9x3zaIEUyon5PM3PiD
NuDknIpq3Qzzcz0s2VtsOrpdIqx8lCYAneqvRsj6YXaEeFca1YEebfWeBy5ky0Jh23ZKl+PUsLZ0
f6BqPzI9QW0nnNbboWwCTgd+ZLwk4Cn4kbcthdQiqEpwIMsDXTj9ijQ1w4ekspRvZkWaU4kRntnk
zurJ6s44Fz6jlju6MONeTm3HJ/Ky6ZHz7vOglWSx8ieEzINaiuelT+rvdtRfLfr/fUAnjjjz8ZGy
Pz1JdqOHiLlheV2EPeLwOQcqHGQxRtw+6Lcdk1EUJmenLqlkwHIbe+M1TbwrdViECKmc4W7NtUVu
nrnZR57GCboR35BspnMOmCvani2jPrJ+8xGHrXDX/gGZRPSNj50++F6CwGhIG7CjrREvvQ3zjwbF
iYOtzsbRYWQszJiPrjQx7Dydl3l0RjpnNLEOWUpvFzmh4NYm0YQtTXpnT67ul6BCxbL2dwXHin6/
ooOej5r2Bg/UT9PEGtnRHj1viWlhVu5JBiv3JdUe9707L3WAQBRctxdpRg6LiVN55Qy1+sGA3rkn
b7CgqS9G2t8/f27MiczYYjfqdqgp1mvUXfEXm0OUESuWtB3tufYxy2zcY5D3iGpn+ttflrA3gb/O
wG9wUnvcxgkqUcAuHnIbEyLoJymdzadhh0ZzpPhj4vw86bRu0GPKRV1KwXR/MiPNQ/SO6K46DjNp
MlNwZyYFapPTK0D13rgKKUpRlO89opqdcgt1LbqAVXf0dbyAvfIwXnSkKWwGFFsf8zJ65jBYpett
hWfgO8eL5LbBebwL83k5iDQsgWN1dkvZwCgwXGk5bmZRRlhjnPl8EKdm7uiT1sWxiuVoNgZzbr3H
l6nfp5rT+465AuYeeO7hwW3wou9jmt4/ECpLUGSpG7xOPMgsZbA1JzjFoQ8JX4bZ/GRkKBnheXWP
nrTDIxJPYpTfhp8XaxjWbH2lm6JfeYAVYkSOIlC39DDTfE1wRkEzsuyd1M9BTzgaFQZXZHBpbvG3
UXKLVtzZiSnKt3Ucz6de5EsBNTeCh7rlvYEZKKsGc1dVpHX8EkRpesRl7j/JhsHpbGf1mgUexWVF
1SU2BSe6N9+da4yNPiHaSzCQc23m9Q6FlXyY1iDtd2Koz4p13KP5Q4BOFhi+Ep2/j52UEqlfsuwh
tLFLLPlQrQfb9e2bZmb0msUhtoK8f+kbVMp9RP6Du3bpmWycv9PhDW6ZAVCx5wLNKtatXvLTAVbd
Dj+9PtQwFeiViZHbpV40z8+acLbbNA0TwU2zNvbRrZb+qu39/I4p5wfJY2g/RerGEXxUqBuvjSyX
YI9pgy9UVyX7SNkPknD0OHP6/R+7/5RbtNZYMnm0cgTuu9ZfSC+0WdZuo6TnDh/ps4zXfspdCnxf
caIMf5rP4vNWc1sbx3iHijul30AcoM388xfQCeeJaHDnIjkoGjOfgi6l5PLi88ktsIpNapIN/8af
Zx78soy5LzHOuyDkgiZzhi26LPFenu8VVPZYHJUQwIGCtZC3AaHb5e2wRHNyWF1fXSs7xAFWmZEL
BMuRX4Ltkw1qGpa5vPB63cV7CCIKWcZqORnLYRrLizab+fN/rAIMZZLgKoIkkHJAKiHPoWEt8Xv+
XMCwGYQLkHhvzCEIDmSYPtjMT2iR6BzfXoZEFkFM0/CSQajKdeKhY4Rjt1FtG19coOFET49ewRkQ
oU101sqrVZWcJUbkdeDGaXQt/hb3L939LQGWFISGxUe8VMNatte0CLzqhD4tLraDRZG4xR8rS2B/
oR9fxFkw9IS5nPWQEw/qcYWUKhBR8lygdNblq0OQutnS+w0Y5qLu4a5Gp/k97tlPNzNaDggh4xCE
WztQSG2WLlkFWYecq7Z5kPNNLqLV9U27zG5xYTWvDVuxJLzQcZr+E/dQQGOzmVW6n/Vs6UwlPSoU
L6CVtJV+nD4Npk8oZuAqX7U52K6NGxiBzzovcXN0UhLTbBS66M261kD8MzfHi75BGCiHF8UJJNpT
FuHks12AUip0zuV7EY769Y/vsKcRbw7apKW9GOuSmPqOP90ACGviD6aUo3ekE8RMWHgGpE2utGVV
iYYIOr8QiFjsjDFIZ4mKDoUXk/QDeap94LyQhMdgzgXmhKmqPryAJidr/rJUW7kutFzVNIjntO79
7mlGnZNccbLn9vP7mTkMoqjy1XgxtzwQsxz+ZlgmqIaKia+3GhLNOTEDzEFzkax4qmt8/LGd6/jC
zK73hSo/eiu7ZE/COBqqHHvNWc3rpOmjQ26umtL6Nc0lcTyNvhsnH6MHIMqCVsQmXqr0MS2YYuM0
G1ArDT9kH3/GPsiKqBSb9WEQ86eftr0/OVF/goh+Q1L99o//47mp+Ot39NQvsKr/O4jV8XtzhkCZ
33/V+d18/IWP9ee7O7Op/n9RrNyzW/V/A5vO7+QXitVl/a2p/+d/m19BVj9/6A+Qleu7/yVcXIAS
+XXoyzNk7w+QVaz4D65wgwgX/Z+Iqz9BVuq/YhFKXNX4ewIB4w97M+LzM8jKcfl9IvTOlmsBGwEX
5X9Csjrj7P5ixURYoDxUO1JEgg6XF52tuX/1g/YROCaLRQjnFRCKwE0pKCVKen09wZmqDsbJsCVM
YHuriy4TlbONBp2u/4Zv6P5mCf35PnC3cFoVeKD5zL++jywUxdwm1j+Mng7lMSvBOd6JYCwhyeSd
+LHUrHIcnQaNkxKozaSWvNkJ3WVPf/n6/rzNf+Ft/X5BQlRYnvQlATRcmeg3C/QsU04cs/EPsms+
HCHFh2Yt/wwzyUWGVPy7FPC/XX9eLuT7jDHEuvTLz67gv1z/REYOSrvZP2RDKO/Kgul8hrKDk5rI
vDt4UiPxXxik38PaVReBn0QP//x5f4UJhhHufdoFbuj62J1VGP7m4Tcy00EHb+vgGx0zLbD60U9N
dfx/eBVf+SpiVhZTMv76MUOvttEyuVxVgo0+NQEC6hRx1L9JH/7NQn3+LIFUAsmT5GoK9Zttu+Hm
TRn50eiejLmaBC1zK1CazfNg/41D/O+XLYAjB2EOyYDE4vzbbWJADawNdASqEF1eA44JSCGg//7P
l+3vH4hrhQEdll0EayD+jTNXo2WPEfuMB9ptwz5oRHg1OD5mT1vqz//8Un/7QNA0fBaV0PMC/vpJ
ofvLjdileCu0IoChXOjliAY0uJhRRPzzq/ztA+FwB50XS8gR/tkE/ut94IE3UQomxMEwWGn2fdaV
oKhN1KDzA4Pz7Z9f7e+fSbk8wZ5Lx0z58d8gEbRUaJu4NHVtzTFx7NKG5tk0DC//+esoVmPJawmX
5+nXTzXOfRNYXDvYZLPqIRKaabtfij92YLa8fw0d/Fef5q+v8tu160PiQfzWJAfrMC1sSng+GJyq
//AbYh84IxKjgMWIvqb326t0WYHdqKwn8Ps4ENOxBLzFYfKVCXF7+c+X7febgZdi1k4bOIr8kB3o
/N//cssVdVoBXBumg0HKjx3L0RjqhBVvYcR68W8+18/Mxb/udOdX810l+FgAHaLgfHn/8mpVFQ4Z
mNH5UOPH8FD9Nbi8s1Al16U32vrVD3qBKIn/wwBdZYm89hl+j3d20j16vIz6i4yDdaLcSwQj5sKs
7Sef0NURbEVb29fcNE33ZNCLntUfJaPRyoWqxIlyaleaOLplPuJQVvZ+3A6XHPfzz66szXT0B5/Q
OIvxCz52tbr1NS2amM40p8fjCtjRHlvMihU1pzNYvDq017uLRZb1qxRjfxO4PZB1PXjOfP3PX9Fv
IIwoEr7LHgcFg/8JSCu/XjR6t3yozJkOS6jxAq3zXbG035Jq/RFm4ss/v9bfbwdeyFPnfRejG5qm
X1/L2gS2RiWmQ5WQw9bNHuynLo9ICdL/Lr7o/Kt+vRd4qTBkp6DWULzgry+FGDerU+lPh5LR4vWI
SvSIjA0MVd07J8YtzTUT9/jxP/58VHvsTDhnAlaL325Az3O7ucnMcgjoP+G9AdyzwZqBJQ/05Z9A
2f/jYvEvLibLOcdmIWJeUchfP6FJDWArP5wJN8NrMyfTfHm+Dpv/xdmZ7ThuLN36iQhwTJK3mljV
Uo/u+YZod29znmc+/fmyfIC/RBEi5H1hbLiNDmUyMjIyYsVaBpiJw8Pr0pl9dHUZ1eXlvjCV6JoI
qmA6UWaXOqVZ8kMMY/Y0MHOy4SLS3RbfzTAtjHA/IcOwvKRUP+iNvhzHk0IbBWBZ6r4pB3t+ikCy
XApVGb+5TIIUOxgelIeDlW4QFS2HD4+M4jJBjfsytZ0sH081iKnkYBSIU/GYrxjSQRYSutVHN5Wj
IC9/1os46dJc5bi1XnQg7fO21KFEFh/hMTEYRckfI3m3OdYG8Fyhkv3xFCEYX38+4UQRgA0wKHpn
/WlaFHZbAI0bceTWHTHCQgj3Qr44Fu5Iwi9auizqqYhAl1W1QPm6C1GMVDv7wYT2ZT2vTC3OdtGI
MoimTD2VPfPtjHaX3uhq4mF3YEFkMkLjM4GaW6TN5ACgJ1sH1s4pg9HMajskFuGm80NRbOzd8t5n
QaYq4zBvRKB2zsJUUyrxrFURWE3XMo55B5N6Cbnpxim+jfSGqQlX1bn1SQBelEZeXY8uchpqQ7w8
6XGcg4cXA5hBKk3R37UG1MOYKNNvmFxxCpPiI2xHjq6rnKxrz+PmEmpWCRVaQv1LoETt2U7DnzTn
68c/Fk9cMk5b+jjPkGtDFgNqQQKw8CTyaPrcQwn8BhYC5KFsVGgfPrckMyquwZnVHGtxmkzmhpMZ
SteTGcS++xSEdql7o9XWSA0ahj8+3Tcnf/l1QDR4M+pCE7xDYO1aPBCyjvm6rIBAsUP5lzn76kc7
FGLjcb7iGldGFm/z2FH1yIBf4qRrdKsY/6y0QwWgTOmm+bNRQ2N5f1Ha+qqYuuYRZ/DRFpuYN+Vc
1cAZT7XRUPb083QYjr7Vz4yGaSHca0aWW84ebj2ds1dCA7aPYJtM9rbN3JWvqckZsE0xHFU+lP9z
Muvyx/2fePsLycgE2b58zVru8tlOYyNyShI7BnCH0Iua8rswRmNj39eMuLIKYatw2BFvrt0W1HtZ
xFYCpYOjVqjI2f5n/lW0YcW4/bzEFnIBjQUxffjy569OvjYB4FLDYDhBHR70kAPonbJPsriY3416
hyJYH2bF4MHQkRVPxVTSN2e8vHpbq3BIfwAjVqLbYDNjQn9dMer+zDhXVSOG6LvNfkSkiMni2jIZ
oVUtfNPNnBJ+RL4gLXzwa4iyCDXSoTK1yr8S1WzfIyvZarBII/34OYFvjpZIOKQ5ShttBJf4rCZR
/0evRanQ60mq+jcPjBKtXKIbZD8BDNdWFyT6wyfb1DSDXSJkOZb5InHxapsCFOMKZh1JcxyA6Ebg
x8AJJN7XVLdM3X54cjEe/YR7zeU9trgtywrB6SqqBijLczhtpl4/VFZk7e778E3NzSGBYhrUJlLR
U+FyufYvvTDhsusMlJXs+O9smMc/+tBkJxG4sCxMjOEF3VRcmhauY0Uf9fc59CFbP+L2DhAaDzKT
HdX4FerCxwfbgBGjrHrG2iLoO2O3+wb8y9i1AhT1/fXe7iplTkqcFkVXudxFrEwYZcwAOfWMVzIK
ohYkwnPgTof7VlYWxF3GVWza2KB0c72pplEreVyxIF4zIOisWf80z7xn9LjS3/wXUxZJt83Nzcj0
tSladw0Y1wZT0CZ+ClKwWfIl+0NV0P/7D6aErhMhBNfbS8R+5fyODXtXGZX9qWqixitgCvteAn95
JwINceT7tm4fZ3wnATjMESSmriG/4ytb6oj2k2uhPFwhFhJBOtclzl9u67+nz1bQT6ZJe9/g2ieT
gc8GSkOMcBf7ONs2wzpCGmTM48CLNz3mKrrdOQ+sh/eR+hrVQgrMhHV7qSFURbB85JreQ6pLs8dJ
q3iXWaF9zMpxPt1flcs2XacGjk59kiyV0orN2breRre2u7CsaJojJQjxzmDVlRQ0s8B+qh0IfMbN
dDlDrU/Ru0mbHX2vO+Y8PViSdcjtoLHjkDsuOAOpyPH6Y86tacJjKBUCqhkAj68wyuFMbfsc2kO/
sbnSMZYrppotXJsDTkq/cBwxpkE75KpxsltWkxmpBuoJ3fP7+3rrLY7OWiwqVtwG4HauV5Q3UBIo
Uakjm1Z/dru0fgpzaiO25QbefUtr63FNGUkoxlmcu2tLkwXQtx5b/TRqSLtBKm7tg9SJNvxkxYqj
E6eoY5u0YUyZHrw6blpuQKUa1crJ1I18H5SW7slK8cOvMtegUK4arqbxgl5SfkY2xB/KgIgdjZ4M
6kjufxi6lWIoNjbt9vO4hiAjxuXA4FDUvl6OlZXAua0g9BqwOm8EU+jHjn+c0V0QG3HjNlBhincF
jTOTS0zK3bzeOZRCDKCFc+AZVQ7FWjl1ZAdKI9l9EOHRvnaD1kUek+Kbi7z9ZrL5J29t5rtpdyyu
MoV5YwiZo8iLydmgCskrWBMA/BaP+gbFP8p+OCCfjMrVYoVJyBWXILpxKhrY7KeZ3rsNQ95GBnqz
Gi5kKrK6RlTk/SkWVnq99yO7oQKR0/lnGgrBAbDv9sYz+iYe0pQlZ0c6yJCttmVziJTSDaHWH08N
CAwIHZgzdXZCZZAD6fq4T54pOLrK/8DQQCdZpnonZ4fcOXyQuZo3DWnkS3Zg6LZBU/jaa/qyrf0+
SfkdZnahzQsewRJvmc/9MCB+cRBusyXvtrK/JiFLhTbCgZrDXORYPS/+dhIUEIzRqbx+coYTDBjB
QyKn1JEEtwzT5ZTn5JGwF1ZEztisUHPhdbBmHHK74kQMQ77hkXJ3rmI8VnASTh0LATSyuE+igv3L
3NnymFUNgZg46I/q9Z88LZTD/ei7ZsnmCU+NhwoP+fj1dxoyOXSJErtnZ/ofQU7yrbAb4I4zg9n3
LcmdWa6J+K7J9qUUk1pE4EoJa91tGMoPgRMBZS6iA1Nr9N+yePoLYl2YYNSpuqA+9nC1gt2EdVoW
sSgs2cscoeyamBmEwvCAfac8bALnifEHZGPj1t/YTrmIm0XagLcoZrFEa7FIIHeMrKmYggUG0C3I
wX1BT+lLCKnZGzH3ye/7m3rj9Dz6qGlqbCnXjrAWn6+dh9yMrcrwYD9sD6JvmMQb4WC6b+WluL1Y
FgGYCgO9U7r4S9buJhh7Xzeo8bS+UkuJqsSWcuxVh/IpHNEGdJw5kNohRRgH8CbD9LM1Vd+ARsPz
ZGcZ2ktE2Dnaa0ABfhcDgHfGZyVYHFS+1b230qbfwhyseLZMYQiHvPeJ7YsnimVAD0sbVveUbIQd
2E/DY+irwdlq4MG7vz9rX8FQX06rbCovH82TG+OA86B7vtKloAum9kkoifp838ragigfUsMmKJjA
WK6Pqq0nja7B6k0hBpJphpLcHXyHKUyWUfz0H0zJ8Map0TV9GeUaXsRZpJWICfXIK6dGgnBXZCje
4A6PPldxYI4JhkwSaOo/14sK+xp+IRgvmbEVMJVI3aMk1bKNvGxt6wAgUQUgASRvXliJkywkyiqG
90JflDCotbPUkKH9MFU2wtxLPWF5VkjOSc15F6vWsnvDJGgzuE1senEh0H0fhHts50k7Aj+FQxWk
7llJjOIimjn+HBf19L4Mh4KBdsKeYgBQ5WFmPh6VKN5zEbPHpDjm4ig4isscK2kWGpdN9N60RvEj
hVLiiWuGqYVZaTcuyZUoKJsFbLTQCbfqInHL9VSrkgDNYYROoFee83cdQ7ZdxJxxHEV/7vvq2uGz
bXq3OhV9wCqLEOh2LuBIJbC8kJ4YTfbQ+NTGrr+xpDUPcmXuxpsI8cXliYgYFJwDiogeSi3ZO+bq
m0NJ1fZJ6QNtw9TKglxdJ8vQNHB04OOuj0Tg5j3zd5gCVC68TEnxndwQGy+Im7ReOHQyabkQuFwL
p7i2YpZxCkEC0SRP7PpQ2MN4NMMo+wwav3guQrM8x6LY6vet5ACyDyKb7CTAvJKujSLq7ahFnQiP
AYUYvbquK//u+CkNdOpjXT/HqZMwejfp/i/Vjucf9z1l5RvyJHO5MG1qwfZSCLiwRqjrMpPcDfD0
0S/D8q9MwGYa2mF1vG9KfqNFEHCBO4KVsQgBoIGuFzoWNbKMLQvlazrWsWEcT+yTlnb8uQCqw6Bk
Ak3zro717oNjDs3oVWWfBKf7v2J1ux28lReHVHORf/7q0RsWedEWkyY8MZUwXccpXBkM1szhWxXp
7mJX21X3iSS9PNhjbmwYX9ttPicCe7KTTYXr2rjU1owVu7S9vtUbr6nL4UlliPbE/EO8sdtrJ+a1
qYUvNz3A7ylroO3Pa7FX51HfafDcHe7v5poVh7KWQfWANHL5EI6GuTdyGjOe7cfTkwmn+bMe6+7+
P1ghh+B/lvScxVoiqG0aJ+WbuZk5PTdG/F2WrTYO/+pSXhmR3+6VYyCPYkNbOwokKgzzpFrjX4wQ
BBtfZS3COC7VI9q65EQv+iivjBgTGFNTYnuSob0Qv5nyS6oLVTGI2Yfol8nE/4bLrS3L5fnrcPmC
wlyeOj1mjrXOeZyBA46+UdtPLgMdrHwj3VvzbBesMwBaOoY3JXbkGiOopVLMRPb4RvCK3qHHqZxC
tdA3VnRritsTdLQs87iqufS5IDcylB/xuTwimZCI3kNG3YoZg+zPfb9btUS+QjOGdIyi0rVLMAE9
jlmiWF6kDxW8Sgrak1oF6VeVbzUPBH/VdXBkUQgggRXnEuJBeG0qNbQ5HrnJPUj8my8jZ20fzvBD
dZ2mn3zRRg8nztjDEoGQMaAb9Dezys7MVUowTlToQngMHwCyD+96EMEbPn/rgS+dLBWMEBADc9kX
sXlWZmlW4BpxCgNmxay0mxbq4f63WrXi6pSrQHepNyfLnku1bhit8OIgmSAvz/q3FVSnG42X2zuM
GoduEIR4NpMhLLI4eDGNRlZsPW02EKYJbXXfDkEPK300nNKhNyBtbphhrQf9adAoNt1f5JqX0Ir5
FzlBBU5uwqvwYbcKlVp7IEYxxL5nPMWFeKSr3vpwwnvOlPgbifvtZelyyBA7Eyp3iaMtLsuiziCD
0jXLsxCpUE/MmBcMoURB8qdG91qTCrbOR1B6/ruGrsNWTLkNltI6IDZgBha5+sK6hvS3g3oux89F
Kek5cUU9PI9DZWaeX4cWGjydK/5AR8JT7P4+rziTbLvbJEa0e/l/1/ucpI0wTF4eHnP6zsEVpX+A
pGCr/74SXjTOu01clsnIsspvxgmDF2loeQ1LxXHAcei5CY1F2+YbjrNmyqAlhAA1R0Nfyrv1YVGr
jCizoHiwy51dpPmzC/3QX+FUphsX6aotmeJRwZQIhsXLitkvHoJ1JrzQRyoiVZL0Eg1ceWU0bg2P
rJoCEAjsBjQxHnr9nXKllNjoEqLjWh0PBZIrO6jqbQ9W3XHDJdaOgiFsqj1AlhhuWwToGtqNRjdq
Mh1mBt/qATpcuh8Y+35wzC8mwnVP6EbNuwhhgI2Ys+aMVIvJBqhH8gZa7OeEIAUqeOTNsxlZR+jv
Mi8WarWxvjUrZMPAGykXW9i73sq0tLNootPhofU0HKuhcQ7DkGw1XFetuLQtXOpQgJYWNyqvCiQ9
Usvy0jqO3temmb1VtN746/Hja3F4qZ3Q2gLBfL2WwQlNk1BteoESMKKhDtEBLsF6IziuOB/Kl9Id
aB2T1C2CRN6VcgTQij3YMMI9L5hob4O8xQVgX31wQVxppB+CPMSiKm0sXIA2akR3uYk9t0j9nTuE
cCrDdnp43IppcsFpJDuE3oUVUnydC41xeIJS9TTYcFm6s5NsVLduto21yERUtlLBeC3HrIJGR+HD
nkKPxAvO3DH1299DFTjIYavNw41haYxJOR6dXNo3VZd+SBrGrABqVX5U/M46WWXvw3Grs3Nb4AIZ
wa7RD2T2lce0vLhfXcyFL3o3aZPIG2VV+EvlxNDm7qaomuKvigHR4SFTGJb/B/4FyDy1CZKevWu1
kEhVhRjHJ2v2VeUUM2saQcLsltX3+59Wji5e55dU+UgviR/cM/SCFs6qMi6aKg3OWo0w8mVGjAyt
Mdm1cXDtsdfqfVhZvfpl5kjBkFLCL/fXlKsRdSP4qaHHYwwZvZSNH3UTDWyJUyBdAnqGc2nSVV7t
WhXHbgZJYuQBnYXpvWurtN+Z6CtNnygYOuJT5DT979rPLO0bvLF99b20bBSd0aCzowuQzjg4okLO
hDfiTK591uyi3AKe32R8/EZ+mSFBDJRpltghpXJgr7HUyAvqNimOkR9okoipL+EbBLqRf0DY2oL+
jNpeD7Sf3TogO4a6+MZeyczy6oHA45pyLWEGmAO48EVMQx0lr+qsT7wiKVq4NJEpg7rO8P30B8KX
o/1ZG/ViQISWgeJQinAYVvqrKNTq7wrpxkQ73v89N5koP4dqLuFAgIUhfbn+dEmkKkaCApIHFwC0
u6GrQds5+9p7LQqmt20LJ899g7e+QvNW3rxkFLS+l4UqQB+dA+1w5rnQQ73PWi39jac/XM+QLWIm
1ABycUroji2WpYb0n8M0o3AKt6COPtW+hCb1dH8tL3nz4mPaoJxMOXhL0c9ZmCni2bTbXI09ckCq
iqmIIK6puj6b4C2Oaj14siC1dPZW6mvWmVJYmT5DyhL97vJyzt+PmW6gUeTAebIPbMbmwfKEXXbQ
WwP1N/hWTT79ANM/lEpGa9dbucLtmaDbyx4B6KD8ywv7epdgCveFVdaZF4kAhg4X0r1oB2eXBaWR
UzJrQhHV7o+KngbVkUEiXew1YzSVDZe4vUl4t4IsovNDKY8G//XPcCk9mxN5rddZU/001DB3ukil
MKi19RJZ8XbATLJjKqh1U8e/ttSq/RyD8U+8FDKAL0x7wuanZsmXRJ/EYe5yZcNBVpzd0ekJ8+ox
cfllIXpOUPqo5yDxYjUMP7STb81HEWtz+vgppjYku/aMfjKXtFgX/ec4GGIL0m1wJMdJFSLcwVgz
Xca4nX/2abJVlbz9ZHwqi9NF5iSfz3LhryK+gsqW7puQIVedlr4bjQl9i5SWQe427cPeQU+QuXLm
yWiw0zO4NjXoLk46x4XXQS5+FJNjMW9aWJJ9PM4fTQVBJoCuoPpgwM/JyO61rSqood6CxdGDmgNm
W9FBuWgx2Qitldi4CNZ28LUpeTZf7WCmKPNk1Qk7iBIW9FrDuLMHHdmzEdnc+2Hq1utZFXMTnHAS
dldfxPhx5LlQiLrwEkQa9hATvYFUrWbCEULnJIEd8765W6eX5qBKYASFHMpdOCMSJdRwqrLwUD6e
z3EDwp8XarORft5in+W3emVmETW6mZxiDPhW8K2Fh2aI/V8O3EuH2UTJNaUptzfI2IZdIOLpDUpQ
7c8hS52Nta59RfogPI6pMvCGWKx1SjQk46wRh5mj7n06gYKfFLV/qk2t3Djja6YA8MFGQdMB8Klx
7TBTWADUhGOIRyNiTwbSaVoNzLofHfd0/wOu+QugRd0FE0GmtJytrFRexRTNUm+uRLUrHT/Zp3Pz
RlGB9Kt++ee+tbV1gbbmBUH7GouLLXRbmkiizDIpvKcfYIzSntS8y57aHrWE+6bWPPO1qYXLJG1g
IysAOXfEyUbHGxhqdugR9xEbcWRtB4GxWuBtuW7EsnRiazVE504AC3g3BJ8pNNT/tNBzoOLbjGct
7sXGF5Nx6ToPMXkegbwDlkx7dbmHsxIHjHywh5DrFgcFmPyzjYTjh8ZVg/+R4s3vIZvu4fZprUeL
GrgICSQ3AJM4OjCra68cjSgeOwWvrN3OvhhjBOHIOGDoP3w6ybLC2CiYa/ru13bmXLFCC2YRbwob
FFtsHxwqXMAb+ygdYLmP5OaUSnn6ydGiayuQGVKAzWyssOaD0Vji88TJ/6RptUbpodHOWel00e5x
twR6RJZKDkTfenGyDWuymCQWKUokQChrGpnHmif05/tW1s4ZDQka/bzZSVYXa0sTE16AhLXBpt/8
soZ0TH+FAUClD1Tbo+Rw35r825Y7CXSXSpfJvA3R4nonOQFqFYVO6g1CT7/ASpE+Ja5Vn3wkZr7p
Wax79+1dH22HUrqEYoJQfgFywbx0bc8xs0Tgd845G5g3iBlIYujMdTe+1PUe/mtFQt8wY9I3WJbw
mDhElpny5TmKbPE2m1Tebq6SDt+jYfS/Pb4iUhEKvcRhBikWHl+Nqa52vbDPE5yKxwD+8zel4Wx5
/Nq+Eetl5ZVyFJXy632r0Lurcoi3z+iidACgh3wfl6a/cU1ee8O/+8aWUWPDG+j0LdbSGPoMMSiA
4CIafiJ68RGmoHJnqh0KM9W0xQ2wtibB/A6oT541jB9erymEtN+ag94563ChPXVFbBxLxdqCQaz5
AqM0HH+L1wvn99pK2esZ6u2Vc7Yte/wyWeXBsSnqDbDQ/3PfExapzr/bB+QI1hVmCFw6DdemGE4P
RMEQxtn026bcGSpSjQfX6drn3EJ760BdYPhe9HqJ4rcG8f+pCNoGiSMxhM5Dcfj//xQXUCZQAX7R
Evs8QKTbIm3rnENF0Y6BG0x7U8ClfX/Fa3v7MjBJrCccL3FmTR1CTRsJFtzHSAmIoUVOBlC+PQ/x
831Ta67p0Llh2MRgjn5ZF4p9RItLI3fPOeWVL3Ik/Kz3Zvct4fftYNJzP963J7/V/wXGfzeQBhyj
9NQMGA1dPGc6fUIzECzpefJBuO4EMhhPxQwVaREW7V+JqDLUH8rWu291bUPxG3Jycn3ykUV4BFVZ
aOM4OGcEr7MjujLK24Gx46MD7+O3+6bWTh+FWscGjKQDlF8scPCRpQp9Tt/cD2TfWov47VxuUVas
WaEvQCEdzDW56uJIVFGA8HiNH2pjMyAMlIRQEcXFhh+uOYdLxJLnjvfTEn8XpEkVlNlIdOzx9iGP
eiQrivztaKv5UxDk5f/u793aZ4J0mv4UoYsa5eLWLPXKheKIg44woPY0Qer5eVJb8ywY4zjdN/Xy
HRaOSMJGLgCohALQcmYuZGaohEfSPRsWowQHfk76AaFqQwOAMZgtgnF2l72r60KjPqkYBYT7VTUr
u6BQ4g+6Whpf217k2pspSdLPaHSmXwPTmr6X5G/fc7+YPphoxv6AJT0GJ94o3yRNjSSGCZF+dIfS
g/jUGp9MlO8yaLFH2KqgxJrtI2dB+24iq6seGidunaOIMvRHtSQzf97fgpda43ILOPEaZCSwjhFf
r+OqDXB07nzNPyOn4aBSk6ajCh9qjRLviZKKpUWQ3bpj8MvRU2H8DGFnhCO1gC1+J0il/bPaUjTi
DhvM/NOQDqLaq3ATPGkIq8dHUedzefKbBhGEXG2b8IOZKuk/99dw6zGwL1mITJB7yx7t4v6uVTup
mi4oUOsS0ecBoeudAxr9MiRJu3EYZIxY7hY9OAn85fVJI+Z6t+gp5UkMS+x51KWaTqcH2q6nbvFU
F5MU1o4G57njBX5kKtEPNjKv2/POjDNoIZqBnHny82vjqmKCDClH9+wUEUS3sVSdzd3H8xTyE8CT
DlBKqvNLcG+SWPVYj0ZyGZNxduV8pQ3ttN612SFGk/5DZXbpFihu5QvCQkBLh4o4T8ZltmLbGSDi
MUgvOXoee9HkzIQh8rRDXvYxGgh590DQSBiTI1QUEZbFflWBr0sd9OwSmwjToZzRHFt0Pp+dYjQO
BWDJjQN2+9FM6EGYNn4BylGJv/5oaOKYbjPJ7UzH/hhOdFOoeG2lJLdB2mR0w2b8jENAJ2PhGoU2
qclUhOnFSiKka2vTm9LI348ZguHOuMV/t2YNxVKGFZgfAMuyuHgG8uTC1Yv00iOJeajUOj7pOazY
uVb9FBkvnPvn27xu+L18M5MtlKQFAE4phF7vYTKC0quigUEzo9Vjr3eCuTkqdCWaJ990svgi+b3K
N6MZ0iUY5wKVu4HXqykpls1fDUwIKKirRZMexQzv7w5wZP1u6P26PJZJPPxdqAagFaQo0UUd3GzM
/p5IFOqDM3TNLxMSaSrJWmd/tjRupkM2Fm70JZxTZ/5AEoPgV4WUvHpEvi1QjwVSXJ86JJbh+Rwm
Hbnckei0N6px/kN/I0ORs2+dD0Kx7RHdgar/3FH573cWT7fYE8UEE/bG9rE71zFLvtJ4dZCpWzBx
yMP3qso6KqE+m51AhNYRIc2LuT9kBRT+962sHGHuUarhMjenzbi4trVKDcvOqvJLoFjWZ10Zna/+
4KN4YUbjhqmVI2VJAB5t0JecRP75qwXp7khQqrr8oga6tSsQEzxarTpvRNvVBZESMFrEjAONrWsr
EYzpsHz2+WWaHPvE5EUEa5GpnDJkkDYWtGYKnCkHmP6TfFVcm1IUemZ9V+eXMPJnT9Fs5WzaCKaX
DLttmFrbOxALQBclNyzAhWtTYe5mSqgY+aWI6+5UC8c/mYxyHh53htdWFs5QlUMRF9mYXxTdH//u
hh5Zyd7WvBFKs434urZ3gncEyDpJIHTzrI7yRoWAHmdo2k/NFHdHt0VvG+xCsPGAX9u612nGIqlP
xmSYwpk0Iwj05EwvL9qnruI+VEx8iXVyXAogGAkGIU+u95VzB0aoVoqWFBcDwqwdb02pwRY9BhD/
1woGKO4yxARH8yKPqfo+Fj1qF5c0Ff5RgfL5WLf5FtRn5dvIwQCogZld5OUl75FXa6FkEEZVruUX
RM80dLuV4Slz6k+opqQbxeaVb4MlwbtOgwyRJ9G1pVBqbrSdw2EFtBChOKgFzzCtOxsfZ31B/2dm
4QJ+CB+71aj5hUrlHy229SceATDpG4l1fPgE4cs8ghw6KpL94npBgMYZHeuU/BJ3kEcG84zuT2wE
1gfgQfHWfOPKsqiX88gj0uHhSzIIEGFoYNWivOhO2ntRlLunoqzSH1D46BtRVV7Vi8vIhvyN/IvL
CO+TH/KVS9hN4MZuFVYXyuMwOqJt+b5lrPtc0Uba61lkXVKnNrcSiBWj3HxEVxIkMPSL/AFCUztw
+ra6GBPa5qdWBH53CBu3/+v+R5NhbbE4hq7IjCRZpSyJXS8OGVFTryeR8/IYP4xNdRa1+ispC3TP
4jdxgSJLMDELrTpf79td8X5Kv/iLHCeXc5DXdh309sbYbxg6dK3sWzV10QcjSvMNl3ypwV8vjzxC
inyD3aOluQTeRmIe0pATfYmmqNXR/0F8ZF8yAjxSW8zL2nNUP+4+DqURmm87mmfDrjX7oN273DXj
pQCrFr7TZ/CHb9pMH923eR/0qPnoXVS8nX1dQVx6nBHPdvuu/woIrPrtunEcvCnMOcjOgiKt7Rmd
PzOVnFklaQwANOPoVpXOkR/oUZ7VHJbBvTo0PIuGTvV/hoOZiZ3qTMH/7H60051W9vDbAhyeP+pW
lvanOTWVT+CJTXTDmjj6x0U5uD8IP9a/ayXAJBR/BtE93f9ityeOrZQUIpQfIPFdYnNgCRzAMaTF
ZUIKCF1nyTpmhckpSczHeBNkqL82tThxYTrXbWRGxSU07OTY9n57RHJee/iIYYWiNq1ZsJ1Uo65d
sIKcvIWaije4HyieFhvGviyF/x+sUNXm5oLq3SCXvbbSmV0YiTCrCBLTbD/1RshsG4KjYgsEKf+i
pasT9hgEg0ocLOQigRlxNd+qcXU/qVBjdcbmUI0DskmmUnfPOZJaWyC0NY8gAsOm5PDBaBJcL42Z
sKhvefRezLB1/lh2XH01mO5TEc8yt7bxBWB3szyb7AK2fJ7ASwyQ7YYJfAJ1demHCoVudF6a8uPo
lOF04vlUf+80vys/OxNk8FSkhJYfmhbRHc/ynehbFWWlugNmoeYHJ69id4cK0Twi/16HP9IGieU9
SkKdg5RPp8M2rbgWAvHtnA6fhdmn9q7tW0RMwnmY013X5pP7icCdTJ4ZRZW+h/2+1T2Lmhik06jd
mF4bCORuC4JodxgAjSnw+0h1NKuL9OKQZw7RfedQoeieVXuck4Oeh3Hy8NUP1Ee2JuWoG/xhC49g
E4AbWzPfJ4rKI0VK5Zi4cbLjous3kpkV54NiCOQytR66KsuXR4H+p2ghR73UUz+eoU4onurGQBsX
6hpvToPow8PBiIYoMBIwoRIaszi7dqCH9A7H6mLFefL3PCkCceGgrAOojSKlfjiNtlgaqTrFLCKg
ubAWVU4rGJ+oLqo6ozGI0wM197UNK7d5BlZAnAGwlDPdy1qZS6GlTkilLyPNmk84afE16arhQJRC
qtgI5rd16Kb/e3wjeWczpk5/j+LI4h42hjnRogijVsqIaq8iJ53Uzh+ok+bDf7CEG5LP4CRw9F1H
i9ytRr/onOoSAKiLn5W4rqz3UebPxdGMuFo2nP82wXjpl/O9oD6mWL5IoKhXMYKgK9VFyv4eDb+u
3mvQ1/yHbyYJ5fhgJFC3k/6xGfswX9UXt1Jn67fla8awS6HqS3cxbObuBS4p0wGKCYXGRlp6m7kx
MET+hPdLVqVlwybRZtG0g11foHHKfybcz2OwA6WdInAbFFoita9b/w0o72RGXc5WEEVL4LPe+Bkr
lwA/Q9L6056ilrfY51rXEOtr0vpiaYV5KlF2/egPZvXemqMtNuG1T0qDhacf9Q0axYtj2EZFiQzj
WF+qxO19L4CWUJxGP6uK431XXYtm4IMlMgGkJPCOa1etOw00h2XxVaMweROkSpvsg6qv3rj6NH8V
yE1tkPWtGISaW3LmcPplQ//aIILnM8jGprqgvtXsIyP62w1zpEkDRDrKRGywOax8MoI0lWSa7Kxv
WU+2/GAAcsG9UChG9TFMqu4YNY3zsTPHraRx5ZPJ+4BmH5h5LMqFv3o7lXFmTPpAeEkGBBtR52bi
JO/Nx7+XoTG8yzgQjgFY8tpKlkbaQF+R24db/C9qHcj4kKDr76xhFF9KdehP9x1ElpwWychrg8vu
8wwmwmWuv7qg4J6Si4QfizT9ax7z91OUvwWt/E/lWhsd6LWt5CnDS4auA0n4YpFdlLOF8Cxf6llh
YGSaZjfbu6GlPV4CIZgQMSHhgDSK4Ha9m5rhR3nL++dSu0WJbHir7BD/g6xtQnL1/j6uXHmYgjlI
zipywy78XokmpfaRC7wwzEUv3VGH6eL6SfSMBEryZor19pip/hYEZM0qL09qFcBnGOZYOKXtW9Al
jOjewjIWPHXgw06BObSnTje7i9k31ZMYsq2MZd0oHRz6fqDhluWeIUsC10z9+pLT4Xiuq7nf6Z1v
PncMUR4iCOj2abHZOVrMHb28pKiY0ROjmm7ISZHFt5yMWBN60Vz6uaqAcSlJ+eyw1R9REkGuQRRN
frZEmh9qFSXHHUM/ycUIDeVAWaPaAsytxB3AEyi/Uo0yQZdJD38VDOJA0TJqAvyYXADUqMZDC9p/
H7RusRHhVjbbhFuIriPwJaQcFsv2+zmth0FrLkMzpL8iQw1+MkyJHHmoxR9cQ6lJQorHWENf9pq+
GR1WqR7HG3ZRSjGrnkzDLNqLYs7JuznP7TfMheTe/SOzmHWTZigjCEu2Oh34jpdr090hI4Kyi6Iq
62MGRek+DWsE0q1WOUG5EjP+ns4HFJrbNzQopwOjZ9NBhxzz1EJbzwReXj6mXUSwgz0PUg32mlY2
5cxFiZ7B/0HErd2dkcgeSbbK/Dme3fBsDfOWnNAiDEpTDBTyWmeKWT7aF6aiEjoSp47GcxGWCiNC
cNvyX28hc9esMNNEY4NYy/N9EZhShNsMdOfHs2qkKJFaan0i9dmC3C+RDCyGxBSnof1JlxD1p+sT
oftF0tZRNJ+NhirwJXXLsPaGerKJhU2EUq+uNU3xVEK2lEGAMYy/IqUR/XfD6WHSDmjh/RFpPOcf
cyOcQ1Slo1b8SKy+NY6GmduXvEcN95joSVAfm0C1q9/3nXFxouXvZwWSD5JxNOMGjEI/1dHKyZrO
EIhS+U/CMuA3dKCyIAHecPwXqpRXl640xpkGuse1hOcvZXxcKqGm2sbGuRRa0QVUyOq0v0zBUOAH
9PnFOUNKL36CWZEacIpgZ31Cxkit9poeF8hgw+n/p+Eyar8MWcmkZ6AmfYLUUR7qb0x0hz0Xxnd7
l2hK97WFcgR+oiEVtb7L2tIxjk3U1snXXpuV6mCijaudjDBxBLYnxlwe3Fhe03KYlfoU4M4bBFMJ
5UhLLZ1qR4+srNF17a61xx/NrHcbudPNJ+T5QFEPHQsqOLQ85J+/CspZa4GOyfTmQumo4gZWf5pV
Taso2KL1XMRk+fmgEJIVB2put9z6qBNHKPck5hkVSeTMuzRuD7OiBvtU962PvRFlvwurVh7dSKxy
sKiAGCyPl+D18oYu6u3/x9mZ7bhtLW37ighwHk5JqalutdtD24ntE8JJvDnPM6/+f1Z77/+zKEKE
4uQgQJCUFtdUq+odpErVzrzAFNOFZG35Syr2it4me9fO9akhjgyA2uByMc9YM+IMrW2dFHLhOUC9
glM5Wg5one0R31ePBT4k5z8IbY4LFgf74XJIRm6oOJjhVzknRfGoD1H4qmW6/c6IleVUq/meHuJW
PACdgrvMFmcxXsaLM2dCyKs0QE+j5AxsqXxSzDh51Hp41XbRtK+31/4quX4bn/3m+AThjVWzSnSD
DiHe0Kjwn8b7/FsTLONDRbvqEWJyhUvworzQn18e2l7K3NuR1+nSr9DIIyCaDk0OMOTlUNtStXPJ
GoxzLcWNy7aMkBedfqJoPTyOcZQ/N4oRH2AioiAVOMUhmB2oPKhhnW7/kKtNyRQ7ot+NzrUsJAEu
f0dXpBmm4qF5DtLMfKDwMHn4G4UHqSr3WsSrMsLbkCFvon7HcUNtdbX/B7gmJQbqxrkhY8PBHWWg
OC8xVR5L+aQ2/bnvCTx3Ob7fURnuVGk25pr2J9LMQuoaCbzVbZ7jGpEZnWqc+3IxvTpWB58txIc1
ks61lyo6Ct0+T037PQXeNTpbDPwi9GqZ9VXTmlIdmeemrsdjp8zR0cLj+r2uVtbDAsLeC5j2p2Es
eq+t+9DXwzuBVm8/gTMeOSOAXdgwrqZZb/sorexEOJjm5kOtYG0etfWem83Gqqb5hQAwtwnKKXT7
LldTQEJfGjhKnWvFnKyHARns1uvqHhnQIUYhDGuHPKpctY2V93pbD9Nh6OiceY1j5Z23mLmzh6a+
nnaUJOmJmOJ9SeNg9YsytS3Bo2vyuY2q88LVOj1prfWO/LkAwGq8YPG4R/m7PpspRAhOF98Z4MXa
2gWM9QzDUecj5EZ2lORIceWo2ZOpud5NHJEkqAJuSY9iXZde0qymtRdo57k3Rq+v+uGxpU55KLIg
fCgBRHuBslQ/ptKmIB8N+uPtc2NjkOJ+FXgmJAGvKYDzQukqzvVzqZSG21ZO/GwBaDj+iyg0wgVF
jvb0Gh+IH3LeZNKon8m75Se+evoZ1S/r/e0ob7iey3yPi5tnq7jnKFGvK4uVXgXKUFTWWS6dbDjX
caqEsYs6eG8dSSXa4kWVqtZ41ydzF76bE9OZXB17yZ/2YiXBh7aqelxF5kRPsbFEQbxbIk+Xp/Jn
MWuqfJJ0WLCGmzeB9TkCAzx7g1HEX2PZjpaH2jBqMKQw5GTrQ61k7ejGM4Unzw7r5G9Ziwb1Ubf6
DtEZCQWRPcL7xjxyIoOugjYnngers8mIgNdNYaKfp9ouXnDPkd2httJvt7/wdUbGDUbHhkYK1jxs
xMtzgVKqXkU681iEwfSap0v3Gtpd/GANtXak8Tw8NFK+JwmzsfXxPRL4Ul5WHO+roLoaWq26zNa5
UrrqpJq59FAumnYir9A9PXLiY4MmiRd1dbonv73xVemMcqHSEaMmub7d1ayMcxzUrXNbOMMhAil+
SPs8825/1e0o3Gc4SFLcXx80csc6BYtunadhzo50pvQnszT3StRvnLXV7qCYRG5L2V0wzVbVhlhp
pEqJYIAlloM6iiSBxxyV0q+mpn2ozST9tqSy9mEa5fjVYWp/cNdFh6Fphx8xL9mdftzGUhJPZWrz
FOepK6/fy3UWpWkrWecYyOoTXZF3bVofRzvOoMUE04sjacnD7e98nSNRzxJu4wJ6BpJklbiEIY4p
1mDZ56GQgndd7+jHeNRbzIMmeScvvJ5SZpPnEbNJRRT9rMuNEvdGWJMLSucMxIPpzj3egofcMhN1
p416PSam0wQPA7WJXb9OCBQ7mGiOtdJZaqbpW85bP3WtulG/BKMT7Zzi1xtRLB0uCtG5opC02oj0
6OQCfSliBQlSBnI26AWubnZZHwBCRegf603ceoPuzJrXtImq7zQ9rr+qsCeiEfHmDQ0K6PKrOuWy
tKFShM8V3rFuRUX9ME17yktbX5RNgho3MFXkQ1YpFvLRXaeHY/hstZXp5ui+fIYOunhFH5k749kM
xfXLiJBNpJp9OR5FYc5Kuw2fyzJXT40yZw91lxtPZRQqO9ttMxSaV2RPKG7yDLwMpUFg5EnUhc9K
X3xsYr06UUr+slhZvVNI3ZojfAredF4BJq2viMrpkihsnfC5a2XpHUIs+Q8l0vd8J69PD+46odyB
oIwOiGg1SX0QT2k1NPkz3q7GKW/64mvTtfVflWO0L1Mbdh/qxQh3put6aEJ2heMKVBPclDU1PZ/L
pkjNGLiiDZYJxhD/CMvO+uv2MbURBsol20sI2CK6t1oVEzwHbu6ueo7Klr5GpscvPVeyf38UCsPc
B+wj8nzxhX+r4kSkOElQg44Jsr7zKqCYXpYreySKq2UnakUUKiG5cWRQh76MImHTBqFHap/VdAi8
zOTuDJUsPRjjvchlwXdHbwprOLid8FXXhwM4uKZKAeSdu6HrXrXFqL4PlXYnsOMtCuk6IghUbdCF
Xu0j3r7DzIvfOethPL4WS2k+LKga72SyV0uAsYDMssk9BMNyrZjcktBwDtmMZcJuYKiiEGE/a08V
6npyeEhTd+IPvS3wqpeTU6hz48w1VKsyokZ/jBczRbDb0caDWqHrfnu9bQWjc0YvRyMWx/hlMFOX
lLHVAueMBHlkPha2OlFJxXclcFWYuV9vRxN75CLXwXSALJVPyEYSWoKX0SppwYEHMMPZ0GvTNbM2
dUsjOkpT/jWai/FwfzThyIa0yVu3dbWXpgHHlCBcgjNIFvX7VE1o7qaV9NjxsgtdIzTubF+zCgW3
nto29Q9aGuuHjtz3siMB4XzWQDQd6qzpjr1RzO2DJXVV4ZNPKve+E6kDkGYA1IKFQDV9dSjFWWh0
YxeUKMMOxs8gjaQPDXXg19sf8nrdiz0Fb5lzFjLUW13it0Mpg22r0Iqqn/NAUz87VVD/Cb2oPv2b
KKRmnBSCTrEaSwEJyQxRLnp2YNsfi9CiQFePe35DV1cU9WEmR9RPeLeQOV0uwTrLs2I0u/7ZKRbr
fSrH9XFAQ+ZJS/rRS81xPmaVcifAkoXBK5DmONkLihIwHy6DZnpjSH0/9c+RhT2sUqbJQW763GXR
dzuL/iobXIVajQ91KUtr6Ak/I4CzvGpmoh/mSKC/FS0+xNmUfnDmKHtMpXRPn/z6JcMxL3o6PAl5
m1GDvBzl0k9GIc9q/zwNbfSYRqDrdDMrD72dht4YWL03tItbtoHl1600KG4BH6iF7wtm0s1s/KVu
L6jrs42EkW4WeQi2POCALn8PH6FamqkfnxV7NB7BbkrvrdgujlNW5Dv5/saqElqHAn4sVO7t1Ts/
rqRa6/Roeh7aJPPhSppu1g2jq0yYKBmwsY9DHWk7G2YzKALagqmO+++aWkBvYcyQMZuel7IsnkJg
Yg9ppQ/PFPrrD9aSN38ldrLXhxEjuTzCgT3g3MSdQd3vCgjEQybMmzIdns0Id7X3SV0YbleOP4PY
iU5LWMxeFpqz2wMYUvzBQJ5xZ4FvzCrJJY8r2Goo7q27GEYZD23VhePzYAT9w2TN8aEeQl45fTjt
nK7XBVd2PrKBvGyQLOS0WB1Jg0NtYZq18TmawrZwixCZbDfs4+yjkgp1Gy2Zgh8Fo1zcXlEj6ZB1
ej7DsqypMAVNEu65317ubiwCuVrgYfP8EbpgNBYvl7SS97nUhCwxbFPl/LUm+a3+lBKYCm6UNUvu
5oO06I/tsBTRj65Kqj2c5OVV8N8fQHYvVCyQwF13xtAdBNE095lf2rP5JCdt9aIX5X1qQr+i0I+m
RUV7mGtndV6GnE4wK5fcx8Dnh77M+cOgSXfbtvItqZaBegfLAjF7tWd5e3GtlirCZ1WqVZ4W2OoT
+Mhgr8JzuWD/NxjRFxCSjez9yzkrNZSMIzxM/VRuM29SZ/WcxqrjtnGd7izYrdlB1JBnkJBFpQl8
GQotWcmK2jH3Qy4BkKtlOfVeHYZluHP0bAbC95BUR3Rj196AMN4qW08Qs2rLGg5fWITvykgaPt4+
wLeiwM0HHAL4V9QYL4fDsyKb8XVE3GyoZq9DWOih0Kw9y5DNKIKngvYpB5qzWgc0LttCkxFvi4c8
ejFCLGlxwBvHdifVvkx+f60DFJgUBJFIoq4Q2vQTJCWR5MJH4L495DI4o0OsU7n1wqlCMHTWsaXw
7v+CoFB5sJCZMrjVF6QJZI9phUhjK6myN/XxeEzj9D6O26+R8b+nugAiHG3E1TE5GTGSB6jF+vKA
pLKkotg5FsqezcPqNP5vGJ4OpG7YmoMFuFwOi5aWIwSNwm+s/nm28tmTdAffufFVDbvPUtee+0F/
KjXjtMxz6jUa9JB/8TkFThv5OSqka5hP0k6tlgPT8TUt746A02pWpVTtbK6tAwOVScpCFvowXDuX
48wXm3dElhV+xoAfqr5qX0iE62NpJntmjFtrn60FPErcpVfcVUOdEjBBTeEnI1W1vjEtd4rCu10z
OGlFxZXGKMREbrDLATVqPyfzULPy29Q2vAhgavdShnMfnKXZKH7eP0k65Q2ubZ60V7nYnMopkuYF
+qfwPN1qiJvnqtBm/3aUzUn6vyjrqhNExapVdFRWa72EyKeo0zEzJgREyIJ3NvFlnvdr3VNNA+gN
OwDtl9W61/ICjW09K30VHvtLHtfd5JZWENAXDGw0CGztlW2x5wmyFVXojIn6ENnzeq1n6IYscSoV
fqUpOeS9qUvaz+WQgZtfcuf7TI7WuFMvK/W/OPVBmfNE452GCZFYs7+9NgmTSkwa85cApo1xIwJk
RCK5R3jYWvs0HGgREkVgPS/jwENbusnCWbyp4xmYZdge8azudyZv89TiuAAYwE6m9rHazfQHUsnS
htKXklz50OtpcQxyrfZqpzU/SzkCblM8yo9ZJY3f9AiuerkMs9/Z6HbdXrGbE/rbD1kvIxhJWJWi
GZ3Pw9cwHHNXcqRPqdT82aVj5U7x9MftgFsfmL4ATWzqmKKadfmBOQyGhAVU+noF4HxEK8E12nrP
gHQzCrVz8kTkXsl9LqMEcVSblcI6Bdk6YTuefpMzGmm3h7K120WB/n9BVmvSxMPQTIqw9A01Do6j
PsMeQ6301FhKvYOk2RwP1E+qE1x0Vw8s7HHj2FQ4WDRTcr6gspy6mhokP28PaIU+/nWoCIbp/8KI
1fLbLgv1OqgUREb8oR9/QEHyKP29OnL83ZLbYy2JRkH/Ppo6N1C7l4ziYyH9pzT35Gs3v6tIhmhf
cz2srzpTmlVTUkryk3kMUF0bykdlSKunfujMne8qlvf/PVx/DZgeGesRRU/RjL8csNyXBuomcu5n
WvcfWRskN5GHR6WY/kjqKNnZa5vBgA9SxoegQMPxMhjwHLuIGjDjlIfbxHWmUqofR8laCm9IAEed
kpS87F/kDeSXuNXC6ka2YZXsWc1gd001C3nlZfEse1K9Np/DYzjK485+2Fqk4jaXYYuJ1vXq7Iy6
jFo0jR4/n6oWc+6l7BvPsIoxeri9TrcWCBVckW0BWaRkfPkhZxNv9QxuqD+RM3xs9VE7Zl1ZerM2
39dD+LVAhGsg5D9ha7o+qIPaAuQPvN7vOit0tSKUHowlM3YqRVsD4m6jPQZFDEH91Qse5mc3TGpb
+OlAwjxMU+TF6O8c21y6T0Xo14Ag10GuxXkFQOBqkpJy7rJyofCM7Hyhu2GNLawXDjWiueqkQ5W+
PVUba4KPJhSOwQGKD3k5VXIKLkGz+8LX04Azf1Znzx71ZeeJu/H9eBFCl8R4FhmmdRtOGZfRsnG9
wtLBdGJ42GNZPQJl1VRPbqZ0byOLH706NUADgcwAwkORYN0fmYbIyONlSMAaQx98h+a9HbpRmDaV
Z9aBlr2UlWNmpzq1zOakIdLS7uy0rfFSpRA9E4HqXJeOQ6Ofo0TVEl/O5/5D18zTYyxZ9kkl87r/
vuYhwJKkQE5Jcd17LJRJAohFcak2lDx6pLJX/snZEe2Zt24MCeaHYPmB5Raqr5cLZTTaHM69kvnd
jP+0hcC9bzem5iVhmN7/YCMUr1+2Gv5ia6RQpsxmFmd6hvqTwYiGKT+BlrpP0ehtoxmsRxI8EmUg
LKs9natmqU8NUZKsyr0h1QwPF8e9yv7G/iIKGStlZvbZWpBa76dGWJwQBXfDv7FWzz0jDaz/3N7F
W5PjYNLEu0k0H9fXZNKbvdxJiKEHuZO8YkBja24GfPgxk+ZwJ9MXt+Bqc731uAXpGH+WtRTETD7X
j2OcUSdu6asXDW/ckpl8QIY1OHYKT0MEKdEdvnuI4B2RERfK+dCQV+fiSLNQduIUf4UsGb0WuWqv
0BDerrRprwW5Aie/LQ1TRBLFTOEPIBKF39KsWkM3fEiCjEeG8pekRLg7VeaPoWi+2mNuuQuipy+K
p+9cMhtLhfIsqld8VQ5/dZXrOH0dJ/08UZ4rBjDQpqQeTa2x7s+o6KW9tXRRtmRhXo7NiXpq1UOT
+bG1pK68lPAOneUxHimgaXnwL/ayKQrCtJZQNgZ3fBnO6q0BgIua+nJklx+s3EQ1J6fUdp/E368p
473y5l+FYOe66jhiQGbrbYkJAXKKqI9G5SP+S3uK0FtT9HuUVdVRkvUpxBA18+Wq1E52EKRnzUzH
u2A//x0LtbI37z4hoHT5zfKorfLWKDhqKyEI0c6VGxt9e7h/Q4mK3P+irG7+wZz46UrGmdEHg2fG
pekl05gf1RCd2tuhrj8bR4UQ/+fqF6Xn1d0xzEUsW4gBo9E6UbkPa+uPQpvsv++PgpgpHQ6RB2pr
LlU1dFE4j63qhzlLIFm0FqByvHcObRwOgFjxqIZ0SWuAUsTl7BRNP6ajFCt+iKhEIc0fIPA+zF3T
ubFc+amavLP09NSauY8bond7iOLguTx7AbGgVCD6aBwQa4MIKYxKHEolzc8k2+of0k5L/9ByKdY9
7M6KpwCa817zamPuhHUkRU2hpU9553K4kLJ5foWEtNG5PuV5Oh3zJep2EsS3e/ByZNSsLBaJoN5Q
kV6tedtJwt5R49p36gQTRkdkZTQl+zb1ozAvooNh4pXlT8iMJX6X9D28vLRHmtUYtSxxxyqUZigF
U9Y9lZmiSadoKFPZ1Ts1bU46Oowh+FQIYm5spUNzThBd+REjwfyfQZmr/BBKE/89KldB65L/NrMX
NUUUuTmli9TLAzVrH5wiadJjW2rp35WBs+YOTkm5vljpwgsRCsSCMIhZVwx7Uree8h2lHrp1YLCB
LYePUg1W5BGtrDA8pPgvjl69jPH7TqvKzhvHZfkcpOAyDqQFIeaLypglh0Qr0u4Aa6bXoNxloXIO
htKKUcuj3b2zIq8zD/GjUdEWEiSAPMXy+e2q1CVE6sLAoaI6y0C7ozF2i2GIHmSlT3dCXa9EQdmh
3MBY6MqtS39Gh09o0Wmlb2l1dcBPofeaIW927sftKPQq6JijH7xu/GXlKAHilkrfzLrKB6bQvUQB
8lW3N/JmFPCPPPPAmHBvXX42Zxh4zMV26Wdh7jzPNLEfMATaEzbZnBwY1NRqwHcyR5dRtKSSHfQq
Sr9IqViCN4g8esyLm1PjO9we0ObiRWWNA57nDu2Hy1CZXRd1v5SVH3dZ826YZOW1bdBWDY1x9hsl
0Lw4boudVFT8T1eHhnBREt0r7hX0Yi6DVnk9qxgPVf4wTuqryeV8grAdvuRW6LihLLUPfUkP0rEk
43R7uBsFYp7M4ggGYwCMa11oRwuklQJ84X01wJjilLYlcBna39RSxq5uv+pGYHzLI3bMaRxgJXhz
FiTmcVrkGmsHWhDm8fYvur4a+EECIwyXmFbbOj/udCuaFI0VBRA6gzTtBNjJKkX3hUJZ9jBWuzrl
ewFXmZ2sRAG8bxYXavof+6Ew3ofBOHySjXR+CYM9geDNaMJhENAcT/q14mgFS7lpeoYXpchz4Vbb
f9Tlwvw8yP0xyMb7lHNECsbXJI8UGG/eb1eQjQUqUxFxrNlDGfzZdsDMxjQe/r49Z1v7k6QIqhi8
Bq7X1fqVk1mzA5ljRqFLeASGLb2mk9a+Q3Q0/Ho71Nb3Q3ddJuFD35EH6eVWCeJKtzrJJlRTjf84
jV2cpEgGDGM7tm9PYb7jNLg1NHp5JpbtMLHZnpfxnBr35zqsYcTkZvauCizVK7JSOypyYuzkDltD
E9gaiqckZTANLkNJcTBIhk3tPaKr0WNluDiT3+cWhLTKGazwSS4lJ9m5rbcOcOrRpCvCGBVU9mXQ
KJDUtIOv6+fa0LZuk1tNdR5leS4+3z9xJBmCbQ5KDRT7ZSApn8e5T/PKt6UgB+sYhp+NSM4Okmyq
R0nJlp2BbX1NCDBc5xCKrnUekmWpg0FlozXUUr2cLlHtFYpZHnIc/56QaJjvk84Ue43bnHUJ3tem
7LMWBIrmZZqdQizNomsRO3LAYum4/Zrzlx4b7p0s4np8TBaNWRYnuE7zqq091VGnjW3tD4taoCTY
TMZhcGbrH0NK7S9TIpkfbk/g9U4goGhYglIRQPfVzquCsuJLJo2vtZJ+1Fu5/dRWeAVEYzh8uR1q
a2yIcwqGLW1n1JUu14qptTpHslH5Feio1yCbutQNAhmFWJUb8dFKk2ZPe+Z6Hwj2Eh0FUejEE0aM
/rf8r24WCzQuk2dKaXw0Jj09IMmr7aRLW9+Quha1OthZFAVXUcjkZQtQX4XqnKkNvjRO84+8luzl
EGhasjNhW0OC+sANIOwFaaNfDqkQIr8D3U8/KgIL5n85HRonje7OM4F6/RZF/IrfPpxlRkOTSGXt
a10XHQo91g7JlO5pKlynZURBVoMpUkExr/fWpKMDiNQuq12rk8d0VpU/eyXWj6PRlB9nlMxGQD/B
tHOGbH5BVGnohSpAINZAM/i8lixlRe2HKGnXrjIYZu/B4uN0vr3gt9YFRgv/P9Dq6C+1UEv1Lq/9
vAuyp7I1pCPKc8MfTqfvSZ5f55p8SV4EZFiwLtQ1Yc9C1dYwBrPyjVmJ8mOZVoo3Ka1+KBSJ3oxu
9/ZDn+mpbw35niDF5iwCf+fxz990UC7Xionk6ayFSe0XsfGYa/LPsJISd5o7v8ZJJQ7HH7c/6+b8
/RZvtQP63nKWuCaeGVT9AU3d2U3VINo5iTejUFeAPCDYOeubbShK/rKYvGFoCo86cg+CT9vTmd5a
IqAYmDCwUoKgdfntrHhRtQw2u18UfXiiW8hRFSrDa0Nd7PX+z/Z7qNUp1eP3NecmS6TPw8TAwQUL
Li+v9eDzv4iD9hbZMBkW6NTLISlGY4Fj6ms/42H+DYBlanrSGETq8XacreuE1EMYiYvWtL0quUv9
NCS5zhEll/X8t9TPGbU7hLRd2awtX2pmbe+42posMgq6TKgRIoi/uitDBXA8FpE1xaY4OmlFY5z0
MpzOaqsan+4eHB13OI+c86JqvBqcFQcatsxT45d61RmuIg/tc9UrS3Kgz9z9XZco4dy/4NF6gm1h
60KUc43r7OU4o0cEbi/PJ/NHMU/IaNm6BI/i9tA2SpSkUyD2RM7IU2j9GLfgNGW6PhW+lPbOJwW1
rWNjx/VZl+vgGayB/Ufa1smDPpm2D+zO+cOYJZyMbv+KjbmkFMDbmAoH76j14ybUtBl8K7BLNNIc
N+ql8mEewih2pcCa7n5tMOD/i2WtJrMIzMQqY4UvO2qSNzupSR7Zld7SGPfZFr1lq+IJRedEoI4B
m19uPq3IWyuN2hK/LOqhjdG1j2oYB1+CqEp2RrVxQAo6KW1szkdS8lXqr5VLny3JXPrIltekcEH5
aaqc6O5uA/zO36KsLhfo9bMV5z0VvD4xT5NVTl8LabB3ttvmWFiLtIJA7UMnvPxs02Klmo7jmI9q
wOjWdqAd4fGPOztsa+XD5QNMw6JHqHHNrsHQmOaJyqLTh/7zbEjNR5XmLr2HyO3N8aluxodRkSZX
MSVv0Zo9t7+NURIerBJpPsj09WXTtHkzdy3rUMqGuHXjanQOetZX9c44N05mMjrIFuJNgTTC6pwc
u7ky4bpT2LPVyHdQEz5mrWy7IMe1x6DJ7jcSR1KHJwzymnxT0v3L2cP5LCU3twtw20r6Y0oc+ZOM
n8Lh9omx9fV+j7K61+Sgs5rGDAo/GoLq2I/V4HV585/7gyC1BVuXyg591tWm6rNJMsrQKny1DtTn
Qh7MI4shuz+7F3LyHPaA6+HVraLU+TgkWcFRj1pPfB6yLno2+sncSTg2clKg5kwJjy+KyWtR4mBZ
zJiCIth6iBJ/pUkyfFXUzPk+dGHdfLJKpFa9ZEntM5nt6Pi3P+TWGkSwEIgXHYtrS4hAHyxjTHJK
2I52LpYAZ5dielHV/mvZkincDra1NCwqm0DE6e5RM7tcgJZRJEDzQKXGeVqd8xBZl6JVkj3rk407
i+o1qRV5AZXUdbML5hT88AE9SaWI5u9jI+leLUOxj+TYuf+NRNmIqQMfh9DeGnjlYFmTtjKLvcSq
5jv0H+UxN8zqePu7bQ0InjTZlBBr5eVy+d0k1LbyJNNYh50qPQdjYxzGfNBekKLdk7LbmiJKRvBk
gZNRNhT//rcHbV0plBE1Qul1mSNgly+HJd3NEEUJ47LkT7VNqAtTnAW4o69KHFFQjkWE+B8kM3s8
TE7sDZrlVm3w3rSan7yqE5fur+Y6c3Y/lEGERuKc1ErUjlbfEpc4S4kqZqxq28ZrlEH9LvVhvrOn
Nz/jb1FWnzFcJIwiGwaYTUYSuTVOPGc9ycPvtxfG5nckPQSmKY6ntX5PUc8AA6qUommBH1lsyHOD
3GoVPsRRP33QpSh6MenYPGV4K58pMPR7FoYbZ5co51NdF6Lx1KQvl0tn9mj+RRC4pjR23pWhkhwH
WZI/zs1oviviDO1Bq7R8/mNnzxZ3Y1OASaGwjeQJVON1CTCKrSxqJeCpnWM1Lyqksa+5MhnfMU/v
7z+3OB1BMIMKp7e7hrI1klHXnRSDGUVs7Bj3avkiJ6r55fZkbqyZiyjiW/+29dowjTQlBQS7VE16
DmUEJU+mgx/Lw7+Iw+HLeYV0GCiuyzgOcq4ISzGafDQ6V4P00bjpHM17tZatCRL6b5QwIYIDGL2M
U1VyaU80evy+K4/ZXOlHe0z+rOryftQQbV5SDoEYAjayJpsr6qKwGAgU43N5Rv3xfYAQwE6CvTUa
oSOskxXy/FuDh9FoLeJ+gbKqyWylrurfm4sZHXKU8/65PT8iQVodjrjxCUc+isA8/lbzUw7zgNq8
QqR68IIetpGnYVV7TPsO77xMsQsXiHu1x7jeWn7UZgWOEX0GgBiX02Wqcs9ZEud+Yk6miyY1YiQI
GXi3B7cVBcoU55Ug2dHKuoySLU6KOizodSPJE6/W1PEhtnYzgO0o9P2FWDI109XSy3qwKRrCUb4d
WgHqX335AfOfdKfAtnH6Uk6hNoq/CWT49Vg6M8OWuxNR0FZ8luZONo48OO2vWFCWXhjV9hfJCFPP
iEIpd+062XM72liTFLbxJQDMC852ffpKzaLwIgfQvixwDfIeDlyq4R011/24UwfY+KIXoVZvh9Jw
Ei2JIIDC/bMOdmP90LjB/1UQMEqIC4LYXK/8PterrKNb5MdqVoNlb38Mcmie7l6BHBLCp5EcVCgM
Xq7ASmmRdw65Mws5AqiEyR++dbuuiVtTgxo4wrQ0jcQ1dRlFy7XcDhO+V5uFRek6cSehjZl1z3Ej
jV/uH9Ev3jmbCtLe6pkSa7XejgrP5a6r6StibuCiCV69/osoNNExGQHAC1rjckS1NDcVYAwW25jY
lqvodeans7z8dTvMxqYC+MfrGwgg5J21x4fc6VOVxAO5btLNH5Y5MvvabdIRwqpemk3r5nLUzwen
b+v6mEZRfx76YIzv07l8KxAJHBtdDzS0QJavV0lbLVE5Brm/TOFfcxIrL7YS5zvvy62x0jHlGISx
CVpu9UnzVgbfiGcIkhKY0mNhi5GHNfxhGN1H9KeetWR4N3Rqh5r+soNS3lqe3GRsNMYH6maVa4yQ
qAclz9nOlWEhVo2POW4eYMDrNDveP6G0rkgR6bmAi14NEoL/UikmfKzA6P6ps+lQtlbzYDnB18Va
HqR4eq/12rdcz3Z2xUZq+taToGHA+/ZK06jrgxD3AUhnQdHWuVcb4fJNq9X21W6kxnqNOjkxH2JI
Os2RYsK87FwOm1+YaxQUtLAzUVfDRgxEwvjKyX2hyIWjniYNnqxkw9EAgbJnr7vxiufDUssUvS2S
k9VpE+tlWlsaubASy8bBlAutgXM0aG6o87S3UsPYq05v3Qdie4jCAU/tNVxjDnQVZ0eW7lQKuYZZ
MvBlDWStc2+vns04PNZwHWBTQiS5PHWgoPXSLNm5PyhO8Zqbw+LZYBXvr9FaYMB4AfHKFpJll1H0
vtIYDmDfMoa+JxlV9Rwm054U1dZYxJ4jGea+JltdRVnaqFQ7lkQpyekhi6vQt/XU+nT7i20tvN+j
iF/x2zMiNVva7IOW+07rJP+UFeITjhOG37NglO9/F6GWSPkIEjfOrGs3ESOX+oo6LpPTt85hrKvw
sADYvf+9gkMD2xjfJ/6syYFyYOPqZPDZ6Oim/5hVHuC5ZGs/b3+2rS1EJwOmP39TjVtNDlWPaOFy
zX2AM98hWH5ShtbxsgZN4GTaQ0JspPgMiVKYIZKqK9UOGAGynaFn4c9D+xLZVfBOys35Ixei+QpT
AJAHvp+3x7e1LKh7oH2CuTwV/NUSz8fKkvABL3w6WrWHjJDhVpGyeAJx7N4OtTU6oYlLPUCMct3x
iJR0qENJ5XKJ+/41VpoiczvVCI9tsAR/dqj3HlETuXt3sQSh+wjjXiLD97lc90syTNFotcXJstvq
vZbmlldmVnO8PbarPUwUXs1wO6lfCozsZRRKSo0893p+6m1tyl7UauyWD5YZZHtieVfzRSBAVWwr
XjDwwVZJnTSAAW/jLDtBomvgqeoRrkBO6SZpu3d7bIxJYDwgQ4CFFRbml2NqY0kdE9POTknQO7Yr
k5Y8NJOm3rvDKJK+sc2FaiKvJbFsfjuY6CaBd6+j9MTSiZ6K0Qi+TUnXeqFRGI2XKmZ1uD1X15+Q
yhT5DcBPOGdo4F8GjPp2Mqa+Tk5GFDWfHEke/w7qsX+E/eDsCOFeI4lpPgNrwiiYty21RfFbfhtc
YczdECVNclImmL7aZIznIVHn98Ms99+aUrOPsoSnkzOM7bmouvSEa1z8IQSmtDPo68nkqEQiVSjl
MJfrxwAO6S1uqjmDHvPuSe7S8iFOEmUnytUWp4LPK0BQSmDsAV+4HO4QTcaAoVN8avCHRSJksj+N
zjB7Ybz0fzWTPH8ox0W+u3YrotJHBStOwfBK995GioTawRyf5H5uXntNnj41VJk/3F42W1+QOLiK
gcC+rr9IY8KNY+jxqUYMzUvrrndrihY7X/DqvmEsIn9CSo4NDsv+8gvaZl4p4WjEp3S08g+NFtmB
WziRngF5r8efhg5E9Pa43rzELwpLhER1kzcNq5SlsdqAcT70hm5WyWlRMSz+w5GadHBNpdG09xKV
4+WEWYyWe1pi5IvXW4P9Y9LNJjjQT5GDo1xhp3NW6ftLvsYU616Td33qLsGAumvPqaj2FOyTMn8v
93Yi1+6ozoX0GuhOF7woozOO5ywISvNJ6XDaPSZBPOy5217veDI4WiTie1IKXJ9kPMebBWMJyZfM
/8fZme3IbTRR+okIcF9uWTu71ZJlSbZ8Q9i/Le77zqefL1sDjEgWiqgBBEOAoY7OZGRmLOecCJEv
RV0m+dup8gDIrRU33x/v5ybBEHEPB0zkwszGWqf44aCVAalNjBJJWZ6tuWUMS27XH+2i6V8ZUyn/
OwEEo2bs9JfHlrceyuQ+3lX0nMCSgXxZ+o45KGXcmHJ0VaTUPplNDgAkrvcGaGzPOKkp+b6YxCUk
xlYeaiR2ZSqNyRkPnLl9IUlUkzPspqZyAfcr/hFcRZdcKzMFSffkAsmZaGtwBjl/4swvF5hpAT/b
l4KrI5m+7Ca9pB7Tgcf22aCI2TlgbEUEBr0b5trSTjRKkWnUc3TV+sT+RLmozHllbfXc9i0YoseL
2px4jAn5asqFEHfhJCyNVULNr9S66CqNyv9mqYXWNSlvgyN9nKV6xzc3BwFbDNAhlyGA0LC2tFU7
TCZlqEp4LVS/PrWpb165mqsXH/Tj+fGyNm5C6RNgEJICNPKIvVZu4hdM8WE8JhfZFCvMrBgiw/g8
JKr9d271YXioO8YCunlrZTu91ztrpH4B94rUEMDw2jCIZTUb9TC69k2vHMyae7pv7eQw2uOeFMXm
wLFGnh1iZwf8PkSP1XaOQ0jrgaOAuP10aJKydn2FkeiPd/LegvB7MnjavKICtrSC2pxuz0ESX+Gm
hqc0kFiLJsenOSn20PrbBbFp8NTJ3Qj8aMQuTQ0Myy6cSQ+uZTb2p3mylc+pU+9BHLcLIvq3gE5w
TVGXXHeAMrMK5toO1UvaJsk/qU3e7mhl/DWo6fg+3rutF2JK6GMLFXDQNKsF5cR5pWxkKk+T8SWr
A6/sos95rvxVTflbU5dPny9dALrE7c/1uGH+yUjRB7AalEsZtvbV78b5EBtq6aV+8TTDmyk/qNaQ
TunA1VABX36qGuBfCPxfuci59WW2k/kG1jxxFakNL4/38M7ngm9AW0ZkAVyLqz3sYGbBS1aUSzpl
2mHSy+5glqZ8sS1wVo9Nbe9CEg48EC1dPhlUsOWi8npKB9NGvLYI+vbQQYJhBsL/kEw+os29x269
4+xCX1EIJgGA0te1XFMLVLkBUHZp6At8lKM+fm1ldKEfL+muFRJ0KL9kn4yfWC5JAUdbwulRLm1j
Tm8RGjknOYz3sty73wgENKGjUKVZA05K+Ns9pWTl4uTwh1w4u5T6KseP/ldVZrPXWb1v7X3egpjz
ty6KhHYA+au0FJQWB+ugDEp9ng2nPKfl81pypKDEbAQ2CNtSKV65ecOsXSkClnKxw5oxmVUeX/Op
flrdWFgRiRGCqRCW1gITTeTYiRMbbF+vDLcm17uzP1f1TgaxvYxwM/DBkFoBC5B9Ll0h9KvRDsJE
hZ0kRA7lTGby42wZ2avqj7ni9hmsM9eXrXjaOVfbD2bQ2QIODSIC2tfaPdBAkqK41hExjAPnJUOk
wW1Hx/bCuXxa/I83CsiJwHGB/uCBXC5SGkdk5fURXnBNf1+xW+Og2FP/9KkS8BYcAg4PxaQ1ygPI
p0wd25kuWZAOrhW1pZtm07QTw2zPriEANOJTMb8XaORyLWWYzZPRhTM0nnA4kOCrx7K192pHm4QB
AjhwCwRfxahOUr+lFamUbKdJxxGqhK692H5u/tA7pTzldhF9r+fZPjahk/+ZFu0eB2DrFtwY8NSB
mhIvkR8tLcvyAIkZ3sulCcb6mvUBgyk7qzplZfw0IkhcTrxV3FDohJAhLU2lfm0NIVT4S2NDiYWb
a9gu/fH0NjVNdZijzjqLXyY7tGOs/PnsFSzGVBHM0xLnEVvn1LpazGi/RSYPmOL/G8GbOgRqW/37
tBXBLBb66Oh3IL6yXKElx1bv552B5BTzZN3QzvqvbVzqe62POx9NzMlgLp0AVm1HfzhZHFZZoF3y
JpRPsF/7Yz1N2TEC2/PcKeN1FGg8kNbi9hAvy3JJUldMgayH6CRaoT+7k9YHwYGBEntF6NU5+2nH
RNNfZUXw5la5QlJz9RaAqW7aZEsHRu/ppxAWxc4luLp+f1px4LxQZmQsxEZChqFoYxhjpc7j7n/w
uqzkEvtBXx/lTJ1+9JmdaLdoso1sx/Dd5f1ieHXAA54XMEFmeStRc/s9pRTyhfkMT6Ik3pfHCHAW
xwKp8wm/+aXUWLSwrxn3Ud1yi2QubzPnGtbS9PdTXr6xslqLZFVl0WRZdTP0bv4QFrbzKUZCY2/i
kvgxv9SkfpqBk0e8JBxwLSyuDn4xt1NS3eKQuRYtA6RY2cHoutkdS/T+nl8ULyNtaCJcIDOrRdlB
6s9xm7U3GI/6eASPVqauOs3yHqH2ngsS3XITYosqxioYBL/ValaRtIicNgCpcgndCNp+xTj9FnZV
n3+Q/TAoT1qu6tP18Rrv7KgBhAtQAe0X4E+rC7jQ+0SnCtfdmhZ40qGXgYacrTFDXrlufc34J8nS
AYTXY6t3FowzwplAXYg29FrJvzAVxsvxpNzSOIjdxDD9i0WEELlEijIDe6v4xZb0ptwxe+fEAcES
Y19IjogcV4n5PNZBMjAe6Zaq0qAyDcWJXrJwVj8/Xt1dM2AMRXuJTyqvzDhdXiZOFNY3w2/8zp0b
YpKvYTQFe1oodw0BIqWAj2Q15Ybl2Ub4Kdf7yORs91bkjgHSeFI/Pjl2QRw6WmW0l7j1uSU18Vv8
coPUU6lSlEnqm6YWr6NkdVdDmf3L4z1bRTsYgZ4v7ilOAeX69clOOkv1q6mpbqPRJi9W2fzTVRX1
5sDOXuxUnctPfuAb4THN1WJPW397BgDlkaBT2YAjwju9XGDhqE1L1am8xeXQfC7LNG9cSRkmJP8s
i/kERtAUT3Y939cr8JoC8kF0t87TDZMxx4PGevWCQORQUcz/XGZQX05lOkw33erbI73P9p/H23xv
qYx+J0QGzAZ5eRXa1VIbQSlR65tC47q+yOMEcjTTCcMQfEgjlaGMhT7tnIftaQfQQorD8yNKLuu1
QhxVGOLMQzfFY/3G7NFO+S1HmCD9IDnoW7mwxKToWhazU//xeLnbAyJKtmAdhftSuVodEPAo5tj0
WXELWj978aUso4NRPsmUEt+SWi2YIdrYZB/raXLQA2tzGobi1lVjcpHUqvqEHtBeq+7OpxP0WJ4H
C8EzBoEvvRScsZ3HaVrcZPTCXswsd35k8N6PpJV5BlgoK5+OT1gW8AaZWhzp/LpiauspuHxVLW51
MCRoo3XRJYyC+vj4E63i1p+bR3DCxYJGDQ/tclkQUwy9TZATL8ypOBSB2bmqD2RPK/y9MtJdb4Cu
IhDm3DLre7mWfUWDGMMODkZ3trshv2npuBc13F0QrRp4xiCKN97OgxoqgCeKmx8TDwVRPR97vR8+
D8z2PT/eu7suwfcRNHdKcetSVRUbVgMlprip4TAPbubX6rkvR4QXlMmwXhW/VJ+rov/8WlS1KWSi
SQ9Wf/m11KAgTmUY023UEusvAxFut5Ct6HPmWMmOY9z7WtyP+IWYAE0WvTTFlAcGV8kTjqEq/Qml
K/MYAuhyH2/hva8FGwAKP9GXmICwtNIIssioB+UN9m/3NU5r83MfOI0XVPIe+/yeKXDxHCiOKhBO
bWmql1qzqlNMhaTch6BJutPU5sZx6vLw+nhV9/buV1Pi///yZJObzRUtv+LmaHFVHKl0m/GxJBDc
eU7u2QEBwpHiBaUYsvpGSq7MyqgExc3MtPGchIZ5qXXUXh+v5t7GgZYAakRPRRQzl6spKoDMVRUz
cSAvS/8VTnGuHxQIDv7LkNvBXjR+1xxCwDTacXJrLd8cy0Nr59aM401dedQDxuXFapW5k5qkOwf4
3v4RI/5kH4re4nJlMDcQ82i409m1+Vho2ezWZVsdn94/0RXlGRRlHbSal1baonWwU3FoW2kwmGLS
td8Q71X7D1R0lGDH2p3XHggSATa1U7R01pNO49gIcjV3uFt9S77GGfKbgTq5U2C7SSo1h0QPkh13
39yDNGRhXwsQmWA9ris5kQRjAmG4/GZlkvzJjN/KkonMc3scEEo/Pd7Mu7ZoT/GO0KiilLnczF5X
S6m2cXl7DomapLSry3OR13y1Joi1T7VkDTuX7sZLSCJIDAlPaRcIvMLSZJkaoe7TwLnJUzR9SKkM
H1KGfvz2eGEbtydQEO0c2okUQrCztCL5o57abYqVwggOat3qb0Ux5dfYqaada+OeKUFlh1cFxgR2
xdJUNBRybuco149jULgUv+tzKa72No6C56Dr71KRAhTAkCLOM2/k0pSc92qeMvX+VmWpcfUl2XlT
Oyt9rVtTfjbYFAV8Xn3R06Htu95ArZTDwpqM4BbEVnicpOpbnkx7sxA37icmeRDKAsUH3Urtbrme
NE99K2p666oa81umKF7kD7bL6JIvveQ/2R/gTqc5RIOKXBmhdTohS2M+eI9cY4rHLSa8P5mtH6au
7cf+seKfPckZejdGSUDE0D9xR0tjutIGYrZMfouNWD3m4ey4s5bvASXfi/OLEhIZJhB72lO8wASc
q8cEHvNQOOBbb7ba+r2b5l1THsIuyvRrathN4bXol4wvAHzTY13yurn5EIVvVai0xg6OfPMtRbLL
hcUwarDCXF7LFRuzmEdj22zvlDvVofMd+Qruz/hux/X4oUE4ZtqJdrYWuZSp2oqIUSiZrl6CUrb8
Nq/a9Ba1Zv1nYyn+K/zfLPHsLrGyI/CZSNkxubm8ECuC1ynKjw5ycWs2rNO2tlGXenqrYVC7WZQp
B3vU94iCmxsF+WQ46KC5wNuCdFp5atjgxKNv9LdhohtDpNK5iHLUh2I29iSJ31+TpQeRs6MrRRYm
0qL1iuyU0xA0VXsLGWT7QVcm5vhUYRNgUY5fnZQBgLZidK7GNNFLqeb5K3mb9fcQGJYb+Xr0JLmC
g0MtDQVthK7AV24YupA5AJBWWX3L87b+Do5QdWunTXacdfsdyaEBZ7yHESoAqKWzyo3iz6MTNLeu
17vwNJqaxPAn5AyeDfZEGk1uJgRt6b+vQ8rZjxiMGjbtzZaU9mNWGOl50prkO0Nz1ePjF2+7JFp4
4KuoBrIwusnLJUELGNJB6vNbESOW7JqzZHxuVHn88tjM1jeJXMET0EK2GKKyBhZPaaUR6M2YaU39
QASDRn1HhhvNiAM/NrU535QGWIkQZAZfTOK+XNE02xU8yGK+VcFQuWHZB24Sa8mRZmXtMbPr+2Nz
m5WBFgPNy7tH5wSk2ioWavQKEJejdbdkZq5xWrYKCpfI7vC470GI75giwIPSIW5tBMFX7ld1gWxP
xtTfii6YjhYrfesypXopSv/popFAQ9M/phKP7jjJ7nITwyY3EcOL1VuXoUiAvFsJC8t8bhA5qub0
tSBC0UMzQS5uoBmzWTplpaQq2WAbnEOmrjMMNYn+7nVGjxl5qb5mFTfqzukSX2RxdwmrFOJoKgtZ
pnVuo42aI03OqN7kXvNPdVjXp7m1o7NTpcObMrf9i5Xr2Vttpv6/6HrsFSw2J44CD8g4oU5OR09e
t3v1oowhXTjTTapN+Yig/4jIYPN0AocV8g90ZcFB4TOrnB5Epp0mCqegycf8OPXmD6Op1ONgKns1
ufV6CI9IFIUMPpLkAmS7dBUfYn+ajI3swcyRPg6cc6/U9L0WnvDtXz/auxUqi8gKCWWh9YMzEtZm
TmTPni/bpYC3fqn14TcVeIPbhsZfoJjPj8/1+hoRBonOKdYSNPOerg4bIxniyUJ630szc3QDKzSP
0xharq6l35o8/P2xtTubKEgXKvkbE7w2koN1ZZSmlVSj10HtP+q15B/aqK12rkbxKZabiOOJRjwF
Wi7jd0rGLyURSUTUwO8GL0jy4l+jUPRjMc79Zaz89OpXjfZnGsf5uS12Q/Z7lhmgRSVJtDjw/qWT
tJpfZYYVD56uxNVxbObmqFZNc+TXmc52ZhWfmhE9G7+qna+Pd3Z9aRLiAfgmSOHRJ+hdg27qdCxn
bRh6L2lz+QQUXzowuEF2c39+9n5mphZtNUZe8X6Rrq4jyzEChqJ2eet15Wx+QeoA5nelhF9Ka9xj
+L3/rOWnpOREAVxI8IsEcnVBO20qh1GvdN6ombHMPNQ5C71Yasz+K49jGh1DfcjiL/ZQB8F16rVw
dpsxi+03pXdC5eDIoIQ8gqpAOk2pPAZHQ2dG0c5Nu917jSqzQKjxaG0pPoOuD4M6jp0HjwrcB6MD
y499bBdnp0v3oEL3bJEXApPAienjrjbE6IsobpiI60WZWRw6SmmvQzaEnKVy/PrYpbaHFUcGks44
ed7+jYRmEoRKDuMcl0rK5nfHbtWvUxo/OaeNdhHwVcaLoM4iCChr0ILsZ0VjB2bj9Z3jH6LUTA+B
qbc7n2iTC76bAeFE0ocV6rLLk6nmqg/AmPExs64Vf8vMM/0xBkhotm3cnpLSnF5CJoKc6UfLp6q1
w5sRDvb18Ybe+XbQ3N6VgmiNwe5f/g6Zb8xjbMuNl8Ry/mb4ZfyhVtuRUlY27ggI3DElBqkQ07Bi
hM5WdaTIzOLSLibHS/s58dQYKE1lSN3FbJ/GtsCRwPVpgIixwmywcKNfblt1ztqm9zPbk9NScYO6
ic9BUPo779Q6mhFWeN654USDmktuZcXSAQYRxnuh1QVn5jTbQJLi4oqotn9umj75qhPweE6WRedy
MpPL40+3vdgpqUJsE7kgefq6rzlnec/oO9/yKvCAH6bOfK2IuG/kNvOZaKE6z72ifNTgORwfG96+
z3w8Qe8VMlOQc1c+o/ptYxhzbHu6lf4ZVmiko2GbIG6ZTm4TyHvxx/bMc9iRl+cWE+3/9dOJwE+d
kH1anhQlSHgG3eA1PDinx4t6n3W3vNapDuA1QhmPksG6KkhtvwLII6meqjGdDrRhaPQecarcHS1Q
zFzczhj+15haoSB9XNnFx9xutfqWZXURgZLk5aFl3qrKxySrregGQt3/Y4joHriTPXbStakL/8Oc
FmhBu7AkjMBNwQUELoSXZk/oeusboIaJZdCy4Kkip126JhXJiSzIUDw6PrBMJr+VNQZ2jenwUaHi
MpxzqTEAGFQSJSfbnEplh2O69RFydJoX+KeY1rQu+g/+3CJ3HaheqjCm2mUEa2t/DXJ7+sMeLWs+
hOxLt3PBbBwFW2IuFEwwU6A5V/epRGAAq7WNvXpOx0vihNG5AQRxfewo96yQ3QpMJSnuRrBx0v3C
oAOUeHophf5N96uuPCCVMKU778MdQzCC4dbg/CxnjcCFANYqyTwkXmqXsOfkvD1VQR1+eXo5QvgH
EBTeIlj+S0+po7qVxjBKPXAZUGKNqTrEETqHj61s7n5qfpCRKBnzY8CdiLX+ciGXdWTo4+BHXjGg
yGTGpfqhUJHH0NT0yVGGxCDCFIUxge+CmLRqajVpwhRyM4490ETzUapG/8AQGuvJuuK7FYHrAG9B
YXEt49bkdVjQpYk8jFWkJkpaVIdkDIu922+TfbEcXmiB4KXKwXda7lxu92nuZHnk9UNt/9Yms35K
48q4jLocfBgsqbrQGlV22hb3jNKWBtolxH5JWJZGqYBXY8zQNy9kxuvf0Dimv1O7D19Dq49/rzRz
+BSbiG0+9hHhA4sLmPRLVI/4aALysS6iykY/6Uqix16mStnZryIZVC+35/NWoP9BAAQBCAZJWy7N
mW2KsnqUeFYcaSc9QOvSV/Q9cO0df8fPCSPBd9PHXT+RYRgm3ZRZiVepwxBfGBGmz2ctacLgkDnZ
Lnztnjmqe9TWGWjD27U6XhZyILYmDaVX1YHvDSNPvt0o4RmwUb5zyW5eFsq8XLJ8JSCwJOerS7aY
+rJpq7LyfEcbyqMDECP9CCHCzA5gl1VG1UZOqRJuzV1/CbQSAcDHH3C7VgaLAFyjZiWivHWDty9V
o7PhwXhab8xHdvpfmaf7EPbz3hnfngIssaHv4pN0LlZXYxDUOfqFbeUhruJ/KCVJZxi7Zf1GLK4d
k9FwroY1R89JN4oUCi0N3m2olahBrEtkYQ+S2YjagsRtHi8QHptDNYIF7Ksk3zlwd3YS5DAKxzA4
6Zjpq1PuJ7LvKL5ZeJXC8HBqLOocHwZ1aJqT0sq+tBOv3tlOOq6EyhCjOHdrJwUhwPQ6h3jD1MLh
rPjt9ArAZvpkwXr8ZM6p8omZT3vzzjYxOhkpd7WYTECgTgNoedwZndsnud/EnkVK8IZam3ay+rG4
QbFTAjcvwy7+fc4qJ3grU8loLm2WWTvbvL3XSCKZOQJnWzQy17/CBOVdG3pbuqGZFjG83LJdHo+9
zuIdKzx5XNWOmHdPsW650GpSabpEtX+bqyD8BLvuGzzW+PfHZ++eEdF5ErVwHll5ZSRR59aojNS/
5VGWnvMpbQ9agjjrYytbv9RgQgARFYgDEpvVN0u4UkJVzwNvUtC0mFGt9IoMVmdoSHvaRltTXJqU
jUS6T8K4hr47sGJyQxsKL4MSNh5M5hYh5GxIRoQez4AM9+OVbb2RFAbXZ5wUSu3gYZYfSUqrfjJr
O/XKJFWPWappXprMQOuDcfwQMTjurFihdSybYDgNwfCkNDcHgWyVJwL2NxcylZSl+SwV767UzR7z
slLpWOgasBGdakfvMnhi2hPT23oL5ijWwI8UIyvX+XEKvz1qrWL2snTSr2Hp2EdGj0Snx3u6/YRQ
gGgDARWlJkQQu1xUS8wwpFM4e4Fv0i+pNatxnTajD+Sj8bVX/btrzaKExQ5S89oU99uRid+SNXmK
XDUXw+yZ8lPhpQ0zmr49Xth2+3jjmG/GAGRwMXTqlwtzonxASH/sKYNrVUAdPI7hB+kgwh/b2S5J
vKU6iocoBotZqis7ORg9MrXe0/xedhmiWFxT9AnObSfvTZW6tyRSNDLT9/r+WonHaZjxNIMf8Syp
y66yk3fnQEL09vGCxMYsA0nx80kAdTHFZPOulaM0arBXFM+SAdOjHKblDOkKmcyNtvkw9meCdflJ
9jFnS4CiiZVBdpBMrTuEVh4qo2+XipeA1DjGDMs+BHVkHToneXK2+bsperpCQFrgQ9fs4zrLZnnO
IsXTRvq4U59m55Cx3DvnavutxH1I6Pq+JrDYS7cw1HJCC1iTvZ5K6akOFDS9ymlvnNpdK0AQ0cMW
wdy6uBNGClI9gS17VuJ356kyZldr6z0tpm1xR2yV0NgROA36jqvFTPOMBkw/yt5s1cF4xr/16MeY
Zmr+ko9qq10sKjL6p1aa+upQ1wYaOb2E5M+JqyccPqZyV4XXMi87+xokBrjM0PBDSXLlrGoMeJtZ
an9TpjzJTjKy6/yDPmdWSdyERKZGUzp7U6vubZugTSuM4kJPeS2qE49qXRMaTpTc4/GbCs/+ReDz
907S9mqAQUT1DSAWjwbV26UPBASpaTt1k2f5Un6Wc0e0jRL7oAXVkyKvOLUgKxG4AIKGpL3O/vgs
fsQwTi5WvQBLXg6Qz1CdcrWqbj49vh/ubB51aHxNtHHA864uVr1UIytr4smTCQIP01SprtXbwfGx
lTt7B1qAeiLzWuHvrc9PlE4BWi/T6LVFXV2nGsGSqMzCQzG1ewMctqZQCWD/6C4SOW2ktQ1dcroi
9iuPq0F9S1NZ+St2Ru0Fro20g8O5Z4pSM/ELCjp3AqYpGh1r1GqvIWy/Mo2lOLS9gSp1ae8AQrfp
AnIvsB+xRbuHEGLpe4y+CNW4qytPVYFWuUmQSaYr1b1UuaAQi+zcj0pYnIEcx87TL6KY+EluRCMR
bPlaE7JoC9voOPJeVUzKDXxie2okxTpnEe2gx16yfauYMQreSFQioOqtOYEBw9j0sDRrr86l7NpY
qXNtlTw/ZF3WH/pONnfS963v02fivSf6oypL13S5q1R6jaEr9MwLBye7gf3WT4HUf3m8qK2TYIRv
Rm+RVimv8NLIkGSZXuVz5uWTHH53gsE6TjBVbtQThtPzpkhIROse+ckNwBb8cySTW2UeTavuEKaV
4aa1HxzzIgz/P0yB8YbtSBZLxW+1qkToyA3+kHmdafynzbV6hVUWHIOy1XcSoK1TEIwB8qaVTe98
I77lTGqRMo+48gY6of9klp4XHiM8uuksK00c0qGgUrhzXd2zicOTOwrEBfCg5TcD+KaXMTMVvGAO
uy8orTXHONOicxCX0V9MY3Z27N3xEZEZ4Pb0BxChWZVpA6OQ5VnKS2909FRyM7W0Zlev5Coh85LL
H4/d5M7q0GinbMQfeuLrGLcfB7rlNAc8snxUrnU1dStb+eaP0m2cx/L82NqdtYHOF7cXC9vi4Mxo
0EsNUTP6VIzKOpddrtQnxgXUwRUYZrs3b/TOmQZCSDuObJlKw7qxanfN7JRpBLbETscvckAKO5R1
/vvjRd3ZQhriiJu8z6/cpCPDpCPT0vod3c7COStmFBIElcalBcN8S5g/+vQrDRhHiFaBxWRO/bqb
o+cR1aEu6D3ABbYbaMbkGWXQ7Lxnd/ZOSOQCn4K4AXxx5fbWkBeaCknTG+MeHFzmNLeYZtX18d5t
3zKoBvx0LigRR60xODGNAjWSkt6TQLF+k+epP+pzYl5a3yqODHNvPkiTpjx71eMTgtLMNnKFoCm1
PNG5HMVmhLyjN9SK9nukauGnurK+P17ZZv8wAvVbDGUjDuV7LY0Ekx21eSj1XjCBTZjiODvkSbgn
jnvPCnkw8S6VBKLEVRMkU7XJkYjNPTsp0mOb6b2rO/NeCW1zbMUhQieNXj46krTclmtBTcfqClTF
6NhP1kfmhjIGwKrij0OeBc9/G+ohIIwph4rXf2UqDqWuypJ68KRBalRPdrJ2PIbMNXqW1sD1Q75D
eZfvTzFmXRZsdWngy+eDxzHTf7ekvnI1pux+fdoL3qk7REvkCpRiljsHo4ER9zWuZozB1FKw7rpb
a5pGtJPZb/xAzNik7QqOmVYY0udLO13n9y1PyehF+PaR5HF8zcKyfvb6xgq33DuKmbarvVoNXGan
p7Mve8qURod5aEK36J30VLa70oYblxOmOKQE7WD6OUDLBcWB1k2TksqeiXxY5ma23xPk8oEIeEOK
MKfH32lTfzTg0tCO4r+Et9Q9l+bGmenXRsTKQDnGZ7nppL/6odO/tFkUnkOCEmCdynjUNP+/Ginc
22PrdxZLfEEdXEzsI5kUX/fXJvAo5SO4FNmLQkV/MQvLYXBYHh0iLap2Ho/NhctCDbqXQpwCLNea
eR+bRtxZsAM8mcrgYcq7j4OtnyQ1GU6Wlb3OWbEnkbx1TUE25EALHi/QtFWqHGlFpk2gIby67sbK
NSXlf9D0nGfBxWJ8qAMkTROahxAd1745aXHMMZA9SStBGvYWJ7uQ+5NSWs3Oo7X9XEhTCaIOYC3R
wlwlYDFKCQlTnRVPznP/v6Edh1NeWsVBKzt5p998xxRJslAkZ/cERmDpGU7ez1Jm177nj0VUuZE8
GicZwrrrB870rAwLWygychoxAh1DzW5pjGGOXP9O7JOYS9EPM9cyT1OrJ8fw0f3lvedMA10CJ0Zd
dWmlTiE0Zn5ieUk05KeuVIX4dF3sZApbP4cmAKBCYPjw8vX0chvUaejLielJVVSckyhIWtccEvsE
oyS6+d0wHigYPF3GZZYADXq4EISb/H3l63kQtAnPjuVppTa4eE9xkfRy2lnbJuDkHaELJAxQU2VD
lzvY6wp4aV/VPK3S1JOpVeFvcUjvJNAk69UOtOLZN1lU2gFpCzAkycJaziYUfUiiguZFqxhcDney
QJTET/948hLkfRRIZVDzvDEQuJar8v18kJiyiZUk8P9qJz13naweXsduHnY2cHklcZ64+kAokWMJ
tdkNcI52o4+ektKdS3vMMAOSTnNHZZD2WKHL4/vTECH0+1xDwclZfakh98kO5qE/146Sn4OxBwvQ
V9ErA4v2mqn3TZGF0KoQaP3V4dWCOKSXMfXnodVOo6Y1Hwul7T938x6A+t7m8UKC8BYwalojy+8U
NHA8ksZmTS1V/MGJWzebtD2RE/G+/79Wxc+dIzWAh0ksyLO8Wk7IKB/GLmGlafXgJRh14yxFWnMA
FGYeUmAHv5mFNL60creTzS0jgXfD5MM8VLgH8MC1G1bMDopVZpCcA0WTLiCqQwLDtpQvsjnWxziu
5CuYQeXMAFrnaKb63hCjO99RBMCig8aDtukuVAz2jOcZ+20u5a48JMmhifLJy/Iy3gk7VoD9/7tW
uq60PkXTeq2jWkp6rUVpOZynHIUS31edi5TX/UXTg+Zoohfvdso8vYgZ42JYpXWKFCYoTHZruYYy
FtcuQzolnxPry+Or4I6LwRmlwCj63CIvXLpYmNTQI/qYPWhz5TQHduH2fe4fH1t5b6GsfAwzlD4o
7SButf7USpiYiZ13w1mvQQPlwD7edLjijOlu/GMyaIkbpI15GY2mPUgNE8YCR41PsVW3nx//JssL
/ed34HagogW0RaAhlusdE6ltgiwfzpYfmm7q2NJLBVMKjJ7fnvtSeo4//tOeiaA7uQLqtuYaoxeg
M5gMFKzPZhSDVApoxHVKUdKSy/dkGbbuLKhlBH+U4G1AGKtz3MyzglC+xtKMYf6opYnzNSvS5BQj
7tXtJEH3bdFohOtCZXzdREWUcorD0R7OsV6RazUoPrigMJgCZrX918efbMU2FnvIwsQsYaRPqcSv
eyUDTWAlSGEKmc3sly9pXwfd2wQddziHodVqf0yJbX6SZ9+JXGMAamzkilEdAsmZy4MWBsiluWpS
EKfs7ML28AAmIzBAgN7mtV4jN3QQIaU2WcPZN9LkNztlWF3oOM9pX/xcPggw8AVgEmnCr75rqmdS
3TpYmfOs8zQzV91SdtqdI3p3LRQBxCsArHetR5hYQW8CqB/P8+T8QOY5PTj6GO9EA+9I3uU9wJuJ
xIHgJQqe1Or41bwppaRU09kZ4q5EsdIPq4OO7lnrjlrjSAdk7+DbFc1glydd9pPskpZaUF98NMWa
F2Wa1OzYyWGifyIWraZDwpjp+taYlODdSembvdrSHUdH2kewDN7Jeesws59nNaxLlH2y0f5jmtFd
18PhO7DNvckad/afoAWZNsiNhIDrfoU2gBPQbX8kdCkkt8ya5JD5456V7fUnJkpR8kaYBq7UGjk5
KNVoNkk9nQdxTuoZiJ+cvWgBGrZGq+3g70V4svrYhH/AMwloBdR1VVgIGDZRTlCIzpmUZgers9Xc
bWxtPhnGFL8kDDg7J00ffX98Xbzn1Uuz5FXkI0hH0LqAXby84vvYSdqOLv65agv/hw+5uLnoetzH
buFUivOdx2f4hmBOar0U0dAFLvLEiXJ2GiVyTpEZ6P9KwND1Q5dOuZhdkWr+W1xbdsxEKr1pT0oz
m4GriEnC/9mdOr/SYEq/tXOVtJ5exAF60UbOrItKzuwXNWPiulvWklZcIl81v82xLzXuOAyh+jEr
y7mhvT/DEhBjiMqr2k0mUxv9cjC9biynQDlpY5L9JyOf5l/8TCtLTocRTfXOydy6nw0ijFLFe0OV
gGq5abE69yaUSA3WzpxfQ+CIB5Lh5+DV4iojEYApxLgbkl5z3csP9SQeLXWyzkomJ28F3CGvkMs9
dsQ2oCVohnSl0vUDUqSLtf5S42mrWkmt1rLOhVRmn/RslM6DFExvIUPbj3Xdh999WDxHHb7MTtXu
jmXY5ZQh/w9nZ7bjttFt4SciwHm4JSVR3W7PQxzfELbjkCySxeI8PP3/0edcWJTQQgcIDARBvFXF
ql17WGttsu0tr9pVRmpELmp/dP2TbYxnd7bzcFHWDwaMPSDY9WZOXBUmyQsrkoxyh+GyAcm3qTzU
9vezIQzpm7N0W+c0la15WKd5OeWNod957PaeECsb4XGjz1G/g7B/uaspriulz+mcDORQQy3N/R/9
UAU0pJ3sRVnw7wUxwsO1sbb94e7ynkW1tRipv5z0gpEaCBSOXxfhr9+edxR7X8iCKPZQYieEQXlm
Hy+lA0NfIT44J9G1jhsN69p+SuqpmMKmm4PvvqP0e3LeN/ZwG/2DiAi1EopaO9c0lbA9F7d0CRgQ
KxzyVpwm3MwRgMs96NQtU9DVII9S2AUNtquPjK5sDW/B1OhZQyhWc4yEDtMrE+s9ROmtjdyOHpKI
G0F/H1MzJxj0ztq7p2yey8hPC/NbqjoGKbhz8m5aay968YejB44H2UbCUpXZfs8f93uVpaOMDQtR
2FMapQ1C8q5RLDFyrt3BIlv8D/YIvGhKE1ZThNzZM+EylAnQsVMjcu8JK/K0VKuKXW9YjpWhyU/P
r+/GpyMdR5ZlExbZwKuX67OFS8i+2SNvlX/VTYk0tSGXv1ufUXTPm7rKS7kEm8rHpoQLKphp6Je2
DCQ5x74pk5M3j+1XJioltUTzd6j6r4OvSv9Db/utg+RVUpvnzOgQg1LwZ6cHx0iXVzVPxojOXJnp
B1MKu93qpm1950fu3ybqYGSonCEaYwFV4J0/tykcqcbWvFPurOXBHpb+UE3dr+d34pYR2lMQHwiQ
SKN2DyCaerTIENw82YK5ATAktXBx+3u1lu1v+TM22Zay1VpouGwF072VJVWlQO81OJXL1D1MZce8
xGzQj7MzjO+WOkkf7NXTj95gph+90eiOL10kbyK1qd+TkTZ8++XXLoRSYzmINBYTOWiRWsbJVcWP
543cOFOczu3lpfmB/9m/v2ot/boO5jTOmURNrAMJCZ4p3c780A5r8N1IWt2Ox6kPjA+JveqJIB12
+uUACRzd6bT2NeoRkwj6p7kxh1/eYE0vG1C2PTEMVNgw1OAwoYLsfRajxhMx2GkWd/PkxpaonHho
K/Ui2cL/t8JOQGHjrlKWvNzvJrFrK1/LLM76vIn0rswohWf1i78qa4E+Q8QBWZPy8KUVGviLt9R1
Flt+bYXuLGQ0UTe84wWvLwiIYsL5TSwKPbM9uLgC4K6QgsniioI4fzR+NFu9vNOFubJCrQRmjgvV
kO9yJd80zkGS2nWLFSPIjx3430gw++ela+FvBk/KcGcwYlsb63LHfCvJlBBaFmulm6D8Fmjfmn6p
vz9/EXbzQ/n8v83QKqPSTtal7x6OVbPceegYZKCPlfvvGszO+tn0MuWEBBzpuyYJyvZRG7VVfxLK
9n/pS9G5E5EIY6fDss+n/NDPICl/jDXDEE9pYBQflbChuY2VN75O03ntH61MTiJcndXJ4hEMdh4t
SqRdqFsSJTtdT4f3nT/Agn5+cVePFGtDDW3j7ELvvhJe3iqTbkLKxNoaBAJtu35VSLE+anVxjy55
yxQt920gMbOqgdldfi29EIx0gw4TO6XLfISKkUY5bZRQBPk9HsI+Zd3U1hhXsD29m+7P/qmRwnOn
qQvg0jfVud+m1Tij8wN3/GGR7ruBYRAv3sXftddNdJ/xUPuESENTUfl2J2JHuE24Mhsb0cOEAUC0
bU/Pm7pxswg4N+APsSdR6G4XRYDGqCgaEavCLONAb6eDU1gvm8fw+8hvUSd9BAZAbsJJl9+qtW0y
YrMXsQaNNkIXXh48o0vuHL6bayHfoYwBp43a26UVa+6XUROUp3Kyv+M0GVMkXHRUn9+xfTbHYdha
E0RiZKyUxXaxkYOkYJPnhohHDzfU2NJ+1ZaVAbXH1ro+NJ1u/LUYTvlgI3//9/O2b60Qu1SeqNUg
sLhzHXU1pYXXYpvspzkEk7kcNFSgX4Q8+7+vRQZEQkJmh7FtB/6IpOtmqhtd85i0gnD1oc7gBq4r
U6f+w1o2ZUrQNjQZ9ulcWVrpOla6iIvK0SNv9eAsrHrw0leQKJY2EkQQisUEWTufXrRDPxpZWcTm
qmXnoBrIwLvy8/NL2bb9In6D0kMznX/A7dNA2BmZcttaxrUp474Z0IBdqcb0llMtIaig/OSp1vjn
eYPXvo+qDNLOzIujd0K36vILedWYQAiheORk/fh2HRbroDTR/OMW5R1XdLU0giAKJoDoaDWC2NpO
5B9nYUJdaNJbs4iNWev0V/Y0GCKUKaLzZ9ukX/w0yxGeyfPLu2WUBgLxES0ZpKt3y0sHHUZehlPy
m3Q+LPo0xT7jIKE3Q4UMe77Cz+cNXu0nqwSNuM1oRs+AlPVylVZdekkC4TYuZ1MFxyTzQB7VmefH
vS2te1Njby2P+JfzyNuFA9ktj0A2zT19wRpCZyEi/v1n1SX+D1y09TrR3BdOyOBCs7zfnWKcL7Ht
vlfQu7BXUkTW4qqdm9daYhjvNWDo31VLUm6k1b2RwrcWCC2CLJymwab0dbmdPRXkYgUPFMtlEQ3c
VW20Dn2finM1ecn7uZnKh5d+QEpD5BZEolwI0ISXFtOkLDUDXaU4kStdYcR8Hws/z99qy1Kfnjd1
vThMBRBVEVihVL5vjHcpNK5ytmTs8aGgYOjqi+PltC2KMU3k2ViUemkZFlrExkyk20XpC9bHfnVU
nnK76gF9DktK7ST4DFyuu5OVXN8ByvKggfzt+WRd23//46YXfmvOOX2keDZIqENNJfm7kcfu02qn
67/P7+HVO8aCwOjAP8JpXg/5gRTUlEte1TGNHTtqC5z3oW0C7Z6OwG/R6gvPvBnaYNrgtDmN+52z
tWw0OX0qToNSfJzcvOuiZPXz+Uw4jBjcMgVFWPt50z1KP+/SN7i69LPycn8B/NI0bwe3sIYfoyuo
zyZl6jBtXIfKFNal4yRvlZDwtMqsnb+AynHqCBJnuj5CyVutxwVkt4vG/9g6x6ExjG+1PwyZDCkA
zIEKPXuqX1pJ3w4KSR9zc4nptuGAl98wkOu6lJ1fxdpM12wsEuO1Evn6+fmvdxUB7axsN+SPkwLU
yTRlYVV8vUAgOev4UV0NTFipquLoi75kXzP1STaqjJ+3vDmO/efEUYMagiW3lREuLSugFF1abuhn
ptye4YjPx8QcmsiYlfsBXZHl3Bhp/smHM/w6HQ2O8X+wD2GOAJBJklfCR8pOJw1tWrnNkqzQ2qrE
t0wr5qhSWvlGdWYWOUyNe91rY/Al59l/aRpMgQJeDQ8HpHVK07uHYwBB4q6y4Iomhf/gWuP6digI
M55f5I6Suj0XAHA2Gj7gog3Zvvu+XVDSgGMcEBOrA9U/6GvZO2GeL531QKNVLaFbmNr4MxssLQ31
2lurB7LSxnhUZufqYW1MPgxTzc0Uqk2FJphsYc5VpCRE2LDzvBld+bLR82gqbZjPXSAX9wG9PSle
DVbRuneO63boLw/N9sryruPdyOv3PVR2iJEKoGyoBI91uJSlF5Xa8AlZmvX4/M5dPw1bsXvzZzgc
E8mvy+PZFlNrI+pex2gVO0YY5Iv2VEtbxo1KVGgNRvmyKT2/PxVlBJCc3AVqoPvwDIEBf52RSYiX
Oi2Pq8g/Ba0WRIGZ3cNbXLtsQlxeWGrP0KEtb5cozlCmBpK3Ok4h5R/HydZPuhrvYZWvXQtFJGIj
AGA+p2/fTjJX5a9DZqm4D5K/eenHyB6NI35UjxC2MiOz1t4tjX0nerjx3bajjhQEJDoqybvvVnSp
UhOasPFqL3lsC+TG2masI3ut0uO4WurL8+fkxl5e2Nu5MaYkZ4CHJxUXXqc/rNbILGvy2uh5KzfO
PYrWxETQEQii96dx8AmAxLRsMhBNkB+6tvQWRjvq1gG9Bu+OZ76xhXRwcUrILm7qpNuP+eNNqDNZ
91ZVq7iuLVBr8/TvbKVfcil/rX3y4/mF3dg+nD/NK1whdL99/IwqqJYUkihLKr2NUuaBHio7uBc7
XFuBKEdtZIPB+ZzuXZ7P4BrbZ/7EEJeB1206ub0WJu5YvxQuxH5tE0sAjAKbIlrZZdujqArfU9gZ
zc4IG3c1zm5aWofn9+z6MFAR+Q3s3UTbrhQIuyxxGd609nFuLmYaJTPP5nF0TGHH7lr598gA18eB
xu9WveLs0a7aI0r6oRVDZ89D7GVwlEK/9Tt5JmYo8zcMvy3qd6oz2pcxbjdnuDX3aYGxTmQW930M
TfdKtzN0hpwbrjz4ba5F5WoZ1L6He2/k9XZu2K5N+5NONAXIXYZD/0zpjaHpcdKPU5QleX5Qld89
9BCy7shuXZ1Dgjkq3mRwNnpAV2zzgsMuZ6ricdo286FPm+a0YSbvPPq/IUsXryR/PekMCInfApJ7
TZfWSIaCKQnMbp9k+5fh4uBjQ6Z5F2XFlNrHQdrt1yWxzT6PEtFOy1Nt1N1ytgrwq+mdX3O9Zhoj
xDckPTQursZT2lUzadaQ2nEwIPqf9J4eTz7jGp6/E7/JX5drBnTG4eSM2rj9vfaGt2S1qwPfisfK
KdZj13tp+0bYay4P9Kg0P8zdrOzDYRKz9go8aGATziujeOoouq1kfLMxGJ/1vJWuHq+L14xwQ/pF
+6sfdOjyPkVb+6N0ASkcEZeZgleZqiHIlA34etXU3UwyUKf9eig8szG/BfnqfWlBi5Z52A6l8qJs
NarlFQV0BJArpph8qXwBQXh0J6VCJd3OOyqlGuPc6CAZXw26MIrjOCp3eFMFCmR9U48iRczYLsbD
2mSm+qeuuv6LVXZ2F46pk7VxIzpjDP1GgzGulAEmIApoBD4yUqvvDinlOwkzyVb+2feWpHy/plnv
EuYni3tMjDbpPw8o83gHMql8et2BPAhOEGqYELE6Xt8epSxFcJi9SVsp5czLdB5tE42dpMzMz1aw
rjq3ZpPrb5gO+a+qgXR/rXSkYL8nVlLqT6XfivLYJoNM/nn++1+fso3bRjRPoAEubI++npUxd4I2
YNwFnTq4vZFGDKlR5+etbO/E/pAhXcRJhmJLa2kXtLdDk2R4Cjdepkz9QohcPonWVcj+qPJpzSzj
WMhGHJ83euWfQP4QR21C4TaB/F6zRATZoqnapoeJIuF5cmsjriCoRuMi76ke3txFwmtCJxhtV9Xi
zLZHGAJcInR4xicJtA39Q13/Dwva2nLAVsDnIClyGV8sqsyavEjcOBjTTWDDLY8VSP2T7Jbxw/N7
d2tBG3UINuAm+7kvf89F3xlK+m7sMYHwTYOW5GPiBOqlbt0nfKGeSguL4qq1R9Y2elsOWj1p8ViW
JtQKLTkA9TNeum0g96BYw7HZ0J1XdbHMX2FxTIYX937t/UVLMznkjROcZru5N6j66shhimOAlBGR
Gf2JLST4IwLUx46HMqh93qkp+WEm1SJQyDNyZiwg4XDngbg2BqeMpdGop+QHNvnSmK/WinneWhBL
6CLx6Gr+T7RZ6yjrmRV5x9bVeQAZQRlvq7ZT8CPnvbTVuqnmdrkbxJx+BSK5o5JUN8E9FPRtM0CX
eI1gk+/1ppTyBeBTK4iraoJv64oayfLEf/GBYDG4XzCdG8lwz1POtQB/bCRBPNm9DiJg0+kSYz8c
VNG092Z531gSfpU6KccbuMP+JsFMynUK2ywpa1QIynhAjrq494zftALQgYYB6q9XjeDMKlAEqtMk
Hms7KQ5pLdOf1GbXe1MRrs8cn2ZLp6j8cOL24WU5uw3KucKNE5HboTDhqEi778+zXth3MNI3TBGt
A7+i/sK52+ufMhtgQvzQDuKuFdOROHuJjDxxmdAxtC8+3S6bxvwcIEAQ1PemoOkiBZV2Qay6Pgj1
0Q6i1LgLzrsq3BHOwXoGxL7px4CZu7xDjecPKDzIJPY7P02+iq729bfKtlId6Cs9pTBfR1UdgO0X
/2Ta1kVbPVO713i53lbgxbCTcYgbsnMvT+cstWYZYg4Y7467VflgR0y+DqJB3GXqXx9K0mGKdRu9
kbRurz4hHSkKjew8NqpO74/ZVOgVs6Fr697ze2NNSJNhiNwbhug+00paJ209vU5iZ6i6qPSpNlWq
oh/oLvPh+Yfxhil8O3kCzVRqzHscc4djtwdb12KGtqEb1ph/TzqAzgpM1sstbaVH0vutuQm75fK4
FGXRMumrSc/dwJgRI1DeEZFh7zQJ7cVJI24JvjA3Gns+IzkuTY3J2MjBMNNzYXd/Fz4437lbtOP2
f90pkdw4EltNi4QRc7BHdm9Wpklg3/mSnlO77aLWWYfIDqb0+PxHusq8+WUEL+AICToBR+6eYTHn
pGOTkZ5VXZ80gHhhkLn/1P1I0iJfpn5Cxk2zCEj9tn1wUTkYl5vnWLKHyjFk5ywZ/BDcLVX4YQ7u
lL1/n+GLEJrYGd9EP4OmIuna7htpZtY5Wt1qsa1ZdjWFYzDnxdtFR5T53WoyAjgcRDu6FORX0YQ1
s48+iDYYZFh0iOduABpZxnXmMv1Y75lN9n0opWcAn8385E7weHVHeCCISAi7NzQc2jaXO2JMKcpR
aVqdERT7S0lBBiWrvyXjwu5U965OExuPT6X+AHOU2s7uOyf1CP+rUPI8B0V28OrOPQa9Vd+5iFen
abMCo552EieXluflctrFWGXtwP2wJrOdI6Qd6j5cR8T3QwSDxvJx5UfeUxG93kNCIF5aAPG8TQjC
XRodXFXSnsh9MiZ0giI3mKhZIgc+r6fc7tN7oipXNFQaZng1fZM3R9iMMvClvWA2gky6qwcfqFpf
59WcPraJUf2rLwiMHiHa5QO6vWPAyOdaZt45CPJ6iixNy7qT1UDuuZMxXj2WPE6kbHg+wkCEO3YB
Z5XkjFYAaBIvefK9X9bYlNqjk6Z/p3PxlLfuX1bjPVXWvS7zdQkIu/gMgniYOFtr+3If/M6SQZ2m
AfugDCM0UmmFfp740dDpxrkasuCVEXT5q7I25/fGoJlfE7tyPj3vv67S5e1H0N4CiwbQCjjm5Y/I
6tG2mTUVECmoXD9RF/HbI4OKLOdclegmh35Wd++KrIIL9bzl6xtFqYlCELrsW/9mr1jBgJ0GFtIS
xIXRqCp0lLfQ812d8b/YwVmSMCNWgS7LfoVujXxkH8Btb70fabEO73Wrq+6EkLdWQ0xAyZC4jr7o
zmfSH82NjrMV18rznmjEM5i9zJfDy/eMIgNXhygVr7ezQqBa+mZKbrQSs1nHSRbGdKiNebrXeb32
CWR6sKWpTpJIMO/xctNmJ6W5MBPkkzXnERg59SrwhuYgyuaeFvmtndsm26C8RsGGqOrSlB0U2pCX
RUJ3ps2/unAuY6eozdPLdw6yzzaHECFQyq6XVmTXJsyLy5LYGovlmFtCPw+acO+8Etf+m237w8pu
2xR4n46EKIknL5dv5erUjyqzzVOfa+Zr+uze8flV3bq9m+4zccdGbd9PYWfgUzBTDSLCNtzhwV39
70UzzhFoFbj0y6Oowck8b/HG19oUXzbuwu8yys5pwQFAh8KokjjNli729VYcsjlY3z9v5cbxg22C
IZfuAnW83ZkomwQ5GKGSWEu6NMb/BeepyvQjp+Pe8PObpmgIUazZlLT3wltTPxE2WEMSe4XzeZEz
lWVPtMQ8srzzztzcOgdc84ZchOSzO4K2VtDZQBs8ZlBrGw6mZh11e3BeftCReNjCQ4g0+Nfda162
rrukQmpxUA6NGyVumjzZ1sYQevEn2lQtCRLxrNuU1ssLxRM/yUBm6RkIRvVWE9X0SmgqiJahk9+e
N3XjVtEkgfxFMA+gYE8TsUq1sqF9dh6kqb/qk8V/kJrWffBLt//meG17r1a4XdOLAJhhy8TAv9e3
FdB3h7zlnUSStMjOzEWeVTg1lp8dzDazIcu7WvuTaDbxT/XkZPKzVfReGyKE0LX/DN7QyiOdbb0R
oUq66i1cEGt6NyD6gRIYzAEnlG09yUh6Xp+Gq69GG7TTkHxPmL3VH3lsZ+prSOepQyfMVIR6sbr+
D7fxko0FbejZm2QycTCG6oY+TvtS+xkgTeDzsLWyPhldnwVHUXQ6jP4Ucg2819HWw2KatCKy+plf
MFlTN0TplIqvEvFwJhMHel7GvlYC437+y9048mCNwdBAtNyISNt//6NI2QLNtdEaAgk8ZfUHJFDF
CZrOf3gVt9AckBBZIkHz7igOo1eD1FvQZa8z50h1pYqalVLHf1jLH1Z2vh36lGuRumbnxBDf7WGY
D4o6xuF5Ize8EYUM5IyAR1BhsLer8MeGITfZZhT3OerFOG2kdEU7tTKOWb2+VD2EYuQGw6V1izOn
TrQzxUijxa7KkoFyzCA5C4ccY1TCiLfG3Z2tu14VPXAive0Pqmf7hFKCcilz18zPIkvzo4f8yzGZ
g/lkreCaX7qBtG1BHm5ti98aF5cbWEL+dv0S3VbEYq1objznGKSe87637fyOB7w+3JiiibvhWMDv
X7H1k7KzGgeUbUb3MOSFbkJjCO4h6m/t3caxhbdP0YTu9+WCml6M0srhnCYyp2MogiEyl/wvhJLu
8eavLW21DKRiN0ktWu27RxdmaoGUoF6fG28yRAQaBAXPTBrTeNCrQL+XUe/N8X229x26DV19AsDd
faLJXUi3DJK48heUR3yzNItznpYpYzL1IVvvlIP2odJmDv4fKS5tE5hgO5/uKLPRvZZqGooQoJuq
XL0yRqs8dHU+xK0P3bTTS/1OHLN/uX4b5TL/3lfAars7plGrQykVXa1uMbKPmjd2x8Vp7QcFgeE1
Ue49/ZhtEX8+XNj7TSTZikQ2S915wgRxhRUiuEZzMEdDSnW/pGl8Kbv23eSXKFoY6lSJ6cGuijtJ
1o2PSe6zFSk34N+V3EfSAFVI6zU9Z6ZVBkxtSKsPC4Dt7jitrrrnim9s64Z7Ippn9A7B6C7GaQY7
aY3eSs9Gyky9yZdE9HnHcKi0mE/TGCzzHQe2v+rbvgJ84tyAC7lWDXe9LNNaicG08ecw8FsGfZbV
vXG6t638lqKklEgmcXnVfb+RFSLo6dleGA/IJLP2wGzHl7I9WMtvWCvLgTFAEebSimGR1zkyy88u
M5/h79myfcUYsvQpc53KDZlq4rx891DdIh6FhrxhP3afS18Yk9rYHRb7vnrLLNMBLUzjnojajSO4
tTyo/sPopkS/270yD2Z/QaP+rJVFfdSz1HmzaKYZm0Nxr+h7w5fQoCSVxFfS3dgTFLUWyG1R6Lxn
jWo+ZBlgDYWDPFpZm5ThwlDkeHAa5w5j4Ppy8+VQWqAtugXC+8vtLGtg1voqzouv12Oc96M5vrJT
x8hPE8rh3ePkDuXPPsmZI1YY7eAd5h5m7QtfPQZpg7/aajYgeaiG7o7PlGuu0WdVce6dvP44Zf7y
cRh69eFlzzhWtn2l6eyTAVK9vzykDUpwTm7Y+VlvuuEV3No1QhPBfJMn0rsTMVzfOkzRY0QUcFPq
2MeoHcz/vja9/DzL+Z+61ptDTXkofn49t4zgkKk+bQwMnr3L9ehOL7SWEaNn5HzkO83TkA9z5fr9
eSvXfpGGIm5488QbHXh3BSiwNDZVVHg/ysnf6WXqfdGcbbxhmhmMLzHT9c6RvGWQ4ikNbmaWUFzb
hQx26xazNS0FIYMjnswyNR6bTNiPTN7oT9JbmofnF3hjG3GPyPht6g1QXHfHIl3AI6ZaX54dJduT
OQ3Zg5kb051tvGmF5sdGhqPxtm+zCH02rIrxamfljyrKRSWyUJ/a4uudxVxVwjnldCyBQ+Hr9a23
c3kqBnO27MaimFLMUrZvVqcck1Og5Wr8pBjz/EujbKa96ptaPMxJawbnhnWvD2KFsky23afWUesh
nDxNne0176thMcs2JGRFVyJ33dY9ZkWaBfFmRh0XkU8lgfcY/Bw552NkSjU1IeQgv4nNrm3tSB9X
pjnURdrIr3rSm/YhRZDK/Zg4E+8eNI/GO/QrwOaH1DLH9slYMySuk2HNsg+oe7nFj1QmSoTpYBta
FY6VZnavTGv1MrS+EiAx6G74Syw6X+s/wugxrIPT6AppnKTp9W+JmS7LsTWnpTtmVe6VoNFQjooK
eD/vx8DIYRib2oD4Krg2EnOR1LaX0XCaBxMmsEqNJczKdsrPsvYa/5dIlTUe5sxojSekMFYn6pQ7
ysNUWVn3ehncRY+Lsq7095nPVJeDDGZ9epVJPSjjAh/rHUZZI2cTaE5lfSrcoA5Cl/NtR3SC0iyc
esY6DWEnGHrxZpPb0p8c6BuIsQQm0/lQMZI/EPSvhrfFqHwznGa9dqJeturX7NHoeTRWbanet76P
hg1NRKbXaIrRModAzDAvKxfGy2Eu5tU79r7I8bl20snXjVZ5w0nTXM08k0dN1cclpW/0kLSJWz60
a+FMh2kTx/k4o45gPgFELBl11hWF8Tcif94Efx9w1/IGK6jQ6VAY2p8aPUf3O+LlCaHHmEp5REIo
lyEjoOvyuKAQn2VhMOOsU9DzxjC98R1afEeFkgtjRssgZRxTy2ObgTxxXPHO6BdLR5DS7RGz6ZYF
snYJPrg/TJ3Rea/FAkAeolaqzAPllmJ6Vzp1GvyCOJwG75tGGep9YI1jGereaBVuuFZaV50LV7O9
n13m9s1x9q2+/afVnNpawqTKZmFEyjK0+mPv9QEfwFf9ND/W/WB1j6XoF+Ophc5Tx6UW5OkxUYNI
soeCyNX8As/YNP+ZZkt4b9wu1S2GvBnm8Hk2qU+fWk2gzpOVszF9XQBI9g8lveucu6YPszhuci/q
AQ3/OYtWpIKEGfZpxmUKx0zUNNPMtp7/pYw2mYeGOKn7WGuJb53oFcjsvbZVxk9VB9DzmIEuEFEa
TBZp3rQY4lTP/filVUZbH/tgyNyIMzO2IRN78UrJqvgqY1d3xaloBkt+A2nOpGxlz572YGpl/351
JQL4oV2ufjKFpt+Nwdu17qT/QQ6I/73Tm8mEYxzISc/XsF19l+In1BqC9nyUzht9pP17rt1sMr9U
TjktB5MZCEGIOOX2N/XIoRyMXGT948ygkfyk7N7Rw95bOj8erdwLjhQIE/lREW6aYddZ+TdVD73F
OLyh660TYqPZDyoHjANdja5IzquxDuo4qnSevmpOn4mjr5e2A7qtHew+qrJxqo7GYHYe+glToU4Z
2Crx1jYbzcpC2o1pc0DE2BWhVfr99GNitNf8YFZICEa2J1vqAHI0W+OQ53ltHKcEGimiRkXVfhmH
wCi/+4uez9G4ZgGCjKAVvF9G1TKFK5wrf8pjmfdGNFrdg2NO4JL8ZvGPltM17yxBlBHJ3m3SQ+26
Y3AQRZZ2EdqzXfNeMLr9FXXAqTiaqA2NzEJ1Rf6ULO2ah6vmFQJgWDD07/0Vnnc4VXLUYLYl6bet
kJvlodtO7RrxMCbdv0ITyafBaPP5cZVDUg5AlfxRlgcvrzI7org5+m2Y0jHv0TZaZmL8cBjzvipC
fJnQXxt5aS8Phl0yR8ddzFz/3CZq5gAkVTmuB1cWGmrMAST3UYaGXejuO3bWXB/qAB78R5QxnOnH
3Axuf5CjD7Q67LusGUJ096Qbt0HlWpEc+knCN3NXyyth+CCGe7DqvBNPYk1mhf6Aajf3bUoX0hrw
3OJdXrZ5FnqNLH+gATemBdz3tm8PudejBr06it/WjZVCRrKbG9d41SRaNjysdumyi6prpS44tknv
hx76kf6jvpq18RgUVf0pANw1PmbG0skwD9bssWpmXTsLdtU5qXlo3HASmDkU0jK+doFdDNHMqCaa
0XY25IeVaQ7u64JHV3uTp5yIOWx0eJ+vfbt1zMem6cc0lp7wvR+iSMT6hjHaY8eL1Zhtd57F4itE
10eC3feJGyTtWzhX5oegLigeydXu//JH2/iZIMvMOGpepiRiiNP01KVD9ZUYInunxsGuwlbRgztr
ue5+hVY4fmmknOeIKv1qPzG1yHMe6R6OeZjP8/ivaFbnVzLNhIS2GJriLJnajltSWadTIAgcxIPe
FJ49L19aY4SlBLgu9U9+tabcIitbXY9tcpPhQ+ksVv7K742cEeQN73HFNBw1u69BHI7FPyWqBLaF
ZKzVVl8M+BMVYP528WrG9UnXHENu3FrFCnBn9SHTM78Piz5Z7XhAR85c3zXbv3wpa1GgwKKVyh4y
zi3B+imQ7TBGOuI5P6WbOAzEG4HRh6ITvfZaa6z+ndFRpX/UvLxJt3DIKULRpOZAZCGlfrDWwfmh
zX2OqJXIhfPTZmRgETHGJVMftMRRZei44CVfD0mWd+bBYaDMv8YkjE/cJy35Ise2yo+LYebi34IE
bI4kcO+X9luJBAO64RsgkFI2VNDLSJAIQudBXOTZ5FU8KEdzIzpJgOZKyz3cCTv5qy5rRJemdjG0
YeXGQgFQnis27/WclfKb7k/3Kv/XKTIZOMLMQP/I4aiTXi6IqbtCzctYnXPINg+VM9AQMVbnw+LL
5kvu9vpBzIX9/qVLo/e6EfZJsjYy1C7/UYPejp6Q8twas8gOnTkkW8in3+OqXZcaEGqh57rVEwHB
7ksNzZjrZlXb2Xmu7PLbWKZthxr07OuHZdW1/5AKQ6hF4Bo9PCB6u+9lQru21iXJzj4yJBrXyko/
1cTUS6SAX91DX18tbYOlAld2KdOgGLBHjspVEfYaqj7PHq4w1fzyB7fSQiazWj8+/7WukkdOB7U7
eIXoqmzo6MsjUigkp6k79ech4ZW0Nb2I8mD6gkQ/UsHWizka6BbCEYZK61I/YVLurgrlqrydp+B/
lJ1Xb9w4F4Z/kQD1civNjEfucRwn2RshVb0Xkvr136P9btYzhgdewMDuBggtiiIP3/MWk+FIX48y
uY6bpQr28w582Pef7GwSgS5YFsBrYIX4R57c63Q1FqQpOFAMSuXtuZ24z4Go8utWVdOfDw9FeQhL
zwK2x9X0ZMkHKI68eWWoKWBFlLOfh3NV5ldt0V2yrX7jqTbMEIo5DjW05U+eSpPtMmf9ZBwNOyEf
weA4zzfR0+Lkl2yy/NM9yqK7QG4O1KTN8fNU/WwY0ksbGgLHWdnGEMMjNn80+uh1oZmmxYuVmcmn
LOVB99Xa5vX+/Tk9u/9vo9MkgBMAHQVjh9cLszbSKbcyRk+5/R64gnscSe4l2tlbo0BXBrJkDDJ0
tjn4T6uPO0jncGU0j3pFMwDDznmn4wpyYUs8/cjAQ0FK8OGGNQpeckoiZkvsNo2rf1waw49bq1/j
yp7/zMjyD/bcXJq60zWCKGVrs7AYGQz7tpOHmnBQ82RTJ0doMO2hXX21061huMqC7JJL3On8MRQU
1X9byxZo6KnDeC5n+EIK6JXawIkqGKnxPAzZBbjzfP42CwO2+c0xmCpqe+D/vKUAE+RAk65/lJn7
fcqM27F225Cr4yfhrumFwc4eifjzbedlo2JX5D9eD5Y3+C0n5modYRZ0YjepgRq0zavix/sL/Owt
2bR9Ec0yfVzqz6qNjGcJEtco4kENmBQWRVtHG+fhOVsy58Iufz4WUCR7E58UND+IQ6+fyfHn2q07
u4oR4VvXIwfXPeYV2o2AOH1h+rbv8r+VDVDxRgVmvwVrAYw8gaZLU4myCbQq7omxM/ZLmZvuz7xP
QDRWM/Eehw5ZwIO5JGVxu2Rt9aRP3bIcPzq3NDkgs6EqQnAGX+X1864bvyw18Oiwxi7DyT6bX4wJ
dkxYONmlsJHz9ULsFr5PvEx6i9y0X4/FFQ2ieZY2cbeSWSpH19l5MncP7z/RmasP80oBBweYYIiN
ZHYyTMKv4Jq1Wcet4KJKojI7807V+lJEAC3+8xQQjxUDWZDY1opBqlsfrev6kFSqsEEe0lU/rsp3
vxgim3B4KInr2E2Iu/JdYiYFwejD6PcviVYIHSlWWgblLsg8Imwbr/P6vdNL1R47qU8Sd6S5F8/4
NTrLbbCSi7S3h/ZS3sT/kdfXS4mWwNbV/1dWgsnV65k1p4qLSOCncWU2lD4H7n5CL2LdqfMNilK9
v3x17G5en8d+lfY32ZmNkYf8n9y6h+1QOjvXQVB7n1fQY+5Q02YychLJuyJyZzUe66yoyuMMTASO
FZCwt28LEsBDAfOz+bVUEHsiBAD6+IDcOZNxm9G43Rte0efRYvZZsgNgyrTnyex8klY71ZZ7lVja
sm+5aBRuGFS6+DvTObF3bWXWXLPL3neOiyACOWpTyxDYb8xjcbfKqslv267HQKx1Amojv1ytLOoU
jDjEsmWX3nspBpl7Z07EEOaVbqkbp0L6g894Tqf+wRs9v37IxtpyH/nQenIV0yGpI0OoFD2Az83/
JqubXntSTpDb1+ypXntjF0Vah6tlqR/c3jt9ny1eI+8Nkhz8GB4A5KvQGNBwHx0MKIa/5SqBMYBE
bRIiGi8ZoqQsy/qQoZUvdivXMmOfNluMUVb53l++UZ5aYHM8x3pR9/NhrVUVRAQrJT+zqsIU08oI
BAqVrzlVKJRLmFg+m8K/GhPT+MGR0NQs9rwZjvrqzN2O753M+X6sJv1JtMp91sSiqsepShxtnydl
+wNVof43n8z0SRX6gCEhVr0g09qWdemUUoy40kz5lxwsNdh5rts/Fd4qH4dWmxFyOlK7ndTkiEND
imqGBxDlXWguqu8ir25QlldO6mVRbS5VcFtWnvNLr0G49zQoKuMrKI2tbtMuSH5iLlokO6O18ykK
yiBbM0yEvNWPysUZnxu3w9CA8IthiPShDvqdYQgBroskM1+uyIMJ8FXXM717zvRANTeYzAryzVNV
L1eiR+F6kyW29Y8Y7LX66aaZXx+B5Trt6NjKqp6WgIOfWBnd1MKx94LHwV0Xa40WQ8uML4ijzee6
VnZxqDCSatKwpWxI/vG73i/+gMbWX4o8K+YrvS2F86BSWqk73e5gbTRrwStRK272T81QjGlUaw4B
VksujZWbkd7ihaJ1Gu1Xs5r8uyZryvm+LTT9n3qFWXU0s9YvlggvTG9+DOTgdb9E0BQvNslY6cMi
m/6z8JVhfG5wZRho9JcKmKqQqxv7Q98h8Nc9Ub04QamcnRoDg6BKMNy/kpb0EipzJmYxxX1PDwNd
0+Vta491f1t6S/6M/ZGeQ/xg5YdWoRL3WYo6mP7mZgKvWqpKz8JhSZoXYefddJ9Oi+EeXH3W9Su/
L13nuu3hY99CvW3sT0WbDHeW3TlYk7ro9e/aJBvznTGizgRM6sHuLDoQ62OHLrh8pjnA11iBTBsh
yyvzqJS4kt05qd89kBxAY8TBWWOIMisxgtDAI7veV1qJ0wGBftimAWW3sUiJKt6bCUju3tNRtUa5
3dRWOFl60e/A30H4My/3f+mas5Y3gHqZc1AUn1k01YH5CZeyytmtWT1VGIWYE9kEvj8BRol0HCJL
bDxKIBv/QdoV3Q/XU+5C8KLq0EbMVrtEuTnSW7JnbVxCZ6rBmLrUHaydDyme0CLPL4tYmH3tbxIk
bCR7152Onp/kVZRnGrk3c5k7eB15ZpFFAy2T36YgpSQcMFSgZQ5aV0ROka6fc2q7bG9Zg/6QGjQC
95aR9/dI+5ndpZyGmASz/pc7wrXd21ZuP+Kf0Ja47q91FSmpr7/6NaNR7+CvFJsWRon7bAp8oCcK
g1BTZMrsvaLr9lj3r1/TOa3MG0uZiXXlgXf/KbWhxmhnaReHvdhK3J2WSe+rhOffR4pjyQirtpzu
uAbV3+fOJJUqM4sFCNfsPxm00n6TJ7D+nJol+2ZO9AaiIch6Kxq9yWXmjLKqd8LkeACk8QBXc935
VQ55+r0ofRFE04RUn0wncxGhtqJT3tG69rMbwXn+h83T6kJYXcIIW1sadN/Qdc67fNG7r868+gFx
QuuKXqbJvvqeltS7XOJJsy9mv4D9uhBPjwVZTXs6s/tPdl8HP4Q1tGYkna6+Gek2rqhgsv46D8zZ
2MmKYATSR8x1DI0gEfk+KAbzJ9ZepFwAEjCfWaClRlgWQaBCZwA0hbAL0eRK0B1IuDB6ltibQ+4H
ESXKCsPFdJduVyGhuElINPlVi3UBpsqLJWRWUXcp8p1/V7le23HpGnMZTW4LW7flivHglAgM9laF
FDPKc8//7Zmd+cWzla6FKUuYJpwJ1jWv9TjAaVsWNuA+1+DbBonj7PJELGM4kTBOrjOb9z/J7HkW
kLNe/gkmYX5PBLFM+2qc5q/LMtCAXTov+FKlyvvsNXNFOPOyVrfJOkMG9Pt5HiLsBiihsrGlK6TB
YvpODpzJvwoM3HfrSPTark8NeYegeqp2M+XpUWsDZgaFJ+ev7w38jrjNNPluTh0ODCCs0eA8a6Uf
skL0T73tdr/HlLMbdlBh1lHScPjse19Tn3hz4us0No4WGsXQfTZJYOrDwQPDDYchte6KVHpyH/Rj
0ex0SFtz2MIdJ44KLebXluTFJSwEGuRta6WlS9OlZ2NYiq7awyTN7gcxYUq7ZkP2pNvFlF1xb3Bi
k8PdQqTt9U44isTNDm49N5+rbvDwZVcVnYPFJN8X/7mJjUYW4GVPQ13XewgzSbWr/Mb53Ht0FEOK
T6uKpFDOUz5qAqtszMf9w6rZrYejcGV901a+EB597vLIH/X2pVLuhPUizq6/W9X6Q4Qof6H5kayI
coyZDu7NMKr6h8ZNx+FjMQK+28TP9b3yRosZ1qT6YdW6kYSZ27bJHo50qV/RxsQuREqTnl6ZZ0MZ
krfHsdx3dj1jXeOuZWT0TXdNl0GV4SCqDLeeBQQ3wqRxfMI8X9Hchq5+h6X5XAJsO70fktOkl7tx
7f086mbPGa/WmTnbl6tdDFFgE3IZSW1Sf7GPd74MeC5+q2kfPzZ2sIz0ypZhCofAXduwaRfFabuU
/R9g3fmPDn4WsGeP1kvXQy641vVGN6+yZelurXGFvo5+kFNzHWzaSG7i5vSAu6b+TOHVfanLZvzu
JCayN8uolk8k4vbNATTL+1z1wvjqEz7ghYsAJgwR1lDmFrXSPnvQDZ4WAsSxAB9KLDwMqWdkC2aW
1Pbgp9btmtveuKudFUv+dlmbiX7WyiQNQ0/zInHcRG790P66pD6eH3KjCVICVaryqdAnH0d2WZvG
cW0rUe8Wocmez4OzL7IW1/xtKrbAXTes4rsbDMkz9sZBy55OTRVOq0lWsI0b4RIao9GbV9xQhJZF
rnRUfSwsf8qvZq3ha4Sbnc/HbnFK8WvG7UfdUYDb2q6wssV4TpTEDJmnHZJj35fzemCWqvpK1qnL
CyVbEnr/bA/Jd+gdmXqgcCjar7ajDdq+8aU9RHMwFPK2gy83fkL77PY7V1+4pfWmXdltSOApm3c4
t8Xk71vdzOsoG8Ys/Sq7oqeZznnyy02CNXlBay9o2TSJ1uwnXRfofZZymBBJcozcQeuz+11qDp7/
kmymdAerM6dmX/tTX17PqcudV2CrsR7cpDT9W5sG3/TDmfxR2+t+aQYHUgZH9xeCupkpMDQFWanp
5orc6mGKkwK5xHenIZLvPkhTbY1XpYQZEyqqvg6sn+GL7a1Gl4YlUqfurkY8697DCrGfgaFMbc8k
FW4WpjJp5kgbiKWLMQkPxht37Lnp4OjezPEgjKa8EZpR+fhlisa/HRySQSNvKRz3kJe0eDmuW8pN
1B9pEenF3MkjRYQnACi7rtkZXK3ET9d0NOsFyy4FeYKLrX/rUYB+6Vt0KluXs+GwbA1uH4XdNlza
NJKmv5FjXKXPs7blJkUa15c2qtt2bF8cVNRGRIOl54xLSeld8MKdZrHv5KK1P1Q9I0klcakLbmxu
q9Y9yZdaddUpM5N05exGu8e8ilRHlqJtsuQzX0+DvcxbWcUN2+Vyb8ia0s/SeuHfkBgugnXn15DA
vwjy7tSuJ4uvCs3EaZ0b+DT5cCjqwFmPyIkcPFnBqJrftZkTx004/LyGqbMkRoTUxa4PDaT1YucL
rrCfK7sbFb40ynPvy7Lz5t0qJ7IbYTKs6k/XS5h+oWwUtnhybOxsDwPS96+bRRb9vk314WkYtda6
ohvZcZPxy7HSr7sMKuI90LPBL7o2Q3DQLFVkIiTmI+iu3aYN2gv40htQFjsmVHwAF4OW6ykWaCHq
wwenjvO5mfdNmiQRH+4XgNAxfh9yeWskD2EBgBmSMNCz1/CDlfv6DB5Zx8Joszty27+vXg7gMaiv
Hx8IqyKEM6Dd2ICeEPhy228NnS06pn0qoiTRCYwHz4gyZFUXYKTTjiAgoA5j1oH9yIigSa+fScqS
Krmp2jhoAucOuUkQldX4guWtjNlRrD0kj7/vP905PgYfnWmkj2DTrzhjXVJQtVxU6xjTE283W+nM
zrFYH35Z3JXoO1L00i+gR/f6wUpdwwqk8JqYSIKc4BcxVdcZSJnaWVgTXFiD57O4Afmo+zbwB8uJ
kzWYOmhN0obb2IZl+jvNbXGCGIx5PKbrmHLtGxyjwgAoUB+N69kSlLA15QfuL2vyBJy2Bx6slHMb
e+xnRVgPANPh1Pum3L//1s4W/9bp5BvD02r70s4k6YbtrjoMmVglSoV2Ao3DT4Im0gBuLwx1hu6D
m6IY2yIIoP+eAe6OgsDq4UkYK9maf6Ws3aieW5fUNaNnR+yWj3ZjNpMQtmxAd/RwrMzXS2XBZdDQ
57WM16w3n02+tBc4B91PX5uLz4RU5xe+ufMPAJaAvlkk01QI0IW+Hq9L+sFK4MvGYtSsyO08/3PX
NM2H2wmMQhWLZoFWHdX761HcJmlXqDRVnMMZpdJUZOiG1tRlUBgxmb9kK3T+ULTeN/dlNEoe9gUn
kyh7GUCfq/LYSlbCYrNgHv7x8VT9qC8GLWmsk+C6b84BbI4nSL7dgfJCZynwS8TdPc1GzjOTlmM9
lJekZGfrcGvIEPyKh+C2XZ3ujV2STJNB2Fqs1W2/K+1gfjaMftwtbm69JIF/icR/9olt4wE18Wz0
oREovX5jk6vsaU3nInYHCopqFaLBbLfRb6e60b6//zmfvS6+LaSfKHVw+6CsPVkdqTVgfaHNazzb
udjrQaPtPLu2L+yLb41ioHfnKMN9wTg1RM64A+aGToG44Ij4q0tK9Q2nmtm70Nk/234xoUWBAZEA
Mx4sd0/OS0c2uSlaR48TgVammII+nis0rmHdlGtYAOqnocjT9c9H53Czr+CYobMFPcM52XuDknsc
YQpDrKZgOGzpt1HXVfmF3el8DrdjkhmElQ595nQOeYfWXMGHY3fCvn2UAF+jVl4iR7wxCuUTE8jO
Djfo9ARrcu6dpd+MsW1r807NkxdBKBh378/Y+Yvajg6GgXMJbH2609ZVXwLt9WOsD9KLigFLU1He
pGl540OujarBvnQyn33Dm+xoa6kaW6ohy+T1N+XmNui/pBTUilk91UM/XQWpHA6tl1jxVLbiQtlx
Po8eHT/EENuyZ/89qacQuU3GqhtLXIxBGnlkW4dQCecPzyObBGcVRAXOSare10/F5Fl4LnhTjHtF
+tfLLTqZOLekfTQvBD8faZUEn4ymtS85JG9/8asO3FbfbNsFhRWSo1Or/WVM5naRFWLFtVV/dWvp
9lPWrDe6MuqjoiGKz25ZOC8G14Cr99fO+cxuQ+NByYpH5vRvP/Q/Pf+prYtiHXMR6wFlY9XMKjYL
UM/3Rznbg7cHDP5NfeUso1v2emazMhvMqV5EnA8GLUX82W6tni5YMK6XTsy3hsKbBn0THCjCI0+W
puGTIkHPXcRmZ9mhLuWwV37uRUPiX2oWB2+8NqoBFiQHDAt0+0r+M3cYd7TU+QWEa6MqvqMlTDva
U64mI3ymSLtJ+jV5MLzZ+bFkcqkiPZ3aC/5l5x8irX8YURCImF5oIq9/hWkgq1BgpxyLDE3AwVww
1P5R6eBxXu1M6kHQmekv6F/fWjL+/7caVNqovF6PaU25Oc0g/bFvg3voM2JHAja8D3/yEFHwd0dO
jOn6WaGlgDSSuWIUDXb8vm0HepLV9Pn9dXlm/0bRDauRm8x2EthI/F4/i0d/r8G3YokzL0OY3Wgj
u1jiKLHeg0LZc1hbk/GIPYsy2Fj1KgmV6+J1V3mpNh4MAO7hKqkG5AlZ24kpnOSQlXu40kZxyaiD
3+R0jyDMnhKGwCE8/k7W9arlvQ2tf4lZyOIpM9zxT9Uu+YVZf2NJ85WyGcBWpGg6vfgQxVe6GSl9
GDo5jfvAkk7dqNRlne9wzHbzY2+v6pcw8YU4EEcy6lHr+MklSOCNFQYbDPQB51CIws5J5WEUvfQm
WincZRv/ULp6f4Nt6bB//+WfH5tbwjNmQlzVqRFPFWkpaZ7Em+Qypt6oR16snhuRHCozCLMeN4+7
LNG04o5udKk+XMHhhGbxjJTA3LlOBfplAvNJJaWMvWCYbkAXPwVFPXz8O6W6odC2N1iFW9Hrtd1Y
ZipEwfNVo8LYPzPqfa+x874/i+f7LS6yHM5sgdvN64wwI+mCp61CqTdRDO4Q3nhF6OH57+w9ouc/
6pSLQRe8Z2hAG318I+++fiibLGtZEkMRG83S4NhWcU/OlWlfJ4gDL/mcnZ3LDIbgk4ssSwQDkZMZ
LJuE2NvU8uKi97u/OXhyczVPo68d9YXNfockSfOeptYoXyxM86wowyW/imqSFDoaUU75PUOTyiVH
pVn9wHHgdY9qKbsvmmkPU9TXZfZEllMgQ0Wnu0dCNS3ddGNOZdlEORjO92UVub8Da61/0+er6rgK
quqrlTm0nAQJCtoOUyyY/46lRBsPWK04dK31Mn8GILdJxKDJ0xwGVwbptxXhzx97nSrzF0mAdRXP
jUqXT2bjc973CL1nEj+13H5aSc3sb2ZuGVBFTMrX/bwm4xTZBlhpuEhvuZQnc/YpMtE29fgW4r2h
jSf1XT3PIityy4m1Sf+CD6fNdrpcaWWH7Ksi1tXrhgsb3dmyZUR2UuBGXu+mon+9jpzc8ddl6t2Y
zqEyDqNXYiSeoprJI2tNlw+XWbDMKRExkYaZavFZvh4ut8VQKYgbceX4GDh0tOmnOvn1/qd4Vgww
CFUkQS/bfZdT8/UgHAxTtpCZHWvkS0ZzY4w5/TRzurXLrH/U69K98O2f7dMMaG/TyF2Nb/HUOwr/
hqDzs4UbYkCMhJ3QUMeT27zwqt4cBYU3Uu8NULJPXpXIygAxWqDH/lIujxLO1xcl0kuqlLdGwWsA
u2qoTQ6w4+vJo4OXtRaq0TizzP5Y6M0a0qC/BH6cLzsk8Rw45D1vxfap/6gZpIL1ljkxWltzr9FG
iiqjoeFpW5eOt/MHQvvyL4AKkAlN+WTJebRc+fhNJx7k1viQSKEKjHsvnGTnDwQaTHuAiyBXzzN0
ZTP7TM1p9WM7kXn1rAclsWuOUXTlb4x17Kf3V/j5M7H5O3yzDgcAp83JUljg9wo59H68maV/hayY
v1SlumS58uYo3Kgty/L4OXWebOZ+7LpE+PFs+PNLv2TzjaHl8uX9Z/n3m39V0QEKwCZlS8bRl2jF
k02PiFvdRpkcxLQ6kFqhQ57yg8KBoI+QalnWtWcp/88kjfKfROuX4ipL9elnk+OvcIDNsBrQLqvE
OLz/a73xQhECbIaYm8UwP6+/A1FXqd8nNRmApZG5jxLCyHisnbpcvyiYIX/eH+2NqYZ5ircU2yIQ
yZkuZkyXrheS0dzcifhenIOLz83u/VHeeiZUMETZ0WTC7GD78/9c1OZsbvUyGYNYkMQL5avQY4ni
GyLfPIXvD3V+khG4ASaF/IAkb66hr4fa6gXa7bxUxy7qK58CLFzxS7nOB70JtdTR/1j5xY/wjVm0
AZnAl+BjbwKB14O2XdXqaM2SeIZKF3V6VUf6LC6Zl54fL0RgbaFvkBEwcDjlCWdwrCbDSpI4Q955
3+Z5+Qt7dgyyF/wQe/CfC8fZG1NJObn5fxu00pC5vX6qTsjEdrBSiKd0DkJNR5qvp27xrIM57gJj
MG9asQyXYg/fmkt8Fwm/JsUCbeDJC9SdcckSUSRxU3FS+77QrwJzvST6eXMUVMQ4SHmwzE89ZxWe
CbatxiS21uoXnjJin/X+h6/QZDKTi8JhQy+LJuT2S/xn2df64JXU5lq8SN/crbapHarKLS9UyW98
XFRQ+MIDCSAB808mLOtRB3KoabG0zTwaTKc+1O6Kbcna/Pzwt/VqpJMTTXcwUEgTRgo6zMw81P43
qe7wCc+tX0OmGckrrRJt3L8/7JsPyIrHZxQ8AsDz9TSaDWmzmcE0Vkue/AQsMMZIzEO/Rq7ohx8f
HgzJGSktW9sdTcVJGUIVTLQdcHxsU4I8WuSghUaj6t086s4F7OiNNUhvk8oCrIzd/lS5t+bWCjPC
S+JcDgmWGT16c+l+1MefcxTgG5SFwxSl4CmikAfEYI3S1mLM6+EE6gUMW3eWxw9PW8CT4OhOebXB
ma/f0aSVrZuqPL1OrLHaknKDfd0O1m1Lw+Lx/aHOt0E6f+yxXCBQMrPuXw81z/kCSXBV8Syzf2yZ
/AkK62nVW8JNqvLq/bHOlx5jkemw+cHqm6ro9VhmT7pXuggVo+CzIGDgGY83vI8lTCB27w91vhoY
anPA5lqNHdBpY1Plbu6XjgmSWLkiGuA67fJ1+qg75r9dKx10CacrANpTWknatVRWSthxrRnTrvWy
X9MauPC7ZHvhID5/HlAdIFGPf0DLznzLRAsp3+BuglXH+kjwXnldBqO8gLGcvyDOeTpwXE1AkDDx
ev2CSi/JM/LQzDiZMvvQjeTHBqvfhJWxXkqSfeOByF1DzssLonHqbX/+n90cMkfj1YO0YuzENlsP
H4KkLL0P1/NoADclL1NHNeGd3CErd1nItHTdmMhVerKz/yOr3Lu1sJcLu+r541D7cg1CC40qCP7D
68fB7ma1Wq/w4jEz/k5Omh/tUtoXitnzEoJBtsdAZUgpf9qnSlKB00Y3ejHOI80SWp2GwKN0169c
kzVIrNhEYK8Ah+2jNoCb9TrRq9BHkFZxKzqpXcSkGeUwQL+Rw9gfM29+0ucuufB051MIz4gKHZAP
TAE94OspTPwK565uolTpuDMMUiah1uvzhT3ojVG4sG4mvXB3PaC116OwM2U18FIS28ppdovTNlE6
QhF/f/sBpuDveX0d2kTdbOGQSEESzZNPSUfw0GddnsTVJL1gpxWLZxzHxch+4q4wvaS9tH83dqtr
ByubNu03rv29vyWZBQp6lQP7NvLKxazuzBzg6GmoOm153pr12iEpktm6M+n4NvvSq5rkE5dV390L
PTGmQ4pRjoayQrfmO7gCnXPw6YFlKMRqQDXDbCGQp005ihs0OUJdYf8xo60K6qDcr13q2Tt9Ghz4
t3k7j9d4dVbGraOcya3Cou3Gco88alZXM9Yd69FdjCrZk1Bp219sTRMvuRhqBzkS9lqfOsy07GNj
aZnYeUMC81VXVl3J3SwXdz1Wq1E5sSUBXSJnrAdaWyrrxydFmLSFKqUf/w61HIe7ti3oGZrDlH4R
Gi7Zu0VP1vRhEhYJBzXCumG3shOvULJhR+68fnCe+e679Ohamgnsj5VTVFJT2vvGgyn9ID2z+TSa
PPFdKkyrPLhYRPfH2bNXsQ/ySmK3YlZ2EC82JlDFDt/8SoVto2GaYxQK/xWvnuYvS76of4puwkNH
W+fKiZbCcKonadHkIVDUEuiCpOumY1jBMyPVCmtXSainxUHEyQVpxMtXwhmRuyw9ght8rOpPCLGy
4C5DzlfTjTA0eQ90mXm/Va/p1Y+xkzK7MSacQK9skqv0b6a3om2ZiKvTrpXpen2oY7EB/CcSp8gO
QuRCHun49tc9+OhXZ2zH4rrpHQzXEFNpNZwVW/q7dRLGfCgaskt2AoMveWXYM1z8uqd1cl04JM1e
ey00zZ2Dd0wftbOctKOd49qwy2AQNVdFRbF3rZmG5AS0eS23XL3Vn1k5s3nvSQPRjwar5cegO4MP
PuC4w3Hthmbae82YYuFjFt2Cd4q1fsqTxPUjiL5Zfm8vAA63zjoa8zU1+VxcuQUOQrsMJgxeQYKg
VAf5lcTOQHV2g/Gb0mSHN1hfjjeylmUSqdqe8I1ozbWOhjnR0nAerULupFs4SDocbVrCtR+xrOlc
cmw376C5uh4TbZFh3pXWcLQG2FO7Elvlcc+ZUinWSqf3EUX7BD9eIzt2efICyetN4d/JSOW+L2+C
wVXWYdbX1MY1bRbTXmRLuly1qYN+ImyC0VweAxpChBOJRNf2GH933reEsNPxNlhK/1s2FfpnbNiC
IMqTLmtu0wV/hVCv8CsNJwsVVFSuA+tp85SrI99dtCRcU4QI0dJmRh9p3NoSQGBXFlEOGqIit0IG
QLFi5zJEQx4Q1Ago89AorfhsGp322cTypXhMCRMzvgxireWjwXrBXJoQdnXt9qX0wqbsx/o7Wttx
3i1Q1bSdLSpou72b+vOMetKp1BBJ4p7bMK9N8q0zS/jfHC8R7VUu7d5CdELH++eUEe8JbxpJ1gBu
KOynasqqf2anM7qrZbBUBVNaX16gHRflk/LgwD14aALEcQT0GJ4xQOL952PQvvTakho7dEEBtHFD
kEfck3LwUEwk5x4CLNV+jI6qkjuD9MhsX/Ady59qMQTBbA2f+82CZyy6VYR/4+08qRkKNxzVNoLX
Xy1XW0qpu59GxxAhXwlTiBYnC76zDSflFYqzeQinLTDyqLzEno5J5gXjIajIlo96j6Dyv3Q2Oj+a
xJyaeBeuGEZqIjCwqAMIXG+9iUDfT3nvIvFqlRjMT64m0vVqThddHKzSHL+uiTeJhxQxTb/P9a7q
dguvksj1XhnDvl66Vd7nZZogLRw00qlxcJpGnTyRWbN3s9AaXPucobVvOWoT5Co1bclD5ohSXhOl
YHc3lRwnEdcYcGkPwdyVdjhkwjNvy1kgYxmtQI6xvyamuqXodqxfienIl0pai/Xk9H3gfSk7X2u+
JmCa+mejyuYyrmY9H8Nslc56VZvNeF+sSLEPboEQ9gtBb6PTR1OvHG3nJosSnPkyQYvMMsHzD/dI
H5ERTjPdTkcUVKNI8Adts7Sa00PT4Ux8qPukFJEctcm8J9hkXQ++6Lo2mrpUsbBWNIpXfje75F1W
anS/sWNN7c8Vd1rNi1q9alAXdUmzHOiKTc+epmwVzZ2feNejRruA7SFds5gP3Pjkrm6r72c5TOYx
GAhh/oFWqBoOWQEGeaCrUBlWKEotzR5zhccuhPbOqWg02dp6kA43bezmuPRjQpau3zMHOfQYmirR
/sfZefTIbaxr+BcRYA5bdhr2BGXN2BtCsmzmUMzkr79P6W7U7EYTc3Dgs7BgVVexwhfekO2thnsT
rkBZiQ8e/dv2DJzd+ACvpC5/qlMThXvYRiS2CXHEv7SvSJu6zF2qBwBhAr+xLgFNDLWutH6ZSUTz
Df2Nqtnn3M20TGGuWy3rvBj5v7w+Ynj2FFfx/LkpMJRQilRLdghydspjm6bQ+LyZ/srBqpC+85Ek
7UKf/p9FUQRTSkJMS1mcnVfN+tfaKhq039oKMteyuM5LpLZ2GszOkqaHJTcVxNkLta0PKm+nerK9
mbgmrVRMtSO+0hhAUzSsHf+Rm39UkLmdj+5ESXNvi9jDuG6Ja07SpPUnMx2V702CMcZHZ8401Z+T
xXjroqhLPqWKKziWC8Is3GZIi7U/hILuV+yzR8rhyzIojvfFQ9wBthDdQ+Pg5g3NCmTk0VtD8tKu
TguszlfMoEzoU/zIkOc+dgw8GyMFI/F5VqTHV5lP39DBA4DD/bs8If5lqsFcp4my72CJtb+SMakw
x26G8gccqBD1WWBYPycITj9H+CnLYUklSGh0ep37OIL9A91Pb7Jjglz4L/xFk+mgQ6JJP1uxl5RP
RVQIneBwqPXKz0eYGHuZ/OEtUc5V8j2d0qz5XiKfCS1WH5BlmNClgf48GuNHeo34gZfztChfZluH
VeHHvGPfLEDo4vNEwi/2BT3aFGpcM79kTtzlhz6b2+p5HIaof3YUdZgeoC2qTzAacG+LnS7NWWal
+dyqvUmHOIX2c6raNnR2LsgCdQc3FzII0SW/CJJ4+SlCbLH6pGKjbJ9cc7L+QcKc3da3cRl/CONq
wrFNQYbsiVLYsDwSHS/NQx3qyfSSu2lT7tDNnp1TqPZa/9NBve5jsUidSuyS7PFULVoyfDSGrvjP
bd1WCxqz074rg2f2/3hhKPRDib3L/MXlXwl/bNJofp0LBWo//uXJSRCcBhoqDtYOVRJrJHZLuSvr
vu6nY1csiFS0ekWRxBdd3eD9U7uoZJ4NRD0BVwhoLTvQ0iGPrRFWyaFVFeNr5FJfPE44tQMdWISJ
yQ2ijK7jF4oJg7M33ZQr21Oqbme4URf/ZcSja3xxY6urv7cdmyFATg43I4t/r+yjVmo6+GBchuLJ
bvKiRlgwLahNslmtT5HZO9pLxYYTX92o1vuDCEvFPJXc9sAw7Nk6khUaSApk0F4eywJSKh42ZjI8
ZmaTuU9QhYbqQfKJ6n9zW4T5oe1cxWY/5zAlB6dAxzhHVrM7Qb4Deonzw5T7ba/r5RH8sKN/0BWh
hIcyiUPUApFXVPunGok3NfMnNSoQq5iiRPkvd8OsOxbdtNAcUqBIHlMIECZSu8nC6YlUqW5IiwkF
LMGVVu2mdApf+lqYXyLRwnizmmRqn/G9Le0gUnD93UWqUryiuMeGyxuvUo9hCCXSH+B6VKexDvvp
Qx5HToE2JhU9dFwGs80/Wc4EL87v7EkqvpfQFZ68ImuWT7Nld2w3ZdKH10ItUZVM4TXGuzBKF8+H
aJepflU5GHPFPIW29A2NftTjGJY74jbgw+HixfvR4BryZ60j7OJxs7csc2R99jKx9Cjok76SW5Iv
r3vvYVmkVhF6HhVIIzolHjKqU2cbz7OB9AbaB58qESNWoRRzi9Ss+V6bG1olYPepqVBMkQynVaEj
6rqhqo0mDICMFH7lKskL7BIs83BLf7mfRP+uPa6min4LDRM6zChGrcX6FDcdHaF4YdCgZJv6kzt1
PyNoGF8qCLmO3+l19qPK4mX0C96Yz14Wqd5uyZTkn/s/5MaSUxPTqCHZlmy4reaMpqVaAQxUAqRm
K39yMnHko3dHtG2aI3TpPvDiAu+HpI33MD4/3x9d/u2rVQCdTAkGtTgc6tZkBmSPBQ9rHp05YYs4
ds3iwLQkpHld0BVFyKeAlrVVv1iPSToDJlqyeEAoXGHyVWWcTO7dMIA7TsbnhOK4uJ35Ys6IOXSq
Nm9UZWRt52KOjEdlHVASjoUq2Av+/M9qIOk/p51dVSZ0JjSrNv/pci7UdJraPbZ14TMB+vBXandb
QkxXJU85sqvR2ZcSg1TAL0dOseBqKZhQp0mrbJfFyvwB8jpCzki7/XX/Q16V7+RQ9Choo9IIpCF3
OVRLz3gsRzqAIDLnN3j4xXFobHEsEEo5xR3pGwAx9D/uj3prafmCNFIpu9NMWG3ehlCpcyfaTJGW
veYe/aU0nh61vv/HqEhmIcf6mY0Exv1RbywrtBsq4vg5IUa5LrO1vZorZFZKIJxOO3RhTRyYO5Mf
4gLwvwxFD4m6qNRSXLeLxxTWbm2NSuDUoXtAhabzZ0jV1BOiLfXQq6KeA5qUcrKngtjg+l0VD23F
MXNF6dHnFgPq1QPa78ailhuH4dYoFJOpjENrow602idKpRYlx4QvRklkX0IC24FF2uoo3NiN0ggS
dBq+yNIf53I3omiUTrqLg29SKum3Dm2GzxMraZwbE+9YZRxdSjIo+OoP93fGjf0oaSo0TVxwPFxq
l+NqS70A4ovSs4r5GzxSkZ/TfkJFxTIRwCy79BBN2vg5izuxcf6u9yS1ZYnrwciGEvO6QwhuwW5m
6iBnRK2nXZPF07ee3HtHwWgL5HWNhuGM0xFCqg94p7zaLmcZKjNCdlNWng3hYYuKhWk2/YimNkpe
MrXpqLp2nWadY3Du1oNGrfjrTMLTHoUbdqh02AYqEWxEtft+f/VvrIHucDDZVZxMADGXv8s2ZKcK
Uelzo2L2QVdriPyWViR5LmHj8f5g11uMiw60Ax0riXu4Oi7taKj007PzMhoIv7RD4/k9WiaPE4RE
RFcMNS5e6rQI5409dn2CdCqdEETp0ILaW+/tmHS5abBNPJe1UKRmB3kBUcu7Lx5G8ShZ6jSE4aDK
6f/xaBlZioSKm+ZnpBGUb1mZhAdjXnocF8Kti+f60EgcH4feZDUluP9yqBbzYAjJFCWtqlbPaZma
pxqlGW6IRaD3kyDHl8PKpoTx7ruIgSkRYkhG14mdvBo411uY5UV+1lOlP6BSNfp1Pofv7Ts6jIKq
G3BSwg78xS9HcQYLqQ4Ehs5IRNi/jAJRS9dYxFvo9t17QZ6/h4IgKglfRLD65VAqeQsHl6FCr9EJ
aug0uG726/7Gl6tyGc5wsSIE6sIXxoVmDblzUZBqGnfhc2W5+xEVYX3ZA1ygLJxlQHJrt7K2KK+3
tjzJAOAYcCtcrPLP/9iMbavZ7Tzm+bmYluKvsc+XRydFEuf9EwPHIXuQtPC9dbREQ0sTVZnk53pQ
nSNWJKQ+88z/tUTe5pCp7x+PPQEakyoW4KL1QZ4bt3aLJC7OSYKL4bLk31t6nX6XDYGnpf/dn9yN
QwbgTGWv8yhKr+nLJbR6u+8QzWNruPvCmapTZeZf9Jg0pzb08DC49UxVTWzcIjc+HKBtlAFoP0EH
MFYvxexFXZmhmXTOlMJ9qwcuQ3bltBUGXl/8MmeDGwQbBqTHOsIWWptmUuXsbGRwYAdq+ce4NLLH
1lk2Cb3yEVltf2JkYgpXYljcNYliWSjrqHNYnwUiOYtfIFrb+aqFbDwVfgeXkpE2w1e1yduPYDCb
H6OohylQwwjHBm7utN1DAZm/lBmiYX4yRp7xMPeekT82WWvoD661KHjLEHUqewwoiv7gJF027vuF
tsKZd7SWIuEcsWNGAu24voqO8nLiNZJW3kPfdT9j1+tSxGb5ILsMrMh8oK6AaGVmiCo6V2UXOTva
gwUWhYkWzwekKMizUTJGApBqepg9KCBPtJ0Fs9cF47kQUCAV1VSPEIGrjTz4xg7xuB1UEm5UeFFz
vdyXodua7JG0PFv0ad5Q/ps+YVez5Vb6O5tefTX6+/TdJeIIjQp5PP64QTR2npv3XXlGhcqoH9Fs
cL1X7ErozmYLpXZf1REdPdMQpE3XxWLsnvTEiIo9fPc52Vf2YPyLJmUzntywqQX12XmKD0tUFz8V
mLRWIFIg/X91gxp3u54CbBTcP783tjh0f9g78hUB4LY6vwUapCG1t/KsKJnylrMHBzBtqnaYbcV6
t9QFJD7SKtAp/IM74urJwszKnjWy1TMGjP1DN6XRIXGM+khHTNmY1/X35zpCK5jcjbQRFN3lh3Fa
tHwMCnHcEIttHNDw7Q3kiIoxPt5fwOtni8oS1R0GI0G9gnk4qZdqbsJVtBAXd7s6z7FFSAzDz0Ks
mqh90sC4P+L1J+N6Jx4nsPn9VK7C0QqJwCab7fxccc52KDRVHDsaadiFa7v7Q13f7hKaDfwM4AfY
vfUqIg5bNKE5F2dNFM1en5/LutxhtkNxUJaTsSItpAxouHG931pTT/LiVEBOxKRyBf44VTluLRFO
IMU5SrLUjwd3n9i5udOE+Tpwz2+8lze2ig78HilyhwQSfPnlaKVEFJeJW5wJFeJ90Rrxoxnn76Z9
UHy0bTkEUTYEndVBWxDj0tAfq8+I5+A/pVNtBd6Cciqfc+Or3ZiQlMmWEHR4eWTflxPqhwgJZKWv
z0MxTR8Tx4sewgyLlft748ZHAv/I3w4cDY/rNbDKRfYbellRn9v62GkDi1amo29OtHUMZWND3JgR
r7zqSJyThNmtsoYpJlSrkNk7R1SDjgK8xTGe8/nL/Rldp16SOkXKxbIRQK3ZGKPBuxqmNus2k+ES
2me0srQc7ptV4XQ2qWO9y/ArWjZW8saBhvjPOwh8EEbLGgfXOqIv0Y2tz03eqMcJWLBvFYq3x1Tg
3aBznipoR6BZZHYJwv1yaxipGvVuG1bnOB2XfW2Jbp+KYSuYuTEhzi0BL8kkRdh19XWJgVssjV6f
lw4MUhEJ90sBgP5k9Kn97iyIh1cD3UdiDh9o7bU+IMCL90gtzohatwciGm9XiNTczRrWive3x41N
iMo9RQBEclAOWdfMJIa6T4dKnA0kDU0Q7p7iHWZD9FtVplsD8ThKeS1cOdBAufxI05QMKYLl4owD
ZIrUxQhNTFG2MvFbo3igmHm3YMADxb0cJc9nc/A6tONQglU/xMqiu+g6AmnbWLbrewJ+ICRL8Iny
Tlrze6q2QLh10vuzF6aR82BMM0rPidpF42FWPJT1ktkRW2HN9eQI+nhBcH1Ayoi063Jy2HfSXZ2r
/ty2Xn4eiBVo9FRVkm2EGdc7XTqzYuhDBg60fX10G7dr2mJS+zOC2OJIkb734ZS1O8jjW9XhW1Mi
PrYdj/+Bi5A/5Y9HsdXtnkq43QNyiNPjYOgTWivKFvfl5oRs+d5DFuGhWi0cbDQH+GM0nHNtLJ4V
B6QBirOWgROBArf7/om6vnDJ4SxpvYR7BEo8q9toMKy0bQATnQe7LbP9GI2eczRaheTBcvI+OVN+
173TnBfRx/ePTGYA855uII+k3LR/LOZi2tjQiEV5yIRR2rsS/dnyZFYeOJZ5Buv01HT4wO11exrK
4/2hr2MqWUZhw9FcQOllreKgmV3suknWBAhPNL5TGss3LbYQ0l3U6GGhQf+xsY1mB94v3Fju6x3E
y4ksIQfDhAa3ZrE0hmjFVGRt0CvCPKV1y8umJ1u45+vzzppyc8knTeboq3tlmrS6A9nZBpmafBnS
At/aon5z4+pf22rDh/uLeb1dYZRIEKr0qad2tBpMS0zgTKqNKlCTIL29RPMxI69AxUPbwvn/Jptd
5npyLImLp54IY2u1Z6JEL0PTjJHoEVHr7EUMJmSPKnSv7qc6MTMJ9QQzICE9yx4jRvWJBsTQf5H+
f9h/AiHUOt+MJyPEO3PqOgS0gdYdE2WkQTpEhvTOHMUALit1oh/31+n3hbf+8eAHKCiTolDLXp3r
MdLTURN1HbR5usRgTZvC+GgaCCgc8rx068Sn3J7Hu3GqcuccwvxMd3lrDO0+EVMGrDodCLyXem6H
Iz7UUXTIOqomuT9FheY+1mpjmPWnAuVp/dWMQTqclMZNf1p8ncXPYm5PnE7IwPdpHmuaD9IptV4A
QmDjOFLNzj/pGE0M+whuL5Ji4N1SjD+ivH67vw639gtBvsWHVOmxrV2U2qFUAZeYGUw1YC7qnL8S
LVi+U9fvj4EcWX/DvpuonyLV6hFHMzcxRgDOwSCLN91oDicMhkcsMaPlcH9S1+faQb0AuTTEOJnb
uqYuWs/jbQvLoOIhfgYdVOxz3cnffXsQ0smWPsJ25Etr4jXJSls7Lr7L/aTme7RGwwe9LrSN2vmN
DwSFla495UvSl7UoW6EArrLiXgTCivO3RtOXdI+Ge3ay9KrKNwLvGwtHR1J2WWRDAnWxy1dgWLTS
mLVYIGXqvkkIZTDwym98nev7EMaTfGNIKejtruv0oMgrC9RJE2CjND4gbLssyHS3XRKoUWb+Cm2l
Fxu0vutFRJiSx4WomMj4inAHQxIh6JonJs7T+OvUmCMClYrXY+RNZDlufLIbE5SvCpodSAWSEa52
ujEKQewoleBAlQx+ZtmiATeIgvoxms3YBHs+08q+v+dvTdGlRQ7Ig6DoimStK7MnOqxpgrqs648Q
N4bPeeWKpxT/jo1Y4XqXQKrjjYH3QoWba+Nyl+RmUePtsXSBiVG25jdF5kKRa5o5O96f0/VAuChC
rAZYgRrVFUxI0TB5K/BuhfPQaf5kZKBPI+PdHG742wR3FI+IQqh7rF4Ct4goMFtmF2AX8yOyxEkr
ppex7uDb9Or7C/UyLiYIp+JB6Lq+NAR2uaoVKx1csi5/68FWH8AGjxuJ+/VmYBSa1DTkkXGkxnj5
hdB3ApKqij4Yy6l8RA/N8d3IniQkcStXv/GNKJQyJ+JwTvO6S+WoGP9QJxiDsc6UHfAMTL4lGP/d
O4EuOBc6wAnqEWvw1KSU9D5M6vvonWGbglfoB0Vblo3g6Wousp0nLyekTuQnWi1bCpXJGWLA6xWe
AC+dKr3s28rduIyurgeIqRwaYEK0KSTB9PLjmHniJXo/jkFmONRPek094DGGg4mSJ6cRM3r//trd
HA/dBVIKOmDGOr5WVUS9DNRiAuzHvM9U2MdDNU71r0GPs5OihbBm7g94FdAzQazTJGFNBojO6v5r
lByHAs8YA0vM5iGJ4odpSd6mUTuRgn7QQv1pKcyt8OL2oJwsna0oB79cVfTmhVovNt9OVd88Z9nR
YGz8tsYUJo6T0ne69sNYjBthpCbnchFGyrlSNCB7AD1EJHA5LKZpaas31RQ0EeD9QVP3ywC2sy30
7DHsFOUzpijD16ksE5CdRWN+toVp/ppC69v9Nb/KHPkdZI3/X+GXUs+XvyNPZwE2256CqDRtBHZ7
UXxSaC9Huy7USklxKpVP0HLJPu4PfGt3Ie7xm5hPkdBZnRlt6ikP6d4U9P0w48Rl/xSAbxvcJf2u
iv6+P9jVvcYsPWJHak7cnyRul7Ok5m6PfYK0Y0wZ/kOPswS4fsV+C0Pr17tHIhcFQAVjlXtnrR87
hh2ehwvKnxO+DWe8dKCy9VoeTINuH+4PdX3rMBIKKbw9CCVTf7qc1IJcbF5nkOc9gO2vTu9kP7JG
WBs36I2lo4tKSY4rWioIr5Yu1nSMPcpUDbBLTT+Wde48FoUSftSHttiID66H0sk8wdpCkaWPtq52
knjmRtmqU+CmznhIw2bcTzoMozip3s2Ypnj7W8CGfIIHfJ3FUZ7WnAn+UFANYvji5OHwSqiXbAR0
14eLx5RvRG0GXUIK7pdfqB7VJBFZNAfaIuadLtz0W5RI2bfBUI5an4DiBgK18RjdWkWwnlykYFkp
5K7CEvh87jyZxRwkEeBHDybS94FV95UqWr69dwfSEUR4UXb0wTutiz9RNjetBgcuSGiBP+QdmFkE
wqf9/VFuTsglWJBa6khgrFZR63+L9WhzgPzz1xn5vwOoNkivOIVsjHR9okA8opIKPI04m5v58nsl
eu448WzMQTY1C85bXugbHayw+/O5vvn4NKDzcEclxr8C/S44yE62Vy4BLe8vVVcHHZ1Pv5zFfzVa
hv/LYBxdifplWmtee5NrlRtCTAu83p0Ru3AW56sJBBi+E1zRs0ewp290Em7Oj6dUxiq/3ecvV1Gy
Ke1yGJdgcqH47Wq7mXZCheoiPL0FylXOG3O83iCmRjMLyDgfjX2y+myI4LvzDNojcMOyCTR0wo+9
52E61njzBoDr5lBgxABWoWZJsf9ybmOL/6q7zFYgafwnMpf/MBKcDtxQzcakrvcik0LtxZGcB9nE
uBypreYwdAUyjrqjJMek7E20m6iw3t+LN+Yj4QOyTkCrDm2jy1GSuRy03qxcElxcj4aiUX6YBbwj
jC6t1/tDXW8LFo3sD7yRS9dsrW2U5X1rFSXqdrVpgUXrC4jjuWFEBw3XKJwpPeXb/QFvrCCiEdLf
GEE0Ws6rCKMxFg+bBtMOFiV1nqMFDEO3mOPGbr81isulwe3u/P5elytoNVALMZFyAqNzS25Zryz/
VrMs37jVbwxDsVRuOrl29FUvh0kaNyMaNd1gzpPooPQ5hsf0ot+/6eRFK0XXqBiBjrgcJS29DgfL
LAy0BPP6rBDeoSeE29h0N+bC/Sq9dSigM87qw1SlFktPPJfUb45/WcXiflCzKNs4qrdHYXPr3Hs8
G6sDJNK40Torc7FAnrtnJ6+8fYQO9sbnv3GAZAgBfoTEmTLb6rWNprRz4GS6gYqAGnJ4QntGkBRz
0ynbEnb9/dBd5gyU13gGKTuoBJdrWSG7TGslKhCG0MiEovYJ8Uu/Ew4QEvDavat9zx1I0YWv4o07
pNWeddmh94BFR4oA5/wlxt1Omb/P7ld1bndF/Nwp8D/s4musvIYifXA8jOuEMf3dKL/uH8Xrs0/g
KC9NKgikr+tXqHeitMdZIeRbgKQ08jo5j7Ue7YzaRAs8HLY8Fa6/PeOxt35X0zj+q5CBNFUZ5hQG
UWW4E5ZHZbWnM7UF6pH79PJ7ALKnMEhdgQoaJePL04LNSwd9Z0EqsK2HgIiMjkMCr92H6ex9BHuW
nY2uEU8Y4pWvZFnjhlrcjVVlZA4rpVfJzlrtcGCvlY0VQHSmuxAH6GtgVIz14p54LeFJSrd0fq8p
cVStLfYfjA3ZuFkLRqttojtowkXnzI3n6T/NxY74KSpBxe4sjBb7UyYRCw8LL42yn2Fq/rKsQgJb
YjN3D+/eUsDCZR2Y7JG3fzX5pE/hWFd5fMYNVd0P5qiftVSBNYLSLD6I3v7+cHLHrL41VyKdRvrv
NJ7XUIIGhTw6N3ETwLlPDp3WmME0jfqjJ1LxADA0fXDtZfx+f9DrD4yeOdQ7khUaIJSFLzcYJoNO
2tleF+BA2nDsE8SIISI6iRNgq4WSXVYt7Vbjmpv4aq7kYIbkyEjE2pVRUhhLbWS6qEHU9q6ySxDL
HnZN047t4TcZ4WkYquWbqxnC2RWjKtK3xet6+2DDE/zQDdStUYNS8Q4tY4wWMu6jOMwKbiBgLhSv
arjHWYJK9Q6qXWF9S5Y6rPw+IuB50fTBaHy7hzcUiLY3s0/NnFfKW6nQuqCXPVm99N+ucGXD2LzZ
j1bSV//kUx85NAPiNiKjq/ui2schrNovs47PNy6pCvVYJ2+H4qCObtxjK4sS99GCPfVNGTu3ebOS
OMsOOBE43sEWveqe7EkqeSAn0PxqoO8mRxFBWHzMwmFI+ZkOTDJ18BzoXuGk48ZoaK/QQbBLRPGm
/5xkY99jVFi1uOYOaa5lO/A9S3XSk05V/1JMbVQetHpZWiRNlXr4rptkipkfRrmnHuo2zLTXdPTc
6SUW5BG/sHTOkA8oonnK/huNsImf9BalmMdo6ZFFzbW8GXd6YiPTkQx59D3N0lg7ZcVSxDs3F8CT
qOTYmfoYq5VLx3RK53Ri7AwFJ+cwuXliHJ3MceqgH5wp/pKpVRTFGKW6GZ4F2KI2kMkJnnywd9r4
wfNynaPgTZnYTUMCg7ChmqufvLR2nAemnfU7o1OT+mO4dJkuZUbL9rUXueIhRaEv9QN+QeG/QumW
4hXKfvSvjSZJfEhQcI+e61pzw3pnlCFc77HNIfbnfYWWRUuhCmmovmqFPyS9pR5CmsGYUledYaKI
0qrqt5Ygt/sKnCTSvszUlpPPoIW7ITCsuUVYCbFr/Mf7CgmYOC2c/pCADRUfhzwb/l4MNKSfecMG
bxejChTtUzX3Fhq6I1pX2OWGzb7PEeM4tFaZJieMNvvpcUabwEL3oZzrI5+aPWbo3H0PxlI19r7J
Jjs+Z06ajUeVtXdw+1YK529a2V70r5i0Pt1ro+UJ6C15Awe0VIvqg2iTuNov7iiKB1E7bfakxqr+
F/b2dvbS6HgzB1U3CdgjbYwTdx8jjvwiYgFvH7mYvNtVoaJ9HszZbZ6SFOWRXT7qg/Wi89lpA3ao
MTw5emo/ow+F67TAxLN9iuh9akckBAfn8wwNL/6WYP+ef0g8QC57sEGiexPRXLygwI5YScFCdafK
0SLlHA8pXG9UVWzte+k27t8ZciNoKhdInL0oKjCJY0xjZD5ljT2jqaK7oa76ZWoU48EweT21oMdY
1PjW9E2cfB0tZdY+WGGNCGkGCxAP1hqhvkTx8USadbxIsaI5Th6O6T5lKRGeJwfRqN2SoJX9XCmj
eE2oUYWGHxpF+lxnWvs0jdWAQHiBR+/JaTrDUnwXqt8brfxwquCQ5N6Q+0iWceXt0VeKo88kYFGC
B3CS1d7ejBSnPba4q7aVdCxVmLUSZeHRAGWmvsw5t7MfhkUfBjO18VfQ8m6CLJVnfSfQRuUfwOOI
7lA86PYOnrFCnTMWrrefqFeK/aQgpYUWStHMHMesn7BF8SoU2ZwZlzAN31sMoV0Ls+1OjE7gYtPr
PY5qXP9rxGzzxwz1seqHoITnBoqBG+ubNWfpLz02k/QN3k/YPLbaNPwDI87FNxnhKM8f1Vp1d4ob
DeZ+saLZPQ08+so5mbAxelG9KTKCWPBtP1sDfgcnJTWcwi+1SMSv0WRRmcPzs5n2DZoYAqEcozMD
NcPtHqidUxbPKg/mjBfIaC2QWLoETdS46sbdWEf1snf6yTU/xEsy/gOGcngdxq5VX4bCzVyk2JBo
9MuknIf/7j+pN2IY1O9laZlNC2hoDT4UKds8rhYD1nyqHuBjTXtlMctnvIHiwEBd9YSGlIm/0NA8
D6ZA+sVFou3+j/iNhL6MJqBTWGDquVyoBa0jeVB0jahi0wiyLsI7clqirDgQz8CdGgf8hWc+p/0o
+hb6z1iQQX01NOHU37VCmT9yGZViXyZLj8SHsTRYwuMonuHGLXSnTOMDdtG54fgczLI/u27bIyMB
Eqb9pWec1XEq3f4Ytu2gHEDSTBhxQ94yj+wA7/ssjIZH3UkBc/lT33bVru6Rbjs2sBr0EmUr+miN
r08mTt++HQ3OP8WohcsHk9b8+N4QT+oxwnEE8P3bB3AV4imI5iXLUCbnEslxY6fw/Dc+5zd2T3NX
o3zW21OuBve/zVXqwKCSoAckm0SY9sxlzBUBr1tQYUrObaQNh0XBw7mquLn+h1FAzcHRg85Nlfhy
FFHP5bI4RnJ28nh8chtKmZnVWhtzuQpaQWOQLcreAFArUoXLUcYBs0HTqUwCOd0iAoADg1W0nj9Z
qdKeCVq9gL2+5Xt0vYJyVAkIxEKApusqJR486hJodZmBQAiuQj0IrxUfosW0UUa4NTsYjpS5aVHS
AZF//gf0MDMoGeHJYgUAQfrhwHvaJ58HnI+NnV5XM/gaI++Gx0EYSreRDVwF5ggpoB7JFMm7OH6r
KVoClTJ2I1IwS/JPX4xPTTP89DLnvzgOt3wPb48lyzIwvJAAkX/+xzRFOVt1T/M5aOCtIaIUhu0p
WVQPBwoDBQAq1W/v3ZtMDgE1ya2g9bsGXCEKN1u6wuTGoqt3nvQ7R3pQbNyB5o1tIjkV2EZxF0qC
2eW8xiZxwqrUvaCyYfYeIHyZul/qAMt2loVY3W5Gl7F5tFDbzPdu1S686fkMJQ9TLeVRJIkeP7SJ
FZn7OI+tBPqchyP5wVrENOxDpynnR9MWCRJXqTO4gSU90OydHhYIqil56ybfO46mfdSRqvyG+NsI
7VeN2mVHtGK03zRktbpvXjJF4ammRdxjKj9EbWBVWdIhb2g72b4AW0rETOKHDg0OOEgjNpGr7oBc
FR2/J1fmc60tkG7zSSj1gxUm6XJAOy98rW0lH3yv96bkvTU88F4SKAJYAAAMyKXLdU3j2MQaXkU+
FNGjZGejDwebH8nNDTjC9fdjHGoPslwIOHWN5okmTe+Fjrq6Zrdp4HVW/ojiWrW1Tfi1Fy+lnA1g
AMqexEGoxl/OxiAFgICA4BASrdNDHrvJzjT6rfMsX5KrUZAYlnVcCmxra2DRNDE5P3sRRFL5KhDp
PZhJ2H2qDC/euJOvl03GHZKbSjVXAkkvJzSxZh3qbfG5Nsr8m64PYjo6CSq8G4+n/MyXU4KCqqNe
hA6KCrpL/o4/ro3ZHHu9GpX0vNClwS9Rg2yxJ2yERtw25jL7DVw3XLIcpbf9PCu6Dd6o/DCX4/+m
7EsAIpuDNuHl+IaF23fZUPLDFXDaoZyL3rGTPLhG/83Nh6339PoD4n5MhUQlqqJSsi6PQwpty75E
wicU4oem5uOxhCXkLxZo9PfejtIlkpCEtrsUo1q93HaERTCdXKL8PKHUVhT/WuX4btgSfzOMW4r9
9CcAsq3eF8euEr1JFIWiXkJaM0wE0GJ4N72NUX5Xk3FZsSmkrW6KPnVc4eRzdI7KKf8JnKA6T1a+
pXF0veEp9lMMcjx0qCmBrEZJwVmQsDvRWc1y6tRlFXpB3NpbTpo3doDUJ+c6or1ESL0aJpqbvs3m
Ij4rZWx+shbDCDDbms7ukOj7+1vg1lAocVF5pRoogRGXWzvt8n4pWzc+Iy867lRa7EeEbNMXJGfq
jd32e+NeHiNXMudNeZAhRv3GEf1xjBujRcdRgxU7ppU57HvPrAe/KWuu3NzqKW4DV27yH02ppZrt
axqKjP6UdxAHrXhGzXex3Dh/6kAd5I9iiRLtaC8lXPMSDxg9MMZsiDeq0je+Nz+X04j6ONfcOrcB
aFx1Xa2l596khvigUZc2HvqlIe28/xmuB5JRCgAHHZgNL9Hqi9tmsTRNFuXnxm0rcoQi+2h5yZaB
1fU9JpefjhtpCI2XdT6QZSauG2gxnPtcjV4QjJR+ye2AsK0GsxYN01Bs3Ny35gWaECkNcLI0S1aH
38RENcVCFdJuvyDLhQRvckjC1Hz/JeOBvZQ4YzYxaPfV+jUp3rNG4sDspz5/pvoXQCsQG8/A9Vmh
LwJ9RYaUOsJVq/e78YSjVWZfnfWJ5HrXuFOK5Fev959U8LNbPm3y5F2eFqmqwh1D6OrQ3tIvT2bm
LHOfdHCD3Wo2X2rYCAuV8l4pUAtpEFzUQFPnP+OxKCfQfROlKO5ztA3evTFlwkWOgJ20hDRd/gpH
CVtyBgr2TmtHvrXkyhMam8rXd4/CSwQ6ALyUjKLlyv9xM0xVIorQtsJARJn2DOmk83EWKDa+n4zC
/1xR2WtEkgbiOg8ScITVioZurRbhCIMcYYtenDx4VfNDVKhD5qM4u4wPsYssql9ZIV699ycol2k1
tNw5FGrIDqAyrLaOakcOtmkOFFsndZGJnTRq7v/H2Xn1xo17f/8VCVAvt5pmyyWxE6fdCGmrXimq
vfr/R36ABxnNwIJ/2MVmr8IhRR4envMtmj50qPE7cevHXFaaPyRSJcmm37ox/PoYMnMLMjYUQUoB
EPhW75PRHfqpKIoq6IpK2XX6MO50dYo2utRX1pcIpi6B5RXHt/yKf74ij+MIK5W5CvJJq7+jkFyW
u7IT/WG0eMag76ztpjSxv793aUE9L9hBcjNCzVqsYpwQmta0sg2gmv9N26l+1opiPKhLFzicnfQE
OGjYdcJ2P7098OWioiEJipAthcYHva3z6Q4qhg6oZ7RBYni4/kAcfGy6St/YtOuYvUyLJh3mhksZ
gjfz+Si1Ms5OadYiwMmtu41dGnOy04ZjqufDbjKN9PTeWRm0yzzyeRAgCPisZiVz5MtAhpeBUCmv
W10PYp5y7MasLs8DBFy4UEv6yczW4Aw0ql03Vt0miEQXdr5uUcTdNbY9Vnsn13a9epPMU9vetlLd
ctJ6veXOz+LCP6cZyJMS6NRaVKeurVQiANIGoZz16J7/++VEeXQ0F0H5vQYuGxEw0SzF3bbUhW9n
3lTfpF002kE6112242Gs6T5QDHwpmCEPoNSD4HdQJndOj549yfxhXqrQkQ9/s4+PhUTl5lFL6um/
uZvM32T/fUUB303R+Y3CMb1tjdxydqqlUMhFALYVhxbb0RwquZaEp3BsJNYNUae+dNTIKa7XBdpK
YDW70Ue0uhp2iuqGkT9iTezshrAw7LspzL3wYR46uzwSUSdrJ6xhyn2CVCpuZNpZGirwpY6yM7zv
9vOIGrf36IWY7/iJ1OnsdW3yn2GMTvy3MuZu/mIoZpzegBurG5p1eFGimBb3n+rCaMtgVBCF3xdR
7Zl3QzWq4d5oojG8Vc0eAwEXr+n+nlaE8TKGHutWFVQo9kgvGHQylBwlWKW2rW8gXUsRjKLsv5nC
qP/ojZpY+xb56mKXiWma7uLcBcudWjxzgxIo3XtlFbmB8GsiPcWhB4jX+i6yK+FFWthQbc69Kcgy
LHlt0Wkvzdypt3gNVB+bFgiFT8l7y7hnnWBQo1ksLxlzORhges/PeuZUhG85tQFpbeqyZu30U6/t
uuFq8KZ+3iLiXMYWMiVE4qjc0pgnLzwfr3Pp7NphI4IGLTL7VA+K1d4bc2Fnu6Rp7E9xmcluo9J5
ZY4ICyAmyCW42Huu5hiBlcLJboYcr3EVIdvY+orBay0z5vdqrLGczA7EoUZIgwi0unT1sJq40CHH
5xb3w9IPa24apJS+VrVX48LgZfL4dvC8sqCoLFvAdRCGXJDz5wtaQG+dZ2rtQawCRAQpCuVuZ8Vt
aRzCyBQeV29lbWkAXFnRV6Ua1hNxHAhp54NONFL1WDh9kLrYuPuJpoYHteuQUMog2W28iC5naL9e
RmyXxal4LfBilbHLM24cAvLe/IlnMIbkMB9OcOGGjzJLtzKXK+MtWk0QPxFxZW1X+WeYjYig6foc
9KbeRH5SYOTjSxXOuj/HRU/TSBThFl71ckXxxYTXxz/kpLC6zleULqKC80+vBoNlV4/5WOan0o7i
ny1ReuPhd20oHmVoNwHGgXW1ut51oXcm5gx6gJ588qNSxIigOg38oLVKuZGwXI7lLOzZRaWEbiFY
9/NpxY3WS2o0RjAbg7wlrdHu4h4rp8FBauy9B4F0heSHgg/ZEYov50OZzYTCSBLbyKLkIc8GOd2X
rZ49z3oXH5Cx6949HkhSItkiYLBoNq7emdUUo2NuKnaArUnqKzFCG0WmH2tdfwbHIjZi2Ku25XkK
seQOvIko0i0kttVLQlpDrClAVIK0R3tvh65An+/ysM6V57DPwxFMUChU6tUZhfFRi9CJHk2zik6K
iovel3hUq/FI7df59fayL8u6+l06yjrQFyhW065abVxKcJkmS1QHxg5bggKHmqOuONFGtZx2zeU4
lOVpilGfhIm0FnhEYUFwV3UxuzYG3VQtYoQ3NjYIxifZpILWZtvZOHeUOIB3pykEdLUXUO0muhx2
U/8cHCOfD1ldS2ePeIKhPnWdi1FiXLrD52rOXf0lc7Pc2LO3GtxfVG20joOdu7R56VAoO/pHdn1X
yzKE0jAmZfOjG4RaP+RGHEZHYlRW7SO9cz/iCZx6h3AxSnqx6UTf0xUmduiolav4NiBOfk9/pcKq
DYG+4S7zzCa/I0GpggooF/1kEn9lhx+V+1I4w/iLxxlYmqmmnb/PdHcwfZqiib0DmxEZPmYkuHi0
o2H9EXnYuDcgZwuwU+U84AwRtdBPWzdX5n2MXWf+JzcxmPiTRf0sb/vYyMI9jXHDDIoQMOBxljEx
XJVpMf+tavyMPsBgBFocI9dYHA2wFM0vkcdFcpJqUXDPhARntO1DzLk6CvIJVx7knP42h+sd4fKu
1+kQ+QiS5d0Nj3qz3qdaYX5wqlR2H4bEs78aTtlOR7zGaeRniBIoR2v0EF6JwXK4SBXUIT1I2wnD
fWsU8RM2eKV3B3oHV56mRQMbZ6No5P01O1+oQOX1LifVEQcen05x64SZMHEiHKrmEMpBU++7XA2t
A/xmoGcxChQwO5ymwCbTEYaDVmQTd+Gx9FTxiI0f8oNA1xTt2MPW+o3GqTLsGjJa9Z6OuxVBHfVw
7yrFhFOO6irzfFBi+mT7xRnklzU0WnNS9bz5MmG34wUFdchvXpyZDW//VI9PRuHl2sHGgqp9mUdo
RxuH5vVJszqbwPeXKqsNToJjcx4SI22sdG3myZMmBooyhZ5UPxNtcR+3kD/+M7ooLB8inD9+63Ha
3xkJn7fBpcXeTxHdnp1hZZV77KXqPZuZEaU0hkmLd2Zual8cqVCOrkP0UG7dcuCwIFXThSdPaNN7
JR+oAYElIGVEFY2C27qI6EzdHFlWVQVGUhSAlcr2g40J1cYD8UqEoZlqLTQBahZgxc9XSxNhn9lt
VAedCQrYntv4ENZNezLKTVrRtaGY0PKIX2oj6xd2XjgxVN2pDqxpKLGmcsaPc6ZpfzzFdjcqJFfi
s/Oqd0WCuJT2VvG5SVvyDdtrgtYbzAc0SbSjGCrn5r23AO0JRPjQxYOMy0V7vnbEsR4zwLwJTCcs
70e3Kk4Jueq7M5dlFD4P+e5SU1uW9d9qj2JaYjLSJqjHZPoQRa0CrDIHQ4hW7P79EzKoLC01LOKS
sVq2IuoUS4/jNqilVhzcwhZ7UsKtVOzy49DB5MlnQDCj1rn27PUUlIIybWyCeawcbm16LX1oxhu5
w2VCyyiuSyZmIHoObOZ82RQKkGYrEqpGNC7vUSyeTpMGcXJq9f4upqZ7ev/acU6p+dNV4M/VeKEF
qgIIXRukNr5beRUZh1rt241ZXVs7E6Fiw1IXEup6Y3dTXkpQA8sXStJDIwtQnrWzhQG6PKmL4QAa
8Ww7lcfA8iv+2XJcJUDXi7Tlbpb2XnWkd1N6Wr+TcxVuTOiyQMVQVEwJCxRPiUHnQxmdQfaTDHwm
8Fq7oo+/un16mgfN8NVZHUlJSgP7Ne357a91bYZIMFKfWij8aMidD9vldlaGtt5SF0vTHSKnKg6V
eLOS1m5txGtD0djiucpwC7H3fChFzj0+AriZWoqFIxoizrSH9k4xDvu353Rtxy9xdXlRwYK3VoHC
9mLFHIeiDfC+fnDQsgKMl0hENIuCiBFuPYcv2ow8Frk60PiFt76oCq/CX9GlSiJUxhuiLL3Xki7/
ELmOvFE8PILNqfT2uSTNVHg1fx2A5T8OcYXfJg6138KoK44SXMMuMiDAeU0mfSuMlI0A/epZfJ4L
0K5CnHLJ00EMrcFsoxj1XEnxJgyLrpqPnpWRk3qZ6iU7noklYHW1TcOj1YBm992mjZV921reSyyG
6ac7Z/bgx4rTWn46mNVwoPxtj74TeQTGRLcQyyqZiO0LbR5Gf4QS3/k2vpFPSccLdu8MqZWi+tNV
8canXvbMel7eUv4HBkjxeO3VTHoYdipg2qBBz2nnxoM8dAWmjO/eUAvYChUj5D3ZU6uaQBK7ilNZ
lQimUO/2Rhknzw1SPJg2tNV3ZE55Qr9/QAKOy5g4RlDYOT8qgHlnS4yuCCIcHIAXYzyZ1qP5pOPm
/VdLw3AjV7w4mtqrwRC0Y2IpUXsVsxtelUCSpj6wXIjvvqHXhO65xY5yZ/eO8ent2b2Kep59NUZZ
6n9o870ysFYHtKpEaDc45aLArbXqY0P7eYBL0BQe+C6zrDU/Hibd3SXwyZ1DZzdW8QvrxwqN9nCy
tVsu1dG5mzo31Q5NnGb2t75CxM2fqqZAy1jYLa5IjeaE877qwt4L5jjEmI6ngJ3ooChA8jd3vchH
uLodutkPWqsMvGeiQcM0UcbSO9VFoclb8uIu3osp8qisT8CE1Y/jWIfid6zwZPxTYirpvZRGxWPI
VNEhvtdjO5NPQ9s5fywtKn9Qkl/6X8DkUZtL8kx+T7k38bNvjMzzc6x2w0Nq587jCEIl/2QkZvoL
CoD72VxIQR+9abasezl3+Xhfj5Qd3xv94dqAXaHhCpyac7Qcr3/utxH+CrifXgsasAIHz+t6P0/A
8qHHv8UBu9xiDIXmL4Iprzqbqy0NacrFYNjWgiLN089NqYg9JTxYBtJI842s9+ICWErpZIioPcFf
5PVzPq1onDCnLjstUEbT+s8buhiKZ+ean9A4jE+lVptbO3odhog/CyAd6btFm3ctvqGYnQK6bjaC
hPDRHMZpFslhnkX6UcSF9l4Be6IdqQg0Qh51dOrXtacyYWs0lbCCLInUPWqhrt+qfewb6vjr7ZMK
tu5yZiwk/jUuNxwqwKvQ58aj5yEIPQdkkEr8U+9Gr3+y1WmYDxTF4GSEU2/EO6F1jfjUQrf5OiPw
2QdFAj9oN7DB4T9Q1cKoVCbevSjNnmpB6Yq6fdRBanmuL5Synz9q8FlmP0ISpHzC3DKpduXY2PcN
9fsMND7ag/tZG1LbVxxtgrA5Z1AlsqHDIChKkE3wazOqR2gpeZQeAb5M2V6wKOWREDPpz/NUxc7e
1SbXfZJmU6PekHWWAV+hcIHp9znGsB0nTNzzf2V+HBV7HJ+I+eG866UFN0htWhF+jw03/oEyIe2r
KJ6t9Bh6/aCedATU7R+FmngGYBCvUp7xPXStg4LZa3S0rBnoKlaUmbdr6NjjHTzjJ39f5a79s+hl
Ee6GYfQyP51HaAkWD+3/1I62HnGi7OwTLkHlsPcSK9FuNSPqO6AEU0oOUUAB0PapU+QpzmndAlZN
al0J/0Jy0Ew/qazR3osSjatjYaRJgv31FH/GGB0zZfht3n/NMCvzQ17V+WONqugzWQx+wMU85fEh
l4rzo6f6B/0vRK7EH6ye14nslg5VEifu72xWJ2onMp0Tf57UWj8Ktj7WvaES/0YXKyz8BuwRbtZV
kmjfI2Xoq4Me59I+pa2c3Z3XJWq8q9w8h4yN7Qhs69FWv5J+dN6HXEf082GYZFYd3TyV6a2LPlB+
VGN03rGM56E4+HqvCfuDFetxdzCV0sOzOeFJBdNzSqGFvH0c1giZ5eDR4OMfAGX0y9Y1AgjmNRRE
m0dH7c1cJG6HwbARuyoYgLy0afTw9plwrej05DQauDDs+mZqt7CHr+/P8wuUZjmFQJTTKI5wa58H
OJhvdJWgVAaaJQ33CVP12LvJZnKJnSkNtT4p4D+0O7fuk4rks8WCkwqK1SOwHUXpoUvLsf+A87pb
nHKrDItTo6iYKi+SNO2eJpwV+71e10hqeaXyvQjryaDo2Wfescb0td/lbld8TWTff+VyxvXMkaIw
933pZeNO7RVVf2qqutGfuiIzftoR6sZHZYpLa1fl9dDdcGqN5MGsuX4wsp/EpPpdWUpQ15XWpBu5
zeVHo6mq6jQgIKTw5+ricYselaI2x6u4ypzMn6wycz55NB3D2xFyxYytDh3vfVKoSoZpeougjC9l
YXXf3t48F6kq1yusb4AO4O0gdqxyrBqeXpSYnReMOBbsOupcdHTNLTmX5W853xlk969ca/T0oOKs
rr7Rw5WuEooX9FmvT0fgozhFzioWt66wsnvDLI3iEPWhcDZS1stl5glJwkpat/C819Swkub/2JZq
dtc2fU9XPjl2miMg13a3DDpjri7KfaUmJ6vuvr69sq8t3PNJL2NTMyNDdxfw2Plx8OLRlYALsztV
hj0VX71vfiuumj3baYTEQ5So4iWtlOQreIK6vxndOK53ioLWBNZFlXU/0TX9Dr3AK4ELl4O+d4Hz
igNCm+PwEEu1S45v/+LLvUATY9HAWaBRgG5XexLwc45BcZzfoZIrMVhvxlNGfX4jXF3uBd4rHq12
5GUBua3hr9QszDlSmuJuFko4Bh48xheNmlNytBMVs+nq4I3j9PHtqV3mXtSceeIDeIF6T5vx/FvY
dafWg15md3gFOIdqtPVvjlEqxMEm/WLadfVeLUysfOi7GxACF1qicYF0yywjGaAn32lI1dS+SYTG
oVXZ4tNd+WSv+iGLaPpCC1ulyjyE43Jyh+yuthBZmyR4vioat8AKl5+MKjcVBOoIqDOQvJ6vnpdP
bjSDUViq8dONVkfTh1449cdJSPGU5Un/y1K78eW9n4wFpBlM3QmwIKLs54PSCDClHkbFnZtn7Smp
I+2ri+7Vb09ptH3V19pGen65lIjUIUitLZhg+AbLU+GfV0dH9iQkzfQ7EF+1n8wUP0kzi93bs1r+
lvOgcD7KslH/GSXTTHpDgBDv1MSMP9hg3JFGxxddgPn68PZQF5RU4IeYvvIfhOOosa4rQPGQdtls
T/ndUIj2PzuVHldq3NUW/bVZZjctdvHh0a7pUB3m1Iybg22LRPlEYSlzd2Gps5HKxBvxa8oLoOhF
5PQvll3XP5LOy/8S0g3kIybagYYwRXsoVdlMgNiQDHikfjYApek1pd1NeSMjvxNmke+KMowcwG30
lvaVpgjjgMd29VOp5SyeZD+k0e8IB/XQD5VcvmCENqaPFO03XfIuvgOFRWuR8KOOju70hdaINphA
yOI4aElJ9laM7oWQrX6oazt97yd/HerV4RA2Cz2v809O77fAby2KA2EnDiqrJvlnGP8syJ9Pb3/x
i2fRMhKXOagpWmFUh89HyhIrNb0KwoTA4cgHyxt/tZ3IujFTXduPzSQhgwzDnTt57UZ8vTg8ryNT
xkdkhCzCXs2xQLPeHWqWc7Q694YTpp46cL4bt/m1UWgYIGKFM8XSPjyfH5Z5UE7nQrl1o6Z7rN2x
fwir1HnvNchcKK4jALzchvx7PsoM/lEBfazcojedPDbVWN/lnbWFyroyF4sOAXFmuQUBvJ2PAoWK
9DiTKP1gG+CckqqpP+rgeeybt/fERewGmAsnnhaVRksNjtP5OGhnDChypFGg2Gr/A+l99zvOBh2e
BnKcnE9DVYj+NFtZuHXPXzlhoGwYE8Ylf6zxpbxIF1JPqEDAaxeYWRLX2MwXLSWB1vOSjWB3bTl1
ipLklhxmHquraWa8Y0dQpoHoHK8/0irTq71V2YSct9fz2kAUN5BrQ6FIJYKcD1SHWVzkYchAHmba
CJ+IG1rN6cv7R6F4/MpRWcopq+lA90QxuBiiQDrKX6/R00Omh1tMpCvhgp7l/x/EXR0n4jsMPNC5
hAt7+l54gkKbFcr+Btpz/LNJOmPXaHZGiDR5yb9/ggvIioQC8uRFt1mlM9FLtwIyXAvv6HAj+g3u
4BuvrGubn4ABnQIVI1gxq4AYIe3RN3EbB5oziWPVV3Lf1M9W84huvXnMSYQ3pnVl09soEC6UU4xe
YKyc7w7aSxheWmoS6KFp/vSMFt/VcbRn/UCDY9oyhLjyAclnKVsvOHXq8cte/SeZaMcIYpbnJsGU
UPkaZqQ/8MGs933u0b9RU+0mpGz7JU3jNNqY6JVjQNBCJxavF9D/F9y8UmmElqHVBclhuEHFgaeL
VUUbp/rKcmLnRMJJzxv2wrqF3yDD2KUJxDOIldpJtcbfBsCxQ90m7vvnA1QPiVgIMZRS1kCLJtbk
ICcnDUZPNo9ZXao/wCOlG8H49QefpX/4OC+0v6X5DWhrfU+OHbFyqtIUNpOj4AcB32yID8JaOhuj
66CURAyn8TVHhmJFu75TppHMCdg7vc9RGfE4bwaxl7pN6W2OB2Q3jdSlsKSjK6buW7P2tLuqjrtu
H8qODpAK7udL5Xrlf7Joeig3XmK+zICjzIe0VRLTn7Ehnttd1KeW/QkuO1lgkfWWfrQ9q+1u7MLI
m49lNhtf40gF1v92GLh4l3HBwkEAAk2DAcuAVToMrJ+bOBqwWMWPFK0cMe0FPoP+pKiPiSy2+IWX
+4nUA/MlkgfqEXDDzw9MHdMxSZFVCUQJV0BN0aXB1DD34exv4UIuDwhDobZGVxEHJt6c50NBZAyb
toZl1aPVemytPDrVVfnn7eW7jG80LzwUHcA5snfXAqytWdlhrqCCOhVucjC9QXwfdDe/r4pK26MD
Ozxmcb+l/Phq5nS+idm/lPcWZAAX4Zpk3JnZ1FDXgOsgsty2/WxQIvGoL/CUWyUpRRr7mTl43qM2
6nHxEYWs2gRqaAkUFEpVDePPOJX26hcl1bP5e1n1ykObzaXuj+zeZEe5u/1smv10X41wCyFLuSh2
RaIshT/UoY6ykVnC9lMrkX3LKmRufYEicX+KI6XYevpehlho/YuMANUxkETrwkHdDiSJdtsGVu/U
lh+7VXc36bH6JKNu+qL2tTx1XToPd0U8CWMjXFwCbMlEORoYzlGz0Igd55tI07MpN9KeFq+JGNt+
cExBu8iYFfu5Tj2Zvcgkr8V9kzVu9czST9GtJrPyL4Du2PhqN2LSd2pCCfb57X13ubkXpy8o5uQ/
VC/X6YlHxup1rigCaVCv0Scxf9DQdfjv7VEuTyusMg/kNA1nOmdr65LE6RPwW3A5nQkIv18DGU12
Y8Sj9gb66bzlVXEZixZsBlrTcHQX5t5qsdF70Y055DBhHVyXB9NVaPdYwGfr3Rzb41crM6zfb8/w
6pB8VpvNRVRaY+7cOm9HDw3ooMXVa9cNqn1ohNsfq7J2D02abZkfXR1vkSgCO8SluiYJ2lglFMiB
EZTGIayP6RCHX/SsLJ5o/HLFJC1tlI2L9cqQ1G7wbodZzwFaJ5lVq2q8c5I6ACEtbpS4bXe60cY3
2Km3+wzRnY38/MqmgaGOpg55A+jXtVYKQma1aNy4Dswpa4+alk8PQ9Y6dwIhu63jubwEzwPhQmYl
uHMUSC7XvsV05sxRtSUIQz0CYZJKa3JgFbj2y4R4qgxSUbsfO3OoPgLLp+eRFWzbndV1ZnFMDAON
RcsR3YTxnRjKw9tb6/JqYA3oDIE4ohwAze88dBRCZBml1jJwm0Iiy2scRJE2fylwFbuxpRizl4Oo
N/Lta4v/76BL3PgnIUUZVsxdCAtOxdvqKPLC22tlhPKmqlX/w3cm+XRflVQpES4/5Z+hJoT1Dbgy
UN3NUjuW3BeBrhZyj336lu7Ja0l6/Z3J6SnmUleB7rCeFs0u0C1aGYSoqye+oyrIRkZGODxyflnc
FsudytelF/439ZU73uvzFH2nfmm2fpjn6Xu1kL1FEYNOHwnM0rJZJ6tKPHiNFkLzr9GK9JWOKtrc
Je/1Q2YUUEKLoB1McbCaqwymU4whRi68DGaRYTRqmQKwptOc3t6nV7YMKYS6LC8JDFHw/Dvagzkr
g9KAo46EcoPO9UzgK+dAhsTdt4e6cmstFQlSSnIWlbTzfCi6wnMfmzb0b9r6wBRqLLnr3HqnVMCy
bLB5qeugc7cgGM9HgRwlBCoWCBYMDSL8Sm08yjkT+7fnAouOv2e1KSmO09ICuUK7e10fL7zeCYEE
DwHmVPn8PQHiPv8woDuIe6OIyrzazQrX97dcZEpBxzepG3Fw+1nvd+WEJegnddYwUMPUZuwPdhK3
Cp1WjCZv20GZ9P+KrDa+AAKo0hPVNhzm9TRTtZ0hrSbazWlsfFbNnFeLAEniPvCYT1FztcdGcw+t
1QAm6vBUsG/ictTau9bibe9TMCkFilykKx9spZ2rxLdSLXEiXzTAPVNflKkSnyZHj7R9PqGtuq/c
3qwgspT57Du91ebgAEXX9T/Uqp+cG2l1RRkkSq4mOx3F7PpkWkNPiA37TkLGi5tiN/URGIgwB7Ja
97oWP/dl4VSHjkTS8w1NWNGjxt0kd2WaTvlzFAHRKv1+TPTET1V97I9oy9o93iGhWd6UTe7Yv8ta
nySsMXeqb1HQLM3nArEx0NI0ep3fqaVGduCklVoc4GEk4R9m21o7Q7ihDV4kNFQq8GWP0HYiPSTD
ZqRyjzVf68GcIhF9cxu7/h4Os6AonTWIkLaUzZsTtqnDj4nSbr23PGmb/ji0+JM7iak0N7GpyOTJ
mVByRdIRP8jWN7Dky0/IQepfo36EZe3bSZ1Oco9wbqf/gUZM1EKXDUlW0efOZylnz0JztwXDUrbo
o2RJiR+dW0gHL4zYFjiwY/+WFw9zx5v9FKphoftaNY/N0QjVRtlnMkycL+PA3e4PtiHmJ7CfjcNK
IeC0A805ad8bgyqu35tW8mM2klKHHNSb9QEJHtf5OumlfM7VHH2ZLmvF/OCpschPHdof4wH3VW5K
35Et3Gl/bLq0u02jSuluRq3ukXZ2PCIVdE82nV8DJyh8g1xuOGJ1p/8ZDHuOvrx9Cq9ElEWMgLLq
0qK66OKbbNuizJSaiyFFoV/MPUrPUdV4G0nUlSDJOGBJF7Q3df1VTPFQ0i2xp2yCfMxgRCPfjUTy
JCEL+dRI6i1k6ZVp0bXkhQyrD1DJ+tED4WTQ8UFsAqhqzV6Nm/BFh5GzwaG98N0lUlKVo6xDgojD
3hotb9ahPcY2spXANbzwCXxM9x14ufacA2zrfkZ05OYPZLLFfDPVJY6PVeo1bNm+lK51WxuplT1M
k5s2O6+moRy03IbdTukc/Ssyfrp47KZhSndRi1fu3k7MouExFIZ/k6jPUSdvFCP9bHWzGn9gxxvd
QzrPtrxtEwCb/mj1EFFVpUMTFaEAN9lXcBSK27f3z1LGXcXwxQp62UHIP1yITmqd5rW2OQE+N2t9
UQpHAiqNXFqCFkB0JVMRgy1s8EdqbEBjsxT7z9s/4PVTrn8B9QNYEbx6wL6udpYFMWJaXAcCZB1s
az/OXv0hFEpa+Hkb4ros48xTd5NeW/euraTznSznut0b/aRrfpUVNAcdV2kNHt9Rme5spQvloTBT
Ye9QqWvikwzb5IdsxvlDAdx8Sx3oyiVoG+jucqsjjAig5vyyzVWcsYaebH8Ec+Q3Vb+vkBTbRaK9
J9u1NnKVKzk1zRq2LYQVjXFXuUqGOq+G2DLKVM7c+ha7el+jYT/TujHn+Y6DtNFWW56c669Dhgf2
GYgXRatl+v8kubwO4iqRGfElm9QH3ZAlXEXRIXOfNze4janBlM0uyLjO3tiZV0IAtj5IrmCQQPt4
3TZSejtCrC6vmSr1xhw1xX0Tdlt8matxDbIMrTZasZeIsdIYURIP68Coyn6nCDwi57JV9q6ajhsh
9NqE8LqgMI9ZEYX51VIKaUbU/xkqcsOh8Y001E5lZvYbX+zKhuQtiHAJSkMGBblV42aEiotim1UH
Mg4fIGiU36Tp/jXQNLs1xyzav318LycFOYbigc434om9Llm4aZ2iwOcI3vNtfpuDVX0YdTFt5M2X
c1q6DJTHQTHRYFszV5rIBJiH6kpQjln4a5EpB0Jj5/WjFpqhujNCT/54e16XcXE5XRwzuI+UvtZ1
zV5DJXzIRhmofdGMB2k2crgp274wD32WR5EPXsBpbirHIURawjXkLlNkGH5++2dcnnfK9MyZZwmw
KGvt0Nuq+qRGatsFfZniJpqr5iPoYn1HLe5VnS75Hof2tHHyrq32IrDGNU/hGL2H8zMfeXofRlLr
II8M6RQ0qSrBqXmpEvn4tQ7RDQjSesv4+DWDOI80C1t+oczjeQVifFUuaIAxyQwSTcBNGivPXiJb
5QVBCik/QiTqo8+VN8cTELSSGhWMZNztZ00qage9BUzmLtdMOVNlKOofAJ+99FuitwCWW9xdo4+D
7Gz3xHPS/KGGXZTA2qEo/JKYveLtraHOx0clnJJ2oz5z5XSAvkMOm3NGOrOWIQkbxZt7fCsC18La
wh7y+WNJ9WLjDF7G6KXUBLoecBQ75bVa/k+M7qBo4xgkZdDw9NqXZAzNLiTx6X1VGMlXqxjzY4TQ
052Mnez9bVQG5xGI2xvVNaQYzjdLbw+dHBUhgxkg/Kmk6OPbDhpSb5+DKwtJ9xRIBPAV3pzra2hO
FFpFMaPYuWIGxqgVX9Vamhv54OVlsJTSF2VbVL4WdvX5XNzRi6oytljIMp2+GHY/PvA61G+MCn+I
/2FCNsfrFS7Dg/18qJhYMejClEEP3xRZAwhnjZHrx/9hFEqQS+kTHu26FClQtIsLI+4D0tB+H9XG
gHpttVUJuPpxwFKC4wX7Tb3mfC46m09P47oPkN/2jqk2iRNeA/P3t+dy7eMsTTqXmw2A0QXsodXa
NO7cPpiLVjx1vZ5wZzsV6DFL2SigXA5FuQlGG/1A8H+wMs8nFMrKEXM6EPylVt4Wppv9DoUOZYL2
3cZtfXUo0MF4TS2dxrXyL+zSqPcEuCieBX8cWsB+bDXUBnplyyH08ivB+aSU9rrjgNiuvhLAqamr
zGQRDEKZY1Kq3PfQKDm8/ZUu747/h/wCUE5CfCFKEOljmOKhMgRS6nLeFzRWTvAsKvUpifi0vJMa
M92/PeblJUlGDaN66eAuUOfVfQXeHtJBzpiuEPbHye4nX5bNYpyiZ4Ft2MlRcauto3VloqCmUAxC
RZyMbt1Hx8UDNQ8Y/oFqdMAZY0R7c1w9nmLXbu7DSt/yN7yyUXgOo0u7iGYiRbyapO1MEDp6dwgU
CYNF2ngreWEVHdO29959a/Hy5mXMg5/yPRHxfPtnqI5AtCrGQLh6dQOHYbyFQbqF/bm2gFA1bLru
aAWp6yqlZfbwH7J4DJqqsyv8QjLccyqpJ1OQ6I58KeZcfz/GYuG+UcmEbkcyue6+lz3tXjttEHDO
QNiGsCkRrclyM9u4rq59LMA3HGt0npjc6mONZpWiX9+NQWhUbZBFtn4qDbTsUQxqNjb/lWUka6JM
Yi6iVf/H2Zn1yG1jbfgXCdC+3Kq2bpXbdnuJ7dwQsZNo33f9+u+hLz6kVEIJPZlgZoAEZpEiDw/P
eRcaTrcfy55peIjKU4O20qynaB7SY9S61SEmOJ4Ho+h3xtuYGnUgQiP4chDf6wZeb5Wq3SD0Gaj4
LPw744KFhKCwiisPAGvnPt6aGxJZlil5RZTm5W/5T2LTlm1Ysyu0YKpL5eQWeHfnZpZ/KBcU9Gux
K5J8H0hoAFDhAhEGq09fg32yKOtqJadtpqeu9V6l5nnUyDe+F2lePgtAp5+yGf2gx9HrPi7LZiju
Crx1TSnPfjvJcgL7hh3UGJB0qyctURU/xMPi/OZReMBL2Ct5NLniCoQJ/SVZ0hyjWrNemvmJ7hDS
EwiG1MObX7mgQVAAYwwAIRRjb6fT2Thr5A3HujF6OGCaLT4uitK8VZUGlBSrRuOfxqJKs/V2FHy5
zCTHKC2oXHIaXvDmUSDU7Jel+VZhdu4UIOyUCcEVQ2Bc51DUpLQInvEUdMDXfViRBb4zWnZw7Kj6
H9YOjIdL+JVK3etublZSgZ46dQoW2OV+L5QULQhn77q8P8GyhssgJO4k1GuEYNGq2tLOqNiz3RX8
LUfNV+Jhutg4SJwe77qtoWDrQ2cn96BAvdp1o2tlplPVS1A5Ll1fMo+o9yFvjOllAP/495tHM4Fq
oAUs5SyhitxuCk/HPozlUqlVeUiNzXZ+bMfRPWPX+FY5dTYFsCoU4gkX4EPWBPG2Sut2TEc1aJrQ
O+rYRh5QtyrfvnwAlzlD3JO8rNbgmw6x6KnClgeIY1Ed6LOjjZuL5WKkyp68410UopfL+0BWcngt
6Gumtm5ACsG7zAlcytQ/pynujtUYp58ef6H7UWCBEFpBFXPhc+3ffqFwNNOoalDIbKa2uVD3X17c
roJ9+HiYu21n4EhHKIXOLMHf66R67DM3G5WUUoLEs+SxhzeoUWOSY817G+HuiuIoOby8aYTz/0BJ
3c6oN/KpGSxvCPqkFV/sIe2PXbZol1nNunPblntg+vupcXSRF6X5Du4JzZjb8eD2Iz+RaWNAg1l5
MmY98ce+is6T1u6cpq2Z8R7hWSJ1tTlXtyPNNTTA1FLHIMGM+kRLizZhPJXnSiurb2ZU7r2If1cK
bgpAMiqRLEnpedrx66k5vbqEDsXeQHRReIhgg1+dHKG6vhTlOxes14+0n60rmnYerGrdu9AJHS8L
kLkg0fEQnI3CfGeo894pvMsKWGWcMlC01PjWlrMqTEWx05e9oUxB5pSzv5jGcpzKrnwfVfl4aFBc
++yk3R479546RSWMG9QAP4QrCL2Z2+WfKquuIYPpQU9t3vskkn7Ov2QG1NzPZQkF6kfoLmZ2Bllt
6i/ULWYUXrraba9jhP7zqRWdJbDgaUiqvcbUPniI0ZkH8FbmQjc7x1N21KtQ/Ooot7o+Vc5M+cdW
QitLsRSdVKj0eZI3h2hsY++pi1O3PvV4BBfveoxZvG+zKKvkSA5ctj7PvUz5WSFdHflxzWk7ovAT
hT6OE7MxHGuqU+JQUiRt3loSYHXAa4DPkyfhjkJFjT0fSGeMwEUCVAU8oPMeirEOnowiaXeCyv02
YDCQ4BC2eK3zbLn9ICJzWiNdHKl17dl/GZ1bh5/qZjSLox5aRnFpTEtkAV3LeY+oc1ffY5q8k0By
kIFQ/lql+LVVeGEyY6eRNK7pG17aPuGUC5St75uXtkcD82DVVXsqU1t8ehxJ7wM2EwVny9MaThdT
v500QsD55JqVEZRIhhxgzQ7PuV3OO8TH+1DDKKhF4YYCzp7RbkfRq2XKdBGbQRTqc+J7pZ02X6h4
Vh6jwVNHuiYfp50UcuN74oEE6BdzD4oV65KipaBHOo8MylNw7g+LjeYXzUalMA+VPindIUPMJgS1
R/x5fryq9/MlemN2Tmnpt5fH6oNWgFkWazTNALyWbRybMilnOpz4CpyiIsqFbzZh3RwfD3p/cwAJ
koxDisTS/Wf1KT23B5gBDRxck+c+t6HJMHD6n5Pc3VOmvN+wsqvOe4aXtglKf3VJGdYUNzXdDBQ2
cT02dPGhzqqv44KGvzlEX1sFJ+dyMHd20f1epcwu1R9IAHnGrd3UpYTHmBjgXmYbqEeCx9Fx6OP2
rQBDCiLgBaQmphQJWvP58TRTYa0hMTE6bnuYKiO8dGZo+RVSpTtf7J6/zyuKNAZbqN9J7Rrm3po6
6LeqcYNcDfP6327mfXBIgVwBWaHX7VwAPwtxzsM8do6iCQ0NjXPaEWiyWLl1mZKwr15sQ+h4kfdU
WZ4KQ5CpEsXbMkNapcICrLOaIt2jHsi9dHuVy8oO8ZIKEjDmdfdsSrwoy+vCC8B5tVOQqqMFtwJ2
aHrMRluLr4Vbac0Bx1y8bFwF46lT2xfh18c7/n5DEDERRkWBSPI1159qRODIgdIlgkQt+z/CtELD
D0bKl8ej3EPkJTIRECQ9ZLY8l/Vt9NLcUUiItgiQleVQAR3DctuyMpyJ8oFy6BP+EQjippaEf4wF
vpUf3d5AvWcG4TU8K30zPOtNquxVhjam71LuxY7JApwHV+L2d5U5vh8L8g5BPocgEngze5U/1vn4
ZrCO5GBIaQOQyLJcvjru3VzGYYWt7hVJ2PSgTW1/UWqEXh6v813Q5AzAW5JIC0ozVBhupxOOWYlV
SUVhgVbwB6+O2qcKAvN7zcm7K2733Z4pw10UY0C0SUBW0QniPbGaFnmushQK5Uhz7L2XqMPT54Jq
VVX6c9yhdl06Rfqv2SwzOkBsrp04c/f1aKkDWefG5/tJRt/tdFEUToVSgq/A7J30u6Ari0aLlxY7
ac3GsnITkddKKRiEald3b1nkKd3VjHpeFy3KOdNN0fp6MpQv6M1FxtkyomnvfriHMyNRilAXLfbf
3bx1HRa9UCy7Z3T9pzGZhkNTJHV6KobIe3W1ydF81+3DfzM894Dpgbk7AousXB8L6uRbRD9eHB9v
rY21lswvHH9d+lfYzN2uddpWkZOTaQaG3cJBsIboWURW9fR4FLlfboIik0aTVSKNicHYy92OMikD
PMy20IJWtOlTVyH+0cTCCzS2387m2di6FNUlawVULnfI6uiLYmlzOvVaME7qcIztxEFMxUKSWpny
g1k4xlFo6vyhscM9gvzWJEEJwgaF3cHQqywjsUcj9JoGiTlklV6A/c4fJAvtV2GPw1vvewhRPBZJ
ZwC7SMWY2/XMu7kF4atpQQOG9Qn8gPOkZ0W2QwDd2Bt01ukSUX6WRPZVUUlBMqXmGcP5SKrqEjf6
T6sVxs4G3Phe7DrijKy/0KBbfa+4DZ0yVnjshfagn8JWr64gW8G+GZ3d+nOqO58zHINORdhOO2F1
c2hSYKkBII0KVnsf25lcEUaoS4BX9rHKkXS301z7uvT28E3FHQlzI0+AHLb3lA83Ig/+T1IzBuQV
FfDVeRCN1cWjWLSgEObwEsZtdB66Lv6BADXerkv9VtdAbmee8SAtqIJDVVz7CQEC0zSpW48yv6O9
5krdH9WlTnBeHMAKPj7rW7tGVsHZMXQkkYu43Zt1F6qUXnETCTEtOSZ5Gp3LiOzn8Si/FWFWIYV6
nUF9FX4gt/zqimpnYQNlNvXAFuV1QkQlq5RnI1LeqWr4NVeskzo4/9SG+bGPvL+0xvUxyDj1lgG9
tdCdQ2Tv4RO35g0OjDoinUpeVesfpE24oxWJTsemKw52J9JrDpX36fG8N4IM16IsjPASp8y3SgWU
Kon6paqRlUzy/HOfhmkQJrF1WpplD96ytUklFQ/UPAt958KmqnVfJw5DqbD4f1KhGgIjWuyvIhLJ
cyq87q1PQzp5wHhIJomfhJzVccyEopqLm5pBm/f5Bwr06dFDgfBQKqo4q3btvD2IyuIWZS10RqGf
r+K1ljRaiLWdHuDcvOD+aujHWDXfLEDDrACIgFKiYcjbd/XBGrtfYjgPFGocpUXZVEuOi44uMppO
eyLXGzsQcXpw6ip/y/N+e/Iq3RDQzPDWidqi/jQ6YfhUuWO5EzU1ebmsTh5NDRBdxEzeZ3edjaEe
zSxUjSBcOu9CP0JAnizEhzmfh8IHLtg1yN8Yka+U8DfSoRenUceH4/FB2NidHADyCW5cotda1W5p
qJmWJdqa2cRTiEppKwIFFgcwn9HDmdRM9uTYt5YXRVyTmINm+V03bJqNRiuRGAUVKOajlbj6oai6
5fx4XjK5Xa8uWBVZ5Obtdqe+PjhNlRh6aAaWNf5tV8qXerZe6Em8ct1/duP59fFwv9+jq/F+ozh4
yAB25jF3u2mcPNeNOawssAjIVV4QnBriZ95Py3jsKGZEx2xJ0Jp3prR65uUWqpcxxLfvkC5NVfyy
oiS3nxW3b16rcLDMzwDuYvcopiFWDlqlGO7FUUbnQwfnSWax8YTbRGFnetApaqb/OWQJQkUky338
0s5x6uG5aHhfLHuZq0MVZWROLc6v3bNYdDW9zFFrQQ9QBjd/gvc/dD7U9Xj4btSzif9NOygKcV4s
5TGaWvN7NWaZe5p0tXOPRqOYwCZhNMGGRXzcPeoNTwM/UVCJ9U0n0tHYmhzxB1+++6Xl2RQe0zpP
opMhEtQZSWxR0xor6lbnDMRN5s8izT+7jtD/nqlBj4dBN+f8OGFQw9NBFcp3u4Ke+sFSq1B/KaO8
DfTQqYpDX5vNH9EsRHUwIrV3fTR7jeyp5p3yo1JUKhJ2l5uRPxMn4T9pSvp3pg5DehnjSf81CDhj
BxhDjUfgGlFfzXMv/TPMPFietZ7n6hELtt7ZOW4bm98G40+yInWN7+pa9GyxtsmRM+4GkKVF5QD8
Ge3l+Hg3bo0iOSmsMTXRu2SwLKjueyObP1R0y1dnaNGKOe/pxGyNwk1N5sWbnYfJKiQPwCecBShR
0LR9dDSGyTlNYtjzNtgaBdwhjyqySymicnuwRm4Wz1UEc7HU4cuipuP3fEjD0+MV+61Vuj6/kj2C
zSCf5S5eTJQXGzyGqG0WJvLKs2yOvZS8UihcI2SiH/E8AxjT2hGp7NKjYnlM8Dr8GwPN1jhqiZO1
X51K7/9WqdEke79u466AH0nUlH1cFZDO7SJEcwmkSoBbtdGm/VZYjfZpThTHQW3EMvAzTVrVl0JF
P+dmTM/05OaAVsPeQ3/rUyABB45e6ordUYg7OyeXQew20Jtcew/5PvoTrQFrp5ywkZrRm0TRDq0I
ChdrFPfimgolExJAws6vORHhZeDsH7J+6HeWdWM+CKhQcYIbIlFxq8wF0gEAk1roQTSNENKswj3k
itPu3ERbo7icRM4J5B4Oy+23GywrLQi4ehD3GjjCHO7bWBKuHm/gjfsOWOv/j3IP7htR/m1GPcjL
cXip0tz+DMNM9/MxXq5a3VZfsqHce3RuTs2EekW+5JFBrN4ofZguedTmTK10e19pvempLhxrZwE3
NgRAUKBiMmOg6LGKM6ESdaZeTkaQCEs/jqH3XVVn4xiXabSziPIYrYIAapMUBByblzq77/ZT4dKW
2A3ANdjigDGVOrPnUze7aXse2iL9YNfK5yJammvSCPPb4++3sZQMzezY8eyR9S4xXB6zGV3AoOEB
fcoI4SfsEvYKkvdUOVkcYHIIdZCBUZO8nWGtzMlUepkZZGHzUVjav0PuKtDk+rOrWD+9OD4myjen
Vt4TDD8vtENRstFfXdAiPknWkQZs6Yf9+Clu59eusZeDtuyd/62V4IIEDYFSgWT13f5Eg1aIo8+s
BO0svInnxT2HCX5qj9d7q4BIPZ8/ypKCWczidhhyRtpPXm8GAjo9YAGzrNEvHhbzQzxiDH1G1jPs
3+X2WGQv+pJSO9V0hGzOJr1GjWQodfYeblsT5/kEEYJID0Rdpur/wSqCrUcmGRZnkPcYP+PikZ/U
xN0TA9ocRcpPUkXEH3ANN5moRHXMzwxqa+rOpT6Y53iom/9hO1PIBwyJyCXvXhmu/jOXeBnnCNUI
k/JsNpxq1S4uNubuO+f1PjJA5pAIe6A6zGf91B2Hmh5SWZmB2avheXDh1Xqx1p2rsnv7ssmhgJZQ
CqVVsWY0zcjkZ0ZbcgOroQWpvonH7060y4XZmhHoHLBaVLclSfN23YYh62PFINYZlpmg0pFQkQlT
yyN/FeXOm2VrLIiEtAjAzGjUfm7HgmQK/txmv6HkHb6baqM9mKOrBHNTejun7f52Ik8kf3PpRJqU
yVeHre9R7Z8UywrKEf91KzTLD4XZFRcASu7PGBS1Xw+durMHf1cebsM5o0LDQA2JmgGd5NsJxnlX
aE6rWqSOvMw+LJTo/0lir6jsYxlVuJDXPBwi3md69aoj0rCcRNa030dgwsNhbvWh8VWcc14F6hAJ
KO9xRBEAcwdYioNkNPOI6quzVZX9R+FF5V9Jg3TEoTfNbDmksIQW38i98LUpy/jViiztK0XUpvH1
NhFfqh5vT19XhkS57EQ2uZjraeOjwHeFDyJb2atpI00RW61nB/C+hU8f13hqiPuHVBBRzE7jQZbY
n9ohMZ4ygZ0PnhVYY0xxnL/DOK88Pv459/GGX0GGIC83YMPrdE7B+9Lui8nGnaYJj/iTOjDLZnfn
XbW1wcgZoRzQONe8dRlT73EMSRvdDsxYmX5Mo94ecMbIn0Qbx8ECtdgfhsrbYXhuTI3uGo1hKAHA
P9adikHTe8PqY+SS2vCHhg3IazMU9vfH67dxZROsIRaDd5RJ6hqKaLWD6S7tIIIiDK3mh+ooOjR7
D/n5xM8cbAGWaUDALgxjV79wZZth0GQY3vqI4mZte6hzPY19L6TH/AUb9fKjW9Z6+uwkIhsh5dtW
EsTxUoRB0heZ4yO/mBs7W3Ij0nAFUBWBh8qVs0YhTNNY8FfoIFk4lkek5/Ak6eAolehovP1KYLmk
1ZZsx921BJalWFJOoUO2ndnnWnjtUclL5ZJWfbcz1MbnB6fOpADeE6fW9hf1kA1YIczMCtQX6jMN
zd3S2UvZtkahoiTrc8yHtOD2NHfq4OnhVLiBslggYQw8XwZ9ETsBemMUKlfcljyI6FX9Llb+577W
8zarukjip2hUnTs7ni7gtvZYcVuj0DXRIbDTKaKReTuXufLMOIlBLRVuj68tMqVPVTntWUDcZ/ES
bslNzWfhGl37Pc5mSnGXg0uZPaeQqqZfzWh+cowFMlkUH2Nhn+hT//v4mMqgugq6IKPo04AjROhg
DYmvHBs5eS+1AofIzvFUoteUs/zdbQoNXYmIz/Z4wI21JD8A2wNvB5rEmjI5DDn4pGRQAtTS40Nl
Gskxbu185+Tej4JkrUQPQJ0HM7FWtoJQAqK7X5zAQKLk7IV9DnWWwtlb5wI9wqK6QRZC82L9xRqr
dTqSay8IKZ6+inLSzzGkibePAh2TxEky7qCnre7FoRkmfRbU+xxZn+zBP/5lpzRH3zwXeLJ8GQAX
gH3XoMA4QdOsBYESAAcIX6femc7ZkqZf/4dRsIWXoEo5o1VUGBtrRu8pEUHX9tXT4mIrFPFQfXNr
h64LkY3CMQ8yUvnb80pGEFbIaItggVrtTwu45TEs9mxG7o8OGANo04BIYKHBW7kdxZ67zqt7x4No
GZtxoI6N8bEKQ+NlBl2jnc3Z8z6/efVANcgHPlUm3sGrVzCSGVipUYkNwK25z0JNh6NdG3u7+v7W
A6BCawwmAShRdY2ewiKqH+IsF0G0lAop45ych7lKg1FP9lwmN44pWRZPIBjUkjW47j54Rl26ZioC
gb3b37Qb4/dVWbs7eNfNUWgSQ1NjZ/O4u/1QnvDKZXRqgUhh3eF8EdVPKnJFXx5/nM1lo1Ym69a0
uNedvsSNcAWtGAUnO3FS9TA6W/GSvYyy/vr2oQAQgL6TR4mwcDuhSPfy0ug6wSep24OmD+6hEA7W
yl22B1XYWjvCAg/H30XAdWnJ6tqxq1SaawWe9e/dZYzPix7vaalsrR09L0rlnCT+e7UP0lrrolEh
V4yEUz2FpcfdE9kYlY1F//x47bYmRGwAoECqha7tajMMlq5Akp1FkCLOB4A9ts5ONvRvj9mY9XBd
S7o5DgyrCKSGWDK6sUFPMlrSP9Ji+gq6Wd9JsbcCEPJV8vZh2Xit3G6DQTHzOKtjEdSVoVzo06Xv
tTKK/XhQ88+OuhRPb186Ci/cYOxv+oVyaf+TbEWIDlYt4Lygs5Py8+BExgthYs+lZ+sDwe8BWQrH
XAJLb0exwfIOCS6oAeWM6bTg2BOY5uJ9ejyXrR3n0JuhWY5aJICt21Hw8KYv2Y4iMAYtPoY4XL+E
JiKYNcaz58dDbU4IGRTZNP7dsL4dymxKlHA9hgIYrv9Vls18jcE17a3b5oz+M8wqKDTYVCV5txAU
yk5/UWPrg1J60aVSsJJ+PKGtfccBko1A8hL2+O2EQk0ge9TqIujb7utgOMklVKbRb8qhOyHGmvmP
h9uaGJKhHCKagqhgrDbEPOOhYuUmt3lqOl/aPq2/lXB8sqPAEWtnanKRbtNhaaOKwiuvCVQF10ys
DsE1aGZDeF0cqznNVDR/tVYvfubJVJhyhjxMp8FBhvPxHDf2CMJYECoJ6cBR1oi+YVygHw0DypWo
DZ4KgtfHbnKMX28ehSo6dwbIWijXa8SrpXR5poGIDqJowReNgsQp7kr97XORxTKotlIfmNrj7fYY
60ZQmWEuGjpVMhiNL2GtxjtAz40VA3zigBrEyofSpnE7ijOFldti2ROIJRmwPZ3Uk9043dvPLvY5
IBSJEegnrMUfrbmq05LaQIAS4nR1I+wwBMqmO6orW3OhSwTMEmoF/1mtWLwkYdxptRPkizn45eiK
U2ftorrvzxFib7wjOLAsmLp+E3nIPdoa1tig9Rf8GIvSe6E/656yqFPffMny58OxBh1Epsp3uv04
OLxkmaJW2KI6k3FUWyQ7uP3LnWXbmhBMWSIrihbcgqt0uK10K/MMRsFl1/Uj1FAO3oBzaIlZ9c6e
vo8LTEUmdRyc34KHtxNSJmXU9Yg9Pffutz5VgiGq/w6d/iWfOUn53O6U6DanJsXP6FBSp1nvbqXD
iGSZmFpUqPphcsfhs1vr1rvM6Jzj46CwN5TcnP+51SsNXbE0lQdJUecvkz5ivJ67xaXNonhnVvcX
B5sb+xUoEwDu7pD9Wl0veZ46Nir/1qvlNH+jO/09bN3WB0z09+Np3Z8pORYID8mC5pJfxYfczhyv
kbW7WPFqH0RRc+rbZS9ubywefSKZRYDGIXldbcG+nzzFMycnKCHBLwf0gq3DME6lfqSK6e6cqq3B
iMlkCWSU+G2tchYEhd2kDW0nCMMp8xXATX6WLb9wqjbeHPboI7Ph+U7sd2obt3sCPWWvGSPdDWZK
0gc1c4ZzQ+9651BtfCJQwnLlKEDxSl9FiabGuqiOFjcAte8dZrTcjkpT/vPmfUBDistICj7wqF3t
Ay77Mc50agFa0yl+V3b5U1bqe84Hvznht4kDrz6pCE7XhiruOuEfcS5XRszJAlyilyYoxiH51ABh
/zJikmf7tT6jhOM5ffJeSTlZx3TJpuhQIaAPTdiobZ1Dl/OvaBnG3t/Ncan0Q+OIpfXtsdOdgB1Y
vWpevyx/hcRd8StD7E7pfDU2lFL4eDdG8feobLT2ALIcuanHqyi31qPprXIwJJGkkJfLE5pcPA+m
oS1PsTENz+NsL69pLr5CsJsoy8fph7aNs5+Ph9/Y+VCSKCTLyiiY5FWMMgtX9KbV4tjsQd9r6io5
RwhyX8PM/vX2kWTjDZwb5D3evLc7f3CFMUfy4aaauGS6g6qcqFo7VEahdT8eamP7k4jRWERqABjK
Ok8SbtKZalwogRLm4UlgHnZhDd4s80o5AoQ8OgZy/cDW3U5INPqiVEWsBEbVzGe3r+Cp1eEPs1P3
xBi35sNdRbXVprNNJns70mDkeZbPthJQbXWPAxoaFoghyPc767a1GfgwUg0V4iEF3ttx6MhEVVdG
4dVxyvK45G3xh+OG5dOyOOPl8SfaQFuw5ehJ8tglYab0fzuWUSsLNdkGsRgUEYm9nxqj/DpXOmaq
GXxt24lU3y6KT0rRXVDU/BpN815tZPs3ME8aURwAnpG3v4GMo240sC2Bkdntv5bo6h/9rC5HF2XY
cyZsz9dEKy5p3jjH0dWbV7fvtENCBN95///uea6iAM1KyVmh2CCv1dtf4nRWoiJlX18XhD+yg4km
gPcV+mYSnedJTcy/1GwSPytzVpbnrg3RBqnIcLCe1JJCEUeSQoSrsBTWUemch0z50sazgqxsBAPn
uEAd0QLAmcpXaDFe9wHn2jr+PNq90h/tzoQintZqWR+yLnday3dmp+4BADdqUAE30N9DsSeWqiJu
TpYXe9n30aymr0ljNMmhczFS8LVuEvXREDHe0DbPWOOsTOrvxpTtLM9q30zKF9iu1AH8Wqmb5R2G
qlH+Jc6rYvhYjUv4WgxdaAVaLuzoMOeF9yVKskk7CD1MvauB71b1RzbPanEAyqSMfmZEXpX7LY/O
9KsFm6m4DOQM5ZGHS4Rfikir7iDKyAOHqk1jfy7drlBejNHJsotbtXYazI7VTf5k5ZrmW4rOq8B0
exxzEVswZn+kd+I8QaboQtenBtj8naha7p1pHXYeaZU2CX7dpE1JcSjdnG5pphbt/NGZs7R+1Zuy
KP5QpmYyEHTonPlXaiZhdso0vdE+TBCfHD8BSV9pxzlxRHEC4hGVvhvGznRprRxvyqNdhZZ5RX8r
z17c2IurY6gvFg/Zxc60PS3+jRCDTTqFfRITivvrDCgsckwnhCYCaWt8xXgmBKoQ9jvZz+99vNrn
YE2hZ1HBQ3BzLRgAsVXJorZSwAfq2lXPzO5rEmnjIRYS4g1aYnhGplJ7jefF+7BUav8FM8j04+PY
szVXHL+BEMpLD23W28NWTUaNaaAnAgdJtoNGWfyU6PW4E0y3RuG1DhYZMXypMn07iqnVtrZ43Kx2
Ermfw1xEtGnrcqchsxGyJQSJegDwDkrk+u0ohl4goqyn4TUXAmKBV+qfZXf7JdJCdY+3tDEjUBv0
SOg5O8DFVuGy6Jp8WYSiBEIlRB90MXzBp6HZszP8nQOvNgmAa2Q7eE8DEVlLVCVOl86uwTjxsLyg
S3NQ7DDxkyJ6R3R8bifvKVHdIy+ed9MYv5+N8Ll1MZRs+/BDZmfHBhhLp80XBH3PRZ7/2WX1GdOx
U5pDggiV8jCr09Fq59KPDXPnWtt4zQLXlKwnQA2s0OqmRqY2nRDUDq/ANb/3hHyfKrJyNNrmJTf4
39J+OyuQAysb9VTxqB2v8Zs5zC78xJvwalhR55u5Nj+TaQ07BYGtq5IB5EVtyYfzuvHn1bE9iakI
r6qLW43Ik0uUZZDHwApa9ntbDCO2Mu7Ppi1wNrQ/jr2zc0VubT7WlAuSsgTo7NXKZlVo5HE0h1c4
JtrfsZb2ml83QLneHBvAwMomBuVQMHerU0t9HKu1hQ8YoVFzTNJGww8i3NPy3JwMx4iHDbpUd62S
eVBGbSlFeM1GM6QuVUI78XX8bo+PZ3O/Hang8BeispL6t4ZalQjK24Nqxle1HuzsRP2lwAh1SVEC
DPXeST5moxd9MgrETXbW8T4uoWYC+R+NfSpj1Hdu4xKA0gxifJledct4JkVIL0h8OuSue/Jv95UP
yaKWECLguff1HJwCOtUF2HWNuf2HQ6VqTe6btRN/dLRpxppzgGa0c8q3xmSXcNDB5JIurzbJItTW
WuqwuFZ8xtc505r40JsdslV11lsf5Evz9fGHvN8wfMHf4l0IEVL8W4VeJ3EN4MUFchim1v8Qdq0+
p1qR7ek53381ygW852mFc8rQh7r9auR2WjfEdoEg2uhhvTzYPJu96VKq1dsLITAd4RhLixyO2jr3
LpLU0OaKoTDJEeXzrMViuoxdmu8cgY0pAblAmZdCpio7X7dTSoomBbSgc2mFs+IbVhWfSi3rwZzp
e7CF+49EGwoME5h9Sovo2N4OBbtC0RYkxa8DHLmfVF28iwsiY08O4a5iQNkIVBeRAwgrTerV0arQ
xwWrOo9XTVmwBnSQDTNe6kgfU7+wwvIHxL0oeVnqPB8u/dgIjICqotnzVribrMRvkjtR+pG+MWvb
ucTC/m2BmXDNsLLW4Mp1GpJvMPPfjN+T4GqG4ITbsl2+avg6uClUIRfrVU2r8dhPyfy57Zf6Gi26
8u3xKbs71yCSpZUebSLECUFp3H5A01tqvc+M4Wrmdvitybwh9MEhYUHdWz21IxTx32zgIkHQoBrg
caF2c5dTYalQdkWtD9dGT6r3mNoWfqpW01sFJzA6sQnGqGPSN+cj3E5MuJiZ2Y05XAe6iNWTmi35
pxi1sD3d4Y0FdMD0Ep/om0u64e04NYYwmroY49U0WnogytCZl6jJ+tBPOrebkT/boxzKT3KTKzIz
PhY1HswIEHxYheKxyiul6eWItdf/k2lt8TQM2nTJrBCpLkOLfhS84w6xPg/x6fFuuYsscmievg4d
VO7wNd6udkrcgbmzrxaeHE+m3sR/NBgnXaym3iMjbg9F5CcmE8fWzyZ1cTp7jobx2gsbT/pKLY38
tGSZ+k6Ll71C3cbJRu8e6BWpCfC4NQYmjEOOdt2O17S0jb/0ojOvPQn/8e2rBxkE31GJ8gL0cLtV
KLHYlDEULKZzPcGHL9IL3tPm6FTvSgXxoO9vHw7VQYo9MMY8FANuh8v0qYomU1DYDCWX2OnqcyXG
7+PS7Skrbp0B5L4pWUuSqrXWKYNxjHRakk5XdZmWn6DBqr+GcNbGJ7R8s/isV0mh7ezEzSEBMUqZ
cbAxa712WuvDWFjZdA0p0z9lhtrYfuEl1p9dNecZBmIh6fn/sJ6/ndKlypGzbnlmWqwmtpNMV7sY
8p+2Ns9najFogY1hu3cD3F94lCIBnPKYptZKS+P22zGKU5NSTddO75NDohCjfaUpoqee9+7rVDjD
+6wrmoObGOWlrKq9VvVWjKHdRfos8UB39QLNWvKho9x6Dcd6wMpL5JcuL9PnZv5p9jQv/dal2Qu4
UF92Vvm+XiKZtXxShBFklXQ99WrMUQSb2bZTXU9dgHF8VB9KAwWKQzGE4t9QDYfYN8Om+Bi27fCq
KaZfUXAoDm/+3Lwt+Q1kNkAsvdXNONfStxNfHi7hpDrXw4LdphL/GizRPz0eaWOxZfqJE51Oag0U
8/Zjx5EODcaJpysuM/OzEpvGj6huy3PeTNr7Qgw93B1FP5Hr7aHEN+IeguzS+J0sgFf8apuVXqIa
VGEnXhLVcJqMLjn3qWh2/Ac2QjlZKOooRCHZB1nNDz/2vOLSn6511VWnQiuLD53Tjydyunjn1t/Y
PVJn1QXFIQtE5rpTqySYnClFCLyisafpk561peODd0tepjxVxkMroqbwjWiGv2hM+KAdFAOK1DkL
6ezu7KD770r0lWR6ijoA8de/pcIqQHOjkJ2sNj8Lr/+jd+3ndpy+NTAAfIrLvjD7r4/30v0XvR1T
/vP/NODx5c09KnDDVRk4oBW4RMQg6nhnx95/Ud7WVDro64LvvmNXuW0Y4ygsL2cnd/6o6tb400yT
OvaFK6Z/Hs9ocywQo9IGXmf/rPaoFjbkNejEXLE1Gw+qOU4nKtfKYYy8t0d4yZqhs2XQEuKWXuWM
RuxkRagzrUx0ytMcJ9mTrebFeXLdvb2x8Z3orMoCBcKkFF5WZ4K8fv4/0s6r121jXcO/iAB7uSUl
rUKt5RLHTnJDOI29DTt//XnG5+JYlCBCOUEQbMA7Gc1wylfeMpfJREaTJvmpo874WhR1vINrkmtz
GSoyIbRY6K9wsVxx091l6YxCnaewd2AuFBXU0ORDo6q5P9dJjYTdrpbW7XnxdnEI8TPben/YStvr
as8S9hMvU4qAxLke22wHhH1zTwDDoOZIbY5DdrnL2Qh4BSArE4oBvapRiWc4/g3AZaN6mGKCAp+U
4KW3SrGZesTlUHGkuolJbSDsBzEgHQk0rKVTfLy/ya/DGaoPyLbDoWPZyCQuRylJz5qq1qawNUew
M1bvYzqeBx2e1345kCH9h+GoN7vAWiRcQv6cn24JrZqMwYbWHaZT5r7R4Zs+drPu/DuqmvJMeWnZ
Ge/WrkBfjTeOMJR/6pfjObWNxFg+zmHU0t73G8Rfcj91h+7xZeS/D4WGtjGX/zZ2MBYBhKtRltBA
SNU5ux2ExUPhtlPHaNOaomal5fXL/cW8MTmZFgGFROMf6rrcrD8tJg1qiiv5qIYUwsEYR+1vKSIO
p/uD3NjxxEUuemYUQnhRNiWBNuoWqpdCDc1Gw1vYTuxPOunXi9m6zZ7vw3XwCZ1KspRltY90b3M3
relKBzIWI8hiuzjNdsYIuZuuR1xhbGkhm07oHU9DkKVK+vsirD3zm1uT/fkHbE5DUQ1aVCXDGHYt
zHwnUzLfGJX5o6LV83/4eD8Ptfl49ViCgcr7MSTqpOPtJYZv5HiR3v96NyIBCQMmmkYnnS7gdkUX
15k0sYxh7rpz0LBj/CnG/bTsliKoEu17NmSe3/X2zq65tTV/HnezkLT310hM0xhqVkab0WjzN6yf
96D8N14ZCQgB3MD+RDN8s4aGwqtvJhR0TIy4DwS5ySGytQj+Uh3/o6hj5A+idQ+PLynv548dSrFs
W0xNkPZaRpfClVf2xW9LMVShmY39x4xu+olHvgtSu4s/0rx7GCkq8S+QkLEeRqKDmOTyvKsu7sOi
YLoK1eKXOB5/c8dGPKf0Q3cCyB9qF5v3G3V7CT1EMIsPudk3k11mlZlSb8nMcn7S034G/iAKFHZL
zz2U8aoFY2VgVlGY3VNaV97JdBPvKYspLxhz1x+12HOPgLtUwu7eOUWr2KPm/ohir34j1Gwwt8QY
9Koul6NZMsg1ZjIhHt03vquV5VtjUmpw8/bg9UaM1WxqHdCPak5FTcKOWZz+iumGjvZarxxXO2++
3N8at64PqIdUBajJAYPeRAdaV1qaGNQxzBorflLcLPlVX1GDWoW3x5O4ufVl94yrnyr4VqJ/KVW3
RN95Cp2VEuYpncuyBuUQF8J3rd54U20lmoJsTvZUWG+dbJ44cjd6+pKBdLnqcMYz01lystPJ7tqj
JbAd8q3ZWs2drtbNgSi0yAIxkKVt0cpWOnXV3XIKXRdBiAynPl9QKdu5hm/EP+T7UnmMXJsgYbOJ
eji26eKZU1inNpJds7kS0XV9nfrcm9hO2ULt9mhVt7aJ9APhs7GKVxpblgBi48qi3zJp3q+jOi4c
s3Q5awRGO/fwzem57ETJkwDztLkhs6rUqqGIxrDyKvXdyCZEWkrdLn11TLCDn5O9FtDNrwawV7Ji
pUWjfOJ/ikma0Va0os5k8WJNo6dxWYvcH4e83tOQvTUzcKo0qSGT4he1+XBwxpDAnnpyXJArum/l
GrH4YCzzb0hPms2pVrpmp5xwc0jiEgJ/crUrTlex4ualpKROXqIlT2Iaqi9pq7ohuufG545+0M4J
uDmeJFKAFaVA/EM9+Ke1FKPI62QmAyiFeVDbbDk1GEm8KHZlB6Y7/XL/8ro9GgRWAAcSnbR5XfTG
8mI7AY5qlOi442W8/tp2SgeNx8ZvsFvVnfFu7RQaJTKJAghFuetyp8Rrpdmp6/EBkf7X/GaqqFEs
mfmfhuHZpLIHT39r5VkNVbZ6KR080fX551zr5g8obM7/5VOB0+EKAYIEhP5yMktij2sz0RrRlD7+
Q0ns7Gi7Tvp7MU31b1Oe7zWPby6ehKeS6YLF3gJ8tUiY08g9EnbTkmcnJepxq+gmtft6f1Pcuqrk
5SHzeDSGt32XXK+9KSmSOeTtdI92lTcnhGn7V4ytrOD+UDf33/8Ntc13k0K3Vqui/IouYBrQ7Wn8
WBvOamS+tP2uovGt95P1I2sikWdzbK6P1cNUpWnZfUjL2c9T1QxHr8OVdEQl47jAcor9jhL58fE5
kkPRr2ZMzrRxuU30aoA5knHGXIy6jlPXx4duEvp5TcBV+AhJ7tmG3sqoOGFS0IrGPyImlwM2Vh0p
48r3A8KjY+FScfj9etSKb33UFr9M8H6ORb4onyQ3UfiNUrn//IcpSwUo+ls8QVsSVeJaytwUNC9c
NcF0Yyw9VQmciRLABC7V8WshbVPvj3lr14IO4HaRBqPIH13OWqksZYBkMofDFOtLEOW5/YkAKXuv
C57JnX176yhC8wUN5uGUw3t0OVgeld4cqXQsVFw4vgjOiBKoijPtRXw3x5Fmy1wcRJfb14C2JAV5
W1DMLjQArRVulUMyip2L7FbCCHmT/i4hNdiHzSuQicRom5FRnHgZP7rrUp+GFqMbjGey9aD1Rv0y
rRXxZWlHOyX0G18NeiIaLnhz0g7d6vs3ueqsBPF0IwBCcDg8K8ByJ/ZXpSsf3yAQpllEwLE8rlug
iiLiwnDo8oQsQ/zNMcql9AuldI5ZpfdPD29G+mlSUQG4D3D/zU1jLT2+O1pKjBetMaJy8ZTXJ6VQ
1+RV10axVxS6cbGBhoQNjs+ctA/aBGDx5C4Ao2BnR6bQ3CAigvqTYEHT/UE1h7+lv9T6ZLuFY+6U
Rm/sT443iFWeI4wgt00HVR0bV4s56GgG588tOntvcVUXO/H6zVEoDvHU4jiHusflaaOpJJS1Z5OA
rShf8l6Pg6VK9/TLb2xFyckF8gN/RsdA83KUyinXqhLDHNbCsr8tetW9dWAQvildxYD398eNd4+U
kVooTUeu6i0dITe7WCi2x7YfHBTJ0960Ai+y0Pme0kzoB7e1tMcPOeNJSTAqv/Q7N3vE9eYUG0zS
Dvr0XYTnY2GvZ90o2jIYgI38PpL7pH5VNkkZUA/r97S7bi2vZHCjaiMF+H84if4U2GrQa1pFLCgI
FE35earRBz0kLTaogd31c7tzr9w4EdTQf8CEKakjaHH5MSk/ZO4C5j/MhTci6Jh0yhBgBbrWRy3X
l/alqbPmg5M2Wny6/2lvbFaZCXFjU8dHsnlz9EvpXWi7iwrHxygPvepkH5zOth6FpaPTylnnCfpR
CNi+sBmeoDTnLRW8omjCUjX7k5VIxUF1dHeGuoYmMxbu6lxlfDnKQ5u1HM1OYKLZa2FqUeDz14QK
KTiSGB9VsEhnVBqW+VhOWWkGFICQgq+iSpE0wT7xs1Hr9lQVbq0wF6uM67GFgX55+W2zZbETKlJq
KJAC9IdMHY+60u/5XV2PgvaWZDCD5sK2cos0F8KayyIb1HBCS+99UHr3WXNQ6b+/W64vArC7hGiy
uEcOsf2OXtKCO6dCGy4eyILZ08q/2nqZ/2hspcfM3kz/vj/ejVnBWZX1ByTNMXWWf/7TKaxb3Drp
QZvhstTLv2jvLsth8YxkL7C/Dil49qiuUH6GRX8F6Ug7HVMNvarCtE6Nt9Ee4rNdKclLkcXtp6yI
rGOWWPqTIazm4fMHcFKX0ll8NQnuuJzhODhaW5mVCMssyo6OtdKBR4TF+/LoQkp8JjrmBJs4zWzx
OblhLTBgcaoc7DY7ARmd3lbD2UvF5Fa+LHdC6MSTSBJcgB1t2SeaLYSnTkMbWordH8rCKXyxWL8A
xDKpflRHB4U1v2urT3yGv+5P8Aa4gbGlQD8hBQ1xdZOrWyIzh2ZR29BVJnDeiSSKlK4jDrBMB7+q
++FkFLVzoA7vHaxCq78YaG89/jXBpRIf0s/gUd4iRo2JQtDaKB2P8prOvkjVIQ/stcv2jN6uD6KM
nmTIRm5N9XtzMFIH9FhXKj19Nd35BsWsXw52vLgedqHmMhyyWG/Xj/eX+PpJJMMmfqLmTg3hys22
yc1ZMdsGOhjNko9grWrnu1iyvDnMJa3fnXv8ejTCXzjIpEgEa7CzLg8GXaGq5Fb40bmon4x+1T8O
XNWoqVS7dfobY8m6COKz2KxL0evLsaw29sw4zevQnbLk2bYzWKdVWTwrq67tvPTXNxqRNvQc9NHI
OJEevhwq5TqbWOE6rNW2O1jN3H9Zh6L7fP9TXW8PRkHaF26ApNZ5m+2h6m0VxXA4w9zRxKGqbeUc
W+4YumuqfC5Fp+1gKW6MR9rMxcLLg8Xh1lwuT9ZoGfS0CQ3Rmwj9p0ax+MoY4+4NSCDPgtiC2Xl6
eJIMRv4AfEgGipsTD3m8LY3cbngcHARv+3V47YFXHKNm6M55Y0c7+//60/2QjmGO0i0XssLlpyvy
ZKBUTFcN47XfMqNXTvHSzsf7k7p+iWiFSZExUNM2gnOb/WFX6IL0BqgUNeu0IEFh4HOD1spTFS+/
O1pSxH7jVO6RjvPX+wNfnwEiBzJaMj3quHDZL2dXxaYeIb4CDKGsxvXdIzH6NWu1ZfwAVtZ4+BRw
QfPqwQmSGM7tgZudKa2hnFOza+M8NJY0CVpK5Ttp7fUH+1/xLJnbgtPcCiMXbQ5Ky03WsJrmeD5A
yXGzAEHz2Xt4J0KWBeEAoh7gDYnl5dql0ZTjhTToYTbP5bl0kzHonKT9mGNBehh5K3fysetvBdoB
PD1NZeRJqA5ejqdYcWZjQWSEpa3oHlaqRtUEcyRa79msTfvTozsDrwWOGZAYihFIolyOZglA2Bnn
OnREpwcrkgCn2JqT975QlZ2FvPGKEwoRKoP15FBfKWaLqdcLb0n6sBqj4tnNdEhUedL/1evw1VEp
TMdD3TvKQYLRPuRDk1ZQTYzFON6f8o2dA8IYFWJJpKQKszkMipclCn8ygHzI60PfF7nyZqODJXau
lOsPidQV6FICMik1s80yUz3KqtbKxxC1IZMmlE4bERS88pL0k7bzJlzPCfwUxQJqSdBnyMcuPyOQ
Cq0cUIoOjTX2DrraTMec8MS/v3LXmSzKcZITSi9DEtM2mwXjpUwfsaEN27lW/pgSd14+9JQDn/Ju
in8F8pYpiCxby55dh/z1l6EnHDXqIVALyRTgxl3OzrBbzRF1M4fr1GpPXTNMT7CD82NX5/kHBS3F
h48gwm5cXLDXwXny9l2O1zu56AjxuMGSpUSOIetPVdeZhxQezU5oe/XhEO4BVQ+BgFNBYrt558Zq
tiZYPAZLioz4qE3OqRvT/NEtL0ch/4BHRtjFI345ocQqbQFmyQjJk/7V3Nb19bF5+HVjEIkZlChS
rq5t6ZZ6SotaZ2pDdK2T9temdEQZB5mTlOmTttT2P+VQe/N7nPd59Zw3RuHuBCo31hJJP2DAlAZk
Cru5Ods6E/lY5Gro0TM89ariBoaeaDt1xqvNKCXSpcsfFQ+DnGvzxWKOBjRDTw1H2kNvqTnDhdOU
rnszRZseF3uKp0e3I1MBzUr0SuGd/ujmcKfR2OCgYWoh7g3J73j4uJ9KNXffy1rP/7h/wm8sITmy
/IRsGPtKcq63SASayNXCQWDPGC09yE+IOjtv940lxNuLJhZcOIzEtho3qVlGxAiOFeadPX9JUlUL
5rpWDjgClkdnMorT/Vld3cQ0Ysj7CRNsgnKS8cvtH/XJ4k1LZ4WIctveMTcajaqb24D611ZnzF7u
D3e9iDzfADooCpEqUty4HM5TW6PvM80KPSIGXBSFjvk4bKX29/8wDvchPV9QmChcXI6jpjOqmjCu
wkHLxg9lKogim7rbecauPxaFNiAHNCrJNbg+LkeJWpiuTVPYIQfvRahlf1CsJmw1VzlkWfvb/Snd
+FK8MDbBMe+ypMFcDqZGbpu69WhJ++r0YHhKga+lXiHb3+4xjW4MhQsLZVnuX56WLZotjnrXG+3F
CQsFQNFfpeFU+F80KorT6UBZaifQurGMNAKB+lA5oS24he0NY+LkFvLwoU09+5XmlyN8zeuLJztW
gaf3QtlrVdyYIItIVMeNwd/blKbxiKBsu3FDux6mU69kwykqcDObRvEwokh2syRFARkuKGJbmGdv
F1ajLhNDpT0eHyi0GeMRTRtsOOu6UHfu+VsTA3YnYSmUrxn3cpMgDVGNy2B7oR6hoDMo7S+pkxbP
na7vHOQbAzExKUnHkwn3fxMHpJqI7Wwco7CEohDOqTtax1504qvZx8qend7NwUA68hcAS1CPl7OC
W1aUCX6FqFHYjemnkTv8oXQFaA7w238+fMzA0MkqBY8YSeFmYlMSqwnheBRmujUf5rqpn4UDRFYR
9uH+SFchIykMJTNDUumk29rm9gDM3zZOq0WhLersN8r61hndde1YtfNy6LJ+fWpiL3m+P6hcqot4
UQ4qtQoR3qdMsm3SrVVhY7fLoKVi6KfcoX+bZu6efvz1ieb+kF4iqsRGgYvdfLCU22kcLV6xtfyj
ntZvwKkRUK2F4y9p+9f9KV3vDgZzZX2eSjZEgs2ez2K3VYaUWzjW2uiotVb1QkG4eTbWLNmBmV2v
nhxKokNAPlJXlvP+qS5vjV4/LJNiQbNOV/UY8X/OoIzJgPv+nG4NBNoenUcWT7YcLgdqYjMR0VA4
MMjN5blILOuZC2bPxOR6B9JHpVAmK3NkLdt7XtCcmme3dGQlovCxwUSEv/lz1tUXq/c+Qhr7dn9W
P7wDL3cfPA/IwMACganCprqcVqm0dpq2kxOm2vg+ZOKQNQsK9hDfxrOnDqfU7NAnojxdr967U01x
0DrGHtFF7oerH0Gc+sNQhct/c8KhiHFlQVMNbTTvcO8o2iLQqU4+lyJBDrNGiPmQJ83iR844fL6/
Ajf2KhhxGS9I0y8yqMsFyHLFtPqoduReFT4YGOUZWj1qbiLfszu7NRQfVapGSGzP1RmsRYIT7uqE
GWj4V1fPbUpotACrKdJ2brIbu5UT9YPVCOLt6s7MmsrBNIYVrUUu/i7h+/wrnPZh+UfCOW4TXhzg
UizeZu1Ijnq7xswrzOck/1g7U/IuskHZCUau58IYWBoSGHDy0M28/EJF1KyFlS/ZGWlfA7YVM1ID
M6mnPdnFGwMRcMt7ko0I5HhzxEH/tuMkzOwMpEZFEkIpDggA6v6jG47KNIRTBgFPhw3K5XRSZSEK
j63s3M/dfERTYQ2G0dSe6GiI/zCUTCMA2QMcveJAGEm9oGRX5+ekcLT8dbadaAxoKqzGc9VG5R4p
/PqN4QrBjJaIQPLVtiqdQ4l4La9yfkbZorb9tTOaQBGW8R53BYi9kjDo4UtZjihFlog1uMTUy7XE
qSDJ83bKzyyzwGbeW44ZCdTOC319bi9H2RRVo1yHHqP1+RkEhIeur50eYEv2ftOmxc6E9obaXMe1
0tYixT/krFpNf3ZXoX8w2qH7uDjL8Gjlm4YFBtn4yVoS2rX176ychiTMYKg5RrEszibH78Dj7lxE
N/cEz4oMttnwWxCnQpE1q3s1P4+ZqvhYWj7NvYM4iP02iL55uPbAlEhb6FvI1vL2psDizsq6xsjP
EzF24JXjcoyiIX11s2nvQ92cly2BFAQe16C4eq7nkisrP6fG+l4U2QGa+uuQaFYgxmiPhnz9PlL0
lsUHHdaphCBcbvNhXEqnonx4rlcr+eZ03Wr4Ok4mmp9p3WT4YyXVNLx5HObDWji7woe3diVCNnKu
3PZAmy/Hb1QIA0ZZ5GfRKgb73u5FkIOT64ORKs/OEbhxC8s2GlEJ7nQQouWf/xTR9ThuFCLjTPco
qL4TcNdPFNejp/u38M1RgDLTtca9Gdzr5Sh24trzgNvZOZ1mD4NuM32e+3Gvynhj4VBHJrKHdOFQ
Ed48Xcai6tRWNC7gGmWvNHJWRKYjF6U7Z5eFdmssiRiRGAYqm+pmkyS1WRZxsRTnsV08/aiVTfyn
E0Xd6i+jV8/B0NS8m5Vjwz9rkd/9t4KNpAVa6ah06ZEEfasVa/13EJX3Xmeup/i87ar5cLwOlBux
M64Cbh36VJfrvg6qNihFlJ9zSlzfATW3x2lShj/vf90bpxOcE/VHKp9gJ7fF1WxW2hTVx/y8KPav
uZE+u+A5Dyueh3Gu733kW1uJGhDNX7AB4JE2C98mSbnWoirOie7Wp3aopWzEAthj5zW/OY7crMSq
ksm5yU5tNqqWu21xbpWoOCTIKfuJk5qH+0t3axuh5ySXDcwDgN/LD9QmU5P2Q1Oc08Z4n01FwelH
rP64xI9nVCT1YBxk6xzU2ZZNVlueUKbRLM7Kmk+H0nOW01Im8+n+fG6tmvQpl7otMkrYzKeomqSn
/lmcK68rD+VSjIizGub3/zAKzwuXo+yObA86L6iRoBtSnAFK1qfJzcXRHMD9/L9G2aqlUfxVGz1W
ijMM7zSYxo4otV/29DVurZhs6krPGN7QbW3HiZli0jBKj0RsUI+5zk2A7vb9udzYZ6S3gAv4m9bV
tgk4WZViDnW+vC5lLLB9w/lgfFNzo/yyzLGxp+98czR56cj2lAoi5XJXO0mamjYqra/dBN/ZdyvT
DiItNw5daqq/Pz4zWwJBKGiS6m31SRKriDK6IMur3rr9E6jhvPB11vN3rUjGnWdM/u7LzFn2UclH
QF/LAsjm7mnUaanGxlpfkwyoN5CCPu/PozupzTG3o9Q85krRqoGL3+teUHK9TaTPiu1JBAqdke21
txZrbYJi119NnNK/WRMaiJkF4+H+Yl6PAssJGVX2igcoeFuszcUsWE9MNvTYXk96tNQvqjY2j0K8
AB3LWACPFSntsY2FFa0Sa2wOGDmiefGxxnL9ZVAa7YRK+t47ff3FZK4sBex+pIFb5laMn+IyO9LB
ryidwGjs8k9dac0Pgxm7B21RtL/s0XgYpMf8sPGj00iDh/rSJtrRIVsvc8786GOmq28P3nDQFz5f
MKYg6J1xHJOd831znrA/KaUyUeqblyfObSIIu9IL3Egn1Y9nJ4GQiXmDwDDzRE138TPb/vLwZiG2
QP8WNR3DvGrqlkNk6WLCjiKd7emsTP3wgYf4YRsyyvhQ4QA7yjI7SJvLmXn05ZyyVBklUcBv26n+
bERq+3R/Lj+uicujjboangE8kJJescUveG5aqbGCgHrRmd30S54YRYVody26LyUQuvRFtvMmv0zr
fvQj6I3DFKyZieqb1arIkhOZl1HQaYv81zo6ze9eCvY2VJPWmXzDq0RxNI2iFz64fs9CdTAthwBg
f773bF1fvsyEjSBb3bCqt0/wihBVbTrMpGsNjNswLjD/xUcZH9MuX+tdlfYbV4bMlAChS0Ul9Es3
3ycaKi+xqiRcrdlWjwOiZu2zp8at+2RHnaadxwnl7HDUzMH7inJeFb/wC0sqMGtKdR9l3KoCk2wp
bWAsGPCWvhUta4xAojJ90QdnUAJ3MaLqLR2E3r/3eTRlgejUWf0jtcsyerHNtp6QFkDk/+vU1974
cEtJCv6RH1G41Gixby59axFrq3ZqHuZNSR7dL+mp8uLivaOMdry/C68DaR5NiEoUvEFSE9hcriU+
J0i6ZKIIe8+cYX2txVEIVwVDwO6J6vVh6xpQ+xAzQP9Rz4G4tzlbbuPlaqSvRThGQpSH1YoK99Bj
XfFZ1zNL3YmnfhgqXJ4x2J6IxgOQxpMYGfnL6UU0HOlQMFyJCUZf+evQGsNvLiA95zDkFLorH21r
z4FwYyIB5ndZZ8XBZKlu8xHLdlAOmTak3w1hI15Lp76zT3kWa8Y5mVvUY7DL8KqvXprp86GJHf0f
fGijEkq1VcG5jw0lOdo9tdpfC51k7KQYK7yMOSG1f7eq0fuHelOb+Tq/xwvXYVG7pwIF53HnG1+d
F3QV6HlJaCIPLbzXy0WAZFplS11l4Tj3pr84SnbIvWIPKXgNqAPpxX6lLCPZvPRfL4fpmn7NDRPK
m8Af5bgIDeFkq7JOmYhKf4wT3cfsBj+kykKAh+7iU7es6Q4c5nqqUHvxg/4BhaHEsPkNSVdXhLdA
8xFj0F+0Kep+0ZKk++X+obm67yirITElEYrkN9CJL2c6eMg6IFYhkAWNmsPiLk2QlZH+ZKnJXufk
xoRgZvKyg1SUzqyb7KaujQ7rC1uETaF/763cRMIFj5j785H/kYtTwnzIOilFw8SWBbbL+eRl0rjx
uoqQo5Cbx2bliB4iM7WMg9J2k/WiUjmwjxOljr9p8eWL33WGsveKyG+z/RVomzA8/DRmurn1ENTq
WsdGbrts6/rdSsfsac7K6QlbRgvQ7uDET9XsFv/kk63uAI2ubkGyVKnLB9UAUBONiMsFWKihmgJj
tjBKhm9jbg4foqH7arWu8apmSbFzK8nztpmo9PjmxSQLk3bzl6OhZxqZSpr2oVIL+zlSDWjnTVaj
qZ/WZdQFy1SN5MvCXffuw+t5QuOUfXa09MAQbyWi0M6zsDBCAKUUKHS+TE7OdFtdS05jOzbFq4jq
tt25fa4/K2PKdggRscTBbQ9LibNbn0Vz2K0jUUtRTYr6Vgk8rtJDp7Zu9zZG/VJ/aJok/1rX3bqc
7u/u69NKnEDGTtyGKBbFs8vllood2jTbUodIs77lhae+mOoK7Qp3u52H+/q0IqXOVYv2MlEqbd7L
obgZ9SaOkAMq9HT6Yg7Z8mEBOrSTzNxYUVnsABQK5RfK2mZC9LAUoRbcovaSW0qAyJfa+4oDi+VY
1eMiQqyjnOiTIEkcfZVKa7lzy15vIwIvkMTsYIiACNtcTnMYNLMrahircEkVWQjJ7S6oY7tM3yAQ
IdIpIA3tcTCuP6NMMkhtEJVFq2IbZHooB4K37dYwzsf6EA+T53sqsED4Hl8f3TDcPhTBYT1hBXTl
XB+v84AKiwaFNLXsZ0QhuqPRavGT1szmTvZ7fRXglUnrjg3KiSTbvlxJcG5mlS+tFjqFFaHTNegd
ZJZF/0xomH42tLF6nxQt2TmSN5aSc4i0KhR8MBVb9JeFBtKy9oBGvalznxH/iBZ/TlvxKanRT7y/
mNebFbQSyyntWrnqtleOI0XQitbSw7WkkI5PhJaQ5idoEJ9a6S4exEk+DB9srZx+j6da2+sg3pgr
mYnkyP8vNHFzJJ1IzyHvqnFoSosvc6ETj4fQ/FJhCLlzLgH38rkub/YfdQZpNklmTIxx+Tm1sV+q
NZ7LEArSWH2olTEb/LizklXz7R4FttdYjGt2iDWt6164LlUn0LvEVH4tqjSLv7QDFNTQBD3wZewQ
JGyCyV5VtMwms8q6Q+9Ga3p0PKlVm3rZWHy1I5u+61j4XUWCmrCLvpJWikAGu8E6x6bjD6aSn9DH
KF9zHnf3lM9t9wsoCCXIbaSCyzH+wzWT0c9ThB+w9nYKDQl3FCF8c2yHoC6sove7XJR1UE62c+js
5e82t+o3WplO/lEzU83AdGrM3qvemZ89qzBfut6KskPUqCdH8dbuiE1eBst87TsPCB5yuL4tIqq1
amNoWcuPF+5HUTSjCEqvjafEN0DgukGneM6rhXknlJ1+OZeGPi3BMCzKv6IfidNjyMnfpTd5FMyp
5r1Xbn9KJ1BJSMG3vjtoxS+iN8jv3HVcjcDhQfXjtU2eDGQmh4B81rV95M2+V5Fm+L2OIG9kT9bR
JWSc/bWp1AU4Gs4bS2SsIJys5pA6McfERcnIjyJ7DiZcQYagr+2TsRRoR5qVenB5RpUAEhxQ8yrD
p/avgX/hu7m0GHV2YslNf/D0vAqMLEmyYy6Gbnh10bGaAgQUm8Yf89Vzngu9h1Rul5HVP6XxWoqD
kSNHcsS1I9aeqTJFv5nqnIgDH2fgBFfDMPNTk3Ut/aRDESLoTFXpXwYtrpaTupRrt3N7XZ0tIJZw
giiBojoIEXbzEK2DNTeYPcJM6NyE1hO4g1/0rMtMf3LU7sv9i+TqbeU9hWQFRtZEzYa75PJseUmj
6ZM5mKFC1fJoZcO3oir3lNivImGoMRD8qCHThkGbaBODxvaSqXwTl/s4RbfRoDQTB6u5dkxpLdxP
6uLWUeCao+BbN0pefVSqRk12AsSr91X+CsxW+QFAxK54/LVbGwrNSzecTZcOd6zS8/NE92Y1GW7l
Hi6T95f2+jsS4KIaqeGGRGXtyspkGnokZAe027QOhVAnntO/kirymgOF9vbT/cGuvyMgZ1kFoN8s
BWc2F7La9q2aUMEJR73KAwd62WGu6j089dUowN2lwqt0aAHfvCU3Uku24pgLI+zqDMdLs427BDB/
VHk73+pq7RBBIBOEy+swInnC5bY06mKMorK2QgUzLjsozDz+Oo6G+Ke35nQH/H5jLPDMPGQSioXy
hPzznzrni1WPyZi6BpY9XbsGCKJ19suSFbp2wMlzV4vlx6e4eM6ASFHqQNuPaJZwYXMalEnWjcqB
kmLcjAMlxdGLfDUvh+mDFyVYni5Z6X0GYpKmz3qrU/O2VrccX63SGvuDwLPCfqtjYrbXFWvIdGfl
r2Infh39PowGZNbKwlyuhiviXPDww6OgGHzEqSl5E0KdQfYpNQWf2WneSgFbaydZvjqcMu9nA0s8
EgibrVbaTO8sxsHLDpc5cZ5K4RXTb/HcFs7T0ERjfSSXXx/tqUOpIG+jIAjs6nozt3kaddkQ19yz
Yx6dctPBVKxb3WnnHriK1cDV0EllZ6FNAXFps6KDWSXuGGVLWFZadEzh3vvZNP7tNbn3xTEWxAzq
yPwUV9Ner/D6tErdVkrH7G1+wY/S0k8b28jyHJ5uo4Rjb9ph10/ZK8DVh2uPVGqgzYImRlgIhN4m
Ohus1BValIHUx++FfWz1X52hjd5Xb9eK53pvYuCIZTakAMm+2SJBvXLo+sppPRLBvPg8DI77lFS9
e2rdqTs4vRr9Y+d7uhTXG/OHuwUfjl6a1Ay7PA9D36fNQocIAHNivJMtFZijTZpTHNxuUZanRBGl
9+iOobpKUxysh0zu2TmXY1Y0KyrTmrzQ0rTmW7/OzrORijIAfoM3sx0XxXObF/mfTdVrO8HHjT3D
0LSBpM48IoKbzVq2E4XY0fTCKI/0I97QxtHLZ+O/jEJHjWofKwrx+nKCELLSTu0sLywpXPuTEpl+
hy7NzjJeX+zY6fFa0WuSVXF300ub1bHPUWH2wlmP6gDBKfcgmkmc7Zoa+YPPL1+MAUhPqI7yPze7
xGlmb1xtIL1dmWl/Ults3qqqTP69P8rVTcIoKLVyNYNKBZ0s46yfDrST1HW/enL/UwNfvzs4eXww
1q6avhdL4naB4hD/nkx0RdA8VLTy+/3hb+0N7lmOgYykuFouh1+aelDrIfZ4KKM06ErMStR1mHce
oKtgkUlypcDtYAxoyPJX/DTJYmnWCZ0SNyzQxzAPduJ0YOfyNRn8oVC9zE9xxfrTaPp2pVcJ0xGU
QD7toWxu/ApQKSahG1V3lDg2R5AYHLIiaVbYDaNrHfVhrj4M6rqofmJO3tnohsTzi0xf1wMK4Yn+
zSwTrIgfXnApzUuzlJIQ3pqbPoum1NwOQ+eF3vI/lH3Zctw6tuWvVJx31uU8dNxTDyBzkJSpwZJt
yS8MW5YBcAJBAiTA3+pP6B/rRZ/T3aWUQtn14rAlS2SSGDbWXgPvNmFZwlks69SZq7yzwmFpQ5UF
0AuStFOc2imTufeHFJMxnTqCDPMnUXqceIF48mzyn2/06MGB/o4lc20znhaqlpd+ZeEmCo3c5F5D
zkH3IOmq62BAmFoSlueEmu8sAivUj1p1bT5D3Ph6OPU1ZYDdqvJqQvAdrAggTqpmnpFkiJczAN7v
J/W6sgMpGIUxlCHInAS99fW1qHHhKoK0zsNo0mUsauyZq90N8lAJrbvgziR12WxjGNv+mgTsCG7i
jKWcOCO8UhvmT1POAvj6F5M399NX0dWj/OIuNSptBofclnR9apPCpRmNbno8XnPjCSTV75YwMd9R
1kXtrp06XRUTzD/cg25VKoralmjRGWSK60LHCJ3Yt5OEj3UwjwiF8CfMZTLJQV3PyqFh7iVL5ZE6
07S6DXWXgBcTDTHf9WhnmNyDEkMVEziTadG0ZRBu5tF0z00CD//dQodgwiQNJ5Fnjhc9TkiZ7sic
qVAWLpQoYN45opJ7G8SLIDKLqYaT/Lo4e/Vi7OXcJbDlTXpUZmfG+NuVE6dPEJjW89EqUTjBVqfB
1aCiQ1qVUvcwJ5Ofx2MTAOTx4LxewW/mdiXmHNHEPhfo/k7N8ls4iXUTpwtQH16PCRS7IIn2mF2Q
XNsNvDfmDq1Jtz5qzfWmToPl1ivrlJ6pp99Zq8FjQNMFspkVMzsZ9vUMc8yZKefKHTI+fHGRaIJB
OPtOe6aKfvtkQdnCwoFzfbQ2hE+eLKR/M/OGiR5YWspPrZxKXkSzss1eDWVaM+KjZ6lI1KUyuZtS
iAXPQKHvfFIceyFDgq042lunUiykTiZTIinUh1pXX4R1w00gpvgMCvneVaDYXK3L18XkVO9k6hh5
q5jKV7MN6YYzw/MwHP/jpgq8N3B2Bx6D2gtdiJOKJcskDiwjRI3jNHQz8ZNm2cNnx9Dckd25OLm3
IxNbOD4PTE4hIQPn7vXIRAJjOEvR0sNIjT5MiGkqJoMx2bQBuwAAJR6RrnUuUfbtc4RWDJ6UaJuj
TnpjCzAsJmvElNKDh/NknqmBojCT/zEbd9Vfw0YRyNbq6XPK+a3RYRgmFtMDH6h3Ebbp+DlDb4Mw
fwbs+vEm/c5jREWGZjIE5gArTo0bATxTMI0CegjrJRexeoY3CvJZhLqIgWIVqXNmwr3d0PDZ0LQB
+XO1Ljn16ONp47GyrNkhm1OXEtrwJkeXMPySSZTRH3+2t6UBtjJ0jddoJiAWp6Oe1sJZJOJvD5FK
0EJZzCMcpX6WsTsRqLDOJSP9ppO+3j+BfCFaDTRqnMvR2ng9Ik0CW6R+KJ2rOZVelev12HwVRxN1
sVlwx30q6wkrJzy+WZ1T0JVgGQ1SmdhNsIRyycgaL9x5dRSpjULP5Qn2xGhMqNkXcHESKnXyOLSi
//nxQ3rnhawmTrhfdJ1w/j1ZamO4rSfBKGOYysNZHh32nxXIU5fcb87U32+XWiBG0CpgNYdHFcCZ
14/HZtgep6yOrxQoCxBBoq/0CUWCmXPmpMENohz0lWllfCtDNj7/Rx8SXB/0YKLVNQSYFSh8J0eP
XgPWj5BreXBa8BKTaMpyNTu7zG2H3cdXOmW8/L4U8tBX3iVCbuBp+/pjxmuHNdbcHOAHYSIYlPRw
8HzymzSCDWRfmcdEUzPmGYcKgkzoqJIIPKMztdxvq/N/G4t/3wX8ALCHrhkIJ3eBSIBUtBMzB38a
a46CKNObPmbZMfLb6MCp960PfEwBLgx/rGp5AXv9hxhy5zVObNxmPuxpoX5W/Y5LFFxnJubJ8eT3
3YEQBNUK/gSHxX/9jLStaBzVrjm0pfajy6jXU5RLJAUnpIns4hMeDQ+w3PIZ/DLhukXADKL2jMXz
ezcBSB9UVSx8aJyfTFcOhiC8rpQ5YPAMpohT1JltLMsLr1pi4Ki1ziV1oaAdmm9zqnCY+3iknKxO
vx8CRiRkFyv3wj01IwLyM0hEn5sDAl4vwqkx1z4Ywnnr9+Fe9vLMpz2ZfX9dDeak2Fqw+MJC8PUj
b3t0oZKqsoehZeOFK8u+yalkPCahpdep2/YEiPV46NEHTs687tOVcb04Vl+oRMHOBGfpFMorecXK
gXX2gMNiux3rOsoXuD4TUzn9rVOiMg9UhN6elCGMn2g3iPvMHdGirDI9+oUAtfIQLPO4ow2yaf0h
/t6JReSwnTuXXb3Oi5N5Aw4DOJpr+gTg45MzEMxb4cVrR3vI8G62eghGZE6E4ZlF4p2ht2IhePuY
n8AeTwCkoJ+8XjDkGYGBx64d3x+2IKR66Hks4UbPtcUGEMlPCAUafjQJ118/Hnmn2WW/38e658Or
bGWUnmZMtitu26MBeLBUm90ypxQJxswhq3JjM4hS3wc0qx8oltQ8jRqdp9TpCWt4iBgtJykSmwTE
0sjLq3qVMw/jdGZynJQlv+8QWwR6GigjUeadDNeRA8cHHwGJT3W8Gija5d5kc6kJC4aB7mAWOT42
zTl31NPmxl+XBY0YlDNgE2AmvJ4lg1SdmiZrD7OT9XmkB5jisdnc4D4/YeyCldoL+AiLMivCZBXi
9O70IPvIXE6gxBAGod1/dvT7645AQYPU7K+ojtd3NM61Y0uIgw+ZCStF3HmSMckc7WkMTFPv5JCM
cBZugUOmTv3544Hy3luAyS105LDAQkl/skSiXATZOa2Xwwj5xYsNgJYlARjno8Shvm8ydmyaOjsj
UX73JQA/AwIAJA0lw8nscCRcTkFQsoc00e7Bph6muh6l6+7qzncB7UTYPYgPUy5Q1BrDPjtwT+ou
6tlDmF0k6mEkzSLTLwKqtsePH8g7a3b226QUN4da5tRZDXYqZcJcrKI0QxwZqSqDEFgPFIuNXQZ6
NIFR45nF870VCR0rqElxooK8/uRQBcq52yF01h6WEU0+xzTxp0Uv7ZkD4qlt/e9xhqbyujhDKwVp
3utxplarmK6U9iB8ZcuihIR741k6zcSZxVhdZIn07zrZh79iyeJfTqIF3Q7cgex40r53rlX77iAI
IYPATgXlBarG1/djohDADTSIhyGoYrPhPexqST/jsJePiAbfujXecApq6jP8WOB+CG9J99ucmPYY
64HqvEfP9QcU4YM996ROCubfTwr6LkCAMITA+exkUqhsRqomU8uhhKLwiwCVxiXYS5bNhHQBU0Se
bQ+ZzkDfbJn+AbO63TI53gXPKNBIDTfWrwsqcRINC7T3wOLPAAq/reJeb2FANNACRfcZ8DHqm9dP
Dt3OJvO61j342nX1pc5K534C0kL3oQxNQxb0Xq47rKMe4U7G7yPTdT9F40RHGYPhPkBb+ACBSIYs
b2sq/P9RNT+9wYMBq4OjD2kbXeoz1cnbQf76ntfv/xtqjvYDAArBcM92bDZjkwW5r5vs4uPZ+/bN
4SoJyi0w3yFsOI0rtyMNu6At3UOAnn91qLE9zpu0g8/jjbv0QXVm6T612VnxMoxdKB2RFrSCIidj
mKE8r2iCMewsSV2TQA1Bj22Toxm+pPVWqeE4qXG+dRLECxDjzWNXDODi3sNlEEheGxiAmx8/gvWS
rwbHiqmtumUcgpCte9oEMWGzVKUfLAeLBoiAh0CHkC2p0RBH24VdOYmYknwIutot2qjh+sELWX/m
IPj2cLLeBB4/NpQA3aBTCsFgYqzY0egeRM+TmMwVyESEBu22ZpGpiQid6eBEfoMzGiJ54TA/XJja
pJuErX5gsInLQ8c2n43lfcHMWTumN4MRt4dm/uqzjdoMXeHXg5FVaFqUk3IPDeZtSwJWNRGBB1Fg
io9fxpuafL0QupUQcuLzAnJ/faHUdZAAiZP+QcAKCYVG+0yN+eoMzouMRBE31TZ2z8WdvT2fAsTF
ZeGWjkbGqpZ6fdG4bKBzmRfvYL2y73KlHf05WiPGCgsPCzCHjR5uUPM6bWFVFVRkaQOkYdqBZe6Z
z/9208G9IDxgbYcDT4Pa6PW92IAhfTOx7mEIVSZvHIYC6tLDLnotq45mW1hQsQqwf2jKDQilfYR2
BHJ3UArqLCAALMIzlfE7rx4VMc4qsKEF+na6C1Kh/X5apHcYAyWvyszVd1Vks3On83UJPpmFsDRC
/Y3RhaF2aqHkgdtnBM7GBzvP8c9Yde6wZZ0z9UVX0wghdMxKfumi6eIVEqfyMl/QsvvGVGYzYrRl
foB4M79HN3HsVNaeWSR+N7Bf3R+QIEhj0cPHKQiD5OS9JEvroAqY6mOF/PRo08+QqN76VcvLEHzT
GQIpz5+Mve3wtdAh2Ro2vi0TlKJXAq3OeuMmjpWbZuB8LCQyu4e9ZCCjftWSWlO0fdvMX3hQhfPW
j2bHuW/KdJIvqRXLeMxKnkSKVD6X4hnawQz7JKhWUTQWFCQJGBg19Rx0Be1GSPBiu9TmR5w5Ab2W
aMLpQ6fq9lzwzNulHDv+Snda1ysUJadOlbyPjS8N5ce0tn6ynQLm/gzrOHgyCzx0cvShpEdCcAKW
wg2dKni0laUpGQJatYWvPNbel6GQwe7jFWR9Ea9fFLZ5mDJDl4oOIXqsrycQHK3KauANSE4Jm2/G
SKlvfSkxl73YmbMblhg3QF8dPMn9xxd+s3QB3wKQh2JoZcPjr68v7FpgS7Tz2VFDgy73EgL7dNe0
MJPdxKFsji7aZkeOZAsJaZunziEKb+Yp6G4uHM6AVwPfBajw+vKwb8aqGsfsKJtslgQM6OnBT4Te
fPwp3z5ejH6Uw9jEV2D31Po6EdhmTOR2xw7oKayadTYPd25txvnZpqz7BRFh8B00GPSJPr7wm0oF
W7S7mnri/ItD9imI2Axx7wvOxbGHpefF4GTOTkAHsQsj4Zwpit4+yrUaACgP/iy8Mk4bUNk0t6mj
tThaiRRbH9TsHSJu2Zml/u1VohWEXy8DwAtSz9cvzEF2KdwkRnF0hybKsc0nhQiQxfXxY3tzPAMz
cf0MYIthWrzBmdS0lFntK3HUIQyEnNTo3QzXhwdI3bON7zkouz++4JtyChfE1g0wBxQynAhOTk1I
AhO6CbQ8otaHe1yHUyqYVUE7lFsbceQ/ohDl4hMU3fAyVzE23m9jNrDBnik1344X0D3AR8I5KYJb
3inANi1ZILOV3AhkV+xd6dtyuwRp7xGdeHAo/vhTv/OYV+8wGKvAkgYQ88kBPfK7GTAtk0cHQ2rT
De2w71Kb7Sca+BXxRqHOORu+8/lgTQKPyJXaBTXVyfCpahHafozkkZoqRjO/6tkmq5LxMUoc8+vj
T/fOUEU9AmwD3Td8xlMOmU6Ny63ryqPHA6nyMKBgI7u+BlL/8YXee4xgqa2MC4DQb9CVygNzEyQh
CQo3d/MA/ChYvHjy2tcKnYF6Nuckne8+RahwYfy4TvdTMok7ooGNnGd5FDMO7NARuZcCCoBLZF1W
248/27uXWiNk1oURRfTJ/pBAUKeXSMrjXGZxmy/WDfpiQH52hmyJZH78+GoAzbF+vNoIwSlDGQkT
CMj50HU5QUlAwmjmDnyNI0szyDGyXCLk6AZksPYAxZ0ogqhqvqbIIXLc+XsFyjbcuLIOSWSA9S2q
zDxd6una6KzuCWjT049wkfELfFZyWGgkOaONd8F0U5EukPOYo1OHg4HPa7C3hEcCZELuZNvAnEl1
Gf/KPHuQKkiuMx17OOQjCA9SawgIILE+AtI2V2YM0xuY/g0bVLsT6BvTYeoVQ5eybOzR1lpuXBan
SHlOAnFYLPvKrScFCapRbyhl6N9rXeBXTVtfO0/tWF3HZWf2vat0PnN41iKzMmkZwlTH4diXnkeL
KkjbT10QDVfzUsNHAJm8uy4aLFYKtyTWpjddmULqD3rAMYVaZtvr2vaaXYxxbejXCij+fek05ocn
27IuepvVhxEZZzTv2TzG14mD2vxTUvIlvuzjBQ8LOSZT9jlCM7sqBs/i9azduQdIWb2JNKLx+31m
E/FjMDNjZHB7EHsE2Lc1PKFiQNSEtX6DN7LAtoLjeYedPMJixVuyS06dpANfQibPaThXMPsyU+02
RLXTPLCjwtZsH2K3jJI9usBh+ZWmLR/jXFcZ66Lc1Z6a91FS978mE9US8h7Dwm02oTDfKW9hY+7y
mvHtkqQ1ajdFY5yIMbWGTemEMQaUHWe+VTOTyyZIEMThWNV+9/XQg0UsUO5NyxDTLfNm3+QqUWAG
gVZi/MKFRZnIo6GDtUJmghrNXnce4X/bT43cq2Zk3ZXJQDrZR4rDQgAnhLZ7mJHwoXainqYeIqMG
SPidhreROFZ96B5aBxSXXdNVLUhKfdX7fl6mDh2/qgYOQQ8B1Ke/VDgE0ecOy9HY5iE6bnXuCXfM
tiyrk2kXsRCV9eQ3mhIbpKME2IY9drvM1dRtPCTy1hs16/TJD9tEHpCthOyWoY970CCAgNWbKZLZ
p76Tbp3D5h/qfmcsuSBhRudm1891rz+HqrHLE2ej5Z+QwCu+wYAGNYeU3FZF149jTBIR9e1dOSat
KwivksGQmME7YBPaCgeAqKpB0yJVrSs/h4YJvidhNzbNt6BnnSToDUyBJtOMjkLuQmd3n65ZMZe6
ps2X2TR0zKcGH/q295o6aJDf6vkKlyl1/wBNveU3NLW0vKQj2E7HaOyTeJ1BZaouVQT69nEJBRDR
EfErS44ckXnemnmwzTW8n5j+7KTC/YUyfWAFi3BqwwQCcW4DtwlbF8HgTsOdCeyg7sdM9cojTdC4
8xHcABkQkCLCCW6pS71cJgKWX/kiIgDfsUzjAZ1jrTPk0FauP9UX6WIwkNKpceIeiOISAH5WyGK6
qi1MxO/EbAJmN+AjNEmBjWASPyH3m7PPrFI9K+QS93HuKBdsUC/Seiogi5ivOgNtzA7i4XT+WXqt
aK5hx6+zzzbyKbx7ZujmfLgYYoPnUlZoEVesqr7QYazabViF00SgxwPtoRRj95VZKgcSJZzpG+gi
bEdcW8/6Co4GXb1zUGs7BU4IkSVzrcPkLraBUPmYTWFC3ASEu43Fe1MkW4ahugzrpNVF47e9WHet
GoV31Ai6aeJwWnbIdGnaQ0kVbFrLKvDlhR4ifz5a7kPKqKMWNBOv5yYibQfbCSLYimTwpXf92yjG
oMh52VLIUUJQwXaua5GaDMQdFCm9AHogiOMbvqzsgoDEDvx4dkimDvUtWBmBS3zM7yzPRtjMHbou
CZxPwvX5cIcbGZ3HeRpR8iZeadimwwCP90nfBEsBLEX5cCZc0oAsQ718jSjy4gReLwsZVgtA33ky
hhYmTbMPojKJy9KPcmgsxqhoW89C39c0s4Z4qbLprrcGga6OK3t+C+G302ERrbQlaVun806GDQTE
Aw6hinRqXOSt9UIREc+U1CGdHLHWjfhlYm8VD/lF51VRe4V3Z5r9MrRAgGd4d3yhcMXimFQSg7Xu
h+GLruBoXQgXCVLEhc/eNwkJ6iNNk9LdJCryxLauQdu86tGQAXWS+ljzuckcCVIRYpN3SDxJLMEZ
aExILTowm2BWH9sLHkF5iskthHdpheAuQQxG8OTKIRxzGTWR2rujMWEBg5TB/STKHv2K2gjLCG9W
EUfaQVJCTMubZWNsPER3dapsdTHWWpmO6AlJx+itWkf6cJSuNDKVFYgpP5DgGY7HHvrSEVzDpoRa
tGdQj8LfLDjAMz/JFlLZzvYkNZ2edtzA+Xg79m24/PBg3t9vY1MiGlpEYixAbgLY67tSGyJVWHYE
0VOJv5vjCqYnnkSiBt4bSPdk9E34aemWrt1GuMP7JfbE+NQvnuIqd0SNEzyWjkZs3Ubwr9xdIP0d
1bJ0t1TRfkXpat0W6FKOdOdMXg3ixsxtv6nwFNYZVMN1yzH9kOWVQWA1jEGVeRrAlDFbkUSS55Pw
FnB3uznz71303Nq7KQSPeiAianmdd4Jrp6DgYKcHEQ3B4zIjevsQycRet1VFux1vgmD6Ijl4LZdq
mWr9qGLLQrJQ7YwXPpjNHeGeAbtjSCM2bpC7XTc7f3YrXiy9jGuC9qNeLsoGmVaPtnNXW2e0Vnle
6kgvxzmcEA/ipuOQFnNIM3sdBX32OQmrbtiXkICO9wYIZpz7fVQOyIlY1Sa9KAOncKCYnO4om6tm
Wzvp4qxGNPKR+jX0cZmoOQjNAEmeASNVDKJZN0A7O9Jeua8hChbXfoXMlScc/1AiBCoJ5k089Y4+
gonndzuagiiXL6OQzsZEoqmxJAWCHsFiaKeNh9mZ7HU0u00uILv2txXskB2Cbse0bBZUKmt3GT2t
PG37CD5DJgiXXQizx+bGD5QAsbmj03iRjYP1LrOFJSWZO28qYQZiMnQVrERWCoOfTly4Xt1PuwZi
G7GTlU+/mBTD4hKjH2pmlwFZ24Dm1dgr0P2mYWu8doHguBas/lQGAT+qNoGwPC6nCstGCdkyqMae
Fng4syz3/rD23bDrBazwW1Hi0yIf9XbmC20RFrD47S70UIRtqc6EvuwlqttNQ5l07iE2CtIiHEfm
1ISn7oRCT3gsK5d8Rp6I/U6zsco4UY1Dbe5MtZB51ciekq5uhNw6Q4+WKmxPKi9PFHTgBVIzHOdL
uJT0B62U7987TA5fPRg7Mlq4kTXjPs4UFF0R48Je8pl7j4MTgvdVaqB1JBsRwbhFEd7bm6wNkfA3
IMn+k/JFll0g6YMjATkWYw+X9jju4JBG2UB4EDUZNq5ef4mA+116VRlXF+UyK76BCr6sd6bByCeT
Ow9z0XRR++zNbhcVplIm3Au9OJ9dFGAJwdBFoIlevLTLTVwFztExLjTLgRTqUgRIe94i2DCwuUFO
XVf0vdMp0jQDloFmCZE/Dysj024YluPsEh5/PVb7stXdRYxxr8jiDYgtQTBpe+v4Nk5RgKH8Pc6B
J4OiwWnPkrieaYQ/hYnzaVRosdiRQVRPgdSHxHEa/953TFDtw75G4JBjsfpc9YuNMxL2Q71OExTC
O7wpXRaAdSbvChY1ob1Sy7jMxKQwySJlJA3GWbJwDJkuk1iJRthjXcKQoRcXKDiUyCtoQizxSjW/
1IufzDtvCRndlmiqw67QqHjY1rLlwWaeEMV9h7lQTTupkaiewwAe8Cq6eYs4dB41za5Fvx47E/Lv
2jrXVE13Affq6kcpl0kX3uhUzORtL+WtoLX8ZlkVelh4eNlLLASBSq8ETGspAYjqQIOAs2RVbmd4
muBwCAMal2EftxO/rt1Mo/0MP8fq0vo4dO2AhWTlTYaCKthmxs1oUXdIsED+cjKUw9HwQKD2Ao+k
2rjWcdleCdAcweIIaBIUkc8XdpzEKGVRtSpZ8rgyKFTx5XZEqHnXBDuUcM10hZox5Zdh14InHvsK
ndsqWcL7sJZzd4yrGWGwfoUS5VFEnQxh2zA6cfZSoZOmjgFnkUuLWUPCjjMIvARx0KuoYwYCBkWv
0X1ssxExcTGf6mcwA5e/Jd7/9Wz+B30Rt38dxsd//Tf+/Sx6O3DK1Mk//3Xkz4MYxS/13+uP/d//
9vqH/nXTv3T3anh5Ucfv/en/fPWD+P1/X7/4rr6/+semw/Zo7/TLYD+9jLpRvy+CO13/5//vN//x
8vu3PNj+5c8/noXu1PrbKBfdH39/6+Lnn3+A07oCf//171f4+9vX31v85PH788vP//U/O/79Hz/F
P67FoF7e+fmX76P68w8/+CeAbRAwMtiIoY2/NgXnl9/fcf8JoBujGNDUqjNem1PQUir25x+h/0/g
AKtOArQ14ElrYOgo9O9vuf9ER2s1YvCTANhP9Mf/uc1Xr+z/vcJ/dLq9FRyV4J9/oIP9CmdZLSlB
RVotzuASjOXvtHPl2lj6TJkGTQXw4PeuZd6hsv4L76/B0HyEsQth1WjzJUq/YW16ZMy5iOM5/o6M
CKQIs+FnRFGDTKm+BTkuaskYR2IftAgkilCb6+wpoI6/bWtvl5beHSAyQDfyFmLaxz7qwxsxK/YL
wxtnz0Fe1OvKHPVb14zXovkVBIa0fTOWGyjt+L1SibhZGPpoF6PFIR7dZWAJbRWRakGPTVCShbb+
JOSwYZgUddruRFzdUKOKzDMKBbLwtzZ1liOzPDvyFg4oBC4POXM70AJh4CeGL7Jdjqqujx7cTXdY
IwnvnG0VIxeWo7rVogs2NhlrWIaI+CaKmH9MqN25XX3RZlPeqhKnleazokG2G0Mfh8rwOVB4gHBC
RD5DS6sbVBcvGcgjpB2XHA6JueOpHjbN+tAm4ifj3k/k3+37qEF16rZfk8ndtCn3HqRcgq2maY+i
IbwP1mOB1g6x7eBsQTD4Osggt3R5kHX/ErC15d50D7VInpYWBiutodug8n92ps0r+FwXxjp3HS/h
6pKBPj+gqOz6Bse9tsmuKQ/QGASnYotAt2LuX8rBLcb+l0Bfk6tkfGk9xy0k7AHAJpHHBT/sYV19
QKctJkE44sCgIx8Jc7KIjN/9TFoQ72JUT5+Y3zyw4VPj4wswBEYKHZfmnqP8yJtsfEBy3nfVAEsK
qy0CX2dSDbjV1lMLzqe8zQOx9CSCFx8ywYfrEYegmyRcwmKyCvV7O3mb0ot73CpF8ajpng1NvGFV
DQ2OSnIEWgEGSdos5y4iZM3srCyNEM7YYEOBMemkxOkEzrZSBwQQ1jfLMaIDB9Y7/ZzcRg7dGDql
V07qpBslO3Ac4nDj+SA4+wHsuaa0DYtWVDQXffuDM3Exe8u4x+lqX/L0OrHLjU6dcG224pQblYTq
cg+FM8fmmOQVh8EW2LyC6L4mri9+CERzF6GaejIsXZpPaEPgY01l/OSn41MC9RonSUYruEvSQe9K
A2+n5K4ax69zE2DL9kKCNvMVjG12GOagoqwHpKR6gOOBxfxo5A9oD1eMZonhsOWETw62Yvwz3BhU
el4VTNjlHW18ktVqKnofb8Bx2ttI3DSsfBLNSOAfcpl222r5qmu/yBhg/LIF41r7xegk7BquSHdj
g6wtJHyWN9WwD13MpQyHA9vxjZsNLUG59eIMITgZeB+bZOyhH8m+0cTNXcxcCHNawvlTNEFY4lDw
avBShjx24WGIRMeiRpQzCg9j93Fi+z28FebboI2SnTA9LdpRNrtg8u6bLt7oDKgcY/vOwFDWHZJf
4RIcM1/Q67pavke2TK5ZD4ZsKa7Tmq7EKPzqmA5FONOtqbLLcgLT3g/2gPy6TYVz+ye9SNT/YD2T
ToRAT+u5JEOEKZYhj6KmwQXctUPgV/pZghHy26WpH6JdnEmRd2DyEtF6Kf7WP1ufBUWqR9SG7ss0
cMSQsFuG29jXODTnvvmeKdZteAuatz+5N3A3LkLPgZnhnCveEggCCGgfmDIU9WXgwAg3M9886TUk
9RcDt6VUrTR0jBU/1qRqEMIER+KvabVAgSpbohe3I3ZJLk0pHwPDdu7iwBansp+m2uK11s4+7qDF
xFf5VSf8HbI3ZmKbMcoRZ31IVwOpSM4FjtvLN7d2LoGXf7Nte2Vcyq8HYDWbJGpnOE7YJ48nRQSm
Pm2cKbehec6gqalDBIGjKZOGyxHMkbaImh7cJRHtqRpvuYZsIBix0APqfHDLicxwR+njb7T3OsJ6
GR2TeJcsziMcO4KcmWUvHUOYO35P4Rms5PRgUB+mFoQc6AQ2rjRPVk/HigO/sA0RnMpiYU52RFNP
Xzdh51w6qSoWXhliwKsqlJz5Juq67llMnkPKeaKYrvN3HJrQbsiWO0S62CLxcFCU3i9vCtRVKTuw
3RP/GfgG0Cb6Zaa2OgboOH/jsm63cRV/7eLII8KUt/H0gCR2gJt+gw64tPyy7OOELI1UtxBP3kPS
HW9d0A4Lm9HuwoCyWzXoMAiHZpsuxFYYx/ImBLgozA+gKsgDoe1TkhlJkuQJcNW0C7mOt+myUcqF
YsYfE4BM/Jp7/S3ihK+4iH/RXtrc/d/MnduWnDjWrZ+IHhwF3BJBkCfbmT67bhi2y+YgIYSEEPAO
+6n2i+0Z1f3/lal2OEbpao++c3crlELHteb6JlnOeLD4rusxn1Hh3x1pv8QohV2+i25Lik7kCGX4
7YcmnYMKd9/vm5rlKU+2+B3qA6cnCPNUoaGcRFpqzppbOqOoLqoFGGhzp0rNA68chUgAm0/x4DrP
tBzCtI9wnJ1fqZrqRzAsl2Lvhgl5ECrfrm3vvW6GLrkdYZjw1Jis/VmHM+wNyMYfJ1aDFN0iQl7l
+Zx+boMVTxai9/gBDLb9NLRIuAgUgN/mk9gP075H3xB+rR8YjhFcKah3UNuK2Rq1RSANw4BxjQxD
M36FWU58N0V5XU4B0XeqXX2EBih9m6GEC5oVf14PPmfDjQp79pbudfgm87zuji3ZsQ/5dkiYTG50
N4tT3vlSQH42qp/IM+fIWfT8EGc1/Yqq3PU4hSq5i4dBvZkHCZRetH318nr+E0S3BnvMML1Hekgf
sVFg213lXU82c5x4b578Zm9L4w9gkK2m3gsF4PnttM3psQeHqSmSUHEoOFpxHyF2V8bJ5EMgydo7
FAV42NelnB8RGppe+Qq0M87YKdFfE7wja9R2d4iqz6ycxvbNECL8u/YZbBnlBK7cMZFSPiF24d0p
gIGhZAoTvPlaswALH5vXeS+mwqOgneZ719yhnrvJz+5RiESBFToWdZeMJV4w5PO8Nuublk5f5zxf
8KydzTeThF6BuyPSN82WINTII9MfGQhqb0kv9rswrae3ncaVbjY0+UInBDIK7IoKmTJvr5p27O6h
7SaId72uU3pfowwqqo8EZ1iuvi4IX1V6Hr6zzT94GzkaFLKlmzzkPGS3KBqYP3So4GEYYgTQ/+gH
hoRQhIOamVvQ6fs3Wg8JIC9NjCuZwKaU/DWwM4pu/KoOWXicJXSAEOxgUwnvxIw6awNTtUz1x3Sd
x6d0HDV4v3sZM/VWR/MhWpKgzBTmLUOhDPgSpkKQ60+yBsiMrCn7sNXLR1XvQNrRqCnmvR1KPbQ3
wFs3p3HM7wFh4qcJOpM3Xj6+GofsBiUAH6DW0jnuVtO71ZiSLuQpb+9NiEW41x4wSglYJ5z7r2PV
kmLIxWnI1scJeXJfvgpGinuoqfF4xkLuPDYegAQePySef2jG4BCH2y3KxgvhpyfBRFfVXvcWiUZw
1Eiznhrj30Fi9nHf5/GYihnOYRsZ7tJVE2jMx/wJnmUDUEp1FVMfUbr2Y0Tk9JAi3YFqwgD5Rs23
z3hUfMYhfY9aTIRZ5uQmzH5OUBa8AV2kuV1HIL+Qy+i/ehyRsZXjlOiA3zkHTSSqX5sp2CGZfr/S
BqpM7wTtoypzCH5uZsi8oy4pW70iNTVAdLdDHEnVpzXn7aHDXZApVIXk+WO47hxPbFzYx+lNnZm7
FBnvIpnq7kduYiQp8v7VNJ8Pl/ljgBjZQ5TRVzzpdpT+1KLoG2SePkQqG4u8gzsKLOi2eL8DJhz0
xhF5UKRE3+WJ16L++A75zw03MH7kQX7HINNbDv68oVgDhVJFYNb1DwrP9wps2/uAeQjuDMBHZphG
es55KSWgkRR1gsWa8Lt4wd0bZ5fXkGLCIkbBoEIQAZp2XDmrGKUHuPeT4MA5ea0Yfj7e3wA4NRQp
Rzfz+dQkcfeJdn30ILep/09JwD8KIPw2NPAipHAx1PD/YwDhXP1wOXzwf/8P/7ODxvrfwYi/Ig7n
/8O/4wV5+i/oHiD1T0CcASno73gByf4Fo/JzHROgHiDknmU6/4kXRMm/AOIBdyBNUISJqAL+q//E
C8i//sJEIfpwxpzA6CX8JwGDl1oaDzdSiEeh17HkGKpea8TWc3LTIsqegH3/j+oF/qddxCJeysjy
sFtAvljTck5a1hb7vm2f2pCsVwS6v+421Fsvm+9TjyK0ztOylZOUb8+c1eZ9s+7jFYnRS7XK3923
VDH5sNNM05qUKC9S+5NAzA1EnqjHjQ5qwCEsYiiO6itSnEt/zLkTz2oqFKgTvWnwjllVhDwj5M7I
nI8ICf/xbDL+J0j0IiiEdv6W3vz9x5wlQM/aT1EhKfp8wzspEPGrIDDx8A4pHZ+gZGvmawXTWyKR
0Z7E29//4KU/6Pzvz35QZL5Y0vMPLixP17uxRR0K3iS67crf/8BLVd/ff9E5+PXsB2CSYyCfiZLS
UJWaOySl6/AgqArbh4S2ffgq0FTTw6QmviFPzeJgOvm8XeTN73//wvRIrd9HQMgkQPoBIMjUVL+F
38ykP0bTnvt3s4cI/dPWjBG5/f2PWQUBf/+14cu/FnENRRO1JaVummU6IOhXpVHwU4Ana2iBTMuC
R96WejgHm4CWOgR9F1nMJguvFZ9d+qCWjpA1GyjFCdi6Bun1QyTHn2liuiuDealxawsC1IqYbJuT
EuW86Wd/3HB/XHR/pVjxQuu29RvLztGXSCYlfAa7Hz6C3g/c61Ay/vuPc6l5ayNCJCsRU5skJYMY
4GMAxEiBZHPqts3ZdVCSmV6IcEpQZezte+mvHqI9UPKM12yvLnXf2nrCtQnwRu6x9YxQ3x02Qta4
mCas26Pb+Fh7T9hvCLyBtVvxcUvJo+pUO38c5tn76db++Q97thOozNe+WZOs2scAtiVN7EnA0Kn6
Z/TJ/117ticAEs8x0xDpViNy0sPJyEAsJTNb0OHu3Mb/jEf7989YSzyKR1w/hZdWMyDy8w0nI/fL
nQdsLeH3aFa3pWaXs0/wRa6jdYAQJaT7eyq39g0KofP3v/8W52/6i3MmsxayQeUXUqlJXiEp2ZVM
yTR6aABCmT5Bq0Sv8fsuTFnbxhpoSkGzVGSVRPTx1ht2/03eBPKadPpS8/aCriEpxuCQSqOOdoUB
wxp/AUVMXDm5LjVvXSz0ko7IABFSLQxfYGbNUMbaS69V5V5q3lrPuov4xrYe9QdgzeIbbNnqFcrf
4Cr3+2986Qes9UxzD+rBFaOfB8PEb+HJwQ3yk+luHt1+4PzDzxZ0Gm6RCryVVLlqu49pptTjigje
NYX1pf5bCw2BAGAvgCCvRBTP3c28RytoABSwGbclZrt/rR2qM+ZQIuuuGgGW/hAuWdHrWF47Ls8T
8RerLLVW2db0jT8YfOIJxBqJFx9S/I+Dty/krpnrgSKTEW78Mxuy6A/NG8MdryF2ESSqEWskFAy2
QpYxcddCNpriZk8hxCgzQH+hAuRzD4FS1xKBEtF1h00XokXRiKrmmWi3AbaJmVtNPCh9vboaUk8f
YV+YVlnKrtnUWRWP/7sTE2uBAn0NL41wyqvI3+VY7gEKTMuk3nd2IwA52940ahh/CshUhpt4h4Lt
9YqyUf4qhKVW/zmjYZK4LbX/IpzwPhGj6eJKpLWKDmTPf4h1Nf/MKPTvP9RayUwigw1pRFpJT5iq
mYOYIe2VNX86rWO7MEoDp55BcxZXjVizLwi1idfK9wa3bdQunZ+ihvceyuWqhOElAw0inEELDTmz
ujLLLqwyu9hKdRPktKtEfmEzdXibxVL631YRYMW1YYu4EgcMaChCSHSb7wLmDKHbhdIuuY4MZ5hE
klQkg1ioEAgeo6YXCSbHHdwuwIAdAkUZuUxLPSEuSbalOe5k9I5Onz2x3v0Elbi8n9a9UlD2VDtI
RgWR4hps9cLubRd3kgDsmxXvrAo1p8MBQlnYlGxj6DapbHdDPETGLOjGvQrxboQWL/jEm/jaRfJS
162TGclr1BGwBvHrdJtfaWgncTxPLXTYbgNvLWeoY2cRyW2vvHrIb1H0S481uLCVW+vnv+rZqQwO
UiJmitbnOowPJoLwVg3BNU+AS2NjPaczHu7ZkuKzenPYHmikF4je0muQwUutW0c+lJzSh5XgXk0B
RKQq50BBJvF++v3InMf3F8exbSjAayTC98BDTN9LfuAlSJdTPFPBq9mkxO0kSKwjP1rShffwMa0i
LNy3+Tz2JYTh1O2FbAPHZmA1YrMTg8LVhNxmeYL8IoyQ3PoenzfYZzMnmAeUjO+9rhqoBe47NqQo
lWWOXbcOaxzUNaVBNFcT8k7BAdUE6pC2K5SPv/+4F6aODVpO6kZRb0fkRfBuvaNzMz/oumZui8qu
8kN8FCpwDSSO1I1R7yLjZ+xNAh3wtSLlS90///uzsadBBwLzEq64Eur9QEXyZcu3a5yKS41bizbp
PfhRZfVSTqxFYZ3SIeCZ0Cq4jby1aCPRgxzWZwtG3vsiQ9zveL7WR7fGrXAWFbv0PEX+0/UY5idF
skA74da6vVqTrNZZC7VAbhA0Ds+tK+eBsVE11F8E1PdoHbqVFuhSqqEOQK2PU99tyGwLngLKYny0
Hoc/pi5mp6ZrHINNNkeRrqB5dw0az3c9VCxFurilZL3yPrkwH+3C9RWqlJptdCmTuYa2OVhQvCHq
axD7S61bxyug5CEfI1+XfNmR8G27H7rfr9UZX2r8/O/P1qnaJWh1LaqEBopiDEAtvniLCh0/qbVO
UVgp4cHmzWWKUpajWruvSu//jH32v4+IyFqmk8rXHjdhXfZAzKMAq4MWSob/DCLxd+vWOk2jHpIk
L0fXcx28UkiPPNaolXNLUf3lPv1s1FcNFh3Mp3UFJT5qCyDEI8kRPh4wuHBaTKF1FwaGBE4yolmq
LR64LDzUE6C+Mpy/uzVvn6xwOJDjOuBkrRW7y3sVQO/fb26XYVs/rGUtIsgzdDXn0R9BHz6pOHpy
67h1FV4VjKe2zYMvXuu9xvb4BaAWx/BdaK3TvOtQHwM3gao3bXbUbfJ+pOD+u3XcWqfwSfBknmld
ed3cHVifPqThdI1UcWETsCm3SAsbAT8Hr+Rs/RM15J9CFPe59dtapVkHw0ic11uFZqFD3GFaSYoN
LHG3rTe01unSJLqlsZyh0cr9z/GMfaBQ3R5cuWJfGhnrQNUTC30oinU1jHI/jmv6re1E7bY9BtYi
rTNU3y8dRLbJBtjHMAh0nV7LvF7ouU0dyTmJ4Ys1oB5czvmrTDXBKwaK7ienzxpYt99wDmc5yw7T
sa0hAx3M5zTr3D7pX2DaZ5vjHo85KqWprmSyREWQrV/YlD269dtao7GJV9NFaNvrFWyWUb+Nak63
pq0VOpoa5cVRM5c+Ss8OXl8/dLvvGB84SzueH9NBIARkqKFXAsr1ZtjSLxkqyt22lr+wVs/G22tx
T5cjxoS1/GlsxlM9XPMNvjQJrdUZC7NFK2Lq5bgvN9KE93HidoLaMBuxJTMZBd52BO4O2bhWMAZ3
y3z61rLs2Ly2WqPTYviAsrBDn350miG2TwrLeyl2io8IgjpwFvlTthO3fcqG5OlpoetmyFxtqg/e
79scVr2O1NGt49apGfF65ZBYzpXykN2H+yasn/PPbm1bK5Ki1gweSr5XQtsG5YBPvgIm5Hiw2T6z
mNjTxMAKqMAwX4sEkJUjOFeL28KxOZkZyDxznCxeOZF3cjxmiGK7jYl1aLYoio2ndpsr2EMMhYkU
FM8Tee/WuLUmDcQj28ZrVQYAvoEpmR/Bz5sdZ4p1XkqtodJnaDxjyWOkxfcu3qTTqMAb5OUeCIna
5k9ZrlBLGz0maHvVi2vb9oUWEGAUhgUIG6Po5kFnTX8HDi5xGpX/AuG1CuR+3GcxUZKdFLvff2Ck
dbpgQa/3clRAuYwNzbHyQQ2Z+4Mfw9j7iLrQ4JrDcYyG/jvKCLXgyx8QZohr5GrmqonFV88sn5B8
+OAyFWF5+bLpBeRXSSKMi9ZNcpw0TCgiGNg63SNQ2PuyddkuKeLRKzq+ro969O/WZXJboYB8v2y7
H0AQTttIVRmNXjEIDsErSEOnzTzIrRWqGwnNpV7myhfsCd4Whx6wIrcRt9dn4vENEF1VgSgYHswQ
yEMQ9z+dGrf1Tijz7FU2zAoCA/KlUetdlybv3Jq21ucqZxiIhZ6stoAZUKHS6YQSZzdlBAwCX37N
MTGoV4R8p0IKaT/yfXydRsot7Q/TvJeNaxEqCsKTrEbIX1ihtPTuvcXf3rqNjLU8DSgA/hRrfNFl
+xNcqKdVZd/cmraW54yDpxWgHFSUNG9XIW794Zq12oVNxdY2LbBNAzInlsCeT225mCY8orL0u1u/
rcXZgeQFQTpF3U4rDjQGgSS7du08j+ovNkNbxWQ8xIMXkcqqHRZ49ciUQKaPIgLwqUN9Ddh4aXCs
RZpQvnI6JrJiXfQHa+NPnqDvnYbGVjChKkExktYS639RN4tC/XCwxG6pOpC/Xk51kLaSTkYhOh4H
n4YFxcSxJz669dxao+06gRHkt6oCCyE25R7pLS54xlp6dPsBa50CKtFkOmOYkqv31A3h+25ye4sD
Q/xyXBgYt3gwo+l6y59mv3tTR8QpDRWk5zn07PHGMlDUpmWTVVQPIWim4fwUNKa74mdwYSbaYuMQ
deKokcVMrOELC7z3VEWxo2AMjOuXXR/WGsZKqpUVX4Rf+Et6mlDnU7h9TesMnWWswXfFkGN7vF+2
8J4lq+MaspZnbmAw1E+NrNK64UW6b/c5cIhu/baVTjlmiQ8jU1kF4/IIHsuD9Ge3ftvqJdkhO0GM
N1WKZJ+6QD4xOjk94gJbuVSDr08b0cuKYGRQ3NmYYtqGzOmdBbeXlxNljvrJ68d8Qt6mnQ4ypE/a
y92uoMRamkC4thtP/KkCnmDoC4NARal9jzgOjLU8QT+DKq3fsG7ybThkmpC3rPN3xy9q3XCXPiE1
tHZTtecyPAQqfo2T1C17Dq+6l6OuUfs2JuuI6TLmsU+x125UtUWWL9QphgPj0Ze/MCGOBar0IKpI
9tkf8JVabzQKzW6cdgBbzQTxLyg7K8eXBdkrPXCE5irwEye3LMV/0WQ3qnUmh1pUmafodFiMGH7C
ucU4PkltOVMwhH5sck9UsgXgZGjIuZCwTU5Oo2PLmdJ0XcHZ8kWlGQlRnA3VOtgxjruvLWeCCzGg
LHBeA64kbQBJ2UP6lW4r/2cWwP+TnYNL2cuZs3YSFoorxmZseyBA5+HDetXn67w0f3HFS6wdAQxy
A3N5jXHnmbjZlK9Oho2t26xMrA1hiZZoE8yIqq+T/ZM/1nDcSTOwOdw+q7UjRNiFk3DDZ83h06RO
qc6iuEjqEd4tbj9g7QpI9QHDKBaMfKTMrZTZh3ZibpH/wBY0pXQIoWCWokrj+V3XqCdD53du/bYO
7abeTMRYM1Upz//gowlgch9fU+5emDK20Gj2vXXbo2SssJZy4MIWVKhvXlo6dd022pCbhxw9Q+vJ
soHHEYg7yq+pmP6Sbv9ittsyo6lbIa/LUBC/ENrUBbLFgOb64HrCfXbIG3oziM2804NitxHqtEk1
t+2UvEeJWzo9xuByynd5OpAbirzkeNNTDlhPyjoE45t1ynxT7HE/yQ9mCj198LeJ069gq3pgoOBi
GYLEglh7mQq9gt0aIEp2IMhSr7d68rK+ClPwlm/rsTfbIfARTfgMKmy/nQIQrtMjiMpo07AOIJ9m
ykEw8Fm469MQorj6qJYh4n+sYFTVj3NMvP6bCsAar7I9zJdKrvh7j+ALJGXvL7Bt4HA/oDAKSRt9
Azx+kz+QjKNUy592kO6y3AB7TOStQKnzXvljnm0nM7AFlCAZN0m5pCZGCJu1IFo0TIAaABhGvh0y
2UXnGu9OBveG131+y6Jgjqsdo20OSUSX2333hteSL358jH1AH4u+lvX+jsGnPXW7hdjSGjk0y7KI
Zaxgwq4/ygw4arBTsms20Remvy2ugW03IFo7zBRyxPIAhugf2h0oSKfZb2trfIwcLLjEWMHVuD6j
ZE1frZPfOV4ubcfhgHfB7kW9qEgzJIDjKa73IvWA+z66/QHWjj8Pk6m9dh4r5Ad+GhHfJZ5yE9IH
kbXdC23kMgGODjeOHPKdWaWgrkV5H/5067u12wPXvUcL7I4qNuV7BobAFCG1CT8StxQ4SCwvD3ID
4wvOBwk8rFy9b0Nvou/ADfWOO6d1lA9rrAnV0ViRpB0R7fTAtIIDp9PYxFbXo7je8IBiomrJ8KOO
6bs67dzWa2x91gUZyJWF6Hei60rl7K5OAreguO1WkyxQZAWInFaom1+L2stpkbNgdBwT69UtwTMm
FMnqqgkBEFvp9JP08r3beFsneI+y7oWn/ljpTYvXKEzsbkDkHNzuZba2sSWdr3lI4B4safwQ492G
ihc9f3Hq+xml8DxKYwRngb82eOn4AZC6YP6WXdc5vnRsNZlITd3vDS4IyAABNqMDchCe8SunvttS
MuOjNjrpQKLmI2N3BEiZuSCTJG7VA0GYvRwbBRM3yKRGTHau07uWR/4feDFvbgkPW0sGr88JiFTc
VxEoW2/ruNZV6gNi5DY21jskjJgGmB97ADiCzUGZqSnA/7lmtXbeSX5xN7MFZbDTXPWKV3jlbTz6
0ULL/mMf9OCmKw1CawNLwogDz09FlZB08W5pzoODXxuTXMlMXoAHBLasDMWsdU1YxqudBZF8L2i3
jIc6BZnuaNTovUc522vPy1l/xB2R5ocmx2P01HpJMrp9fVs2o/oYCD0eDBWuQK/TZb9nU3OFbHHh
49iqmWZF1gV2pLxSa9jeBUzCk7wbjeOisw5elC8TkLxwLTfb1GYHb+gbYDJa0DTd3v+2bo740Y7H
1vnmUM9BfT90DcrxNvC9fLd7W2ht17uvgeJfwD+PogAWOKvpTQxPjnhxPH9t9RwBtk/yED+w6RBq
7l1/QlHDd6d1bYvn2DxsM3iSvBKSq8PaRD/3OXHtuJXJaKYd/Di4VVS48p9YSO/CULllA2zp3OB5
Pih2MyqA4kUdqBcjA2P2t26DYt2m5pbJJjALr2ots1K3YVMMSed4lf2rKPZZIgOotC5baDRUEc1A
3e2zbLprUw1sllvvrfkY5+sYEe4PVZrw/jDl2Q2Ng83t3mNLxqTgTVPnHa8AHDQPSg7gGs798vT7
rp8H+BfngK0by2FzvpgAJ/CZ7Y6rj68AZ2Q+zC9Kgtstd7vs2xqybCN1RqJmrHyg42CrlMz9eQ75
+eh2WtoGbYPXqWnJO+zGSfhOz/7bJqjdbvq+NTcBl5gzX6LviH8lR1g7wJJWg+H5+w9wYa+3ZWRw
5co8ClUg3Bpk/XbZPPGOg7vvthXbMjLW8UD7QAyeN5vsSQxRUs1dkjkOunWSCEQX4IfKGZLhiEqM
U/bkxeAvug2Mda/V28w3vXUMCgEgnA4oPpy+7CwfF8f2rUULRkxdi1myapfpN8SOXg1p+8ml676t
JosXH9lqVAiiaHWs+2JSevlhosmNhuHblLAOcQTe1udhF1mN3IbKbgeSXPMe/fWEhF/5yzvzGPZw
qZDoPHwnEHYKQtjN0NVtK/ZtSVlO9nRLFOJvgZmD7cg76BEOPef94vQIhXvPy+5nCxCGuHuyKoC1
1zFrfP9xRD3fW7cvex60ZyfJRjq89M0EOxp4Pox3PSxAX4dwfdFXev9XaOi/92PfFpaBdB2uhGhM
HQLnqDdTEHB909Flkic8lXR4gkUlgadxwtYRBiy4tz+ItJ+GL2EQAe1Jwv02hTl5At+dWoOusHmU
vhk4qOaHYQKj9wD4b71/G+ut0ycucMs86KRfv0dDHN8vogfRsWsXgEeBb8x3MDDaAuYg8f6+DVDf
8kTPnIr3vMuEOuJJFe/4b6UBkB7Kz9cwxfT2I/7XqnsVwRFxuXJj+vUZ5WfWJ/XrPG1CMdESBjWU
HNt5AlKyWCRCmbdwV6nDK4+KSzPf2s6gn5zCc+Fz2dRB/xqOTPlD2IVgxbvNHWtDGz2awEN3oVW4
+j9gu/mUB82jW9PWXoZX5zZ4xNAq2qHnZWF8G47qGrDj/OD8xZS0pXdg9sOdTK20mgSYILdS7cwc
c1i2SJghLXlzS3LCWqdohp9ZL/ZgyhOYqiXwaBMeKWNq2GkXrPngNE62GK/dao3XYkSrZYzbo1fv
n+Y+vDZOl6bpefye7Q0BsOGaSk0rwjTMH+IkfpO1zfp17QPvSiTp0qewth/IExq9ENaUTQfPh5NO
1gDqMI8Bs75n4QGKbre4DwyTX/4xDUDAQy0Z/hgeehC6kU/YiBwPsMxaaDADC/BUhxFfgITZHJnT
HAVXNuhLH8FaZCmsJrMdNbiA2U/pfJsD934asxyZedIszHdSF/g2EixB26TrUg+YDrD9UOvefM6n
1K201beFdGrLp67bZF+laTKfoLnOiroN3B4rcG1++WWXDsHCSAdt1cVZfBLLNhxhWesUufBT6/Lg
ExhbspTVx2Dp7vw6KuKRuI25bYu8RT5T44ym9z0u63w6DV1YOW0LtoZuAwitUzmFi18X3qeJdz8R
tzgbzGVfjjZkhRgkmDwdBUwL7mB1MVdeEr1z67e1SOEt2y5b5GGyB40qhZBxseUsdno7+LaGzs+p
rEG176q0U+IeqtdPUwNbb7euW+u0IWnjLaHuKraF7KTzmd/4E3OTovo2TMzbViT2BtlVXd9PR5go
PngpeOdOXbdldGsPuxUFS63jPMTdegpD8wGuZNQteubbUrp2zOcJbg75kS/Ta1jQVb0c3Q5XW0q3
tesKRx9ccBjsgGHpyv3DzpIrO++F25OtpIOXzLyjwg+LSC1jAdUYzC5AFHYb8/N2/+xs3QHpUcsM
YrvOhu3AGzHCckJyGGK6tW8t03zYUHNBkxyFViPccTJWy/txhTvjwa19a6VqwmuewpXhOBjYDtAn
qACu9PyvdOYvrme2li4mOxy7eNNWgK9Hy73fDQkKjBqwPN+DlDRWXQKD3iKdliEpCeLJ5jDNNFlA
yBRkO00wmZnKXcDK+OuQJjD6qbOoS51i5L4tutmT1kyzXhTMZwk7AE8LxkRcu3EUfJsfxPI52qMs
UWWXwuovqWdAhOHecGVgL8xnW0EYmTDaGZ1VGRk48KH2/j0KNlfHxq1DWBu4KYGYpeDNFewF9Sn8
dqnj7meLemDiSrxowqjDqVUVcP3+6cvWrTrJt0U93i6GqWYRTOChxz/m8E0/+CGKw5zWic0O2iGs
rrsFW3Uqwm9qiN4NbehWsOnbos3Vm+A3Hs7nt7ucm9su8jMN4zWq+NGp8zaCjnfdDGPpNj2usiU4
LbcejgltQoLou9MP2LJNCUfVfamFLvXYCpisxeYo8tgpvu/bqk28H+AMGg26DM4QOpPAV2eIUyex
P0CkL/dvkS6xqmc0DiNdCqOKeCrGsyu027hYL6+41UAzaK5hPwkT2YgGfYHw2De3xq2jZ6RZBkPE
ei6XEF4n8MpBNeEa+273IFuzCbt36sdeNJcjZF7FSGXzmqXR/NGt79axExshooBMc+nlyDXF8K4v
YYfkODDhy2/aSROMyNvPJYCp4SMfVvqN+Hvqdie3JTDtgJDyKGJdwoQINmgirMsaFrtX9pkLz0Rb
BcMC2O/QMcpOpGbJ8tjqoRtOGwmZPMVS4BR0Gn9bEVMvUR0HsPUukzDzjkuYNAe+ajdFjB9bd2jR
1uk8E7TeNLw7ZpDDHPJx+9Ot61ZICQ5zSQs9oywFfIoP8LXqj2qo3fYaWxGTi9ifhySRJby6F7hd
ZWEBgPHuttnYkkS4YhGySyPLud3ZKVD0ww5LebdPagsS4WIU7yOikaXI2vQwsLU/QJLqJsz3bUUi
Tzd49WS1KL3Bk4d+h7lyJDY3cpNv6xHrOGYygC8RPO2mFhap8ObLQK53O/7OHrDP7+hwT0PIWTYZ
XMb5/n73xfoRvoPXUPLnVn5xzbXliHVkTKAhVi4TCYOp4LzHizC4Fru71Lq1l8HhBuHqLc9PsYfQ
+eJ9H+FF6rSQbH0WDcKghqVFegLnq2bFAlP6j3O7qs9uzVvrNGAjPEZ9mZ8SMXAIEfuVtA8kYDxz
W6u2RkuoTOPiJPJTroKiz8M75jsefrY8CyCuad5CND3EuKyeE//cTRkL7+GXkxH+DF3dplN+2s/o
I2qC+BC3mSmcBj20Lhy9z9p538b4CArXDZfi0SduNEHfFmbhlYNHzQBfVgLBT8+9h5h3T269thZo
AoxQKyMeH2GoOQRVDAs0cduaQX9wa9+6bXARTD3TY3qKR/gZQp2v4ESIUr1rPMHzt/vFFhBai7Tz
qIgzU5PTIDx1M9fLMrxWqd80JepU0/q2GXbTvpr3+urj+sK2YAuNyAaz85ErBuPXz338nixutz5b
X5SwaFmVQrtR9zaD+KdLHAMNtrpohLY3r7s0PRG++stJ5Iv/SsmcXgOIXxDe+TadC4L8EP6G2M5Q
mNIUE1wL5/vBwNn3ZlRSTJUJlx7F03BnCh9XFc78AOgp/PdGbx2voUiDC9c3W+2R9ltEFriiwPwv
b1NwSPlmChPgPz+2YCYf45Hn+BceB5xUnejf93v3PtAsSm5q1en2Wy6btgTm6s91icDALGB7P197
jQT/thn71Uy1bmbpFtZ86SeG5+Vq+HoIWMdCUVKKrZqd2nqlrJjGAbZDBY8mXAjXfpM8vR2ZIO1w
QjSmp/BV3Omy3bb15tVfo8hATcl9CPJpEfXbbkxxtuecHijM4cWrRdUmILerF6dnb/KdNV5X+FHe
wXpRzqnA7XkkWO9FAivf5quQ7aCDIqZpN9xGOwUj/LghCpTCrHVajDzQLerXd+AOmqUrEgqrJrDh
t25VvAhy7ZG4yDf4CdCbQFACv4QBge55gCutZBodVLAE/CDCAQ+OPu2zn4MY8M9ST/FyJChWiAqN
EaKHZYG1I2zL9QqrLupHin8dEelPNZz+Aj+Aa2FGmvYL72Kafx8aDcMmVP/uI2yYgYjrt89nCeON
2IdtLThIY+pgTKcCekxRbVuXO/JvYemF9aoOMHSe+vywELMlwzFc9sS/D7KF5P+PtC9bjhtH032V
ibpnDwiQWE5M9wXJTGWmdkuWlxuGLMvcVwAEwdc5jzIvNl+6+5wpq6bs0306qivCJSuZJAH827fs
q9husF4vp8EfYC3Rp4KPC7+uia1kRirmYM8r+ITUXXYykx1Uk5N1KvjUA5ZbD2WRGYW6XKRoq60F
LMLnqZ8FbIy5ANlogc1kJFBrIADxzp7wtoaySmaJciBRYdB2me16+nkyHVw9/baKF1ttnu1HWAk3
N9tMJX8qJyrEDTM5Y1dbXkpbZO0GYlO0V86GkNHYuLDtNWg9Eu9rrKoRX64gmyrsnkAKGyl8R4at
OXjOVvdlkl01wPV7wQThKMCQVY/hKqBgmbZ9BPu5QgZn7dDWtr0LQH2Cp28B2SVhF7uDRy4qsyON
0X2lR970skwa3qg9b8o+HWCy3MGhPvaBXs7lyKIvidXNzs0IbDd8KGz9uK606CWWw0DtvmaxXtOh
KCMKaeHStxlaV6X8JA3rh0u1bujtlTGx65y40WAClCgZC4q02xjGWApTbVbfh42c+R6qPM162VMX
YhRCDAT5NmATzFKAkke85gY4Vw5lPtLaL7QNQLSaFxGNDzB6DmVW5jquv6C9JVtsmi4alkzX8aBv
GksK/ghM39Ttay/ALVMDGeLTFge0uQpL12xfq74dLGhWczBENxM2bbnrx9LT49iF9fShDDpJKGJi
U/A4EV2kxhtiTBN+ieo8lz6BdW1XXDi3LPGJzFU0fKwd93EKowQCCYPCsVBBDzzm7UtuXAGL3WZq
5JeY8Wn8AEmCrUwxkkTCA5LE4K/BftESvzwE0ctQz8t27Ojo/WOzkTBMxxI76aWOsMwPRUO3G6NI
sSd0kvWtnK3gOyKrsXw3NfClvnNgR8DbtqUQm5DZWb6aH7Uzff+twbivhNPpxPzFMNRtfjFRFc6X
dlKCwuWcRfST5DRSX0PX5DfQHQhOmD1uL+CFdEnt4iIroCoVZGu1wacUxiPLdoDiFPvYqipS2diC
wHovfNn2N2GRV+HRDZX1u2Aq6/Wg/Exgoc3XhnwgcF3O35WTKsZ09CaAkGZNlAYDpeNwf1w2Hc/X
mmyGHNnIx/Y93F7y4dbGSpR7UjaDyMxaLzg7XSzncg9YfDhfT2rhLy2EJPo0R2vP3cJNecZRUg6r
2/F4MHOREYw4l8umhir2Pi/sCG5KIJbisZRaRcduHEeemDyY+ZeyhMFwWvS6MXUi+zAnMKyK2HrU
badNZhwlQWY0fNaTvt3c+IkZeFkvWUyKEBqYK75FBcvoOanXQPe7/qzjlEAFcWtuJgc24y4eZ/eZ
Eu84bPJgq16l8A/h18ixi9ccW1ikMOCmXco7Fw8f/ARTT6hidR108hLWbFt1dAbk50cPU8M5T8rJ
iBXn/Ta6YUhqg9zOJRiTLPrF2YXFT/BtmREQGkgcqXctPuX8Ikdj512sOMbju97RLk5A6e3ji1aF
qtktS8FanxShkdulW3WBxvQKOzJ1ILlHYQH6Y1keNdzygmSbqyp44HEz06yMuA0yTZZQZcJvW/00
E/jfHhazOXVhuyGA66+jub9isCu8I6GuqwcMB6hvkqptjdrDaqAwJ9Wg7L3xaF3JfdRUiHcmz+MJ
KPioXK+6gtRNOmxzaNJonEUAOsqs88qBcrnp8J0hTQeOTR8Zc1etGJkeBuAM6psB8ojVlCwe7rol
xOiTyc0qPIZMaXMb6ynon2m1yvaKt0xjjfVl15ZfWSs3rIQOOn96NxSyWva4s7XexV0T6fe8Wcr8
pAv42R7BjebttZ0pjNp2OI5ansFfi+WvMK+2EMLXZR0fNDzhCyC/QV/CGpEQ3zqVtfHjYaw7BkQ1
BcKa7PQIq8xkMb6nD7imfFrC0qyfWzgNQGpA0XKI0gmanUUa4HzK0zUf14eacsMOUo1g6sFSHgjn
bpllkPrRGlgDzoNbwQtaRJhiCiXLO3zdOL5dnS+qQ9DTCOPGKm8C+9h129CfwHAoN2RF/ba+IGro
voGwLiHh/Xm8x0jKykls1xtRUadxEm8+P8oarx7qxDC09lcOB/J0C8sUPR+JKZU5rIar+By51xJC
EgUeo9aJUdjlBCKHxWaLdKqc9/dMra1K4H4n+V7Aon7F+IW5er4lJpTT8zbrMaqT1ixrfPQRI+tN
hNVffqz1Ct8i3CQb8tsGEw/3TjZ4iKeN1nAo7pmNzQHxPxgLPFzaLTu3CeFgZt6YYcPLnItlv7gm
6N6L0JvubsEzW05TDSzxbb1UZZVGdTnoj+soaPypo8LD2XhdoG4+4kmxtvjaQ2iX3MHqIFLPQ8RV
83lqp4aiKIeKJku7mtbi0AmjYQvelETyIZkC6xEK2xXhA9kedIZ5EC8i01D2GDyAnSL4AisCH6UE
Qb0+bnZqHoXF+t41xLU8rdYNY7VO9NGHmAJMkzIv8zpFAyMScLYchL2grYj5krCVdNPNWE4leOpw
4rYoPup2uGbd6II24eCPPtfDZNZ9HFbRchv2ZIZoM4bz6jGSvSv3Swt7pbuJluyj1LAGynSUo38k
q8DwG9+POYqOuXb0FkNL1r9rG6HhKl3304ADM8LeAGkA6EZ50UB5d77Ou1aNayqjqLjzgEsF6Qoz
9eWd3twEFj3I0tSl0L7Mm1SosBpvG43GZFJ2RTvtmAcZu92DYAuT8xye5dlMcoo3UZVteB3Z8Wz/
y/U5+ZHA45ZFquQS06yzEwlt0myr/1DLFlJbydaB8vc4gprLngrNh6u5t8i40rKogzSsISXoU5zu
SyIcZ+YDtVCzOBTcjYj3YiVI0xlY36NJPIsCc6zwFci9HXojUhrzKWt8afuLZsVW/xST2S17Kpo2
hJ3NDJ28MKqYzFgLTHmiWbjtFYKRM8kc57W+scDBqT7teCfaq0bn/lb6s2vuNm/sUkt59jmH7dGK
MIqUI5u3CMe+a2HRfWx4H5tH2+bh8q6fbZhiljHRz77N3ZLmrowOSNfgftqAYzRgmJrMa10eSjNC
LyUCGR/BlqWwWldjMsBBi58N6OmhQD7wwXWCXRbQ3+oSrupJp2VIeQGhX1RqwxDV/CRd4b9GIHXV
1xRbp7vYar2p6ymg8x1x0AVGCcTMVcEl3ZA7hdF8twQjsN5mFSmH9sA15i5g+MOElkHCHhzeaz9L
+h6W68WuoTVvkq5bzeXStOq2cLBdyBos4zRerUtpmVeHKIrUleWFPxXh2n72xVI/KNbOaUX4fRvP
3fu4Vr1KCjJqYJVs2zRTspJKOZ0UyHb93sNy0B/4QosnHq7jydReqgzLmafdZrd13891fPLAokbv
XSDFQ9E6Bi1/1NQiOOSdWFwLL/ewktBW8CX5Wpncm/dxzLlPlqpbJfC/4eJ8Vp1FJI6tXzdo7cg5
9CPsmKdJU9QxFRvqrOBLGJyWMAKVGaR4R05zGebqRgerNvsF4hDkaeMt5any0WIubTTGxWdkrt20
iw0N6GGsxiq6qtelhWlv0S8tyvFxlk/MtiO5nZhl4w7qG76HjoXm5XEIFtV+CkoYUNdp7Ku4yoiu
S5PYuEIqqowVVTq3yFFckrOAsTbxsbfVyypjNl0t67BsX+Bk5pAOlUbGWN0t9lYM+3rQqeodpJdy
ejHLtqrv1xANo93QR6zbG4FzJ0NFU4jjdEYV7ybRUXYLylEdXwJ0zcIsVGusjiFIZeu3Cgj+7tZq
I0eSelUs5UlPmhGeQCdGYoy51bT19yiNBUUVDPztdonGjsa5UPbChddjhy350KBYdZ+auFHHaAAK
gunOiU+hZk3wucMgFGXyOsRwzsTkokyxOpAsJbldcLrr2a7Z0hWz/MAhBGGepMPZ/lHrSdE6i8UU
IF7lfRwsD9xtNZoyAaWCJcbkc5eqnLX0Rm9y9d8iaES0X+cKXL+drGE/+c635aqgUhEP8x2MweNm
3fULJIEvVBXQ4Y5jl+FEJGyeJI6nchXoMJc9ekCHmpHSHVhTNqTLom1GCpC0nPMC3gED6g9kfPWU
+mU85yLw/jHuvjbzXLgL1RTN/NTqYFj2Qx0YddRa2RhvbFNuzibarsvnRsXg7POyUfqzcc2ETlZB
uiBVjQ0vq6nIeTphYG2ufF1HBV6JqMDx1BjNpPO4TEhKJw6VoCe7RUpC3mHKr4aCojuVr/LdxKhH
t8fE2zbe+rZtkxkerwkoc4VlMKWT9bD3TsY+LWCLa48b0yjQSmXRaTJuCMbEWOP0vQidKL8t8MOR
u60hpMy4O8fVpNAwJjlsvIu/eLgrVnXChkDlJ3h4RzxKdbvVAfJRT4KLdcMKvkDED8XJ4LCvn9VW
lRlifJTfDlTPuyqYNgvYTJAHR+S3zKQEzWedBNJMeQpNLvaeLQagxcWVxXhU5Tli4GmZEJLAw1Cl
iEhj9xRj7kP2dVn2JhuDuHK7ZQX7BUVfgAbkJsqwupG1IyiYK9/cgDxgj21e8R47MrengaDRca1o
YejR5qb9LJGsuJu+cfpkJtG3ZSa9X9M4xsGBVkyRf4ZWSl1lRYezs6rn5toYggRug3iNO7ZClum4
eZjZgDJEDpWYWXs9Gabb6zm3+tKO41A/03mVzW6QzfyIopPtuoCBaITvw+XRbwIudu0auacYCjav
M+UEZvbQbKmwiJFnJK0T3Z7BPdymE9L7IZXArizwU5QrRgI4N3U6TfOathYVIxKbUa0paFK+SMIS
i3fyDW3TEegqMA8gSkOvB9UbtFdMsKnuJNwSlx9Xt0zb1Ratvn4PbZiBXnW8spVODVvG6nKQwF5B
d29dM8JrNEDzJbql8L3MlkGsNVQvclgu94jz4j4sGYrXXKM0Sjj8Ek9bnQcrMKlTu2UN5tRxkeQG
zLOXvIefy5E2SJ2THMoi8nUwaEIgZiHnh5/jSgAq2gyOt+tAqsE8YKJF5ysHNn97Ozv4jN5EFiJL
qZTz6G47DBy/RFsfQL2oiE35oRwKENIaM44tsHZd9NhRZaoErrtl4hr4kKBiht8izr5l/FBWqBHR
kdP7RlsfJjgj1rxKNnTu4qwRvCzbS+8EyswEHK7wMxLsnqUDCtHl1o/F5u7JOAXio8un3t7apVLV
SZaq6KpdZ/OmOi5FuYYlzlsaf2scssnPjS8cEuxNjVCiboZpe48+awdMz4KCvFuTFbF8Pqy1dtjZ
dHqirGR7zFHCS0gMIJDIGDLiSe+4Fe+xH1y7U6Upoa4jw369ctL2zSfXoYBN5hk9tuswoLx/HWul
mqwZ8pk+BnTrlhtPUJXc5ANc1O4lGlD0e9ltb0bNWP8t7rUShzUsWpJGEcSorxDICgTrYo2py3Iu
Vjmm8KECtDbdQsDBHhYoB5EThwoSucTCEs3JchaNsMUja3+tRrSjEj4yBy3xsZxfScyq8oZueQ+E
XU6a/gBR94DegVMo+JDCIWlzmI30ftw7BvW4PYA3Y5eieRzbL73rdADzwM3IY9CiavxI2m5C6s6R
32XhrMYaRE3kmd2NRZukScE9MNomEMwJ6SXhNEYOHZugP1TAICxfHPVK4654bi5cUUmXzfE4NruW
MTllFG4tpkmmufPlHklvqy7zCOJhACa2Z+ssOIkNWV1Waj3lBqD1FCyfQsUZdASIhuZ43mHWizHh
UJz4srINR7MZowPOyQGT7AkhLEG7KWwSkCm3Opu63rb7aLXh9CqquGkDpEhhZBi8YKE0821suhZc
pwbTI6PTpUM4jNKgndUFpyP167EJJZNP0FPuzNV5za0jbryK6iitw5UNt7Go2vVDgLtRQVKGhg12
f1Z6Rt69yG2Jbuy5ULjMg6FZEWOAJYX4ks+L4tZ3oUZONlvGyYKaDKW5SNFSjpGUE92p/qXyOLIB
NfKiI6+zWYJpbyH8irwQ2xxtczi5DPNJq8HK27islwIRUdbb16ZE0/VzXbuh2UdF1AcOT3dkPXyK
+VzdR8hqEBqoElG8H3G0T6/lGMVOJgby6f7GicjKxxBtiArWKGhzGoxJIts8jYEdgruhQF/7fjnn
46Cte9nSVCwTNH9BKRvn9lh2aO9jkUQj288C+R3fwWPQTpdgxxWxSze0ygck9NUsKpGRmBt56UY0
zK+QREh+1dgo0g99WzfzSRTMDcfAwkf8M6YuOUkxzuIgvAxdYJNWUBdcDQQKNveB1bb6GGzw7EsV
EoB+520n55tKG5BAupiI5XFrgbBKJdHoZVes7SGQMheBeZFcj/kjc7pMaQ/t/3rZTsEGa+sZ9dJQ
tkc3FswnSDNqNCvEauzBY7DEDjOaie6ibfhGntA8ieNT1WDgkY6kw3B8B64tmeU5hm8o4c+Ng2A/
zZTalPGuDhLsuWs+ah9hpBJDI2FPQsCOp30VhGhr8x6dbJ+0sB+TiZ/WMc7mUsTRwaxWbYcxWgPS
Q+6MOqvQuijgIzZYFdZXcThr/RRrKI6/iiKy3RVBC1Ds27i06sE5dKCztpB1AeYeoJV3Vd+3/DIv
2r55cBIP5tJT2egTsbCbuV7wXSncvv0W39VWdMVprTFHfI98tsqXlFjuqymrB9mhOxdBv6wiqcVm
HoMUAhDcjxnGHUKqfQNg61neV3yC/h7RYaoU5Bu7XYeOt7ZH0bkZD9aIepzv1hkPDaMhrAQYflOh
/APDYwfxSMVls71Hkzhf9wt28l5tm7hCrcCDSxrkCpMtTqDsRs/TCkkvSM35eNHUYoqvtnYAKzmk
fjCfXGUVlAsaC/2IvYGJsy+T0PFYYJRDAUgik5ZLylG/6c/dEkl6N0CEQ9P9WQY1ROm2xjA+l/Om
ljpVnXNN5rv57LZmNL+J5zzqjxFYru4w9aNlWbH4sb+iGior6AQRjJUGPwu7r9CrDJNAh2GwxyjG
VFkrC4Xsepz0KBLOuoo9rwIO65f5VtTrO8gVRAYtxjKft6+sj1nxZWwG0h4JAz3vSNDcmq7BqJ/N
Ywu55vL90MfRehVGgfbf/BTX45X3RaDRx1ipTJHBoDmONppFC7nSGkC4yUTXlnTapcbDVPM44yvU
md0obVLgxjlGg1F0Rvstcq8AtLxpF7jmvieuKfT1bLawPwlYwiEvwB3m4AEo4+GarkVUf0E3I2BZ
Hctg1JAaRSKW6h6rvduh996gOYCD9FzNuHM+ooJ5YakPgnDGZpHTDCrBGJ+foBpRlRcJmWN1q8XS
BqDiV6L6as/x8auwkBYAzzoujtOgkIoQnHftA5tnarD3iribTDJKDcYxKmmYKImSVCRjNA4APWHF
lN/QUhi3xzEKncCl7avl1dTruF4Nm+jiD0gGeLQm9VTbk/diWz9I0Y3LLaJ2wQ4a6UrSQfFkSmCU
U5x7guO6IOZiTnOH5FiJky6Bwr9BP7gDGRzWABsq+KlBcR7D1DGKzTPIlpNMQLqhbrfysUFzYp7K
d5gGh0W2LDAsflcD9Ye4CP8J6BqqRebqSYxEAfjaE7Ttl4s+n6fBJBW4cFEySIxLWYoR32xfUS8X
6FGhLiXmGUXZVgUJNxgY10mMU9agVdIOYEIkEHAfXbFfQWmEcU6/Rrz8BPaxt3NiHQxeposOJUdV
p26CtrY7oR5e4zCbWYmJdfZzNMkZS/M/zNDf6o0UaDyuVTCL/QBjxzarAKm+Bo5qShGe0VRHh1n+
gnT9J7iS7yiD35FL5kl7HTHG9+BGT+LB+CG32VggrQHBFZl/SsCEb5GErL7/BZHzT4Al38kcv7tk
DagMDg8a77mEPYGBAsduQgflFzf0Z5/+BogzwtxMi1LFmId2X5o5fHJyzH+BnP2zz34DwkFWNnVj
kcd7DweEpJz9sQKu4l/88De4CROGph8sj/forOwwHqiSPEQ9/fMF9Wff/A1SLl+XysSq4vuCBBpH
+JKjzsNh/y99+luZFtqMDDNvPBdUBpApNQqGe9vw8PMP/5MV+lalhc9h58a1xnIphaJfdV91LiXc
U1isSNqNyWgBTD0AYh+P/5JTGViKPwLoSlk4AfmKeA9nyPhDNM36pg7RDfh+Q//+sv6v4nW4+/s+
1n/7D/z5ZRj9XBWlefPHvz0OHf75j/Pv/N+/8+Nv/O3idbh57l7127/0w+/gc/9x3ezZPP/whx0S
HePv7evs371q25rvn49veP6b/68//LfX75/y6MfXv/72gi6dOX8ahLf63/7xo+PXv/4WnmFp//77
z//HD8838NffTs/jf/7v4Q+/8PqsDX43Zn9RMmJnAqp7/f5fKP2LwpQc4G4CKeozGrCHqWL519+i
+C9QUSMwwpCwMkJFhL2iB3v+ESV/ic4tPkUgHoujl0e//Z/v88Mb+e839G+97e6Gqjf6r78h3P1w
Agt8vpJYVoqF0BoBb+bNUuhBvbN+afo7RVD5yWDAbL1BbIGu4bof1nBLkRujT2Tce4jZ3sAlM/cX
86eoGrI25pBoGK4seebtlADYc5Y+hLQExr6an5qu2u+3drtZoaer0WLIq3tF84PzwmWUNKgt1qDL
Rt2tAArEOaDWwBrlnYM3Qlw/YxIQwCQhqHauACIoigg6X10Xp5AowOxblSxt07yo2o+bL2G+U9Ov
8CfrAAWaeSKLW12Yy6oeXsw2k33nMaXamAC5fnygyANTW0ZLambFQHOiH+TgXyLaRQfViPImaMt2
p4el/QCRwe6a6dAealiFNnf1HZfqYFRxtXVXRTRnGKIc1YZRQvEuQG56IRyCfz+HbUaaNdhtRfER
M6MtMSOakN2LGkpMgk6sRVcQE0iVKoa23YSMDRVh9GKbfgRiPkZbVjtMfpnvU0xkkzwHDeDo+iDI
AoE2gauAKnM8GyYk5PQFyKcaeW1IGJo1K6sTqDBjPKiH8NBjumhxYrFvYzDPt5iVAuQRsOhjMAfP
HbRIMf5rol2kSZgi1awhxdt9BZM5T3SRU3T12ZD4aCsuKFnDNMqXOYXrRrDPt+FlsavMtmJQCG+1
Pmk/tdnKpymZUXhm49kTnvSkuu6cdjsHPb0M8BGa5oueHtE2q2+t1AKuKRH6YMFSXoEbJrPQNB+L
yelMBO0XkPq7pMGgcW+WHIXcUtv9li/tRx6pEFs/7G4GjWVrx+lzu3j0Jn1fZyGAx1fMrQJlyPAl
BP47tV586lvwqOHVgt4Juuu7mgG7J4wt97SNH/DyqhQz2OJkIiT/YuLrQShxDz0bJJRjm++maCDp
EvvhIW9EcbE26n3MCIrxzkCcsAauo0AWn0mHpukG4ZI7YnK516WPLvvIFZ+Yi8XOYCieTT1CYYo0
d8tIZ6tnDJowbl3Oi9w20aWYeo5Cp5UJ60m9g+setGg0AISgaLR4BpqnyCNZoidIRyJji67yuoOK
wDqvCQh1Y1KNyFU1IIXJEFhMDAqx7Kp66mN0vKblG/TGluuOM4dm5ybornH5sAs1JLel2FfhHoNs
tyRhs+UZmp7lbYAXuauaGU3gIAAyqUJ3t9kwWKIqEHsdCOzXMAKgTHBg5uABCojwwg5tvsnURIBo
hDP8QtoyhMFHuKnUEjh9wT15vgz1Ou94jY5dgrYIzXA2unQYZvQCmogkPd/a3VKuJq0hkJ3JqrXH
klKdIoVGH9Dmxc4UAzuuau7TYBnD1LMuT+FTFiXNglJYFMv7Hv5TabWwJx648twM8adI4hSbV/6h
MTS8WIdQpKgzvomo0JlZHKTBMWJOMFy/Bfo7SCMYeu8UIGM35ZnPGfWFy4rCtem0qXoXwoYtqSp+
HkQEEqrew3TdDi2kVFTts9iiD1yFa7ejS45hs6I2KfO2OvVDj30iXJfMRbEBdwfmnJ2wf3vMQxJf
oE/Nu+rZnfv3DfoPpwK3mzTB7PeSzP2B5u1y7Oz2SWK8DjCWAlZp2SB7ss4N3iigSxK68rt51OKw
UKhjTjVGWL8Lbv8IJr8PHmce638n738PHQquKpQjeoWAMv+YRQT92EyYQ/d3QrHLTtksxk4go8wU
cBA5L0w6hPkvst7v8pg/XDSOFSg+VPEoZJS9vWjjxoZM6xreRQPqw6lOMa/AEfHVODwZYF86/UDY
Top7hv3Eyn/OiRH3HHOlwjMaOESTUCD6/sCDaUYy2jDPyV19btUlNRbizx/qH+IxBzuTo4XLGRID
Kd5kyRigKKw6we7mpv4cVPXHiUUAzBp28fPr/Fh54UY44QT7Et1igcu9xZJPbVcLiDLEdz0sg/yS
ueO4tllZ/lM10PfLSMWhzw0I6/mSb9ZIHvb5MIGqcbeQHPoVL6T8BXPlf3hev7/AWzUI36mBThQX
0OwamIc6uq+7558/qh8T8+/3oCjBQgckiSLlPu+D39VzjlIeGAiq3FnYwZTLZbS5ZI3uSfRtLF9+
fqkfy5e/XyrC64+4EISzt7IceFwtGapQ3U3s5Pq9+ufUr86fH0Lr4JyGUtyMeMttoTl69BquSHcB
UDVbhkTj59//j48KvWqF1FVBD4DHb9npY8hpGGzNcI9Je2f26gy/vGBjCqDNzy/0x9cOQ1EFAf8Q
dxOTt1zyGvsHsK+lvpcKGIZAA83uP81Ofvn5Zf64S2CMin3CEcrDCP/+8dULZauqY2V1T807tj0V
BTxp7Es5/Uog8u1zi0RM4zDkeCVhLDER/vE6BUM+5UBZuCvH67a9XexerInPUx38Qqzh7XPDheII
uNeQCjRo+VuajQdQKfSyqO5E26W0fQ6qhyb61Rl9LrZ/f0bjIopT0KIEkdgxb3suSzRD1FQCmQXl
v4RYm3icl+q+aq96spw6YVMZ12mdP/38Zb3dPJHg52oJByi2TkTfromyRxnd8Ki+m1Kbv/bBr+Ld
dxrij/eFvFJCswkhD/9/K91cwULEb2Vd360FKAlmWYZr6I2FyCXEmFKS2113bnFDIoXsgPAy4CMQ
9plaHOAmGD5SgJcSwPKHlE51fN/13XL0hL+uUFu4qwbVAapmxAWEzMUuhLsKBC+QQuhyAzUPkbZI
ZIUEGQiuJhkbyXZaxfmtXEKTgIC/7XmXx4eBxu4XTYI/LpnzXUeUUeCVo1i82QMNKCpyBAbjbiAH
NZ3UcBM2d//0m8MlsGclDQVVb+UJ2kHNzPGivuuvYlQ0v2rbvN3FWBgx5gnYVupcb79lJI9ox6k4
xEMe6uuSfQvstzNSDF7nvzj9/rgABUr2iNAo4hxN1Te7WHf1Wio32TvwUxL5iDnZ/+cFzjf6u0iE
iUXQhucLrCSZfTL+yn0bhxv9w95FVCAxxf9ChlD0Jv+oOatJEUziVjSYaf0XZeexHLmSbNsvghlE
QE2hUpFJUSwWqyawoigEZECrr38r353crr522rrNugfHTpPJTGSEu++9l1cNbHcch/lxNDHlqxU0
ZEVN/2YWCGt4PsRhYR6uB6b0Ux7fxQ0aAwMebXU2d3O8Fgzidti9SZvLD3uwnEc2wE9niSM5TZzF
/KnrBS6WlWIrAowmTr2amd3TqzJaWMyrnhdrOExwgXpv6aJssL0LpmwXL9k0KPNk69USsyRhuc5q
rF+kn7eHbVmrLMRw8WftVtyDDXius2u1hMLsmRa/8Nakx2UcYpwto0zrvxNDmWUw1AN7GWdqeaxw
al/O5S6qBDdXS/UuR7JN7c929e3DTPgJPdDnJ5irf811WYOk6/NQkc/dAp1DFt/8mP6wsILj4L2t
8XOFvB+qjsGKNasHD2DJs1vqCnjO4P1i2QjxHIJcpHu9vfsuurW7l6J2zq6T9fE0QIwqG3CJuSnF
e86nevbYeoAlCeKkXXnuJ9PBJVwJTEZZu+jxysgk3Dwjiy3H00+eR0Oiobsmvbd91DmawNDMP13s
4JEopzH2b/a/apPdoc9RJs1MPutm+5ZJzNvWsDpJAXc1XFDSL9mQEWTo5hKzooUEorqKdyoV7b0+
aE08OnMXrh4UcXozwhG19O9VJfZrl89NMtpdEUzkyaKs37pjl7Usksvdkf5UIO9k/XRUcwkvGR8E
ZrQxm3A5E0zwsQ3cd6KsTl1lMkfwKu/JYKeHQ1zCLI57M74ao96H7Hssk8HCrm9qehdknTee2Fri
X4xqEndGv+h3vbPYQVnZ+5mSzj/YqcwTZ65aplG6R2/ua0WiDa0nvorJvqe13DD56rjG9VI9O0IX
PDKT+HJpWEUsb8rLUO9vLJRNT6vXL+fNtgQxrgE7++zvz8ryuwsZsOVPNnnvc83ibIBATjL4nPfE
E1dMWq32MI7b/lQudhl6mSOPsBPL2FOr9eA5q8Fn6loPjFecU+EOViKVQ+vhsjTCyToramz+b3h4
X/0VGzpJqBkvwSoTy3DrP75nmUFrL0VYsz4kJp7oXGifvNNu9NW5xOvDvq6tPTVsxCNgDh/LGbEQ
DIWYT7ckwzOrJOo8lGKwnnosLIjDHoK5ZpM0SecU81XWxtUOy9B3PXJE5YCRbrOn8Aad6sloxo1F
VmUU7XCcdMzrRqYRsdKK+sCkL/tC6Otx0FmSNGC9BW45AQHMu9/eNnpxY+tPytmbyEZFPclsUlcN
1/ypFHKOvWyzyRN5/okudLvrd4MutzWsE5PsjH/Z0SNDjXu0904eONu0FIHYSaA1lot1Er7Oxe/c
PtiMqUiMDA6J6jG2qpb5RavqsHBqg/nQlp+7QTjRlG5nskxN8bt2vjMxudISZGGa5urOoaC6K62W
URVrI5KMTzDwQKAXzYu32BEhpThbi1t/v+TxbJWflEffRssZNU5MJX6Z2dpH7jB/JxOGa6BJjROG
NqKkoJQfMAymxxz7RWCgZJ1tTP2xsxTy1DO3PdaKPZIYacf7aWv3m/KpoqUCaoNPlJW42ljNT307
feBLyaMlHb1HJkAMqUQvotZinUk+ONb9pq3FyRqVHghrKo5TpfnxUhF21FNXhl7Tz1Hl2L7EULzC
aKg3+3lVpYauO91vme6c+pGTzBg1/Tdu6+GCIRViIccsKygJGFDdEk6SG9/T2ccd7HR1XFV1m5h1
phKdCVvAIkP1aCyM5dClq2PjNM79PNt7Irvucy9a/84vNOJluc6EIffLQBnKP08qfcO9hC1d/7mw
fZ2QXOsF5HHzxJ6NDG2z+TBnfQp3U+zhMnoclmVVvq9bPRxX0t9PRrfMXzsytQytSdz2WU7zy9x2
xYVjsTuNQ1pe3dZoHzJFr7SURX7Y/PzZmNw2bvdqDSmOvtmLMR8B+aNmYnA+MS/Sw+E2up1k4R9Y
MLHGWqPyZLK2gsgnuuyi8b5iaPB/5lvTx6rI6hPJovYonDX7aayjGzuqxBxtTsXj4qBg523ahRbo
w2C3s4mM01yHayty0kim1EJ26HZBo7Xuy9I6WVipdDgO5u0aTDnvQhtrRVhhd3ozttI2g9zTFo57
7odgG+FDEy5MKr13jhD8y2++ItwQ2NWWMw5M9fPerfp1rB4Vo6iCaa67fAy1qxM3ZObTF504MPR9
7oigJphv58TAP4j6tnw1CoP3QqLo3Be1IqFh6Pe4ySbOs47oB9tjwrGQX0RJeMSdW/oobfSjJhui
FlqND8XW8sfVtd4heGaf5rxokTWkw4PnFuqdTIBdBNLR8kgz1/bqFpbJ8W1Xh9qahxOWAyPUjKW4
rJ7OWzdRR0yq+JhYOWzF/WBYdkR6sHySHgh6/IJFdkDfzs2Am7yLdCCKh9osSJf4s5iDhnhhoqgx
ropSIXYbqwrxjXdB5/fuAXhpkei1/GCWtwVi7cxzoRF16JVxr1T2rvNHkB4ZmGZvTLOb26q+egrg
Nt3ig5b6hiFYkmGquMMb8IehnTrjU+NOkny3rV+NfKwuHko10U178xAfaz/QCargyKxHcdYkWbdh
dTFypdBNeeaHp7VC0M9S9j6QYGF9Ie4fgnbY74dJH0KLtd+xq+b8baHLONW3Ua7qJT/aNn/p25hh
AlRkTJEcYmzyBra+jeDBLJeom8kAzkPxpxBp/1vaxtdy++9i9xEPzniWAytQwh5z6r2dLb8LB0kI
cBrWLs+sjmvfVV+IWwRfiKAETNo+iEb9Voul/Z7pkpNJQG7TSt18ue2VAGDOpoCAoUJ/LUoI5E06
L1HlW9lxFixrcEdvCXN80eGSt0OYe5sWDiRjY9KEVeT1DeXGMG+PU6X/zghBLYHM+nfD2r+E3Wgn
hnn9yLL5dcMH4OaXFVk6doi/hYszv1uVy9+sLxweIxnfEKcJV6Y2L1cwzXZgEWCINnNem0hrlXcg
T/qAqf5qoSONuoh78dpnbzh/4pwseqAtbhYss1gfCHQ4UTq1f7R6/+o1bWS6O+B8MSyc70AcL1Qe
Kql9B7fI5JjBppYpGjAYQd10Ubedfg4FJNHYdgvtvqDliTo2ZB6pi8t7xclzRU5rcMoyjyUKjwde
6akKtc3pfqIp6JRW+MkO8HyWwwxRIqIhyKK6SLdkwgV+sizbCDE0/WqMsjpCuivDCUfh2SqtCXZ3
7Z+70dG5OTPeNhPOgZVvXlKt9n4Qe8rOHtZZJnnlfFjFzZujI/V7xeRcVLrYB8Pu5HeQZXPQWhTw
Jdy7EwkKpvoIYYGz+/6d1Nxr71d7qJpde82qTcQTMs5rDn+Yryp6ZsdVy+y8YBnAmbAflsZyc3hp
63rGk469uxPe8+YxxjctbWWkshKIF+NHA0qBgOEu7vNK/HYMyq+8NtbgFqUlxcgikGPuVVNAqaSi
vRVtRFYFt1oz2cesdsZ3dhGnVzxW3Z3cWtJCdWs894Ki1uDs59KVJ7IeTzxxItIH33sgT10+VgN1
rLOq76vseWwGvMSAvftT01s/Wm+EeCzrNe7T5hMf1Bg7PplUEgn5wbsFroN+kFOkarE9VB3b01wx
VIHe5nMsl3Q7GYpUZFgBEXjF6EIETBj0Mmg8PdMjlV6kSc6b79mEh9uawbrPffroVPNyP2d2ds9B
tx3nriJ0ZBcA0jo81FSGKjHanJWfGVZFTv10vM87InhW3zqnkigYVmK9adxAkGJ+HgbL/qibsojr
FvQ6Iub0coOucmt286F2W+9F8azEHotas1DY7cSHaNonNegYc2mZzkTU7cMw8DXsMPKeDd37JGbg
xF2D4Eu4Q3LFSBkB9MgSqgQ7bvBdBqkgBSVE7kfbbh7TvQdDmiui0qNq70EH8I11oBJuw7Uyx3BL
5Yz01+XJ2m3vJZOcoCja7Uhg68uuvf3eH3j2RyX9k8xted1Wm3jx3NSB21NLWmLWElk3N8SrmYVm
O5gREpfEt1+Y+7eVfP5Dms6oXPvmL9GMbe04EVn/sPZ1TCw24xy6nZS33abFsdqM+T1vLLyiuspi
s9SnY1c126Nnye21gMNy7nbcVkLbi8AHyXJPQgTX3iaw3G6z/1Y5XfEdEx2JBXdcl0hqGrsHaL4O
yO5unPvWsy03lSHIruzSTe3y2TLaI7FeZkcGu1b5/tKGqQOlmzzbnlXD82IXLn1h+jYjhSWcn83B
toYlagYCqFaTM+NatI3NEVMXjESwklbfv9GOOQjemNx451hBkVLiHbcUpXLPjeU38V/nZr8bHvYG
35plbAUhR/pl3cg+ss7/hrqrBbA3hiBlldOxsgr7fna74tnhWTphXMwOYuD+olAtrmD312u324JN
vuvPfEA4bKguYzmZ28F3+jbe2V8QE3qWIQAWCsJyIplgV84Zb+gQ5Q6FKZgVC0ujwYrJtj4tfI0P
jrZ70ZIbddJzZuK/E0+5kS0n6QHzqKqlvzj6WibzYOB6kLN552IHIJKUyatqnP6pMSvrbDQNiUgH
LKipHCOqhqo59i2fX1es5KhlzorexmFJ7M4wjXyF8n+2Mv/SlD4EqrXtY62RHygJarD6dQ4rQ/xg
w0d17KAVBDphqYtJIoDm03+l3ULfn6mk5lH6sTnMIFv2zojSmRDXnloiNneq9tu2hVNham0ozIlD
wrM4CXLel0bkRqRcAQ05M3RkHwdrwv6CNZG6zOauzvp9uS/8mSHkYPtnnI3OdwEv5mBnrBnKoYOE
olPLkbROGxaEaw8ribUg3bU29ibN/r6ONWbEfM+AthifWA7KsPV9cVcX1fuW2v1pZjlVaO3p+oDt
bD3o5fI1uZN/3VoN6zEiA2ekWuE+YQ2VPYe91IrmoizXP2LiXmJw5TIcNpcNjWlBPyWFd54nV7wB
TYDSmpv2T9OfiBKVaf3MG5fxlq/lR7dqt8ei/iVma+W8sq58T5w7gKUl1CN9jE0s3+SHrTaYlGNF
vaI/lS25edZ8QnNRZCYnj0auwxRAX5rDDr0l6bN5qtCMOWLMhSZ6HTWUY3fHTU/SL3Dm8SsFbEPQ
dHIgHfA8CC/z4mHyp0u6TNnRN8huTZlTnFW2lImXs9wQmUFTxnDSu8Y88sUI80Wc8AjYD1ZZ1i+a
t7Owc2xfS79PY9EQTm/T3cF/kxcJ2074C4yKATxssNjVBnFqC+NNyIyJASVcQvSJ/HJb4mIFnBKu
pb7ct0w2uanMt7LvtVgv6gG52VoOTPnNhPk1M3VXmeuBcRg5e9VI3lS65dOil7cDVmNrn1GSwhrx
joBUbQi33ypVKcpboUryeh+wFiy6ffPwc4ArU2c8CC7GNjPt5KrpjzXYAx7jqYz6yh3iwdj1oPRI
EJezKJ9VQQ3lEgE8SCzRJ23ZhsOgluZYTyo7Oh3u5Vn4fVz783jPn4DzchXVPcvVjLs1XcffRWH8
xCkwht46wmIQzRYRNyI7J8g3dNIVB8hOtO5pth2ZYtG95xIFf8/qO3+Q7YvKCvWANvxHGTRPRoeB
1JnxO40LfhZfFM2R1+mHNckkOFkl78Ki+qvZEgu1XX94zPuhvCxienf5D8cbE5TKzMsH+hjQ57OX
XfNtLymIiO2fOphSCUkP/1i2g7qQ0YBgMuKkkilvN97j4uyatfvmZ7r5e9ytLSaLNgX7sOFP7CwX
NgRfzEK2Lgc2WdK7NEuzsF1tpmoczIFo5++ewd72pivA4fQjEe1hq08u79IDYgXfA6/osdt3xlM7
ejhl9kGnwEzzw0LgLdYMHcNlOvnJPHpDIDAlh4w42Wq6T9PRyao56XLvZyfM8dAwF3tkR9Ea+3ln
JavJs4v7Xz4Udj4fVLoaB7LWXFX0dolLTjnGTkF20YZGRdnzxkYgdTTx35DD5deQe5JPmTDUycKf
co/DhniStXSnfTUdrCJzlXjjim1JYntI27w8pSAFwqLwymjaTIGDIwePI9BxVD0RwlqYLDRjbSTt
xtih8dr+k9Ca/MZugSZyeFADpGwu0vw2RKZdXEKtt5JdMuJYDlJrIy6zPGQFhIL4ZAULjAPWDFfm
XTlX0KVcgyEA1lqquaxpLmRXzCSbjLdSdnqYFektDTJOQb7s7ForNfgsEqoFtIUmcPB73Jm6uZ5d
yZrDlFYobl3V3pneOLCEWTQHdeOO2MJR93ulL9HoOmXYwQp6lNidjkvGvb5rzdeelfWJg3ZKyA+M
0BOn7VwIoErZSKjPzcbqwAeZHufs1ivaA4weKEhvVjV7Ue2SOJKWs54xOKkzOBjzpWPpLj84wwTl
SZ299sM7w3OdCcyuBRlG9ACe1J4FUDRurl+upkkrjcMkSiATQIyC3qxaBsP9q05wJ9rop+JtLdJA
Q8Q+ZZZvPC9bHwyGWAJ25y1QkSjaDHEDXnn+FtJGjsz4aN8ruuIf9W6ud62lvcAsm+PBJVnUZqwz
9lK8RZnuQtzwBgZTe/chKmYHyMZuvOidETTF3j/eZvyhT0JkD+BzfC1yrBk/6UiYltqKMJ/K7FiS
9Y860Wk/UjqGO7NnNpmzxyGivNZvlAyR9Mzq8PQ/6g3cIKG9e7CTA00MftznACVno3WuDDIlIyw+
XGFp27002PejzSxOIyztntbanV7IDmFNzPXpsua6OAxWxraYtZnDsu9AAevkDldz3ALLy9vIt8wu
xBbO0+FM+WVRbK+Za+hwRJL7t7zEg9ZXRv9t6hpCS9PgAXSpyule2aYWETW1Qk1T5isyzEy0gEIw
aFSXIS80NuNSwpppjQPJV0E5VtUjgKIf/XxTAZadUJhka99uLv2d6zM4abyl/yxBEz7ANugeTEU7
Swh/OXh7/lrsKdgFQJUAwhsHh3m6susBCI4buQxx48ak1BFTpr4L0Zhk2nVv5Enxs2BNATosHmO3
0Vb6tVn935uxO4euWAwGUxVlIfCmyCa7djGWfQek4HYHoClzstDYh4xd9WDQtjKxvKa8WwvzQ8Lr
wahqkwLbZknkNAestwYAJNqHHlTcz6lU2nWyqbLGlZiFTjgn4IuTPlq0jHTKlfE0ELyWYe8yL2OI
APBKsqnYI4x3GXNnuWKbGpJeDfuPgUf3YSSrLWkSPQ97YvujmxtsWkbfvgjEPIGxIMVAgV7BZWPZ
efXbK3TzZKRyeXAouALWH83HVO5aZA+58cvza/0PbeJPu0yXK/qb/gugWvFaOGoiC8es9ezAAApM
05XPHbO4A7u9X4SRQ3ZkCwRniJcYxLWuPHiv1qAIdRrLVL/oxLMDIQFqkM3Ywf5B4DtULEWyI7VV
LXF4iHOUOjwrdQGwcOpd+4Eu85MDcXpIrdwApjc+oyHKY8VNwHCXsoGNviKYFeMxOCgE8YmsR/5I
BqgvQBwgshlRtzvlXTWYn/qSVxfaS9SdLp0fej2nJ+2Ab8mBMWIqRRq03fKO/cSJpV3LA2CHGZ98
ZWh3G+JD5GG3jQaelMdiYYwwD/ZML80MwBA5NVXRW3e1vs2/jZ17uRSZ/e46qY76UM/rA+wHLW4t
aZ4NC3qLXmlYYzVm1gOD0T6swawmxubrf/Z6MULpm9WzWVbFt7yT3XeHoM+9Vdb7gaqCpO3gjz9H
tHrTzePql2as+1Erxvkk9c6qg2UFZpIXqeR2yqf30ajEiRnz8lixtAuCz2L5Z06kKizdXv7w87I9
W/s0XhbuxxC60C1V62mkzlCEiZYfTVI/MAwLP6YZ6xlOaQXpH9VsoWpN6wKrazi0XjGGLQuXqP9L
91ADIgmnjNxN5ENf+j4ZXmEinDGg7V0JcsBkD8vojcYBi7kXKFa8RgTCvS9tm8fEUentjqbnMm//
0+RKAy+h+HstdLO2bH+l1mgcCYN9st5vP6MQvq3+/gqF4dPVdEbVk/SsKVw7AHuU+bb67pFnVGrV
xwOPKqsSNZzJyzqCEdQZF7x2miE+i87c8ogMvHeXltKifGB+pXKn5tIvs7sBbvLTVu01+lbnnj0n
2JbpPvfM9qCz1/Se17QH3Vpgwzbrrgw118OlVGKXHvZ0oSfiecFzUWQWDKNy3Q4jH9HBSbP5pyys
4o6VpWzvGZBoGgMbZ147VWShEV6ZcuwgvJw5A8KBCklMTtVodr72QzkaRHFnECHzOHJOmeqTHAk5
mY0GHVHqeyTSUcaeJuUlxQR41mWWHWXKBIWwaEdH40IvWwxkl6bkiUQPeQIMOB/bbqOREXX5TEOG
6bUTc7L6znK0DapokZpAQIRwk3pMs0TV8440zxkwVTsxTlCAJALVDvLLSjEvm1T9majCOfMgJ5UW
LM8ydaJ5YbK0Wt4Qup9p/VRoP+eu3bjJJbM3qytot/3+T675O4yWTJhMuEHVhf2tXrOajFh+tf8m
Z6J/MuTWR37e1n+b4THE05StYcmmgUSW40LnULMQQJf9/ZhWCFDbYkaahxXOHVz74sKxDIUzsu+S
Cwq9O/+k1zYj0Ci4Xm9F2uDXfZQTez1YaDSh3qI66eP2m9UdtNk1AE60QJ8EO+laXMPjtL0vBrsq
+v5GfZmzb9x74jW9BQmYv5Y/eNeND7+rgUv2HY6F0srp1+DIIZJydqnho3Lc8tFCZYrrFaZW6RvV
8zb59ls51uurNthjF80rM1g/q8xoIHwXECscgm5khOyWzps9KFb4NHTPPjhUGCmzeYHXwCaNXAOf
47mIkTREMFpG9watbAnj6gg6vzXQJzIplOaSMgMQEK3l+osNqR7G2EKxH29w5ppStbSClSLkOlkz
FmIKh9Y0mCAaTp+Y3jIeWZU48gKm+VhnS3bGWi8IKrvm21YZth4UUlCs+O7yMHXklYn/youTWfov
rRJUTPaQqsRu2EHKM2dFq2WS+6V/eYFWasPBqr3LNtk4DjxD/fB7nuTC3rZocwQe+FRnm5yOmj3J
pTjXemsiPGK9J1tOUlWz3GQUlhFrixoPvJr1sGkTex0Ijf/om1uYUk/FudhE+60CifeS1ZJqvyD2
6mRZRrs8vkOHnUijNHV48+5G2JTni2yHJimMscZdn0ti4Sw954GlaHJRrlWQT709Rm67VS/aVhUk
UE3vXaaioAZY5z9tm6uERn451KtRfiP57x8Nvcvf1xJyJ3zP+cDAbaGJrMd4T1ugayilz4iMSKoE
/omG+8owS0zq+sNkptwD+owb39rz7Yl5OFItYU+TqHQO7pXpAA9mT/iFoDZV4uYdbLvtEn+y4Hcx
+2Cpi2ZtF0aDezRLF9FuEltiW9XVwqT8ALTOJuhifcJ506kUmV8vVjNerL0GCcdkFxlK3cw3mv2h
TzXjzdbVGQuCtyFxHLty2XuCN/qXpO6HSKlloWXCAXeBtex6E8h5CefcdoKZYDLd6kqIZ9QY/qgs
Lb6x8cx9Lqul+GQyN02J3e75I6IiNn2+Lod5AlSHDRniLY+4DH2C3IGyenmtEPUYw+/6qaoYkxuq
8sFtlMNT080m/ITJfMx1C4GydR5myp4nm8atw4FTseVq4qtKtLm5FcF6bOpWd1Jl1cdGf4SIc8ly
MkblsvFFkXW7RY6lg6ivxprhqGt0xFbQLO7yBnZD3ckaqmmqPgWIJCQVzbo4ynR+ypnlEFtWDZQd
t+qNIiVBCECwczM9RiD2z6MximhGapIOqAnq2q0L257jpAWL1hUZi6fwKeYZX3WhLPMBbcL8WdN2
AQXYKd6HGxQUnQPrQGXn8HAcb9le23YcjiY0L7B7pPUPtbxhT3pDu5b5hBHLlX2sjcD8FoecjVI2
70VqbePB7sfqDxiw9C0dzP2pKHLnlb2ITK2KTGPu2KI8VO4z4WkBPKbguPxnk99fVHGMcS5BAEO3
+cYKhIu/jYQdCCZ9ZL3mIzitexdVeFrz2J7qi91tD8Jqvo+AhXRcCKqd43/+3f/uzLtZng3yFb6P
ddP5y5k3+52+5xxuj/BE+oO//JcudyzVxDwI6+F1RaUTf5nmZG6g5dtz+gDKBhfo5vxXazFv75yP
HU/3PP4AvKf/5o9cG32ZKjN90NfqvoQaO2r/iVZv3l7j/za33kyz/z8IYLikAfh8/tVbWE7bZmdO
311NIzOYK2nObZw4LpeqH8ndOPVA6kfscSbYZWSi+l9TXS+jtqFf1oqh+ppgo9CyzlI/zxnML39d
8+MqAIebkAgeFVaVXxQEqADgNNAg/vkTvgUJ/u3lQzchDOBbUGf+evmVCS99dYFUIiMGc/MwLIfc
Bdftvep8URWE1EEO0T//zv95U/71t96szgwiCKTormXfnrv/ZcjUIfFCydHGa+YMPfkml4FpaVBP
YbHYl3fdYPJSCUF8v0D5Mgt5e4cwnwUUHYzddir4vfXXFyZP9hH4o3e7P5fX1HLJrLVEnSbzNkcm
rPFNMkBJNIBDR922bVSNYqxPuEmcxMjN/W6j4QttcH0x+ugU7bWBvuQPp4ouOWLNL3B0sb7O5tQA
qzLaiL9Vw33Ru0cFDpnBBmMQLWPU3/TN93R1bWo0EpfADE22axj4jygEOQDJBh7SZscz1zZpXE1y
vACTUUnu1uV15AvybZum/uouPKXN3r2Uazo+5IY+XBp4B5t3MtoUa9OaseMRT8+xbVfAwkv7QTXh
B5PZDa/uouE9y9Yx6rFuRIVeeifT688UydTtMlfLWRPVF8+q9yRnD/3emfd716u7k2v4y1uOHsEM
enbcZNuMlqeRbhDssWJBC6yyBHDJn61iKwPOfy2CXlklcJnHqLOH4Zu65V7XcS6uFU6Pp7bNSjtZ
63I/bT09JjuxrNhanfrs+1vWIogaOUjl3Y7FpK0hFeCH6XTOab+ZnDaSvOc6NZwxWNkQiTCzWkHJ
v3Mvq43zlS6GIiBfbd7bqjpp2lY8D6qdosU15thSLU7Feki/PFZwx0v/YHQi9nJiTZm8bDnA0iKv
iVzqi3rcmDB+AbJiHg0gjBdWOgyB0x3D6TCAqseqs91lptklVVM1QauxwtPXfBFyYTOC8SjSL74z
fZJ2sJ78wm1PgwvdzDK04mrsqoKTZ7pEOvz6QNdONbKVAxHEVNfCxRyqp2JQW6wPHZI4UAq8MbOd
igScLAtaDLueLoBJ98gYU3J9ZCudKpi8DR3B2T9mjX/W8PyVAN5KlBHXbNl2zyImrmfQk2gDcnrD
H87t6e7lgXWh6mI34y/Ek/x7pmbmPCUmJ7IV2bUb9TUqij6/71yb6b8269G+jKRppGqhy4E2DDwy
Nk+t9nMbfoxhbpr7ATspQcBeyu+e1T6Cx7/LaX/mOq3v833CGiirCCefem3kYP3qi6z8lnVDdwDB
L08t+f3zZEzy6i+td0ftwHCPV7AjiFT2SpPgOpd8Y7uRQA//ofAkfgeSttX7cOyNpUf9KxojzskU
IBa56xNYIxFkTfqz39YPcHLtu9Z7aQiVBTGRUaV31TCVYCO1gabsGYMTtOKQ2EB1Yla8nHVXbghX
E23/0Ez7AaO6d+i7CSaNOUSFGVd95BSz+cOb8ZbWgrogoEwhl9D7Ofq2r9mIlMAlE2Qd816yjOOc
Odpn65vII0PzlWEwioYKYwsvIYWFprXJqmUzvrZ+AuFBPntzuz/bTOsJ1IABNwxSqHC6e2RLhR/B
0l3OJjcMH3UOSQpYzIvHvglKlvW3Q/X2afSZec5YYEFkuBH3mvR7+J1bE++W6O5StcxxOyz+HYQq
mnu/YxOmTYJyM7WS4T+Bzlq0zIuhhWX/1d4x1xdAcIHbeZBIb5fy35WEMSh7gjbOA4QC64IPDv/5
TvmrUvm3n/+3xd9s1cCgRz1V1RPIoLT9D7m/v0KbPs5+Qv63eCG3BJXYX/dk7qdDWlDIPNp7ehll
drDFdK5mEEkDMf8eTbPhmP/nv+n/+p2CRYqmz5pJMoB//U2sa0v7zBmNR1NKd43xo+0Petrk3+CJ
ue8jqK7vvYeps8Hjn/+H3/2v6RXiYZQyt/SHQKIU/4+081puHNmy6BchAkgk3CsJejnKSy8IWXjv
8fWzUDMTt8WqKEbPvN2O2y2QRCJx8py913Z0a3Ze/XhDz5nxAyr9MtvAxSShpYnPFJc/7SXzJUgT
FXOVRuiHJn7Zhv5xCfALHtDvzrnCxT98guH26hXJd3//Dc9d5KTSmNIkl57ORSQ5HqXL+F4Pl0Z0
pqI5d5WTOpn+EYi2tHeuOPpM/ZUnlgJBZHv4+3f5ucb5wRwbF6XkFwPDrQv1ZA0iWJsgDQchL9uw
XftDX15FY+efWemn38WxNYGPUpemitHNOb3zdazVhaqW0w1DZh/U1Rhv4rDK1iTXo5gUSXxmpf2s
QG0NJb2FdW92J/NsUYb+XGla7xs24470mAdPqNCn/tmp6T3eiPrZCzPkn+f8aD+/oIXtEQskyRTz
xWwDt+jPC8JCDLQR0j+D7mCFBK2BfRwiSFT+3Zb023VO/a+4hOg95OJSTp19TZjHuIJ86L3+fVGc
+zYnP19rJznCab5NAfAioJP3oaBib8czd+nn2mPLtg3UTDrJqGic0JPOH+MfDytIbDB2VVDfEcuF
W75capV9ZnmffBPOmBZ/XsNRhkMdsov4eQmsOJ4eqIl3x5ydzjDN0dGihXxm1/m5sc0nabZTgQ+d
vccwrNOs5kwGiqeWeX7bCHdWoljueM5kOy+gf5xuuISusWXapokMl7t8shvgq5Y6I7ry1qMqC/XC
9YJ9NWwj/ldv/Lug7/n76HC4Zq84XsPZ2//zVyMpK4E+2ua34pXhevXw99V1etv562wCGFI5Aagw
ME+2HKXXiXHy1PQ2VXcckdR/1wDgw+N3VYH74KnBe2rPl//HqjKMQcKkMJTbrifw7YiH48yy/f1u
W4In3ZSYz0zEkCfPOvEWSSc9zbhdj/GjGugobrJ/56RnRixMzECGw4YyVwknjzlhb2wxYKOPVjci
all1+Ns4hvzL+yBYUnhF9Pmb0C05WVJllErZESZztDdmtKJr///78ydPd+3E0lPmP693a2sTiPXf
//zpkw1wgj4M95oCUGfLPfmJhjL1QlX0xVE1+lWDBqxTcRs8krBw5nb/shL/ePTELKnC4M6KpV3l
nCyorMhEHU+xfjSTWueQou0rA9Oj0aBJzdv0epYZMkYAR4/3bxooPfpHXFH/ru/EkoA9amrsaPNe
aZ82VeJCGmldDt2tv/WUTab826dm/vPsXjyOM5bgtCGokfSEbsroboU6vRmF8QwJ6e837LfHnisY
vJWhadF8lKc0jUSrS78TdnsbW8P2RWGy8Pe/P9/wH7fp1/POG5K1LOda8+dzP/QD8mW2rbukKF2l
iQ8Mz1zsREvAOztIviuS+vxza+Onvf63QuMUeYFiOAp6kaXQtCoQATK6qByT5LzgM+5rpIcF0yoE
a3slrw9p0R7//pV/nRD+853/9/L44G0eAmGdupxHPWwQQPpMActqz9vhuZ0Q+aOz6cIwdLvOM+m9
YGQbC3NvttG9wmDpzEf4U6nFNk5lz44LCeakVgjjStcahlhHoehXg9JcdkmERkRM33Y+PVOtEAMS
vBFgdZkPhmuQz7Bg/IoaJnqLFHNbRbNIVVsOqb3URHVAEHxmH/rjB9ToCAqdMlc9paq1nY9vFCfB
MUl5hCewpqXjLJo59SzDxGTmMKLN5gO/xpna46TJ/t93hwGdNm/lmskm9XNF1gUBiTJK0mOMfase
mQyQU0IndpUaDzxhevdq1xfKcGajONmvfr/sycY7MtsJqoJF4cmBntK27N6HnuCUoxE4bjg8ex4O
2voapQ4+1ODMU+78fAx/v/rJ2xFkSo7FLU2PSswsFXvsIbFKg+EOTiozfe9MTLsN2WyLPsA7gTbh
g+HuV9KZd0ZiLTnerUuAw4QSMJ8ydlJlSDxoBX6J8qMPKgWRgnpj0J1ba222KnquUU3pjT1LOOhm
boDRLXmj2uuxa7/zFKOUkfnwBfBi0orVMqxBirmKiAyEml1dEa+0ktP0jOnlYMdIjuy+wNNZu2ke
rMcmc3WdBeOzi/Ri2LZeQadYTx4Sz783M/XGi4slTvVhgfEI+dLoakW2t0ttJcfyrify0slRlQyZ
PS361IxXRRdAwGI2J7ERLz3SEHHuQFHPiVAxxVdXyje8Xlhf+2ZVpeBkaa+F6FIRviC69v37Mqzb
ZVSLJ632D5b9FTPkp1n7aMpZzNt2G7IemAwivFySxoPeqrsYc3k/KP1FFpWrHLnlssPjXdT+7ZmN
4OcL+X9uPPMc6i8KVXH6nLEP0Jukm3hUTfuGETJIM2co0DEp+8EXm2DEI5XibzKnjR6RJzV4D0FI
MBSyBIZtb1mrHHG4nNsh513/5w6J1JVp069qDVrIyfak5wykCXksjnH5aXAA5D5J9CuK9lBGawc5
hTK+Nd29TmrqWG3O/CS/PwvInhiuGZyuzfl//dwAoPpGnQnj+ah2SnaYEIOtdUUQNdLICaHqoH6T
hTS8T06D+cOqiusmmd4RVwT7SYNvriS6uW97p7muyhHTWkiuHuHacq32cfv598+q//4m47NKymVA
NBTlp7AJGz8GCk0jP1bOLuw+w/zJnoBHOBF6gxuJUiVqL331Fe3qIi+vdEt9r6AfGlN2UQ3XHkQU
DDeubr9lMQq/7HsA5J8oFc8uNuqE2SJoCV+/IJiJpnh840T/iowyr7558MeJcr7XNH9O9tow8gtG
amNxnGRz8Mb4hjiPEIqBEp/Z4P6wq1MnaRQYjBmBc5wWYvAetUqgGTxmCSJthjXBJ8qdZNso1ueQ
Del16MjhMjLRASBJx2YQDvJM7fuHdWWzh3FAo5KizXVygjIJE+4JbymOYfk49sZtlk6ocMoFMnMn
+ZBqcuYl//srlK/M+5PGjcFgzT55iBTVz1Uj5sf1M8f8kP2UoLkBCOhbTbA18kE8pHFF2NKg4Xho
kDb8fW3+8evq1L2OpTKLOyUyKWqLahDMOycJiPzzbJNkr+w2bNKUKEh1J/3MbR3zzNP7s179taJs
ElMNGrQ8Ebo4+dK1GnjMSeYfOQBuWtOhsIZ/XyHww/7nGr8eyn+cVUPLK5Spa4qjFBsHKUVDQGBh
PCJjxlBHGpWzyrRwN7bZmQU0Pw0nuyJdUp1WnNRpXJ3WjYVOhIHm2fyimnPf2Rpqs+5hQoP39xun
/X4dynGTNj1DUvrNp32/MkRdLTKrOtaacV172QNhVGilk61P1wefjwvg6R7exq6R1TonRLiW1Qpt
W0cOXnFLBM6ZlTRvuD+/98/PM6+0f/zeSV+k42TbFRUZcaHsTqwc5NbkA1TrPr7/+7f//YU4X8xi
hEmjAJ/ayZY0QCWa8MVhSQvDnZqjb2+bHUkVW/T2Z84hf7iUBuCHxuPchlRP297hyP43omQ7tmF0
Zxq5c4y1wln7kfj2vdE68yv+4a5yNYusGMb7M+z3568IM7jVoq6Zr0axVdRr1cpWqTiz6fz+1HMU
pW9Hh1pFafGbkMPBJkj8ZX0siIuo0/bNAiBg6Da7QLyKmvoCi8qZx+L3R36+JKCl+aGnV33yyCtj
ZSWDxiXjqReQNDTloJZK//T3dfHHq4Av5NCkqvZvhzaCUZUUyzCNkSI7Zp280/XgzG/3h4OhQced
Bg/iZGlgE/x5ixCVS2xgE72d9LsS+bLsyQIuPwebI2CBzmFwZXacsIxFTnBmdfzp6/3z0ifPmI5V
x7ft+b7VxbbUCN61O9xDf/8N/7AE504Ibz8QPoIj/8/vR9C6VSJxN26srisBMOnmJW719DCFQK7/
fqnfny0qNzh20BRpKP52u5Soc+rRjMJja1gTCw9Zd6BDTRoZY7tFGU9nNs2TPQoFnHS4a4ijVEGr
5HTbiH362W3ejcdOAyerZGmxmVoVNnAyFiviw1sOFbV+ZpT620VRFzM2w4gNI4C1f7LyPTLH8Ty1
1tH26nbtkSC97IMxPnRGb63nKMh93CvxuVU6/9V/bMdAVVW6j3MvFTQQw/iTHVIvaZ0kg6ocidbq
d2qlxeumAQXR5hpgIVJ4rxUr7J84UMJNolTe234dp8uqi+PnyYqxZYpgIh6m7ZMjedj+IcWycDP5
IZXKkAf7HCnB3xfDyeIWKOboMFEmg5AHMOWc/E5DFDpEe6T8fRBDZrDpxN3fL3Cy2k4uQJX/c2FL
zMd2Z1Lr+GaxEClyxJDJsyQPJD0HCD15hv77UsjLaPrROuMe/LwUr1oUO6WWH/MJA8NHlCxS8vr+
D1/nP9c4bfp1dQyeBbXxEdOOlE+gGNDNeLp+7jLM907X0nxn/nOl0xrVUgdz9FI9P6pamqO3duyr
JEpbdygZA9SYinY9y+2K7K7wUEvxNqeorzQLwY9RVpFbwNyiKcV/AD7P3lUlCX8c7WdFcEIXeyv1
xsekKZUFblUJq8fP7O9Qy8xt3lsv0B+YAxfTV6wo1jFCvOdGY1kabhtYNIVD3SD9BwnGNksTkISV
H68CvEfripCXJVvILMoPtIU2aNbCN3pSg7GHYTl8SBBxjGD9XBy3xQah8ofdVCQ6cqxa+mX4ijDn
s8dbQKxp2azSsAaBVUucY1NvfiGB47AmyBMeaG5vUkKmlgZHGsg9UXAkOXmfTem2rxt1aQMoULAg
wA4wa2KL8iCTy75si3uiixJxCY6A7HqlQh6EPQUMQyhJvhHQQERsOgtHKzPXMqAysF874GCg1MRi
8LYmeUg3Ik8+9NSXKywA1ouFIRUObZxvsjJor32ilLYU4CVEew2rnNr0bm2nYlWH7DpqHENICZlP
KGZj3NZ6Vx/UAgNn1lIBQMopdjEQ/IUIS7nVNC9/sRq/3hh9W64sgWvSyZHN24Fu7TOtddwpSZRV
hRHVtXSs6V7VvdbSN5eZ0WrfngQ6ISqjfxhLU2CEHocWgBYIqVFWvDWnWVNeFR4mGluPV2HXhu5U
+hoE4rEvF4jOjI1fAjZyyK98yBtybeI084DpAeu6SPpAXAg//S41FXrHlNu7ru1Icx1B0FVTBEYx
w8uOd0UAlOTp70N7eA07B3QQRuiVanvmasxCnWgyvIAIz6vLMLbt/RzstTWIK8eoqibcSlM7BH75
zroglEyM+os/mVhhBISjrp3zeFG3LvxmTFZRNX6K/tDDM++y8b60COSpAppmRRAQuOgV3saIiCG3
ncnYDu34iYRcwUFrcz/srHRNOA2QqhMoawVyxo2ladHKrrNmV5uIrPoCGW540cX7sFxAhcdE0qaE
bsWa2CCj9rdZ3cutl7fwvIBaoLBPdPxXvYyXetx+V73yWo6kzWNr8zaeVRGwK1O6fnURsC+O1jMs
mdFc1EmKL5iYNQR91bSpk8pCNl5r+GZ9sAxhoNxkfW4f0PM0a0KLB3JT8S+0bTgcegA36CeB5DVB
6V/WlvxSHBW5u90YhJbjz+oSzNcytl4HLaJHTa27zFB/rxNmvuSEasNOIwOa16UeXlZx0O1qT/Nu
PX8Kd3WRA/4fyvzaGbHSOhN0TGyLABkzgPKKwF4vJQQWkqn8VZqEGv5a3b4KGxJ/Qlw1GzswPkzI
mXj0EMHFpf0OO3EGyEu5tGOBhyX1OF/kRXXAbs5LT/UvexAXu8yz6bfiBKUFEtzYaje4QW5nj35q
Wgudf1zrsjXcAWjduosmC+NYPtGeJAe1jjx8VEov1sXstTWKrHDLViUXwMGSHYrZrjhgD0qTmWOX
0phCZetfmPzjHEJWL8iyDEGtVcUHMWjoBrQevKK0FJoTbTkuG8NChU/CjV/P4QO2HZAe4SdLvbEz
lLREI0+JCWbStslL6PzcDRrVxHvT1AfTC0mtq4Av9X7Z3vk0yNbN7LxtiynfBzZ68i4D+2DmE9lg
5URnPy69Bf+Gd6NNkHzUoHiJ2lBfkmwKQKIOJR+ZRGVFB6YFq6IBIoduPAhAyUQOUR9ECDirPETD
N0EYW6dKXNJmzeR76g3qkkhNVIulRdYqTksZxp99Vn8VGHyYLUSfnaE86UULf3HQPzIv9cDO8UU7
xocL7s+HYdCzsYRH2n3bgmzVo8idoFyj7SyCO06V8cKzoMpkjXJfxQMfszQTtIcBMsNUnZCrgu7y
m5TnJq3wcdqZvjGhSCz6ksKhk9Jn5gLzKOtGFF1gDOoH/kWexCQc8PaGFecCdoyH0KrxDhll8mil
6YOJWvOJfLT00GPZ249T7h981XZKbLGgpdpZ52rNnAVsacqH9G3iHzMsjFgNEX46PvpOguXWguO+
qwWOuc9860uS5Md3i/OL2nIgj/W1sqAIVumB1wMec454fkUYXWgW0Ub0Uq66KIWXwXOyhpRg3kat
1m8QGNWXwM+aq6KQ0b5K2XvngvaCSpnE2CHosbUa32xChduR5MF2R6pNZ5Lnh/QsWhedM25Auwzr
gEERS7tvaR7hFMM4hp1T6uOSd+20F13bu1Ndi7siCswOqXLbQs4GW7kJEWbjEXKiR+nVvNVFbmQf
SgHUZAHoC1OXrPgx1d4/RsOM5RUdjj2HIZeT229OlDULuJgwQJwJ0X6SE9kYEtaxEHgpQYPK+AJ6
/7NVGy9G2z6OBlQYApvDW9iWMV4GakCjo2QwzdFZwNipDkmr+DdGCHPAweC7bGqdI/kQ430hwXFG
8lQpVqRQk/rWSyJuwugb1T4rJLMX5DkYwIhKFdw1Zg0g4q04I+uGEnfdJFiPspneAwc/WXDO8hYJ
U6WlZbUQUIIsWSREqOwHSw5rUenRrsabd9XFklGjLyHSevIrLZl21ZgS92rTNKteS+xnD/IUfL00
3xKYWSzxCehrG+KCy/BdPNfA1CAfoSXDczMZ99No43tuZYR/xte62xQ+EWtezS41iXGhV5LvYmKD
DCLkijX5q/BWlfB6ypFcp0YXb5mMTNcFc3r+b732LyQRicsIC+hhnNum8Kd8lzeed1c3idz4Ri03
jQoCLMGgjhupLR4zotK3bVraSz6qtlYQum2aDAflMleaCjhz51zjRWcdj6XzYVdYHexK0Vw4bc4N
HF17JdUewfTQ8LQmFE9AmwOMrsWjIF/6zcR9iDcrHlOYi1NqYLmc2OxF3EIwkL161MrSu/daH9ZI
Ww6bONM813eycWX6DNWcbGJX9mzCXAwlnfMxR/9ehWNyWw0oB3u9sHkqmSEFqWftCr/zVhwni3s5
WzRBl9urRmEHAszEVHDQozVyZHsT2mrkRmWH39ehvx219p2Z1VCnPGrIoLd7AoWn8kvHRQSFM+nR
x+K7TzTzS5WMwMqMkraumPKpvIP9RdLF+TuUVmPNJEsldxFBehhNJE6NU3WtNh3648jhC6PuztND
FGrNfemMb2at1pRA7ec4wEcbB7267CqhurGqfQ7GfOcG+mtmIbDP9STTNiAuAHqMwXYYfqVl875V
bPb2ogy0q4CBzELJ2FHtJpzWRWUwIcAnuyayeLjzhrFYKqRk8hmShx4NPMiNqCE0XDNXAsVquv4o
1OBeRS4L6pizOX6UcdOXhAD1cCgW6tC3G5TYOG2iMWaEY2prQG3DChQcma+hl6yQjmEdq32INDbF
72E0NM4NUdLswzApb40yjbblYBLbrdb9Jezq5o0fe9yILsbO1oO8X0XWr1NyWfO1h+RAfFKEyzn2
7rGW43THorjJOMLCULQB01J7aDgKguogIq19anIbrCuaZtcpMvsSLbu/NiZqJr0wmxsIWRwCVPD2
r3XEgWMdV2N/LIBXVFSpXflCUNDFMBivetT3+ic50L12b5RNqDPX1/NkG4Jo89aGWuWvuGznxRh3
kAlqXcfbbnSr0mzmQJ3McMiCH4CVSnvohscaLNKl2fNa7kxpLVKs/TujwTSaWk5wE2fSXDl2kW/j
KTQXhqa8JDUR12kZOuupTPW3uNQ4t9hpEGKHxEW79MNs9gdGKlWUo4YL7DnNwktg9i+TRo939ArG
VZdGwY1WEE6EOaCy7sjEBm5Zybuux8fiB0y+2OvtGzPEgONZMELLqsR5BTncal6QGqKHZNZh7wsq
v53eKeG6hCyxixLG7goltZvodeGGXf8JjMRYjkGNnr+OAXpJ4KM0tVJwz9Q8qhk7OFwLfRcV1pOD
+met2hXfvq/w17KbLbLAe0m8JlvKWApgsSS4xv28D+InXRRmFHBisgFIEbJ7mTakrS4FsaVXKYyq
yHUAzlHV2wqfVEuoYQCWsF0a0XgJAgZsmxYZ06WtFTdxmby0MNy2vYkXc9HquCyVxKngJ0DfsQa1
cgM4BCvUg+kajCWvBki7GCJZndhog0fKABpHgEk/zcAfPizV625GZvVb/sAALacJrmAzImnzJ0MD
/Gx1HhuClj83KU5Vkdk6vKPB2oop0BeKB+2LkqPbibC1rmOv4iHPZuBiR+wCaK8ydat6BMBDNOs1
fSvYaUb94lvWl5LQcBScQPYDQW1PCFGVTTUq+ZszkkcfMsVy8RYUZJ+Dv1DSoMEC6SmMPXWMo2wI
S0MplS0GOXpfDPsWKjB6t/T86sLssUaoOpFfpIbri4JDvVhEOTUe+EJlI/ueWC4TpNuNWg/2AmaP
WBFUqy4NP5oWaQzxkKA12ly6NS0h9WiuE2Rfjg9IpMhBh2uZLxcZlZsbSvwqBLWPboDVB0OUIt3c
aacbYYxiN4UAH8H1jZe+HpucMZyC1llVbaRR+BdVbWC6Tw3ih1F1X8ep0W4QmLWvgNLtgzlEylWP
j5E7FXbrFMz/c8A2cwBPELvREAOJZTmJG4pa6BsEdG9LMtDvIL19dX1V7YKmcxZMxKYLEdwR/07M
X7Tk6MOtELH2QvHasb9Q8xSK0Sz7tmZG3BTWKuB6rvAFIbxkyi96jLIxebNB7Kqj7TzL3JwDcmEr
vE+e9Yarqn/wRZbvGkMhDEBNxzzcMdKAU2SUGrR6O2jM7yA2hl1cDbrrDVGyIhc8JMXYQy+h4XBd
pWOdX9WN+DR1XdmD2RsWydQJLBY4+niuQlgFHc/9RIADfAnzNTOtZjvHkh8nS2qUfhUG81xnwphF
DOdwJj866vhkYUairhqB/dUF1Z2SKBurJcMvTgdweRnVKjoskEhxjpeHpAKeO+AqGH9rEAnTkdZF
h0INqQijZvNa73DchRaDvqgkMyBM1WAbSs/f2mVW3QbCtu74UvrCtFiWoY1qqO5fQZLh15PYtFUK
qAU9XEAhTdeu+jiVTy05t6uxSfTXJhDiyoliES7K2re/pyYhXY3d9NBJNDdJU4MOUr0nzGOoIwKF
lD22UbeRMNeypBLb2ul8F7vt+1TF3Qr0DW5uW2ffROq4jhzLwxFXvA9wwR5oLYGyITNtTYMeWpvk
Fo/jKG8zK3iYop58SUWF0aTbOa70MXXpOeq4Btuvnhy6ZaHFxTZoK8nGw91Tg1bs8tGob40uUw4w
SawDHOXgypLJtE5jO15N0I/p1xZ8DW0+8SsvTq7n14gMqVKbrKKpJ2lb+B6PpfHBW+WLqBboV4gg
lnLENN8oA4az3nBcc5YK+WFo8fKEKl+afX5thQpWxgwqQwY/hM9nBuRniHLlq84bg+NyrbTZwMHQ
qN+mju4jalHKqrpfC5mnV1SE3dOQQc7SKy9YcGDMYRka1cZL23jGk3AgmAozfiE+zV9nWae5YjTS
FUcZQgvUEUt70STRtslhrPuW+Ab1gbqumKZlURqA7KT9XRRqCXc5iffstcYl2qHMlU2PIMr39eq2
TNuBs3vS4OCrJMxbjCVrG1vwUgHgvS5wNS70KH1H/Rrw2FafwQBtBsSBpu/NjNXfTtrHbOtfBGpB
bw6QNKU0+Q9fsYdPLa8N7TrF1r8CoU0jTna62zYzTDSyL6wJKLCOCHPv2GwKdLRa0o5iGz4FYAum
3wC9lEB5TMZaPXa6FhwrMusvndi2nrFJ0pniRLrgx4X6PgE6ABljbKVVj7NnVl/BhE9X0oTsqAoq
NcVvBVysvE5fmsb0DtAIq21A2OHW0+rgBlhj7WbEHm4GbsuyjXpx0DtujW/6bOJqaazyHrBW6kXT
Jo8I/BLgD+D4aXhLdRDwpNHlm19ZIpVfr6dselOC1qLhWgzmrullsMZyAn2Kim2t1RAa6kLpt0zh
4GrZAbcj6UkuCaW56we5tYvwvjSBNQQEb68S2XAYU4Nox1i8vHLAoe8FrdnDBPiUV0qlye8usYoX
026evSIJDho0sE1cQ0QawujTr4eej0/DV05zdqHXtHhlw9qDIWMOLkNPWlRlAazaitVrwPM83wa0
g9F31FWa682Wh1NfE3YiMQGKYq9UQ3YnvMh6Hib73coG1ovKfoOLtFnnFhioQcnsnTTKnL2kzO5r
xa5dISko1Iy8JS1WwpdOWM0FgaTJ0ggVIMkUfUtlInczKhL8iKlSPExhQ+QCHQng8WbjeXfcDI0T
X1I4hIBCZ7C0AiCzifRPq03jZZyMbm+wYcAsHAQ86ErtH3jVybmjK3aILdTroKApQQnUbcfOmjGO
vCJhSzPtlBBg0oK636DX/hmhbBEL+nEU14EPfiVrk/SbliuCMLtiRx7bwby0SXO6pQKvXN2IzcdB
opKOwJiQ8uiRUkJM7VphT+TGs7Kvq4EIc98acvoWTbW0vXEgsqPpjMvWpAs3CZCGBKU+40pFFTCU
X5gt+y05P1BWhr5BHqFiaVozmAD/0xfZWtf04FJUeQ8v1oKM7IBar7CDPJmjfGZ4plKoFa9GHNQg
CUrO/DBsmp0sEXoqBNcKz2s/9dTRfLq4uGCZYBbN3nYAU2V4HHAqNdWzSAVknCqt3Q4vtsieZ6Rf
X9+JXPJqaDLj22bTv7DS/gXFZrEnywcMPz0mWpcvYYroePCJ96Fl0CzJ7+EkSVTMCiYy+y9170tk
QcoSKe7mtrGiu07LK0YDJW2FKrPWXpQF277QBGMHtCAEtKT72mTAyiNnBIgfWzMHndY6h8LRihdj
KioP8not1qMMH1on4Hii9y9BMVPAJb/fkjeAvLPpEsBQbpPQRY4/Qb9OUwn+OdW9hRp5t0XQ95cB
2aXRij50WT+EKKnbddRUzYMuJHH0dehAVKpJPygDXd3DMLV3AyjYJ69Sa5fHlgmkWXs7f6RZLJzg
kQmCusxsnzAUsuU2HsSALQcbb4dHQHONyCe5OScdiLy8Zqn4dbKJ2p7OndPlM/bWcEu7eE/V7D3O
U20JghRDvmHRWTt0HCSrVeK1N4kNjbK14V6T4xJxWgrEqgT7RFs3fm81tsWuSJM5pZkhitpa3lOp
jjlF9OCUW+ItVk70St8s9y6yrLX0SxjWPdrRrgnDTcUI+GrC3YvgSYYbJHXEO4PdIQq1osGVaiQH
mIr5OcVAgDOMPLj/8w8v8edu5GP1lEYHs1xrd/MXQPHs5vnaNA8SfBrsfyhbcoCTwFtkEU3GXVmC
sMg9YmA0vdQ2pgYbt2GIBIIKaHeaFTANJNvEWLTN3kLKPvmdshij+AEDwNxoq7R1lNjGLbFV76PQ
DmMc30888BsVMSMpJ/TiE/DypLldyn7UiCaqSQNRwy9AzVg2rIPV3aR4Dw0AlzQ5RWpSsqeJ9zxR
jV2KlPnO0hqV4LuQfXsfmXb9qgGkc50RuALub23i/W5HchWlTXe0VH3a2yJ8tfX60S9UOPEJyIlG
6+h+EfF+CIa84gZn4dKB9nqv59AnFhJe3XVbqP1B5lDbaAn3izxUMJEpNKKzkHZEm+U+Xd+mIp6a
QykoJsYjOixPvYOHDxSiXyQZeUKJRkefPlHCZINdeOTXWsoexlRXiI5YhDZcA+hCo1yn5LGMWQC+
lQ4NySO81aTV3tcDc5QyDKxDEo0v7OdiYzHqWLLtqddg2SPXQxyzzNAgmzz4mMM5XzNjCjiTv0nM
fAwIxdz34d2zSNKu/koxmiz02M5XeU2tBn6BLKre/xqsIViRyDVlK8YbzyX7z5LBCkQrb3gjoAEK
IZ0hhjAqJQlg6LVQJEfCsBjUT02p60PRAMSISOBZ+PRuFlVH8i+NJ1jvNAqO+pg3t1EYoPbuVE2/
tUSaURpPRbkcs/5VZ5tyE4jjS9hIb+SsM28VZjnSo20l4O1Ivgnf1i6Z1+SXBlsJH8R4zzkKHyLf
HCHNGpKBiYMku9YCTNoaE9nUizmZJy+q75dA/CNnT8v5vQlamr22PU8oPRwikVZ7o5s0XXNXAn0G
URNXcM6gWYYJEdKG5Qf3XeG311lavQHCFytZOkgPI17V1HHE60K17eD2WtXI8KV9kilhCcA400ul
rdLikIo4vVSZIFkoy5sBzG8XreOORC8FWgGv9iC76LzBOxb08IH5ZdSKats89LjpXT1SBnj1xZwi
IR5zSUtvFPj7W8OI9pPlxHtTncvtinvBIJWzs/DLdenHgVs5TbOuOqvaMqghTavMgjU1BySN3BHs
fJm6cGiru15kPJOs+kg4n81DXQerKfTElpQvY+sMgvrNawZ7zYhyvO10FF6N1es7ABrDqq/r9CIf
KvCftT25iGhGKKXQ3GLddwhLMxHASnO4VCbHPlg+/wU5ya95DXdxiDXmAKogc76uiIchuX3JuZc9
E4LuMdCqoHJVz6ycRaXG/mUFYp2ZjCUWjNFhctfeDZuJJCXL0/amlsTbrpHhdmYAc7ghE1KLHA4I
JJGs4gGCNVp4clZHOljApJBxGggMUOpXTAAJxjKC8kVqWrYI54ypgS7uuvHpiXcRrHiHOmXRxUW6
FxRGTDf8eDloZX0YcLgcVCMUbzFpWPwryNX7CqoZYNZ8a+PkO2rUZxs/ao8xaaybyCxJv5CJdtlE
s2hb6p0LZ3U6IJ+We9M0ip1UcDrktkegWRVWr0EYFiu6c8lSUokuJycVvF54DxCFEROOo3Z3esdA
BqBMfSDloALn29QrI5vYSwINWbdmEANXTA3fdCQ7yomnaes4vrnqOhls+qRnxDw9TeV/cXQeS5Iq
WRD9IsyQAWyTJLUsXb3B6pVAayIQXz8nZzf2rKc7qxIirnD3o7odnJI6dJUtnzisZ9ZF+BszjKc7
y4jSU2N2zZHAGPIkLdXeGyfz2GrNkiJvYRvbxtm178Znm8Jzp00WQ7FBs8ELPrbTtv7l+F1/nm2s
FZU7iH0/m/NzoyTTJgqMwKWoqUhFs5KsvHaJ4LXwx5+U4JKPeKxEspof8RYi51xoxvinVLPY5F4a
0T2POUttnf+DeoQhVqN9p6GIvwbHqrYA7qAuDTlL3RgYdp656oJ2mHB/vdW5z6IWDVfsH0Ba+Qeu
ZHMf51mD3rckp6fJgSFwLS99Pm/B0HVravwW8nQzniujzHccIvJRJmoBpCBKZanNO0NrKiQNgvp4
rknUHudkJTLntWikv2XF0x0a0T/Icq1O96swYYiB3NDIJ1GmjgItHadLM8U1wd+P5HHLr0EV+X+A
Lb87ehL209+OBcBJeFrxPlp2flfzPAZ6F8vQ4hK+ApW1w1yx2jWduDpkfu4cCJxLt1mZv2a2W9CI
Gvqxd8yJX8BAFk2VEyrDxoZ1E5o2MSKpY3s1700nit/zeP6phvYTS00SGFQAQVn3TMwUpQA7QVo/
rXNg8TodihZXv8YRkmXfzftN7SzmChyOuU45ic5V0SerfJ5ZkIvpVdVFv9X8BPYOu9PLKKKSNG5D
e4NltUeJeZlrI92wCbhA1/Q2i3L+KXNI1s7MTesZPOJE3iUnn291S59mXHySDO9oV/PAnkiRAk3s
byJZeD8UbAa5pm7NvignQknzuv3ck7Zjzc4/MpKaHfpS5CR+RMi0nKxVRW+8SSCi8ipY/zwsuWwB
u5Yo20dv1uofiz2mJ7+K5IGmBkcDy/B0hZ1kRIHGdCBFcx8YdsXj0mTWHVxcfjYagkSXBIPQkiRt
aKQNzMi6M67mY3XgV3SHNuq4lSMgLWJlLu8iFh5ZDON7S8m+JpayQxTwgDEZvbNbIp/1u9Dsvwh/
7ONFQGjiZm8ksqpgcbUfR+gusZrNpz+RcJOMUp5zTu5dpvHTxBYDoKa339ARJA9P0rJbgPUGYinv
3rgM74JPtmY4xReum9FRAwK5zofkEwUPYdC282Kq1F0bcTK+eLXr8kOQYOzkzJYIoxr2zeAum57o
Im9Qb3XELjEbwUMZnUwJ0vH9NWuPKPA6VYZ+Ygx7UxbDTerRsO3ztHohIs1aQ9cxAyN2oC4SG1gF
UTuKf46p9zvlzdZHTKLIq9Z4MVGfNUhFtiYedrDCobZFKtXTWoVewqxwbh8VUSfIpm+EvHdWtTwp
pfAXMYsCvPBI1TXysyXa/gs6WnViLGWz4nejFzKjeHXbkdjMuApGWgZ2m2zBaD47/TvvPToenFP/
LUPUfhSGt+ymJHM3VmIxXWTzWGt2UPuIs4hWoV7/HerxPdHiFxBkMDoe+pypYBxIdpGHBk2Mb17M
v0BAYx22PQtE2iO5trHuXp1s7P7Th1a9GTqdT0a3uyrqiZBInYApY+CW7T1Nv9AsxmACpBvIfCQc
l6iSte9KI4x9xAdTVMUElgnzxZDWr+74GfJ+gMqTaWWBYbTR3cf1tOqd2gASjy1yECww4EgA8jGp
etCeEu/MumJnWA3LfE1lVysaeeAyqpO+7DK5UiS+fyCDMjepcl+9XphPlt2YOzov1DkibzngG24W
z4lOUdYum3ksM5gx0XNKaumRVWH5OjjIKqrZK06GOKCKgquUa9k7fBA3aGoXvGlN92N7iMlYUOhP
Vv4PpSzjnDtRapQDQcfLqjN8Tklnyln6j29ZuTGQE7E/PLfVtzKyS7TMhCHfYG7j6NfNI2Ma2NPU
LfEPYfRclYx+C5LyHjt97yznV4SMG0d0O1u8QLiBVsZL6Tw3xtFxTm51jZODl+4IkU5ZIemE7Pre
zmmp8k4gNCKgJn5Z0f7YqzL9sAFBWRq/3t1S7ET547t32q5VqtM59CcGkcZCK6QfB0aflQzTjkuF
jCe+ra/Kvdf6q0VPVV2TdNu7FLHOfq7BAxW/5bgrGEL1WmD2LKjq08xUKd0b021gyCTZMBZqYCnC
PI6rrRv+CBGjRvjttTVx4Z08TeWPxANpRpcl/jbKDiwWQB0ftUrSbeL6JbY/tPZkNNneYVEt7Lvb
+htuvVMdPdQ1ddjwmycheg2U9KjLzdT/zMwvnBwZI32VPr7NTKb6OBwV8gIaI6uD5xlAENoZ2cGe
j17CrtUu1o6904t71bxUvDodjfbZGxj0ExCqhmLdWIDSvcAbvHWtfh7fmkj+aDKhj+JsXiBwhI53
rbt3nfMybvJDbm5H4wgVaF8WRKXSRHMySP07S2BNIkI1yG2eSQAcn6MY65IkIHj64QRalSQ9SmZx
dnPoRu4d4vdzDOt69VaLvWASATlzlUbjqrUOCUojnhjukTWfOk82rXHT4Onan3F9K4z9kPw8suUx
FwWjwy/wrJmApc5++dh+fTJjGd27T0xN74CA/7aNl3l6wwK1Ys3R2+fI2zassZC3a4hxhm2GfqZ0
wsH4KVApltyqBJ2niwbZ7FxHl9SGoYVWKz973OMChpXd6+2mpt0lfx/tV1lrHRtcZb8myqn2THe/
zNzML2Rshu5Cd5WfR3jRHnA+iq+hm5BC2TcP/HhpQW8uQPhy6JCmLk6R2R4TUi6NYle41WoEzEYu
HSQHuD6ECSHOZblU5mt3OlvgpmyOPP9VtZy8Pnu1gkFqtLLVK0nlaxKJgpZqMMu3KXvlEVcZKtbd
HKfYGJ8n+F/lWYDWmWjwnf4jIzecyBX2u551zklI8nMy3YarM73q/lMbbTMEmEvzx3xyq3Vv+vJk
+q9xt12KvxECBQusujUetvOdrjLUaNsH28R0SK2fP9P2NYXyqPRdFE97MepBjnSjrXHM+oT0M7Sn
WGCDsJ9R3djI33zYBV313BtvvUV5qe2obfe1+QBqAA9Jf23ps7EvgQTgyoMV2qhqVYr/JtIPy+y0
8G3JFC0II505CpyqYJ6k3RAVrQm8nJxy7fs/wPq4fm+u+EH8F8QJ6fsu+YEM3BdzK0m+yjhuZ3by
+4cKkt1kmZz92aAi4UDkGaBpWmtFFaa99qaQnxHju/Kie+7cpiTf5dY/E1H7XBFDzPA1bv7VKkaf
9UK04uMqnB4jANtaFxpKgGblA6LJCirS0kCa8gKbVqdThGJRzWcbrqSFNWKK3h0fZUYSHSLCld1o
NaQ/rgZQxQq17NiCD/MeWZ3qZpBQqDo24SyMKFk599s1mPhjB0lrBo2YOOvYeqtqgOj8RiYaHgQB
tSA3aMPSky/sRcQ9bscLIcU21t3Y+zeYDxnqdMnnYV1q0X+9atZ5wpKhOot5r5Xvcvx29N1cbo2M
3EmiPf2v2rlhBA5SMoVzi3hUcejoEytnW0GKGqF15Qbu3zv3akrSohMUoxZM7vfCmTu2313+4jon
2ouV03zG8hMpWeigGkDBgOTysmRo2HejdvamHc7yweN9uEnYXOWHVn8ytVo3Nj2u+6X1zzFvypBu
ynJrZm+9+narZjsjsUVsgL7t2SZBp0VfWGkS5nHGkU04Xfllxze3J0213rOfwc3/3Dfvs3csQTv8
360M3Yf2j78YFaP6r3FuD4qir+0c8VRMfyw/6v4Hfe2OzHL653Klmz/lDDLS387tKWu5PDnFByKx
XWSKVrZdyhfJHCVdrsK5cbttqKcDsg2iv5aRyR+BxjCHfweyUeK3TN31+aNEJWIMR40iK3b9YfcQ
FiPPSDmRBEnMGcKlEOLVcCggN2359gfSVWs48JZIjq1V3EbcUXzxyYb6JRDjXY0oByUzwvJi+Ewg
M7xob+kIENT5dqffHgFKRq64MxEFvcQPZlTIwxDM2a/G3sED7DSgrR4Te42CdHa0LcNFOCXvSMpC
ES0X2EPbZRLXCEo3e+3QyPGoo3IqhPycDWvTx/vS+2BfQCtdbErnPYl+xWUgm1Avd/2Xt2+Hq2j4
D0d65ZUqtwMbuUXF+zHZCzAKDYHOyXJ66HnU/GpxquYlZ8bjgLB/Su4piOQES93cEm8YuLn6yQPb
0eR8yZ8cYj7EQcLuqrxYC/DNnC2egftm+Yyd516eMv8XzEKhDvF0Al24EsP58aaxkeYl2vtU3OYl
bZ4ik4W844Yg2PjbfusinKnymJWM/X8+EzGWKFw9XdDFJGGnX1l+btAeEHuwiFB675pzMc3rbOy7
nlZW39mTu1FcG5Z3MDT2Ef3Gzi6CHcm43BGnoku/zN3TPH65Bk/MZ5H+0xKg8x6CeoBBjXaW7Zrt
f0iSaKCrz9E9LvWNhM2axWCTnMYU8OYXsx+tmnZkr5bti26huvzS3aOwn6LxFYRRHe8XZ9Mlx5JQ
q2WLVz2wy4vPYLYer0V2s1HapsO/Ih14CI6O96qc7cQtlsYYVV4d8yXOblKd9BhiPSqp4SMTByIh
5OJRr4QpBlWeUGJkn3wT4ClxlxuhHN7Hj8W4+jKkkVs7wzf3EbtusgjBxkW/k4CvU508CMlOAWhB
L8KOwFj6fHu4Jzkhpyb5x5m9MvSNaLHIoIuKuJz1B5DsXALjiuu9dJ8yfTwp818so21h+oyqoZZ1
FzqaQLgdfU+1UmwwJn2LqRBSYxNSplMwM7umA9CEDouZtiS5wDZZuVzAXvWE4xnx6SsIbk677DAR
ll/03ymq6bIiyL3al8ZvotxVa75nHACmnuH/zAJm0iUF/MQ2MR5/5ZystXTGwjtfs74kBYQpLkO1
kh/f6N/IeOubcS/9G4YKSoJ4s8Bpm6k4Jjd0ScJtxLMpik069k8yBhqw2Jwy8bqLPicH0f74GjXn
InICrYUCxqhqcf5UX66X5HlsvqKEhBIknRnnQc0Is9PWqX7tfee2+PlpaCCj2txYcbkiAgv7hhmM
gIh9E12i4MST5mtb8DTXBXn28bdtsbHKfltVsYtAso+chhsRDr08KExtrLY5c4n6Z+Bc8VdWaFsi
OMAuw6Ose1bqA8ybGK4E4yO+4MSONl31Y7FgJ0OWledf7YVC2lsjikiTzujE233iyo0yftq2I/oZ
OuEjp0eW3b5hBKrjyyFVHD2v9qFl076u5B6pCdPVKf7roq3n7QzUbRo8o3niIkteZpM84boLGfyd
BuzHW3dxkNP/NR4oz+5tENabmbdfiy5WBcBr2/ppy7/EcY8OpIyY6I2y+Bi7lA4dvRtbQHbNiwIh
eGs0Lt7kLfVfE9MIZYemd/lvQhcSvVTzn9+CIcNtY3xKonIlnzjZ2cv+QfKe6RIL8S8G6tqts0Xf
KVedpHgZ241IqVWIn8m0lcFKmI5H737AWcr2y7HuLURw1m3JdGzrTWFcpUsw8t5xDdAWa1wYIeqJ
YKBGFFW6lTA5R1R9pn4fuqO0jx1rcZH8lJYTTIyQB21vsiltGORmxqvrnpVmbBF+rnR6KRImCI3m
m8etgjIgSB8dGYMb+TZZQDMkhNbiPnk/IMf+W+Br2KVNlO6ltl4Qqq7SemLu88sZb0eXTjsa7r7M
tjKHGcpnY23uLE++8yeBPrMFKLpNmbyPbkSSKKcRNqSDxlPExgDsyYn9s+X8VnGDUvSFdUmKzg3j
CkEtWfGnT2e9fXHQqlYnI+PhxCcY6xfRIPvadQ94indsenof56TKP0uIdQzkpGNelb4IybYJvkTT
3iLxmo9OoObL0Eas+ynL3g2UXzO5IC6Ddpo+HoA+OrukTNfVc6netPbZ657Geau6O1zKgOkvM/SD
U/AHmlvXf5p0MLZ/7FN9XzPNyGcqIHyGZfEGoPc6pZdGO+IIBNH+VLjHUnxkxM8v8xC4AvwrKK+E
gGZ4eovBXh77ncVwtaSlTqjr9OxPgddo5C5uzhngzLSmzeX2rqofH8wGAPVtamzBKlomuHiSueN5
3WbAHeNmJ9M3BUwDZxvL6+90/PIHfkJUB5r1UZn/tZ3aJta8tvQ9xAg0XTzHiyfvUoM8TAqrqBFs
EDM+dBU2QbVZQAmJFv+FDTArH/+zEfbNek7Ckjzh6jowbohWWPneQI4ECyc1Wur8EPnM9jXvgmEw
WPLqVNQz+3Jcjsx7gMGkc2iq/tAT3cXvw0Xc4OUPAFd3swh7kYaGHa4Nywhnf2sHeaz/eR2SJHMK
yQj/9GPMQ8xiK/Dyqqy2CCsO7jDvBvg0+kPXBGAMbfxAQn1u6oikl28jMq8dOnRy0WnB/K3VD8DY
HyQRtW4re9fOvOzuPO69Ov6QU/1h29rOX1ToCf1U13BYmyVgHLYSc3Fjnhlaajow4/90KBCFrw6j
ld0hKK7Hcd6kDQBz060JdhIEQ+v7wdNOZR4fE0vbVGz/V2wzfjtNbGQ5PcWzziKfhdVoBovT73ve
mtRHN19anyhfqCUg3XAbd6s01wLSep5tFwVYIvaV1f6bcg+BeE1igF/4B4jfoFWLQJfWqtWscCHa
PSAQG3vf31zeh/5Z2IoSealWpv/o5ooP1kO3Mc03xoRVwJ0PyxLvUMPdCl8LUsvfVp3BphJ0jtGf
q5L1XsWSXna7KYpuZqrIXCFxTS79RS7lsdIU1O9qHemwmBgug00+ehzQq3iJbigKzxNBPlXsvJvN
sFJcmkNu4vRDl2PGR+xJazlnrwaxWJO5vPZLH/r8GR11pJzjwJ+y0ObgaOE5LvOCQAdOT+yjr1i2
mmOc+rrcWT3vKZLKEZBt57khq8vPVvN2eT2eO2MKavyVPXw8tpognOFzv6Hm34luemIc+T4qebDz
aA1bDbwkoGDyUWh7Hn3tWFPb9YzlwQJ5c42E177q8kdGDtkp2i7lPkl0J3RYOQPDY1akb1C03zWH
K1jw9g7zckwKqvccD9wgjJulq1D8n+NEZJ/dr1GXBUnS7dp+gFs1bKU+wS0CZseGD8bt3jXrtcD+
Z+WP94fPzsWMnvnXB4I3Gu6hN5Y1SU0XUVOxKXN8VgyRBrfZxBozOZ3Jz+RM64IhPKOpX332n1IS
iwJHgVOnhvvtar5vrwwbhysKiW1rIjqzKCEhOcP0tqM5JNwUcQ3aj3HI9vlYrP2u2Ot6hbsz27ZT
9clWuYCFnsT8NNqm61jFPDSHZgVyAGbP2h0nkgCjDWtjO5S47pMsJvK/hpoWcRsI+lJTpMfcGwES
xdtITZDPfQ1RURsWU3OsY85yb3m1Ub6qgYK4BV8A5471l3rwjn2mgbreHdEX7fOZeFesfJGf0JCA
u6+XPcohSVsHh1dYz5D01uCqrqCiCmL6l23Zxe8tDy+sCJJv5L2yXGL67LKBtpE9W8Nbrujyeizx
hsAZyK+TI6Ntnp0h/8xmgRYQar1T7aYyhplBZSUbyjoMoQggK0Rn5XpiqRQZxaljG9YMHMlUPzwe
GfdHK5vrjGqyT3gpjCrwUEEgYMW0jQR84ZSPUmBnvAlNS4FBg+N0yaGKhlUWNeuqZreNuwEyHZLI
JuhqLiKizZBdM5xvwqTzdiYDVuIaw0xNYT64KzO3tqAy1qZTXSgzD7h86bQoigctiMnN8kys653A
K4TT0sUEmVbMw2wgoywIEBtkdeAUGLKG9uCDRq0fPVsCCrk0+p1N1dvJ8g+OBpQ6a/kwRtZtaj4r
OsOFsWzjonr2SJdFaewNhHJXnJgC71AlcyZ7Ji4/IuLPpu+hs22ZrtTHnoawr4vA0MYNJ8P+oTyf
+25tos3zx+KtkdlBTpkeoJe9LkkE080un2oHmSIqCjpDnGuZXX30ho0qBANNZKGJzQz93CqG5R4f
FHYMf2RgPUtJ9oBsJ1tsWeGYsfld+BYZjGJNWkfRFBA9trEidyWFh5oALmMhsJAB/x2RhruM5PPG
YmaCH5Xvc0bilI7ZuELoxZfzQLkvUdgQz1UsYxkIzWGukZVrgTO56XSuXUxDibdGsRXE06NfbwOr
qk66h8vY4GSp+wqxkgngW/xYWEuCObeDxEYAoHsop7lKdciAhcCs3/e/NYV4w+fVlpEvtDlOoguj
RQ8txnuNYZ0NRv8tEPVVrEgNjTvzWNnLi5VZO9TdW+Azz+R53tkKQwXHkTyJrdTCya+ZiWbjLoFP
HQ9ii1FqjY8sjPzsrg+UquwhPZyBhHDc3VL7bEY0oh6bP0NfaDiwYYiEzbG/BsUb2NRwidSefIv2
baz2AxU7PExYlM4ElQCCfd9hdTbdrT/9Z3N7KWirPebIHo0u9HBVrgeB2YH/aoD0SgdKYTte0L7b
3zMhXQjuv3j2OGDxDtuojwd3+ChQOlpFdh0Z0A0T9Na5wtsVH9Ou3eLjZ8UzBGLKr7Zd7w2JHa5W
W1NkT3i/mYeynWVxv9eFuTds/68VKdzfHPNNUj3XZIs+VuyW7jOT4aWY/GEvWZeXkX2rjWGNfZ5P
2ZcAS1EbWhxIjvsxawzih969UHt8jkgJQYwqhjyIsvLHX1iZLJb897yJTovEmTYOqCqT+MWvpvNQ
SJyDiP+dBnqDnPkVWareMmJmrZFiEwRgm2asGLgcbIyJCK8fCxUtTBUOx2ms4cnOn2YGGttTiHoc
l/g8nNtmkBaSEnrQDyBPWAVEDUkMDnrujg1rmAwTTDGEaxFNqukvu4d0c3b7M8DqLeFFR1fOcseK
7cebrI2TZqeJKWNpm2ETi3c9VhsZdfZlHGvGhx4hFrVPT+OtXXbKkYB9pEjEdFtvHT9ax3Kml8eT
qtNOiK6/tEVEB26crCb9qy3v1/eWc0fCZwMVz7Z76sLqMHakXXhWMJnJwYGZ9FDDUPOuZw9B2mMI
xExJMIgxzI6ZybSsLCcGWsoAvta4sT0GuQwo48dlqOG2SWlX7W5GfARyu80TSjmwfJkgKaNs4xBR
w2Yy4X83gCdZ229UweK1x0xeTV29txM7MElTaCeHottmvEJcwmIxEx/U1i0qNJYSyXlW2WUoSYB5
0ma8+RluukvdCNJE4Y3QJul3nxe0KcoOBq73WBMp8254deNtYJ0O2zJNsHOqwvvOeu8/vdP9i+60
7CAMIsjeFos1lumc+j5zu9ca3cc7WTnFdpy5DUZHIo0WqIUsUk13kQuPZ9XW+VcGJPVaC2Rg5BeQ
NruNkrg62ZIoQJwMGt2O8yGV3R6h53wveS+3WAxTDOOVwA3X5bANk+hKejLWznhJJt6gxESQxyDP
JKlC996apjM/jDn2bqY9l3kgp87c2sy0A82DumpUTBxyFWUHZTqHxicNw+4wUy/maPyfkLnD51Ke
W3JAtv1i43HDdrljEzuEbe6iWeoR7U0CS/GAJRLxEB4mzGn9uTR/yYpHZZvBybE81/wCO4pqS6GJ
j5uBXV8WR4c+pakvczlhQ/VNVk+YqJ9QpiX7rMNjwIwkbZnGttmLzGV3L3sHMT/y2uma+syPidcn
wsXErnPPiOHwiC+Jx9vYpO63KB1SSmbJ2NMDV5srKMqGY0cgmXoNLfY4P7P638QxzE13dol46GE2
DeBHmEqpsfz2jGXZyIxvTy+I78Cd9CUnbYzRRvUMdxRhA9go1xkMItaK09xzfM7J3V2G+i9fBnrc
tK7oQm1T+AixXYJG8Aub80uOWCIcpf5cTuNPo3fZoXKMc+kUBHMkLvVgVuUE3T/u28HDZOwQrnLz
08bdOsaAPbIbjQ/Wz/4LCuXpjZQXcsvhRfBSzOrY9Z3axBCejrov5OvQm6yC/XLZ00fi60GWdedZ
sW8VKQRhrZvtj45gctsuk9pVrE6JRRQp70oWsd7pYosSfbS0H1dUxd7IMeHKlL4CW8H/H/uKPAqO
tTxrMS23Ov9eM37nOlko/kRKsTVbz6nXmmS3oCChdmly7YBYRWc43TOwduKSQ8pgKMw8sHjDQ/sQ
fy6Vs0Eyl56QxZhrOEby0FSEp7AWHaa9MktkH0LKVzUpnBm+xwxQ9+tXyIaUp0rjjM6xtuirIrPx
zmWY3lEy9jaSEGfY1o81TzP67n9+2hXhwwBGFoBqcSTmZJ+KnrKsaJyJQUZMRZ0mXkDg/sjAluOn
IrXqmX+C48lkA17rpbyYhOlwgE6PXbSIcdkxWNj2Kv0lfDpF3jwyFqpyH7NCy/4raUv+19IAkyxq
Po1h9R75r5BTi3Lmyu1JepgTVLce49Ask/NVA/aWMkA/yHQE9NY90qPI285cKgvXb3ZNnX9b0fJS
5hM+lrNKxc1LCIHDkkkchz/NKP2Q1uziruYoN5vnjDoKdFPCUVp69nh1Iqe655PlcSGRi09Hakd7
sKmPTAnDedUmyVQTmOnGifhN55GPN6QX821wSyhmtfIQ7TJiWE8m1GKfFlZS/37ks1FjtDTVfnwl
PSBRGz56t0/7peX1Z/5KRSjrdQkKDURtEf9YfvyP+mQ5G1NVfxQMhuz5NS4aBt7RKiFUIyLPAGd5
HGA55YAro+ivA236pEsv+h1mYcQsxaN070beNeIOfB5HuzvaGrLCUoOoRsCbz3nyOC+KxQgnJw36
aDtblLS2hwO16Hq1dxBxrmQMsnxN1ZM5gZ6MvkHeshQy7LuCHAPMrs3OwlAUkIXLiHWOZzYkWat3
OHAZtWaTidaRwRX8wTjZ8LXGew14OeAsLmYrM3gAF81wjiNxDsie6BRORfdRdh8b/CPrMaqSc2uj
JTapzxYvYkGrCF4mXF9f5YNG0Sza5UNbWHfbo2bxTDj/5omnZTDTUBGhhDKWpoWw5ohRvsYMbZwo
9EjjZl1c90Hb2dG21zqbwU/WbuTcExzSehHlxmiUlN1orobUwLlSFpR1+Cco0PH2kSyuk1eVRAIf
Lmof3no936CP5f2RJU4i9tyrzky5iCDroooGHC1jnR6mpEKONfdrwfWwLnQJSzyHs0AFR5ma+zbT
wiHqgyadySfSsVdEPuZbdHZt0CddjHBB3GNcI3GQNOglZDdgFcmrrAY3FUXdWi3NuRmHX51YXvUk
qMiQIETZrRutYt93NksinEo2U/TkgsDNpp/QzPGv5Bon6csy/wPp+MMIyw+bsaS1otLPAz9i6+fH
6qDc/yCWoS0oW7Mh5sDUUNYSQcxtXr5XrWPe8TfIDxxHejCSlIDqwPw3DHVmhWkxGhR9A4FjMVlm
exYGw95bUNvYhLPe2ofoMTMZULn0NaE75OWmiLmBMWZhULZ7/9YWJgLG3jgW+dRfcQk0SCvTloGN
0PDYNMWHtxRk8njNF12rRJMU5w2vPVWJS26IHfhFz2nsZUl+JqeA+kMvkDg49nxtFvEXyfRR1zrT
N9ren2ZG/DS17tUX2nSOkghDr+HTJbl6q4aQHDs7Jo5B9DwbD76TnzHUnybx2Jb7mr6z6sz4QocO
ElLEBEfPfnnDQ+mcSklew2r0x4T9pzk5byUa2NAxHgMwIMja2UzQPXoj5G2ShFgP45YIMp24glMt
RObf09hnV21DgJxjwYBfY0ciyGOJJ/+zHZBrkk2BCNtJrzFT7VYaQWx+RANtBEOWqE5YDUy++QsZ
9IkosKfWlgwHG3WzRu1UdXn7FkVOhuShZSAglfViobhmA9Krn9LsdXbG9us4wL6u3PINukBytpNY
vjr0H/TwE4NaC3M6nOr73AAMqpyXwsM/ZeOZ5PrmFF0tbfs+ZJO4lBmVny00YoxSEnVyux4/WwtV
6jd2nJcFi2B51ZvirY0fNrHZZZ1VjZrhonsHdEREUhm0cmEx4HFTeEwmVqUa/oqqJKQjqxhGIQ8S
DivolgAq3pUslipoLI0MBp3HNNoaKQRdQLU2gn7oQ6txwD6tqEeDttWqrUjlP4e0ki35Gf5xHuIH
SsFHvGBnBLZ1CYPDme4oIKWLyLTeMnfSqpHvp8qvjfWUlZbBjtU2iMzP+j8I42VY5IqMhgXBdbG4
3ymTuE1Vp59NU+EomWl8mkJbVhnZLIGc3ZbhwcKuwyPxIqzmpPxuSr38Ih/tIeLOmUqGdsfGzI1d
ZPjCbjivzZntoyXd5skwM4OuXk/ahXC17IVxBh0ntxdyhB7iblonqt1po+/MG9nlNvhTbzL2ECJH
3v7IQGXYzRFBOjEC8Td6D7HvmoZgicFAMzjVUxUaQiVb9LQ6GY4Ae29GPMrvglc7DzVPex9n8V+Z
s+klNK7akKZNVJSrnF9lFbIOKnO8jqpXb47ho3oWPfqoNHmkCJCwSnvYv7C+fdHxSAKd0lwMSeaw
aQvW+JTcCSYH/c1KQJHsEI7YAFC9X+VxOdDouKEq6Zw3LWFMe8tZcAAX3lxe+5nZW+v6PX/IoXOy
2IvDJszOSd7flw57HzWcSUGWt/a9JCKQdeussyelZlrllSQAAEMG6ye+E1CV5TrtB5f5Sfs6i9G7
a+BHNipR5TES0gwpaFrmnETHew4h+SvXTvxNG/ndb/4IZUN2QqGoXO0myZP6IRhrOg22rY7/I+1c
duNWsm37KxfVvgQYjCAZbJxOvpWZkpWSJdnuELIs8/1+8+vvYF3gwNYWJJxT1SgUalcllUkyYsVa
c44praa+GjuXbrCv85+OmtXGyMyWI4jZnXm7inWqeMzAYQ0HBz3Sde851VWkI32V1oTOahVjXB3a
gm6ZUMw3xvxLPbCqZD19NTqUcukVYzeqIZHQxTPQdS5rBnin/hv8GmeduJ19U+RW9T0xm+ZY1V5y
acbYv7ZkHz+ZLtm91mB06yGJpl0/JYybQFkdXcYY1IOdCnGf1NNR2ebLjDjNgPq2MgvA6VnsGVc9
VvODCqxua9MUW8euLA90RtApWCYrueZP80NpHYc8cp47sxLryY6GjQXmYGMa8UPy/xVdKAMxLeDb
I+yi246RQWvNE/5O9OJ17tpvzoTh3ozN6YemY3OSI85tBvDFEbh9cj+bSOnMdBzPKLiddo0ThXFz
k32d7ahlNaE1qQzUY4YT/yxVTWFErbVqvFb9dlub15HqeU0e+nSHgctaj8ynVpjMxIoZPq3V7Bh5
00IMMsr1mJCcHKOtZN2fh3DbdCy5JHPUJNXiG2qCUuz06ImNaTJR7ZqphI1A68pGzpLZ7ZYXH8iH
X7qn2hXW78HC3NyMHcehNjLmXUTZ/SuBwXQ7eSZCtbCi6ofac+5GcZua6hVIWbOqw5bBFKWtR72Q
OCDWFpbN6AaK6UNl3JduYm8SZ8Qd48uclKnBcvSz05XhIzWG9w1z4Y8IHj766kEOT3Wm4n2BgQaX
HzZi+j9V8RRWbcOALknWDRzSXdcL53fk3KkiOfiOPVyqFFDkLgsYCpZewC5hTfWxkkYMFMA0MFxS
Y0NSS7+poQISUeCVoK04RU+k80wcOzBCkm7dkWg/071ZaKknx8jpoYSomqiyOWLTJznmRv4dsF6y
IS74a9oYT8IjSwURdX+GT1U/oHlubhhAS6yHAR0rkfgnDysfhsEqeKFlQ6C9iSVFl379Uk0wRCwC
qVcdh8XvRTGbNKwG+ipzbZ95vEqQFvI1rWp7Ta2WHcJMzdbJtoKi/TW6hhNti1g3584NBN11KzrV
CLaOUECGfdY7AxqmOP+atZhI3ZRY3jqe6C+Zk9VT42Jb8tceR2t5yOHmYvDOEtQbdFX6dFdnrK9b
W436JmjigUa0kKdKYXmcMn86zCjg7xUTUoT2Tboj34iQFmwGZ5HMDDFjp9hYniHIN/CgnKZRuE3n
0tjMrju49JNMRO71VMqVqx2oTIlpI6+d9FMb0XlPLBkkm1zOj3KWDIxgRknao36AznNCflT6ZXJo
hXhOQjamqZyYNDTVNDPojMv625xEHfJ5q0AqkI0hyZ9lB7LJFfJWi7qnyW6pm5D85ItvAl8aeyQx
Y8fsDYDXvM3Cpt7HQ7BcwXtw27T9aQn6a02DDcBCY7ZhQJCt205522xO0l/kC9fnpIx9eHF+Ojjr
RjL3q11HfJlVqTFz1/aubGO9TTmuHbMybJn0MYBqnJzKIBT2DQk53qUy7W7jOS2Ue4P+3IA4b4qA
no5zOj9A2S0OczGIWyENZ+3puL3Fm53vSmvO1lMjCDPk8LkuHeX/THuqDfqS1AqzNPd4XxFrNCzx
URxB28rRx/mQC/epLgRsczrpeMbRZxGbRkiPTcHWDM9D3JRf4jyzXwAHAGuzad1nQB1n/mQme/NY
GfuwccO1Q7mwwbffb5xRZNdzOSFUkAmPE/xC4rt7kDIJmPpdPokI83rgb1rXCR5kzPSNTcOQj2Zt
ZBjXW+NM3CplPVvDnhZdsR8bM9tFYy5ueQuWaRNdzCykAwrojPyBPvMgBXU/usrXKwOn2Z72bboV
ZhQ+je5kHjOzq79mHU8ICosMOaVDrLhhMBNNlWmg1gxLgKfQjTVYE6iyDMCSvP4hwqj6NUzZeE/v
vSPOnjy0KsjKm7wfX0zHCW6oIjKeKxTMXl1VmKLm/OA55XA7l7lzwgkMII+R48ZpbdAyMshxC2KI
6zXLelkz3yj6iszrgFmcF9HjilrSr9OiwY1TAfxFwjcP6I9hI8MdJv05n1YTKIdd0PCyCVr0G1Gb
lJRJsDzALGTTRO+ixVQzf0uCTj00IYUakU/uOu9bB7qj9naprbKDSaNqFUfTE2Un/W8OwrA4HJM+
BZkoG1dZ5cM4JuxMlCkMfyC/YKAf9wpI4u8Q2Rh2lsE/mBnOUTtDc9fD9aDpz3lGRGDylZMMNLu9
aMckTO67IaTA5FZ+WdatlYvHcpWz3W5z4hEwHhegqbr6x2SixI1s/8Z3sLH7Ux5vasBSKFXC3xGl
6soR47epR0xc1748hEP6QJXUrrVp3KeSgm2VDap66pwUiY8YxLlL6ldFsgaMBOz1166FQVZPRnZj
SUyfLQmXX1zI9N+qMqUrrSSiuFIw2gqj12zWDISJhnss2UE2FrEXV+akjKvAVxydmbZua1MBynPd
7AifD9FIOAfWsq+xYdmjNn9ydKV7JA2UKWMrra3B87EOHQq2SglnrwsOwIMU/WMQ5/6Nbrr6XER5
v+VAhIpvyKJ7Bhk4x2vUwBGQ4nA144JazXX008ui4tQXdXpChsGfDjqJI3+ALLroWnFOk5K2im4h
R8kAXCElgUrvIY7JQzfn4sLkBz13k6M+6zEmoNBZ7kMgYqqPubUb2quV/GEPZn7DMwdqIQxfYWcg
VIskOB9fIoWICuLpoqiVm0bSKqXJAVyvxUhjl4a10iqnMocd7etMbkcM2Pu+IjMqqGrmqm5BM93K
KyZDSzxY10g4jJZ1mk0UNTJEa4xeE+lXW2CxQI60GoFn7a25vUtpn9ANye7HTt2mXVBuzSIY9kA9
zWd3EZCD9/KWt4e6Udk1glzbvHZ646dIh3oXNWqsgLqW9TaORX8EOzJAvo+fMVj76ywzUe5aGtdu
UJk7z6umUzgr2go9rCLYcv2u6iyT0xYoXLcLn6HaZLsAOQVws2Q8F3nBwaL1EDAZlP6bUJXU8SbK
Cc+xsn00N+42mNK63SFDYxg9e+NaOgaHRgu9lq5HRpdje/JwxE5nPeWAvHzlhcvSn9yG9Ph/Bvb8
QIMKu1dD5XQqi8IiGC9twZYzLkXMDxGwOVhAzF5F04aXyNH61g9RDtcEKH0hBW1BUuGhZz9KYrri
8VQUyNTR6OI2wkUTLkLyFm3HL6bE9o2fj+EXoXEA5vSPgZiA4LLK9NUMmajSrMbCxxybkXiAqTKb
1WNFmNshhFiyxwiLq98JTHgjBK8OJehTJ5g5Q1GZ7w0L908jaNWilXU2SgbPA2f0g+rL4RKCR9rE
NT4Io6ui9cCqvE5Gzzn1OSlQ7pg/BYSI7gIPW28yFQPOoFBvWzHJr3VBZnk7UFwJo0131jQs0ktu
a6aK73GgEQFrg+e555WSovnFaZYh6mzhoYln7KQQSu6tvvV4t83FhIDunvcDTtHQ9Hg2KHtsRbM4
9YGbZq1sQXnYjXdl00NHJZq5sJwC5iBfJZ74ftvM0fQNH0ez9hpszXAU+5XvLJRyMVHr1RoNhSwp
coY0oXZsh/joyXFaq7y7zysaTl1KxeoOBpNfOFEHy+31eVB4AFaqqJi9VUXDQxMH1shAuzad6ZRF
FojYfoy/+mX2iwUYennuLGOgIr7rJn+8t7OuYFWKsWtqF0W4E1rfJoBrZzVOCYU92h6Pah3GZBg9
5FUMf39Gu+G7Y7gLTZr3yvFNNB2zLPZoD6jstfcauNlzy+mSH0VE+5lAhFM5VoQUDi51XlkDkg2h
3rH1RYgB6DGaDwEgCqRqSHpNQNm0SudgI0dH6FXMTGETVHNED9mQLQ3UKhNrU/KTtbNr3WPkFHcy
ixF6SD4njn7QK/A4RWf9Jh18KgLwQqhXC/8wYyFA44tibizp2Bk+8424Z4Rr+izYaWQcsq4Of6SG
w5SA7tjBMsb66KVusUFfgW46B+J4TDPRsq0a7citoaQFWJicielEkdI39o4fiZxD23slOxXhdxV4
p1TWnLF5ZyCGlzNH7sigaeulNdu+Dws88DGm0rnup1PaV6DzoyLYCw5eu2nqaVeOwcIAGQl38p24
gsUdNFslm2If69i+H6ST3k9RAEzBLeOFUSFXdoOxMhiY7HRUKK7FyT6sre89SXhfJvCxYLMFDmNf
sW9JtRvUlW+9DnSpN2bfOdD2nEDcB2PYPAqdoMDEwEOvvGlpGTV8q8ZA8mC2XX2slRF/VZoa2Wql
Q4ek67Z1jpzMkHH66htxcinaAFQn+/ezjjCoJj1HQ+jg45rOOLYs1VjgcydY1hpZX947ck/vn8K4
hhoJ1Gdk1hePF1DR4mg4dvvsV7a9IMXG+rYXsEAMnTRrkZa/aC3I174TLOdM27aOFXNm1oAaZiNB
roFXAOeLclZ+xeFYdGH27KSJ3HbD2H7LOw4VAEiosQf9IiA7Eovpyx0lBIoWbde05Zuxu4SVG52K
ji6pQJo2yn6xsMghZNURyXfNAJ8DO9qEdqqM2yrU2ZdUO9XFooFFB3XpAAuFo8eZUV2Ok4MYPokI
W4CUj+1jcPOdlhz+GLV1BFUM7iY0rfnGsyklcAfS3wnAmxSK1aqrYDMAuOosunvx+IqaPD9oo3V3
mIenPeDB+tBXZAeYqLGeU2sYZoTWqjkUrBgbNTesp2pMztOA5mMyBVG7MRx6vyJVK03pXUrUHNec
lqHUDzhuIFKx+hXildKHIs1Ol224ro+NQUExEx63BRNJPqaAQnEX5wFnO7cMbwW2chj8YNquOhnr
fecOGXZ1p9r71dyC23Cn55oUiB2eeNYLOIAs/1hXmQ60j2k4gc5SmUP3f/GSUB4cBGOlr2OLVNwc
zPl6rFriP8k73QN5BQFssv0OwjJuLK36HUcv6zDUbfiz9OfmYIsuW8/F+LO3idVriyz6ncPZQ984
NjsRD+VuIF52Z9Phgl8VyJ2YEedmigI3A/y/U2RvoEJFgxYWolH7dKK9GEfWfoTAvZokbuw+sEEs
xH67nWXjoiclHKNoe+dbXQ605pbFdsLDd9VLwz/qkZ73KhrrH4mh9A811UwOC6csrmD91hvHsrkf
kAKC4HvWLfDkysm3jB38gxvjsfGJQ9nm5CVDg3CNQxIG8TYKOoPFNci3ckKGXFn6d6sMAFAL+ovu
DrieMIFaImJ29rmiRwhdg/9Ia4HJZmPcBWahTku6751VZeEW4nqywmiCLqGzxZWfMK8bHEtfmOSQ
oKOd71QW1hnuv3FyQAlSpMCUWktAyhuMwa9M4xa5lOO668h0YS01BSkdSdLBfEy8+Cq1UWunMNMc
74TQEmNbGqff3NwAvVj4JWFeOG1CIC8nIynLJ7sDM+NgMNt2PE5fJCXQMcbzv64dFChpHAfXLhOo
88CjzybVDugcUP/nybzJ+gJUYGj/ZB4kbzGZvyDuox9HfPG+H5x2UwXS2Xsc/46kTYiTtqZmx/5b
7tOZxS+ucw9/ZzYgUlbRLkoa7zvTt3HFOdJcVRkyX88hoCKf4mYd1bRMeADX0Mrol2RoJ0v4ICtG
LvFPmq0wkBD9X1MiJmtO47jMSLNej0WBxtLoaeTrXC2VnPsVEABOCDhBoOYgHmJiCRcT+hTuQ2cg
qzHOi3XsGC9s8pECJ8bCNMSz2sW+G5xRtaL7m+mNshojpBWF2llm9kTDK9hWNBLXU28ZFJxGdKJz
F24nw6Vgykrz9xx6DzUWlwcnNXilfADTF7cbzWu8xPXOSyNqKqxtGOclqbtAilezi36PcDG9qWdE
NGE22ofAQkoSAE6oIXm4zFtvJLiEJxHAieZU0p8sk6djLuZyE8YzFK8Qd2BuBndwRw4zqXg4tCrm
c2SAUoNNKc0v/IqWkaf7JMNJTWmAJ6AxzG2TQv8NXXNYF2ZuXtHgBUKRRuXJdFmH1t6SqyOHyf1i
mCiAWjpCgL8w7CSFux/GRtwAttSrIAtfszKF+8Pc7gxve15Hgj6B50TFwWOEcUBfC9BAUNfsMgtC
wBjlj03OfJyVN7yS8BNdlP0T1XMJ0XI16tbdDGTSbGVeRU8qn0j+oGuIUJMe/lEbtnxC12TvmqW8
6Pu+3LcW3WdaYuo04x8/xIC4dtmIeDaKejgbA4rhUWXFYxK5+Z1hY7Tl7Dwh1KL7naTlV28arR3L
BQw4Ji+HNjHdSxoaxQ75hvuIkhOAR6qZRKFIYNRZCPyqDGjGtIMiD3Z5ZyYQPFYjc9KNXqZCzuzJ
GYhrgmY5FxXSjsaj6axbNgkUpEteoWk8qCQDUpGG9YORjaCxmBHeAIjmt27L7AK+HRiHAh/ZzGWz
8e2hBABu0n9P6vTsp+X8taASO5M3fTsAqdjEeffK6sJZ2Qs6CkOw8D5JJoBEKHdt5D0rh4qRhAza
zLDXaE6QlNGm/VUJIfDsZ7Rv6ormJD8mSuNRCuTDrbkHqf0t1OwPq7wLAR0j/PLTvjQ3rp38BvhZ
nKNSd9RDSb1vGlS74DjEZQyGZ9wkPxqwFlfDHE6PLc3yDfPYfjcFgOuivPUoDULnmolasW/8njMK
9mhICuTjBKQe/VuJhS0aIJtH82INS8ZbJQlDxax0irVsnArGMHtRTWz7C7HZ2bnSEbPDnsLWNOfw
msNdxTEFsdtdqZNsr3tPbfyJPtEgYHyUvYzvkfcN64H1jaoZlU9f6BEsJ/3MJo+QgBe+ex6tEoNs
cp6rS2OCOYHYb363y87+GVkLO8vFC+TAWVnHoE6vhT+4a6dLpl0++85Om179FA8NPQWXIzJBzPDg
7XA8ozAXL6wCmEwbc2RGmI/fgaara8CNbKhW0GDNYfyc5l52Ri+aUV0VVCBVabywFFN1gR7BlWF6
ezK53RMDvmRrjRJaUh3Ai/LpqMSJH+1EFfXELi6gy6RHAY3YDZq1pKXVl91jhJzryaRwQ3eLudTt
6VqtPJ/wobjswgdmwT6leZrcDaSIXDwQ9Cjrp/Ybsm5rB26Ng4mjkNnwb/Hj4Ep1sFFEXFUdTct1
QscG6Xuaon+N0ro6V0le0TepsiuWrPnBkqVxtJjb79OqY52hYhEd5RNCGI6IsYvRzjefYdM8oQm4
dLDbQfjTZEq9h3J4KFyae4JOzpdqdPUpQGC+7lrEc0xdQx6VoniJxZhukyApiEJ2F8c4wX533lyY
V1bWkZ1Aw3YvrST6ai0WMNMV4ZmmWfKaSYbQJqKxG7NAXFqLbtx67ZieOHAUt/OYqZ1ButkOIAt5
BE7yGBmyKtbNIS4IcoET59Gr1bTYSUHZ2AHk5EOmtxKBo7oKs2v8qoBIOp/RSNlaeDpimhEaws+C
RGkfo37BamjQpvWQoSZB28koAOneKKMZqn5dbFlJom2bI5/Ep2HveBbIgiRVc5fXskZbX/jzi1+k
ikdgEXTkUXUMmiBG2mpAZjf57yAjq4s9z5Kh7FhsPNV6ey25XU4NgcD0QXnB9Xmkx2w+k2JkH5y4
uPPHud4ZSsh/6+UwZxMnvhKjR6hRMn7Xgy6v8TWFL2xx4zVSEIQ6wEAzepVYqDqSATak2GS3NIan
p75gLWD6WhyG1H2oqrFe1S4f0gv/Rc7Cqki44YwHbxrxgJqeJs7iK1uO0cVgLrOfpQW2IG15WnjR
TnHHzwAOnoQVjCcdr4cCYrhEqtCKKk8B+vlV5FBneW247SAS53hlKdrD5b+AsOOFw7p1b/skrB4K
BX4HFm8YnLwxUUfEe+XGmSbGnqacrqs402zgrb4ROb0y8vrSfdB5PDC966ECYu7OLJCcjcmrzxWd
51uGGhE42PwnPpVgCys6uHXCShzGHl5czPQQKZGVHXUQ4LfNrGLfS2hyflcHX8bKeYFInx9F0WPm
lYMGrO/Pq4mj2w1xUizL6MdZLzixi7Hw7xwHSWTglnRWcmCOCWNMeiE10yPOPbeji58gEvQf5AB0
qI1LfVP3Ddunp5Y6DZ9HPJoJnUPu2mRiWEoSohN42I0tiZDRIdKoqTi+WQviOT90vI7gbVmshtYj
kzTCeQIro7mzJ03SFJvltRGQtYR20cB6AyWTg2vETqrLn8FSQedV1b9qq+9eMqcLdinxXsDkoK+E
ht/vaWDm92Y/BaS/qJYBF6zZOEaa40pzomUNatBHXHJqXTzWBIaSI2EBE1ATX9Kq21Pj4g2wPTU9
Nm5l0WD01REZDl5wR3zX8CPimJYTgMPWBtdGjjgUTW9vI5W4AdkVYcJCw0GW3bAhtKtDdVHSTkvR
Dhu4p4WPoUynJUEKuT/CeYLa03qpSQyiUMcSBf7Okb13VWVzuTcE4pluNuoDLx5VdUOzvY3daBNY
mT6lCGA3lHesRm33rURFeGgQzNxVem54tshGhJoQ7+hHD1cwPnld3Ya6fTL1gy/MOze1h01cTOo8
u/Y3q7chyKfsqm3OkAKBpb7rMNCdkzZDu93yfFQ2auzU6MID05UYSAPJGJNH/HVdlfDdsoqXhK4p
NZchQdYyd7om3SrcDInEbQNjm7MNDuxmaibW+6Y4CQ9ngOzwhwLS7MA95PkBhpaJ0ruLGYva1TOF
K1UO4lP4L0nasQQqs72CqcWDCw/IQKrEGTb7qVTNTLXP+l3p1eUNz5W8IpBtBhw1uxgHw4YsviL/
RQmEI9Zty+9u0uMU7o3OXQlOqCgULawlNdIP+nqc0l0pWCuRGI1Jjf8owShjoDe/k7xcLIFCbZwZ
l0qvamxVkd881XXdXMyGDMeg0sk+mEbCyUNlbxDkPjP5ZywIZ/NcsO9snTYAtF420BZwZK/R87iH
NAYcIDuPxX6yfnSjW50bRveYihgBNQKlcoqCe9UTTrQZxPBMPpq5x12vdzpT3SvBRM5ReDHTI898
cXuZ7WpQq3fe4D2HrkbMVtNBYID2Cz2v2DK94aAapURgGzDddDmgBVEdkVm9Q+/PLPa2ghwl8H0D
prH9nTvhAFQkdW1UYOCT90jfKkar4I0vZXboDBncWnab3SnOjYjE25HGPS3qIw/VS9UypyizggOE
DtmI/N7cDpaJgrQR5sp1jXwzYtpdqSmHR0j5th5nTJgoAYttF7DztT4TJ9L4Quxw0bgfjdDC9END
hm7O1BKNBfTQs932GBNzseFWcBQPzWmr0/y3RVziBqZT+rOdaHTbbmc8VwR60WyQLY5DdVdRWN4w
YIM5ZfrjD6q976jLHJquWGBINh03dUfjaOjRKsRx8YsvxytdjNg6loyRImYapcuwOY6pUqumrupL
yLJzCEugmOj8mFAwV7VyLOtIcEhRYZBhYX9L7PjGJvh5IzIMsyriBOWOJKWsLH/yrywCTSiw3AkV
MXuaOYOa6Uj6QCSFkqlx6/noeT1841AnT61P51pbDB2ahK3BNgdSWAEmrtMoRtlMGxiCbt2gyxm+
ky1JazlJXWAiJuh+XCPjWBwY0xjrJMHu2As5bZFOa+wjGCfMgXyhOccp6ZHwtGn7Vu6tpMGNXk8E
IjBrPOE1+RIniX5ABhSvq7xy92hbQDlB8VjT7g+xCXRs/ejqMciY6ItdoznbrVMxdEBgw5hAcb7o
pjLY6t79HXhdHzAhHcfluG+ArcIdhWPG3hTDpGj++iiTweDCmIudqTs66NIDCkC7a2vyrAJWubWj
qScZj4on5EZP1ZmYSPpSktCeBhw4sgXP7hm12jAXjaXjF3lN8n3oWpCgjgHfHGAhWrXAPjZlQEcF
wcYvZxi734EDpVDB9jXS8lXTmN2jvSHqetLT8tdlvxuRqU0vGeaHFm83UAjIgQun1GQBXkcaaHcW
wvgxv1aAMldFzYRSp2rYVI6Z7GtkuFeKooo0RKq2VcN2i8fNTQ410U4gTAGaRRqPSudZAIETpz4z
xJofHbIQ7vnfElbQhsY26yJjq7pwwraHAAkFovnL6FBe0pCrfiWOjDglJGQIjBU/jVxYB6rHte9I
zT6vmAbinU+eGnJpY7b1YFELN5hXrjiZ9ngL4uYq6ej3gJLXW4v5HbAQ6UIGie2jJZKILNBxJys8
yCWjUnj1fW9Yj8yz8UQqiw6l4zpH5VNZsl1gaKI83JbZVF9DD7e39ZxVkCGIB3DrCD8ba142SpBA
Nh/i101FxOcC/qBbjQYtitaq7mDWODY6zsA29lr00R4pDRMFPO5MfmT/vVGq+2rB54KmSpvpUkkU
ZgVhQ+u59EEuS57FOpqQC0T1o2YqvnP9Lx4mBmq8JZLEnJG4VgZyGjjIzO4IfNkG2MJQfS5j07xT
PwJqhW9VznRs7lPzPIS5fRtmdGYNtPZ3ZlniThs9D2s9klbEkDXNeZsBL0NwPFcIvl1biJMzYJUE
Uv597ha5pAWH1oywkXOQ7LZtG31XbIurtKdZQY9d7Xn46cypQUGgQbAWwQHfA7JDLWHCYlt4rIZB
DRKbHnNXgd+IWs67tokgQRsz1o+cgsW+xxOOC1r7/rESgvcmJm3OF/F4sNjAUMIa441Lm9s8jBUa
ZCLGEre8FCP2XR9NFesRzTLLoruj0xTqQ6m5bRnBPZFnA8C38+wJPfmj2zosOX1GjHFEhLDjIRYA
0ovyidNvAz3WSTZzNoESI4B45VU4YqeQ1dwY4ZO1/KHruDLsuxmBFKK8qH4iGsba6zId7pPQdthV
eOwai4Eqk7SZmTIIGR1Z6mRZqNnZuwWqFdkxWqWlpRYYQtTkxX5upX4p4pZoTZi9q8BHOfVxnvi7
+etSa4XRVLn861//p3x5vosoc//rX+L/on0jLjmCUwwVDT6h8/Q//XhbWtKzbMkUyLZM8ffHd7yw
nLin4oL9+Wswl+tCTD8+vsQ/A965hO1Rq0vLsZX5JnWdPpvbxVVfXMR8nvQj3jgnwZuM5fF/eB1+
IlN7SmmLfjVarb+/SmmmFvOowoDk9ZxMGyLCGUEl0+k/u4r191VUZc/JYt+6DJ6+580s7p2QJi86
OuNMKS93H1/uvdvPjQdUbGlPKiX/vlxictaXkVtd2HjYwif/kxz5zz5/+ed/PF6QAjJRmV51qX4w
qSHQ5z/78+2/P76kTYkPmz9fTVs33Rf+5uPPF8v3L4BrFvnVr//6l7ZMm9v9x++zPHx//P24iV0c
Zn4FXfdWP3riEvQQzNAQYlldAzEDi9Gg232ajbuPr/zZD/fmvWxRWbKTqOpi2DBgN2X3yTf77PP1
31+sLLMhdEybG4PWEmN5+B/e+Ddv5QTMxDBn7kw+4/2+wwbzH/0+tvn33+96FERFy+cHTJuFwqu7
//gCy6PzzzvvEtIFOEPQ2vz7Ag2j57JzjOqi9X2F7BDcV/Py8SWWe/jBJcSb70CnnQCqIgDGpMYt
GoxV11FS6ScDwWPOCebjq33yhcSb9UsjTUKEz6uIOQY5/NBc1eqTh+qzS1h//2aFTD05LW87gooc
Wziiu/mTS7z/3P73bfn3C/vHCwkwKxAIBasLqsmiXzGU+PhX+uzzl3/+x+f7UMtzpE3VZaCwxbF+
//HHf/YLLf/8j48XBkemZOaWAzSKOqaSyOT+w2/wZskiqjB1olRXl5qqktXpkxuw/N//8dBqZbse
BZ621ZuPL9nsGXc29WXMyACgMo/jdc/ZxZ8uH/9U796JPy70ZgXUjZGh4avri8fYjnR7GE4fX+Dd
e6HJJUe3rzhsvNn7MpdhrWhiCOIL3xh/sFN9ydzr/+wib54n7eM7cwgNvzgRON7ZxsHsMgPMjx9f
5t2lxFNaI1m3pGO/ebm7bO7JXpSsVnskiyjOb+UEQvP246u8e+89zRUEDBBTvLkldt8Ymvwitlvo
ff5JEny5cb59fI33bru0LOkqjxO37b25BrlpbevLvr4Y0P30rsTq+J9d4M3O5zBqrWeHC3jNuqt+
RFX9yQXe+5WUKZRpSUvwFd5+A2ZW/IJzecmeGyIExz2d4rI4f/wt3nt4ldC2tgQeG/32Z/LT1odD
25YXpzsb6bexvmnFJ6Xo8kO8fdOVZSts11ILR75Zq7SX6qDPElQYI6ERXnU2TH1jA7NOguCIfWMm
a2vMP/nx3rv9f170zfJCZ7qvaOSV9MNeVpb38+Nf7d1b88dXenNrJuZqQ9an5YWmuhNc+RHduU3b
fflfXEVRNiiTDCHlvllY8kDHVKZBdaFbFX3R4YtKvs3WJzvJuz+Uw2DII3xcOvrNG2+ZdNdLBOoX
Jzni03c+ufnvPl9/fLz190Y166bHIWVy8xnAx9aFzQpI08e/07sPmOM4y1NMb0C9KbHmrCxiS43l
JWC8yDSO9gikxWVondDIO9jyf/WT/ff13taMSE+ddEq4XkpZks33E1KLj7/Rv0u2f7wzHnfdddSy
Rr55Z9w2A3rd+cWldpGZ7EPkwHoHwY2xNWbO7CecpI+v+O59+uOCb96XKCwyJ6u5IEBMIj1CAEvF
4eNLvPvSeMxGPZv9Rb49+Np2TTJ3ziVIxhQjGNjqV2W7K/fq48u8+zT8cZk3TxyvvT27GZeBwUAO
3B7Uf2WBiIg3PZOygAt/fL3lXX97q2xTmMq2uU+u9ebpq+AxYOsMy0uT3yY+IoNt4p4rCPn9J7/f
e2/qHxeSb8p8xnZ4cjQX0r+j4izVzcff470nwDZpSwib7qvpLb/rHyWlib5MkDjIx0sC4tAwExH0
yTf4509F/0ZQ8dECkaaUb5bNKKxne8q8/FLGX5BsqDLYsA8QSvK9gqr08ddZfva/b8vf13rzdWpY
LhHuvvwyjd/z4LdHUJqH8F+gPEwzLHcnzHEfX/Gfz7dNvrwrhOWRsWXJ5f798QOqji5+haPsgnW5
RYlQ3DAYxGfy8VWWv/vN91ImbSNKJ8/DsP1mU+gEwnc7MvKLkkebyQZs3m+Td0itQzX8+vhS73Qt
6IP9ca033yho7ZReH9cqBiCTMA+6+QI8DBvnK+7odWcguEPmOfzyvPsxQV/WfPJl//nI8wdo15Oe
aQnOCW9WJcK+Mw/7JF3Fo8tILf/keXznjv318W+eRw8xfS2nZAkHP0cVepK9ERxL55Nq958v1t9f
4s2TqD0ttP5/pJ1Zb9xI0rV/EQHuy21tWi1LouTthmi3be77zl//PfTgbVdl8StCcmMGmIHQjIrM
iMjIyIhzeqSU6a0f7Cb9ptX/ubxTC4oYqoLx6eRYdB0LMSgZ6C1idiN7+p7k3zqfFgKHB6PdZSGK
em56ANmopCLzVQeGmFMDj+hA02ugdp7if6zNT55zQ+vRTm6Jqq10q7cPTJkEzqfLQhdCxrFM8axl
skVLwZjOniyo7ZjijQtn79PlkuSu57w5VzFOZAmpUOQ56qTBQPtk0xfWg2KlAxOrjF/eoRGNozrj
b7ojG4I5ZJNFb5iBU6nOpxm3vt9JHXwkBqMz0/fLon6nCUKwMIhGjmlgGw5l7dMdY0Db6uUGjXj1
gzz2CeaBg/nLgGR1+1LqL4bm7bv2NTBuBqZAw4EOSB28m49O/oE3jtCjB+NjAor/cFOGh8s/7cyz
LVW2ZMyIO6Ax/+f0lw1J2UhS4KjPXAa/VOork/u//k6CELya/yRo+VPmPP7l14WVpbfMAQmP318p
zEbFO4lnr8u/3xS9TVih+e9Hx0nlmXTYyUiw6JPMN0zDJcZdvObTi1KYtlPNObzy+nkqpVNAR4EG
XnumK4QpLSB6VQ/w5Y65/bb/V1KZe/TrJ3VIvik0Og9G6dIV9uhHyZVp05TQpTx281h9dVn3c+sw
QZYCjsPmoHNU8VYa596gyHIRuK3z2TRfo5Uqx9rnBaV1GCfing5Wt4LeJT20bz21LBZzPq40WeVF
SRXiSBmHBYNJBn1n03U7XEXDimUs/Hy+z11ddywZpxaOrTCj1cWTFO+Z5r9sY9rv+PmqaVocKBAL
8m5xahKM0CqFJdfWc1V/qCBdWomyS79eV3QdeCKV0oYseE6sa8C+joMHu8fteKiGt+8tWTgxj5Ki
TuQTDimlyI0ikhLfNSEYUHGcNzs+Wb6t2kxYaQQvTfi+FuiM0EmW9BzCQgAdXimtVPqW1udIgC6k
+SD1KWNW2czQ0BnjX2X5Spo6r+/JmYB1mgqwnYpimeZZ8Y0pQGp/Te67TsutCMiNzWi8w0AZlDJl
cgUivD2reBS6CrmIoINkDKj2fzgfVND6LoeH86DFBUUzsU3SbVUWX4MNqWmkkSZflwg0+gdGCzXo
jNW3G+qJFMEPFGmsmkrTQjcEURr48jeXqLjbH2shHIG8HoLK0PH9prppwhsa1i6v0oIhnXxf2AV+
OaltqIfu+MmCQqFcidELm8Bx4diUDXWHNFoIoqEBxzQjEYmbZzsV/pg7blhSuFIIOUv/MFHNobPX
1KmCIujUkuqySphNQIjcNhuPzs7snhGxihJ4tLJaC26BR+h4hiUrTI8LYSkNIb1kHq52U/uBeyJD
G7qzUs+bf6zgeSci5hU9cosyDyKielm7MbO3hyGjR9kGdxJW+El+dOLWrWsDbhYwqOmQS2m1u2wP
S+K5H8j0TyimbovJIF3rAfAgakWPMHMQ1QT3lSn5xkOhWs3HqDDaK3kKIwaUZOOmJuteqTQvmCNN
D3/EC9pngTzJuqRU7qEcvsTSl8vKzdYmrq3OP1y/HZmyuOBMBrDRI7PDlTson6rJLaGUUpgw7m4c
u91L/s1laUvGokPsDcitSsOI+ORjM73F6IdduS3EWSrt46XxUyvWXloXjJ+nGIMzfk6DTNH4kyYD
Nyc3KhcUIK8Ld0P6s+/LDcRidMtdVmhpcwyD8QseZWiAEdt3mIUoS7sfKhdQlefK9G97Q1s515bW
zDCpYnMq4GbimlVZOEx2VFUug5bdM9QT6mOsNBBYRJAWX9ZmyRgsVUUdxlOozAkJmE9XpxxpeeMy
H5vTF/+FGf3r3gTcuWGGMrGUj9Ag7y/LVJaWkDd+lbzvd0AUQhVAPC0zsghNGYGgg9A8BHQsJ78g
qDj4yO/a7nMftY89oA2dAx5/eJ06+qFsrOfLv2RpoY9+iNgO0JR9FdCz17gNmPlm9zTyvp2Xny8L
WQomx0KEJYaSowaYqmrcttlN0sd4vDUsGvoBwJPdKGCee8W/F1dXm/3N4a6i6LPSR7EzjAGbLUaU
kpkDqpqnyPNWjpo1CUJ8sjKvU3SQotyqpFt2MgC3HbwVNzuv61vmDA7A0BAlcIfD5lQNx3LkXjfG
2q2lRyZ0csaKQuXRKb8qWnate9dAqW8UJqnfsVlHUmd/OVo8z6rTLBun2k0G5q67m0z/5MGwNUFU
Q8dwm2xKhlUui/zdBiIGZMvQLBIDzeDRTwjIHhPYUM4EjZslEPgoN2n/NfAeC+8KKoA0uOlCpumk
n8xxr+i6uI1Hcue/H+nqh1DUFH6I3ED/SBv3Zy9bKy0vOhhNTbZs2ZikLXh6kDd1LxVe7WrcX8wP
KVQo6mFl+eblOVu+efFsi2dZIPBP1QA/E0gHIgq8sB0t1nBlOE9m/ai294pjbZX6V259V/yPUvca
FA/pm/vhMFMaGhhhpaGBTm7B23xASKdSwxdgGZEBsynfsUnH3xd8zY7GHqQRvs/cKRM1ertyCVw6
AI6/L7gZsy9xEoM85bYjlWsPaohdqfuwNVhKs03ncc4gGQNXmmg0vrxxS+Z3LFlwNT2A5iCx0SyH
Yncyuk2ar+Qe89qIlsHGcO+hKm7zmnZqGcoIwk4K25ELdbxjfrJrUhz4PX+8VQ9LlrnBWbpB9m2J
dSGapWnBivTaVQ6SBgQOyJ2XBZw70SzAMRT5f4e0YGIT+J3MrncIGJjuuFJBXifvfYeMuajFpB/p
mi7EAr1PhlgN/NrtYcGK98nMAL9yapzvBmpwSSHp5F7tiOeS4w9eBzx97eZ0AjQ72ec03MfxSu50
blWnUgR/SZlhrlpdqtxU/xJpH510f3mhzk9zvu9A4CH/b6WEzWgHjfS5MDggyi+80pG9XDH7xDT/
fVpfj+WDraylS0vbP2dmFh0hxBoxhvIcwgu3atfuyAy/pEHlQY99t7I5K0IcoZSidNpQj4lVu0Hx
EfZ3BwR95fnyyp1HGq6LGIBCSUu2qTydeqMXRSUjF/g7OL9SA1PPtqNzP4LhD8aelai2rM4fWUJs
kQc7ACY5JUNpriyVh6RDZK945fxzT4PLqTpCcIkixu7BQOH0hFsmguC9tXhIMtSN2gDXU61dSRey
hBN5prBDAyh4PhBojRv4zx7RMpRu5cLf1Mqusa8tLFFK7srhdlBWHGrJbY+2TexFiLxy4B/SSU25
7+KPqr/TnatmrTl6TYp6ahyd0VYMnyKFbG+IvvrRfVA9cxZdNsEVszCFVKGAMqJ1AO11A3hZHOhC
t/abe0HnosgfKzeFQDqYJQghI2ZhA/0CV5u6osL8718wO7E0UbVDM3l1iQrD58EDqWLlCXbx+3Pj
gUovjXbWepLnei6D7t648J1ug/xhqn9c3oNFAapuUQjjYUIWHyykCJC/vtSoHkWfg0NUfHrH5zUi
JQemxe1B2OJqkKO265XaBeZfK7fqShBb/PVHn5//fpQz6zx72tPA52UV1rMbqU0Pl3//oiMwYsxL
N6fl2YWc+WdtBMOgci1QzLPpU0XtiWrDvgXK7LKkxQA2V+gdCgDq2T2xteVSAjmItKJnmsv0D4oJ
5m2lwvbctMzNJ9P1ZYELVzp8w0EthtdUMjIhZMYNSNqRqcP3nRg3o95vo7GDWO5Ks25j60Ofzjxy
AC5KK3IXl5TnDWqv81XkrEOMUVMoWqjm9TEcTCAc6t1Dln61jZvL+i1Fl/lpkCKswVuWaNk+FDQj
aNIULWNu+rq3D2P1Jh70FTFLJqhatFRy5eFlXHwzk2yjZdpda1wTCFPYsvqrJJycdxjHsRAhHhe6
1DVSMtPyUBRswUUEcKAuv+aM1Vcrqcd57wwh81iW6LJWCVZFZCErewy8F1ARmUc/jDJM0bIrW/eU
fxr+fyLDbOHtwnTlgFteT4dGq7mid/ZGCBQqk368TbsGA5FT3X4ANenrZctYEgG+I8NsBl1jPOaf
Rg2QI5VYq9PWpay3efRAN7v8/SULP/7+/PejqBT0IajIOt+3tGCbmBM4Pw9Wu8+0q8tyliycXjQu
CSTA9lkxNyktm3H1vHVpxb2GWxeQQm6lbX+4LGZRHYNLyPzo6XCBO1VHHmvYXyRQWLlHbHzzABuk
qm5qanSX5SxkpMQh3mUgnqWpWyy8dP2g+T446m6uF1sT7LpJuenLGyt8UKtduZaTLhgBkwLcDylU
q6TxQvSToqGPirQZXdP/0Wyr7J/LyiwsmkKrjGqYHByUkUQvYvq9g09vIHDDG3yY0ptmAq9tZcl+
l92E/AMxFD1UENHothYCA1juViJ1E2sGtafmv9J3DR7asxQ/6daD6h+MPJipPDZFZG1zGK6BmNrq
TAHDxqDvNIaC36G1rs/VcjIWS3wCznU5N8smHN02vWKsP4ap2buNvl0WsrhzR0JEe4z1TunlaCRA
pZvXfHrH5VthEvQ/JYQ1BRc6ig0/G11G6Xug6dONlqx47qJ1HIkQrAM0hcYACQQVon/BZbDvJZiJ
u7XX5rWFmv9+FIeiQRonKGxHN6ivB+q19dPljVjTQoijejMofkNHuRu1t4xOe92Hybl3rP3fSZl/
xZEWgKxpVhTGoxsad2YgbY0OaBnnVl97e1leLbyVlMFg3F7QJlc7b5SDfARReadYW/XtjWO0J+h/
vi/oQU+DEto9ZqVMh0G7jpKVq8LCaXDy/TnBPFonGKNTmg6q0fWnvaeA8QLCw+HyViyKMOgfYWaB
1wBLWCLN9tMkaIHNhrZWK/bMAZvK/rKIxV04EiGsEtgPjNWl/uim1YMJNnn5/HffF1YpqLTYCHpU
cNqt1e3wu8vfX1oi+lg1Zl8UjSNZ+L488FbYNerkGuZzJP87Fh0YVyv9HfM3xKBvYEw0MXBK0kh1
utMjiD/ZEBayS1MrBMauz7xAFF1b1m3YDStbvrQfxgyMoJOyo5EQqZS6CNK8b2SuJXe1LG2Zilk5
M5buIVwQLdqeeIS0NHEOoQKCNve5o7i+Dvw+Xp7FirwxGg2eKliOogmA/Po7kHC3U7TWULeUc6AX
6Amg7xpnzRONYTR+SXeD69Rzl7Yd3aqMdukHBzicN0MBWBZOLpMZMnAxQzWcblsKFchExVV1W13e
tfQqwtly2fjmjRcN41iCYBj11HRwViGhh2/kIToMv/z0HfbNmz4PZFgedi7YQz9mKTCBuuLK6c7y
tll8Ha2NpS6ZnM2FlCc4HqnOR4g8Tx+AHJ7cHJzSFF4YGN8ur9OiBGyZ526m+84mX6RIKoIpzSe3
gfMjaKLNj8vfXwoCvD4ZFA5Ig9DidKdBntYa8NBG12iiPfw/XiTtpTdP1WBOx0JmJY/ifQhWnK40
xehOEMBpG1V9RyQ+/r5grk0yTlHpoITmX4FZNxi7y4u0ZKzH3xeMNRlVWC8zziuH65FSMPSmPjVG
ui+0lXC5tNs8EVCr51JhU+c6XShN9byyj7vRjSOgHtQaz367KhTn6BtUFJ61ziop5FiDBYxiTxkq
Pii5/EGDujYZjD2tKSvX46XrORM6AJUwRzPPDQrbkqaBBmh42buDV2c72QGVM897UKEyG84qNQ23
EMfXW0uCWaXUC+eprYfyRTUhxB6ohwN5LQ/dSghf2MqT3yRs5WjI9MI0/KYyC7dN+qOTnkv1wZZX
7lRLJ8WJHOFwDQcpLWWl6l0NDKIhfpIjiDPCzVA8lvZTJ+375lWHR++ynZ5Pj1gW09h0PdAPSmoo
JoaGQu21iqF0jqEdtxyeFCt4gXZAFBXDleUnmykC/it7gY2z0ooV6QtnvcozIBVIsFj4EUIokZyk
dyTbal3F+SeCe5auO+DfsvzOM1YeaRY3kckOnmbJK0gvTt2kBkOaaYescyf1VwIo5NwTUwBsGBVv
7qezaIiU5x5SDiuu/KeCoqSewNJvocgGfjbdBNNK4Jo9QDgFabDleLLpGDwvi1haKdn5MPRuW8F+
qulXk1JtK23tOXtJjIE1kD1QfjlLHWRtTPNSLwc3THdpCErfs7I2r7smQvCrqgpjpocQMTiACW8l
5dZaqyCsiRBcSouA+R8mRGjSYQzvGIRT1kx4If5SBiEqzgVfjTeG0/2GCikHv7weXNCCZDDV336Y
H3/+d9A4OgcD1coKWePz/Sdbf2jit1+rTj4vnB662aSDRwzlLN9H0l0GsEv/9or4iQj1dIHg7OoY
+GQPfIg/f4NJt5tsbWBmZRdE956mJnPgMx/cFkT+CHar6OflOLkmYP770T6ESlB31uwP+vBN+g6+
5zs+PzfNU7Kjv0f8/UFT6HYNtKcLoU3SMsoJUt/fSRAUUPXSl+sMCWGxVW+0eP+ez8/3DK44c9Hx
dH3SUdUzKMV6t5jKrRym27W3qqWjgk7Y/xNgCX5W2kln6x6no209AAsMOc/On9KdNGxye6Uh/Pdq
izF2BoFjTAiAKPqyT5UBXnAChHhs3aRyFWPvdzda9OoUV516DyjjvlGv/LBkRnrfM3wbWZ8uL+XC
rW1OgAi+YLDQpCdoWvhallcwq7gqTIVOB7h40m7nMBmAZgul1rS2dwtLS0WTCAa7GlVjsfvRBIOR
PziFq6QAf3rXevBBqiAPgE0VxM4VO5x/vbC2J8Jm7Y8cqbQ1D5gOu3B17vV5dtu1B6l+8pMfcfBq
xfDFDNpKCF1az2P1hPVMSHFa0L4L18uSL3UDmn2gHpp6vNV0E2TNcaNOvXt5CxeiBfWjuZsfcDku
koIBhbVTOoOsFG6mbsYf+crXF3KZk68LvqYBaZq1Fl/vgIX/NFo3SnzlZK+XVVjqATmRop1uVN07
UFppSBnH6x7KEz38XPvhrnV+VfRQwyEpDVdefVtD6H5Z8triCZHKqAY7hVi2cGeoVUp97zhSTxSb
k4YjC5RqSB0mhulcmg4aEFbXXnrmf1+0cJu5GJoAyZxAazr9vhekXcOreu4a9tewvFft2yr+/vYl
YgqQzFmeJ2NEzIkESvpQC5LCTe7hzzOGFY9Z2oHjzwvmK1sRQ0pjWriA73fdlw5ysHf8foORBh51
mD4xhdSv7cFXkiQtd0f9wakfvcpcEbAU0kC8BJmUOw24WYIG2VhrncFVxg3z/G4IwaOP6s1Mde3X
4AYX/colfMkj514D8E10GjbECEptOmuagDmNzn6WcvjU8gQ8HddauVssWJZBKyDQWfQ2MOEiWBYc
hoVf1Fnphr8AE6j/ZbTr8r4shEqmvjkITJ2uCQ6DU9OlwjZJzZSUbgKs9qaS9Nu8j8EuhDQHNOcK
NPRYejOYBB0axzIFd49tw3Fgji3dMoVSUNrNBMSXtVow5xMJwrKlCnwqao9WBQCodnqI7bWZwQVz
O5Eg2HPaQ/AblegQQxEYhIcWzHs4hhhyMT9f1mXJBKiuzhNBHNfAQ53uUG1L1tB7fukag2s3H0rw
/Y2ryyKWChFg7v4nQwR3gNi77COdA7Oqb5oaCijpNQGL3TEfde9j2sHM/Wioa6f04iZxcaYcANrV
WZVJzjszhvGTvMCGSPgKjPzLWq18X2w6DRuVgFbx/cT+oMOZNPy8/P2FEACyzX+/3xEiTtCFlWL6
euEGzfxApdq7OL5nsf5Oinq6/X7Q5b0fakhJtzWA7ZCGNlvPXCmWrK2VEAZiVSqT1kaXrmu+lFp+
7xXR9WVF1kTMfz86hHm9Lf+3XEWwr3keblaOsLXtEHw+lMxazzUWaqp5N9pLkApJm2nNG9e0EPze
87xGLmWkWP5VCptlsfu7VZrjztEqtTkc1Jk/p0JcPZkw9Nv7gZPs02Upi9HryHSFlLyqCwATU7SI
y20n36sM0cuHKHqM1lp6lMXodSRJiF45/SSaluKEDq9DoR9d9ROs8jawaaoW6vvY9or9FKtXnhzf
2FILQmD9OQnlaxgUYX2EJ7ULrK+Xlb9sKHSJni4xpKfgZGQscZ7ug2zb1PfxV8YfLwtZqrIeRQdF
rNJPZRrKSYxHea2i7Eh+ko1X+O0ursN+ExTJBKGk8Ryz2XuQF6uNHYKT1zqQnvrMIq8E+GWr5dlT
B/GL2QjBqpTAdMq+5L7nVYc4P0hr/dVL92e0/SNAMCgH4MKJHL5wI616toBsD3XIEYDFKGtlr6uQ
NOnOoRuM2x4t1cA5UMO8qkr56fKqL2/tn58hWNskxxOvyZxjeXtvddC8FjAfNsDzgyF0WdKyB/0n
SeyXzwKtN40KSfCiT8FdLj9mwXXu361OaC070B9BwinjWF7Vth0r26k78BWAHsQpLuuyfPz/2T1T
OGNiL+4zL+OGXuYQMSqvZv5Qpg+h/EEv4GO76v3vYzDuLwtd00s4DnzVbgoKPJz+zr1WP6Q2l/N3
HZ1/lm7+CUex1GpKU61mERIcS0rVPhlAhI55fah663BZm/+Pu/+RNVvmkazJH2mVKA2O6eChUX+k
+qtlfZrpyuUGvLvi3059dcZviXEFlMyKKa4YvSk4N1wvXdJpWEitXNXNQXZeM6AP2xUNF/fLoF8S
ADiqcmKThpRoxZQ1E/tlQYj7xA1hu3L0zc4p3KJ5hf8jQdDD9gw1Sn2OCqO6cdprPd8axUssHcpg
7yt3Y73y8rgYE4/ECSELRGIHbpieMxDWMBi63j6AODcV/FFHiEXgHPtFaLJgZXz1uVmL6CuLJdYD
aL6I5VFhsQJlR1Gregz9n164sfJ7f/ueTo9jVTQhBiVQqCjarIqhBsyi+ZtgJW6vGJcmBKAyUfTa
hJTJlZJD69Mq/XHobi576Mp2iz0McdINAZD8HA1QUD530bDihcsq6FQQgQ4xz+aECzWNBljqCler
rr0OdFj7yof65T1K/BEiBE1jyB0taeYct7oeo8feeE+Obvz5vhAxOyWt2yzn+6NxMMIbWHAu//7F
UHX0fSFK1kwbckazSEr9FEu3VvBV9a+sdFpZprW9ECKJ5fBWYMfzMvn7CIofk5xqRcTi+W9YBEKa
huitVU/jPSR4DRAglOztYS/1v+LsyoiYB7K+wbu3Imp50f6IEu5mHS+zYW9QAPCj61H/3HRfWob1
a2vlCri8aH/ECLaVwS/bA9fLMeJ/gcJYMu/ieOUMWVs0wbzUFvrazCQN7RvokPe09sNTcuvV9tZ0
3hVR/mgjWNpYZkBu/a6aQA4HF3O6XYV1WtwXU4eiSOGfs4GctC+kgesNAb6Md752b2cf8vKD2a5g
qCwFLgYeABymw0A5G8gZrBTemGgg+MINO1zJa/u+mP0dCxBM2XImJ4k8DsK2uo/T721+lVgtANfP
jfVk1P9aXbLLuxWlltbuWKZg06WuqUMIA5ZrGgdYHL34oFr7tPp8Odws2duxFMGkeeUJYqVFM1X6
XI6Q2dLTfQjhcF1DiVhTRzDstDGjqk5qbu2O56YNHJdldUiUQN/E2biS1c55iZgmHSslWLZltUaa
NygFN2wAg3p8Ow1wa+96+dFWXy8v4Jpe8wIfZbXK4NNM0aGXou7GkAbm62n4EA/vKHIfayRkYlkr
19qYYOGMZlnFThspor7j4NEZxqFDZ+ZxEGcDlVIenNjmRGhN894oimfF7q9CMkuwpd7RPWYcyRLr
jnnr+YMyZ0vVjX8t09EcbdZIxZZjwn/qiKVHCQwZOMIpYdjpldI82Po78oBjFYSQ0PphMsGlQrIE
yI9c/lND/HfZstY0EALANDSwVQZIsFxt2ihf/+7rguO3dEnR+UA+meZXZr3P3nMkH6+P4O9t6se+
6c/mJF9L7SczfqyK72Gw0pUwf+Xc0//ssuDpRmC2cK/Lhevnj2n8SQ6fpW7/dwslOHg4WhYtq7je
MB58bbv2Kr5Y/jteKMG1DdmLO8djm9s43pURjNLxp4AWx6y4k9JHfUgPtB1vbOu7Ptx26ofA+alp
hxQygr9TU7iL5TXwFxZshW5LR0XjH+TKvSxgOVD+31bRFHYaKP2iaDV/vsCoytOgX4fpYQg+KtGn
y1IuOw396qdSPNKzKU+RonHT0661cSUFXPu+4PaKGfZJVXBHUksGI26StU7JRYPW6Cymj9GyTbFJ
gkklE0ryimte2tHsqm3sofruFWtEEItqHIkR1MhDRR1NjVOrrh6r8LMHOv879uFIgBC8wlGNShBA
yGPhnLWan2b+5e8ECPFrspu+6QY0SIedMoHqvhJ9F80V6DMYQHi6lsWm606JaIYC8IX+n21UQfR8
pUj7pF/JwdekzH8/yh5UqNjDvp4PQsYSBmXfG19zUv7EWntJXBMkRDGny8Iu8Fgu3x82tf+iZy8d
qJ1j/+kd20L6AMMIYUkTZ2zHvomtKSLsTxJ9xDr2S/vUZRGLLvKfCJolTtcsj+Uk9CZivuxQ2tlM
3udqrVi/6B5HIoQoklqdB/IiXm78OwHG8POyAmtfF5zPsyR7GEau+I3/TKtcvBJo1z4vuF4lVXqp
ZmyBZF1lGhjpK+u/aEpHiyN4ntdoahVa2GxmXtmH/OuTtvYytLbD89+PvMIvurQ052dpI9mO0QOv
ufnaabS8SCBuWgAzz5RlpyLksaGFyEAJXqbjfhuvPhgs6oADwJ5LWzqx/FRASQKaJnFJnSiNNlCt
bMz+LjQf+kA5KKGz0cJup+TPVvN9Mm5j775gri9y7ul9XNmttd8hnOta35RJ3RX8Du9xbA4mDCxr
BrG0ljZAojMCvqqeTdtkkddkRtenNPoo106S7fT652WPWVLiWILgMbk3pQM09Kk7ab/8/EEvbzTA
Kd4ow6aoB6qHasEsBP6O4DZG4ql9N9b5a1xI4XWQ++Yd1R7rphhNZ+VsUebNP0lbf8syHOpidO+e
tUIOMRBnST7lr2mtbqOIoZ5hC27Jrk2v2/q+TbRNDkV2PcId3cTP0FqESXGthNm9Hhcbz1K3dRjT
nS6vLMFZMYCfZZJ10F2kzQATwhJUcISNUtGVr35tbTSz2UvRS05jrxL9bOyVG+1ZFBFkCVEk6Sq7
tNKhfLXtz4ETbxIt3waRupnZ1d++scdazcZ1FE1G2YzLkrfdV9P39mMQbTDVfb86NLS4eDYTgNyH
6UAUZx4I6anR5mX5Kmc/5aHYpsrH0Pc3cALvsnyN3+bM5Vg9xrExU5P/ddaMXVpeFIJTVLwCz/3J
aMK7Lg5WjHRNhOBzQBabusTjz6vX5N9jyb5uPW+lTrMgAtAXKLz4LzOyv69GRzujj11pSGlWvDax
vC0+21m9osOCkZ0ImP9+JIAHB1WRorx4VSNvE/e3RI3D0Dt7Y+3MPX/cBCzlWBUhv/J5dGByJ2ZD
po+GEoB82mzAG9kkVb2b8htoJA5R0+y0JLhqnWgTV299qgPUxIajBrq6GaFQnLAqjdzq8qDPX7Up
uwlQtpVXbj4L9j03vNuAB9I/esbwaKWFYoxVULwOg3fVReqw8fpp08GMs0lrw9vkdbwiccE85mF3
RacmRaeHCPRtS7YfRB4SM0nlhP4+rGXfSwIgftBArZ2Hj8UxP6vTDD0yjPy1bb6NQbnvnDVEqgUD
dIC8AhbFpqRmihG1ibsmZ7g5fzW47spPm50Sfroc3ebzWzhKkOAwZg752TlcWWIAwT/kcv4awk6n
l/3GDP/NjPquSYatAimuYu+HNVqoZa3+yBRCQzw0WsLgF0flwPCn/tzIL6GSbY3h6rJui3Jm5Aks
ziKVmv9+5L5pV7QgK7QYNa1PPWyZez+iNa4vrG6bAmb59oPCYbp27lZm7pM5l1NxQd0mCciB8evU
lzy3JPuejqRSfjNAIaBh5Jz4KiiFMg+hp2KkNs4kx3Oimctq3OVrQ4pLRn38eWFzVD+YWkD6o9ci
qbKPlaEXt5a5Wt47y8jAq6fpGmqZuZn/DCGqGlNVots/eG364CAF2R4GlH2lrKGinidKjIuazOHq
4PyDXCdsSaUNOeQ/Q/PK/Ncu0q7H+JsV3BrGnewcsuT7ZXM7XzmCgUGz7Qx9ASyFEMNrM20n0ycD
HEd/29Jz/WaGEBuqKED+qYvYdJOLreqdlbdtP0kFfS76weg/5cl9pIM1NH2z+reWdwVRgusMfVg0
VWEVr6m5cdJNuTbPsbBWCn2JUOvRcw10l5Aq+loCnhrdsK9R6vUbWzKTTV1lbz6+sRogVQjNNgmC
CA+GWUVjIzftK9w5cnEwK+bZt/Ya/N2CKowpzFkvk71kNcINqaa1UAn7KXj1vF59qIYs3Rt2WKxU
qs+lWJSSaIYm2QEwQOyGM7iETZVXei9+1Rg7OBWqWt+91X5PRQiBxZYDqVcA63kxgud0cOvrv/u8
EFg8KR7LBhzHl+K31Sbxm2ecuD8yLuLML7jzi7Hg7HpmpN3QlPaL15X78cGv9f2bNTgRIDiFqYFM
WvmV/TLZmKsNheBb32wFDYQIUsF3qXPbsF+GvN7RrbP510nJk6Y3w+iS66nzXQMGGcVkJP30CAnj
Xh6zwk5fs/FuzIJ4o43Uu9W32+ypGMGgxqHPR/CO0lf1qgyGnS6vAYKcOwVdcoztUGDlwkml5FQP
bVTlqeqd+JXh34193cn9m4/0WcBcicTDSfTEHTc8L9ZaKX41ko8MbUXKt7B1LxvV/InTBIzzAkht
kCvnIQ3xOM9qJU9ju4vZi4bx122ub5tgXzjxSjBcWKsTOYL7RYqXjLDRxK+e4WyKf8JoDXF0TYCw
GXZs1UU9IqAYuCcP+lYJVybCziQAJalT85iZqzTSYWE3Yr/URqUz+xeQxLgq7+xpDUvsLC1BgiHP
s+LzgXFGQ5TaTj7YST+86O2u8Xe+te+rlaR0SYkjEaLvcdOKMjNChMLD3EdnDXzgzJxONTAEn4sa
z/Ltns97ym37y4uYBChu8zfPUMxSiLBkomAcnxHrJUacmhBbDC/hrSRDIMt0/Ru9AgHzNZSXTSLV
2VTeIE91HWpT9zI+deZN57164+d2jZ7xfByXk4IQxVzpPPJ5Nh+VId4z7V4FgIATozfu0q7cQln7
OLXN3gTfWJK8gz7qv3JGtWRp7cA9f7v9Ld+gXgbuyIwrdRq/snLyI7tMVdA6kk1hKDtNu07GccsT
3rbXb4vgQzfeh40PM++VBybnEF6bzXO7FqfPbWZeBlbb+M2MIF5ckjLgAhh1qmvl/rYB0rkOkp3F
vF02vDUHmBVWuHDC1Mtyiy2iJTMJclCOqmt8lrtr2XhrFUP4/Ox7Rxe+qVfgwSj4vNYPe9rqg2aN
CXDZZLAX0KFkyr0iRrRRSrVtlwYa9Fzw+nyTM8bthXvdYTZhT6twYR6y3toUq/MQ57GJtTuSPN91
jpTzpj7WkklX3Vq+raYPvX9nh0+Xve48NiGCezLqqTN0n2CPDFuWbR6oqhvWm87axtPu8vcXDE2V
cWlOO0AIuceeqgBoiecXpOw8auyb8jq5q0uYD1YOuoV1AqeZ2iYqzKB5ghK6J2lBqGW6K1X9TSh1
96E2fCjL6XBZl7PCyYywz5y1zd0CbiQx7Y+rQG4UudJpEvva6jeG9qthHMZzPtbqISlpSJLXBokX
dof+KoU5ZdyUKSNBsbKZsszJNMPNw2BbqU9DuVJPXdgealkqoYB7Ji8YgoVNlVUNpReYbh089d20
yb9VtHQWxsvllVvQg3g7Ix3roCgquqCHoU2WlSeS4XbOQZW22ooWa58XtIhVp6Roy+dr+cmg+hJP
K08PSwKgGJ/79cGBPqNkrUonrGTPM1yzyjc/rHit92HBgOeKnwxj+vyYIu5z7HhdlbWJ6cbDaxV6
4DUoO8d6cy4FcYCCCcN7zET/GZlPOvFOlQ+mK9NJ7+TbxP/x5l22yA4wKBnuY7A6T319VLNQGfrS
cnXl0AY7fQ0QeWEXqIGw+rIzUwOI7yWZKvdaQCnPTZnF4VlxH+3fqgBI38wKEUQQwm6cKmC2TpkM
IIC6mrers22ZvPmwOvn+WSLocVAllBNcWblrfib5Snw6d2Y4s2g+mf0YPllNWP/M6WurMRXP7dNw
UzrTgzPUD1b3zVojtjk311NB89+PziW9soMOdHbPjfx9fisN+zW62iVNZnB3FbBX7RxxdVCtoPPL
hKYTJ9sq0VdTf/W7jVLLKwfHuUVRikIGVwzALc4gexqGp5VIL/yXSd9m3l2gu282KL7Pi5sKKwu4
ksJCJcWglnXb+C8UBuPuOloDBVv6/WRVFHGog+DYgsHaPYuUa6H/IvXZs9EMtzHAkit5+YoM0Wgz
MHL8GkK7l5F52v9H2pUtx6ks2y8ignl4BXqSZMlNy5btF8K2bKAohmKGr7+rdOKe3RREE73Pi146
VElNWTmsXNnLe8faOrdLCUCmw5+3LQO3Gmbx/Dg5GXGk3FHsS+MDe91snVau/WfuNqIE18Pzw3Z1
WjU1yWMERezLmO56dfC0TPa09rnRLC/UFC+6392DPFgj6KEOe3dBvtlESck6NXFAuWzvzcbZb+jx
5e2bjy/Mx3QmWudliPlMaJfjh+0n+f73bi5CfK9HmmlKChGquZcat1RPt+8F/39xSzgtNSci08zF
expOQx1NVipd1GlAywHYncXRjo59+OyE0d0WLuJEV7KEKMiQpLQaRsiy6wBRYSffQgusHF8gWFSk
8eE8Iu0o+N+h1VlOKRnhxf5KQM8vx3dzI/LO0txbA5Rzhd5TjnT0O7Ga8FI/FLqzm7R+d3s7Vm7I
TACf4dUNqQCqqKuwDi8KSQ9Raz2gZ4yR+ZXqm2pzDDV7f1veygmeyRMuvCkNlJopJkQN+T1O22MS
Z8eR0j+3xaxtjA7MgcIbc4N/Trgo7cDyKskwLULPYN8wN0K3q8OjDwn8GpzkBUE0yfQEWIEyROeE
7zmK7/O7037Yd4CLwLyEZqWwqoSD1SdKzUw7Dy9VB6DUnql3W7XoKI5Gm8hjgHZnEfpK9HZszdox
Llrld4pHqX97/de2GZ4SDziD634R5+wK4A6i0tQvNMqfU50+qVp7iJhzb9Kfu2RXYsQLHldF38I9
BM+OL/+Wt4oS+SkRdNVseCHIaYBkHAyHjn7JQcnIktSbLOJFBh6qLQLB1fUCYwC0lY0EqZjsa8AW
RQpCDNQkTr/k1PlUozCoIeRwe1vWzi1yfXC64ckClSEo965sWgtc1+ZF6RqvLvY9tf7NxjuIcPHE
DAdSzfUJeCuSEvRKOFjThKY8DFyiu3FLiaxO40qIMA1dzqjedxACPmakZs5Zcm/+jZ+rKwGCV1mS
3E6jCALaMUM1BXH/haEwEyBYb3JdoHiDLxOYxHznk+Xc789w/jHwUvPsNKK2gp6VC0r0OLS0i1ZM
pz6RdlO54XmvHNmZBGGnVb1rQ95A6RJKb2O9q+jx/qME5apBS4GmTwGMSDhKBS1VuUnMSxQOJwnN
BIqBuWq3v/tKoNuCjiIK4BjBMCCcJbVOOKd3aF7K+El/Qa+5+4dHBBQtHcDIhWyDkHzLzDocOjU3
Lz35ar9I2tu/GB4QQsRxOHhYfCfiQinyvsU5QrhY+5GMv24Pv6IALQXQTofDhZwFxjPSnIxOpSRd
zB+m0XkKNb3SGL3C2UqrL4tmARJTFTzXnIIf+C1hnQrFotNktNJFTqad3O/y/FFmz8lwSJTUszRf
RkDcLjaej5Uj/MGajiC1gwYiliB0UitZYunkXProjZnGTi/LI43udgQBGIPt9v9ChKc80mS0XuNC
cuOl2NO7obHgCsbCARHJOdkX53fUZCmewLZ7sVL0wmurT2ks7+ou+wRC1w2XmV8F4TkE9gFQHkBs
LJRpC1cl7at0StrQuUyol7ecX6YZhPSkfSXKFiB+ZWP4cQazkmIgOyemSmQzaSo8LjDcu/FQwY9S
KpSx1erh9vFeviMIvSnobg1kCpCDYlRpkAxjKrqsec219+xglL/vH573BoX6RRttsFLPFViLrjXD
kNv1qzN8tmNPKf7H8QUFGZZToVU1xo9sz/pyd2tWx0QjF/Q/5N8P30bQ770zDdMQOtGXUT5Vxr6+
+4kFJz6WHu45B4qKa+9kIRBHVlK9dkfLzHZOtUWItNzcD/MZVrSuIOopptoldQwRjs7YKxDwTryT
w7sjevPxBduzkSMz1A3KQKmTfsrcJGcbApaXACsPwgOE0xB9VsX0mZ0q0WTnTflaOOXPph09p+NY
fv3H7VO61PFQuFyBIAeLFIeIOo2B8pfzjtavdf891TVvBEY3REI/Y1sJoeWOfKh20wJ7mwOEFv/9
ytd0qirujbJpXuPuwByXbTEWbo3PF/Rq/KTupERrML4W+YPlJu+3F2preOFCDIaNZop93bxKyNEa
P9Bly71bAACFOrwxA6H0RS8ts69LFtpy85qB2Ls6Kegcf78APK4ovPm4EWK9a5F3ejKNNX0l2bdm
l9/dNxUWAm4bUqWoMeBtdefrP5n2aGZlSV5b26/RDWFDW6/ch9nwwvonkQT5BYb3qfGDnfL2+92r
MxtfeN5oVmuh1GN8FUQtP0s73t8ef+37DQeGgMmbViE4PF+ecVTUaZJS8krjnT4elHA3qBvxwWU0
B5gyBdhEjn6Fnye8CK2T2dEkEwJI2audFF5TxV5DwENsWwDp5G6/Vfi6cieA6wQMGloKHVtEv1Xv
ClpNdkxe5V528/hUda+3F20pwAEZDDK7cCWQPBRRnX0donpUMlCAmp5DV2/udmLmw3PxVypjTFKC
QAyGn8iwN4bRLZQGrVTMja3fmoVwM3Dj6wKOf/7K3IL4aA50e5H4yZ8bZvNZCDdjAt8gHA0MT/XR
NfSv0m5svwGLe7f6QJQTGXD4MrCWkaucLxaweaCYSOjwWhWla9HErTaeopVl4jk4lFgiYrfEARUU
XQBbdWhfTU9vz1S92xLnHWaQokTnWVj8ok9cS+gG32Vy/6okT0XmeHGU37/P3NgHokLmDQtFuxXZ
hmoca2d8TZKH6BA7d0ftuLH/z/CCQRmTIYqjDsOr5lubvZq728doqaBgh4EAAzUUaHoHi3i+v1U5
MskwC/kV5PLSQyErmYtQlA2UUFNt8nCKe40kK3oSw+MzDSjDRdcfncIvypg2vTLl9Jkqx9tTEW/E
x+gw79DAG1E1WDfzqZjK2E+kZNOrnY32C4jly0CRaH0wmYwmyzQNmXdb4HI6mIoNHhSe/wasRli7
1rYm1FEkfRB/K+xdxDY81eV85sMLb0cMZDshFYbXRrR6ar6pOgqC9/FWcmZrFsKypXJcKZEBMZ3u
lbY7ORsnbGt8/vuVuoXDETl1gvFzB2nq8bGmG16FeIRhWQJai7sHlDCq28SsqBLC++2GvgsU9qo4
vi3jkp/v3ulrEWKkItJiKa0QfgwU1a2YF29YOStLxLs6oBzG4ddQrJUgjtayVMu6oJUPdv7kbKVE
18YHzgBJBZ7IB+pyvgWtVClFk8RdgAgkmNyIe//yAEHxUYOn4TYoggmigurI1kDiH/CivwS1utnv
2+vPzbDrxw5bjLQLnHU8/DoAUsIZbZKuTgzAGwKjPEkhqjTd0D7hrUul19uCVlYKVX6cJw7WLO8n
NF8pAHcpbnTYBInphpGvbJgeW8Pz36/uQmrZ6HpWYvievkn9D/1e0oKPdbr6fH5Vrscfky7ve4wv
y9+VKiDB7dVZ0UiAHyBmigg1ry4WrGXJNGp7TPM2ALHKD1bWe6uXXKm19ugRsGF3rFzqmSjh2cu0
TEOwP2uDhO2V7p3SXdFGGzK2piMc28LoCtMcMB0l9kPiS3TnMFdKNi63aJ9/7Mk/iybqDnTRSCoU
srfBUPVuUkguWHXcyag9kvxV2KlJtqa1dllg6PGNQtXBovJuNEs0U4wqEpSRFf5Q7AENG+My1U8x
DcfHgbDxgSo93aJHWGCdMVFOZwHQ3H8Y4oTllEoCfERpkaCqUv0FXcfNEK9JboHYokffFcv52zdx
uw+pyZ5KLH3s5lIz1u5gm/1eqlr0uQvJlKPRSJ3tK8OKNt6J5XbjzAKcbPGSRJSU8N+vL0enJUnD
sC4OO9bDruk+mQbxq2Kri85ywyEHUVmUlHAtIrovVTPZRloTEpjNExniUy6Vfg9qywQ8CVkAbO7G
MV6VhwJYlIoiL4pa4vm86g4VnIOWkIBlsQss+4OVvqnDZ8ncheVJ7eMNcUsdhk1W4f9BHyOGJE6P
jGlmDFOMbSb70JW3WgwvLz60C5qBIvqF9A8iI/PZRIrcZUNHSYDGI35uP9b5edpyCtZOgoNnVkY6
HN6B6NTUdalXMbJlQWk1XglevrB7hXLz0lTyb2vMDyin8HLBR5KR4IAg1DkINqJDWUZJnKUBa0p2
sFA/nLhmo5gPZd5ru1EFb29j6yC6ZEN7ZDZKtKmiRHs03/kOfK38p6MT2pRJpfQpR5jIJdRJgdzN
2J/b37lcdeCBrz5Tna+6glKxkKFMKajH+LnV8z8SmqSonXW6LWZ5dnjfLVgK4C1DzzxbEENIMzij
ipdJPVvK7u4eZdBAFnr88LJpAJoc0ZmZksYwh0qtgmYvha9OGdz/9cikA1+GWpJlwj5WlYzpNasC
2nkG9Y3eu398ZNFhxcJQg68tXOSs7yyZdWkd6MkjObbZv1j86+GFJzUktVFoNYYfjVcje2MbcaiV
veUMPDxXBPDKokp2zBKpSSS5DirNt8kusjZC4xvji4k7Vkt5EocYv099PXT7DRt25QZcf74lXNS8
ScqiB71PoNf1ibboX+k03jhZx9t7vFQ9CjwUKB6ARAGW+MiJXj1ChFVjU8hGFeTGcUoMd6qCxKg8
h/y6LecjsigoHhSwmDoIYExUlYo57lwLTRYpTR7gazTPbmzNU3Iz9ZyCqvtYShyvBEXXjkJzPcZO
XvkmHTroJvAYv6PyobpY8fBdC8fs7zQm5AX9R/rXgsXJQeki+4URa9jXBFaMHA2Z6g6VZm0ZFCs7
ggwaZ0HgsRWgCuY6qZcyXY7snAZd25909IY/MppMfhVq326v1Zog1MkiWw/QlbZ4sPWsyCwnqWlQ
l3n3GTUY8qOFzgDnSSm3akpWth+7DuyrDpTwkoxDsweaZKWUB+lwbNNTVD51yXksNyIHK1eFA3H4
A4owKlqyzlcOGSR0PM2sPCiTJ8Xep1uF3msLdj2+oEkYWmmadoHxCTurzidGnu104zpuTUEwJjXW
DqhYhghZOYwvZuXf3vKljYwKIriq3GYykHoRrAwna9W4MbUhSHRX1b8j2wxDJop/Te+35SynwSuV
ZN7eV9N4RHu+E82UZJYBmp+gIMdkl1Yb2mRleODseL9xAGuROBQ2olZZYtd6PQVD+zc+VvdWeKBP
CTdZ8JACN4+zJJyjoTO6VI6cLqjRr0J7y+/G0v5HALidAAtGTHBhD3SgmDQN2gd9/a5a7/TuBxVV
EYj8IigBWwlh1PnqV+OEXLA0IkAXhV56QA+CDQHLiwAB3M0CiA95JE04pb2VRoADsyEwUsONqsCW
L2F2b9k1FkkH1SCQXYD9410VECsUNXXEYokRNOiJCv3XbETglzoJDRFBEISQLKhtkIScr9LU0hi1
WpkZGE+1/NUu6S51ip2hvN2+Cgu4D58Hgga4DVgybuEIckI9bGKWWEEVB8pvsG5L+r76243vYG46
RsWGt7dyNSCN00IhirPEefR5jMD5CGltDH7ZoMj/xbZgMsBKIHmLR1YMek2RYxfykDcBVUz3k8Pu
5VvGcmF8ZNq4F8mBWPPl6tAnporjpgmAQ/fUHZpYbRxerhzmFgJP3OJQ2SpYCYBongsAJ5SVoJS8
Ccy4B9L1pUle6uLR/iJ9LdNpd3vzV3ZjJks4Y3kmxU4bQpZUIICaeBK7F7fLlwucIHDmHB6GELuP
64Okm2M9NYEhP7e1drTTzh0sBaQzW12c1uaChAlYjYBq5yWowrpVNIMLUyGa+rMxD5F1uH+p4B5B
cTmoe0NyZj58hCCJFJGUR6Xc1tqZ9d12OoBcV+MLW1EoMTB3IWmDfHqUiEetDfTj2rGCeYsqK3gC
y2B2WWpoFdalXUD0P8X4vY7fy+oXlX9kw19D2WoQtSDK5NuOagh0K4ZBAuYkrqGv7Gmjk/oJUYQ2
cAbHzfWdTI71eQT3ZyO/mdRz6CmnD+Uvxrxy9PrQJ9kFpdXw31Bhe3vfFoXj4qcI56IoHKdVJa0N
RqtEh/TnTvoxJj+I9JxS3p/DaIIpflGT19tiV54gXGAwiwD1C7NSpJEFgb5WZWkMNfSt/gEEDHAq
twWs7ScoJJFTw6HhSc75Cg+lrEk6qAkDy2p2LDlWTnXqpspT9WPmJPvC/n5b3uqEDF5GABINXjI0
lyfbLKG14tRBaBgvlRT6Qzl+6e5mS+G7BfcC0QjEsLgWnIvpB5IztYT7BeIHqTxIW2Bs/v+idkXZ
LSwzWJgIdgimgT6BTUKKwiqQq6c6Nv1+/NzaT2b50rBmf/+KATjpmDx/yxGh86nkpR62karCsY+Z
tpv0QnXjsWfoCWptEdPyzRZmBRJJXkOOUAsMTkGUERqFmQx9G/Tg9/qWp0O9U+K3Iuw1X2XRFoX7
yhpyIKKK5CqwJjAa5hMzAcyxMpCuBRIDxDUBh/uDrR7jCQR/d3tMWDsch4/CHjyHgiEdEyvWu4kH
6aMdbRqvsw339iatvBr2B8QBcU14HiIFR62ESRaPVhOERYiHyY+rrcI0fqLEvQHmEecAB3rZvd0h
lAyFlPdBE2V7sBS6Fhme5Y4cu9F5Sa3ik6kx5sqRfP/xgysLrj84Iag+kIWbpMrRiFYkUxcMoeZa
7Te0WvaiUbl//bgPgtAhcPW8Bmt+FqqhCTutRGwv+ar8mn7euzmI1qP0GGoUdX0LSD2vVLVL5KeD
rksfYRQ9IpC18Swu1dpchPCst0VthzUUJrgwe28q7CN6kn9C26gNuIjK1eP8FEAOvAXcGvibCwhs
ywZ91GidBDSsC/Q6GzoQ4Ie6Z03ts+UUJ135FrHar9VoZ1dm9MTCdPwZJST/ZaOrxN5Jzd4dQLNy
qEw9AjWE0rlFket+m9vR3qH6FkJu+byAQxXbyVHmiPyLD3ik0l4fpygJEpIdIr3ybOWQT+Ops4eT
CbMXyNTbe72Sp4JEaEnOtscDccJJajtGHRCUkiClsuLpSuoW6pPrN6XjE7nsdxaNeleVHM0ntgl0
WKT9rpg+4A1Pu13fJO3GA7tiOOCDODGYBRAlSseFp2KqGfLRKDMLCPkyUiTr5B1LH4vwwe4/xY3m
UkXeNdUvx9xKsi71K6qvoSw+mDPNRT15PKn9xKw0DQzQ807l8Abi0caNe7ty00Y751rtb6z9ym4j
9IXgF3qxrZhrqlqWGfpGkwCtBd2xfpzK1IudYxcbvj68tfZelz6hX5avqQ8UBNy58s1xQLVq+Ehf
JqOnZt9uf9BSK/NKA7R0hn+F6jUxSppmoOmYwi5Fv+V9HR2jLSdx5dbPxhfeFQZ+SkdO2zRo2Dmt
c7dumZtu8tJuzUI4QGVqOCmK9tMgSoxdyX4qm8TvG/PQBaNsyEYzMsY6DUbbq4rToB6sLUDj6iTA
lMdNPjz6YllTpMFby6oxDbp3Yu8dZcPtWZ3B1fCC/q1hbDoUDEsBfMIOqFhQ5G3R9yw4vsFDypPu
yDDjSEGrCfvQGyaNTElPg2R86J3SbYx91j3hr6Uf8yz109yz2rM+fRvCLfK/lasMshReSQqlD/9O
UGq5oQ5GZZdpoDpPRrpPpsyzYCrJL6jm2HjvV0XxJ5i7A4hlC6J0tUMyQGfYqNKPQr9N3TA8pqFb
dndnfDTwwv0jiBujV75dqxos10sI0pWzXX6qT/fffRMPO4KzCK5ZYkJp6KuOqQ39uPttuu83Dtzq
MpkatgNE0XAA+O9XX1/1DepljSoNJM1Dz2rpWfuJLnb5Vle+tXMN3w9BTuUjmS2cOTPRWUl1PB7j
4FsOcrYuqvlvL9TqTP4RschZFUqmdqZJgijfYbcL9WwnXhfu6KYJy3dUMF7Agf7fyXy8lFdrRsIx
7GPTAURDcRuyp91+RMPOe7uB8mt6LUVQBVVZMzvvbBI0idv3brGVuFqdBdwkOBQA9QFoMN/5VLZ7
STbjNAgnT0MEanDz7GQUwe1dWd14wLAQZgEsewGUAO9ygfyigV1BH2Yz+moNJ9Ch3ZaxppPB5cYJ
zwFhgKj5TGAbtdpolHmAdlNKsu+2sKFrK3U9Pv/9ar/zCrxVk1LnweR8McCOmiBoFwGRnzpbHYM+
nGDhaDkfIULEpQACEnElZZaFiWVHRUBoXLtWr3+nsY3eIqonl8Dot8XRBDYr1eJDXjZuw3S31siu
tu4tIcPhQ+khOh5D5SCmIoZTEqqntkmQ2FLDXWXtbbJhTa4cCwcWDQwaWLZwy4QlTdOhZczIskCl
5XMZhr9TpzllQ7LhzqycDF6xZMGT5RlT0TVXsxq4YVJDTPz7p7GVvd4anf9+dS6SqapQh1hlQax+
Tq1gC/S+NbxwrLUBUIUKYbPAmd6cnUm/3L41a1twDTQTvr5H76tobGoSGC1MjVfJeL23TpMfomsJ
wgQmFCqpNeMS9F2m7/q3eyfAyemQpeFVoBxNM1/+Tq8cmJRQLWpaHdT8S6sqILv/e1vIchPmQoT3
cTSrBu1F8aoAg+lR7VUvtkIGy32YSxCM73AIpVofIIF2PRrZvTiOZxbl3fdtLkRQ9mZd52Ye4f1F
z/q4PE3Fo7zFxbs6D6RHZU7kjSypkDhTxmgCdwS2w5L206S4PeriHfVuTwjzuBIiPIpD5JSI+EFI
T96S+L0KNwIT65OAjcqBg9qCfWYiusHkAeskqalXZQyV/UgFNVtv74ozzefxXzki3BY2YwvOcJgQ
zTfSunrq5+wwNHt731te/Ya2qeoW3nYlsTkXKeyPoXZTgqpnEiR57ZIxBsT+1GVPEnE8ZIcKZU/B
Ips2l9v3h1/C+YM2lypsmDb0U9MPkNpxUjC/HI8WdfX7k10ASaCsEExt6Hq2aLEzVo0VNYWE5ezB
hh8+K/Hv29NYUwNosefA0OfgMTF4LelV0caJRGEmx64Sfg5j/18IMBBz5XSxwMQIuzOFPVoWEZYF
UvkQOpJv5+3htoSlfaxDR+I5VMCbgYiSIGGwRnVCo2EatI1PderZ5KlsHiaSeE5y/2R4fNLm4Svk
O0UsQJYBt22WfRRESrHT4kdrMjcms7IfMwnCZJxoGmkjQULxXGm70trfXquV4RHJ541BdLwwizC4
RBgZy06Og7w+FV6Z3m2w6jaiuIihoewceT/hYcz1KVHkmJYB639ScNn9uv31K0psNrzwMKKzZRnX
JYZPEy/E9SZm75v39iRDDhskmKAigmHPCeaEhxFB0i606664yLpf5KWP/g2+QY6NercJN5cjPI/6
kJaZ1EKOVV36Eg/k++3FWm41ghFIETkISANXImbYHDOjgFmlyaX5bZqPyMzfHn6p/xBZ49gLXAbO
VSEc1JZYvdyhKgjQKvu7KY978lmKqwOSHN9vC1puOgTB9wGrJ04s+lPPraGIpfaYZG0Y1NLnvN1H
097cMtpXlgo9kmC3AwIFfSvORS00ZyiR9r9Ew678VWxVEm4NLzwVeq6zQnUwvMTe7F9lswG1Weo/
JEgAskGekzfIEWHXeVXnaqXW9IKWVZp2ibNvDr2YiR/erzzA2QKvhkPecDd0YR4GEMxWbzTZpZQy
1zAl17J2t/d6ZaXA2IQaETwYiMkbwgXvdC0xW93OLy/gr3YHtHn638YX7nbpdLpEyzC/6NNO7495
v7EVW98v3GkgvHuE3/H96nBMh729sTwrVwHZbDw7Goqp0Z1UMHaZwmS8pAW9EPsnkyrXIAAUJ1td
E1YmcS1FDMzV+ZBXmVLSi+S4xW/z7e4tmI0u6I1Ur+0iM3N6AWPFNOxq/e4nCLRcoEriXHgIwIjg
24712F8noRf0KWXEH7cYVVb34Gp8YYs1JWxSasT0YqGfWgeHwMu2gslbIoRtHiYJaS7kky+qvndi
P7EPylansxXtfb1KIsqDdHQoLAAPL6ltde8jGoEHOkNjDKMuwx1MrOl4e9f5qsytZd72EgQrqIdD
bwrRzBxAKCFNKJ65GMOA3srEj4ZDYfypjdTNtW/VdC+JK2AfIPEHRgzCYDaLj0aqhhlBN3V6qaSf
Sd1vs1gsL8lcAP/9KkTStjHV1JLhmFVnk51Yv7+9YFvj8zNyNb5hDFExDrjq4XREx9BNmNvyjM2/
X9C0RUTY1DpYoCjzS83vnGd6b5N27AF0OLcRDA22uSoo2zw0em1EhUGAICwAWEV2tzLH+IjxInON
8gHYm/MlsuKoyKIsMgO1ei6P5lZd+/JZnQ0v2vpTWVZ6nkpGUFTls61LfxyLPIAyykdI42B3xL+9
4csbCR8MPBxgYYefD/0+nw1ltB2UNhwD6se/ynjf5d7obMhYOVSoRuE1Hcjzwd0THvAM5MxObXRy
kJafh2GnbcGTtsYXTDWGtvMqlTB+rAVl81nVNnacr8FcizhwhDm9BOq/YKdx+deXgnCXjJpdkBdn
TY6q05BUz6DU/YOKsb9sqB5avYkfnPhy59agMgVcjMBB4aiBhUXYmljppHGK1TaQG+IWumtUsStb
X6Pu/V/IARYO0Rne71CcXqW1g2TLKIhOUAhdd37G/FIv3fNtKYubj1mARlnlxi7ISkUfLRxai2Wk
aIM0PyCFGFu+Vt6rvCCC16dz9iAOrRDeSFTqtbEClusAbaknL2n9MXbGjbOwOGtcBkL54JdBQwFU
387PAulsis5SOoCX4SFrjl9vL9LK6KgwRB9QDkhask3bNTi1pDEbAxRrd/uI7f6n4TXh46Wu62o6
YfjeflIOLbnXDEUl5tXXi1B/koeaWXUYvpH20c7Q799eDI8UHpi4ef2L8PWUlsCSm+oYdE9Kceyi
0+3FWTmgs+EFC5GqZtiFFoZHBwHb/qSTT8m9HFpAKsO1B60P4HqoCxI7RZhSgqK6gslBUodu9jA6
W2jklTlAAHBOuM24CCJQsykGtezHWEadYehGkuYOGfO6fitWsXJM0WYSjwXgfzqnJJ1fAsNBAAH3
WQ4y0y8H394qglibxvX4XP6Vwh062SnjAePX8kuWfM6L/ZRsWIYf7CczpY69QD6Y7wNSWYtaMFBw
2ygs1aYgjdrpJMlluVdrlfph3UUxdG19jmv7oNvtN7wt/TtTJwJjopdZ6qapqgSJlOSerqeKvgP7
Z4xKbzt1nbomJxJH1ANmMX+O6zh5h9fqDG6qy720V8G16bdWbz7Yk9Xtu1jND4jtoV3FWNAfKGKm
L0nelwOQvFPzbA1O7SqSFXmp3RtBqql185AZpe9YzG+0kRmeKfd25lv5WO/DWh53ZIykM3xlbd9S
JT6giTn1S7mPY1cDFGWP3sXRL3WI+3M4GD+kuhtcA8A3l8hdO+3K2gLIVo08WRnocXKqibiaSpQn
1BVKblNNTelVkm69xUVMd3qcxI9VShqviml9Lotxeo90rXtEv3mAXrKp9exEiT1bquV9BQ5QDxhI
dslsEnkVLWrXzpRuD4L92m1QWvFb7i1QihSmHgxaOfUu6IlCbxwL8wXNMJTfqW0PxCvpyM7Q/XIE
2IPRGa4Uhs7nngxkz6zoV6OH9hbAdnkY8ejj5iIqhwMPZ2J+GKuJ6k3ZJXqg6eCuQN/AZBeav2/r
nuWFmssQD3zfsqoCqCNQEt95jtndmhPD8yATghygdxVram2t1IpisLTAHKSH2iuAM/wX3w8MFC86
Ri8zUbFJelHlTYSti2A42GrQko0ZmFjk+W3FDK4E8N+vNEKHQp9IGQw9mIw/YB1yKxK5LEW9x1Yo
aFUQYpco14W7uEBUdTraMdCQ6UFqX/rhoIXo+v3NVrd6H60dKnToBYSDq9FFIt3sqNr38H9RoVa7
cfVAAPgk1Zfbu7JwJTgNDO9XgmI4mF0iOoyl6LpRVYMWTIPmT1bmFsMz009K+4Wkf26LWjvAgPAB
3Ak8JXAOwttcF3LfyG2vBBp7HaTP3eH28B/JFHH/0WUHlh3i+3BYBKeOqkOiKGGnBC0dXGf8m7L+
gBySF6cPjv2u1g+EPfVy5Em1tSvLx6H5glIFl5nVbsoDJX/um+ec/dYmNCzeMHrWdvKfLwP/+/xk
TnVra5GDmSfkM5vcEQi8bsN0XltcXtCIIk08t2Cqmoug5kAy0lcqqqKP8vg4fb69uB8+nri4MBdw
wUwTdYEilYwst7KKJw1nXpM9q7DdXKXeAFo1cqS09tSR+kz6ZNlgoYv8rt/T0t4ryZ8QbAJR8aPI
j2p1lLbMseWkUf8KNm1wqPLe6GIoxTIn26zhjJ1lUnluutnefXnR5+MLKrdUuoTUBOOP7G+vWTtd
bXYjPdlNd7fHMBck7h4LNb3sIUjD0wRe5zSZ3NsbuDoVrBPgYIBvLKiAYp7fj1Avd9b14jOIni5N
WZ561vyohi3cw5ooXm4G7QiyowUxaAvnK0zawgQbTf9sNtGhrpDArR3qqWr05fa0ljdL5RTG/5Ul
hA2qImocSiGrld403GZ0RmVb6fS1U4aILWBz6C3DWSTnVyt1+l4Pk9A4MwvtEpvG3WqstjYJUG0j
i44LhMybYD3kMUFfBbw351gfXBlavgz7HS7P7aVanQaQh7yHEIxaEf4lScM4pWC3PTugAZZdCc1S
bgtYnQZ/RtDhB70txKiUSfQ6NJoJ02gpeg7Ifkrq11YaNu7KEseBjjWIf/1XjuCEWWpnAx4oG+fE
Dr2Mw5kzZaexS4sKRLrrutYb5cKts2+a/fX2DFeWkNev4rghdoBqI2GjHIXEqHox5TOL4Dm5jrK/
Pf7KCs7GF/RNHDWDyQaML7We5vh66iVvtyWs3M2ZBP4FVzaSlaROEjWQ0Fd7xf6eAFT5m2wB6teW
SQNjJV4LgJIQZJkL6UKwxtptL58t64XGL3dXlSFeq6E8HQlX1LbCWp0PL0Umi1utk8+Ohj5M3Y6E
tku28lmLrIAgRAishX0pNXKIOSRTDgfiFx0LzzI/K2xPkmPNNrZlbeOvpiRenaqyOkUuBmxLwl6s
3Pxp9+zBruLd7d1fivkgGuOl45C2eARQYxMxOQ0nwJt3SX+KNJdlG8j8VRHIp+ClAbWyLab2YyOP
dYVNExBPB3iJXXpM2g09szzDyJygiI030kHoUzRZI9Tfl1pqTIA4mp5S7VPp2VDP+XBv1zUeibmW
w7/j6q5UOMZTmppToIAC6X3aanO/vCW855YGcjXwnQHqLNySpCBgHZQqEFAwb6I+appub/bW+MLT
yAa7QYSktoI02xkGiJiovqWJV3YC5iDS4pwWlSMQ5ys0NLEapyYJg0GZop91GobnzLZ+UtS6v2Ud
WnimWqGCYwNgUTdrpWnPK2ldh6iPYZyfOlX2Oib9qQy0fxzt19vT5zb13GCdaQmRgnmswO7Xj7jA
U/eohYekDuTkk+rEQBduhbpWRQEJh2JkILDAVz5fhkmVlEhrUvlspn/H7G1SM78fukMSBXlJN2JS
yyXHtExgJVE8gFpe8RVHOVwNIr5cPqMu38/lnyE3wWFdKT9vL9+6HFjWwFSgCtARlKyVgSlKNhv5
TKODYiVeQXaxftHI+20xS3XBp/OPGEHNjvqotmpTy+c2ir1MSmo3NyS3V6KN6azJ+T/SrqxJTlzp
/iIiEDuvQG1d3V2N227b/UJ4vAASmxD7r/8O7bnjKhVRRPu7N8bz4BiyJKWkVObJc2YonjXTcgMB
Nm+Ws72MW4paMU9JaDv7WAuqyXNX/G3NgrQXTHTSEuTySNjYwOAWexEBeLkyivlXyj59PgrpRIIE
/FTkE2www7PHIF8jAFkcA449FEiQ7bx6occjMqokykg4Gd+g0oiI3e1W/HdxCCAynM885Jnk+kse
96XbJQUJq6zzur2DzN5tj1ozIHmUVqjMzBtBwt783G4bsUKJdN1FjcAATS//G8Db3595kpFZNdda
jnUWxZGjfty0uOd0u/9i825vOehJnYpdNDSf89YOqAKhWcPeqCAVqSy2YQY6i1gBtQE6BAlEexuR
BhmrViDVi5OAdMBMloE5luvPoLtPa7NySdglGycOwP76F5P85/tyvBJDAXOMmEXClOxoeuBrJ+ri
7wdGBqS1SL1fKaqiKpHFXaTh91ufnObjp9u/fulsMxxcXPgfIiH52rImNxvrItbmAPIwDa4/Wru2
TzZ93wW3LS1FkWhpfmPrQQ+3nPLSWmHqsVBxWo/0YLv5hhTmYTQcvydK640DGnKdNUr3xdGd2ZRu
IzN3RDoy2ESBzFPcw1QcNZ17dv3z9tgWD4szO1J8QSMrHzM+qeFYvIATwTRf4/gvshYgh/ozf9KD
qyOigaPBBrJPD20/PrQERbEKNZdoDT993QY2b+wzW7NPnm3snLV2NHajGqpDGszqfOze5pvUgm7A
WG0miJzEIBss6i/l8FKpeAM8357PpXWDIiTiB6RhkL2UbtxGLSYdLC2YTxPB0glc+VCw7dZkk5Y8
EoItCFZQxMe/JCtGKUxUpTDKPnlg9FQ3D0r3USQfQRCyUcXKs+aa4xhzem5NOowp16Nh6GENXYR3
JgQkUhCODAb3EcNsiFoduNnty7QKnLr2VWd6HYYsaHi8V3UStPn0Na4dv+F85Xi87su4/F3yIT5W
cZPo81rbrPRc96ceHZiNLF/rqdk+Ya6nErqJ1vp+F1f4z9zLcWLiaGkacexMzRiDKjFerF4JqlRs
YromzrhmStqcDQCxVsawcZpxW/RPVR+UfK+vtU4uXoZn6yuTWPbFOHGo6KhhBNU7SoZtZGVelZf3
pI68MUaHawzu7HT8YBbZtsmKJzFYdyMHowLNtzSu9zVaIWjCAj3OPEqH2ud5vL+9r5byRdD8xnMU
DM1owpcZPfu0cgV1Z5fP7soS+oLKlhiHtr4fa3Rd59F9whF7FtwbUAK9bXvpHjs3Pb8czs4Uh7Wp
BfdXw1ps2B1VNrc/v7iZQVb1lpUHakY66i3UaxU8B3BkZb9cBOl53nopRUW/edWHb0myhg1ZsDfL
PYG2FI8CYBNmrzsbDmOdKxSXIikSbVi5VX9Vw27Utyb5GK+BDOeTQQp18ZiaOft0EIuBv+rSVJIx
1bWSHDNnjb9qZ/IoOE4KJ/3gRCo6tbo8AFRzOyjj9vaULtxqsIvh4YRAHVfWiUQHTVJHeaKGXbyz
aGAmvr6m7r3gFBcmpL2JxGlntgaGpvSFT/hnIOve73YXFqRrM1W72mY51skGSw1YRsDT0/0/TUi3
ZVYofa+NMBGxZyHu0nejZKE/Oev2wKuxgWwZJ6TFcZzlNMObmmpBN22AiQnev9Jg9gIAdG5WvqpH
N52ZtMzVp7DgxivrswDowJ/FKkJvyaEcguc6qhSQp5FzxrROaJMzewoV9861dlxJvQlNf7fHsnDc
g433jxFpNZQCpzCKolPo2JWnlJDLgAI0uWfpyoGzNpj5788OgKzoC+oyA4MxNonw3Rw9jCsmFpIp
s0QJat5ASM9170sTAwowZWO4UxiTwzjcIeTqXnrz3VlKsBcDrok6xQzYuMpS1o2V2J06hSPZ1fWu
LnaA9txekqV4EvTIINq2AWUEK6g0V1TVBa6jcQyppu0jNfZS1p5aoHU6am+6Enhzou1y0f5qdHG0
qeF3de43+tqSLZw2+BnAKSAvBTZiGZqiup3iGFwfQ8unGfONqfRvD3TB9y4MSL6XEKMD5NgeQwMY
5GxTGf+ITPXy+r08fHBvYAfRWoKGTUAvpOmMRFx1qMSBex0cfJ7LVk6DpSgBbM14cxpoQp5bWi/9
DoXkBiRzyohQpgP1Kd1zPfdL+8h0ZYtWV28kj1aUebX5pNrf3z+D6HEFKgYADNyrksu3kcaQtFD1
UFjbxvluVwny8lt9pYS/sLFQNUN9EdImKJnKrDMdkIsTZ0QPaXafN3VQjykISH4VpeujavoXI5pp
s6BdZiHLI8X9Gnhw9bHVjdDpT1P0zWpPGQE6jK5BZJZ8DyhP4H6AKlnIE9SakWTZADtUbAzzTpSe
3npo5ljx8aVNdGZHBsWKUcvsDg1UYe882in32neT2sO7zw1IkRyKTcBH6TCgsjt02GZrEP5rAqrZ
AEjtZtSwASyRFImmfQJCt1I1wlLL1J0w29qrSJt6qHjn93qMPFE0Cb7jVvlNEz3x8HSsfAEsgecm
3VoFZ96rUnCHbQx9ejCEICtiSMFdbkZ6mSi9GZbNPYd4Q3FPmpUn3rIJ3Llz0R6t3dKp1DZNDNRB
ZYaWqL5lRnzvuCUIas3NbUdfdAxgaf9nRjqVehYnU6PCTGqA79Tpg+Ev8pmYqz8W5i1wduXmqdOk
llWaYQYd382gPd8ewEJID8q9mRsMhe3rx1FKpiQtKmKEVhOY0dFIEaRsKTtCK3EVTrO4Jme2JB8c
xYCrApdUWLSal2m+UwHnupYyWlyRMyOSb7VtPVLxZqTxf6rvR2djG6HTwwS7GYJTOXCwKIrbXZrg
wMFa66Vyr9nj4faKLJ5pZyakAdi9phYKT7FTk9I5ordW+JYCKmIBtTCvMoph+357NlL+FiDOuP1U
6fYBXktYrVrAXmMEEFjzdKP1IeUXiPdj/zFhBBprc+EewgXSIWeP1aC4VWWECt9XdL+/PY6lhcfV
hpsAbx8wREtbkelWluckxhGaecq3fI0+ZMl5zz8v7cOibK0xnZelMzYmg5b2vWOswAQX3rwIFv+M
QNofTpxHEPDCCOJiB7x8WaBCsC+UDRqzS29YE6NbG5DkZ9B1yGMonBmhXjnIgD/2hADYt7u9KPNH
5JMe+iO6PZcr0QkjBQKgoTKaQqdGmLLnToH8J1qDY/MfTX+pnCeGY+C2uaW9g5o6ELN4wc8iD5eH
Jfr9axekXQaQJxog+C9WpwRpTyEkuLltaP7Q9bj+GJImLwK/d8Y1GBrRi3cn6HBqEzCTsSR7yZHN
CByur8U6i/4NCgAwVZL5/9I+LV3RV2xgRjgMT06ySduVmG35+wbeqEh+oMlL2p0lG2bpvckIzWRX
ZZ7br0zZkr+B+g4ngDb7uLw/UTznTlZVWqj327bYoiTBspVn3dLyn5uQ9miW9H2GFiAtTEDjPwWD
dlcm6ItYcbKliQLjAwGnAQRzUWS7dLJ2ikGPrGlayBpeeynRJ99t+BoocMnDZqI28MYgbsP77dKK
mla6PogUjIpE36STdXAzN9BHBW/EpN7q9jslq9FxCYJ4wLLfRNGvgTuW1bQUrb3uCSk11XganfD2
jnmLuM62zJsBLA7w/4hmcNvIA6pI1WiJcE9F7tfE70FJZBz46DPj2dAD/lUtt5XuNakPvaVpjYhC
WrMr4/Pfn0VRTjOOdaU37omWE//H5U225dRZE8yWTrsrK5Jn5IZT6lA+c09mYnjtZHukfXKnfZE9
EmohkH5emdL5TXo1pQjdACFCWgSo7MtR9UB4cV73zsmKNICIDKBbgP0CI5sJDt6a1cRzMiGOgA2I
HdG4c8hVVn+8/SMkP/095rPfIO+51BJO2rXOyQQqWqMT3q6G66NrCb0XWpiZPLhtTzpG/rUH1BQY
LNHjJ+fTOmjTQPQyc04GF5uCci+NoqCO11Koconotx30ImNbQDz1KhHcIBWhdRHsDHHxCIZjCJrW
5bFxATLu9OSpLe1v6Jd5bSLTN0S+MqmzO14t7Jlx7XJh1QZl69JNnZM+OQ+0pgeX5iv5FPlF+DZA
QIjgNaiyXyfaGDeUgtW2dTLVJ7cogym664dQm06snLw+32htv4k01ydWvGvIGt2JdFT/tm7h1TED
0kH7JN02rgPQDx9gPe9wmk35L9utt5MZBXnGVxIfi0uJx+9/tqTZZBaYtsvOtU41nrge0o67JjY+
asX0sWmAnYqH8lBV7dYe1N2EZNz7rovfI4WAJLIU81hlDpwkiaJGo4p1Soaj+KSvPXSXXMU9+7w0
ODXK0IKX4PPgXfa2Jv54737DbY3jBc8eLBNYji5dkePrfTT09qmsfhRN7w/53lR+3rZxPYY5IgCo
BrBx9H/LyYl6NJvRtjvrxDxqHiAfc/vz1752+XkpWLNGrYyZi8/rifK10JrHmJf3iiaO3KpWHm+L
I4GIBxZk7n6V6ZqoPmlQOxmt0+Q2kORNPPbj9liuj1uMBSw7SJ3YFgoj89+fXWQKuNzNwmjR8AhN
BNQrOWrmuDa76qg7a0ft4mDObEnzxssppR3Q4ietiLdlLgJzjeX3+sK8HI3kXImomyGxMBqKVlo7
KKCvItyHFkSJVvvTWROQXhoPKNiR+EcQMtO9XM7dlNlNYg/UOnXoV+WRu5v6j7dX53eD+eXJDa5t
0N/ievitR3JpI1ZGZ2iMMX4CBp7bUCzXi32uVW3Q4LYW/mC2JnDXzrTJtb7+2NtdEtCBx4dK6IPX
gWPvaVC4eVB5lj8VBcg2YocZn2lKh+eyaMYdTrD+c+uA+6OAzs6+A1xvX+kWpDwmN/K5KqBbnrKk
8iLUPjZMJXzD7GZ8FoXAGkaJAWhaEt3zhnc70Ox0+wyNXIFjQeJNF4mzKYRNt3rHem9SWXLHMoZu
EXtoUb22u69oQP1lw/pRkEx9aqyabXONuRuSuV8nrja7OqMdBGwAaFNaY9qCzd44tmAo7byId4ju
unI8ZYMVn8xcMH8CGZLPoaq8NRP6zwAVAc8uE+LHld4GBo+UR3cs+nv0LLBNja6rI6kYhEh60N9N
aV8GFqoZwKQa6OLL1NIvhzbytDRJNm5E9e1oa9WHqE1yP+mY/RIpVrmNUIzbG52p7EoRZ8eKU5RF
pkE7cNv4UplD4qNx2PDGcopDW406X4m1xicizTynJvlR4eo/cU+SoBDKMxKj00+Q+d/2oaUdPrc2
oGCDdmIcu5ceZDfo8TWAgH2KOhOyKuxoWrrHNOOTM4pdQbr3JUpxPc10JYDgAoYOOgm53tbYgpg9
MeMnO0m2uVKgRzw+ZvawMqrrsA1m5oKeBVUtNAhJey9uQHuuTlb8ZIBKBqmN5B6Lf+pba3t79pb2
OFqp5nh41pKUh0MjGovRxP6DWMoQIY291uW0dJmA/m3mkEQ/JHIMl8sDVsQI/NYifqJR45Xq5IE6
3K9s0Liau9tDkUtSb0uDTifkTlCtRLeDNGduGQ3joDfxE/rr9y4ddti5xwpZU7zhPIWqgch74COM
b6zJH6JMXUlHLS3ZuXkpsmjjtk2HdMBRNjpfJ1N7MZNm13drOZulFYMeNSg530TK5FO5o0mu22UU
nUqn/G6Al8BrSLQS7C7ZQNIWVoABwuks7am60XIVpVflpI2KpyE1U2cr2ZOFIFN7ky/918Tb359d
zKTNDcQxrXLqrMryYvD5gVaK7dGf+EnjbWjVdtCK8WANON4Uc8X6klMivzbHA6idXyULGJ0cM7Wr
6DTY2ZZm36qGbbLxG51W5nHRDhJsyBZDj+iqAS5tBr1V8yk68QJU/OITKI+81v5gFF9uu/7ietng
gtVnojwkjC43WTVmlbDQT3KKso3OHtgab/bC93F1z60aOJBm4sjL72Nfp+jid6NTm39AK3P+4fbP
X9q5+D5wnACW4HSVcx2pMrlOEaXKCYe5Bo/odL9Q9PhuAuz4odVZF6gidzyIuIo9EA8kKPrB2aOG
v4ZqXRwoCCnwjsVcXtGH9hN6zwuNwStFYD+Ya72YbzAsKdwBsA7IAmT1gAKQs1SlUff6oOvRaWyS
aqOl1uSXpovsWwFeEJqR7MvYF0WgFdzZobES3CBdRHdVqpq4Y6PkR4MgYzuwuPJtwUHdQdpsB2aP
r04dOwEjESIDxkYvLxWo71Xtr9Q1j2ln/mxZazxMQmuDjqboADXH/v0XFkZmzjkGNM1dKUQbnBQp
VZ3opIA8O0r1TZzZoVqU+9uusrhAuExwAqI7BQpYl56IKFWb7AaeojuRV2bU5ysGZIzmfIvM2Mf/
WZCBDX1cZX2mJMopivqgYIA5GhpiJd1+yifTd5ri2ArFq7UiYBPZGXb71JnOcezdfWwVB8ts/Zk8
1xn6B5SiNixP9yRf43xcuGpAnoKwYFYScfDn5SwQk3MaEwduWj1YTlASMHeMK4HOQlw1d7aoLjha
8BqXGeay2uzHSiXKaWw/ROqnIssCTeXe5EKKaVw5ABbeNWij0UGXhgQuXrZSkGAxozeLNIuf0gqr
yr8rjhUkbNemu1HRfKs5vN+JYM/BDkfKD9iOy+mjbcEFuFmV0zA+UiBXftz+/KIL4XE+IznwtAXe
4vL7SPCVotN65dQPJjkqkaX6iakLn1bgO6ITevryxtXCqazpfWQ7zc6Y7CyIm+gLXrFxMLV6tMnR
nv8MBE30fchs4le50Xm9rTQoBHT20ah5vJIdXfIpMrP9O5CmnXFYlz+aI7bU+gyT0jifYgstOhrQ
O9EaBHfhRgS3+39WZEZac1QYq1JTOakEjuXT17Y/UrqSwVo0ArYukH/P+XN5fRvH5NZQFDgkhOkG
eGLmQZNCshg6KGTj8HoNvrO0VfAwx6GOnM8ctF9O3QSZQ7yCSuWkWNSrkNLt3V8Ze2w4dKfVla2y
bAsZSH1W3MUL5NKWrie5K0qMTZkfam3skbwNysnCXQAW526trLK0M4EW+s/c/PdnYVoGCdzKzDC0
iZpeTHbu2Hi2+9JoYVprXl34t7fOojnAVwGSn5FQclFN74lLRTUHngVoZXCCQsDI2xkmWBrX8KwL
E4mTHjqrc7ZuTtddjsxsu6TmBLFZm/SgWklfu0jf9Uq6qUWKgt60cpwuXFzn5mTHr/s0LxNnwM0/
eeAha9+pvzhfWxffl3wws0Vujxa+P5WIk7x8rZwqM9r8NgBOdVcD1BhVNjkGbGaAZtFiAML4odlB
XHrTzuwQnGxwTCfMS3tcfb21UXP3WaP8Vc07zyQZgg37Zej7e15VwHWmK3t9wWMwcDQs4JxFYcee
5/3MQa1x0NS0REQ1RdsOmpsZv1MAwGJJsh/iHKCcNRzAot+cGZTmgYy0Y7qjRidH6R5M5t4VBcbt
IrIax2BSyMqOeAsJpZAR5J5IhIMcAnJr8lsM6JaoYFOPee9M9IYX7YM+FVtVvFrZc+lx0Nz1oNTq
9tVk7JiGdY+rNZWnxTkGFRU0CsF3dpVEHZUmAWvu/IxJI89QHtsBdKNbq4EO0OesWLmH5n13Nd5Z
zwvveHCCyiFyXQGUy+a3GUA2gZGZG4fcx8OP0ki9COdA7viRtfJMexOCuLI5d+VDmg1g1re+rDMn
Ip2jjm1ZR6fE+lAOzKssEqQglpkMIPua0B6+OONOAVcd/ttN17peBwXSakx9QUpfKYTP8tgrE7zx
pgdmq4EL3duaGI+Qvd2Vw75Bt1Y+6b6YaQWivdJrPjWONj+m6oi7IvGUBiz5uadGO8d8pHhzx/1j
mn4zo73JoN37TXE/j+Zh4odk6IPbJ+5bB5s8drgXjlzUWzABkj+LpMdjo0ujUzy8im6Tjye0BHt2
Mnlk+m6NhdeSvWZ1T4r5WAAaUrIEeZRxo4GAsepVz1IpGOOc/e1f9cYoffWr8JOAGwDxAB6el9s6
MrLRIjlxT1b8MGhNMLSfXUT8jKDlCdLs46QAYbytpmNZveoa7qQREkX8q6JOvmlCEYD+EwvuG2nl
T0PYNU5gQC9SjNux+RXRe7c0goivZWbe9DqvfzRiWHgtiGzlsLyJuN1SakIjHL+moBUoAFBxiH8V
/RRo5E7pXwqjwYPvc1M9lLm9YfqmQ/5GS3a6us0NivSlDiKeV9MqoAR6JEq2y+rHyf5YdbvOOIky
FO5Lb+yn4bVrsoNV/Mj5gNSus6+SlRB5odypzclHF3CJmV7YlK5Hx5mKJhGRgTo1ZF6TR0Xc5ew4
1qEJl6fVS8N/GukBhY53i/DON42BIx2YN7S02OCtuVx7UY993cWAi1nRU1s9VOFt31oIdMH4htAc
TBxIzcgObwjWJW3FzROYyh7cAYyeFvJ00zvpUH6PQp8HMCckrxpZbAGV6IrX5glMh0ET3TeErzy5
F0IKDOSPBenqG0Cy2gnRmifAlGMTgln659sztWQAlM/oKIIVwFDko8GwimFoTPOE/jHPs0X2FwNw
0GmDhcCb4Co9phcglBHITp9y8JXu8+9/8evPvi5NT10LV28bfL3iHwvt0RFrNfmFaxGZbSTc5k4R
OK00PW476l1ccOtUdcaDMbQnOjif6FB9pFoUjHa8H0yxxpS/5LxIfQDmBJkskODol3sDaNeedBTO
21GBS1FAcajshnhTQHBlZXWuTGHjz2pluPFx86PecWmKWkiCpLzNQlW/qwtgA7dTuwJAWzOhXZrQ
IBTadZBeCJNi7A6tht7BGnIMp1Jz1mAFV2EbRoP05ZxfAAsWasKXpqa4LGicwJTaxwHvm51Kqe25
Vpmgz0L/0QJDetv9rh6hs0HwIUElBn150Nm5NEh6buqRW7GQpZ8T644k32psoHQtX7U0LgBGQX6N
K+daVg6qCVreti4Lgdqot02SbytHHJ2q/45n295s7F+3h7W0ZDpo2pE1R/LpCkPFJ72PI9dioRgt
UPsl7KOIjVOlrYF7F+1A2wxvM3QkoKfxcvoyLcdre5pYiO4UrxYIOL/zZuV8u9rAWCL9zIbkfjQG
Mp1GKgvxQvxhGPHnSbfugHxAbb35rsXlI6h5zZVdtWzTgIAefAKULrIfou4xloPBcI+inyh5tvoK
vNOvKIQY3RFk9SvmlqfxP3My84iSjR26OnQGcknwmuBtqHYcWop/4RRgmEPAjrMJSzY76Vn8DKRy
zNqszsIMkpTFYIfm6IZTv5b2XNpSgNSg1xHXkX61h3tnjIhOqypkAuzgRjyZnylPdl37MY1w5N52
9EVjNhSbAVlFC4MMnBvNIs6QHijDsa6D0kBpqkwPbp97o7KGlV8yNXd/AWcB7XFUcS6nLzMqPW1z
UYWtwGnUv4wQ9BTTdzwVbg9pyffmDvGZahDoVTl3lJtly3RdKUOexWSrsJncdzKhnEx+WBp9RtR6
rzZGszKRV1EEdhmQubgngZRGG5N0ECYKFapNYbXR7oly764kANY+P0/ume9VLG2LlMdVyL2eBgBy
3p6zpQ10/usl17ZoKRStxK93XkuOd1s3+NZK4XhtBPOynY2AmnXWWvMIpnSjiNVGxrXPSydOT406
r9G7AFKYvfKIJtrbEzT/5xePHiwvutKAgIdyAWDK0gSpQHd0tmVUYaNMuzK/G/ptlX+h5Ydi2Jva
jo9rBhd2Cy48vE6Av0b07s7jPZuuFuzbRUvrIixUDrBuEyv3NqvRuF9qShCP6H+/PcBFe3MjIC4j
lMTlyGGopzLi7QB77pY+o/z5s1hrj3hjgpAmEfcQYhMLMInrZlNzJKmlgOcrzC108Xug5Vf8HnvK
B0gJPepPdaJsaNn7SuZ+anJlU5vpKWMj6BYAAur5k2aialilhHo4ptuP5TQNx9ZJWAzqh7h6xhIS
8Gg7mX6AHYjcV2iQqrpcva90Mw0qbqmbqkhrz8J/cogKo/cs0abHOKGRP9Q9exLcwrcqhRZ+pdTo
rFJjTsE+VydY7dK3YiPIkDe1pmlTIIPSeWgzhZ4Bjd19oqrTPR50ygHIuyjAMtETyAoKstV7Hflr
QFA8lCMi6mk8f+2dlpxUTl6dMvpapQpUGGjeAIOYMnXTKzZEh21oeoIg0TYKT6fOL6J30YuuqJrn
DrFFNnj4f7QqwT5klUFDlSRuFlALesXRlNQHSvTRS0hM7tBfGn1zmaZ1XhtDglRhqeZnRmHe5Zk9
q5GS2iNQmnjMh1EP+pL1j3We25ievl5xsYUtCngiSi9zKhNFN/kEsLsh0/G+wr3Z3v/MBVlJPi+4
MJpYgSdC/R70IDK5o9k4UKowjTyMjdJLp1fCHtL+rsME3t4qC4clEpU4A1A8RyAgv4hoP7V11KRF
mI2glGf3Ve0AxbEC3liYLMQAeJHgqsSjS5eitoTo4Jmt6jzMk0P0bI9rycDr8wyt5cDLz2x7eJVK
l3E5mpMgXMlCO/7Us8iD0MPm9iwtDQC0MOjCRlrgOr+Blj41VZKiCFPum+2LtVZNXfm+XMGu8nTM
ow7fN9yNu0EK8v/1800pMo9dFpnqiM/bR4C/m7XW6/m+kI5CMA+hAw5aPkgAyfeJGLO4TliVhZPV
+qJqD7p+QoiOE++grpJjL03VuTFp4zl9ZubMLTMQWxwdHCfa8+25Wtp4M6oOaQLQDiHXcXlXGSwf
LAeIgrCJNyUTXktLLydBub1tZmHfgY8ezUKIwVXws0hL0iWNjupPji0xxYFOipNRm/to0F7/xgww
Omh6A7GRvDSIE7liGmkeJnobotbg9b22r8w1TqGFiGImrMBDHU5wDbGM0X6Tz5pw4aj0nua2G6un
G4M8JNPJouBq6XovWmuFW3CEeYkQ6iNtC7I3KUiiRgGfI2UdJk9KXmzqsnz/pp912WeqFvBPQTTm
0hNym9aOXZY81Cvk6zxzrWyysG1MHdn7mQQKm0YmAEpLV2es0arQ1IL8w4fhpR6CNXHlBW82gTAD
VTW6iQDfk8bAjZZkNIuqEISQz121gfIWIKmK403v5HzCHYJs4Ew4Ca/Gn/KLyC6IwSmEt8Ihr/wW
/4S3PXlpuWcG4pkqAMJ5csV+FFiiAioY4Zhk/hgM49pULRqAziCEyRAYI193udyqghMe8Og6RD2I
Bxn+ef8AcJ/jvYjjC/e6tOMzUrp2n9eYIFvbt02y1cnhtoWlxT63IF2zjc1J7cQdXiXgmottLUDQ
tFG6f6BlctvQ0lShld518ahHskeGICfpNNYjSA7D+BtP9u4asdDi5xG+oyQzw6lV6X1iK12sjpbF
Q1G+jNzX7LWOnzUD0lLTnlVtosOAke+IuoveJy4/bwWUXZEuQqcP1IDkPITR8tywuFKFIq1/6QLB
vVa8P+TBAwBSNXM1BOeH5ExoM56AVuqrUG8BzQbgbWWFF1zp4vuSKwmitkmT4ft9Ig5M6T8hh7O1
onSPLN/KTbiwGBempOgNLcDIESUwNdaeCsGzT7d9deGivfj8bP7s7Vm2k1bWCjaFDXkex4tQnVrr
+14cAVrHVZCkINEvr7eS1nnSxG4ZGlaJajuQPYo7vlNzZnYqpD4BQ0UHs4N3h3Td5XarlFZUYkUM
vpmEeBWGsW2bfBNVawoHi+OZYeTwLFQT5aQTGewEoF6nCim7n/YtW3naLK7I2eel3WepHHKuloXP
C3aw1Y0gm75mK2fh2hik6SJW3g3IhVdhkW+dbNvvb3vVyudlCW+8BnqeUbsKrcIHwaqyht9Y2n9I
mejogrORwJDTs1rUVCwp4VK86NLHQWg/lTRKnxoWqwdD76eVy3WecimCR/yhAjY2k+RcnVilGLtB
x0sTBKIFeZgaO/E11rlePra2T3BZBRFLnddMT7U1uJo0kyjEgSYdlRDkaQgAwnLpuI9idC0RUFWb
AMd97tZYz6SJ/PfzM+oWnPhoMJHuEq2u3Wkk6NO2xzh6sfNBR6RY56lnjobiu2Zvvs8zfhucX9Qg
XnQA+Zu9/+y86SelJIYugBU17u3q0VxDdUm759/v44ZB3mlGUc3zefb9GqKgRZOraDwnecCTpyj5
Obfe33bvxVlDwQiAPiQgrmTHarvVlKK3MGuV6aGpKdAjdWswoDNXzoIlQwje8XzEUYOYSBqN6Cx3
dFKsftsBd8ZM9knrNeFpBIo3OiONf3tcUsj9Nnnn5qTFQWHconk7mzO/Js6nLN9G2bboPunul9uG
llYJ5QGE99AHA1eTdD8TUHMx3VVA795+sfvXaNrW6UqUsTx1f0xIVzTXIHcydTBh14fU3VTTwRAH
ku5uD2Q+J89Ohn9n7I8V6XYmhXBoXmLGIHM3Ddv4iMbL3t4BVab/Ai3BXxiDU6MfEpz1iKAufbuq
FK3RFWzWnDfjQbUy85mqwgZtV04OYO4AgzHnvRWAbZSqwNsM9soPWJxTJGlx9AI/e4Ws4o7DosTJ
tZDE7QOv2T+DiNBOAC5Nr4vWnHHRR86MzT/mbCfHHDWzUclw8tWb+kdB9+Vacm/ePVeLhxcT+HhA
zQp930sLuZlNpTufrZ35IU0frXLlkl0ewZ/vSyPIkFAoc5VqIXCQntB+1MV+/AvVEbSK/rEh+UQ+
0km4HWyIaBrQXTx9hudrXlp2n28739pg5jvybDk6dANSYmE/AcO9A3kqYJNdkCorHra2JFJcwpMB
cBMDVnC+p6iS2/uocP7mUAW+ACRh+AP9EpcjybtRrzqolMKxgvhBUf36YWhXxrE4W2c2pNmyoWSs
KMDyQ7/iNRm2Ddm33a+/WBBzVuwFXEe7aqjN3CJmpMRUadldEX2d4aRqH63cdIvjODMinaIg7MlI
o0cYB0BZtevRYWOk1sq1s7joZ0akQ5S2PM11E0Y05ckGh+z7OftQWsf7A+kqVLyusjzQvO7o0Js6
HszoAPnWA+B5eymuB6AjOIQcChLsYLWUC3iTqoFsXyF6OBwn9H4WzTuTL7hmcORCsATsGIjTHFfa
FhEZh1pBvSM0qbpxBuYjc3h7CNdHO8ooeI2rc8INNPnq5abgwzCBigG4O70a43t0uH9CJguKKFn5
wa3TlSBw3mGXBy8eg0gaorUZ8S06Ey+NxVHPLAbcSMibYGJf6wkHia/Gr7q+sg2XFgY7GTYATbnG
9gB4mbhp3Rhh9ADdgahYOeCXP48eQeSoAbuRX7ZDo4nOpGBMU9kRgMJUPN9elMXvI1kI1CAkJ8HX
cDlPddFFppJCFVaMftbt0KNy+/vXuxvzAvDJjBCHdLmcNEzsbHCom5ght8ENvU8tKBO9f2ugDw7y
vEjEoBAsv1/MEhp0HJxjIckH8rFK3f5VGZI1gpc3lKDkUYiOwU+DZiWkomVwr1ug8tU0IwmVwYUg
E1Ilqv5tGGzEJS/c/D/OrmzJcRw4fhEjQPB+5SH1NdMt9T0vjLmaNwiA4Pn1To7DdjdFi5Yjdvel
YwkBKBQKVVmZJurP1V5mN82AbhXwr/M/ZbtxgFb2CmAX6FLiSWqBX3lxRPVO44llauSwi02yr7ML
QQKzC/j8/WUNbAIhRUsopL9GfdwlTRMNLPWp1CLgqs9bxdpMwKBpQg0HrBBI3Hy1OotPUqsZ7i6z
GaPvrRiii79PgX/D9Ys8L/oVF3eKbrK8zvrCOGjue3dot2R0Vn4+8J1o8UQ/JOQn6WIjWodUuglw
4cGF4lb/Yl4ecQG8/z/fP6GCTkrm2NI1kPv7GOs76OagTL+/fIlwoaBzEa9kEMkstkCidzS19N4A
1NL2M+Sytl6wpycfmAyQwiO5AL+C4/91jwn6+JXieXfQyl0FeYjMz5Lw0jlgCLDkzokyimamRZiV
pHHZcTPtwVv8HKd50KiNAOj0ysIAWCHQpAHMhgrU1zk4LUj2BmTDD0ZZ73BJBaIOG21XuhvnYWuc
+e+fIl8ONTm9GDBOgjBeaqFh8F1sXVWbtdvVTYE0Idr8gWg4qRsonVblUNMO0o4slIr87lrHN+z0
9/mN2RpmPkCf5kPBITpaud4dmDJ3BlKLJa9/uUb58/wwa8sGjVkUiSElSE5KuDrD23/ibXvI84Nj
ZJAgqUDuNYaNvFxkbYZPAs4E9BRyJUtGFkhOK1s5hjpY9p5ZD513ZSfKd4unPvk55henLubBAJ9E
Ky4o5ZbMEY2lCmDZNXUQ01XqHEDBZDQbV8naBuHMoyrtobh6QpSJDCQtW1G0hzQ3fU6OM3W+y6Pz
27M+CBoVkECdW/EWXhhgqLogpqkOSCyZQ4i+MMvd8ABrQ8wUHgi98URFBuuroZEUADDNhD2X/EkB
n8XIvblFKb1mZS4y/3gAWXO7/WKMXKKCi9JAD29c3Djc/O7V1o53MuSWe31+xU6jVkSQaE4Brxfy
BSe50gw9fEjNlMPBnVrfqa77LLI8Ghr9EyrhG2HT2tJ9Hmvxfoylp3qoHw0Hs3923RfI3Psiezo/
n/Wlm40MiV+IOc2/4ZMfACaFDmjw6g/ok9Oz3ZDf8ClwtxLYW6PMf/80iqUnTM8VRjG1Ya8nIAeD
6KVDv5PmMtgsAiRsD+wM1W/0PuMZ83WgPmm9VBrNcAAXrz8hL1WOG7fy6qZ8GmGxKdbAvSL35HCQ
xu+hvolzqNdtdXWsRLImkNOA4ePc4Fjai/VisZJuOTIMMrym40tFb6bCjkyvhJxa7qPLWlVvaP0I
NHoj6Z1sxcYkl9Q1/9YRsBE0QqCvBLwhi9DATdw07xzaHxqbv3WOcZMz/bHg4n5yjchA9W4Uxq01
Zxht6L1Ntnw/b5b/yw8AEo6AJ949SQ5zC5I1PYXFuPLI6IfedaGsdkK7Ju2rm0ctv1L6nWlcnBXC
ukPz9r9GXfhDNqqxqWyMOlrcFwiMRDhmvxJrw4msHYfPwywiO5GXrZWPdn8Q7pvN3jk4jyH44ezO
r+F8hX99Dn2dzPKKH2srBUagP3hO7qc889MN4NSaL4ReiY2bENick1S0RONFko89jETmPCBDEyZT
udc8N8pI8q45yev5Cc1H62RCeNzN9whKyEtfZcBPjWk89YcY/KZUXOtV7bfDtd7TEPSDfnkhuOk/
D8HMuGaD1will4U1eBVwuEaSDAf+lsfPpr0Rgs230sl0Pn1+YQUlujvcrsbnCX9gbRqCIyUFYT1K
Sr4CENgDPZS20Zl2anizpigeXLObPH11GTLNkL5NUIWvn72e+mYeZYkR8Ozl/E6dmt6cDgEVGfJU
M3R2YXpa27EW1FrsUPv2mAQe/j0/wKnp4eOohQGKhMgCoNmvfn5KKRvyaWSHdOfpkf3hjaiHReWG
Gzz19fMoSO0gzYV/lnEF9IfTKeswCugvfd8A8cmFAD2Y2JcRlg/6uuhKy51H0N1dmSA03linlY3A
yw6IrZlPCfmpxUakjdG0HHrhiCKPVWAkh//HNuCeNee+L/ApLbehsqY+NXp83gE9V6b7RfeuaaHu
hcCThOfHWtsMAz3zs2YbxA+Wp3/oSxCspAWDYOKjg9cEi6COcX6IUwcDbmOUUaAvhrI0tMm/WpXs
LKdIu74+kKwI9fammd4sh+MR0UYZ22ngpj8/3poVfxpvmUXI7XbgQ4kGeAG0PthT/drKHs3K033C
q6uEoYH4/IBrawiVeyTjZi9AlykFZeceeIMJO+Qke6VDjjApD8bS25jXmtXNGbBZ1wlgc3PhOM2c
uVWbOTj+E/Ovx3Qrn7g6Dbwn5iZxYNqXbwqtGyu36jV2AAwIEhXOX52BgmqI+03+99kHf/XRyCYC
4Aq2UoAqsWpfLcIYKFxAmoOiQJa+4teauGbT6BN7iAztyravQfo+tTp+RO3T4b5k0fkNW7OQz+Mv
o00za1uQ6NUHu+A/panfVeCu9QH+3CWSPZjM28DMra0sKsvQoENVfqa0+jpfCuZUtxkT8DCXAQMa
TOnjlcj/H+bxeZDFok6g7WvAKNqg1SnUhB8fz6/ZivXBJgAsRA4FHm/p85rRaFGIruTB8jNUqrb8
0Orn8XE6J7UAZ5uX8NNbBn03corZyKEwlPhN91pvhL6r35/p4lBKAFzcWxweqcX5kEt8P+YvFfq5
n8+vzsoOz8x3oL0BeQNa2xY/P451J2mrHGjnNt3ZREYFmLC3HNvaHGaGXzxg5kt6qSYFUGQjkCwD
fC35qbrMV8NGILM1wPz3T5tAusbqED3xA7Vfhfnh6Y/nV2m288W5n2+0/57AYpXypkt7S82Ayyr2
O2s/oMPLuiX87fwwK8cbCFiglACKRP51CRKu+6qr1WTVh4pIaLVKU/iUpWiiNl7jzn3TErVxNlZ3
Hw0bgJGBQw6B9Nd1Q3dQXSpXrw8WOLiRskapRyTOrebJC/HDc2QDySdAuVGyBEPBUt1vrMGqzQYq
Dlkbjk9si5hzzQBMA6ZF0MyExt/FBnlxUVaujVOSQFHmZhir4Vi36YWA/X+T+DzKwh2ydOxi6Jrw
Q020m6I3v/F2Cx+yMhGQAaAUgigWejhLILdpA9jbJVQdyI+huRnYxQkR1A4+fX5xgUwCDibN8PkW
3JMPE9mfN+DVXz8zaQCCPmerF+cQpLdI6wh8Pvlhtu+Glvrnv79ir7jDEYqBqwVIu6UzzLmriXQs
2wOBZBhBzb6sQ2cLv7U2CWiuop0BLhEV8EXZ28mI1om+ag+VxYMiirNmIwpf8Sao384NU3ivzCSs
X09dXWdV2lqxOoz27cBvsuF2hHacGV6+VsDdzLQzkDdA9eDrKJ5qRJJrWKsRVJwJ+wtALIXY2vlB
1tbq0yDuHDB9crwdAC213WGtGutNBC3buPxW9huqgHhyQ3tqPtcLexqgCCpbojcHLd7nNJBbIN6t
7y/chs6JW9UWvs/VjeY99UYw8Q0Xu+LT8ai3wcE4S9afbAMFk6U+uIU6NNhhqY+hSd8adhzYMWlf
L94MD4QlLtCnkLA+yXaSRuro4Oby8KZ7aE7deNydbjXABuhdAVYGuICTFFzbeJaiGTEPkOZprmK1
EWqufB7hGa4gIKrRMGoufKs+UYunbDDgwRNfytzfwoevDoCrwQZNOV5Zy26rlmiQ+bBGAEySvzdd
+ufStf9PqUxAWFBlPmE8KTuhdD3vrMP4rWy+x3wjAFn58TNOCQ1EeOriDbUwVNNAszZ41yia0ujO
YNOL7mxx0Zx6JTCB47X7D0F/CvvOmdVkJtOBGpR+agXSA5PslXUhGRJ8Ed5/M3kK8ImAmSy7K8cs
VaRqe/3golm0tKPcITtmuxd7WIyCCxRLReCelpxewhSDG2uCAsTS+7VzrY0RHw/E3Mh4ri0ZKNzg
xEEzgsh24f3qxHZGqLPQQ62zK2LhJYg2su/IsULq3L1csx2ZVXRuAgoPh46WuK+u1nWTtNTiRjs4
ICR4TeOX8wZ86grB6AeuiTkXAH76fxn4T54cWtCu0AV3D1mnnlu0hDNp+J6uPZ8fZsWQvwxDv84i
Ky1zrBzhHipag3vR74aNPVkZwEaVBDnAmQLrpPjX2gr6MToOoil/0ydabPz+eZW/vgRwQgDq+5dF
w1tmcRBjI6c2q6l1qMrfidrxN1LfDXRHpl02fFy8VNhvoJApQfX4pKoMYvUmK4QBJFZEkpv8wn6c
+STCEaIWOwsXI2O/CHMmy0injmj2gVE/R/1kK1u6thGfv79IBroZyUeiZ85Bf5Rx4bvJlmD4yulD
WIPkFTBkM5/3Yis6r/GYUyf6gaGdqK8V6HBzX/AK/CFXF+8EwFuIaSHbgDz5Pyr0T2cjL7SqGbkg
h+Ym7x7iLRL6lZX68vnFSnVU5JlWNOQARtLYz+WGM9z6/OLIgXZJkmrA5zMrzNMg26KqmNd5cSRA
KAvQAFgeAL5ZFllF3lpTnuTToWqPrf1gFj+G/HLnhHYkZJUR+c9J/sVWjxrvhFZLQI5z128gcwpC
DHPYqPatzgNvCkSboMrGc/ira0pNUkx2meugcEr8YjgMjQGu8afzprQ6CHpdcf8BLIKiyNdBuOG2
Wi5jcuDV/WT9BYMF2DEuxoqgeQuFSwTNKBgDVPd1jDZvkCK0AAu06U1SKN+a7nu6xfy5cvrmPAVo
tlAKwcFYTGSoRJzHRU4gf/FR07sYNCUaEFfP55drxXa/jDL/ik8nj4yOKWuRkoNh/a3JQxHvzn9/
xZ2DuWJm/5ypOJDk//r9tMwBDi8ZAYj6aOYvWnPtVdcG2MuVJXy21X+0NhsTgQ+gjnhWnpTRewgO
OqCQIweoeEVOD77jdsuIVyrlELmee4Eg+YBK+bJIFXco74pKkgMl4y/Z06itQCg9xfyqRBE7tcSV
O5iRXdsRRXeaxG228SRcsXA0MQDfB9g44sllLU70Y04005sOUnu2xm9Gel121+d3bW0dUU1Auh+N
YvPefd01lcVcYwmdDnbu3Bmd+h573cZbas28AYKe80mIJE9g1noMhVNZzkOIX7QyfO4xvx8tlEg3
DuvqQMgfA6c0R95Lr6OwCxYXPZw/gcQqZ47pk3EI7czIAs6Hl/Mrt7Y5KM3jLT33iDhLxTU3A+eE
CyIstD1kgdUhgZI9xlkanh/l9M2LgOLTKIsbx60zzZKQ9TxUmvWtqltfgT3e6n5qmdrbZMNFnE7p
X+gN1CfYFdA8MBvLJxcB2vFEZkM6HfKWo1KuB7oJnVrt7fyUVkeZKU3mYB8ccIvLIU5tFLFKZzzo
sZZAtXl6mHoGwbU62biFlpphc7YGqrD/PdJJDZhkI0e3HkbSqV9Vj7Hz6lUfVvbUNCBPb9HPl/4f
0hSnZog2D7CzwWXgvyf23hYaMcuejmhn9tsiEi2YrXxIAV2+inPvwuxq8cZYPvJjag/ofRtwqkDD
Vo4jHvoPXv77/CCn3gFT+TTIwjtYrWhAnDVOB60lENfq7yyj2TDwNWv4d7kioQOw+tIasj5vJ7ux
xoPj7asJ6uj3bbe/eBYzG8asQQHANOr1X816KtBl1eRNfbx3penjIbLhpldWycHDAlkp4L3hSBer
BN074I29tD5aMfNdHSK7G3u9NsCscIJEJ/KPzrL9gkorr/AKZse2DEe2SzeO/cbnl1naIhbwpg4+
n9LnZNrZ6dPl6w+hL6B6ZxLWE6hyNkgQDbp6dZwU+JlQ0603IORrE8AL7F//FtJpzsKj0KQq5ZhU
1bHwm/itri9+BwPgATIYSM2hcwvp+IX9EMYddyDiSJkZoD+csK1+xtPYCSM4yMcjZYS39vIWZuag
K73WxRFqYCnxa+82131S3bEcMNiNW/J0sTAWcH9zaQfsGst7y+iyntdESeCe7/h4KyZ58XFA1wCo
6lALMwHvWgaCNAXUL50scUzHIgQ/pZ9uIbhPL8V5BOCtTHj3Ofn1dUNapbEJMoniGDbed88L2zaw
fX1LUnVtoZBERVAE0OspEUlFnKxJeo8fzYqE8eQFuDQuPRiYx6cRZrP4dN8Obokqz4ARypYFfUbC
fgtuenoXYQSUC/+JMkAeY57jpxG8yrGK2iP8KIqbqgYk7appb9SFFDS4Z5EimlOEyDcjpUYWDjYZ
gWWdcMyPjeI7aDAxa+txsbIXGASqPQC+zEC7hYt10jwdvMQVRyN7ZvVDc3EUDGkHqHB4IDVC4nzp
wbW4nvQyy6rjGD8MecAud1D4PmqQszoeUo6nT1WlHK+My6NKRRhbEGrWrs6b0spGQ0oMeRVA6uad
WLy+dCub7FHZ5bE1d1z7ZssbrwhLsXERrYwyY1csnLsZJ+bNl/knc4ptvSzdvmNHzS/k37+F93vL
eayOAAZtpCdAGQBv+HUEu+W1IHzAThg33P2ZZk/o8UfL4cZyrTjcOf8xYxBd4I+WSJYCWejBAvHo
UbOKu7y3Qq03Q6G83UDQhO2L5u389qzY75fxFgtXpiLuZI7xunSMbFNFZKsR4DSOAoIPBx2ZtVlA
YMnM0pF8GorBYcdY7NwYykOuL8yLAykUjIGemVnOAUD7pwHzafuTWgcLaazXx3b8QelfSJCeX6W1
OQCZ48FdQcoNOZevm6+XjtOWLmVH59FQvidvs3Kj8rY6AujFkelESAOe7q8jlGCcHRpTINRB74+b
ZYFnQZYs36rlrlkxcNv/NcySclYU6KaSFoapq8hkD1r+iAagLaWvNZtC7R7VddTxkXimX+cCXjbu
VqpgR+H9rR7brU6s1c+jPIY3Gs48bqmvn5dl5wDjQGBQHiKSvoxA5bix3ysPNBgU+u1huvOzfZn5
IlRobpPr7OgSzdfbK8uNw4T/zfM8qjTQLqP603Pi82GLz2zNDuYeWfiANZ4kt0yZbCarOvLpr+E9
6+KFjh/njXklSIG/RzAH2ABQjsvudTPN2qTqEfXalRfotfHDSYr9ZLE/rgDzdHI5nwtUiHEuIYsM
ERYE2l+3y1R44DRNXB07dLMaHKxgQo8Mb+MCWFu3uR1sThchhbwMHus87cpRYBTR3bnOvhtCutUf
vXZ2QEqKRm+g9GAXi+BuSEotdwTumLa6BbIjykTlN/33pt8Cp6xsEPJEeKNDtAqXvrlYsZ6aDGjH
MT2qanjrmB4iFARNuebbqouG3nm92B6QRgTwEyEGXu1LAXNPKAPc66w8etWBwN7yZ04Nf8S/JH46
P9TK0QUGGfp08A2zPsT8909+uhgqBMidhWDAebX9jl5+maFVBBxg6OZBFLA0gnicYqmwLcfyKWsD
SIqe//UreVdkCmFcwO1BTcxaRktJPWFnJMLi3P6VOEE15HtXVUHR7RTZJ94ubvKoZt9juhXxr5je
l4Hnv39aN2k7zeQYMT8OWv9N2X3oDMZdXcXXoGjZOEhLvbQ5ZsZYUC2cG7gR2i4CNlKnJSiYEJkb
4BlL8u8u/WZ233L+XrVeZLs/be/JyHgY2ypot47YSvSDVCyBbcCvQ3FoccTQ0Zno0nb5kZt/lLz1
jDu0YUTOuI/FVdJPW1NdMUfEC7PHwNPcOlFOlcIbeDL0eOZMDyhCBNwdkJjlQVJUQWn9tZMrkEo2
6HOgoPfi4sEzotp73zCqldOOPCoc/pxMhxrEIrbIuHAKk/by2E3avR7DalGhCuM029HEeDIqumsb
4w2lMfSfQm/ZIFEHbY0ED4JqhOaegl6CnoG5Txr1z/M/7eSX4Yk8dzzPu4Gu5KVyUVK5XTrFRDz2
wz2QMT50CqWMzHRPkoszVRgAd5I30/TMKKqFYzAG3rdStvzRqKpgz5NiY6vXpoI3zlzGQl4XLujr
AbJHbaSpq/B93a8peJKZDJvfjfiZ1r/OL9qJTc1LRfBes+drHJP6OlJZ5MoYmCkf7WAaoirdnf/8
yQnBc81EvmoGgaECuMxhWIyO+iTt7tEyPgr2mA17IiH2e4wt8A+ZGzfDylxAEGmhHRN0Eadq5rTV
emnYtXxkIIklN/rD+bmsfR4PZ3DjI9sDEOPitDdVEXdmmcpHaXwkkcE+Lv88SkfAVKFOBTXUhdOc
c/duYVP5iGbt32or4Fj78Z+/PlvcJ5fM28puncyQj6L6GdjGRmbvJJxBPuHz1xcxrpmrpDNd/PYf
+XjUfvTty+Vrg/wRHI4JxpeTyq7W9GWHQpV4LNm7guxrq5sXG+rcxoxXABKr6Dxa1rxq0MloeobN
Tb1vw4Cw2b7rzT+GcztOV1pz8bsGURIuZeDB8MpEmmRxaWkmLka3zuVjnyLhVqmgYjvLeY63uilP
dx3jgNMfQAgTaZNl7Aysi1d3SSsf9Syqs6i/NF88T+PT5+fhPxnVQEjZsBKfb5u7jD+XFxNwzd+3
0SsP2gwP52JptKaXp0mM7xMIyQ51ci9EFeh6FRAXhL2G+3Teyk6tGKAdRBBIT2PQE+Wx0muUk0xD
/whco6/3fxPnxe43+D5XdmQmxUToD8U2sOEtptRPSYGwMh8ee0jdWLUM6cVOECViBONYMnz/pH8i
iZsSvM9tD0OGzN23VLv8+ygLg4xyfraALGMxASydGF1SWI9q13gceLmLMVQQOcQdPp92KBCfdJxM
VVGO1EmtR6/4YeWPWbWDSO9WT8PKVuPs4aDjTY4OqWXkBqj7iPgmMx+bo2EMoWqqKL2YLxAT+TzG
Iq/QKUfB2jBGltEw61+EsZX3Pr1dMQIAhajKzTnd5RPPrNsWLa0YgadhZXzHxbIr2V8yXmtmVJAt
iMPKmuG1hYajWZl0To59Pe2k7WrAUgz66E7kqiDQP4Z+drI/fwYRrK0ckRl7NrdTgLDuhDFSyHaK
+9g2HptBmY8sIeXVkEHRCkg0ekRzYX0f5z0LaOwYe0lH8KH2aOTyvakaqsAbyAi1OM8W+8Gqyjuh
1K/GdX6RAjg2bpWeivQqcX5Oepo9T9BBlZDcRtkrMI04vjZ747dtosUFWCLjWhTMyXzPG/Iwh/RW
1LdM23vSHo7p0A5HbfTsnyYej8JvS0fbKZ3r6ABJPrhId62Tg6wqA5xBCK3A1yGg3SUOkmTeoF9n
cf4r1wpoeClb+p5ZlNCRSMXfYtDbuwF0gLfMVUg8Spr9SBkaDvx0HClsVMEXlom5myQamwORWj9k
pSyUhpzsTQplFz565x91t38p+6YOJ2cqXivPqcM207sdpm9ANowNQafH01VWFsSH7FcR8VjDNaeK
ZxCHJHfNqJHIaLVf02i60u/URFPfSdzqQxuH1G/tLovMgtvf+ag/QxOqeJYg/b3SuaSBa7VOGSTl
BCX3FA09RtT6kK95bQvlvfWoYjWRW+Vkr/P2ZyG6V91jg6/XI711PSy6zzyII0rFh/ec1w42p7Ym
NGBW1fPIa7x3qObF16NhNEFFc/PByXooa7mSVWXImOEezJb2qAqkVRCLCsiEQpfJg2PU4++MdH+5
TJqd4M0PNiEX5qeGlui+SVJUEsrOfel5+TI07iudpjH10bJFDsopuA8EHmittTEJycRc7lddAv4+
2xtqGbSaxv7YLnA4ZRInQdfE7JghL3NlevIJ2PIflj4cEpanNOybIcoa8lfpvfTj2h7uvWbqVdi4
rVV/a7S63feSfZS96cQ7gPfR0t901pOddaINYo7O71BXBshTk85t3MAdxuwR+Ig3ZiuGu0SzB6RB
+mMhsx+6cA5jrnjjQznurdf57yEVmi+K1Axib0AnH2v7IDYzx8946u4abstrT2ttI8oyzqKS52kV
EvSW3aopzYTPDQF+icSAAF0Wd5Ft59m+zqfE7yzFQx3Nvx+8GPh1UVTPECFLfFIXJiTpkte20YwX
m9H6ehybP8JWTefbPGE3vBy1oFXWjzYxJifUHKNxr6ps0v90FpipgT4dIEGTqYiCx1ceiCrAnSZA
0FT1bQ9yxKJGTJNlYZngAYqazUulA/h+Bf7TJEVLd9Ga9zEBimBq5OQLS9XhEBtFMHSeHTpl9mHn
goVOk7cqql2r9C3V1uXOHboJpmRRn/bkLh8NwnxzNIW4bsbK9EHnpgd23ouAJQIsYWUNgngd9FoE
TSIB0kgqJGNxoCkIQJQ5/AJlrNjbZZUEfWxagUeFQXd9itpW0IzuH2PSmuquL+S3Anz231jPcgrT
kM+0qu7GXDuUTs21/dRxVgWNSTowRWZP8VC+624Ox9NnljmFVta/cTAx9TfSzfI7q5Nway0rOt3X
uPHSDBRLh3wM9IINgo6iwiv6Z0aqpL9WlpZc9RZPHkcwJGhoB2o5Qi2L+YWWGHt3ipNroSqWRbnm
tPEelnpfSLJXMYT9Wlq8OQQ97bgGZWjjBwSNw+sgLbS29ZOEZt+oO6QPcoiLsO+6TkSj1d/2RODw
sYwTHkLo3P1NcVHuhjQmv2O5a8tdB3R2ROIe9o8u7PshN2kMXA6UEJki7neZ0SoLi9qSr640xicU
A3+B9ZncVqp7YCU2Q4Nu+BuASS6USLImDTyIASU+N9Hrm6YN86e+HIIS2J+7xIKuRGmR4WerZLw3
Ord6htzZ88TydzTP8GuXCuuOlrZx5wqYB06zFnRWF/tAZCk/10gWIjsao5GbjbsJIKk7rYg1dmvY
XTf4ZTX9AlNQru0NJLHpH9E4LojzlEnDoh/6sIWz98vUtEMUCs2wtYUABElZEwlKu/b8vjc933DL
350w+qDUOvhWhg4PSDqmevWtmDk17toKcJwRNeomlKVm1qAgt1IvqivQGihKcA9Ru8ddPYAMLuNg
XG+ujHZ8r8fSDaGwkfmcTtVtMsm7pk+Vr7oSIDy9/OW5KXwkT++VM9EQ2o9GZFkg3Cc9HKvVd6bf
mFx7x73xMZpZRgJV123o0lFihTsEeT5rCeeYepzpewfXXxFO0Kcs9uPIKphpmtQQWlFGGqg2K/2U
eeg/tOpnMgrOITeJZJqh4iEEZuQqd7RgKtHjqjMGFkj8RGJUsKqyN/a1ZtAoS6kbZK2bfzOGovLL
ttxzK/ZjHfuiOvww3NTtI4DI5IHKhAVozsUZNTsB/owcvMy+KBV7AaFoueMjoZGVFTGMNm4e7WEA
0WHMxaFH6fvKAPv3HTCSyb4cptR3Vf8xYikDXLg8cFEEe7DR4L+fM4dh5Rl9lHR5jPOoqXfBywK7
EffvogSXGdHzB6BV4ohpuXqHP+zfIS46hnDV9U3tps3RhcgnnIRjiiB2+uK7orEegcatbQIQIjJV
X2VpWRvftFbvf4CqmPqTlEYATCVOodLjdymr33pjWzsbnsIns9RmN9AYYqJtcQ2t0XLvOe0f01BH
0usvlJsCWBDNfXR5buzcNrVlkA2ofxsoViBjY8dXuiGbMOZpHYBoMgvM2KN3Y2rnfmKz5hq+mfks
d+uoyKTzhAtOfO+Nor2xCjBtFBRnpqW1kwcV3mH7vjDbfUyL/tbz4sR308GliFzV5DOXiW/oPDbf
jS5/VdRNX3oFET9rcMVtCc/i0zxHn1aDaIo7AudpQIj34E7C41DLGgw/yQ32p1HECfFbccs3TQkN
6Zj8SUoU+8KOkydTDc1wpdldoe47U09/NxTxTWfIG+nRgzKr7E5MY1ldm21eFL4OpQYZTLW8I5lz
LOy+gIHrpW9b8j1x1QPPRX2leVUG2ZV0jyDOtQYQZA67PI33smm768LWzFDXBvsa3GkqACpZ+JJ0
tNtlNWjLpD7NQCXc48ZYNQFlaBxvrep7MhlJFJupjAZN7/B/NKGX/JSNUwWt0GQEewH/i22EGee5
P3jutMcd/GGM+q+e9zvwKTCAyFEBKLy9mbuhiK0/icEI9ONiYPHRyec7MkOrR14hUZelvpdDQ5za
XAWg1cIqg7o0MHWo2vI+/YtOyHI3cKgqdrR5NQqRBSW136fRym4KZd33BgVVlMs/qpq53/OEtH/Q
qkLuMjdunyY3jvd6ydDfr/X5M0tUHVUxGa8SbvdeNJolyb+Bw1/4WuUlt0R4E6hS0ZXsOn3thVS2
lvKNWkNUVqATIPL6ERBUFzedxdr6B6qcmeVDcbV64yOuQZ8II300QSQ7BlomjJ9t78h3WjQ/wMj6
s0/sOKimtEFEl0NKpH+KoRF/FFIhIEzheu5IozoeloVdkiDP+0EGLi6rP4M7uXuQUnc/EU3IENkc
y6/MDIWUXEkRpYkmIisuxwgyt/kt+tvlPa168tAoO9sJm1vYCrsogjxpKs/n2Rg/F4oD0RfTpnTu
VOvU1E/MbprCxNHoTqPkI05Vd19S9ixtu4rgkvGWIJm40pkdgwqlBl6o06rkZ9YwheBV2hKr03jp
HhrqiD4ACvhharK+xXsCHF6Tlg79HTMrQZ9KbjN2BTbPDOpgCHpB4h3nu6IURVhk6RMKbn/qAuFf
beWBYbUjfGGLh4Y3fXhep+DeLXgcB78eQohWVBVu8QpAlns3cZpHQw4c9Igz/ajsCaF9LdSPjFrq
STO1eyE7oJw8R+FtNLYBsVochTzG04ezVH/Cbrpqr495lsd+zSBlfEvHiqWgx+80r0XUimqCaoVA
LDmxXdITtMe0mv3eYYPe49Kzkm+WQqrZAQDtimRDbV7zTv+OSmYHXsLOqIPKhDp3mVtGG6WuRN4n
GVFAAYDb/C7szEV3Uvmb5hbiXFDvfde9rAfDZZ/eQN25Fr6OBNWL1tbJdWbESR9yCs4KjdngSUIz
QH3jiQpOB04/fR3sxPU1p8Q6AJgDKi1eowtBN+oI7T//Qdp57caNLlv4iQgwh1t2VBallqXxDWF7
NMw58+nPRw8wW00RTcgHuhTA6j9XWGvVD10bIxE8Or6x2puPeV3ldlX6tM2rxmATeeFJlIZgQ/ft
50SsXzKy+teqleP6eWPN229WG9dPkodMTNJNT13xNdXTxzH3cdJEuj/pjcip9jP/SpIRnAyk3Dwg
6SBzmBVzCzg5vUbOUCyf4LbItqm6RXrndX6R3KNZ8VTr4nf6B1XNrevVqum4oojY0Cg2se0W8a9E
a06iEr/IRamxX9X21Re1/MWMKym3BXkYX3O16e/borw1E0/f8ohG7HrL/N4G46tq/kz9tCEOEcSj
p2vC9zANRRvdGeDegVHI/j6g5eKTiyrMq+7x69UsM362Y8MzqCoOos3abhjyb1nYBJs05FwkZvVe
tabHKcte1a5PN9JImOj3RWYbtFI9FHqcbioFykvTW+IJn/jFN9XgFeVy4wcaXv71qEkFz2hlxHbc
u9m9m8l9s8ligtsYIsYupn5/26C9JO6l0XOfMjO10i3NCdL8OKrNU5XqUXcbRJMqZawT7/kWFK6m
c9+ldniP6uamLUKEoPXkx2CMz5kuo2/davQGv2t885dCL3A7KYBT7gq/4VHqRKlBqs4EYmMaKTpv
JspPlG/rjAVHdV2+surMgDyjFldaJv4Ue+2najXhJku5ILVE/ClXcBJlriJ7DJgMqk8JdeDeZ84K
t/42AlHZDKbkcoLi9p9CHQU71gxvM5TGGJOK8L3bOm2b61wRGsWOuvzWHT0B7p4GyiSUW03aRp7+
2ufA6KVgeOxj3dgS9RMFdkHIxWKdStF9FegtbhtarB7GIM43w6jEx7Ez/X0Wug0/LSgcvUtbwvt8
Ihu4YfkdEnq9DUa87zTKubD9IbvvTYUxdHDvojFuT0I3xj8immq9wf1L2yNpovIhBG1syzw97aYz
1OcR5aiXAqWCo9GVQbiRfTG6RVpMe8kjL+CE62UNYo2GRTa+pPJXDtztapT7rtm6mWAU+zRL9EPb
FHstT8VXYuVum4CBum9Ry9xVSVaBvFekH3FWN8Ox9SAsE1eB8PO4KXgFLduqxWJTmdZ4yHvzjal3
bbwS6BMmTuwwiqcsVrtjFJAYMNojQeLeCmrrWiyNjsYHbtDc13VUqrcW/RB3jRbI10FllhtKzeVW
7epvZE2Voy7If1l+0dt9Zr34LQNTIo0G89qtG4rPnVvjnEfeL6PK/8IxM3ajr1hXXUlsaFGp742o
e849v653ZSnGm1LsyngjiGK6LRQ32JYmsU49uD8NJKw2mhCj2afGxySWj3KhHzNhSMoN7nNhG/q4
K3CvLD0+KuWbqRxrvbKlQXuXe6/cV0Uu3Si+DyqRbOy7RlLkh2/UhOap6DVbPZ6kZOP0gTD0m1x5
0S5q2wS/swr3nWVUdtRU8a3akV0dCvGvQQjyG5rEG8m2c/MfVlor11LcVrvSH/V7V1U7pys9l3AT
lRnRCE9JPf4KvUw7tMhWD3al+MTNImme1s8tdn6l9Scztl5SQYx9IFU62bg4aLcR52IT1ZJ1VcRC
sg1RKcpsl4fll8sr8gIUo5WOYxj+ynERbrxeEe8CTy+2fde3tsglczOaufxQS4lKHicRRLtVXTRq
TeHNkrtHdRylQ5mq3S4L6+C2kxHTdaFh2UGT/mP6wnupZaptmeGzESHuleMwb6E1/3TdFHlRFxyR
OwbGlaclun7dI971TR3JhUmNYL31TalH29YrTXOjeVJNs+pwRB5Ay/EDLIFmgW5i2I3U5miFh/lL
kHqY8o3X1pLbbRub0lPXKfl70BR0EXG5OeHKj+NbznNwqBXC3X1PeOiUukxMqet5/qtSIuRCq+Kp
lGoZEV4Eezd16Hf1RpLTUxrp/TWvLAW9wYr72zYOjH3f5j97L+Iy0tuucZpKLt5QjRnROCyTnVcK
1r2fFiJ3DSSOEGKhYZdu0pM+tL6THAg3Xp1UryPIrge9lz1vY5ruyLBwVa51uQhEmoe4xr5zh24j
NiHS8rL5bajK4N0iE/qInNIryCP9OMqDsiEzPHJ5+IO6G139VSKVF49cqjpK7kjq+dGvppRrfn1Y
xaQX2jDYelWjfJcyV/82DCSRArfjArQ85XtNEHojjGbxt9tMKy6qj/zuatuX7lBvChJnW3putztg
QcXJtQhwpdZ6klvf3bRqZtiyknEQ06SzYzVQNz0Xzr5WM+9HCObhCQGD+kmqqnEvj/Vdq3fKI0i2
sLE7OZjCCyFS2UlK33PFEh0XbSkd0mAkFwJqF5RBTqLqelT0/qCKyfAIXc68UzsaZw2Jlh6mi+Kp
Ljtr3IZiatqxJbS2L9Ihx5bqUSDCiFR9U0hKtFKWXao5oDAiTdUNGB1zsFeeqxJ+1aA8G+3raOxa
5Zh1Xy9ooV4CNAEdC4gj6qxMExkmnkUSKVTktlJ49NZYyUvlDIAiv2FY0mfMukYuSyHnpDwnwq7S
NtKa0OzC96cSMiAO8Px0k5wBcpJIdK2ossznWvvJFcpGvFyRWViCj9+fAyL1yuhIwPH9OG/JHR3V
9MojE3fZyMog5l3USdIPJukfk0L1Lc+IsFJVWvo8iAok5IHbQQCb/v+hUC2T9aGViG4AH75+99YU
9z9/Hbk70NwAXehOijbU+dfNwVIEJWiUZzBgwpWZHC/PzQT8OBMzgF/08fMz3AnhmypXPp8X81vL
uGrHq244GOQjLptZG8XsHJCppPwh1MpzOv4a+1Pw8//3+RnkQc6r3KNYrDzn9ZFEt7KywouTRHkS
dQFKoTDYztcAwa9UD3KNXy/uzcgeclt9z9a0R5emCID4pFdMiPhJw8fNJT/KQ2rfCa26rSGzaWX5
9VmaFCsm+UuwznOKZRBWaRIggfuskpsM1F2SfZW1xmb6aMCYzVOYjWGObtZzo7R2Z25dcQ1AvTRJ
IOlpPaHA2cXWuQWhaBVyTbL6/C2nN6LurpEblr6PrsfUwmrCus+L3p1lRoGSN/pzx3uIx250wsoi
THMwO3ATPoOfD9bycwPTJlIpp6q18dx296O3RX6hO5RPVvr1E3FmZgaaEpIw8iwTMzklhK0Xr2AI
F06EDD5Rg8QCaP5TW5MiI93h+5mBg6zdRf1WSw4qleOSJMzlPfv5gUAzC5gi+GhYuxARzhe81iWl
TXKL2EIdg9tBS5+pVWgPedOqK5YWhgT7C7oRpJNJh2hmyfOpXcuRKT5L0js1rU3Xu5TzAjgOzdct
gTebgMUTcBqp3vMxdQGKFGy+4bkeZMKBoivbGwAH8veoC8hC+qb7ZXAhCQ2EIwD2su0QpD83SJ1t
AP1Wq89+tavaXb2mq/2bKjPb1ABJZYCvcIcnYM25gVIxiFIy3BDJIknnCVq8SYLYBDJcVndjMno9
zP6cbtQUfbyt0EsdaAjVsOtRKm5GyYyuKEEGTxIoA9sjfj6QZDLucV2HWyUZROEw6HrzIFGlvVf6
73QcQ7RLP0aSVu9j0et2aQlLKBBzI7VdLawexNHwdr0mCj+rOJKewhDX8/K+XNgtEE4h3tAxHMD0
XAbZohWDqI+l8mxyl1rxaZBlux8PpPEu2/kMQZ+YrZii4ocPwL45n9o+govVBKryTN3aVrrHBjkG
slpDRYKKSrjX3zbNQU6uCAPJM69cVp+5P2DW2KQ6DxMEDC73c+vKlHhKTdF9lh4qQ0Od12OCf+Xq
ixVkGyEn9iPVtqII8fkOZquCzoHAgmF5TjBzGz0zjT53n33PO7iCsHcuT+nC96FVw12YWnIhLzeb
UWMQu1h38+BUZN19KiXXivRVeWZ+9EcL0+b54BFmSW1VyDsGp4Zya70T9C9DI/k+2LIJY4Y0pTlb
lUijLVKjRMEpDPESNqsUv8UZQu9dZ8eBl5uT1qwmb8QYTbxnSQYkkxwQuP2DJfhgYHYhVW6v5kOB
gVzcVydRXrlgP/9+AhaKR+BtoaB/0ikU29pVMrJjzzD7ohxh4S/7OXyfFUAydwod52SASPKEOutc
4TkxblLp0Jkrx+7zowcg9fexm7Rg0a053z+yUNMDQtKikzlepdYp1PfpcP3VFTg3MfMP0r7QROAx
0UkTtrCbkjVZl4Ul+E1BheaGT/vpkHkIF0daSv85VbxKrjPvyyfAQs5vElWZGjl8enDazo+7ZBTC
U/rLB+Dcfn0DQTMH+MgFwd1nzGYnKhI5KQYrOikkx2U7e/365H/8/CyqlttSr42WzyfpjdnclcbK
z5/2x/lzPLHk//v580bGKlXEqFX5vtRscgO4gmyTnqdmvgnMNa3Ahb1K5gT8N5hKGM1zFHgf6rof
W0l6MvSXrGntng5na+Skz4/tpDL7PxvTZvtwnxZJha4K7tlJ2OVdYLc7acpc7r68KGdGZs+Cqadw
/12MZAq908KbMf3yu8YokKGCqwtlDldzNopCc/sqTNMTF/puVIdrN24OfzCGDyZm92pXuXrqunF6
+lYNd3345WeNxlMoACFwo/H4zK+lKG7L3qPA+5xEP+tso8grvs7CnQEDDXi2xURBYZ8tc5yBDepJ
bj734ja4AiXz5ck5+/xsgSMBMiuIf/25Dfo9OmBZNKycu8UBoJaKEgl+C/79+QrHcqCP7dgxQSXQ
R4N+Nt2Khek3zk42SCLeNRpLkU6cx6ehW0kkZE3juSv3AN70aO+2+8vTtHDY6OtBjE3a7/epPh9E
BpRHzihwPqNru1HD+0y4yb1yE3+5hQGKkGQsaeSJcONErjy3kxMgBKhDms9emN+418mql7RwC54Z
mF3ivuz75UCx/jn6B1CRb+21YGPE0EVXDt3cSYZyARgE6SryQ1PwMyfIt5LqVnlvCKfawB+Td1ks
XwvNNwP2QtNcjdawBfdFUcI/Xl6p30SCD7th4pIQQxIcIIdF1Drn4KZ1oEie2yunoQdaAjMzUm0P
/MOLNQ7KIaDHNOWL7FtQa927m8jNe5fp1k2ad+4/iaUn16krfsvpibFPZNeyBWWUqea2INMUgdCi
LiokKobYN5/8uqCNWSP7D4j0dnR5R21/k1y3ygaiSVd4wBD6F8FMgSfk1Y5289YBEER+kBoFbBqA
xKsKrArdPaIe5HpiRfEtyFP/qbO0E8xOcXt5YmZb+N95UUiYQnNEz2WuU+3JVpv4RqucAu3m7ZCl
t9HbZQOzg/6vARWtURpWLLgfcVXVlig2yklsvS24+7KVV4awZmH2WFT0W5ZVnyHQV0I4uH8wABkJ
W9J1+K+TzPr54fNT0mhZJfF5VTgEoX9c8c+UhSWAtgc3U4UrKX6ifipdQB7NLJQTbbzQ/nSj6N4z
pPxFqjPvUdRQOhK0kc41mRtuXZSDNlqUa3cUpD3Nbjuj2htKo13ncqQ/JVVWH0gZyP/oXXfnApk7
inJnkpwRwm0RCvmVNVbSIdQEaAJGgzsoVSDpzCrftzWgqhYWwkFS/X4zBDDjNhT7KzuPGvHvAiFi
u3GhV4xDr9yATFqTJ11YRq4HJkEinchWmb85IVRSX+/VkyL/Y/3wlG+X9+HsOZj2IQuIsCCkKeUz
RyevXdNKTFc5kVO0VWAHfX8NQPyykd9K67NrZiLlwPBBt41K2WwQyWjUfWR56skYjG0WH9zqzTq0
ZG/U74DxQIMr2TZ6n4Dv+jYZ/tYlRze+tyTKhXbFhZqrDvw7YBSU0IIw8AjnkZdsVS4yipl6kpvs
riziXaf6jxI9e1uP/kT+eK+4IJ0QPFAyaSdn2cqpXNjVkyDbf+ZnpxJkUdOEAebbCihlBNHhUchv
PHVcCQA/jZPU88SolJE9muSC5kT4sWoszeX03pMrfBAQC9FzLvMuj/ZKXIS7LoweCjN464WdVEWP
ohqsDFSeShof1xx51n/1NkgZkqmcXxBRpxCjk1t7kBtKvlljSRtZEEEMZvkpKcT4jr5H2ZUfRuqU
zpOv2Ds1SE1OYERGWxOPjRl7G6+1/hnrEB3uxMsBDPaoJpRtdwTyvuZ7zY4CSU0miqCffAUkXpJm
5zdalURpmPRF6gwqggX1sYyPHuCEy0dhyQjhOIrG04MPP+7cSJzQ/Yym4VNHzPck/+52dL54vWxi
+sSHif89jo8mZuMwI7CUlo6JPPihK8FVbB1M19owc4ns7Rt/LcG+aI9cvgKRgMhk3uXVT0YzlYUg
dVqBFn+julFR0BMS+g23D7n/SwivLo9vdiP+Hh++vQKXnp5Pn3QaB3UQYC/4tBaD1JRXW2P4Yt/a
fy38buzxW9hn7iMLrtnpil8AAnb3nvDeGV9LnXz6/uwSCHM1qlPS3Y4aKbbcv0fjyuFbmiKVfKtE
fYj0yVzAralDOWtEgSafyqZkltaKsUu7GFgbpHpOi4K8yfkuDiJRElI0053I2rjtlSDsCuV4eZXX
TMwLAp6bipZHh82uK3Zm0zlSUzwEhbHiei+ZIR5CHUqa9B/mioNBrgeikTWRQ3MVK9539SFZKwut
mZgdeb+x5N7yu8iJ2zE/mMg3HXBl3V1Urbqta6ZmR7+YQF59wfvNuj0anX+v91dj+3R5ZWZP2O/d
O0XvEHqntZ8rQRQtCMGyFSOnSnehchx1Wyw37s/LRpZ28EcjU2j2IWGTU98yPUuOYNxYf8NCG2DK
dCtrv2SDDC+gCIIfmTrguQ1UlSX4NGHsIBU8oXHXBIkXVoMXBWQN8la/VXjOv1/y2sEbCXJHqN6E
vsbNf6qhkXx5os6MzO6SvvTN0JNC2lHWO/DDsrDyYC1M0tn3Z5PkC2PZmRqD0JVwq7VPUamvjGBx
miaZIrwRE6Gp2VIHSdImiWfSw3G0h7/ghEYre2nZALAFgjny7dZsCIYCdSlpx8xpWv1WG/Jrs85u
Czd9vrwSC++gQcXpPzPTTH7YslFLnh/1BJofK8Am28Ooy3jTjT1496r0V+D/ddnc4sKgpTB1SSNK
micDU57GTJQYVRfAgzFMW67+ZEAfLMzmzc00sagqMXOk1DxaKONK+kPl5ZveeFTN0A6St8sjWlwn
QmKafKi4rnMoV+VpsHH0PHNGOYTvMf4zdAW1KVdYcSCmDTVzkAxclf/szJ6WAJx9rhVN5hgTHyKW
Wx0feIAy24Mcb41aeAJslKzEs8uDo1UpMF1jAnqd7w6SIkXr6eyOjuxHcWjca69ZcSvWTMwemqDI
pBwaZeZYYNj1a+8U5n90Vie8HSEpQKZ50Vrr9VapS9SzQu0pbd+t4j7Id5d3weLqfDAxPT8fjlGe
jOAlcty7LBs3keYENWhU/W8/+lsKt183BZIJOR0aJdI3aprQD6ZShG7VuHRTp/GtjZzFd26SQf+Q
Kjse1VcpgZJ42eDSCuE3qZOzgRLxPPhUJri2OtDXWya4DHxYyxkk4mitmduamfmbwJUt+QbjEuS/
w6yzleKXJq9oKi0t08ehzC6HZMyGolRNbKDIXcn5VotphFbYtejt9PHp8rwtuBw0Qv/fvM2uVsEb
k8yLGZDF2qjlN20A8S1nOzdfOUJLl6qKbDr3JTXHT00JRTmhG6zoZY6cajeC4t1CAVgxsbQ4JAAA
XfCHgvNs4gxPH0Jv6u0eWRlEyodR+NZ8sX/85KJN7Yn/szGbr1LqBBf6UOok/TYvbVQkLq/H2him
/384ONqgqxDg+D5hn12N8D3bFrb1yj29tOrIuZDeVwj1QJmeW2kVCc6G3ieO1MsHQX1Ad2OrJL+y
L5Z1/p0ttKjxAHUkXebXQIVWAELYUeK4wlOgXblruZjFcejcMMgd/b43z8ehJF1lBVCpHHE81HFu
Nz753vjw9+U1WXI/0IUCig7MmlTh7IEhO+n1qBtkjjCmGz8/NuN3paBtZ7s1FG+rVmuO5+9a1PwZ
ZYsBNzUQvv2UI88UI0b0IM4cmoSONwbZ2E0olMpW7CXhEJqFetTb9oViU7bLZW3YeYoe7iBNiHYJ
Ed+WCjI4g0J6Xw6EbBPIVnbtohy1vTwtS1uVTgtg1qYY75PsogHXoBtqiys3/RbJOXKQb3LzB2/7
Rxuz+xY1c1GQRCF1RNkRigdIMAhb7C+PY3F5P4xjdhioAaUelOPMQdbq2pC7J0MZJ6LldRHmW7Ku
BY2WopVk6drcza6RRJLbuDOZu/ItMe7LZNsWf2IBgBgx0oTOnF+GpA1HQyosXL4s2RTtld/+TIf2
D24rbtr/jMyG0SfmaAyDmzltmm9UIUBtpbSr8HR5gRYnC+8OXC4lIzzy81NuQH1HrUJngSAxd+Nh
lI2NREhz2crSs4vzpajk0yFVGLObN8wLpekGAx+vRT8JrZXskFilPRQnP/77sqlpWubn+6Op6Vr7
cMmHk9y13uDr9f23rr1XVj6/NF9c7eSpKXlOzbXOP2+kWmxEoKzIvMS3ninvpc67Enzza8jV35c7
8mNIvEyU3E/tAw23IMfTjpxNFfEB2tA/Cqb58/JMLQyFVBjLgYA6CZHfufgPM1VmXuoKihE5Uf0r
DneFtI+Mldmads9sMYBu4pdAvCI8mocPVhYKmqEJkaPn/3QuXEVrYwnw5tMrBJK2kvVQrPXYXHi1
zizOookoIkaLWBuWv7cj5a7wfDsZ9Y0uDit7emn66Byvo5tNseLTJeAHbSIGiP44tZDYfbgvEXRK
zBW3a3E46u/WhTDW2dfn2w0lXH80Sp9kj/emJfkh0o9hVW+lbK1LyuJoQDzqU3NugOfTsfqwGZqy
SJFzYTOowiskU1sy3+pixfletIFqOfBNivaI0Z3b8NC+8EaftaET7ShsFf9B7N4v7+ml+ZricBCc
E5dhnjTRsyIw6aMVk83QNnRjt0Wp34roWjTDyunRFy4ai2YQJh0QKRTh7J2PBnGZdiybMnYsNage
C735XiRumm00JUxAaSXCo5u6D4A99oITwhEQYm2f4ZegKYCuGwjw5I1SX7Sz6rGyizzUCRvH9C1x
h+DYjXL0T0wyf2+NsnUX6aVy3aLmgHQUyiRarlE/EOT6SMOV3gGEkdpl1/WHSFDDLTFc65Q0k7hr
OwFusYhCUhbXwo2eSwLyFpVi/RLzRu2RQjGbrdI08nYci+6fWqUlrZIP3XuJBsaLl2jhLy/LrGOG
0tC1liXC1oTFfgCh8xK2aWtn3ugdA0EfDwiGq3sEDZCcEPyRoLSl6bOrRsc4CtL3RkHpSkAZDDUb
kDsoPK5R0RaXnXNIexmLGGi+7FWI2B8dxzmLxYFmDfe9YOfh4fLWWlxvpJ9ILakaWKCZp5qNsaGg
ZhQ5CVCPezEtd5e//3kM6NYydpoyTM2j5jwMXS+EVK04gcilvKOUsKvL+LXzpdtENlaurs9DAbND
E5uJQCmCg5hdkloGv6PNI0wd3IY6yEoENMfu83pNmCAqoRPKgthhdtCzTBqRYqI8kVA0RDC1wnkp
Roo6WbtHm+/ay/qbvhS/D655G0fjARbumxhGKz9jaUKpjcDMAHRoWvNOAGKU0g/ZIBkPjcfpg/Ao
tsThWlYd0VPcXF68z37uNOL/2ZLPLwMN+J6iBUrkNGO5z9Cr08eraKRvePlkluZduHZdL64gCRmQ
ADJA4/nDilC6oeK/M8Otu4cDeNvK+pf3O0MiecGuhOvxqTGeFJVWbZIApGEpV4X3XiVrfU4WBzG1
8iS1yDjmeaXWF9Kg7pTQGfeWfl2uQb2X1h+kksS1AICDouL5mnhCKWdaSy0u8ZuHOLZ2Uoh6RIBO
QWkaK/7aoq0JijY9nVRlZrY6ZO0ji07JTjiG3RXScf2+NKp+2xqonPlWka9gU6bvnTtWsBmJ+wlA
wNRC3TofW9QOrmWBhnBU+RCZaHORvdpf3tJLqwP3ZspgEBfAKjg3oTeFHmZGhoneM/aeIee7BpG1
lSB0+sr5QCb3CSlteFRcrnPARywnaYWeExWz4RS2mxo1wihcue4+22Cy8DM18rN0tpjrEmexpEZI
PVDKBKQoJt+04qc57iVKQp6+RkxftDU15KMMyO2nzbL0VQ3EXav9iFRz0p500o0bjSCYEhdSuAfU
1Yyfo+trK1fd4nb4YHV2/Vg4HpIL9dGp/f44eRAbXWmkDZLW2cpcLloCDUX3jwm7Os86oRQURVXo
RY6W/ZX2FUIHT7K+grdesMGWRipcZb3Y5rPN3SFDM5S+FTgB4dXYbq1U3qprCfuF7X1mZPr/B4fX
m8ASYYiR5Aedkrch+YjL52dxFFRoWRaN0cxdd3HIxDhvitDJu2Jb1+JrPsR3stes5CKWxgEnBiSs
Tqr5E6IRJHBTBSCwnQRFlxcheL48isXPy9yhAODJXM6RP6bc1jjVfN5FcFk/ymhMXTaw5CwQfU6F
bED2E436fCEQBK5GWewDR0Hw9xYo1TMw/GRf4n+iTIv7bvTZz1LQtDu0S1rUb+v02sxi/TZvQ2kN
IrI4XADegCpUannzECUVBmSDejVwelnYtn1753fuy+UBL7gK0hQATdRGUODzEzR0pVQMAhsvVr7B
IdnGonrwq9sitLYSesa5srKCS/uQAByIGKrglKtn8+vnetymRsLT5JZPiVbeW0VwrDvv7fKwFl7A
iXiDL0UBYqFI5PZDU+dK4JRuefRa8bufuQBUeydo1L8um1ockTXFXFxgVMFmIzKrINWywAwco9ga
IgCF+67aXDaxuA8+mJj+/+F2KCZfX4Rq77SdlG0n6Bb6xPHa3l+zMg30g5WyLz3RKwwuuugoK/da
d/z/jWJasw/fT+q2zCqT749IOCli/6gBQv66CVYd2BZgERl24LmJSlNaNMFdrp90l5TbcMXPWXhO
6bRJkgWwNujGOSfWUyruV9Uk/VUfZf1GNp8tBOX6G0P5urfDJUdugk6rU9+V2TjIXYZ1X0e+Qwem
fWtZO0WJv8aenKIiTJBxI3okBzJ/EMB+1xAAAt/xT4gQf1EK5NPXZ2sdW0OgewFft2rk6W4raXd5
oefQ3E8GpqX6sJnKvBpirZp+vlRsM9oGRpW0EcIB2getoXz0vpKmfx/a+s5T+5c8X0tXLj0UIJJo
7Qp6DxWPeadr7vy4HprCc7xIftBa9Bx/ptBN5BjJ2DqIN6GiHdKavoISwnie9BxJf3BeP/6CuXAS
xHq3UFN+QaWrj2LmvrSB9XVPDoQaZR/2CJywOUzN09Wi60rZc0TrthfuktIZrJUztXB9YgKKs0Su
j+t6drf5pl4YsaJ7TqDtqwR9qmthjVO4vFbyhM4HEINcwAxqiS5y1CCf4TkIzqZ/yUaLWNsgtUfB
rIVbYN/eQUXkzc4MV9h0Fmkpv0CT2xg84SpSaDB2ee8ujnjqamig1TBlu8+3bpdncol2o+/U0mOc
vGnFu5etJGrnZKjpeNAmlBQ3ulrw4OZ4MBoBt3jGaeBw3/5NLfGX76lo2r3XRbOX9OSmScsXhNto
OlHDLro8voV3hOQwPotpMTg8i/Px1SZ4dCUyfcdsg03/Ogb+ynO4OIEfDEw+zYezL5QDvE3oKk4+
3koRbYmoFn6NBPnv/CHVAWICsNsnd7kRO1cSqxxHcyx2HUJwSXH6g1kyUTqBdkeNYO5omlGT1pXQ
Bo4Xdi6djuimnMV0H/j/WZmdrjpUFYhmWAlb2VaBljSFvGJiwYOE+g1TgWQklex5PGvlZmYZZRKQ
5EYL0g7QaXwOUdG+GUc/Og65NDzQ8EPeKka/ljlc8PJ45FGZJ/QjLzAv1yNgGlqdirMuFM213tfX
sTme5K598QZ1ZUMs7rkPpmZ7zu2BoaJEjgtm1K7dNn5+L2djtzHFcG17L54fymwIK9Hu8hM2eNQy
hY4eeP1Gc0ifo3rFDVuaNAifdCaDCYW3Mrt+3CDycqsZAwdyYpz196ZyK8XNpqj0FSdmzZB8fkwV
cURp2MRQGb+4jXojVE8g9qFSrKEoliYMDqtMstrQiTtn17vbh3WYZoLvuPGhlI/DSlJo8fMkT/CR
EF/51DNs8OIoGeFJghq4717c4g8eQEC7v+mroKbmzaMpG+VSOOS+Q9sRaIyjl7/0ntbd6iU0kMu3
weJDSL9z9IE4quQBZrFKPqCtmvey7wyVUG/cFMheH0XlveHWfW4roWT7gX/odVpvBE271UIanuSR
qL8rXbMmMDP5sOe5NpiPIIWmoiUJKmV2onpfz7uGtiNOE4MYpMxRb3xlzPeSmZpbw2iTqf1KTI8T
64XmWP3KrbV0nrGKSwMEYEK1nG9OaEqoGbum5+i9eSPFAc2B3K0fHy5P+OIRMFjT6R0kATfz4/0E
jfOxTX1HzOpfZpihAGy9RwUFt7paybwsDsgETapK0BwhrJwPKONF1joz9B0pstpdVwz5Q0Nb9euu
6Nbaty3d+FMeG++Ca5/FOzc1CE1bDAG7yNeb/qGKwc5oxaNW6cPWg4V2V3qFulXKYlgJWRa3L01p
kSWgLDzVps4NW0KgF2LY+6Cl0sfct7YxxJw6HtACzLc1ZcjYoHuKUVkwauR6i2by3h2Ur+N3TeS7
DGOibohk02aLGvqZmY95nBDw06EAbRLvr2It4l/aOB9szMlBOcJbrmxio28OWdfamp7b+nCldOHK
lbB0uYEbgcJKQktD8Ol8SmVYQVKUypSoo6Ohbozk+esnYFKSAIXE+4wO0Pn3STEP5aCHiRP77aEq
3iiLoif7TV5T6Fra/qjH6sgGooWnarPbxJPp3dW6Q+Io/mhPiodgqgVAPV8fDUEKN6hEYP6pcaGm
eKlnRW3ilDQCktFxuULFTV3r+be0+B+tTGv2wb9FfaNMFaVLnI7OQaVWbuP+R+j7dir8/QfDIVcC
Vpdmj8Y89mpFNU0Tmu85obI1yk1t0Zfqx1D/yV1LxmSKI8mQfUqbuCAgSr2oYqeR6BlllXQcUOrv
jRatRD1LewAbv/XKcETnZcgw6BWrR9reSceKaE7xCluxssOYVC+X523xIvpoabbbgEu0pSX1sSMp
aMb3Ed2FzNtOsOwo1q6CQN/qnrgfR/N51DV6QwQ01pBWDtbSwZ3SmxytSYdkXuPzqrCShHiMHcOs
v6Nm/ZihrbEyzMkdmD/RFDwQvQOSBVxu9khKuUbHqyBNHKvQTmoxbqMxQGiC4UXZhscGvLpaoc7Z
3yrAgKLeuk6y8Kqv1mQYFheW2IKyL8yBz7mWEEkM5CwSJ5MLeukJxZbOEP62AgN8ecSLhnBFfuPp
8JBmt1WUREEAt5yT10eoWmmBt4elibCG25juiq3FBQSMCnhvcg3mr2g0ll5NVz+Q2dXBuq/jP/Ba
KTP+9/nZFk1cw9WanheklXS7ozFJ83p5rqZX/tPmmHpwk4SiNj+vHJRho7ep7CWO93+cXVlv3Diz
/UUCtFESX7V0t9ubbMdJnBchK0VqF0Vq+fX3KIP7jS03uuGZhwCDzKiaZJEsVp06p11++e2RepFR
1UdnIckoh+S8sZMLA7o1ULwAJ/IOPWFRNkwWBQLRD+7RbxKa8r4EE+J5I9ZpKwjWENlAJHjbbi8V
pyVormroQpllSJvlnmTBHnp7O5fpncuhohnOIdTzoEVlL8Ztk1v3WZMfpALd/fnfcmp2UUaDJByy
i2jmWn/qqzugyrKR1RYa6QN00dPZeuka6G/NeCwkU+f/UXlp/IcpRkHG/wvyBKBoPQxeWRTmCM4Z
FDMeZuNmBRVR/tW1v58f1ambjWAPA/boAZewPVBayAMNekLM7wR7u0isfGfTvfNBFdu/yZs1IwvJ
e2TPQfD7diQ+g9JB2bnVAwqIeygb7qGscreUl9gZToXBBCkupIfWgNS335rhmYVQm9LqobJeqJdH
GfttQtwn978qrwqVNV9wz1MHxmt7mwVyoZIG/bsABwYEasgfG1JU51fnlIG1IAA97gDF1a0HNBr7
ryPFek9fcXZN0v/w+ZWvEeEzmDO3j6GqCvTKd1Egbh5DD4QlbXeJou7kCP41sU2JI9cO3ZMACN86
H6qreerKOztnl+i/TmZXES2h4w0FABxGmwcQdvvcmz1gIoRX/sucTfxgcKOKiAtWjanIij2YjyyI
apYZYD7c3dVqhhDO+ek8dVghbY7S7cqJjqaVt+7HdKfKwdOIdowlArDna7FMhxqil+fNnJrSld/U
RlwF8NU2ZeBDGtZaqrUxLcuiGfmA8VJW4pKF9e9fHTwKVSjD5bDQOlFQhlNx+C8jABUFYhjgbczN
90kmg9xvjPJhCW5LyHFeyAyeymOgoL22D6NG/47+q3QaLWSL6Fa7N4EYQs8nEWTHQtwNuXFDhR0R
60JgduoYfW1yc8AxhNq8oQD7DghNgmaKqv7KRhXP0Rem7i/CYHvJv7a0cbLFHQDnqwY8D7l/qPvi
AH3IRFVipzg5jiBICUufHQNQC1Bj+FLXXlwHxieViQtP/5M+ghAUgSyuRNzNb33EZ5AWbUaE9u4k
n2k5HoFEvzDWUybQ4YDyEAI//LMxQTrDa9oKMFF0ZOWfgqzKIEiop8/nnfHUpYEG/TVsQis9Gp7e
DkQ3wMzMwVI8TN4U5+zZFci+3jbkZiA69I3H89bWr22Xb2VxBhIHeBYQWL+1xsyFyakCas7xarDD
aQoVJ3qVF+UtK5xrCirJC1fIqbrsynz5P4ubzUYNifq5ALptFvJWt1Ue1WZ/nPWCroRKXU8d2xna
C+deQwsUmqehP4zx+UGfXMhXP2ETOtnVvCx8qcCt0YeTE+fVhWfm6e8jErVQ9yBACb2dVKIdUAFZ
He4x9miXPxejvTCJp0529Kn8z4C9MTAUgyF6rBqvZgiMNfUViKB/Ou4lsoXt7gawYCWwBPv2WroJ
3kHbzF4XyPWi80EOBkn4ZHWPvJ/mWAsKYkuQvd+hfFPHsq/9UOQepCSccddCo9Rs9S9eq+LCym3O
NbR6ALO8poOBkwVSdhv0OsIs+7Iq+cPI7PqqHYvh1rc4iUoFyo+Fe5fEPk7aA14EFoHLflcKoaZU
Vc8a8ZDncWuFvffgQG7YufqQP/4zqldWNssp7HZeGgUrlvWLLkOIh9J5Axt/eWdgs8t7XU4o9cJA
n62I4mdLP/Y6OW9ju7H/Glkxd6vCAOLdd/llaeU9rSfU6cf5uuDNnWs4e9+A/mqr1P0EyXOLZHHG
sxSRUyjr4Pn8Dzg1yL/cWKBkwo/ZYuGGIeAQhUMNv8xVzLizl/59O389b+SUQ7w2sm79V6GIL4zC
saAx/2DP6MnmIsxnaLQYD4b+dN7QydGghE3xbsbO2wZviowUcqY0f+g7/0fOm19oRQG7mH44b2Zz
2/yzaCgyg5sJmep3XWFWPY0Nr538QXCOJ0mu8VSF4CG3ntpyhGKI86ezPvgs+mvTRYYU2WRE+u/a
LbA8DSIKFCKo94OSg+CfKn50exp2VIajX1xwzFMzidIzEh0I78DXt/79qyWTjSMDNnb5wwjh0/6T
6D+DQ/L8LG4O/H9GtDJGgyUmQP1vc2cX1tiBqR21IkjXB9ZTLT72MFq/7+NZhOkCuGwl4307hNrK
l5lCYTTtBIMC9SdbXQhRTwxgbXq0175HXFhbbyvrWhm2dGlajYm58y+dDac+jzc9mjfX+Nre5t6t
oPVnixGalvruRn8QivF3doDihDyWTQGY2ZJ3TqZTW2bj09TIQeX8BWnx86t7Ys8H6HQC+AgXADqE
Nqen8AzhzPkIGBUJM/ET2Eqbhj37WNCwjuKNlXUOX7kpoxOvR6ZxfJX1HuLW3/2+uABUP7EMMIG6
PrjyAYnfcghqM8OrE9QhD96M1jwnu0YFLv4vc/Wvic1cVUwO7TLBBLOPDhrwSJTX++FSZfjElka1
4C8LFKgJsbHfzhV1dNtpoHLStbw3O49Zd9U9nR/IibkCBBmnL5hbsSO2KSIryIalR4UzHYbI7Q9Q
izz//RNORdcrH1UINJJgFG+HgF7coJgHEzuu+W0aY2jSY6vtaDQ/FirCrbDkQHoBw42WeWCd39qZ
yoAwu2c0XX4OxX35WekPHx0wQJASxfsBa+JsjldGgronLAjSmt3wq+5Sc8X7dVg71VYxNDSW4/m8
cSgLz4UW/QJBCvbf+ZZcorl850nIWKDm+FcgCAIk24TuRIwgK3lnp6q5dn/b47UVJOcX+t0AYMHC
038lXQMF+FZ2sDemrDdm6aZtn4MgBHq5y8eevg78CEu8NqTBnXDCbqbI8HSQ98Jy06oMdXVVBRdc
9f0rACuMbeasrVUo0G2vN6KZlnXWLmleqriCmI3I96AaDg1+rLs5LII7Pj+N5gsjSZ8dsu7CsfU+
slzt29AWQy4VXJtbQJImC0iQKr6kFnl0ezvOMxIt0/UCBWwQmN/3fQz6WvbRoBx+t0JBkfAGNc57
EKZloIs+s6fUq5PauC6GCwfMCc/DV4HqgVOfkBxVpTDcSrVzapZxpm5deTTyj4YNGAIuReBIkYpE
2XsTlmT1SJ3MBY6+tH9ZDo8t4/d5396WOVfXgwWAZDAUh7xjKrMZ1HtZN05w7j5EcyTkxCI8YMbh
3lhS56f3QoSXkKkKZ8kO522fnD+8rUE4AYE+RBZvDzbwCzdmw9spdRT9rGdkN2fvyekvcdSf2L6O
jaArAAmPi2h1M4fVDLlHYPDmVHamxkLx/qosyksSt5s0zN95hGsjKwJXWJFXbwfDaWVILYw5/ato
PuAsMn+bYo6ICcKW+fH8zJ0c0itj69X0KtLwGBTGa1AbpLmEynMVQz320omx3l6v0kr/jGdNB+Pq
QcPDdjxWjycHNQicmz4FJdTlvXKvupfWGsPezqNqZmEld6a8EIefnMYVt4hmG/AcbCmF9YiMAIqR
c5orKUJPe58maIcVXhOh1LmXpXnpZEIOYDtSfw3cEJRDAQqX+VazT7eQiCbFsqTGMvCdzIr5D5it
fQZ5ZKsHy2YB1tYAc8yn8m4p6i42RFnGDUHbQwEtYjAlKR1NLXCxg5ctCTJwM2hSoe+91KpGjQgR
28q/3B00utfD0qnVE1MOJKhV2R94ZQcJG6V7586j9eCAWjEeSh3cNlOgD6XFPjutHL9UrjP9KkhF
D4Rx43Mxu78MfywTCByJRy8vqkROAGT5OOUji4xYm6D+0SoLMtPAaLZVrBpV87CYquyw0LbaGWxo
rjo+eQfm9joclLfEgwc2R8rnOelM0jz7suCR2wkXDHyOfnCqiYSOXTnxqGcIOOdte6uWhoLAx6M7
WSr/mGkIxVtN3caQJgW/NRVmaFXmmPjdKt6nB8Pe2ZkBgnOLzY8+F/xxNHt+T925Cl2X/WkCE9lC
0pf35UTQVYKEVJSZYCJiBdjMGmBNbyuncJO2Kmg8OWSMO+jJJ6ofvqMXQ0Quqay4D2YrxpkKeEhe
ZTcgkjPvKrs2H2Xl3jCkftolUXM9HV2aVQmnhRfmdc+uPDbMBwchO8ox1o55/krpEPwipFpiLnoe
gj6HxaXgZiJMgikdhZFQJYuvUOppbiZSm0haQGwldL3Jt24Gzh/RUOZEpTdlD+j8/OE0xXiYC91q
TL2kUJJHfuBguCoPB5K/0LnHMTuN7Vdr4cEYDY3LVNT3y8vcCyKj2gqqeyMwxhiwfPsHeHmlG4+B
Tb/xgJkvNgCHiTH2hoiM2fef7dmuf2R+ZX2igWxuzAre2Nn0d2/Ww5fFWfIQU/MEx5iTrBp+V8Zk
PGVFttxUbC6+BVXjBlcOJ0NMfDV5sUt4EMIX7eaAPNSfXC/e4yhRFOeMjnEVzOyA2oCOPK69PdI4
+WNtiqANaSfUZ+SM5Q/ech2ZRo68S2+P3zOJuioUKIw4w9ueRcLPjUhPpX/rdOOTb0z5dc/BSHTf
uorteWuA9nYCsQP0RtjVVFU9ODUHN7EGnLL56iQz8Zt4Gue0dRuNeeY/C2cW32oWqPsVdhqiKdF6
FiiKelcZgPi70Wm9pznD3IceaogAHqj8zrBq9qns2m+231ZfZGu/FBkQPvM4t5F2F0jKj4bcFVil
xZjIDos03WNu6RdnHuwIQmxWzN1miCGn2eygbxbETWG+kAX9pPE8SGiccdVGiInxRw+OU1YO9DMY
2XhoqaqOTXSgJf5kym8MO7ONqF+xW7cbFAaKytkQjOhr+eGLHxqnMMi/Q+38ZiVZQgJ6jdgaK4VF
bvEfElWGnvTF3qqEjIKR6njxsiYmAxW7YXbLqAZvS4RnjLVzdN9dOQ1144Ll/rN0hXnUPGNRyWYW
1dJxwUAX0HBcsjJs2WRGSydBPsT9/tir0YhE6YkCJ6GEli8f+R6E7d0XqV3jh4f6Zbi4gseV3+rI
5iV4YXI+7pcyqFDUqt0Qe9iMOBFVZEsFlcWOu/IJDUMysjMe7Kuyb6Je+dMfjeDguscj5odqeHnl
2DkJ6dAUDHI31RDNkB8/4OAxo4bkI9pctfVZOLVsIlST1E3Fu/wHMXD3hBzPqcgR/bKnvaePjujI
vh0NPxlLS3+xVaGGaApaKza0HvZsHoNDS3I37hqhnyB6EYSi6ItPdjXwfc9R5tYg2r/WQHA9TJlq
cYwb0wGl5SASljLvVCHIrjQAjq88b34QpVSxGgIosNaLF6ugaFJtDN7RAB3qYVDGkrDWK75KNlYH
Mc9WNElSAwRr+tczb5qjJzMzzFBBAFClW5rf0ilx2M2liA1zeCDWVEciow/MsLIYoum/ILbGQz7W
wDGW5RfkeCsw6RhQis28IdaVy3em4ePUoPVyV4wDD42gscKi63AxyIXfyi6QEd5FOrRLNHg0QwFu
QjerE1k2Laqgkohj39n4TfhRN1oMaseHQt0utqRg6gn6xIE4XgIumzmCKkET52R2D4yZ1i4D2DIB
pg9BErPUN9y+ZTLngifLhLeQb7RuNHFDJG0Bn9aN6131AIZGk+dCDskAYX8OzNBtp1UZeX1NI0nd
PyX1lqc+YP1jK9pqLx2Y9VVPdkFm1iFlxfS5Hko/7sZhCUERYd5lOXCRjhLmVUGzYd8ask1ynHpH
OvAxKSvt7Xqg6ncSB/9Vv9KTGH3hXbkQWXpSlRojQwKBhcw12oNb+I4sfDvxc+3FSwVJHGNGh0s0
tlDRmRzJYgCdACPMBvemnAMDLe74g2R+Hc05cEi0gS5ENeLQmI2iP3p0shLR1cWjFOhic2TXPvZN
2YLzY1HPXY/ylzUH7kMvLfzoui8Tbejhe6HmPJyCuQupBbVaQYZxXyuboWMWkxXalNUJKWUdFi2t
r0o7AzzUabrrtsabzJkpP/RwYmxpPjy56E//KTwlYt37+mBzOoaZDRIysahfDXFkCD0uEdoW3Gwq
GusaWzaLkDC0d61f5HvwieHsHoLlAAQ+Nhkw+bGoByeaqm4JnaV0r4ba0HcI4j33iBrQPIa5yMTO
kd5TIVh7nLTqkmYw4bPegg72rAFZpjK9Y8scvesq4oeBtqvbBV2GkSdbPzYaUkGAC9EVGH7NyJla
hJCsfilqE+Bhd3GvkJ3Kdh3wMLsxcFVommUQzrUnAbxRwIC1hCbt5FHovno/g0X/7NHc9KJ1ZiEU
5TjylG3ue90I1JQgQjfzFnRzfeteizlnt9LI+d4pVPO5WIwssoka9kVZO1ElaR93jIvYhHLWjphN
v68htXSDqAA+OKNHcVK5uQNzEU2gwvOgWE5JCF4eHpVdT/Y8a6Ab1qBtM57XywasYFjTeUIMMRXu
4+SiYO8WBrQGAKYzIlejUbWz9RhnXjElmZT8UMtcpYsos0MjlbyrFsgKGf3g3WEfzckkGLtvZGHe
9XWTg7LWNnbCMkaA1FE3nKED5YdVaYoY6Yx2J4ohG2KlfPU0g7OnJE1UOuS+Q3yZWCofv3gB13PU
gEbsm+PPMrU6Vfxy26H4ShePJUTQJR7N/GdhFVaYGWMZIQZxorqjTiQ1QlkA6OwDeHXobugzM0HN
PQ87Lf2YLMGUDIpPUVahg1O3LtsJAwQr4BZzD9RSQ1IaFpwOT7bQ0s3L3FB0v0y0ug/QVhY7dY6C
ubvMYGVpg3BC/iRhbmMkuTXzxCMsN6PRam2yd+t50TsQ/Ldg856y0M3ZF7a4aAsYhv4FYUROEhdl
xjR3hb4hULsqj4KKtkUwC9kvFDlVLFxQqpGeyjvK/F9jX4xh28Dp3azNd5OaEJQCwnnI6Ihrp8I1
yMvGS2ahhys0eamnsQGUzmdN/eLYpX+DUsbwyR+M8ihls6SewbgXFuAYbq57thAT5bmsi4SUixUB
KSfu5YQDIbeXKVJIi+BKgboRuFUGdFOTIpWgTHpEZAa6tqwtdzkSqjf1pINnZZVZG4mxVcdpYmDK
GTJz7EKwv/DfoHlQqWugoaBkfnE9dBoNjkIzHo5BMUUD2n+iDhHePmsGY0f7GccD4V4EZq4gXmxr
PJRNlx8aOsrYLfxvA3zhNmvbAfRVWfV5Ah/Qjc4bCKpWa75o1vw5F2reTY7XxGoJHDB2d+anwG55
ajODg8+O53gOdWrvzHWQ2Ew3z7rs8ApfqjqibbEGPcqHWhKhx3xY6qRh7RdD9jKphVfd1EK119CW
HG7x4mG4853unpT99OR7HbsyewFXkU5x1RHxB/+XiPPRURAixN4k+az3FCLeV3hudWnXdojseyuA
lpQ7ZkleMJ2Wc2OExuiLxLGHMqxcPDEqYNeenYzYO68n5j3Fxv40mF6T5HlWxbUY85ibFajvpk5f
m8VS72ZPz4/crYZHF1htHJ+uFdajkru+yKJABFfoYfxcZK4RKwExKWaPRSSqWt/ZE95KEsdhhKYA
ubPt0t2tMvKRI81xnxNtxdlQ/86KXuGw0N2x6bl119iBiEpTxpMHRst+GTVkv4LhxrHy4XtZSwB1
eefcgmI3AFCotuIC6HFc1VNxzM2miNiQtwCVm/vcMkKQ5LahsdjLcUTBLxky0R0NqtjOIRn4twEd
fURpAHAqwNXjaeir6xWIsStbwaJgGYMbqxVF3ApKd9rjuNZBN/HJtepfgg/BvengmPNoi7Bl7AwU
dZ3yamY8+G73VoWCdqZie+iHe6+q3WurpsPRV+Zvz29wQKveOorJAUf7JNwQCblytxBIfuaotES0
HtyQ9M2ceEpx8CkGXmJMk7VnxFQhLwPxx7UVcv8OM+47rxBH3qhqV7DRjFAPzBM5iiXEEW4kssfF
wImsgVgdEIRSSFiiuaxPG4ssB2N2gzAv2iAG06cRFTQvryBHT66nIG/DbGzzEID19mXoQIOABubs
arHRRbeY5XKk9lx8hzKbtwt6a7oBuf2fWRTls+sYmEtSfB6pNHaNyn4qKaun3hFtCvQi1Cwn204b
29chwlGWaNur9wjEWbTyuMbIj4wxGqKc0ML6XCluQF3S64yjYqD0C5E5Me9MZCkjNYxDXFr1XW6N
1lWG/rWE0dm4dwckJTzhNtfIQDe32hXjQ8WN6ZkM1tMyVJDybM2KPmXUvXe0aTyDqsaCbGDZgMRP
0DzNi/GF5vl026DVIxJu9ofWhbpG5990tHVXX7m4siKeT2PYQPTMgSLhuFJ+VjJqMDkGzCvTv/Iy
NsaFEJCVqEUb1dwMwlH2LMo4aa+dzjL3ujaDqGsDvavyrIg6h3x2UPw5LLys/4ACjYTLPKxPrrxM
CsI0nmJ9d+8NYAUabLqQsGmt5dGDoNyVpywRIeI1975f/enLgh603RXxxDzEZVw61x04nXeVYd3k
7VhFAWvNtHP0OoX+fDVQg8ag9/teoV9hX+LxtRN9qZBUcIqotJCAqmsDETdeYOQITMP03ABttssW
Ey/KSVRfC8PovwC16h097I09anpd2HRU3xuIp0JeZCwOug7pLV1ZB0isL3e4UrtQ88p76DjE5vBy
za6LILCTqp2Mgzv4ZReOtswRXfj5zmR9gzCgHELeVjSpkfwMmep+B1x1YYktfjCQZ0ogggGWhak3
kqVt2wcEzEtoAJEUdiY8ilEyhnY/WbcB+hhu8qrnnz+YKV2Te/Rvg79lrYD/t5nSfho9stBgSYF3
9uybpbmQJz2VPFxVEPBldCeDt+7t92vJpAfIzJIO6m4SV7l9ocZw4fvupsg4QjIzsDi+T+/LLJou
wZzfpeAxPRR1J5Crob/oXYPK5Ae446ZsScemRKbw6Ji7WVzCup0aw2sjmwKmJBUZPQ0jRR4VRniJ
bO/S5zdLQAEak9OAz/tIOTYPHXv5uAvRtcADRLu1gqTfLvHsd7NXIPuUVvJbKp3vH/462hjQ5AXG
0GBta3z79awfB6PXnpmCPPKbjfQQMmAfrS6ih3dN46PIgloyrLw1AYnpsWhlS9LMrO5RAkJefXb+
nB/GCUeCDWASUF/BW2TbY4oKAnWAFiQpKLYtmfY1MhWfzpvw8DPfVCTWYThoMQWnGFBVwfr3r4oe
ym1ciLw2JFW4I8HS9ERKjRx9+c1Hb+uFmvt7UNVKCLK2faCZEcm3zbExI9HYLW1NcEFOh6LSxyVT
D+gY/WRL9tOcFdKRHxWwXTutV2AkCLFhE70zb4dntsYUCLcjacNEWB5z9uv89K3bYDt9KI9jjwMm
BLjCxgtKu0A8U2d+ate/Fsj38TlELjWcsPFNC1mgSxQx2w4K4BZWdXnQua5V+ZX85+2ASEtpWeem
l9bat5LOztDH7fVHkiE93ORJwTVStvWnyTGSsW6z6PxwT5wKgBLh9Y5JBf5jW7RHVncwPOznFBCN
aB6PwvugHMo/43tlYXMuaNzp+ShsL2VALVVwSf8/ODx4yNbqFGRQgZ54O4ENguUA2SR4BISdUWMZ
XVRwQM7P1AfF69ZiH9o+MF1/hVdQM39rabYQ94++clKJFFo+hwbyuOeX4xQCAT2EKGEDjeyjY3Hj
DWjv7M2h6+10QcmMqX1Vp3U/hmgqXNpuRyr5xRiqr2bm7iWt9znyee70+/xveOcSKHXjGAf6DhBX
h2xjgcLsCJ6xdE7RSRMVeXWzOPJCOfGkCcjXoNsenfDAEr6dyBZvMeQSnDkdZfvH7LOjXwX786N4
dwyuo3hlYlPOBtJIsLK357QYvls1WIvq+6kuw5zsztu5NJTNrY33RxA0GeygfRxPZ47A+8Ihe8oC
wudVVdJClWpL7ZMD+ACiBw4LayqQoccend0XuxVOFLLBWYxttDK54Z7dnqtz53ZdZY9pL31WA2sG
Letu6gO8+KmUYZ3n3aEUTXk9TzZ/bjwe7Jyx/nF+Mk+UtUFNthJJoJ/MBhPKW7+oDFYLdK0D6oAc
iI8uz8BG4OuK0LFkpIsPqp+s+9l1YGXtWfzb1/XWHNrGbV95zpgS8A+D6nxSkGpDDl+qL+4lHrJ3
98pqC+AxtEkEcMztxvZ7SCNYzTSm02R+tgnb9Z7XhwSFKoQZswjJWMfcK39ayyX5tpOW0RsPTBai
13ew4NF12h4NmmOqIBA+Kh+inlbk1VcZ2I70gxzrKDO65PxCvgsMMFo0UayAIkhgvWsnyDXxUFYK
xtQFNVRcz9WdB5byvAFBYTCg5wWHGeSj7Q+yvf9dUAKaKJzSYN+GG71dUFdKBaYLCj5N3AGVt89t
FgrDxrvWivGvzQf13f7aW4E5a+M3wp9trFXSCS9p34G/ovusQlbwEqbuXbyIeQTKH8W2Fd6Iivrb
AaFgRWqlG+x9PKoDCuKLAYnj4cNRwGoGdTbc/8D/gizvrRlsAcAtbDmli+vH00LuQTJ/dd4jTpxi
MIHzC6Dxtal2cx7ns4EaR6+ntGgb9TAHyCTjPcKezls55XcgXUZtE+z7QONsrFQ06wkxmimFS6IE
eiD9Wk87tkpFihwm/XLe3IlLxn1tbnP4D2rWM8+6KbVyQDim34H9aabebhE/z9tZ5/9NUIr1AUUi
gKeIsa13zWvKbGnOSD2lSG09kqzFITy/iNb97EsLemc8otq/q4Cpjs7bfR+croZdsGTjWkAD93ZD
NaUuSygCzymHsqSVGcgEdQkhEpm6Xx19bhCbMueHe6lP6JTboxMAoRbaAd7jIA2DkkFyC5DE5dnC
q4X0f9pLjC+nQi3IAsAVgbSEy28RsZ7JUb8clyll5j3BCWxLHhnlvcq8iPsytJYHrz445m1u/zHG
q4/3QuEoxqmMP108lkE/93bPuWPTlw437bSrwdCKpC/j+eH88p3Yc29MrNP86ikYDN2at17sNKgk
eg73hv1w3sCJ+/qNgU0c17tOqUiOMVgCpSNnl6urEX3RQrwo+0JocHIsjgVeblxjeJ5tjigw6NmO
QGUw9b2fXvb9Ei7xwuftTQJpKugSzHWJz4etLcKlvJR+OeHSaHLF22E9//CM2AT2XLsoY6F/PKU9
oMPdrKznDiihYzFa5EKDhbV+a3Nc+FByRgwP/g5whG1szY2sF6sxF0D6aWjxF9e5WQy+y5vPbv4r
WNaaWXcIAGxzL6RQThy/bwzbbx1OkMJhE1FL2gv2BFhxkjtfsjEdbAlxuYMqLzwjTh1PsIf2BTgG
EOHbTrzWADlUV8olbW32wyvMHy3EMFDJQukhZyEX9R7N2j+XrLtxNPAu553/hMusCinIGKGTCFo9
G49UtCVBpYDBtNEtA/qzC3fLhc9v6cJ0XfA5t/F5ZA2Qkk6G4M9/+P0I+fHeBCIXj823i8UklyIY
1ZxWDJqxk4mImwWXiGTWj2xdEQ0T/2/E2eyrQZvCpGMHoGoGAwAyP9YFeUbW/teUo9xhmi8GXURY
B9P+/OhO7TcQxiCP52GN3jF49D2KB1YmAKWXXz3E2MMexdTzJk7c/isnzf9MrCv46nh1pedNWlZL
yv3Y/d5b4Fk/SHLBx0+6ARrxcXCA8AlR5lsj0qpsRy4w4iwxmSEqfmGeTg/i3+9vtmw2G2ZLwFuU
ju1O0z2zdiMY3S9l7U6vxr9WnM0ohmBWtYYVp0tMJ+RfnUvjOGnhbwC7Su+8y6w23oxe8fzvex/w
9TLIv5W2vLN6kpxf9At2trxYQZ5Ld+nmOSV4x00g72OoY4ckl+l/sYM3G6DW/ntilayWwPcpwPFJ
c1sDOC1TAFTOmzjpWsG/JjbRK2W9D1pRmGBAOsmiCcklabaTzoWwEQ31NkUEu3FeA8CHRgoPSRiE
j/VoA7PjxVDZHu3+P4wFBzFSqTYUDHGgvXWwAj3R82y4KJ4gfQro3YXPn1r115/fvCtKPFppBVgr
8PZ+bP/WAOS6/+E0WUmuMEsIb1CEeDsC0NA6fBaNmeZdzNuIXQGC4l16l59a8rU0gEQmBKrR//rW
iK+NRTQSdbJgAUbJHNpQBOT5vFudWnRk3tB5iXQs0g2buQrKLOPMYmYa+GNCRX8QWRNyaiWB2J23
dGo0uPkRxSNvRfE8ejsaoGeRgDBmlLT6QO8taFbFDPnGC3Syp6yAbQXtvD7kZd/prZmQovYMjmhq
lDsjAQDp/CBOTRfWwiLoqEbtdcv04FUAR2QLWdLZAXCUdVHp+4lqDt5wISw85cNIykBIFM/IAJWm
t7Nly5q4UM2ZUpT0Q118r4HwqasLT44LRrbHI/DH0lHtaqQBX3L3RbtIilxKV5w0gmfT2o0F+dqt
hyFWrzVClQkr0keV8Qe2wu5S29rJZUeAh8QrUq/v2q5s5OsEOvWmNABI+CiX1t5nTP05v/jrXtiG
R1iN/xnZeHDW+ZnqPTx0qwKpx+6lBuigdV6wMrT5L6ZQPwWBJepn7x4go6sruviA/YtphuqZ2V9T
w3rQzXILidPnHhjo80M7OX8UHWNg+AEP2faoacve7Yv/I+3MdtxGlm79RAQ4D7eSSqq5JFfZZfuG
cNtuzvPMp/8/ep+zLaUIEaqNRncDbTRDOUVGRqxYq9DpjDLyla3wMNQWnPLsyflrQWQGjsgCVjTj
D3vH2oXSZoTKB2DgUgCmzO42cnsTaSuxtsjO7SLzndc6E5f6A7zK9lNnDqs4rt69Mq4f3KYASUPB
hMxxYn+VGmToEyAQq6Tv7V3jNLTXtJvQSpqFwG3urQXF1oRHIDcDI8PpcW5Rz4ukhrJAnpT/JErw
ZOSNv5asOljXlMNWDsIXuyJNrn+HQ4v316ywYwcv70DZ+MO+NLo1sMSbxa69P1y74qEwpjZL9g0l
vT+vvqO42nKCxvHps2FkbkfGE6BaOtjJlmDbfJAHpXpALMJ5BvlOq0UAPqZPpeQmTCKa41F03Hlq
VqylRg+/Xd7Rcxth6pKlqj6948VCjDFCcIkYASeoe/C/NsVG9m8+YAFmB0hK4NQm03e6poFPS1sA
q8xeAYQa2SVA389ZtYRmmTs3CIca5L1o5qPX+dRKYYMkbx18dNwrm3Ss70n2VjX9FleKUkzpcXId
fw0Je8Wz07RuQwy5A8ANOduAjXrpkx5CGUd/vzx1c8dhIjomR0l6CFr/00F1gTfirykpppL0pHao
HznSDm64Q6FQN4q78F2Wg++Xbc5N5LROtLHSmXCWNveK1nftkpbI2H3JdPhJ5RWs5OioXzYz13xM
2PJfO+KlKjtDqJYDUVuEaGlGI1IFIs1BS1mOvljxg5aRYeHAh/dtLN/l9RLn8NzUHpsXovhkKFwX
EN24B7VaDetyfM+qe8XYJOpKthbih7lbg/uQyeRup7dV2JtB1BeB2ag8FEu4R3K9XvFyDBYmdHZA
VOJgrQfoA17pdK/YYWBljse68fZqd5okjY9a4blrV6tJH0WxdRPqXfRaJf4Sa8isZQIXQj2Hf4hB
vhbTZacbTGVZ3ZZqvS6pG4zqW6DoKO3uFWshdJ0JL4j0LeqblMOmZ8XpQMuJKKpxwXwZ0oHHfTJs
8/KBeTWvJt+wJyFiIjH6kSdiHeH06bXZV/AlyHu6HtZj+Ys2iNr/cvkYzGwN2qzZFlAJgBkQFbgq
WRmiASTyPhvf3HFrdHcf+D7971Ooz0tSZHHOMy9R2r5Q9hVSIMOqsFf/2/cnb3J0rcnl6KWNFit7
1QnXkdKv0Ez4gAUYG3GDhPncUIIF8h9JPGjyXvajFeLx18rLTA7dhh8OZgyk+KaiyamB3K66JNEs
ZW8/DaG2kuh8ujyC6QPC1c9WnT7N3T9J2Z4aqOU2rly9Vfd6HFmbxknu3NCgW7d50HrjtjTqaF12
zkgvZPT1suUZXw7vEaiyqcJGyVoYGirEcipN8MiRVoRubX6RnJs2/fQRI+DKUFWm4iQWQbXIVUKr
9+V9LDforAzDXePK7tp3xs+mliwEiLMjgvQZfQ6O5dkrSe8cVZJBlu2byvwElfvr1Em4kpLwZbCX
mBZm/BpF8L+2pj8/2ttSRWer2ke8+dvvcfxdKQ8I54ATgbEigevs8izOxGFIDZKwhpWIe1dkytGs
1LZKC6RpWwC5UdUVHOWr1r9SfOrPZqc0B5oVwrhJQv50TCq9IZY7UlxItXrtODSWX5/aJamAgC9w
kMmfCZu99HR64SEC30+9AsZD2C+p08x5zGMDgsfRzBFYQa2Ne73Ymt19/fv6deBhh6dhiiz4wk4n
qC87qx5cSlrht0G+t7W9u6T9MjsAWAEV9jAlaDH57Vidj64Z9SQ7+ZWnKyNe0ss6vyAhc0HReiIs
5t+iz1dUNw6hFLJejIBWAe/ec74GtHJrfr/pr+a2A2SEMZh7dfh2zrxzltIrqQSD+ZIp98FD4F69
m04/LxzBoINlY0z5fPpo08q9FDPNlMsnpnqybCDQKLaJl4uTDyZd37XxQnuPX8IfMb40nkdn9Z1i
3OWqvDHrX8rUOy09KDSWKv3btbvt1L4wPmcYMtrnOuNFcj4X9DaXwX2TKFe7FoyAuJnqeuCXREBz
63RpMUYMUgk+FQ3tmckqsg6XB/IH6nV6yU2oSnqzwGMRaYhQsGwEbBESAr+Qmy+2ZZuYHbg+zXj1
myB8Z5Zpf82ST85Q1V+aXNUIRPPAX0mx4q7HOKcRv3aqh161ymeAtVQfRzcM3hupsXe13jcPeuB7
+zptkrsx9JKd4ZXRLteAuMkDiAMaxdX6llCkGjZGOvT3PbHjrceLf1WBh7hDKDb+0RaBd6Dy1FPL
t5V3+NSld28wYEwc/Hzf+lBmNuUYr1wzplnBG6NViuY3mkmDtemiRkl3XDwt7W1j/hzS6wiUWdc+
96HzWmf1v0EnqSvJl2M65sagHrfkwfy7chi8bxmM0A/lYDd3qKEGYJ3awvy3B0v2O1YHaXN5Jc4v
kinHIOPkyfDB/yvc+VZKt5WcGKx28RLTNUoz99WEkBz6IxPi002r3DL1c0w42yaiXWp7eQRz/ot8
xCR2htz2WUCRZcxk33jmiyx320C6HYvfeVKvdPfeowvxsq1zZzwN5a8t4QD2Ra3HXomtobV3HrRN
prrwLpuxAEIC6jXybASBYrlIybxUK7j5X5R2m98YS0Ra5wERUTFefjJB+CCyQlpeTrrQU5BN6V8b
nkCFMaF8bvWlLM7cMOBfJYKFgnJiVjy9F6sw8ApJae2XQP7ePqT218vrMDcMxkH3MZHyudQn6X0p
9z3HfFHgez309gh9B5Ttb2Osdc9GK8cLXFOqyu899VfoHXE5AuUEXQ/e4nQ8btN47RiXKSipojh0
+XCn2HRI35RBNMJeZMuwN6XfbDmPbroxqp6tGg6lME39lVtDUyYHpAsqu3JeM1yUfWObcbEdSj1l
8m1rreVq9APFBfUwUR+sMylr3i5P2Pkxnzw6NFmgEKYqi/D7vVipWykZkxdIA+SJW77SVuXVxRVE
+HDq5BOIFoEcnM6RT6yt09AZvlhysR4BylVmD5vE5vJIznfWZIVcDPHQTLiSln6mho0Vvkjtg+L4
62683iVigZCUwh0tCGcdPb7nDb0up9GLlsgrw6LxX25WXf/v9ePQDKgWwbZOb0oxcswGg+JdFr8M
wTo7DEu8y9OCChuWA/L389M0Hr1GQqXu/M7g867xbQxupPoRMo1DUe/CeqcUV7tFHflYIjq8Fokr
ceWppliD3LO71DR+smjuhojt2tmCw9Yi30zZFqJ6sTENqk0rtOuseslVFL92WXZ7+fuTPzqdLr7P
E8QBighEVzwfgS77gaOF1YuiVuFTK9v+myy1/n1kmOWj7rbdnSbJ1qr3u6X+sfP9PFmeyvUmAgJn
nIO+nqtVXBfVS/2rjVfh58vjWvq64IflIYKdIyyrlyIM1mZ9134gH0IphD4TwgdEOPnn6UZzohgO
C1zeSw9fwbAKtaV4dG4IuCxWhWwhMyUcFM1T9FTRWfqhfJbcR1lbXIHpFSssPtpPBvkBFH3ZxsIQ
lEaFc8H21JcaWzde2hlrt4SNaS3HieXcemMTvPHOy9b07+rrXOKVsXbqtuDV7aJ8im8wpB+Z66CZ
KLvlmpP9mR2jICLrtTJtI2azlaijHqJWtTd+5tvbwoklyCCGeEPFIVz3mvrqdbXxbLuGdBv6Kcg9
uNrHz71jDuZKyVTvtqIvJIdJzoJKMQvHh04tus9JzR3emUEHtKSSLGldlfKwScvcuvplNTldE6/O
LWidEaSqnAU0Q3z1xVc3hQZ3/NUe5PT70/175K6CMu+qypyWYHhN9Hfd+HH5HJwHiaffFzZR3Sph
muiS8tLFgbzvyrp6UkBMQLootxrN6r4aPEMsXlzttthQCLZxi6DCc9ZPKxe+2gz1UOyb8c4K3+xi
4co9Pxun3xemrbDLxs0bvt/SrqvgPvoFvzgDL8UCx5oYZso2idmByvf6roeBG3jzpxh0htFDnAeN
Qwzjm/RU+DEKkN+GNNlcXq8/YOOjM0mCANk9DKMI7UCEL57JPPIST4Ek5OAqPvwDCULU+QApYBaY
g7Tq3aF7VqLMvika+VvYRslad82D7If8Hq0FiA3nwV2BSsUmSe1X3qDRRms8WM+SsX5oveazFcNb
dvk3izWqs988Ra1Hm1iBRsJQEiM95HoOg5b07tT+g1so70gVb0utXacouDp6f2snxiOIoHUzqneX
f4OwIc5+ghCDDY4bIVTBtMnjN0m61yDm+98MCBeK0fq97E9jbL7ApFVEC58X4tT//H6CSB6k0wYQ
67JcAkmdw9JyyIoU1qanPPnUYOcDYzgyMk3i0TqVISqKgYwReAQHky7Whc27NAjhPglguqviaRAT
q9+4GWArXBJqFvzZ2TwJWw0mTtsOOzk9JN33sLnTleKmKR51P9uq0hKuUEx7nRkTNpUNjEJ1So3x
DN8r6cE1csgZvqTkapP6c+a8QAG7rfR/W9naBtnX0NteXq5pLGeu4Gi5hC3Xq5keyy7mO2NlaXRg
3sfRZuwWXOmslSkpSbMAXMZihNnFmVvEnZ0exniNSpuS76KG6P/m8lhmtwaAVm5QcsZnLWCmK3kk
Kzg+VXKjKlun2GZLvMizLuDIhDBd45jBUWeb6QF6zqj95lgLb+G5ibIn0Dc32hTtC09JKIeqwleq
DLnDF73fgfzpd2W4cHHO7W+oWDSqGzzmUWQ6PaKQGXlUkBhEbr+044Or0lGTfYm9tx6anstLMs2H
uL2ooVAesqeki/h40RtVS/XIyQ4WVIte5nG9vXndfTX8zOrbxFjAS/z55WfmTPolqHZAQCfy6xcj
GQNPZzfHbt2uzC6HWTVMjfKW35av4h7OQd9oovVI8gD6MrvaAGTsdkkHE44rSfGtA80LnIdcKXaX
+Pem1sTbyLDjNXi3eC35OWRzjVzkb1VudK8KIqs3MApbz5VRpJ/kqngzwiK60av6H2OImzcEtqy3
1DTDTara/V2vBBYMq1VarIrMhjsNyt6fZRDWKLcV7m4wXdqoarIIZT6mbzRLV0v1iPP9a0/IB7YY
9JwUoYVQTYP60xtKatxp/8VNvoENXXD/52fw1IDg/gGP2PkYYMAedrDNbGBolOsl8bJ5I1xk4HJJ
IZhCZAYTWjKatSPvBz3dFGO9HqVPerVw0ZwfRfAM4LAmiTT6b8UqIBJPZq1KTXFgVdaa+TSknyvn
s6tnC0fkfElUhYwk/GPAAgABToM9ujBltfZbiU1wyOx1Yq6HduH755N1+v1pnEffH3Or9vuU70+J
fHvr9DdOugADmR0CDxgcF6rzVB5OTfQGKoSS4wYHv7Y2FT1hfrbgF+cGgfTHVDbhbJ9B4xIzl329
SINDYT8E4S5NN1Gy8ApbMiG49taTIqilkuDQNms1g8OQx+rC4Zibp+NRCN59sFK51nxGYVbbOoHQ
a3PZ2y583xYqyhn6glpmIuqnx/96SQLH7kIEvDBH4j3eW4NZwlgbkFJ7N/N/27Jcy0tJ+iUbwuG2
i9xQrRgbTbGWBzjX7vWlGFKZOdvcrRy5/5CtiGdugBs2lwrJP1gZ7O9KvkYJF8GdEPlH93Oiqeta
u4PPvfF/N+YvyfmdBrd+s43Kant5webH+vd3CGfT0drKhcLTP4zqplG3tr8x2w+YoKGVdx78AeeQ
T4lkyZDXYXCAsVwzd637Wi514cyN4tiEcPytsm2tKPID3hVrGWrC+nZRp3NuwY5NTD/hyIm5vl6V
EpSNh8D6qiQ3UnprFWvT2F1ejrnzc2xFWA5uA8WTEo+5cmlAvy2W1DxmJwqkB1UONFDObt/AGIcQ
NVj/kMl30L7m8DsqNx8YwpEJYS00ErltFavs7Bp+xbWd3n7g+8hT6cSNYIh1IYCoJCUq6sD0D565
kmQYthduq9mFPvq+8PsdLW8y0mH+oXGeKY6H6bMNPVXwkUNxZEXYTgiCGEHpGv7BiLdq+BDh8e2l
Kjw78jQUJdo9MiHspW6AZKtMLBbiK9pttr0GPpt2C0amC+OSEeHx2Nkx8OqU2er8dFvUMrxUkLsa
Pxr9prEOsNnF2af/bf2FW9LofcUH7+If+mELh3i45Jpnj+DRtAlXZKvRmGj20/dRKNf25pXKfTy3
T5ZFrJdLQerYgcX3oc2sfsdLjD8LP98QnlZaHVplGbIgo7oqvpr//E+TbwhXoxrVmo2v9Q91fW8U
20U6jtnDB2cWLW+Ua4D1nXrZuqtsa0Ch8UDd1SjgpnsOoFXW3j8wiiMrwhbqO9/q1BIvGNlrI4Fp
e3P5+7Ne9uj7whaq4HLLPEv2D9V41+7D5K7vFpzswjyJcVaTqa5edYygA5ZGSRlNne537n69ehyU
BegHIVWrTDmH09Uo6ghoee95hzpbFf06z3d9vcCnMLNdEb/WyAeSC+BZKCwFUJxAz/1GonveXTnW
r0LuFzztzFSpNlof/IWdM4laWXfliPeJu+87bTNED074anW3CeS0lydr+qWCJzyxM430KEBQNMlu
KUK4+1j6TpkTEY2D6mQbEz2XvviuZgsTN52ES+aEC0S1vR7pBszJ2tck3Lv+bki+Rfoj+qYLF+L5
bp4wnJTQ6MOC41iE2LuQpo1D5Mp7w7xFVMFKnyGxvzx357tgMkHajJzATNLJ9Hg1QNCk7FN1bXn6
Te0vRYgLFkT4/mjHYZX8sRB8myQ4ltJyc5MEUgXQCiJXZBiF5VBq1F/StFf2g2eCgzI+5clwK2Xt
7vJEna86jeb6hNklwwgeWTiReUhnBeg9ZZ/B3INY004q81+KW9x0wCKLqlk4O7Ojgv3BoVsL8jax
TDPm/ZAMFaNKpPbeCNyVncroY/y8PKjzk0PGRgZORHMFEoDiWwhufQDEPrFC6fcPYdF9qqwyJkM2
/uxc4yEdx1fbvz7NiU2K8tNa8TARu3B8v3XKsItpJEigUh+j5MeA90Fv6rbUomDBNcxtPrCQ/80W
CSFrpGmlEWa+snequ3p8IUK6PIGz3wdxDzwdetWz3hTDbIHdkvjaR/prEPyMKUxcNjC3D2BQVTmb
dIGdUY1ArVKAxDLo3A8Ql7Bd39yhIwvVXauZC1tudixTbhguEGAfYgRQdF2utBJzpZvVhgL82tA+
MltHFoQrB+1v1RsLm+0m569+mL1SWl3Kcoodnlw27C8kpiA0oax+1oGoyV0XSbXFjJnofOshN4Av
P8Kz/lnytZWljPraK6vf2UiLjO8HSAJmt26urKpQWplFfnN5/c7vQHquFAAcKs1gdPIJbkMNmlZu
eppODG1dfJFoAFL2xfiBlTMm9k4apXToq4RdLg+D1TauoexDzU9u7R5lvCK3lloj5vaHASR/4iog
gyL2LEQOwtoynVL7AJ0x740r9wPb49iAMFd27rYt7krZW+Fj0D9ciTH9szGOP6+ehgmlbnhROYzK
fnTBJWyyq0NbVvpoeoRFKMbWaOHFUvaSddvmd5m88P3ZnQTKEIlDSL41MRho8j6NkkZXkNZb18Wu
cl4c5RFhnMv7dXaRj6wIk+QWCS2wqYbDLMKN0gSbfy9/f6aWD0UETYoEfjCgnle5JCMk5gArEiTv
hvKamhGyJ3tffVaD7LFE9tao3U0b98gVvbTdQp53bnQw/0FXCoAPTJoQK2T1iH40Pcp724YR1Us3
t5dHNxckWDgd2iwtQP5ijhSJzCyPFZo/oz5zg5Uh2+XakKLmS0+Asm1VOb0z0JdaCEjndgbumn5r
B+DxGQY1DZWmaoBV7bsUFFqTxeOTUVH9ymqjuafY1yzUEOfsTT2Z1A+hXz1jewiGyNdKr5LxZeYu
qe3bCvUycxu6C7M5t1rHdoS9OAzg57OhmMblfh2j8hb1ly/XL9jUOsNiIQN1FgAV6EqOjgLLiztk
O8MPn+BLQQe17Z9i1XhAj+z6HBdTdmRwmtujt0rsK6FvyxhMq69Ge5+ZxSYf3lq9+4AvpV0dbDNc
ObRVit5Ildyis2QZArl83Threcw2l6dubnUA8xJdUdkHPDr9+dFItHHIKfgN5JkCJGhytIWur14R
2CBAzNsUfTEIw08toFUaeMY47esup396n5sKoo//XB7GTIB1bES81Ya4Lq3Qx0jW0TZLjIyyrQVA
QVW3HzE0dfxNYNuz9uwQBdoomcqvTn1bSb/c+qHs3i6bmFkSbmZy/eDJoKuShfgqipIgsKRI2yf6
V8/5DZTs8vdnDj6PLEgyeWzRYiReQZlSj6Uk0UAfZk9l9bUtdpFvoEP96bKZmSUhXIJacmJb5roT
9m5bFEo20Di/D9DGQSrqK7oZH7BAJ7BK/586BU6nOwvFIWMgVwQTQJ/fBEn3VPfuTVEu9f3ODWQC
u8NjCsaTS+HUTK6Uuj3Y3HWj9CSP6HeO4brMF8qjM4tOYzHALkoUoMTF92/Wp6NWj9xpbvYsD8/x
7+unSoMCi5oFGlh0f5+OwZQc9Ghtuu9jNPKQSdknufN5dOUFXz87VVxf8BZAzoKxUzMDGsR233Rs
rVbdDVK7jfL6a+BHC9XqufAD4gXDVlS68VHEEWJMoKlRaaYe/tdx3ElBc1hrcXAHamMboVK6qkP/
NvUQKsrHx7TMfsIUUa0aGEcvz+pMoMDPYAcyo7wcRVh8b/oInjsh7B5tv+1iJI+N5EsTmu+a65O+
H75eNieytk6xL1gfzi61GwhgxAbLlr4LN25ryBro6tuOuRL+akqnRfvckTd+0bc3gwM+qzel+GvZ
WOYmc/WuXGUoH3/Ah5BFmSjVaGc5a1D0SrukAYBf4vn9ira81eA6ay+hv2+pJ1aE2P5n0JqmwdWE
oTNy+sFI/KJCl3mvmlnz5HvReyT1HvKKUePvYjPLnmNJM+/lUq/WtWvam0ayPvDk5eDzpAbWBZRf
9GWmGyO729DH3Ff+jWbnh1qzrgbYsbZHJoSLOO1oh6o0OrFJCazM/kl3pE3pITjoLQEW51zN9PyA
44suIWDEp4fUHx2klZV43KML6vWr+ErW2z8LRnDEanEwYGkSDmfUjSSqRvgvu3XrPVvyQpw8XX+n
iVuUhCdON5jdaDUUn8lOyBu5VeFYUuIcVNj3IJZvCuU18TxaZD+hV3D50M3dlnizaZ7oCwRVdzpb
SMv5TuqWw/5Btd63UPe8X/99unkNHAg1WZrQTr/fFDr1v6ge9nTc1hvTfx7V52CpCXRmydldKjcM
HmRK2p0a4RHXW0U7GHsIc9y3sPx8eQzzn59IK7jqicPEOdK9xpToiUbh5Htq3AWk7C8bmFlzfv9f
A9OfH0WpqVZJZZxiAFewK9WSUbQbx35TjfamhxCxVb3NZYuzQ6KbnSY6eyqnqacW/cjuBjmIDXKq
N4G3Sxau+5mLkgyagXjUdOp5Z55+vu7aMq3K2kKjCj3xdXtIww8M4NiCMGVRm7dmZVTWPh1/RRRr
As1aWJSlMQiXfRN4EEZWpbVv3BtFuZHLTbVwNuYtgD6F0p2/rGmRjpZdczUjI6tu7f3qntRsFj2q
S0SRM8ebhfhrYvoJRyaktJCHiswbcEpnlUiTN9Sj7+nn63fTsZXpVxxZMWJbHcuRgQTyrRXv1CU0
xLRdBJ+IcCIKAQpE56BThO87ZpaCOo2tveH/MLN7qLLz4If+rRyvx6dRzaCaQKJiKjeIDQhKCuGO
nWbWfoy/VdJvJ78+KXHyfWHF86JRTPyttXftdt3JNxVgSlf/lQ8Lt+38hP0dh7DsdYVEUdsyjk7Z
tfqt6yObvHX/cZqbyws/u724OxSNpkz9DDaP1ok0kPAx95LxT0z/mf0S6esruxinC5dJ+2tE8FWF
26ipbrvmXq7tdz9Rb6EM/XF5HNN8nG+wvyaEx1w4qHKgdZIJM5X1rWijrZe2A31GSw1Vc26X2xAu
6ElxA3Gx04PSZx7qSrAH7KVsNRQbb4lydGYc8H2S84LYmIhSfKAUI4q4/dBCpObsjOSu+WUtUQjM
jIBy2ETFTmGMFmPhqlX1qq076AD3DYLiP4NgYUPNDQDOZMXmbxVEgXBxmIXsoBBrcBPmAOPDYu2X
KBe8XV7t8zE4WODmw5dMVJbCGEx4oWSkgNV91a8HbeW0d5e/fz6IiYFxkmacuB/PcBEjivDIg5Ge
rujuBFpwk6nRzvPNqw85ZpADmehziXTFGqUNTj8rFUndDz34C2lrWodEeayjnSp/vjyg82N+amma
0CP/7temHGUllqT+1SnuE4DaCmBKdH4v2zmPg07tTBN7ZCc3QynJYgc1FQhhdO2lKeJVXu97Ld2U
5WN9PUqG/hLq5YTZGrtZPC22U+oeLGvq3rI8dgGS2d4TEpQrdfx0eVxzG+7IkJhiyYY8tuXJkItK
ct98LwHCXbZw7vCBx8CqRE/RhMgRt3RHfy4kuYUBY2yxGfUIMZ+w+yevo23QRv+oY/f1sr2ZEYH7
IXU7vVLOxdwkyCLbRun7vdVZv2ITV2OFV5dBJh+DcgUlUhL4IjmYomU6pGp6vw+NT/5W9xfWZOaQ
KgRG5vTwIUjVhL1WI3Sr+h6ft96j5rH0n+JoYU1m5+jIghC1GFaT9IkLf7YbRaumfh2Wgrs5A2gx
T36ef+HPTo+L7NtWoKkpdLwo3Oe1uWq9K3WouHtJChyZEILgxLPNnmZMNFiIHOtx05EfjLuFbMtM
4gcrCGOb5AfhUROX2ssGTW0bdlNb3SEQn2qrtNiZ3s6T1hxHY7hBNMFcKnLMzB71NaRGgX3xaFSF
q8ZryyQq65pUt9qt7aqhdfj6ewALJNIpewMuE/Fxrj5USqMhaJB6/9h+Cs5r00a7ywdxJn+EcBfJ
W4TlpvynrZ5ugjjW3LhpqdXk+dNgDNuIFi05NVdyfOc1T152H7fJXZ5dHchilXoH6fuJWUbM55Lo
tf1eJcleRQjBju3PrtBv5FT/DhHN1WlwTNETRkROhYhs+OkA1cBIFLnJSLo6t2n7u1OepSuJVadd
fmJCOKlhlNNb0xTkW2tpE3XDU1VFC3thbrfBAsDv58bmwS3EHIWUKEUkBeQ2w9aDFqx+VuUl/taZ
65PAEmYc6jbEN2Ipyk87bZz0qPdS52wTJ35JCnttJhBSFu7GVVDBDqpiwY3OjoviAWkR2lXOjm4k
hTzzU1ZHq72VQYby1+X9PeOm2UwkjibiCZ4Sgo/LTLsNzNwd9lnwJBcRMtThqg2uv2rg/eDjhLVA
GEVHiiSEHVUeKb0YOqGwHNfJ0kNpZppOLAh+dKhGKWwVLLAi9rdmqYt1+t9P3y8T95lD3wYpHWTP
hA2c016jloZU732juM+SQF+FSgZx/PBchOqz7RXmKlJ0NEiWEj1z46L7kFwonUoQkQpOtOj9MvOb
tCGE6taV766767FJDI0HBeBZ4gCcwOnx11xz0JvBb/ZS3a2M6nGQdn230pyby/ts7g6aOH0nFnPq
xPiaUzuZLAGKkLCjQQHYZFu5Mp9k6bas7017vFVqfxOl6c6zRxoUF7qCZ8JrbUo5cNEyj2cZZepV
o+RpUYMuyWdpjNZxcz80INvi68FRzOWRIeGuGLR6SpjHzX40NRiYs1UYQyB7eSLndoQG1xgNozIv
E7FBnPJQYIV53O2T+F2KgLItnNW5ySLkhPOJkAeQq+BIY7XpvTyixFck9rbGlyqNead5NuoXC65t
2lnioZqubjQYKMWdsUJBFmxA9py2+676NHrdTZT/8CSKF663DfJvl2dtzs3xCAHfyut3whGc7j5d
T0w9rdl9qm/dmj1sQ0mY/ZJkeSFcmLkiKF38tSPsgLFqlQ5diGYf/Gt61VP5U/ted9lT8fMDu4BE
ncW1rYC7MAW3XWdhEmt5X++jdgMb45KK09x0TXxEVEoQSdXE/oYuCpI2rapm3wzxvqcfzi3KT5a9
BG2f28ugOthmMr6HvM3pqpgAFdQuMTkvkb/57SlLbeJzbpukJtxZbGYKrOKqZ0GsdIHb7OV0n4X/
6u07AbzSPOb0Y4XfrXR7eZPNHR22MnVy0puTjO7pcGxJK9M4xs+4FYKD/rcy/5mMFI6X0gUzlCF/
WDL/a2ia16N3vNNR21aryVDyrFXhRk/7x3F0bzUz/1xozUr26hc9yrYJXDVrPf4VeuaGRV7YgzNl
dH6GSV6dh+rUJi9cHZWc22MtczmlavFk1PVTF6RUceV1aZg0/debOkkQxYgeqzZ1VsBGbwNbe/vA
nOOrKIYQwpw9zPNOccqs4cCpjb5K4lu7PVjW18xdkmL84yFEb2U7Ey4B6Bb5WGEvtWZs9JKLBzE6
FKy99CEb+re8a+mALLuVPJibJNQ3Qfpu194/fYNEnJGghD6m61K2f6oyqm5Z/9zYlDSViS03frES
5aaSl9gE5o4uuB/aBXTkyXlBnO6NJvUouQdMSGzeZsVjRBe4HV0PLJuoR6fEAaSXpOCElSeL6xiA
Noe9Lj+lyk75cXlRZ/wCaSPKNoDKoM4W48UMVfUG5r4eUehqlb8bw/UgYx6MuDcuUSCapjVN4tEB
GmEkc42U359FwbogH7ZI3DfjenR0hAl4/qRYxKaKRI68XC66fi/F2tqyE9LRh3r4qRlvvvyPOzzY
xesH5uzI4OScjobk5ZkT2S5v/EJ6lCp1ZSdfP2KApC4ejnUXvRs1TugVPbnfG/pN6Wz6D2xcXqGg
mol0QTBZwgDiwtD70THbfd67q2db/Vy4C1XTmYADC+xcSwUkz2NHmCK1tjOrkFukX8Kv0uhs67EO
Vg7AyCir/FVrLMljz1wIxwb/5BaO1kTXg6gOSqXdWwj3xP0W0ut1HrzK9fVP+BM7gm/qs8iqSrjT
95HtPMmDfV/6zZvvlNvLO2BpOEJwUyqdmqbd2O69joSb+myWb2n7rV9icZo7/QZiMtwrk9ymmDlU
TQiQmooIFO330Xh0q4UrY8ZD0kMDHyh1Fmo5IpgtG7swL/ym3+tDu6pUICxAP6pvl+dqbhCT/A7U
R8RRskgFberD/zuO6RggffopyxaqE3MGSOmRjya+oTlIcMGOn5dy3JXdvvEJLyt/d/3vP/68EGCW
ttaE2Vh1+6LfjNY6Woow587i8feFsygH4OzGju/bOnrAKzfdKcp9nt90SyXnBUOOAFfqysxUQpp1
91q1KWM09A7OsI4NMqALr8x5Q/TeODxuz0sEqV0bku1n3d6EAdrRg7WHil9kfZJhse+bhe01t4fR
XOHlBNHVOaNul0n896Bn9cdvefRqy4+5vuBUphUQAh7eF/81IU4cXQtV79httx+rYAfVWV/TGLgu
s4c4fzTNYNUtbYk593JsUPBiZaorVTRi0Gx/JPFDFzxmxbdYWbgE5mdu0sahhnjOCCwNlg5WVu72
ksOlTPuS7sOlTcvJB84Pl83/NyOcH2rcbgwWmG2XbUaDEClo7i5bmF0f+jzIR9EbThP36W2GYoPS
lx4OoCjl7gE4QvFEmjdeu2qZPli9pZBlk9tbqxqcWz8ajNvL5ufmkeCf1CTo7HMKUWOIyO/3tCVn
7qsi32v9pl3qq1wyMW2Yo+uzyujABaAr75Xs2xB5G8V5dWiVuDyOOT/6B80IoFE9x5mbfZGaSaVS
RLC+VZtGXghl5+oHIHtpdZ1m6Zz50Ha7wc3Hht5qEHpGsUJyI20eh/jnYISrzPyhQ5NrBdeDqxza
Hyn20M0C6bKYN8w0HzEVdZT3NQxza26j+Lk39fZlzKUlQneRvX/K7k+tlghXQiMAJcy0jMfLJAE5
lnvKMHY7bKsKUYID6f4tqeW1UW5qZVzHOF6tq1YlyWUJiQ/53kRJortJE3elK//k3WOd/pQbuoei
u6JYUshQ5k4KTTBTeYBo/Cz1aOfOkJYarUqjvnNra525yovWmGuezZDGPurBjl5XIlMYAH8Y+l1U
HDi8a70nLNAObXtHQLLJ46WUtfp/pH3Zkty2su0XMYLz8ErW2FOxJbWmF4ZatgmQBOcJ/Pq70Hvf
7SoUoxCl82DZEXIwK4FEIpHDWuKAyg4WYOvITljoZsBFLq2bVyY5GB118Yq32VNA/bDXD7o2vbLq
XSuzV3fYNk4VMu9pbp5p9b4QhtbeMayXdp9YwcMw1KHWpqC9Pk1D9up3RpR2k8Jfrm8vlk+0QWB0
VU6ddXkJgloD29tkXwOfhHx50ftPS9PswAYU1aACYsm2tY9J99sun5j1UJcxmQke4+XGNNptW7iR
44HnpUpCZOlf3ez19glecRNi5EHk5QV56scs8Jn9Ja0/zQnD7MPYdfwTB5z3k6D52LolV3U0CK8t
bRnyHRj7EaEpeumlLcvSUXPaDltWa139lHfgO5yzkT84fOwif6m7L34+1J9aLdAU3n5V8geEJpKX
iC6EjZ8p6Zi5Y2SoscSTD6QwV98Y/KXjL2Wb7iaAXSztvW4ReXJk/9DshD5976oAWRp5ZtcZ62Pq
P5r88Z/bW3Z11ePrIJkQdo+KEI7WpTZ80exJzw3UUyoniMohJyH6c4cIDLj0ALzQVDHxcWUikjz5
JpkarZuCqY8nwFHOBTHDUkdHArJzimW7CgKFIFEpQjZKMB5Il7Jo1Mz7aR5ioxndCJjr/iOmH6zQ
1+ibORK+x3qr+pRWF1Pg2GGkBRWcK18fFAOzXLuPjfmps0HAlz0u1Vt394NDqHYmRopoEFH0ozlD
jFU6G93OQzL/uG0VK7uEIh5Ol0jLwDgkG+9cq6gNY2ljbyFfh6UpPpX1YkRWkBjfb0taWTKMZIHF
F5ORovdFOsc+c9HrSEtIStxfwJs6aSw4JlOxHYtBhfm4opWNxn902yFcQRO6pFVJF8NLG6fBPN5r
NbwWxVH3vtxWRyFCzjNgntTLWAURhvbQgTKtMV4m1bzvqgwTCD4uDq7I/1weWYb6JqFNUscd9Sbk
Sti4rY2ieGHJ4ikO0cruwCV4viDpxWCxbAdm2vCgr+oWxdzt4h+d5dCNh7l4v71oK0cVzQKYXhat
4QhkJRtgSY0EnZu1cTAyh4VVb8yHQQPthIFUymPVk+LgDgtVNHZcJ80/7igBKYtKMvKkkodIOBuo
lUK5YnzA2EadPNbeyTNwXk826i3995yekubIfMXhsuWrS8gF+DbKIXgGXGU9lqGYuGZWbez2eX4E
i+4S+Z6vCtmvw13gXOAIo54sJhER1VyaSeOBlX5ylypOh/5LYZjfRtOIRivdJIAVR7tLviFDvTEa
h0cBmENvb+m1jZpo1gImMJJGDp530lEzEsBQzvrE4jQbN7meAuNDD+9HS8I08pkU+bTZFquaVF9Y
HJT624Q8WLL429uKiB96EWdIIqTDRhwXWH6TwWKX/cOrTwMq1cB72dvD85D+rEns3d2hIwmUUnuk
tkwNDwYWEysKDC/U7mUxwt2EVcNxg1lg5Bak8JeGsQR10/k9JFT/tI+F4lRdG/flx6Wfn/V+6ecc
H8/NR25sxuTT7f249kiX35cOLQDyZzA/YD80/6H5wt0Dyw52fbgtZNV6XSSQQN2NPw3pgk3dQEud
zmJx5j2k7RMnj66jKO6vrJPIq2L2QjB8Ob7Q8yyK7MqgzN2MsFgHcmM4ZgqzXf886rlo9UGvj9wx
3WaV7VpazuIZ7J2mFy5ElVa5dtrwKwJV878SxC84U4CZ44iOP8biwnR3cwHXwsihzry94SZPnDPF
vq8phKZfFKPQ/o2AWPJmhA5u1aH8FPeVH05WDlbt6PamX9dy4SSRxhXvUkCXXUWMelL5UzbP0ChP
HueAfk8X9pQ4A/Ct9Uet16LeLfa2MTwQQ9sayxzNTfVM3V7xiBLGJXmci58hLSwoj7ugynUWL86Y
R5TOJ3SNbruq33tA0kPL/d+0XRRX0jUK84fuGPVETAEokSsoAYD6+lo3stgZvXgOigPp6BOIAnYt
MFn5wrYgRHmeCQ+NoN5Y3RLlc4YacnYiQJ7V23zbYF45vL0hK6fQAEEkOBwdNK5f3SHDEHTuYupF
bPAWjRUxgPg3Ra0qQK44eEgJUEtzDIGbLhlW71Wg8/K8Ai1JT9wHA8OJZJ9I6UZ1m4f99KnNv95W
a1UgXiRAbhJzyHIrBMZvtIWNGYvBsuiNXUj4rvGCkJLn1vbCrtaRScjvd2gAtgfZOdhmVqZlNK1a
xqyHO7Caw1BsuZFizluRnljdrn9lyK3/aYXHT+9CL4J0mk8ggf6ki4pAa0WKgGBE5ydmAETC5tLt
+AuysC7zyjgtv83Nt5y95ebb7Q1acTUXIqQDSBfby43JKeNBP/xtBvvbX1cpIP7+zG/2OEyJ3kIB
Yj65aPQFBZiWDQpftnJLXqgg3S7VaGaG1UBIb3zrdba3WA6MLR6lKgxflSDp9DRt286448rYGUJi
bVK0EeZHZqnMV+yq5BMv9JEuZJu61pKXEOMuQ5Tnf3kF2CodkI6SHdLfW6949xrkDsFa50/NvnSL
0GX7cgKHcnUKBi0qEP3qTzpbQld7ahbQ0VU/8LiJptELgyA/8Hza+mYTzsAhLo8m25m0/7IYfLcE
W9CJhIH5N4BDwjL/VoBKuTRLpLQ2jWdsUq5vMnB2+c5f+vg1L9Mwzz5x/X1GYqOvTHQ0vAXkWTdU
t++KjeKoIbMhSujXdGV0nEFnzspa9Bi4ZrXtnEyx5usSBLqmKYbl5WRj5fCydp28jk1jjiYfM4Kq
RtSVkwAd/pUghYop5r155dE6rowvY7Kn8zdH294+bColJG8x9KMX+G1Rx4b/bppPbbm5/f0V879Q
Qcg/O8xj3+q1nuP7k/5cTOiZPfJll/aK0yysW7L+CymSy9BdZ5htE1vhWe4jElthmuwRC4VuvdO0
aRsM77e1WpUHdETw+CFTcsVeb+R6oemmWaGDn0V1WoReFevurp6Sjak9pndP6DtoqcbthNEeQNqg
e+xyER1kTOx+Sqp4XqxHu/tRsLtL6EICav8A7QTbNFoCLyVw08IzNK1rPOqfMi/sVS1pq2Z29n1J
g57rPaZgK5xG57tdvFe5IvhdNTMBWSkwWvCelty5VQzL3LQmDAAEO9XwiZpfiwbFBlVzvUqO5M3t
CQEwTQzIgYej3rBvhsfEf1lUrFerBuYCxALbjdBO7kDXsi4HAI5bx7kbovrTLYfSCOvsm1ZFi2qM
d9XLnMmSjqjBqBWkFdYu4f6uZstmGPPj2Pn3B6sCbfJ/KklntFxq5lMTKmnJ3q+dcC43faaCtJf2
BzUzB63G6PdDNwsmeuXGrzLjTTr2gX1yrJFvequxXkyb8j1ofMsnMg/NnXA5/xEIcBkohmvmChwY
Q9ba0qAgdTKLjaubmK2/00N/SBCU3QJ6CA9tuf6QG76RAoTWPtXEejU4yllaqXCf8sDDf2QgvIcE
hMDoZLw8/iMIqpKmd6wTqZ0FwBD2/LtipbMHUs8QGWPvPDr5BFoZ0pgADkcDtJPA1aW+0yh+iVxo
xC/xwSQHcG/UxlDOkXGmUGXkVhG0XUxRoq/MEkXEMmySbEvmb23yuKR7I/k+uj+TOkPr8GHyMVWd
ffbHt6UnoeGxqEDjx2T/MxfzkQEQqm6e7VGRuhOH/Oy2Eatlik6mAKwD4HiSZ4VJbntFnTrGiVcg
+iVhGwybKt12wcbW77ue/ytK9GV58MwQfLkxXWvjKWnZqAG7QKx8NVTNsR+JGkkXNERj6BlHM0Br
liQAVbOK1GVrnFo9Zw96Zjc7ZxjH18TtjS0aiS0eDh2jbQi6Vx257cl9yLhv7LoqNUNb486TswT9
rkU0/TIz3m4rh6RfUteju7pBKH+fE5HNQ2706fxq7N2h7+K629bapvIOfa5YcqHx5YpcWKAMIEQK
i9WoXHdANfhWUbwHs7BTdcWrZEjnzeOtTVoLaoD/0ax+MqsPR1WHv3SF/HepAJKOKBjFA0f8/Vnk
pXGejUOTdYAtJ9MLZ7p2ypDOD4dgAq/lUlmbedTeOCvaw+3g6Fo55AjEkDYGDz8Gki8FJx3vrDax
rJPt7Jb6AfGekhJHCifEQRDvW5T4USQQUDCXIhaKQm2BGtwpG/cV2XDVG1qufAgBmBUQzbeijo2o
61IA+D95WxveeALXRAfG3qR5Ax0hKcKgqvNPVk7ML0vt/uY8qXYjm409MCr6l8xlwNWpgkSFIrHm
oDFChdFKINFAablvRe89beoabTpldj5s6kEvtqU/+i3aVGb/2HJwfYOYlWx8EgyfMVSkhVPfOQiD
vf7OGqFYmoufIoVaDviYzUbP59PSHrVgl1pPlqqksLK98K2I5YD8ge5aeW4s4x3hUwsRvHyxOA21
8f22ia6ECecC5HA3X7LU0EsIcD4DVLG3D6gwBZPiHCi08KSY13QGbZpzCNGCMGsBBHu3LxQ30P9W
yZOciMuxxWZezidf/8lo7JJ9qSJQkjJxH3stJAATTpwEOZdEkh5gw5Pen9qCTzYImxibQrTqlX81
bpD+djuagv4zWKLZq8wlRKSlotK+diZ4lIjmZDDgoQggl8ksjD8Q2lvDaZ7MIQrS9GS0HqpYSXX3
al4IkitlfFkWJ0/M4aQZG6Pe8GI3u4rg5jpuQASIegBSBVDoqt7o2GzGAwIAsRMPkbguGSZkd739
OqhyHyvu4lKS5PvraemrxaL9KTC/GsvWIY/d/GaWOwd5mLzbNO6e9g8Fxm1uH6tri78UK3lN4D8N
ID6H2MxyliMjrvOAErKqmXRFChh6gZCHrnhR6hImc3ax6Qah9mg0wwn0puGSfWOq5/a1dwDOyJkA
ycOxtJ2XtuiGE8+1JsprbYwoyAPeNJZPwFSwVKyH16cM4b2BtzcOGnCWZYpj3wdPXZ73UOgteTNY
BDbaHA1/kVXu2zsB5XGiRXcHWvnEdDvQTqTFozPIZxYvN08VHvrNnqj4rFbWDjUv1J/wmMAVKpfV
6ilnlWfX5mnqnrJsF3iR0e34+207W3EKmMpGYRZoYJgek+8HrTLSpcQ9eeL6ockemblRYrEqRMg3
RJfqKKa5aL7MC7wzIopWC1txWlQipPuBd6wvAyb6O+fH/OeYHVvVTOmKBEymmeiLt/HHFZYrCPe0
ymrK5ZTrnb0pi/xYmmhvdR0VKuaqILChAOZKIJnJJaLcLLQgy/ly8tv6uJjm45gyGmbcVQUfKy5U
wDojR4X+C5wa6/LsD06XAqG0g0Z03vrLW6cnkUnLZ5vU6vSr8JKXLwE8ugQdGOgfENBevfMS0k2V
FVSxm2Vhav3jJK9z/90djrRKIq+5M0GCo3khTi4PjQNdKtZA3LD8dItjBbZXALzfe3IuZUg2t/By
LhxTq+JSey7Kgz19Jncy5l2pYV5u0Qw+xJIQJCs15yiy4t2sOP3X/v9SB8kGMtdoetMgdczHbA8Y
7AQkFbdX6dqJwYOJ5INo/kDvk/y8MEc3sxkef9486SHHrF2aWlOY1t4usVFYuS1tRZ8LadJlbffJ
3I1tQ2PqTlvPz16IoxzxXDFlzPkgSSVeZOiVlW7mcRhBTUA9EnO2qXx0H786WTToYdO98vTttj7X
zgCtl4jaBRAkZoXlHs9BDOM3xKNo3NBDz31o6zT0VK5tbdGECwBIFCA6EAlcWpk9kqGz25HGID/+
7KiIPFZVOPu6ZMM6hnu6zMDXAd/zyn3+YlTaS6Ind4LcibOC1lH0uGASwUbPm5R2LynvqnkyaGyQ
/Zw9psUxK7Mw1x5bvmk9RWPxmg2cC5OWjDSjNXidjpeC/WNyTvqihWZBozwFDqzzd9IRRbi7voj/
KictIoZ8MfrlQrl8dDdJkoYZ0nNU1S69bgiIqlHsRqO7bG0MuIopQh6KGfI2f6uzpn3wtMFQ2PSa
FLQFYHgEnR94lgpdz2JOWg8msZ2Exs78eZijwPt++8yovi+FnIuV9KykNIuZqb+a7EdfmF9vS1jb
jXMNJJ+mV9ZseQY0SNlRzw61vqeVomPr+nIG/oZg5kTQAV8jFy28kTYzG7Hhbf+lLx8F1B2zzdAF
3Yrd3Ylf83F0zoWJFT3bEd/R8IKnsGbdnTa88iP++/aCrR2XcwHSlgNiz5tSatI40T7PzibNZhTC
y5DVoJkiNKSaojtkzQQAUYCeZQRSAG+S5JkJN0q8P0mcPPAfSjhN1dclAzP1vqJ5MZLY0uzwpW5U
weza3p//esm8+oXxyQjw6+mAWGnYIquZ67/G9HR/1gMFnrNlEtt2tu+LXTIMSUHQadJ++zut+HV7
21ULJd2UmVZ6NLPxfSAPNmPkbm9/fu0YIoUHZgVwBF0HsF5VOtzyC4JJVW+DybdN2aH30FJxmK5t
Bx6xyDNgygKhjGRME09TPx0JiTN/HwQPhv7JMqa9ZlrRnP11W6OVc4K6AUaaYLmAbZRDiyoDR3Ji
8TQuUdQjybTjvfmgz92bUYP43tKPgFbMFCHTyiqCEg0QgEiIioqVpJ6RlHrTBEEaa+lGe/e7vaMq
iq6YgWAdQQURRUsEGdJlmTO/B0Jfi9Y6J31jQOLRF0UVaUUCOurFoB863NAkKp1Iy9ImjdpVGif0
IX0IZoUzvl4ixEUfAD+wNYAnSwfSnKmvubY2xLXhhlo6N5Hvj19SU4X6Jn7m5SMJclzRaiPGhwP5
RWYz5k6mBwSEKvetFzaX4wZ57CZM5srbt+aomvH7SMRdCxRIPobAS5JBLp1FH/V2TseYen6YWFVI
jK3f/6beU1+f2nTeav0S9cbutpVf7xYegDpMDdUyVPzkFoxiwAVqO9OI0dsFtG7liRC2vS1iJWsn
ZICoCi8PNNfKsyS+yT3K6TzGRTmGqQaExioy6kNVVWLiLBrKKqSpH86YwLWZpojWPmom8rrisSvw
wDwwqstdl6BS6huMzfSx37vPMwXGXetvDLcEanD24JKhCoFeFDaWteWlPodpi7Sly7StDQ5cr67/
rqmN/13fYChW4WHWTBnTYhi0EqVKvMUvXb7WcVYtTtPHqW5pEXMy55EQ3w+7pA0Uq7BmzaL0jAwZ
3v0IJy9FZb5VdIDh6UBMuqkIkEOWXYEefRW90Zo1wXMBCkpU3K8Amog/FFTLzC5m7nysCuOToRWK
aH9t0Vzzo5yOgVj0Kl1qQryx1V2CoUjN2WLkKhy7PCwqhcmu6XEuRPKS4FpukcMq+jgonkbzWdWk
eZ0YFWVE7IOHTCWgc+WN13sDxWkT2GGOHw7kb0xDhgv9VdnevtFfjSJu/VRxs6xqdCZSCi/Y4gW8
1g0B/WgAD8z4wiwVU7ZKhBRhoMk4AdgbtNKXZ8N5KO8kPUJkfLFqrrTzdTLYiZvh+2n5N7N+1ype
wNXfj6wrTiNm9jEXdmlZPQ5pZ+s5MG/8KcowKlWqpuBXJWC/kd5FPAxIgEsJRaE7jcu9Ic7a1yBK
qvtolT4WCGj/GHEUPe3okb78vNG1nk0aa0Bejx6YjbGrFkOwZHxiRfJGrOxXblgbhW8Xiy57VzHs
JcAvME8nOxaa2i7pWACZ+T6Yv4NADSMcYZ7a4UTTLe1/5E17sNv9bbFrCykwPgG7iJkN5GIuNZ1c
jxh6pgMIrjiRXzN//b99Xog/i8UJx5z3ECw4n+gX7n/lnWJUas2HITaygfCJfO/VOH8v4DitBYfR
bL9SDLsOzhwq+VFWA4pzKVKeAj2Fg8ENLFLi8+JXodn2kSWp86VpWu2lWowyckGFGaJT/wcNOnIy
Lc7uA0j6sEgBK4orDlH0FbueXYK9r18ALpnbY1jsHE3V57O+kv8TIPfN+KNXeWmBoc3K3WTmxvT3
f2RrZzrIfTOal1J9nnGq7J5uzU7b1H/fb23nAqR9QrIP9IoNdOi9d+c9sf7k8xj4w22J/M4VbnKb
0V5bHIzDpwfDxM3vq/K8a7GFiF4swwOKNZAKLk+L5+TU0AKOw0h+pDzdMj/fu+bRahXgTmuH3gfd
CNqFP/A6pPvFncDs1wzwnnryQh/0+g+859nnZf5ZCzRx//Geus8ehqnYd2ZwcnNzq9f8JXUwHQSQ
uj/YeQvtaRi2F3il0o0WFCU61Eo4z+BAO4agTHXri6WXvDOQZ8CvCZwHjP3J70lwDSeA/gjQbuvp
GHl4zdrj0DRHfQAMSPknPWz6R6kM7yWoI9lBVy+TNiZdEweVDQyxca+b81NZqzIya34NWfh/G8Ak
OzDrQHPcnnaxx7KosTEE+hKU/ZYUZpjZsQf+0DpeyPe7twoDggjagCD0gXJyaeSkaNrScCDULtEY
+WjUf93+/sohAtqCJzjSfLwIHOnKmUZcOeaAZuWs6CLa/OwsN5y13Uj/j3KEQz272vrU8KfUsOrY
tne6GzL3iQYAxlLk/FbcMkbrwNQi+s0QHUjxc205CWuaqY7bIerrY7FsExVS2XV6xkeGAU0nACfF
wK7c2quZttV2CUy7AMSbY3zyqxNwmOf2K6mOVNVzuOJ6LoRJ8UaS6YW++BBm87A2otxUOIK1c3qu
jLT7Nqd5Sgd836hfA/aDN4e0+6szCQoYiufTmp2hewFQlXgIijDxcv9BB1SbSaB3sUV+ebSLStTL
Mmdjtb9v2/PaiuHOFyE7uruv7Nms5xmQQF0XJ70WhkN+JwS7iCxQGIGBAeQZxT8ZcAiDufZSBRmP
x++m8Uir490/H1k4NGyLt8A140gOw5tKtwJbwhNxf3r2tz/4/EdKHG3W12ybtEdcW2fBHKf0W0Mz
4Dn9iQBck5gYQZ/EFcLFjEyMbyxA7x2BRqdp27lTumHhZqW7BZwIAAwHFC1GayzJDftG4c6sA1Zs
NQTGjtrt5ybpvlmkeZlHL/IocD2H9inhWoiC46Ne+n9xJLb8GS+Dajlk4FQxC/eBsvav2nYBDa5i
fV2xwPPfZ0uXK0l1QxuJNcY2cml6XYeqlqA1Aag6i4sVPg45u8ujZPeeO881H2NP88IcPat9rtjF
FbeA6vZH/Iy2pqt0StZUbBpabcTwIzB4uNN89gd2aJo+9EiOXr5u3ty2yxXvAIEA/zUCMRAtx0Cd
aZZFMNIpTlrQEXXD8j75jRdRjHbO3fTPbWFr6/eRWwUAEEgUPiDjzq6i1KxJDtJZ8GqAfvopqBSe
buUOgh6CnQHYeEBMFuLPPm8lTg3MUR/A9vW2zHaTtrFVGY+15RIzkkguCvAa+ZqzrLr3GThnYs6N
k0fY65BN0QyShrlSJVFXRQH3DK3hunk9OJV1mo+ZeDbGmZ19bxaKGaPiiz/7h35Qzdyu7gvubfSg
gWbtCsstRVoy4Toghru6CLc1/ri972sBnEDeQTpYNH0ja3C5M4ENB5AM0xTnFaCy9GF6nvXm2bDS
Q0PM5YiJjN1o5C9OZu15we5/24MMC7aNWE5HNlpKhOVVMaHaK5CHzVfX+ZQpbvI1q0MdAJU8RMAW
wN8vdSu8TG/ZxKcYdMdhRX7p9im5kzXu4+4THEvwO7gG0apxKWNsu5LjDQ8M6N7dvGtIZ9/eoDVb
O/++9CCtF+SuAnDDIz2RHZeeATYz/zXl45cAteLbotZsDeP8xgdEuxg6ulSlqociXZZsih3t15gf
TNX85+p2IBEtKkYY3JAvKYw0zrrfBTihw5PZPlr0NHR/YFAi1/1fEfI9o5G2DXgOEWWQAcgWUP8K
k1rbDkHPARxuvEBgU9Iacc3Q5t7lsZPsfPbCTQCLHfTD7Y1YWyhMZKJGgm4QC31bl0LS3AU3XT/w
eDBfzeYVcMOtqvloba/h5Q0B4IDT/+EWzhyy0fKmAp8nj4HDp0XD/Pm2BmtlJjyf4I//M2onpz9n
oIuOS9EAYtRr2PcJLaibwvbAsEcbK9T7pdwi780f+iV3N9NY1htWts1rOweG4vysKAoUVjRwBYKy
Dqwnl2tZ1hbHULK5AL4EObagD1m7va3rSux1IUFyYvPQTSAthISm3XVtlGqfE+MpR4gzhCx/mnSF
QivTdOi0PdNIMkGioR8uyRzAe6Zd1PNvOrN2nvPi50nokF1CSFTxT2nPd6C+iBprS0kH6O0k1J19
Os77sogrXdVxsHIs8IpB/OyjWIqRKWmVPXBY21SvcSOa1RPzqkPvfm+SEn2Zxdfbq722n4jSBRQn
ht+BW3+5n7Ar3WE2KGz6dowctrXpoHCDK6fvg0UIWPtgY7rqMCIBUBdTD7FKqvlAjngutBe9rRS7
uKIG8OcEqgNeNACGktSYrA7BUof6xpz9KsJq/H73Kl18XrLJbC69zCvoiL6iNOr2VaG6Wtd+P4It
BwUOhNxXvR/tPM4OrYI+7niU7Yw7iZDErQp4tH8/L+ztzD15GbdoU+PzKcCO9BMImhWbrPr90voX
NVjD6iIBnOvih/zHkqkKZCtWhEK3QDL20TNoyBus20hRTTMBeDuJZj/Mysd+ViT0V0UA/QvZfEAm
4eV6uUh8tqqJ53j0tTXdl/CrQJCu/iBjjWo94kOw/brou5debhyUVNShKWhUnIiEpWoqfG0fzj8v
hU9pbxd8CbQpNtJNVUZ/csxQOzZBoIKiPgZSLpeoGL1Bn8wcAWYPkEX8o4g31rYAiXZw0QuMx6vJ
Zo9UCxrFnDkuxwh8lB2LlvuH/1GxQVbNMzGQIIqulyqMZE5yb1qQnnCMcBsgSL/bVbh4OIM5Tbgi
9NlI3/dTexjdfo7NORq0MCMKKxWuRkpNYOgN9SZQRQNZwBMWcHaU8SR0s7nADifp82L1YW21kUWf
/eoxw1BVPivKeSs30YU4abmQLwYlaZJMONjRu/6rAzq4+ycrBiA0XMLIsF+NUhVjO+oAZp7ivtgt
bE/ebm/ISjyBCTecNgGUgneRZLP9WGLwtWyw4bOhPSJx6B1y4nd/m0ttRwBv0EiocZY+pkvlbpe8
IYqmrusjiTQb3jMCpkWAxEsblgealcwiVzPRv3UjnIHRf1tBlQBpi9jQ906imUgGvXLzkczHP/g8
KMlE9h6Xk1wjLA0D0WeOZ4w3obJifzMdhUWL33dp0VigMwHmpUUPgMedEh+JGbvdzeO2zU6zuf8T
HVxE6KI/UJebUiZKGr9vfRAYNS+pdnI2tz+/pgHS9HgnAbsdfXWSU9dsp5/YWI2AYKZP84jRdoTr
FHmz+e68D3IKwpTB/QW6Ufl13LZoUAVA/BAzvdp6jO51/DNzVUJmxaKATuhgxwFiIuj3Lnck4B0t
bQL49P7kAiDL1FXJJZUAKVzoMxNc04UFASC7m/wEKGsKo/p41ElWhTgBCW4EPqAFlgOGMe1JOwQQ
kVVky53X2vlSdP8403fGD7o9hGnfhLzPo7orwoG3G5602+L+thtELOhWMZCtFd0Q0mWABFSpcb/2
T1ozhb7fRK6jqOyumB5etI5AXhT+TQ5aTG/o5mHovZNZW6E1tNuyMj85oEa4beErG4a0FnqfEbdg
LlFWRJ+GwK6Lxjsxx4kM1kTF3N/vxvB0tsBIjqEnpJmk0MVOfPAPB5l/Ym4dVsyKCl1RuVtTAok5
uDEMOAFySpJg0WDSNYMGYpZbjIWM93t6hO7/fl9yZJ5WJU4wZsHJ5lFfbLpv9+/B+eclY6K6N068
x+enOppZGVFfVeVeXSAP2NaCrVuApF2e+ybtp7oANsypZSxiDP17qllQlQTprmpbXk2NCQmkfF2+
4pl9e4mugyPcseBzBB4Symd4JkgKmHVX+gnB59vsmdvgL25oMAIe0f1N/eHQgjbDsP9Ep3Oh0qqh
xxhzx20enOYmi4AxF5WqyYC1Q34uQVq1PjdbHjiQsBS7NItod6T3h62owYgxQ4Bno49WPhszyfKu
Qwn/xC09dHQ0Dt+daMC+wBkDMs5wcN/Ld4pVIToaEu80RdX8pU8/39756zj18vPSjVI70+KYIz5f
Anskmw/EAZbRMVfN+67YL4bjMPIv0DUA7ScdcZpaVjHZLDmBV9WkL07567Yaqu9LBlwtJfpYkd07
LcBJb3bW/e9DvGjQYYxUDxI7V915oCbDTbS0ycmbP2Uhy+5+v11+XlqeLEUWoxzxeSC0DEPoLxvr
/mj0QgFpgYrRKexlgATMRgzb4v6RASiAsAG5Bhgr5sUuHciITFlWen2Ce04Pj3auKy65FTMV0ICI
SfAvQBVJV5BPNT0p51aD/yvbsEydDavKuOutENUhRbC4Kgs9BOI2RS1SfqwbLi2ARDYh3A3eu+GH
Y30ezR+aqh1mzWJxaf9/KXJCwwTTw9QxSFl8tnHHAOXoP9hy3Ec4dPDteChI/nXG3AS1hik5bVw2
RH6vAiJd1+Df70veldfE0Yk/JkBAIWH6aC1/cEHYAuoUg0loiEPHwqVRYZxIy0dMSZxK7ZdPftHN
bZ+xcjucf14mU7c7u0umHK7bmB8L5z113k1NEU2vLZGgTkQnJLDq0XtxqUFX9HVnjXVyKkgFWi79
OQW67W0thIOW4nVULoHZgA5yLJUrfsJZXsMsvMYsSRCcmhxTQYuXRsw1tk4V7D0z3QFd8E5YUORE
BXYeSk+4n1E1lfMCszM46WhAJ0Ozow6Msz7w960ybogi7FzV7F9Bcm1oYXMxjDMEafSTOb2SqttY
PZjVpuCkJSoHv3boBRPgB6IHJsgkWzNdreK2AWO2+q27HQ/F8si9v25v1Zo1CE5IdMEJtyI/d5sk
HQAYhyBuKTJkbMAXl+5vS1hZMgzWIxwRadLrcYUhsTJdKyr3ZPlvWXNogNBGyPdMo6FTKUStKANR
INMSkHQe8Osv7a4acj9ty9E9Dc+++dlREamu7Aeqp1gqtKW51zxnXeNradZmHsBNjQ1lv1lZPfgT
OIFqxc3yYUbSAXKFexGIph+zaJeKmF5vFX49uad5rHhYLtljTsqHwXU3JJ/f52nSj1jXN9OZNpNb
bm9v2JqaGOpEDg+AKNfw/2lZcICLE+80zuUDsQ/kJah2KQvu90PgbEL6WYRf1/lh9Ejb7VBBzGDs
0+0wKGxhdQ3Pvy8ZgzPNyLAk2K0WUMH5vHe646THOn+omjpMWR2OwyFRIZes+O8LpcRhOPN8S+dW
WdJCKe3kBl/RRjZ9vb05K6fpQoAU1CAfNmujBQHzwCM9R9sqklOkpiHaG/HfX25LWzlQoOFB25zg
IsMgrhTiZG6bEMPFgdLoydV+NlSV71xTB9gRNgoFFtAj5JRHWc5+hXlKDUBpblgnb046hY4z74yi
3OV5s7utztrunEuTTCLPEr/Ho1I7paYxgMob4+Vp/gj4WMWyrclBRIiWUqB9CVqySytgJUn0InG0
U90ux6HunigGzfNCVV1fWzx0l2I8D3csZnSkVGUTWNOStlDHpEWYYG70hDQICLIxAKJwSCt2gG5v
pLgQMOA9LndCae6UF52tAb7GbpBti/Lgx907A0Q0QNZgIBu90rZY0bNzMwSFRyubBae02DhBWPKt
wfe3RazpcC5C2nyvbEyH1iUyOq/EBbKywrZWPg/AGjGBjzrRNQ6KvjSaPVS+fwLy37Gt6i1jRJEf
FPe9dCugXPf/SLuy3sZxZvuLCGhfXiV5ibPYSSfdnXkRepVIbdQu8dffowbujE0LJtIfZjAvGahM
skgWq06dg0IXQqtFt0x6LwmEntOQ4kHjWyT0rTfuPFfO1vTR/vVP3D61yraMtTGdG1z+frYqtBKT
b5kw2H1tkzzEHaDwq5WNAqFjHE2oaYNgX97+CR76XOtK0CSAooTs/SwgpiKZsDYGFAkhq4w6G3Bu
UhA1jGwsR9NEm/9BuMB97G971coeBAMe4lxEHOhOlzv88OorRNLpyWlqSjPsOy+o02nPh5/E5EvD
nHi9bW9tOEsWf2kuAnGBfLTU+tROgAyl0Ha9h06ucfcXnwcZwtLpg5NS5kxFUZhOVt9ANc79NXUs
8BU/f23B8d1/v29cetQcF0UyxFCly/gwh87MIxoPG62z2vD2QFSGpL1SleCPqAsMBIXBLg+LPGwH
hYkVkmK0Dy2izIDVLqpUkmsZwvGo24Lko5qSbevyhyKDeNFkRoVnPOSlmwcoh0VoRaqDEsWLVPeR
iZ3RxH97qH8yofK5cPY75EcJS5LeFEOcnCyXtMfWzOxqA5G+Z+ihg6s4t7MNig783poQhHud/TVP
nO5egL024M1s/NQgnXn7F60dVOc/SLr/6iwRmVthYnB5bbU6Dbr8FdzJSXIyFrIrQP1HoXiYycLd
yxMQSFaUzPVF2/aKM65CNFm6DjaGj5UH+8U/gBcFrl5/mtDsH1h8aHfuWPFQ9+pk22c+D4yKuqHo
+yGom2KKtJbXEU16GuFBa0WM0fwehaVm61uqJq3rFQODM0j0wKGyoFPQhXa5DZrYT0zSzPEx7ngD
XISuP8ep+8uqSLlr58bf0iZvglhPqkhzm98DKd/RsJbshTvbRwi2T2+3F2y5+648CM/1BWcMuRs5
194xhq57MP2eIDD3bOfjSy7oMbGzyPe5IpO1ujHPTC0H3Nmdog+Jk5GOpafaNRF+fUuB0IszxdZc
OyWXogEwAoDnAMR4acSdhZaMrYiPbWmEdr6vStXNpbIgRRMknuwYWg3xcehPw7xh3ufbK6L6/nLv
nE1T12QszR18X/tVsMgeFNeW6vPSM2LWHJCfNvh8GSN/H1pc8bhbc6jzBZAc3GmZphWeHh9H577N
511nxWHGnnNLRbOxdv+ipR/ZXYBYUfRYBno2T2XMeGF4cXy040fi3406i7xeD+oM7MQqOoxVW/Ao
NLog7wuk6aUtak4aEuIWwaDSRz9F4xB/5t0MTnp9Y7iKAuTqDC6khAtuFFTL0gzyOtd8nN3kCIKn
DdTVN9yKv6QV+Tkm9e62r62awvMO1MegJ77KCNKh7ktqaUiUtzQ0kwejnTdG8pBTFV5LZWj5+9li
jTZIME0BQ0Z+oNAWybu7yu5AXq64DNbOGB8QWIDpgcC8erZyiDVZ/oAssyDpHS/YYzLb+3ZOFEu0
guQGEPbMjuQQY483U+z3SwXGf00z+m2kaK/qDX9jFuKRUCOs3HZbtea207RdZxZfby/cmkNi3aAQ
hhsPtWrpnk1skpcofeBBkA1ByceAcKjokbccucLy021bf1LP8h1xbkwabOVMkIubnfiYlE6/zS0r
QWzh/uTM6w9mPNBdzTsnNGuqhcTU0cdWggxq7zfL8QWPCoyhq4IRmJuNOxvVT5q6X4he3HuxgxBB
tA+xYxSBP+fGg62j4g4FC7btcmIHgwbeygodRyFB4BLYovOjAgEN6PDL5MXJsviOt41/X8zQxPQL
cDdBksMPy6yN940W94jCrPgpLRmoTGbdv/eT4hvPpuZeAG0VgfeB7cbJ8iAYmo13dWlVT7MztJu4
7IwQ6u/xY5Plv6eebnva90Vgj0UTaswZnkjX8rDJZmhiGiiSzWXb3Rk9qibAmlvzFBT5PRP+EKb+
bIZVjDJm4rBkU1lJsc8G+nUmXRpBQR0/2BHfEbs1QUFncozBq7gVwvKDoR3TnSUK9PKa0/jbpt4Y
3V7Wq4sAGA0NByiqSgj3rxhQuZHaiV8UGSTGA9N+Lq3Tx7+PvjMoB+BVj+tYuolBHJWWIvOzkwWp
rqPIFCCBqxMFP3/JXTsuGgERlsmnZJvW/pQYYCKyv1lVOG59Y+vEr7fHcL3PFytLMwiazdBqJpOq
59kYG/UMK0v6o/k0schh93mCkDEiRA/GTgQzxHdBUXzb8NrigAgMzzC8YBfQ4+V5CeCrDt0nAbvY
Hq9jc/fxzwN5BiDd8o65gs/GeQlxp2bMTwzPV7al9PuHv4/TEZ0lWHj8Vjk/NSd2JzyTgsGzf7He
61qRDlmZnYvPS7OTZXM5Mh+fB/c4s2gEebHo9gCu7hHUQs8GIJ+vkODq9DFH2suJrUPbaJ+mEUzk
dlMpwtVVO9ACABAbqTxPxugZ6KpoSwsaIlrbRK33qxseqKryqrKx3CVnd2/BBrcUeQXC5glaxQOE
vSgPs0Fx866uCSB6GAgY7zWZHJA3Dh11ndFTXQvcRK9apQhcrzY8fNXHOQLaK2TZrsivamifMEY8
xN1DYInnbTgY/3x40Rf4Jzgb8XK4xh2ZMa6RvsMx7JHTOPwDZr2iV9ylK7N0YWL5+9laEA8goFYX
5JjnYSUCrhJTVn1fOnStGcV1auP7YM69rz5+oiPMXurfgN5dH7kdg+qY6cfkqNG0D0TuPhKvUUyQ
rPaNpUXFEJ2QDiq6yNvJrWkibg3UqXEuWRMUb2o3LbeoysYHr7dQpkxGVN69MQ8AIOBhVbB5W2pG
s8s0xkJb5/SHxjs9MmkBcVyBgyIgta9qNrsKvqSfKD2hzAEiu02bJ6fBr39A56vb1P387BL9UdRN
SMte8XBeXdSzKZGuOkebYqFnNDm5NN1YXhrS8cdtz18d0cK5gbojWqTka87gjDg8JShdOV9mXwu7
4t5G74ngL2BMu21qdTAuIgKkNhYZGWkwyWjRQoDh5RSz+S0vrE/Q1treNrFy4GkA6/+/CbmyzQAW
sHsHmVk7ffDLz8QJc/o3E3ZmQrqBaFw3bKw0uIAHqu32Z5/2kQv6UPqVQij9L4aD6wFlejx3r5L/
LmT3Yq1rE2gRQ3KxPBjz7y7+fdvGqgOc2ZDOJY62RNus+gR3BImKGfoX4/eq4UE73E+mqs1sdX2W
tnpkTnGQyMGNgR48xAzY4hAxjBLjn7EwtrUW/8W0QQwH3DsLfyWCkcujFuplHni+8Gb3dLJLpjsb
nF+mu7s9b2tDOTdiXhoRCU2t5VwE1jYJwTH7vaXTN21KFfGayoy0PIQOgmv1Ulb03ubsVImn4i+i
hGU3QtFh0fi4IpMekJ0z+IR67MAHFs6k3+vTwKBkrlr9tQMAaq0ayopL75yMQrJMwAtdC+A5ZzfZ
n0tdcYlfhQmLToCD3Dx6uHUQZS6efnbD8pGAeavHUTbM/pPp6/uEmgc6p5E2WuFfLD5A6LjRXR8Q
F2nxcZhCrTJ2cB/q7076M3b36Ye5pJfRoHcYDzVUGa46YlPggLrUaHAbZruYRpaxSfjmL0aBYp6O
tlu0DsskMXWtWxMkMcmx5Sy9myHBtXOGKd6Vba1Kzi4X40UiATE12EtxXyPIQhZemrDcg5RcV4GJ
RO/nT5lf2EFfJV9FST/hxP7VCCTWJk9Xsf+tWkXlDD0cS2OCnE8r0Y8PgblOP/I+3STajpVTYNef
Wbypxb0A1fDt+Vw5SqHDtciTgzQG3iE5oO3FCRkqXzvG1e+kBHMMjYMRbe+me1+DzPK2seW2vJpR
MO8sHR3LlpJu01ibofzGSohllWN875pI4810yLeNDvFUizAwRrv2xiocGljMVcm1rRxLgPAsCVHM
6zUsCqTAzZglTD8OehdqxtemeYlTohjiNZxneYmBr/lPjeKaqi1hPPVpq+tHz3hOhRH048GotCAZ
tsyNkniDINrPvt+e1z9eL00ssJ5IXSy1Y2QAlqGfHSNdjKRantf20aqyegORRVC5myTd0LrT9oXW
mlFf6G+ZKJohcBvR7oauK0MhuvaX13hT5NBKf/J52gQ+d/sg05xuZzRp8z6YbfepbBoRmPWcPY41
OmRxSxkvRi3KrZ4gstbmAo5aT/S5mZ33aa6L/eRORqhp/bBFOqwIXZA65VGV02rjNFq6JSKbNm2N
/vAA7EhJOOEoOcaCOJ/6xgUFoc5VQM+VY/Zifpa/n81P0pla2lqdfYT8cNTq27QKHZAdIvt2eyFW
XAyPyYV0ELkkvCyl3ZT3ll9Nje4dbW9f6fcVXgPp9raJlaFcmJDCeY6QuMgrmEBCxwQwaDqk8x35
+RdGsEkASgfeAdN/OV9M8Aw63oN39LJPlr5ndVhlcI1UsVlWzgNgYP8zIwUKXZ2KXsthJreLCNlS
3fyVjtFUHzmfg6J+Bwfh7XFdl8JR0Dy3KG2U3CCkaqvOO8a5H4rOC10GwG9MN51fBXFxb8xbEzlq
Q/8+FZve+XhgBMoL/OPhsQgQmeQeU+0m3CC5d6ypfT/Vzn1M29fRU4Gz184gC0qRYJEG/OK6rS1t
ZitzCVoAs7oK/QlkkW1AUtwjpAqc9JuRHUrLDpR6mGvef27WuPSaAnK5TTY23tGtXodmx9LQVzU2
q0xIjkkFJbQXNRr2kuqHOWffh4lupkL1iFnbZOcjkRwT6qSVqyeYQHP6UuX7ekmWa7vR3Nx2x7XR
oDkJD0ugpMC8It2HLkXvGJ8N9wgWnoAbLwN9zT0VseDaWEzgfjRwEEAGW97LGo5xN52AxLQGc1PO
fmgKI+TFt5YqRmOtWgLjEchkEUyC8O5y/e3K7EumJWi3gmTldmKeG3Ihhjez8NEO69Dmq2tRso11
bQ66iY5bG2pfe1bW/g4il2kSYABgvyHEPIy0rO/KhPOwN1224XaaHViTlweHAqYxEssIBfi1322n
mkKn5loAJPAY9VPrbFnt2dAx0MYyCSqbNS/dIJxfLK/q+8nOvS2eiNm25RYyFC6oOts+9h5SSubI
9mizZZU7PemC0bvZZ7ib2p4+dTPaAdAlVQW8dcgja/oPU4QtGVygpZZFQuuw3KOTuKmV5LGJBlFb
IEr4nXX11oK8Gwo3t11uZY3gBQCCLbHtAqO4XCOjcbFIkPw9mfr3Mj9U9EczRG6ngjWtPJv+RHn6
EqVDg1Xap1rfJIUlIPE1GnMU+ymaa1VwotWRQG166boEeYdc5RZ63mhONkNJCuW1wNH43mPlm+mS
PeGqJtWVjYrh/GdLGo4x1zRrCtjKB8MP/DqJQz6TODLsWCh20Ur8/4c27P83kbRAlmiIIATbtR7f
wL1utQ+NYwZ9e+DieSy2H/aGBc+8SA2APRUl2EtvqLJpdBDhOceBQTOm2BfVN7h6MOovt+2suAN6
z4AOgC+gzi3nUADhaxhrLeco7CpM9X9QyVOEEmsWlp6aBd8IHgHZGwq7Z2zuE++Yhk2fBr7yobTi
Akg4gi0OEIc/6jeXU1XEPbAhVYq7GyitLGLZXvP+YjXOTSwefxalmj4kpK3FRKs/Z9DC1MKYPSRf
P74UkI1DIya43a4TGnbOZkswDe0G9guJT0zhvmvrgFbuBemCf68i4NGguOyGFu4LllgnA/PFrFjp
5RaR3joXmDTplhmazmVA2MRH6FSFfBh+4kC9q1ovMFM8KBreKVZFZU/akN1QaJAQBUiD5P2T2Vi7
Mun3iYFifOwfqq5TVKbW/MxF4IbrE1EBPPrSCZjGWhvMgQAKoeme/Bp6kHso8CAqE8sanvlZStrB
LbQFLu0/mvpL3r1UngJXteYGC9hjyZvjbJbzWhajwDjXND7Sqf6HEVQjPZfub3vyWvHFgi4L+GIB
qASzkpTWBqlWK0rHR43NEzqkrqDwtUep0ElB1cX2pKkObQ7XoGwX6yDdmP07h3Sb3o2/5Lm1u/1j
VgeMmsSf/O21ut1YmtpgVjlAEakOji2Wf2lbVZ/d2rottLjQ/sIJhKv1ct1I19SJVRrwRHshQ+X1
tu6tKRBEVwQJq4bQe4lcMcA6eMteGkq7iXsUpFXHzi0ee93c6ln+5AjVU9YwlhNN3ssQbPrXkLyC
lqYnf/CP/mDS+5ozZ2t4NN/lY/wF+V2x1YAoYaQxHyeT1Fsxm/Fd1w98I2Lb2ZZp22w8u24joQ91
0PMMT2LL/mECNLPL5zo5lMLtoy4GYIcYcbFB1xyUFIqp2rmJ540BuKBhizv+uz1WLuTU/CJK2wqI
GwTUu9zV6IbPfRM0Xd5EtQF697zWIe2ZA8VT+sNwn9OJ3vmdP1VB4wFz4cbQTQGqswkHOtvbklfl
oUtMf2tRMW+nesrBl2KXAZnQRd6CX2WXVTggE9aOey1lboCKsnjzZheR6zBmu6mh9p7pehw6GuA7
Y9tpL5aLjLdAKRHcg4HLtflJixPIg9jircD/9dQOfrkRrhC7trDeXSf/LjLL3RoTcSAczB4srdjl
eORuSG0WR1p69W4cpzw067EMJm5C5kgkKOzPjICfKp/DHPRigdcn8wvEFNOA50kTNpzFkeMK/AFp
7Q2EvPsI0rfVm12mTdTrlRb1TpXv0DlnhRCXn0J0VnVPaKp2dhAbdDa9pyV7MBNPEW3QSOMM/NXP
vFEPBBx/gyRKYYRj1zshildAULUcGf6EJo9uxmlU00kEE7q1gtwUv+rZFbj0dW0zVkaNDq2mC8oM
7wdgMfunoay0jTXNeTSbab4xCmu4b0eqo9W3H/Aj43/6xjHeYjboB79xRz+cMzJ868pEt6OSmOjz
gdqT32VloCN430Kb6XcxDFMAKubid9KTb8bYlI8ix/ul80v60s+Egap9HEPAPd2wsjotRM9H9tXz
t6l+GONPU+n5p5QUzk7YXYzfOrv3vLT7KElqdK9AKKmLql7YD1lJi8ci1UQ49NwP5pZ3kVEW/C01
3PokvBzOCFcq78BPTwNtnDTkMCheKTr6VFzSGABsDa6+1agGfH+TvVt599ttmuLJ63szRFHC+G3V
ibe1iiTZgUVjfPCZ6UU9VA22k1XxKO/KOQDra3vMa7RZECPh27JuhwMt8wwqf6ItN07bk8jFTXzf
2qNzQMEMA50KGuVa/mts4n43jCl9JozSEJrfyZvhjHoX+GxA7TZJBu3OrbJ5V/CmDsxETw86I/7e
0Do7dEWaQmRJ93ZVq09RpY/DpuaNBYxuG4eiHNM7arZ8N4jfQ2+EKfy2RYktMkEcpAg7Vg54MPeh
8wuNRktqXjoTXeHGjSFadmqsDSAj1ub2/bFy5F58XjoJtR7c+lrcMDyYYiD52RPztDvD1BT38sqB
e2FGukLidGi7MenYqRWBF//D6Tbl2zhWxJgqK1IMQ2eslh/X7CTIweZ3xHqt2o2jffyWuhiLFMbo
VuryzseKUNDm8hpAA+uh9RXR31rGEFYWYBiEa5G9k9a9aoEn1SydnWau59gB0F0wKDJo4CyaH/sK
KVhsmAxsAYVVhKwvtMiafBYVSaZCX6174H+/RHIRqGqSpErxS9w4MucN0RRDVX1f8o0uTQFYcjV2
MuaNE4Ge7LaHr8TR6AgEEEfDMxBJcmm5xjEjBhuxXFP7XGSPRv8SZyeT3kFCR+EYqwM5s7TstbP4
FoQzeivqgZ0s8gvgAPFhwpwFi3r2/cX9z77fFMRBPys2kd+AUCW2rCzMcGDenq6V3DiMoFy1aPLi
0Smt9jwQEB4MWO0ix/U1hSn5Lvp4szQNtMkQ9MXPVtUaurJCCwLSXmRdtWumVW0c3NGpqvhYOdUi
YN7XQVumW/zPv6u4e3AalWDrMlFy+Lc0Qyw0ldhacsJwSnqzSaA6dKwnf2/WaESrpnZfNTECH0OV
L1rxioWxbumJQExyJeFSzaZXgV4pPqZJhIuHqxqGVr+PCiowxMbCOi0lc/uGGSWjaCUpLMiaN/pz
O5eqLMfKLbEQpeFZiOISiuySZ7slZFH8ljrHLN9pIAxmGzJ+vEZxYUJybvRYZMSeYaKvtl5pBAYE
hssPt/Ug2eni5YYXAXhD8AK43EE54mTdTCl2EKhdDw1TvKFXlgILvPSjLN3HcOXLzw8G3npzZmPv
eKETOR/uqcKvBzoGzbronQciWTooiaYLXngCF0/RBqOLoun8envzrw0ADy/0hAEcgjFI81PoJHXS
GenTNgmbFKxTisNF9X3Jjyaddy0OHnpyvzBrOxGFD60cJMAHI40NRwWptZz95UkDyg4KDC+3/QP1
P4MLhIkp7FxUn7sffzFVZ7akqUI8b5e+aOlp2s7WJ017uf351aGgeILLH6m/K/zP5BHPc+aKnYbc
fUYLCP5r0WqL7FZUqo58lS3JbWlpOnzEE+1koic/nBL2VQwaAHudk4dGVtoBBHi+3B7eyoHioiSK
wGbJJ1yBgog2J2Y3M3ZKSxC7xg8zrQ40fr9tZM3blh5SaO3g2IJTXG7H2DVnbUBQdLL8J7sIclUb
1TIv0jUCgnY0h+DqAiJazgMZPjUZ8lAMKktuMOEN2Wk/9HjcxP7H0VoXhqSN7w3U83KOjW/qPz3v
a0msIG5ebZXS0oofXJiRwmfIaOglLRGIUfFPhSYe3roBig+BnTy3xrfba7PiABe2pO1DPIhGZbrB
Tj0/mfFu4Cc67v7CBJCgf7oRl2a3y+W30rSzDI7lz+jXztowRJeawo1XPQAoLX+poAGkKQVL9lw4
JV4D2KVZPoPXrmDpKwSa05e6pVCaN7mmSKGuPQtArbvQxiJ4cUBcfDkokrOks9MBTCMI/31ESSCh
+OW15GCUVWSn6W+j1TYTSiFB7PqbIdZ+ZVas+BEra3fxG6TzooQOLZh+UZUa9MEJm9LbgEP5GS/4
v3j7XhhaHPYs4BWtYF5caegv8ZyHvEP0JFqPbG67ycopgZ54dBChwII8qtzbXbZ50YnOSk/QuIQo
ikr1R/V5ydFdZ56SJHZQLvQiHVfq97/49YhkAEeFH0IR8nKKdL9vNCMBj0MBYTd01tGHMfGJ4mGz
4uYL0da/RqQx9NDX0cexT09afTLNb6lj7gyjCHXj0+3BrDoWXgFLjWhJakl2qnQu7Hax47t3c7dD
agXZGhXGYm1BgKrESgOPhxSwZMSlHlRm6wyNPuZvlO4TTdFytzYIJEgWPhVEzJaMqB4h/9nmzMOC
l5sqj/xqA9nU2/O0OoQzE9Kip2Uh8i6HCb/eJEnkRrc/vz4CRLJLTx0wAdK2QybO4MmMKJk74E2F
dMTcbYpKkatZniXS5ekDfPKvEel0rrQcInsOIgA8y+32pNEDIQ+E77P8W19/7wYFAks1puXnnB0l
XVa3CUtgrtJe45SC+WJnq3jY15fl3yHJ8UZZTUWmoeAMKdu7zN0RxbIoZkzGahRElF41YFkmW49m
Mu1nOu1rrd94ef/YWsVLM1pbpMsVm39ZiBsLJVd/eA2scztlMEv+Scw+YPHJN06sHHdTWwdA8P5P
zmdIvu2Pc+9oBSYxmcmuIiIFN4kRo4GxVzzWFB5hLKt55hFjH0+4P2HIqX7G6bMDZv5y2t8ezNrB
eebkMorfTQy9afQUydtkQ+m+5o9+HdSq+v2q3wFHv9S+oUEuawGzhFLHnfBWIFBIiDMWdX/R07ZI
lvxrQbrxdWIi+w+Q1cmteDC+o40juD1RqiFIR44zN5nnEThZlx3L/aBizF5d64WUEuIEuFdkXZLG
LZF7dghgQZYV0Om5nr+UsaL/bPmJV/vkzMbyG878KcmLops8cO3rfhWWwy9hv7b9VhNohP59e7JU
lqTVMN02Ge0qQZw+bjrRBBwkAIY+hAxlmjYV29vW1pfmv7mTlsZnnWMmLeaOuHsHmi5Ucb4sv/bW
vEkXAdC9dq4TDw9p/YHF3z32uQKV+ZD9uD2MVTPQjkBOc6FydaRzpe57r3bFhCxz4Z/GtLqvqBHU
RIQssxRvm9X1Af370n4Ozj45T1MNxZx3vU9PzVgI1P+N7mHoUCy3sp7fD02CkhlauxTTuLpMf6Se
UD2/TgNmVWcxDeXzk5cKKBXOZAysUvXiXTWCtzTAgmguhq7spY9POfrhkeCiJ6v+zqDRVw6KcHZ1
o54ZkJwBbceVwxqDnmji7he2wMx3PtlpsrntDOvjQBsXyBqXx5vkDDTPG9Cd4Lhh41ZDgVNFc6r6
/vL3s7OgocKq5hh3S/YZ2meuiidm9fNQLwCp2qIRJ+fo29TtKEiiURvKvljdDuHZX0zP2felfMOE
omPWETxrMxEmwzPG8b99X5p+Y2q546U1O3lj5Bcb1ZNrdauDq3nhPALiXZbDEfbgVmDsQZZX/DTs
OZxK4LOcL6XQFPO06q0I9PGYsCATpy0/5GyZ/dZMOAJoXIu6EwDegU51PbRHFQfJ2niAEEEvGABo
yMBLsSvvpzHOihFZWQivI8dUgCNG2FHfGopbWF8bkAn+Jg2pX7RgyBK1JuPcSKbl5EqHXRqXr6RF
r9RAWAGyNWAfKqh+ZOkQleluzEXU+3NQF+5jFk87EMztXBUR3JqjWxAVBjQZOWmcC5cTnCTIS5Ye
KmrzuH/vRkV0pvq65OZmWTfDEONK6L6ac2SqWrLWJvP8x0tebs2EN0k2I2uXbss2mkvwlL/f3khr
nrHQ+aEogxQn6B4u50d4czGONWIOP7MC/ure90U4NSrk43Loyjf0wk0OJXlguK84JbJKm7rOxX6K
kyzo7acOLZzZfqxeuO+D4EBVbFpdljNz0h3QOM00g92NnXT6hgeo3r3cnrS1dxQyz8BSQH0U+izL
up3v2tRxMhp7yUlo5tHsxzlK43kOWnM88M6KfGQkk7h/7weVv63FBWAQw8GETYwch2R4JBphvg5q
P9yu22KcIrMytpPh7g2j+9SM/ub2OFXmpNNJGMXk8RLmUkCr+ThtM4dEqPpA+nY+AmcX3Ta35ovg
HQFSGSTIKL8sy3o2rdnAQVUqKJhXDfZemxnwoxnqFSSwe5VC19rOQpkKkgY+kJ5XcgaUNKPdDS1Y
Up1oqHcgqAIS6PZoFCZkzlCN+5bTuQs/avmuV5/b5Mfk/7xtYpkQeVstfEkLGz+gpPJh22V2YfsJ
qlVzfZ+1X1OVCtHaEFAQRgpnYWlB38Xlgkw0LRLPptmprPE+sKZ7S3/hngocujYKFFnA0gpboLSR
DlF4GbJEXpZB1fx7mXydPkxLvYSaZ9+XTtGSEwZ/BQEXFBMBHsoaRTJ7zW3Pv7+M78xtc7BVx6aN
77f+J2ALtfS3pv1wMsXjUDVLy1qdWUF3pgeRvjI7je1xfrA7xSDWTujzQUhbPekzVqB4h0F0DyOU
I2r2K4cwQtLfozWFE9VrXTVnkmeRmQ+u0cHc1IcQE6niF3veKdMaKivSPQDZs1mPu8WzrDZg7Xtq
eYEAhDb7/PF9eD550iXquH3a0Baj8fjvBoI4o4q8/Vqf8dKH5cOk1BbsYJVnp8z1991wn/n3JL4j
8VtFfzJtCofypWt+mP5dr29NnRwG1SZSTOUfArcz99NdKrqc4QfEPJynKEn3iUAX9d1fTKS3yKuj
IArAs1RvTXPXIKNRAV1l7yzAURSfX7vPwL/57+elYLBo/aY2ANk8oVuI2dvsV5NtYn1H0/ePDgNo
O/DiAo+0sFDJ3ZHp7OfFIFDWxZs6sJDhHBRh9vVqoBUXhWEIxIGBE6/Qy8MA583kpl6Xn9CHGYz0
K6iRGu0w5SqVyesLADr3IAODIaDGrqLDamao07mgx+P8fZhfGvNg2IqDZ80EFO/BU4FUB3KP0ulp
AQk5as1ATyXp0BkAMUtFOvj64MQT/cyAdHCO1lyaVQkDVdEFwCN0yh67FQtImIC9AJgXGzR/0mow
3Rs6kRbF6X7mb834etuZViYIEA5UTABJwStR5g1Bbnb0a0Kw1nkbdKQEZWUe+KWqUnp9AcChwErj
IC0DCg+5ZOMktSMyO81RiH4u4g3A2M85fZ4QqBftweo+/H6/tCadzKR0GrvxYC3b209U1Z2/siAm
hCIWbAiA4GjivNwek+EXU51QfiLMC6YXrxsV+09lQPr56HAA3rCDAY9FIBSc+s3tNV/Z3xcDkC6U
kkyuJji+X/Kvk30Yi7CbDsz+9HEr0B9CHyXQg2jdlHYGZVNX+xWrT4hb+H4w75pkn/H9bSNrU4Vn
Nw5D/AcBnrQWvNFj3acuP9k/av+zZbzd/vzK7sDP/+/z0kr0I9WqSXf4iedDWLVh0UdeLMK/MOIg
yoaIBmBt8u3rukRQbjF+cvtDk/pBjz5NOisCvNWRgLXHAHYWD7w/PepnN2zlUkrSyqhObjNP+4zm
w7tFWf9mjbUf3R7P2pqAuMmAMrYGWKncPFvw2rYZzfipyu5PBvlwWQzwkrOvL859NpDCEbljZ/h6
Zx8aygNT40EzfrgdAEZA6AndXeCnwEx+aSTToa1XcCxJlUxAYt7N86lCB4tKFXJlplDgxxzh9AUG
TFYLtMkcuy44FU6W9szLU/bxhbj4vBSQEFy8pM3x+Rj7g59Ux9SKSwFBgNwiGhqNRc39cpJAWeO6
9WRWp4GgG6cGXN1GNTHyhd4pIqtVSzaIdJExXUxJV6CtscI2mahO8LkgA625PtBwBGnHbcddVvXy
wbvgbP4zsyzXmWvFiEKH2ISZjH+umwlIQz8w7GOs3RNyMkkXjvOP2xZXB+Yv1Qo8sC20HV9arNuy
7BJhYemnIoDwyFwdSaE4h1ed7MyGNHnQF9OqYrFBm59gb48679ftQaxcJ0s2DAAfCBACtSz5gUec
MsuhZHUy+IMQL6Tsd7Sv9trYKtZnbSTnhqSt7xbMI8BqgkYtpBl62SZV4LuyHNC2WaiwHHSCI4a4
XI7BzTm6TBfqWONdc7edeWep8FArk2VjyyN0R5n3mlkAzOQTnqYDNL/8TxYDq7rzvXPrQIyb24uy
MlcXdqS5Qj+mX/Qt7FjOGFT5e60inLt+7SCiXsTL0MW8UFpKV2OZ0BlQKEjC+EaNneKFPDGCttVD
AP0Cs/k4P8elOelERvUwzkoO1tos+9LYj368adNdaUW3Z22FIWh5J6BmtaAJQJcgeUBXtZZWGykY
NHUw8TdoLy22OoQoOv42uV9dcIZn5WvMp497NswimFwYsoCelPZoBuQP0rs8OaGxs3if2P/4+cVZ
zg42YfSF/3+kfdeS3Diw7BcxggZ0ryTbje2ZkRu9MGTpCRoQNF9/kop7Vt0YXCI0ZzdW+6AIVsMV
ClVZma1fgOe06MPMXHtVFR56XW3BdV4NQPABva0Xvt+B4RD9bGXk0IOWfdZTtB7v4nB7iaRn1EYX
A/oNUVMQQc2IYoq8zMDVWVb6s6H56Ql8hP3JqN9RJMVeuLAkOGfLpeghXeVCvA7kV2HZKCIZ6RGF
o7HBNgHqDPFNZIEkcbBHEKh2P/TpkDWKvSybKDwZkYCGuuBb0sl57GhKClB5Twl/ZYzuCsu/xc5X
BJayUVyaEfwAq0bCFr4yhmvmK8/Iyzy853QApaTjlkTwCiq/6+0bu3bfDTXLzgm9nbvjdNjeUTJP
Bhl2D8R0IBvCXF1/vh+snFLLTs+1u7ItmlGX+1FOb2ianQxLcRtLV+WvMZFTn+i08WvqAqq6FLs0
sT9DiCPgI/m1PSbZqiClDuVhA8GyK3pnkAcYtHRhhrObX7muOO3yr2O+gLoFZkmsUHlJY6HtGJDk
2Yl6fq/9O2//Si379/vC5WVOrMa7C7hqwp59tzuANCMEo4DCK8qW4tKK8HaE9J/XEh2jsOmHvZZ+
dlyFAdnGAjct5FdRdwICX9hYmZ5x3lMcDddEK3YHNu64emb6dMp9bZdquSrJIlsWcMvYyOQgrYZI
6Xojj7XfWG6Mc4JwLXgY8JTc3lSy8UCLC18GoxD0mYXx6JVekgydA+eJ3Tj83gNDOxo9/Cj7uW1H
tjBwimsgvl4qIorHHpaSDGYLO16VB86QHk2tufdsFZGtdL6g9Qyp5DVHIWpPaSDG6aYW89XcFdwL
ssFRTJjcABTiQBEA1yWSyFIfSKvGmMBe1qU7DxLguYq8WBZOIkGxcn2tjwgRKLRkXu7O3gTf1WlR
PsbBQJ6GMY3AD6AYi9wSYj0otSA4FjE9SW94vcdmxHvQsnGrgAcFyBQmR3G9q8yY13t4IWWReC7M
JCPqDsA+tcB3074/eNOn7V227lYxZIHkJ2q0KyPbGxROA3k/c1rYGsAGzDra454Yd2gycwa8+MO4
U9z2EhEaBBMX9oRbjMYggQZZRHKeESjXAKpY3R4Nq3WQ7UvwmEUZsH70HRmGK6PikXXaNE+Bxzxb
ZdiUkaZSOpcdVRd09ishjoMMr+ByDBBzWQaFDoDv32d8jur2NvVUItMqI+ueuQhfuT47eQl6hvPS
fuBuBymmkzurHv+ys4o0IiDKaC/3EAlcG7F8cxoLF49L6rwy/jyT4/Z2kw7Cd9H0iRwDlDeEjT34
lkl9CEadByt7HKb5NNTjmUOdZNuMpAELKQwoGK+87HieOcJkabPZehClhJ1G66H1HN8kbby3tOK8
2FM4z2s1j4SUDwGENsIhHiOn/Heys+vfINysjpnZObXb9Kz5e0+/nbmqwCu7iS4HKZyllNiZ31kY
JB9vc/qqkXrvLk4E/ZCA6ArHJ9sYnqHjsYH9jRBReBIOU+M2Y+wiTGfHpTi5p+0Fk+0L0DRC5BK0
Mm8hbett6yG3lZxro3oaJ+deM8enHh0T22ako8BLAPxYOrJcYl9euyAsNwA6hDTE3O+LXHN/m52d
qV6aMqcKBrNVdNpZARfCykNuZAKvAWLpjiBko8ahbk5+mQYJyMdSe4xs+jLYqjhLdmdcGhV2g8bM
ipnMSM/eympVp4D/vbZpHKa6ai/IFguZrnWAcBMAGF87ib6Ka1CNANgzevQ+1VAy82kWZv7w499X
68KOL1Sq0We/DBZHoxmEVqJkMqJUxcogvY5WrXak0g1Qmb1dKW2KzX5Jz5Pu3DZL8xJX3mM9aIHO
kzOa9z9AsBZYUedcFEOk5e1ue4TSmUTmG8ELDhVAe9czqXt8jvUiXtcsfUDt8Qz940PsWe+5oECj
6a4oRBRYRHeIxuQJGNgRUsbNjDLX74n9chtVYlIyGOxq8BEA84WSuXh30DzhxOxKtFaYEBe1tdPS
jweIvStchWSfw4wDrWqEe+DzFA5XAnKqyjIxZ9nkopg9gdjHCRPtKRl+/vPigOgE7D1QroNWuYgw
4E06ZpRBz8zs8lPCrQMz7NDsHUWVReKTEHQDAwBuEGgt2MIeqAwCugXQXZw175ikB1VpXroqfz8v
svWZ6ZQzc8bzq9FACDczUC3+4KahuB5UVoTroQa+NckKqNj1do/IxA80JMDmWhUDyTKT4M4Hgyj0
KACVEFu5tQ5UZxOyrud8+Oxr5b7lcViSJsrtJeCgPTSKF8NsA5I9be8FyVV7ZVeIWxLqj7bNsEg2
uulSmoIa7mNMT/UCprlUdX3IdoSFwYEUATv9zQtz5tOitXzUHlHu+VpWddhn48d/Hw8Armizwp/o
phYO0cCc0XQItNUM9qUbup0OwJv/HbjySCsVnbaS8+qiJ219MSMP54rntXU7Cmx4m0CfEVG+BzGu
eLcMaLNb3lFCXp2oA9AnmvzRZHftTUlCkIunSGVUc78rFuM4AEzjt/Zue+7+5KGFN9OVHeGmrR02
NDSxgDqdtftYs0Mor+8nvT9k7TO4Xw6WUYYkHkKOLi+UnY6914QTVbUBrH5h61cIfoPl0LkCTx9u
R2YFhNGwKlAxn26L5bMfj0Ghgwpqed4e+jqyDZsidizvjQqQKwQ2rtMjU/CQeHk4Dex+6MyDTcez
wxSJQslRcBFlgAsIzvGtTN9Y5y2rG/RQY4dFRdNHveoBrLAgDmloc4tbzEcwk90DxBw47Nc75gyw
BsDUQM+Kl8/1rpwLqxmR5UnORg2axGiGHIoR+cWHdjyM7wB6oRjw19Y62Is3YjP60A60IOUWz7vE
unXLFzIpMt0STwgTSKdC+AjBhFgbmkyUHlLfxjN0vDXyfVncg1udPLqqIpR0XS7sCNOmDUZC4rXM
aflPSwNJgu/by6IahzBVkAWnoDvD97ts55rHzgnByMt/+f/OdrT2fOC/FVqGopZwM7Zap0EYqsLL
xnGTozfHn5qJfMw4YcE4M3LKQdunuIxlQ8MTByqLuCKxWILJUa+9xp0QwPp2nTx4s59EKXzWykfb
hjlf/L0/FvT39nxKIgAX94kPIV7QOr2JlrqemD0UW2AUAnJN9x2lxe9xorhLpEaQQEIqHzE7/rje
370BdRawtSZnvf/OfC3Ip48gQlJMn2zngS1o7UtD8gvX1rURu56Y08943sR5H0x2E6jeT9L1wYN2
ZY1CmCwGMbXn9hoAhumZBu50m/m3pEWl5fO/x5XIsgBsCL5pgEXEt4VL0ZZB8xpvC/01727S9t8b
jpAM+GtA5DyFsyHjoldIPzg/M3eXVKFVgOwmMMtwsqPt3SVdEzhPFNoxIpB2XK/JUJS9P7AEL2rt
Rtt5nuJNIdtXaAqHf0f9623xi0F/YqhbT3tsHdDjzA36YUAYdDeMsaptShYNXVgSK18QErdYQlHB
X1v2lv6JVyyEFG1Q2v+O/nTR3QweOlS+oKgmhgezHjt8xlXgJVBnAtG+d5suRq2Ii2UBwYUV8fas
7NIfqjVv43rlq2nxBzrYR5PYL0nhHRF7hn7xc3snyJbKQTFpTUJ5eDIJp7M1WdvNzirPwg5VyoLE
DC2imDvZIqGLDplDC1WRN5LizkILAL2AfzCHJTD0h8pAPOX2gWfstgcjM4QqAuoifxQLxdiAa+WY
TxSGYru5iWkSBynRDqCUjRK6vKMwhmt7TXVgU0DXQ3Ceie9w0B+gbZQaZgihNvffmVXXMutfA+to
L6IPH+0LNtfR3D7aoG4GITN/hxuABfBqEaDNISAgZISWJok1mhB0vubgttbrQLG5JOsBmADQfKtO
EVp5hREk9sKYx1ccezqXAcMRpaYbugn/1fXftpde9pQFqHJ9GWE7o4IsHNBqyYshdlBHjHl853X0
l90OYQoKejQ7HpNkOfMuv/EbsmOUq57r67eFOP7StuiFnHLKSEJhe0G5xZruKuD8Rv2WaeOutl/b
LgutUeEpJB4cJpFCXlvd1gzs9eYokQPxkxKp1zYDff18mPQ83J5RiWcAFSP2BtLumFPxMPX16E9+
3KFTz7VDBD0BGe2o9FX1UqkZNGuskpiIdsQcMmqCU6YXC9JclnNjDEboefExJb4izpbNF6oXyLiv
ipiQsb2eLwA0HKqtJJyWe+wTML4rohyJ58ZdBwz0n8TTm2dJ1fKmx65EQaSoQrs9xPwIsjDueAEF
e0xlq5gvJEGPh6Qg3ud4z6ERWji6VtX2el9bBZ6rNJzzAhVtELCYRzdNjp27294K0sOFXpG1Ix1l
uTfMlZTFXZv7bXHWaRJoEApLSz9IuQG3NAYmSPD9Afomvypb9Tz60+wuHi2Uhtdkh4+aqniskZR0
095EDyGwZu4tQE9lkHYduWXlNAVI91SRYzUeylGUhjHyi1CYGIqA2+N84zkV2Oec+i7OurwLWOrm
z+Al6dHs7Pi7lnq/UnduboaRTLsG8asiYJRt7BXqvVKuwcuKEUNteoPt9U2BW6/4QMkMLBPBNUFV
QCZZ/gQNYv8ZEoMGp6DNDKqv4tw6/hRQPTv1bXbn4iVJIdzLj8iI3nVjHU2QyzASutfs8tRDY217
j8gOGFBUSIqv/HLoV7s+YE7dJhycPBVYC9hhTLVj+o4CIEh6/1owry24UzMsgwsLJQ16/XZQqcrI
FgwREMJJD//gVXT9fatrrRLHrToP1XLTlR880EEk5o93TBOeDwSocnBniORYjWEWleXF1dnmKxNP
VKpwLjJHBL7t/wwId27WEittChgACmU/lMNunKGOgdPyG3Wbm7HTq2CutDTaHpasQozsApogVzEl
FOkEfzQBg9x6uV+CFpaGVu6HiQPSqeKXndUBc2+gqOzzR8cp9277MwPUZ9u8bOkurQubbyh5bdux
i4az5i7u/F1lJXuvV4Et1lhY9EVgoUYVA0leiKutv+IiIAPu0YMqQVIhh9IHZKiPUBg9xWkLnpDS
PI3ICxRr5Zt4N4vJP9ezeetN+T0dkl/bo5WFVZ63YqTXxlC4xuvfwSA2PFRFjY3aokmY+F2z0xLW
7ECINgRpYlHF0ZbMLkj4V6pXQKdwvwlvBK2uLNb7tEaZtw6B3Qsz99ngH/55UHDvyHis0spw3MLp
9vW6muYJF2ifA3AEnF7AHKjFQsE6gArkti2Jr7qyJQwIish2FcdecTaqPfGDwgy3vy85gxgGWDbW
HCuE+IRY1BrQaGdPaBXMrefMsHdxc8fK3215P1RfIYOpsGZIws9Lc2IsEA8dQNIxzHnmkwEdy/Zk
gNE1Le9tHfLS0302Q+TkW+MNwTy/sOR5nqaohuju+I3Hv2tnr/m/t8cvnd+/4xeTdNZgLRytvuV5
4vvlyeCn7c8rpvePL7o8hxbEeDqtKEEpooX+8sQ8iCU9cfqcxJ9K/eu2MQk9ECLGi8EIm8WtjZ47
fgZrGfrIly9dctvMX3XtV+Pd9jELtPi2pH0QMzOk+WPJTijPBDVRxPuyM3j5K9YpvxhzayB8wdVe
nrX+ZWiCMgkWFXWGxK1goGtKyFlLzu467RcmZteBgGyPVSvsYWcv2t7Wy2Phm49A7x23J1U+mr+m
hAMyQH3K1iuY0svbKu8hTH9iKpogSYSMZANgkqhfoeAsJjcBIWuy2oa3bjwIjTlf/dGL5rsy7JPX
7cHIdjvicHyQoOEOrWTX81ZMLi40D1dfme8b6Fbttj8vW5bLzwuOMSWMdaaFcbT5MSsj3QPtKUAH
h20rshUBXAjXt752XYkVTGwKn1nMLM5NGunlaeygw6y4P1UmhP1V+v3SUAoTNCNRmdzTNZZ/hzYp
ckxoUACCHB1Rutj9prfOTEbDxYMhyNy7pHzH1bFiqnDz4jGE1M/1YmtePqANdUaw3QzB9AA6G8VD
UjpLeDMA+4hX5JsGSDL0ud3qI54NSQWpIz0s+R1xFN5EFq4hRkRbIp7dqASK7bS6YfK5TjBLTePd
DUZ2ojqw1zaIG8HqjzxaaLYa5HATI8jb+qVz6tCE9OP2lpNtbNADQOUIDIcOzs/1VLZkpM04ViXk
EAZ9D+0yewdxgepYVBAoYw6vX95hD1E3gJh4noCq49oeJ35NuqaszhlmdEZm5sDTLyhUbVsxZLcT
gAb/mVmHfeFG1zYNy59ArZCP7t1YOYGXVA9lke5q4t6moHPR0yKqkR5K3eXGaswTr8FZT/g3m+Wv
zCwfhqzZNZZz77TeB8VvW12REMGicwfd2mhEA0+nmO1dU2SmPsflGVnfH07LGCJXdL4OkA+5SQpw
fvCCFEGrz5C7MfI7p28PIMXmit0nXfiLXyHcZYYeLyYkDeEwZwjvflp0ClnNPujJx3cNF9t7bYTF
qguHNcX13FitXZ6tOb/XtPqgl8bBSnFp53UD3cv0wZnIc+fOj0VVf3RmVaAiH+h/9kXEXZnO4G5J
YN+fXqzpObECvYO4iGLHyTwGCmu45dz1LImuO6NV2zJS1BhlG1rsoUY/s57tt+dSZURw3j2BWqJe
ZvWZ299rdtT4j8VUuFbZhb1yuKJODFjLmzpr28++myROdTZRbtfbu1nzQ92Zjlp503aOYjwyqCKg
pH+tCdcqmNQm0tZudXbTryjtoF0qDZEkD7iFbvM8DZMOHMPVDSH3aK5VrJjMRVzatq5dRNOSRq9M
2M4HO6jIC/fTEASzgYPD1+cfUZtTXCqyBN7VaIUj5yIHoKedV50hzrufepB26i/GVO+G4clbW8Tb
nUEgtDioVGdl28Z2TH+lFtLRnizkVHhHE7dcGHI2aOrwrJu5/GYMKqiubOMg4Y89g8zNythxPZ1j
4/bNnMDjtkv3stj+bVUbN0x3UM2a3FMWq7AU0r1zaXAd9YWL70HdTEewg5+Hbp+1AQhjFyvqvUNW
gAw14OZT6RyZCg+6jkL03etVvZY70Q8vFqAtZxlG8AgAbK2FxYGau+0DLv08sAbr9WSYb1px/JIk
vemgrYiCDaxq7tv+uG1AthVWZOaf1BSS/cIqlQ7z2ZIB08jtZ05PWv8c54qIQjaGP14QhI4GEiSr
P75YF0bZlHsWVC7M+rbin91MEcHKzi0ClfUu+SNSKUT68ZSZNOUYQg0yMerZUTNoT0jQoNthOVsd
31VL9bw9a39aOMRlv7Qp+Km8BOtcmwE2Czb3fVkXIVh4Dskq+dsXuwIUvAmy3ENVRuhw2tM23cdO
FiEljEQw3jpefW7LJQTz9t5j9K5i6R0oSE613UQYTZiy9GdOil1mDrcMNGla1UbewKDw7t9asXtq
ibPTqyXaHpN0J1jwBg5e1uiLEZYJKO0FfLtrSyE/DXTn0kP171zUYI5AdhXPFngEIIaudwIi2Nz2
sgbdvUOEDI/mKE6L1AVcGBBLpyY6rxIOiO7Zsb3Atk4zCGhtVu4d7al0d33/xLQfHcjNdE81e9JN
+HdoYvbPMucWTQRAIA8aiPDboHM/JNO56c8xZWGpYh2VHqkLa8L2q+LRMRMTKPSK8ReWzhEvCtWT
R5piuZxM4T50JgAT/QrFzNgpjnXvBLyzg8LpgiwjJwecem29fAH84SMx231eeU+ljU4j2wrTCdyB
o/Npe3+qxrz+/YUb4QXqRd5aW3UzsFYy1JUWxX0sPQEXs7r+/YUFOsUc3Rg41Ab0i+b4uLBnSwXu
Vu0T4ZQ5TMtMd8DK5ZSHMfkwg6guKU9zwfcF/WH4iphGNWnCTd8XzG7cGAdCG24tSGXkrSIRJysF
4kzj1Q0+mD9V7+tJS3LQ+i4Q/T4nkJjn3Zc4/4Bkgh4/TMZTzR88+1lb+qAtPvLmc1W2QUl3BMLV
xGJByQ+0/GLQ72yCoraitGysM/nGRV/8MMHZZLNbJe2MH1Y4D5zmkQfIfNKd9flk9nPUWAC10/Ng
fl+an3r9jbf7NP6d96eav27v2//POfrfGQKh4/UMofO/NrISXq9cjLDVnIcJ8L4gM+q9jbhkYXrQ
g6snIV2kTeywsD4k+LngnT4asX4DXqef2z9IOjFQtbIBzkN1X3yZ8BlaZs2MRuJ+HgKLndBqcBy1
OOptxcUvPU8XhtazcHGelnEgizGhIYeY802NunRfd7eDUiJAdqSAlUQHOUjIAM4Rju2Ua3Galrj/
Z9sO0VnXO2PY2EkARSdQWiaHMlY1SEv31qVJ4RQvc5p0SwdvX/Y8zIa9732dkIdm/lOR6eGko0+j
SKOp/zJle3QLhaY27ZzxoacIt32VBIP0GQGFLxvUysBZvUFRGL5mlc3ak1Qvn+fmAJnJoBqPQ/No
8yzgzTfCvkzFeXsTyRzLpU1hBhwzLQ2+Ohbbz45NkC7pcduAdFUvBiV4rpr2sbEUGJQ9Nju0e4V1
8+o7WrD0LDLIy5Actu3JnisIIUEub6GY+IahlPVDPrkzdlHXZAfeTtEY2yjQjPfO2jZSmIrhyefv
P3NipGKZPB+IiR0ErrEG2HKuGI7s7Lkgdsf5BloI/CDXZ68uwPjv6nA6JvC9Nj/Y6ALO6v32nMnP
wYUVIUTAXibDAFzDueGofszPxLmtq+IABpqpe6n5M8kfY/MOyqSB23xowGEb988T21fVafuHSDfL
xe9YZ/vC04ALw9Riht/Bl7vqk5+HvA90a9d5d46rGrNqZgV30w+6OeY5bKXpN6184vZP+M8s+1LM
DSQCP7X2mc0HJ//qtQfuNsHaeEtUzIjSQBfyWlhhJLsBuhcmfmH1olGQI52t+klnH/W5D3N2zHM7
AJVw6MdQlXNJ4DhPuepcyoAteNSvjU4AlFioP1/Ptbc0SwYiOzQglWO7Y8Twnhmfv+Z2UwVorf/l
OG2501Mj3tsOywGUzn9ns9m9DFn9fcx7VRJFuvTY5agqrOLEIsLFHSfQKq5Nax3pdm2in1OoW2p4
hWVdsS+7Ihq46vUnIdE2MAV/bQqHC1648xsXDXqAbz4A6LTjhbkr627n6fNeYzwiVf7YV/23KY+P
Os0iuMqoYdkdt8zoHTv/4qcIq+F43KzH9SVAZjcAuXaYrYJ/XeBk5W70jnrzeduedPdf2BNOmqHx
WuMm3KTew++jvxzqOb9nt/y2bUa1qsIh83g66vmwxq3dsbb8qBw+NQweLG7DREehDXtt2+AaDYrR
4uWSCveZXbcMzP7wx1lSv8Rt/bOaplMa06CeQfpLGhIONd+hcKK4B6R2kQTXLXT7InwRkheeZo0l
BE2QP0qHe6Ps72q9eYXAwa4qi1tdq09ZsUQuf0e/oo8nvmkhtwQZEBFVRV3gLo0a/cWmXxyzhZ5a
YPYYsDKNbStmVrpjLkytS33hm2lq0JikOCxWOe+4oT0byxDxvFKAjdYFerOA6GZxbR2dnm/qSNXE
MtLqMFPULOizWxNQimrXqVA+0nv7woywT+p5MBvNhxkzZt8KjfzOqasYiXxL/B3JGqlcTpiVxNW4
wKOBavE+tdI7sxnKQJttDoAdGgTL7vNSzDs6Qzt0+xDIBoexobnJBIsVUHfXlhOwe/Kxh0yQ3RUh
RDuCuFWEJTILPllTPwDHQvpWcFdjM+QGJwD8uvWJPTT5//HzgnfyOy1HcgKf16qvc/YtVoF6pD9/
JdsEDgOPDbE4ykYNP38BpByN4A9Z0j3hCCniC9lxQa3/PxPCENDXVlqDAYA38aLMDisepqpZkm2w
SxNvlpmybLAHRG0svvXB6uU2HBrd82M1D6FBil+4Rh+1pAu3d5fshELvci3CgmoRFH/Xu4smS9LV
6YJ8Uoas3MJ2ljV8ImXyAHCzYhLfmkKuHJg4dE8AUoZ/r03V0OoAcTRU6bAFgXvMvraIRPrYfaLU
c6LtYUlisTUxjzDbssAja4pVey2rFj9ftZTAtx0uy0/AH4JlzgONHvrxs240OEbI9TjZLtdUL1Hp
QMGX6CAQ9Ff1nuuBugNbTBI3EFZyRvSPAscc6mNjHRChdUbggM9GZfHt/sRoUayHnh0AgaZYO5pG
4KUbE4/6dtQ+ghQacrgFEj2K1IF0XCtHuucCuopOnutxxeMSt5CMANnZDAnTwe52pUFuysG/M2cV
sdrb44ARXdgSTpzjaItvd7gLCzcHN752W1RmxGd/33RxlFXVTmftU1dxRZundIi4e9cdA80icdss
hdM4YHpAg+RAoq6e0K+ajIGfsZuihX7f9iaVrRr00hwbMGBk38WczxJPjU1r8OaYzU9/BooTJ93V
FLHMW+8IyiSkH/6QIOpvelPMLjbatEdiyZ6XCUmtFoW3VsUHJTNirrD6VcoCe1C4HV1zmEfCEDBR
7wWdFoFdqTgHZHN1aUEIWMbRLmJ35SpZQItTU1TvEf1lsbX79yWBRBnAuw74h99IsCVmjHaIAZXD
Jb5ptVPtBNOo8LhS13RpY92DF6EEyLkSvWOIameaB5MPiYlPVTdHTn6IhzEYzaeYPcxTHxjkw/bg
1jm6jsYQQVwMTlgl0Doa5WLhWZJb3a6pSJDqrykaTpulQBmTg4BAtS/kq/Z3OoVV05iRdNyGxSaz
PwxVd2h5GeWgSFOcJEnO43powjWWuj1w3jMMVdWhTT7oeR369GiYv9P0e1cWUVvejuQTGggDYt1U
oOQmAw+t4eSmL9tzLHMgF3Ms4lgoJOEgg4Zyhat3aaCP9rNZDzdFV+6H1jxt21Kspy/cM1mbeD5q
68jy+w/GfIf0vq8XQYycp7O8uqr2V9W+9c3rfZv1PCHUxvNv8R+L7JdudmgowoZtfgxQEItrcIDU
K7b/hzE+bQ9UaVq4eTLIm5jmuM5qG+n0M7DSWfNr9M/cw40ev1rLPZQ3Amcs/2/uQIRLGGgVKlIN
Q/bZruJPjXGaBsXY1kO3cSjFbrs2+99DiajoU0HMU9KlxzyFkPZQRoOrKU6K3FP/dyJ9wfks/mTF
xMNMcuM3eLuDmX/ZXivZxX15AAQn46WanfsdPKhmOUGqgRmJgaiWZww0FOltr3kPA2HncXgHTnN1
AXhAIwWH8YmAvamjuVaViE4sLz0URhosRnXoOQ/HmoZLsy/MmzLJIlbtc+vWGxWVLekygiHABAMF
sv0isnkxjN6eKjggX3+Y4siJi5DOL472YQYwdHuG5abW8p699lCKUL06yRvOG7wURhDHmSGjEU0O
qRPZqhqG1L+AwfL/GRJ9GXEzfcpXZEAMQhfjU0N5sAIQq+TOJL9d+rw9LEnFBAt4YU5wZ61d5YVd
r3qX/ktZA9dWUUiUf3SaG9362bv3VX4cW8WzXuquL2wKPi2h6PenyJqBhNY9tN6d2dpBz+5tXxFX
So/dhR3Bgc1WqqfQE0YV20YG8FM7/dyePNVSrfYvYgqS423cmhhHN3W7oTEDq3V3LvejGbQynUmj
tENNe9um9HK/GNP69xc2k9n36hpK42fbOabQSS/Dyoq2TSj3hOCu6pYMelZh3uxleay9LEpq+6m3
shuQCEYV3pKNrh9QAj8a06ywLXVkoE5CBX0F3ohvqhptsjq4F+HI6j5067sEuCAIxaQvcc73Xvyd
/rtEFPY/ynfgQkYJGI1z1/MJ/LOZAr2UgTfD2NPK/zZWeYQ83a/tOV23wpsLB7WCtQ0WCktiEQqk
fIR7NTxVmTfh6H9rXAX0S2VAGEdjUL44CS5NplWfpxHK507yfXsM0u1+MYb1J1xsPU/Lx76qYcK2
58DKnr3FOyS8DSh7MvJPZFLFl1I3cWFP2Op54S5JTzFnrYns0od01ILR36sF1qVTh1QcqJwd1ILE
zEEac5Y1E1gg8iGEvFLsHbbnTXpkL74vuDtNZ/kMvUoAorwwGZ+hSqWK+GUjQNZlDTBWPgSRAapP
wZDpzy5GkDk7igKL3kf/PoZLC8IYhlkb0mL2cCuBtcLHQIjVHFDW3LYiu2TRtqqjN8bzV8T49Q5b
hsbNWa3hkgXXh9kNu3l81ZI+WIgVFr0ikJdP2l9j64+52M4Ur/bc7GEMbfj7LnvUPJXkoNQC0gBo
xUXm5g1gnLWN35Weg7Av94NqAMqvC7YnTGVBWJYmK1nVTnZ2/uAvH3P30/bXZQcQGACQu6J47oPk
4HqGYhecqAkwsec+oNpxHkMUVCdVD4LMq4Am0kRGBvWXN3nwhXAH0vLgrcqqX00F55hlIegWgwIn
vk4CK1fANaR7zEOJCZkGtJOJp91vkzFzR9ibsbHi9mtjkDD3vlCDHGbndXsCpcuD9Pgqc7hWY4Tg
igIQbU810kCt8YUB7/Nz+/PS9UGbNdLv0HCBcMT1+rSxpZVlgc87o73T2BQtxAW5eRa2o8KSbJHA
moAY31xpeMUwv0XV2hx0RAQmt8N+zMNcu6/pbdONaxHyIU2Ld2xsSEOhnVsn0KkQaTWG2eMtCC+R
26ojHpR6uD1zpnRASM/9EXZYZXaup86nZRxXNC/O+TzoaC8oUbVOFuSJLRu1zWlcoiYD0xxKr58N
gNq/8hq8BKkdt7tygbh2lfAlhNy9cRj7fNxpIF8L0IfbgHtkHh8zpxmDJUEPbOwbPwmdKRrlmiYC
OTK6iDR/QqnY0qNSG7xX3sSLYocL9w1BCh5ZcPwPKXgXAGbBi7ajxWKtGsaHoc3CWn/oyFeytIoZ
FAK1P0aQq0X2e9UghT7R9QR6ADkMZU7nh7zTGtxsEMyeO70rgbYwx5uUUe1zQUjybDlVe0tAyaIK
hGVnC9VfZ1WyWGHaQnTQ5GywHZAQn7UUUik69NdwClRlQGEqLbCp6ZdGhKmkU6m1S4ltAv/XFnng
IWE8Wu+4iC6NCBfR7HYZ+DBgRAtqbz+pOmelE4X3JACBeFO+KYxYtQ82/7QrQBvi9Dd6a0PAZNFy
Rfwp80XEA5XWKk/mIht9vR/I3JEE8En0ner5jV5qQcXrHRqlgqUhCt8gXRQQdqEJC7VZ8Ehdm3K9
Phnt1M7POmnm4+SUFEy8sRvobpMdt/3En1yTGLcD3oizBP5pB8zJ17as0nWKUiPoAWVoQ7IXnPNq
cq1Hm9TQlEi90Qs8q56AMoyHXb/ESCBPvfcFU/2qz6wOdU5o1IN96eRqnGDv8CXQ7cZCFtjvHnDn
dpGla6D8Yd34pcwgHpt13XyDXu4uQOG72JMaTzzfo+khnnUeg+SqI49tyV51Pqe3/sSrCCkesvPK
DJ2bZPDuPZSkwiX13HOF+CZ0ZvoFzBnTc6fXy8G2hi9IRX2b9bl4NhJ0feaAVd3OnlPsGBqRQASF
Z95cfNfnNjmwJV/peYBoq+cFqT5zeuFpl0PXeDDvJteOA6ZndgDlogcQgjvHkbp2wEYKL1BWWcB4
+ar789cUlC8h0CTLPi0+VdMHb3miQEuCd+UA8rV5X3QDRGDqJUjjfIxGoLUgeNpzEDjNIU3sMKZQ
C3MN79D4VRW1Pbo+LWqhR5sg/Umtkoa9ybwbD7C3sEVFbp83tH2PKwAaACBCdKG/Zd8ZaLkMBcfj
dwHjh9lV4UI+U65w3bLg5H9Iu7IeR3Gu/YuQWA3cAkkqqQqppauru29Q9ca+GGyD/eu/h55PmgqJ
gnpezdy1lFM2Xo7PeZaPQeZr62NOyitzqNKsAIRcD+Ga/Nms/I2qYTEzplt88ZWddAWQPbu/wcvW
BN4TvKpFvIphrKxixWNhMhE0eTI++pnW7lviJ/ctlndoZHLauJrp3xtcz14Giq5a2OnTeAQzl2wt
WlSHCcWCHUsra6VOdG2jo2lN8CZDje9ioxMLLBzp0+Jx8lVY6W2U66AWla8rexxzutziPiqIoK3B
YPFCh6Fqkq6wezxtcptUM7Vs/IQk8UflqTbomU1Oac3FzsBd80BI46zco4sxzvconLaRhwL4BGGZ
JREIm2/wkjFlMSfNHXflS++74QgBppVPfe0WAKprHieKtXgOnq+srvJKmzFSPRryDfy8ZGUSr+VT
H35+CeKtDDRgVIafl/mBTgcAhl1nK7qNlf9o8v+wLDzA9R0QcfHVls+SYWp1CCqBl1+R5DF10yOB
yDav1tBa12409MKBCwMEGrt+cS3zok0N7jOQs2cEfQNWsR1lrbPV+Mol86dRu1yBHyMtdiGB0zM6
oByRSHoq+KgHXDP3CZxYHZmHwEZH5VAF/jDeWa7ajD6LM9N6I9kUWrK7Y1UdaaMZjePanb5Ym3+y
H+gvzGRC5JLIxs/XTGbqQzImY/XYuz9s+5vPfzlrzk3XDryPIRYJVmMZknaFrKDh/86Gl9Q/md02
KZ9T6Pfd3uZrg1lMcgUZ0cykGIxjy8Cv92yaecwru/n6msGEzTkQiECLdGFQOXRcmwG6MSigJ5MI
XdR6cnePDuVKpEX+/f/f5t9Ii/xbI3qfJy0igVqih5Au6cMiV9bBTIp8m1i4n/IWnrdph9tRl+i7
3p7NK98NoGek31CUQel0OVCoU3UQBa+hhuUA1WMK8qCSYp80zh0tyFtja5vb8a5oSEHiC3VhyFVB
oQIn5flaTCzIzfoinYA1g5FcOd2T7E1zjW0xxIDFaEm9GbIv1O8Dl/4e7THM9UPX//CsF7wdAkwj
iM/5yfDWxA0vzz3khLCmwaN4fhcvO1Aw2NOyNE1k3Bhvouw2hH6RuQUI2S812IfOf749DZfTjume
X3YubsRZ7fl8FiZKSk2zdRl3+fNYf6f11woK3LVRRrrxfjvU5QI7C+UsXsiQzu5bIpWMyzoBFmfr
F5sSWGPPfeXpI5UR1PtuB7y8oXDXgzmOWhPUP9B4PR+bUWlmBq8JFdfWthBRtnJrXP15JLrQikUH
76LO1FXSktKpVNynVdQav63k5fbff6VfjgF4s6ITmpEoXCw+TgXzN1RnNRnz6WQzuO+Ye02+9V5c
su1gP9b2r2p8kg5bOdiuDuzfsH+6OR9yxk4BH9CVhYqBeCP+c/YfkHWQxgY4C1hFwPpg43f+YUTu
VFlXAMdfsj606X2ez6TFndZ/XpnAPzf3+UV4HmlxRhMiOd48BagyDejKFpAAW2fUv1tp773W8AKF
kkFLvvSeW+zrqrP3pU26iENu8FuTqP6761LQjR38efrkDlsG2hsYKJbc1vrwGW9GJwZqC1oIeUk2
ALi7r2mS/iy56/AwV07yQ/m6hCTzNGy9ivIvVu5+Knhrht1Aml3q2OJTbUzFtEkLPz/1rWn+zsdU
DHcEz4F70FDoqyZ6GnacwAFwTLyHvO6mZ1rXPepCGnvKPO1z5pb+E1w16o1ftfqukhPKRGlTZvGY
kn6H3q9TBnBXsDZuDe2jUOSe2IuhhCw1yTQ8NjlwjJWZpoEAKHdniRIsB67BWCK1rW03JPy+zqZu
XxhOH6RUqINNxnRvt7gHCsWynYYFA/l5EOcHiCFsRUXNKGVm8mggq0eDBYwk05bIetkwhKaVp37A
Hd37Mja1dsqKXtLAGR3xffTG6qCrrdfz34nfv9vAYI+5dqcKK3Kh+fKcFaS/H3TxlGnM3jUT5fuC
tNMmawGCAk1Fx0uOylB0NgtdiCudEtH1MUdb8Ktj5trPFoSWbT4V4sX2Ne1e+VSF0mLuN0rmRk3O
6pPTy35XElngCxtKhoZ0sm89N7ynFvcjxK/ynwq6m9tBoYLoETvf1h0dNqafuVuVO23ou8l4QP8H
Hn1WndyNmd/hEQt3AwBfgEBszSk0jLLYg7pD8CujCPvJ/M5br4H8gFSRcrwsQmLGQq0BbiR81XMj
LLWpfNaZW7+qtveeS7MtjhnUrIIWvaf7xk2Nk0gqqHEkfQ1ECOyYOiPt3mjN+U56lRtWUKTfuVXi
HA0rBY8FhAjI0qPKIM0B7pUw0QaP3mWB4VTuoXIa612XlvbbYMij/AJyCAR0131fl3wjWr3Z5VzH
ZI81DDS8sdigWAdPBdmyrasZIjKdge9J0hoHzeL9zk0hX5sneI1r0qAhHRIRmkVh7ohNkVTUnrNy
7l/mTOebfnFs2onWuX1fFicQvLam/4XmOx9q8on/4/bx4l650VDuh+4G+KH2LPp+fo6hzJZOZTPl
p8nKyDt13KKGgZIzHBKLcOwBFKy4nXgbV2fqDhcJCdRo+lFHaH9wjdIPprrUYP39DdXG0IEfyXHq
izo0+dfO1mFu67INz0HFHxVTj1mtj9+9ASvGJPl2YKMZwjLFDKk+2qcGL6UdfIWnTTGColvweoho
X7VHljDrGR0jutNMlWxFAquQyVTjY841LeqG6k36Q3+XO6iMaHbhRoILKLpCMHpX1B3/zlnVbGvi
/5AN/P5Siqqrq3I/bP3EOkqK8lTve1vT4cOzLtW48XyPAtVZEvFCrbK6s/BS3fQl+10PFnxKekgY
WFLnO0HqHlmA1mdhXWFBTBCAAeJBx0sksUTgDjn7zXLDDvRCjLtkgEdQVsJhlVZDfqoN3oXNkNGn
sZFrlfzF6vnn/Qx/bmShuHeBGDj/qBrG7/qSs5j6WRfwtr1HLrhtTNif6L27ogC1WEF/gs02Lqg7
ztLIy6zXL0q/Vujlx27tRJOjHSFb/QinyjpMPK8E6czcwoznp9lqK+n2lTsee1ZH7RykAbRfFlew
kbeV5ggjO+GUayHQBm5dA22ylQ2CqVrevqDh4mwwYUx40U4ykxSoeamykzlGloDK5kYVEVr9BY9u
B7o6mg+B5n//kLEkeaEpnJ4IJE6JnQdNvZK7XkvFUKMD0AINHtD7l9qaTWZIOJZq2YlaKs5k9lrx
UUDxe/yt8vEpyRzUbs0jyB0PQzb+6uj0ujLCOTtezCWKLJhJez5y0Ns8HyLsmAobQoxJ7KpW5kFG
an83QIbg1TFrK6DwAIkIG6o7UTgyGrhLH/q6GjZjN8IUdKLFVxD5jSNMqJNNBTvHUJEufW0Nt458
gRXQw3J2myS6f9cnntrigvgNHg09Ur8a9ilLux6YHaPalg4Vz02lyFMGhktoDJV8GDNQUE1Q8CKS
u1OE4jZKtcovp68SX+UpkcJ9giRp+jvpvfZTqiOTuj05S3zRP9sI7xcbPhh4Oi5rUaWROEya/hDb
/ouu3SFjC/K+iRKthIdklGlv/ZjiyFmprS6eav9EtaGJCcAPGLsXLcWSVm7q6QPsXboISYfA4xiC
BI2G8k7l+LvWrbPdlKxhk6882chcWgWOflaXWhJwhtobBLBU+amy3GObZDAySczP0qUHv6l2aZY8
rczu/BJeLD0CIbjZzAbUFNQXz5deOdG6aXQXZ0Xntg8kZ9MDRYVrMzrc3KjGKQ6YBV3grDT9k8WI
f89Vph3QYE7WrLXmVX7rTzEXfwoHt8kQJDvNkhBtPRx8q3tW1vTXvSeYZ7poCAHM4eJltzwduVO4
onSyk2sYIW6qYCCvVKIFO648v68dXB8DLd4ntKSahIFrduL+WwFpowqg09tf71oEZzYwh+EeHImW
bTRJ/Y60HkepwpgCzdFhELRyyi+2AQpHPihS2Hg2NKNxOC0my1d+OxQ61qPSkEF6Cvp+TdBrWoAu
WAQB/NBc88i4FhFqmgDNgnMDZu/iLKwlqtL50OHzVJ57j4e/+6AcXW2Mhvpx1hHcnHo1ZC+KmWsG
QtcuAug16iiVQNdtrlSdr8BKilL3EmXFpkHlrhgt87WG8teza6p671NgvQj6LbDKIt02LXClZjT3
t6Yy0t9//WHRfAWmCAXlP/qR53+I4UlrTLm04q6qDnndHtaqyFdWzmzzNFPSIJGMcu15AJM2ZZnK
1I2bB8M5NWs06bWfX37EUZvywYJkDxOHqrpD9/P2/Fw5Ks7+/DnP+5ATtMKuDOD93Bj130b8hOT7
sOa+bV65lIFUwKrHBsOJt0T9A4RnG7LOSdy5VZlAGEBzoceUwwoOWgGjSzcuvAme5vqj3NEcEG90
ZruDlgDjOPTpM0w9A9AerW0p3Pap0Ax9I9AIey9pI7/SHIlVgLQTBXvDWYNCLmb/n7sLu8cH1F4H
Y3Qx+6VfqFGjuLuE7IOsJC8AZXy//QEWIeZz4WxyFh8AEqNFVYKKF7vuc7nv+7/DYmMEOoB9OAV0
1C/R01uMwGsAD0hsbsS8hFNYMTzgAf92ewSLJTSHcMCkBmwItTfrAqQkrdaQvqzd2MtMHvhMyz7r
WTLiASb4SqjFZM2hAOhEIjHbn80G1eerFUoC2oi0SqDEkPp1UGU2/55rKKz89YhweoGg7ED4Hg/W
xVktTDS88TYUQPIAc9TmIRdvmfH3T6g/T4o5J5rF1ZeLK6coOjiNHONksjYVROx4tiH6A+Nr1Mt5
CX1IB/7MGjp2Nh7gM014Ce80epaMumJjbBi82XewU95kPRT1Bi/7amDrRX8/ex/DLWaPti4owQTh
KC0CVASiSaUb2/l5O8rlmxBzhscZCqPoSF6wME3euNzUvTEW42xETnaejG17DIrifQDm07d7IOXK
7e2gV5Y6Uju8QGdvdFgiLBIRF+oqU9NPCDr1wWQ+kp4GubWSMF9b5C7QqxASQwMevenzRY5txqwB
ULbYzt1AfU6Gv6SX/lkPHwMsdhGRlNtY42Osf4ZtfWBvbWPNBHH+xssl9zHEPMYP1wosd2RVKYRI
73RogWk/Q5WgELdydl5b2AApQkYY3SRYkC1KWI3OvKTliKJEoPm7CdYwW/KfZmuuXQFLDDiptfjm
qevyYcxKEWeDv0UvI5B4S9jk1+2VdeVxBjwIHOi8ucwAjdrFriHM62lpgOPdDNiY2xxkQ4HCaAZI
z33pQFLts1wTHLu20D6GXIws14D7tdJWxPJotZuxubs9pLWfX3ydEQ9xanqYuCF9YuoE2/S//32g
1WftY5zRQAucr7HOa00DRFgedx4LsrkhsSatfG27z5ZZNvC3+DLLRnwPbaMUKG8eZ8WrmZKoEt/q
6st/GMXcfpuhiFjHi82oSlfajlPyeAiQpod2t1bDujoIggYZOnBoki2vGTYmAzTFdRHXJkru+9Lf
smb3H8bwIcQih+E9cY2CGyJmw0HIO/Z3OSrOq7mrh4oF/pvR44sp6oReekVPeOyz9tCx4UiGZ2Dq
/nYMBgy1YS+DZB6d0OWdP4H+YDRsmuKOHdDKR3Xn9u9fnoj4/T865MiAbUgHnK9WY5Ql50AvxjaU
uAT5zdEjydQhscWmsquVpuvVYC6uRx/kKpQj5n//cPx6sLfN9bSeYt9o9rU8+gAzSj0PdOYE+vAf
Zm72zcB9iEQZ5OTzYB1grj6Oehmn751153krE3flZATKGHDn2bIH28Rb/L6prKYqe22K0Q97tEwO
cSWvCyEQ8gyONgRle//VLssXTaQHZo2vtz/b5e5BQdaYXWrRAEN/fHGITaJPbW5xHnPD/Fx1+idQ
ZX5ZQ7IyyMuz8izMEsdlk16B6TPyeKzd37qEvhIqRbdHMm/C8ysZIWB8hHo2+OMoyJ1/ptKggsFC
hsep+sYsb4uaBzRGhghyKtF/iIRyB3J11FQujNfTwRs0w+t4XFry3qUiDYVDw6xHKlhNwwoXeYni
mk+HGatI0OPXfdwF8xf8sNYTP+mo5U5D3LVju0WkMdRr2j+NRure+6M5bTjRQ7s8AQ1cBL3XpIeC
OB26rX35ImHJu8nM3A+6jqhNy4kdJEKw/e0ZubIfz/7G+dt8+Btt1RpVI8QQ95W+KTMo/1Zjc1BQ
zbGN5k3W3eZ2vGvfGpw6FHigCDSLiZ7HQ/nPE2jSDnFKzTYwU+3OpGIDeuKRVavqQ/PJtVxY0DlC
vX020IUE7HmwnjuNTttuiA3zlxp/5doX13oV8tGA1G6DevJBL7W906N6Tn9O1sr79trMfgw+b6wP
M9ubmuZnnA7x0AxompnjO3XH16nU/VA15M4Sa4zSpUXSn/XmwvYQtV5UlmAcfB5xKmeXOWsY4kpv
hrn9aNxRK4cFsokaQT3x4r6rrOLETehE5L2Thn4P6JTTGzzE3eOsfOlr5xNKK8i1dXsuLS52NaNV
XYlMsbgfwZEYOu1UiurXlK3h3q6tqI9xFrkivJhR+tLReGzo0eBFpFVaWFRZyJq/VJb/Z36RzyNV
mZtIyx6Sl1adlyQ9kLmZln6HbMwQlGWR/by9Q67OGzoDwFgSPPWXADIiBjURabCY+fRRNvLO7aZN
PmQrKlJLpPef0XjoBsyXPjB0S77O0DMrq0wLPRcl1MYfG7VJDGCREqZZQYOsP0oBhghTq6s+iaaq
N9J2VQQ8iwEuQecE1DSgYdQgKam5/pewyfmPg4QRABioCcCgbnklADw8MZmXQ9xAUAQ9ksBKD5p5
EM7b7cm+crsByYSXDeShLR11qPMtMzhogecCcYT+NtW/jL5Zuduu5QhnERY5ggRFuhirGqDEaduB
BebCyFvkNcC7L70Bxsj4GW/3gJgqvD2yK8fPWdzF2VfX6NDXBHGH7jO109AboIZxN5TPRfL57yNB
AGOWu0Ved3mkJ03jD/NB55TvcPnIplg0vwa84dXz7UDXPtaHQEuKHjcTGzqZHHeVCYfshzXDqLWf
X6wFXx+ywk4wjgkwENsXwEKs1buuroaPQ1isBjQ96trS5kuhiyXudrdNwBostzX7rMwmwkoJS6PY
Sndl6q4cKiAUYDv5OLkuFUBNJ9Hg7Z0NUOSt5Ya3NtvMOhUPqQUPldtf6VooyL44MyQClkPL9iaI
85XfGqhM+3754Gb2XZY89M7K5boWZDGPTT2asO8ehzhhCn4yb4P7noMgdXsk17bQx5EsthBxB5D0
PeRGmbdPZ5QFubPNV8f6ZPvR/xZpXpofcgUK/VLWVRiOyqLcDfHSHpwwHY4FWzn1r63xj0Oa5/VD
IGEpYGp1hZZ3Iu/11Hl2S+v77bFcuY8hpPfv95///UOIqYJTsaVh1gjeQmnzPbeM0AQob02n4+pQ
XBf1D5T4EXCRX5iMuhmtsJXKQjqHlDh6NGmq3dwezbU1gPIdKIxAIs/toPPR1CWINySf89Wq9p9F
j25OX+ot0FiWF7G8oQcmVP92O+i1KfwYdLG6s7HIpqTBFjKqByBUMgugiweteb0d5crQwDNyUaUG
JgUGk4tUvM9KL4XTI49z2aonU9HpTq9ab+9BOSoSnmRPhc/X2E3XklQXeQ0QECCfYk4Xm0ro2EnS
wPJQ2hMZ3nuX3Pf5uIEfVAjG2Y4SETnZMcmKY5JMUa9W3jtXDg4Is6PdAF1pXFbLVdNyH8DggvXx
YDXBmNowXPtsrvF3r8wsguB/3Io26FWLMcKdQac1rfs4M/xDngIi1/UPfIJVX3XoxGqKMa/BxTMH
kgJ/QObgAaDfeL5G7XxkdZkWfdzXxZNTJXpgFj2sQst3Z5ih7WWZB6mwX2vRBz3Jwqmmxfb2Wrqy
GecaBDgI6H3ZF8Q8UWVJL2ufopldfPPp13zka3TLOY+/GOW/IZb0AzxQIBM1uDQujTvUVY+FJLDs
eTFVEXSEPdv2f1gp8M6YPyFUemBvez6rVgVGaWrbNM6b7p3w6VXw4UWbkL7dnrormx17D7+PNHwG
Yiy+Hp8cs1eM0NgobLzSjjX/xNkTyb/eDnPtC6G6gjQXqAdUjBfHsvDBDnLTnsbJE3OO3prL8LVR
4I03p3+AkFwsednwEV+CYra0zUjvhXgfXMDCV07jK7sXQAaA5/CqBENyWVEBc73TJWBxcV05h0Eb
QsXhClROK2GuLLVZ3WSGaAEQA7/h808PKHXZ0CrV0UybfnWZ/TVh/k/GvYe61pJAoq4TGPin8PYX
uow6t6nRNAIQzr2EaeUu8+XUST12oJAcKa68iJpaQFIbThFlGsoEVGhDrlXfLhfGHBYFeNRkDKCg
Z4zEh/u6mtRItabS486I7Fdh7G6P6s9kne/b899f3KB4WOL+7vD7EAatAggKw5MehrYRn6oYroCb
srZ3fGQ/zLz9ghfNe9+rbaehSGOoJtSqIYmU4Wwn6cWKa4GfmRAesx+LxLorvOmpEz72ijkcK0VF
pFv8FRrPn6Y0Dc2027We2BgmfSmbDsApAVpcOm0S1OEYcPwWJ597KNTjrZ2jl84+Nz25K0cnJJoV
Gsy4L4XY4eZcqYAvQSd424JUMqt8ozSIk3LZV/Eb4hWkHDHhXVaeVOnxw9gO5rGZDHGXZqbxDAPQ
XAQgFrQn39Z/aBrrX2Ra+iQgfJeQo/o2ZryrIi33yqOfkCYinfej73rUTBmXK7vhcoH8+TNnzXsX
nZplWUmzeesCEkqO0gPT5ksa3V4gUG+/ONkJWkCAJqImCy69O1+nH1agS0uZyXZwjo1H6pDm3sYp
5JeBq9Ayxg3MXPLAoGlEE/RQG2sLluHB6S1oSNJmD0XLd1AdgmFigCb3yZPmevvJLu6apt/j56IW
tiN62YaQQ0DqJhmUGqGM1Hglj+SEB3jvpSedsfIAOiEcYir7lym9+7Q10eE2+0fepQ915T/Rtk/v
p7Y/8qxF1TinG9KCN1Lku8KS/HdqUSDak2KIelhTB50LyeImGXdT5701BSsAJ5ribGrGoDSGjWZU
9+acfOQWtYIxg4ku99Wwpzlcx+rRNgPhVeNmgrl4lJdlZLrab68rwgn0HC9vQNtpYYSp0cAVEKGB
plEelDJn2wT1YhokWfV18siDaNhb7vjR2Hh7u6MnxxiOTlFElpU9M5btp0Tf28y/TyClnxfDAZLF
b+BY7zOb3IE/BLFeHqlBReVYbQ1iHutpuCta+slN+r1y0geVVdsWtSnFvratEY2DsxGudoTHDM7l
0d84YwcLUHnXSveTQZLnKhPoG/u9HpWKPKS9jiokHd+hZ/HWWmOEemlManNDRx8ElypuyjHb15oA
8tybNmaGleCZmyx3vsP86qCnjIeNX6Rho/w0mGSVbVsjzUFJyGNlFag4jsVzPg2RxezvWuO4Wxsu
RBGw+hBsGZtvVur2B5oXO8Jh74Z6FunA/rFkVPLK3jlpvbfdGuQOSG2GoGkBjOwl70We9Yeq943I
pToQJO4YecB7B6CdZSFPu28Tg3QYSZwVPOuVLQgBNACVoYOGYt2SSFg3rTEOpXCOtuZ/M9r2LRMr
m/xPu+j8mCYfQ/ypXHzYhHjJVGyYuHPU/UGPE9tMIX44mm9SaxsZgqOGs8mxIkPfJihgy+gkenOv
54W+6evflu7tGujkatA9nn5RGjEsqmPLB3RFLUriWu/B3yFRY0mxgfu3iqAZrz6XhTE8lPCWWblz
LpMRFDYdAFQsnLV4bCxKwnmS6YBGGNORkC4cpniAz1TfvXhptjJrlyfXeaDFEwp4acdllkLSpu5a
7Rc6Y9nfVzo+hgBM6vxw5M4oNDyhp2MOA4XiU0e3lP11MeU8xOKG7hpwDrt5usp6o+A7qX3T19JD
b4G0xKWH5YWSuY4H+0xaWcwU6CpdAkiwcyS92wAnrfqd6fGXBphOI7NCH5Qky+dlpHQ1bn0jN7dm
p1jU69oPc5CbzuJRUmb1JoX/uBICejI+mS/HvdDKZ400X/jURyCpjXs1VRVO2DR7KBh8ruXE6KYb
wG4sFX2d4IK9J1oR9on2Vafd06jpIIGPz7WynjTZQAPOfsjHsTxOpqjhzCafid9sBLd3Ji4A3tlf
krL65tfZW5XWTgCOlREafY+kwZ/em0J8cwz2YOrdUdpGlIvu6FbdPh1VWGa+FXjQtpEs/4bmDVIZ
x3nI0dzbyjRtweA0Hxj0psvB/qRLB3cZDW1hhXrfb+1MoNAF7FgmjHtszbu8UC9GZTnBWPgPKMy+
3L6SL9+v+FgAAsA7DSjQi+p7VnmgMeWCHB0mUlxmtAs6Lp+5mT+3uhYkhKy8gS5T3xl6jh6dgzYd
SPOLgkcpy7YWpTKOvmqguJJlXnKQzcRextKHMyn4xdhZmWTHZpDt9vZgyfzj5ycfzmgCFj0KPFcw
lZ6J9oXLk/GYQbTtgVo9fXVrVu85o1YoUF3agVOXvaKnqc3GHuR7BeDVAQAfiJCmunWA/UE/W5F6
n8HfdR76nJWwru4qO3DcDCSfieZdAEZe/iKbatqUqfO97c30hcu2K0OzG9LHqdDFM174zsapUog0
oAWjfzY7S/8xJFBAtAXDNYx9AN1iBUQm9P++JrrDtn7r+q9eYuIAklqDMhsdH1w1JA/20Il76mX5
UdNyGqHEzO6kATFiwRMGTQIjv+fDBN0vs3QfB5HIT0lCxlfRdDixkQf/MswBfGmszDAHXzYJaEa0
GmL+JA2LRPTQFJ2sHXSi12qu8zmw+Bg4IFAXwtkNgZ9l17As7BGvZE8crYF96c1sQx0RetSKGpwS
tUO3akye81WF4ysLEGKv88NVh6zJxcPSG1zNy818PLYA8fD8d5u/ZmxfZWgjggTROu8ra+5ylHgi
Y72hoogH7bKTiPeKJzwuJe6NDecnUe8hhm6vneuXWQNawTMDBgRXnLxLkBh1Be1Sr5HHgj7J5vT3
8ENAXhzYVdmwRMfuWRQuRpiJM6rj2qj9sYaLsa0FBk/fdALjm7+fLlxRoDGgqQ149eKCgipr7U6p
NR2N6cUzt1h0k3s/rsHRrmQNgNP9G2VxCGFVGN047yXXygO4JO4q6yuby/7O6+3hXMkazgItJk6j
EM5tdQTS2994QEA2U9ff/rcQ89L4kM1Npjc5pYkQpR+m03GwQ21cob5eXhL4/PMTdga9XzJQWWkn
Bqvn6RpwvMFLMnunLByANMj/Pp0DOclBHJSqzQt5p86YuGKtIY6l44qfea2rXQnLqFNeWOYGMizA
29+evSsrYWZDoQONtxNuwnnoH2avatve5h0RRyh2gt5d3tkYVgPkQjKtmZBfmUWAx4DbNlGSdgxv
/lM+hNIdZcsaN91RDMTcK56rXdN19Ged+dOLxfQidKcRfNHbA7xyMoA7MlfrAFHCIbsYoJVMJada
JY6O3dNNL3V9K1yprXy3K+vcAfYSTqgzpfNC7dixeg6tzk4cjbGXj3SSJeo5qbGR3FqDZvzBDS3u
DXQcZyNxFOyAJlvkl6VupCDplOKYKVHEorbbwIA0zokTOjxmnbJ+lJKpo+s6adwrpb0XWZnDWpiM
gJvVzVemvPyQ4NbedEmmwsEEka8evPTZFz6e462RoJAEWxerUSogtWPyMGV1tanghBFMVQaNjIlB
i5y2dDuJyovGXqUPuPB52PlMD3BxjnfZNPxgnS2AdtSwZ3hLN3Jqd5M+4bUpOkgdWw3kH3FPB5JM
mz6D1t/olTmykCkNgPcLu8JJt/bkoHdRuf4+txhOXpWZkUk1Z88bmN2Qwq7ewCn+ZUzM+eVPioRD
x9iG2QY/mMaYbPKM0V3R0PKkNxy6chy9kl9AwWvHymNmFVhGAZ0R0g/jEyuSsVmpc15bFlgSkHYm
wIBe1JO6OjWVDnbJ0WZ6chzbdvhWQt7lwWCtXKm1XckmUFZHiQ3AdRd13MU6V33SWZkox+Og8War
iOOdykQkJ6rBJBJKTdYmYW314JpV8gvP0Ow/jHQWo4X2LrAR6Dadb+5yKDUgb/vx6BnyR8/B8yYF
XKbSag1wfuUUOXvwLsbJjSqzoDU0HbMkAGfXSyNPPMniJNZcra+cjASgcwNz6qPDtUzPoNZCfa2y
xHFUT2jbQbDzvrHfDO3n7fPpWjqG5AhS4x6kB1CePp84WWiVN7mJOJLWDZPUroNa1l/cqfyhQ7Rw
1qT5rKDMsXIqXhuchxaWR+DIAEjqYhazagSLqxDqyDKgMtKTcr6lRhmqek3L+iIQQLt45LhYGOgv
4IF1PjyAxX1CR1qcbP8B1ioJ+9IAAuJ+vT2J16IQcMwBt4QTDg7H8yhGAuZbSZz8JAQ87keoXxiw
MnAB3MpX1vnVSDbeiRgNwMjLz1WUnY0uSZKfCsc6YC3ubNEGvGoPFfHubg/q4ubC1HkOGiQzbRC8
h8U34sJRI4Hez0nW9+62UytJzcXZhJ/3oRmCVBPkiotCmzQ7M6mB2zz1WrOlbvlJoiJJBrUCw/jT
1Du7ruY4cIBHy881gVBffJvJ11GSmOAx4Ft1ZHUQ9UUJ+SUvjwl/BmOsYC8d1H3QlgmK6RmiQysr
/eK8+BMemP8ZCH0JjPVYW9ZMZ/mJju7/kXZeO45jy7b9IgL05pWUS6tUmSzzQpSl955ffwfznrO3
RBEisk4Dhe5GAQwtFytWxIw5p9z1x7wXvjdoRIRufj/SqHZ70RZnlVfb/5qbRaMQpOSxr0H8Eska
REWRI2lf/Xe3SczGNJtSUe27RBva4Jh2lW0o91a1cp4WRsGuUwxI4pE3Z+Uuz5Png1tQO0ZBZ69j
JZKTqK9Jdnd7qhb2N0agLgb8aFyjZoXI8KEvM2n3j7+5+usaVmBh4cFlqVRxaBoDkT47Puw7sSBs
CY+5SDJAoBb5kHpq+wOSAX0Txkb4wYKnbHN7TIsTh0yASMfH1JA7W5kuMb2xk3AP9Fs7slk4g3Xn
+/H7nZAhAhedgPZcTHPcma4VQt57I+uv+HajntL+NawmzriVFbq6m7j8sDIBU/kDDezlNlATH0l5
zYiO9RtSz+zFXZ0jFAyN02cEpAu7o4PSUcNc29+exjl1AehULNPtbcpk6qefcGlZKAownTRlH5XC
30qCuqeGvUNp4HsvV3dtlv8pNe0p0seNWqSPcvP3tvnrVSSVgOQHIEJ4/0D2XVqHUCw2UYHKjuKp
6p24tr13g0iA5ZxZmFeiU1lM1FzHAkVd7UNdFOmPPpLbtY2yOJC3hB8unhTxbCBl6LmKL3nZse93
6e+++aObp9tTdX2IadaabieedOghzCEdbWPFxVim+VENrcoJO7XciHm31kqxsB8wM+kAQ2EpkxeZ
p0V6OYxKqcyPYhw/u6IMMZi/zaxXJfychuqjOUobX9Jh0KEGWCcrh/pqjMBIQJPwD4+7BcBHp5tj
EUrjsapa664KhWpHZbt6bwA/szL9irPnsTBRLifmJDrm7oMB/AMEVMlgbovkLov36ljbXJ63F+8q
mMEkWSZwLGSkaVObbY8CiSl0c1PxaLS9+5jy4DsmvRtuZPCZG0spw5XNsmhPJrVFPAMTwjyNZllp
NYalOx77MgmcLte2Rpo8Wnn4q4FT7PbYrrb+NLYzW7PptLJUUVzLR8E8H4+mUu3bsv+gj9L2X8xw
RSKVQav4PF8n5B7leRzRMUYnxh7L2ol7M7WLslsJLBbmDrIFiNcgUgGvM++VQGEM+jN3EI6K/Djm
X6LyWal/VKG/Mm3XoEV6bEXuFQjhyQoBpL7chkpRRwUYFeEoZvIHQ+ntMaJlYnxINbQRE4iWWynd
lGWvPfqCWx1aSudbs0V08/a8Xl0908/g5gFci+TkFXOU0A8ZQAxYN8dGskVv62XbNnChj/qYRi16
0rvb5hZ2C+YIFaTp0qEL43LUkaYLcAAw6iC+D02IpD83a1S1Kybm3YVWEQia6jYC8cizEH2V9X21
huOb9vRFqP02af8ZhTLzkjF92GS5OuEYx7su3UXRStyxNgT5cpbMIOPMlsxSG2U2iFl4RmJb7l5v
r8XS0hPUAK4kn0GmaTYKVcwSIRFM91grv3wzdiTrpavvJOHBGkbe+2tU90uTRt5uUhG3oJ2aP4XT
0JcVz5LdYzd+C+DLLso1vvC5VjRdEMjSnZmYRnzm2gehzRs5xEROWvRRT5TXiM7DDsLnoxDnyaEa
esuO6qwsbU0ZX2TLixDjHX4ovbaBINRxXeVDFuhowZlNvnLgl9aUXKwpy6YhEuPNznuphLnqua57
jMeHDHKqnlKwtZa0mT4y35j4++mOAZd5JaaGGLU6VINoHgdSDXef3AdljWKHGuZtG9YMPdD6WaBW
oDOOcm9KxyEmBZu2cBrnHaCZyiTZl/T5rzw0rF1rKt3XTC+ybdUrxl0LdgLaWPMb/fOwIYfe74qw
cCNVsM2IIHEdrbDCTZto7X2GiXuZUvihEOXmzktbgYxlSy6ylo12L4hVtpcSTrgH91Zjm2Kj2yok
W3cQM4cbCq6BPUzY5EiXJMQL8sKR1UC0XS34brS6tO2bNiUrqumbCtRNjNo1BImmsFEDlQ5Sp5Do
EBM/dFSlzaHNHK/sfcTULScRYyh/Q0+wBy8z7LpEEgo2UvlZCVTdjmSpsnNJyRHi68vHLpSSR7kz
uoNIS+E+tPTsMaitxAEyLjwJafC1SA0wrZnZJ1+rtien2wdxtiGhPdD3PZTCvhjzetsqobatIz9/
CT1JOdB/aXxJPF/ZU/ZWNkMT1Pdd6Qb3aabH9CsK9b2AjqYtJsHwUBlidfR9A0hBmwP4hMZuDyXV
qx+gpOJ2hrsdZCO9V8cqPESWVu6bRMy3lk8ThE92Z4Miqw5qp4qP9Ba5TuBqsUMUzXwmer1JBS5i
N2qVbakr6a6jOXZXGwIicSYMwX3vdY9Z7av3gQJqxmuk6NDLbr6lVEBhwkeBB/4fC5rtXkbOVvWd
Ie/7TU+Tre33xvCYD2XDAjXdo2tGid2rnb4XR7H5ZApTsjs03GNphO6uIy91rAwjsLWgC+yYagcs
OaAlVFEwd6rmPituHW8rNwKtDk4PwRlR/Hzbm149g4EaTJUPiiAgr4kfLn1PrFtFFZilDg2h5viu
uYncYS8Y7mPrUsqMo9VWogWHgkHOOFyxXKRzzKck1V5fj7V+DBFlioXxkyqIT72l/b09rkUzUwKL
DC2Vl/mLQMyHkHeJqx9ltRBsQZK/NrJS7zNZyw+3LS06L+ICBZKoCfM9u49iyL3b2tXNIxKqjuED
T+6kZAMq+jVs5C+3bS3dfRBh8+YlY3bd6ROYWk6k57lHq09NG1f6oMbRkyD3gP/MjM6iaCPF1kr3
/qLnpLxNrhFg/lVomccB4k5x7R7l7yZqV9vbQ1r7+ixoKBVrzISMr+sZfS+AMrVmJZO5sMWZL8gV
achgBPMtDpYwtkatd49SEt97ir+Pi3CTWtoLXLeZLQT6yoZYGhFvUdIvVDpo7JklJ0yjC8eWctLR
GpM/UNJvyzD4hyFRBaaZfyoM0CJ8eWoH0lVNq3TuEVkqp1bFRyNDU0H6XWj11hfWtMIXzhI6NPCz
ggrhLTivkdKA5YZJJlmwkNP2TB97pIW7eFxDV6+ZmYVBYdi1cFKO1nE0joFc2EJ3R9C08nBY2gzn
Y5lF8nWidMBNMCIlx6y7S3Jb6R9zMLfVClB16aieGXqDAZ4FdXkTjn1rYkhp9p1x6rIPegK7lq+g
+ve30lbS6CtzN3d3o14LZVANWGutz4oQ7mt9eHC5zG4f1kUzCI/CUmSB2pmnc+ihIo6Je+s4jE4W
vgA+EoS72yaW3OnETAeDIJS0VzVR+FVy1Rwn+l3PdVrRtcFhmVno0Axw29C00vOgkyoNDBwA+5Cp
mcZ6tkAu9M9pbqCqJAA37P4GxFnIuJfu1gqIBenGAPD3f7M4Df3MouwWYeP6WLSqYpdn8OPkp177
jpCW3WUHX85palmrbyxuw7NRTufhzKbeEcuWAzYLNXGiNCG8etUtUPZ5sqviwul6deUVuLiAJMMA
c5GTAyp/aXGg6i56vu8i9bobUd/xNGDm7rcw+HV7NhftgCqe6hBsljm0eWhrL6JAhSpWpUNfCA1D
/t2zqp1br5zkJX8+3R7sRmrnYG8uByQJbQQI0bWOeUk/obkNmjXB2Ov8JS9A+qyA+3EbUR+Y7UUK
9rFStr1+hH/nmBbqPjH1T0XXs0zahyoctkB7YnvSCYCT1d9bofL79mQuHGwKHsSBpk417kqrSYg6
T5OCRD9KA7yvSetlzjAiOGkWwri9bWrBA2OKbkJw0ECg54WXKKrEJiMndtSFL2N/8DpeEpF+CNAO
WaV+WBwWjgr4JO2YqEJdLl0nFlGVDbJ+rMLaNlxlhxL8rivWslFLZqCgm4CaSApTL780A2yqyjPT
B4bdVMdKlFtboWFy16r+Gh0gjMh8a+a22CiKMVEXQHw63yoTNBxd0U47lvAqngbBaGCldiU78Eo6
eJ61tnUQ1hGoFfhFuS30gNoWks62UOZ/ErHNvtBG0xe2XJfSAbYKCPe1pAQFLqmnIvK6B4LKficU
WbDRwwQJ67jLR5vYsHY0xJQ2/Ko/QySBI5HK9qPXZv2GnqX0riua/C7wY92urFJHEMWzHv3CJSmo
tZUDXAnmkkBIi2dPsJQX2fXpWfGSwdEDIyJtN2p7V679o5vVEcr2tbeV0eUlFszarZeMLVLamvYB
oQ39rgCUa5ei2m5ypAJsXctS9Eab8ckLu59pwi8wA8O778B0OxVXImBtEfkatY/uaVOGUkCadEi8
0trnhag81W2FGFHRfvI6sd/3GXeap4XmgwmCaO97bubQpNE/eHFUE/x69IGE3mFUdyEwgkwqHjSy
MwFuoUm3Ac3+PE5N4z6nIHYAsdHuQ/A9D1I+isfBUIdTUnbWJyou8kPlaeJWEMTUDuVItNVeEe8T
vTf+pC4DikplvPcBJm1ilE3uEah56zyxPkUl6ln0+FT7SZxzZ4LYctCil+74r9FWosZzmjxoNrFS
pyDoFc/mMYdUvFnRI+UpNArXk7CQWsubGC3bjeGOjcPhSR0pC+uNRO/g36Y3hH3qBrojKoF5n8Bx
89QWmnqPDkv3rPeggzzovB6LEo0AVw2FQ9R20mvkizUbS+l7O2hN6XMal+6KK164zag40voBsA2U
+bzi2GlmriaVjh6SP27T+LPQ/Gn7nH4I+He6n3m1ViS+ZinheXxucHZlKz6iZYKpafT4HMvkW6/8
TN3nwD9oyol0p12Jo9OuQbWWvMm5zdmVTdTmmY2ATVppvHZT0oun72774IUrDUJeTt1U2QEiODMR
hA3MBJprEPvUm5YHspvvb1tYGgRdkrBSoMc8rdalS4w8mWYgtvOxVX5LLopdYwKSb61j/I25fe4N
Ue+m5jf1S14RZ/Zyw6UK5uwYpZqwQyUrO5Q5JFtCk/3sm0Z9QNxH+RKreugM8J47SKaVm7gMgcBF
Rr5hBNUpTGrz/eE4xMf0u5lsU7z07ELQukhG/4D51Uw7E1unwEvXnvP+KYYVCiA4VAeKOc9oCk0s
hF7Vakev+Nt6iDRtrOLPbRNL++TcxOydmedxrfQWJrTHyoxRhFrDf03bYL5+VMbgCyUNdd1t0IVu
g1RyrFG4zb7pnTsiaN0PthuIr1pZEZGHa022ixsTljSZfDP14nnNO4+0OO2jaccUxl8wcN6jrOjh
VomgEF+ZvCVvNWk2EliRfriGyZBLjvxxNI+eGRYbv6Ofq2mLLyj0yo4YGL/p4Ek2Loj+rVl0Cr0d
YbSv03BixYIRcLRU71lvtMSmyoHKTZAFu1IahceAQJGaF6SJ7QBTbJJE4p1ghgryniVJeoTkSGFa
vZMFiXSX5fTMk63UHzy90vdW0HtbemzS1wDqsq0uCM1Ohf85qTXYg8jybpo04/95cZEWjXpgryBy
Sab2JCV7dcutAkBahP5MpRWUa6DlLq4g2jZLWERuz9/K9M1pLvReVobYlcyj0WnwQblfurbYBLrs
2QCG9uXQOlKKdspto4vbA6o5RUcF5xrWmSmZXtOPjNF2eBzy7BWI3SdEDY0VO0snayJM/V870+DP
3mWWJxZ9ikTesSMrMASBrY5rqr4LDyTIXv9rYpbqkK2YDmmSoEd4z+T4odLY5epHn3Ds/zRlb13+
Z0Mx6I1K1ZKheMVro0tEJ59Xxd/fQui5ozgbzLy+XaBOERN7msc8I0UYpJ9iXbBltXpuquB3lOof
GW0BC4p6iJTgKQxFW8vqzaDlKxHI8v7gXgA/oABOm/7+bLBClSI0qFfmsRViR6DlMaHTHZKR7e05
XQw8pqYovDvaPaR6L+1ovZ9GsdCZRzFyNy7kSkio2q2kHtRB+VZq6u86pJ987O7QsFvJwCwNkaiA
6GCCZV7R6dZiqrQosUzr6QiwsrI3P9we3bIF8L7wSIGKmIcfcpmNSWbl5lFPn8UuYQ4/pNX32zaW
DhixB1wNBCG0ZM0CENGtxZbg1jgizue3u9pbmaVr1khCw3MDsxOsCVZeolNIrrJ4DoVvidlAvXDQ
jEcxejbdbUOmr7MOXYOalPbU5E99VNtN9/v2KBf3yfmvmB3yIqGrsR8Zppg8I5Bqh76J+uE2yiDq
MZ3U/yO58B/9vW11ZW7VWS016mXAVtwCRyPJjl2sv1axueJUlgcGYJvwjffuFXKsSHz0D/zQOIZ9
dCyK4cHMASyoWY6yqftVC+IfPLs/1qX7K5TNlVl9w3PMvc1UOYJTesrgz0+5b4hupUkZ8XGjFKJT
o4njGKNb3ZmN2hz0Ig8c3fTSz3EwuMfK581KX1aKMgj8FmgFomOWC7+q1mMForbdBJ7rH6RWNqAs
77tNPBjJNrfkH8NQ6tSRLWvbWHqIvpIovra6BpwF2P8uGpDkdlP0yu1OBnx9ew2VxUNIYQSgIUAe
yM8uPUxqVmCWfMM4yhGOsvmrV0L62Ha6fDDkXNplYRI5TQabQzFmxO51ae7yRM54aw8W+1lITgiL
CfvEb9pTByMJBczRoJU8CrRtWDVQEg1uYtkUKtyDR3iEI9HF+753y71EtsEBWCk44BmKex7p6qOF
+BAarJr14rpNts2FQnksNAqpsT4Ur1a54h7eLoz5EsMhDyxRp/vmCtLj1TWE/nFFMjYlH1FYP8tB
+jpqAJnr7INRR9Qn3ZNo1kdSHydJKAGlKVC1j54txyNpEOVrIkZ3tRK2dqEWj775128DgOrK2klY
PGykU4nDJ0ozebZO0HRUY0kAcgyg9FO0Zqsrh9tbYXkn/NfC9AvO7rSgVtNBk3itiE2wSaJqIySw
CqTvLyNaOqSbTDos1FcgD833IRw3ZeNo5sUnGZWv0ZBXTCw7jf/amD+J8k6Sy7TRjGPWCPdxo5Mz
1cc/JnoEdh+1R1UKt30v3KfI2Y7+Gq/YUrx1NkBr9lhSa9VKQg75sYfx3lO+GvopI7MGl/nt5Vqz
M0tqjgU4PylmkAUS2GiP1M9ZsZHXKP2XXmZvDSDImrMsV1XTyoc+ukjNY/OajeBfqG0XtqLBzLoS
DCzu76nT5H8MTcM9232gw9GgAhl/HFVHYZ3MFUe39v1ZIOCXegU1Et//Cs3AhH9ZeaYsfX9ieOWV
z4vySvgWjVG6m6LMPEqlC2eRBV21EP1D1EnbErgYEFjUYGdbS1J7X/EiTmhabcTkg/e1Tv9hFXgV
T0xvU0FZn3zE2SoIue/5eqsYZMplW89g/BBa+d3NtoRME3UPPOR496vudSAxFZe9hJE2PYwKrA1r
RPeLiwGN9URhTS1jTlIqR34gJ5HFM8HLdkr1w/XMleVeOhdTPDnBZqan/SzgEgsRgqDMt46eeLDk
n8TR2zC6V8vxEHkr7mzJL5+ZevN2Z2viw+YVUeWi2uo9SUZqV41dKx9vO5PFCaNKB8p7wiHOSxeF
JSLYnkXW0RCHF0quL0NtnP7BhAGXBIUthWzjbPNalT54ktaaR18kMVfaY7BWWF0cxJkF+XLzRuFo
xKXHYylPnCqw/wH9a02ZTKp/lBuvuu79semixCWPQ6Klb/+UAUoN+9tztLirkBei7YPeoCuMiptL
naQnLiYKGt2j2OLe6GJxIyWZ6JRlI+8NGbbP20YX95dp4Hun8jfY1stpa7XaS5V46gSGSrHVHrL2
oTdXngpXl5VCyzSlYIm38luF7NJG3Ieq4gthdPJEQbK1sfkgUcpAT/2Hih7DO8fzZosy34SAvH5W
mqlvNKKQRidkSJ6MQf0UqMnGUNLft81crdXMzOzhF/XmkOhVFp00naelJ1ObgqvPE7ZRlOL/d7et
XS3SzNrM30hiKvSayqBynSYWKNtyisCBvhIO37Zyza2F/HMSZ0l0EtoH09uJ5TFbE4hfMzFzAwjg
/o8JozzI3b76La+RVUwTfxHSX0wV7XWXey0vk7LmRRqdYqV57H2JN3kBvZp2UiT3aHjdx0qWV+Zt
eXtP2PCJYY0g5tKk7iOEEVp9dCpRp/H3UbbzqYDqK97hyr9NA0MRHGEt5DMJAi6tKIreCWYhRidL
+Bq9mNmX21tscRD4Hgg+Jjc3R5Px1G2szM+jU5vLkS0hQEa19dA3w94s05W0yZqt2Rr1aW0m+lBF
J0Ohbn1ADLLTtsW4cnMuHtGzEc0mrPDNfIgTRmS4VghjU7+pS/WxHc07HPlDO4zDSlSwOCyUlInP
ZO0625TAcjWIpReffCSAo1OSD05pCEgprcT+izth6vEBLrLQyY4QaK3LRRKfzP5OCg7vbgicNhoh
LFxMPDXJDFxuNJrkxyL2zWk7/xCFD0r+qw1f/2GzURWEMkeVr/M6bp5XlHwYQZ04o3YXxnabHOC3
vW1lcZ7oTQb5xFuTBOrlQDJPiVtvWo868f5wh24zQft128TiktMxTrBsThr2s50suIEVREYYn6LB
ydAogAxFAv+9srEWfNrEGEitG+AFrGyzgcSp7IpC44YnqSnuGK1MJqYu7aIDF9SbT0YqvA4hSYnb
Y5sulZknvbA6jf0s8syyONYNz4tOoDeeMzD6OA9H1ZqPVTr+lXvhh5A3u8zv3vvMQa8VHUGopnlO
0ds1G2yaa0BAzSg6meZDmUd25T3o3VrJcfrI1dh0jQgeNrCJeeVybF5P4JGYcnQqlP04PoOWDdZo
mhZ2H+wP9MixPShtzlNred3EaY567ymOnQqAwPs398XnZ6fUTNM8kl0+P9Iu4t0XxvudDEhf5p/S
NYgYcfKuZ6tft/4QpyoM+rUCT7CTroCXl2bn/POz+KnJoSvvdT7vJds4/Nwb+cruXTiZqgoaAJ4F
aBtpPr78/Z4pu7IVqsGJrkzbzGjvkf3DgNJQX4z/Yop4nS5ZfNpVy2pAz1AhU4I5GapvFykcWfJf
EYaiHvzy7SO55Ajoxp3a3cE6XGkLuVFYiqnfBKdGy05KrB/EGirNwapsNRf+P/1yV6346qWjwslm
aOLkr+fRzQi9DTRTeXCSw/ilt+SHrio/d8jr3h7a0obg3Y+rxhAZtNltLclZbqpBGJzG4uSNz8r7
jwsEEoh7oGxFoneOjW7HQM7TRu5PcrkzvwX19vavvwZv0ht4/n35crslZlcYwCT7E7xTkabtcvW5
l6F/M20puW+tT175daSfWVmTcFwIcsjY8KqGCc7isp5NW4IEQBdGSndKIIHVul+x8pAId0gE52u1
roW9B7khHZfQ55BTmaefjKRVUtHzutOYnYTmYQiBW43f4QQvhi9itoaGXdh1WCMxj4cmmpo32yoJ
VZVWUNpTYvlPQqi/VKn2OajXeJ4Xdh17mqQab9Opk2K2bH2hjZrQ1i1OukUv+tVqVoLQNQOz9bGs
Wh6KluoIsopNtlPfDcaHc+B8AJP9MzddQVOtqdP3zeSnJ2x6cWt4v2/v7YWFvzAx86ShayaeMXbT
ED6JXbABD4SredbFeGumD3kqbm7bW9jSF/ZmcUft1n6n6X3LQwfiNzmlpDTY/IJdVL+U5oqxaX5m
gQBcoJTXiTloZZh3XAdW08WZlLensPyo7aX20+2xLM3d+edn792mEVU3Mfj8QDtBBJHRxkJAWnMq
f18kX2/bWjgyDAVaGe48/jV31J6lwdBXZO1J6Z6hotwU4yvUcit+dOFaNYFsWwQ1qIEgcnO53yDS
oyO7lJsT9OVwrDjcwRDmoQJidvvbw1laGR4hOqEH7u2KwlAwoxDiaK85+ci4B+qvceVeW/n+fOXz
VGjV3oubU/1SSZso29z++Uurcfbz5332HcpykVfz8xXtLggfxv6+KlZCtIW1ABsyVS5pSoB+ZBai
VVUv1gbdOKdAuuduiRWwIM/JGrLnjcRudkQwQ9mOWjgdP/MM4RDFiSQlFEBNtbVD+hHc4mvq/nTl
1y7+TFfqq39oddt48f8IpuPru0pyNO9wezavh8o7Do5E4IEyfD9v3fNnbi6vLLSjRr8+qfyGWL0L
fXQWfmTZu6NSevthtiDhjsgRp+lyd/Mbsligf4TjCjFcRo5tjeHhetddWpidn17OM6uYLPg5KGw7
j1a23eL3IaIhJEDT+SpNLaRGkYmhXJ2CVxj4++zH7XW43tX8fObmbS9cBwFyEZdtLoY1weBBDRy6
NZP2veeeR6dEnlicdMR5Ns12dRvWg6tBx/oCULFFiYbq5u0xXE3RZMDigUnhBjTZ3E/mrieKsRq5
L/Ej2iXcL7c/fzVFs89PW/lsq9JgngytxufRGpOayg6F3562kkBbG8JsjqomgMHcDd0Xt1FQLI7A
hqz4+SULQKY59CQdr+mMLaXyBMVrrJds+OGa28SP/2Gazg1MN+fZNOmZZSSyVYP0KDNxV1aUZCkb
qo85fOgrs7W0InhJg2Zzak8s/qWpVBH6EHlt60WVniT0SwopdrphJW2xNGFTDxobCg4oyimXRgZY
TFWvyIWXwGj8bSO12UOcCunK4VgaCulZEHMaI5HmvrhNoqjpaP4+mU1/Ui3vweiUvVTFm/fv4Ynv
GZ4bjMFXfDmYAFRb0gWy+0Iy8MVqu+dQ7GwrXVM/vPLqHBUMaBqAkIlndBrt2R7I5dwQ0H91X5S+
JJbsHK0OngGIo+yRrlwgS8sDiIt2KQn2TxzjpakYdhG3jSzvlKap+DEWPfWz5lrvhukwoHMrU0rt
bEDKKA1J1/r+aaNWv5Tq1+1VWRzDm/dFGAo8wezralcMSBWU3ikcAEhYraFvRi91t7etLC2KRQqO
HkDERIm8LseA2MgQ1fBCnyz5bzX8GPLvufi9T3++2wpJUzo2OJJQbs+f+/GgNWFtxv7JNKCmpn+9
lukSyzZ1uJadmVb2InyZsolnlqZZPVsTKMSjXhRD/1ShvGuUyamVh9BGYfZnqgW7UDY+Jrn8+x9G
B1kOjIgy3YDz9sYuCHV5cNltA4QsAentSNuLw1NgrLUXXFNxTaM7szTb1zmsdpVcGt6phhtwo1h6
7IQQlmwrVdA+BoLc2dWAVFYgpaMTiiChs3z07TgulC0Z+HLNqy9sHoZLjR846gLtgRXSXeyLlXfK
LM0p0g/CmNqK+k2x/t6e4AU/SJOlAq0gXeiwSc8uQKkeZKmndH1CSctzFJoc9rJF21uao/t129R0
qq72z5mp2QzXsalbbT54p3FoX4RhSJ1sjJEgrF07LkfokC17HMFztmt0RYsbF7YxmDVxjzxOLzdu
EuaD3NF59hJptAeMQf6XrPmUzqTxTXsVh+a76Zbq+69liVkF1kKhERK+mY/pixAxaTX3Tmix7RNI
GsWk2LhAVW9P6uI+sUiY8aIggTEnzs4zJVEL3fdOcT9QAhoq6TlCkGXbFMPgRElgrtybS4s4FTap
KdDzA4Tqci4zSWldHZU23I1V3Sc8O3e6N2TPbfMk9Nuw2KZSTo2w6NvD7YEubVSunEnHB1ATkcGl
4bQdU9mPJe+kQNnoD0FkF/q4VVVvZUKX7fDqfzMDlvXSDhxDHWEzHkfWdpRryuZnvTaUpTUjMP+P
ienvzxzppFOjq5HnnwrAyIX3qzKeLO0xsj7dnrGFW475+q+Z2dGuyToIfS6wVL4AEjCOfsBY79y2
sThbgEPeVgTg0ywijE2xU1rTxGua9XY0nspR2yaNv2JlcSRnVuTLCSugPWwGiTVRMgQforGM71JT
XXO5a2OZbW3Ulce8HVzG4kHpMABFazMeyTXVgduTtjwcmhkn0keFSPdyOGrbeqRLp/XvrVMnki3z
q/dKr+F4oPygjVOm9eoqvC0opULm1bkvJrGhLVVpsvW74Wj0svgPawPVHDX0aSxXJMy6kaMGZaQ8
Aj3/Y6LqKJ3JKz5naWFkSPtFiNMnWfHZwvgN/kaoM/clKQdrU6nD704ZvAcL8MN7E0FMG88BmqFB
PYIMmR2ZyC3UlFZ596Wa2DwUudT2iD86xKK5o8fmGip4aWBEEsjBAAnmop8NrOzjVmlKnHfZ7+qk
sHX90FINuL3b1oxMu/HM24yqUCtDMd0Q0B7qz1H5FLUrN/uSiYlIi5rGVBOaX0JKD+XEIAX4THer
/3Cjnfbn/WM4NzALHQbeVkh+eN6piVLZSVzU/dRe722tSdcAzmtjmR1O1Goizc0Yi4izNOAC1v6I
a2TsizY4l1BtQzF7hU9MulSTs4KAxOe2RrK1OlX/kNiY4p3/mJjdMXmraMmY68KLCzd62JBhWsPT
Lt1i5xZmZ0X3Skn2egYxRru+k5xgzLepmzpKv+Iul0KOc0OzxR+haZblgsVPLCeL7vP22YrvodpQ
TRtuoWANtbPknSEMIASc+PTQ/bk8L6liUm4WGFdiZwUA/X4tJ7BkAHg+b+fJpyGUcGlAdoWSroMK
A9lvKf+1Vv9d2lx4fYsKBhmnq4iwa7QW/LRGLiAXNu4oP8f15yxYI3KdJn0ezKOEOhG5IrN9RZzS
sOJ1EKTE1GmetLYbi/reMxTalAYYu/vOH/Zx0HYlTBJmssIHsDiBExQBxU/4YeaAEC0S41rSY+FF
RYdzlDJbC1e23OIc8nKHFh9ymKtgMwq56boyEl5yQ09OfSa693GYKYekcuMV37l0jCZmMyJlayLw
mfkbvQ7ytM1H4UWDf7YTv6o6HW7RN87vyj2wOGsmORuQFRaI/tm2q+pspCeebaf4W6Pd+Gt44bXv
z85N1Y5+mXi18GJ5j7AeGcXn23fA2vdn/kbJNWIAYzo23cZqQzsxv902IC3u6bMZmjma0q2supos
BKYjJbYU2OGr8Av91l/S259W2AiqXf5VcnrMbYTi3Y+3f8HitoO1l940Xqkkcy49A7Lrg4IkKU67
2aJjgSictCa0tGCCdCfiAbgH0HZXZcdR6iEZ882XoZFhHxwcd1Sg7vt9eyDTWsy8w4WVWcDepVTU
BlUwXmDoe02sZJf13ksAcZLjJd0fFYGnf7BH3AHKEg4K9vflxBWi4dalnpkvruburCY7aG1kp+Sq
HPoM7+Sa2uptgwubkQcwvJR030B6Nydx1JD4Sn2/NF+MsPsxWMlGHIovt00srRQQEZB7BNYTscxs
TPjx2hwz48Vwn2T/ozIc22KlCLW0TNxEU1A9cWrM48/K7cYhTEPrRRey0E5j6VnwK2jS1OSLhkoW
Cafw7vagrtm56Ys5NzlN7Fk0WslK4RZBAMt40+0FiJc8Ldv6ifncAbuUfG8nhObeD+vXpq2O4thv
uzz+oA+ILsvxneaXd0O+9rq87nOcfhP0Awhnob9zRWJS9f6oWB7vC6XzPuZCcOqSaBu2yX3twl/c
5n8kjx9XpN1G8deo4hZ8DqRtE1McEsFc2LOdi7ZQ5IKpsF6UJq73qu7WDlJ5+d4vvXzbJEX2mPvh
zzC22pUdfA20mkbNl+lQwzqtdpcrEcYRUkGuYL1IaaM+jiQxD32ViE8Bin+PEFSF+wxuqsem7PMP
SV+K2xps252U1H9WtsTiLkQGgH0IdIg78PKH9LoR1EFJnU8PFM0po0q1vTHvHlFIlg4QmrXfkyKO
bPhsmmNZ+eVjSgPvJi1K9f+R9mVNcvJMs7+ICBAg4Jamt9nMbPbYN4Q9j43Yxb78+pPyic/uphWt
8Lw39sVEUK2tVKrKynyJWlIFcZWWm4hP9R78b/Hks0ar78s6zt6u/1DpUp38ztWB7A1ummMSeSHw
HGzDOJ999HLS124eow3vKNuPrW4HHqtUayVzBfaJ5dWhMeoRGYM+icJuNgOXQf5sDjRVwVsSiJBT
I+JHnJzMiY0RzScYEe3KZMvcXTVsFudfYVxi12FjCWiAyFGsdl3m2L02grUzbExr5w3NbkpUKVH5
bP0xscajjIC6lIh93XBcss8FIN1oKH0cR2UILLNDAa1DjQfdKlCBPJ+wcnQ1SjvmhUP8FLdIek7W
Lu5/Xt90sosG/t8EdwiC7Qs0ZwpKrnwx4C/LFAUAqO5O3tN1C7J1P7Ww2lx0aXUSZbBQLQfuHmr6
o3g3VUTBsrNDQR8i+EXBQrFGjTpeWdpN7rmhDuHFpgJkw/tm9P8tpADNfLVxku31QUnXBqkitC1B
EA+MZudrA7byKEpH3QtztAluaT5wBDsN5MHQYrC5bup3+WAd7AAB/8fWyn8VyE7xxhi9cLLcnzaD
1HtL7y1vvq8KDnyN/Qhtt+80IqCl1Q9o2Q3mgYSTQ3bXf4d0HSmSCS54ftEMIv5+cn4H1mqQfZix
UyCD20AIwbTfswZN2uhFKt4XaK8q7nKVQeHXTwymaQOWJXvBxnldzNyvrO+J7teH66P6HeZczC40
3gTDKfaOvkISlaDRytIk88K2d8Yj+jY+L5wYYMOY8vshy6ut3mZz0NTUfqVRbh7zYkGb4pLzzYDe
hDBh0HhYEnc4sKXo9xavm11r9sPGLr1x4wHzuRszFgXVUJM7XC4VBDk8phiE7IYTMD+KbDwYpNbR
YtppIPxYnCjMzHRv0oNtH2wd+sjoxsiH4PqEyVbl1JY4iSerYoxJjZ4AD6iZyuFPrpFHh36O2X8u
q7oNH2qVuKnMQTlIMkMuCWUoQFzO7WnVYKToEo/CadwZ37iqV1/6eWRi8NIH5AAM8OeftzWel1UL
gI6b3dLQyMLrsyUr+xKA1NCnhegFlfqVo3DbyRh4YUWhlsTzMwVh6t3suCn66BwQKDTs+7BE9F6b
bSd0ndL9MWu6HoPQ2hgenSJ1FEGZdLRQ4CNAokPRkK42exdHJcTPkLY3WaDbm0xTbA6ZG0awj540
S7CxrTPpC4joOrtmSDxq1bc6Gj+XvNx21eS3aIj2m4L/SiIVsF5qE7VliBWj4nQBQHcGUna8w4Yc
tTuQ0PbWF14XG23Au/B7rTNFBl/m+B3R2IFoHmSB6/ctR5UjdiIcNXMJF/KeIlGA7iTFNEqX6cTI
yuPrFdWS1najUAd9bMUKX5WzlxlwAU2iHrJCAmx1vuvLdOzMPkEsNm8N8+hWiklSfV78/cRH9EbP
ERPhULHJ/AV+30+oqAXXD5ZsHU5HIP5+YqIeQUZZxDAxG588+yYe91avOLuqUawuvN90kKAfRrHm
QR+eG6b4vGoEq+st7s0kdZwYjk3Xb+I2+raU+oMDyaP/baJW/ppFZWvPMcwk5T4yg6jfgHfsAybg
UVChMYD8W5dnvBZig/HgeOHsBq52GFzU0BSxgHQtTkysRlGii7JrW5hgeAWZQMkohiC71VBawgUD
eXDwY6/cdJHRdJqGAU5E30cxsv+7ZvlW5wrUstQKaGfQLwncDSKp801rpoVXOnqNy6DfsE+F5bfP
RacKF8VPXQc0QE/+MbK60Xr4wgG4wChsyvKBWdyvM/N+mKZnxM6dX7uI8XshdbJMQdy3m5yrpBpk
0cjJD1hfMpNIpHYNfkBRIukT17dTad+NpfmcxxOUuewP1NVBWgG9GEEQi3GvXEGatVMmZI/DLvHR
Ba8tG1NTbA/p9jOhYAdDyP554u8n3ibz0LBRxXiaN8zZ5TY6kKDfdv0Qya4xdAsiQYTrBTCi1Q5c
SAIwBV5oYQOGXWQkUvMVdV2y053OuIn7rDsgWwjhshoNt9ctiw1xsWHAIwBCBCiuI696PjgT6skF
c+HnyiF9Q9Xt0UrNgE/oF8uqrQch8Y3mLJAzSBWeSXoaoLoDvXKhB7uWzW07czGdfkFlH4wmh1yD
PGWLuHo/Qb5xg2R5s7s+Tqk9tN6B+x+AeNSSz8dpdIjF0gRpuMR8iZNfzHvI45eGv163Itv9UJZF
FQQRAjrBV8fPQbia5yNxQ6DetgZCnxGki9VrWiPhbyigzApb60zEgPR7qqUm0tL9jzx+HYnPkSli
UPCov14flewAnIxqvTtJrI90GGFpIIHhbhqF01J9npwvTTY2VOvwrA9T9/tYv/1zTymSQt7vNgLc
UIgQV35XA0MPQQs2MjaZH2f+MG4/MjuiTeH/f3+15kOnmQvR8H2jfIug2pKkquKXLFj4OwKkg84n
KDbceBy564a0ejDp3o62enS8PghpwvbUxsoPNJNj4h0pcih6fKwyIyDQ/MOz6bWttCfXG28Nq3gy
soEGVUfe9FJFniBmae2HTu2vNkHTmii74uYMB2g35O5rsey9xvGH4YHXzGfj4zj/d33Il7SSYmMg
Iy8ETgD/0VdxcARvkHRl7oaaXifDnkOxAuneJXnqm8j6z8Oz85ORDkgO8yRi950zL/u2iVLUS7Le
jzl7G+YxO6AFoP5EkcfeDjyF6jKLpoDl7EsVF/Zeq2iDTM04/XssgRqrDVJe0BrjxljtaRDYWnSO
LDwbRyS8iodthX8cFf5OcjBROBY9GaJl+SKvps+paQzMcMIR4plvbv7t+gJItjWy8qhFehgKTs8q
Bl4aOoOKBdVCHvNnO0m+z7beQqehOFy3IxnG2TqLv5/c301boQdvSd3Q7m9G7veR4mqROmI0q4t2
SwD+17iuofaaOnZi8f16h9rkfoygHFbtraIKQGulCBWkozmxtlp6PKEB8RgyN8yKmzQ7gsfqA7MF
PgyhvydIzsSqncwWq8zaGPLSDWvPPEZN+zqY7vt1E7K7GA/PPybE309MtGRumtpJ3NCKuK/n70hs
bazotptertuRbDDiIe+CRjsqVKFWnjnu04rZ4MUMUSxONzm1tT3kJCbw+Wq5wn9K9wAaCTwhkID/
V7OWmrgGUDhyQ8Lbe94XOyRDboacPS1zfhymf2aZEq7L1UXOm6Ldc/2EjzXNzBm0NJHpPTbpQfmM
EK7vwhsjPSCoH0H8s6aysbVGt5OuQTzaz9nPGeXaTeUUXu5P+qjtjc4jNwvKIAsAxtiANfpbD2UG
nIlfp8bss5ZrYFXNdUXEI11PoIHRWGrjp9mrg5xrVUsHioryQixoh007iP022tP1TSM9X54QIkE3
gaCxP9+cmhOnbdrmXuiAJfyh4yodFMn3cYMLkAzSVmiTXW3KwuqGWm8QTOnfUmB+VEwDsoscxFYu
ivsoGgjRyfPfz6uStMbi4Wowpk92yv4zwaxH8zRwE+2F5QA2O0W7Jc7wVJfmXbWoqBRkBW9At2wB
M0GzMzrQz38AGaBZxSsKeAZ1fce8N6GI0XbPWSFgz8MOupcbVjob3Xm8vnASr3JmdxVBLFBW5Vru
wq4z//Cq+Y0b7gH8vguYOFNVd6rUGOoGBpqWBJ/MKiRD78NUzQ4wKJ3V0SNLZ3BlsiUKLGf87E0p
VbgXIrz66kACzQcyVojxAg6/blWKa9I7vVPAlaG/+sW2WfwpJ73x5BSm8StZPDAWgGzxS1ebRrBU
hDS+jujmHkVxTPvQGs2R94l77yaQoU6huXWsmd5vuNaOPm+sHuog+uR3TeZsWNuMd8xejMfJamIw
fnXtxvEiD0rSePoiN53jik6M7fXFkxxtaPLqSB0LXb0LVgTPXGKoPeNWS4agh/6VXm0z59+vA9hA
zzig6wAnrU9GhVgwql1cB27vbGJv2hX1J7t1Ffen5CYQ6sLojBDAiwvi3EaP+rGuEW2YS+OPzDpE
sfWAFs4dyxLNNxxNEd1ID7zo0APeH+mPi07sxU2slsS9qH5q34bEfKYJv52y4nFeSOvnBcN9FPl6
o22T1HrKvX/miELkfGp/FZBkZfRb5Q53UdffDFl829kqlivZaUP7IUJdYImcC47/Me6WBlJw6EJu
S3KjeaR5nqre3dc0c48mmyzFnMp8NOIf1MRFp+gF5Dwhw2AZDEklQ3+wAQNNY1XJWmVhNWk5Hyyt
xh0fmtOO0K3qppR+XsiEA0AGksD1TckmqAqVrAJ6APBZbe79X9ePq6wsjZWAJhkIDJAaW6fdZk1r
qtGdgLQq9zS+6X85JV6IW+iEN/N2/BHNW15tcifQvl43LG7HtR8kQqoLnS04YevAhEButqtqPBNz
/aGIPhP7xRoqcECALbx6G5cfvWrriYW4MAj1RsGsIWqEq+sUCs2VPhWIOcq02KHkcEe04qYqIPdg
QtbI77LI3mrAVV0fpmz9gGT7Y1X8/SRC9pqSFS0oLsKpMF6KuX/rOYrH121IpxI85dCTRw3oIutd
Qg0wKdCpElqQFcyi0U+K1NeWr0X32FtPfZsG8/R+3aTMy0MkBNQ0aPC+7E0anWRwambDA5e3Vran
zTHPP3CRnJhYZ8Xqrh3RKKy7YZymP7zeeG50b/FZ5CgKODI3j+gGtWMcMEjair+frJBdJBbPgO4O
x4S/mzY/lgO0Fh2T/jRSwOkibun765Mn3YkQXUBYBdeEtOm5RY4kBrb/gHyfE03oK+/mwIvcZGuy
tNjoXadvYwRewWxFtWJOZWNFdRWpU6FtYa/78KK8jmYyWewxWo4N2Uws6Ox9kx2dXBHgy7Y9Ws2R
OsX4LjuklqHToQvYsEfibkbz1rL/HR+GAEOQo6H5Amoqq8Ncunbb5HPCHq3qVssDjyqOlOSeAjEe
BBhAuSRSSqvQF/QLZjwgFxAOw7SPB92fDHtbQplNxS0rNQTHjoyD6SCbvdoL4rFp1MNIw4hDqNxI
j/q0HAG0zFWVVsmKoEkB4RLa1YBfXc9YYteWXumdHfYp9Xnne7Oq8V/81JWDRdnQwYOFALYH3r/z
bd0AojsuKbFDyx7D2sxeRq156fJ/5gwCFwM8Kko4Qn7yIq0xWVnfLSC5CNPxVqC2i3/32CIwAT0G
EeD0Nc40qY0CuPTEDgcTKrv7qnv+59N/9v3V1k3jjBN7wff1cVt9K9ps2zbp1nUb0Jj3vtv++0l0
QF8NTIxQ0r5QyugIzRawZVuhhYoo3vYKX3apyIXlQC0NfTbA7F3G4hp0ijiPRys0lkJ/mKLF++qW
eet3Vj3cxBVcjDPS5s4t8SQwi1JH0dfw9hWys3u3d3HjQ8NwX3t0uvNGJbWdbEsik4PmHLQBCaKQ
8y0JUF+tL05nhdApeEaYdrDjqgocLVIxq0gcK8rNoocWLgl9zqtjXOR6yiNaWqGZDT6M+DYaQxs8
gYwEIgJpcH0LyZwGuHRxlFFwA4xv5Z2W3Jt5MRdWSLQQ2juBCbpV13pdyAe2qo16COBaKCheqIa7
btlaMavtkHjPzCl8ot8v+mtm3VXaba8KCGVrhWQQ9ioIZC97xDnLKlp7uR3a8ThAAw88CHbS04DW
zgeakZEP+2tqlWBwI5C8gXcfLmR6tviTR1URmXQ7gEbvdxX4MqZAsm9wxwaHboRA4tZy5wSS0vp8
TB2IIQ0D9OpEV4jiKEqNQlwLD1awtl10btEi790JqaQQKccgyuNthjDecu8gW8PS9+s7UBLCIF+J
wB2MFbhULLFDT4MmJEfLrHXtsCTlL4vxTemUx6ExPltu930ey5eoBhPLdZuyDYJ3MQgXwcEJ62L8
JzahmjyPXoHdCA7sTV2EBjmYTqk4WrJrUmgIY7vjWQQsybmRMiogN17bFvhPHzjo0ChXgKqko7DA
tApkBwKwNbauR5uQOcWOFXIS6NWuJn6iUq+QvAdQz/trYuX1UiNpHIiqWWGvoQWt0HwtcYKh/TU4
D0MJpGK896a362vzW290ffmLEyVKcAgC1lxJUD9v+8LDNQBkTvdpmQZ2k7CM7i2jtgKbo4BOKZou
lnTRN8tA29vG7duHpprJhmXpT+7wKczA5EzZrgLwGw/1yNnzsQV/R0Ggggz2CDCwX//RsgODo4j8
poe74aLcY9mD2Tij+M3TVsML0DxAcZahVKnCNko3FTJDv+tKxkXIYg1pCfQw/HVcQyyyQCXJolQF
BpSORghWoNyDx946wCN6RTSn7q1w0b/MBF7H8fyh/kEaoOiND5AGOmhFQsAK4TehMXN+TEiOHKY+
LlaoL59c5wj1+etLI5sxAAXwSkG/GYjKVme9zVkRawRBksaT1yYbH3Jd1S0ju0RPTazCVcbA5qm1
kRVmDVl8b9CgIgJniRB2Gw9FcH08slw6OhrArg/SchM9LasJM00thywW4MFxG9NNNeeBqXW3LC23
Y29+03LzPinqLSmTz/1S/jtCBxwiOu4EMHkC17caKV8KzRgbHbarrgmaZmq3gGnAj1rGuLPzuVZc
DjIXh3QpVFPQ7gJnvVo8bltdl/PFQTne8PvY3I8zQSfHtL8+p7I9gkPl/c7cg0ta/P3kPkiq0jRa
2johrcNIu88fP/B5tMCKRD2kutaNElNtOiwHA2Fozfs6KFX03rKOBUDE/n5/NUvG0jqZleL7eWHn
tm81aRHWy0w/uakB+XBAFcx9rel9tbF1662N9BTP3CLyR4dpm1ov8n1OCrZzMqAFMrTrBpY+Dm+0
adLHuZ9Qmqmi7KaaK+8Q18gdmpD+/VrlTIU3ET9z7fhRAjNE8gm7bF0Fi6H9E8OoG/ZesckW02/y
Rw72ysmNbyw04F1fFNmhFbKFeMwA/HUJvSSpDurKGUiD6mB5n+fbJH8k5uG6Ecn+RUEIz3Ekt3Cf
rTNCIGM0DE5QXijy57wcfTJgeVSwOZWR1aHU46wf8hSPIsKKvbXs5wFlDE8xEskRAboamxdRIQqU
axRbQUuXtBwlRE8fXiFbENg5U8mWKGys83RRjF7xZkG1biqj57ib79xseb2+IJJVxzAAABBYdxAh
reaKJnbcWw3mKmevpPzcQYK4/JwoHjvScYBBWghYIDJbZ+U02vQpiD4wjsEn0ElSUC3JPo93KF7L
AMoAn7m6AGLU5RZ3aGg4T345BxVVxJWSoA9URH+/v3rT1EY1cmQuaDjwalc6xe3Qjk9TWQSDicYU
d/mO/oavaElVmBVTvz7+2Fp4++IxDbYS8bNOnDCJW+IlrHbDdtwWZaAfizet9sd2E0WK8F+yCRBp
/LG03mdASLrMyFs39GrtkUX0ObL5IQYtQUpUgDKVqdVaOWaksazgaNsvKnA32sHicj9ZkFiff1zf
2ZJdcTao1aoZJXR9qhTec7aDhEPIWBFHSUeC1zTiQbyrL6qxcznU6KSHK+tT+6YG9afubPvOvp9i
7SMb4cSS+CUnG2FCV7Y+CafZdt/L0vAH7921pgAMZr7Z/peqqgPSiTsxt7o93YhVSWkB8pdT4ueO
eDAofKfEQUM68+/UrZyOrUfF7M1wOlV2mOmOjF9yVQygGsTq8MTpnDZ44uCiGaF+/cOyFBGSYghr
aDZuhMFhDJPEvdfJ/qYnlu/kKhibrDfudKLWMJGibtymncGqYbYTHm/81bKWt9Rt7obKeIaY97Pl
1j95pO1NO9laYDGsiEpWRD5QUdMAJ+IlQ1o+xpC4I5MDAKL3kNbOPvbir3zUFadJZUas58kejzNm
WmifBVYEuiWZR94tw0PRlyiOktSMhbybAB6YF7zDhjdx4mq9Eybxlyr5xuNfeaLICkv9AnAkAmpg
eCignI8kZU5J2QCkI9PubfDuUxsNcOkLyV+u+zcZpgFZ57+GVqco4303QivJCaO5Cep22rhutGmH
T7WW+GT+EhePXe/4bVUe53/W58Bdi3hBR3YKNS+U287HSJmR9TwBOLGM7pfimFibVMXeKj3AJyZW
GwLqsDSpOphoG98e9qz+96ABQ0A6WWAesbFXF5GZg5g7jhGTJJHzlafDF2Kq6KflK4SYRFgR0imr
abJbxg0zJzSM9a9xDC09jdfdpi1BmkaTFnQe0Ft15k9FpR2HpdtNYEu4vkekexEBN8Ynwoi1CERO
Ejwv7NQJ+9qv7YC+5QAcVIroQRIe4XHy18hqJiOul45mwcgIkRN0zQ78R6dZ5Zeqc8YnzdP77+US
j9t0bjvg/qNF8QSXlkngnwTRABQQLoAoOQBZJC24ExoTvWFVtkeHSdChjc8gzQvamvczm995nP5n
Tu0RVCePaT7cuMUA9uzhpuhVCsGyVxua19AlB1yM6Lc9PxvjGC/9UEU0XLQ+9lPWDXdxlRShnrbz
U8s8ax8TrkrqSI0CiyPUPuAZ11gWDWy8+qRnADTmN4l5C51YFNot67DkiqtbttjwaYIzEeCwi/5l
kGKXOX4EDQnCK+j2cjR7Wb2flsPTMiz6dibVLjb6A5s+0DSHhARay9DAj/bsdYE99txEb5YYN0T5
rbPeASGmgJJT7zCrAm+Z6zm1tIoc0yWqaT1rFOjxvRmBgSW4fiplFEwYCoCtuCDQtr+O7PUoX5a8
N2jo5LzgfgHascCYG/ARJC3/vrD6M+78zCe13m5Hpuc3HKIVd6Pd8sd+HIZjl7L5UCcm38zaTLd1
Th+v/0LZNXnyA9cPAspSjZIeqzyb6U1XIU9Stj6nH3DBp1ZWjoNlRqaBqgQF+gK14MBUpW2lo8Al
Dw+PtkeI7pyfxLy19IiZuOyh+/WttaKbiFZvEeSkrk+W7OzBwwPX7kHm5UJHKgdSkmoUEZIH0v+i
5SAmmh8aGr0b5fhmNlzVByndnif2VtvT6Ty70yZ0nMSLHkRF9RDVH4DROBgMksPQtLgkyMQruyOo
R1BgkDZpFLT1bqTbrPJJc2uq3lHSVTqxtXrdDCDcm+0S/pJnrk+r79SoN0QVrssuQmhA4Kgho470
+mqrWZmLXvgECU2NH6uI+VPZHOpU881B1eQgHQ5QhZg7ZNMuWOeLpRvnwh6BsDandz6jgrw4z4hG
99c3ncLM+maHqlE61Q3MGNYc1lZyQK5/a1JVkCndayAE+w0lBNGn+PtJWJ6U2dQk4BcPjWj6GefV
HcktRZuW9PicmBAjPTFRdyXaRGthAskhe+NmW027a6YNV5XcJXsAi4+KO8AUuL+8FRwdKrDTiNIY
DWkKnVmsfbtDybi2Xq+vjGQ8MCNQ/RTX4wUKPTHAYd1yyDwWo35E9sDywfF2b8z9zmTdwVy4AmQn
u03EpoZ2JjiQIHOynkCW6b3mVsKNkieLfOHsPb6j+RLUDmVPkR6zmy5n6LbyehARF0ZYFNkuoilY
/6xc/95nenFEl5MqeSnZoajxYs8gmYwJX3eEk6avOQSzESnQWy36OmkQt0AF8AOTje4eAd8VZB0r
F89SE6onHTjPDfTGiXaa/aLnr0vpfMYq3NioO163Jwl/ILH8f/YuuJB47VZLyuEY4wwhZOD2Qvds
kzqbGYw1ybBpluN1g5IDiPcVmN3R0gPk1Rr5VSCJnnTOhFjECczWL5/+t8+v5m/qMqfUdXze7t+m
G935yOdRuICsCcAnKP6fn223rIZG1/D5wrn1qoeP9Pkhb/n3++IsnviOEeHS3Eb4fn4kxq5Odtdn
R7ba6L4H4EMUf0HRdv75uba1FEGtHbZ50fktdYNkab+iyXFbjsO2hCqd4WY2mHRUkZHMVZ0aXrld
b4Ro2URmYEAgeDNm/WawoU9J3kc3Cq4PUba/AFwBkhSwPHJxXWXlaFGAW2zc9J9T/dFTXFOKz6+v
qbEuypHU+HyqZwBtUV//d7Qq3loi0QvHB9e+WiLakm6Y+9EMLadxNy2QpXsbok8KK7L1gH8VXdCC
ZG6d7+hYjJcH18yQFPt82Y31gbSHOVU8pKVWANsHNFtIR6/HYrj9aORDRUKOxMBkOke3IJDe1toA
xSyVexbZoVV1AYlrtKXgJjTF/X6+t1MAoic0s5Ownc0YjQEjpGScL3VffYVSvenn1Iv9Bg/n69tN
dqJQmQXzMYiChUrtudUis2KgTCcTyHN+WwOm6XJ0DJjpdygkj5s+qd5MD5n6PvdUFDyynQiwnWhG
cwABWd+SaDzLQEkSm6He9y+s8G6zpVDcxLIbDwk5CH8LeXGgp88HVyZTnTOXmWHZHqCu5Eda0LOv
1ydQtmwCaorSuQec1vrpCN4awAK8ChinGFkF3xiL98IDpRwpafmLQDnrkIPcM4gqiKdctywdHa5y
7BfcexelW3DA2SbXcQaMdhq+cbeZPruc5gEno0qZV2rqN84K9WgwL69upXyhM3G02gqjrLpP3OKQ
GewmqlJFpla6Jf6aWefwUcCfGs4amCn2dbnJuCI4kQ8D+wC9OB7gaKsjZqROW00U31+a+3q+6aPv
rvH6gUWBliveaWg6AFj4fMu5Wpm0FWqr4VA1n21rPHhJ9F/du/+bmd8QnJN7dkGdKxobauIeN+ug
IszbzbjxkbRgVPEckE7a3xH9zqmemGJU7xdWumbIgbOwGVJMie9QhacVM792fkDL/d+0/a67nBhp
kb5O9DkGsjqhNfHxAtUOhVNZ27nts41eAMYzmkrklWxoyNHhWYjWbEi1rPzDAukCAU+3Qr3YataB
xfdppkipSE0AigQLuNCBiTrfD7yfE2sqdMCXl/xtjOoHMy+2NkTB/n3bAfj+x4y4yU7mjxpxwezK
tMJZK+qXLLGSwC4K7eu4GL3KlHiar9cK/bzI4MCloj9h9XSfDL0wTRbbIaRELX9IrGHXpkm7qR07
7/0kTqu7YpnnXVXWVeC2Ed1wrk2bFhqZONgz8M5Zlx06yHNup9iwe3+EZu6+7adqQyq9vXEh1uan
tBv9xemTG1rVjylasz/paZNBE8iODjG6jXY6mEODueqhfY52kpkacO8NfaeJO8YoXnf6E2KR3PfG
sd+MjMQ/tYIAgFrp32xN197wWCRbjc3tXTtPiINRP0R7voUeYeTODYgq6uazHcWGnyYsCaxy6I6N
XSU7fYhU+SqJ2wNuHzOKugSARes3vZaROIsdAAC5sZ0DkJxf3xuSKAafR9cCqLgsuL6VS2pAFw/s
3WSHdXuns8equm2bQ1KoWoilo0DgAllfpHMuntkZr8HKFZt2mJsb6BBxXfHSEydlte2gFSyQxIj9
AbxdbfGhbtOsHls7LPiD070u6JBPFMGx1ARSP3gEAz5w0ZQ8x7wgU1TYYcd+1KO9AZd1YCwKI5Ll
gKdDlwFAihjLOu6p6mRqrQ54eU/3AtMEx5bWoNsV3BOZ94H77tTUaspYzKzaG5kdxh6IRO4bJBhU
FMsyx41cK5CD4E1A1/Fqc+Wpt6S5gyu1Gro7kTrmVRRDJc7+VA6utSttFTmkZJsJaTUU8HRw+1xw
lvRWF7e9ZpkhMG3fHWfeAeX1eP3ASLbBmYnVtHlJHA1DbiJsNIxgNuwnbzIOTTkdr5uRRY6CKt0F
mRM0HC9unyqbtLJ3TNAEF587g98szbKnhQUgPuNBBwI9P89UkHzp9MG3IRlqeYJi8PyiWLSYZEOC
eJ8WT1BssXvF3Em+76HK9psEHk+KdbEN2rt21lNuhjNFN6Sb+E2UKHa15ADh1SDqt9By8nDrnQ+h
mqJeqyYEJFCof49Jpz/3ZsG3BdesrTUaVPHUlI4IlUyAFPA4u5DaG7t2mPoBfVWOmW4jYgf1oHim
SAd0YkH8gpPLe9TyxRtzWOhZ9FTa3qHX2G3TLxunL1UhsHQ0UNUAVwzetGgPP7flaVW/iNA4dAa/
drRtZBu769tacnpw7/+xsA7iIXuHHAnBs2ROo+8xBdx3GvkXd4KX+4AhtGUDeI1o+6IvFipcY5NH
kRmOHf+pRQbz3cVkfkEalSUxKeurB676j6XVAnH0mi5kxo7T3rp0a30WygbOpk8DUEUv878jYsBh
JHQNUK5GZVV43JPdAM1q9M0sCIWttvtspdnWLUqgyl3FderIdoIQugHaAsLyF5QfFlmaLqEjCbtJ
z/1ZLwAwtgob3ZltHyadbQdl1eu+1y7mk5m0/YutT7NvIiDvfNqkkx9Rp0YSu9PcOy3NkkOaCEkS
iDXtiN1Nb7k7URD3tu6dyZv2SF2tegHRZbYx4og/Y/Gy22KBg7XAG72ZzZoduiECT0s0F8WORFZ5
G2Uo4vkOB++Owyx6KJqu+QSWp/zWiyMWzNlh6fpjgwZMNw7cPAAdwD6GNt0E5T1tM8VRUFL3No1r
6x5RG7LQBW8CHdw3TwwSlJtK05tbwx3sR7t1418IVN2t7aXtrknHZdfMbrIrh6pFH6U+bviI8LSn
dbJBAOT8misn8b0qJT7hvRZYVjttzcjNd4A2J09OpsWH3OjybTfoi2LhZN7CdgSuAAlCnVriWjnZ
H1a9pDXai9DSAOD5Ux0HZboNrp8sqQn0GrgGUq1grhJ/PzHRRg2zoLplhzTaOhDhTHBTFOn7wL9f
tyM7V6D7+GNntdUd3sQMvRN2yNJXxres3UIwMUvHTTJBoZV3SOersmwy73RqcjV7AEmYVQWagtAb
d4AI0mUXq6Q/5bPn6uhaBQUh8k7ns1fbyDtN3oAoUsfDJKmRnGbmYRnTr5qlomeWHWJB+IXaMO5z
wOjObWm8moehTeFsyQ1pfsYlVzzMVQZWl20+FmaXcRjQxyC6ofPu+g6Qfh6JfGQ90eVw0ak/UIsX
MalMIGnrX705fOorFRmAJEIVopJQcsdOxo4WO+JkMy91YUweNwieq9EBdN9cdw5V+To3j5quAk3K
Wp9gDJoJYAUV7amr6aqGGRIreYFkCem2CI1fwPOzA/nbHrCLg9EPn1Koc1u0iDfARr1cn8vfAeP6
mgLqilJIqCLDtWZ9mbo2A0QPcatZZ82mbazbjrl7gosxhdj60ma2b2QcbZKu9pVMNvWZF+/xXp/8
Igbtg+LXiK138WvQ9YO+EjAyIuA4n3fC+p4tuCFCmt00wFdFdu3z+IdndkEEETFiZAHj94n+47pd
2QG3RF+giHFFDu7crFYVtlEbMwkL95Ysx7i7aQfFDS3btKcmVu6RDwZf7HEi4K567e7zRBEOqj6/
mrgFQV9teriYWf9mOm//nmNF5fLv/KwcoF1zY0BXLgnJZ3vqAhqbwfUFUP38lfszrT6f5w4GiulA
9drHi0Phk2QO1sIbHWES9FbddXO0UWWepQELD9xAT/0xKax9NxvQr9E1cDm63QfY2gVgFKyyeDIZ
4AY431J14SxNuRCCMoIdsGXGcdE3Q7a9Pm+yUQHPIVQ6kAkCCc+5lSLGlctRVwsTo/Qb48l174vy
W5a9/G9mVssTzfUymTPMDAZwvOTJdB6m/0faly1HjiNb/sq1emcPCe5jt/uBjFVrhFLKrKwXmjJT
RQIkwQ1cwN+ZT5kfm0Pdqs4IBC04yjZra+tqlegC4AAc7sfPwUvTiJOFA2Du3AVfwyQig6b5i2sQ
hMvcTWhJDgyiu7ICoqw1oKYF1r5ixEkQ2dvrA5vzOzQb4UGIXjZ0fyoDS+MiN/wSfjeQsKcssHDc
/UcW3vvCT26SvNbcVkqdHOzu0yBeACP/le+jvA3KOB8kJoqfebZFETyY2DlcrAabPjSMLSTz57C5
uJwIussscCNdUKCBf7QRbdUYB0kd+zka/HjtFoX+kg11vypKJ/1s2K6z0kurfO40Ge95SWTISBut
8hzJ0Tqh9QuvdP8e7I705foEzLkMEnvoSsPLFLGTMgH12Jlxz0bjkJjplvq5t9JJe0+ieghYmd+K
erHoOuc0uCxxQaFryLqotiMlnEpgS+E0aBnaiHZ3fUCzn5/UasAPCbk6tc/Oy8GMoNUJ7kAO4L/7
LUmXzsK5KQNzKv5+B+n/CyWE3PWFRd2IHLThwIo/jNgLS8C6R+um7X+BWRs9gz9tkfMTSuZuUzp6
jNEkITRadlmeLszXfPx0YkKpyNQ9HyTA6+RQe2OOrGhR3GsViTB3NgF7mNQ3tuB8VzBZAv6BLnLD
LH6BSxoU5f+O31WIBEDMTKIwYB9S3YBEGl33fOEMnvxYDY2wAyF+hpc3kFLTop4cJMTAPi/MEY8Q
iKhaxdOEbIa08nXfew/3LqwA744aO/ijkGg8t9IMbpXlHngLjJ47j4K7fTCACMAOiDa2ZWD37fe4
K/lujPQxyKUTh7RnN6l935sWuMD7zIpCp8rth9jXwMlJusgKkaqqq6CQBsMhmJuPDWrQa7BaosZD
ZbNOwTIhgshA9gKHhfNd6m6yH5MOd6aUKd3IwXF+L3Vw68a5L0PbksW6MyvyVHasC2JS1n3gFtGD
j7O7bMswjrea2Gau3r4lsmRHMtIfxK7jzwk3+NruBh4WpVkEXiazWxx3adCPRb8hw9gFPrbFTo9Y
9u36vM7tabQZT0xvwPch0D+fVjNrXVGUqXNg4sbzb5ANuf79OedA9wSZKtQoeKjfZ53RD9zC+z7C
Y6VuNIBInT2DjPx1M7PDODEz/fzEBzOjMAW14YN6FbbWqisXXnZLw1DO8pHUacwJvm+TO+gh2OTY
LhGeTg587uAGcA9o7MA1hl44tWPI0AbRZxmoRjIzdvd+C5xKAlSnHMEckAlvuKVD367qsrfX1+fu
cmwwDCIQEExMvcAqkXlmD54BMmUb9CN41kA73mFrHLrXjVwu0LkRZYHGLAeCOIMRVm/zPIy9hQVa
+r6yQB4tczOavq//2dWf0ubT9T9/ptdq+vuRZkauHvlMNQ1iO1mFCWQ2SvrdttCtsK+0IKpdhOiN
uMt7c0sGSw/Axw5N945/08al2tRlRA3LaHJH4tadSlTKMQvSDq1lvWMd9Lrcm3gyQKM+39Q8/xRV
YsElLmcTTWuI25GCQfIbBZ3z7UR0ILfG0rUOjrUpq0/RUsv75VjOv0/Ov+8W/ZBaLhhcEnmH/yC/
yMnGp6vri7Y0CuVsS6zRMsU0itwJ+VO7BA6+3DfTIHC5IhsABK2rDGIAsBXgTQxiFAHSH4K/JNXC
rpk1YU+sVghyAWlTvDpnrd9XcKyDHGM7yMiQocVNrnQz2V6fqtkFATMqwGVAa+J9eL4gWolnjA3s
3MEHa+qTmdl00/URex3jOH6u6vEXyLoQFwMZCkl2+JgalUBEYBC5rHGeRs/2vdl/vT6c2ZU/+bzi
v6Yt9M4b8HnDCIxbslSJnv084hCAHKY0n6fEItYo/cK2CvsACL5V79hSZ9H899G/BUVcD8yiiuMS
h5eoEOHSlDeFBpxk/PYL0wPG6L+/P9k/uS0bIrmuCXzfRlf5vV8s1Bhnvfbk84ozCV2Qvp7u/O6L
JwNb32ZLBEJzFkBuiMMJaWmEL8pZiOCsicYRW6/09qWxNct025blwp6YW4VTI8oqs0jasW3CiMNv
qzAdFlJXs2OYCKYn4W9w7SqfRx0oSjyntA+m90iKu4aE0lp/fJ0nBAvIkVHChq3zddabEnyovWfj
/bFHTFv8yggmrQDovCNrr0JxIhAhAfRaOgedryR9ocXDOPxCXDdRFOCUnRrB1eo4pBNsaVgIT6EC
1W0s4dXrvq+L3fV5mjv9EPhMgGXQgF5gF/CGz3Hx+uAsiyEYoFnJPVjwtnrc3gFvu/oFW8DOITmG
7DbyfedrYg4S6n5A1x20zqtDcAvnN9SI6u2YdcCIETMxj9cNXroxoNCQB0CalEDmz1L2Sk9TqH+M
wjyIZk+93dIle+nGE9J68i8M6ZJFChT9iZUnhXUYzD6EssOKxcbGH5cqN1O+S42OT8yo3VU010Fa
OZaIGLRMuNvKjvKD2Rv885BwcogpSYGaywTdj0UpwYQ/JC+/MI0ozeuQ4gFEWRXga3ItAc8XgAAR
8jh8CHkjFzxjdqFOLCjxRKd1CTJGrnlIniXdZWT/nw1AuVQi8fcA2MiCoQwzvkQjPXnSxRqdDGAa
4Mm1UpSAJOujAwgQScKs2hgNHtM76xUK0R8+FuB0CIq8iaduilLPLZWySBPe4a1k+9+8fWL8cX2q
ZvKK+D6SMMjKg272spCXoyj9zmgbkedWfAZzKfrqQb8ZOHEe5lKiH2sMKMr5DKXdzti0ThI8sI9n
aPFXvOO7QQE0MXGcjzKXtqzqBKXX8Tu3EFw+XR/lnL+h7Qh1dzCJoA1XmcTYr2getdw+DPpBY1+M
j4NzUF2YGhYAbMMlp94+ad+4rMHlceiRdwVRyII/T/ej4m0gjQHe2famGEnlKiwqG8KpLtRLKTI7
mflt3Gl/oLsmyCxIYnVL+f+ZYw5E1OhJxssLeRL1ItJqbmckrXwQgUarMtpyr9z0kfZxv8ZUob4w
3acIbZTLQZelBcIviDOYIABFWaH/eDYQnCqANuK4BrUKHpLnLlUlhlm2hZYf8+rzd1k9X/eomUma
kKAT3ocQkGYqIY0A1NBMueRHEx0j3Yqbf/jdgokZpz0zMd0Tp2dMnrPY7mHC3mi4AeoFto+ZIwzg
+QlKCM/F60RZAE9wcKJ7bX70aLeHYkVoGQcQFSK9H+rj5vpsLdlSzvtsoJC/1Lv8qCVrSjCcUHt1
IXJpfrpuZy53cTYo5eQ3QJSrGULkx7b4ji0VNOhlNat7KuMbB90vcQacWSfLCd4UNJ2/RKk9s2To
VsemmZKM6IxSj7FBAsYfN/nRtR/LwG0Xlmx+eCffV7xusFhelKLOj3q1saMX4t3ZFaiRdpNWnkj2
pbW26b0VLzxyZkeFHo/3GiqiAsUR8TgBIgxdCcekvynXbrXw+VnnmGC0BJg2PDKnrXbi575BzZYw
nh+Zdt85IyoUz6xFGz7k9ob4wwgAdFrgEQ6MIQhJweF+bqsujKqMMxA65UOot3pgJ+3CuTZzMOAW
RT4J4Scg+yquuq4BfaWDh40EliJD3NdImWjW1+t+PmcEz+KpPDDJIVnKMDK97npob2XHpAuZEaZ0
NS5daUsmJqc4WZWS2rVkIH09ggF0xfoXaD7UKEFcH8flawR6DyfjUJY+rXSeVznGEWUr2wsAzLSb
DYLr61bmHOzUyvRXnAyl8vIhjaSVQdS3DYv0RzP4KFl8p2zreAsLM7tDT20pJ4Au/arUKGx5Y4V2
F32tASkJjZZAduVb0sqN8NpXEler2JcHLUObyn82VuWEcMFv41vMyY6yoWGKdE0t7sp6G1c7iy0c
6rOLZ1me6036DqhTnU9rRtGjSXos3mAByGk+1G7YGxvbWTAzd/qAi/pvM2rslqPgYaBCAEdMSOCz
KhBkobY+6+o2gmDQt77XSc8HQomW5ElFMGfDHwLcOdL7Rpa6q2cn68TG9PMTHzRzX6QCKNkjT1bU
DRlKaqDVWrogZkbi6lCdwbMNAMaLvlmzqQrQgmfZsQOe0IUKLR+f/eTDuRCE0CdGlJMBjC26jvbY
DA1JDyn9MZCbYglYP1NOPrehHAwcGU0AGRCOlGLruHe6HyDOaoxNAhivf+u5X5slquO5nYthAYIH
2W+wLKisWHVm8jqtSvgZKqEgcSiiGxHfchQpW+eb434V+k7TV3qyvr5hp12ixPZnZpXQiGUac6MY
ZhvAn0Z4OEqhQ0hk0LdrQdDYthTez3ginhKIXKfnK24Q5e5IbT81kGdPjyRb4YwA9JqNobOksDnz
ZDmzojiJ8EraRNJJj8jfE7l3rX3Tv9Z+uaLgCmrGb9cncdbvUdbVwacGegy1iNO5Tl0VTEuPnPxp
6C9G8dAXC5HDkgllnXhfGJldwERRb1r6neVrfUmvbtYVTkahrAywOk2eudhYeHLsDP6HxT77EMco
ux82/5KxGx4tRF5LY1IWaZBehwZNlh31wl2X5WvT7LneL9xIs0YgtwUUzVTaURkfNKPrZOQNOF3t
Wx5tO5QOufsrAzmxoQwkz5omFe2I0zUL0XkjihU0nD7uYniq4nUBbg8MRLntuJFSDyCM9DgkTxkH
V82n/uP4cyRkkZxAZxQSwRfAW9BdEeh6tenR10DgsCfVrugeo2EJST9NhnriAHGEZAjSpFPj8flV
pKVxB4xLlx7tLqy6Xa4//cJMnXxfuepSv5xayabvD1+65KtWvHliAWk751OnQ1CiLEry3u6ZTPFa
XbH2IaerX+DXx2KcjEIJpJwG8hBF3qfHsVnHvhGY6V7QpbN4ZhxI9U9KQUi6X9YGTUcaOdAk1ZF7
oNCS+qr0biuyBEiYs4KyizcRdgBcrt5sudM6cWQ31dEQN5Wxs6q9TBY24MylggDtHVlhOshRKUdX
p0Ul5AiaGq7brUxrl6KFpqY/Erm97luzdnxUUgHTn2BYysInWl8NBUcLgOXXgZB+4NEWshcyaLTf
r1uamzSoxQEIAf4xDyqL57sEddWcRa1eHyuerkr2SgG7F5wsHI5zgQ4YX3+aUSauGjjxEtFjQEa5
ShhD63IBopoujM11KttdnnhBX5mBrL78Z+NTjkxZa/0otbE+ZmMa9s5DbpGALyXiZycRRHFgJ8Ot
fCG45FZ27BQjlqvuhpuO9ttxeInqj8ejeGejNjdJeILLRTmZLSFKz3JEfSw+6zqyLscInU/XJ2vm
yISyA/K6U9oA4YXidsCNmP7gwr37VO59O1uh7W0hvlgyoZw3iJbMlvowYeSg7I6HHwTYu+ujmFkN
VP18lMJxhQF0qvjaSEmbe2VSHSXLdnWTPxBZbSxvKV30no5WLpgzO4prZRkB2hAvqmOWpfIGQPMf
deeCdK3IzbvUpcYeYBUSAsXmrqXdR0Eaud69sNw3s9PtYxXr9q5M+u5ljEGUyTQO3cDKYuvecd+0
krVQiYEQQa2X3a015tm+tuI31iKpN1ras1NVVtiYjIfN4H2mXYcz1bU+jTozt1rl+rvS16LnsdDJ
vRcn2WfL4DR0Gp8EvS3R4CIJDc0WHDZuFUWBUesUCZbWD7k/FrvE4fWmSngPeizP2sm8GtFpaA8h
AoN4R5zSXKHIUEBWgCbPBUub/ZgTPUx6w/rsW5lYg+PDfQYOscGjRm+/dBVvw8hx2nWc1D5+6uuP
CZitbz2jBAG5Z8RffD120KUo+zSw0GYFcPX0P2NmZeuCrpPiBpJj6Q36aWxwTPntY11Y/CbNKrBr
QN4oGFyGJNdAtG2r283arLU2lJyA4C+rQDrTWt76uo/NHNDYgb6HkhVKB6BSPD82jUoMRVklxdEt
vnbpYzMOQYVX01KovGRGOZ2HEnzJaR4X0+2c50GS3icAuxeb64N5z6OpnoxnDGIlIBUnDenz0cgk
jjV4SXHMrdHdRVYKTT+UrUNecRbY5qBtR5tqK1JxgHO7igYeGfJgoI5xI5xaHJnI6c4ULb3LoawS
tok+3g6OSNcjJC+eRG6ycChNK6RSB97RbOsViUUWFl4zvAzC9rec9mNAqgorWZWvpaBvXcvZth/8
dq3p4E2MKy8Oa9+uVroN1bpSohqMKpEXZDnhoYEnU2CQ/mhFQgac117Q5F2ykJaeZkGdpdNzZTp3
TnIbTszZCP336lixNx6vGchbdFDPlv0+8Zcippl3JRKr75KVOI0vwImx2xh6xaLySIAiceSx0r6Y
KPKC9GHP/Dvj48RWoAAHoACUIuYMt1vpWyNFwa84shqRpkEfmFhiAJo5+GECkAyQgSHivAC+jRlE
B920PPbV2KG1lWkbwZm3WnDlmTXC42Ui3nCxN9UbjNW0oACCF8d6z+I7TNV/9nnl9pJNEpcD1fB5
+/XO59+uf31ut6OsglIkUNXTo+XcwRJqaK3egrM7bgQkaNwiD0B2WwdFpN0hB7kwVXPuDEE/tNeD
GwWRg+LOFq4YqvUJrBUMGZldWseB0BFVsFATSxWjeWOguUNd1wVMULmTLcrNJquz8sgrqNO/2Aj+
Yx8NFFUdNN6iCspU51Z3KjC1/7am3MyaN8Se5sBaj374JBqDWFsJ76tXHWPnU5V/jfUm6PLX66s3
t2XRfTe9P6bFU5MzRtKDeaD3i6PFofDT7es2DyJLC8Wwo8M2d+rwur25MOfkClLjQRkRdzRkxI/N
GK81eTdEQGksNScvGFFhGSKuRasNMJI0+q0Vs32vGfdVNC42g6grBjAE1AkhI48XHEI3xfUB2bD1
xvJLsIrWq84XIRdiWyN9fH3OLtxwMgO5A7x4QclxEUMjDRR5VkqhUeiUQdo+ehCt929qiaqw+3zd
1MVmhilgYVH3hwIwziIlXHcdFM4jKE8fwMsRAwWW7nmiBazz90m2RAh04XqTLROqi0hKI85U72/8
/0lJK45hoYO6XPX5Os5RD950EASlC7fgtHfO9ta7LTg52v0gZqfmuaTDqs6K0+rgiRe94ggPfmGN
QFv8bwPK5h0TkLOMEasOQ6OtvO7WYF8ttFVBtsjcXl+iOW84taScgIh8Cz3SMW32p7RflXiMFpuo
3Y/DgivM2gGcBeK2eMHhgDg/16uok3ksk+oQmzUK2L2+o1mEzmZ+GC1y64/Jgr1Z13PBIoFoDgy3
6j2iOUmmFx3GlZjfuf7d0ItAtN+M+Pv16bvwOrx3J4glARARiTz1Rq8EehrQrp0dRsO7cyEzBioR
MBZ+6qN2m2TaLTO9hSMPsBnV+2DTnbiVUYqDhK+Ko4Z0ghxLjO9A2GBsjNoxwqJBIqZwXFBydrGz
1jIeh0kb8X0kXcSYsi6+eHnU3fasZysN7EI3YFehGyuPx1VnUTQSpFYTmn7GNniLirDWO/zU70AS
x92V1WRf0rgHWULiaBA28zoQ7mkmAPuMfOpKN143YyMCL6r7dWf11U3moM4wCHDTt4M0ttLpnGAU
Cb+To6atCaXtg2C5+zXTM23NwEMmhYDuMhy9TDeNkeE9JKDb+akY7ow+faoLd/8lWY+Js/fcKsye
tL2W9UdHI3vakWwNhvRxXY4dCAKNKSvQoxWnJXYeUr1EoQVbG8Iu+HuHIWYr2tMo9DJwEg4NmidY
KfWAkMwIk7xoAlfzzC2TuQy7sX8xNU2stMp0VrnflJumG1uMCL3yVNR2WAFvsyUsfk756GyoNnph
IRqQV7RRH+pG/OaKDIJzkmdrrRDII+emFubgjwIpXlRvtA6AFTLgB3arsVWTyCKQZm0GZYmIYIB8
+q7Q/beCOjyocmltzKFEYcyzkn3PICFTx5EF+Q+TBFXUgtMxMyQEqrN6o1syCRJCSTjYKKLpHVC/
WkXtwONQtinbMQpMGyNkTkHC1MmyFcef/Lvt2slNm0NjvG79dkMhEfyI9EgSB5E3ftF1yhIIdzvD
tvFFjYqI09360GrC1nLMgLHR2jFZN2vU3UCCXGSMHprK/C4HW//qCVvsKwbSmKRHzn4wzCWK+Xe8
79mRDLFJA8c+momwM4AOPz9fxigrow4tSoekqe/soQpAt3osu6+N7dxBgCRghXYsHfPWZQ+lCzrq
fCsi8SSrra6D56LP1jk1g9xh8IDoPq/9FWvwAASVKk/AcVnSYJTpqmdxkDp64A1f2/xHb+hBbw3h
iOOF35RdvG4hDI7YIE4f4t7GAZcFVvQcV906qh5JAtHWZkvxYiot+8kYmt31o+jihJ1mADULpOAc
JGZ15Z3MZUbrkQ380JQ/TCHCvOPraPwWJw/aYvvtRUik2FLuJ1dAPdRwe34AmJwAWwPVdCo/3Gqv
GFGupkSz0BhawEhjf3GzT4379fqETX/khcucTNh0hZy8ZXVhUBxz+D7yV0FLX/2lO2/JwLRiJwac
JG8igkbRQ4JDaUSz7Or6AC7uOGWCFJ+3LRCDux0GMNQIEp4KaJXVz4294FdLa60EcRkHG3MrsbNa
NwpLUQbQPlg12sK7b8HKe/L8ZK5KPvZOrmEsaRU21VNXfY6shahtYbreUQEnJkxhI604wkT1p+EF
aXGntSuy1LG5ZETZhZ6bFlAwx5pnUUDNjUEfszp0Pkygc77yF+ndnEMTrW/5ATk+m4VWEYAI/rpz
XaLFFRvKuld+3toJ0zl6W3VrnVoa8qw4ZXFjeubacxoIz7gEtESuDp3tQbPB2obLt+BZtuZN81ql
+Xcj8X5HMn3pYJgsX2xcaAUBv0GgV24ofs8N6WeW02Ahc/clrsEy2q8H6yviCxAdhz5LQrNfSNnP
uqePigNwFMioq+GrbMeSNHHKJ7a1lmzQLZu9Lcy3eTkqlGmBhSHAfgNOqJwWQEZ7ggxOenBltffE
LYk3fXyHXE7IgZAs+Kapf7frl57d5e2tM7QLJNhzhxUYvnS0S08NL2rWqPBA69A1JD9E7qE1adBB
/Ob6CJcsKMvWpgPSEB0EBDJzVY+h+HDlBg57OgLFYRHngZAQjeUQDexW46gFRrG9PoK5zX1iQSWX
GbxCZMLU80NMbhLUEaoEVOu6uUKb/sLRPudvp5aU51IjzW4wUftGY9C4LoiztmyIUJIlwMb8gJBy
cBE7uIbabcB0r7I7x8wPbbOpumNs7xja8peI42etIK8KpBrEnS7IYPU2FyBbdLMDAy09KV7r4anQ
f7Ty6frqzPoXkNgQWYOsEcSxzq9b6fJepIBHH8bfNRZ2w6+4Lw4AvPYgnmJZk/mT68OK4qYZAbo8
tPEnxh/gjAsG5tb8NIRVDgDd6o3ajwTCBX/be2DVX+v1ggPPmgAnFxoBQE15kZBB9ptEPDH4oU9C
rwi1ISj0X/BcSGygTjqVHS/yMLlVeqXrI1yIo4cxP5bm15osVIHnFvrUhHKQDEKXWtpNsT5dpahv
LQFrZ2cJnorsMwCOF+mdvBiT1vJjfgDVUtBHZWD5AofJh8E50wULTAgOW1C/XFBjiMpqU1dj/AC0
0boc9qbDF+7wd771i5vyxISyJZo2xu3ZUn5A7s1ZNbUj915jWUFNRLtC3TXZmpK/9Bz7RYxlfw8y
13xny75ZEVaDq1cyLxiN5A835X4w2kgPVU2C0lMWZ+FIDUhpVgNdIx/hrN0epdPBi+TK7aFtCqk9
PBwN98NN5MqkTbfoyS4c0JdJYZ0fihpr0zy2zUcRwu8GkNWz8HBFE79yi7hdmg2p6+UHZr8KCbLc
Yq+TbGFhZj0YHd5/GVGj3Q4VQrR6w8hopEbgaOjDia3ul4xApnlSYMJGVM4TXreIJ4qEIyPaBY86
+nCvn7fT718618/vK9uQRZFgZYOYCK/jmG8HbxOt+vbG+HrdzPxc/TSjLIhuRn3RxhhGm3+L2J3t
/3n9+5d68e8r/m8DntIxyNOir2SDvqs0Km7RPLhKrXE9muwpr4yVPWRrUHfdpJHuhmQc1omDPJhV
rK//EbNHDnAnf62VGl+6ZivaqET3b1Y9Qkg2kNFLby/VhGZnEqh31BZQaADdyvneiWJggKTDOegp
kN1DIsK0l1i4Z8dxYmIKBU62p5WlBEdzzQ86klvD0AaRe4MzbsHzlqwonu2ypBNlh4GARyQEV0wI
hSewSm+ur8nSdCn+TWJpRyQpMV3jCoFL/2HlssnvTuZKcWwf3N7gsy74gQ9fUj9D6vTGL57TJfGr
uejrxIxKSsK9HCc7CLoPKVJBQ0GCMQbxIvk2mL/wgjg1pMSsqDJoVW9hPLUZYTXoXTVq368vycLC
28p9RiNAUZoSY6mNct2lCFdrusqZt1Dinjfz84GpXDI5zOSkxwPTKO5H9Edn5Nmgx+tDmV+WnzYm
7zvZKU7aCzMaK37oiBMwca9pbhhnEuoISziKeT/+aWka7YklKpy4lAlGE41fma59ESNyutcHs2RC
2fax69dSa2GikGMfaHX5JAp3d93G/KL8fIIrax/rI22kgU3fQJPoR1JvxBItx9ySEOSPgfBz0X6t
smFFfIiLlMCBU2Mbgbmd0Aefr2OoI1wfybydiSgIfOAoHSnHV+n3se9wDyNB1aRt81A4Hfj67soP
sxTjhCHoW/7bkHKCVZYmWrt0cILpd7XbhFzGvxBjnFpQzrBBIhHRF7Dg2zdQHsiWhD3mFv3k++qL
O6r1nnAwBx2E+10nX8zqtu4W/GqaBDWMOTWhHFuEGnmJYhS2R7HpcmS1Kv+uwXnfal/xygyr9sf1
1Z/bKwQcAihOTlpjnrJXRtQuOhe1uUPXfbHBjWzxP64bmIvLEFmCZAEST6CSUNzL74RGcz8vII0D
3Iy97ZLXpEtXrf+NA01z3dbs5KGmC/gfmFnRUnV+tvQ9tFyZjQclcW9Zs7JpoL3GW/OVkIU2gNlZ
OzE0/fzkEDMpK3tGYMirA8RHw7j+hYE44J6fQASX0CxUZ6rRL5z8ALLSVWTGYVYeOP8m3T7U+p2W
fL5ubnY4k9wc9FFBTOYqZzJq1qlRcB/5HdT74hc3+3H9+7M+cPJ9xcnS3IE2BJ/iSVSutBAh0uBv
0uqxXGLEnt2gJ4YUZ7NadIVSGwMpqAyK+EnXeFAsoQ6XjCjnGKEe9E1dGKll/QIthQdIGIUG2MSv
T9p0WF2cBGhxBVccsrwXdHERlO2MysyRu5dsk6LMWvzQx3xTuQVY+POwsflaptGC0dnL4MSoslKJ
w+qadFNm2QdvYL6S8ao0+co2m9X10c1OIvo2oB8LlQX89/kOqn2/i7rJw4XxYDcoCm5pu7BJZ8eC
lg3k+ECofIE8HCxRiFI38gNHYSDy7+pKBDR/9Lzn60OZ3T0ndhR/8B2GSKmQ+aHUwi9puTBR819H
w4kNiix0Tip7U49l1Hpxi69Xxt1gyWfNkwuh8uxagGPhbxPKovcUsLUqEXj//06ST7a4Y87CUixZ
UPal3snKHktYSOMjxPK69s6LFtJw8yYwCoCuQOqi4lBal1Gr0Lr80PnfdPa5B2JdfPmVhf5pYlqq
k1MfyibAfUKu99AbN2n+WnYLyZ65HY9OEkt3IM4CvKISU2qJnjlejLgVUpR7p+kDOfor3/gs7T+L
HtxED3b7K6++U5PKNkQKWROM4IVM4+quE+nKGUF+4Rk39cBers/e3AIhmgVUCPvxUhE4LgyBZowR
wRkFtKR6NRszQM3zupG53YIGLR2YJODuLsV0zQYK0QWm0APiWC+dfezxpShj1gaqYsDbTULUakTj
xG2bZlGVHdKAjNtFtN3c56EdMQl7ozhxIUci8o7gkZTk4N16tttHsrDZ5z4/ZVxAJG6AiFTFiHW5
1wHJj33SZEE+BNAJ//gKnH5fOUy0ocxYFuM0tLONxwPAhT72ffT/Q2gThVYf8uoQ3lQ2CaJIo0mc
XtyDpC5wvW9Ft9QYr94bqgVlT5gMdI5GOYj7tN/p5YPjv9R36ZL2hKGuA6zgsQXUPRaBABitBPqD
5kvf7Km4r3rjkZTxRkbxs2HybZa+5vEnL2GHzJ8y18aNpn22za+AeyVBm6cLN/5FwnH6QyzE//hj
UEYiqlZJBvVpY3C99j6q/GOu+6+CR22Q0sgK2pRtdeLsB8vagRNq61b6NzNJk8AenSUZSPXwe/8z
UMoG2w/+Hhzh54er1/gVIDz4MwzIa/muv+0aK1kJ2b8MZQLoUoqyv2fnSWCO0G677lPvNGmnsRY2
w9Qk7gPkakHkW21UjUFrja7Ptr4fgVXeRl2b37gNB4WOJ0OXRlvN0T6Dvte7L2VzEzH7j9rs3qy4
/mEM7UsXA9FE/eiT7lEAzEmuP0SGqDc16rPrSPZPGbSkVhk49YHUG1c11faJPQbJMGwKd7wx/fEB
11noNtEqaynqFAPfto6Y/ocILOnfVmNRBFB6eUNj6p3dGWyFhj0WejHdjKW9pQBadilKT00Vb3Sm
732Cq0JvP+XETULNzb7FRpsuTNml+yIYQWQFCC20q9Azfr5cfhuNpjdm9X3zOY9vzPh/EA7/6/vw
v+O34vA/c9/867/xz99BFlnTOBHKP/7rnn6vi6b4U/z39Gv//tfOf+lff7zxmnL1Xzn7DXz4L8Or
V/F69g9rLqiQx/atlk9vTZuJ96/jT5z+zf/fH/7X2/tXnmX59s/fvhctF9PXYlrw3/760f7HP38D
s+aJV07f/+uHD685fu/Y0jpuaSP+7/8pLn7t7bUR//zN0/+BftapHwUcK9Agn4q+/dv0E8f/B4H/
WgCbo6cbTGlYDl7UIvnnb5aJH4EsbuJl+ftHTdFOPzL9f6Bw6U6nKLj9kGsyfvt7+Gcr9HPF/osj
0CwoFw1+G5EWFv3nNpo2rumhaw3yAqgiQmpQOZulxtOydKxk19QQvw1cOo5rGmXaNmpBLGGWeLME
TmZpD4MY211q1v3ehYo1QLeVtgPhXHnb1132IyuJ9pjFDT0YUfrJSYyxDkHaV60Fq4y9APAA1H1O
K+4ZS+s/q2GEBmRaG9HK5pn1BiHeJg+gNaFtkM2ygIeVLnjXmqSLw3yoQI0/mJ8rT5Z6UJQRPbgD
51nQ2JSJwI+49Xts+dF3o/K1Gwb62DKgjZVW+KAWPfLcMKAiYo8gc9PrIC/inW403qbNsge3SGQf
FMImX0rKrDeD0njb9Anf6CQv9mTwh301uHUW/j+Srms3ch3bfpEA5fCqUNHlHLr9IvSxu0mJFEWK
Iinq6+/y3AEGmIDTbVdJ5N4r5jQcUa5W5E8TLRLUTsR7t6Aq5YMOVp+zISx/lbn7Zyu5QElruTyF
8AmuLUsIUoCNCelrVgh+CefkR0ju1JeeprxdCqi8ko0+eLSoNVUKR2lLdnGCT/m/YYlHWC/l3kIb
TeH4g5GjmBNoQPPxgNn5Lky8RymG7egA1Gkk+ccafGn1sy5tyN9HT/tnwKsAoQckr0s5rY1x5FMH
LLsf9huq6siS/3XrGjZqjJ59Lz9lMf6SK+L9ghindj5plBTHMP6YIapR9AQDYpl3u1CkFtm2obl9
+c9VEkLxvFZVgWDGcea/h0EX9b6UwbGkwy2TydJl+9wwMV2XfF5fCqb8e4pOT1ZlnUB4TU/2Uz4l
+BRdl4b+xHMGOrMcLjQn6UUI8u3c2tqxQkiV6bNmUp/ROHbUs6PmZXCnxpU0gXeypvMuGl7+xWYH
7dzyZGI9n9Yy+2Mk6gdUWtZw72Z1OE1pkyR9hbvZn5ijv2C3e6dZPvBaBXgMazqVpz5Mupz2UTOO
kztDLobjGu+XOYUUfR0u90W9LcXuG7aP8ZdE8B3kzX2F4jAIfAf7FKzQujM0IIyxNucKMf4wWms4
c9ehnfli2slHy48BEg9EOnl67LOpfNUhH+D4jIs6T9nzHtMJebEWH5hy4xenYV5nTq4NfI3BtVpi
cwiyvsC9swzJ1WXmechhlAl9UnawUdjDGKwyrtlEbScSlL4s6QvaYP0v4IrbcXPbeaggH/ezPvRZ
rs7g9VYIU/CK7Xrq3w1Jpo81e86o74/Fso5HwvPqxXLI2JHsUPh2KoflUeL/6SRzCv0LLEnrYCoZ
vhG7vO3oiB9xNbdpKOAwnSJ+WHNpLssYRf+K3pLzGPaNCQtzgo+VPIQ03Np5pbKJ1kHremXjkwyV
vMTpvDelq5I/QTGKNpDbdYsjSIczcWJ6enYEon9Ytv251yq/VWFPEHooT1zgCCm2BcGHHKrycQ3f
QGvDQjQp/ScDjzXyrOEMUjIMrwgGMc1uqvsFRQ+nzBanoO9bVZF75gOCt0TMXclkVW/8gYvpnw7o
XCdEIVgVT1Vm4TlAi+zb6DcoHFSLI8ef8ZNuNxjaPoYVnbVDOT7wUf0mCX6dabEX7YaXyOCDJDZu
R8gjoJa9UF+ehREd53d70T9tbgRetV3gNugSQt89nzMI+l1/76Otgar+c9jQ/e5oOdcTl+8D1GtJ
zuEqFn8DqtBgRoec3apt308cgvUB9T5NZRl+6vB3nityhYlxRP1vk1oX4XUv1qCJlrFdw+AGJ2N0
ZysRXwPc/O0KEzhn87HfTdJOECGgcp7hiYeR2ZLpBg1INwdD6+MAmWLYiI5BGrWuZEUb7hw53qU4
TTwTzY/SM9w3egrD12DVA2ozwx2nwXBJlh3lQYFqxcrMUU0LMnJ99isczEcu2BF2FNmiL3fCF8Zx
+oW0DWBGuwYiR7+R0b+Z0r99sEIEjLOl5Rm5H0vI3hJ09jbJkOqTc+Q5QVjxyaSLetgLcp0Z6yhd
REPQ4/6KMKqPaWTyrsiWpy38Fcw/ByLsOBqUcR2W/rKFBegd28FzfAvGqYFTHtdMlT+MVmYNY7Go
04y0MIH4g8zNeJ9as14mhVeoYp8xdwPeOdUt0nrUGcv108cTxuUy+pdwn3xuQZTX4Zydc5WxJtT2
VxX1ohlZ9llOtCuDPoQVSYS/ZH5dUh08wOrh8QBT+ZxFR1eJS77+09Wm3/F24CAccn+/FfHcovJY
HNmoz4XOyDHTKFIOK9Q/AaZIE/R1+LFFzmv/NlfJW1Gx8axltrVxxnQ72qT46EN3/cm2r6OBfFAX
QEQKh0CaOMSkKtv2ytgLM9IdtFRxo+che5sWlGckawqgaomOJZpi6j7odZeu/oAII9YsbP2lwp7F
Ne689Ihs2bPN844iAeHny7uRvmDNXDnfxMPu0gZJ9EM9M31C5W50GhhFc5QukWopqpYOPUOvwoiw
PDIxRCsXx1LKD17F7k6M/Bm721gvPrnmsV6P2s//Mak+0SWCtndPIFiVDOVZbD9QstyLAvKGOHnw
QTK2hHGkMfb0OBY6beYs+rey8pzMPz4ZUKNdkdsUfxdS3nMDc1o/RW3Poiel5qkRUYAW9lG9IQf8
FJHV1EKr4jbLIn7Jlzg+zBuBwXbhpp0XG95FOG2bHEmdAfJengnsgXe926CQWVeYfPocXV5bKN9V
ovYjpabLpa9XmKvqnhaneAJjgxrzTlqoqaQekZCZdliDhi43Q9rKfK8eWE5axBUdhKzsBUx1V4V6
rquA7ac5mo5xEOQdd9kBfilQsWauuYNONVeRq5lN/VGT/rgt4oA2RrSNsV236Rp+SEBdbRSrYzxD
HO+T6LDluJniUt6n6fDamz2FHkzegsriIyRGNQBSSriLAtKGgH07m1c4wjeU2u79ehJgHdYyL6F9
X58GyqN6lWLGLc7blCGboBT8QNMe0RbRQ18S1pkR8wPqf88ci3CT/DjAkFsBIQwya1IdvizBdpdn
rIDBJrqPCdR4kQBTJ0mPMYuFH1ipeS22YkMvZ8hPDsK2jmAeuZEcU5Mp7gdEOpVDdSoRs3UuHIYF
Z3xZy8K+QhMpm8lNnxbT/lkHNqsRnfAMv3lX7Ca9kmyARSQo1gm2IhKeJe2XBsBb1Qquow9C1NJs
8/KOd+YEUWSLXMa4jRY3/h3DbD0MdChOWTrC7+iBKNAh/s+g0PF5R46ChkizQdhE0WlMWKD0Rty/
P4GORV0GLxhIXbP0Rtc7JNlojDgKQv/NgYmeUIuIm8yK28rVeRcCVqR+qHup/zf28CZcA38IJ/jB
oq20B6i7z8i+/JvvZu0MrU7xbj6nNS6vfdYv3YZ94YDgG/rHIZHhYGweHQSfFyRey9yeclAjpJbh
/qljNHJndOtRSpys12ENUXS0Y2BbHR6rvRTRW6Xyr6SP9VGhsAbyQWS/ZDuiV+Aj2PCIBGR9CZce
6cxJJfyDssvvTE0bzKeMR5/QORd1NvQIgkmZRM9quZ3GfD9iADuvkXopCn83DD7oUjuql2lIbQdd
c/ZtRjo3y5yJu4BVe2MJdnYGPr/Tkqhacb1D1xjtol5V/BfmQ6g6fbXoS5bPF2+jf7pMvqJ9Ni1C
g6+aM/Qfq89smPvHWXLZZbMujlOVzCee/Uscbg2aJo9l6T9WEpYNCqzTUzbP79PPbpILBOczLVDx
aFZ74BDbUD2dKrLtNwyJxwIzdTEytKz6AQopll9FEEadBo3WKa5GGCtCC03Tfe4Ejpsp+UuXHEP7
qk9bOiznsAxSOD+yGh5QWyX0FshJdmvBx6eRrWkTUzz/mX8uh+TV4OO+QeWKf8vPMvxTDUA4CvMd
IcXrkRsk2Cjm3/dR/7eU47MmyX2kiMCzHm1wAsDbjE5LXF4SOpu8EBg6UoAqvSdI6nEs3q4+ytwF
7Cx93EuzPxBh9y5aCb1mpEpOI5xijSxm1S4lQBqD0Fjl1L++Ar8aidu0D7Iu0SpP2IJJDfc5Mbtr
0wVRzfg7Emgv6Hxz8FP+SvoyaDgNLAxOeALDeaiAE2Xm3wAu/bWfSfScWeG+0c/LG4TWuPtYhrHB
YZADjVn6+I4idUl2Ijd959VgMHlZ+QtddOo49nHyNWR2ufIE7Qd0xPhiJfyCfI3P+8AO88KrAzFj
bRL5L5dItUyRg8syfAUs5u80DIYjQxIQTg35O42Q/hKgPTvr0Rc5L5uoJ3juW1uZLKhRWnJOSHn0
NNnrCKtJO0kPi4ccD1Cb8lNpYnvHRnk2FglheOvMvQ2JPKQOGdlEbW0/4vQEXhidikF/rSkSUUQE
I1OFP8/kBnES4xukua5Zk0TC16ZdeNttdM/n4eyZ00cZTPklI0TWcU+auNIYTSrbkUKtbbZQfZOV
ucV8P5QubgCY+k6R/bfYtUYOTpCrh6pn1SXNXSdRQvlRuvEF3VvTGWrmBHufi85u8v9NFO9hDWrl
m/XLS6a2Q6ESXNZjURP8oxVBMFEQsPR+GJ+wGJxHcwpQYjuzcx7w2yDk2SOe8Y9DhUSX0eiDLuUp
ofYeK+reAAX7u0zVYdM4KVfEODEDIEDsESSHBeKWI9+5qCBIoOrz6zyTuMUKqhDYtCDPh2lkKRna
ULVnV5S8bI1G8wm6M8PykEGMw718gF33wPFpvsgcAMoU5ydTpuix3KezyKdrmGGKcXu2XXoaZM0S
hP0H2KWgtm6bdVOgzr6bk4zVdkVDDbI3E7TnkfKSrJBmYnCubqPBpsnmRMGG6p90kbhvLca8VUU2
t5usopdK5BgM3M+OAP7DDwcXz0tHZISocTf1L1UlEXzZ84J3QK/s3aZi+TqtZr0L/UKXBi29w4FN
BX2Oe5V3bKfugG1yPrqKiXPJU3di8963xkZlX5cjmkY1hY16SeNjKNkfHqCNptUkxbsLq6et+9W+
SOCzVxLlyzkLVwwpCT/ElM4dMRm/oj30I8ns4yqVb7jx0W2K7PKiCnlnE4qhF+9wXS0RFg6Ea5Zd
ULjqmll1sYa4RiLU6My2WR7RKGsb4GnjIdxKVRMXDe+9x8YdzzPCrfLQfqcjZppO8rIutuSTJLhV
FcfnjSEAm2tE4w/YmjFuqhzssORViKAm8bn15FgBZEfLBYwPzFyQJUuwkKMyebcmRDZYMB9MZPoG
yilymbataknK42OwT+W7V/6DbhjUOM/nk8MkBpIeLzc6LT83QNXdJOPX2a/XNWaAkxcAM35J69z3
8y0Geo+gpPwCEipoxTaOWPkhi8WSGhy8zIc3jUOtXFSMa1XwmyHfsOXgMiIw8c6mFOdwVBAGFEBJ
Iha/hUamLZ5rXpMy22pAmP4cRtXNaVwEFM3xTSBjePUg2EnrdayOUa8ZxrdU3M3R/AsRPvbgYe7D
1mHCuoDq4bh7eRfjuonHytYC+kecJtX9nMPdp4fpv42H00EAzu1CgkFqLNgl0FVSD8YIOAOGm3TB
F0FISh/ov4azQ8jIayFH+r5UGWsjBY17lk+uRm5K/BRu5JGjLOS9tDmue8fdDwo21T6Is3beaPA9
R8F4REXKW1FsUT1PRdLNYXEgY3lNpvyw+6hqMdH71qfsOnHIM6phxKxDyEtk44dp3m4Dp7QzOnrG
nEprGWXhVeblu0Lp0WEbsBYn5K4foR8l6dAOsnwsivyX0tvzuPkzbv57s6LqR+fI3ZhbGacnDaUd
4ppnkGBxk+7sVOTutecLjPFFvqEZKA6fC+Qg4hcCApYLFE9YXBR4xSn22QQjGtnIXaUI/dOnG6DD
VW7jYeAD+U2QF986ZADUgFbIQScaM9k6YbLIoani+3OkSfCn5yO97V60FP/holxYtLQP3iPgo3/l
jHtnBY2SrfgnFklFo5KEHnr2PW3ijDUwaon22MDsIR9Rt7oY/o6MnhMAGfE3pcghcD1RzYyk+gMX
6UGsgXgFgm7RoFEWP8Pn0A0Vwmp9nKz3W7ZBGzck0XEqtlc5AaMUerEf+BXn85ykv4Dx4qcTBDhD
kXGIqGZx7BFHc4iXkv4VIGkEQAg4R3GBFTZA+vXGWwXAoNYxAIV1t69OAqgKF6wDzBS2nc3mgMwB
2pQDPiPqxUOC7xsIlX+OkxzAINX2CMn1kYnlG0gM7SLuEUaYrbarsNo0mYgAAztmPxWOwxqnzWu2
pCD+xfNYyCeOupDT7gv1hMZxbFQ+/Zj89hj0wGrsYAI4ZqBsXrbQtcal07OZhvh5cD/HpxiOqet/
z5LcDJ5fhJQFz6an8bXQO30q9vWyQg9YB6M/u13Y5qdkp/LzgjSNrUZ+fwDMaxIdjexlsWuX4bV+
Qxxd8Z90mQZIxYHzJQBbU1Pd5aFbHpzA1L6L5SQD+R8iHRoxm2M0m+KAKITbEFcXx3d4zqfhE/jx
m0i2fzjiWY0NS93PwrZwKtdOpghLKJCsm4F+RaI2r2q03SjENBQKt5cMVDMAR+mWsdpOSPpdTwGw
4KFaVmyY3sGAO1+tHle0d7gJm4Rbz9Uk57Nzl4kNl4zCeQKNiK9NFfI6KnZMRTjsa9IDbGI9iugS
1hZwMGeBRhJJpD4DRPh0U7adMdIGTQp24ILf0N7Da4LCCKDVS9z/rEIOWal8J9hU5me+onhjg4sJ
E7pybwioNddq3i/E9uw6lxO5x6CoAS+zN+oAI9IMNT4VjMmvcERldcCCO8ZAH+odRXK2+twdJ3BM
ZcdeZfeqgjEnUPvVs/gPLdbH2Pt/FabcbdirTkz9RYGhqakAjJEDfv4n+uhJL9F1BaRZhZI22dof
1ESSOtH/UlNUbR/gc8W+rttEh89rGj/MuwsPvlqHQ5hHvBsZZjGLfLBQL/01DRV/KLIAGe4qEd9T
CRYj9s8rIUiQdb6txggTu1+lrmVGWTuE6S13fXj0JFbdvuJ4Spkou1ktUAHL9JixFQecg6Fb6Rk5
Jn18IiRsin7eH5jAx45LdTjMLmxWZOEXs7wTyvXIXHRNDwqVF8DOc8yhL3kZyEeCaJVO9Vhgpoka
2N2Ha5jKH6ALm8woflAvlMOTybzwuLjvMWpuM0ByzFEGHAw/GTbPR9nriyi2Cfc5kDuGkyk0T0X+
QKOcdJEOyUEUqI6q5nGrU5I8IjRtulam2g/5AAREiaIbMBfHgd662MX7JY0wiIHVyA8B/vx2XfQh
TcxNV8EZO+qPLtb/Fcn4N1lyBCjG7An3JT9PkhzlvLQDL9SptGvjkveSxuE/4GoMa0PJOix/w98S
4uAeY1C9qCg9LzQP4Y2PTKMtJgY2HB0PnoKMyGMyqvPKIl8jnoYfkZVz3saHsShOiZnvYKLP2wwY
+7qGUQ2HLBaIaBBHSUfSIp0CbDgXDzjFCdi2kJ7izPZ3GcA/JMaTITxWyFsB6PRLjDG5GIA4eAy3
5E1ig69pMl7zGRU7HMGlY6nAQ6yrusN68ZXz5IUMINTwsb7YvGwxpEXoqmBklDVY4/WZQjjUgEwb
usXLti+XpaGU6tZhsKGzw0hlxv7PtPq889JunQL/3cVRvJ6iasAp57bl3WycAxdzqXoJvTGvoFDv
ELf3ECML9i/Wy2c17dHNrG6Y7jOF3Jwa+TPIXo6z84zRafthM/1M7gTJ+2cv57zDpKmBB2U7DqlN
JPU++OXY/1AFauLBsyXqsdDhV4qe+W4bpwlgvz2BKUBIq0pfJMKIAU/uOD7NMatWHKhzkf0J0vAe
/i7k9dyVImzTqQzOm+LYThYBAsiysMKetP0nqd+7foNebxf+iF6mZ4CzOAsMMNzBAgtDkV0UJ/og
p+mx4vMpYcBKXVI05VqGHZPJqWJvUDG3QMaecSYGjVbeIl2WvIoY7842brxhSNDv4nL9Hsp+xa6X
sPcsT7Gw2vFgoShABy3B/Tg9Ye1r+iXaQPGiQlkF4yNk2KaVgX2xLFV1YkgHO9lhs/MpkFHVhJVF
ypJqsfrGzcyRbrqPSErLyP5VYmy7EP4FBQU54BzM0KK4OZAnkOJ4zYJjEEzBvV8zZKkNNyW26pQ6
kAlpMBMET9jM1KOx5ZktyFjK+/0esSrLcd5S/O90RQxGX1U1xxBVTzjlpkzd96X+CEMAd5HPsibQ
5auZwT/6NIfAaBz806BzdoQVz9W6WrILRQPrAh3Je5go0lFcaA1LLLQcj9IsFzvHTysY3xpXTtzp
nxT9aLdl400RYf+fbqyv7mUZPzADXJvasd2xECGvp021gWUxQQ8H0lpPkYONv5SRqO3S62ZHa2m9
0x1IQpAENaiT5KWHNqfdVsRnEY+XvUDlexrChJxGN2z39dLP+SnHDoPzBpFMJfHRXSKSf5OOAVls
mFC4ACeSV4hYQ1hBW5U7PSOSlmMEMkqjnNrQ44whMa2HwsWHpWTpqVq26Cx6DDqgn3pfewz1pI0m
zh7hv0Q8nBrjNxCwV8LiQ75FDQoKH3FlnjSM7HhIpu0O/knPAJcUMLUgeBqvvw/CI3YR/Lqp6CYR
yt9xZuKXjEy/rNwdDCPbINspLXXH5mUkzUoi6F4q69BCKMuxK33U12OVlk/BODxQRIFgaYjXdtzS
+LF30n8uOfZ3LfvwWgbTOxBb2WJEDRoaFMM1GSjKNHNHW7vTZ5ZuY7vl/Z84SO8jDCdO/MI3iygP
zCiZoN3oLFwy5CeAyryNuNpcPHZhgcghM2UnTJp3u/qhBMwlyDPwQNNc9xqWZVCkD7Lnz15v8lmZ
EIAGFHjxuh1nBhCCZxAc7PUYjr9z3Esht4983x4qzxhrzLqpxjvyZZI/JleglQdmSZ1ABxStX1l6
v2GcsllxUH5/KiXQgXFMLoiO2k9VpIeaKnsr4SORw2VgxYEm+paN8rqZqZt8sbYDEK7nYY6/y0i5
W7CNrP3fj8z8d7VzxLLpli/YT/d5wYlk3GPfc4qj3DYSDWA2oF/SzR8kPwlvjxHpcftjc52i+Hdf
KdrCZXTe/Txj5ItcdUA8FuaHXmDPi4AAVhYEBdqyG+S6nCs2q6NIcIwRFB22UB38RhTP86JkF6j0
nm/b55SmwLH1+meR7DKsonP7/Dy6vrykvanqdE8umcTn4XyfXJcEJMcMs8EOqvF/UOskS6CVVfaY
qgx0k0GligizoC1Q5t1WocLRWv3kbw2leffCVW3uqhT/vRfvLhzWps8C2sBIdR2y9bYZcSpz/uWy
BJ1BSJoblQiuAqVifcBKbPZ6wV9mN9+4fLjA7WaAyCxLzREQQ8sCyyt8GU0wkhMIhrUrlxkLt5qL
W4E89i4MEcZdF2IAWIds82/B6ALnPFkOCUQKr7ujEyQ1y1yd0cCUjHUF7eJ5WFTykcYblBQ+t+RI
ohgFd/9jI3iGNLxmKZDZV5tynH6PCE792AxshYTO+f2SQuRxHCKFB2kK3lM+FE++L8Rt1IAUD4jM
uMktSfDUzvF6L7KV3hGTB4+VjfVvPqJ9cJm36ru3yOWp982xO4AN4QHuclAWXhn2U2Ay4+dSdDqD
fOy7rKDJVQ99mYAv6dNXbbP5GNmtAPdbsK7wErKdjO8gSXx+9GHGvtN8d03SF0BxVKzFcUauIdbS
irqjGay7NwnK0EM8docoGfIHLkXyi8Q/vG3o5H2RpZhsiiX72uAK3ZLIfgG0ZY3v6YGDHppCeVIb
XAmzGu/wacm7VczJZ4iWjMfdruawwpSDDHSLsYYTrEwolextTJqBsf3oER5YZ8pnz0lpou8JKapd
JJDnK32PuAOhj2U+Ae3HcnvX8/yjytZ3KAZi0Kj9IR2cOqjUpv/JdD4X4S2stptPe/AZRTR+jpnH
FFE8Ztv0IgJ0nExxXCNVrzhuEkN/lcofgjV/7hG+1434F6tXy8N/gjjyIEaFX9Ju/V21WHbvw7Ir
OBSRDWiQQh16bjBYh29alsS1egvgmFbD2EC0pRsXWN14xIyCJaFgHVQEz+6UYxPh03YdI39FNBJp
wAxVjzOB8WrG1ZX8VG7O7ue10uB8od36TmPFG+z+0MfEEBrgImhHcJWfQ4x11m7WYY/TaxezMXkq
PfAGZMghN3EdT9BFWqBzKCUCaZifAdeXHaQOEUb/sohe6cxt7ReJHxrnMdiAeNAj2Lhy+EuVXh+8
jqL15OQMlFssI4Cb/x+rs1Zzmv5Gkr6FKkSCO8jSLzsVDTrRp1P5A7XQ3aLCswhEC3IN+3BY8otb
QYQVCzDdaUU1JaRpwdkyX36oxZpOZAo0deGDC2MFGjOhk1ybdAr8/bLhDQcbIH4wY1/vGhMz2XOP
uDrsOLVZF+Hr3MTiizA5dSZQ9lo4vR9kPPAjF0l6jaQdulL78GPfs29cS59FUp3V4LI7oA+45lUS
5H/8QMrrwoXAheahYw3GHPwmH+6CjWQ3Y9X2MgOOxteLnqcnnkZvgYtRugtw1t5ZI+fv0Xt9Qsjo
lGAfQMjAJJYr2Q1OG8RzzDeZFFNt+958jytlL1luzK8tRkJhm0oEcDQAN4HXx27vbUtkX7xuce5O
g1mGE+CqsS3I+iw42kd+IsOvCi/+eYv8fF5xLF9F4Za7akghNsqynh0SPW03Forgm2potRZmyH/h
UCK0NZYOnF64Jbh+1wEFeq7fngWNFcIR98l2XG/9A01FfJgCBmqCIRIxXDWuMchFsGjxh2jAN7/K
W4zhGUkKtni3EfmZAovh7BgAmilH5vsiFRQsOfQuaaGiF5Tn0HO2TisoKuw3iMfc5YMAcHIy3O/Q
hVmXIGCY/IHyF5hFJKCWY06eM7QnfEB/p5p0Re1CWGTfOhiWJpNK3sIoWq5RkNC3lBtXtCUJBgxi
9AHCrPBn9vMzuM6C2LMgq/uvMEK+RpBZ3ubZOwTl3iBaw/cdhUEDbS5yh6rB/ibzMv8L5RpBbpfx
6ZSo2NwSiHcANITU/ho0YjibPKgYHGwUkLIw/2jmzX3P9xDpmdXWjQsEcxnCKJ9hvLF1wieIRDY7
PlmeYZVEyNF4Gg06eICNs/4pdjiKdIhXOxxFdIf3S7d7GRY124F5eZSdnBEvkchmIBzfmN5K/AYV
+R2shb+JqoAsDBhJveTLcA7psh+GNVmafRPmgCRpcy3dEmAgpLSlFsmmhOuxVUGxPcmht+9IFp2e
8CexKza7/L8sdwtqKNCLiaT+ZYreoBIYgTpOafZAy/yRFvojHVF8QKG2bXlO4U+cy+pETVQ+h0DL
lmMQxuyB7pW9TaPfP9fJgPJl+/S7sv9H3Xlk161k6XoqNYCLKnjTxfGHDvSUOliUSMEGvJ9RjeNN
7H3QrcqUkDrkytOrjrSupBsEAhE7duz9mzihVag512YCjsJSpmZd18B8KjOWt1pSiesizxGzzatg
1ckm9T+ryS/RTjXdXBPBJopzH6RcEnqaDatbcYpwP6EhThEBc2Tfl4ZdH4h4GysZHYQpt66VtI4u
UqNxNn3pN5u41lYDx8OqbfFVqhWbdTV0xioe7OSopPTYMPXTg5syKvqvgTFQFRzLsnOrunG+df7g
34tARcMtwGg1L0vnexAZxo8kTbvbQRv9mxrl0h6nFBOd1iB3CpfV7uyp/c/JkG2nt9jqIXpkZ0X6
JqYuepJo0G1CaUYTOlVyLYX1U4zr2EpKUus1bod8NV9oNn6Fd8TaVxDU1ZRSUPKeqJAaaXEzanmy
qkXFn0He2fYSsd5RJPVhMrpIdtFX0Cs0b01FBYUL0oo7bWFfRVOO3rCq9etA65ofma7o21HOiSY5
NTpCII+AcmyxF1kU3bTdYK6zSNRrX00pkCoA91JAtzdcXsNoL1GFqlygmdZdoBC9aqE227iBkbDB
/slwo5yKYhfmWXHszIZ4rdewG1k2zVtjd6XmIj6uXBQ6Pc+OKvhhksx27QTA84ZAqlZ0EiZXywzj
aKZFg2pAFRxGZ2ov9c6PQb62RkezrtE3Ul/IL37hjBu6ZrTe6lutCijkc4WVWD3rIBpuS/teGbXg
xkji6WE0jfqyDvs0XDWGPuPwcDYeUx3cZpcpFzGdhk1TgMbDqHoiKKXSNg/6+kLp+tDLENhdOz6J
XYeiK/W0rNwnaVWgNDUYwYUwKM3TTpbWgOGCddbm/XOEPKBb9I48N/dAPEVy9qbFpn07jpb4PhQg
wVdWOodanUJKLeS32OhVCnbCHnekuWgOZ9mPsW+z0q3jrOlIp5z8u9qZ0tqgPbvWTQ2MitGlLzVS
6t5otOU3Lv8gZYATBoV6kKPveW+ucg1M1Dgk8Q+lycUaEuB4NZZmWbu5icOZBTRwXlO41yhpZ17H
vldHQU89VivuncAHckh3WH6MaSrzaRrJeaCrB7a2kMVm7AHRmKZvyC7nZfQuNLUmd1eM6T4CsblK
RjG8FdrseILhzTdqv+EdrR8KwxOkkKDJpeeoJdim/hgCLkk7kKY1uSZMjmtsZGgHqGP1Lveq+hiI
vt0GZWpfjqIlqcC/6sIAXbCXaxxHpLwCySPT1HH7jBBCGzyioBLnya3EGx7BZaiulkiNp+BufxdI
trlttUGeoV4dcaASxVqVAmMdwHPZpCPuLorwh00PYs2k8dawcLtB51iRKu5A8e0waGtJk8u7MSIJ
BiYU88pA69ZTVGqrSgcrftEHyHL1qVV46BGNbtWkSo0jfUtVlBWCWjHOkvcIbOvCzfvauLUlGmd1
NbaPktqYj3rUJLtuKujPGiE2MSPcsckds2EPkr0+6kWVfW91Uk9zbAR3xrrdZeqUcCyUcLJEa75J
PlmwX447KQ+VTcqA66Ad6gvyO+D9Uq0ErilRFuKWEN7JiSEhw09BJrQiJsuB3JwJ23gBuxRcchnJ
7xSkmCl9xnPCOYjJlezBuQ3sRLrNqyja9BbwvCDN0zu5Kb/aNVDbcSKtswIp3bD5nVXu5wOtlCa6
jCfFus/1ubVZoTm4SusCwwl8AVTuUrGx1dI+fglq86j0eXXFPQUxqUIyv3RFEa+7BMMdAF6DDiIs
aA7jYI33caVIIIkbRaXzTgXUizMwTwAF8CJJ/ZRCuVbH+yhq8uu8A8ziGg4uUOveDKLOrSmHkTHX
6hcdcuH30I+ZgcgKvknjQLmu4RoVppG/tW1ARjpbrTrqKiVNSr198KKVIKIMxHuu7NyuDpFfymw5
Swv3Rhpo9d6RqMYPXPdc1M65IZmheVPiW7q2/TQBqjXK+moKbRlIW8TpB43ksZ+G4qtEHe/OcsLq
wqwBA4vEGEGzqgjiQkIrWIOl/YAj1UilRaFdwN9CFHCc9Cb205rWeUUTxaZwjbVVgHmtjsRbd2x7
kWFjiqLNuu4HsYlHHcBeGaAKpkUNdU0ACzRZ4l5JH9sg+GJNXJi3k2MMX4DFUtbJY67fk0EDdpWp
wl4n+ajshZVU4So3Q+OSxe48GfXQeoMoFF6eu6Yr5YJ7iN0oVK3N2AaR7Lf2plEr/dh1Zv3o8+oX
EGJaVy/T5oVicgK6qwVorIHRXGflQPkVvsq9FiHCZtuAdIe2GigWWNGu7MW9rTY3qiH5F20faRu0
7aYLC7Xb52Iy/FXY5PxiUSisY9Va9wHXTi6rGAjSQnlt47LNV81ozz18Nd5XsyWXMkTxNs9AZyXU
fR5SQw9XrYG6lI93xXqQfONGQbvjkAEavhgjhh7DUd22E2jssEZ9ebJC7oYTIFZBWUkaHgIS6YtC
kSRX1Jr6iHmIDoECKbPALv3LtnDye3jg4i3vYCO5ArnrK9xpaPXWIIg2up2ZcwtKB/M0BfJXDYjS
jaj8EYgHJwacU+M2VvR2RSVf/hrXfXep64JDcGzlGzswghVrXNxoDpqVJfTlZy0Omm0NuAZfIBHd
9OQWR9r3VJ3VKpVcjRsbZwdd9cCWow0FAnuTJYZ14/TWsI5HNXgoSayei4IK9qiZ/mWHctE2Lk37
DZEJPDDAHL9DWezcAATOypwQSlB9XWydFM6RmwbCvNbG2vpqVunoYnycQI4ZYe6Bb8nDvR1bOGYF
AmnYyqcujNy0ejcaNSxB1dAOVIT9L7ITp7eBZg+7AuuVl8lMxDqDNPgtKLUcUIPeXMRSb+3rbAZb
6VMwUlruZLeVKCTKEQ8uGVL8XQBXfTDstL3sCqU6jrlWHKNsIgvQOA2lQYJjYyn6Gh7HAFQeC2+u
f817Hw7xBfKJ8fe+S4PNkFSAgHTDcFYkLFAdya5CHMXwvAvcFkzeN1FpBv9CVeAFOFQMC860VyV1
orcqSu5IAId93RuNiyxq/h1Qen2RtHFy8CPLrIH2sU85ZW0Zp3UHmRi7zLtd6BDInNrOt5TomqNN
OWlFOKVD7UMoqKG9zMY03RatSO3Qw1L5SiofvjugGh9hvGICjbmdcZTtgAPKKek0zJwkB0CfCB6C
uKd/3yiSs9esQV+PFj8Rgr5NY7AfdlzS86tBhWwzVBNWFVZrQqwxrZzrkHGQxqRSOa2mZsNFxLpX
ZhMyDapZoPXKaw3j9KlQzGY/tIq2CkyM+ZQo5/o/1AZlyoTiTJmHIM6KoGNCW33wZqg3G74bE+AO
3YAKvDGVbsbqxXdt7Lk/+EcCvUofXfVvIsCPPyS7pErSKDBkVamHaFSWEWtbGaZmXEH1Dt8iI9P3
Wt7ZWxUoNP0YJ9srcVCg1F33JNuOORxLNihZEOTiQzXfsSisjEejKrvvvqP6j0FoYDOH7Gh5OVh2
+VbhSbc1QhBq6lAxGfKo3E3pQK1EnevB1VDd/JV39FdHVGx2jSbim97qtH4Fl2Val1RTH6w2TnGF
wImJ2vmbGiqaWFkEMuor+BZqvh9mri9HDj4baDrsVZTCeENgKeD/Sr88cgCpt5od8neGEumPZtmm
L+Qv9qqU7Wr9Fz1rp8rlMNi3vlPtRaE1P+IJ9A24ZgKlwKzQpaUP1ETB7hzrKIBaUFo3Lb6oK6oq
0i4Lg/pQA9NeF7WaU9ua3iva+9DBM+Cavehp57SZSTZoKxptVV2kDy190HST0I2AJZjRIRaNXtD4
pe2juj7Z0KVstOl+TCT9surne3SS9EfY8tk+brSIq3ZA88W2huh5sgp6l6xCOlakRbdkEld2E7Xf
IicZtgJ3hc0oSeFD1ABK3hQWnfZBA84Ya2WL5x9gexsQ2brL2CB1E0T3YpBezJRMsqlS9YgwQHjM
o6p+HKZwgLEh9NsAqtAxq/R8bcnNsI3jMbz9S2s67uS6Fe1r1EFXWik528Kw7K2Gpg+kZDC+sfLI
+UQ3vplpDo0fAeKqjInbhlQ234PAj9YpJtaxqxUCa9EgY4VZllp9JTpkG64u0xaKMA6Wo1AL9y/d
iGyIipoDLaYttpxdyq1Gx/JSNUIb1r/fPYP6Lx4DgDLrvyLAN0Mu9+YuJvvZxWEIGKTmYvxXg0yA
HWppuB+A5HmxD/5YMsdko+hxv4u4yOxamEV/yxP8D3/4N1rsPxjJ5xGXb4r37L6p3t+bq9fi/wR/
GYmC//pfgvC/8JdXefX//jt6/Y+3/D+uYR6//85h5n/9m8MMC/o/cYJF88CUOcYcGfWFvznM6LbM
dOSfdoRwyyEt/8phlmVCNl5NxGx0KxiOg/snh9n6TxNCtO2gXIDBHL/+Oxzm31ntEr5JBHeUlhcS
Pj3mN8UMh7tzLKpZpIrKLrQn+d+S3vjn6Av1G4zHaOP4pXSbxcYXwbp0RwDNv0z2/yy7X9nXp558
FrP4RZOmVlpo2NQD7ggvN6Cd7HVtWMaZg8+SLr8MrlEuKAXmjbjbx18LBIQpPUJVO+/J5zf6dfCu
puri8+R1TzZIVfgCqtpnaiS/i878c8oXahKOMemUOtLgjmIHHgm9lL+mmQwchp7J4bznX5Dde36C
NE38CGVsh4u8T7ZWKvufSAKd+qwLdRC7IMqDLvVvMemkVKbrT+iMv3784KfmBlmCXye+pjk3jVHk
3FpdTsJVkZZyhiLBHsqfrJvf9fj+MfuzGsGvP6HJh2HKTLrxgVVMV2lfFPvKqBVK0FHDmTeDnpX2
myRbye7jVzoxXUsPjhR7y6GhsHQbt+31BD6Rgov+mYv1qcEX29dwtCzLDNO6xREZEnyHhVllfCIt
9XNK/imd8M+pWuzfBIGB1qrb7rYulY1aUmOYcrzLDmrzZE+PeQUdmGw8uUnKeAMtFfDlPm2/+/7B
arb8mjvfwRz9fYb9pr3xayxZCLX/82EW+50be61PdC9uW78Ejtlvp+BCgg8dX5ncVg3tG4VlPOIn
t1MPnf1icd/P2LJpSUImXwoHntLfv5WdMf8bQZ8w7CyaLyOmYz9mkvzH31uZp+dP07YIHuR4vhjC
rruly3jQtG8jtW+TGdGGC7iESg9xHtKmVNmga7ZSW6zQT3CtdFjJmUNbrvxEROen6tCfnmMRZ0B6
x1KljnT5xMyPcEAtl64tmp1iMkMwv1QuJZRxb8GFUe8mp73MkZTBiw6hvZWv++7QgFMzD0myhffj
kjp9PEPWiV3+U6vjl/AKqCMBJFxEt6Xo4HBV1qGHf4yfOWAlkHVNKq/6Cv3lsCjuFSlt3bTuwMsb
8ROiF5e1XP6ICucyKsSLo0V36ihdtU70MtTBo1QjpwINHzLIsSehrMIR33DpymrBhwxhfWh87ZHG
y7dEyOueagKs1eErkJVNmJZrJwwvWomWp+/vKzsGTTVdm81wT15wBIW1a1vrQgoxDJTk4zxjEboe
FB6u667dTbpyG0v11ygrr7ICwzNNLfcO8K4wSm8jE7mkUoI2k8IZT9OnXuq3qOdvKgMPHlQytmo6
HI2oOEJf3tUdZudpd60p2V2aFtsA0UMwWr5H5fjMKLiI4UovAjiH+HKqHQcccj8D9AsgVW2qiiu5
znTaSlrt+jC5Pv7mpwLVMrAP1KyMkRs9nfCtGlXUKsTmrKGXPgRxD9HSIT339J4FMTUmTMziy3lj
L5IvPReJbRZa6ZWQhtzQ9K9tO7r7eOwTu0BexO5OqmG7WUbpoY6DBAT+f+FtDEfihjKO8+8Jw/0j
bM4p7a/HHZi60dKDsfbG3rlt9fQYy8knAoonPulSrc2qasWB4F0CMZZad0rzuxaY2/q8yVkEUckY
bCnWghrapt2vJCOhcFAn8i4Bv3jmulnEx8GwnaI0lcqD/+thtwlwyMQ/++PnPzU56u/z3mLKhSLH
VHlUFwzXMYJq31dJeF5OsTRApi8dY2+Z1l46pHON2MUt/f28B19sVOGEYySHbeUpQPcpRU0eKuDF
J2fSn2cFUbPfZ8WypbTpesJO6iv4j/HkCO5aZ+1VfWlsGWtSls+FIC8ZnO9TSokij+RPcqFTD77Y
q6lajbGeR40nanuXVQC7a7rDnwTjU4P/yx4d6zKxGVx1/C0VnQnSSz2uz/meujNHn1/OWt8YKuim
NlGmrMI9XDljHfsIPX08+vzh/jXHQOXr99FFR1ukB+3oUSRskd5DGDxN7sskvqBd9aPXo2PWgBU1
KMN+4lF4arIWu7Y2zXGSk3myiuQH62mlZQA6P36bU2MvNq2TW0HSA3/x1Kog2jtIC+TIC348+Il8
DIuv3+cK9i2qeAU8kK6xstdMGNKXyZpqN+18ezOVg7xNWGYI45TqtY1PgO+WMCJXiaHckTKUN1ln
+NvJokM5TKZ2ncqgL7MCxRnJVAwXdE9/SfvyLaFdRb9UMc9cQIuAAIbGGgZJbrzCtt+DAf5F231m
4vbnyxhWfr9Pid8Kv3LAKnmqlUh7YVQWxHHrSUarwMSg97KFJ7NJC7k+fPwNTnxge3GcT00vnIzK
nwdJ01UqmbZ7g+LHeYMvYgROX/4sucRRO5r+Sqqsxq1tYvPHo/85W9DtRZBQNJhVUIUbD4pmBDLP
EBd634h13SrKWQc6znC/f402Nmh0mkmFlV7OjWEwdfRegGB9/AKn5n7+818DUakVTTTYtWc1o0pb
qn4zR1iUHw/+05r0D4HIXoQFhOBGEdEr9RzF0Q9yk0Mr66PvFhZ4rlYW0yYeOghNdphcjfQ/aEVq
5SYN6bZ8/ACn3m4ROnIrJcqaVeVNor7Li+qizT6zXzo19CJu5FKsV5VoGi+39O+FrL/R9Hz7+KnN
+fH+NG2LzQ0kUWv9Wdoszof2oJQjDita5nBflSD2BHBa1wVEhXUSW89mGOrrvlRKNyFYHSV0EpFU
gqfhTFC+oKi395bIpCuw6f62h1nA7WaUUJTyxQpRPo5jP6l2k2pie1rIzi4NjYey88VamfpyjZaa
uukkmkqhHRrAkJBc6JRG7BtK5muw49rWRtALMZmyBIBrFIcQ+pLboPZzLTm0TOiC1muhTvZLQsuf
mx+YaQ0q4n0+Ds2Ln/TjUSmNYk07YNyMtvy9Het4JfdWvB6TunCnXsEW3TKhTJjOi9UJACgQjFD4
69BZHLpvQwQZsRTRmaeNtdgQdS+l4zjkpQeWIlmjCQCmoxGfRLoTB7O12A+0yW29S7rCQ3NJrOjs
WjMI6h0GKzUHJIUgAxd+iK4GN48pD4NPEtMTUcpaBPSuCvU6kM3CI5SHB1gU0J4cUR4GtfvkJ5zY
DdYihKvIWSZ4zwLrqfxLSQDHyNXqM1/DOZj+YTssjeAStc/9Dk6mRym+BXhZAZRzLInKgTQeFLwU
P/k6p15iEcyHKRGFbCm1VxflTVv5X+Usf/h4S5/6AosgPkQJGLayLz3oF9oXu9LEXSZPqPuYyWcG
lqeefhHrxqlMMisaCw8Vw0sITG9xYj+f9/SLWFcVoxr3ATlSlUbqRdMCsx5BvF0ZXI7PO0itRchr
NTWxkD00PTWSUcVCw4oGe1WsihG078dvcWKCzMUuaKXWGqtRNT2TLjvoivExdvpPnLdOjb1Y/5Nl
llFXMLaUosDaxtVVUZ9X2dfNRQaTAHgMTLpfXpyuKmMXnncZ1ufu2a9Hv5XY0ogHu+mlXXMQTv8a
aM55OYu5WO7qMJhlVcumZ0UOKDM/SNy4R8HjvA85f4RfcpbKkSZ/tGFjlaEC/Qqm5mpUwk8cs099
yUWI1vqhQ7tWmJ4h5fG6Sptrf5TyT558/mR/iGQ/D/xfn3woG7UF1ueBhiuue59GSuDAcGgdBcUb
R4edaMF/+XiaTsScpUQ5LBI8szrN8OyhBGIYA+627Uq6BrWZbT/+Eacma7FrJcdJgNgrhtcXEWy1
8klSnfezhjYWuzWIwEoV1chHLqUEYdMaQT8DKNZ5oy/2q23CQUEZlgcf/c5V7Oy+C5XzjpGl20MS
QggEnVl5WZwj2QsWOyz0l4+fW51n9g8ryFhsWhMgRRhjyuUN8WXWWDvZTmA7b9XswQ+ROyquhggn
e2U3iHdV+5Zqz7I+XWgmZDEw6/xXeYymBI2NT+Lez37Zn55nsdP1cMjHJBYW9hm9aw7DykYGRQEb
NDrArf1LGhV6e2OV8SHprrMMODtWAW2p79Cbicu5iVH+m4YP/1tV1Y15lf6yu/o4zifTTHOP5GCb
p4YGwStuP9m6J5a6sYgLmd5EBVfJ3PNt4wpFuGOvSp9F4hNtNH3pCxmioQdP1BaejaDAd3QE2lnK
4ZXifLQF2EINtEQhCUrzt9DvHnSleEI8y74bxklbFQbqUejXIOiWoHjQmfSt8k6J1lqh9jedoge3
ec2/qxvb2ud58SWqgeKKQf1Ks+FKK8v0zBlaZAkDzX+j9avMgyf0Q1Whb+IUN30y+Ly+/7TOFpFm
ErlZwncSXjmkV6hUgYjgYofGjXhVg/68nasvYk5PBwk2aJ96VjC8tnDGzP7p4317YvXoi3gD5BWt
NHBpnj84G+HEgIuKz+b9p+/GH+ZGXyQIURNOJRIDqdfSszyEqNvfF1oeX6kSujIF8kyI2tRFsXLs
slo3gTRcAwNP75AvQuy0L9JtD3h8jRCe+S2M8u7S1jJ5G0SUDhtugmAhlAdDHdSt3/TvQ6WhwtDD
olgLOBdbEZ3Xkdf1RWQLUmRXsZlh8htkD9QQW5Mzi2VL42Aw1JmWVkHisYt2yEA+GU36SUA+9WEX
MQf3LW6uaZN4iZ29O4XzonxmIXlq5EXAkftBseQ2j72gMoKNXpsVRKl6d956VH8PlYZV2bo19ZEH
cURslACnaJQkP9usPy1p/rQiF6FAyySjmICLe8LadqiEkNVQHLvN2gMtdzFTY2LkCvJXbT7aI7C3
yHDpcNQgNVOaS5QJhTBjDVOW+sGTrYdbA9mDwAlhb4GoV+7Zp7ADHhJ4znbxDLCBHNlNNPXe78pN
TXWSn9TYLz1/in7t3z9WCazVeZO3iEW9LKnAytPUGyb5GyKIq3rGmp41trYIQXSjlVhL8sSrupxe
OYYvkXreN9cWMQgYaGBKSZZ4fhlc5mp9U7TnxU1tEYBgc8XoVos5blLysdFvDob08bwJWYSFlAAT
QigUnmEefN0rzzzPtUXikos0U3pzSDwN3DFENhEcQPFa2/OeehEWEh+/CS6cjJ6XiIi3L9Tlns8b
ehEXsrwUiaiQNJenBK2QNkFxEvrA+rzRF4EhNHLbHDo1gQwMULvOk2vdV50zB1+EhSJXTQRY29gb
0+BZMUO4J7MIyXlPvtiV/tTbGhShzBuLLNkGoKw1Kz/vcy69ixJdBv9GVuspsVNvuh49RuEgO3bW
ky+xpBNVp8BUIoG6iI72f/YNNd3PWoGKOW/vP8RidbE5/aBIktbMIk9WpR2B+JJtb5hPxFqjtA9y
WmFxeahxmiFGQwLYhM0zqmwbdVRXYzChT8kVW0i3AZJxWqvtKmQu+/pNSx4YIaUwrKXGpcooJnxM
zWz31H5dDEUOmnIJVwULGhZp/pxz+zSJ7VqCkGqD8NjkEcCLzNjn7aGTt3Oorq3eLeR4x59MLAup
lw+cH6UWIlr7dchza1U1V/ylmugkCMgM2OM323+T7UfFV1xdv+Gye8lhoE32WzUcMIBYE/0lPpYN
q7qMw/lYyNvZq0Df8dNLq0ExqHQHXiQq7mJxSHgfKXz3x4Lv+71ukUTi5zCkQi0YfpPbxVf8Mxtn
MZ7DQMvWFpRwxd/TiD+eXGm7Rid/QQAQqpPoUD/exv572xVbJoTTrJOLo5/qGHLJKEv6MNLKYyNv
HT/gP7fzGTfCExBdepMriHMN5bPvgLQsnlXjkPTBZcu1RhEz+8h85hkC6isBNH1VealqaLiZ8QXy
5IWfIcBQZqjXw4cI4BY0V6p5adFAChFiMqmgtnW6ChC9GyZ1Vtnfz1Oo4BzCpayVt21lwh3dNs0X
FPBcuR8vIHWt0xD4YLFOCsgLWPK0L3ZiIqjvIAksr8sziwo/L0m/XOPCnnavg6iiV8cBnje+8RXS
4ydH97zo/7QZFlE/QGETnjjXCKvpH5Be7ulAISivIbzrRlXYoKsBHf68bb04A+wcRYIOTIiXhMEl
GjWPemB+YmE6D/Gn11icAWVSwtJr68Qz21A/QMBE33TA6vm8B1+cAUU7OCaaatyjpfxF9ChpNOKT
GuxPt94/PfniCChpWhtGr0VextoPh3CFzcCRDRa2BrT17Zzx1MktOmtNF+7DSblWmqeP3+rUp1+c
D+nQZOkQ+7Fna+kPel6S5zt18SBMO/mhYQF9bUMn+eQsOvWaSzxzNfq6WUxm5Nm6U170uLfeZrWP
YBFcF7dtpeEqs+NoFUCzhIOKDiR7UnEOBb4RyD8o7QGirfLJ8XLixZdQZ0wx07RKsYWW4ThfwYdI
r5ErTF8inL2JmmOAd0Van7d2lMVpA/EZraUxzpAc6l+hpr+IMXj9+AOeOMh+Int/iQtpo02iAsTi
KQHahMKxAsQqYMLNRKiDnFTOXnLScY2OY/5JdevENlMW0QLq5+jbQ5J6ahZ3KwAudBvTMxuNP+0+
f3kd2zJUVKpGTGH7/EsG51bI6tePZ+rUcy/CgxZWtWTrberN3giK2X2l3vnJYjo19CI2jK2UNLGu
xl5jyU9+HSNgZHxWBjs19iI25HFdNTIccLTB5GdE+rdp2XySwKnzq/8h7iiL3a/4dt6mjh55laWK
4zDK0K0NvP5qtCc2YaxGgSvBVh/QECvVWRz41sKGFXk0Q8TrEAe6XZ6HKvYHklhLY9ltUMpHTzpw
yjVFBWVfocLt6l1gbhNeYt2rSpYgbl36n7zAqSv1Ek9b1SPuWIUTei2a7YkB4ZNIgi4AhgC2O2S3
5DMjgAp+kzEzTDr6CaRavflsoKAQG96cUU0QiTjV68lTEzSvjzFGfWmMooK85VLdmGKTWAK7HtwK
9M2cOnS2v5qzrUj7KpK7tsbZS6cnX+v7pnuT25eu/eRcOPHp5XnP/7IZTGHJhRHzdiS+0bhTPttk
Ko70f/7yS0Bv5eRVT3U09lKlCO/HqGi3FE+nR93s7X2HVMUGK8xqkygC3TWUk3eZhOzFrO+j7RRb
hqWIWCwZDgZdDlLI6gqYhXhK1JB6hVTr+JrUilhHdV9d91VE0Ts3TbezYnjBbYgpmNN310NuJCjX
AA0rCwNzoU7NYcCbjbJFFyy56JusXlWBUI9yVZCJIG7SbUMwh3whXXq0c+dOTuW1MSg3YYN1gzYg
7YkChuE205iimVJUrhUWs6ZqZuVulnXItEaRdimFjkYmP8L8boX2qPf6tB3VDBXgVIp+SG0fv9qo
ebx3eVe8h0Vc30xw3hGKdJKNg873Fgg38qyt0j5j8Rds2CGWiyVlRnEZDfkoHuRLHxD/1iyG9KDF
kr3ONZTYFONbHGrjxofav0INqIKtGg5HcHZWiUJCjAWOE+ySsnyN7KpDE6bTr2xdvOuaGjyFU/jF
wbXmGVMa4wLTQn/XI0O/NeRCrGSB7YmbaX13k8lps+ubod2PZmuuUwAqq9mt56jD5lyDrSBT7RHs
FHn0BPu1uI4lhDIkjLifuBNZOB/Yhfmqo4B8EzfVLcf1qpFCfT+WerBh7MxVZHzCkrFV+Ad0pRGN
7bGSyZNNalnBjZ/U0U2EiQSX8EaCex1/7QdE2MaEMDIKdDQ7MarrSlK6VYIky70UW+zTQv8BcAi/
LjXIbhgWpEclPbYpgOokGEAJdgiSHKMuGg/jFPlQ82NT+oaekLrWshYTlTpq9ppSSm4wae02Epa6
roOw2wdJphxiXeHrQLJG0a4Zg4OcpdbO1MTwRUZvcu2UOl4l2SDvGgcMFn5viLLhRbORURL3JLvN
vs2a9zCAAQRtYdPGR9+MAxd8N1mZNY4PaZYivSxLIfV9BFEQDMCCvnYrYivwMRR82sYBgYRgFOIQ
CgR4F8nAPl0hEjtdOpyht1WjB++N6eew4FPtmx7oleBe6OOHhrLm1pEQbMePT97lvmqvR0dC8N0e
kB2cZO1ZGLUGB13ym9c41axD1hfBph7TcRWHMsYBatvVP2TdYIXmcnK04du9oqzdrfSR22U7KziM
ipTs2hJlis4MYhQNkGKhggv/2Sgw9evaodlPiK8cKjTpX30DAd+it1AsyNNiYEc0+rG3UHSqOi68
LVcqrcQdTH0xULlx1PBQVcjCisHs92VkTVBlHAdVpTA7Zs6kfanlSLtSpna2EByd6NiyMUk9U0Sd
0Da5DevC2QScJju5t+tyEzeWeFK6TLs0JB1VYkQk6ZhhC+A6Vqq9G4ktzFWsye0WgEl9UbWUayic
Rsp1GDqJv++U2YelkIfkYtIMlCPg8igHZLSzG7uUE2ejOirYUcMQT31mxDsBo+axqWf1VkMrcwjl
oT3gPiDw8M7LCAbNlEOgmkKVuxki5tM9WlTmaij76a02JhgrULFHc90Ygzxu0UWBhGDbQgH8aksc
P6qeo0tlFkELDnxovscSIkkMZLRPrZNQ1Eqq/keB9Ax6lO3shtKpWntrT7W56VRVTJvUSet1q5c9
ksYlKtoDFpGYT05QB/22uC5V0e2mJtc2RtHCrtKtWqynQM2OMaa59Cx4myzE/reqNfxF8IbcVHgZ
Xf5/js5rOVIkiKJfRATevALtW97rhdBoRlThKaAwX79H+7gbO7NSN5TJvHlOjeX20g+WsatbRRGz
DRHEbHCu0UYt+S5q5unBpECYLoVv7oaRVFup5yiRjYP1D6oR3Jug/VeM4/Y1kI2LvXXLAEbLZOr7
JGsZfd+aa4cEp8W8Q6is4YFfcFAZwbEYJjsNDCiaqx8BDpDe7MaZRlwFgMkUf0LdM8k0m969k1v+
FrNUuCmzBczSdSPaMw8+FJQ/qOE2Zq7Jm2CB+XiHKktsCeIezq8DbMVOjCgrISSo1C2G0b+1htb+
hTqMn+M8Tm8z7qprThT32AfTgpArC8snEEXZgxilpmqiALR7SGvSyY4EyJaMqazYbcwFQRQ9G2wL
MAKjCgKY9K0vZ/XGPysosgRgfX87QnThqJ7XZ3fB5+GIhQqC1SDhaHmPBq/vgHY4/p2/ymGJS7/l
eLPSl28y4PBCadSRtnZ3ZlQ3L9Dzm6Ng7P+2A6z4UwifMb1luQuHjHOLHJw7fisHaMMy/8uydX3Q
hJyTEd/gn7pww/22auPNheJxmqfO+ZgQw/J0ASCEqcnaBnU/zgvz05LFt1kHd6JA2FsMlvNQte4W
u6tGxWFNM+qT7Gm22QBqF5poODQ4ICKvSJFddzx5y4R62fva3NWNbQA3SWgvFW4SehihMDZ0CEBc
iMmNd0M9D/GwcazU2gF86CArlBYI+Mqx4c4wOhF3QuA8cTjb9aUBC6ciogmd3EumAD8op9Z4rfn3
ufPVNQVoijpBKVsnGNi6B84z32aDuqnwfkm6dWTcMDmvTjXp2LTqvJBD60LWxd5HfXVahZKHWv3+
RvmY75WwUGfmmMFMM2yQaI7BrYKpsI/Kznyc/cra0bgrd6WbOaR6zdI5SBBt/P8VuL0GNvczpkfH
2beDVXHOmgyInk5gixRhp3nKNrMhyLmq/TT5c4K+x9+vTvih9PTdYn+Dj2tnuwr46MHn7L5zammk
FahcHv6lPsO3543gHc12tr2M+6CcoOxnrTvuWtuL9rrJ/2EhhOAYyMqFatZomcgaDC2Tk1I9+2sI
7ZybQCosZKQwBMvDELXrgcWIGh7mxoNqkG4Wv7OZEhTf2bE0XPJuZmq0U3l00lXvXMmuPboSn5Mr
vT7eXAOvNgPMJB36f78n21sGdacYUD/0USQcuYcekJtEa+cgIIVCmmji05Ne5x0MB7Rp1wh4sSBR
dvVUAB5hJznXrQ0WHKr/pTKid7EV/qmRrnGtu/klNzUOANK+J91bzocfYWAo3PJHrWiEy7F9DTrE
zC4HOUqnJfkQtXnGiwt48YsKqJmozmv2Dcc5jDFAnjwVwdld98ILp4+BHzAZXKu5lYZnHcO2z178
CeDqxvaZ/s534kF8YjGZ09FY9Eu/meI7hG2MAm3ZTnaf93t4lUPKG9vG8GAWXo4hkgenGqJDA+gv
YcjeAI6+OPa1mXW775sAepCjmRSO1IjFzXqCg8VBMWI2thsC/4pRKb90hV9Sf2ycc8HZBDeiakL4
RWr5F2GwDJJ5WFEkZw3QgNhwAaNYLBBx51ZzwIkm4g5lhGsyzV5122Ptufr9wuk3t/SEDXAJn1ul
4OPmtnS+kWhYe1+r/AJ+7o4zo/1caP2KPCZLZmL/YN1yM8X/VD8WZctJg7wI2HcnulOZmv6ZKDLP
eSR//Kgzd04nbeTUcAdjRtuRceW2dRQgYUn2F8FN1cKAxUhC5R0W1XrNeq4USVOJ/nfP7uN20mvM
WpnxwUAZNufeNEBGB81H2eAdSnzw79i+ZclaCMNWFBG+eTncrn0eXGCqy09QgcWBIWc/3uq6SgMp
1uMS1j/U8LnfTIO4lKy7l4kJk/0ywjjPsuZf5QUjODMcfnxg4nZ10D5kFie+ztaK1Km17lXhbUjL
nIgBiFLFLvLCo+U4LIuucOnazuhpp2kDJretoLTCYklWQ0ZyV+I4YsGObLWPlOmOiXDx09DwBv0k
uvfazMIrcFhOhxxiGM0tv9teQzleW8QdiGB5okzIwbF2NybLG5PThYrsyyzyOi5CpGL572xvG6zL
zpDlPxf8y4PjqHU3UaDdL8hZRlSDRv0MgaxmBKKmss7P/Xfqag28LkfZbRfBflGdf4AUUZ/6Kog4
707NHlwpMfdx7j56H+p3J7HKOsGG247qOKAuCbGo7IfU0PN0wMMyXGcINEfA/c3NtFjtUY0alm62
YtsiE58UPgrwSTvui0JLe/VGBeaNKEAcjTxSOQMVKCdZ3gAKVlwGcIS1LdtNYazYmHSLLRyaOft8
FiZ0HYKT73TNa4iLinODb15NfgR4N9Infs6J2F9h1C1NpW4tkY/cYOmd9S5IbXdpRQrbBzNdMJVP
xcpPQOU8ODFCIyTfnREBJoZhFyNx/aiH0XV2YZuHr/0YjEW8rDC+Qyx7Nyqbt7uKw0dSdYH7s1FX
2AAzwSHmHpsNz3pFaxCai/83R1oMlTVQSemD/wuXAAJuLpa99Pz3dprDRJvwJ9zI+HEd09wDhHEA
SmVAwJgKg1TH1PRzlLPrgVmvL7k7+Ze1Na20ayOwZBVYf369bQ8j97dJNPpns7GItXSN/acF/6Ya
Rr4UNwauN4V1N2/YdmLPbUAoyuGXO/rllZ5uYUZXYgeo6u+cCbmrMV/HlW1Nx2Fgxx47OJLmNJi3
3IQ3YvCMVJaq9/ZryQoVTsN6pydWt7UDbjsX+frIVSp6XG0D20whlt1kzDJtTL4gph7gzkIIpQu1
YdPIAiYw3LC9aX7vJJ49RTvsnObJMEN/54CFPrdhsMXoI72nKuRKzyrEJW81dJOEPH2P3dCKXcaA
A4kfHfAm+M5T4/Tg37hyAtFSLRNrdm0kIaG8/WhBxdWYCxPknP1rsSzkNljIMVXLnzxfx0SPKKvF
HFopU0rV3ors5lA0kz602rd2c8FkcGMv+I310t1qW0nA8EP3I9pMvqNJzi9slMFL24/lyfDs3+t6
74JcxYK25VkGdlZxe9ym9gQmbL1towqxcrW5Bwdf4G3G33pYTI01ugz61AqJQWa/ELNuQn7GqNH8
QI+WD78VxnHQ9vZ37R0/Bb1I87aLtnu50v7RTf0NG8t48Ctt7DrV+i/hVmfHjuP3paf6G4cbl4ml
BikZLhunDieUe7dgRophWe+57iACb5WbPWjVqFR7zD/UHE845VdCIlOznEfEQpD6yTed8n5TjAN6
+oWZZm4V3DRO2tVq5/fz++z6jNVBNqSLGIQ0KoPhOLJBIfiS0yWjpRDLNQiw6tJhnfomvBnMqbmO
C0qK0Y9W3Id1ro+rReSgqd2B56JpDhbuWAycWr7bNR9TE3hYZ8rAhW0wfWYSdiLbQP2BKHTYN2iB
lHbvbL1Gh2UV0DhHWdwOjOPFQTvb97ja7xGSmT6E7MU9m62YBgCRJvKbJTDEfuzDV78NLBiP8j2E
IGmbxYj1Z/vHDey9EtlHOVT1D7humagpSGWwmOm0TJjhfNh2GFWWTzPDPR8yBr4rYR8mDjxNXLC4
/OhGo5WikLMfZFfuWrFohoK0vK6ewRiSwauc+2O/42X/Wm1RxtQsPN6p6F8GPIxSGZZGa+QeOzmD
PFPoeihJ4f2S+podhhOcWiBml7jiVLSbBCiLaqq8Z2Ur+9w2rFZuMx/XpZ8erW0x9pX8A+53Y81D
+Vm66z3Xo+DIxVsnwS+eaKrat0Lkd26teZLVMHM785e3cTCDv7iVbd6KqQsfSzrPF7sw7EfhSuYr
nal+xZri3mejwmwJRjXWkBx3OOFJuZcoOCmcWAjhuCC3JkzNwYzeh2m7dYR7yVz6+ABUW9TRNi6k
1l8vmShlOoNpeakpN9yYHE3/FhMeJywUxVGPaxSPSHPLtnjhMwO85nZ/q9HqKSdF026uUUGv7fi6
juETB7J7WAJcmy37S0bV81g3xYkwb5DgW2lQrHpYNbaMrWaZqUKszi13lTHmZblBmZpkc9GgL9yq
EzzxFkmJGRQ3kzSGq8FMD/WGBqJhFa6f+Nt+DxnKSkZsSkjbVNq3Hv6W6BpNhRuXjRFgvskm/gz4
yG1akRX44OfBcVPsjibxakUCnHx4HSvb2Y2j/+573ovresurw+N6lFarrn4t/GdK/RKutBgP/gjj
V9VZyNfppdk0HdohrP9O+YQHWQUzPFTHbM/Cr+CMN6N5dFvHT7gM4HhdfSDBc0P8JPZqItlz5zz8
WpfMJgx3TiOhwgNIORvOAHGA+3za1hJNJfDH1BSRe6zxBWBKqr09UFOkwH0tdhXnoNQ3jADAprsm
Vr/Ub72I/PNk0++dBCqKoiluN3tY4wDi3okYydnsfpVqg2AfteY9rNb1CjDTeAClX7w4BZ8633R0
CW00hVM0cgow7LsgtLgpeh6vVwi9dmi4QXIa+PZG6NiydYfk13TOuoXgl83zpt/cy5S118CSFs6M
nnBFoxVmJwCFmbN+waMUSd1xSPECTODtUlcHwy01J4Dt2/+tQpH2ewrUFCUIcII4CEFV01eS4DbU
t6X6d0P8xhJNeasXon60OzaqpNbDUtUX28ngE+TO61YHYFu6CKVLcO1nhoXsYboqpdDV8JjEQLCv
QwvHHz00GihtfTtsbf3SQTuv0ZGY2uBuMH1qqikOZ1BryR5cL+LSvtXr0ayVfMPiYfzqecRdx4Xi
NK+tfQEq5yVjEPqJH0W/yHZxDjb77A/0dG3r0ONdtKh6Blb/Ino7vMfg0rK0mOEZWw/QSJt73oI7
ly6DZlsOzbT0/QlxYnSSol12AtNJHJS/MgUPhjsB0+LbmnAedeYLTwRboCElRqExiC3bPM4jlCyY
NZz1jr6urpuZfw0OVseqvUXVVcS1sUARfhg2H0rjcpBC9rQnZtIenpGnoeervevax95GnBIYUbz1
ze+57514MGThJkr1ykq/1o96y85haKCNFZD9e46ZD1W57XonuoxscOMY7leywXmzaRCvDQapWt0V
YBiV0cCPrKcXmqf3sHUuVrY8DAPffuNidbJKz03qapuPWs/3OVEoeMpySldPNvdlGbX7edn0U5j7
VMTl9p43dreXxpfqiq/Noa7vQjtIfIi6/FBAV+noyX0YKGQO9XZuV62PAnp1LAseFcExDZNbVHWv
01Q8V/S81Bi8VG6T9gNc/8VoPoKy/5cPFUlqNousqazfqcyrZKNH/WXdGE3+SIsl2ertwVZmfbJt
9AOjTTNt68Hah7V4XYzpp9DO0fFJv3bRwgVIPVIuKA+FP4dpuDUizhd95U53rWZzxKpnHdHqWElZ
ZiIJhqi8EYtp3AaCH9+at51bmJeeJDNLT11ighXR0zaaghwRnxnYZQqhcDu20a2Svvd2oI2evGlt
kklmYKOiOo0UlaRZdEdZ5qRj7RrjbdlUcVNN41uPIGbnigy6wSCuZW8eQcS/M1Vl7maLYxJnvAkq
5hAlusqoPq3LTdcR3rWWP8odjxwkDZDpNZaa4ttXkT5vo5iog6ljuDSHppMfRS+v3M8v3sren42i
e84s59IHfz3PfmtNdXbMPFXLHUeDtJQUQ/yolJeiGEkFU5rnXjObM+KRZpBvjd98D3gsOeqWe+XI
9zkbg4u7hPocjtT87Lx3bmq7faSW68VE1p9LKuyxmrfzMKqRhCpj0IY1G4kdzB/SZnXpnfGm7GiH
euO9u7bnoc0/qH22+Oa+oqalAAbDmth8H4NmvZo9V2olLesklP1r2cTRp/JUS4Zb9GTfQQmF6qvw
dLI2Fad+YlYj2t7qyMQSMHeHlWBLA9cqmeilJYHb9TxntnveMMJigAZqgtflHs57Fy/hJ8v9Teb8
mweM2MSqOe1N23izBDCi3Wr5l7vRhNaSJWJ1jZ/SMY6W7fcnZlROXHmaE0mvglbLVP2Zs7Yyztpa
Q+/AeExBIXvLA5WSC6voaGMg5yDvTDHX9JfOiFb2ldDJWTKDJSLLFqjPwUb0btCaosvpPAhbv2Cg
5osGz0wTIeD6ZnUuhxVDk+zpIgq0GgdCyQC70U+3q+KKXvecILjul8/U9/8ZldEdDaZKezj3aVV2
uLW5/uIUjEvJmKYwTW/naP+D0rif2p31M1TRo0980GqAw+WiGhOKmv3Oydr60Gd/JBjk1Zja1FjU
QPmxfFstGSZuVeOKuZIfNxMTSWU58M4iqcrjAPMWMrVYV92/ifOfacM4CzKr5yTbkJFbTTo/prs3
iKyjnEFd5/mXCt16m3O5wqdWMaJTXzQfkV5RtZkSRrWJhYn/lOleFJ6V+fS7ndn9cplM1dwt/vLI
qMxOOOMhcKe3IJJB3ARj9BfS58H02fAyLkL0xL/z2oLNPq//inKITaQa32aI8EQNDKytoNCM6j5U
+aPZc+XunCagKYley8/2OmyL3ZoVR5jFyJXrRtx40i4OkT2+zoMKktVvbuhxYmBfaJM4GrBJxoGa
6syftiIMN7G3br+KqRwvrbSKD0pd1MZ8UULGo9E2TX06GDggWhTvvi9W1p76yVjKZ9Nz+HyGW8cj
IJF1nyPPZzL043OIxWAnmmlj2nT77K3oDz6fTzsa/tBj3HZGaHeJ1SxNygbjI7hrn6bNvhbmX8tV
AWVSrzi6pKqv01xW8ZaPSJeayH1ZOKzvnEGcLeh4aRPS1CgMp3+EHO+l3dgeazlydRL4ARubuniG
BSE2rL76KxflJV1lvnXaGFOjoOjQr3WdeBvhtN5hgwrspnucBBenHAg4d8lVvXELfMygSB1ADBPx
DJaSVWl1j2FmqEQGuktM1yqP/qRfvdYYbs1MZrsttIiieg0WwqVcniq3L19ReVIYdsXwFAaU4oTI
5xs6f/7OWEL/KZh08NC100cv3JXzR4gngAPCdr+0Y3bD1cZ9qg1pPrMTOI9Bji44wmmEcnWB+KMg
bdsTRxRfBO/mpvtDUA8NnzVreWbOzmPfNfPu/6MqiHMk50z6TNeOLfCKwZc04bC2z87aujvPKx7b
EDOjAZA25lbSpJs1RQ+zv4UXu29YSSBRxdKVX4yyNoeaQzJk+xmUgUUbiwSCfaCzgOa5R/y79fUz
CteRldvRD5XyELYvTRlHE7w+0VL8xhVsjMZwozkaXPwukLiAkES2RlampTXhP8I6f9zmdr9ZPL2r
KIydr5z8nRUbu+U0fCIo91BGIMBhPMyANu61aBH9vL9YZeeejMW2d/iS1gQQw6Wq7SGBsx3dVnlk
UwnMJoZOGJ17FpbbXG17k/BJoFIG5fqA4ocUQGkycOdYBZRGr2CjzGDmVYVzRzBheRC98Zu+MX+c
ke+rbDzn2XWaKvWMkcajmrZ0qY23fqE3MI+V4jZBk36OsqfAdynbaRbOLuH1cHpewWJNqS8YL1Az
KCwtzDjzAKHDDgYP77Q99UdLUzOguuh7qQzD7bIIPkS9euqUZ4g1EmIyuZ2iB/s1TbnyuSmH9dx6
RpdWszffz8FvycGdA/TPVcNBypCv8wQZc1uHCDHX/Ex1ATY3bXSX9TybjkibottlC/OrPaJYyZaK
PME8q4OWPRpR3NXYEjw4WZ0js5tlXIqTv0jnq5fulm7A4a8S27NCR0snC08Cm4InxGGUXEVKemwH
ur4O31lXuxfpZpIybBbG/ezXf7PBBQ2ka4sDIjkSm4T4ZmZ/EFuVJz/y7NPYD9tptif3Ck4ahY7w
i/p75rW64z/u3ET05vbq6xF6UzViP/MH8zFox+rTLW3njICd26nIujc3nJ0/NMl8MjA4iAs6eQnx
LvYKKqZuKrdV3FD5zJMlz+3bJlRR7DlmTQXZp5gqmYC92s2Ci2tC/drJgPG5chhOaqoo5606PNCF
dt5UbVr3mi/lZI/NeFGcbp5LTvKPUV+ov7m2V6SCIMhTszbH32YbeXyLiIscic5Yc2+kmzGJ+4Wi
2Y9riPpgbZRb8ei1s04wx1P4rrKoSduirMDF9AaV/BFfsMThdEO8Gk3YRCwhtnAXnzddFrc4Ibe/
ztaMvCMKmqfupi9l9twv2iY6lqvJyoj54wCg3f3HU48cIkdeQX4xfNz0OCQh+lWw//ChVurRnveR
47y+USps9qXeuOJbLbjdmA6ty5hWOy7isAaCn2EW/pBiw1PX2VnE/djk1jUYciOtZdDuCtytOG5p
2VEMDQ89vyfZHCcg/9Yv4dfk+vXRGihcy2n6xQ0g5jYoUNv2p+8vCKnCpl3/ZRXZULqFNEvzJv/S
RjCfTNMJnoO+KgYQM+6c2vaw0K9h4aUhTY2PaoBvYsNyI8qAbdj/FDy5VtEMt0XAl0kszg2/PHqt
DzRFmy9b+vNPG+kwLoqMApsdevejCljo+yX/WXy3fJRjHaTB5ND2y7L5jIA0SHBG0MmxnGJfuxxz
c7b7a+UOTOCs86XyHXWqfJfoxFL6/dvWsvlE1R+RB/nwW7mpjobdz8ncK/CskZsdSxyoMyl3bN9r
S1XJYG6gnUMm3UNxS1/stezYOdG88ZSY2VMVFd3LplYUhjlVjXZXD7X/7eYzpSWDvz2fl+oc2azD
BW7tvW2V1hWLq5mg7RuJnhHjyah2f5lGlN92gabNVCIopO0b3E2OC+KkV6j6VK8QbW6SNVFs3j/c
B5rxNuosRYEjNAqxxmLXqW8Qj45l3NE1uW+J5e3xD4mnYeiICEiDsACaDyp0DUv9b3B7P+Bc2jua
H8eY8vbUMa+aitCzd0bZc1UPWufShJn4KkqakKao3vK2MeKGlcBIgIJ5Mu2tpv8Mcr99m/lMdoG3
sDswXwxYjQjQqonVxNJoykMvhq+5xMw3uOpThsFyYHZ6uC/7ecCiHdlHG3LlbeX6zmtQjsPRlWtN
F86hNLV0nPQHb+V+o6y92WLiC3RF0sOr5qTeOtJq6Jn4UTjM9u36aXvrr7h2zvZ0cUKuzmGwCwqE
B01hlaTx6RdviB72UWjQL56j8WbYSp+GCb2hPAPBbM3OGPc0bv6ijdeUohFNTQR/Ylkx07LhOzk4
2UKhy8zLmzzwkEOPjpMfbMfloZSNl/oDwiIZ8iawP1cfwlHqrl3Cb3801dWecxaF4dc3jxHzhTVf
74RPzXN8NoFAPblrR6lAtc4pmxA8uCIoLys1smtj0zUfG20g9lA/de3XgKjG+jrPRc/xtoDJOc/j
00w+k766N796S1bQ4DTpb4AIZyC5pFDjNO1ws9nlmloZ5lN4RuXer8Dw2ZCp7jxXffD4Byc0YUvK
ja0+LvVgfpRhps+rmGknB2SXUFyYL4UySHKW3SPHsQ5ZNhL2PBPG3ewNiHGDMEhJqFlc/KqSNiNh
WJmNMgZoyb06H/j1CyKdyE0+p3zeCAT5Dq+FanaBaNvdGCrua10X3RL6L/ZjwGnaoLudZH71V4Rd
eNARRSshTCybqI2ObMbDxWcbaum0zfZFtzNKWoTkj9Je0Z22S3ZwjOw9y0b7sAiMVIuY7K+sV/xj
P67XMtDeSTCmfcDqLk4lyrxD1+r8sVyoC8R69oxb2es5cbWjv0f0lC2/m/sUIWKFN6w38jVCdocg
22jjK/2N+Y0QMbf9ezQja0dnObSuXh4UyerRkeodyz27hH1QrQ+T+irbbOErnLhHIAr+LieruWDd
8u/hdBLML413RO7VdexpS9quXe/6jIKTEegR3Y4zH6j6rbdbYUxpXjdNMm7j9u7kIkhFHTiJ467D
E35y9dzPtdrPynFPIDnxlbE3fMi52ZN4i7VqNaUTkbiSlIVhTo8U0imDD44bY6rr77LFKnfS9u08
pqHN3922KhlrwXJo2cio6UPSr9u5Wup9J3qSwPWJRng6h6tAmDQ0Z/zlfFqzqZ91tfY7Q6/yWW6E
xoLcnr5DalQU3TZ17tfO2wVrxj/mkg4EZ4g29hb3lT86nD32XOyv9rcgRcnnOeqDn8nqa4OL9zK7
5bhnYciuatLi0hD/BDjhRDt/Y+xhtcrxyyJX8Wm4Q+jz5gxZWmvzdeK3OvDpuo8ZHtenyA97EXdq
kru+3fo0W7AHL0a/W3HaXCwNaswe7fWJQckVhpzrpMFaNQ/K6ohClR2ZeLsPi7s8Cr0jODTO3sqa
zgQXlsft13RcLOuYaruPbgaaUm9clblhCtQw38aCGzzJOu5BXRFQ2p7s8VpYer3jBv0SOPV6AKaK
otzKp/6aW/NLt3GvtfutT7QTfmnp2RcFD/vXmhyvNB5LWpGkIpk2fISh8+kV7XeY5QWlAEl9FVgD
ZQu/m39Me6P1UyJdZVFtxpS7KgZiwR0DWp/5xw4y51C3XnFyu6hjtI2WYRbbee6g3R3sRYGB51+j
QjWOq5eXx9DxA7ykzacxr2RANxh1Rz+SaFnlSi4qZNIx6LDoqaZr6L96mGd8eW9lLR2uQKqHddiW
ZxkAqevo1jFyR8dc1OV8KAvjs1rCIiGJ5R29jtZJ+cuOPEBNzC9ViBmZpqiTOjmLA9BR3d+SX35Z
DWznyu2qUwM3M9E4KBHVex8e0ZWLrLXz7oXEUQqhxT5asle/Wv5I4H1pWdfujkAEw4Atj5TKnOyx
LcOj6d3O6KaFL7Hr+bW87UPVPHrKZ6NEjER4xdqkwdyg2GDUk3rP6V3EfmXcbVWHF911/nQsyAm7
+0+BQ3L0Dnn/YDrDeGujU731mU7cJj/fZRi2dmEuohuzWv/g125Sq9MUe4ciZO+aGnZb6nZVHXDF
wU4Zfkc9JDZM5qSpxIbBcnXMYb/IHi4fdYrd6BECHSLSeExaveuhRdRnT0B3zCwwUkK//hOie3WH
P1Pc9yQgPgrZbj/22jbPtkkQIxgn65FgR8lCNDXU240Al6Mu3jxjYOyT3B/OS0KOKaF7UpqGfcwm
ozsbETdApN129TBWC1kiarY9bb8s6P9ENvOxxHW6XUcI62jRgiWnLYFl42MiHlxZCTlYto+5dQ8r
s6m0uIzuXlCaOy2RLY8rQkiaO9ZwhQvOkRIhQTbM9aWqZhuV4ZTRds/z+WkieHcg7MWONVcZIupV
P/dmW6Wc6tdjlxV5YlFrvwpp5gmxCSo+mguOTz8l/h9SmxmUJfKojCjROn/CMaPQFlgGZcRyM6K7
eeEgPudFdIgI2/3t6bFyHd8IOtm63A1aNq+977bkDxW1kGRCPJd6fm8fmCIww4sIS9p3FXeLm3Id
EEAwcClJ2/jegwxG9koYDyO3iZ+BMv7t5BYSQ6uvw5+gCYmoTeR2Mjqih6ze/FvsiZR+pGye5l+B
PfNyVCXHYv0TkUw9twbjhF1J+VB7jONkhS5eNMEpClJ6voyqIwiRRa2/x6w4xxZyIH4REsDGGqmb
geQqpfiCuEFeBY+BWRMpMbQdFwtpPk4q5qGz+3eKj4jcWky5W06EfBP6L0yR+k9kLuMtd/Dspaau
dYj6rT23W7mwn0kuJR0PqJL+euRGZCeWU6tzNDUynbgYvW5yQ98w6JF9CAtqJHy08W05nLWaGQYI
CrIci+3pQ4j39bbJmuhLa6p6yh+yXVAv6ihKTjOtbhfkFXQ4ztus7SMjG5rDq895JuKKJlYylEuZ
bwXl4bD/UJ677RbWwtgv5HINJIOKnIh8xJwcHxAm0N10LNSlONzGf6NtLDJxh7Z9p1xdPy4DsY9W
4pTswR/tAode72YhCxubab4uE2FKoKLMzNTcSX5NYPTAKv8xsMSTMPvsYDYF/bja+iBIMxVJyWYY
Oio7kphtD82cWaexC0hwublTxG3uu08OprnrSmKOZ1+VSc97RG0Ho+CM2I8JK59KvoFXeAYh/MZL
XtxmLuFTLsn16xhBHIjt2V+p34SD2P1H3Xk1R25r+/4LHe4CCcbXTmJLI03w5BfWeAJzzvz090f5
1j1qNqtZ8qn7cOyp/WB5GwIILCys9Q9OK/u32Nb7331+vo/sjldxxOWZFx4yHmPY3qupHR1rJIKP
hePjgNvzzk8Mqho+ymwoWhFzqdf/ZQBtP6CfSR/RD8u/aywzeA9EvesD3N6rytg+dCqmd2XYx+fM
setTODnDH8vwOAsON+gd10+xxyc0prna46ah1B2clDqa/CN0HOJyHSaUavzxC16G1p768M9JtO2x
kyArhfTHYI9uu+LqZvkd/3ralgCMjgB3sEQAlNLDEcF/gzopFA+rHH71xoTRaEz7s7W64BD1YXBX
cgKfRDTBNmpF85WWcXLMYxihE4/Vsxht8z4p7AgkgZd9j+PkW6cKCp0BMUS3IHV4+fhNUfIJaoxu
gA2vlX0BnvdDDIMBCn3CUR4Ny4hBj2BWY/otx0HHf/CZ5vj/wUHtY57y53+BddqsfnTDOQ13kt8v
7dLmf/0ftzTFNP+jz+ZmhlQ1+Kr/OKUpqnD+oyO+r/PeFNJQDf4P2MjPfmiKav2Hn0heM4Y0TY1/
9f95pSmG+R9DNQ0HaS1bF7Ym5GvM0hjkBfnSFKptC7TpTFPXLFOT6oIcLGGsRApOkw/UsWpMHZBl
4Aqt7MT7pGVprn4KsGH++8XKvPuH2vnSmmihPW0KjWq7pZoo40lDc8x5qV5SC0PcyFPPT3hG7976
uw9f3jz99X5Lc+SSW3g9xmJiztjpAKhi+z7eff3+0d+98XYbcpQLJvn1EAuG5GgWKZBDhqiP778+
fnwXHd5N+28kxluU9ZkJ+98M2euB5rm+oGKWOt6zxshAD85OPXwMDkwGD9kNfvhCMPBqGGNByPVw
8ISPzmeJvR6AJv0JsHVTcDIJX5ZGy1rSsrZdB5tUHgYi7YCHG3sP1YqGdq3U7+PUAbrWHm5vl40v
aSw4yFQu/u8yT6e3b5393RMac//DIRYU6nIUBsQ3Zp7uvgf7j83uSdttLe/MTH/xEdnxmi01y9Is
RzWFs3SAKKgCDTDkmzvUyXuKYV5wMEMpd6WvWO9ur9ilrID5PJSpmlIHnUAUWYqr0V6E1eKUzZ1i
ePlH38ARdBoit1f8+L53+oaaTbnlUbUIJLqmqVLQezaowRiEkwXBPR71iIKXkbowturTBJp7Rz5R
ITQO0SulWHl3e47PalAv13MeUNXkHEx0w9DnyPryUHhKVIID1BgwpflDImke9awy9/B6rUNboJSO
RZh3R3PGOQZNaT0YRlW4NfyyfexQevTjpv8BMph6D7DalpdxZh+SMBxopIbDRLPaiz7w+rIpPKfO
I4q55q5Nw9z1K+pExdA1x5D84Ix/Rfqg4FV7BKnE2xB+ycnQEI0Anh0czZhi1WilybHogJLdXoNL
ajYhWzd13bI1QxhCsymUXy5BTuUap3bHP8kC2z8nSeCH0mp47SgG3pxSmoYphaRWugxzigGfTmDB
NpqpBiYNnlGltNXGKMvjoTnkKZblmJquQxBaOvVAuI2psaY6oCWn+lzYmXKflMb8qALCcHvZVoZS
bQ2HBm5lrtmlGqyGRh1Wu7QDRh9ibszIn8a0aY/2pLcfXj+UY5vSwE+G699YnIo8He08lEAVyMh5
y0HJPJDIqycAZa8zVGAzQLnh/lZ1yedSDW0RJiMtm6jRB+aJl4NBc7uA+5NA4bk9oWVokRISsuTs
sRVIT5bWF14NawWLvJYeq6r9wb9tCvZVood/aGwR1qbaKv5y6s5JNiL0vMlennadPEcHWGJY4ON1
KRezExpvlUbvPDpdPs8NYHXVV8AxGHaCyw+/NMgnfgvJteA+q9hWbIy+DG5EN1Ix3RQ2dHcUBhYH
LU21oOh0Wi9qLCg/Tn6uGu5Q5+j7WHC3PmidQxHndSutE0rnI0cGCIPGeVadeHHpI3zBizBTTCoK
eegSdf2vhclTB6SIfJiAwB/9MH+dhgjRxNDhIKr8RWDhSC6CqpF6UyoNG4BGBmwO+nb+CAg83JCU
WB7A51Ecslipmbpgkpdxi24xTyXItm7Z1OmDmlJeoVnQnOJ6UDaSmmWIZChNcEewmCo38DJ58DtD
HQdesi4QuOnQU03ZWRNoyNvfamVCkEYcQjG8Dgs/ocsJRTl4rCnICrfPkJE4ODWuWgiH6RRAypI4
tGHpdD0cd7rBx1IlSt6mPU/6xdZoUZcaYm32XRf0EHJDBg82JMw9D/7kVXbH84awdPJ0muUGt7q1
jCpTqzR5YFAuEZ5XPRleUt0JwJMbqfT1V+JY23hD6+gACFUs8i/FdoQPGmZ01XRUTpSlKlcps79v
f6SVQQxhcV040tR57MyH/MWq1Q2bzVGoBxS5is1Nn0P+icKg/XN7mKtYwWrRGjFoD6sab7vFXkAX
YSh1NeldhT351mpL740mqvKxGKGr1uMw/rw93iI9nr8QkG2DDIB72ubVeDkt1Uhg7o/54JoZutJm
3EA8lDD9ojRFCMfp40MDJf1oR555RpYp3/h0K3vRUgXsYO4F3o9i/vmLVUXhFTl1retdOrfK0StC
JQQ7AAE9Kc3u0+2prnxBiy3PESMkCrSwLsciTUcitFOp6GQheLMxcbS946PesBF61+YkyUEEHD52
v1xsR6+oZRShpOEOo579YEWh/YAZD1EcYrD8fHtWy+cwusroFvHhkHUQEpXIxY6pw7YJLeRf3M7v
pX0KErO03wnFzz9nvqI8IZWc1t+i1LE/9vSeP2R0ce1jGQgAXbOCUrQRnZ9Vuy7uWpMmBhhf8O2a
zTddhBd/MCM96oVwfdah22l4+jh3ipVZyYlOjg7zowFPRMOOpPdAeIeGGwdmV+z1SCusu9hD1+0E
NRWjSJpuUXIIokb5TElyfKcNmYwOt9fv6gDw61ozcsNUuaWvlm8wrQjBjml0I0u1fmUenNZ9oLX0
TyrNeOg1H4pqatePLfjPoybGfiMaL1Midgi3r62yY/h65vJhR8eiMPS0HN1RlvStwD/u1b6DS52m
1Vev08M3GXPf2DRXW5RBqdxI1THg+BNsLo/CBNx40DJldMMw6r5Dp0javR/XubdDXqTesiJbHU11
hEn6Z6rO0hsRQaSh6kxjRCYp7M6UwWtQDXVp7TVI2Bvbb2056eAROjWOnr3Mezj2Xt82HD4qqXMX
MaVZGFEGdp087I+5pQ3HAa0ffePMP6c2y11PZKHZIDSH4L3I8QJVBmjCD6M75YihllOQtHdaI713
MkTcYx+JzE1G+s+FFX8Rfl+81QdElTOkbxB3gxU/dOEjrhUYLWJZ32wJ0V7dKnxv0kCbboygcLZc
FYV2JaQEsI2jDlQoyGpkf1pf6UFmNtWDFMnWy2XtMzgUBQ2bFGquW1xuMM+KQpS2UuEaiZns4zRz
HktZ558ACKJOSKP/DsF5ZUM8c3VQAiHFTcxSyTcuBxWJ7BQj0Ca3THrAXBmGbkeDbvZfNN2CD4EU
eBCi9oQex+0QsrK/KV5Iqc05PkXaReVrKDUeVU0o3LCHbb7HL6RWjonX2b9MPu6X24OtTFKSk+qG
CQSJTGFxYSuD4yWxZY30ioTCLmqSZGeEZvvUBzU4FbNpd14BWPv2qFd353yPkTFqZIyqAw/qcmnN
TuaJrMzJxbXLLKBM6IjgiD6C9/xvBiIazwtpc4VeDmQHgZQJFWU3jUR74EEVu8kA+//1o5icUyal
cWUuS8g0rpCChLHoNhPokoPhAVA6qJZBq/f2QMsqL7ezgfQJ5TSBIg3vokWkzczEAeisqC5wPjEc
weUBsy8cnQ6r9OflU6kDfwS7pNsHuvZhDrpDq2GVBbDy902fCAvsEF0dN7TDVwozkp/Pvx0GVBah
mYLY0jHKczyYPGmhQmmwC2dGlkIaNvVg2iovrB2RlwMtPitv1cSj56e6BnQAQBdZqYhdMZTJB8iB
sOpvr/rVc58Qp3Ndm1znJGHLA1mWTZv3cUb0UYAY+oFUvphRoyGKPaR/IThmvQ1hAaOCLUFw3R56
JZ3A7cW0dLA7UjjLe2D0+nhMLGIBojzZR8OeQDJWpQO+JkclbZc0jnjjK954D+Wdhi4clddZvz9/
U553zN1U+V9t+VDB2b4tHZDQrplGkHiQea77+xCTKudVIqrPA7GzeX/yFsfFdFknzsZkwnygsVzh
G/ohQUvtQDM53Si3rVxdvFDIkLhbxdz1uQwItWz7BtiL5XqGYlK7R74YBmMfpj8JRHBX6snb8mJa
2azWXCYie2fPIqx1OaSGwEBRBgnmOkpvHSrfqo9yHMU9T0Bv4/2zMjugtmx/MmXe5Mt7kszIBiOq
6pShmwZJTj97Jx1P6SBXpEW2q3Kr2vJ0eFZGXaQqDo8GDZwT9ujmsu5r5Nj/qaoPR1mbSutUjxNs
/QATgneVGpQPUw9Dxi/99o/eyD6dRd7V9wgXmflG5q2aK7cKr2nKjeQJKiu9CI4U4Y1UIHsEa711
ZvAA2QgqFU35XhG+jp4Z6usIVBlwiu/C1qmQZAM/8bPxpYNYSNyYwBY7/JqPZmjHnyM/AMKGfgpv
LDgJI5yEpArsYxfJ5nMGZRuebuhpuPp2OqqkIpu8vyBVJ19UJUyfRDDU5Vc5xZV0nViFt2hafbG3
awlJuqOwZd4FfuEVJwVqiNyPmqL3D0FcNvZ+0sGh7J1uBEZpII33q6q65g8JaJm/CTSgR3ugPvHn
Eky/wgZuLOsIcTb/YLQdag3AkMS0K+ra6lC4avSfnWP34z4U4Gh3ZaayJP2IPlTrwEzaG/oQVwfA
Fop9GjgZ4JC6aKj2aSy9t/SHuvxDJG3DO1iyQ4RaoQZnnGRUImWv8whEiL60kd+aMn34jgqE0ryF
7lc9giSV8c4MjOp7BL6P35ha14/ay4V9RqCmB+mMRMfnBgbBx6KBTr6T9aR+lGGk/B4rTf9p141e
3tWd7N/DHYTaEA8whdEO0Jzx4MW87EjDBwOGsWrOxEo0wN5XoUBvbpwa511TFyoE5sz3fgZZM1jo
8nvFUyM81K6YU/cpR3jNe2u2QP13hhkJXIXzKn1qM7WAskU9a9hXsgfB0htZ+r0XtCTuZG0nn4be
AB7qlX37C4L46LsgC8EOpmodqHsDjNRPG7Qi84FAlT0EQArhb04DMEs/j2mJmHqLRS8Ugsg71SnY
lVOY8Sp9L2Astbs0K1VE+ruhbvd2IoV3RoQBhnCjiR5IqexisORpoLlxVeTibtAcqAH5rB138Mse
9svQxfInoBDDwSVHhTyAbkWX3ttKkfwY0nb4SQo5nUe8HaMd2jYVeFOtrOSpsgfvb98W+d+6bFL1
lENGESDWhJId89FWviq+gIKBOgdCqKQRZBGt4Ndgn/lHpBCRLQMA1tfskIE+W58MgAl9Lsk//9XF
Qz/UUSm5Puv5Pz1S/UQRISy2PCxW7mmHe85QLV6iNqWZy0AbycIpFVhArt7LKthVIimRnQOn9rWC
xIhQl4EsINKRQEG9rgE4fvuuXgs/BhekTr1NtUgGL4dPgV5nvSg0tyFMPlV0LA5pkgQbo6wk7Lx6
5/nxPKSNs5jkMLaNzGUKnQAP1HzckR9w89uiBYuI4wuMVOSdrL8Da6zzP7cnuHa7cD3TF5M0crlF
Lyeot7k/pwqaOyZRCdkmxC2rlmL6ADjVuhtq89vt8a6nilQCnUTqPrw2teXN4hVepqhBb7iwrCB9
BIDtwr0Dhqt9UOIJDh8EjWk4BZNC+nt76OutZOnUUDSbGiL9suWdTdNJDUsFcloxAnE85oDz//bD
WET7UvQIeqS5lbVHdC7tHq2qwNl6e66U4Sjc0qqbHy28zZYPl2YMTH2En3Y2QzPw3c60A5SRQ9x9
dtInzz42POngFiioWbr0AQrl1OnYBhP/RfNJB1YabyzJdRpDK4+aFmgBUmC2weXXh/pXygFC7hnn
VvrQTl05D2OtGsARQ/vH7eW/3mmMxVl2aLNZDk+dy7EK3yizXCQg42AYwINGqs5WtfYx0HvnZNiQ
x2+Pd73TeLMAGWDJqVzr1uLodl2ozzbltmuHyJ2DCLJ3yJCkjzICwx3WsQrEXNYbJ3llQecCoWUJ
5ggcYzGohMgOtEo6LpE7gXnVoPQ8mtPRb4XYmN91aLIsi4DBnjDFdeOk8gPTaozacXOj0E6K3sb3
wGO3uuYrX82iOeNolGvpZC/zL9WbeCwULaAcEWGwWXnKX3XQd8cQZQZOqRpsVBE0jW1wmXqSydNP
ozfIUaEaf7lNomHCjpdXG7VhDXC3DGzCH/UMWT4MfSnf52XWm+e+iVGe6FXP8+6iQA3eIsVuvQsV
5Hl2dj/QWoy8SvnojTAKD2ot0+Qx0nSIip4Mp/auLozmfSSaznuyoHF/a7zR+TT5pEKn25twZT8A
BOC1R+vONtRlNxu5MVJLFOTdQWgD0kaqVwZH6bCBdrDvMBj6F8PNEAeor8Bnly8hpYaONoH8cQvk
JxAvy7JUAUFfVh/RQsiVjYfsyg4EcEQgUjUVFvmyrVCOaqVYgerBE6lJL30UG1ozrTawRuujgD4A
akRfZtmTcdCinXmcnpubCjKvCmLW7SekA1V7Y6CV+8GWtkZ3lXtiDoiXOw99tA50e+G5CJlZyEbT
eSL7s1Hpr1sU8SvP7I+FPQRvwnGCDfH6LzeXA3i+su3F0uohoV6MMoXmuUJpwo9kRI32NY5k9gnI
tV58fP1glAbBePKGBTC2qEb6te33ztAprlIhItOVEaYXeVmKc6c64cYJWAkgbHzqu/R5yTKuYDfD
lMW6OiqunyBIg+042nC+1p+aavwbmd9uIyquRH2aFeA+qaTR8F22k2FDN4OTqkCkQcC81QTup+Zk
Jm/qOIEShObDGS0Xc2PnXFd0wKlQ0ud6p5wjlldb0wUNZDtDcbUC8vDOT0Xg7eNSrY1ja9YDOLy0
NxHcCLP+h6IhNqbV9ai/urSN/hSYCkAzGrWlZRkxzgYzNcxWcSlcpkjL5h7AsM43+v4kEwQ3D5Pj
+/C1EXf86/Z2WjuhFjjjf6pJYGcuDw5HMejaOlXcpJzMhzTCf8HnObsxv7VRbM4m/S/SVYqSl6PU
CoynyoaipcdjYCG85imQY1untjYGWtuxuFWQoNH6pkGxmI7ZOYhLwQh1E4tqUuQ0cCXC7pfuU3PF
sGMLfLt2RXAsjDkrove8HK5xwigpkOYGEVPrB13mNe2nBsnuqPsXh4Me+tx7BZbGVlkUU2yDBrfW
Jp7bxg3wsNaO2vciSHWQjGmbgkjVC6YXlY7z+iBAPHX42wDSpV8FAaTwUSlmjlCZGpeyLFou6mR+
SjrqMxRbs+PtHbmypqwl961Fj0C7ymuNhKL6/Jh0E9XASNtTUQgLbEnxEZX+20OtbEuaLIRRAcKe
IuciraWVn0kVrjWcR7TpEy0L7lsTYsjtUdYmRApGNR7oInt/sfnx/0AYikwehcZkeEBUpzni3+v/
dnxcL24Ppa5kYNwNDoQCQprNTrk8aBrOMnBCIsfF9zI/69RXTsOowc+rEFTZC09PDknjZfvEb0Hp
1Sj5Q3uzv1Ry8u+8RLE36p8r17LDW5GANp/+q2cbthdYnw7z/V8XMY1CG+3NHALavU8dbR8qfnIM
K5OMjwut3FiLtWWXkkYBSGfe9suYGgIfs1CN8Vx6LVX0pjcH4FB2poPKNZVh6Db20upwvFEJOwTw
q8d4KMOizaRBtqg4xRmHA2kf2BL9u76Al7ox2EqYc6CFzi0uW+egzL/MC1xN7yEnYHd85skCSq0O
SNmR8cidB/hiVyfC2RhvpahMZkpnEJCyxt/LXNhUuj5BRcJx6wSS9y5tNJnuWy2AmzZ6olJOZg65
94Eyfx3fpX7d5QhHSZQLnXQYk40D9fzYXrwz+FWoRUh2FZfK4kRFvV7D5Ec7o456rB4cijDlfZWn
eQAfvKLcGiSR7R29SekGDITi+KFLo+G3ie/Q16Cwc7QWkANB+W8II5V7AeeGO9G01v1IWR0teA+N
muPtk7n2xebs4rk0P3cmL78YPoL+IFCrcZ2oqn7jrxB+E3GcfwMvh84JdnWGtrH/r88eTzE65WTF
Dk/aZSiwOOdGADsOUMDUl3d63anfPMMrxQF0RdIc6yKs4gOgHP2vqa4dbWPLXMdWW0haZFwdYn7n
Lu6rFpMT1HjgK2uFrBykd1DKP8WoE6kb99P6QDpgR2A2M875cmUDkL9t49uWW/q+jSRBgoJeow8b
07k+3kyHWwLAGsUW9tzlKHXiV2ac14wSIyCnTp1+SKssOIFLHDa29+qEeAJBfgKOCPDxcqhghAsL
Ttlycb6y9g78ALfQunZ/e0OuTog0gsIhVR2ysstRANmKqR5NJJAtJMJqRy33VSfk2VKq12dJrB1P
aYqR6gxIWnwhTfpGOBQ9pX5CBe4yYoSrGQyIVuXqv5kVYtP0m2yuv+Wmz1Be4TJCMHgKhi8qYCGA
2H0NI7foN6626wM9I6wsAZkF+AcJ5+X6hQYow8kcLIBdeXMO1cw+CWQC9oODeGoMTvrVAYQ58TgC
ACuBky1rK14gkbajT+BmuSnuc4GLUZlM9TGTdbdXTTQBb++Plfmx2/G4s22NP0seBFKjUKCjhvBh
ReJdS6v7Pe+2sn7jpZ3xE9HvSNt4ia3sSDgQgDcB7M0spcUR8/umiqHr226gtGj45H2+o4NvIRk8
FhuxcW0oPhzJAammegXnspq8AT8mbXfKJvse4nSNfjR3RaZn3cZQK6eZqiEHeU6B5hTwcp/EDiL2
qKfaruyo0jZVHaNgrmxZ/659rRejPN/fLxIC1O3A8Y617XI0AF862kjPD4WB0cZ8bkhN81/sRjY9
FXGL0E7SczmrnvRtpJvLt8qnDKX1HMs0E1q7j/TYSUf79vU1FpvyCkBwh41BOWkRFBWUjajx5bZr
dZ5/tGqnPZkA8mZd+y02yfxFLrMLisBwX6FVmFSBncVQLV5UJAQZa1nhdNEgzXCIdXZknE7xfuql
cAub7nMJU+FgRJX26/bBW8nhGR94AlUQwHX0Wy7XtkGPIJAma9sjEo78L/a5vxEqaHV0dm0r2aea
WefvxjKu+ju70nBodAaJ0o6p1fcFJTK6zT1SGBv7eCWdIBaA8ITnAqZqmXNlSAK11SAt6k7GiIGG
mauPERYXPxAWxWaRtjPOiLbs2j9qadACvr0oa6eILhdEF0psMAkX+y2dodGlQ8JrVkp9GBI0V6ER
K+fbo6yFBTaXBDcGNZL/wOXKo9GGi41C2wFF6fGparPoGHUj8s9D8fP2SCsJ9UzO5qZ6ZizxXrgc
quFITRR4bBfIQ/cWjWgN6zf6HFjzZYn5Tc9qdFEw3ZxF73hsO2pPt7dRtppIK+sKRdK2554eD4qr
LE2GEoLN6LioG8dPbVxgyTNmr4bmm0yWy4RulQO6cBnZK8QJkNlSHdfLotB7ro6Awh5t/O1uL+u8
aoujOwPToVjQZZjLTZerGqDbBK7C91xIBrl3SBC8LfFJq+LPSeKZ4X0fJeWjVBuxVbxfib8ar3tm
B4/zuvMxVnTeszxhfybo7TWs9j1uOP6j7lfNPkOXYSNHXN0/M94QaB+rSt/5cqZWrpEjxipVEl12
35A6Kx7NOrDpkdA7QJ1mOBohOSp0V+eujqP01GOlsb+92muTpn3A/kEeQEcu7/J3GPRmmmpMHty2
MuJvQ5TXzp1ppRHmd5nEXoh/MMUbF8/KESUFRy6Bhjv36vLioezRy9ThorMbq91XU4C7bu4Up6ga
838xFGNRupnDMFny5fRwqmiz1gi44wAyfEpCR/+NDcasU5riwbaxc1fCK1jV/x5sPqgvLnAh+iEz
Rl4xZhsIfa+QhX9rcTU9D8DHMuSUfPUdYA8bfT8QwoN7+0uuhQGeG3NjX+eDLqORRu9RR3vXRpuy
z59CPe7fwBTQNlLmtW/HG2oONNpclJl//nKOMflE0Y6E1xHLWF2GKLKOJvLjZeFtLOfahKiU0kIG
KHrNmtEDf5oEUigIQEXlOUbI8mBnMv8XowDBnF/XcyP3ChTQRHDssth0gyQN7qY4zQ9TWBYb+3CF
cmMjb0dY0WDA0YxZbEQK2EMxmSmiymVSwLVT6w+jRIiPA05NT0dJsvDGAN2jITzUBQ7EClS3N4DH
aFrqrXIQCu4RllVWT2nk4683RcbGl13EXQziNIrT8Mx4KlDfX8bdctRzqFdmf47qrnnn4/R7Gtsp
/4ReWvkG2TdkSUPx8/aeXR1zLqpSvqV9sdxN4Zjjcej1/bmTtG4O1VgnqK+GzSHEZCo/FrrACIIC
JEjI2wMvwh6T5ckgeKA7ArbF1TZO8yaL42iYt5WBQivKGPtE75Jfedrmv2WEDN9GnF1s5n8GhApL
pQ8C5BVgtdKGtg+0ujwXsVKfJw9HgTQO6w1qzfooFGlnZhfghEXygyBvjjBTU57TfEDi1xlU+70T
mdrGZBZB4J/JzNSGWQ3i+rPhD2fA1G6qM67Lk7830Nu7Mw2MNg+B9Ls/tz/VymBULWG9o4BA7WGZ
NuZqOFplGDRnhMeUhyaIWsRdvfRpFEW4cQTmy+5F6jHPCy0ekqkZlMMNtTyk2PHUGW6B56Koy+ZX
FgUUNzQUm5+yIkE+qgsro7vPcDZ5B3ckeRpHFTGw29Nd+YTgtjl+c3glTZ+PzIsAi3geFbfKr8+0
wNo3VDQnOvvC+3x7lLVFBefh2Crwe0jTi5naIVj3EGTJOYD5joVb+qOK7PSIytZWz2vlpM1nmxoY
oJy59HY5n0E4faAOVnXGbkDctYON/bej6x2yW2HX3jWOiqnOqycHLgJjRcI5iOZlrarI/WaQldGc
KWoP7wo95jlrTg7K+bp/uj3UMoebt4xNU43nFFciT9rF9PTSIQdOjPYM8qXEZzkPcKXGmSsBvInV
3H1tVPnvLB5RIokh6RIHxUe02PONeLbyPdkwACX5FQSQ//nnL3ZNqslZTnZqEP/tpo8VttwpdpQ1
epqp3CIVrHxRJg13dpZruO62W2idmG0YtuewzsYHpS+MT17Zpjg21rwh9nWflVu1nushEWiQhE5q
9+C6ltOzkzHLkjCqz0nV58fBMI8mloUHUST4GWFKc7j9Va/PIMMhL2gyy7kPNCd6L1Zz6kmyAqSE
zyCbsO1BLgErsWzcGOX6mzEKUh1A8qiYc9ovR0myNqe46VVn1OWnp0Iq9h1+CJCp1LZ65YngS0GM
p/XMzcPbe/koVkrdC5xWmc6wPEt8diTPfGHlJ4q61Ub8Ws7qeSgO+0zs5C21DNeQlKa0qhJxHkSQ
uXrWfg37oj/6SF1vrN/yKy1HmjfNi6+kjtKJsVkWZyMo+lPfeuZBV/QtotLyTphHsVFH0LiDHEom
iwPegVbkpmjVs0o2ku1iw/xMvYn+I4DtY9eo0THvNOeRzB/cgDoWr2PwUJ6jWEw0o5pBngIH7HKS
MfYZaRwX4qwhu3yPd3ILIXjaanwuz9c8ChV1AJM8yXjnL7YilG1TD4ks5wzawgGXBCwVxNTjkBU6
+F4Z5cZFu/LpuGbnHEVjT1KavpxVOylkQ/C4z5OfYFZHUS76WlWWHb5+M86tTvI8BuKNu8iHOsvM
RyUztXPctOB4PS+ayrNs/F69T1Fq3VIAW5kWL00W0KaMcF2SNvLSVMDgy3PRGTBeyih6w8e1zrej
07M6wcs0ha9FoBcQhoGszCTTy9XTINUAQir1Myceyfgwp8x/DvS8/lgWij3CHQjAx3mJH5wyvR4/
y6zUNK7baTB3vq5iN634oYpzqN3i2oajUuWyt1WAdvQ+vT3M6BHLaMKqj1ZmV77Pq6xRDp7qm+8m
2qrpcUoUqZ/MPg6db4Mjxvp7QHdL7sRIY+CEEU2g3A/e7K7eGLiu7YcElPcuxX98PN1ei5VoQ+kE
xC8wY87msio1+JrXTjE2gYGwo/MUYXMeKUl+9tVg6+OunJG5aj2Xphweuc+ZwItwE0UVfh79OJ3F
EHRfLPwKzsOIv0art8XvYey+357ZfMcsPjJqXFQwSUVnwZTFjW5XOJlMguEqJ9IEikTpH8/q7E9+
oed7NRi0t1ocp2c8W+RGXH1O/q6GpmBCaghK8QrFmiZ+VJclllFT1PrGQ5HpWAe3mfMBRpNxzm3f
huwRtP5bxGNKLG7b8lR3jvmx9HLtS990KW7L03C8vR4rXxrxkRk5hQbdLNxxuenTAT5cGOsTz4Da
QKKtqe9HFbo6RuRbpJP1oVAJEDyDiYeLpXf0qeg7xeRLNwJt7Lwqd7Oi+WOuhFss59WhmBdFI55r
wDMWs+qwCDUzbssgQGAfOsbQHND0Cj44Stxs9OZWNrCc30+IkdI3u8LXliMpSITI7rnNaU989snt
Pg0woh7bxMaRWdNGZePyWh1xBp4iHAOWfPm8DxQMV9U4m85qX1gfkFEzDkj1Yr7Z+qjfJv4WXGje
A8uNSzccdgkv+plSc7madacgZBw34zkOcGAaNFDRHd7wO+TK07e15f8EPmq+MvMmGION4inFVgGx
uOz0O0GARJ9vEIAzK//gt7bY17JESKZPwv/hUPP18yICNTl+e35nj+dJs6PwmDUjdttxVSKrnQgI
orcP3OpiwtsA800H+Son0FMPfszAYjp1r+LkXiR3qKMnf5AGNV1/KorPguRkY4+unQeNRqsOQkO9
BrzgXl4XfZuPZyPPxdPQBMldU1Th3fyk28hB1gLss6wLr02A7ctTHtUVvj6ZM5y5szw8EfISKBLs
S7QQNR4VZD8t9ma7zLO0jSrN1sjzsXn5HdFZiZQxY5L0lPdlailHjB/1kxiwfNIHtf3VBXiD7SrM
EDeGXkrAzvmkBHvAy58m3KwseTl2aRRd20QxX7WrqpybvPGAHoRj2B2Av2IK0KthQBOdZxH+roB+
z6OeBBAbTc+5LyIF7xWhl3oABET3MbLSEFbcaeOAYRjGcjRz+4ny89sWz5XkeHtDru0NqkAkP3AR
rtEuaZB66pjG4lwmdnLqHUyaiymhlzoJe2PvrwUuEgpIMNz2vDoXYVl0uolD24QhTlWOJz8Patfp
hhzk/Di9CYJ8vLs9tbWzNit3QGJkwKt2cUr1CzeMAAKAg13bSW9l+5j2wPHeoeqh2efUU9Rqr8Z1
8+H2wHIlZZ1lWIA1cNWTKS9ySdPnnhOo+55zPPqKA/IW+o/KEWF0bixMKe5m5Ix9ouUXh8e+wkfq
RNPaGHfDNBhf0VIR2VuzqmLtAFygiHdermO1W6Dm4+/tKa5xi1LTQFD1xiAgnWY9qS5D/OQkiqDy
73EcmT5FZSemHNFyU+Gd6LT69wYfdCTTRYz8Ov2pHJ+9EKmRDFXXjyOKJvpusssB29AW+fYHIWju
ZK/fAVRrDa5EbpNr4umA4ZiJ0+VAKt/m7d7AvEB5iOKg/y4LrG9OdduG5en2x1jZdTNmhj8oZs+b
4fJsFqIks2wUKvC5QNwTtvPItiMyYP+heuq+DjqKHv9mTGgodOPoACyR4ZVPdXjGsnDMLVQaR9XE
VpnYcAKUMfzVCWdjw63sN7pTXJVCkkMDDb+co4U5Y+d5+XD200nnRdYILdwbWN5vNeNWjpRObZou
yQx3IOhdDkQrXIYjGptn3ajL4I1IBMqQQZ0KCFlDH/vY2E7Tm6geox+3V3QlTM0Ct1AemeS1+OzU
RzUU3Go8a8j/4OluhiMWQh4t3mMHN+B1ZIk5nnNyqYsDnTTJ6eZleHGX6OlQjGgAjueymdr7jLRY
Peihog0HHD+kdjRlshWHV64vWhgIKdFlnIs8i+Bo59jUy6DE9rGrnOyxiXGSRpcgNkGzpT9MRXlE
SU4O+wx/k407e94diwRvZkPP6b9q4KS0GHocLbRSeJ6eiSmlS/BPjinsn/vK1qNzEus6iioawulV
hOND0ZXVxmqvfduZSjiDBYG4LaMlJeCU5FwlKjTZe3vo0zM81r+nJkk3LoSlWNnzd51JVHPth17V
MjuJVaPoM7/ku5ImaW+D/8PZefXIjV1b+BcRYA6vZCV2Uiv2SC+ERoGZPMzh19+P7YerZhFFaGDZ
MDyGTvGEHddeKzEoqsa1JRWHjlavBSp7zsWjZnWAx5GuKb5VTVVcgr62v8h5oWWwLDjOv7yCyryL
4Xho/Uy3qSPdvuwbzxl3BT4ZvPwCQVldP9QlWgt4+OxDSJQd4OTrjlqj7lG3vXKLr859GSWGBWnh
8KJm9PaWS6pS4o9jinB4/ewc9Hkn7pvKCe+60hh7b+yHWvMSJJPvLb2cGTkJi/krddxy9toxbb47
VdYXZ9mKI+NiWbXys5ED1fQiOF9at5lVZBX1oJKKcyaGpsJOQFFxDPIpQrDEcRLrX5PZTqToqOur
9+SH2XSxm2oID0yEpQN6MznqxQHwPQ4pTkXmJi3G+qGfpuTfUY/Ee5TRwt+qMHNEKAcllN0ysOTO
qxh2V5D57tFiD2UrPOSSOUGoIAYVcfYmL77ePq/1DPxyr0BnLuDTzamDjAnseMnqSaO7WP2BbRHD
r06LxIsaE+Y8y8DyyXnj3hzuqw7ZZSgtYGXzKKRNv626lvYwaRtPioo+T4n6HEHpGoBiK8I2s0rR
fa2UVQk+CeUzWb7+3KLm+vH2x2/4V3JC+l2A6kH9Goth+8NWykglo+5u6H4sYVsOzEJV+p2dWBZc
h20QzB9oM0R/n9BQRqEGCa86S66NJTJUamyMuuYbDgjOC2EDE56D2oXjPxPBwF63bcPrAaB/ZVdY
Mv11CBGBBtf1WdH8XCtNXwPEd2Y2h/AdHv0XNKeHUy6L97e3dcMfcJ8oHoObwmKt2TNIHa2+LSKd
rjaYOzeyMuSdQZcOz7BqET1XPWWqcE7vnVlHIuf24hsGCF4rqFxhDMckO6szHfK5QeQrM/2estVR
DuP8nMbj9PdmDhZ5GPLplKLKYi2/4o+bM8SqOaP0Y/ppZwxuqFpIfkVKsuPdNp7CAlgFi0J+Q3dd
fbtK0hoOIkyJieqknBwAaicPWg7bL+B09Xh72676ltgBckADFC5DZuze6otqFW6wWNJMv+4t5I4Z
XX3Q7RbxeMmYwfZYwID1vP1H73rtEEl2cpi1XtvZ1Y33uCBOOLn/4YFXv8EUprzwPFm+MSEFmyVG
+8GqlOBU2oPxghh2uNcY3vpqyO2Z9DRo1+JVl1/0xznaTWaK2oEnmWi3+CQXRn4OIbpzYU4SQDNL
yasnp/HSYWQqJERBLqhm63B76ze/2ibKJ0Tkx6yfSzrJ0xjBGejruaOfGPlilcRcZpyC/gDz5S7b
77KNK+fpyBStGQRYQHBXhes+ycwEUVhfC/LEdsfWQXuv1otDaw/V0RI6pFupHX8A+JAdJFteRO2p
90/got2eku8BhTP7HKNr+eX2Tmz9MOqer6QwQLzWpPsKCsn1IKOVDKpe/wA9v+LCtxXulDw2TCI7
/f+rrCyEsZCOxHJs+nKqhEfc3jfbadWXcdC/94U63jVDq+085Neu/3rLF+0SqoKAEK6kYDpLImS3
8bKiztHfEtYip1EWo3hGjwlN87Z0jNKds7KZ3hVN1JSPkQjS7lFNmD98SCHG+Nq25XRBviLov8aZ
pEvPulro6Mkh59S4MKoptQtgTWIkehjSD3AjmL+bVF100DQjHM/Q1I5f6OFIkAgxdo5ErWDO94B+
5nCO0laJD5rczblHk6odDmWdKMFhtiMj+GAHI7ikUlvqiqE5muGhGUx0udG71/dauJsPEroF4tv/
obVXJs8aw3hMwsakFAaC+ZQkBG/nukJYBSUGiBrdBlAjiqVTbF0Us0PQL1BDjJNhoUK3E3NvmN+l
tQNFEXpdzEDLb42DE3dK2UaT6S/iesfEDOHgTlBFwnPLOzZgw2WyFJVxg+nWpWP4dqnUSBHIAjDo
92Ec/UyNAa3zXDTHPKynx9xURijQsumOlr6xU9fYenMLqoFmGUaB5utq5bwCgj/Npt/M/bzoafYe
ePm9XtnWVtIDJUtcBjxpJb1dxcxmBMmBPPvDPGb/gnvNsWyJ9pJG0efbNmRrJSybQ59qQeGv/X87
tZmmaTme2WGaKk3j8jsoZ+0xboFT3F5qy5BQK2Z2YglWaQS+/SipCGpLCO5HPlraXWhI1ScT4ZCH
mKT7QR0H4xt8BTux1ebnkV2R5L/CRlcbGSajliYxG2nBsGYdJYKw3IuNXhw1OU12koPtxcgLZGp6
hMmrx6jXMFoaCGr4MTKbWAYIa0JJSS5GJ/SdB3C9FGkrc3f4YWQ7mDF9u5dTHBspas+mjzrrfF/V
E1SzgTF/FDP499vHdn3jlwxZM3nUuNurZ23oZYpRVQ3fGEoZiTOcfJ419un2Kub1k1YWM6YsdKt8
2DrydvoogJM+0fwBoi3nPNK1UN8bkNxG9/mYF6h4yE53v9yrn4WEqm1j41bvU0qkn5ralD85OrhC
r86TSuldBbGfyNOmEU3dToEYDj3aVqkPSdDaX0bLDAtXidTi9xzH6sdeoMxwCkpTp0I5BsEPE91w
ekJGFH5WFanMH+waB+8mHbVHt541CT3cPjB/ZF1qaOe4ntIfljHaqWtHkvGrjnrtR40mwbsk1+1/
W6erSo8Utmd6qleF7DqV1ZwjR3TWp9aaKXGl81z1H5oxS4r7FBGA93NhoNsT9GL+aaNUkV9QZoZj
chqABHnyVKmfBnPSwCBVoHw9kF2FAlNm2kRo2xeD5oaiSH5kCKhBtzkl7XTAluqPqZBM2dPyqpXv
1EDKv6PAmMtuh8rozCyT1pk7bnwjWabxjgtfCLE0KhyrBxG3sjy1aar5RMFzwwlmTvivXEV4w6HJ
FP2xF9oAjiJNVKj0INW0z6lqDc+4LOUFgSZ0rm7fsldlhreBBe9ySSMVLjODI6sCWN/2Q1kAzSFk
ij7ald4cE5r0l0yjIl8/2pPVHrs60F0poXVVSrpziPQoOWS1ptFjkhBxpqr8aedHLduw/lEUylG3
WGj1ceRvH/Ocl1U9ZqXq69nUpYlr2lLxEBdJYHHbnPDFQtnUuYxFrMsuIsZx4uWOPCP/VcZtdpeL
fExOOjLaey9/Dbqn2EGyBsCOsU2wfFRI3/4w2l/gTKdS90cE53vfmQKRHLNpQDx9cuTuO5rL6eT2
DZwWXtChxupVNLLUxtUbKf+i5u0oX6R4XgTBLSWDETJt2++056d3Ilb6n7e3ccNOwboG5BBUNdHH
WpTDsKYKtetao1meyx/TIpRHb9LMaa+Y5lyfFgV4kMVAf1ltTSjed5bRoiar+fJQOF+zPpQP4FrE
O41QNXeROUoWVoghq45jkyF8XyVBoewAA65dKd4F1L+xxAfw8q8ORrLVykxRf/MN/stH7prtVnKu
9m6ZI8R+rJCJvmTAIndSga0txhHQ1QEcD8fbatkYnUmraWeKX3OvnmA2Tu5IHNSdR7rh22BfAA7A
mCujtes4IcjkUpIDW/fpAlRoOjNS9aNzRPgefi452fE7G59EokEoSUF6ofZZmSii+n4s6kzzS5Eb
/sQ8/fu5TcKduvfmKsvsCohVevPrvLka7CJJrUHzCSvDu0B2ehfCimqHe9C8vpkgN0DrMYhiwri9
Mm7F3FqBNlSDX8RB4Px2BtVMD8wV6JAxNTzAx4Ke9c6aGzdRh6mMOTSCg+t+eMH4v41Q8ugrldZ8
G+QFndJIlWv1ZXyAZjl9mMoq3Tm0Vz6LlcXUCX4ofjB/sjBevDVMDUQYUTxqvd+nQ10/5moFVs6q
I3onwJnqZ7ZHUn3oSZFMg1qHHrdpwaEdGk0kvGQ579Mgoqo6xHmeKIdwbOrw3cic2+chnulzLUCN
RyurCvUYppFQPkUhIY8LGB+iZCXF4H7XojJKvwpc1XepjZTyArcxitlNr8bWaYBvpfRyouvwQ2b3
uekyI66Jnchsa+9f56EYWVs4RlYtOityUD6o2tZHi2n6GEgQYEP8J1fAWVr1NMKaUx1GpRo+3Da0
G9dsac2B1qc/Z4AcfLv5UVFpKYKGna+Mg/OchcbsGaVteaJQ7fcYq3bnMxersj5sapT0IkFeU0Zc
tuGPohMlsI4AGiB5PEbG+6FQmh9FaUfeEBnjMarb+ccrEe1cNMXOPdt4tuSW2CD0i5bXu7pm8JIy
SlbTA+30xnL1Sm3PBqyX59v7ueVmWYFXtFgH1AVXwXw128lQCXP0h7hLy7sWyu7mYiaK6ptigLIq
KUrkgyvblqRD1olovjca5lE/dkpAz7DvtKD9WYeizE8Yul5+DpB9BfcDtf9nVZ4ifef3blw7rCV9
tWV26XqgKBsGGCzrhCYeXAW0h03xPDFaTCDQamnnxnWQ+SWiLXsak1vrLoKa5MPUdqHHeHsPRKLF
vT0Hky+VlrhkXRu/1+ty9Po+Vd7hJhsvyur4y+3D2bjsr7VxKn8QLYEkfbto348mpyNGX7NncUCx
JT1Udm8fx678EiB5799ebuPGIaRCcxb/uhCyrZ50XaSyDnfx5DdNB1u91Ttq5OoC7sfb62yF5gth
ywKLZ14YQ/H2u2ajoh0onME3wEKj+xhq8XeIjeXBnShtB8cxqnVfkSoEnZoujT/KUqSr516vjIeR
BuX0/fbv2Thbi5AGeCpehDnG1c8ZYdXW7Uxu/HggwPPLLLbeC+7xue3U8h6e50Y9KllU/n2hZYkU
eRbacrZX/Z45TeWYlgQThZDfH2HjjdwsDZtLT1hwvP2JG3GjhQHDb1HXoeOyukmTM5GrxqLxy3mh
5Q9hykYwx/HkJG5PoyaCsxLI7SnmLZ0iu5w/3V5+o1S4cNDTTcKWUqNYAzqSGWx7rIrWh6B4Dg4q
xHC2WzRjDu2wyGU0mB0lAanEbT9qcYaSS5so4YscmeqefstGhAcj3RLBMi8IGmFlV0eybCjimdwZ
0246mGB0TFeXFpJ+SNPqvR77xhPGgjPBwLsCirZ2k+S7QLfahtmuoQSx10bdhTSrc52yCA5NJxc7
ae/W18EFsPAlc9pX/JtR1ZVCc5LWb8fGKb2q1uzqPCIX+7W3o0bdEdfb8I40ZUnPcFRcrTV+loa+
aDqzhn6pQdGvkxTHawyl9LtEkU7WOLV3I3Re76uMGuLtG2Wo2Ii3jplyyxI285lLj3Z1jMBbkqDM
GCBiwi/lqfaE6gfFWFj/KWPItMAYHXmaM3v46CAyXrulbk8vUJpLwwEMX0CV3bYDNOLm2bYPdSBk
xN7tYJAP7dA2kSvmCq3xyRlq5WDPVISODQx8ideEgGXgsypH2Y31OTa8UAuU3zmEcp0LNc5kuVYg
rI+KaCSIOpt8fAo6xfidWooUnYyRroEPoafyqQyDXHf7uugAejTdR2ewamTCGdRIvKBFPILDm1rk
VazB6T3KCilgXqUZDgZTib6pRsHwu4zMLvAZ2mstD/Vh6CzrGvYN6KjidIxcI+8a1QuryPzLeXP2
nAK3Q+i3cL6RqK9cRdCTvpsRMsvMN3SeXOaZqxyOchHJzFEZu7WAJQj547Cvlls81x9RGNq9dIHC
0LyIvle+B62u/YQaos9PXVkPppfXenpJRFR+QphOF3dEVb1+dIK52pMhWD2v1x/CNBLkGQuS6Arw
UOrqROezNy/SkLT/OJEC/k2twnepUUQ7JnvljV+XAutLvEEtnhh7tcUwDURmQVEIGWHuQtLI8yGM
0Ni5/Y5W9ul1FYhlGY7jKK0rWidku4bYhtbiEkWT5UeNrR40xEGg1SuL50rvo51kdOVrl/UW9Ar+
lsgW57ds8B8nSRlKtIIm7sXq5+4+6CPnWM+59MQOjN5oGAV6Sc1/IBKBap1uLVBC8rZ1E1WlvRDa
EotqbRa4aSHUwzBIxkXtjHinOLKxn2CclqlQokWq/uubGs19m1YRpxYLx2P8Pj70zDSfI7tJmdwq
2z07eP0y3qy32s+MPmDSJ4l1Cc049ihbq09W2YwwUlXJ5fZV2bj7QGEAcVEnYC/XYB8xWlmHvpN5
yUWSuyESS+8Gik+fSzPY+aitTSSpZ3qBAGkp+awuiaYBD7OH0B/KuHeDmE533djt/TzYiZdQfDjf
/rJVdPR6KRegsIPbZNE1MrCPc0mbmSz0tdqyMh9UffE5KRSl9NJSG77Z5uhkRwJaO3ShlVfv27RP
/Ns/YeO1L2BsLgQhCbZlFYO20SjD92KHfica5WgIyMaowFU7r33lr18/lOAL6AJD0LTCVrfFULM4
qyothNSmFQ+aiPpH056tR6s2zYcwoLN9YIfa0LVaJ9zJ3NfTC/9bHE7wBTpM5m4tp/7H06fdEObS
WER+ZJVOBfMMOl+wDwMfeOiaAUkrpSqhbBgFwCfX6JsouDOyHmbtXspFeWBYUD/Xo6nPJ7PP6iUn
TazuPEi2nR4MW9ShN1PnVT1r0Ks9ybqtjaPdu0xCLf9eZyxdSg1eGA5E/AS5kWupknUKuih6zuK5
vXMAo7h22shHa8rt4+2bsfXscAKkS4uQyBV7dWCVQWa3o3ShXzIcnG5Wz0FujAcikGHnEm69A1Jr
nhxDUYuW0tsTsnh0wE/n2C+6KHXOFQoDs5fWImu/mYGmfrN7Tfk60phI3DjS7YcUZKezE1JufS7p
kLrwh1HmWRd4tMxpa+o7kW8rY3x07Do4Tgx/NVM071iZDVfEzBfUWXSfFz6EZTf+uI9JmoSyPsUI
OdAOo0gWh8hyxp1Uz16UE8m7vem0wzGuhi7ZeYcbBo5hGCaNyfpgB14bHHUg+dZ6GB40+FKZFunt
BBxTX8IxV/LPPjRUnKodz7SxsTpGFXNKPrLkIm8/d4zIv5wklS5ocn3Oqrb4LGf557y1+50T3NpX
dpMAkCTEurqwmWWQCKhlcMmymiBUlhiNnNEOvqsGqweVBJV9AUt/me9xwG19Ieq5Sx5PFn9Vv5hk
pe3abIDsPGsj+0DLsZBdykiJ5lpjPe9kWhsmAW0aTo+x+4VKZ7WfVidluBLozetRqOHZaS3kj+2p
t9tLmRCin0vM/S8AleHHQgqbaecKbS4PgypTCtoC4Fzd3lTqI56rHVwItaTPCgDV8hBaDb3jhjBj
fOhs3Sgvup2UtV/NjMR+uW2WNmzF/9AUIDToyKw/HzRwqUx1EvlJ3lv9T/T72uiu5P71B4bIENoT
tpUUyO2lXeR2oVELV3EasUcusnXm7D65J7Cfa+kXhFeqCZYFHvHYhPeZ3SWunUHB0VphvvOA1rD+
xYFRe8b+EzBzs9cTsWVhZ+ksWdKlhiogfHQEqO8TTeiocHvmc/3SIveO3U5qLKooppw3L04OCsST
1TCzTkBp6+Rsoc97Z4yS1N0PkjQ9jR18wjtXc3NTlvSMQodxnaUY+SDAS4cS6l1DZ7idSMNvEjB1
3YOdqNzrSW4ZMy4hVOcYU0qzK6+Rp4GaBimCOFEBSFoyqtJwdTuaNT/URPg95v3sMQdsREt4xIUQ
hdyTitIqWiI9a0c1lGNfn5T81AjYUObB3MPZqssvX6WdBCo0lxwERpau61uTmdpzPJa2QcRSt1H+
swpTJb6nwDHFbq3O6ejGmho6d1PrFOO5k61Z8stuMBiwRywk8UNVy5KXSqeJ7061Vg/3QdF3T9EQ
m63Xar0wvGlOAMQVMei4OzWxRP0hhh3O/CURhbXukIuRqAbJvXLnhqxLsMtdfn00DM/CPn71fAdd
GVPoC2JfcjLN8RVztkZQJ/QQ3WqanPCxS2RRe2rghLLXzQ07nBt6o540TcqehJMitXrboGydKQgc
3jJIdNK05VL/4Y5NRWrkQTNjX6F+4seVKSipIx9ze5WNp0FcQ80VbAig/nXhoqpUu69NO/Zzy0ju
ZMLh57SdxdmiJPP19lKbHwQ8kj9gz6+iqTlP6rie2WI1BNM5JqrwaNJpO9u24W2Xv5tnvmAfyZ/f
blsmV6kMS2bstx0T85K1ID+HGvL6UqBPKnS1fYRPQ5z/y7exiQsATL1iHs3mHl6SlgeohkqYu4w5
SsmhrOxsZw83vJxBYXHhH+DQYOt9+3XBYDelGWaJn4YRKRHfCClmTOtewMBXUMRzAjsWT7DM9p/1
vEr+XoCLfIcPNJhegm5wbWjCahajTj0RQ1OTljmqzsh3JZ6KWg4uRdtGl9v7umFL+VRGHmkSUxxZ
e/UhakIBWifyc6NNTjMyVBd9FhrQ32h6kcdkj8JiYz1AfKDrYOcAhrC2cC35PqJ3VejnaSOOzIob
LtQxxTkQ8XiRq+I/eCZzcaDMLyyyFOvJOEsbwgyq3NCf+hr9gTYTpwlTfkKueE8MceOlsxQeUIcD
wLmKBjHdyRBVaeg3ZuwgzGKq95UsFF8Mce3fPrXNpZg156pSDr3KJOYxUUBQkR32A+rGcwIRZlCF
9p2Ud8PfQR4Wu21CagI3OdCba0aruVTyoe/SyJ8nYyru+ybQatCXuaEdRDWjaD1FSRL8Y+TtHL3c
/spXlpaVO2QaF6zYkosS+y4h4R8WWjHSSjVgQ6eJxCz4GWYohINH2yl/NlELHBL0T3nq5irQDpC0
T5nXorViniwzjjLPTLpu8iRN6C99s2h+V11nPXQm/8PRNJL4KWRqNdoJUrcOhoFPMKQ8Krp7q9Ak
RQsTeqXeuQyVEVKoD50LVaDsjsxH2nEs6xbX68kseYBMU4Lu6fpqSzr0+5CIg31C1uEpriudQLgc
mBsOQWNUUXQc8mY8VkEcH6o6kr2qjbudlHbDXC4xKgKxYAYo76ziogZcap3I9cLzLfrfZTn2d804
6ofAnnVv0uPhg23kvwKG9nfuxoavI6CgPgHbJynfur84R0YZxyME4ynUopcA6NuzBUBjb49XTZ//
7TEkC9TaFl2Mdf1qnESnjTIKsYTbaeHSYtGDwxS3XXRSc63+iuxC8tLmUv9itD3/Bz2JCnJNAITl
SZqXxg2D1U50uv0wNowoRTtYAIF3LjnC6l1ksBlGMMWjzQSZwmNshfNv0wlnWGQm+kjgFv+5vd7G
KQNgZ6PZAEA2665bNFghPTm4lYeavotj/raU+F1Um49VaL7Uiva9LJBHuL3mcnNWb5/JNuqSdD4g
WF+HGc1Az6pORwSvQq382jBd68k2k23haFGmncVPOTX1HVu38Xp5uiQWPFw+dl1wNrU8agl9Efdz
kq9UmlqPmVq4zeu53nk3ywmtvw4Sx+UPz/eKSMGsDbME0w6Regyw3ZNate2YmUnE6DJyodtuabZw
65WRUv0b1nMTeE5eS8+3t3jrc6m9LXBoOrhXxqqsM6mPKwoKipDU3LVS2XxqLAPuiN5sgXH/h9Xw
I0CLqDlfBcJGMyKhpFMsAfeTeYpRhl9qI0q8WOur//Jhfyy1GI8//EYfS3045n1wiZukOFed9FUT
yXCalHT4Dy+Rgg4cowrN/Sv+3XwgwWBaDo1GoKi+UCP5Ya4xDvZUtp49NntopM0jI+bmbm5BAYWm
UUzLquDCQEcTA4Cd5O6oNm3+S1NmdU8RaOsNkhuRsdEYue6dxYVcyU1roi1oGssc2hjnyRPoUiM9
qNMkKLAkqkLXF2LQPQr0rQ8lDIcIGCO/tCPfHqGjjeYQTRLP3076o8yGPBUluA2t1Kvj319MKni0
lS0mPq7pTsfYnOwInc2qDOcTU3A8ez2UL0oHVOjvlwKaQYVEZ6ATQ/P2q5jylwWCaNYlhfDrOZeV
kLc3WV4/i2pPMXDLxBA40RZc2q1XkfZgOUU6yzQGGdm0nisphMot0OX3SMFBbqm0Q/NImtX4CBkP
XwdaM3v59ZbXANRswHi6TOuv+8mhnkozEAESwygIoCStgqI7zZRNfslZGPyuGBJpDuGQaS9EC9ne
sODWBXIoNYAT4duvypUOPTzaDo51sfIpf9fm5ngSdmO6FHeMnVhkcymbGWGCEbBG6yABQHAUGzR8
L2XXB6c60eZD1cfpndyo/0ETDO1e6vcsxJmu40tNncitJJZqHHt+EKbWey2iKl5UJaPbp/Xehd24
RGzeIt7A+Mh1cyQ0kqKLwatcFrWpBq0RY/5coZpTU4kqw6+TkeK96kI1fpBElHeT2sS/bj+ZjUAP
UAIuGSu7KG2unswUtswglQhVqMKwvLpps0OfW3vYh40jRGGWPiUIC0j31+02zQbBqUbIg3UAvE/D
/yjL1PGc1Km5E9i8hqYr30/YDss58HoVyrxVjhDlNjQkneNcejir+osxxKlWuC29jX+rKBucF0Vk
gQ32tcvqX6HUGg/zqMdPigg08WXWBS0ivRfW8DRogzSehraasi/S0MOanraTpXhSX4b5Y65E+cdS
0Hdxk7qen8y+6SRvgpZrfuiFIn+kAdzWR4kZju48T8H000lED5Vv0KjaSR2mimGyoSm8YWqjGJCi
EhpL2VmZDjWS1tHdNARu7WTOP4o1TON7oxgZhle1WFcuRdxkH5W5CU23QaS8P6hgw343OmOqbioa
0XpJXqjyZUK94btUVmpwqMOOq2RXTfTBTO1pdIWZ6oWftX3V02fQRYzGjFMLT+6SFsELmTbZUcmF
Mbu2sPWnxJmS9KUEqSMfb9/AjWibaSCSbV4BF3D9vKe6Z2hqeXNUtSRvGBLhS1qiuHlhMFmlFubf
B0qstwCdNIVB1fUbjwlBA2NADtkYZOt96Sj5XSsQ+oBea+dtbd16bCBjBfB8AKlb/vkfcVLbS3EF
f2/oR4aelierK8IQ3rgQZL8aJzAd3N7IjXACz0d8TUFmA108VYAdyJ2lSwcw6IR7DD8Z09i4EKWZ
h0TX9QOV42Fn0c1v5G9dmDLANq1fdmXWVQP4mC5kD/CVwwueVKc03yGs3R5vf9+WsUQdhCEpwJ40
6lYPu7FGfRqamr4EgJWejpAaUrQw6th0awnFhIOWMV7mxZms36lMVo1eElladbn9K7Y+GNzR0nJF
4vrK7yOFniPMR7VQREP4GXWmwtNneJ5yCaKV20u9RmFrU7bAqyg/LE3ltYvPoZjS2qSlQUUgOH3s
nKL8Rj/UEq7IYj06Zdk8TKdODYrsfo6l5CFsaaAxW5qa/6SglJ/yTDitr2UGTFUWjNN0bw0QTUhe
SnryPg5Np/Di0YBzR4q6+nOVFSmkkw2jlq7RplLuFfRGvoPdSL4QqhbSCfFv2LodCz0TxpCKe8QN
4v+gbgqeBfIa+FAA/K9R8iM1OUkxVeniyPlnBj6dM3PempvJo7ZzlhvOjzF1hqOoJi7SX8uLevNA
E9UJLKAYSMBnx0Dk2N5S7PGeb1WSKDXTaqQxgzVY9yhKIXSnznWOMdbHhwo2BwapysDtHYUtTgpd
/1eg/X4czfSfoY+YUuuUX7ev0oaR5SdQRYKLV8Xqrdy80lHILByJZ4r6/EXS02xwy1jMR4BCygla
4HAHNLDxTDB7FPhx9joVtOWf/7G1zWymQ9ZM0iXVtR7e1j7zmG6Kz52E7739bZunSAyM2Xutk63s
QjWPWmJ0mnQxYOi4xGY0XQanNnaAjlurkFgvgC7A31dFoRjadpQNAunShPrkwVebHtUWzajb37J5
VxaQHNMDlNQJYN7uW2lLsT1OFPBlCA58BwnmSzFq+rvepPJtOOP8m561DMIdmDuERMYcHUCAme9v
/4wNV+Ioy3QMf6gnrMt/ozPkbSbFlPWBHV8mVI29nimdI6HpTPVm7M60DZOdc9xadMEqAT9Ay+yK
47iiM5XDSUWXOwrBcctScKchovSYRWl16cOi+qB2zODd/tINp7IMtkEOQ/+Zp7kyAXVTxeY4lgDB
olh8UaJIO4ZtBUhx1uLDKNX5/YgwuheNeE6l+C+KfwveBEIJEpzrqo0cT6qAooB3SZPzsWhFcVAc
8SuwqTSS9o87W3x9ialrAO6AwwLS3qv2V6K0ilDVJrhEs6V+srQJOQCnmHbe/lVmSlYKPxCNGioL
/Fl+xR9vf1Krtmrpalwc0djv674W7zpHbQ5d1llPVa5ZiL4KQIngl/460WBpqG/ISqkvLnilt0vn
nRMkzN91l7GPOtmdzaj61gTzPLmQnQZ7kuzXrxVTQEnDoSVFu5a2xNvlwsnWZ0SdhwtoDC4NwxrM
CIRTMofvemuszANTUZbtzYVgtL0i8VDdTB0KYmrDQI/i9lXe2HYSZCb/l9dDoLRc9T+2PUlaKLyS
oufbC4epCYD7+TFkN16SqrP/seWq009ho1mMZUUGycRfL79wpeFgCI/wpisz3M2R1g90+C+ELZpX
thSW3HY2G7dI4/6hKUB1iiyz7tQuf/n7leHTWjJLfPlVs8Lp7JIiSz3gAILaS22R3cuFXo2unhfD
WZlD+76uq+4AtDrwby+95oBA8JrntEjoctcICdcUPoHdBD2UsMMlma3+Lq1bHVqHIlAPah/N51Fp
pAeRdNpXZ+qQVqni5pTIWuBWJjQZ9DBrtxFG9KMLCmfHsF1ZU37Y4g75D5BDEK68vQ2lhhB3lKj9
pRsk84tdmI5biNk6M4OAJpUTaZ+ZSx4+396OqzCD4hsD/RQUWJEK3OoOCMA1jEWr3UVkQpaP2phl
l8aK4neDU0r1CXFcPdrxmFcmban3wVC/dGwW/fj1rR9SHmAo+otTkPcaajwdZcrgx9sftrkK2CEG
o3EWV1CxFuarIgia/lLXnfGvMFKBrIas/YdVyNHwQuAFlh7J2zOrdLQfYIdhlcE2zg0k5ycakHud
gq1voWGPEBxyJrRIViFGMxm6mPqhv+itNHminqLDYMHtf3vHrhFJHAywHJB1+AJi+dUyoqJSYaJt
f9EHyz4zeRnWhyIwleckrAzG+QHHOzC3FMbTHJflc4XYo32oaFlF3iQye8/1XV1NpjfAkejwq4Nx
IYJ7u7el1UbCUqr5EkldqrpaQdXFbaGHiFzTKSE7HYm7ft7eg6udXtakvAaVAboNV022VpRR3wAA
u0iEp8+d3jZPuQiGnVuz+WXIhDIJg1/HIb39MruMDaNndI0QJpy9Une6SwIf+gfat+oZAQFnTzr+
ytHQD+ep0VcjSFuoyt8uGI4t+HjFmOB81pOjA5ztwYLl+eMIc607KqF1hiK4uoRtHP5tB3FZmV4C
/8LHUEt+u7IZ0wwCBQIRjFSJk55rTG1P9BJMB9qEHcOy/F1vku9lLfwZpwdJ7xXs2dbQBm6FNF+A
NuvHOnCmh7Y2o49DjRrHzlrXgQSLKQY2E9dNzmusrPVIh9BqTXW+DJlUvWiDGt0Tj9rxKR/q3nF7
vYkVt22M9scQOvqT3TvjuyShIrgTQ1zf2KVBu3RNQd8uKmRvN9gOW9GHCUG+WqnFM8Ma7QkkWLuX
4v8fZ+fRHDeuruFfxCrmsCU7qBVsSc7esGyPhwlgBBN+/X3ouxm1utTls5izmDojNEkAX3rDpWU2
siEuB/wvzJWXy0xSNVDF2bJssLSMkdYewgSq5HKt9r620Fl0qCxbGp1w9I0lDfeuxHBvLyvx16gr
hlv/eZw/uNP/ZF6bEoPjI+R3g+jHEOf1pJ9at/yV2nradZa9XMm0XoX2bTmHHhicn83FeHvo/yzX
a0FXMTD1jb/6et9ID6a76y7HudRdXE+oCc2SpvDf3mUvFz17k3W9Wp52J30Teot11MMqb7Nutq/s
v9eHDi0tGl78w33G0Pzlo1U21bWvOQepvayPub12exWUzU0G1eHKUq+3Bgk7xnBQMbcs7jzYGkaZ
q8GdnJvaqNA6y0HwuONwjfr2+oG2VbYjTcf5tQb01rEEc9g5N6rMu8RexZzMztJ+KEa6729/oddx
AMAKGwMGAdDRV6Vs6doirQrTuVmx6o7DtDL3qx7CvZKy2M2gcb+8vd7rbYjYEfB5a+NMwGiyX34r
xe7GezR3aQiI6YhOVve9aUq9k1m7SXYiz9bFQFnNK42YS290mxOgr8TXo7/0ctkGinCQS0yoAXLm
O5B6UyIshuWN4VxTBr30RunFbHAKXisQrJdL1VRynVmX7k0nqu6Uq7H6lHW+vtelvf6OVlq2V+LA
dohexhywZiRNRAMizyszQcRNraLNYX/OdtH/EEUVdLeYi0NIcFrZ2KS3g+EdRS+DBOMm41S7dvPr
7a964fVu81yyJNIJMt2zSIRv9CDaog5usMVGuygK2sStUmsfhuU1rZoLJ5DuNoh/HvnCYHdF0L+2
M2zYdePkR0hx/k7zbvZvP9CFjwg1ZjP/QFTqNQkOCqgnJ65RspUuYDTnycPceuMO4mh7nMViXEuP
zh6LSSyBDVcKckyQPzRAXu6aABRAzYRJnOishPdeiv2jcvNr9d2FVaBAE1lAkAAwPq/2RT86EQ7t
Ar5OVb9DJLffadwAn99+eWdnfHsWZBlIXRm4XBDSDNxu8ztdxcm16jFGo9Laj1r8DCZLt7G7OmRC
GUiIvzsGf1YFEENRRw+ZOe5ZRjsqZcGy6MVpxunvY8kQ63ZKnbKM57psoripuo1GPBagxi0vcx6r
kHna//IbNiGXTTiOTHN7M/8JsnhqrgtBVZym1QyfPYeEa0mDIO6ytEz8QvcPhhF1MXr+8qtw+/bT
3794ah3GeRTT1Jtny7eC0S/yJc2JMbOV9OvsfEsDv4vJz1RiG3b9ADmMW++vV8XnEjwLACi6Fuec
DT33qIysXXPSkM2eMvyAjp2/DJ8Hcwkfyrb6XYDB+Pr2mhc2MvuLiX3AkOt198ZqaqF0P9WnqOmc
9+jc4lpgmOLm7VXObtZtSwE/IABvlssg7s86dRNtiQX5iPq0ubF9D3GDrfZzN1ftDZlNj9UHJiVN
PJUo/scVguD9vh3SvrjSVz+7XP/8Cn4BUF6HbhW0xpebalZhNFoelqhbM+Fr6k6/cJ7zYqws7Y9v
P++lt/oHdEiGyEV+HiVzq9XYh8nm1KWpOkQIqx20s1THt1e5+DzccX9CBa3ls6QwHwqUnXpdn4aS
0pMRJLIsDkqjajD+Eu7059UhybjpOGIwgYb8y1c3eF5T1nknT0Gw2J9nR8AIHQ3O7oNvLFsGbDeT
f8rKvGx3NCI9eeVovBZWYyRDZwuAwsZ0wCfh5Q9AiGVeo9ROIVOryovtSEhE/Ce0EQGkN9avCP1f
FGNWKzwpLm6mbBMIu1h7vIt9T6R+nKsy/Gyjx/uvOzez3C3BxERWz0Z/5bOcb3aaHFQFbDCiK5TW
6OynRp3bT4CI0pP08WZL2nBO3V3YFv0ct+RxfqyQKg4SL9ILbsN+lpufrAIVuCuv7HwP/vkZ8Ji4
ySnygvNiEmncyjOq3jj1hKpktn3x6DLiuKIjehbfYRPxsMzKuECAiVK2vvwuSAIHQ+EXxmltCwj1
nhHlz0uGWBR+yU1vHzJVtlcO14UlEXsHiEmWRDfwvOeYiXRGf0ulJ6fyw37XG61/HOSEtVggiuhD
WKjgSjg4P2g85CaDj+HihhMH9PfyIQcrHdFDytJTP46PnSOnvXK8KsbLWV67KLfa+z856PY+YUih
HkzOhHDAeQkGKYQqYlXGaV5844HERQQx0pvaTIp2WX6y4bQVD3Zp22jJ1RJ/19Iqfs4d7OCdUbf9
Dyd1HAKV00W/U99eG9S4fOvBq2bvsXacZQaz1JUW4g4mBtGGNMzh0E9G7QFva7MmDnC+9H5bg9mQ
5GbzssYmBKPopvWW/nkE3VzEm8Vle1SV3X7yig0FBdhlM4fCVbfeb5OYJV7SUf3052l29jYKBx9J
WEj0+jaqH43SQDvVglET+wrxg+fNW+2uBjSEW9vk+s2DjaGieoLSVdsxDGSp8dsWTHZQrNNPbm92
Bo6bURXFvayN/qZAgabm33RWvkM0GGHlrM4qGOTSE0/FbDAAt5sVS64+jBYvMZ0WhyuufCyn6rkd
33em6mVcN0FwD0LN/DTiWfdhLA2mA0ZuTA+QGtss1pLwluhlKW4bGYUfHCf3sxifkuCdg1bS5xAD
ZoDtegnSXdEEnXvIuR0hnWLErTGP10sXy34yl11U0YtNFO9linW2wuTu6pTrNMzRvmSdVIw7R00l
ExNjMQWmUzrymCc1Ah0POzNMsOxt/c1YyryCkjGXn9+OKttV/nIH0tjwNj4IlCOyke1e+U/qNfXK
C2vGtSf0JrO9Mmwcr3uzOphgzvkZ3nJYC0fs3l70vAXHvmdVwLzbfJQ5gn9WV+bKqFakuLCjQV4C
sWxER6xd5zbEZ1yTejP2EVL6jXh3xuimESGfxM77VdyF5BLDlVfw+ry//DFnr4AoyMcxsBpAHzaj
bY5uWON39n4xw2sdigtvGzM3Em0maJAGzwu+ALehpZ/tTaAxAp4Yrubt6DW5BDemo4PmoDwoZ/au
hKgLD+gwM6X3hyPkFnNefmOBskMxSlyMJq7NY+qb3U5XeZNMc3Ylv7yw0qbwReW3BW5yr5crFcr3
UDmfrNOYdWLXKa98VmZu3nWjl19Z6lVc2BDuSMHjJUTTmPjwcikxG0ULPSyCqWA8a17rLQjPj9FQ
REOsnexaULi0HD3ALSXiCQEtv1zOqt2G6XQZncoM4TudK5fBOn4CUZk6iSu1l7x9RF69SR5vKw82
YpTHsmfZ3gzLDTVZDbs8DeSndFJpGwdGY31ta230VxZ7lcNsi9FyoQmySRGch3UX7yFPgNs4eVVR
wM21U9dLRG3LfWf7w5jotVuyeJJAZLglc/F+GHV9pdV06QWT76EyhpAUgffse2q7dDOrCIJTOFjr
Q4ZPlThOg2V3e9sT9V3LFXolszjXpKDXxAsOQvp35NQbs/blN3W5vWXVtNEpr0J/uOmsQegd+lnp
stNmEEw7WeThvrYw66U5g5fGzlJT+s9QzzYmwSCf7/Kwyj61RT4PsdcO1RADxAKk/PZW2O6fF1c0
PxOyGpIUdOJQOz87vkaoCT9GH526IK8/2s0ifgeTcw3xeWnDkY3QQ2GmjCr1dnX9JxBEducMI2pv
p77ulu/A83y0GFdDxdmcXyu4Lz3RpmIHwBS6y6vD1DjRnGoYcycsTJc9OfF4V7SFvXv7vV16IgaC
GwqQESx/7uUTkd1Jma4hu7qcq6TC9OkoG1opadTM/8MBos5EAA16MZH0LJ7586BDgUTaabBqEwUw
b3K+tsTtp3GU6RcRtDicpEHWk7qmCzInftmE65VtcukAAcNnzsMIDXTI+Q0lZleocg1PtKQ1yhel
3wWxaIepjIVXG7BWmuzac1/4kGjwcmopCdxNmezlK14Fmt4KWbsTJU24q2vZ3Tgiy09vf8g/rghn
J2DTRyHd3bAubJyXy7i9FRqlmYUnmsRZi86TBoKyJ78oP0gVdWpf0lkKd9bQDWoH/CJv99qaRf/I
xHhNTwiNNl0yjNLwvvf54D6OaZUHMaAKMOKmpdX6LqpnP3+XBnnzlXGZMu400PwqWaMg+weqnyTH
Nmp9yHQOlsf0Mvvopgb8hLGq8f2oB8sRkOOb9LOqg/KfcKyqD+YyOeEuNb0Vwgd0AS+Z+276bgbr
YMZA3OZfs8Ky9couuLDpNxkn9B7IrICfnm/6eQrxZW2iUxD2/dEys+FQT45xaFR1TWT9VTID4IBu
B1EedhuB8WypWqzwZg07Oq3k2knPqY7R3ip3AG310bMlJZOJIPXbe+EcBLRd2qDcEAogWwV+db7l
mrauWs9SXNpqNg7U5TXlALzUD41lWbcFqWSW1MWkH5ap897roZIPhqyM98qvypOPqbimQ2z73yP0
568pUFw4Dh5v3UI8mC4mmJyX+5TA5emypRdgG37zK8VR8mnNlmtu6RffO+UE6INNUvI8eS6dIVBF
F0bIqdv6hNo8WoupyN3+Pkg7ZzyVxtD86srKGq7sre2Dnh1DUpEtQFAQgAQ6CxFo0/dtX07pacon
5OsjFe30EqXJ6pf1fsa7/VYtItorZsvPos6vWbxeWp72A8klG9x9td+g4KxVVhoRyaU3YkQdQTYu
hbyhPd/eisUS930kx/0wzvahFd61ceml5cPt69Jg2XRpzu86yy+F1RVkgGHYfwYz4bz3sO7l1QdW
XACeZfwshpgCck6WwJRXQszrnhgbHw4gSFLMFPgF28n/T4DmedcQ8kF6ciuKdFTZhvqxDAUuGGrU
9uOibWMj7ffd71LPORuvCr51Xs4kvlSzddxUOpcbVQX59zR1SVJqnJkfl6WLrjW2L11BdLRtpr1+
xEk4uxfWvgoWMZG61gg5fF+QZpJxWK7U4bOTzVeC/IUjB2sBSh1Tma2GPTtyQbYAHM4oA+y5zRIv
UN6/MEbGb2/fOhdiK/XTRqpFwZVYd/bu69wSpmE0BKBK+zfRIq1P+arUwUxdw0xUd80Q99JTMVsm
DSMxRZPi7BVWjsIIu8+j04xQzxHl6qLcB3Lsr7qt26+PNKklyf8fH0q4iS83lbZXz0lLEpfaUmkT
C2v10Za3Rue7ESqj+RCl6/QT2wCJbqfvqR+IoLoG/Vi3k/ugLtpbdLeYD739ti9soBc/avvR/9np
RVYE9oIg0gkxuvWgiy59sgtMjjsz1ddO1TaLOLvTQACB/UeICWWM805z59QBNBScCxY3RRA1L1Am
bypcfpqovZHcNgk4CSfmyBQJQrM0qcZa/KX44hbTtiYy/JutK0Jge/nAbdnpCjV4MnzC7YPrG95u
7pv0ViDBfvj7d7vJIzGXYaT/Ks2vR92vnmRnNa7K/h3UNO7TYVGfA7/5+PZKF/YwG9fcziXkLZD3
Lx+K0UvXFmImJ/YGdy/TrHnWQx5cwb9fOJmsQUkO3fVCe1iHHkOdnqxX57X+bOaqhJCSzY8FrzpL
qmj0f779WNvPPtswVBNca8xHbJ+W9MvHUqVEHtGssboYJrXEwdwV38USlMvX3IKsFbtNlP/QvRif
F4HleTKhEXftgLzun5Hfcz8wZHNIi+FxvPwRVjkEQ1fPwWnO0VjOPDwo+r71MBZEW6yMU0qAHEIr
uGQGEn1/59aOvl2R73evnJ9XDezth3A1Eo8ZC8DifvlDVp0yUB1NjMVy2p/ZGDpMiedqX1r5upOI
3z6tozYSb0ibK5Cic8zrdmg27P02JiIPpAP0cumg1SKYgYicwqAN9N5FoeLQOSl9WXuynem+Sd22
jx2jK26ayEk/5phsfSyjQL9bBzQXd29viwtJWURpTvnMJcJo9Wy3p5RYOV463smWPbC0lO8Tz+CQ
dn7hRwer7dt9KHv94+1VL5wxMAnodG0qa9SXZxkZLV1woB0msHL0v3e6q++CSlyTnb9wHWN9BtoJ
xsPGGz57NMpKgRwnj6aKfryV5tKZcb2O60+NjdFfKlj8/1dFhonpCwQw7MleftWU2SZOESv96JKB
ah0Nzm1bd3oXDbN78/cvj7E7kokkVcx7zp6rN6WfCn/BITqs/MSTrTqsplddOSEX9ylJKwC7zUEO
kt7LJ1pM6czpWnrM+Zeu2odmLZd4laJ8TjsLgY5OW+X9WDRllQSek78bWxuifr3MQiS1KedrYItL
nxO4OJCurX1KTvny90RI3A9irdipdpPfTTSWmnjOp6zamVPoXlPVurRDGSUDIAal87q1SK/SXTRi
FSfGx26imCUlk+mKv49qf/Abm+Qeecj56XMXK5zqhlVQca7jyvHmpHK79QA++hr+9NLrAxFNPGPk
DzDu7HOOJDxeW7NU6DCREdG8nCLAwbs0660redCld8fW5AZlCo+iw9kNlxe9oVsIMSczMOTtxHr7
vlvaK+/uQjCBa0GL0Wc+AFHhPNmMaJWgQ7eNgAoZ/aOW1U2TVCs1Q+la1z6xmmj4hxzJ30eN1CL2
cXOqdtDbaWq9fSJfB3N+CTBHrk86g6+G2Og3gkgvLEyfl655mKpqarlE/WxCLyGQ9/aq7Gv1w6Ul
aSqBjKOuor90dhr8YQ2KjOzsZNdVdmMuadknzD2XAzrQ8nZxxmvd3Nf7h/YA9CU+KtAfyviXx48m
+iSdsAhOhjVOu1L22YF+kreveye4EpMuLkVDAsza1jw+ny5vam9irjz/JAxfHpAcEndzahIlh9K8
oom7vaaXWRFPxcyHRBaEChjOl09FBsagWaT+yWn7YG+my4Q25fTDKhZ3X5WYqQZ5mCbS7Zpbcy3t
5spJubSHmSluiicEYdSGz96qWTpGvjhNcFq8qAcDkfUfzKmw7swpHY5WZ81H7fTNGFdpjRGkU+fz
O13X17AKl174HzoRShdMMM4P7FT2bem5WXAyB6SV7a5cE9dZxQ3CWvWVb3uhD4b+Ph2+rSGyuTid
XQ66mcOgWGi95sPqIvPE+P+XKOFjyzI0PgoQDEfDk9GHvl/804IHsRWPDnYRWpjzXR863XEspvI5
GKvl37dPMZik17uB7Y3KCASHC8wGtwTztULiPKVVFk0/SL9a92n2hGUkjuEE3cHVPjyHIGVMfK+p
ROwY+vq6xmk75jhio4+A7kLtoYPwjBlTWPpPLYL0Q3uP0JxXPZLxD8W+k/x5TKCWpoinoOr+tZol
bH6vta+yQ2dBWLmHPFPa913EdPejV1ARxKO3zOEt+KUMuNBqNvpbLiKUYfzBRVzB8JBe2dMBy8of
gH66eTc56+gcjcCR1o0KLeUkUZv6kJT7eUz/RZvBlyAOlmKZEibZWfkwTDMWHGU6YTOB17hHOHKb
8Yfw87I6qBlbhF0u3cFKMnzK16QOR6l25LfMJAaMUNf3G5GQxr0R4Qo69GV3O64F8jSFrkNEs/20
HmJ/cezHsGiYoPRA3svbqkLLexOsGcg92w6JIVwpp5+9B04rKex8zHdmN/Jf9kWaPwZ20423VdFZ
6U2Wdqa9nxG4WW+HLJqHz9XoSNvfofiRBT9AKVrZocZFM923zmSs+yUs1qyM29DS4gvwjLC9X8rC
qu/m0lubQy8oCX7O2BmbybC4/pTUi+02+6IeKzdu+mLun0zRGiIRWq/f+86rkdisUvFBwUQzfsJL
b95lDfrau7GBRzyfBj3gexSPPo4TD2LtRtQ/XWe5n3qL8NBNyvsZjLaXPlr+QLdb1m33xfO7CWE3
dAm92FI5KCwJ68eMK3jJy85ua3M6Lmivf0boOf9tOWNExmUvy73s7Gg++i3b5xnZCPmDEUfQxXTr
qzyezNz6uqa2Mbyv1LpgKQ9L3blnzuO88yZfz4mj3fKf0fOz9jPGs2I90m+e71WIxeejJiTk+wKS
cBmXU7UOsfL85VaiuJkeZt1MnwOifbRbbWN+tlLPuzPNyvgM9H2NkD1ZV2JwEWBRvebpt4ayzovN
Hu343axWbZRxZNVBFI9FkOskGkXzQzLLzRLXbZ3HnibHdOdLEyb4ZkMfxY4cHQiJTqezOOd++RRg
hPZDDeFo7yJZMrkwweuMdxU2qs4RH0dnvCmmsf4NsrSdd7Wqq58yGqsuriKvd+KWcvSglV/8KDyl
vksQ817smyKs2Ohz9KkYctNi7lVZY5xN4/JktAa5YFm2xRBHHsO5eOz8wjq42PNGB4N5zC4yKMN3
S5oyY82nwKLGK2R9UiWd4JvKgd7Hj3SLh7Jf03/UHFrdzrLa5dOYrX6+i5iRPPqpIetp5/eLEzwt
Fq5xiVOko3dgup5VAE/aXFGdjZb5Bd+kglAp/Ky566PZSI2k91WwgnD0N2Bf7oG0gvfKlurdgPp6
HvIo3WWI1pP5jYg0PCPtJIM7+m0KbxDmfD/CtRLo1w9jmj9YfWn5n5dyrW5IViWopCYfVBF3YpnV
3VJhhfc+sIuifyg9RPmTrFDRHZNyVe4zI1of2shcfk6lpgeGJF85JSXA7ac2r5T5qFGihrnWY8jH
TSrcXxYjkApr9y5abp0Q6s2RQeRwv9AI8FF3qQHUNPCYq7iYAlM9FuUCkjKdMFaO9KaDmDrWBPKs
L+svc9EVzWF2Rz0fp4ze3OPYDuKd0aRABaa0rab9SEcpY9PJ1dvnbtE8tw0mfZlYeWOdp7sPQ4dK
IIoPYyr2GdfLez2qMthJ/MK/+23YvUfhQrmxMwymdermBgXRkbbUGnv4CARxqFSAJq5buCeCXTDe
g7jNsycPOa+vusczPXGysH/offb2ISceABbtUdcx/aUrk8ieujXxHbH4O3Su1vWLY4pqPWQOcLa7
BpX5GRvVpWi+5MagrKNrlf2HfFzrAAVFasd3BPt1TPzcn963aZMtCZjAeX5A7RAo2mDLQO0c1Oor
4PkIfcSiWAcZu52JcnPQiKk7iMr2s0Nbk04T4qxR7B27lE8kJFZz8KTdIx2aTaC/pgr5udFdlBXX
oy1uc/BRVkwjj827SiBowSqa5wXky0/LGIvfQdA7j0LCYYs98Pr/FEM/oyYb+OUObiHWx/NaaHM3
j6v7gU55CTLV0uYYG+y/LwTkQWKK1KzfIqtLP0ygz+8a/C7/XUJ/YWos1vETZH8kWNoa06u4KOFL
zrYW4tYQhu4PQlr1p8AZ2m9tahUf6CXnt1ZRiXbfzcoqeCtT+N2r6BnH/N2i2qF72fyLg0Df4aWe
TyDucfCAEj3l5nvkWCD+1OtcvNNjiDNh1flZGivEV/IEZcj8k6CjGFCUsKuT0gxke1LAP8sdc28f
wmjje19yIEEpcmZjYMZ53y7/ziETG+TXxjTB8ko99Cggu7HXe+ZRCt/L7l2BYETsKABRX5xV9bt0
GrjPvApD7rhQauCTAQ98ksxbmHKqbNGJUZfFL92m2t1TVBTZwVXu8B0XTav9siyh/MxscTaAmjeL
TRqTc9PquTSC07i2mDNleYrfDJyS7/O0tr9cb3QhvXJ3mN/Waem8Q9qnVn8gmTPdvera+p0dyP6b
o0NJkJ9t9YDRkv2VfoLCwdsZxiV2EG+r4sbm7x3bZi2QCB8WYC+wrnUb3galHp2EJ5v6uOpFAUvG
i4Qbm35TP806Wzxa31KMSTqY6YlUMvgKUVtWCS229GNYlwzzwrUb+kdSSJv4Ioq231VRGTW71TD0
rzqYTC9uRm/Mdj0QBWrHwF+d20XZYbkLwny19oshFvNoT15/M1gq8HZGU075vbAD/Yx/U+ce0VJi
jwN7Wj73AjxlMio7GJM8jCrBF+kouPFgQb51kl5VHskX2ndLN+r1xsMhjZo/S/UnleU8ZQSu9lk2
xWwlrj/De10g0Bh50k+p9v+p1dD1X95Oe1+3QsGabP0xE3Er2rJnjYFp4jS4eWXhjiHdU2WU47xT
ZtWbsbNSAsWZmWZ3gzOU9+UIOf5KAXah9IB1ESDMQTMc2P5ZHesBJRRENOsUiWhL0rLiERC/jFu/
lFcaBheWArxIrxdXYqZh57UeF7IUhuIuTgcygYw8KgmgWNysKOrs336nrzsglFFIjSAEAWMbgs7L
srJxzKzJ58471cje71OLMjabZfb09ioXegD0riMatzZdqleT3UbJ0Ryb2cM4gmstNr2x/bxwJ31w
0rk/+KmZ/Xp7wUtvEGAr5dumjfiqWp1wP5eziABkklfurUnZ93MdrIktKid5e6kLu3KTPIKXgDq2
/wousUzzutrwDbh6Gqvba78IEV9b0/pGpcZw9CcVir1Uc01sbK1cXVn+9avdxhPbjqQzgIn22QfE
GaOoM5wJT6PK3ENgFumdLcDWutFk7mgGr1d6upS/F2pPnxMI4WcbOp3355AGNPWEC/3J9XLjR7v4
aRqbkCyz2Ne9IxJERcwqUfU0TYkvQxPxnmEY7jFeMMFl1fMs92vmqua0RFFe8bvL8AcqTkMfl8w4
yhg55anb9SYxlVDhNCqWnRn9WJ1eIx9Lg8PbiaDKMpJEW31xs8lYvswImlVJ69be18msXC4qo6gA
NuvWvxsaJJNiU7q6hP4vrSrWvWrJm6Y0LSgG2sLYV3ak0lv+SqrvcKXhpiezt/pd3jKZqeJwmMP3
KbiT9XnogrDYG5Nsw+PSifyxb83V/d5bzuLE3KmIR5JQWlnS0vDr8zgnwGU7lAsxmjOjwk6PftbP
FEepNTxH0dBUfZLVriXeldIalxugFnadyKJeGLN00vAT01TpuHMLxyluw9I0rCNt5KXaTUbm+Yci
Wqx6RxJUj5/Lye+am24JSLkz2y7bd5NvFf4tbIau/BR4lPhoNXVVcWfDi2v3QYtSaoKESFrtyakr
/5NLCf8exxBCcOkrZ0zasdQab4oK0K8/gG+g57Oaj4sMJ/EAnNv7oL2obJI8UpXeT3lmyb0VZU27
W3z4ZzGIS8+9aadG/1gWbX1OZ+yQ971s2+zesIKhjplvEXtc2cgh7grklo7g+LrHMdqgW4WGHUCe
ZC/b/3Fx+r0dGOuUBDS783hNDR0yBcxaY6+mvlBJ4E4zvYrRK4ekbqPhyXBCSWQgjqmDoTreAa6p
q/Oxbn0xZrGM/FnFqhpF906mRdf/W+q+/uKbmwlW4blreFdgrHrvSz9Pt1qqGhOQO+lt11ctBpC1
ETqHwRTNcC9ne/BuVsOncHENS36OatH50Dhsj3MACODLNI/+bdsudnQcVqu8E1y0660S2PHFLaLQ
G+28tPRO+aH4OhbL3MRaT2gMCdywPoxeG32jzCk/LFFn32UMIo1kzD0p7ltMRjkOTY0EuqDUexDu
OpKUVjoob4SOcAQY8IbrD0qUJA4SMHKzs7x6bGOOqjnHCuOpd1VecnBEXedDPHRZ3Sb+JJsfrqsN
/ptORL/cTOYz50bjikKyZTKPzDLoKcrJLZ3YEGG8XUXn5xnneLe6NwXE7AQUW/rFlVLLBKBe8ZUc
McBwRXj6Y0Rb/N9Jd6bed5lYPlY4mY9Hw1pMtU8NROoTu1yK6lD1k/+c4ccDY8MMFI2g2qvftZPA
d8AbPOcfSgBtPKxzNH6Y0aCGuIY8pLkXYdFV0HjWIDim4VjQ7pGYjh8QdrJ/Y5DYrjBcAArGkyOR
OQ+Etz77q9HVSU6PEVmdQo/yFLV1fywGGUWJsnLdJCYOZGZCCi/ru6UAqJbMkVnwsUaUlRIdjU4D
6dNJ90XVphEWk35XHajoHKq7EPiD1oZ3cOZ8ZLphpcvdaE94eDJ4WGRs4z9dUNSo+eNU9CEjzsge
PpZ9E9g7YAW+n2CGgOGTFaH7oRfRfc0QmbCPXpctu7ScWjfu4OvlicoG81T1zjLtZd8bY1KtoJtO
GNOhj2pNaflIze1/l/aY91dCxOucAgn3zbYUIwA4z+c4LmHNpjnR4jvprYXCKHhAPyyLrvVnt473
y444ywDYIujRe8f99mXqYgU1RUlXuieQsRgrzt4wvI/qssZesZrr30zV6/crikzHKjcsK44wzPDj
olb2rTE45be/zQIAz1ou3BOiMCifs/Z8qCtZBvRAThFjsvsopT41bHu8pe8XPNHiKxMtojEOXXmN
tXopAQAy9wdxcmEyp0Q32MEwOKeht8OnZVwsaoxVHtwxrN/NVvq31NWNIAs2cRtjoQLyCpDg5uHc
zm3nnLZUL24i1ezCzikOIm2+pxh9fqVEkvQq++mvs2JI+yR0G9D8j9DJy+9tlBOkRIw1Tr6AnitR
Sd0tdhXS1TLXK0u9TnFYivYVqgnwNhC6fbkUrY2qLOHin4A76J2QQ/aA5Lv/Phus8lA5jDwnP7gm
5X3h2IAk3bJV+vpA9rdE8z+grMnHWh5RP/Ok3K47RWP6y1vN7Eq+f2G3QEPh9XmbfMQrFAWa7U2x
jsI8LZbyuyQcZ/kTzyT1oFIddfshLLwrjNbXqTjAL6gAG9kTDNE5prXwx8GLMkejvsoNimJzcbt4
dXEYjfCaB+rrGZmNKyRIjYg8mGbv2WcrC2lPqOVb2EY2eq973/4JPCo9wmlzb3uXoQL1Xb//P87O
bDduJFnDT0SA+3JLsqpUsmxZtuXthrCtNpdkcknufPrz0efGogoqeDCYbmB62lkkMyMiI/6ltAZu
+Z2tXYlIF97tZmGMbiPWR+ArdsvnmSi9knHNecyz4aBGILzCLRLK0rWIhsn+Hw4EuJStDGdJZrrb
m/9rw0jBJEz2+qYrr/SoWUV9Yrg7nhFQK6+AwP7oXe6Crc3m3KA3vGDC+vO1sCCaKmdw9bNMak62
rnndj26EJRoaU6Z+BeXM06aFVTVhUQRaEXHlm3uYosp4N/StgOro6WMdKhRa//lyyUCbW6VOicqI
ff8a7Lbv3IHa6zyWufNBWdby0xjnQsST39i/GoPGyZU714XwQKQHF4WfGtLp+8lgW8Lycz0BKQO0
xXnUuzleVmuhtm6GW3u1/WiAtvp6gtmvueH/N0QJCA9ojRjQPP8Ak77NZfO+Oa+D0OJuGJczrM3h
MNW2jAdpolE099YVytg+JLEog1aPrMYYlMv77quDOE+rqqCLOKW6dbSSoQ6DefpXRsW2CuBMaGl0
VxjY7x7NakYN5nZSnQEB26HIGzpslrmGjaaNV8LfC6zQ/6+FhCETezg8e9cuUW7AKA19jq7N1Hyy
VNKCKIeD/r6cGMAfG6qru9RV4xKPjTmLO3CyPooHiwfoHBJMdY2pe+kVu5uiGjsKIce96MRMX39Y
jYWHH+fqV2sCaWMGafxrctmeG1IwWCwDBArI1OfbZ5g70aJQVJ8FPcaHdBLeORn9axFw3wvZVuGP
ZzAPN4bcuYtIbV6aHPC2OjtjIKywouvkxgzCCuNI03C6tZds1pjNacWpNn1pXPm6F94lPSYQvMiN
ImnwJ4j9FRAZKWEr3a3qjFix9Ulz6unWCAbzyum/tIeAhSKhhaI55cFeMRJt4ImIJNU51Wz9MdBU
ct8o3TtpyuiiRtha1PSZFo3j2h/L3ggiU8ztJweSzBWE5vY6/w7KvG6adxQolCgbSHOfcOZBmX2W
qjO+DRV3faf6grBjG/pWOp5eDz+XXu0W6tBfwW0a7s3z/cMQcZ0NCG/nARXqA80Gm+ul94+i6ejI
gBICZQmOj0d74XSHQXkC3ckT4LEqbr8lO42nmYKRM4rgjX5kj3fvUzOZrtVFL55vu6fQtMJNAJQW
X/X58zGD9vWixcoXhdH0g9VzocBQerjSQ760ysZtZnOaWLb88TD9a4MmUKIq34Am1bnUkBVGxeA8
aRK8/q1eblAehnjNXywLSbn9BpVlykRxTPJzOrac8UViG8hERgY0hISckkcz61f9dqJjYR1HYDzY
z0kYjAc0e1cqajsoCvN85Ue9iA38qE3IHPmpP7j43Q5KgPSZXtYV56pZrJm8pTdNuFDBoGY+s+EO
OlzSc6NqxpGZXwS/LPSqQGUYqV68SbJ8k55GHoWRvIH2xexa3TdjwU70uCYy+9SpRlSRlor8mrfk
i0PG76aLDI2WcTawxN0hs4cRolVhiTMSCvObwq3yM9oRyYMqZXAl3V5cCooCVytuzy/ilxYAx5DB
Ks74h4obsPxmONfCu8nX8vH1r3FpJeIzJ4yktpHun2/3VNaYzqAlw0GTCOhYqj+X8GbDgU7Z4fWl
zD1WaTvU0J5RGdqkI4maz9caVQdGSS/EGXUo86m2mfBjNmsFj9o8BUtY9qX83vINvheFLopbF59s
PzTSQf+GLa0qo1YNthW2lD3DW6cZnYe+7B1tE6dhhj+bfvVThzxihGM3W59rn/FTaJYSf6gptZZr
T3Pxxf3R0oWF/DL2my3ee0jkF2dvqkEPm0xxW121Ef3gazK6l4IFlwnL5yDDwNoXX+k8ZQyFCUl2
btg3KyClO8xW0itX3UurkLIdIH2IvsMne/51sNDq0cTxYG5CUoqLTKURN0Q3fn0TXFqFk09uBm5L
0tqF184b15FWU352QDDEgO6sIxD1a/TJC6sQwSFKb/ZUFFO7nZbjMJnVC29sEmb6fvb7LnbcQf57
EGcVKh0Aw/jq7VMFHd6psoaUVfRFHVBxEUc7ma6NlS5sNEi4wK2NP+XU3s1HcYVFr1MQC6p28Q5e
Kro6TGbYuKHbDH5xZRtciM4sh9kBFRk11D6/C5mNrt2vxRlDh+Vm4GaH7WOJj24wBuuX2ci6Qw4G
9IdeFtcaStsOe1bFAMBGlJTadAt7UBKe70AYS+4mgVic60BZMcjSVgtraazWzezr9Vsjm6fPFeY0
v9G08Z5a3Xl6fW9eWh9RSP7DzBVHxN36buKIqlKBOIMZqpcjVZ+v8PsuB//sBkKkbwuzVQ8dhjnD
gYilqhicAHft13/Flkb2bwE6IvNtHduYF6VzCVvDStpenDN9lCdr7gjENtO3D71RVB8zUeTmbWt3
10RhL2wzdElIzOwyPsJ+m8G4hMqOiujZnRxAFAk3eifMIQPhlkUr5d8T3Eac594MF49G4u6mV1se
/glOVZ3rdgI6Yay2+tD6bfo0W4t7raS78EafLbblpb+KLWEnLQpICRp7g5BvNL9IY6dHGaArHtE6
+FonTn3lEO0bQGQ6SH+II0PKJaTuD9GQ9xNkX1ucnVLBcASZNn3qKomggZxz3Q87LZXzlfaacSG9
WghjILOyWXZgc/T8MetOR5ILkNpZ+uh5BX/ghvkMYKMcrThl3npkTiLiuXCNm7SrQbWlrTpQP6qf
HUje8J+38QZcwEnuDyfR3ilTsnvyuQORctadggfWx+F2DkCwDim6BQn3piMSKPU1ZY4LgX8LlJTV
MFM86qfn7wDNG1G5Wi3OSS/Xh77GsqXVNf/n68926fOinUzjB2tAcIG7SlCZKzjCnkJmzXztWGlJ
d+yDov2o8Av4IPLhmu/3pbPJGeFYcl446rsv6/aU5x29tLMOzCsc17k+OBAAT3ANZPz6o11eiroc
5VKSzj4/67M7a40vxdlVphM67fyzsRm/LYFjXLmcXPxUpg+dEaoWSJpdCCi6XNNKbPbO2VBUd/Bu
pluQuPXN689zIZ3RTtqqaAQscAbZfapAV93goVB5ttG7G++rpEtR0QvytT3kQ1Wos5unFjjcZG69
2wpA7O/X13+hfEQosDf6KF0Xj9pqf2tYwXN73UopLyq/ckLL9vWbFP056wysT0xfLZSYyi9VC9En
8vtmnMJcW2QKbAz62OOSF64dF02humh1Crs6VGsl3CMYVOMa1fXCB+GXQq2k/w25Y1804QxWWZni
7EBaSx6AEso3NDeuHJ1Li7CPaR7DXGGZ3VYeExttBPzQzjmC+ycuNiIEJ9pc6YdcOKDb3ZJNjMAk
vdLdV6+wrx2BqWEtNykPhPeS33fOnP9YGr98bKnVyyvR7tKChAJgU2iFMBfbbWYPDyItY5yOUEjd
xn2+mqd+Tpe3vrZ+s5CrP7y+q/6UlrsigUp9Q/ugPrR1ZJ/HuSbxlTnVY3buZVs/WEAN7NCc8L+K
UamvPhpTMtZv/UR3cfdFVOZmGtYRQV57Wm7dZTWZOg8CtGC1iWT/KAqG3ij5g4KM3R71OoDr4Pui
vqhmOxpm08D9y7AQLXSD3IKPNvoWfRhcObWwAqigRbVKRUE+Kf3kCIO1PgZeoanbNvGtnk5/WVjx
NhVFZx7HJO+oDIDD/x64aIhTUGwyY7yU3Rupzcr2MZ5Oz/ViL4fJFxMDcsuKE2ClV5a69LHRQWdo
xrHeGlTPX37JP5por+LoNwfLGZpT9anv6/I7GBrURIVm/i+7i14mbRMIyCT23XZOcEK0ZTpoN5Mx
eHFaW+9Sw+a+aXfjLRiC5srzXTqjjOvp9RO8aEfvXuUqhT5gt6HdJLrexbnlpHFTr9WVyHwh0wA3
RA1i05T3XtzR9LZs0jZwQUmZvY4Za2u86SB0f5isXHx8/bhceqC/l9o+6F8FIJaum5xYgMmlVfaR
rQl58uq8Ov0Pq6DQRVMAkwPd21LRX6u47jpn4+ZxmZYK7C998RO628WVVS4kNGS+YfkyAd+8x3cB
tMyzuTTsKj0nHqjdShhg1sDDHdNhNG+lq7JT6pd6DCMgvzL6u7Tt0e/DR8eGcgYg9fnzDXpv4hTK
CRvmJY86jvypHkvwFILHncAJR6+/z21X72IcrcuAgfFmBgPV+Pl6AUau3EO97CztRXuAx+UfBe2/
45IaSIwhEXQDK+Gahc/FRREk3qZC/G3fo+qRRy8Lx8/Ok2EmBzGtYzSgD3n2gUfHzJT7m4Ce6pXs
ceEoMEA0gYtszVon2PbvXzvH69w20bQuPbNTjXeNcHsuu97wWRsD6/j6S724FM6nKFqR5jniz5cC
PuOOfkn+rfLcPw7Q8kOpyfSd345P/8NK3PGYx5KAkZ59vlJRBRKif5OeARq2Q2Tkpd0wYKvlNzkk
0zW3sBe0VEIVYmUbIHyTd0Ya4vlyy5xmEIay7Nz1w3Bnw3A4enYprdD3U/cjsM28OThyBXxmJ539
3a6t9q5dpbwqqL6Xufn/H7INvzgsjBZ3z502rdfWaHKdc6O14sxoxalJiuE4mU19yMZA4w7YQqfL
jdqPfEcSlZJBHV5/+RfO6hYdyFEG6ZDG7vO3ARy6mpzZSs+dGIZwLrwnaZmwv1zh0Fhxvf9hA3P3
pEdJz4Jh1O6yV9aTbSb1qN1oW38vruchx1C4z372OJpZVxa7EM3ZTcy5NlESpkO7ODTXaws3qNFu
cjnBAzQ6dbsIXT+//gYvHRSqVMaH/ubktU+Ci2zdwSmx656hzY2xg8PKzSIwYg3HPre+vb7Yxc/F
PQiwAH4uL8rHbIIdUpt4BGfIfDtR1dd8ucRgClLURjyt3AuuvMRLKyJxGiDGtLV89j3lxvZmcguu
83gHQlUGjjZgPIDi7jsY7EsfO6X0rqElLn04GiOM8Hmv1DO72NM2Ghc1wLbnIi84htIOsPVzr61y
KYJTllFX0Hl42cdOcANltEcpriptwDrBtfL2pBBcOQKU7d/0TCFKZIuzf5V+3molRjVgHfHoxZ50
VxUGE82lrNLZlk5h3GbAqw7CmrwQmZxrjdIXAnXbWhtwYRtFQY52t6/7V8LQ0OpegmLMkQdMJUQf
mfRtLFGsW4EXmUoDXe207hH6n8xvKtfR2ggyM2A5c00ws9AL3f+o+xlz1FRY9Y1AsvoRcFvhHgsn
cfQrhcOFo/Ts1+4iIqzBouw7mZ8x0QC/voxZ2Ey9GaL+N/57zQCGgtkShARoGPuLX9kVzKCYUdP/
WcdP+gxIt4bcjjZR197XQ2PHXd8Pp9dP7/Zld4UKzX9UsTYcJLf9XeqpxkG1taJm8KqgeEABcAld
zchQLLXMyHdLLUZh0v7G59HjcQjkw+vLXzjKoHJAYm29xi37PN8MY525/VQgBeualVXFKbxweJxO
L81TOqMiFy66B4Pi9UUvlKFcD4AiUehyK9nf46VcdKyThuwcoGP/xhjq7ujAsAlXrTTYRLRYDdGM
mPtk/2iWuUEDiFsoknLE6NLvH3dOm0KYuCadNdQB7mtPbxj4ZQYIceVd+bCX3iwQPsBk8M1ACu0+
rLe4uOvIbRZSJFtJ31rGSbrChLVO5zLV2/XKSbn0VjeFfICLhC90HZ9/ymKADg4mvzhn6Zh+mTrR
ALhqi4NyjMW7zbsBASFCZnDk9q7JK4v/+dN3+xhKFoX2pnxN02x3TsFLJky1W97skOGSYI6a3cYl
zovZrdV5szqkRT0y7xzTDCMFrrxMQTLdDJXlV/da1k2PqdIwshKp2VX3M4nZiZrUSG49C2+ZB0g2
/UOgYA+bCf9a1DR+sx6V70CMfH1zXkg04CChsREhIWLtN+esstYuWrojbVPM987SGKhRZN01gb9L
ywTMTLifMDB60WXCqFTk2lhm5wq1hjt/GLOosr3s+PrDXIieHulsm83TXnoxmHE7Zx3cyZXnxsGn
MrbwjJRhoDUg5Gzawt9fX828sAU3kC4AH4anIKh2aWxEs6oR27AksTo/PUI8nMcQhJb5MZf2tHGz
GwhebNPePC3m0hRAW6GYhT0c8hIWgVOsR54jL+OlWIYnK/GhDdmzqcobr/b4A2apQXAeAh+5mBo+
7ANEDX26t/UsnT72rpsKWB3eqKKhTVINfk3WkrHGoXxjp0P1gBfpek3m98IrBmztsFfQQntpHd3W
INM8tDioliu5Rkk7TicrtbPmPBT89UqOeqEnQwRD3XYTbOWKQP7eBWxU1/oRqU1ecT4aQESLvkTe
WuqbW4pTprBwzV5+h/Ypmjsds3f91KRaMYUujA09wgmq80NtVMg7OEQk1BFW2bRX4vulVwKTESc+
anrAxbvfWOmGXOcRh7yq8Pn+ejMctRkhDacs7StR9tJSIN2BfaJ4jFDTbimUufE5KLHFQ3HGOA6l
6n8lMqmiAU+p36/v7otL+bhmcNlG7MvcTvRfdVO6TbebZCzPel/7x0VYbtxruR+5ovr0+kqXjhH5
CYAc7Vk8FnaXlCkRg1g7WZ7pxnwvJVTQwF38EDUErHaCaYzqwgGYbDTX+CcXghJGjbS9mT0CgtsX
I0nvpLp0eJt13TcHa1m8twvgr3+f31LtbEMCqMKQXndRouzg8neqY3ukeXmzSaoesnn13mqD4V5B
WWxZZ5eVWGqjDwEMYJy4y0p5rycSOxAeCDb/bSanKlIuN7J82IjuE0TzstHrx9c/34WNEoCAYIcA
R3iJd056hCCdEbPLfEFjcki75E1hTN/92suvPN6FjbI5A8MXoMYAR7rf/bkZKKKxwJdKG9dzAFAe
MQqCaRO11owf41rU8/xuBGrqfkxT30yuhaMLVc42jSEok2Bewh76RUm43zqWm7qdI6VOz/5GzFnx
yXCRgQg7rHQ+OdlKp9apGB5/0BbspiAZKt9F48nO782+dOvTaPrOGzBecIGaKU3tzcNJXrPOuLAZ
uPQwmCQjQr/fN5Vyz4YhJ5imNZRkJ2nObljrYr2pHWuNSkl9n6APdcWe/eInAqTJbZL+ElOG51ED
SaFJT7wRhjKsjm9GUJePS12hZLLa2anoenEneb+kN8RZX9+Gl7paVBicYtIxN+b90nSPFiyjTHE2
vSWrwxyyMaS9uoJHUibIL8VkmrKMhxWx/gieiWFFc+NbmKqPrfbh9R9z6UxAAdig4xSHDCqfv4a+
Qiq785zyLCAM+SH3e/NrntqteQQi3c+H11e7EMdQCoAcSC92K39254JbtszqhgQE9M+D5tAZoTST
a9pul56JepduBKNI7hK74JJSr9A4HFilRPgFEK0VZvpSHSBNe1ce6NIxoxiloY2E7NYSff765gZV
Da138Zx1EoGvnvTyyJoz78sskBZmXjBUj6+/wpcPh5IsOCLwVBRzVDbPV1x1gqUKCnnGTcCgEWqP
pYoRiOuRD1lX98pqF5oSVMJMP2ksY7pFpH6+XGXTBtQS4og/+vBxhxrxKOaDjvgscO1uzrbsEHfq
sfRtHvCFyZAfSQLg44tytOWEZ12+0B9Ox+SAIlWRHdzWnqpDW5k9MjMoQtn//EEMY3OR2aoOC9T8
7veaXQfRYgLBiQG8OkCfd24d0TQ3HClx3wf9emW9C58DotB2n4QUgXjILmeCp2vou9TFOVGFFVF2
qKjw1+Cmskbv5vUv/0dL83nS3FpfW4OUZhQ0j91aad+67mj05ZmgsnRxNoxTcuNmI5flmTj1qeba
/i0pu7Y+rZ7Kh2iBroG2jfKg6utVi05P28vMfQMqfcbxIQ2eADGpIVTBrMNjSKcpjTGndpHtKyay
8ZXfb7JXdr+fgQjuzNTIPMX+23hrgptgC4Aqh6f3PqHd9nNKqOtCezFXN1KJY//HxTGABYVVlnkU
no1BjRByuXOrspjDDD5NfqXoeXmCoWWyvwHG0HjD8eX5Bud9DkbQbanaqJtPRq65oTUFwQE6qvHY
DPOX11/CheW2zj0BlxqLdsAuYOSaPk3lmJd43XIfydo6fYcGA4CmwKWpA5XwGmtm+wN3Lx07FZoP
IG4vYGUKrCosTThgf/I+/zBlYLJnXV8OC0S2UyKX4WZTQ7tS/7yM82CaIdeilE/Bykz9+UuFDVDD
YRPjuRE6oil+h25IZXpXEul2xF4+HSNTLrVUOfDn9t1nV+aJPooyOHepsrKjC4slfYcigHMIjEXL
QjlpKBhN2ex9M/qp7g6ZM3dePHXtuITS18YnyYXE3Ghp7td+dlIUyspMvnPabk4jZcixvYNV0nfR
VM1LzZhZodTG3DDtTsmSeOglpP08vu+mqoR+vg4Vd2HUGPs366BLFSGpGvxQeql9tVtHvpdk2ZQ2
npl89dM0w9SzpKxCC9jWfq+IYyx4X471O0Om/Y9lmUt5h+3t/MsxRlyodOWMVWQJeB0Rj5KVYWH0
mCwBGOs+b0c4C2faos6x7TdlzDXwFvG+stvyk15J8dVDNvarMa+FOmVm2X3O8K3UDkaO21VYqmnq
URBMhPiv1NqsPg/0hpATCUokIRBsLvuPU1L1sgxxMxb2aZpcRieBhiDXjzS36BEuS+t80PTa/5lP
Qesccurw6WTmrSviwhC9uhMao9I7CV0qjZERLcUbHKUW/Q2gccv6OZZBjjOGYUzrLyKa6COnLU3g
6sZaJVEeLOVbZDU1Mp5SjfG+rJL2o3S0BHFj4G2B/oRnaFDdaGY7WW8Lq2Y2G6Ido5uEZk+rSoUx
ngCY+mT62eBG4LCqmXrXcp6YLFTuGy7wy0ksa9tFAwRg72am4zTelCihPGWJOXzdDAWrWAJneBz0
xtBv5pL/A3KB1VTFRb+Yc4hhsJdGKZj7JqIdNrURAKL0t181lh3BdyxW3C9k+b1e0gk7dplODC1a
3/9QoP9WggiT2ZfWSRrUEntVfutVbpeR6XfU5AvJLgDjBnDvgCwnhlqgeYw1RFAaqE6psHgNHSS6
ntDRxhrTQBxZB46fLmkMTi0oY9q98+dkyYx3lDH9N0BEfXXIMN1Th7FMJxWiLzAOiFMnSRn58P7b
SDlr95sz7sQj8IqHpQuqPMRu173TqsEHaucxeJS1IYyIm4iIiqRxBwwbsvxB6xRCFE6HNEXo2S06
mFjt1CH/VZ/TVpRvCseqTsjoNT8h/cvgZIrFaOJO1/0ywt3Oe8jRoysQ2jPHOWL74xJGetAR4Vkd
7z9jtJKvKwqrtzUSIvMBVk3ZHCu9xGoVynRi3WVta0IuEY19i5kAVbbeTN2bIS8WkLtemjyg45d/
DUihZYRkXvqxFknxSXfa9XumFR26cHlmLFFhJukvO58yLcxNGMiRgGWJieOCzDeyq16FUqzRz58t
s7XeBw3cc+xPUvF5FqvzGKT2MEVru7jvEKmFspzl/vSrtrUFF5Sxpn+pfB/5vgUtUS9su6ZII8OT
uR5n9bgMITT3UeN/H4JD4Q8qica1Lu5xN04Nniz32iIeutppY2vp8uUXtD2OchfkTobDm2+XN0ji
2HeSkdn9mmRBLPGUb8K6HiaEIQuUXyKMc8c6rhnuyVC6lR/Jsps+aJarunjpJ/PeTq2SvziVwo0C
/bxoXicni1Aurb7mKOH9Fo2GHkqA9hVfd0m9nl1YVe/bpc0w7V7y4QtCrl0aYYAp17Ca0PiNRjX3
Ffo7VftTOGY9hQnBTMZdS/vw2Geu+9nVi+l3h1DOZwvd2/nQo7PlREHnZu+dRnPTE3hyiEBL1aKX
l5XKGYBo0QiMKfgDgyonTbpwSjVs5jAwS49WzRApRNFRvZ2FqQsinZweE9Ok+YUzKa+t9grrV67n
aXZYVLt0RySBfVo7TF8QDkTAL/ZpleXhgILdY6dlyYCKk+t8ob+n8M/TUlR+4GWuvzXmvBuNbfbX
cDW05Us9T5WKglSTN8rmUh1NrTA2QZNWE7HLnglCQ2uq93Dciq8ALMCAjV2P7g7mMP33FIHhJdKr
Wv/h0p79gigOZz/rTPEdPRvsI1K7JDwEU28lIYLWNFKKPN84FrDNHHSU8+b3lAMhipWDlN1hHGfP
i1pfL+9N6AAPBqyEOernDOky6nPrM0xuepB6PvjNY9Lrbg8ibax+oAlGb1qrDE0d1hT9xqPpNVZs
Y02tx6I1exX5XjZ/bmDpUJo6s+YcUirxLhZIfQ+xpxRW3Ksy25n8Z8zDycXm2TvgqeKBwfE04Avg
VBOMuu1mOdd64mDcVDcb489DuLRAJJqOf+QIYWqIP5koURWTZn6mPVC3ISAmAHpDXVtPm5TPW9hH
0A1R+4R/2Mp6qOLGLpcH9HI2DewMZU87VYCbSJHifjHV8mjXYn2skVshgM+5+9tPqOMO9Uo5TewQ
5i2aA4NOpkx99Ldn9M7CoBl6HL8X5JBCrZB2eWe1I4I16ZD9QMsSd5upyDJcEIuxfexs/AeOCBd7
TyNt/vo2b7K1Zfxjd+e56YwfLeZsZTw2/AmDZqLPDUEDgZBKedPvZlytKawh9tBNlh1hUO/q4C0k
hySNl2HxToZZdW1kJY5bRY2T9f85FZ4q4droWXYslh4PMVDSwW9I3GpBHFWhHLPWZMtIAgPMUO7O
2zJkBi1/D7k7rtQWGXrvTo3YVGgAK+gjI1VpiSBEFdxnadbdjvrizNFSBlKFttUWX8dyyP6rG3Ma
Y0x3/YWuNsKfqaXXnH9HsysmTqVDgdElIwAlEqvAksoJbZS171ffHLpooWT+gO7XsBw7Yv95cOck
iGdsvnOkGEHS0ytcBh84de75TAcnsq7rJuoLGtnoaso5FZ/UsgbloUK90QrHXPPvG/QGxtibMRQ8
1GY/dzcCttp/VqVV74VWoQ3lSFtOUer7jYimIhhRfBBb1GKKsTzMaZ27N4VZ5G+9wOqhmKC/Cp7D
UeN7YSJKe1pQdjGORAn9vY+06ExRYCyHepBN8I4rfPGAKjp3X9TtPImE7gLUbdE2uAT5ZiEirymS
r3qul33YpDppJ7VcDDZLlFzyO01LmzrsVV020QTZgvw4zg1HlGj/X7X2xXu0x7n9I55pNhGKX6t5
s/bV/BQYQ3rq3MoJOC/9/Kl2l/pNtlj9J12XpEG9q5g/VG3XJiifEmGjFuwUYmC2TvLXhNDLG98D
d+Cqyf1W+gUnTF+VdZsU0u95AlqfYaIIypFRTg3meRqStGFq1u5b7nI55k6J3zWxXViDfkC/xDSj
OWuJi+hWOU4MSAcYUYk6g8kRCfx7QECFwb+UJSjJT2gssv0y7a5DlAIhzrZDUdnLx+C+LpnbkWc8
qYXJFEzoKvd0z5mflRRehUqT/xrTGXKY+RSxwClREwrLzmSvJMsgngZ+WxKWZmZ8lLJJHzVnCL56
nU6ST9G0/TIUM/K22HMk6qhWpE5C0MGGokPdaHWkutnV2PAVjvS+W9Vfx0AfGzp3YrixF5VVN+Wc
W5+kGkqL+4eRI+6tTDCNwYDe+VFvNRtAtwNGI8Z/CBl/faqSextZUC64NpNisEhO1oTcsEoVNouZ
TceMUU0f1uCutmrX2xSIXUf8HMxqVTeVnWkfpNTzIuwAqj8aG0AkctQ6ckNwgY+HoCPMm0pqM/M7
lYscNeFp+BjkTatHovfH78hGp3eZx7GLEBUr2xvuyYhaQakgk2hcdpD6NqX9TtkJ9ljCz4zbadFw
hUAU2+7C0p+GT7PTOfxq3Sn1yFpc/btoiuJ2chPMgyuvqREta5v5Swtorw8zo3OnMIAqPkfZoMY+
BH+PnnkiEIo/GAOFeIT8nitjtqpRRYyS1K9M2KMRqSD3UIA3O01/a2gAQd5wOfDK0CxMil2EfOWH
Ns/rLqyr0vwF7RxV4zSo5CH12kbis1mxyey8XyYUG6v2fQqksQ5RHkh+WoPRf14bqWb0Df2y4j1t
NwElZ6nicRE9jXO0GVWYMLQEfdO2+ceuWIN7Jjfk/9Vd1HTEyljaYdEG6a8egakfjD3xFnD8Vkco
EE8tljXz5V3NHOlJ2Q4Vdqa7H6QGOTesNCXepY3OAHapnPlHOQXo1wUGPOjIrptuihcqr5/IlKov
qFs12nGiHvmqrcbwG20fLGOTefC3IC2XPhRULz9kOfJ4ZreMdJfhAbxLmMdMR1Mr819c0ebfZVNu
koAenkboNDYK0WI1tlNYZDZBOJkdfvCEAWZjldwxZEeLKUFRCkQD0niiaspfll8r1AMDskZpT9gu
tFm35nFfaPZXe+BuFtmzN33lQksgI2CBk/QJz3cilbgCLkY+ZjFlXrO9H4mkSL+Wy3dndtsmVOPK
3dIxV+s7RFEqHy0f+zkWqC8r+Etj/TVP8unJGVDBCwvJ1QmnlFS7p2J3uL4OeKqcxlYaUzgM/cxn
Lp02P1hN2kFeAGfZkxXn5ZvMRUJ73VM6ovWpX9wmQVUTbZRYfmpTmr+pzbkrHioDKFCtSfczJhEp
qn/TEkBGwALdeuPrbd7EfifTk5+oXsTUnQ0AFmMZm5MckWcIZ7VYiFK6SY2pRWsO3JylbXKs5VxG
euJuDWOZksZz5an/CtH6AgHyNecOSO+vPGxJ+/uqIVuNEUCaoX0oRIKAs5X/dt3eLmKn08oPo6nn
FR4ETv0GdU2Pwr119TaCV2DeWRA2aLQhm9+eJqrHj/7iDirqpgm7CSAhGulPE8OTSFY4aYG21oj1
I11zUxVBi569DNRj6i/+HCGgn+Shhvbgj5Kk8TOZ3fq7sNI1CFHmRVHbc2qHG7FL1WVs/lKEvwY3
yAJH7S9L6Tl5qLRZeUfy/vKx0Ov8BzCZ9sHzZvlduavhnebRaPsoQLUqDTt3acgYCJMjRrrijrCl
bCB4khsOl2OR2T+GQfXvrJx1kQFMxqe5EbLk1r1OCToChUWqIVc7kd7O0/uSf/ahzLVAO7nSWL4l
UgYfkrEvMKLSAF5xElpFZrZp4Id/KEJhBqzhPBbJmkVaOaAH5fqrY8bTVOWPgtr3FEgfRfLVtYnj
KBU6xLvex+kDlcj/0PxpRUgxqNQhUAkGXugi+EVk+RkB9f84OpPlRpUsDD8REczDFoEky2O5PG+I
qvI1M5mQCQk8fX/qTa86bskSZJ7zjxu5qe9MjQ4xxvE+p74MHJXJyFGkWdpj/Idape3LN66+BE6D
GGcsw+2b45pnJdYB/2DSz/Q4dygGy9QBAvjWWxA/ztE+7gcvbOq/zEeJn1JhOFwwZegIlGJGcQAe
MBY3ldzBkRRJnebUJKYBsrcbbg8Sf6nEqFFSnBo2c+JrSZizMMUHlpNXqlP36Fa27VCTIy+4mIjs
5wgr+fWbcZ7I43QHQj2pgDHxrSWN/Uoa5fyI5ZthaKcT9Y6hmXVtq7qSPt1ALX26LS6AXb1bHnMh
Sr+OPhaxqLwP3PKX3evuPNC79mx2pazMSYYhSQsnXkVmiorOmz1ezEBARByTfFttvB0zlgrgssXd
8tivur/74iRftqXpDKjGxIGQHcn0TJd4c8uUKgUmwHmW3otHntlXo5OVboEpNgbwWUn7hr1xNkys
ZqoPpZ5s51ABLJNcGq/yd0kGPc/FMlYPtpV044GJrrKOGBNhO/BBBs9NFZLn27nzjnwRgGtLfSck
8KSJVvEddotWtHtEO3d9ElMl06zFs1m9osggGdz/FH/NQ5u4+AkjpyMOstYrn7Fvrm5kN/oqkGT1
aduwlKVELpOF7E9J+UfT8FweejFKbpiyisdcsrX/53omrjItheBa0Yu3p4G8prIKhMUPhddzp44A
NOroXB12F72Py6PVNVTZ7pZOnmRImDEvsb0DbESTpzMLtHXI90BYPAww3g6xzLt7EbMIfT5wEX6Q
5YKbLe6W/pflO9U9cXFrCKK3ivdom5VP40S9vpjmWkJQlFt4sSZhRRfkx7EDsTTTHcElH4WXwpvW
HxlaBCVL9HM/0t+AZUrfXhJopYSDc9Ld/C0DM0/pplv3jslsm0/91eqXJjUYz2Ed5Po4McZ+DUk4
k1MDGf+a7M1csZCrhlY/UK4vOSTdy9KPDC3FKnHBYSRhF2spnHlKEtFUbNrCpVuFCNwQS1Vk/4YQ
tKabQbNbp0nhhg9dUHh0CPDFUjBazl9rGfR/meDcH6/f4AKq2l+sg5EeQT6yiKjK0Xp3iEoeavsW
D6mcEFYXYs1iU8o/VMlsMRRaUipCHJJQ5Xovp7cFrM1leC9bmTMLAC1G817TZ9RX409nj7aCAyr6
f7SccHx2YLYxGXqC0uthX/sn1TrVDwoddmx3nJeX3VHr4+ZX5pPnw3sOQ9//W4Fy0kqvUIdSU1qM
X7QwWvdlKUr3tLdL+WdjYowPU7PBAyYRy1i6kxj8Xppl+Nxbx/5YBkf+nsgK+rB6NYUng37wEb9+
9Keuy0LmUpH1n40gcEO2ExV8QpeGqpAh0/1vRwX+qQgx+uiGtV8PRB2xuDKput/9Bs6fkSQV8szN
vCRz7LUE59lO+xL6BfF5rVsgKvG5/+00qbRKrhWSyXQI7HVdT8kEwsLYIvQbxLX7q4kSQSRzJW6d
sY7as+5tu8paskFIA+YyIRS58myiz12Kn9LN+OVLYY1bCQ/nNu8mqSyOzdXYXi7EFPw3WNEGnArl
87HXc8+ZQf+DD7Td2jKH8zEXGZqVuFU70m9O6VYjh1rpRaeB5pk45blE8sxfR9QAyc93HEQcb3Uh
CphX6Sw/SAk5VeytipwD5JKwjnxfV7aPx/xlk9HKvqDZcm48uZog3QQ8YioTmsFSRo/la8Q1MKTY
XmKwuIZZNqVcah9SCogptJw1J0zaI8CuoUxmHiyvdLv/FAADeLZjI8aclDccfbSFtEXo2WN9ribs
uNhEOBpHq2Ml3iWpKmkAULhlAvS0RErSdU80IBV8H6YPBXcujVyHshmni3GJd+MjNkuT9VHp3Xcj
Yd6Hrmrtt2Kdwh8FffF7KBdmDPKAvecZpe8EThgIn+NJWUnmdd3w7mrTEydVR/XrMnuL92om4z+P
SMnkcCRAMgzf4azVf/NIa5RhuifdmaWZuy44hXUj74mOpzDLG/vpzqnRc5wJ4FuIuF9E8TVzdtww
Ga79sZFoKA5dqMW3XxfNnouii6c0pEhJpK3VJ6zOYplfR2UqUFbO7Oq0RHq+T7TGC15H5fJTjea6
sbEg/gq2Vj5tNSHIJB1MnmH4b/p7Ix33qV1Wm+42DFp1Ggu1/TR96N2KKtpeAum07z1PaZDt0Wie
ttWb/ohmDN8GiHYQNGLP23Twmvm1Q24t7ghojyc2os6wVo4uw/PSOw2Q0LIE7BIcpPX4IEFXJ+fc
idgjBFSGATU1QPv2JjRNYl7k9iFgwaTKHFZgiJhyGtLnUxthcJtXE51RuXEIt5cjTTEcQWU0pFa8
OnY2cb6+NlbrPcUgp4wbSHH+M7brvs+tsj4mPgs9PjYd6vBCysGeyLb+HWnPh15hRaZLTpjmosG0
ZFYpecUBOWUetO12AheWa8a8IVKdK7lawwvWiME/2hUGoe/Owa2c+pDfmtQ5il3uWQMJomaIgbqk
BmxjRprTIqyLh2D17fVA7HHyezDjOp7dtYioJusbKmcBF2x5dg1LXB64PXncnTeU74OFThb4YgLS
6XZTkfMvkqDJqq3a9a0dlk2Rr94eJdkwhDHVQEpGJhNIMWLGEj0849jYGoj5bUSKHRm+iDaZzG+A
CKEOTdLZ8XdldwGsYFxN9kXNzh6kEbdndVDSYzzTcdHRHXYd008QQ/vZVdfI1jGUY5+NfT9u4KdY
N3IaX20WQFo8SeNKNgQeR9E5q/PkRcmCdJM77t3dihjwfwiuqY7S93o7D/tmfVuiWSeZ8SKNgzmE
ykp9xBf7Iz/f6B50COOW6SWWt1za/ccyGe+cNN34r+UGq84Lytz2GJutb47hOCaP/aL6NuNlAUJo
3GisWDPCNsmFg1s0reeAAbEGYJfH6/Xo3JSmFtF9w6Lwr+j8/acbF+9T6GoTWdM5w5CupLMI2nbw
qpA6tzs/tOUx2aTAYTo8OZF09dMW1PP+AeixqvsdCDzMfcYYKrw6U/6Hi6/cTg7UXX/b7zGwjJir
qH8TZJC6R4dgfS8DFPTHG6TFTXlcqCAUD/4mizUtzR4NNwY4fWIT9bfowHvBEAwaXW+X3vOV88Gx
xUaTSFwIdUq330y7WM0d/LDaxN0+WQnBJ15Kfdmqc8yj3QtTFS2h9tqL6VG4V4FYGwebm/VUMX6L
GijwD91Ntn/SPGgk9NY2xF1V2w6VWXJo6M/D73dYdNUVnLpD7xzHuJzZTXl+oFIdQ4hbXfiL5v9J
A/iFNKpQ3ybXofvVuFW8/ms6a1a8wRw+acv6yPelarU+kL06c7QJmwZYdlbPu4/WNawvbLsUIWGP
aADSjalIDi248cN/9E3J5ASU35eHLlbwI1VQJksON5G8VVtioQUcd/eft/lqfaYcVc25MG2bHKxl
YURVI0zuoXdE7Z6M3EZzT8As/RlWU0PqWRNH75FzbvxZPWuyj4b2j096qpLu2O2O+ZZlAw7SFttK
uWmbOD8L//HlDgiOPH8PEFO/RhVn0GnbB5ZHvh/nUdi4zw4ShwITLjE83sEhXkTfudZQn2e5yCEj
rod+tYGj95uLJaZyQTWD82QVY+zRxERTyJPPACcJa9jn5SEpTAxFyftvfjlinsw9WHXkfzgEgkS5
opQdpkVsrrk0W2xorgpQrBzYMiU5nZoXIvMFLvl0WVRgU1sHTpaREm1vNx4F2PIGWJd0AfT3XCIa
P4Li3OKyOE+BllUWhLVRJ3dGTpTiXNnclw54SKV9a2zAHRso/TBudI/dD5HiLujYY1VmpgGB+kp2
TZ92cufkRihh39rO0gA61d5EE4/0E81qREDqJQF4+97lBseMNl3pnMW18I7lWJAEWHJeLHdDMvIc
QXHva6YZfcTv5mqe4K6qicUh9X62MkELWcvHnIsmydEEhOuhEHr5ctt98Q8Jxug95YHT4bnsokYf
6cQI2SISuytzd1gGfZj8Zm4zRRvNlhckzLlZRRj79t7GvWtDVvpz+BIoIqUvCdwqSyK5hhSuDnzw
shn06zSuBQ4Xgbj9sGAyXQ9Ky3XP6m5ZQmb2Tev1ooqp3rJ19+smx1Xj8meFO36aypqMeEjI2X7m
P84FKfjj3pQ2ysl2PVM6ZeD1v9mk1AMhSDQ0QvJV735xvY4qgs7tO7tabXOUiWGyCAzzJoydxZhX
hWUvL02puRdpQ9gpL9PBDvutI09SkUpDhXdJLO3/9llvUd81moC7FLCyHVgbinl/E5s9Uk8RBLQM
03EA8yuIqC+O9mL78hUighBsyOK+vAXIQAWgaq3BmOG3wrxbK4SI6M4UVHbZOcsbMHxVHve1IG0U
p0Q4ZjLGOHypglivD8McWfcB8or4BjghlKklbaqGKeCLX+elCABLKwRhcKjK4gSbkgFozm99Kuoi
lIcHahETgFi3lyB0Tl9URx2VYZ82NdvkRe4BmcBDWzvPILOsGH03ka2nkwEktZ8K9VX5jtgzYfaa
RuVwlyotRuHXWTOg3/mUdJkA+UBPNWnkdUN3nkSt7MekxUN57Bcqj+4pcA45wRcgAzhNeBKmHqwB
VGwxQhDq0xUm1Ccexn3M5klh7amaDpDXQflrPXgF8vNfwTWR473VVVVBBi+wtblsCvZeao+64LcM
a3vJ5oWA4e9GF/EIWcA52jGfg98Azto86KPNEnbyJyDLB2onmzqzEL56uQ5Mos9D6av5mKAPrH7P
0zoxTuCKG46rRZK4JOVcnI1R+qUnj/p2mpp4ytxa77CK6Dwyr6JC5i7yGiFvuOV6lIa0oZRU+imI
wqn2lvVIqkf/Ad5VUJI7xkWVxkUw//Q7NaYEBHSzfyPLiVCmBSvIt5SOejSQXx9426mxADehYoYC
pc07AhVb7k0NJFS9xGUSb5SD+tFI02xjFWQJMRKvhCBDeqEu8I7DQHTgC9k1SNYj4Q3/NbNa9wud
VMrklqljVCAceTcDZZHUkfO6uc/oL4SwD30L/P2f6EzXnHCctv1hgseOMneIwuU4+tD02MpWax5F
Gu1NW4epbS+LvC+JFV+IKwaiuUPzWi/HsBHjl57QRoFRzTXIYmIPxGcQ7VlwIlKec1DujkG/W/bp
nW2iXx6nIKnucBVP5amatsU7CkBiUIKlhbdVVMkPyGwGr8ik27ZhOhkdo+4JJ0BBNdp+lAa40vp0
tTxzX8PZJ6facJgcHAVleAj61d3O7jixzc2Wqufj0I7ypBFblQev8/bqjiZEq8+KGcfwOSYgCxXu
NrRbRtvHLA/C3a4NRRQIzQc4Bm5srvnag9f2Z+uwBVF5v1IOQpD6YGKQvaStHjQSTpRE1Rzwh9XO
ntNCq73TlgzTJ3Ut5cOCaxktTM3ndggE7o87e9RbVY3hw8bnHg4J7T1s3yUNombt3D+EILTPftDJ
r7JwepQXy+7vT1flTXzveAugK9olRYgNoLc8AE5RJWVIkP2q20BWqUclmwICsZI6LVWY7Kd9tYb/
nJoX+9ithR6Ow1QHwYmXUce5W0VLdyQ5ApGUFhsFkK4VtuspRFGgDqouo+CIIUgVL8vMspxNvn+9
EAZtv/Mfc6Y7zcDq/DFSJ8FJCMtxMzr39uoo41Alx43OJ/k8F0v96jc+r24tpuKzjRMFgrH63hd0
DzquhtgwKpwBDPO1NMHXVGIhSUcWPLhihhZeeQ6mNwXmVh2Kahp/jO/bfVbDDT2ACLbIakJaXokG
mBA3xMFClcloUwHL1FbYqe2J+loiRXcTYYFlCDLe28NrJdbkla5x+YNq2O/u/c2uES/3OB8o2+h6
uooqMLbAriWetpFP9lsHo6jOSLcEM8ACcv0yR1fSgkl7/hWakX4GtDg9YZMxO2tsifEbgq6p77xB
c+EXYaj8W5pClfow6CWjY9G6yj9NFefLxbWAeE/lrrw5G5W3oJlxTY8FtWCxaYCU1hsamvVvonl5
RC0rlF/0tS9/DcrrX1ZCkvNhKAmZ4Y2syujcrMQFZNW4rOpN7oXtX9VZ3nKe0cQOp0Iuy/Oul559
epKEwmgY+iRz4w3uqLQ6DVxX1XQFSMl6i5jDbOqMkIliSmsZ7ScsRqBlohonckXZdyvKs9v+P0F/
G+TUFkFGTyWP3r92WOk099x1d0ExqSi9QfTHl8AgIVM1DPT5eBXtU1m4av+T/QLJACDa1r/NVEVx
g88Ld9IcC1jtFG+IIB9ZuqrKZ0DY5r4VTf1WmbZrs1Ekjp230TyJj2gshpAfzYNF8Vp4s7PtaN+Q
LNTbf3VhEO4gxg92JFVm+au0tZOmMNazPqMUojIhCoIiBnJcOBIitw0ebeZh892NMxjL7EHPHYyt
cBB3g1UJFF5TWB8rvyFbNiFzj3Q+T8o3+m5VdZzMNJkzZ1Lr5fxvB2/CCjfA6zg8z2qkQRE/ar1/
OFVTDCcSfsk+Q7bnUxXGgwrsi9L+telKO7ofw6JEq1Bqp8zXSoOh24kVXjZrloBFVTR2cDjTdUIl
FDM4BFGAYKTEeA64SokoiiQImOFm6BJS3ZYhploL7VtVITORwFiLLPVOzXAMOuiIyHrbKPvVKV/X
p23FCshLYiOD2Yf+zdaFllzEfMCDnMGkUqYrBbduts9dNJ1ryPU/u6qBzyKw44U5rmwZNOpqfFmW
Ollu1mp1/gtVFRb5BP79q9kVIiOuygpnhYzCKz3Zzzm27BBLyVr5GXxi8DIipwlzLA3Ff2QRos25
hug87aHbN6ek6O3owvFJgzvjtudyRciRjTjY6YIT7PPVsWRsjE8BP/yPzfc1Mt/qqD51CJW7P2oi
KT9l5ICTTutocM/QAuUFZ7w13+B1S9qrDmanQK5f2e/pNHPGZxGCpqfuEAPyqSZ21lvOzcYcgkTG
eXz1jqUaRsE5BwS39icWowq3X9lW3QXlcrsiygwUxvQIpO3IEz609w4C0543EJQjx7BfXIZpm+4r
zc9/3MPZ/g15tjxTcZJ8uYML610pbkcbfNrm4UGoaP/UU2K1qYbYrDKIIMc7tskKuQEK36EIWwHC
57GeniPj2yajhHXF0jkPMk41wjmDcFkZNwd1byH9nNpFPw5GX9+2dJpM2OUcXULkg2t9RIMnrLva
YxDIkhEa+ODbLXF1buVa+y80GyBveiySMDOdHdx3aMCq502QbdSkeu/VfECVUt93mr7HR283EySf
2qrk5Fl1fU3SV86zjQ+TcD6rdtdfYyJKzMO21P+tQjfmdgUDFo+MJNs10yAumIcHW9gnqFfGET/U
o/sEMiV0brFJS07XuHkXyrTUhhduML3s4L+MU20JNswQvlrvzjhay93WObBzO+aS4AH4q1uOtAkE
/qslut3LkHVR3piEtRdftxSDdwPRUpUpBts6bU2jLb4mmTw1LGjA1xCj9hlBc/Lpof5ujnr2eW4S
GoaQMnre9m9eko07sKUIFDUOS3bqFrr8seSULM9IxyFefWjV6Ymqsg0VKWCRedq9eflCUEvbJnAT
0jxaDMP+5NNa6ealTixFqvOm1EGs0fK0z427MMgW4lMzCJX4T4T1uUmLYbELXFxNybWh/CXGB6L/
hYDCSMl9ozHHUDm6/t4pDrGfNIARkgl39v3xXJuFC6pEEffLjTbfBwcJkvfB6ew/YzJFbx5K/fm6
542ffdk1yW+3oBMauLJvkjtjy7J7WnfviljFdTyeXGS3aHw9bquDdCF7f+01yNLdNI1jQnt7BL/g
66X9HeAzDR8sPbvNiQmocHO3hUi5KRGxWeBcVkF3VBCW9XrXBOBRuZnD5V/CVbscVCUlR7US9nDs
ubfxyDuOAvsn/+2xQZPYp2EtqTEMaJ60nzYAJJGR9TUUKZNGr4++3LslRRY7kY4ZQPujnLymGbB3
LUwtcnf57RnGiD3194L6zmkTQGHCpUu75HsnumoejWC6CGN5sDlwryMsvsFMbHDfAPtoKC8Fr2By
2GowTCrN+1gwv8hriSNRxBwPibSnHzpNPVoR0UfPWz4lbuAeHGDxz7o1nUnxgHpuPkdV5N+rSfA7
+orw5ntyLZBQy8SV6qUDo92PGx0l16eRUncMyADjhz1UQ3f0kapsSDHZbhqSPNBEcV9zCS5h8OFI
gKYDk67Tn1pLyenWLG394kyyV4dFNZuVzSsqXRhZ6uZSH/z6caeBwzrGAcWU+SDLUl4M9ZrVrR/L
hUnVW9Bo8tUwfw612R4ori2J+Bo7Qbrq2oiGpVMNitE72S74QZru49odeCYxdH4evQr50DpK+ccE
UfcDFxm/0E4DJD67BfL73d3vab5qHzucz09mEHrKV5gKFJ7z5j53DMJw3tDdz/7CJQSnSQQSs5GZ
9KHoXOTP9qyWo6FTOqEFFJYim+NKffE2jFylQABQ446h1UEwhX7SJbtgltgm5HBbGcQ/5Zq4Zd7U
ql0PCOOUPCfV6P30FvLWPOwQVbBIxm5NdO7YyBA+ul3/zlgA3lfFHXHltEN19PextR+djXP+AI3h
TjdePRf7qUWy/olKChOEu/XxixPpcHqUiPQ0kFXkGHCWuBCPc7xxSKt4IcZuWePgT1XTMn4C6oAt
E6WqL160JZgaSLDvzlzqGulpVNp5FERTn6NpRTyn8GDe7kyWG0o7AgYvvZM4v4RW4lwMAkGTOxb8
UVttCgYZYfuXOOo5Zb1JqM/l2rV8jKqG8529nUOWD8mS1NZdOP5xuFBe1yqkc7QiHsfL6dbz4nNf
M+DnuKF8yZQzBGRDFaWI8L1IlGVNaPp/axfP7xtFp/PFimxz0+py8Z9jvcebD7Fc79+2NNh6/MGF
CjBkiX1OqPOD252DK0Ng3gy4cuWYHPc5YP8Cu12r/uhYq1NjYTDzU2VZwzeJH+zDm21PX6LuGnFE
qoVeuVkWoH0xSBEwnw/2ew1jUb3gwzGvbCh46tZ4S2hU495ENeHZuGsm7uGNUf1v509mpdd+5iCb
4qs8y/Zi5M89K+ZDg+bylVAB6DZ/rMZ/EVo1ncZtIm8jTwg/j4sZMEftNCADffD8kHi7qkNcucHX
6pTN21bHdZQqCJMqnTZkHniv631J/a6q0WFdycO7mO6ZNXcKxVwZaQelOKZrpBzGs1wQFLWR/qVJ
0njx976Et0An8S+acTvfRIvZ8VHbezgdIxeh+KGwV288eYxpxZXXp/p1gcjIR6ti+iLBXvyjkDmo
LnrAtgaY6LpdZhmPA3a2hD9xMTPS3vU9lAZK/hFtCYpCBPSDy0KQdyq2VC6Tcn0gOcmEf3e+SXJW
mBjtWxn5PS6phvbZY1VTWpuHxtvacxet/sj3FXBGdHuncfws1VpnrDXk16crgyRFzTZcCCC9FF9k
b2H64qfw6gxu9Co4knby15Yor1KU4139sNuqG3MrjNF2MZH4VBpP/sDZPIxLMR8nzDLqHFuA7lC5
O6rZSTtgzArtq8poFBEJipsNiW/N+I1xr6RGLCfR20XaUumHNjLyPoquPds0X5fRXehtzl9vJbsY
ZnUx/glgad1Oqk6M/NOqSLmHekEjf7mqxWRGLQYYCBBfvGShVeLyYrSI47NyTNPc76Mj/rEcb8+c
Z219wklT31sqnOXJrGUd3CIST16Ip6r/DXreCDlD5ewjCx4m6r/EUFeslER4p320cDWjqhpqthJk
pwfMBtiRoG9LQCbBmngkMY06v7H2uJoR4gX7yTSL9p8wVjn1sXB1c0cM865zxajbPig2jOMwe+Ru
JdY4cVrW1vRDiY/fXBAeLh+JX9QPPpvGmiFH1P+VoR19SA/b1UOcmEmc98nWv6Ju9dpPGwRif93L
xfTnWG+l5hnFRZIN0bgkjAhtpG6aMuJu4fBzXleH1NtD53eccgz7HLvcgDO5omxNijRaZ/BPlpl9
i45lNTwDYNc/wlqsfxIZH3vdDJuIdHDu/1j9wIQYOXQXnOGMwjoPqq5lfGrWKnfr5kp5xV6NQIlp
9m4CURiy0Uami7fda/28dSIrALXfo7/DWkHeOQtOIaaXsd2zdcBlmndRjZ5wIYbNO4cWCpJTM+/u
ZzSjqMochNndyQ6j4m9o+KjTXMwkHsHHPeIaQWo1r8hirmk4aHl0P2z6JgD7Prbhto4oHniWegxx
w/ReNYvlQvNcEwgnLzDraQT7HDkU+vgPHmLvF/IK9y+n+hJetVRteQRsHKvfTmXPEm0/d7T+VbVG
wOCgMi3ypl83w/UT1O3ZcUuXOTvcWC6RuQ8is4DHP8RY+fPJ21i14LRK0d9XLiUqePsKMT/ZVSBV
tozbctcu7YDeFHEkqxPd1uoe44WwkcXWO+R/70maJX1d00JPfzmvIQirc3ZlF9rovFbcPZg2VJMR
CDTcBs0w+o90TlTTMbSuMIxakvqJDzR8oTPm+0l3eDLmtc2pgBQGt5S/vWKF9Jj3RSPzJdIeV4wR
m7o0kUj6PLFRqLX47dDiE1Yenzjj7OVsVQhYEUckitMRsPwFgfrG/ByMbnlfTvOgH0yy7zM+yGhH
vWBjh4C60Hhe1IzV/gSmX0TPfKgB/BbrTnEwhe29FgJi9yCdmnU3qqqkQIw3cBgnFZLBzZ6xnS/I
B+4K1wqi44Dp4bZteeh/RTbJSWf2dAT67FiI6MLRsYqPrl1n8NBBmJ8AIcJ+w9o1rScLmte7IJdn
0AyH1jside94kJq6vZ+FY1CnopF/wT2F+ovnVHTPDJ/JPySPLb7hqJzHA5Yul42VgNDqJRyr8g86
o2g7SqI8AzYJuvlwbPmRexz7/6+dJOV5vHdg7v9cIyeToqdt7sGIJtp3LYAG8rha9bO6FSg3YBC6
/5HQQB6gceDXrhnc96MdzHK/CF7lMuv8un6qy77BoRHxKr9xOw94AVAGlPcVaun4grC89rK5xY6K
WBIaNys2Pd72nUcHLghe/D4SOtWe8A4yycx928ibaHLa6uK4taBdk2IIDDpQTKRnluCBaVnAex+m
zlfy3YiWt8x1G0ItiUujBiEYbK1z0O64e0SoS9p+uG64UzZXlo9Uxwlu3aVbc0gAv8j7xgBxS8uL
X4cSfRN/6WaKe14yJBbXZe63XfrOfO72mMmliGKOiDDAqBRi9o0z5Siu/sSTIryb1wjbQQQMwOHr
mOjetOH+UU8BejkFKJ8ceq+AdUtam53GbZbtqeff4VvBqVDzAks2kdaNhvpgIx8Ico/mDZP3Hr7A
fHB8EApRguul84TS6hCWrt+ekOO08dGt494/rRZkKZlc9NLbcY28dlSbV5/9sKj9I+XD3lU/FjSP
WptCoHFrQ/m491M9/OL9FeFN4VhmvcFIAVzc+fNjFeGkPQhZLQhG+RKZxYmvcm3pzPckBK3xJZHT
8FBuGNpvko3UEeQv7c4OUW8x6pei+dlxuk430JusT0BSSW0/9VYQy5SItdbnaWv2Lut1FYhsgkb9
q3qo/DxSlpgOYwSGxIi1l78UvoD1z6g9OLKaia3NC8Qh4UkusF1nuUwRkyP1CD8eVyQej4h+pswO
3WY4LbO/mCftiDbE3Ndtb5Ehx59/IuxjDAvedBuLtbRPtkb3ms57CT1B5AMH+1DiVwSHGrl5KFXe
vHRtQ4cPWjTwHoBzHXJl2wq/kyoqp0PprlV9iKdtdPKeSOubNeH4PKC2JOY02N1w4v5aJ/WqlnIP
4aloVxIMTYzWUzlvr6ot4l8lFI/D6ICkP7N9XTQHB2ESemdRYXseiG/G1dEFyqRBEY1/oEKg7ZMh
8dhh/QqpIV9ODWbBXNieEZM7be560Q5UE85+DQuGqTgnPqeMjs4E+H+zIaUBtBqQnzKCtbYCDERe
l42Rqa1D0yrutoLkR/9m3RGUn4O1j7/hHDBjAQc1Ze6t4+rlu+i3V95i6ETMmFQeO5twTt5AFi2B
Cov/MqI/FHciMZu+lGOwvPGCXxv6lrnM+0SIb0972w9y3RoH2Wj9j7Iz27ET2drtC/1IEBARcLva
JHunXe5ukO3apu97nv4MfHHkJJdyqbSlutiuciwgmhlzft+YM5owl+BZ9Sg+OTRc/E9VQr7d9MqO
ijemOu9sTO3S7KcwCJZjY9vcn5juzyUaqd8U0b0DGsDVi0Rmuvm6zMOS8OMUsfDIdQNryRDWTxSp
asLDCc2LT+Q+usTlTePuymBh17M9EA97rDdFeaSJh0T/UrMbHaYILPyOoHb+Mniy+2jXVvttyvV8
k4Epim9r8tR3GlLaamIdMd9kNFJBx6vh/5PTCpL7Gg3cVxE1bkFoWVoVMmw2bqa8rqcjTKuAjCbt
VvSNOxpuepjtCGuQN0LeiFzEDucKoR9IB6N2USS4YfFMo7D6G7jb6CWeU+Ob1RcUdnLNaXIPGyuz
jyQqB7lH+O7e62TCSELHHQchlElTPzvVCCTyQIw3axGU0h6ie/LqKOweWmeqfpq0Px6P/eQAIgCo
gGdcu2WozhP9OzwygmuH7W5WHhc8zp4dlyXvc4sWL8Y3E/QKzFAgP0nUzAklGjF90vlSf1FOStsp
2yqjHx273nTMyD//rA0UXztExuF0hkpv/mBKQA7lmmJyL9Lj9ARgwlmJeYt06CPSpOmx9fq2fabP
S4Oo2l6sX6peCm4j1OGKQ6mhaR/CRVcfY+g/9rGu+vA5BiH1L4e5Vgejz2bBRdqyUdYWWfazoFI3
IUGvNfeaZXRQ2dkpJa1mKJETLTbB/FLhWUUb66byRgsuZ/sI3T3JIwGDeaca+BR7YUVUNJwp9GBU
xOCMOgo0/TkNyyHgmB/VV3q4j/hb7Fw+hTrkLmQlnv11CLQQ577U04ckzsLsTiFc+a30EH9tjYq1
nLO2/qRIl/4A8S7Xe9BI0WddlslwU8cLfg0dau/G8GwxPuIPo8/X4E09ekoR2/Otq1CdEjwOZEPK
lB6mu7Sb1Ld5nJAJTL3XBeeUsvSdhWkvPlV0TzEJjdo1bYwh0jkvxjLf93U39r7AgucdVMqlFcfh
6Ok7qqRtziKs+RVGX5KIxqeZpNRAYUocpNUl1WMRBiAumL3mPym7RXFGskWvJ8NO5/YlVX3ynLbz
8svC7eBPFq7KtU4+Y0ccyjo8ocqTC+Ykl4S1FyhP7J2KKMAvVO2YSFEMmHNOHKXhWcJmoCgvnTI8
TA7x5ZmMfGR9n9pp/FQ6g9GeMDWqh6UL8+asQEJ8i3tuFqRXq/wFQWcx7kbJi2MaQCrYc2JC2xgD
tbyUWS/nHYmEGfVuY8BhCy2FmqU3Zq483Pbn8CYkR3kU5kSFP4lzyyFwGep/O+FySeiQFnS7blST
w21nCT7kfW4bJxsDwS8zy2zlO6Ow/9cvlcxJrSjzOVjSHMl96fZf1xbSiEUw/hMqOIUnbxeElrR6
hxryVMCuQspMMam/natBLifM5sWzSwKcUwMC6Y8RAz1Jc1e2PzyVR4bfk177WONPSHZYouPHDhVx
Qg2ocp4tUuHMstmmFiDmMg4e8B/G+DzTxntqrSybzvgyacIr1ooMCpr6o2F1JKbMQnjRUXZZzfIx
mq5/8sZwCo/zmNFKrIX8Xt6wPRFxeblFQ1+mY0broMlNM+aThiUSF2hHopDqGDtR59rnSjgS/c6f
DFG+OkPJbXBM7Wf83XeynAZmXI6KicApohIDw6VHGmhRs/qZNpH3lHC8QYfhIPmusHc1t3EUhOJo
TJr8AwmJ0T5qGCPxAeutfhHBYiF5t6sop11Fo5+7qGaXb3uCPCOvcceCxEG3R+KCgtyOekJoH5Y0
qMiviUqfTOpSaJyKyJb7ntoL+UfTLF8I0gjkxtK0sLq1bFPnRdrzU2axh+6GmTLaKJN4DaEb8s3L
oBIyY2Uc7eMJHfBuCGimdGdXZtaudhRCyZ/cabSGCCLFE++Zs0RKk45h+OnnDw48ri9BWbfAFyIb
Hf4Ss4OcoHZ1za3JDeYlHHWKDV9WMRIhDFXDrkyQoz+QdiARFpat8zlw0+C5C5fgwaRSE9w5pVr0
HuaGMR49b7Ty3TJbar6rQgd+2tSZ+W+6D1bfjKgPPs+IRxc/hcj1m+JHTEOzAgnEjqziABW8jsiN
WYGX34OHZtO1nSH6Cc8o0megcjRLnOdsVlx/wCL4hq7qpyCqLTLwiovXUTaU+vgMUYGPSarAvtEG
Inr8+GpBzdjUDTWI0rUOTpHX+5Rmg/KGshilCtQxSXBwFu0iXkPpTO+NNOuLFzwP/fOc9MMHOy9b
tmkE7S1q/Gj60jjr/QT/yHALiwHZmJvmerxjjwvMj8xGjBRqtosByZqU1jEMSJZgBEW/tuNiuoL3
zW68C9wJraQ0JLRMinf5XrmhZYa7lBZL/6upsK+SNZzGO5L2w7feclGAc09pXqKuQrIPDeeuRCUl
j8FMCQ5uU4gfLbDD+N+w7q3pgGQc9MvKzBC7BclHcJLkXTqAAbb3RQYi+gyqvfyYTjELJ3aK7mZW
pWlShomcOww6odglTBrQ/8Q7yVGmNlSJOTa9c+kl9j1V2a6gGzdp7qeiz9DkkKiWnzrPHdpd1dsN
CwH5T0A6IeTEdAgf28cliGtvFwKrkvvWKlYXd0hcczRCK/mq2qReTjWFlv6Znzq9NBxOgPmN2iOD
qqTdHRfsBugpObsUr0tS4cydpf0M8onqT5a51a/WG3Szs0LlclRkPc4NRBxoRpymQwkYrs0R9okd
5PG5MSeUPkBxaN1BNshuH8XixZ9I9Sv5yETMYIYK1QdHq5acaST/KZ2HPWprkpayDo9mOkKE4T8d
6iP4Y7gFiV5A4eFnBPLPu8VzRfqIxCtoB50cmmHsklML0jbighUNj0IM5goRcKOHZbEN92MYOPOn
fF2MpCcSbrlV6alPJgoQ8AaySu/Cxs1sCDte+3Wg6Dmdczz2jzkHAu3UCtrChpSdSo6GfvzegYb+
H8QE594xcge0kXYDdx86iKhvcbKZEJyrcvKhE8nbpqHl4g5jC6qIhciK+co9X363SIh+sVBoEjah
OSKhiX1Tf1Qis6vj0AwK0g0H8r7FZOQDohjqM38Wpbt2nDDfZEJV5sHGWZSfXKefv2d6JLO9DJEX
HgQ34Pw7SVn3iMV3TenYDXEz1zvDvkFQ2N8O9kAeyXBrSVyipfeD6pnIMOFb0Xo+QIfGL5GN9idI
bObHqRXZL4N58q3Np/IhcsJ5tY0E7KAymItfGPXN1aFskS7zgNj9L8oNmtlRf1HTbub8uvOY6fNd
5uTZs5Emqdwv6IKTndRIDb5Cxghxu9GHGHcaeGby9gs3Rc4Zis2HbqrGlylJlu6lpFyHb8prus85
OUmkoYDov6KwGN0z8jG7RgVUsFPSFFLLXV1z8bwZzdJov1MYN4u9GOO6uievUd6WxFfLuUEWI46R
GRpYGpBwAenJp+gDcYj4boUB0WexIBtBs92hgVvMpO7A6dD5YVdTVypJK9tVcl4Wb8ZRVmQEz5Uy
PeZcVDiEyWyA0ynnCscuULZW9YTMNX3ETNMk92OVSaRAZo7oKg3tArVw4oRHSS65IoQc1jpoDYXx
AxQ0rOvSit3CRyWj7D26rOAHBK4wea562SQnWmGI4tgIb0SU6Yr6kQbOdb2zYpNfjdFGiFvhIv9G
pe1m58zKs+iWBGlJ3EZ7ogFVVjubXzu3Mv7lNl7wdsdSf5hV7iC9nJNG7cBG9vHHGunXyQ6nuT9m
YuLGv4ihRQBrB+UJVV3ybEE6AhVVltXyGNe1TdtZrDY0gEN9G+aP/4cyUBld3I2+cofoFjxnpR8G
EQfebtHzZB3+TwR24yCKzf0lGOiUZeVFVYDccYrsOEIFnk6o0M2Sv2pBlFAm1XxTNXOhj1nPiTX3
fDiME+l4he55ASSqCHDAa0J35Y6y/vlfFHOKnzOFnqr3AUabe0uWNroQ9LuCe+Y1OPQKQd0wIYGE
kGNVoCj534Z5may0UBw9vd+DSTgEQI+OsRLu4wwcZk+GSH83goX7hEccSE0b7VlJNI4RMLGv0Dcv
gSK1Tet4ykKatkwbXKvBlCZdZvZ+q5fu1MPDBJMdD+f3oZsXGJhKA4dzhb12dbA3OEojJI07cw3x
+6D5yAcMv9gozNfaouGTP+ASVWcYst8f1Lr4lgHgW+iZaR607WlSYIEcA5KO/jgM1jMyBvfsCMvY
OxRkTkRdkIvQ1xzzVi2HakzrHc1NvX01ltea8l6aWmC7/v8PWZmkf00taEuNbhQvechz6HvIrFzX
iu+wiw5XWrRe/JzINWgItYLd3xBe1aQy7TS9r6gfn23Xlo8KbNwVZvXFUbSjeVu2jbBt8zkH9Cm9
hULUF3RnJTvlyJtybOTx/e93cdL8NcqGjG13oUKFNfV+hSnap0NFeHSpDn2BxFXcJg1CSmK+4cp6
uPCpaPlj0sTUMjV9hTePRgN5j0Sj0/saHuJRVnP32KdjALwN29/7z3fhLaIFRVWjkCtBq98A0Htg
S+hBkt6nUZ3AP9sp94RUkuL5fx1HMBtMm+43FhTp7WYTFWzniFiYfUlrP5aLQCq6TOGVOfGWq8so
hJG2o/FIviHOAmtEFy6ZeQG4xZNb1uKfwJuM6XaJE+GTBwzEldbs6/d/vYnSj4qWkuxdGoD8dq4L
Wp1oeEStT4jQf44k1wwjydLjVKgQpPLK+k9VCf0tEOIK+PZP/4DN2Bp2sKdgjtNvVa/f9u8VTdUF
I1i8+N1gKMtPEfqCXnIMjwtwVYjSHzS6Q7/picduqAqommuKJW/7HnfCKTW9mntVgKeYGj3cFpnp
Od9jiQjkTYGdFhFBDgeUSqvrhbe5llThK+TduwxLfn6kHRQK2RzmCUrBbHE+6Waxqyvb59vpCeWa
g8FBMePQu2bTfdDysjKOYzH7kZuqT4Ci0DEskfnh/cn5dr2to6zzhR2a5kib9dakRupQ05gpVYEZ
iIyxw1wYCX+slvb8/lAXH8hTnus5IBTBMr3+ZiZW1cUNNUPRL/uYOmRmV+nglVV96YFockEHOVs5
ikT761EASHlN4zk0GURMtJ9bCfpg4VKHZ+Fat8ELC4DMpklulVuPpir3eii0zQW+RXfyQy5I5S7L
R/hQ/bgijQAYiugezGr0Y/R6ZLciM+boysay/v2bReAyvOVoLKvUBTYbGNnUJO+devJJlxikEHPq
teWITI+Mw11dm8lB2eW1JuQX3q9LBlDSqYxths7Nrx+6Cqo40V0z+4kR09JDjdlRN/14tMHe/PdP
yVBrnwSHDh40knw9VKgSIPIpczNxpq+OmHrcXdR6le3kV0a6+Cb/GmkzabraACHT57PfEYS+oN1S
j4VXzlhjxODXUE6oybrq9P56uDioRzXRppGOScTx+vHww3GBdjF0tIg3frJiwl95xeXFLYT1kFu9
+DFTef35/qCXPp/DmefwUh3X3PLCsa2FFHXS0Q/xuNzWOR4rw8HxQIq6ufJSLw3lKuGgxfMsAZHw
9fPBnuaKOlaTPzpAwUenxnwUD//rp9G7chJtR0KnsTZ6sYXQPJErN+F8ie3RkiQhfIkh9gigUxzH
UXjwg1V0+G/vj6EYiS5XXFK047qb6Q9EGiJC1tq+VUDDRt+NtCbFuzsf01542ZVXuN0y/4xG4MoX
05JVt3mwMEEdl0AN94E2tTuWyJrjd+SVoHU7EddRsC0I20b+yYG+WWeJYwJiqkPTjyCnPTRyhSEA
tbiXaEsPODuwmKHG/vH+i7z0aPTb9vCyORw+YjMoiFZu3jENbm1p5netU6c+jttrLXwvPZoWIKT4
ZI7LUns9B90E8hHZUcJX7p1Pomjs+7zu2mfq6tRya48MFh4Dy7tydl8aFuWm4lB12Rm8zdSnDIPK
NO5Nn9qD+QHSqXkaMhmfBpVjK7fSgsCBPCTy0fdf6p+g4O8jAQ2Mw8JGomOvFx69rpS/4iImknAG
YTl+Wis8uZOJKJu6jrt8adHeAevnmhAcWnMQpyqelpvO6vL8kBatjo/v/5S3a5JfIl1+i1AcjtvN
e8XtLFZOvT2elxSLm158YbaSfGRbXdlILwwlLUnLOUai+cl2qEKj6QWk6Pi4ux/JgROsWXi78sIQ
Vx7q7aQVnPiWMrmZSFbNZtJaLcLm1mI6icHD1E21j960ssytKyvy0jhsm6TWeCw2m820RYGRYdZ0
F18idr/HVl8c4MKZh/c/0TZ+4dMQv3OycraQedk+TTjyhmTlmD5uZD0cFhzSw2mC1CtOLp7aYS+7
Pvk5h2UJ7KUt0muL016XwWa2cldBGmbR3Xa9ubyerXCknB5vh8Wxaw0Q24o+HOkeUaCxUbR5oQJk
zqOJd8cQL8oWntpBmXd+GVAyvnqqsn/hmxphqo34R0FD5o8Uc4WGsWs6uBWlsgAykuf7Iay+ffGa
bK53lMqV9sGhh082VpwfaeTKb5XAkHbIQmW0e93q/ntDv8c7u00Jq2LwWMahmhW51Pdf//bGtr5+
h01CcpEhitObTUImiEFT6MiQU3rAAWCUDmj74G/CNce/X/U374+3XSZr91XSasxd7kw09V3//K+9
oaVXeuGq0vN7PHv/aDuig6UBU9nIo+rK/UyKzZfVazMzgkOaphMBsOm8HitegDvOIOrYhxJgvXT9
bmnBrbHqLqljU3SDgE/9bQ6HvRHG0TdksWN/mxjtZB47e1ACoUSJhTNxglk/1pmJasFzJBzI2ov/
bWSG8WLsWhOWeh0pddtlI20A8kFaeHVFKKOnNpokTSSbCicLPTxzcw/aOAihJ2rzG32mkS5VyPa7
0wRKCBlbhb74gO4Zy4lBFTABd5khJjGXpg5v+smcvkhDwDLXqHR7ZLKuC3g/gfr8PAIROMmpG+ZH
J8ixC1E0j7wbZ/Ri+xkRJ8q4OKTUBo1ZOrAENAalc9l3rbrJVDSDjXK7xP3n/Y+9PYH4AGv6ab0H
Qfvz9CZyMEudGayD3o/dyvUtw+yjMxjFPrsbkskdbpq8QpCEtzmcr0zrN2cQQys2fa6VbMmu+pMW
/GueKWQfDsbkwbfdhran1LDjZReNZfjdLFM94FsSs3GrOsvJfaszrM+sTuw+OQ2elys97i68BQI1
lhYZilVeuy7Bv36K7hOKVl0x+C05wENJw0Ww7on6RY8BWLtVXu0d3YZXNu83eU9egMert7i7M/9x
Cb8eVXg2bLGqJO/ZBrwGlSnviYLAQF+7bKzzPdcZyhvAOUvzAWA7hdk6rDsEPEmFpTnGqFFe+Sbb
pY87gfjGRBXBiezyz9e/KCpikECQfnynKL2nsDcS3zVHyvw1YOv3J9726GIo3vY6ASjUE/xvJl7G
xkAyY1yotvbJjUPHnNsK6tr5v48Ck4+25Nx8TW5Prx8oTz1avlOAxGzZ54doSZuzhZD2Svh9YSpz
u7YpSjgWLw9o5OthcI/Fq2rI9HF3WlDrevPWct32qKlRH2BnRJ8mm0guru+oKalHiFvXqiJvZzC/
wBXMJr3eT8UmEijHtoxaZzapVGTBTdy28U2tu/gU60D76UoaQie4XAkM/mQO/j6Y148o+YLcKLif
anP9VX+tGyqXEYQQtQAxUfjIRQAFYW9McF1PfTGZ/gCvy7k3LADYFga2BneoWd+VTRx1O5Le8S1K
UoOytwZLcOW3/UngvPltpPItTjKF2XozlzOq4A4dhhYfqYm4K9Gf5Tsmf/2T4sEy77BD5NMZoO+U
HFrpzO6ulsgffXOg6LU3pwAtrAGvjeYpFeTiHXaZXNw0HdHF3uhERFHCACqwtzvuJYAmRvXFtluK
rE1Fp7YDBaH2WbWqn1BRReW3OG/aiu6UNdh6eijkpHvs9Ik2bQmQ9DV8wexTo3dCqTn+RqAR56jt
NOJv2YXgxrLBjp6dPMy/mX1XJcf3V8k2wFs/o+L0FTRbYxbJTYThqCqIva5d/EZawaMpC32fJyFA
Xwfe17/0feh/15hBcGuVjfr0/tgXdkGbG6XDbse+K9/EyqQ8BEx1UrTa8eLyqGchf6ehHOydg+Bk
2iEnD57qpMdjCgl+KA5r0PAF/3eOZMvpGnllY1rX6mbeCKAS4EvXAIi72es5bVjwn72uM30YtmWM
U4KuJPg+VHa07FkjkYnSNthbs0OLitmh9g3nALH2+2/lwkbs0OWVXJ2UwuEfr3/E5BhoBuFO+VXZ
0JerpQ+daaTBx9XUcWWLvLBzODwRtShbERzbm6HA+QcE98vkL+bsPdVdCrQzX5EVYWXeUnNvD1gU
sisveTvjmGymy4RzKeEosOCbQVUye4I/mn1U5ZXzcU1Rer8xnhN94BxAIx/lTU3jGhsa8q7mnGyv
bA+Xf4DUlCZoa8ut4vULrtkZzEgbs28op0teltYoDuh32/ohpA/zmQZHyaNOx/Zprsrw6/sf901A
b1LgEVQ7cdTZbFCbjH0McTpbUntBjVwWmEZR4JkgFriJZPo0j+raUbudTOvKdgSnE4ucS+l2eWep
ppkIU92PnLY4xmj7UZKZ/+sGmm69/2TbubQdSbx+q5MQRSwr2/Q7EIHHbvJ6rMkD9pAyg84XYY6V
01xfmcAOf+nfC/bPoDTjZqcny81Mfj1ol8zOEEQ8Hp3kov3IEXw7TGnjv/9o4s+UeDMOlSQ+HhUl
rkevxylgJ3e9lljahqQYP9sDQtDvXl2m9o9Kl0t6ZzoRnfxS/iWx6+IG5T33/gQDRYb6CPij8Go/
tOMUb0GWIaiv1NwtBzBVAhhWmcMlta0OtmyGZX6VllRVcgfBNALKorjmUZmq5vhQmXZf+y1tmgaa
8iDTxxnjDv9WDi2NjlHMzXZvRcFiYIyxAMfUKSSHA40mLG9vtRbdwVCfQt8K4TwMt7TfsftnI9Kp
9eTSH2X65FWj8c9K9I2gSoR9eCcHF9wC+MXwd0CuSB+cCh3noe7j9AUGIknAZUSTs1/AwiVnzuLq
MQGbkB2zITQXChqxenJUDg1d2V3xq0xN50QTYOuDW+f6ueHH34nRg+kTRqEJxwX7fEsrPkJnlOpJ
Ut/TpkbCosYN8dnqLNrnRbjzORfADj2OnbUkX9sFcMNOq7DLcDLAEyKjmzfVdzfp3eZnl8HnxPSY
edGdRFMzY8Q1ks8dt6/gUAMaLk+IAb3zIOjx/Au7aPyRYDFPzwCYpvEG7M1SPpslS+ZXgdOm4XmN
Cvh3pFocSt0iPuJyocrdjpxRx2riJvmc1MACiSKkG/8QbVaK29Zt6Otm8GJgYeaNQO8ji8G7wRIT
xD6Ll7z6ghHtFtRRhy0jbaz5FniS6+6LqOiMp6wb1LgHS4W9ysUNF3xTVcKNthM43A3FnoOaNEq+
GhILIo14rHT6lC2V8Oi1ARj6KYgTpzrCVAUyqlE2u5/HUPfj/VL3I43kUKeXP8I0Nayd0E13Yzdc
dXdejacd/C/6uXujC8IRcmRP0mSJqsC5axb6jd2EIFYnv2pNyC3IZQ0i3mJWRC6ortsTUiLEjDCe
vflgJtKuvgxtrMcvrTRaQVMjIX6EkBjauzIucMWFbUSpb2L/NW9mODoTPruMAb3OLp+kVGyTa27P
PGHWMpE6KaSrU97W8PkX0raHLlIeLPeKOCc5dg1n6C6hTcqtWUIF2y+VFN+BTgToTUFLIJTNuvkD
BnOoE26IXZv+iEBR3FBND2WekgfCnQk7NSVn8jMIGsrDmiZJ1V3hevSNIhu6Nler+OwycCZggZGW
ho8bHjpBBr0ohr/jGdUxI84lKWVLsgYd+QFCmcHtLFBzrv2zkSP9RWtcQ8CE8IzB3oO7nh9C0Zjx
oZiMOL+x8t7Kb3HCYmSJoX1/LsF63SlIB/h1ABh/MGWn5NFNQFvfSkcP823lWXF70osOfPbgdHwi
BIsfcOGZ5ZmYnT50AO1YWBrcv8aJPefhvWl1kIehCgNQpib5S7pgtbCkIc3bL1KRfhrHIcRWWhkJ
eigaG6T7oEU+d8aJszzMjVvf8dZ46XhM8CbWyHhoVeGahXVcEg/8iUoC1X+ezK7R/9qmCczUbXuM
8JwLARi3RnD2zrJYcRLSsQ7Y7Nvi3wLfm/VrEubwmU4OxTMBvfUP5YcgPMdkQP0RwIl1mEtM/3d1
XzfNmb/C9gc3ZoqVJOkg8JmBeHr/RLAuHDwkC7juSYeSCKWR1weCm1YyTrLY9YMuDmvcopF7cnLh
/ICVqj7C4bS/V1JmD01lNw9g+91TGwq6OWlKJ9/DoZiCI6wc3BsYcK6VTS7EGBTTCKi5+wD2l5tD
0VCxcIHBal8FwO+Z9tVp8rzprjCb+c4cCvnfT36kMSw8olWPMs0mg9KFoB66incBlN780OAwm3ac
YtlNwFym2UmsvE9zGfSf3/8Glz6BIGdDoZn0IVW9158A9y3i0XTWvtfHMb3o2uE+MM359P4o2ysB
EcYfrQyJdmvN2KzB5F/X3J5MRecFlvaNzAZQDzY6ALSWjPZjAYHxc1NHxR2OguEe2sb4skDy/PX+
D7gQwXEPIjonZcYLdjePibolEV3D28VW2R1aW4L8D6fp44Rv/Ob9oda/ahPlMNRathC2Imhc3/hf
z2rWiTKnnhbUdF/jNAZlt2ertnYYMLxHK5yv5RAuPpqlFNn9NY2wjd5E0rYYemztWyL64YSqvl1o
1QHFejGvPNmlucJSXTMV63zZKj5K5F0U+Vrtkxagj3g2Wo9yGOeX99/f2xCYC6smKQIag8Sq2mwK
waxEPViT60v6rt0lSUiPiYUWr0ijqxtunPSnEMye9wd9+xJJbpG747E8XuX2RqHopBanw+D6Aj8x
UiXsTqgBaTpYDdfapF8eihwTM8R05HYtYGerA3Ns6Ocww3FEJWXTjE/O55wGAleW3dsPZkNq1Qh9
ES+iXdlMRezuMcRmZj0tcrkF9tPyQNRbX9nG3054RvGomruo+yhsb0ZZMsoqyehon508MI9UTMO1
cYfUGKUNUITIvNCx//fvRZ1ZW5TTmHbbSW8mLasBuAFSP7HGVKwCWkNHs7FXXT1e6TH/dveyufWt
9U7U0iRdN5tH27ZRh79U+v1q5qFLbRBGNyPoQnx7Yyj0YZpsWiQpIju4UzTvPowuHM7D+48s3v4M
dEDsX5yXzFOq3a83FkipZTyjjvFHQPrGHpOzfKTaRWrQqYX3qY9F8hvDKo1brdqbqx1+INoBt81Y
KCp+qgb+rEJdnVBHGuWZVhSjRRPYMElPg4so5QDqrHEPIfW+5nnMO9FzoZjD4mNoeIl+mJdlxm/Q
O6stnTo0PiA6PY97vSjXBztM04EqSe1fSz304sru/XYek+fwuJ5S5kJ8sj2L63JY5jHi+OjqIrmJ
4NzcLWbRX3nBl94vaViLvIpNRW37fj0vHmDms5GWKKNf+rlJvwGsgZtqi86yAc3o6LbIcQtBCq/L
MwSF+sv7n/iPnvj12UEDbFaSImNFQsHafGKzjZMGDLsDUh8a5gGPuio+jnRl6u/cwpgQ90yRh86A
K9KnAdBPi6HaBJxmVDruvkWoLcdDZ2DWvqlBPQZHmt2RMq+TUdvH2Rix71qQVoorqqC3n4dvYjMl
lVr12Nv1QTmJRG7VOCQtgDLHCUqIKcRa9v7LubBvrrMZ6RF5L5b9+iv+OldHWDheE3vSL1YWWZdm
ALaqmBm+1BkM9/cHW1/05kMgFlsjIoX6AAne68ESnIldaGaK7BZep96b5q/DMtIN1KXnx7NDkFrv
+0ibcDg7HIXvD37hfdIbTAP/M8mW8EpfD26bQ2iniuYbtSZtR3OydE+TvWuHwx8Z6PYZkQLwMklf
ouvYPOMS5q1u6t710XF2D+60Pt4MSvBDKwzES9xLaB18MM1O1NzSWRSn3Ey5FaSFQVsyO6A5PNhH
tfxwdFqZK2olZJWUydqfPYlpD4cahrx/VDZmdnTTpLmtOnCSe3BC8UPt0ZqU1HTffFMDEQdJ4Mjt
6Z3M6W8eW3qO/XKtrr5toUbZj17OLZ/rn6ArbocZ3T7SKR0NKHYq7z/vNatJZE1oCsJEyh+vXz7Y
/YD/M3F9t2+zI1g3+8Y2pXvlE1+azEzldTMnS+sJ8XqUEj2UAtis/TiC3zV1SIg6nugpASZz5fS6
NJskElJNVE38+0cb8te6GUTGKQrvhfiwNQ+WgQ8nIlj335+zFx/or1E2D0RCL6kdJ+W1iXg5hmWV
n8IpGD4lWG2vDHUhQCQKVWhpUFETeWy+UDDShCmluaDfm9YIlGwGvcLeDf+F3NC9VwPSA6evr0SI
F6IcVP8sR4fqJCq6zWoJlg5jvkXy0omwZ0paLZ0o7EZ7OZXTscFj/Pz+C7302agLokbkNiFJdr+e
IbnZYE8fR2qPvMvHBe4c0CrtXpkcl94l84I6CdsNxqHNKB7N+bAqetonA+l9AycZesBsyKtAA7it
2tHwsVYP1xT3FyYLMkiHCjVaqFWZ8/rZXFJ8NIp0lJ9NmODiygh98AdQFLzIPb7/Gi98NnZvhzv8
KhPgQvZ6KHb3sfDo7OVPc1Rw50yl+GXYxvSI6Dl78FyVXxMlrLvzZltVSNTpscn5TRyx2b0nbE8h
hA7IuFkYPvQAjf41vNT+Qn7K+zRl8KGLtGNDpDJ4SFF/fqiTMphO7z/221gGWSJidUp+6EPenF8E
s2XT6DK8LRWpdWiIcJuXZJ6GA5r1/HNEQOXh5o6gTXuC5na7ziqq+Momd+Hda5Yp+gSiN9Pchm06
yvPCnrThd5ZJwdgzjXzGNm/Mv4slYEuNwNle2b3X+bp5+aRsUD5Qxxer7/D153ZkFDUR/YJwly6x
Pw2Tei6hSOyHeAaSHq1ESy9adgM3ivP7b/zCetXEP9zoMOTabz77CNa08haSl5D39POoIAyAWcqu
rNc/m9v2AeFSEQczmYkSN9tQooUbLl5t4AWaTAsGIdrFgZ5IGoW0ByRau635P9PQ6TNNQJD6kTWO
n0wwPGjzFrl8yqM0gapMcAi1XshleizjvMyRVnhhAsSuVtbeM4YOz2JoxNap6ywd7BsrMXHW9qFH
ohPs4nIcwAPct3bZuYeqzywaGqoM53yk6B1FBztEMPdDRp1hNyAslDeQh61PeOy88cYykpLaRjjY
Ly26nS+NKuOXrqGF+iEFWofmA35Vd54z0X5YVgUv0JOVjddxd6ft91zToA2JDeytIXamjyqlm/E+
rRyTVupzbz3hxVIY+WVOg+oiolMqPKECmkykYZ+4FZFGFxjIDGjGtrZNmHLsKrruNGXawavyfQeg
Qe260ILDIKkPvXDM0I7QregovIv6qaaWQ5+qD7KM8DLjUgKr5xbZJJ6LRJXFIXJsUEJJ6s63BZfR
37nsBCjNUvjVzDs+jmGff0/TKqUVGunsdm+CE/4JO8D+1ORx/pOSZvCNti3NL3jWYr6lcL/8Y5Us
0IPLo9IQJOrd+7SXGhSwNugxFqXc+QLyQwBjrLTKMMgkrvNPbmgVXTl7L+zca/RNyzkKz4DANpvb
3LutbfW9gbAz/jJPQlEdaCz3+P84O6/duJEsDD8RAeZw2+wsWbZlexxuCNvjYc65nn6/0sVimk2I
0CywGGO9mGpWPOEPplnEGw/g2lA6vV0XuULKQOri5q6R/uJnEKioRTF9BOBefijgn1+xSQk3HomV
syuR/zrFH/Abd28tDb4kQF7BvXR0TM4p8jdPYBaMt0cQrkUZxgLm/gLYvL2bbCjXSDo6LkRgTfnG
AtYP6OWqsW/MCPf5U+mWw/7NlxIlA/jO8CFlIXvx0M5Ji92CJkjQZw32kjMM75DVLjZGWVspIkzm
zSNxpqp1+2FuhKR4DPUAGB4GHhIWtMe2+rehjunG9ltbKLDaEH5JjSzW/HYk8MmZbUd8jwO68Iwy
C9I/FcZUr8/a+vf8fxRz8T1Kqg9FVqgUA1Fv91Ovzk40jmK/U1Pt/PpQax/Ee0XZH+QUDI3FAqH8
6KbIXFDH0tBvbCl3/d0qTvLrzaPw/kqhCKjpzl39BGUwN1MQNLqELY6yRl/OR60si7efIon34VHS
JM93GfgkM7ct8g8eJNHYxQVSjIF3Rm9t7DYmbWV9yJgoMjmgbuEJLG6GThVBnrcNPYuq7z/j/ABQ
QDfaCaOFHlf61+dubTBJn3mh1gOEXKyQHgyUXzoSGwsLNKxNOmWftcO0g2+/pZawErx4oJXAc9Oi
wNht8V2hXRC56PRiMsofio/yDf1xnO0S5OxLpeoABAzuryJCJ0Ij7/74+oeuRGvwH1g6UhxCp+Vd
ERlOAISCujuybmDncBwGwhRV5oV+5fy5NY1wYxnXPtellYqKiAn5drn3RUatNQGcAVA7S38D4UIK
amgDsafdlz0p2TAdZtdVn1qMA/9D/k11xaZBaslmhr1YVWFjo9nL7MpNRnHtbPDsx85qnHfAP0x9
435cOeQSUAoLkIwANOVisJYLJBBO6Vx67LAQnvTyJ3wgs41R7jcqcmB0TWhgyBrpcjoHXD4djEcQ
VgXucAbZ0O560KXvJyc0N1ZOkzvxNgpFDAHvNEsC3imML74I7LNGlzoKLgVu9UjYquaMEQtlIww4
BMq4pBTN6COpZI/7tssxICtz9AB3ZmUWCEaZJvHhwZlAe27cQfd7Sv4wisT4F9sgsBdHSMXyxm6L
WMYnIgyP1D3TX3kemke0ubRqn6DnZvr6HDbxLisRDPovw0sgFZ0JLtvlGZrcEqFFVQsucd/jLomU
3IwIfVzM4Q4TkvJhGFXjawgUMj50Y0wK9tYjLButkuRja9Sull9fNsjFFFUWXERo2jtI+pg+q9Vw
KALPeM7DdKtVdwfb5ranbQbmFPA2+e4y3ZImMXRWy+CiGigLDoDQEYVlk5/mHhWgHnLYwdIStMIr
d/yAshfCK+ZYPb/+1Wsbn4QLBAlH2rnrP6maObSt1yiXaBoNfH8mWHBZV2DF6lgbZ+z+JMsHlJKp
1LKwiRhv4w9ET+2wHEvlokNmAdVDPo0rufEfdhE9alcC0SFJLe8L9Gn6CuNJOavJfFS1DIGTDkfl
KcX7C3+/bJ+lcApiPOp2r0/l/RvAikJU42jzxKjLIlfUG4jiCTO4VLFl+zUE8HdhjwOOqyrFe4UO
xNbregeAZzwNdWTOKmPed3vRRDChwHfeRQAPkXlbnuo/RJWF9bMlnZWORd4XXyEeGsggF2bmO2g9
On4RuHGJclvZ/DNUufURaV2qO69PxtotBx7SlluLX0fIfrva4KZxmGpg9SSZlebHYUzTT6qd6C4i
am73dUQYrzpWrVX8UBUvRDK5C4uPRuzozX7snQRDY6WCJvX6r7qv7ABBJRzh1FmyzrT4UW3qKD2l
HeeSxOrz3OePpQb0LvZa6zqHWnYgPPgb9TmxRx42+/b62PfVQuaB/5DD6K55p5RhF3pk2DnVQqRL
3yEYvE8jbLAaJ3vKygjYG4Za59dHXDnboINQhOLZdOmGGLdLAHI/VYy69i4eTpTI9qrDIco09e9K
m9+ObqCyS1DJcwZxhxfkdqi+mvWW+od3iZ1cR2u2wRdS77qN5Vv9IBtsA51G5HeWgQee1QSplGAu
wPSQ+SHxI8PI6uKTGA2SjbfPnuXwFkAFoXi97MyHEksVTKTQEC61PdjTYu8UgYUCWrCVA8ptt4gI
AGNzYfHuSQL9YluqpYv+ttJ7Fxzb+vjcDVDEd8FkJJRSIuSjfRWzVhRhBzf8pCKGsnVYV24uxifM
IifgH0uAD7UPlxCLe0R1FbF3Y1MchNHViDkP6O2O4xb5buUlAAjOBzs0bGFdLyIgLMF0bZbJfN9a
4zuSIfNMULHV81z7KootNg+bTHiWbaIZZzW1QfPrEs4eBvdWiBJnHhtcw2rlBP0hmOK3Y925hSET
ggOXek3L5uOI2Eqrh2Rxzmj80dW2eaxwRHxHJQ734bdvT6lBxWh8291ZmJW8R6E81y9TpY6HQW/T
Y0NN0lcjTIvfPBTdQVToaO8biFEtlksVIGCM2TYukQOK/iBGOh+UzCzlnypqIWy8Ptray0Fp1jUZ
kk+7i4/TWhOjsCzjArIT/9zcgKQE7lhNd0lGjnzCkwrhUqMZxXxJw6YykdseceFOUx111kqq/B4m
Fc3ejRlf2bWwNF1KUOwlqjWLOy4JujrNQ2FdMlNpvgo1/Dphuff8+tevDILmCcGLJN8A5ZJ//6+G
oxoFBpL1hX3RMBT0NSqFFwVpgg1NnvujIQtaoHHAsfM+L0NPHIu03pTARcxqq4+Kja89MvKxDfhF
JD/jOdziKN7fcAxoU3OgkGK58EFuPwvLNsdptcS5YN4UfOxsMz9OsVd9KoEGoWccDd9Em2MxnVjt
RtF/9VPlg08ND2j28hpvtaAzEnVwALnjPgVqrKKZhLStbqQ9nUgjOb51ARHpgMwMi11SWO9undSz
6fDXwHJxED6VWE+fEaV13vy0A2aSxShUnDViwMVe7HVBPwBMxaUJ6TzNqhE+Fo345eEG/fb506T4
JOi0l477YkOa2LekCIcStuRCf9J7D1h010IYbBTtKNTY2qhS3odJdBqldw9vLzHacv4aZ0AKF+YV
EAKsoxM7xvWwsgZ/UILpqiTm7KtD+VY9P7RjeOd1qpZSj8tbIlYAZnj4H1f0VBusX7HzrNFZha/Q
CVF+efP+kIJpYGk5fOQpiyosYJ+e8afgPNlx9HFox+biVtq4pfp1HyoBjgSDQd0E4AKTeXvgZqOz
Kzs0gnPpmgrqCRpWKjpsin6v6ulWC2B1MOpeQGjlCX/RwfvXpaVrJcI4iOaeZ9XOTm1f4RRl18jJ
a/UW0vul73kTKyGWRlufmIRiOaIUi52PoFHr5nYTXbEcApcZza3jHFQMj9Idnjbd7zmv8CYscaC0
d5ibldKRoCt+FsJLCmSNLeyuxDTVXwsEUf6MBUWnYy/6uaTSkJW/IsaFK1aPdeCbVu9kfiJqC4wk
GqTOeyNkzfRdGJoQITKRmA6Kq3GfYWRR2vY5162h2os+DYM9j+n81aiD+s+I0Rl4QoBdvW/gfiVv
9hk9YfwXW5+7XponY6VVHYre6Qa/wrD6vaUISly5CCOcQ4SRfxUFDO+dQH/6H5GEzRlckaXt8cjS
0DBE3QnChyrS50m40GDeuGHlhMORJaOlwHkHP4eBmBc4zoZYS+HtR6sHT24dgMPro9xtIUC2nEDO
IBkXYNHFNaNGioH1+aRcWjBhX0y1MvY4EfZPeCVuVYrvntiXoWQfCaC5hCzeHg2UHiLCC9AZTtPG
B2No9AdR5FsggtVReAekygJlgWVMD+O/t0NLUEzDcfekzbFyKOCvbSQpd6+bITn/9HPIiED0LKve
lfBQw3Gt4EJzUT8ETpf5Go5j3wKvT65mM+GD8OZ1osqNjJ8EvvGgLyaPVhg6uFUcospfIgLTqs4p
AIu3iyK40a8PdQ/o5OMQYaRLQRcTeaZFWlRqs14Dy1QuOGbWX8gsjW4vi2mP2JpgB0pxY8CcHCvY
EaqjGDkqkd1dC3Tjn3Esmp51RAA+TZaBOnyQTQp+saWeuAcObvGL1nOz1fpaWXJuJRjs8r5lORZz
owk7mTqobBcnL5KPatPHPyBXqhtqIS+U6NsbkKoO/3p0q1h4Kk63+xf7bIxObQ9ilavENOGjcPR4
kw1SDBTt9eCcYpQrULOJldCfcUFRztg426jnafjc5zH2VR+xGFeGPfaC1jeLlkgD0LDFlTEtUjRO
6D92WFCrXJ4PQ4p7vG9FVhN91IJJCrYXObozXal31gnTc8SIYB2kP4vJHGa/HSzwinOXFdxwadoa
B8vpsceMDETvKHWrYC3AGYl/qALXcN8CVFc3jsTaKhBq6vyXvMhdItwUK9GssMYjjfs54rKt56sR
1BBKX9+dKxeWJmHVngrv7570MLT6aBXor19q2PK/e8uI3lVahheMHQ+ovL59MABm8mlFCgsBvcWS
D0GhUJ4PLlkypNAOhb5DlT9/BEk3HF4f6i5S59A5UlFDsrb5sMVQInB6DLDpTszxZPojbk7YsWXu
YVbF8NhS2DopRVpjVGjbf14f+a44x8hSiI7LhQLuXX14iHKkGDFzR8oSiOKumnF7wvh32o9qhE2Z
Gw0H3cZvHQMncQCFX25EnmsbB7QEiTtiX1w5i+sGeS4UIvvWu1hFgCQ9RuM+agD5Rn6wNr8gGPBK
B4VJwLm4JFB6FYMVKN7FdBocrwKMdE4ZVqvfJZfvrCjjz2Z0Wh9Q3psrBswvHSf5HNHlIDa83URK
CXgrccHW4TCPvU9jqKcJlBPo4qp4a8WA+J2zzMmgl0btRU71vwJCnCrUsZD7NXCb9LHQ1eKhqHvn
2FTDVma5smpsVbgNqNCtlOlmWaIzMO66umPd/lXj4gvjMx82UPorqwatSuYltJfJFRZzZ2P5OU+m
E16NwU3/CfVhPBV4PMYHbD29H0gIGtxrVhGd8rQKNnbM2hdKos4LXFd2im4n00kV1+3ogl0Ra7JO
8O+Nca+aMK72r58/+Q2Ld4WXFuoEUbXLDlm8K14n0oK2QXgVsPuwQY/PIh8OXtxNZz0sqo3RVmZU
UtWgiVLqYDcvZnQ25tjUoxARHqOqD1nmeEdcx+xDDkT9i1Hr9UV38+ZbB0doY3PeZZiShwRDhePH
NUfT73Y+cej13EjFgzWzwfhNKJKfuixLP8OYNR4y0fwDPz7YKLi83NCLyQXMaQHvQCfVuyt5zjma
mo6TZVeoCRVGqIiPubsCW79254xuPx3QbMyTYxcnpXEOJq0drjmINmBrWNx9zeoEW7a50N3fMPl1
rKvMuKgOlP3Fc6Z7PcYuSD6iajSwTXetqYQnfOBtY4fMtOVyjVnqe0yZteyKn0xXXfFWD7pd6XQu
Jtxqrv/t5jNcAsWLEU1CZ16a4sRPYGvDb7YIEC8M0QWKQzUod2EN1msXdZ7+G7xF9r3Iwzg82G2v
Rk+WNbc/OvTjnmnQiieHDQtZX6g29nw4N3x+fb+uriPnnvwWxOpdfbfGbxO5KTQLqJHT98qF1mm7
HO8TDM/yEL/ScY7d2J/gBBsbR3LlqSKpZmBUL6lRvLBD/nW/odcSe8mcR3gm91l3yoY0BMfYhqb1
jDde844NP2IwnVrvCYt7/bGeAvpar3/+fZ2Uffyyp2Q8zuW0eK9izcj6EZex65ykXfoxs3i2wTPS
sYdIwrWEY7YjhK8EWojTqzZ9mKxpUPdwfNvI12pn+CQGI1E2wq/7tjY/y5QIJtA4UlHVvD1e9jQG
YdtxVZZF2w4oqTpITw11BbNlogmp7XCgi62Tpg1V57dzbWU7rNuwZsd7WdvIKtfWCUixVECmk3OH
VDF7ABOUA8KrDgtvL9ucB4xigidsrLRDkNvWzlMKNJ0mCIc4swa/X18i+anLQw9gkb6f1Ma/S2CC
ecDwwsvDKyZA0lZvth4DguqNc7ASiUpLFnopxIdEvIv7bHbJACFaMUpIpgnsCU0URjmOtdi6OteH
ks1TWrugtRfBC2lo6wReyhOR6t6hw6L0o5Fo4x4Ni3ojDl0fimI7nwUHd5k/V2FPFJOE4TXJx26P
NSn2ozgp7vqh3+oKr25Z0ll8Z2xKt3fHuRmzqCiHTrlkRWo/oDtTHJTAsD4bStE+TXHZXWK1yHzV
EeqxmzSYXkaQ/fX6Xlk9ziD+JYVSMgKX2W4dDDn2GAQyvTY732lzou1V1U31vlWzBCUTUfb5aUrN
CEx3yvX2btbGUuzL0Bi/l6ameDvdLjBaev1nrV2y7GDUdwHmAFBdrniaC4dbJLzytg2/omqYgLJn
ofrFCbr2IeupmY76iH3668O+1CcXRwfRKDIR4nEMfkzj9hbRAg2XMfLbK12XOt/Xrtf9KsGl/yyn
Wf1e6H39PMxOVjzr+DWiXFKrvbqD7Zegr4NDaOsjouY8o4CTfBFzWWc4dAnlp4M/ReEXotc+G1jI
RXh11fWwU41RMX1UbLR+7yJ2SlVBqZrjUJo6nG+Ph7UeK+x1oz5xPiWxk1lXA+5fC8SvSVwfw4v2
B+2LInvIbSP728U9lsw/c6qDiTKThKojc+OjABTx5zlLnpO5rv9WEmm4XsIDACCP3gnaSAjyGYe0
KIOWm3Euf7auVmqYXc61s3MSI/9AaqiU31rXKh8AiLbGp1BM6SE3W9E+1O2U/K7xHP8Th9H498aC
3F9lN+shr7p/vXhVOLtzarA7Ryv9qQ+xgyudU/vYmInzm0eCdA9kHRYnDc7lHdPPJE4jcdB1NgG9
WUM4notxcPZFPFkfXh9K/ujFJpN9DV4ryka4Yyw+qmhr1ymxIbsOpVc+dAJlBBs93/3ro6zcZKis
kwvR95ImGItRHECw9mxMyZWSeP/VDNIY24YgPhbjuNXXu5Mz5OkFCW2BbAFMwJ8Wx5XqrBvVVphc
R8Wrf7ajKn7MMAv/UtF++dRX3fh+bKr8p1YPcXWO1WhEFHM0eozmTDf48fp3r1wdvLvMLGk90hrL
zluEe2U/1MQnYN+aJyxI0SBKY9yLgE8drDLRv3lWZm8s6UoS42LngCYLr+G9HFvjZUpRl1p0rdHa
OkBGgNxhRv1T2Dd4xsD/+fIfPlI24ihTrnDFEObCxJ6vvCZxTI0J7YLkU6gVDn/M4uA73f9J7Eyq
UMbGDbm2d13HI/BDPx9Z8sVKcxci7UTP9hqR7sY7o3CFn4toy8TrHmPGjiJfkbh0C3fn5Ts8J57W
OfocXRvse40dAMHhs2pm5TntAjzunSrEyREO5u+6CKZLO1QZUmtt4xWHMcd2GinLRDvWYqg3Fnrt
VEluIkQGNvtdnzDUoUo0fUT0r2vp06g442kMXO8xFelWL21lqqXgHskicYisTt3efVk0YE5d1dFV
x4/wh9PoxrETsCDfvJM8Fa8a5hpQDGX921ESNa49zMTDa63z4EyG2Md94M9qMvtBCuWqR8Fi//qQ
K3MInINnlpIfJfblVTtOxQjBCu+oAm/VvWmH6snWaMjbCLls3Oor5xJsrS3LCyBAqY7ffh1iYomC
rnR8reZWQd3b7Z+w/MK3PSPq746FUupbSgArFQaSQmmxJNE/NJVvh0S7FAixxglRjax5VxN5f2od
d37I+1a9RnHUP1h26yp0+BKlP7x9ZllI+lny6Nz15wdd2E6u2pQRKyM/mU78faiV8oNe139eH2ht
bxrc+JQxeCphKt1+5JyCMhrk8SxtPXkPXOinCtxgI41aG4SgH7Qy4h5UERczGZTuaAjp06m1SYFv
cYAAeGSYzRYNdOXFAPwCjwx3OM+92ySKhV1x1PExfTd8qilDn+hdO0ezy2JMpEcsXuIGbvXGTbp2
CshVQYrRd7zHYdsFSiy2JbhJFDP40FRj7rvahPdsOTcbZaCX23IRcUj+O6U86bt415yAsWG0oV1l
SNsGU3DU+7ZO3jf51P/TmBbKj9BHUGibutDcG9QbHeyho+5DhdoE4FkRfU8SXMkw6A6qny1Qod9q
GPafiqxDczEvrArfW69ytoLx++W36MvIaAL/PGAZi7PLETLbOZ+RSDfcdlf2gXao3aDaKBysjSL7
ZqqskN33bVyvJ9h1QipkCF7vE3RRDnOdVm8+mGxjg6oNSw2R++5S6KMp6roaSUZhZ0c2fHZqGq26
pA1si7ceTZo10ElkE5imzV1C17iJ3o5jcnUUsPRV1laHpsy3BKTuzwzcKSpAHJcXM4XF4uRz1+dh
lyRXvLP1cad3teh89DGc90FHZ3anV5PWHAYgJ1tQjJcc7HYz05EiLJB9IkiSy9zQJplCWTLOr+CD
pJr63OquP+g9FhXV1GJ7nGjC9F486Mv2RD3WxsZLndSfVab3XwrkQYf9mPRQKnlNbZpNQ5v/rvNO
M3HGDtE0jMAEhI9eGUeAX4GJ/6EMOb230E+1fUgR5nvTi+LnWrPRS6l1rwFJUeYGtuydluX7sutc
+4BWqQGkPAr1+cR6FbMfZ2LKP1jB4GYwmFuzgaGt5Z3vNlKaJWsx6fHLSjX/EkYJXXrwLK6cpJxJ
AE1MihATQrD9zXcQU2kRtxPAo2S47C8AiwdPief6tSq65JSZojpgzpD6pZN6G5f52oaRXHv4v2B1
7gRyqmCORsWY4uuEwOkOxKr9y0wbcL7O0HyCk6L57tS+GYvLI0g/ljuWKhxK0ItdOvSdZtQpYTLI
Ee3czhBe1NLT8N/UFewAp3rj7N0X/oCrkNDhp4XLIgput89i02IwXVhFghFCaWX7OI3M30ljB5ok
A6YoxfICHZ3ZK8YDiBfntx5iMb9xod3HH9TfwVTx+ntrwltJlCoYehB/VEkR+EMwh5+pRWcP7Tzm
j3an1hdTb3pkZfj9G2Pfv2lybDD5LDEKNcuovQGINesjYxdZ5vkS/yg1lE1UcbOtgu/ave1S/bHJ
Q6jEL6c6VWpSnJz9FCAifJjcojqXXt5t3Nv38SPy2gRTqJ5QEULZ6XZBs9kQnFs7vepK7pdZnp8C
6u87tUbaBdjFRiyurcyfht2crHxRf9SXANkQh1jFKsHQhHqvowwwh/Y5Af322Y2KNjjI22DaW2EL
7xg/dZR6mzpVHoccVFETx5lfKH1dnu0R2TDcGWLvIVHDLbGUO3tZmZRx6RP6AQHl4VzMyRRy46Fr
xlsWZsI9CeAvIGHoCGj7sEMe/FFDXVA91H3Vvw+Dyex8cF5DeYj7KvusZn36jwcITjzYmJ5eLF3t
pKx1Y/5wvThxDjYUu2SvDrELATFTq/KSUf9Srh6kgMHHXySqEP8V6XTIA7tNwWYmw1vNj1++EA4R
fF4iePQpb1fdppIRzz3LoKEG8tnMTW9noCO9ocH44mG1eMgA7nBOobvBe1xOpDDiinccoJHnYgh8
jdGL13alTX8MaJ5SNA8AOtHc7uPa0j5aVWkqvpHSvti1lqSy6cDyctS85jHwE0ctPgWhMBH1gJE+
7aZe7SjptmaPsOHglju9jAAVeD3gRD8Ji6zxw2l235GPAGGc7UoVfq+m8e+0M3takcL+lffCeLbK
eTR2GhC5eKe2UZwcUn1y7T02OVa7bzMoXQetr219Pw60d6myONNfZWPkpj+Mc3guS2vsdnmsqT/q
Kg7+5FWAFYw954STgGI/x2Nm/IJCj0RiV3iV9xAUiDfvKgqfwXHGnPZ7I6Jc2XGJo7SQhUoyHvIe
Qi3+sVQHd+U4Ks0eO1LvCxGWkh6FqUWXOc3Uv92gcEYMPJvuV14PWBiXYDdDtFBQRd9R2Yi1dwkG
sX9pzdx6WK7HrkVcMBtb6e5KdYwshpXmKyiy372ysx25okIL/NK0E9LM1Er3idmEfqjm03tZJ3zy
2qSkY9YV73Kl6/cdPRTfcfoth76XzHq540A7yYQKHNc9AD/UjTwdZ/eCaIlhHrxwiKp9nbR18yS8
Cf+LQI/i8CH1vDE55R3RAQr3Shqf22RqrF3XeaN3AqYVzEfDGNGgzx2kVVJ0kK2dRWnefaRtMvd/
VK2JsQ3LbcreOdvli9pbbXZuXREhGR828HsmZVDL56p3h+pYdun4K88c7AHQPdfKd64rvHe2mG1z
30R28yGxlOSbWymYliUZDin836aWX97l8+wrrTMmOwU1ge9xKdT0mDtqB1x8jklMRGTm4zOkcg7M
jDB6cR3mvryObdznPicOBZrMm7X3qiFad+d47LONN3El8CG5kNAejjmBgXxi/lXCHmrEc8RUejg8
1t6p1vPa23XkWPtRYw8oaVvvIyLdjVHXNh3DIlABt5wG07I9F2DgHgKWdy8R8gS7xAa9MaZ5uY+r
nm5WX2a+m2Pp0rWEo6pejQ+objUno523ILYr8QjPM+kIvwWm7x2OBI31hNYHPwRq2X6sU/Gk6FN3
oBdlPXW9OqFqnztHy9oqBK88phigqy82sVKFdHGLO+AGPKOSm131imPQJqqf1J55lFKNp9dzrpVy
JQ8VPUMqISz1XaliKmi1mvgAXNx06j4irBMVfuKCwd61hqAHbOep+JjEA5L7Tq3SyYQQ1sef+1ER
Pwwd8YQacUbYTrswDtTizQgzcP9EMZIhSSZ9V6yZsFwZpZSIqzTZIcU882pMY74xyto+l50z7jfi
gzucF3+R5zMk+0uSJArNLYCzn+fUa+Tr0XvXqU8dd5dYUbwVCb4Y/S5uNclskFbjoF/vEHQg80en
qyPlEmI+PB2MJpSiiblngV3hr0wQ+l2FLrQ1zL8mK57+cBd1z+wbmqtFOmvOromMzjvYWmDVZ6LN
VN8HTjV8nQGa0cxzEuXoTg39+4Sc9Hlj66zkDASXZLOE20Cql30ayskj7tbw0yvBTQWOlJ62lWQt
IAEtNx9nAxsLyJ/hscKi7wGLLr3ZkRdbPnww82nEK8VvlUF57xmTchRur34K53Y8g0VRvhlmi91X
pmxp+qyExQZtDvrG0GIpaixCwN4TTutFQI65R7JLIvLoNFZm/ieZpvRznCvaxiStHGUIMlKJierJ
fbkxSms4JR3jQZ/KfmcwTGq/HPrmQ8ijv8U8WB2MgrjjkczYDHp7YXeI92tZZCuXeeqxSSPe34fo
NJ+RYrOOry/+ShIDV52rUSK07qUcS/TfEInhu2gkT74m0G8uZ8vYyErXVktinNnRfA7rdvtBfCHh
VFSQI2RAT6paZAeTEtEpJBDaR6W+hbFbm0BeO6rgUNJW6qlQURrsQYLLlNv93iKyOiiDXu1Q03h7
EZWbXYqA0Y3RPEp4t59mBoEzZaH8tHjuHmGmqkgvu+nFy4Z4435b/SqAupTvJE/sDhrQjbRZ+1S5
mNUQv+sVb7pQtWx/5Fq05f27NdRiwTCb0fAeTTheiLIcHWnBGsAl/hIG8ZuV7ams8yzggyaxrGAb
bifQAQM4QvMNLgmWPNGun43Gx+xlPE8Ol8jru33lhaAsghKCTKjpn8mb8F+RkIKPYAKmBL552oeH
1hTJU5QPyd6xxI+6j/6YrTZuPMwrM/nvId3FWR4LYaXAILyLZsfQwwpbnz6VaKcOBKftFoRg7fso
F4BZeUE7L0OuWkJsVPw+LpVrF08KDjUPad2aD4Xdoj47hiOPoHA26mprXyjtMWTVhbraEtDK/yi6
tg/ci1Kq6dWOemqvpdCPoTVuGaWu3COmjTsyHn2kZnfVrbnvYq3tCCnLQen2AlnG/Wh02AKaceyT
qtuH1/fL2nhSlFVi2DAOWFaTYAcH/VCg7pD2Q3KMu1H8PbbWd7Pr9GtsD95GPr4yk2RnVHpogxKu
LvnmsRYXStZIrEkUoUls4VqRY7xzQlpyy29kdSjW6uX9vOfRTmUMbxG2wZXLd3w0Cmt+oupjf+hd
uEavT+IKwMtCBw3BLpQ4aKkv+wGWneF6ZgdSfdTTcDDPFb+aCnM/gcs4KZozk4gIiLUQ1J4ao+r+
yse08HWtUh7CkIr36z9n7ctp+9rgFthLd50oo2b80tMhV6F6epghwJ2J6ZRDSKV2o+u1chzRn2Hn
yGeP528RpAzNEIzOALcPL7T5sWrL8KzFinpsRJgdmtb6MCllsgE+kTfzIhQFFcA7RLue+unStlzF
rBNh+1m5JG0RHry5SD/Si2g29IpXJ/Ffoyy+rFLz0sb/QbkMdhKTj+s0KhKvjnfoQgNeen3F1jJJ
8PlwX1ktYrDlBuqDTJgd9m8XaB7OT2FU1mVEimI/BDAECEU940ONY9tDF0zeX1qdmo4fCwMoWR28
meVOdgHhQnYrSDPucmmjIXlPDEKzalaza2c72dULvS1TidXpReKO8A98613GqqiJEyZ5FV5bw5qu
bgaIxrWi7snz8v/QrGNOoQQQJkm+9OL5HUEUJnUNiNadIiCYulecsyH/9PoKrh4EqfpG+YHC/PKJ
QIjAa9wAaHSAC8dudmbcQOwUp8EEGdwhi1u/T6M3erlygxJXMh7wHZ6npWYO4CRtchDIvZpz2FIb
1MtdJZjNNIA0/PrnrS2XJUUluN/4xzIZKbk+M/TL0I+GgefPc4rZRqvmlwD5to14XS7H8ngD6kCk
GwLJPbCbDlpTqjW5GgKt2anvXRXJlT49IqKa7PN+TL6TgFlfunD6DyVpwIk2wSdIFsnmuI2dxgkB
HcSiucWjyjuVSG7tnbifNxoQa9cXCZb6Ek7L3tntKCj0a6PlctQBHqMF0ijqJdX1dOMN0NY2JImj
VCLAbQvW3+0wTq/RbvWQLFMaS4Q7JKpqULTdMGs7G4uq5hw4wvhDg4xGaiO0qdo37Tw0pzwTlqxb
TUO1oxPQeXvHc4DTyr0R7cpM5H+rhWjaA+VNfasVtLbNpIgyeQ2VFELY2x+t6yKaIMgql2JQ56tw
m+y3V+jGwXYm7T8cWAfoPl08RAnv7MHQyWpGtcooaJS5u5cwql1sq/2p6orhmKZzscOlOdngmq0t
youzH9ptVOndxQ4D2ehFjQrcTAnGAe1HDQtMjCAOqaV8tN0ZugKUrP9wdCUZ3iY9hQC2rEx5Ojwa
PYHk72ih+SnFI91Hibv5PTvi++uXxMrJ9V6K3oxCVrrc2XkitKrFG/2qFCgl0U4wmwdsrLUnvO88
7CWtMP9kd2YlTkBLtxKflWNFbsoFryEnKs3YbreOk+BvhQNseLUmwLc7rVHBbKKAq25M5+o41MCo
hEmcybJyYZaBHdWtBUu+SatxN1ijcxznLPj19rmUDpBg91Tiq+VcRjlKEsIcKGKilHSl2Yyo1QwY
lH5vcEV2vvO9EJoglh9b6f7aB1JaJJ7FJlzWg24nUqfZZbcBZdamz4dnGlo1dJNm61Fei3jIh9Ev
R4DG4QwursEAXxRnrqGsRpGUZBVx3bp7yApSY7eaBWXMsaicQ554ebCDmjJOVG+jkWaJMHrHN5rC
qDaC2bUvl0RaMAygNe+K2aU7hVZSwr7PTXV+aqk+wAiYtqLz1S8nwSNZkGBQvv92gq0MgcQKssoF
doR2nqhMX7FFK/ehDcXDyBQdPGgePoG+mXZe1A8XtfPqfT+69Ua1ZfWXyN47tglADO9odqPVKwOH
1r1kCkom+zwCwgAv3IrrfWHPjn1GgqhHxFGtcZzWSVQOFSItzdEAauDuUsUek42ftPIAeKDpga7I
XPROkcQCWtnMVhpc0jnOjg0onUcjmbSjBA/+h9UGkybVLgDw3+kC56IMEBeL2eeOGh2srk4OylRv
EZBW8mukE9FTJpxA2HD5ok1zERhtjS+FnYKgiuoqPA+qlgIBaoJ9JZLfr18ba/MH8o2p06nW3zH0
PJLpMiulM68NxV9tkIaoigEHmSHN3v6WSatGCTOirk4mdruNqU/UaFOFCiJmcXBqjTZRdqbdVI9D
KyyDSDTSjF1qReKv1z9x5Q0lzOZWJDRBaWnJ5S8RU+8wyCVVwofh1PRKc3WdOXwIEhfrCyQIrlNr
bAUmL25Qi6jUg1DCxcCVT7q1+Nqogt6OkSjxfaUU5iGuEF/y4wgtFvofBekYRM7+2uPpbewSI2p+
942LVZdTA5KDihnw0KupqewhoTjzuYOqke56WNClXzfN3B/c/3F2Xj12It0a/kVI5HDLZoemg/PY
nhtke74hZyjCrz8PPjduQBv13Fgj2ZraVFi1aq03RNnwYZodCexJk4IUVeJ+TFysOJIflBdHOuv5
nMeXDvmjb7hvpuEJvm/zXe5gnrxvHSFwmQMEdUuqxrZOghAWHqSUe9c7IQuFEsQsQSCt4pYlRVVc
VxUlZykqEZUfrfSpnirnUlsJlec8asuHyEkd+j9VfL2/6HuhGQi9DT+f8LxRWM0MSOSFUiPirarx
ua+17prHwRGKYO+wOhq1ELBVy1DL1vujeFrm9NflgatPqpPsZsiNDE4V0+egMrA4KbX0oK74G129
3lV/DrjaVU2FayLEA1RPrdKkvt7mp0Wg+104AhDkvxxXnzBGygC8uWqAzpcV0ym5P7W7H00JkChF
vZHH6+uPxlkcHRV4aYSMqn43Sk5ziedQPUm1ZrihUx51SrchCv4OzQTyURvJwN+dxj8mWarbRERo
xuBfIjCQFjrKP7ASzmaQHT2CtqHi1VDq6tPKBICRkyyyzbZV/JzzeTg5qCmd6N1pLy19auY4P5IK
Wirsr9eUj1qkm2nZLRYWqzWtybDpbrKmY6Iyn4EDHhIQytmOg0y4mdmWH9KQ6p8jtRhQZeabfY8X
xjCIUoUjCnl8/fBLW8OeR7WPfE3Lo3fROBdPdl9X80MCuDU42MF7i8k5Qf4AfdmtFFYr2kGVcLL3
0zDMXrSg7XBTCcb3WdklB/f13lC8ClHs/U2+WJcaRz2c9KTJALeaTuV1iY3JEFIF5zZF/fr+kdgb
ivoXVmU2jLMNvU1uikoOO5ix8RRLj5MiZf+0mug8a9LGz/eH2p4+amDUGkjBFuG7dd0o63Np4toB
Ys3bU2q5LQxtCC9pMKQeRZL5fH+4nZSP8Rb7tcUEjdxv+T1/nL6mTaY4HNDMRSrR/iyaInDHOQCN
LOXKWfT9BALN1C44MkweRlfpU4WN1WlMFe2gDLK9TSi1wDygEgLAHHeU1z/EzIZIVIIfEgxd8t4p
DeekmbxNkS2wTvo4GW5cS2C/C2EcGHrsVOtfD71cNn/MASJHmSH6KfXrWZZbkDpt1Rln2UjT59lG
o8+tmjkWLqVnCMS50mh+j6lA5fdZIF9aLuaO2au1o8CxcxtgRYPmBeKHHOGNpMHY08QSvM99tcA2
oiha89pJc3xJxMhzL8+qR020idcJYbNoTXRNykH+D1t/UV/EIY837uYN3+oKdhXsET/tDOsUFI38
Xen77mTibnawDntbn1rP4o5NWXYDKRFyWFNCgkiVVvNXpBQK+WSjRuNJbWV9KqgkHASQ3fklgSFZ
RXZa2/AqtUhHq8KQIj9I+uyiRgoVrnjKNbdXAtMrtUA/Gw1xq1SV6J1RU7PFgqg5qB/sfTWZzILp
JX/ljf1686FTbxdtCFtOqRP7b7npzHdiSosLshrto04GdyQwtjsg84tBJ/igDZXDUpIkyBzipmKz
tYxczj5OUpI/WoMUfcjQhj5I1fYuXR46yC2g8EAEXUWYMupTrcLo1s97lCqsYcBlsBgxqiv6ZOJp
KwKvSXTt4/3AtvuVoDsW/OfvMv/raY1CMv9EoDnUOGL8PlZR5xZSlLwMRkCzNoyPqtR7tzytmt/c
GKhN61tWrZtc7go78q3axH1vQCpGycX3yQwMNPnzGePAKD1NvJbdIpv+uf+xezsZFSck5WGWEM/X
NT1DlJTpHWwsA/pUuAuGCiKXioLa0FXqzPmSY5vlq41qXTAKGJ4pl2kfCzFH1sFzfYmUq1xHoR4L
uw5RMMSfV2tt1sYYZWMf+hn9bDdDYOFTNUjyQZKxOwqvTGDcGodmjd6ymWE7s+kVTXGt/UNl7kuN
JOHXgznduZB4p+OcRZufOuJ632rUPep+sciRC2k2XMpElBHjOe6ee7nCx3miQuDLdmR94+RmKdhX
RFPdQoAudbMezK8rRcHcuJPDZnSxDe3D02ziOY4bRG10Xl+IxVuyTFPp6FJf7sr1MiylOoLonvFX
Rp7txLnCU9zUa+ckDdH8lIxRa1/jPtblW0KOU5J6qt23MJeF4Vn2KD8qQVr9CLs+eDLLzM49coHy
zfYDi/05WRSC7wDLNmXMAR5GVhgSoDIpHC5j3WmXCCz9P2pWyh/GYj4SwtvbKmQuFBTRSVh43a/D
AFvFkgQiz74KL9031ADxoR4O7fv7m2WHH4c2PwkUKCVei5t+GHo/UkQVLPTzLMlsF5Jc9CMKTP1L
O6s1OyEPUDOEmhT+UHtLGZ+lSctvaBY14jTDfm1ftKlMrbOaL28S6J3j98gyQQhUtirZN8vI7AZR
ITF9A+Vv/WxE0slXZeTEe6ad1AgfzHn+qbQDDEVdejp2dxtQFHPOZV/i92ZAQ7XdGfOJ4TKMSDTc
ps6eZnfSy/IRdJ8TuoNQ0k/FVKnmsxwlfUUZtg+bqwpW4m+L/0n6bxfBTwda24TWua1Ikc7wZerw
08FM7mxd8l8VL0Zgc5tIZqlzWs5TB0NXnjQf9Lb5MrRtcbs/ys6dRN+QgEm0oji2jlPCiUsEAOi7
VEkpPzbVUD+aRdz62ZzmL7APvzhloHy7P+bOI4JnEaEEXAjtxDUmuxNVq+YlWx+dheo05nr+UNMD
9mCQxAcBYOfyAzoA6ZheOpLB69DFpZ9k9QxoaKrLX5VjC9Y0nT5h9uG8C0Kn6A+SxJ3x4O1QM1gu
QJreSyj9I4GeAjsEVJIDEQi0CQLlAhm41JlEwSqUtGY8QbeUky/353NvUJoSS8rEg3PTG8SlN6un
XgQPXSwp53lQf1rR3LrmVCHNWM1HlhA7ywd/g7mEOUpgXVfpaytuISjRn+ibciDfDpfozb829FMZ
a8nBCu7ELcCcVG65J3/nhq9nNNS1KpTrBf9R1ihEyJjigRnUDi7SnSlEshMcLOoiC5h7VQ/RdEjY
lUl7tZFpolxqlerEJ3NwIiDQTjOX56opQ9O7v247E/kbIcRbk3It2IjXn4ZhrNGiJig91INeo3k4
S5e0SmgP8tg9mMWdoeirAIVYuBA0WFbfl7VTEiFaBmClFuXF4vn6LCotyk91dhi41J0lW9JcHi+L
uNim/g0F1JTUWct8C93l4iwCBTqmOcuGcA1DNKYb84z81fRW/Hec533u6ooYU2hamf6/NE3qZyJu
NXtaA3P5XKUqGs9jGNkXfbKVv+Dy2OYpcirVgXjVwxGShq79qQhV/kezQxPDlDIZPtm4aR25k+99
F0mWSmWfks6m1KqPPRWCUUr9KnYaxO6nyguwEjmIyHuj/K6tUPXAenV9vHRuImMMeYMb+pzdqgGJ
G0ebjmphe6OAaoQVRoJK+rHcC38GqlAJY1sTmQ8SsHuK4WWd2rI7Mlc8GmUVDvuaYQa1zfzYAEqg
jWZ0Uc1a/g+bewlHC++AFGd9nwDPh8kOucSvclk6DRr1Ivpv5UUHnHoQJ5Yf/DqfBCtAkEAM9//F
rV5PG6iRsW3nJPWVIIybE6+J5hyYuf1RKGYeetpgWBeUf2+alUYHj/TtESbLp2z6u3KJ3crqCDvk
haY86qk/F3qBsVMsu5ouJj+S+ung8bL3laAWaWBZC9B2jQuLEJ8reHVnvhZBcrtGbdL2l8Ya7fCU
FRDof6mWQK9Az7XA78YJAu79wLg7Pn1mSM9kkpDXXs9y3KQDnWhmuauM4lGfh/CF+qns2q0R3fJo
TF6gsckXGGXtwci7k4yoFZh+Hg0bXnenWl0MTpyRZ1mZT3jE2z8NGJ+ha6vV0b7dng5UgTh+pgKi
Z5sHFUOV9S1K/n4MGRuP+Sl6gpnXX+9P5jbDgzEABIm4Bb9/4x2SaMVAn7eAMI2kXoF632jkHjoE
bemKoCa21lEXPJsUXo6aRjsl1YWsgB4I6nUkl+t91Mhh0bdamvslEhRfgrIZn7MsMeVzjlrYr6gz
xIeuLSwPhf3+MdWkMD2lRVZmrmnjKvYflpayHaxqMDRbMn0IojpBUyOjtll9rqPceoiMSPVgHUef
3z7jgCUWlOiSB65ln0AZq11vRrkPMj1DW9iRP0xQ1l0nq9rPjdMXFwsU5EHTeafygcAOyk9LIwAZ
wXV8aEVN7TYPc78QZXWZzBCNCcUY3w9Umr3eUv+Z6t65pk2HKGPWFmdqHke94L0NzUqz06ibLO+W
1bmVhgC9Aiv1Gwrk1762tVMCrvcg3O9+KagEoKQgUbYdZ0m3Q0UOjNQfnSb7gNGpcFxZHZ3EzZQq
WlDmw/RUdmF0ts04L92iMocvMw6GR+Dkbda4AFoXG3sA1/YmWgTqAF0dmzsfT5V0divNGn5WKbRP
pDPH8Fwo6X85zHTPCMoKUOgNDajp0RLuyQsWCjHuOTaX6+PQ0vQ/pUNg1m6fxiI9NapojIPjs7e2
f468/P0fCQPlb3yN2iTz7VKaX/ShNn3Mi5uDyvfuKLx2KVHQpwP9/HqUkQJpmNcBS9s6RuFDAgzQ
OY3D3vHun9HdpQN0gsgT4L+NqG8kD7w2HK64QFfri6H9gxLVT4y+1FPhIN18f7CdEEw0IA5Sg12e
hurrr+o7eQytVEv8dFDV5DN9kvSrimOG+i41reCKEUL5IMv9eLs/7M43Qu2jpUVcgBe8Lvl0+qTT
pTbQfG97ENBi5nVwChJKYLGato9q0YuD6s+29ot4KcKQKNiiHbgRfAfWKaq4odZsFgPVdXeoB7V+
sqVOAhVrl+LjLKtCu9RFnEX/tihSdZd8CDv989s/HLDsIlxIeX+zuCgqqSlDx74NIPoZSmvpVWoj
gMmV4VNk9UeiUDt9M74bID161PDdN1whQUCkNYLyjK31mGRFQeWJeNKfGnvuro1lYh0SpUguTWp7
wiunOWGF+5hKofKdtE4cLPveblvuXdBVC3hrfesi0t7rOoUdv4xSKppZr0v5xWid6a+6sWNP9Hr7
4FRK+HbpQfDO8KXALyxAq3XtI0TFLUhzulZhGOSePheZ19gXJQfuH4sn0TnvtcQqDq69nYBBkooh
zVIb2DakAQqBYBAOrTI5QL6l6qwXZy6PuGA7aSGjoAK4SCgsqnmvD3DkqLnDQwnBU0OKT5Azmsus
TIE35XjW3t+7e0NB1Ft20YJNXpf0CwAtpTUj4uTMA/ynumtwfUo7J0DNWeAgeX+0vRABRQmCDQX+
BdH++sNqCZZxG0mJn8sjTm0x6JYOAMHNmeOfM7iqt0dd3meUxwAjUR1Y5yhhMpd63KiJr7Z5/UCb
2/aKQWsfeCKm5yQw2oPcd28yKcIt5Whe7BtEXIGISK9KjCeGNvKjIZjPHao6Xom80Pn+TO4OtSAz
6djvUE4yZZykGJl0X8pJSqq5UM/p2CpfO3yYDmZxu+chlKlLbR2VT6Lcaje2beg4STWmPqr05Je8
PM9qBx3y/gftpFkMo2Mvww2yUzMCgm+y8VWGQWD4hM1sel2eM+fKCW1o/Zr9Hvmw+mohaepKyqh7
pt40Bzfn9kJZfgOedQDXAYGsY9mYdEgJTWSUhtGzYYjit1FI01PCep+GyhkNl3heurh+oa0zJUdc
6CVjff3eZ3y0BlGnZcduyuNyF5ooDNrkI2rbJK5pNo+p3TbnkP7eqQf544pqnj50VhofnMzdReZg
UkLDu539+PpkdkrbI7OeM/t51J1nZNOvbaFrb961vwvjdEsXoAlsj9ejACct4jpFyGqMpOBU8q9O
Q6NYXtg20kFg25tKBYlL+qFkrhtw98Kjl5yuYqigK2+DZXWXzhgr15JnB97UKF9AUQ4Xo2uNI47W
jkAKn8k7W+VVBuNn/SJra71TJMoYfi0K68NY6smvXBigf5dOhLhSmsScI4uk+JnOW1XfnM6Kz1wE
vWeObfy5nSOwJog7vrmkw8+i7QLgiNR6g/MINSEKSTPIC0OznkBuJcHHGVnI1pOaBtDw/QO9t6Ng
FQAfR4cBguFqR41hlVnYRSd+gHi25qKPZX+u7a59uwQgX8VhBRC7kKzWeyq2aLzPcZnw6u8bcUmQ
dPxiIw4s0Ouwx8eyy3nbQ07OQhQJteDgBaEqO0cW5SH0ZoFsbqX0LV1kVefkiT/Pc51+VPNuRLNM
C+fQUxblwa/5WAmknAolRltsSAZ18jSQbJqrKoi/ubGtVxG+CElRulIMMtAbjdZub9k8t9+6Ua2g
ZPSVQM9xCsxLlU9jfJNloQXuPOmRdhAAt9cKymwL54LnEHt3Xds0UL3NyyJN/EZWcz9Px9HrbCO7
dbN2tD92Az7YcY4JSjqUwJYT/McTTw0cpW6FSPwIMNW7UugaSmWoVJ0n9NnOcR2Pz7YxIOcEwe1/
dheByFOwTXr7LkXDCEk6OHr0mVYRKeniPjQMBGTBGXYv4yykk5Xn1kHc2zsL5Kh40dGFJ29cFVOR
JI6Kzga2kKe1eDCsRrqhGWYfFQj2Vo8xEMJk8dDjWM3oLGxRIjdHd7VRTC+SY/PUdjA2nSy0DljZ
20yOAgTIOHS+gKFvFLcI2gPElIEsZ666ZwWBeCzbKVmOQhHerNmTd3+ddncLWEm6ZtS5qOKsprBP
R7QXFyembNbkn6gBTeLcWYXQHzPFKhSvoRheuxnqgpnrFGlpvY/7wn4npx0Upvu/ZW+a0eRdypwk
RJuXBzXbULInJN0jSEKerTeBHyWOdUlwqDv47N2heMPT4+WcbFQTdVAkkEGB9ZZgBYWnZHKrPA/o
fJ0wb6Hve//D9haVdyWlUxZ0CxKJsEaRLSnlSdUZxWkE0vQYJmAPnDjQfwHCPIL37i4q+BCYRrx3
kKRe3RFqhaI6JTecb4JBzVw0DrNHrdP16obO8ZyehpLqAepU4eepiJL6XAVNeEvHSjuqz+zMM+LK
S/EfPTOd/Ot1LGqZlUFDr4uSyTyecmXGUQa4VXITxVAfXBm7YxFceR/QioXh8HosNetZarxofODN
6s10kubsWPDpUgUSyv0F3Yk7tHqpNzEKLfT1/IZDo0fQiNk+aAVe87ytLoEcHPFR9u5Ach2MRanG
cBX+XuY/Irk2jdB2IVD4Jmqtuosg5fgLXynlb4BN9oumFCVWHUOgFo99KSouQ7wHxx9orSfOGbX2
6kvnTHJ/1pHvv5VNF8reUCVDqriaMmGLquioVp8SXt6Ni7lJugB4bOusT1XmvP1oA4HhMczbG1b/
OnPDc5wOM+rFvmRqWPLWtuJmeZjeUjMzDo72zmFjKEIn1w4Y1PVbIxexJtQhzvwSffFnReo7+9RA
R/oe99J40fRgUg6O997Gg1MDaYiUGMz3slv+WKaom1HryMm+camYnvtWt6+1FHaIJvbOwXNiJ/vG
xQPQKfkvmMz1x1VTOQtofXSB7DB+LxVO8jA3qVlemXz9Gcqc5dPXrLGjhGd4sIZ7m55HDHkMKCNy
/2Xi//hMtKSAbuSMHaPjcZ4AY547I+4OvnBvMhdlLK50wiX37etRSk0oQbd005w6r00XWJOBRruU
/GvOenJQV9jbKuBIwbbzZtqSrtDUTJC57zJ82szkHKtR9ThK4cdKFaVXWPZwoA20NxwwiiV1hxTA
jnn9aQPiQ9UAnM4vylz3Wm6bv8IeerOki/Saa8ZRA2tvKikZk4OhGUVjfZW2GHFqNbqeZ/6MLr2X
qkPgsSULr9Ckt7eM8AmgHETpEI7/BgPDewUtFVBavhyI4FGpRH1Owvyoobz7QYg90DQBJLVROQRe
3fe6TZmrm0LrNFKbfSkrR3dn9Hm/3I/w2+orHwQVBwI3NfdNqTAVJeioKkt9u+nmi0RcpAcW2e+A
zubXtm3Th6wO5DdXQRkUOQvyZeLkBqFbgOCr6zAlkNSkykaoCO6y6p/7X7a3CyGlUJck06LttXz5
n8c4xzJdhTLra6B4oaA3bunU0yWcRO1JSnEwj0ejrfagXhct1wIq2KKMjacqy38kdZq+7zh6p6qd
0vP9j9vbIYDZyNUp86C1vhrOUSd4FUWY+pOAZ9ADOThJEezTsOQE3B9q98sAJQPVQyF2k0Liwzsj
aMxm1CXJucSamt3UNuxOcRLL5yYaxeX+eHvhl30Pmx2U8ZZ2p6mzYxU2hRcnVbILqXzlB4uq8v1R
9iaQ3AlxC67pbY+r0rHydfoSEThbOGcDGu55olJ5C3u1+Q9rRYeBFyrtFpLE1VrZlIyzwSQchoka
X8ogjjRPGufxjPizyA8G21stC0ldGjtUyTbF1jKcrSbUiIVSJENSVKLhFFsIOcsz/TqrbI8QKHvx
A9QNyFRIgwDolt/zxykDdQLzpOAam5y8+NLkXesioBtf4qqVv6AvM5/VWDqCre4MSpLIDcNLmNVb
Z1nsw7xJlzo5E9D6ZYZqspt1ZneazC48mVKOmXHftN/ub5ndUYmRizIUF/dapUmyVDim1pz4bYHV
YcwL+prRIrpkTWQ9ItNTXOa5VN6+TxfBTnqThrLU6lcvnEo4s6iShkGnNn3pizn6mChx6uXqqB+A
xXaOBO9+imHwi3hbrJdStSLdEQG+hKMVKfYlMLP6XZiCnHwoTZ42B0+LnY1KPFmwH7AiFxWN1xtn
xM0j06KA93iaWX/XUR1cRV+3VyMepNal1zocXDp7y0cTgifaIq+9gR0ziXMhBBaP0OKkUxzjJaLq
UXjTIlVcCuDxJ13GCvv+nlnO9qogvzwHlrbu74RotXxqbffCxKbdrwulem8p4wvPWPMSW/hyWlEd
X6ewGK8jZl2f7w+8t5iMyfMA6bttXUopmj4FeEIhDmGv5IRfD9K/+QCLSZhm8B/WcgGtU/Ynbm/K
U5NKyoA6fOxrZhl1JzTyq/ZUaVVEMayEUvXeLrjoD+6lnXuCC5B7HcV20ArrrA/P2XzJeKHDLb0W
0ymyZxsProMF3BsFHTEeWGR8xPDVAiZmDS2qo+Zd50blpdNSbqxEcRC1d6BnnDdafhbEHx5W649J
wmyokM4GyKeQRJwE775vTl1J7xuOYXJKUa0o3Laoi8pVYAJ5YagbkTfHAE1kS+sOKgz7P2cBpy6k
6cUK7fXhhJxQ5iAYSS80sB6hKPNTgX/GkzIX5ldcwqtvBTrleEdJ+S2j7+b1ad09hyOqkfe38f4v
obK6qLntUMYiZ8w4uQoP6iw1mtM06vGTkUgxW9rMHL8Nwu6lURr9MpXG9A7lZvk5avCUx0WnezvP
FZCG7LAd6D+jebSaFayBzbkoqfU2afQrQ3OGV1vSuoiuqtchker/sPXIuoj8hP0tTjjMWiAohklK
qSTzR8Oq03cRUIWDs7sTKDQyfwVXh0Usb13ARnzDnEJ0033AZ8O51exfUxt1F1Ll6uB+2YmFMP4J
Ehyjhbe9HLU/UwUR2KNVyJDxm7L6oUdlMj7kdpu9yLAXKreN8gLMS43pRW+PpnS9v5P2Rqfwi7wr
Wk0A1leJSjjbVZtRrvAlaq80gIHbJHVbXpRmjG5prZvXBt+Bs0ogO1jHvRmmDElPn0DM3br8sj++
uw9DZZqynFK3nE7nxJJsL7KC9EqlqjyIIzv9Z8ADwCOg4hMS1zsUJReicDuEfjq3nS/LXYONSJ6f
8jYcP1to+LsFdmlXK8Ir0qXJ+naWIA/w5RLgxiEwr1v92EYMmHezxJNIzzBU5svczfBsujb2WNmD
id250YmY/EyoB5R512gQPM9LNBib4KFIHNSYJEM82VY0nRq5mbyUvu05GuTw8/19tMMYXBiQaDqD
HuBZuS5WtmTeZZhxI8i4hoznObToCpuzmefnuS5xeBGgxVCv1tJSgTc8mB8To4ug4BtmIE6jVSlf
FSXEtsC2h3/lIcpqT02xYjg1dS49pVUQZvCsVQRqG9yvrKuYx/BDrIydjptQVz0GZTrLLrIcYXLp
mrb8pjelMl15S6WZSxO++0G7qI4uNLuav7CojXUWHcVUb8qc2L4VhjnFXq6E5fsCemDv9UhDZr8o
j/O4Q8thPs9dr4e3sS5D5auqdtNn/GfbI6TEznFEMRZqCu1dJnPddU2RTITgGEe+kQX1Ncep4SJ6
dPAyqUr+l1Q0ZKagiCDjxPLt/gLu7BroCBRwUKwj81y3DaNAqZtioMmlVlHp4ysJe3OM+g9UPdDH
EGGDIGp6hJ3fOZjk7/DosRUB7bzOresMy5zegR2Z92F1duZM9lLksr/Wqpah0pNV1zEsxKm1wJ+J
sey/3//mnSyGasFiWgiMaQFPvA5BpSWSFFooCRpC5A9tbMUXOZubAyWQvVGotADiI4/BqWEV4Ksc
jyxnSpcWmyhDFx9f4ZVZMR6UF/eHoR2xlCNgnK5TsnbmeohALxrDXORuPoX5jyIqj5wtdh4oaBsR
sAlovzPM13MWLjo17HzsHiPHeK5s/IjiVlPdFsEErxzmo3727meRzKIfA2mHTfJ6PG3AKcopSKKL
Tqr8xO6yT2Mmjnot+6M49EEd7mL+eD0Kwv5GH3LVU+9D5d8LJ9k4hWkWq29PK/A7BtbJfUcWvkZv
WAk0dpBIiBcNehe6Qil5b5VWC215kAC5v31/MxLVImhVMuCU118VlYqa5DWYuazA/qypQGRHzaHQ
4F7MgmUDC5i0DFTKahSz6/uqBoHk66EmvXCcLC9B3O1pttMWZcvR8ogoxUlRxreLbP+2poJ3o6LE
sSkhzZIDVywFNqrMNDCnUsaWbpb6D7AGv92fyZ1khQ75ggqGk0Erc7ULh8jWxibPYz80K/G9NIqa
L4vbzyNA6YNF2ztgi9I+VGCaShtn88QRmh13eDrj/0kfonH8Ts2yk1nMf3VR9/X+d+0OxppRD162
/TpXgHBvS1qqY/bdh92zY8SRm/eyfalw5z6PzMVBr2znnC2fhbgAJXyK3Ku9Es+6mg1aiURNnkwX
EonpYYZL6t3/qp3VYhTyWXI36Hbr1DLusmGclBEzbjWe340tbjgm3cCnvh2OUJw7m98EY0NmyQnb
JlumjHcQBiiRT6PF0f1ETrPEM+e+uZW25Bh4C5rJtWGT/uXUs3kQ8ve+E+gopA16SrxLV/dXoZX4
xuAz5I9D1qReMOTKpyAZksqTI3W63J/UvTfnosW+zKdMUXN9BqQsDAqzNgs/Q8PwrExa4KXymLmJ
1UkXYanBLVaczzwU8UA2CgdSshJ5dp8eHMWdLQtxk1+xFDhoFS5//8e7Aa35OmgSkfuZWoYPBUo4
pxGs+sXIHZI0kRzlKDsrvJAIlwC3YIzWn63KpaTXsVX4gzbKDdIicfRNHiW19SwlmMhcYvNdm0ax
N0FI/Of+nO8cF0B+QEfAqtBeW18XtT1wmQd67rc5ED8WODDeh7LVHWko7SR/gNPI+wD+Y1yy5rCr
+dwZEixNPxtEiDKxgBrLfXwuWkB+NZLep7Zp89t/+DgqjmB+EDrdPHzDpEIPrVEKXw/k9jHXm/yh
GZL64Hm992m8SWDBUoYD77Ms7x/bBRyqXqXSVPh0hoxfrZjVW6BY6XenKjXYNCFSTmgPp0eY9b2V
W1rKFEYMwMdrXVxgKsAXg6igKp7257SxYkQ31eEALrYTAOj0QDOgI4SEw7o+FlD4hnqUlb6sVaXs
AuPRvjdJWwpsKcNDU7Odk0BBmpNHbVrBeGUVvOuODE1IASchMJ3+ZltD+0y3RXxrHSUqPEsDOnnC
Z7dXwF9OY2lc72+YPQAwPwAiFK1LHgzrN4oeKCm7xqaLM4+QU+ZeT2UXnFjzo42cBCO+2qjmmyBs
RK6Vhvk/Gq71f81RO/6sO9VOqC13oeJKcK2Dg1t7ZyW4sTlCCiCvHcgV/vFoCJr8tBAtVTm0p4ul
ZfqNl498MA07AZAUhA7476i0IYRJQPhNamAZuVxdecZciifMEXus0RbrdSjXB0Fod9qJtAQhoB9b
R3LJyELYxSA/eifoXtrENN6T+9f2BbfVyb7EoyzN+AeOqey1SD6bvpaZzSfUVlFxt3opkR/mPNVu
YPCRs7y/JfamndfOUg6EloYH4uvTLVXRUCojO6JMjPyXFE9w2yUkPoLB0N8O82bGlwtgsRHcFH8l
1c5G8g30CbT4XyPQnSe76cVFo/jw5e0fRW8LGgolyMW66vVHjTCGglg1Mj+d0tKb5DjmdYXAXK5O
1sF75PcTd9WJoVO+gE15hG9TaFw2jSmK69zvsiD5eyia+UM3ZHPgDqmTPiiDo19NKjCmqyc52jt2
aZyHjvLNm4+PQ2ChxWbzQN5iVRKlkJyk1HK/1pRBP8Es7FMPrNsCapvU5kgmdLttHIr1ZBDLc28h
+72e4TLthS1HoMutJWyW6ZT9NZnmD4RetTdfcoxEh5J8FCLspjguuNWLAPF5X8VByzXkYH6oy+wI
f7O95BgFHSZULXHI3QRGyuSDJuyYxgT6u1/YJ/KNJC79pYG3s1w5MvuzkNGYP1i1bSQCDoarE4EP
XN+mZpRyZyd1MiJKOJvZJ5SAVRjNZftiTnodXoUWK+rl/tHYXquMyGOWmjy8gA1c2SobHmiGHvtD
HOK0PXS5J1WWchBh96aTXQHLYsFBbNIurSTYtbTr/bbOwltTlsp5ynv7JcZb7cJToPu0yHm+/SjS
tkco9/fDjz9WmUoU81BRZl6zcVKobhpw9Ganj04UCqdPDcq2/w50Sx+UvskuiBCGbgVnvDhY0r0J
JsoBRFq6OSSFr09GZesDc0Izh0p6fg0iJ3gkeTkqg2zrfjQN4UVSqTJBKK/DNviOScH6IfErSZr6
6xTrzk3i8v4cqmj5XdROyDL89yj7CAA37k90Upv3b99JIAyptKrsJOLO6w9Fti/scjWCOxCI8EHT
JMUbEMs9qP3tnRCOJphN6lcG+dHrUXomue8wqPFVO5xPUz7279NGRQ89DH8mGWCX+x+1F9cI5iY1
LIDDG4RcgYoLzjzQB2SF4CY1moYrTWQ/dMiOHWyUvTOCi6OyIOSW59hqo4hc1dh+FtDuKKu83jGA
mKNFCsPEMqNFZbkLb3Mx9X/d/8IdkjZVEci7C0eZa3/95u0nqRrkkgd3aNRjcLIB2pzGMZCfQiCv
/xp523QnOPPK1QjTyXF5K+rBuZ5n+x2eWxLtnSK0f93/TXtnZlnchYFLVrx+keYoINrNJCK/HWLt
ZxraxXtd/AdD1+WapgoFxBII9fotKNkSTI2G1oBtdIFvDciwOKqYns1GPpLM/90Qe50VsLBI4BEA
aVdt8Jy8hZGccgjsSRpnmLmi5vBU50M+ubNWt2A00hCbtNBC1uuScIV+xk0wD382YRnBHlHbr8Ks
+ndy1+WN15m10K62xZanRNfNpjtHpa64SDhq9GBGULEXu3OMM445VXuVerk6V62tZ5QT6vhbpznD
dNJaQR9AGWfQW44Sl9ZpBq+ruaMiteIg+u8s5yLZRb0UJaqtUCqi0+R6EgiKsXQ+K31mPmcIsx88
S3dOKoOwh/H5IBauI2CoZWqXdlrsQy7qPPzC6Qmoc/1oiEE+uDN3YhDgXDAhy1JuX01qlFZTvWBe
9EFW0JSfh3dDp0bP1jyrPwp5FAeRYXe8pdfJPt0R8hJWgWS+xR0tZYgkxrH5DR3O7CaoXr5Dwdc+
uDf3lgtdDt6FvKW2LAmpcgTqGBE6dY3c059TxjMM9e5glL314nvQIqbSti1y1+GstCXMS3+csuRR
6c3KKyVVOUENqw4e9UvkXB2+RTKcBGCRDueGen1nlOgx4kICwCFqjOlXitbkqad/fxv7rD9Vkp08
WThFve+SQ9Oq/+PsvJbjVNq2fURUkcMuTNCMLMk5aIdyWCY0OTYc/Xfhv+ova6BE+V3eXuoBup9+
wh02HhLVROqpZSpPO19/ubLWaQwXDcTJPNpA1gldT/GY5GnzLUuV7vn1oLmxSwAp0UeA8cUrvVUZ
shtjQlp5oROoU3LCxqHsgt5kZlyIVmn8pjD1nQJuY6NgzEtVxdwFgt1tABWGMRcyqfLrHCtlYA+F
cV48Z46vP9fWO4ROQHti6TyvHIpsxYKTOCf5tWlNOtxRnFwx6rUDQGl7Uh1bS5FDAeMmv6BXfrNR
0L3qPYxG8ys6XPN3HAWjMGAgZ39N4Oj9ev2xNq57BGEA3VhMS7nwb9YaCM5mamGYWupj9qDJcWqC
MG/1D0moJ4Uvda1ELbXMdmLx9rI00bCK05jxLN/0r+5dv7CTqwkcbePKovd7wkrlD3FmHWNpKlbQ
oFp2ndTR27Pb23q3TGFAfYIjJ0u9ed6JU/L/aESj7O1Dgr/gx8LA+TSXqv7+9Ve7tdTSdKWvvrAR
bzMpRVi6FLnDVdAVFoozCMz7TmVmx3w0gDu8vthWcOG+AYUL9matOjFikTzlNn4c6mjZX9pMaujb
Gq1zsbPGuqRzZdxpsIce0iI190jBWw9Kixl6Fi/VdHTj5cc0Qc5OZkdWYbnQXsranI9qndSnJHGj
nbO+FV3+Xupm32T9mEWV1Jgau3l6KlK3PY3cHr9nI8FzqI7Dfx+1goDGVfBP828hV7x8NkNp6yop
cCHotfF3Yg7hm6xN9sBa3DP8mZu7Ybno2C60hujF3URohFASxgyApsIqtsyPOeXNXPqw5RV4ub2u
nrI5aR0/DHXRBYjpWH0Qo+BPuQyxBOuVosgDR+uV6WzXrl0FU2Sp73C5Mb44bR45PsyatMFPIJfW
QTWz1n47zaL5LaAopb7rNt7HSFhFcefZyE2cDbfWomMbF2XrKwh0XzNNw9Xdy0WoBnEhx9+2Wrg4
sJSu+lWzC08/RKAk3w3DGL4Xgz23xzHXi+pg6xIBdy+NhjeK9NruVHup8dUtFDkcTNFHdVBkxpwf
MsY03qG16qH3MdFVFIxG5/lR6kZlX6qxB+s+KkDuAw+a60+rpbB8H9JpI2aEttDOetW00B+nmT7t
gORcMCWlyIIuVBzpT1bHSH4Gtogn4pQX7SOEI5yG68zNKrKLUv7IERxE4ZreEsiUIpKfZSTFJ6KU
Mz+1nsNcygfrn1m/EJuUSEG0WvytTetkvOSV6Z3zAc7IRdHHNjqSzWtpYAjVzY6hmgn7qOaRiYuE
GekGcS0xlKA00uRxBi+QHfB6av8jekj7Xs9koh8jRWnARY1pMXxKJ4qcw+yaefF2Luv2Q5XW9gPy
elHuz/Yom7eTXcWVnzX2/NW1hPdztOfp5Ek8rPw+QejnTtHsxjkXap2jcDgOw2MvCl08jO04jD78
08g9UFeOpPe5JaLDnA9wR4U3mvOdijde5Ecqt94RmX4nO2hTbzZBNdo4G1b0pto7oQ5a7kdZVZuH
pvOS+2Ia2x7jb+F9RYNsdINOFtan2rPawncA67gPujKOV6vSxgxlYTi/gcpFI++GuJxqZB/c3Eyw
N2lzze88mFMQfaqxO2Tgo+qLJmIb7y0ui9p3h6j7VZvI/Plhptg1dnVMnIMWF3n1vupm63OvhDEA
MCstgqwvEFW0BTNqfwLlFr0dKCZbP3ftWvlcyEa3gwh69VWp2vmDkSJy/7bAZnf2ydnSgU3pTcNF
JnXzaZhaq/PNqjO+VLU+ayeEVu3yN5aUeh7omGnsNZA27krqQvp/TPLIO24r40rICMYfRAyrz423
AHHDj17tuT9zavMPdav9amQ17Vwnq5C+EDCQgOKCJNlZKaW3wh2dGgYBdjpTErQL1q5KlPQ4KdaP
1y+uVcuIDj9qzZSkaGOy1s2FLGnrq9bo5Fe71bNvrvTyd5HR2WCOvLT7WqHPee5FW3LyJvkZvG5a
HV//AatHZeREHUX7kXSVUeJNhJepbOdsrNGNrr3ynYzlhENjOFK2NeL0vyyFdgbQbq6UW5REOhRF
5KkQAcMRvmZeRDP0hMo66Uq4Z1O1/OrbC4VsjtEhCjZrjkISz4Ad3YJ5bz3Wvxa3rp9az6Ts3x9o
0cblhlw0g267ilGCthtgfqonY+DYNrNMvcB1U+v7Ih8772zKrUuSghfjUyB3C7j45V1sdpUxeQUF
lICp/8ZLjPE8MCCWZ9uQpK21l8iLORTasVQ1uXcKt7YJzte0xZg2A0K56fgVNeA7WkScwhbryLwz
G9XXWfdSKF3372q4gGjABaDLC3RtBacp7ETt4pk+qq7B+Rc6Icrt5LnFjGTnnf5Bnr7YKAt0kauS
N4pv7aqu0W3FLpFkZaCdZul4WBqm91PjtT9ms3D/s2OT+0rNXaH7edMUD8JuYvdhMitDOXSx4man
UGbJNzUsVEa2I4Xt6zts9c2Xn4fdGkwEZqOrHYZl52RiV5pf47ApAjzVuUfaeTQOWeV9HyLHOLqu
zIIwLPYIVKtUk5WpFECXLxBSZDpf7rZSS+IxqvucMiSUR8Uo8mNWVcPZEs78Rk+saa+/stphy4JU
fAt9l6rhNhIiPVyHdcyCBa7G13JSJceqeg8lJdtpUv0JNLcfHRYthQmDSFqCy1v/q/zC9WYCoesw
idTncPD1MQKxLfXRig6m0TXci2Htlj4Zy8KqrIsaSdspbZ51kZbvVEycPupWYk6HeYIRfzf0iGX7
RWK18Z3h1c6nvG3tESOISjwDF8i+ZXoIdmmSPN5x0EttPo61Mf8spILYZzWEgBsQXNUyrPOaRv/M
nu87P21nObxrYjp1R6eFVMqUDYa9T9pj01QDpfetjiJL+pQDThLgMJp6Plfh0PlRifvLI2FLfGiQ
gQp9bXLHL69vzFWA5WvBG6RnjQIe/Ej95SssitiWcYGsfcKzHu057D5ZiSL+FVe3rEIXjHEmDJxV
IFCdFPcrNcuvatbpxLlEeWjyek/Vcg0BYxnmU8QvipD1dChJ08zOwJReZydMzlkWjkfyHfUgk7Tn
+2thEGe6+RQnXYLLnDU/x41jPI3MrQ+vv9VVrrP8EMaAZH6QCGFBvXyr9hiqdLKY+yfCnI6YERHs
lZbZtGrIg3AV9iTBcec4bMUYluMomPiPrqh1nDRvXoAn9ECi4r/IyodLqkSu41NfOqfQLM1n+GHp
Q4go9x7hbuvQo+ezILvBH5ABv3xgtlbFIauKq91P432jZgN4sxBrtMHbk//dXAqRY1qqrLZSt0mV
inJvgS4hRu3S4FQimCqIBUgxuzuJzsZndFUGrKiy0pSj3//yqagiImNCr+c6tV55nkxRXSvh2EeN
UUNQ1XF5rzphsbPoxvPRUEIdBtwkE6TbZKQxapvMfM6vSG13zwaOlOek6bveT/TZ2UPWaRvXA/0y
pIJoh2+YXtI4o4IY2DQNZaPfDJZ2sZsm98s2Q5wwmVQfuH56bETv/h4ZFR6qBMydsNX2LoVEc1aK
2brQBesWtcrZD2t1T81oI7Nm3Es3CKEmFazhzQW2KAdpUnKfJJYDfAqBx5xgiUjdCWuH8iNmQO3X
GfzwSQo0olDbyKa710/z5jtaxqQc2WXidBMjaxe4S0OpfZ11Yd+rvfUWgwqUOcccphQOJzu5zNZy
zHVoBjO2XEsbVnZdzEyc8mvlasont2wRHrBylEerITvOztTJnQXXKBvakNBbMJsEo7QeWrZDVXhZ
3oFZDe3qERxRdMy7KkZ3yRLpN7yJxlNWd5UTGIU3fQy7dLjAdSp3cqStjU/LHYo+VdTaH1SXStbk
JiCb3G6T+xz2E7q9Q+13Sp7sxOfNV4xzFnUauRjgsZcHO8/UuXbFmF/dzO6OTpR4Z/RSsjuvipz7
bm6cb6/voK1Ho7dvAowDkcIzvlxPj2U1jnYPHzaK22dWsuYA5WXzkzUMjbnzObceju3DoWPihN7q
zYHpMZuOsLASaC3hri00MZ+1Wq/PJcIkQe/I+H94OKpsHDFpabJrl4f/KwvLtEI44YxTQsVJOc9h
8X7wpDwmWKJ+/vfX+PdKy5P/tRKoEi2aSYeuHUPmA7AwQd+Lvhv+sXsN060vRj2BNdJCiLRuz7ze
4gLjaZSEU1uVfgmO7yFrO1ylYL99+h+easGM0g2F33abLEzwXjHjBR2VqkV3TRwO+6F0iW8jNmzK
Tqm77LSblHmBbBtMDf7ond28QkGrTKVLlF77OOqD0TWm+7hy551UZOvtLcKapObWRuE3tnZidsBh
0amejU/pHIuj7Kz5VM3tXotn64EocCg3qKyW2eDLPTFkHv2kmkFdG2WoEtFOvgLe2UOwbeRWbASS
V64Bpt23QxAMuO1U1riNQdhEF1VtY990p/ZiDXZ8jF3as0k9tGcSwr1QtfUqydChcIADXPPJczsD
VcClhixXmsDXUKc7ulAiyKQoT69vxM1XyQ0HSoSB7Yq60NoSk6nYzq6k17Cdpw5NzcHZAzdu3jZk
UzC+qImZD95cp+hrx7J1lpIj9Ppj2qYzjVI1/jAZc3oiucxSH32k7miImU7d2LcYFjvlDjdljRrm
zltYKdAXuPhWGWvYo+dJ8ZPhJd7p0THVQ1vSS0/N05AiRQCoxM1hBSsQ7f2y8Jr+XJY5isZC4NhK
tZ3nPlCC/kLOvdf02tpsxBx+GT2TNVi7GaK0CHWGAAVw6fvRrhli2I7yNk/KH2Mo1e8eYm3PAyOH
nZtjawMQGigeqNPW9F49dG3F8KrsKtXBfnC6MfmCVMmeNNVWVs0tD3gHvhpGHjffHzMKvRBVnl+d
xIl+5r2MvnpKN/mahOQOhEj6nhR77u5bx4hHWjR5FkDobZDtTCx03A45Jyu31Idcm/LKDz2nM30g
WfqP1w/S1gdcFOBwBnHpd98ipO2mdWc1ZzF+DJRaIxmrM3oRIflxE5tnNIHiR1mr44HudLtTai8B
/CbAL1hl6ktI7nR8FuXqv+7IuMoiRDmJhwyUzPe1pvwSMvN+Y8UVUwP3Q7MzytzYMy/Wu/maTRzq
g7eMwLtMGzK/0Lvphzfr6eH1V7q5DFxoeCSkNKscnPAPvTE2BPz9UnlQavjKDHF3Mpmt0IQAw8Kk
BPphrrTS+Zoqc0tszIZYH4Y7hIZoJWHXbh/sJLO1g2LbieZbRW/rftx0TeHjspNkhxy/sX8eRyNY
hXwrAF/KTw7KzU2tOqIh+JEz1mX+bFgCF2G3twNQp+W/39ZYm2CBQEzGFeR2dKCGZmOkHUKTfZ+X
n7vSpWtVlLADs8n+HzKD5SMiaLkMKlYA3oHhvtFnNOJcdCY+VI6wnuK0Cg+OHJydsm2rHbQ0BQk1
NCU4+TepATYghWK3qKpZrdnDPZn0/ncuqvJHo9bVG5lq4UnL2hoSPx5qRyiUw0U3il7z8bIzdvbv
RvxhR+HWC/IMFQrPe3ksp7apXEUjSdbtOPrSN5MWWGPZXLMsmo6vH5XXlwIo9XKpEpvjYfaAScVT
mARl39cHRKvyR8WgcH59qY1QDm8AJUP6MN6Cv3m5VGtgBtwuCXksNDBLDvwEGafJxZOdONcoo99N
8R52Yh0JQC4BF2S/UsBxg79cU+pJ3aVFQytdhjiwhZH1kbpR3dMEXsdRlmEz0gBa8vLbks2II8ea
PXqJw+BOxyRKjId2VIpDqBT2m6Rt94QEttbTkTaEEsympSP78rF0UZfGrNH2SeJK89tKCx/0MRaP
ujHY4Jcwznn90229RhifADUYyi494JfrFbb0uraGp9qGg/OhVzTx2KlavbPKei9iEoXxBCNJg4zm
toxKTGp5G1GE60jq/xPN3PAk+lg+GKrYEYpb37msRAG6sLepbm7rAGEyz5pi4HNQSqqfs4drUuB0
qnV2Q8lQAN3Si2Uxe01cDCN3jsHWu2TNhfpBxYMvxct3CY4DtrEBqK7EVunSSqm9SWS1hyTd2iF/
raLffDEzjON80gt2pNWpbyN9EqcqnqaTrfXfFIDP59c3yNZy+Csu5gVkhCsEZNqTmMOSR+p4qrqg
GBUn9TGwiO4Tu2/PLf/Pjn7Z1hdkLkrGqwE3W02w7dbQwhFW4rXRaunbsQPEBg0FpP5k+EEBu01T
cki/Yezu7cWxP5Z/L7Mmek7gotg/S9G/qu/A8/cUVPl1TKcObIhDBuV3uIFrwcB85GNVC40oqoJE
McL+KmSvvAG1j5EVZpBfyOfs70isisZ3ZZ7mCFWFw87+XjMLIOUyTOXEklIuFgQvN5mrC2tk2ADB
DyzI+0iU4jQ2Q/gRDaPhDZ7R8x0QL0ysMyxF6txVfTSbjSAaWvchK51452D/2dO3bwxAD7+Iopho
fPNzLBU0VNINsG0h9Bd+b+dhE6TCMK9jPrqN38dWkRwwP8ynkzKWVXlwJQqgfqIZmRsAazJz3w0b
2w0A8+I8HWldnLxN06Z1gm5I8SNz8hnsVRK7dPhl1+jqziMsp/L2CbiTyUEICcBGlwPwd6Zcu3GZ
eHZ+9aj9jiZNpFOPwhCcULd50EPUfbwMobipGgs0WJs9LduN82VhsIk+/wKQXVUkmPB6+KXrxdUd
GuVpVIfupFmZdW7KyQvoCe3JPW4ktxxmA/VFChM66bcRksOlFFGEwUudeuplwqcvqC3jiym9sg6s
aZ6xSapKEAiQtYfHurbyz/Cg5L++dRC6nLJFpAcFjNW9WhY2PvFMMy84yX6tGzN/C/3dXsau1l1T
NfmTMTegwNQ5W/BY1uX1oLZKWJhPLRRhKLmLRvztcIUHs7EKkfbFU+CClODGnpgdDQ+MHuQp17E4
pXm6R77+Ez1e7DQEsxcALReUAxXRuqnJpOvNbqqm3sUzkR18Y+g2JJV2FKa4Ny3pfUZu2kXkKesT
327c+u3QV6rt41qfxgeBrNcTvTxVuQu9icnhHIroQ8HmfVRtdFFns53vyR70vfpjtT/50YgSILZM
ZxfRrSVc/3U8aFRLmZWKexnq+EuKwdzZdCJxaqH6B11r1jtZ68Zy5MU2hFPA72tOD6aAbbgYpl5Q
a5TvQ6dtAybE+H9PkfLDrZuP/7oRIKMCTqCptgh33m4E14nUwcT/9VIahcFAS4T9G2PQvypZaL7N
Ea28Awna7Vypq2wIRw58Z/F8pXNr0rN8+UplXtUDtZF3AWw0XVyzdgNzQl1wHBE3fP35VikJS9Gm
g2XHMBGg0U1wG/pSRmEr2XI2On4HF3W56M4EA/Lr9XXWnw2qAjShhQzCC71VhBssThO9KudSj5l7
SM1MuTg98J5wTpJTV9XazjZZBW30qfhsCCoxU6aderMrO31061xv3YvVR807T5TdXQ2g4i6yqvKq
SW/wFacsH12J1vlk5Hvt83X8QKaDYgctOvraK3BLbWaeOneac8kNNXxC2iH7xtiyZ1WrsJ4RNuRS
9pw6Orz+ltcbh2WR4+KyIEFaJet906EaD8fiEjvKfBbgiwPkRb0TWuLpzsbZ+KAQNEnCaB4x+rjd
OFEeoTpoDArHXv0EQFu/jInqnLDjLg5DJbPPrz/ZxnKL+QdyPcDFOfk3aQRqhXm56KJfUrsZcx+6
V/ttdEXyKMscIf5x+mc8FOgImHN8RMb6y0T35RmcWgh0dAK8izsW7gelrlQ/RfPxK7Bzpjta8/v1
59vYMIvg5FL6E9bYNy+X6/H7o1bVvEu4VHQjXNvHSfTak6E4td94Wn+ZVaM/vb7oKpNenhGhAiY9
C1v7NlWEhgI8ZW68S5ebXnSOcDqrfC9fYB8zKCNxQcRRebayQvte5k2351S8jj0sDzxjUXVbwtDN
N0WLtR9tm1De8NCnyTXEXchD7nSttlbhryPPyj3OYVx21l/3k5saRh92rnepm9r8UqMhei2T6J/7
jhabhYGPBagFbv9tOzWPWhl5CuRZJylowyutfuwrsZdNb5zvF6vcvDG3Mc2IPj+iapPXHmuvAjcc
GqpP12HvWt94beCE2ZPcCXyd24AdlWx7M0JR1+nm+qD1k34xejfcCVibq/BpgHrr9L9vuV8yrrxR
IaNnPpvPF00KsPLR/M++hXwcplUOcxyIFVwIL7eAFmlaXjeIPRpp8XnuwuycN1oS1I497mStVKD8
rZc5HHn6gslA+464eAsZ0PN61GWCZXI7us6TU9bR1wH9iidtVuPU7w2BxFBSJKb0xzJHZA1ciJ59
LgYLSn049DZIyDgG12uOyR2CHjgumDQln2IlS38LPYIDwpEG7rswycRDYqMedojTXv2plrHd+1A1
9PdO5wASLWjr4SyZDuZD7ObZ5Ocm/WdfkNJi4qzg7+GAuk0Cr0sG/ZRpXa1/JCnPVd9Cg2c4Ij/u
kGhmuZoeyhqXwADjV2Zdk1Pab+1ZFCo1j+JkR2U0udm8XnN/ma5QK9gLEfeNaKT51p16aqM2mr3Z
j8d6nh5Jcq17q21QjBykq34vpZf+jmPDeQfFNwoPo4LevG/jfPKf2WTF+yxDcu5cEP2f0EgKy8No
O+Av1V4RRjDg+vIlVYryuR363AtGy8rdQzZU4YgDphN/FC7MmkMH/e5ohO7Y34W9tB/qQZHdteyT
JjsobWh8TTs4GLTqjQWzEwvlOPaGjHwbHUblJLSkfpPLsU2CUSjiOUGwKrkrkP2SvtNqjXfCFzsu
AtdTavCjCWIP8F8kcmO9btVP+Jtp9SGUnV4FZpbX5mVuEXVCzyn9UqILX+PAGENxUZK5r32r7Vzb
t0U8KAcYZU4fpCX/+a5iVU+IFiviUIeQhQ82aZvKR7IVOhAdF/Dj1ICBYlY0GfdO7sjmQdHzqX3X
Rob6X1HOmhGIGtUFf6jruX6rh0KcU7vEXSOiZ6X4YF2anxXfeQjGWYRpULcFnBHTleW72ZGj41up
Vzd3iq7Xv1EiyOJLw5J8Ch0yjW8lbuq9tdNKV5+GwaY1Q2HSviHWIqEAEq4CjeVkznfMUWIBSWrI
0/chvNJyR6tiHVKWKf9CQiQirxUxQhdMlImI8oWL3fo2RGH3mVtl+NfABe8Q0BXeSqTOa6ROFc8K
Q3Dc0nAGEo8pAlLPTmJ5O1ns6lmWVYhdZHKMeAD3vwxc+SCU0FFscR0IvSBlmv4Kmie7ez0NWK1C
eKS1wKwdIBBTz5tUx05qTYWOl1ynLhrvNaMNj5ZdNDsl9dbd5XIRUyWSmq54PRP3lsTXBV2YfkwO
8KFmJvd9emjCcc9kaGspOga0ahaRNwbkL18bpoYojyYZavCzgn8StRqwkkScqRvbHZb7xlIkpdC/
6W1tTDZUvS1HK62VS5h2RpDWTX6qajt6Y3SDt4c1Wr72zdUCTwm3AG5jvE5vr5bOsvGRAwSOJ4bZ
H+1JFUertLLvSh5lb0Z8EJudHH9jY3D5k6MhOL/MpG6S0gyqsF4ORXiZnVYechwqDjWBaa9jubnM
MhVaFPzX4l0d6OoMu1gyNHLPQ1b3XuA1uLe7iIP49qibP62hEXf2lBuH3I7K+6GefnA4s0M028Xd
WOl90DXlsHMsNlJy+tYo1FFtAEK4TRyZKWFhM0fupbUrrAsiLwbZX6vHznHLZ3OyrTMZ7B62ZmM/
sSiY8MU2d82MDQnhcwYQ+9LTZT6EaIechjkCFtArzk6gXG8nmtjLIIQkZhEvXz7LX4nxNLvIClqV
ftGiKOv9OJJh8rlRoU6PRdwm38sx3NOEWD8d24mpPLMCxq309l4uGRVwcWU7aJdEju6hQTfzGOrg
3dOi3gvQANpvjwuLUEzxb3nIFX6kQs55cmtmSqk5uPURx2j7pKtRaAddjGiDP8nK+S0KzNhPIutS
11fN3HFPRhlWaYCav/NJZ5wXHWj+JeFBjhGcUrBCknu2dEpfGHpbH+IeG3OcaEv9KYFeL/FVLsnw
kAc2xUlpR+ut12A4fM6KqXvOgGz/p6Ui/2x5U6SfPbrz3kWNcBN4YxCyzCBnGM2F6kn9l901VnvC
QWP86iAOON1VqAI5x5BO4LcC858E3nLWzqfOyLLTrI0D08CmtJzLwhqvTpqXTu7BHhADuVf6llQl
QmzHPFhmlniBqow9QhW4wITHuJRAhTWyw+cc0nCJS0Zep74OecA6JK7S6X5jes2HtoXwTKrhAmdA
3M/RgjLsaS4gC284qH8PTeyTVpWhr3j2pPtmFgntm8xLuwQE32YQVYSR/rCSJgkDsgDxM2IaZp6K
xPO+KpULh8WLiuy+1bywOTdkOmWQmXYbn3r49j9EroXZqbdk914TVZ/ie5CU0i8gpWV+afTGm3Ge
x/neqLw4evCE4g5BCJ7rqzUmNnls7CA/nXtivo/VacwOLnIuXTCoDd7lZh+Wvzr8aLHzK5EIPGhJ
KBR42kb1xvUyMQQIzEymn8rI+G/O8vxZdJ1xj7dKOR71LJKt7zhpVN+lolXvMN1UO7/3cjAgY6H8
0m2kD12tsZ6n0VPuxKBnP/qmrb82Be4McB/eo51T9mFi3mWh4X2YhDGlxzYiPz0u0RDmsp2nhR/P
6fAfH71+SI1+1t4i8m/bR1cf+uwd7leYmA6wH5tDrSvTxyGRsI3ybBjOSjolxtEM8w5dhirxnpB5
Umr452PCDMWeu2Pu6ml8KXojLANSnuo5yyBF+2bSWN2p9WZV3Dl2aP5XysqrD1SNCqi2mMznkPUz
DFYprPBUq1FVBHpn9smhaPuILaAqspn8UZPt+xAa/+L9XRr1GzWicPC7orWcw6iGhvCxG4R0Lmel
u7OHbPbuGE0g3CgxgH2qldjkNNjj+7kMvYe2NNUPU8xs866Kuizx88HOPjGDyya+phk1x7pz3ejc
Okb7DK0FYlcFnXH4HunzqB1yr9aoPMRk1ec4gRiQJ20j/LmryziINbcaD2415Hcy0armQBDW33da
bM2PniLbb01pez8c/AiUe9zg1e4+jiPKCyVKyvsxtmP3GHXpCNxHGpnmQ4bonhphZHAZoZEr50lB
UQt+ceh9wnRNjh+Qk+JV6ik7nPNJkH8qSSG6D4iBJu27WS/aKOgzatsrX0UHUj93X0KUyqyzWczV
x6ps6vnweja4uvbIORc0EaM64DerbNDNUeqGYcbAv04CCd0RMdbePGZJAzd/bu3jUP4zf2ZZkmgC
0niR6bollzkls0EwDMDs83E8dQk2GVXbxAf6E83FmZ3kMJjptFOqr7KOZVHQhYtgJ4O92ySxqMo/
otSQAmUbfu51Yb6juNvTIFvdeH9WWex5gWrQ3ru58QbNSLA2jqBMyDoPGIZqART8+n1vlnuCX0tW
+yI9/LMUDdZF8wuFp5v7nHKHPjgyyleulSHxx77C7KQRQBcRWQj9Dl8gsE1ldhJGEn39HzbNn5EV
c3G6HzdrlwltvLYHQoV5lhO0VefQXzflMXM6RBVkIpSAi0B9fn3VjZcLdpEJJeMS+i23wK08j9Hb
GBcVjCpx32SYZPu1o6TPCKDuNfS3lmJGwgfEjoiPedN5g/rbFXJ5ufNsimCYUNrWjLw49FhS/GvD
kjYwKqjoH5BzrkdOhhu2pswwudAL7Skh871vEF7YSbpXyR/JEXCe5dB5SH2uaz4wycUi3IbeGkSt
SE2Ho2sxi0nqwvQ9SvmdWmL9Amkwq4v0AZN0urE3tcSoxjjNdzD0o5Qd0SmqcY/w6hxEMJ13XuDG
sy21Mi+P1HatpuwMoQIjFn+7PKrzu1oU4thkXXeuS7UKECfZnduuen5L85zARQVNsQlc+WVaC7rC
srtkFFezS7LpUKPtqOBUbWTvciWdm/90TZAbxYY+MpYV8fS2kLg+DfGkaf40pUjfWGyuu95ZXJpf
PyLrKEcIh6zF2VyEkW+DQmjG+RCbWAkrmdtiZKWF79qw79//L6uAkOcDM3i71fPxjIZ2iHBpevZ6
dVDQ2X4kYxl+vb7KegtxMBbc1iIVxujpJshYHUQ3bg9EHto4xDUxjHw0veOPXS+bHdj/1lL4IxJI
aekj23WzVCjwKxBQJ65hp6cPk8ysd2E+j9LvhByTnaOx/kaLTSo9HibMAFBvASawYA0vGlE61W2h
BqMRJydDa/aoKRuPxP2zqJ5xE6E7fNMUmWwxl3TxUxx1lWfRFvlBKrl+QYN03NkN65VwJl0QkYxf
UVq4beoPfW31VYFinGmV85uwnn5lzoRhe2L8s1H2suNg+C73N+Or2+m8mY5zi0SpQKodEvFQ0KGF
y6b4elztwWJWA+VlKR6GZhyI5BUepQPTpSIHze1aos8Y9Y3zzYNxespQ2fxSlrb9iUceLlUSQb5V
gKHtVOtrIsryAwAs0qtjoI2F78sgMwyOVZYVN9DUObU850Vie75Rq151dKqwCH2DOZ3zrsFt8T+3
qzRx6DymDVh7hkgUZMJF06aLbcePNMX6Z143P47ZCngdAsDaBAOxK89oLRqVZpRq12q2zTMNeeVc
YvC5E9G28lPaIzpDWUTY2NAv3wPKThNpHR8C5124vbmWPdqFLfxxBALixyFTgLKd9yAZW58fwCjI
k2VeumIXd7gFILeObD4+6dYRmQUi+VjbZ4N6/NwxlfuE5vUciDE+a/GebdP6QiOlw2GEFhkw41UQ
d4wRz7+KPKdWrPITnmmKHyFl6Ye5IYSPe46609XcesegmeF2AT+h/7e8jb9aQ/gWqqHSwW+QlhV+
HuJICXDMCX3RjflDX6Xz0veodhLyddjgKf//oiR0LxeFnE+ITBNSLKTKzxb64PdjvTDJ611l9I2I
C+QBeOQSeOEQ3+whMMB178LsvQ5SpxlCb/dJDcXeJbL8lduEfPHSWMQ6Fx3N5bP+9RaNuIcnHfJA
DMj09xjd5qd2sIoA7SxT80uZ2+c0Hr8qWrs3N9jYregUgbPhlgQiuyqoapCU9TRF11row48I5auZ
9RqNub4OXtdHM8yr31WF4/w0pkJt7pEwTfeAwRsvWYeZQm98MZ9diVtog1FDnS4iPMDtCdxmHJ1M
pdzjPW6sAhVlARYRgLRVXtnNpSTTpdefolBw740ytgInrdy93bm5Dm1EdIO8xSvgZsuAyJCdjbYd
bOlEw043i54yGIE7Z2BjywB4xJSIHr+9zGRebhnNFbY+5opy0fu8CJjReth6azM9o1p/dKtUD2I0
5d9GIMf+PeOhOrT/MG6AYtxe2roVq0Pyf5ydV3LcWLrnt1JR7+iBNxO3+gFIx5QokfLSC4Jy8P7A
bmeWMhubH9Q1c5lIRGJUcaNvdDWLPDjAMZ/5G8SNz1HgI1VnSP4eZXZ71wZTuHG6rLxKSrJsdsRH
cHZdwk4CretVDm8scxEueKh7S3mCHBdvjLJyhlHF4BEZ6hc5+/JVTlEVtVLrB+fCxk9yr1SB+sNI
TAe1nyGt7QOElXK4KwJynY3cauUg+w8biz4XEKkl9izNu7qwVVAaoqda5oRJvYvGqdwNuRTe/XZI
TBxsc7igKwt+aHHE9EoTpeDYkJEvI+xOyR9yMIpBdMDfSP0H0+JCmJtqwL6u6ulJlyB17lsBaoZB
i7NKGpqnEQ4qbeUo77cMOtdeIk0X0ikwyJDe50X07PDsa8OppaiJzknF5W6hz7TrK9/Y2ZG01ehZ
W49zUgpWzyJiXdZobFURdqpO5MK5H9xTXhyPktb/vP2lrmHVOMADZCZiAVRD82gxocKpjd4kajuT
HZX7WEvqRxSjsF6ve20/xKLa0evFhTSWzL0f9QbKnONvA2F4hlkYAT035Hc4nS9fahhZbSz7ROa9
nFV3qVYpR61HTb0KmnFjtay9VHb3rMWncAFcrUwpcuQ4R0w1SUNxsod4PA6JHW2wSlffKjxk0GP0
slBvWcyIgiIdUBgEZ7lU1F1YqNahmLLJtaDBe63cprseQTGvQITGrcc2e6x8/bfJS/NbhQ0C2B7Z
tisoZDSOXRrIZQSVtigOEQUQAJdF7wJ6STfe6tquII/n7IQPD/B6sd9DXLDLtqnxcx8C7MLa0XLr
Yai/jM0mwmF1KFjeQObIra6il8rSQt2AY36GdB/vVVTRdtoQwYOOtN+GraKuAsiSzUHxAG7Kon4y
i4tpTqpkcOzb+i3AGesDwiSIJThmaG4kp/MbWgRlM5yC4eiho6OxuGEldrel50i6SKnoDrIst+40
U7DVOpaOcl7aX2/v+5XXyHgM9wuDdrXtZamNA1VGM6ctpyxEfFgVLzXSsQfgWv7G6li58hCPmYea
geNXBN1OL3s4CzPlkTZ5vDOI9XYoJDg5wglJxv+gJ/ERgVvr7e05rkQt8FO4EcDDQFxd1r9ko9BK
xGOJ3NVi2tdqGXG+yelrrWtkNG7jhsZUK7/O06z//aiFQibirRBW5krNYj8MWSaxSwwkEEQ/7Iwg
DHd4I6b7Idv0B147alij2CDO4oxkD4ujpjFHlLxSXMXp8OqVa0XmsC9VZTjEuWnC3tfU6tCahXVW
JYBXu2KoWvNF5Wjtx99+23NoSMmRgur1dVVKRhSkqoS9gd/W96GUNB61N3q9if8jUXHzlXGu2Q0D
LLPbA68c6QxsQoyZdc+vljLO9NpYmmRNYaY691DF9XtRxtH+9igrG4biNyc6Gk9cHfa8yJ9d/HmQ
VtxRVG9VGjPvFLntD2owzloamyKnqxN6NtTiLMArtLMG2o9nMZTmzlGmdGfJ7VblaGV3zM7EOhnZ
rC/8i1P4bEIgXMOymZPppO+zJ2i7wXsV+s6xJOa40+M8imEQGjl9W7PN399+mSun3cXYi/2hamNX
y6S2Zz3J8j2yXBbtJ4qnnB6KG/FuN5bINZd+5utTnqE4M4f2S8RaUcXN2EiISgH8DEJABEF6F4vE
/kjxChfAvkXOym2A/Ozk0Q+YuZNqL42gmO5RDcy2QCBra2mWLKA0jwYxQimXaynWJ74+lnxnrn60
+i26qvcmWIbS1bW+fff77xqKOxx3zQA09Ov8ePadKQQOmgOsAV2h8ktOj+0QxggrQ3KMdqky/DZS
iDeNUsl8r3DUX/UvHRSMQKeOVMMjpzyHut54saVLuzAwjY3a49oKJiMlaiTBtq7stdWw8vtQw01X
q0FXABf1w8deKtBMD1sgL70V0MKoI9MfdiCNkt9fw0Qfc9GVY+E65gGPMA4GcoJnOZpMoDrVD3lE
6sZQy/YxtuJ0YwmvrBkEWbBz4Q7lDFpeKUqv2WMK8vjc1Z14QDVK/1kFffW57KR260RdHWtmllJQ
Nq8hZrZBN6g1EdIRljG8zH3TuFOAot21BvTK26tzbSi4HgTkBg2Aq5sy92V6DwrHaii68NUk9dPB
DLLuXSxV6vH2UCvHKjEuJzc8Firmy3AuyXtTLnz6NOlgxA8DwOATgI9/8J0IS3lzKsyple/k03Su
bHnuOVXh57ERlScA7Nx3baNtTEhd2QA0+LhuSWegxCy3toSEXOyj8nDu7cmSAC+XVr3HE113DgMQ
m8jT6ixuPbhm4KzU3DK/+rmOwG9ca/IXMWHMTGpSjOA1DSV512QDvxKK3sQcReoadHzTgP8ujNGA
ztkTCFtZZiNq1aIdhn/9GHeeEzpStMNtiAUfFJn2Az/rPj7Iho8BQSRskDu3v+LKgqGxMsf+kKDm
ttvl2Qmaq3WGDCIDMqrVHkbXuHcQnHwdNv3D7ZHW3i6GkcABUdIgkZp//uzglOzEb2rkzNFfUVE2
Bo95tAczOeLRUODRlmWe1gYDXnxY4N0eeeV6BCbMR6WvP3MgF3NsLVH7mVrgKdbF2T7mfbhVkvTH
WATCzXK525jpys4A4Uq7XedGusac0OseMW0CA92aerAvCn/6BLLe2QjH177cL774XMBfgUWoYTiB
YYzO/gQ/L+7U/o3UI0yG8O5W5L82FM1v/ItAkJLnLz8ddUIjCGQKCrVZ7KooqA9wRFI3gay/8a3m
uG+RuNFVnFHw8Ky4zOd3+3yVjJDuZdXHnUWPpf5oCq36pEqIWHlO4UeHbIizR2imZfAP9sGMJUAP
jADuqrdd9Yo1BbHNuCHAQPhSw+fMH161vlW9ub0aV18mtw6wJCKIqzoCfVkAsYYRnS0piFGaC3QP
tVHdG5ViK8heW/jzEqSWTcXi6pIT/a/2xxih/TNmnglX9in1U9kznGB8aVUUUG5P7Zcp0vLroe1P
YASfmuWy2Gl4iZlgO1EAsvrQ+ETTQf1YgZx9lEG1fjTKLHw3pBXmPJFVhx1K7L76swA78daGWCN7
cmtJo0e8g0en1VX5HVoE7ejaDX55PQao4tDGVvfUGY1d0vasBmhOg1Flu1otjBf6lOtbRnorHRZq
B0wEPSP+37I8yV3R6SjGxOe8tTsa3VL2vSTv/VpYcd15+qTb1H9qddhNdIjea73dTBuX0tpZggzQ
XHaamaPL/dAY9mDVlQWzfzKKj5oJsqxIgmEDS7O260A90dvmy80K0Je7DpKQ6IwZ2SHVYw5QMWqO
Q5S9d5yhOgEWrj0Hu+TT7cWytg8ous44cTpYV4n2RObZ+Drgi86SvkI5Uu7LJA5PairajYLJ2jaw
Zz4xIRjFp2V+MAUUKAi4QMdMsvTFlnTlSWvSJEDXbCpe9k2+pTW2dtU5wHF+AQ5hCC5eZ+jg12Ea
s2N3WJev2RKj50R4TZWSrbty2YsPWiON+zRl7d5+qdcfUqOYBdESyP8KKKrRIKoUBSe1cPp0jwNz
D2jaHvY21rLe0OJnWWVGuLF6rqfLoOTx0CFRcrsC6E0VEUwc49kp+SI/qZL+tTcT3UunQMXoKDVe
N35h7FSsLzfqQitoCUZmZ85i1fQslrvDHg2tjnosRfSiTD7RcE0Nt4+mCRYitgJ7KMnwneM6QXxA
OFLPuWM4H/ymKV5VeDqpbkMIq3pNl4ZbR++1QA99L+gIMxNCW4FkoX+uqiSF5DNGbH0Ay5GDY0JG
3d8ZSpf/wGCsMGAXSPHrZhT51yyYCIh0oWqfE0Cjk0vnMEs3Lrnrw4RnQt8Gsi9ZJRW1y22uFEMh
pS3BtJy14qR1yJuaNZzE22vwemNTVgC9hTzBmjijlce0vgvCLcfPjHMnJXbolWkkqW6rO9mWq8za
4iOFA5FHMWJW3bqcU6tkkd1KHNFJGEkvstSQXUdOhz3JpHzMZG08tEGhv9CR99kIVVbnSTIFPhnh
0ivzHGgnMB9boFZgUqADdCCn64prTFLQXLr9StcmOetpQ3kE3XdVb6m0Js5gUhLrBWF2F0IAibzc
dyR9Z6dSjhvc6NsfKr8pX8QTkq0by+b6/KT1QriCqt+Mx1nGz0EcmLHOFzxX2th4Yxolj1Zghe5U
9PFRV5Nw486z1k4xuqpUtxFHmZV5Lr8pkKcxqorZo7rT4vtIFX0BB7jMBUSLGvl3bBmzmo8Ls8Kb
ChtyakrH8slKnMbeW3Y7FHdQNMb6DeJuMEYmzYY9G/ZR/6rTJmF/7KJeEntqZnF2P1lqwanYgrLZ
kd8Z0qk2k8E/4jwcJW7jj4qzC3Xs7w5D5TTaPuvAuCLl6ueNS6mi1SAVdNV9b3axwCvKN1H9UhX/
RZZ0UA0KezI/0o22A1cOq3ymyxT6vV+2oeyBi+1KSP2ieJNaEaqi/SBpxR79pSza1xP8CNdKa2pm
AfcijhZ62s0gJA2dsY7Gn8SkowLSDSB6LLfaURvQbTK7rwaoW3XXG4NFh7PuUjZ5ZI+WlzcTVrKq
IWp4bo2U97tJbgSsjKFLTLecjE7dpY1v2ge1jULFTUs5G9i/oV6epRg3+EOLGH51Io7T3md5Kbf3
GXSPclcNnfwg0+GP3NY3u3A3iV7R3tzeAiuLkLQA9c65DMCamNfMs8RgKPFIUUvu1ARLMzej1+KN
Va+/innu72Zgde9uj7eyBjFBMOYSp6Mix7AAR2VKMQmpiuJzWrSq5OnOywxFy9T15UD73uVy8ybr
7HLjJl07UmZp0lnQjU71cuG3CFhwPYMpGONA21G7wnqRGPhY9UJsRAqrQ83eLBya6DotN7WgI19F
ZgqmwJmyA6d07SEq479oMEi//SZXvhziMSQhCDPMN8N8Kz37cgYM/SmLOpq3KFloblub8RsyLfMo
Blt8NSp5C8U//8HLLAS1EcrBFDIp5VxFlsKaOoBRFUznzMoNV/KDCttKifNi41hemxnccwrhM4nz
ShRLNluTXgnm4ZMc115Pz3nXKpVwKTt2ZDDjllra2jej/waXhSI3scXiXBx8HbF0G6sgTZ7KI55R
1a5IuuZNSwN3f/ujrQ6F4hepI74YlIYuP1rAbdrJeRifTbntXgRooJ+VUmv242jq/2AlkgWQ5GiQ
YZWlY0Q+AqVM44G3mOf6XmoS3a2CsN6HOpSF35/VXOmi/2rOJYbFrIRpDlpYohY9ZgNag1I/xCe0
0nyfJBM199uDrZwgcG6R2KMG9Et16/IVRroyoqoxO/tpduJpk2O3LrDl1kWGojwKVLJfUcfYAn9c
p6z0DGEiaYBnyVqX51aZFsiqysRD2aBHX2lLVftEVyrbrY0B/3C6Fz79GBOqFTRXx3wfSK2zGfxe
k3LBZPHrqCTTtUCf8nLqllxz73B/nmGZWZSk8kp6JTk9UqtlWKUvEZuxszcBhOUacX/Q+R42PuX7
TJYz4osIUZqNT7GyUUHFzyZRc4GXJvbl8wxKpnZmVKASPhSo/aEw6dZxobpGWCd7U/hbfIyVBtls
CwGtnEVG7UVevACHmwkcHiFTqMaqK0ZnOFXtZLtxGVq7xKiSk2kV5UEPpmCfTFNMsbn1z5ONIert
RbhyFuJcT/ETsP5MhFs8iNIZcpTZXJtxmrYnyzeiRyfT/cPtUVbnSxmZ5hFtc9QUFxurpt2J8jMG
KbE94y3szDlgXK3j8I4MTNPZ+Z3llPD3yYO82kA/JWgA8ugU2I+3n2Tl3AKARVmNDgiPspwven1F
YaHVcB7GIdghZ8hhYiSTh4v4VrVrddJAVni9dEHmnu/lqsqayI8yaHZn3a+0zpWLxjZguqr1d2LE
8jUMyvh9EbXGyQjHlz3K+KR6uXrXhM2WzP/KUTO3CZk2ZzXA9eX6Vk2Ck6lk1kYjwa0N0+4F3a32
wWyj9kgyXn+g6jBsndwrwyJgALeM6whO57I8FghBhY6K6p2SDxgSFpMdKp6Giumhhq6UezDZkQ9q
Shv5xtufeWVk+HN0C+faGH9rgdIoraAxO5E4d7ohrINa5vmd01vDUdKh6MZo/WAuk2/pcq3sJSCz
s+3KzAy5qgZq6I1YYc6gET4OBzAy6d7sqHHcntrKCsbti5YM1Qlqj0uWFQB1mz4hytEx0NWdVMXB
rta1QwOF+vfPBlz6KENzFlEcW4YTwTSFQBU5EEtQF+6g1eqDCGJ1Y5QVRA2SwMxmBiMy0DJDx4LV
EJiqoPGKWVnv9aKS3sSK3RAx9UEkuVNbmvq9DHJ+ZkSVFcKzYVMELysKO/HvhzV8Ok4oB7EIFu1i
3aAt61u+LIKzT7J4KFAteN8nluGG1rQlLbgy75l1DCqZC2AOBOak/lncS9SbgnkD5W3mmKvmjj+N
3HOK8rVRs6nyYsWpxL4sJ/9tNGtDeHncdK8dUWvfby+o9QchWuRCgl1y1de0qy7sWk7oMxoNPmZS
ReTheqtFLoUyHwZjoxyasBw9NVLHXRYNqqv6uvnj9lNcL2veBkodvxibqB3Nm+v526gKo8T4Wrpr
5RJ9Z54HoSjbRHTYyDZ20OqEWWicENzALDn1cqyyyPSwCwzpLpmNyjwtqGLNjQoNV9gU9MQJWQFV
HItQlmLX8jsjPGRGUJ/RQIbXeHvaK5cEYEfmS2EU4h+aqJfPwnBOIgwjoHfWhMC2i9J8G6Pz9ioL
yu5bLGkRDk6T/mZM6/GuLZC53mMOqmtuPoVodN1+muvg8PJhli9GkUmeJxgjai7nb0LDQtGrV0br
ZRWXvZeOio3gEBQyxw4eSnTBfv8oIBQC2MoORD8RcaPLl1E1pdZ2KN+dUfRGgUEnwv+FjP6KeQOh
X5qUzquxK/wDWn6zwJ3knHkXUr5xClwf5DPUnGgIWqE1e61dPkassxgDsw3OiWGJU2aYo+RNadS0
G+Nch538bdL4GbdIa2X57QthOaHUK7BJ9AEylxWDyzSK9jAZZugiiiY93v68a3ts9hOhtOzo3MqL
mkWIUtqkOwOnW1ZKu2Yoh2M9da2L1IizwbtYG2rm5QGeYXrk95evMLe7ILd7zpTYkCI3oKm3C+wJ
gb4ccY6N6H11LDCZIAVn/5ZfYozPjg4rNvIsz5PgLOKwgQwMKNJo5AFsmbHVblsdaqYH2GSkNFEW
p1SeACAYQhO921QOHxGT0d9nZt+9wuzL+XT7Y60twhkPbc14HZNy/OUbbHwJ93Uzhr2ld/1eL33p
YCVpthGZ22vDzOwYoKQEE9RELofRssAo/H7075yoHaKDFemyuB8hpQcPwlDaj1GdpIqXWRPd566s
xFMEcyc+oqiXJ15YOIXhcUGMERg+J36XjUMTH4KOWrFbiVH+PtRcnW7pD0WDOFAdJfi+iFQ/1kQW
066bRiqXTWgGPyM9rkuXuwgXmlCLhtgr6tTqdqKR4DhOlhGFnkqx5WcO0Z7UwDCGB+yJBt+lQpQO
ryu/YDnL6GEKr3fUnJwxri3rFNhypXtdGJo5V2qqHdDcyCqk7Vqz3nViGJw9OX/S4cUAluheVif7
fawkQ/YSG1+BUDWKmPtRj7FZbPDIOqVWnoEPscowPk2JqX0xU8wAXD9vA3+fDF02Ha20l5q9IgoU
O0u5TO2XhPvjKQjQ6nRn7ZdXmlSAiR57qf1Q22nm34VaXX8nvXXCvSSXyb1aiQqVpT5DOAc6pGj3
Agw5uk9+hDpkjaRB4TZyE7wlYUJ/IgzwnHUbFas3N8+VEfGopqZuFkl68UTtP4o3LoqVfQAaaG6a
yopBBXQRu/gR7WAV/Zu7WO/TF9zruPmmAZCPiWpzuLG/r7sb5MKzMQxXNbIbzvwwz/a3X9eFFuR1
dHbMINrTTxhc9MKnXTbJYo/CwC7PUrQErXBr4OssAuQMFYi5lmZAoFzcA61atFpt2eFZl5PkQ4zz
wsde6WN02FVb3OEqzF0sysDcmO/KLYwbm0GRZtZjh6pzOV9bC/22SnSqvGHRvLZ5KSdU51/3uj29
iB39G21N6VgPHYX4oq02Du6VninlPMrLEIOAFaALcjm6Y0yKnok2OiMjmjvoa3XlEV8m6lKtgIPY
1HpXnFGHVBsXQZLsCzij9qHVHJJJ5FoTd1Bq7RiFbX+6fR6uLDkqFXOjyeb+ugJQW1mQTVEtg5oq
cNHk6iR/jNthN9AU21jda98dV0MOXbIArpXFgouQX1OnuA5RIopMKKVT66VO9kPWgsKNW8fZ0zPe
6syvTY8jWFdgpMzwpsWFGcZjlvY2REWY++qBA0S58xElexlLypbg99pQyImSRJKdz5oJl184EcDP
CLBY1grtVoPez66rlQ5L7Hw83v5oKxEO+TCd5Fm+dLZ+uRzK7x0bcIrOJRaPvuYWqRO87NuiE7Td
Y3GMoIbJG7tnZUjakXM/cvalpGB8OWSASwuOe3aAy1gZ7vEYMN7RfwoOTogoWmIM0saGWVksc5OX
5gWErOvSVhFrPRUMJLIjR+WKboe3eZ0WX8Blm97EMeka/Tj+g5MJcDJvdiZLQTNdnEwpcHDLHBxy
x6hqvbpTzdfSmJM8D03qobssvKEsf9u8ka+omNSq0bBCKd5cDGoiYWh3JjHdYBQIJQaUJC3PZ0NY
/+ATztEIMSo5KTC4y0+oBE2B0tsk3WmYUrs0NEJPiwt7N+vIHYsolfa3V+lKDERRHErPjCSmDrwY
z0/8LLbEIN3VSV1+sey89ezE2Foo81+5bDvNTGQq73TTqIott50UdVNsJbZ0lza5euzHNveKKbe9
pqiN3992dAjh55gsSlL6xQ4fh9FpU4ehdDUo7nsJwkemOZ/iuLL3eHtuqTqtbblnwy0JpTEYZpP+
MLl76ERuGBrKcdRysTPCVN2DTtsq16+9ScBoXI4GxX9rqTMmtLAZLX9w7kZ96l2E6YozuqW613aS
2MDqrg01s48hO886+Mvi1FhC41AQvrxrxmSeS1Ge9HLgLbawyW+vwl+NrMUCYYXMADT6u9d1mKZm
byVWiCdcruYnE6nxFlBB3N/ZNO/vB9knruuT2kn22FjH32u9rXu3p/QMUKkd2ZG6NtrTSeQaat4p
ybP5Vo6cSbxDt1cXex0fGdlDmt6vdlkxycYDpmnq0c4T42Osi6L3DLA5L8I0N99axWR8RA2V2N00
p1R7RVHO8g9c88X3MtUyRDU7W9z75ELBV5vAc3ThfeDsFQ0Ay7xBVcJoZ4Fhl91e8m3HLXUg8i4y
/8L+2kydkPewWIMvEWYlo5savazf2XUu954fyd2nRI379ogQjvGBehyXFBkKKvlaiHidLilB4nZW
M4I9GK34Z0bpnM7R7Y+xEnNShuD/5vyVi2ReF89izsk0YzMqUXQO1cR8kfaJvxsVlNbnBhHJB0mz
BEjkRwrFd2Pvrqw4iq4whyDYIzWzPCYahQBKxokXPwyjOPT8G7s0bKj3jMbw5vYk1wphM4yAEBcl
Tcab77ZnsxSlJMCZadKdhHnfaSS3hSImJSPxNStQSkfJ5fLqvTo09dd6rj2hfVM93n6I6/li5gI+
nfaETlNmWfjLcEJsjRxIYiZKxzOB8Xp+bU3vNJFMG1f19Tk/i/fMTT7ElSFLLY7FLNNzKzBpVfc0
hk5Et9IpTar25+0JrY1iI85kM8RKlcWYwPCUOeE7po7Ky2Ls9TtUbNUtzJdyfeoit4QyD+ATcwbI
LgIdMVRoEYGzAq1nt48KEJenpBsm00NGLu08INaU0FHGEK/JZsV73AWm4xhBi40mxXyCvBp9i/va
Aawsh+9GbAROPcv5/e2X8Qu9cXmoUWal5YQKH8HtVX2Tck2q2nkfnhGwbs4FtZrRldsw+9lJdnAi
rUBoUIUa+HLMg468N5veZVPS78tYsnZGZ8mHzmrN111oTne3H21l4dGtQZqDdg09DmOxGsJ2igZ8
YRBSt5vuiMNgfTJ87G1yU0l3vz8UrAEgvyr5MkJll/vMlmzaYCmyKkJq5Z2ctngu5JW/T7VkU0Zu
ZfkBR4eJwTUClnPZ4M8JC0DEEY8GkL6fOkqomVtQZkyOvtb2Tyb6i6XXkrwGbmX47WvgL13ngvYR
TyZlDfFSBEhfDHrT6UDCqPbshslRv5ZAvHBftiHLuMiwTsMhDGRBaU8qqsStOq15h3tj9NGusz50
Ndq8p1Ed4nQXB74yl16K4YtjAMbdyUbbPpQzFnunmROi6o2koIqaZQM6ZUpglAbkKVl7EvRgKP+m
hVG7HXfIz6EvQtsVCOubNCTGuPJUvEN8qtFF9LYKJ2cLv7OyQmZIJRk21WhaQvPPnx2PEh2vpAnR
VcnsqPPUYcr3KrDtx0ErtqA782JbbJO5CY8rAh0HrEEWi7F1UkPzHdK/KY+/KK0WHifJEJ6dafVO
tRv5wYENscONXnajXIwb6/M6h4EPSMGBdh9iPDQwLyeqgDiw25TCcK0l8i6rHbGDhlx5geNgLAwv
BFhjtSXNszZljQh/dm9F+HC5KYLeyhIJefDzIMf2vqb/cifMZsbStb3/Jvf9EVCKn/nHsCyoK1Rt
DUT41778H9+G/xn8KB7+84Kbf/8X//ytKMc6CkKx+Md/30ff6qIpfor/mn/t//1rl7/079fdj1q0
9Y8/7p/K5o9Dm39/ElGRL3/n4k8w0t9PsnsSTxf/sM9FJMbH9kc9vvnRtKn4NRzPPP+b/78//OPH
r7/ybix//PXntwKl1vmvITKd//n3j+6+//UnDuLPDqv57//9w1dPGb/nPU1PVRs14n//r+Lq1348
NeKvP23rXzRlOE2Q8ZqB1DOWvf8x/0Q3/4V1FyQNEBUgWWib/vlHXtQi/OtPw/iXTvWMX9LBv833
4J9/NEU7/0iX/2UARQCOz4qjsazrf/7f6V98sv/+hH/kbfZQsLCbv/68XLvELZQh6TRQu6Z9SYA+
//zZJs1DHbC66KZDERCmzGXc5IcCkBAskS6pL4SRGa/0qI+2DtrLw+HvceeHZ+XCUlkCJCN8jPze
l6dDg0sArA1AM7U+lSe1T82NvtjlTf+foRyilllbRscxenHTZ1NICUrI46Ere+ucau0HR0zioE5T
5+aqtJHyXIa+f49GzwZAN4UFhr18oX1F/h+LASNeixJjYinBrpNTc1dhEXUo+773ArxivMws3j5b
eH9/2edfcmWaaD6AyZytuSlsLE6hCFBwERcSX9LGWSGEfPETo2Ds1ONJ2TdpU2xUFNfGo0oEipy+
EWH+4syt09EM/aSdDlmYYnaPmGJs7QI6Yo9mbXcglLKUu/P2HC9v5/nlAi9DKIhUkrdL5fzy5TbU
NWK7N+pDl4gY46UcT4BCsY+/NwqdS0AFFk1FNi7yf4sFI9X6YOq11R8MO8UbAMXPUxVTj7o9ynIH
MApkPgzO4M1SbPtVSX6280C9S3lu9sOh82nmeAjcRx/jsgTm3es4L/3+YOQICCoAGJoNNS9fnAiB
l/pmMBxAlEdHMxzeo+RvHbRI/Xx7oOUXmmc1u4XMIBv6SVdCHbjD5ZGVDQeqJq+T0qiPVQg87x8M
Qo+Kc8tgk+mLrhsrmkpUI4YD1hffND0ZXgSTb28cG2vfZxYbIyiYmfFLEBRthNQMbGZCfbY7ltP0
JlKd4mUaRObh9nTmVfvf0QvrjA3LiQGwjvKgzpF4+XFMdextyUjpBO1zd6ugu/jjsMbmm0UGQ40O
HN9+8cf7kC6hkmXJgU5io5Oayn79RjNjRTzinddEp9lTDfrC5MeG22HaXH6AROtvJcvzMM/mOD8G
XRG4UfyHHSUv95TUaPY0KMlByH2C53ThA5oNI6yfvAhNs/KEIYT2ZejK0Py9pf9rZI59dVZVIknW
FksfgLyW1lObHvzITknhcuNAtWf0ahbXu9sfcm2SfE5uebA1QGLnb/FsSwOLyZGHkZNDFUrWeylo
6m+cae1d5+vTcVKz9k1CpLghLLI26LylweQDh+aGuxzUj1U5wjcmPRSRkuf71hLiY+ck5V1uiqHe
DYHalmQYhfbjNyfL+YswHTJgZKYyQcRiXFUucowKs0PgBOKtZFoVBcw8/4zZTnWk+FY85Gqqf7w9
6OJ4oe0yB7wULqlEIMGxLHfoPX4buaNkhwo0zWMvbExotD4CH3p7nMXm/884RFmoT7DzCbUuJxdG
vtM3jZQdZBrT90bS6Q8lpdTHMBi3NGiW32+2Z6f3QX7Pu2SFzvfsxaJJzSEJWuUuFJ74Em2QOKl9
zqfh860HChd4GtcM34tW8DI90VpdiWav+iPKpIa1l8cpP3dhIkfI+klphiVvVwrXqXF12VlFrGJI
A/gEG0wxKDkApgA4TdpIhISUAaT3VjlGjjvEgfNJF4YugQ5AztWtrSYt3c5GyoBEqw44aorK+lzo
aYt4bTEGHkzZ4YcyaY2ya7Uu+lDSlrW8UsqzE3YvVuA1Sa2d26lujHtknST7MaDc6sEA0exjJpn9
R3hxRuRGpRq+AShqfkoaQ/rsYyr0SomF8c0aDeu7DLHiMZXiVttZjbA+R4mBDgWiJpXjJcFENlxP
pTN4IX6aIKiBFkc7UxTjSdAuNnZ+oMsoisDEJSeW/FcIBU7NDqI4wOsoT/LH2py0zOvyTnc8BAOD
O0M0hrHXFBE1O7AMyXCi9BkrrpQ41ru0g8O4H2zY9J5Bdm7tyREG/ZSzQVVkOqTxqxaO6qcw1VLH
HXNlLvNmSTR6eqBWZ0Cqyrj3FUEya7YtmHYpDygbWID9PwWR32Qwb+T0sbJMfJiIK7UXgVH1AUA8
Y/JPvjADza3sfhJeXWFrSr2hA6hOwgpfljinAMTRW807dPrZrhHakDtnDAfQCFg/aB5Sr/Fw8vkB
OGNHOMdUm6qM+CRL76xAClXyXCFhw53a5XfoqNNrI5pk9aCNtSbupKRM78tI8rWHpA76hzHNe2wx
8esSL9sI53lO/r6FUjzWeX7S7Vb5PkVm0SCxlaefh1HVvqhK1AvXDu0+8wLWoLUTHb5qXiCkGmac
HyiZh7tOmt0nRhZhiWF1feUGttYVBzMU2psuScC96tOQ/3S6uLRh9dl5jgBwIj77VlSod1YRlPFD
HcvDi9lxXDrSXCDWU40h+0zQp2jHQolQ38sKSWpOaaBXvTf2IR6uutnwhIPW1/uumTTpJAjL213b
YEdxCFok9DUxhca+SMy02tVFJcl7KTLUwYuzqv2mSb6CU0E1drk3aJ36ojTV0DqUSpsoXt628iOP
g9dsLTdt6fl+q0le31SK5Vnm5MhuXZXodAR9WRZgPc3+9ZQrCd5RkKa+UO4oKQwG1tDgWUVi+DLx
R1EeEeGJjb00SPJRVker2WWK0RQ05MssO2hpIPw7WHhC0BXCX/VRapEg2o2g4c68Cfy0ZhumF/5Q
O4XnF5CxPDs00veKj4q/J+WNnJ99ZWTJTS3IAMijsZD2YBWR7sEGEMKkX0W0JEPsZnBxb51acak4
VE4A8zTwySH+D0dn1hQ3kkXhX6QIbanlVUtVAcViwAb8onDboCWVklJ76tfPx8Q8TMx0txuqpMxz
zz0LmwSV+1OINNP4QzmkaFTK/7C7bCJTmr3tqRa766a69QiJx2U0d6+x3y9Rtg5yjnL/WAsYwjly
tqwaR/YnVRtu71uHXDgVhIm/OfoYxc9NDOGvui5ZbEtPmn9WPAs3wSM++zfTYY4pGVhVkPTt1dPt
rkMh0oat6keh9mK+Ke12LNFjBeMbftNWZisldf/qQnReZkQbWImsZbBwchnLSkO9+GSpLtTpnqL2
ON5IGbOunbZHk4vOpe5qiDukEYD+0j8RKttD2wW6PY/GWFUu1t6IhD/UZwk/VMvXtu6Wkzp1LR8K
+LThhO/9+Byw3IvEdxfxa3CUwwq273gEhskjGSGkpPjPGlf98xrWZFw4bQHb1/aydu8kK4wu6VVY
Gwp3A3Zi89Dv+3kg8FnclNig13yXtWJWPg7OqMApRuI+h3Cg3ao1+qKi3Slyi2ka+ybxT20q3aC7
mbf/P2qT0qfeP+b+ppQLFli3wWaXkuTWLSxmVOHSlOcXT4E/tX9XuVf3swn52zRdOuTlH7KdvmVY
s8ctNYvPxQ6s8FoK0pNT2Cq0JJZmHcS6DiY057uo+P9Nx8Y7GlcvSNttCeq8rNddJA73QHBxdCzF
2YB/7URRO9onHUc8MnnDeaQQ0icb4REZSZ9F4oa7KJIOnfn7MIoxb+FwKwKqZlqFRdzdW+tc/6d8
7x+zwpbWSN8f1UbjcVdvw9k7WlkldFr4eVDqZ6/n+Ml6dI8Lq7Bo+Pg/yQI/W1ArFTLU8snKiWY2
oAI/k9n1XWtqxEOxmpYj2dV6W3iNc12AYxwMfb6I+E9nuY+TUHHeKfWvszpkeH1PiqY1/xPLdLxs
rvxCQX+qbPfi1dELRXj9SRr73YwUXtvyfVYNC1n3mfDAPrX1NCWGrIl7Lzw0TXnipx+11Lq5hh5i
S19JyzJ3qF2tS1/zahluuTQUVpeM20xtj03jtAzPBBDRObiq8Tqu4fjLm+cqIznxSYR7mUdNTQMC
HYvpsNZLagQBEWOomsQqu+m2IaQuWbryZA2HuXFGVT1WKlyvmxmOKZ8qDr50akZiHmHBo6yLev1J
/vLwL5jUsucNZZyvo73qWxXCfk6K6Y4uwtacp8Cx8GzH4u909C7NCzbPGj5I7b4cdTE/+8oDx9ax
ea2dsUC6P0B4Nfwi52Xd7LMTd80jxSXHL6zqv2NZhFcaLtfHnTeoTOFX6vdygJFNnC5qHzU6JPLN
xk3RdT3P/j8dwM5TDrkU9usYT5Xf8IEE8c9tNX8K4d0URjwHuL8Tuc4/Ia4p0a7clzmy+1ROu/vc
DQhvkrow+iZYvfA5rDfva1mnICu90uT2VAE/ajs7EDMmnaz7JYUmr518HO3xvwIo26STi9keXcZu
z+hqRjsX0uuKtOO/rMwrNve3N3n2tXetxk9wd9L5FE68Df02PeH0cLPQzPrBAvz81xTWsf2alSFz
u1bFWObF0re0PtrafB7utN+a/fikRXMh3s1izQ0DkK29Em8rKVf/2tqIT0xrkOS9BFgsVf9rx2jw
Y4+gQ75fER63xg6227WkAifRo+d+DPa64EHy7S9KO3/vcef9cA+vezGzuQCP2hzrh/VlSbVc+7jQ
qZHOexXp8Y3ksjWFWL11qFbcyNQqF46p8hgfNtndNDqO0tBM+oeeSTZJosXvQCixuhD79LXuvZ1o
U6iEkCIXsWJ45FPYTNmwWAedyJtrXmXsD5nsvDL3fG8713puUtupzGfD4uwpGg4rcWzt8i92uueg
3i6xfTxGFpbcRNLEdKtFP0YZharBJ0sZTFVEm3VjMpAk8mcrWjaR3kg/JqjUTkglnk9kEMT5ttlt
VrveaStEyKlfu3mzqTY3xSjqDN2BvGEv41XpLvaBCDPFK+sM+0kv5E6vSxBncinEmA6T7f7n+9S5
xtX+q1gC+TL00wqEGmJzq+2NGjMs+fm+Fd0HTdPO64xm7Bo1BrAq9+CpWTrvtQuL+tlu3JWcPbri
K6L0nFV+o9vH+pgaajNmHioVbfLqc6cl4Tgst8PkVufR87csOJYl2Y3HkYJzpD+bxhEX2vbupLWo
PFpXk/I7V6f9aP2kbqcJvDLLNJ5ClTpjZ8hFUEt3a5fT9AgIHFOhcDsUgwj44lRgocnwLJyvdEA+
NeSj/vKHafcSlodapwUm/XMx6P0D3WKURGY1Q65aLvTTcbjlI2zuEacrmpDwu299ZLvWG06NOTpu
N76lUxU7FOUBAvEEeCY8zSsoMBk7ZB7JdrhVm4rAKo48ZLHHHLKV7o+G0sT50uBd/EsQwlrfKVVE
3o0XcJ3eFz0nZpmset3IuI6CI2v2pQexOJ2XQ//qibihHvwRSa68urecV7+yurOKALYoq6uyTKVf
H1uKVYnsATocfP48JVwzcLDR0MnvsDRBMz8S3dKPuVFBZ9/QsrDcUK0reRSisXoN6PJcfmjbHx6j
yfocBltkxmgn96bYTqdFWCfP6xU/Rjn/jME4n7qPF3WmbCZ8/t4j5X092ahum48FbVA27vKxtliK
IUdzuKSBZWlYRmOY0izLsDlG6M85h5ola5qqJCB1AXAlpoz3j0Mu/pzZk9ed983I084li04PlxXz
5sA9rplfu9qysrX7PmgDCI+qdMKbrnLuu6N5K63SR+NUpLrzmjwA/BBEN4T3oa3L62p1y0tgVVF3
9g+0qqpV1aUsPA+Seex0UgdDTSpmXU9PQ2uGa734MuflcZ9GNUZBHgyB9k+jTVJvEQf8dX8KHsTu
4C4U42WlxSo5mtI+0qUuyycmKlJJ+nFKoGf0xSKYErn51jaPjbLexmHqz15onL/aUeaXoHuKqQQx
CYN3TZqiGsydx/kU4u6JhhOfwC92DTap8iUm2qRjw9GfjlgqH2UT7vGkbP2YAXIQ3Q3QMDx7o8aa
3ou+PAdNdR2b6K97lPENo8u93xnlJogfEAjRC7xewtp6+y74/Vk71voQFZH9VFFgnk+99JL22P8L
dq0eB0eoR6Rd+z+erF8wbSNnplP1STiE1XXd4uBWae8c2XT0sh25CbfaqlPTl3y2S7nZ2FtLk9Zd
/1GV2/e9ae9nh5YMdhiOc/ygz4H53fUO+64po/jilUuQ+hyKlHIp9w3wUL/O7dJZyRjApieVNZdU
Q4xFu53jaS9fIxXEy/eLXT60ZSF5YkH2v7kZK/6l85BFnKUgKQXACEmMaZ3ycbfpa4/GQL9vg7ar
tNnn7qfV9jYfq0tfDbvE4qUs/PU6RUGRsp5VYZAPTr1fK09QK79K66fTGXtPiHCJ6nRVasy2xX73
+d8vbR+Me7q16x8zOT9hmPxTKYsjoRCrSYQn1qzuRna2ROoMpyhsr/VaaCD6SllfR6S/TmwG7oTt
jv1qzXr7JP6jvpRqeJvEsllpZBVY7+yBiIxEhh7/EJjjc4hHDnbMGma6HxXupZ/kCLT/KjEUJ3jg
7qMMR/9tLmOPiFRaLXM9VtF/4W6KvBuDkT/mmG1nToDCBo+KjYcCM4f9WHicyVSK9J/YbepkcErr
PgitSN1i37V+6PZ7dljdxXygTCd7pwREPNAwVqxneLWO5fhmxM+6sshg5bYYf9tR6WeNMu2nO2l5
r4vI/NrEar94zhAmC4TRlveC0OskQM1aZpFLDaxtOW3Ai9ZFj6NpuoqeNu+uqLylOJHkORL207ko
KZdo4S+R+ZwNHcU2aXxUIeCTj8NNimk2I+3b6PFyVfHtp8iro7vGm9395IuD2B+5rkSemCWYfy1R
CdTfMRzeTlMYvPmVDPHeLDpYObGjZcynhXCyROBb6bDqhPo+3McZZ7NY2i2LKcC+d+kqtJLBpdIz
HWmq/rN4IMq0Hsb+if19sLMVQl8HeHKcBsMGJRkZTUb233riUM9iEtfrxNmgUZK2XtRrQzYXIHSw
3YWiHHs7smAzVplzepROTv/L9EwmRzviOZqpRgqH1VUpQizny4psdILHNDvfOWqhxqOzF1WZRLK1
aQmn2WoC34G/Mq39/gylIAeugiawqacNh6+CPfGWFatqaQeFb6IBJoquDXkmS9oQML1k0WrWp9g7
pJMVPPZP1ho3eyJilKAJhduMEmC5fb5isNvHS8cG+kjhepkK3YbhpCpW/3VtJSPKXujDQ7XdcO4Z
fzneIWwo/562ab62fONd1hdiX/F7VYLPdRXlIwIbc1CkZ/MFK2uvQO4juuum2Q7K/Y6lc6CXCJRI
It8US+pPhseEV4sYqJFGvO5mU4sz5UcDDQN6dMS1x1wUw0OFy4+Sq8qCiNkZ8HyOWvrUw7CVYNA2
tO50i8oyD8d5GJKx6sfXtp2CPQl2C6Yq3Nv4v5VQH4f0NvIOEqi/FUbba2uRxX0wPNqNzaXZDw0n
EjqbXiW6hq1Aih/5FRBrVb9rb9EcoJin1nRfF/HlDaV417FftqQDxI2VOy1SsCSwetrMEfiZ++/4
difxJ08/Ug19qFQ6C0pUvwq++oqEnKRYp/JDuHP0NXmI4hJbdfvJsxRmsIbcdnM2scRvO5op8Gmn
YCGYmNrVQ94HG5xtaUO+pVMh4/oUL6H3bmpJFssQWLa4BLrD5FQbK2gyMjPhHaS9mKuYtTN/k2Cw
G8VArGQOs7U+lsbsZMlE5ChndWxZUaYRpMBXC7VH2Qgq4rXvLM2oNuH5poBdlwLGr/V/VDKovZvA
CdojKdeqO4uisZv02PWwJE5vyfApFI03phbkVps3c89OKtY1bwJUXGAnrReY32FYi5/8zvELOV8S
iOV6ZZDudTyOBJeu/FoRPyMXZzhI/05vSu43LY3R77aumOpnxtj3dQZl5MSXuUHm7kvwEjUuUaC6
RFqBFtiZzWPZNavGKOMuv2p7tFQWxHPn/2cQKHsPEfEu5h7U6+mkUfXwuTuLU6fDsTpusuH58a/z
AEWeuswT0Z4QtWb7mZ4qezoXvXbvjLN6/Ct6x71RzbH73hco1Zqi1K4bMRHgUeyho59KGZRtfRdP
zqy4M9GAbn1urxMFfMkqWCPOl1ryseLNEGFvlZee5qCOA4pgHJNusq/6p4jLGFk5tDvT9CAZ2V27
023WstQJchMf0kaSHaH66DywfYZYDcv6MNreevL7Sak32+vGOelpG9PnUuo1TEnRbouMleFE9Te8
Hkru1o7WTKI/BXFzWPObz/jBCJ5p6/B2Whl/Kajvym8q/Aib78Q44Gte6Lbc33FiOsfNt26ygXlk
1MyqPYShdq2tqYgTx9WrEE8NY5z5/hqcK2/z+reZqlTwR81ozePfkDVSedSYfIxiq44723eWNteD
M/R/uEcW786lyejf6mCPh1WpmdPMZrF0gRJGwOBNJeP9PoBqzzKYoi7HKuqVb3AHY/FA6b0C7PYk
2+SdZ2srE8w9VrJL9vjQBGupPyUNjNY5HKNOkCyOQeGjaYnuvUhNoRnMit9VpA9YaEcDMiPfmgZ6
JLX80B+AT0tRZ5bVzOrOMubwbldV+LS6hd/T1uNRKd7nqCwiDIKl8F89MbTfH3a7f5Jkaz8PPknV
yVqbxboWbbG/uWac/bttXez6XDh7F1/9BuKGQ60Kb2mX2cO8XtdwJQw0DoKnRfblM7xvzXFc7VhU
T/ZQIPEVZVTGPFPL1uUl7lg3WclY3d6LzrJLyktWf3ny4RTkOQgLwow9y8chNHSB+eOJKaoTHiU7
gDJDIZDTohp+IYR3YJzhNmL7BJDwmTQXMpGylefEvl3GQoc/dBBKzfUvgdibE7ANt+dmhhT1usjK
4bPrLm2LcleXgVdyPhW7GrrLFur9C9hd+9wxxRL/qLfd23/XXTkUeTk4WKjRdXQ9gQM7ngtC0Rnn
U1uFXvvPpR/QAHSMF+dwmRZhh6paTWKtbMJS9ucVoc3ApyxyzGEYJLZxxNerh+oTfRHZEpRzTy9U
SBg/8RGevxy+7MOEFjvr5SjJuj73XbDu6SzKcDrjMwznVIf73GROb9MYcgjd1DfBNsuMjrtY300O
nezJZB/ek/IH/6UlQUWmDkmm/2JcFc4dAcljnaAatZ4Gb924f5UKXnyG4T8CKyv9ztVRfnl2t1qJ
kOVgPRdIbJ+tTjr8Y/MUxx/G84r9CTp1ezGxq4PbIQr0cUdNzlBeVsMMeV2IQ5Sndrb7+Ix0fyFE
yrS0ndA93kTiUcu6fdmRahOp4RmbtmJ3rH4Rp1BjhRCzYEIvln9wZEzgx1gd0XnHBhCeCk7L7qGo
lpJRnidtTUV7+OpUdYfw04mn+/GYivEBHKYYlSe8FGc9dJE817YJtittrdzwaIXER+3V1sDkyiib
O4Vm+owYZXkndVP8Bbosd4qWuiE5orY0t9FIEvdpL/3qpdQxN3Pc2eBHayZ8Vmrsxdl0gE7zTpfy
p56aujrv7jECUhbbgvXtqhY2x1F7TjmR/28o98nQ9m7j8hZIwOo+84PC6u44U6X7wFTMVsSGqp15
0R3vJOZdfdllbFdZNMei5bE8Ou80uvaKH5vdr3MjDdFVJ7EMakgDR7JSIuCVvvMLVbn8qHhqwkNc
va4B9DczVT+P0rJXiCVaair87iSJvnT4GrZ8LI6Z/QdGxSXt4208Uu125bvqsMiw02RJncQ8qutd
3ynG7BAGwk+kK2TLWL5gvKsn0fym/GVwvpNe499KLWAXW84thtWRfQnwrKL2i5eObr+H0gkMGDj2
KvtuljMcm/CP4FNgzRnSnv/dZIU9LvO9nJc9TLyDnufcrkJ1Oxt2pplne/t/vjqaOxZ5kh3aJO07
1fgDr/y26w+8KSED9ApvDSzcqp+Ozcv5EFfsrdkPSHPmK2F7U/DQBrkDcxhmsTUdl3puA1b5pDKb
tNJHbOWLUmF5HflFQNeeT3ksYHjUkDLVUN3qXXjqfPRF1ySNcYL5vK9l5SbwyrD+mz0wQU/ciVuy
WH35m25TNsDsPqDZYXvgUVhxWnayLu3xs69abd/GjR9t5GYxgN4cUQg6LPt5GHNCW5Yon6KKLKvv
/TeizwZ61A962L7dDlfaaCbVHnk127g/hb9NDo3g9be3Yes+7clFzVgh5zyASVWzJvEw7BQh6aa/
bKIEIY+D2a8F83MJwFv4xtYoMv1F1LsPlSoA2aee3e3Em6oB4DR8UOjRtnFspRxy9ntBEMHBAdId
5S21t/N/Ji53ietOYLBC8vWNv2BhVF4PdObe11yOwwkFK5WdI3fvsxtsXUT9B8gts4zugnNEB1+c
1DGHObf/4G1P7TrwRNqU9Tof7Grd13HhOvJoa44vwSFIE5zKCpckjkPRZ3Mj1fw8gnDYmxXK+jxM
0PkXyY9003ba/QUokSJrudZpg29E8dPvXSMzPuvvgRQzhpcYp/aJZ6Pn2uSRdE1xWfbVN1lbk513
A0vfQxZGTl1NlNSK8C1k+26SZoJEyhF1rHsy2+1MrUnrVPKlxnjOij/o3K3O6kAc4+nYAtH+2eag
mH8Q6FBfi5pJ5LqQRl+mBxWyzHOWW+93EEjidyd3Z86+wWRxowefFYIGQ64n1+9F8CKaMX5cXEFs
Ruv603MkG7NA5rSDgAbDzpeybxw8NtfB9iod22znyp6FuB0t0vwvlAP68WXRpE8lwBu8u6CnYz0t
DNDmJnSObXiUJL/yQ5dM8g9rS+pFFsvNAuYVttekdbGoISd12oFyNSLq06PswmvTYmw6h0sx6d+D
lsS7pqqDkcgbH0LnHUnA9HuvsLukfI4s7JuwD3R+LDq8l0Xj/y112bwefHs71RqGHPWrCHhnc2cK
wwfTftcvxYHpYXSjpUEsIwq1nGuSOrybXjLhs9kXMEC5ZzYCkwHY4X86ogyQfWlbhsm+K7cDpjX9
n9LyUdt2KH5i8pyHhbwPblJ967YWtPihkUXeHmXl278Lp5qcq1WJRRgYu8ILU38wevoVHi4k8RWB
8b4T5Feo8ldYKZAIJsByn2nFidbJT7dQMX85bq22u+owKk7WvVVECYeBnm6GvXfX210y5uXhclTb
JeBOWxVCG9/9LDBvDNlWeXJIxNo6zc00Q8elJOA1f712Y0E6jKVAqrwHY3C3Adb+SbG1FPFq6nmT
Vo8i/IEN6BAv4bRtbWKCsa4ojQjk54pEwmMdwRx2K7//bfNoef9YcMLBjJve9AWVyjKcIbPGJQ2A
6EFaC7HdjvvoLs8b1pQPVn9VmxP+RE/8tK4aCt+u/K9JSst64JVqf05Y039WIth+h3Mtngj8kMDa
dRn+Q8xEx8/mhSOubjKwfqweeCALfL2xHyDMr8rCAXoiKQpWZ0ntOvtXMDZFeeY7DqebphTulnc7
e/H7hnmdv7Gn3CNls+H/BobBN/Tk5qgrVCfACbmNrhNeZvXuGnKNE4upD+n1GHnsoup6r1hFjHqx
U9nS/5A7fODB1YRWE50wkDnjPfLIamSoxTSTUKICN+rt9eqeEERPZarJQuf80/LQJ/R8zXK2euG3
+QDr/653z0WihFsUx8vmlU0aWK7XgalDjmHyoMrwYpelZJ4VtKsmdaV38parNnCyUnatcwE0F+8Q
DdN3SovlHHmAoPAfHQsW+9It6BmNx8LOPUko4ylA1vVnUo42TxSfAJwti/ZzNy02oc2ljRf3uMP2
I2eywmfghBWMPUtSs6ryalyX/s7WDzf37iBNEsZ+G/q7EopdZba/+s+xZbO0VX7c3fHtNzEVByX3
tiy2+V8tp25Me7x6kEC6O4a0pbZNIR3tayvtaujBtF5B4cRNacVPDZqDwjr4nu4a3wH3dm5dIMVf
+KdvqmNtxNnqWGamrUvYTDDb2P9oR3cj/nhyezKn2dYm8Tepw9QaI/b5xN7p60aNlM7sqK3+RpiD
FXB6kW/hZED5IxnfM0tqtpppMzbufVlp62/Jh/YTbYQ4Ejq92i+H1K3pNOsIom7bBV/ZJIx5qDBV
uo9IcOGh+bHqcz3LUCYoAqY6cYUVPO0rCDDrun77vUBHuGkEcnqe6SwVSR9GuoRY99whFaxbW3xk
xn8iSip4mNld/uIxRhezNVvPIFjuGgsbq1kIBDV6r74/9g5rYh5JjvZ5Y8QO+u7Ji+cd4qqNviFN
i2gw0QEW44Lpv0+smGDS733p9EgG3ryjD5M8YO7c6lMd+OYvdinxI/Sk96FFy7qmsQrATwzH+iiP
ffDzsuz+wGiGN3JbdvO2VpH4swV++RnCgXaJ6Gf/Wiw2tr+hbd1new/b6rHDWQx1uPByZQ2E21/L
Jyg0G6OjZuQsVfBXKNPTih57s5NIBzXUxW+K4Iuk1kCllqemU4tCChHUsfbAMONSabjXEPUTR0PM
AGk5xS3hnlL/DiZvhEwv6GFmKyrNljT9xOZcUbi1JQ4xTSyPD8sOH3dZcI2XEz9jUogiVghM0BBc
WZyER+bIyVqzQXYj76q/agmOH8Q9SQm+jUIlBN6hKgZkjMdcf7m8wmvCCehNGSqZeTih6yKRYOzd
gO94wvWbqNJfo8xvjX1pGL/XdFAwW/cCox+egq6OU7cJ3WvVNPF2MnHlPvXKsb9iR84xB6pp+KbI
irgnIuPgJDj240soKX9aiJjXpIHV/8d1tqCmsLAwJLO/bUc+E3BDCaYzN+Mr0RV+XyWTILN99NtG
X49vBvqrrhu7/qsjXctcKarb09nvd5m2Kq7/Yz2qFLvzpf8ujgcBE8O/Ir6q4t3cf3M0c6aWrbnX
iJ8aZKZ2X/90l6ACHUwViWRER5XuX9QF65LX8HPHG3+iCU6dvTPmFH0I68liZG3TY+uQ5fR9pNCr
LLM6dfVBhKzVtjN9TbOajH/h94ALXMUQ9TcqDomzUlMBpU9iIaNG4taj9lyMfPwnoTqtITF+rHgh
4PfYv7G1qWiss+HukSkUwdsQFEp8xDQFH9fpO3kYrUUo8rBB54NJtNv2tFNDXN+4AvXVy+R2891U
rKHMZNT5UMbDgqLKXqymvLD2EzKjhNnIy8FzJh/ierdoV41ihKt+cMB3UJO2FokRpd0C+onDPGkP
HMqkRvNVlW4GfnqA8oVKK0iYAvD91m14HJc1Lu3x12oPvfsIwsGH1XCTqb/N4Yv+Vo2OGO+tdt+q
+p5Gip4NqCP7ffju4KB0IRPlWrLflO3g5hEze3RVuudnRqjXd1eLBBWoFDEZAjHXwpr7e2eZkQ0C
lSLMNENgW3ZGuI1dRokH8FuQwlYd5RuJFCvn3ok9XUPs2LyZWoAirK5HZIG5ffqL8bqZbwfvmKYh
mfZNfldE7d1fsMg6nkbKEj/0TgLZiapo9gg7D8irWpGKZDMrKBh7UlD+2AcNuU8Oypgw3xDrqLvY
qmpSH/ptg/0P/L38Yfpt3N7rmvLce3KFe+Kdg7Gt8247CpSme93b7tlIW7w3Zel9TTzFKtWeoL+z
7N32eym5zj0iD2SRVmJzH44cVpZunwdexSZ1UdVumIM9Ia5EIzVvPL77eC5Ysny2gaqLO2eaV7SZ
hqTI+6Zl4LspmmBEByEa0tV54XuVNiRhy4Qgj9j6o/Yy8rPDwxyTElFECQaXCJXqrLcG7o965Tl5
IPmGhPJyLeY3hGwI37xGsg4n1KouL4WrImhZi2+Xu6NRy39iUU2FdOkYArQUpMB9Ex3detux9Y7K
FGdbOF0OdxAWCHitu/AHqhQFLXH43t8C3rfJ7canwGVFlacSqAwyyIqqm1DB2kRnICFtUXUNWWOj
8Tr54Rq+V7WHRKFRiAFOWo67DxEdDOutaOPOULjZh/1phipRt6XDXuRS+Pw62aBky2VvyWbLnJ30
OQi6paFkpCTOZcpjYazlHM4YBu6QFQ52Wh0z1YgqMB0CIXdhdTmX4xafixh51Yfl7CAY5h8zXlyj
7OoOcXbnZpXB5c3mpP6OFq9ERIYZ8dBgI0LuOPArBvXHxZ4DL20hh2yEXvM43fuuQBfJV203d7u7
zZTSIZHlmMHnub3wNkjn1Xb37wUlBXaU3IyH9aNwhyG4Ohb1dY/reOjjj4y4zG60NS5OEnCjW7TE
RDihxB2ajZX3puqU170XwVjqu57pFAJHK0v+GNzC1ExyHhxQ7w6WepumA54e/Xs5/bEatoRPcij6
6dfYIxC9xm5jMC/Gwz60qdP7dfSvHg92RElTQYg74DEFTe1u/s6+b+u67se09c7ytpR0UnfYP3wL
Xc5RkEWfO76U00cArQjIY2kfeSmu2LbpkgOQw9O/4el+p82pCgCBQ19MGaUBw/LK829T8lnYbTyv
iYx3Vz34uBfa82r+R92ZJFmOZMt1RUiib6avb/x538YE4hHuARgAQ2eAGYBt/SVwYzyvKlPITJJC
/hGFIjXIkoyMcA/HM1y7qnq0whBk5eOcYRpi/ag3VID1PcU0rcxOcwWFaD+3bc+OAh0//moEKfe3
yKlsMDsh97CHhTgw9pUuLXPnbjHOaHCIqGX8aIbScS+tLagDTxcRdcvVLo5Lnhk2QwOuymIZ5nOT
hVlZnv0mgzdzp5NKLzHOeCvtNzWNtOW+9SUcWrZsfXODZBmItzDCRnMWTa7mO6MaHHu1TJrk+upz
b8DxQTNQSgHADmt0npAlKSbEpCi8tYjb6MAFGOFQMMXhBOkxK5JqwC24srkV/aqGFt+gpr6FZRu7
33My+lyCB82/OI82FywrOjAaZuCY3QBrAB08U5750z41TKvtU1IIVk/HYizqAHiJKVzZf8a2aPhE
lhWuxfkctw7RgCXQ/figbXt02SUFsoqGV1AynYdEJMuinX9JatJyb8fRFtrDyZ903sU7Mw2syXiB
BX628ZxF+NVOVy5NOHMqZlVttZyhEa7aNk0YY/MuwA+gqPbpOD1d9EDexlkfWrhwczmrTTMtOTpk
PuiMhgVjeyp8TNM0L/oVEmfsqSMGMSiXlefavCo0X1vy5IUiNYceYQVIckQPxiauatmvjFHxfmi8
4rUrR2RgYWf2g/EW+VuQihlXQWGCb15r2mck7eK3aKnTHwkm3XHVYit+LsY42U+2s/QHSav8D6fv
grfaCpL3XNW5JhAjVdHs+pzRYKWHYKq2JIkcUiyi6daw1NM/WcR/JuLv/53v+UcY/x//9/82m99+
109D//09EM7//yKRT8Ltv/wVef+fEvk3n436exKfX/7vJL5jR3+ElH1D3YxhwsLL+SuJT2r6DxsG
DG8in8ae+Mow+zOJ77p/BNfOPxLk1IqSOSOS9mcS3/H+SNDmiaFBkr+G++P/TBL/79E2i7ggBCFq
uf4RNWsbSyR+KIHtL3cYX5T9f0iXkiT9ewLsv//W/4g+lnlWm360KjZB9Gm17oiJccE5RqQH+Gbv
5e5jAzrj1lF2cnGKgry/qN2v2l0YBqRYBAsPtr0DmjeG6ZXXwi/aLD2tb1HU1LsWe9yysqfAh7WZ
Vt/cFed75VSsVdQc529DmsRb20v03TIM7X0sM/Pidcv0Q5qw/yg60bx2To7U1cXD90IWYGOIFWSI
/V77UFhD8hQPy/yobGne8VtOd7xjc+7zY/rRoTUeCc2yfps4lW3Ud1H+VtbSPYrQ8taNcrynIBi7
nwlL000jBqNwUNnOWiRoOqtQqXo4uJ2uT4tEi98XedAfqY1mB++zQ9suQZquK8bgciPLqHobbHxC
tiIRtJlL+jcmx7Bwwjzxs26TcZvwlt414yi6I8hJsVXhLO9cKGscYcH8RTdMuRnTSTBF8O7wk4b9
rkJ8OhCkDg+dpToiEInDFqf3L9ItinOy1EG2qSYv+yZHaj4pM5H5WicJalEZTbdXbATiNpaU24LN
8rqUOtzgHXa3ydClFwxCkGZE5N2FNNeVxILm6Zdhb/wxCh8FfCiW+1qm5ZY7ZvCIfT7a8OND32qF
+xQVeTIi3wTxIZl1yl0dhX7mJSzZXkbZcbTseTsJiwYhv+64eDqxPPIFBfDeXWc98Xd7wjIcHQQu
2HiFr0P9dq25ZT2ilPOM4SR+sYl2dSu3UiyE+AlmT+MYpPsUXthBly67Ktu3jkgSpd5JPiDP+HrC
Zj1L7d1Dphgvop2YORfIhru4FuqpFJSKN1MsDnwLxfmKYrkZuTJWmyWoJHS7Fs1oyIV9FxTWv65a
cSnZXZn0N/6NYQdHgIZIjUC2EyouD2OcsxePB/OAybPfZEkebNikjKuQHlp7XbRV+rI0c7c2NRdX
Ip4w59LJfxXdnN1TaiZ+FM6SXwLlx3euGa9oba3Kw1SN7i4l8M0mCGv5SxhO8U+j1FivBsbiDXUq
7SWby/y3DoS/aSjSQQdsF5t8VtdE9/M4WUcqLbnqjhn+J+EofDZV+CWVnz+MfS3u2lyKPdvJZE98
vfupotw/F0Wb4tkIMNr2MMh0whcuLerRGwbUfOUmVoIttE37XYT54+Bwc+QKwPf3Ffu9OkpwbYwe
sT2AT3YjZ9MiEGEXqJlFV2DkWrENlkLDmKuvrk4JbW5ehPkBMCt7t4k+3TBxUCLcOc2LsJEnke/l
HW02Fo+sVG+DW/sviZqz24LSv0+N8dXhyhCqXcjfzBV+ZT8FPI/3nau9T09H0kJfEqSMOt2yIo69
U4PMs+3AHj5lLa/pqJ6cO3+WXnduq5E4yxgP3aNFtmkXVKN1wb6XMBXYUjN/1Trx0bYDKgVjrrT3
BpflmUeBe1TL5yucvenBxc5DpqRMvA9HRvjm8Gy4/Aka42gFCerI78hHCiXrA+D99JJa3Dcmb5ye
xzbih8fOeF3qagpX47hMVyNKt8f7FLMetsdbrQgHUpvuvduWmd8zv3T2op+UXOm+D44je6ndFOZE
zSKpztAAo13QmgDDY16dosJCjBaFeU/wVGwcFNQdewQnXOnFMueZmZ6jsRj140DK/6adBsMpBzTg
aZls+3n2QrZMkF86PPUOUyQW0+hY5SwaVrEdTfcFLowblfd8Naha2Xc+W8VvL42nYVO1qthaaViO
K3+anH0mi/ZhEgvmTHuJ+0fMKQGV5m6211mh7grHUg/kYvVxGOfhUI9L/cVPQ9yRbwouOlySXWhp
/YZDMl7NS9bOD56TKTJIZBhJA05uY+MvZK3HwK/SdIdE5/dr2dC/W2VtAwIduOpn4Li6Z2ORYpec
rPFO9D7uaFkXYL4lO6NvSzQhrv9sbveLAHS7m6qif1iSqT92kx88TcWkD9q34pveruZ7Gw/2m9/p
WayBwVWUmtj6ZsGJ8mO2qmWH9GSvtTN7d+ygkAqMzpabhIPgYfCqq19R9Dt+tFgqTfnI8PFDiNm7
naNyhitCxBBjrQ5+h1Yx7QjfljunkMlzWodwBPwC+CP/dLZDDMubBNbfodV98attc3Mc2ADu0qGQ
HzkXohfXhOqUjURZtwXWhue8LM09fYfqqNW8/MSuaW3GuEku41TjF8aKUJN4yQh58MozZwdJc+97
3sQBLBI+rNmCQ23qd0kfizeHwWmru757MsBZf+auy2HC45S/SL90N05nsTznMMtuhrnRNzYoum/t
qyhZ2VlKy2YfJZsRX/DGNqn+aCbP2hf42T+seJi3Bvsp8U+xWGerQHxrPaT2VR/Y+LCIWEnM57W5
Y8OVMsYYaixAUknkOm3fXB2AR82VgF9IIMJVGkg9ybRbzzbF2Ury8AP7I2mbZMG2l3QpL397JiIF
/tgM0OuXaZ90Mn5oYyF4iZUIrBSIHmPTu0fP6qsn007eJfQb/4ScGpEumSnR8XnxkAvLB2wHhDS2
UVY76ZoSFKKdMszfle7nR88A/ud+Q+SZQ6Yuz05tvJR0bJs8BoNXPPjaqZ85m7s9dgGM5VMnFNHO
mXBz6iSYChEpSkB+lE6fUzStS0D1x0kRyryJZmTp1EJRZh7CYZwOQ3JJfe702PbhIUQUE9y5KV1d
gSqGX3g+cCbEYttpB1m+pqB7OyVj+JZPhf41t6F3SZXv31AVEBMFq7hwS+14CzNQOh2wWqCJufIb
VzZqSTqqrVWW3J74Tx6TstDZmu13wyYjTh4JsRfXu3mwLVugEOSm5V3Xy+g0q7gjGhOgcpK9DX/4
WYxGPQ0IUEa2qLKslAACqP6tlGEBxyi0aRaOln2dFYIJbYYAWCTO7wbSEWaxJoGV40RQlKe2H290
GJFXC3ERfNQTsZPGb+Id5pZm22RzdqmqKD3QOIGbalLwYJ1EHYdcq2rlUx2yTthuI/yHc9FdV7nV
qQoCi8/biDEcgztcAr93XmfwRDde70yPgGW9Y9kq/y3ocxc/sds+4DUKDklDdHoftLb1xp52YOSw
xmWP1SrZ55wd9xMRtEdJmdsOO4nOaUlPu6cAEOym8XOyY60iSxa0nZ8RzgMAmLb+0G2mUH8OxgHk
IfVtz4ix5wRLjwtuZcMg6fk7rAnOkSM6fZsc27yOrBefbZVkzyY14qZm8fqDzW+3NWEdHLExk8st
2/A7jTVDia/eoARsl5bwVsO+ZdOKKoXlWEbRo1BusNc8qKdYDGw08dQkt6awaW3A/3cbB3wctpmr
OeJVkFIHNI4vxQLEYK1yaZ5rcE4PwkvLX3QeZJ/4SzpsP0uZsiZ2lweipnJrsPLexm6d/C4X2XX8
a6WoXa4kG70gHOKV61ns6iLD2x4aowxPQ4qZbgXPgbVAWJt5h81ev7o6al7tBh9mAXhWEMxgXObG
U7S/eitML1U3FyUTUIi+AYJ/PrjsJO6XupM3lDBUuJo0al4zKF1vpTPU64RQ7aEWiCfrVM7EHXFz
HpZx7DdjXcS3SIrmjBwfsnPBErbP3ZQyC4q5212KPuGxec/D57iJ9bmtg/jc9tfvKOpktHZmrjvY
1LOf2K36e/96DVxPU/hVVKP/lE+pOkwSaZASc4oitipr5APoBHFb+ku0xtDA4wRr43WeMz6qnqmj
Z+YqYn/kci517sI2q/BEgotHZau1y8aZmIreT2E1pMQrG0zeHiPxFrxoI/hTlP0FvYKuZkt39ioC
rbWbzSJvWlTgPaXbOYT2oQ4pxl7CbTJ6y7OTiOyootbcBzNOKbiZzUMvKQ0GFs5yz9hGbry0H/aO
7tjw6lF1J6Au0cHKB3FuaIsHZOE21iHtnea5WixCk1zT1k1QZDeJRRLT1Zb7OxqF2jeh172LNsA9
NsDjaMvU/WqRJh87vw5uTZaHCwNhPy9bPbXyJionsyfcNb7lcT7xqu4z0npudN+Pqn0izSJwkw5d
jkMgmDalX/j3nIvZlwuP/tVd6D7ZwJ+YaWm2p3zXxTrinoQlYh3FIHVqfEXDChEw2ao+sC6OQkBc
5aWrz/i6vctYqGTvg1FYkxif67Vakmw3FgFXUM92rvL84L07Ttevaz+Q/RoVbcZzFJEiS3X5gQ7b
vKL684Ir4NeuHJ8gXBMG+A4Z6gLSRXZMcEVG39i1p33c2uWapWJ9u2TOciZ0bfNTnrDiF65hJU2E
4xk3IoEU7q3BfoHN9rvF6TOspqvTMEE0eHPJd8JkTnq05Tmon3udmOOYpMlL2rgRt9JimNddjPOI
4+HqEsACmLKCDkaUSrIROJxC535WdvQLSZn4WOkQHA+YdG9hARBtMmEr7yuFzpsR0zNYlOdVwJPE
wA1d99WjZv5nhuzVn4c5cwlM4SljqZ2Fn25RVucsctz7OOchr4cC/QLja7wp+Squ0VyOdLWk441w
yxKzxsBgQWM9P5BhyS6uledHro7BTTBGDNK8yzdlkYhbiFDhB0iC4tNpKpKxZRA+gsbKNkYmvYvC
lQVHT8XVfdNpe1+iQX3FjqT50GXMWMW1fh+RwKS3jKym+8EbecNfa8CFm74kTdZdwsWPLjj27NuW
zeBOmSW6cwOLp6LsE/9u9kaE3B6kydLYzssS1/1+Qp8GFjOqp7Cw7Bv8vROu8wZUqwUZ/GLcvj65
ETZkX3NzNuUKzg3cJ5fntDgGDZGOoJ+S7wg/4w9y+hifF7Vk+D2195wm9GLamSyfgKmQDQgSsi0B
vRUL2tSrR+L+N1gctR9gIt/OBvYGRCf80HEgfxgfoyL2PQs3h2rlOeQNv4lZjq+ZB6obNK4C8gEV
8KtkSYIzP5YF1k4SfU5cAjRX75llNdGi8uzypez9yR53iUi8V3ZM/QrlyTowOD+jQixPcd35gGtG
tat13V1qzr/rS33c9T3zIm+fqD3qZJmxDpCqnRdPrzMMULdYuXkVAtUgx1L0H1EAGGLr9+74kbOX
XQnoK+9sG7iu1sP12Y8nQAzA9d9HlT41Y6TJRznzRQr66nPeeQWzV90cVGiRqLPqiB1KOMw5cqNj
LT+jqHxRdtlsLW9y8t0QjtYD4Bbr0jSqfdOeo74Lq/a/8vL6RXcaljRXl3Rn867azkTY1vD5Nctu
QJRQ8hcuJ8lpchTg2oYjg6ng+n37Urfnq0LFuyCpDqSprAuUeQb2jMJDXpNYQGe3CX+gzaT4D0gG
gq0umdx6uW9QOnfZZDXQ58NqXxTjeFFSV7eajfa08YxNRjO1m2W3kOlSKzxkSN2x3bX3CgkU35KM
1YHJxDlxH2fgIiktnwavzD7ysmHB0w16w4eqfqx0lHxFpDtQNTG03hCeQUDs21z8ZCvn0Umrq5j/
vuP6RSFgdIdC6O6Z8TArlFG3tVvnDWpyztPb1vi3Bn32mhp/LE6LKdtNrKAcXieze3Jm+p9o+SOZ
z4DcdI+ebIM9WRKi/YqhL1irgb9WZyJ+uOvQu92VpNV73nHL4Sx0fV6Hm8FExUEVoBGgck17u444
mAsu6IAPMpdX8wAbb7rCI67nnErpNvTje26uyTnp8xpTi123O1b8/a03WOHNgPhgM3p5Zgs9Y9ww
NFWI19hMwlXcCshzHgWu8gSewfndirJ6g4dCtEVkpTWseihO32GEdrsCoNVdzFTF996ohLOZ8kEu
XxHNlve6iEJw9m6PJ7LDY4CDWJi+WXlRyLNUiCB7HCOHHY67BGKvYI3U7AYb/9WvWnOscYJdDc4w
MsJwGN6yFK3SQRE6B04pT0Cw8h3vUNIwFBjq27YjK5UI39KrYRGB3tW8P7ClYWJ8ExqPBo6k9pry
CuphB4g7cFaJqsMXz+eIuE+R8PfSKYIbNg6R3A4eOvcVSv5QalTfMTTqy1+UOWN5uwZaVW8zEw1B
vaMBybxMwWituUb6L8YKrS/Q0ek+RMm7hNKR5YoBbHjGQYET1JfN3RCl5qMm2ws+xQZwnMxyeWgd
Xz8Els5O9jWnw/we18Seknha+7WvHztabr6lS5i9XKLSXbnh4sDWWcJNX1rI7AKc7ycmaVhETYQA
SI7j2kibkp8hVb485a0asBoIGrOq2rJ+dxxwFf7jpD4FU1TuEsknX5ao3sPMQEsajlugKwgJNXZj
3Zb4E47AABpsmgpZeM6C5Uc85XzuKI6gK32wGEJp5OPTlIyYPKilOIKTSp9Qz5qPEdzDNyvK6D30
dXYYqrr/WkaLjleMuj+WbPHNKmzTfWSb98BZsMnqwutuahX4PxpXzY9IAkDFolF6p6q3qjeAR+Me
LFaJho53TRSew627VZl6SYsOJbuuuuYOt37/yw+xj+JzdIc7Ih3Vxk6ZSVeLFj70qKbhCHXjV/K4
QMzKyL8Yyw222i5BMMziUKrsLsWEQQtHtanT/OCgTAx5+u4OQnzRUOPvIhPrpxTv057gUFuuGm2z
5GpJZm6FwoFmUwf3xu488zm5JNphHON2xnnQxO9N7y6/tXGml1nW4ymcghaVsK+HfZY0PL4BL7WT
a5uxWLPvWz7HPuPI8SU+zyRCWV3j+q0u7EmDX4IPpl41gLQ3ZBiJzjtOSg44SvZFOC3d3sF9Oq8l
38eWpF/RrDNpxi23Peyzlg0RaBUtUwVHYh7is0Uqg9OVJN2u0372ARlRfvRRtjy5rGEeE542lhN1
dhF5gvWG1dDeDJa1b7n50GbvcCfg5sRlppshHY35lNMTF0bj8xjZBVkkKzwp5kbWZeAycOtj2JoJ
4j4HC6dfloWk6tqm3gtfz9vKVuGd6qbhYSZQv3ZtLI2R7sS67msXsbiItlXqmQcQCVA28sU6mIx2
ZPxA3H1SPZ5kWTe3hq3oW2EPI/PwaNXHssBxyJCav5Lk9+4kSet+NzROvwtxealVNTf+J16M7gAX
ed6W/tB+JLkX03CjegIe/0rp1Q55Un8sug1/YfLgLJrEmZ+SujSiurWrFOdiNuKEd/3wFiW4P2TK
CLoFtX+DU7YnRDrbr1VgIwbHGZpuii1o1yOdnKtJyoeqGYgx5GXGXdgjT+PEDaWanhX/rGZuo2sa
uFW3h4Jd7Ef8S9/YcuPLkI9RscGllRFg5oz7NHR/m11dF8575ej4ue4huZzqBkX5SGIttNdhFQks
xnYcvs5RZG4kab2jkxt9Yym/As+OLcp/V7XBvN9pSDY7x21MfWStpF8WbdkXnIrqWdsZzZ8tqzWG
uNZD56K3UeZbpvtQk3L0nE8StOMrm0oYfmJObwpwFW9FmAaXXvs5m2iyFFsbpAB7+gXj2yryYuKT
c15E8W6Ireqawe2HhHSZqA5E7RmZee1YapOQZ30qRgcsjO8MqbUJ1WCeQWI6t4tcrB+17+E86YaF
RWPY+SZBX/OaA6fyOHK+L/1bP8nAkGhw+RU4DR1/j48dPo0VtOVz4/eps/Y5aX8N6azt1YBjPOfi
opoANCEAFs4vD1qRRu/jJCEHLddTCC8GqnWaPNSAzKrd3PSePnCWpfumKpPszK9tzefsOzL9EUC7
0welsF7jWLFo3wR50iVKrwVRKY7tKuz7bSivp7VvAvkpzOL1t7kV5Pk+TxYXT20+oHPQIRopXpWO
aoicFtO3BUa/2HCDU+02iHsuaX6yeMkRv61o1lZpddhnW2Wm4yBi6a27hvMlciKR72Jyfo8yZkzd
8ls3HQ6RyGfLGWe9s28Wt9iNNjrSOqstZ2/bfEgWC2RWGMo5PxT4fKcdHPYeDJf2qgP7QvnYFEm/
TqvcehHCte6ckhzFmpG7eaujuFjORIXax76tiq+FkMueKGx/T+V5i5SZyX0hPDh8GMLg8M0mms6B
5dLMVzfF8lsWVgM9AgMPm+IxJynjEd1dtaJhLrNDxUWpIiD1EmS1jLb9tET2ClOd5BhaXqIF1uOK
1uOIEDj5h0NkSHShWInxXLmTfhZeHaxzuw+PNnyWYKcyPay8iuFqtgPm73wY9nEzjBd8Fu4N59z4
huem3xUuQEACeklxJqPTvZGEWo58butbOuvzAyil6gHBlfa6pGMpg9/df26r2v892lJ+DEZDR8vo
8EDbYiW1HstEdZwonQuKoSP5UU1FQbDB7b8HTskKPEGCXWx21JNw3GJL5kquqOqCDE7r+pMk9kAm
aPStFfyP8amfR/EI6mhes/ZtHt18cs58rAiyx7m8ZGEn11466OcK8ALkqjK8UZ47H6dgQaCbtLsu
y6Xa0XbqkVJsg98BiYjbJKtntI7FQ38TGVJFscTd6wxiBHp3V5607blwBGb2O0PZd2tR1uZ1EDIe
VoLWiSOmpSs0og4/cQ1GeOkqCskn2Ab3wlNduOWTYr0NZYq9Oe3GHO5blumdZwNA0o1fsPcw/ms2
9GO5UWDz7uBS5JfYvTKKbJN5CIhhdws8ghsEKQVrW0dUp7FnzzNvNXgBmr4d0y8rivGGzrZ0HdUY
d2MJqWSFm83eajMua6wI+eZqwP4g0Y1xWjWV/lGkcxlvkX/ik8Nv12MJHCuU/sCZwzv8pA7UC6tz
vvraaTbArpZnvL/6z3a7/5SR5rmR/O+f3pi/9V3sv5trI4T65y+6/jm//ofyjD//3Ktt5f9ZpUWA
9eR/b6C5NHX2X/+jEp9/c9Fc/5s/XTRO8gf+PBfvvn2tdfEAP/+7z4KmiwhkPk2VrkNPjn1thv+r
z8L9w/HpA42cMPrTX/NXnYXzRxDbZCroUE5wQEI//8vb8zeX0/+6zoLJ6x/oZv50OwQMHeI34KuA
xv13nnI6WCxE7Ehecj/Huh35gPTWpIqI3HZ2qcxFAXcU3iZsO6a218lN3GmDCphz3qnYtdqXgviq
/R3mThzf4XOFPzaGs/nJhUFGn2WSNvaBa70ffjIkG2fVdB79GQXmweWEV7cd74kDlTX2Sb/fKBLK
FSiRKmUfWdiU+8zc6jJu/r3Dxqz04PayqQkVu2dLPFcq8NaEiYx8VopYx32INC5vrMSvHrkXhzZ8
1oVpOKtL9UCK2H8lwFNYp5lKu4Z7ZUEjNVLuqK4AtYCPb2lJps8Rb7vnrGqjpLg4WQ+EI2QMY3pM
yPZ1qNITQNlpLLInIPEcpStDOOUrbFFA3cIhSU6icvTAgoz6XKW5gTusnQo3QV0P9UWROWvOkw4a
D483N3Uc62SvwjMjuo3RqGjk8M647Ea3QDtFfnT7oFEH7Luu+kJRb7MjhmXghdZoqh/Z0jJ9l8Iy
d07jCRuUaR6JFwg6zUbaAeleN8ZlGPpG7cdAQYuSA6n5pXD9Z2MPUbfDaYTO6FfVkXOD90mcBS2e
bbRViq2L1FiQEQJ839+CXR42ytqvp00NYHRYZVKRJQWf5nKDDgU9SzwUXO12V5DdbTaMLDOlhyXs
hstqgTt1ykEvbltcPhNrdHg3+IYEB2WK+brHkt7UJHs33L0D9YD23KYnH1Mms23nWodoorvHM030
yJNMdQcWZq63bjSVPrXZtWONT5IF7rwf40gkJd4Txp77IG4ztjqB9K8Py6CxIG5IK8D5ZpsrF4Bj
KlZmuK1i6ZRvnceKnOxYCjUm9umpOcR5mCc2vukxjr8IOJY++LdimoMdYlA7r7QBmY8KzasNOV4G
FNwm82Ae5RAPN4ujjf/h8CR4b4bVMyNp3UtMLXpCUwpXxOmCGsWhdL0X1i12eYLWIsNNkkaATQNd
p/LIVsrk95jBPcDUZdlbAJ20DJBV68yZfvgeW3umXujQT8Mo7eYwU52KhzvM0gzIkI9UYuxlig5J
KpiMkfvAt0yBKxRB2RoWFgJla9YaaZPrqbf0lvPexyMeOEiVSdatHb7zeTNV4HH4kbuVX1zsqGdB
Axs5i2e5oa6HZHaIRGeRfGm5GeYbP/CnnoqTGn4UhNNyVL5H/n7iKFjljQqSt0TbCT4ZZH4xf0f5
1AQ/h8g3jFdwUkrbWRV9SbJwZXc6GChmadrgtY0ZHwHczElcLiu4oGl0ydGZrRgYDFCMXSuvUsJJ
jFeeyGm0olAyzXKnCZ7CRcTTfppN7/1ovZm8g5ewAFtHUEXC55SMnr3GfAWCZZCJrl40eyAgCbWn
xLZC6yMvuAzpY2oD3lj5bupLJGKblWzqsVw5J0BcYGXPgShPoJCi5D5riB6tTQHuGxQB5r5h9i0u
9rkl2fLiq1orzM8dACbff5ZWHfPpqUWBpUrYAYpepIT3HsbNzMEYiL7bjzMOk3cYcVYDXMv2WWCm
7fweggoU+27CK/TcNTMVy/gn2L3Cr/XfZQMiqZuc6eiXedKf0xLqp5oUDAqP0M0NnFfWakVHIrXO
RBbswwbCTrmixcDqVokj9CNBsea9y7Ll1qM3icBll5yDytd3KmnYql0vCXc+y2l8yGqioaIW8NtH
x4tWeYuDiPuE9ZEt1vBRqs47EhLxEtqZ+8g7GIPb3IYO0CNUImLarAQ3PlfHU2gcfYxbpMfYadM7
wADcyVjIZq9USGeoGZUTHkBjdVsxLeWDcYz8hqa5vKeOQF0AoDC3O/SECRVj6bkYpDzEHrd5t+X2
nU/sRCibRBqSYx9ccEo2PymjtN/LiX0h4akOMYSqjfnJZU9wCZmrVti55vY411yN0BN8wFCpGsGU
rKFQUdEeG5XXJ3IBVngBMz82d+EgxqfGSdzq2Bhl81sF3uPsdfkudVlsj2S9pm1ct8Br5gYb49Ym
BH9vL9VzWY78lcwWMmU2ODE3i3/FVXGoAnslJWjWeW8pWmksArAh4+LwNnemfM2ubvMt34O9ThPQ
Puss89tL1zrzh6zn7mhAt9xldsy5kLEqkpmTP05DZZ0AomU33L44f0jKnNEJ+/TJ97V1nqG/kp+w
+AvJgJoY0rW6OprUcdUemxSJ1rIOAPrMnvXBcqLHRugn9zBEWLRUQ3wxJp9PfckNJ1dwG0F4+u8x
i0i0trnrz7gDqX2FpfyiMeutwn62LjFRjbVrAvcc+sOTQpbgIXNLjOFz7GxmuD0N92moNzS62jzL
DLsGVt5XaLUHUVjgRFRWPvSRKp5KpPcDPLDhyC084SToueAjLcTvbEeqD3dmprdjn2eHhMGJ0tvs
w164vK3Gxdy6UzWfU6NbzH+mOtLuTY4/ysQpjtg5CkCdUAhd9H87qsYGdyE4cDaw0WMIGZPQSthx
l4iWcPXfqDuz3riRLVv/lcZ5bh5wCAbJh+6HTOasTGVKqfGFkCWL8zzz1/fHcxsXtmzYOPftogxU
FapsiplkROy91/pWXbXwdCw6JYtYDNGbiGyBKAYoCCSbSgG4ULQ8oYnq3DNhiBBGUXNiVLYPfTSV
2zYbo03aTPFDqHSw5FNPrmMrck6yRzCFs0B78+gXLXo4MfdQNVXIvV3sPOswfRbs6drJYi64w0nf
LEUzkVqQG84J0LD95iPvihOQIYXXWBcUUmIDKqs9FKmubQNLdS6V6sR3XgjKG7ObimtBV4zbzsjT
UxKWAWDA5FyGApkQR01Y3ZCS0PJ5i0JDLNxmloM8KsgOLMYAX2khbiiT1DVzePxozCUP0GuJygDx
bx+cPAi3g9VZ11rzgazRfbsZRGpdlMhLn3SKrr3DY8lySdRoPsVnkUF8KAhSWMtciCd/atAjq7iY
Ia4Cq1V17Zrn02kcRMJrMxmJm4NXOUqHI2mDzCTSCsAmpXgxm+49gP+x8aXhra0kYuKhIbzAbY8j
VvXfGxTAV7ti/heyrW6jNEpYb0d9VRfIc6it90kTqjdFU61bx0jPI7Y8hv019MQwOlkGJLBSIVx3
sr1iU1t9foP0aB6zBbSttLL0wzPPhIHaMjScZGN5mjTOeRRXJ9F6/ndhOdGrkbf5HejMEqJok287
GYw3ETnIEITYLQYWOxtlTorg4yObtOqxFGgmVVM4fPjqOcP8wx0P9b2tz/ZvVhoXPNNa2lOwhZCD
STNNMiYPPfHdmZO+GpPRzxJpGjD4+EV09mEVw21rRHMpOBPekJBlHvKpRU3CR7SOKsg8ZplUJib0
oLOXRVA5B7oU0y6jmws5TD5w7o3OTY2VJ+7aJNgaAyLvBeLrEdQGyR960+VHPEsEpEQ8sRCrJOdw
r+wMLNmDB64BHjqOtgwXVfCpKLLZTJhj5lyH0bxvojrAy90pylsrVO3gJXV7qgwMcPjHinbN/jot
LTz978HYxkuBig7bWVU+8Fjby2qwJSdSnJjZqDluSqudcqhmGD9Y+qmWEUDDAUF9M/j5MTc5u5kc
hzZ5hP1aD6gBwtiJmOPpIE4NqpZNQB9jQT3EqRD43sIPELNUQcvsKAjtQ13E4VMHCIITtuOtUWxk
x4F3rhp04VqZqHcKgSprmos1U2SDCZQ6Ib6gtehRgVBYLBRdmq9+V3oMuuL2MArWmKHr9BemT91O
rTP2DpmlLkO67BNEzQmTKIZANpZjmiWNG1jw6XXRpmu7rIeDNpW3DZG6d4VJC0oksbVLncl+lkH9
kAVYkmjF0dIKkmBAI6R6bqlkNzlHr51vZPRhVCfbwHLK0Gt4SHImO4BtX3f3miif2zhFfKtzsm/r
CrVb2rLgDFnE+1hlbh3Al6bWqu58P0q2JuB8wmARJCEzrU8lakM+pN4b3QquzbKnCYwhGJSm7jvd
ngG7smhImnhu++a1dILkYMahxJ2WSl7y7KVh8sSpcFI3DiTZZGHDV+ldGGuq2xhTsY5kZ99AftIO
QUg/qtNI8cFVJ3dazEOsR/p97NjFNQtpPvp0mJ9Zfl8zBuYbP0wZkUnONooGZ7EEnoH6Cj2lrN94
wMatyulwJUeR3415YcFq57OuDC9Dm+zFZ83BodCCdD2KNhAuhwE4A0NxL9AU0moX495sYFSq1Vz/
pkJ8Jgb2vUlDYjNOVr1UR9KM0w7mUKuwjVuD8txxHsaKygK28EszOmRJQs5KZExbMnTHVT0yJVkY
egoEieHVqe8zjN+oE7y1DZRhr+HKi+bAH9RQSFSgx1oVQO4GHZo1FEe76ONdVst+ZSROeU+VDweU
Y8b8WPcppREQ4iFAgxwV/sXPbeUej5jYTLSuD40Ksgrr9KybYS1FFFk91ErgvDltX1zCnDqRCpUS
GaVOvrRHkoqY68UoEi2s5GoT3BeWFy/pirf3uEzfa+EwxNYL/A6RX2Ioz0PskCbmSj4seEC3+Ajj
C//TcAd+BzegbUQ7SH3ZA8Vu9zLao3r2sBkeYlEYKzy86W0dyGiP1HVYJDP3ndUh3dTZ0J4sBO4H
IxqeBHXBk5OHwautI9jRBs1a8WpatN4H4AyyTvb4icUlz9trzlRcq2IQyF00HBx1KN9i2U17tpl2
q6mFeAlb8sdmJMet3+XDY8HL8lR0hkPJUXGqC4IWOlqlPJbgbFehWSdHusxAqKmj32TAgcAeGcnQ
0zt2lug2+Sj9g5wGUDqzDTSzg3hvWBb6idS8pEMk1oPTQANPdXjEXkIX2cjlMxXKcBw6DUAh1L9q
07AO7wtQewxzquvkNACRTJ2108fFEQ4M75wmOAzkq9w0yH92bVzQ7ZgjZSAbtm7hG57rZNqp02pv
FVjTQ2Fk5arJfJ1VinZCWDW3LNj996kijYb5dMGszTfsHeq6OQIGJbwQprazhuYsklbbWLroHkPs
5iutmDcV6QwYwwGmh3ZbbsiCzK+5Iy9gh7VlkOn+DlIoWOsKWKdhE1MRFgixEcBpRwcNwiLvqesV
VW3PlWVh/owiM6REG510GWiVpL3tlxXAzYTsO8c4WTl4gAri5kpq6lupeqSI2yF4G76JhR51chtV
YbVlLm64SYlVjIFjtmM/bw+M8sbLhOj24tlxdUDwTe2pGRUHjcDcc/PZPq2JWDKNouTgqV8ZwBor
R233oRZb9HTV9oqEMFnafahckXimd6qKCgeuCnAEvxSvfTxOy6zAZBZmHlJwodcWFgQZbkvb92/r
BGY0+p8P5C7BAUXWCEgHJLROufsd0LUxa0JidGk0CPdJWhEdFXJoc3MwaSualri2eBcPs/iA02Yr
nnV7Kt6SqbSctU2n0aVvUxM/IMtzVRXRiWWXbO/MiqFps1r6W8tn4gtOT35ToeItk0ExV7hlJccb
tDAy7Gmil2PVoTvQ1SWBYpELP9BZUrpme2av7VMaVTOPoZfnOii1TaKh+lIt03tkSyZEx5DxW2R4
9cqbkKvklgWxjjnlgRY6fhjVm1wlpLFf2gZ6DnLg0cIUDQWjmSU3WJu6g+glLia8L8upnZR9r0XH
ghHpKgMNdutUUz8jcDKI8z6ZQYjdVWjTHp9vDRMWLo4/S6f9dY2XZ5VodOzAaDvpORxCLWL0jKQ7
qtEISsN8q4KCIIgewG85FNTQ+WTQrHd4b8OozJ4JcRiPatHGW71SyYiLyuZsMu8+jiMBjPWQMafK
xozZNLKbGs3I6ygCUiW03ELu29jj7QAD6wkOOeNWAJNXAahWX2DHqI6JhTvNA5F8W47GuGEDQZzS
dumHxOzrLZo0NWDfTvEL+M7hro7sD8/Sp5t0mPqdHtCWWRSAdzZW6tvrEKQ/GtiQTATK+6OsShun
GzA0Yun6lfQVu6Kf05fMpr3MXkWGolzomdIHQ/h4MaMxvA9ADi3oOpsbtRETgu9MhkR8qUBtpYF5
C9LrBRxic1B01b4LcP/cOLEEXmQx0+mRoC0Kp0PRpwDaXDcZu6ET9cjvqNvXQ9FBQ5I5qmKsh69V
g+emjhiv60io4aWVBjufblQzDk6LqU8hIdCdbzex3fQPGsMgBl6GgTLGs1voHW3gXVC0jSulCSb0
Fc7c5oxhSbInMQv/yBXWv7m3S2+Chg7zOcZbgUvMCOLTNm+rpYHYye3MWYeKl+2eNvxQbmt7CAeX
1xdeV6QmG92nrCXwkqysKPApjoJqpaeEvq1Hq6u/yVTO5+eh1d6UugmuIE5IJWCn6R8C0G20onJ7
g2GR2ZumcvIzC8D4giHjTB+i+eMNJih+3CPR0i/Ht95P9FPbc97UR8GJUrGHe7udY/zAj33P0XJ8
qKEm+DEs7dUPG/K56DBfhCycGxxZikbhzgjWloH56OdU6kAO8PKUVndkvO7vpFRoj7eChrGmAgKF
1W9s4Gsgr6tlBZK/vthJbq0FTyd1qgl/WcLFkZ7+mkpQnUXIoYPsm+yp7gbGeChAlmkJ1boppxtk
QtQnWAxoM0JIA0m+5Wj73Q7bGyXC80TX6N2u2hNImRjhh1Vp58koBOlEGvbJuJ/WQQTaC79P7NJ1
1vcQlxFe8DzOYX8ISKDVzwgFWgv2oxhY0Ac2V84sxUWE+b4I540iUS46KpsFh9drJzNEwMM331de
6hwnCZll5ksalR8+hiKaFbbGCSSCSCT09HYE0Av2gE+cY0RJiJlBT2I0mnvkcpgJnNxOlr0X62iB
InKd8oaSV8bUVTItPptES56mKNzqJoumZBrtBhjXdl0ahAThhCFlf2ZUkJNN7W0sWS4ozM0Ny/b9
IOhHGCDbXJppx6kpOQeqNXQHMJ6XsGP4GyO+4UlWn6vMHx7LwGjcSoVcTcM8ACJNp6NSpvBc9UEx
J4p5R2kbclVq4o4e+kPpa9q6UJQHc2QI69nl0ewxwfI+haAmBvsMJ+uA3mM40baxedKoRYe2O8bE
YL43ggWxtYoB8g8dBWbklEFMv3eFT0UKIU7FLdd3qwZY350dxfarpoE56XWHkxsK0t0QD/Wr0ekk
anq6TqkNxxc1cnZvxKD4pjFGyluV/VpQ7G29KVdme4K+ZmTinKWvJQdppd4CWKR1m5nOzPzq6jsV
Zd3CK6L+Lhe8lP1kE78n/ObRi+J4QSmUPPXxvMiKGCtMqvV018xUM5bwbkBThAovcanr9VYd4TQA
A+o3UYGxbNHOvJgwEK+2RoOVuDou2JDVU2qZ8q2mJXDB90X+BYQWLkMbLVeL+uyLdNrU/hgdbc/s
r75G9uIsgDjVJErQRRulscbP/a/1nECW0onOvR20KyQNFYGho3llEJVvChp2+8awwm3jSCbCtWnu
Uo1msJfHN72s/c1g05EWOUI8BIzeTZX0074lAHWfcVvfJ9v6ZHiDESfxkHowacJirvkOqAoluhvy
gHUtauUaB6z3gDSXTm1U1nwH5CQutanqrxZJiiV6FtM51InRUEt0vAmoXgbEDxrrsSfMY5eYIyGa
Xt/CG5siEuYG0h85IUtjIaJCcrbDSqszrDkyBKPpAjf3lMSm7q8KpG8AXOsXqzFwWKAdNRBIJohL
2VVWYqCLpHYDbe66tc6qYbM4SJvazvOdCN5KcQQ5Ri8Ol6nQ43sPX9jZrD3tQEPCA1mLjmQLtS08
0dclUaBsw2tTYIiusAuxiClAvAy7RB7d0l1fGFl4DbvmvvWS9DbHEoKcUeN8VBMLuGmSAZMr6MSc
FTXJ2fXHfNOFLSlSTZIfZ1HDFkETFTxzqqPdpdnZaWzxpgcKHU9aHsNdRHQRhAybbISs77ZkdFg3
TF2II7NboCixE3xTxvYti0vM57oRVI80piJ/6RgyuG1kiCQZC+C+KNgKwdNiMYlz9NPIMAk8hO3m
TqoOKk7H5prQ/CXupY8wbnU5oCBOQlu71C8I6fv3MgVOOnaOQvesenZ0ipGFapYg5Nv6G6kh/Y7y
bqQZySHJcohglcx9CzM/6ian/Sm2SLuANEP8hTGNw0oHv9lfOi5E86aq4LeQJtFPjktDA2IIm59X
FBeGyuldVPqc/51YGFcKeykwFObyaYzQ6YTL0u+yfFmzbWrLMhzMcKnr0BXe06alo6LoPTMY24ws
dP0Wfv7nrGyJE0M7I0oSp5KCAgsjW70y21B/R1DrMKRtdK87CxxexCZ5+h1mWR2DU0rI7HrINTJo
BhNf1NIJzUadlb5wmfSE8BS/1427uimTfF0D+XrIK3Z4OpU5frVhzAiUDbN1Pkh/rzAG83dhmYXN
EuC7HF2wlPYryhmQpczW+fesharK3gOxly/6qW18hGyTYu/pjrUXlkz6CxqwhIWCchd4VJncK2Md
vFumc8GqbX0bGQ4RJolJp8psAl0FfUhMcIlbM+u4C1OJPttTvfFGy6eCWbhWG1dF1+Ewkh3f7Iqk
Eu2NmXj59zwT/UXtTN76joqt3ymeZV6q2BfPYdCj9W6jIiLFq05imj49aleZ2JCgJyfvTgJT37RX
aTA511jYJO0RcKmYb4YAl7DswdcSyeqQOQL1lLEC6y/lK5gHPsSWDlrA1i3i4lQHjUJHCsnLPQQi
U4KzFWr3EDh1peySRvjBe6MIQo4ThafHxDRAiVLnn/jwRLSVgs91MvTuthv9EPcKR7Ot1tXZy8jm
tcbkGlFFN2YC7jRD95f1bQirLAw7OqcK+iypmGs+MIAgilq5cYD/Qib6h+hZ0Ocl0axgClL3lVub
BM6TSamwG5q+/caRF8StUc1T5jpxYWc2LtJnQdEdV5hg6BbnU69ucXkQEhNCeat0kS7Vzhg/HTaC
+1THfkO2UyMfbNMSl5hD9buKmeY69b39pAKIhrYRWhIZMZNcCNLBTQuCa4/n13vPzQJDBYQyVq6W
PL6xZFTL6N1E0Vwn5Y0kK4OuFxGNrPK0mo8WLPuPri7TbVcynIr7+kl0LYupUe7NvAROUad1eW0G
4luQ9EL8DxLVrev5eNXr+kueD28+qV2HUGrE6ERmswtiuzuPXkCfJ/Q57bJCw30NOGzqUUNLuOrl
XvU6e1NmvLJ9x6k35SlagvDKL6Sd6NtAkfkR6zWPsAKzE/15k7lSQ7agczI4hryVOyKqn5Ih0F9L
qWvfIsnzEyt5cB3AJpycCgZz4TBLKTOAp7Cm8b5OUXy14m7aMZu559iNWxZQVo+6HmZVDBvxiCaT
KVbbjfYBfZy95em37lsgyw/SZyRp5/iF8wwi/iLMjNxtlQIRqd+hYQADD8kgstQTqhljUTGjfbKL
Or764BKPKpo/F9lDfgQ18MCKpF+bEkdhCw0OE1RDzarDWGVmaMys+GgOftCbHsEG7elJmvlD7LR7
tbese3IRzeXYTXdeqX6AfoEy3YQ0HTS6rftMnVpKNNNhvEj8pZmPHqGYnGB4dzNUITTiSqZuC1VT
STzQMqiLlr2tVRnsYpTDVNxGKdcTi9dyYNF9jHtvWjdW/j75OksGiyOEuU7qd2CA8yX06PyK89HC
ZdNN7Xy0mV+6ODmVOWIAKYMCw5XB6+UbHPb9nqSasgqCY6WV+orG0jdCtfAtIo/RloldDcQJEbnb
joKxTmrWW14vfcuo2sRmxSE+4UEEzD3Zd6ON9RAXwsUX0rjERts+BkkSfjb5oOHgNID3Ot2gH5ui
zL8NpCXd9ywBC8VwtGuXNd0nOoXhs3Rya5sqEVEfjMSF0YLKUL3hRtF5zWCm3vm6do6slnAux1ux
K0Co0I1kF3vONz8nadfWy+IQ8jOEm0ypiltGUai3yZJdGIoRL7x+0u+iaKzOQzK8gzR568CZqsB2
nWxLOu5VAp5fd6gQz/QtkVXDEwqvHkBs30auuhLQNA/OMLRYz0RurOcu7EKxGLGG7J/bSs9QinZW
zTR4YBYwDCQKqgI/WGzkwSH2o2c7CAKIP3HUPMYoCpeqiM0rjwYOllLE0C2k3JJV0SDML/mRusm6
adGP0fQzdagyk1ihfnFWKv6NatGluLoWpYNxXqcqP5IIZJzLNNrYTV25I7iBN556BT7S1NxHeRev
GgfFSQBtl9wCsGMY9BxXaxvxNjAz2EqD7AcGQBryTUbm974SB/eMivqrSY9+F5LXelc1HSeEMgbV
auID7HH9ZPpTzigBGpzzrNae3FueIw5VDvNEif3gO90P+rEB1D9SxANe/0VJzHHwkRPajt8rTKfs
xu4E+Le42uUa7+zNxIdxOyj+VN+gwpEE4eakLNZYfeY02WipMGd1ecoYV9VTeT9bcl5wgpNaEjSB
cVu1sqGdJ3QG9wqGZyofMuYRUVs7bWZIxIqQW0LfSIg1ouZGyrANH1O8dHt18meeaWVuYkDCq9rR
zSPpl9Ux08CvbyrGLSO0cTXT9nCQAwGft+h9fGGxAHvKwDQiyEVXlWE/lSg31kxIoPBIa7qBso2r
SMMC162bSRrhS6TSzQ5Ys4aw3zTAopvP1G4lWEsNddOiH5MyuhC5ojdHWZfm1cpR5bkimFqNb4mi
Rn0UENrti2aBK7pRkKxTqTPc7cKVk6pY0WlbgYTb5/5gKtfeCE372Maojg4iNSCRGEqi26sqDtLm
WzPqQrlFS5b4F0a5PYrwUojmfRROFyMDI8syfZ6U0ouwR9q40LF/0JdXCbyEomwFb06havFnoPSK
t2Loyxw2iaetyQl235rlhAy7oK0BZpgcKTIpTpk+TEvVjgacwo68px8zdUsNaeEBLPN4wjplbwO7
roIdcbdO6TYa6pnBKfyVVsKa8VpQtF2ogvBQhXff6PqWrF56iuhwsJDdRIzKP+klVa8WsJw3UzET
i+YZ+XZuFo3DdzoU48dU9Nq+UR351mlGY+37NC+w144UW+uM5BuxH/KSZ26sTczdBAIui9xRVxbK
KEY2HngMpGok12MtGD9lQLk0EF3Lcj3Cr8Ye0TnmCo5MbWLuNLV1Y1MTpX5bbE32kmGV5pXJVtgy
brhrVE//tIEq7MhZpPwZQLxBPK5GjxYFQkwiO0npsC4mENkGPLmOvHvJUMIcb82wyH2X4OxIh608
9KH+3Ja4nTGtafEQfiD6JOAUT1lUtd1ViWWe3ELSUH1EceTDtuW5wOmuRMsoEQlKrsQuW+vUhFgR
9rbjxM7aLwh+jNa23bR3Qi+IREBeqJrJuEQn4tPyD1rwDXwwQUhYrj8kT1al17bbFO1Qk/Xu9Sda
2sSYU0KR93AXGFVDwBfJIaBOX7KcOCysNHPaiOHQRRpdGBoMmlf5KFL/icUxiZ/qmuJLVUWdbOEy
YwqAleoR8tE5AA4o660GmUaS++yZimH4zaqz86q7jYgHiK9oiIyGLJPC65TzP2Yp8r+lxj6G7yS8
5Z/NV631j1Lr/779/w1rKBEy/0GV/ZZ8hN3bz2jD+bf8H1G2ZfxTmhbcQpWxjUH39f+iDS39n9JB
IYM2xLEYoP8gyrb+iU7VEETkGJJmnbT4Tf+rylbUf1oqRlZ+pyn4jSR+O/+OLhvm4hys7ufZ7uO/
/mEJkuIgB0nHBjJh246YRdvvb3chU7b/+of2n+E4jCEuItXlpOHIu5zzGH6FMlloSWIsraoKD5pz
88MH9L/a8P/I2vSMRK/hj/kZqMg1bc1AAU6726b618VMRfzhmp4zBBlqT6biJd5GjWSC5ZjpzerP
V7F+exlhmqpmcdKWX/mNmlekBuZ31YUDtNAtY2V425q1qV5hdRThSx4/xcm2QBqZ7MtpVTrLsFiq
MTM7uHe78oG4Q8Xay+REgLSXL+EDAK3nl8oBi2xFfQk7g4K3JimAtjHCUw6L2gqNgH2jnQZraeWr
vjvMst1qIbUFod9IjaK3+MN4c/KNOS0VQpR0EAnrKHXH9/G97NFou3RjRdARdOiG08FybjKk3/j7
h55zF3yNldXRNHG95Z8/rV+eA74TFksVq4lkudR54n78TvqK3VzreA5KnVmUCoUy6PFuRVF3FwOb
X5qTPyzHSV7+fNnffUfC0hyUiRbgT+PLZZOsMAkc5rJ43oc1VQL1v1MXpz9fxXD46X96yrk7S9e5
MUPK2Xzw8911tQ4SVjClC6xdV7ml5YpsE9TH3smxsuKeXRRwBWT1lmaPdXLSzNs0x1DEWs/jP6Jg
Xw7kje40NK9wMc6V8xQT75SptxbWd4tj721IFhAA8t3Qv4zGg0xpk3Uvfnsa4m9d9pf357e3Y2NU
FHx0+vwW/Xw71RhYgOYi1fVt7JG3qD2WCDHWgX/Tj+oyx+/GyXpjymRpdYM7QDI2+3Nk8q88yYgU
7Q2pGqm6DspDMr2Z4acS7LpSuIkFEqCmprxJqnqFPz0uV0HrWtHJEa5pYIet5mHSRbaI09jF2t2f
v6fZAfL1a7KlpbIW8hDCgv35vjBqeEi0SVYneIBapZzWNPTBwNgzWaTteFuIOf3zJTVMMb9c02Fq
5pgs0lhUv3yWhgm9M9NNsMNCPzrhWxLG3ikwBWrlgj20RGMVxu02d1gO28IINvZkuX/+GeaH/Mtt
C0tIKU1TkszwdaGCTVZYVSYHF2YD/Rj9xsB9m8LOB/aobv79a9kW3XpMQLzuzpfbFTD9VRRPk2uH
yJyGdqHaloXgKkcm1avd+s9Xm/+0r3fmMHZno8JSqqnz6//DSj8WBvZJPJ+u3hg34FLQXqMMW6S6
WdLiqB4hMiyjuGY2af/llf/NwsL+aYFmlSabrPllXxsGgmLKxuQWIe4xB2uizdhJ/y97zG+uwsbu
SN5DTdWwS/18f+jg4GNyj24Aon7Rkha48oQx/uX50OY/5svHCD/OcdjLcHGp/9rpfvgYY0y8mdEy
t8YrsCLrlhY5sjaj1UjPpiUPZOY2U2LUkAPzZgUy6p+/xd/sDSbGLCFYOAXHlfm//3D5yenpa6Io
cqlR5zHyW9kgjVHHDkk5OW173wxdnuC/XPU3i4GpcTogjUvlql9PJvTIkKeR/oVyb4gheGl0sB2E
6+GbZAxOk9YrFn++z99ekVXVUnUG/qo6LxU/3GeslbHfg3R1o5zJiGDORkXnEYY3pdqyUBi1EaPi
/+XL/c3Lj8HOkubsjuOv+Yf64aIkiGHD6YbRTbVbs4JH4cvRxNeTf4628ZfH9bfXQsE7v/e8jHL+
7z9cyxN9AB2QazHSWBPhoazyAXAcKV8FDgDtL6/g767GlVTH5IzLavPl4/QaMuATHhA3bh+6Ue+Z
QedMRWCCIC0Uf/kYf/cm8hly0pP8YiH9+dYM1R+Y9lEz6SFCVx0fE1GiKFj+/IT8eku6akACxwwJ
4Iup789Xaf2p91WHq3hxJ1Zm8tp18bfRZMioG+FfdqZf1k4HtY4QjrBNIQW708/XCkvHaPsa7ahD
vM0Ca0+/bds5OyZWH8caemdFVHINjKSWwf7Pt6nN56GfFhyuLekb6hZ0IBbuL6sn8WEFTXp9PmCE
71OVPdQRLs0B2aRLhAB6edArSNJbxJjrDgq2W031AxKAv70cv7yR/ByOalo65FLi7n95YAdkxXVf
kUkzNR86b8eqUMVm9OJNrCOpCxWmNf8Pt85xlIMA0eG4Xr98xVFpTylh7aprxPTVZm1OXzoXiQmE
FqOAyhHql7DNeyLhSpvWsvgEWkKXaIz/9pPMV/ryJaAdN6n+HBBNwvmyuYDs1GC8o2BHYUKkUtrM
jjhlr0YlSk1Cd+cOA10Kw16T7XSly6qsANDtTSc4KaIL/nLo/GUToOCkSGRIaqiC9fjLJqAiVwnh
7824cUjwcRDMq/GyxANf9pXEnBLs0yL4/PO3IX55rR06w44OTJTigGr3y4Oo+3IgssceXVXLMct+
dhQIvv+cF995Z4hcNBe4KLxspQSrWq6d6TGVJxGf1Po16R7bdqcrr4FzCmcubLG4hLfmPum3PmAM
KJhWtpkRceZ3ZPADr7C9s5J7L8BZsip0IrAeo/GlC2hGXvr4SDDan29N+9f69/P3y0l3Pvjh2ebw
bH550iZFahHuG7abaivUvUL1aZkfo31Ome9W9UuZIfeV+PqveXLwbKrWqx0fmPqmASWMear6Rw1l
sl9eBNqFsHmW7aaxnkkazyhr8w223dFZl+UG3QX562ScJUvsgIWy9FelPPv9qmp2eb2GmuBFu8SA
03fJ2osCbTE5dvrBKN7y7Cj69csQbw3aWtJtJdhn8Feu8Ty8JPq6bZ664D5JTkhhzPYGzJUk7u6b
GTwP4XNHer3CWO5+EjsjWtMkdma3HEbC1Xg3C7onQAVIiBtUROemOpCrppUPuUM/nufq2r9HeEzC
u8xbhf6GMGIP4MsDZNlMPQfTieM4XiKmQvW0cgoXpShltmkcEITb0MYyWDD0mfsHy7sv26Vt3cDY
5Pii2Lv5KIrAoLQOSAhtEpBesPYNODJQRTVkRLndu3YDMFW2t6q+TuMdWd4FDjZljw8qwt+snQMv
XofNbuq+pcG3IVuN1gI5ByBfAac9BYUKx1sDCmQbb6o8lrsY6STuz27lDYey2Wqm64ndMEun/7LD
/7pg8kxZvPO0llSVkvfnTcNmd0ozEEZukBvM3jRSjSo/WpGk9USwOhQ51vW/7Im/e0Ul51/TpqUj
bO1LRYHeOa+qYT7j8w/LtGPeYSf4Xf7yuvyrK/T1deFkpkIOYGfS1C9LwaypIHrOGt2+u0V+hZ9S
6hegzVgTpvca0Y36WlTXsb0bxIchvsP3YCqytbG36eouqF3MFhnDZyx7nUvYMga+Bji+s+ln5Xew
1GpX2s8RfumsXXXdc3CZJ2V3yiGFbM1MYxVcKFqEvgD8NR2aG39vkQexCOQ6ODTHxiS2F07/YoLV
vkEgcSrvdYt4xqUcQU+6EOfyCy2F3MH3u/EJ170p2i3USpgaO/LsMqhw711ztcP7zCGX+BN4uUr6
uEsOJQ5cXnpa7ouxZCxN9odqPhXTO84s0zvU5hLmuj2eQnw8NS6e56o6FcFW11BWu0N3T0fAthYN
U69h005u1x+NCHwOr8giKNfC3tf1C5Pb5uJNT3nykIphIXjLOu3Vxj/dpP2+AdMIi4oh0hu6c1Hc
GjXtMNSIVXnu0v2cwMawc/z48zf+y1mLmpFGNj0Olsj57z8/yk3eJFaJX8vtJewpM+zezcqkvDHF
YfKYH//7V9M09hjwGDY1x5enCxiq6Gp0Qy4g8GUk6OL1pZ4sLPRYboZT+M9X+7Wio+VLL8omWhSt
ODLen2+uiuu5Oz+O2PRIaxtTxPC+gXoYLSkeHZ48GVsDbql4ydj1HtWA+ZftZ/70vrxNHJM5y5oa
cBkkED//AJFV5EEbc78DDFzCb0MUabpT/+Wt/d1VmI3QX+awzJH5y1UqtZ7s2C6RpeQElSEjW2B3
/1sR/psHhT/c0CV6/Pmb+7KP6onTGQK94v+wdybLcSNpnn+Vsb6jDHDAsRzmEhsiSEqkJFJi6gLT
in3f8Tb9LPNi8wOzeoqBoAVMeZ7urGyrqk55uMOXb/kvOwxTDslUYUiJQCmVWkQMLXsSK9/uMhCa
x6JYBAdVUthYhGVRmTtp25VwxLCxPiLx4aiU0ch2Nkgl7rwMQLZlB8XKxb6cJJJcmGUIyv5U/UFq
LC/2wptKCecOI4/+rwILRJqG78T0vUQYbGWCy8SDoRhGEHfrhN2wgBZboxsyHxg4ZW3NQZl0gtMC
csQsnae5hyy8my6sdpYejofrh2L5ds1dAZup0RvQiS9fkpJX2SnqrboAvFpDuuGmRbMo2iCTYdIs
g4Ru9Ts81ayVIS/Ooa3xWjqSbIcwm9R/sUH1QEVxorMorMuCDq1SvYPRtLP6EVC9Eu8ncAKI6Am3
bcsTmrnayvm4/Koo7zAwdR2iWxK986UOEwVYe+zkOwdqjRWNYPtzwqZqpNbQTM7H6wu83LlMlrPI
I02xilh6GRxQXjI9hImLnTrc1z0USRUwqo3TE2QSKzigWvC1yX5fH/PiowqS2Nn8gO8paFstZggp
tZkIZLMdTJkKkA/exhZI110Jz2FbFe3vOM3DlQ38Uhp6fbnZYq72U3QgCUDYSC4OCww2RctbL93l
9sMUHujdord3Z1dPVqnftxW+dQURIwilCvCRM24L8EDpHf+GtujUf43jAwKLAQL16tege6KNT/P5
EIJbkNgi4Mtb3I15tO8dUl78HCoUppHrLh5a7Yk/A9oIf4CcpUJxM47nf1RBaljz7qb86friXmwf
5onDmU7gRWWOVuD59kFOjsa3HWe7sag+eX2lbMvCgNs25N1GItW3slsvLgZqOOycuY3iOFQm5m/9
6oAOfTGaAx5GgBBIA8GIEUA4wD7xmk2S5PeEIP62VsOHLjMerk/0zZE1hie41edy2fnIkwaIr8nL
cIdNwC/U21Du66Xcll2guI5KFFVPCCSD5XVWBr5cYaZMQZCKOcEBZqvnA+MWFdc6Aox0KVV3VGe1
ydAi2RobZ4uh5colf9GMsFlb1hW7O2ov1FwXpyWRPUjlZhog8OINgyE1lgjmMa2Hk+zNEXOV4ZA5
XfaeRpm/M5M630G/Wzk9L6Xx89NDi5Z+KNVmfgvNmPM564Ulh7QaUKIGLpEi1YRNrt89aR3RqFCg
24R7FWTkUdX8x06he0qHNTwZQe1myYkNP+XtwVNjEKr7MQZ6hUgWIq8+1BagaRyQ7FNAZ8puDqr5
4JQnEnvyUAi46FoCLAHignhq+Y3mi5iNrOa/cwg11CgqChwoUk3JZxxVG6hgRDx4JTDYnccfjXwX
kiIre/6tTyLnr889QpOSXsL5anSRhmgpNDjK0O9DbQBnKNPmNiERgRekYTKmblBLkLvKlx/yBtVC
gVTlyie5uLjnZjkwAgqp6Kehbnb+G1RPhjCSSAW0LlE2E7JWg61siu6zNVg+RFesZnzlcP3IXe58
XmJpS/HSF+YePR8zsYFdNVXZ7qZm2rVtC/ImAhPqG5RFDHVzfTCaGPxxZ5tOp9RFsRiIBMPySp0P
12ctHEilb3bqB/1H/pG7Rf2MBoqJKq3/ATaEN+75t8qPDLII7cxql2MsQ9EHFyc89OJNbWzUp+nW
Pw3ZTkt3KTo+8id/b4cvrXMPRCcqXVs7KKLhwoYVqH+b6dZsIWUrJCXWEx54cA0TTPzwXhz/Goxj
HIwb6CY5PVFlm6pbEiP+DtwUrhL03QhnrXKL50KE/VNJQYbqw15imF3u7GxntceZEegAzzsqCH9T
yggOUORL6XrRFsLEHHVjDojO9oN+Pz000C5RuHy0vmjNBgRCgOe4ctSyoxG5juEa/s/MhnToUnue
3jukdN2W/gdFLfFpdqgxj9BXE+d9IQ8VbtvRtkGVUT0VGM1qbqZCyn9fIDYFvNKB2uPyHyLQgIzC
JNyxOaGJJ/2t2R+ir3V0r/s32l+4U6vBNrgT74fn/jfOAl+Fi4PSLwTXuljufXmPwkw/3uV6Ay75
EOtP3vgDgYsi/hGmH1KIpcZGewCm5ms3oNOUcIcEr/MzeDet3NAXT8O8cWbdQEclbKULd75xlATp
+dSb2Dj1yDZwCtjYFkUdrJKgzesBNpKIvodYEO1QmTJPKxv3zX1Ld4PNO1fLl0XaUOJsKFqt2aE9
v8cUcAPff9ePnatAb+Vr4bJGj0AF9wwXte/SdOXJuDimTN8ECkDNxzJsivXn09eYMN7jPltNqW9S
9FlBpbafoE5TFcmGlcEu7iHicgo9krdJna+jxZ1gh4HVWDV8vQjflmM9eu88bAAKSIAbfUy++Q2b
IRrLbuV2EHMGt7gcGBewkM27aNMKOJ9kGodlBTi/2aUR6FOtw/nEyEC1orBouNza6W0o9RkDgcVl
Hw/3TWLKvdKF2pYe6bRLCdP2eRLcTpgw7LJW/AJra98Qtwl8M2WHTUSoUF8MG2/b4Gf2p7e3TgjB
5pwjfEMFZHX+6+E1YZfj9OWuU8rbSraQukB79sSMSAfPJOb8Sx+tpPfzlzhfMcYUyHPNUArp2ItX
Cw6nXaM4hw9lW04uci6uabY3XSluaeQoXKvpGtzqciOCoaCW7QjNEmSpi1niW+9QQgESReGjuUmU
7wnqWHaPEVU/lo/XT93lPpx7QcDI5m2oOepiH4Z53tWIeec7hbfILVWqcWiScM8oe2Dxu8x3nBvC
4uxwfdjLRWXvqRovsLBNSp3y/EM64UxkzHKIoqIrIdbVe+A2qptgWAUpH0G3CJ3360Nehh86G2au
edIKp/Voz0fjVcydSYwfMe5BR3fo9A09oJhbhJqmibncKRPgjxsz6dGCS/GEaEWJ9FCPG60W//E1
iwbsjNIiV3UMsczjYEAhgVDq+MDjyzA0kFExPkEWMUy3Xtmj/cUWHky0guX04foSXG6s85EXqw4X
r7XQumFka2cNtrfvcKiBoCmtvR+tLPflY3I+1uLYFNSfLa4zfJRK5SvuDgh9tDowSGSpm/dTc2eI
qDxokjbg9TkaF8eVcblWuQqokoH4PP/KaQgZGG9DioBIr27bsYadqGT+Siz71koS1pNi8FCAilwc
UX/Cv0sJRLaDPJxtQxXHZB17lsoPYSYGa2CDN7aug5M3yEuy1BfN3/NJRcDFnSmHVx0NyY/QjH9D
TIAhpHnvel6O3Cv3OTF1kFjWic6jf6QVerq+rOLydZ5/guQC1BE5Btl4/hP8imYljyNKI93XIpjL
6ZkV0LePsjv41rNlXofhGYp7m8bQvhmjAg+bRgBKYpj4ALW/QznS3jJEtccFGVXdiJgTzfBiGyjA
tFFh/OMXlh+M0AwbjdSLZTv/wa0uI10DFrsLIuW+6BBE9Y3iYGJ2nZjjgXJVv0GeU1t5oS42hkF/
mZIQYFxK7tJcxFC24sHAqqN4N/N0D2gYflX6AedF64uexvY/GQwxClSqyeSp0ZxPMfdsCGc1jrlO
WPm83pg997H2V1sgV0ff9voOuJwZ+EjkrUneEJ2+gBqDW1L7KqDhgXLj96qsMWm1HRcK7S7T0GP8
88FmxBmxKLb0tKnOZ+bVLdxQCKfYB0K/NE1XegZ+YMSnmyE0f18f7OIxgrZj0UUgHuO9NZaBH07G
gNrg0e4QyaToFJko3Dj2t5lgqaX4+KZBb67cUtramIvHSEEazOpCqiG2B/YBLQc3LzDci7NWxa1L
21O5oI1daodYw7ZFC7ACCYRzExO641XzZZpIzsxBMW4tz0bTQrdWcCsXcQFrAliAOg0NI1NdAtWG
EVI65UiEIAobR91ET+5F873MMSrKW8T64+DBTvpi5ZaZP+tZrAW4x5jr8gw757DL6HQwoQsKnLXR
IfNOCSZk8PXX6v8vbdT/jGJTDdJNlJJmMsG8kZdoKhvskS8EmpdxEhQHNcwB9uJLjghl/wH+VPEd
Yu4HOHDacVRQ62od7Wcdt8+jMd0GAepNSj8Vs8jONy7e4tSrs9iOpn+qK1gs13fm+SP69y+F702Q
QLmObb64TVACrnpPCXAaL8x3upNic+ahulH70akgx3X0v4LQvwvN0Vj5/Nr5l2BkQQmdivosWQ9B
dFlODzLfaGkHcSbC5hjBb99AbzhWZfLiSiJcFVR0LUEUe5qPQ80Q7EPkIPNTJqvqq99Pn68vxKK7
8PJ7TIf6yfysg52Uiwd3iJTeUlGW3iGOYu70UgdkgouOVe2dGnNVP8/dqXGeQd6omxRly5Xzen5c
/z08RSMDdgdR8hJBGXqt2nURw3e4lO4gMD/isAuZQH2AlAd/ulOGlRHPD+D/jEiWJmnaYru0OArF
gFIfTYVZbRF/bFVOFmYW2ym3EcwLRv1YdqilwNn/e8f9f/LRfyF9+GrPzeYU/+tX1oTNOHta/O//
evct+T//XS8cIeZ/5D+OELQq6VVyZbzUsP/HEcJx/sWLT0ykU7aAQjTD3v/tCGH9aw4DwE5T/+PW
4f/l/5GP1H+9fFjMeW2Q6oY991r/wBNCnl+ccw6HIP8c7vB/Oa7z4/0qt8EwF1mJrqhdo52Koy0p
L2IFHqLY6EXHV8vy8Pc9+Zpy9NZQrABwK/D1AnjM+VCIGmRkDBEumnprHK0sfNYGVd2PAkb59ZHO
bz+YXkyKnhfxjdQ1CFxzSPpqUkGc5APXcO2qxoRPodKMrt2FxR5Tv/qQU7v4CGixvEu6qnjGUTh+
uj78Mur+e3xuG7qohjE/R+fjTxi4CJD8tWuVyvBpcvDrRPEmOqAb6D3JMIvcySujH9gARDdWW8e3
pTrqG7RK8t3KLzm/DP69EoQoFM/pWGvLynnZtUWrCD4vryYCNQ3uER+Q8qLdFpgpWJUUsPNoFsFt
4GnVeweNvneYzwUfvV7FrqobAxBrsEsfYxMX9SBq6Fs2ff55xJry2PW58+767523wH8e2Jefa1l0
u4mp+MEXOCY5hEkcDVPjOmOFrq7okPrEVwGGZjRYN7kVj4/XB3xjT1oWLxXtWLotYpn0hbFwhgYl
aVA5yPJmwqZY6hkm+onNWoAvzl/GvydHLd+xoVjZc73wfFeMDuAOta3YFQgJ1NQRsuiE03TX7JAu
Sp8ty8r2JlLhM/VUS9HGqyb7E5pJGDekk57dx8Lu8Ndw0qaiZm36X/DmxrFV8zRnL4MOTSlNb4wb
M4pp6+gIOu/VcWizfYSMMmXkCEfUTQfAJV3ZZJdrSDkJSxmuECZHEHY+rywJO3/EqNONa/SaUTfo
tkZEUcSbsAe9/rnOX9N5CRnKpHZMh862DbkIa2qlc0DM5OyPsFPetwZSd7OOTbfxatu6DzCvggCC
JMT1Ud+YoKTnw3eDH0CxS5xPMBgb9NBt4hYxoSsYJSZ0LKuut4bWhofrQ13skRlfi0ggAaYFQWC2
D3p9c2UVSiNN01XuOKj9TT1IRBGQd1j5Ym+NQieNOpqwqEEsa8hFVhvtkNmlm6GX+uh40j566PY3
K19rEQvyuQBWcIjnbBZsBYWr89lUuDREUanS9amhj530Sol/jk49Il6iV91XOXbFTw8pOmOHcJCJ
fGKMPPOGUAXNrBEsDo7VrU+hByl+BPORrQZDfH29X1D0ZzfO/IxaMKNs9q4N1vz8JzojKgBTrgFD
VsrZtM7KTkVfG98jP5fHaeqszRQMxI2m4u/SjoYjq2odY1v0O7NttZsUbbobvJDL2yb37dvrv255
HcJ/QUffBptmzDWjJYFKS3GxVZBHdRUDQ8qoqj/mXYGuKEe9mYSyss0vnq15OJuAhDa7ACiyrHM6
baOllSozt8/DvaUVctvp7ZPRpZ+reASk0fr4GYBUSQXtrUkD1io/XJ/w8qS9/AJKIFK1KReRYp1/
DRN1XrUszcztmjzd1xjWunGA0gR3oOZeH+qNteWR4YxRKweou2waoXcUFuQyqRuaErUaqWwCFAW3
mGXeirK0VtZ2+Q4T/AM0dGyWFcDfBTUG+n9mRWJMXM2KALMaypBSKtboqxOXlw9IutpHDBB0fY9d
aPcPBqeryxeVAsUvdfHw2DZcisYuElc3YoW8rBjFLrI6cSNSRB2BhNXbnP7Zt96cHHXlqlne2Ewc
GNBMMGdvkRwurgB/pPyiamXiTqUt32lmEB86W+nuCx/ULVyk8XMYiWplG10MSqOHepMjeGhhWeqL
bYRAiu2XOn3VqNe6Y8emnm28TU5O9suLa4jByJCM++sb6uITM6hFZ8zgyEJMWtIkvKRxtDhQhTs0
kX1XVXZ4pNEkjqPEUXtMbc2Nkiz+0WdKukILmafz+g7j6npp+XCNWYR5SzRkX0bOVNQ2ruED5o24
gGV3sqnESjvrjVEMSob88RCD0QjRz8+mSDuyVzvQXdvHKpTnQ0OSeShXVvHlj1lMhtI4/0P2Q9i6
RD7W9kTRQIt0mrdeeegx6sSUXqOl5eMhtDVkrd60yTjg954VJxx2cZFEb2+rTtB0cc1J3qPx0SYr
z8TFvQQ1WUAFI8yBIcgJPp87kiRamlFnd6u0rLkeETkpsJYdIGGdru+ii1WeY18ue97+uaduzbvs
VepSjSaCQVMgIFtaOX6gagBvY1zjBF9cfrBxCXrxFHQ4nJQvz0eBQ9phI8Qoeokqdz07hqsYaLpV
K4xj0wGC/sNZmRpSXzTHeVcoOS+rIMQ7ZThNRuIWlhYfEee1KEyBf78+ysUJZJSZraVz/MDHLWnk
UZf5LeChxG2mfPiZT5p5V9Zprm4i2wxvUDutbgxfqFjWaCj2XB97mXLSzQFD+oICnPHkyxiRsLrr
e0SfXVl3XrlpGzx4dpEG4srLdUj8qS9joh5A+6FIfAAwKGOstAcvP+r8ks0XH1e2tJcIpcaoJy4d
LXFjIpEPdlPpW2x+0m2FD/imb3uxUuq7uGWZMjA5ZotwChtq3sqvtmpYmLaS2nnipiH6ZB7UE0Rt
A/MTzqXJIYli5zhUQXO8vs4XJ/Fl0JmJNtcrIMGdD2pY1YT1VINev13LnaoXneRFaxO51XOlXFnR
RfEQMZbFaItwfIZBmnpe4/7jOXm5HaZa+9ni87BtlKL4nJtWqt3gZzL+RQBcjdveRBb8hBlbvDLr
y08ryD7gX5iAsuHUz//9q6XuAmRQCRl6t5iZ+7HtbCUKwPBDUCZS4nzlDr64gxB+IDUwaaCQbvGg
LUbTVbzSmqJ3vbC1Dkj8W3Rr8Dy5/iUvsgMAMwYHFqQ7dUoYrou0KsPyR4kMpXMbWBodhgyaczCK
sfs+2ATjKCRZMSUIGRXHpM3scNfTVf8WY3p8a9SG8iS00IoQJZysGRMWkz5c/32Xq0AyS3QIzQAS
Kko/56tQtQlyhEGduiJhqW1YFIcu6pWVl+XiEJHL6qQyMN0pCcBHOR/FKDGfQPA5dRubUnmbA4GL
JjHujFk2uanMz9hcaitjXswMPO0LgkBDi0UCqjwfcyibrM8w4HBtIvnn0JPZezjOa9nfm6MAYp1R
m3MperF+ca2SvIixdb2idU7S8rwDBB9zJfa5XD8IuKSYUN/oLWvG4r3kJggwW1Fb11SSfqvomGC1
yijeV5Irn+iiuZ/KeI0I98bUhAq1j3lR4aO1fr6AHu9LoeRUjRrkenYYadHXygE5/eEGhOTO+wwU
U6N1StZwPkqCz6PCX41boPBabgD4A7PVIuvj9WEublSiRvpEdOt4NMGwL27UvvPxfsm7jFiAht0Y
AV4vHdnu0twvD9eHulw3GrKCGeFpBPVh2ZrAendIhGeVLrAEcPmBNPdmrvz4B4M4FgV1CIq8E4v5
dNWU2H5mlm7fYbphj4F35/het5KavzUVrgdCfqQsCSoWZ6iXWRBMSl+6KYqsqANS7MWlRF9JZC6/
DT00OWduQAIkp+h8CwSR7Mq+pgCA2459S1EdWwsyt/dtV5Ur2+ByQi8op5lyD/SXTv35UJqij4Fv
Z7kbahiFoVQ3PI7KpK6Et/OynEX39ObntIz83mD5lk9LQFeeQho04MQf0iNVGeVH3KbeDc3A/mNo
Z+PK9XAREtJ6Q6sNi1EyMo2k4nxWlo8No0AigTPUpW7lVdZHtPoMxMByrb5RBtu5wZ0+2vZB2q6E
R5ff7mzoi6xMjBIjx6RH46oI9iMWWDsMYbV9UA/Jyk1xuarwFEDioeZG2fxiM5oYakuMrrgpLDO/
E3WKk0fSDr80VFqPSIh1a1jxy1tXaoghIJNEgx86yLyZXsUjSp+LscR4l+LJZN6YlRbZ6Lw71l7H
QeQ2CmHyJDIN99dP9hJKBApv7qDCFaNHAMtwedmXXuUhwIi8rR6WXbap+zR5TuKsu63izqm2kR8H
z5iVZ/ZGNbnXQH/r8XCgEzM8tnpWBtvB8aePCHCW7Sab1Mzce6Gd+0c9hR30MJbKaB+MJK/qLRK1
8lsWjCA5rs/hMuqZC4Sz0B/gRcAKKAeeLR2eIehgD1F5bBRZIWlb+KgI4WWA3SmmsDcwvEHUoeRP
A6CPATAfApRpPsuo85Sd2YHO3yKMI8ybZopgQSOxCz1g5ScuthOQAco1s+AHwR9B5xLmgG5LYRqe
o59MUI61K6JkfMT9K/9l4pT2U/cjYoUgiwSIY+EU8W5qYw1U+1CMYN61qMfEwc4VDakw4X3ATQPT
CM+ooaPXsRzFyoLqL5DP8ztl5g7O1zB1AxtsyfmKhp6RIQElMhecjokgRVzZ6R43h+ZnCWQEJH+R
FzFOThC19pEyiOcy9IdfGMGF39EOx8PFaqrR2GdqP/tCZBEOZkYZ+RRcub8iONrd+J6iShfi21Bb
zV5NAsGMTATB0a2WSbyVGJvfFvrsYYkgO5DnCmQT0up2nJ/iQcb7uNWM2dZPsT5HLbLdwpdfVK+2
xq2DFcMhrW3lABLLTze2kVDskCE6YAhz4xC8x/5If4ztYkpQsp/AevqeANYbFpStN/hxiZYdYSFl
bMqpN+7Q4pXascwJn7djIcIHVr792Bp6X28Vdcp+1FnZn5yOqtR2cqoadQLE/NMPpZ+pwx7hWjDy
GUHxQ05G3+7w5vYfDC3FkU1p1Va/xS1hcsM4RulZ64r0uR+p7W+qbnQ0WP1dNRzyKA/eJ4DKnA3T
xpQNNyrP7epYh78eaAPEhAwGvbLLcKGH8Y+VVXQ3F0irHcC7MTgm9RgU7yp0mOWWWyWeKWel/a0t
KhUbYStpQGx3fiGDvVGXaAb6FT4Z297wk79aI2tuS7unDGcgpzgdfUyB7ifoPPWh7aXuHxyBWr4V
iBrZEnuIP+tRq3xTykT/hUc45WCNnB2d36bx3SnRh3Zf0SntNxbO5k9Jl0YmjBMcxfYibKCke5YF
sAV7DfNZ8dDa/W11mW54WxFOrepaGGyjzpv35Te1cCa13OjYtv4wYTM+JwPQnwNq0GnpNjiWqHfm
2NnAMFPfaVB5RBVqm1adM0v/dTHawFPoIEOM7E310xunckTKHJMD1x8yA0fvHnuvnT80zX2V1hjX
xim2QlOso5sRRzrgWRxu4QuomCJ6d13T4yaUhzjU7zS8MbBdoituQ9cG9rpJVBUWzoBW8ScVv7x2
g/K89gF3UVgxIkrDYYMQwfgsxhjPet8Jhtm1Vv00akA296GADM3+T7tPPq8HYg8p/tQoBzZNj7VC
ElZbUYTz4uLLBkga/WYDhplf/cRbUvlaqLnyM0gyC08u74nMEWmJwY62FfXIvWl06NPXfTB9aO2M
7YXppZ1vDDU377Jqyg4wqOJ+J9K81Y94HpZPWtVPGYsuawycEVn92ELPxaAZoV7XkNYwHRS1d5xN
FNgk1kQiiIjoNFA/VbFWYc+ujcXdpEdOvO/zIBr3BJLAqIYM6NyuD1sYj5qaDOjjC8/cNKo/zkZg
o6/Qy8+nCVkY/EnrSI8e2WnRQ+wreb3leWvbTdHlFKJyUstvcRV52U6v2VVY12ja1yHvLWdToT/+
AMhbatuxViNzq1l9yNXky+AWAGeHr2OYBP7OiGdnrUGzA3TQwaeBJrZLHKicIJZPgRCNvlMLTXmu
PVH8qLFlhaShIqRp+GlbbnuJ9jnSqimCLy3v50zNQv/csj0rYCfMD2BpivG+GUQUugrp5LADfBkf
S3Rjs0+JOfUI4YjQYJt0DVQtATLcdDuzAq+rIbdu7qMcjdpPZp+igIMRIcIoVtaWiDtMlfaUWyGP
sdLrhb7xMebYJ5kU3QGl76zfTMBj6l2NdSNUbHWYVNJw7N0Bkg4d/hgFHJQYaXm8pUXiyRvO69jf
DjTIvwiMzX7ovG4WAGFpfbfC2EEuajCnT+iiIOHhRF31xcDjGlekEpAePKVhUMBT6ukvFQEBwZHw
o+rg8DWVbSIhN8UotKd02mX1I2QWFha9UYIjRJ1S5WvHUSb72CmVGOuZqC43g95Nj2MYFgnw0xCl
ji5Qy2lX62mFBG3QqgXM0ixF/ZHm3nPSdL0+kxtjf6eMvY9DrNWZ1p53X6D209b8UE/D1oAGt548
FEGXim034EzUTEph7gZEVhpoiCV2Vx1Vq9seiX7zBqdInjBhR6X5Dp/CNsffA5+NQzAFJhOww1I/
Vn7geff5EKfZXvSZhVCJx0W81QvsyDcWxgocoUYXN7Ou+kdTG60fU+LoSPFGAiqESvASH3o8WRCK
zzSrfkrNVB8f9dTsxr2t++ypVqvt36nu+J+52XV1q2L4BdAoHLqPNfUXQrcGe3A6vJ7e7SI4Zjpa
MIF2Z9T4fmz7NPBjHJu5WnC4t3lwY3/gjkvDRvw2/BJVRN13YoTYeNRQJysS7eBoU11tQqeDA+77
dWrs44Fe9dYxg/xnnVBawsxbEdqt0aD8uR0G0JKbcgqM74XEIWWjxdx0D2qjql9oiGTWwcFcF2pT
nKf6bQ5QJjqi65G1h4JXHjGbrtbVdzpSZd3G9pXWuAsyPZ2O4BFVsZJDvWgEvAp4XuIzCpM6ruBQ
mcBdnAc87Wg1GXaXxmlk+7zjdkstWnm48m6K0oDAG5dUZLFmKRuHYwP0ksgjR4cr6/vHuqGcsTOG
glgjoxo/bkJQF9oeeof9bixC39mhdGlo+EQk1vdKsc3skEbOcJ+NRZFikOzwil2PN+efezGdudvj
0H0GOryIiJ0hCvOszI1TI70WxdwKAHPT64froyzSsZdFowFL6A3mDq3vRaFNZo4MjLIwT2pCiGD0
6EVbeNWfbKdfa6S/MRT5mKR9TSYNR2qRtQPp7K0h9M2T19P2wKNAp1BZ2zbRPcL5fz4v6kMCZwCE
V4DczsH8q1SsKzutLOLUPJE9i23UIqWkjBWXhYRL8MdL+DeAnzo0KN9l12hU6eWOeWOebIGORG8M
6i6RMDi4XoKV4usbKQiEUsrvbHNK3ksEXVHqlUCn3ziBJo+fJgR4jlooFMjAih8clJlNcH1ui0LB
vD2kmEGDkPX4a6n0yDMYW+Cl5WlIxmeCp30T10/YGN7VTfS7H8jJnDFcozq9PSgCL7MoCAiqRc2l
rxw7AZYnT55qB7flVHf7oNGdfQRvYN/6CrFtqKLP1nrGGqbpjUMn2aRURODvgX5b1E2dSavxmi3k
CVdDvDGbunITaU0rR/vyJMzVS1QswYFThrnQ/O4UlFcyXJUyb452rFL9a67G4KnprJ3vywnBZiFZ
JSQAXMdHPD8HUHSyGOvkAVAjSZMBO/ZgN92X67vkjfmgwEgt1kIDjXKcOB9knDCJE7XRnJq4gDZV
OIIqZuHc141erkAhl41wdiRUQxq0wBhosjHk+VgefjzFWNjtqYua4Mbzc+0mw3T6a5U3ys1QK8MD
XivWVlhdvrcd3zkmhoOHdBq3p2YwmyOtP/nHh4S1tYHwAumAfrksFfvg3zpt9KpTamLpkeqK9pyZ
SvuukInAQNDCOtJsktsktuUfbyQ6UtT5MUngB+jLBrKvZb7ejEV3IrAcNtNYtjcESUhvTGrhXv/G
lxsJzC6DvHQXgaEuLtQiy2Ws2a1xUgdB3A9EAS6av3aXLvnUfF6D2rTkKqULTxNocQBrp/HiouTs
OwnAGN8vwq1pKs2G8uhwoMwlThTsbQQGLPHDrDpv73hNhXxvm9+oThtvew3mFom7tomGQNkFsg+f
hl5H7xFD4YPUa8+dCq3Y4LdcbhVTKntNhc74598FBWgBtJ2yLriNxSwoRoeBqofGqa5M9anQWlLR
JoLYkM3M1OsfZt7wr+KEGUI/A5i4m2n+QtRcHD5NL1EAGLoSGKaZb6Xta5/KuiF+p8vtGrgZ55sg
6fsVBeXFdqDmCLyGfjoNdSgV5hInNkDKk5niREfePmvf0g3fSsdbEzV+Y5QXhgDXFz1XlCPPD7sl
g2GIhYV9bNZrYJ7Jqo6AQ0S2sobL8uPLtgNNCM8QTw5KqIswqC+T2nIiqZ8CgPqhK0tPrbdTpYvm
xhMdLmRhO7NuLS/ZeDruPDo5jrY1JhxLN5nVtdF2pDhJgZXn+TcdIgRBr3/lxUrMP5BC/dwvpJhN
crv4yoNvR9FE6eBktEgOFjoao9loZMc/H8WeiXt8VQCWS9x3kVKltOfnLw5qH9tmT4eQ265hDC/n
IhEbgIo40x9nZMr5V0VZ1q4ACeunqrO/giCgw5tlOkCQ65O5fJUI/eDEgxqmcgsG5XyYqXK0zpx8
/ZRHtfpI/oJ4ZSHDI56fYn99qLdmRPOY/8UlAbTJ4nI0lNlVEZDbCXxAd5L42B8AK63J+701IQlc
GHoqJGn75e58FdNWRYeNWtoJvIpT+R7ryuFBjmiJAFpqVyAe89q8ulTYbmC6iJsB7dHOYLjztWtC
kfaj42kgdPrA3lX2bFU+6MPRMALsewtvLKgfFSVahnXWrOz1N+YJQYW9Dn6eKGwZu4PTaUSQk/mg
alDeZR0CdFD/xxuzRVjr+od7a6gZjE3KSNHjIqBW49qA6GIwz4lymq5V+NUFBuXOONf+fI/MUuGM
Nv+LxuX5klql6Kup8MUJCHqEsWrlo3fs/4M9guItVH1OF9Jry3s58UpD9wZDP/lZmxyYnLcdOrVD
ex5d8Otr98amZygEwAk+gBgse71CaW2rJVw7jSKjfGnZyLDm3nC4PsobX4jXBbQsVUq6W/pi2YzU
LyonS9j0cBzeU42acCIq2o/c5Wv9wsVLOm96hnpxdpiby8vsKgucIazjRpxaE4PnkIIxxnKq7PXT
YKb+EZe24SnErlFd2YRvjos0A7hOvhug4POdoSZTTGeoEqesCP6qqI5vcLZzncH5bhhjtVE7+/Ef
rOks2zXfi2RYiwEHabQO/m2Cx8ShkeWEtKnAsmOzEv/5SOzGOZea9z0yoedT6/o2qaMk1KH3ttqH
UjqIk+DNfE9V8A/hWQ7JPoxWOohAhixHvjDEX92OVu/ZoFJ4IUXvD4CKp/pd7Uz/NpPDBs7/lT/8
fQW+ZutdfKt5FIC+nC3GAYF1PiG7UspmTNj0OPMMmHCMZfHQWNhlSSPDqzWh2SHJxoPkr+ufbMlC
INbiEFB8n5N/UmJ1sZKaSKwUBn1+arrOQhsezPijLbPuSTEKjE9jWduUWzstOjaq9M1dqqJ/dWsH
nU/hMqvgDVz/QfMeOXshKEBAKIQpQ9pB5WhxLnMuOdWZ2gx3pmTa5th0P/aDrq6gBeblXI4CaAUq
KCgRepjz53j1UZXBk6Y/9jka8PjJKpQ2j+OQewfNj56SaFBXLps3JsUzACd19q7jLlhEWfaIKa80
pvTUNAEMyUJvD0nprUmrXuwhIJoEciASDMoAun7+Ka9/BrSTLt5qyp1EUshfztgr3s3zNbLNVIu8
1guOJYjBz7WX0iUJVLX91XZx+YtiOnbWpWNCaaRTUjeb1HC6epvSEHio/V557olsnnrYoL/lYGr4
akdDXKEM3g/enqfKqt1AV+SuyDLUIoLM0NDHkB19oCLQWjR/JlV/V4/5iDVymNUfnY5G1bbskyDb
Tp6K8plaZsWNnpuwxIrCoLSPfB2uyEkYVPzjA8x/dApjavCOH6Sq65t5jnfwVAoP65dh/DZYCHv9
X/bObDlua9uyv1Jxnwu+ADbaiLr1ACBb9p0o8gVBkdRG3/e/U59SP1YjafvYTFFiHT/fCIfDMsUE
EtjN2muNNacft0qirsqiD2u/wTOSQiXVx6eqq+YQ1YYlFCtXMwak7/II6sFVQu3FRHMpXSF+UX2R
Ga0tfpJQ4sf3MxNfy27cDHE8q17RiM5Zx5mDBsQ4zuZ1BYCZ+TRWdchjpKoJj6ApGXIWaKSNiVjm
6wnKAxbTcfBx6edMpp7eSwoYg20MNzTVOhE6CDbCexCHufBnkMPdYpCx2GCjGl0XPchCQKAXnU9W
XGarbGyJpXSKGM85pnZeOjj8uKcdRqYtlnthFtLY2JGY9pd0rm8WjW5hL4orFFYp29uUqPtanNW2
gv68BttXe2rSVDdtW9DCo+DmcL9EZXdlRophrxSMSAGg5YzrdWVY1UspjeUqChGMQzM17rEKtCfq
Jo1ZoIBLxgW8guIjufFlXrLQ6was4ZVIGwfcfA3X70yZ+ZivTui3L7EMkp6bDhxC/Ibjkmk/uNLG
AmGgy2dCciMfEONvYAkCQovsVElnBAirKrRvJlvR70TlkKJJ266/x0VjTlZON+oPqZFkr2EH6RC0
sSkfpTFlFsX9ZGx5RqHFAB1s5dDxUHK3A83GXJsVM8FNubN3tLFpCo81Sr/IYdHwkRg54QGpOcYK
1GO44KTSMSYthrRfdQnRJ03B5Qte7YgoJmqc8BI46W1RsHCeTbH0J5EOCBJMol+QnuY45fp65Boj
Tic4Z3tjpvX5xmqcbPLSChMCasKKJC3hqljtTkY9IzSaNPo3jtFTvGqoOrf8Ev6Wfjxrg0YJr6r3
Xbjg9j3j93YyiabU/VITzpOztPVV51KJKYcsHklmTKlJwoM+5VU7g58HhSiie1W6yymGvdQ+IkV2
V7MV1ffwBFCMYxYDa8i+n7ijYkKsUS7a/GonixudzFXZGtTOZbqjKDag60NmiLLaICbXR9RDopKh
ms/4ZDoUHXV1/K6VUY4yVUdxjipyhJpEjoUwVB471lfFdZdvehLWL0UbN1exngx3Ofs4mo5KUjyk
ZdqdTTVtz54b17idSHxt7116wq0gGgCO/EzBuxtV1ih5tVMpjU1pqLl+gu74ci+zSImpLRlAJuVU
QELIznWecxQ785W1VM7OKikTbxcksp9jjIuxKKinMvUE6ZlLXCOnl7EQlPqhiurnPu3I4kWjkXqG
FtfnZWEu6coQjXoxI+wSrSiKLjdmXKM7q+qUk1ba2GiZh2V18dLS2xD5tqmk1cYcJXXnogMS8iuL
tCNgWJN7ajNGpqe08Ek4ujj0KpbSakRgdLnNnYdzh7vmgG4iok9tRSmxjwvdw1XNptxHu+fEf8/O
hc6Iblg/zbbxKaB0C2iKMV/MhVZuxeJ22aFFPTODiR7ZK4q7WkQDXx2baEfzfU6kHTvPeqmyF1Ce
I50wG06OjLqaMVJ0s7bz1SD7Ol/hbl7u3HHGRS5V0lrblpbBt1iWOnqRggZrzwjpyvU1k5jDJ1tf
V76TRzRU66LQv+hVzYeHnelcmW5psIT3jTz4moTM7ygqMK0WNUu1WU/RE2rx6vPopJXuLW4szzBh
NTHGU5TDu1HG+cCxGa0I6kW6k1+2bR1ShE2wYKkgOPUvskpbVi9jse7rEUBhS1mmVj1XHax7xWFq
eC45JOrPi1N8b9osnFYmW1oEJdSY8XpeNMgEKtnFg0P71kmdI2gboJ5LMIDBetoi62gtOF5oVVZs
m7IpnzPdjhl6iC48lGORoVLatyCFieZ25sbOM830oDuW88Sa7ad5aMp4M0yagSC128fBYC5UJiPK
3pZXJEr71ICcYPnZmiZKpabymNA6GHuTNK2tJYHF/HlMktcO53IWmj6SRWCoaW1vIXPk69TH9dep
XQoTRWIloYiHiILA0rCkFJqmWaP4s4qTM0QBX6IDWJMBiUsNp/taV4aTwZ5MNo5oaKvbrI4sfUu+
VSiBUSn5ELQzN+jriJFlvlE0jb1RpoFWX5iQBfDOMeoL8maZRhe+hf2XRGRU3R2cV7LYx2Q+1Xec
fpCltuzaET7u3b16a41aPGyxe0zTIDWk8zJp0LxejP98iI+twKx96BTlPsmTVmzUbEDuAAHPlKyt
g4Y6Y6kMr2MTfGGeOvvVGIrpNTSlBOnBjQAJp8xuMZWhKBx6C9AO5ie8L2yxIAvvSWroV3plT1+5
ifkrjRPzdWrU6XeAAvd1GDMGWkeh/gRdTG5EKZ1y1VsTjkZ9Fj0oABPftdHBjbZrDzXlMY4VO1Cm
JHwdwza9S0thXkEvOldLP0mim6RUEZ6sjHFr9w2YBWlIMg1ug7ZFcFDZp6AVCawKIS6B7TqlUR38
XEzxWBf9HJ+h9N3csEqp9qocrB4uqaJQu8J3pkuDduiXFzTi+nYDLz2UdP43hevlbQGNExppHW56
C9sQPxmjql9rtVtYG2NO9XOmcDji5K0lyYqi7/yCfrcVbUaN9hN/oa/mTu1kgjyGs+BqmBh2dVmb
WfyYhJK7zDQRAuphdtZ4FYWXnnbhMcZui83/i+KCAQbOROLN6lO38CeJ4TGdGyA82LL12XXS5uMp
DpX9c9MBA/I1Zjf2xrzheTZxm0++cKcJ5ePcCVX2ecRzx1FfhB+ORZsQBx5mC4U8QsWCNDEugXGL
5pSTtfKqrs0BvASt1UuHsR9hDotwAK57eINxnIYxCwgJ0ZPTe+EOwWz3CcOoPVA9B/rmphvHlDYi
C2sQD4oo/t5zZFB3hK7jiVNH9bR1hvZZneRznBgy9ghSOPv1GJFtWgLO2za3ULsNTaCdg698eZ6K
GDaRYWaf1aYheUiJHtsBuTe1Dwyns2qfRlIR+os2xedoRQgSiH2/SO7Hrnrf0Otw/ELvY/SoNpl6
tqhJ+W1QlOFcIWx90XCA1bbDhLREkJUgQn6ZaRPC//OCO7TFtMU6XlN4q3GeZ00gEuSGt22mc++2
WxkvVrjotxJWvFnXRjXsk2S2zgf2uXllL7VzPoW9BseYJrP0oF074ntInXDdx1Gfw4Ak7tdFw5l+
36Qlb0s47KDB0CvospOH0sYTd0FrNmj0lkV2VCLlZZaj9F2bpK9Z5pnY1xx8h6BOimq8Uyy53Ihe
dhAaho45V6QthoO4qEXQkXY2/ZKyRey6FTrvEC2t9iJWxfAc4tSMsGvlttR3lq46MzrMzH1jqG3L
72oTWLPHrLD0p7oh1uuSpILFTIykXlVZsjggHm60nbQwOQVd1AH/YqhlP7fV5Dk1deXBAKgi5CWu
Y1TiQKbd9IVr+9msnyhZ91CLcVsnM8IM2CB7spoCOSsM9yhsPdNuLitzWZuGs7LA7edOWc90ON2F
taDvfOnnCIGTumFPrrPxiaaUs8Yd+4e0b5pVBFtLEMh/Za17YxIJXCRqoj+AqOKktkjqvus+KZ0r
BUDJK2vpnKMUYK6aoV2ldhksaXclRrZAQFQTVGpItBXZCoi1pN5Xo30TG5kVIK2/Hl2Ew/OQOedD
gnOIUsxTwJ/91KCsX3SAwGF+Lmw6nZsQ3zMTKNcADfe1MXa90DYu9LYGAk2t4VEL9WVlY9hymyuR
zZHNHvdF3KiXCRq4l1pv41fu6PF+dst9YnftSokN+7JX+h5/Q1F6cZO7944BD1WFt4JEQBDX4XLq
umF6PePSHqj1E9rdcTeNV6NunSdAYPUSbwfWx0O/OTVQVFDUp5El0ZT9xbikT6EOFDoOyAn0GFJY
im/XzQoQ0XMia4f+6LbPxwvbXgJE+a5VeQZDGiSJ/CY5JabpTtX6mm7O8TZD8HVYsgogasBs3b5t
CBMVHSm7FI1UZBJG8uNyLvxICA9Sg5RykFjx1wXbdIxyOKngyKVkcq3ANXgcP4JoWlZZdIqTrht0
Ii5WlEexUnfpUa14BeRGB2KBqbt07ImspCbt9YzHl1iK9EQRebvqtOrFnjlaKBSPTm30b+7Z8ZkJ
ANlo72pJxbnZ0qJ5Y2ZTsFgW4k9hty2iJTDY03B1ZROos8skrb41Il05YY8r3tAZl3FtnubR/BJn
Od4aClZxFq1dG7err3NHxrdqFesnQ9+q3/oaxXYgOSewlqjzU8wMi0krV7HtdL45mlcWrU5BrtBd
kmTXkSWUkyapCl/k4kEjYPUjyGyvKsvG4xBwRnN5e6HWjfts2+WTIJkXaFZmrhbO5L7ZZGfoS24c
9lnM7ZfZ65v48aCHeiLrKfdzp9laanmji+R6ZmUAVhy9CZV1pIS+zXp8K+ovuVa/OP2y7oS2rxwV
pLML3BkB+ti5Bu/cZKq8U50lBOOjD2KwOMWwKrgIfASV4mJ+wY8quIDK62bnMY3EA94kj1Em7gVZ
T3SID+7gViTRBeg5PwJl3s0T7XgUhs28utMN+Wy3lXyVyTpj6dWtlP0rDYNsROV/yYorCoug7+VX
qVTzObj2dGMUkX2ipWbhWa3mM383qWWTmsYQaDDbXaNVhHF5O3vhUNXXogRL1u2821d2sWWBhkDI
UnXxTWkoHBidV450rC+mHiBjjFh/0q1NAh/PqFAe76p1GXWPSexW/gGaMzk5hqdEyuWLEVvuyxA6
yQ0zH0ckFVqVrr+vIUfw9eSKs0zIm1RH+EjB/vY8tMqDE+2SqplPcnQVJ8D/hPknk2KfT7rhC1DC
yS4fC6PFPyPKa/w7neWSbW0tcufciMdtQ0jfA+3FrZw8syj0nR1NdeA6k/Z9cpcYy02Xjpd6HY3j
BWPl21zieUMepFZuK5kR+TfGHWrNF1IJbdipalK5uerEmHZTYoTslioFhl7rrb0mSrF3jUfG+RKA
zYvCp9lwYKcmjUP3xFWdJXnq4XKL+5vbaXu9bi03qOLE9UNHAEfVSCGEuZyHwM1Fv3GzUgpqMEk9
rXWUXpO8KWx2Gs0lAlY78i0qOQffyHqyY3IghFqz1WY7G2E8y69rRVV3TsgajNRVlFy76pTlZ2qb
6MqNkTV0iXmgsJb6wLLW2r7W2ELZNRlOLRdRVnf3JSguD3SqWuucdGGirMe80NvbuYhK8iNLVe96
MhjZioYhOorLEPp/Q3lOwuLyP0q6SO1ofG4ontBW0KoMzMw1YayLqkJErgozp7gbeRPNN+FUs2CD
RXPU6Mf4m6FXs7Lm11nISZeFa85fOVroKWDGKkpauHGnGEYYzX4ao00biapYp2lTvtIeiwgknJS+
heXRyKLA2L8Wo8WW13XIOGyGouq+6Ejof3MLEd+LIultL6mHkewL2emvixzta7YB+iXGwSifyKvo
Ahn9ZcJRk/T+bacC7uOTUsvhlAdVsV8gzGr4hmEWl2MkeGdgVca8y3TaqwK1LxN5QTI0zFjb0uYm
ipwOXZMoWnHyH7Od3ro959u6RIBsIl06+IjIpeNaZ+15Du225qOXSaG5Q5swJjCqtrrRxzw+7y1c
AaRasYjlyXRek85Yu2pVP+g0MlVbY6TZYR21Cng4VD95faUjzvSGhRnoC3NeTpoIHorU7jKMl2Uf
xc+Q2HSUzLGacsp0tKhlx49bgt2+Lx6UVhK1L8ZhDsyLU33lPVpoLHe9S9uBiAcI2UXU3+wmVAX9
SY6d8mpyYli3zlTSya0CF0uxgbQT459dMtX66gtbQvZqzzHMcIOdlrvSMj09W2xE/rChz0T7akyN
ReLMFIof6bSw0CnXT89Zl0aal84ZqRSJQQAmqiGGTUlTVD37V+Gyg7tNeJs12figzUUYBvpg6S+5
QZrCT0Ix1/5cZmMeZAXau9tY7ZyRHp0svW4X+0yScn1K+mLsLwT2E3tM18KJfdKZWblaOyVPHZNK
ZfWLYxLSoVBeO4zlH0Q6i1MtEpOyUieV+Mxp0kpbNVVotfRDWMt1nM/KzdDEbu73o1GRYdcQDfEq
O9burX6xb9ywqIu1rmXDVRbCPnt5orUPemRVd1Wz5DdmaMWdR56e4Ex0sjp4Ci0HqjLMaLFQ6eDa
4C01Zp+UVX6sczgGoPSh0U6nrnJcukXPyGzrNOx2xqSEyK8W/cViWO0nV/mxZsWpCE4PrQRaFLEg
eV/o+J9ZPOOorjbqblYqbdgQuqMDnJRfG9AFnHFTDaFbK9zqlStuYP2y/Ugmbi0KM/ykrvNDERkW
GHpIUEODXKOO9r5EkhROSWScgeg2UWp5QzKRNCyUajxdzOgzqecfa1bIuh/0hUEhXd05LiNPUaal
Kep7u4p03qbjGHc3soWsZstk5lemdftJCejQuv2+SMbb5GXCzB2EPY95Wa1nfHGc7XdO6obts9Ya
1hOCeeBvRZV1pCF7DR+/PDZmEsNDYo4bl5njyRK5xM2v7+WHgUU9C42+A4+GuiYF1/cPuq/Hwa4x
Sdzpg1FxmandlHrxmdr3B1fB04aMMJ4vDoW0wxv4W1VQa/C2mU085qu5HTZukWanbkFZ6tff5Ycy
HTwPCBRHPOSrLKQ43l9lxGZKJHG47MLa0s5tjn3b2hLDnQVOxHFL9muB+5X/64t+MFLpRATYRSYQ
3Zxj4QvALpTZC3vZtTGW1Nh20K6oIfgBOrJ8Mik+eopwWLguQooc2KX33y+NlaYRvbPsJj1fXrWu
EufSMdpPRsRHTxGxVwTemHoHruz9VZyQZFmzqMvOMlJxQU8lNsfZgLFN3zXlOhccJVWcJj95jG84
6rs5wRc6KIjA8+FMRvH4/WXNqJ4bpbGWHRWrCCHFcCbCtLpUfyEbO3KCQgSjP5SzpjtTjPP9TNbU
OhyL3JTUWSsmShLjIYxWU+NUb6RCMrdWqVG22qHt6tcv/YNnBEADjIEiJMeFY0picuxGdacRHnwk
42UcPBawGA6aRcE7Kp4AOCsQ2F9f84dViiL3QRUNdpTXrx43fsQZnYAlVeFdRIWtxUwwyEVCXS5K
vhaUf399sY++IIHSQbqZFcpyjoZa7dRjTMSl7goxI3BXygFFtlqJu9VoR+p1Qefd7TLH2tOvL/vB
ZALiR76SLmhkAI6pzshwJ7qJbTJ3XZaehCb0RJFzOigxVvrkcX5wKUAXFOcQ7jmgjYcn8LclyZoz
oM1an3aGWzSr2h3oixbS7nd5UaSfsCAfXYs5i2UTDd7wLoef/+1aDnLlDo2+y87tjOpBN2cKqYJk
kpdls/sJ5/vBMEEAGJ0fAH+Elo59PInhI6M1exbB0rIkB+0M/VwnT/eS1+kQxJHG+/VL+2BZooUa
XUY2tIO07NGy27JNT+phBUzDEs8gAw9Hqrni+tdX+WiBQC4LlFJn5YMvOaJDB6UEM9f4YpjoNs8L
o/eCLilK7V1U6veKNahneUybMERsceWymZ5Q3LWephwK0dNFPJ2GYTyt+jgEpiBlKDfUnedP3vRH
zwLdO6J/unDAX45uso2LsmoMZdkZgGlBu+Cq2fVd/8nY/egqB2FdHsIBkz2Whhnl7E5D4867cHH0
TR5TJak1+Rlb/NGoxT+URYevgyjcEcsd5VoXDmGz7GYbC1s9N8b1TEWGYz9wydvL/W/R/f9gA/3b
OP9BdH+XRU/t/7h8ap6eXzOk9t/0+Hcv//X77/2pvK//htjpmxAQLNkbFz2+th1/SdN+0xD1OqBb
FDTe5PX/UN7X7N/g63AUQn+WjZXg7l/K+5r526FbCkCfRdbAKsr5d4T33zC9vzZuWksNGEjC2aMt
QgllXKbMpb3ZJOcJ2lR6mO/TTj1PSyNYJns3COVrahfnE/u23ojIc/FNpON4q4VW79Ep/VxMoa9U
Yvu3J/gB8WceJtlHd3SkmDSZnU7H+dzuk0rdO0ot2ZUrygZuXsDV9WskBxwvbFCAEHN36tB079Wo
SqBK3r/Uif6ldjrdn4xlD83xZNjYS2uKg1FYq5vUYex8rRWYarqdvc66maLEAsJglcm1jqbntWYA
AYS5us/6+MEQy35ZytslT8658y/z0kqPZsNxW1Du2uaNQlLUKbsVyQLU0ozl1XTCnczLgJ6BS7Us
b6kg3GJbfm7nqe1FaPN5o5l8FRQu/VrRnsdG/aL1k4VNrnozm6X0yoF/9Z11sVBT+vUDfWMkP3ig
xwcjIkw6eepp2LsJXrFD7fg9GQRfRk68ckfN4xiIc3AU9LHmxSFO1lXyUBb2rpSp4RmTDIaW44Q5
kpgNy20urVcq914+PPa2xmluuuwSUwmo+Mm1U4z5boQJCDod+RU30YdVM2PdOi5DT715yny0IjIv
M6xbWys0D6aSsqG9+/VXfaMgP/qqRwu3NXXqkCrusJ/D8TLD37EpkitIjzMe8rYbcOYdjCHzIzO0
70PB+CUofTDiLFkNCzKYZldvRytZx5W8SUbUM139uXc6epdawDlbZl9FqeNaXIniKprlZS/rz9qK
3iLkj279KJJJS3eg3K/W+yaUmLOOm9zcxxTvSO8FhAqYR4TXTrNOJYIttps9DJb6xUo7382jIG3G
oLLbzM9Shq9W1+hBMGjhArRTFz1l1y6v5TTe/PopH+3l/1ozjhWcI3hpHBeiZt/jyqDFxcFecZUO
ZDSGHnVs6rONyfBxyttMJDdLw1kDN2aVniXLb8rqNGeqkBb+LAHwfqf763aO4jL0SwYcSvNm74je
60klmT0z6zMjm6M+978+/rCN/y3sA0+3kN9pUGtFfqPOatLM80jNAg0Gc9Bd2MOi8yOVIgLdNZvi
zQQ9IgOf6fmNzJH6SNToIpTdSd/Cxsks3QiTpJadxQ+IFdxoerstE/v11+/mfeT/180enb9sUrjT
TCFnPxVZYMhXN284zRaeiZsvtnqfLClHiqR/XeYoWEQbpI0BFuu9Vo473So9q855PnIzUKgxtDKw
mwpDhM5zzc/cVN4M1j+aIEc7VVjItpiyot6P7gIZ6pwkKei1a0QZIizWdyDYMIA3UO5S2cPyJdvE
MteTriyB0nSIPsRd4lG57bxMql+TmhJP2wzf3HJkLXPgnGDAP1NmfNMT/+hej/Ywy5wVK5ydat+N
A8bJyEzpVHPYp/qFwhKgVowGuSXdO11v15G5TL5j5PeNTjrWkSa+za1czWr3Ne+VIJTyvNPGIHfD
YKTzOo2Q05ji5zrWr6l3Lh4xhxqAWa7aXP2k7fcnqxHJmPeDfnHamhOIqPdL3CIAZhRBSzpJF9at
uuj3Jq7ctd5vciP1B9kE2HqtEX3yehOLQrc9mwGQSH9eYS7lYVJ+PZbqSd7agIDJNsxptBASRuzX
I/4N3/7xWdOS+/5Wi0LJ5jx0633SKoav9LpzCoSAXEsaD3jILNZKzkQo0dTP3jBCrEgtvS6tSr0w
NZCQPHOQFRnUGBkP5LpyvfLMsKNlNMzFoe2+3SKnc6eMyRfIuzvEhx5dhEvgFrNNjw+T2mqI3opY
+PGk4slqzydOjlIV+gi3ovjsyKAd5u9HX/JodwjrtHPQwaj2B9bRKuITywr3uQU0hbwWcPZ52nzl
dZ2Yi1gbTXeCmty6yArlkwn/1oD20fWPUn8F+s09MmHVPi0z1c+WGeY6J+ixEEa5rAgpKIXCNBW5
hqzX+C0VxnNFywa4mE123hXNhkMhCi+cmbPZZNr2L1NOIwf1GCqYbSJ9I9cQYangkz3qi3lQLd1V
VaXGdpK+neN5UTUneTacGIe2YcqxY1BEjrmiUu+uMXA+deii2YD6bjHffcKOwiE0GyiZ5EDBmkI0
parL3eJkO0GWyWNToqW0Vq/p/xlBRZpHkwI6Ek4hvX3A5cg3nw9Fd5dm9n0k0oeBRRzjj/I0l2Jb
RXI1jQdoJzI+OXm+Na1/9ICPNjFbbUdIHL3fqxMBbSvr23Yw6Dgln+v1giQDnY7dWjQQGkrfCS8b
C31lsSgG7MTpGjNABHpT4wmfQcJzcP91FKLlh3LYvhkn+qAnAuFfz7ijDog/V3+07t7PuKHsULkR
/bAPjei8Gc6QAKV8eGkI5KWwjvWM3tybo60Hk03ZhriAOhgcKNo5LgFDK7PNBPdaRsv3pGgu0ulh
kdmZrTibGrOJyqm31QTKAdPW2sa2WcQmMyTfFV1OqNUstYKmpvOmfAwdYACho0hlN9fU40+QM9xY
Q+7PIW4A+lVmnbL2eopymg8vk26vJTh1HGWrXz+Hn76zo802pA05jsah2Ztwd1Qc4uw2LVI76MiU
7zSnsalKc6gv0YryS8vBxYyFWllwG9XM5Yk8sNwayVLD2qHg1qrI0IsasUBNH3JPGJGxbWfwlE9u
9rA1fzTAjrZsxCQ1FUm/bk8J3QRoR0pqF1vJfBYWUUis7FxQrKd6d5iAqiD/bUAl+NItT+lYlddt
QWOeF5lRfOnESX8z5g6w4mI0Z9CLAJ9F2R3QJYVWkzRZWe0n8cxbXvSj2z7a9edJlrECxrxvTbUL
FgOVybRLrS3uTtoaZHtZiajqVnhWjvDU5RgMOYKbJIvIJ8v6lL6Ia7sOL6p+3kJNRX5lEjODnUUr
nAkNf6BK7cUk4IBhkg5G2M7WuD6pnq4nFgXFHDoltSe/1eKH3pWXGMFIX5f4EhRKmm6FXuskVIGR
sogf1BpsUIxeuVd19LA0c3JthgR9h6gxbLMyiNJ2O8zZA/WwyxhtnMoAKGAW7epQnjsK7lihDVJh
g0mupFBBdCyj3YVzmjKPDlG9WkybFrS6SzuCaruUqwGJBl/PsnFlj85nMiY/CXppyXo/xbU6tXoO
r9Ue6zGeFx3qXtuOVFrHPJz8oUsl2ld16ttl/zoZegM8WyE/N7XVyi36cVUiILeqS+1ea819uoir
IRGnYolqTifCvJj04dQoCn8uxGfGZj85lfyQ6CrHqjDspMr2aercR0P32B36iEx1hK/Ro0v0nu4x
5bzP9ehiytpug7IqK6WlQPIV2AihGneJVO3TnMTXv55yP72jo8hEsORGk12Qyai1+EKbE0xv40Hv
bkJRbCPFGr+YuosDNf7iq0gztCBOinGb1cq+McrI3rDAwDgt5IzOZLjEm6YP5Sfz6id5H1TN3r9g
HfmIru3Uai8jeGqVhgDPFK3ciAwkgiAKGUHK5rZiXXRIcdIb0EED09m6wmQAriqbjIuoL9W1MvY6
+QTghIqB+MkO85PzBf507+9OW4rYqXpt2BdGutMXDZMTGaiKc2Y75c5iqh/wMUQy/FyLrv7h2zLf
XzPXc1wIsnnch7G26dJwo+YYuJGVxY3QgehWN63rBrWJyt9EU1IS3rWomugxNEPl0vm5iOXSibpP
lL3fpI8+WPiOC3i8dHOsNW3aQy7eCWzefNENs1em02WYABmnLXkUpJZfkXE9gd/aiai8oYcS5NhY
zBVqnMkKXvG5jBFDVJrkyXKUT4oUbx3SH93bjxufWvXK1O/7yIoOORz5GBIzf9dmzd03Q9ludVlr
YKFiHcfDSUo2LGvbR9UsT2HMB3+gMrAdnKFakzGI90SX41WHz2cALHBtwokuVvKAAWGIKOu8Kuru
E/Ogn+3YztEmGGYK7EDn9HutHu5MOpZWLX0uU6fQVdnkD1raPdJ+1fkGTsSG0T3ZrM8QxWFETiE6
p7nqrI0lGp+9LdZyYbzzEHQ/quNXWRDVfjISD4esjx7v0Z5nVcoSKaPZ73Us6+DjkjOtntAMVosX
UWN7Jkp5QVQG7bPUp3CKpxoiQR5cAHeWc3ussLeLw4ZVh/d2Q3DWj4FS6d3m7f7+rXT/bZnzz/86
/M5zWc1NjH7im//rX386i5+bsi2/d8d/690vtf/77cd0gx+y6+/+sHpLp1/1r818/dr22e8X+ONv
/v/+8I+k/O1cYZL7XPZFd/g0ktvFu3z9YaP7zz8NbH/I818+1T2tuv/3/5Q//NLvSX7b/g35PKRI
4CNQCsGf6k97XQunXMdAp4smeeqx2On+y15X2L/RmGwh9Up5gHLTIZ5uy76L/us/dPHboSTH+Zsy
ID/nR3/e3OXvI4Xn9tMm+kNc/sN40tHSfr+yackCfbOgL14ibudnbgSot2Trvz2JPy729w79n334
0VJtWUi7pyEfrin5F2zpwWub3wfav33fRytyV+IQl7i5uYIL7D3afBSEUpd/j5354xTDUzk6xaSh
Fo9lX2I5Z00XleGewOl95tT1s4dytEDOM9pUSAAgmzcoj/lk+lJFheqfPfCjNSwakzYNe0oPpW7c
ZFP61I79P3yXRwsPcHINKJlbdJ/EKqwl8D+K4vk/vPGjmFIMrTIaUEmrsKJVUtrlLp9VK/hHT+VY
tlNUpj0PZWiucJSV/tib32uEcvx/9uFHgZzrjmOfsnesJFY//pIrU9AXyj976MdaC7be9JSsQmPl
9qVyNXSqc+h4Qr72n9370fxsZWQNWJ2YKzPvH0K6iq1K3P2zjz6anyVNW21e8dF2PieH4slpbvx7
DnT/mp3Hfj0gp0W26BwiqkoSA+sc05qme/1nN/7/OPuyHblxZdsfugKoiaJelamaq+waXG7vF8Ej
KVEUJWqkvv6sNA7OtWlXJzbRQD8Y3TQzxAgGI1as5bhn1cwbxBswqQMmv28NHme1Gt77Le14J04J
5ExOMYvboQRA+7iO1ZmU8GTWv4TxxPFOwIbpGIEDHZMzU1BMsdjf8ZqbW4TfM2XfN8KWK2cmYhGA
Q6tOywhjdxkJbvn6zcsssVtPTky+r0SkGNymNyZdPvf8f9OR//aWiB3nBKZtAA8CRylQkfUasx/y
dg6jMxnjGxZxtZUoqP6rFgLZ5RInd3RXV6AxLv1M4jjmvq4p0Se/B498CdayGwluVb+lHccMMUNE
UAHFCzyg7IZnwfgDrI/NB7/VT7b6pSEGcM9C+garR5X9mMzmAbVuT5s4jhlRNWNoqLZlQKJvO7Ri
ijQIz5RY3/qUjmcKCYbZbea2XNlmL9Klz49RnPx39NH/F6/+kMpmPcU4w7iVbUrfV3kKRYHhxc/e
zr0ZdNOOYcUtKUEx/2FNk281xg+OXmu7+i8twKF8ruetxLTZLZgOHqBpcAaO/oa9XR5AtdM5AEuG
BVarjYtqah7aNf/mt20no7WxyhcNhZSyw4OkYMtymcbzZ7+1Hb8EEZUYaL0BKa+S8TBk+Y9A7Z42
cRxzNKvuNZ7xpSHr9z4YX3n8H79dn77CL06pki3c8wbWNqF6mPX8QMBN7ZdC/GwS/rI25G+THjo2
W4kulLrtMDvyMkea+2X5LpEqNTaIZN9v5Rqzr22aPKs2P3NjvnUEnRvTYPrNynW2ZUQtRngEOIsr
wfySwp81hl+sAjabOg4XvZXVvF6GY4QS+Xb0+pint+KvH1NWGwvmvLdljC5GzCBbUgm/0+0ybUOY
Yh8MJjXLJUM/tE7rOwFSC899O27ZcANCoN6A0a6W4GJub6HU43cz/Kyx/mJtDk7plp1OiUS/95gD
Z4CeQ2r8TrhLjVqxvhornMSS8SUqZgG24KZZ/FzzJwnuL1sHJYticsBBWebguu7ifzg6DX4Hxbkv
eSCXJIBMTikTAqRVt4kD5nL9Ull3EANDZt0QxBOutH76B/NvKagWyBlFvDc804UdttC2MEmGkKIN
+rtdFh+hlOZ5qf2sKv9i8EFnJBww2FhS2z9NXPwzS+pncBdL14RoZwrYuYyRzD4FY718bFrjF65c
bPQQxxKkFMqWoupe0o0+7aL1C1bE8cyt0dkIIrHTPS8VtHHY9yT1+5QuGizpQO8+ju2G/lN8ozDI
CKz6i9fxdhH3IgYx+hzJrQTpNSg9evUi5O659ulk/nJIuEz7IKxhEc1qcABM4aFttfJ707uskcgE
E5bmoPacTfaj2UC5AEWdznNxJ5FdJ9AYcCDhyzhagMAAGd/Q2Uc/izs3pogGsQ4EFhfhdB9jUjAd
a7/8mzhpbD6TuBWswRHcg+/bmn9NyO7jOKiuOvel0OmISefRllAjJVBBi4DkCM618f4aqrC4+74E
qdWU4vVQQg/0SeaooABld6aT8tbajluaFnCjOsTVAP7x4WJLKdB06qwCzFurO5ksRJRNwyoc8UmQ
vOQghQWPRFf7XA+wi5PLZrIJ4r4Z9nIFydunNpzyz+A1Wq89DiJWd9yzoVuooKm+lbtOPxDaPGWT
j/tgZefOBOkEJOZ4iqpyMF3Uax0XJoaUi9+2Hd8cTTsQdGX2MuqTx87WRzAOnHk7nL7aH+Uf7Ntx
TcivLLQmoAYic132CynJtH6BjNkxrOuj3+4dFwUQGl3FWe/lNoiLMOUXGDX1uYDAL+m4KE2rHBIy
2D2PMG0d9POHFRUVr22fZjV+C+VbxDPoT4I0ae6DMpE7NAHT4Lvf4o6LSmIsldrsgDRMr41Z/zP8
dxIf/1sygEkc96wyKHcuUYw4vrbfWpCp4S17TtPnDdf/qVL6y+0moBdjmm3fSqL0Jx1V74n44mcP
xzHtDvrffK9wtTXT+7HpPor9vxtF+/8GcTyzJdDI7HbEq5GjSbzlY3qEdpRPTQzWdjwz3uPWYqhs
L/faPkM+8xlkBT5JIZZ2PDMTA1uyPkCnuldX4Ct8HpPeL1gx1yNVTxkiSlQOU4AMq6JrGfnuO3N8
8sTzV0HS25bDEN2Qirzk1isFP7GD/+6SYp/C3EA8oEz35SOS5hs6JX6RxOVdBv6UrSDpwIdU2XPD
6eddZ55RKnNcktaos2U13UqDxn6RUNB91iL54OU5mXNhAi+QSEn6CASY2+3GyOOezz6Fe5jbdcra
9DVJcAJV3L8EUJAs+QwGV799O27ZQFcFjCWRLa2u78E9cAVS2ye/pR2npBNYbsApa8uwi/6pk+0Z
MPhzwPA3QqCrG11jblRGKVxniyBTTFF/zNj80W/fjlsuZAQwz1o8Hmr7te33TyyAWobX2q74DujL
6xG6m5B3tfKd5mqBfIp68VvbccsWsi1dVEGHJYNKRVctV30szkSq0334l/SEOvckZbLbe7ojPWna
+Eu9gMnOhFeYqYOgdXLAjK2nG7kkKpGxbTBqVDqzuP20RvOxnapvfuZxPLSaIpB07TiOBA9vuiUf
dsr+8Vv6dEp/uZCB795sBuGiEgCaJ7l1h0Dnnks7/snpvGB+FNVCTuZ3HIRYGJLxXNrxzyap7TjW
2HUP6tODTjF8EGufsthJz+R3i5gpG0chG4g0N6BshKr7dt3pwJ7Jlk92/dtxdDwUAzQLazODiBjY
6RMAc+O9qurxzGF/Y/XUuTk3yyCEwfHg7Gj4lU8NJhIW+tnrpPyci/3lpCQqXfvplCn3Sj2Cir4p
oMzoF7dcJNCW5NlGc7QzUeeEoLIcloKA085v487lOQJxiJlXNO+yJbuPAOXncex3v6WOY8YnRWvR
wSZrCya8BVwmZpQvftt2PHM9iUbPuUBC2z53bPispvyT38qOY+K+H6uTwnQ5rR27VHPX3FZ02s/Y
5PTb/3LCU8c3o2TtSIz5hnKqBQgKuGi3dydl6KdR5EIcvX6C27dvToPYS4qfkLLhtrfsY9izS7+l
nbtI9LFBIIdI+2TDz4EJHhob+ZVVXIodEOl32cTQjK2GEOyrRH8FnbNfSEydwDIRqjAngap4RKbL
JmQX4Fw/E1Xe+KIuhqkTEMnbNW5+Njb6OgXJ0YKJ8YwGlV9QdHktMDlPQQ7WoMCs5bOIgg+7Zd+8
vuYfKKZMgmNddGhZdXN6ncQLB98mBIH8VndCCziPE963qIy3Yvye1ynGgHZwTPot7gSXBLTjQQXS
Q9z6/VBUe/eBA3Lrt7YTXMaGxba1p5NY549QT7msQMvkuW8nvGwB77SlCIqgC1YgkadfQdJ4jhjr
tMG/RJfEjS4NhI9Yio2DglYc+NZcKChMeO7cufrBzaZDblF2x8wdpgIBBRqgie65uOOgIsgnyI3g
rHQYvj2MCryV4LDwO4guHmgcwwlU8PD+ldgrDt0PZZb3XkflJ33DL/f+ClJZqzJ8zoiA9zWfbxbZ
vPot7Zxw2i4RcPhItcBsJQ4phV71Hgm/4nvsHPFJxhCgQsu6BDX1OwyVPJjUM145ik3/DyIj4HLv
YO2BNl+gbw9e6fTRzyTO+QaSjtX5gF33orrc8DFbFlz7Le2c7lB2mMDP1q0MLdDQdr4FwsEvgLuU
QZQuW9Z0Ic52sl9A8uBhbvIzl88bDu8igXQ11jOzHbjDgxgsx3UMcYr/jv/y/wp7LhQoMBqgyDq1
qCsvUMCqnkfMqngZ++cE/i9eU0EtEFKnyCIqAGevoEclrtm8HvwWd64dDdbtqc9zBME0uOxtfjUE
vPRb2nHJoddggBYIgWuy9Q/LWkfX7bD5hRJX2VDscRMmALmWswUn7KhAi9912s/fXTQQHhDBIDKG
NH8I74npbittPI3iOOUm0O0dTIwEKMbIMvDzP7LO83Xyk1bil4PCIBXRTAPOYL+mD1M93uYANPz7
t/z7WBGYV50rB0JxgoJlB9I2VPIdw+0/6T/DOr+B7Pb4vIBM7T7bNwgFQEgMnHXrPSS9948iidZb
DPSMQ5G20Py7WLY4mS83ECzfr9E6vgN/ILh/zUSqaxTHxaNdSaB9kK0nRsLfn996mkYQYZ9sncUf
k6i6hSzP1b/b441Q4mJ1ogqy6EC6LWUTtq+RATe9hKaE39qO31jRg1w1Vku551/6gT5Ou+c70IXp
rCH6uxPo6UqrwrK26zFijadBnEytBWXULMOtL7NO3vVDjAow9bvaXZBOsNQdWJVR+V0Dqo7RAGkk
mZ1j+nnrQzo3mcgge6THvS9PJNqHpGJtgaEZrwEcnEDHazA6zzHGDKsMRKmLvcKEJ5PRmUTtFKL/
kr+6QJ2orUhYKXzNDQjup1wvH9lkDxIkAFBiyf0ajy5gZ8yqQQO62Jf7OtWkXKspf0AB0aR+8dDF
AeZgTO2hH7iXdK3u2nS54fk5eeSTv/zFPi4OECiPfoB6GNw/GJtXEyBlgYITAxN4BPJDv/27qKMK
0kLdGA09hjgme1xWKByAEMgLbRiCW8+JYHkzJjI1fTlWsi7abLrUbf3iFWZc5JHF5HUYSeyczMGl
JNFF1wx+dU9ycrZfLiIwxYf1NmBQfs9bCHCON9BI9Kt7uLAjFfAak/s5Am87Qs0yM6ch0Q2wWj+j
ONdzZdJAY+MJgIYZuH1RyT6oIDrHOfBGsCFOsBlqTiGBAUx3bNePEcZyhQk92+Eu9miXOxirUFkt
d2JALQ8CwZ0kXt8TjOu/f0/L+5R1TGJSSc7gkRP1eGi31HNxp0h2kpqzk+nAD5BClW6q93uTaq93
CnO5c3mWbAs4r9ISAulfx6W7hk6bV1bOXKZwiKEPYGHAGDoPghFcNeNagNXZa5AwZH8gj1TcYowc
q9cR5H9sc1PH65lr4++HkLmwIw3e8ayZwceAAc6PgtI7tnkNymLXThIQghF5S0DnW4p8BpMKz79X
4FLwirTM5QtuMM0Gwhnsm8z8Opuy+yX280vm4o4gczLKWGJsMzZRUA5Q7hCZYkefkMJcnpEEMimz
WnpajvvOrkgdPa+JPUfQ88bHdDFHco82wDIaLN73r/MSfty7xSujYy7kaBmipl97gMj2tX4BTz2I
cvx6Hcxl5qhrcCDHNc4J7VQNSsXkIklbv+IYczFHyZ7RSI2Y3cIM8X6IIZoYaWr8PqYLOkp3DmWD
KsMh5OSBdQS6p8TvfLtsGCsuhzQdwOW2oYx1PZkpATJVRH5R1iWCx8ckS8Kx8a1aXlEj/9gb+sHr
gLuwI7GkFjTfEZZeIdKbaXOoTeZ1HzMXd8RY228WEnJlrftbYofbdsg87e3k5qtlTTM2KwbYsxAc
Q0Y+Tm0Uer3hmIs74nJr50XDJnIPbutsGYs+IV7PWpC1/34bCyistNuMjUNATB4JatdWB15z4GCC
d97MWc2h9FNvKfRTILsJUuRUaa+SDYQvft/3NKdU8XoB986q76o9gICgH4CZubgjEUCmG6LamAaF
d16eAgoPrR/2jbnIown67qNIYJJ0Na/VTC4jo7xKtChD/G4SCs4um8RrWmI856TOetgWEFB5uWXm
pLLZTCK5LrAJswDqqoa8LkL1//gt7mSy1Toy0Wb4lgY8SeDoaUlh+nMcNm9capnjmSwMumWTGLoP
BnavbP6y+jERnIR7fjc4wQCeVmqhpZr1ZdPU72vGLrxMQh23DOqMBEBZn6gCIIlXQCQjx7ipFjd+
yzuOybmYp+Z0xG0CJb2NtCU0370GFGEWxzW3IMxGbbH3JHiNpg4M6AHkxvw2nv5u8hAA+npqUTCw
VfJ5kygvLyr3w9AzejpCv7w0UzaRNT8dlTlY95e6TuklIRCX89u6654R7JwGYGgASdVDnLT3u18D
hVHHOcMNeAw4ES0DM9/sdr2qpt4vb3NBRyO0ZEao7NEyaaP7JeIlcGme9nAck6DLVrNT7SdLqL6K
YigqgnTT713iAo70Fk1QKBO0hHjwbTU3L1Bt8zOJizdSvKvDbKqR34O9N5bSFo3k48HrkLiAo/A0
+Fh1SFGyGgR2+civLXTM/SyeOo656GwLoh4W7yiI5ZXe6i8Qwcv9sisXcyS0QRhPQPrS99DRBTme
eo/eW+X5QR3f7KGsKDiB1cPGphcVypXvZqnTL35md3yzmpdknYEIAGVAHB1GJqGCbUe/uoELPKrs
JrYRzG+gYK2+guJ1LtS6e54X5+rsI/Spao4nGzQgIJZAZIexwvTcq+0UVf8sejIXu7MlQYY2CgKi
SmJxv9cNx7CvimNo/NKl98vkXBTP0ENISteYOJWVeBCQpJzI6NV6Yy5+h0KfA5fFKQqYNDwoA4Xb
ldpzFLGno/cX67gQnijSqF33OJKtQHooq6E9zNue+GUAieOsfYfFpxDkktJA2GCiL1uXffI67Ylz
iUrFM2tSmCVeaPIgqOpfJ7mKZ7/VHU9tMGaVtxJHMmbpp6XbL/tu9KrXQgXo9wu6CVokLR1owsCu
rQ9tHSFb7CEN67dx5xrNtj7jOOe0xPDsdqgmCbkWunva3HFUo9tl2jATXs7VDFnmaAMElu3CLzq6
RESB6SBRFKC8IhqocLPpiqZ+iCzmIhrbtQ7WnySn6amqEoKRF5390K/jAZG/37/ounEz5j1qqpQm
4BUG0z9mDSu/D+qCj5J2r2THkYjmPIHOcRR+brVfH5G56KNmo2KnG97klV1uQ3CzQbnPLzmPHfcU
QTr/71HJ1cW2xD/Isjx5HXEXe9RuOVSlI+xa0kpdZNDf7Rh4m/0Wd7xz4HG/pG2Mp+0EzbcaUMww
0T/+fe03bqLY8c00sEoB0gwOpU2I137vqjvcTvWFXhYvfhJoDToeukEJmLIOthkTDM9HMptucjMZ
v6zRRSIxyEvWXUdg+bl6kKB92yjzyy9cJJIYZBQHO5aG4B/m3tiXRi1ecEzmApHCDDC4OoNN0pHc
Lyj0ZVUv/VIXF4lEkl52c4auRDBaebNCcPsC9Lxe/Cchi5zrU4CJA0I0MEobsNetQyEkJ5kXwQ8W
dzy046lKMbqDhkpr22sdAUWKt8zod1RcNFLeVImKTqElr+PPXK4GI4zR4Lm446RrIpiuJywOTfBj
PcW3TJ6Dlr3hoy4xEZR9OQc1a1JyGcdZ0SXR+HXrArDsxtMUegZ1F5cEaZKhgoB5Uq68ae5MFywH
yGR5EcTgyzqPUq0b8PlHOJRbbO1hXuh65FF6JtN9w0AuPEFnmSTKIECuwdI9WfE1g5ZrO9LkzPpv
JKQuRqHNepTlq9Pm+fxM++Eaqtd+6YuLfkqSKlB8OdUWe5DX6yG6blg++l0cLv7J8LCyU8jTcuq7
+1zvVyJmj/9+b7xlEsdTAZdW/Uax77qDXMk4TEOBOqBf7dxFQA0aUEfboZZbAbBWqo7cdMHuBwpj
P5VtfilGNeEwTavGx5y1vp/C7h1tc79Rzz/kr6HwC13RJAAdXF4/0IRfZV5EcyFzeYr2dtzJRE5B
nSVPc6ruWZdJz2Pi+GYUcjYmCcrEm+izopmHj5uFKpXXQXHxTxtEpjGqD5Msq30Wk7jOIWnqubaT
5KZJ0A82wMbHbT8pMT4HWvqdbxcxFIbQG0xXRMOsi07Y2P0iAI2g3w3tAobiBHI5C9RpS8ZAOkVJ
UM79uHsaxfHMUAwbqzqcFFOJx0XN73oRfvD7ls4LFC/nRKcGfgkwwpMlZCwbDNsc/33xN4K4ixmS
UgGOAMAKisTRxyoSBWbhLpXZ/e7nP2WFE7EYA4JQKiYLzoVueurjVfqlii5maBqGpa8mfNEJghTH
hecAbIlI+ZVbXNRQQEknyck0Sg5PaRxfU+LXsMhc0FDQjesA2VWkz7Kvikak7/mSM6+jmLmMRTlH
Al2veD1DMuam6dpX6K54dcr/0NsONmCWZY7POSvo2dX72h82SHj++1H8++UGQZbfH88dpDlNaJDL
9WtwHCZ9C3kYr0+ZuZAhGmi85jKkKrHeuyIeoX/apPa7374d/2wh2kNyqHmXUS7v+fBPl8TPfis7
2a2kZNmb0xuO1dMx0+kOmOPqh4jPXMwQYXEA3Wg4Tx8G96p73ZL+xW/bztMTMZbQLIuxck6/NCb7
vu7ZF7+lnUtzCdtkNSAkLTHmlRcxZJDKxY+iLMxcwFALAdGY6+SUi2dP6EJdjLXxm3nLXMTQvCxU
6DFCIIQMLbA9MioA7vVzSxczJKB7v9EZVuEpOSTd9K6bqVcAz1zE0BTVhkc2TKDJAmUqOZnHcZu8
KkOYJ/zd4YkQJmYx7A1tTmhm9XFhY31OhPONaOJChhI2SwiLnG4eOZjHRsbtC7NT5bu845rBIiGs
3sMujYL2o4zuVe5XiM9czJBZ+KxCYB8QT6wOiwCSBrdsBWzQ735wcUNjDtGmNiFJCZnhh2QUx1ww
vzjr8hWFJtkliw1acnOgC72LryK2r16u78KG9jRHPzWGxSHh9bAQSm5ZqKnfUXRxQ8sQkpxs2PhM
swfoAT2DfLz027cDTkhPsn9mBrAZsmkLKSCeOF832dacGz9646C70KGUWp7SCtCvbFxeoTos0IFW
nmfFBQ/tFNBpJYBG3CpWDjF/qFY/2rbMhQ6B+DXokgG94X5Yohs6V+QQJuqcXvDf81rcNr/HlimA
OPbaG+AEI5FAibyPv/Oo1nWRT0J4ftno979DzAaETtAEwTz9ChX6bC2WINMHv2PjXKJE2B1vTaAg
SDsk9zoAJzEGZvzGPTMXRqSZBc/IDPOgfHZrZfwlH1Tnt3MXRzSGtKnrER3QITXsQCS7No1ejl5m
cZFEBP1PlbdIbu1Ij4uomkMi6TnprTdcySUxSiGnwQQ5TTjIsO6LZqwxTzXz1S86ukgiNY6LGqIB
kg9zfUG4et53v1EkqEn9fhT7JQxWsOmglVgxWfBa6aKyfvyqeCH/vrhULYeyJTqJQW6nA2uhpjuy
2veLOp5KN7ItawYhDJrxQ27yd4T6NcyBbf594+GA8rCUIcpltOUFDua39ZxG4VtHxXFPNaxS8hXw
ENXkQ7G3jSxbHvg1QJEv/75xy+mQb0BbliJZRRGT+jaYZj/Ci8wFE3WtzCwPCS2h/No9JB2fS0O5
8fN+F08EPfs5TrcQq0eTKQhEuPVgnryc34UT7d0Ggc8JCMVFWSgj7hMr6q02fjmAiycaUhE3sTql
6OZr1OT/tMxLeyTMXCzRsHWUD8MJlWyrzy0VI0pnwo+MKnOFzPD2VMOuW9TM+A6gbFZbcxfQLf/g
Z3PHPfM+UNKgP4TxRoBZyJRegRWo90tFXSxRT6Hv1lXDqYUQX4KwtJzPToC+4aAuCVDVsw5SqqdH
6JxW97uavrC4kn6vIhdJNCG5kOGMXDSeh6Akev4x6mn3Qj9kfyCIlpFPlZEossx5XTZ0aIDeyP2Y
XTIXRCQhJWlyhtU7NR5lk9hi1Z7j2dkfGKJJaIt/UHraw6lowvhTLBYvtAxQlL/HRK1nmUPYGR90
IrdyiD4zLj0t7tyeISSB8vRURwyr6v1paZquF17u4wqZ5TzvyDQgkk9bfmR9c8+T3qv6mbnwoTbu
aJCuDE/zapkOG1KhvCWDXxh3CYD0qOZhHzBn08nmfdUN9+u5d9zJqH/izDJXx4zzMad7syMzr2NS
Qp4u/TKPAao5u1jzFz+ru/enrkgQ4IlVAvJwXY2xLGrUQb3WdhFEAVlVL5XAFxVyemwl5IkBh+qO
/776qYnyF+u4CKJODWlcdXict9XW3HW9qV5SswBgiUGLoC3yNsruWhj1x9bT2LM45SKLJlUtzbBw
PK1HdbefajAVWM7OxPj8jV/k+K2hMTTaalyrGB4mL8qkKiqbnBnMhG7gZSuHdUuDojP7qA9VlSUg
PIyD0e8guOAjbVU+1iyApDBQggeIrL4OUxqf+VbJG7/s9Oe/9DRJjZHiReFb9RH9qM0kD2FY+VE/
Zy75UTybNsl5FZfbuEqogCfRsc3nzM+9XQASGutBbS0OcdqQd0m/R1fUDolfYHKhR2Bn3qp8wtYH
a66XHnjPKvS7eF3c0bZ1SReEzanjgwITjuv6CLxwe4bQ4Q3nc6FHFDK8ed+MrNww2NCVNQvZByI1
Wr7LVEOSE1cmGS6yrrXoe8yKGb+rzcUlkVFv0IpECSefkxRiIUmQ31VhNxK/g/oHNgn9SAh5wAto
s/RF14drEYTSLx660KQ9h458VrVZGfcqelmSuXlXL6Zp/E6qC06Ka8JlUOMwZVQcRs72YuxDz1aZ
i02K+ilaOYdh2nVtjlbENz0XntUElymJ0iBvmcXiYd4MFyRQn6fd+uGGMhedhDdWYJbgFNgEqy7b
7nWMdeeXDrmYpAWwkl5YXAdVPj5qqdS7UJLQC4OXuZCk8RTca95CxpRAz36l7D+nOZx/vzzfSC1c
RNKmQ9tKkgPfJ4b5C4SIGlIgMR/i49S39vnf/5I3or4LSxplLyQJYB0ZbK9IoKci7EK/B66LSyIj
xojsgrBMqJEHVQOY3LWp52l3gUmUqFxvI4InTWNeaDBIXphINWeM/5ZdTh/ll9twi1VNJ0hYIXNZ
v0SVvANLul/8cqmCwCgVBwz0CeWyhQewLz9onvg9+l2gTBai56xj2GTfCYrDNY9ARTT6jShlLkPQ
lIw60y1qW+0erwXDyzy0Xmq9YeZiZfROiCINsDLBNL6Az/CdzoL6TM72xrd0oTIKavFmmNWpPCwD
zIKysq7mcwWLn4Cyv+S4LrvOXk9TUy8J0A/KMHU1c7JmRZCLILlU7di+70ilbKFzRNADE3X2IQCC
dDmGKZgQikFJMR9ngOBO/z8UlC7WvorOcRiE4c9g8ZfduTA4nrOd8AUtD8wgseqOj3Scipo1UVDM
08yzojaKPtV8luIQUp3qq07Hm+4vo2Wal73o7Q42XACjGhvizzZMdTRJKK7rObM/bN1leQH0tDxy
ns/Xi54ieyHSQE7H3nZAI1tI3M+gWZ9BF5euQQeOnbnOior26lXvDWVlvtabOjb7UslDNHfVl3Sx
fXespVw/bKSX/B7ww2wuKjaI4WDtMj+tdtmzH5FUlQABViPNTafV+s5C1i95aIRk9A5kXDu/21OI
MtzKoBMcMra76V7RfczWW7s2WqtiDdOp2gtmTL9BCJ1AEDDbJgXaSAhAse0C0tq7BD5WhwAQxm01
XUGmVdaXekUB7ONoI5tfWsva6GBGU/EP0HEc3iuNh9+7naVtW8iYdvVNTpKGPHSNCeND3qOafRdo
odb3qRm6LS4EaHFSBLBQ5yiKtlBrVYdWtvFyN5t8q/+zhlHYX3Mr6RxiiIya+jGIobJzJ6J9ButS
OJNMP87JzHu0bUPAtItoXpfw0cykG6+R0XNWqE2zEYo/rd0voC4L0e1jaqp2LBPBdfqfqQvWIStM
M0etPY4kGxkD47kcVygezErmX9d+qMIfUFoww0ucAfl017fp2r0LkizIb80a5OrdzPYFH4AtspoL
qDYvXXrAuL7dT5tEG08dMkw1iJelmVP9jjcpa5JDMkByqy/UFOrpDloClL3KyKDxNI9yr8RVQ2Bl
zIjU/IKJvdJ9QYHyeuJzGq7vJqVQhMg6sTSHVa3d+C3Xa2Xmcho6cPvHZhhvgXRmU4zsOmWUYNx5
W567qkFfASRNbfjSViKOjr3m7GjGnjTHYFchvnqaEKj0dYkWB7KvzY72jJoehiwaHvhSJ7rouMo/
VQnr+Q1lmcFLb6y42fGDgqbF229I9IEydTJOf6lhhfAYh6sZj5NM649k13q8jHMV3KAiaQKUaYUi
pTV98j4cVHg9sSUeDp3STVSEVs3ZhY65ZEWeQE66YEMLjcw8SStdLEuL2nQLeYdPqu5WWzDOeFio
AP0qORJzySCScQEKuewTRr/Rs+3Nrg+dmOr2mFSrsUXIVH9p+jX+ZzXUpsWY9r0EULlm6xFax3y+
7NMk/lZPSwAl1IY+ZybXGqrQzV4d0yzh+koPPbo0i9l5QZY0f4ltOh67nK7bxQi6E/Gw8Ty4CKDs
0F0DXjh+GoaQ39SzEJ8jGWJXUoKu8NCudI2vp7yq9VMfQMLrIEJw6hz3Vg15EfYqN4+DZfKx1ZiT
L8xahe+3SjJxHBtC2JG2rIFym9LXOt/7x6oP8FizaVAtx6kbn9pxoFc2g8LWcYuz1VwEqrP9xWRC
u5bInlNZgGpj/m54F5N7IqQWBRAoQ3PL1YwemsaA2HrdNVIfTBW03VW8V91Y4s614z1QwdcdW833
cOewjuLNcQwWzhFnhvha6nB67USC/xwdi2E6NOgTPQpM47MiIjZ9vy1DJm+gv5QCC8CbMb2Ik409
yyGU820y9hgFErpf5cU873Vwp9tmHq+gN7Pddi3kkgvWg5XpsPA4Wt9HcQOOw3jY2wtl7LZB+ZnY
/UPfse0yQ4/krk5E0x3DGAPGaYKixl2+05YcNmo1piW1HO9autLuh1nbLrvg6ZxtRS6ZiYpAd/X2
OOQCvRAe7wr/TjCxjA6gZGEZrmklj1Z1CxBBW17vTzoVa3wEjTAm68hs9qckRciAxETey09zPoEq
G4p4S3ysO7HeV0D3osHNpq0tVxvF9sBqUEEVcqZyvqzbFtq2RRovbRFj0vs2jEV8sajGvOYWWoar
NcxcDRKI3htjrTXvV9X1FXpOAPnSx17bZr7HXVSl9+OU2w//w9l3LcmNo2u+ykTfcw4MARAbp+eC
ZLoqlZXvG4Zahg60IOju98n2xfZLTe+OiqpVbldEm1CoKpmE/c1nFt3SfO+tIF4fisCD5kJUdhy2
aDCpkd9SJS3445rwBHTAvNRXxkGc71RDnbcswyLteBu7ASpYN8OY6xy2UJQU11hR3U0W5Dlo7VOV
ovsKq57d0mV0eqjPLml3XBQNj1zZ0j98BeU5lPOqFBLzZ92Ut0Grusxc8xTaJzFkMEmSQ3VjoHHu
B2Q3NOm3ovWGdyjYrzHIKFjomdZd5Clo2SE98NWDQc/qvbTN+FmvZu5CWjilo0Qn4tTmvIUG/zTf
+Ja4x7zwAxk1PSQB27Lg13Ycxzr0p6a6RsUmjQbQ6CLaGnLyba2v52YdSDwFEk6GAX6o+NjarP3D
B3/3vmzabC5CP2llE/sN1v0jAGLWP/Z8JXU4K0uyfWFKXUTFZEYRd8zJjzTREpV1b5jXCLva98KG
uY6+w6ZySTzr0utepWbNIKFXrM2+tEnuHwCzKtoQS89eG99CEZ2stDhlHAbCkRc4vwshvaeOTVas
QwQpij47BqVWN3CR61zY5J6ZDyIrcv+K5yNtXdTP/TJMYU8Wy+/aMlN+NNUwLIp1adIH07Wyi1tL
8jcp660JSTLxIbKFGcLawQ4s7KUsp1uv0MpFudXlqalNVV3PSq3mMKjSs4+M0dVFgOOg3cdThCBp
sOR8HwSt1xzzolCo/Di/CqHz86WiY13veyEKG2uR0qtybor8EMC/pts1E8ljIwMbcX9EOGVL0bwf
4W48hoPFHRAu1Hw0Qa+vczDCQ2jh3hdlByPbnBcMJz0oNGWczTSwe4aII5yxGZOQLxSX9EiC4nY2
WRXmpJwIvMDH41Aih1ATVSFvKA/xpCbudXI3u/zD0sI2mM+CH+d8DFCFaSV63nzAPeb8Auqe3gxc
+sNAXCWuEpeJNBrn1rqbYe2TMZI2haFS22We3PO2A700BcWPuRBBTDqdKKlVF5mhKspwZutc7ttA
Dt0tHzPnomGoeHps1hKawnOuM3U1KMQjYde1o/u2MCN06K8G1n4jgvAptskUmLjrUkainCJ2gP76
TPr3QZZ4Nu5okLi4SWHUiS802zeok7V5tEJ8+hWCenD2uUjGL5MLoE/T+AnJo6nEarqWqtO3qMiu
ycETCK4OprFieaP73gisZTaRqE6HpbrvspF/aEXLsEcWr0GEohOviwJI0Fboi7Mmj62FxNuBe1Ah
2PNE+/QEL0ijYx6QNH1MwX0it5UWqwoRDqTHqqYewwhUbLgFVyqp4myaEh21RtP3TnlzidpbLsv6
6Dm4bIZ1jrg10iKv+K0BQiGLytyCdzPOtrwb2YA2aOZDxCGUK6B6R6Gz0lx3WUDfoDY/qgjnZn1Q
jAZ3xbyQIS5km9vHlfbTI743+ZMHCUQRG4ge5CeywgslhEhtMH5exyVgO7h5o043V8O0xIXKrXoH
crHsjxKzX6qoV1Snf7pqgDPqmqNLG6Zzrd+IoJkLiDpnkuw8mOLm0eINpN6nNdR1Y9cPbrmGxpTr
Iz+tWRcbByW7CEE/eZWn9Twi+rWmvq6gc/UeSikBCZvWQXuya4cZwqKqnT9pVs80A8hkmuqjHXFA
H60Z6mZn+xLsOHzXUcNfvhAZwJG4eneOd565wzlezq8bB47R9bpkyFXZvJTVaZ6FZnGv4NkUJzNd
g5gOzPejlcrOP+YTC3DejCyDZPcwLMORrhJp4FTA/fgd5pyLaziJV/3XtsYVehDSX7tPJQO9KOKS
pvP9IrKFPvDRc9kOMkFJENcFqfbSV/RDw+hwm3Hc/TGjnRPIFqoB/AcOUnFs/C5ZY103zh1bOxc8
Dvyi9k46A9ruAYEodxGMNvP+bVCtbXtTQu0NEddYzyh9ZEO/J/jk2zpZEWBWVcbN24KJyr0qaqH0
B88Iv/kwsorIOzoPU3BcwOJ9M3LBW6wz0941Yy/yYw9/HxEjrKZl1EHvv97NTtcsAvmB6K+cA1vY
hDldJ8D+Fue98pRMhiu/RdsjWk1nWuyYtlnDrhAaCF4FyJ26wqrXGH8I+Hh3OUkS7x6+UAgHisTD
DsJkF5k0oFNhnvZ8IcuE1gnEz0IqB0fAV/D7N/5gJBYdeONz87FtXDF91hChTD4PZULXL3rEyrXf
GMNGJWevRtMjRYULahI5w4gLF9XMfGe7s0Vcnuvp2pW2L2Iz4/YKyz5FcpvmQ/7Jr6T8MMPA61yV
b1MiYRevsAPQJZrSvatwZy4x9/D/BCYApZvm68Sfuma5p3C4zJZIj7wc2xhnQVZjUl0ASZQCSVMT
s8IiexmyhUGWDz1IvYPMry1jnpeLjeCDwEgIJE7a4lSYoRIyItl+N5YgnaMIDWpipWKEjWRoQqkS
gIHDYDSL/4GygitEGg31Ij8zeXo30omnX3HMdnU8aaylfeY6FZwCMbZwWxB67vVHnfXMProMFYLH
ulGtiayQdYosI3UwEjYch5/COZrsBKVprgHwGvh6g2mV+fUK35PXrJZ5caAjH7s7z3LK4hEnTHHV
NN30GgaocGxta5f5D21ejohOUSsgX53gPt0pAmrhEaCmcY16hNzja7tYMoZirSpztdgpGQ+ZpRxt
rpV9A7JnIuHUpPMnAhLB68ClDnQQr7U9lE0dr2PTOL+9VtOUf63rJbFtaBm0xRDCNyVWIYXFYbmf
DFEF3jKA1r9tb6s2aI7YhO5DRkwShHx0wZHJNfhWEIV0VRKjRLSgWWJ3vMyVuRkwK20Rlp1DlTpc
hqox4VpMHDPhVnEP92uQ3pbVn0OC6Y0nO/hjzETH7qUeWH3N0a7jiH1wvYWpqUUPAKdxDNLDFpce
nC8137MOmqo73TJefp5pWrsddEWtD3vDjGrsLQTYUdv26KsMHgG5ZBZG3DENe7t7AcesJuIoQ9fR
iiTZxPk62Ox6nXNhcb6ZjIcAS4MkniP/HE4cAvQ3i3NpEcJVagpeWX/pkUN5Dc9tCFdZ+V4YG3zh
s0eGj4RaO99lCky8PYq6EJVljUjwCnMt4AQGdFoWSRjRP+AjOvFqDLxgwDlEqcOQQ0UOesJVV5RH
IqcKhukuaCSPoF1B31GCylM4Q2ridUkVqjKwdEmQac6yCU64b0An9AGWOqGy3kgYm5Vco54DCYaI
eF2fAyqAYw5CL+OMNEC2xI+7pAGOzVVpl1z3tF7hRE5VwiKkeMHjlHVahURPQR21gc0/SIiinYYm
6VmUsip4m7gAaOmu1dmbLu3k+9KpUkSUlPkn0L/W1wFsIvAlJ1zoyHx8HY4Z1/dyTPI/FHGGxt5U
1ic8ZLnnC/d2OFjLhzItBoZgaZ6qyCWBPYh0HsipKhYgqH3oKSRRWwoYlhRjIOx+RRiQ7iGm3aa4
5xzcp6YER+aV109N9jo9A3//aMsWYQ5DJ8b/Blpumr2uAK9Hi4bilkK9BnqsUZ6g0HZb6sG8sosg
u8J5kPHJMRzdru+LMniEKC6ZIuUxnLoJbq3axWifiyTuHYL7DgvMoyileaYPxYwqUrTOWQXRaVRH
QpHPu1I3t0yo5e3ESndMTUCW6yFt6v6znUmCy6IahvTKW2wFFiQJcq7HsACl5n4mnJtIl13Vhb7i
nnfPuyW7GXgWkCgdWnVag9lLTraeof/dlEmav61SuOfdJ0HuM8SodJwjl6fpA1EMDkzauupW2JHD
gMQkzXIzI6k+8W7qrpeE+S5C7gSVIZHgIh2QkpX3te8Hf9LKmDwuFSKTsBG5fs3hLnqFVngLGSs3
9ogyx3x+hxpNjQjaA9EVqU3RDNderyQas/20vCfNNJ0Sr195aHRS3LZjU30zVKmuRh2C4rRIFrNW
19WIhO967ANdhG6lbo6WckaeL2rjQRxKYM4OQWFGm4WQ0cmT10qkbXDtFV5+ZdrSTFHvl7N3xRLn
WoymGr7CRLBMQ+GGTIV09Zfu4ENk6qML5nmMEMcldzmb2Cs/0Q/OZQCPQvAumGMcm+uN5XnLXhk0
ub+CSK8eIAShPy4BkourOqMmOfbUEHEgvlzcATYv/RAO3ZQ/CtATH/whybqwT9TyEbRF9YHVU31V
DrzekXrcLxlqLaL+PHFsidC3dvqA/oEfAh2DaA3depycDblNkV/ecdS/4Z1lARHYjQif3mV0nU8d
7s4HcGisd6rkjBKpkcn04Gu2Xo1WiTxcEm2u0vbwuV2ncFjgdDb7ZIrVYdCQlojkuRKc0SJ9zUya
faABFlce5DWwS75wB3hHgpbXA77YRkNVYioK2BDdLqlhtzJdl08JinxvK5HYu6XVAz3qmr7TZAmX
qf8m0vHNagxFYXlI06tCrNA8CwDpvBZdlp0wMV7YWpisAEczVUs82H6qQgy/eJt46zzGEsFzHznP
5MAKocb2ja8QmMNu4KhBw8lRP2okzXe5dsGdx4vK4tZZUhtSLFvsU7uYh4JM87hfW+6XuyxfUHcd
id99hIsLYbi5OUd1vvIeqPaGE+VkgLVLMtWffbEuX4NlbAkKkIvocCVUwbcaSmhffDEW+FXZjWWU
4NxNUPdAaR6VyIy9ZikK1KDYTe5jx+qKhVPNIWZg+n5I4karog9ZKpIZweEyv3LznBeRQH3+DVAw
fIYSj1enSErt9AdKhG29H2UXfMXGYkcp19va49WtLmh5w9d+LEPZcnfXSZ3e4LhWf5YVzMgvoC7+
H82mrTQAdJ0H24ocsHg1shO4q0vEuX6ZDo7aOqQYgtIGK2sgRrDEvRHhlmHex5e1gjcg8DRv824s
zs1DWhyLEccRZdPLrG7U1iiiG/28sTAN3s3zef20cA7PV+e9jIuw5X1T3ixZgmt0B61NGhxzSdYr
ZtEJfRnucUv8Blq9QMEbkMppko8kecV08eFFg74lfS9LgVJLtgJ15dtwTeW9J9nLVuKW8Y3mEggf
NdZKmiZ/tlP1kfbBJWDf86tcbinfrlYm4Rk+W6TJexusUaFeZsEnt4Tv3OZGFDO6tZlX/yEq9LHS
8Y+XDLbcmkRwnK8cygAQNKvh5CAmydEE/fqyz94AA/nQZRpZIUjZFfu6osGiOzq/qIEN4NZTMAJa
RyDEdGd6pvL+hEncENPU+C8CoUEC6OmHI7OZKy5A0IT6TREXSKDfoYXWvQiRIDV/+uncX1BAtOdF
6GjyiqJU0fL1pR/Onn54hlN8qsoGYExnb+VSRKy1L5KPkVujCGhFovAuQZ7yh/kdSotwUM/ev2yl
bOC8wYBemQc2zy7pF36fl5kfTmvqXnSgyC3tG21RqdcsA8veQytn6ryTKrKXKTDJLe9bTIRoSVoI
d3HUZtG7AHQBefWLxmXL+x7TOVEr5LsAvdPvxg49KRToXvjZm91ZzVDmR6Ub8JKeHY1yO1PTF909
csv7HuXaJSrA10Ytdz/VxR+6bD69bEQ2W7OHfKYUZ2E9xd0aTbxcjrm1a/yyT99szWABsCBNIO9Y
OG1hGN7HFKYUF25MhS34M+5EbmnfAnUcSPaCC2Mmh9gx5QmMVHsyA3bBW/SFUdYqyvZYSTr/ZaH1
X5/n/5F+be7//en2X/+NP39uWtQM4M20+eO/3jQV/vnv8+/83595+hv/Onxtbj9VX+32h578Dj73
r+fGn4ZPT/4Ay12gZB/QDF4ev1q4IH7/fHzD80/+//7lP75+/5Q3S/v1998+N64ezp+W5k39219/
dfry+29gQ6BaqjWEpqDzy7h/3tX/9ePz/vrh8wv9/tvJZJ/sP/7X/zSf6i8XP+brJzv8/huj/6SU
AAEMgXK0V8iZBzB9Pf8N1f9EUoB9zSQjCKbPKuM14N/Z779J8k8hgkBILX1AjvgZ6WsbpIK//yb0
PwP0AqhGd1RI3xf8t//zdZ9M4H8m9B+1q+4b5EcWH/xkESlCRED98/MVh8EG3aJm/R5NcGgdrjGD
0WgIx+XpaAd51RVoviXoPl9Ys889ThCBcYZCBEW9/um1MqBSH6D9gf6qptmubQIGxDS6fT2pkp0t
mLpwKGFsf9gj/3492EppLgKMltiyU0rLhe6EIbHy8J9posONWIy7R967xIu1Bvl9swwo1Zt0jwT1
78HP//18jaQaZRABH5BtxFUC2kCDtiKxzFp56kjnRXUhzAX87TlI+c9J8P0pjPiU+RLRPyJGLJYf
EZUogreUjRST2E51XCA837saFY6K5Mvuh+X+1/r5cb08M6Co9gdYMgIrJtjegX17tioHci0ufcjt
Dtpbd5UAfiRYGnOkeUYjoYGrHSZvjXkyNRfedAO2+/erMmwaLHsYr+KLPH1VP4AuTyemNQbpaEXN
TRr6KPGVOHAM2GxhJqr+0PWuKEKC7sRN5QPZdJ5jAMBqGNK+hioeqkhl6ZdvV1TkiigdR/R9K5TX
7lfmL18AYFSfSVsBS/froaPPTRPjBC2h8+jJLRmwQPDgqp5g8VethtBV1UedG1AzBkDivppJEM7E
u0nqhMZZhqxcjoU4YXGjeQZa/x32TX5Ek8vEHhoxp19/ufMS2S4hrimEfAiHPOiWSDznwQA4B9pY
Hs1sCMRae0idHaIR3WS0FPu4yxUqix2bL0Svz5wIjGtBBcNBqHEWP53Qxs/rZFF8jZNWub0alvXU
QYsuhnvJFzLaC1jsn6YA70Z4wKgW2vfllhZiq2bSXgkNsBXCV/ua9foe+rpVqNn49/QYsFLPj/Kh
VC4E7uifki2aSNtRu6IA2jaHOgnWOzd21YX3eRoD/PshjCuBhynkF1sE/pq0PtBtiR/P56LPQodu
V/j9Fy1Q/FQAo0Xriojs10vlpxnDizGf4Gl4QQhmnP/+B/y2R50twNsQ8dgk0/0E9uwNelxQh8E5
FAc1vUTJ+i6e+GRtnh8IH01fa/AXfvInOZf4fDi7iziv4Dph2hrVP5ggxRTQoXhYyo8WAe61k93w
usKmQvve8p0n6ksk3ue/CBaP4njrAFP79M0FGiDLHHh+LNClOToAwW5So/huMkASVYDQXXnOG/ap
NU24irk79eVU79yIS/XXU/DztFNfSlzdkCZGE2+7WyW8ZDPgmyGo3lVAbSKxPDT+sAt8SJXrnLTQ
X2KXbG2+8xWeTgMeqrCSESYx9ZP1lKxR5S+V9mPmuSEqgySaTbOEpGYwqzZFtuOTXx9S7/wdgnRH
KiBwS+HrPc9WG8mkqI/j1JE4U/yWd10PZ+2Ux9BgG9787dHRHMaL2N+YpmAr6eI6H4RX3yexc+ZR
SrM+IEauHk0rPzZD3gOjYILswjN/uhcl1T6iqe+Dw9g5lPtxU/gyT5OAUIJ2R9ddj5Z4IU7ZPG5w
qr4h2fy58bBQdNAl+9S/qF313NwAkYqTBmuCS77VPJKsyZbaBhhcYhWGOejeQgHWByrE92NruNvn
xoNdNdBaEIRvqngo/OawEGjZQtkNPJjZsr0DNC9Gm8ocAdFxO6nZEGpUt+JfT8+zQ6UkVFKRYUm+
FWdYUPDOzbiSuOBMwxPE629XoNtjOqL7Xjb5qUsDoK/MV4SK5YVM8qdr7jxNGssC9w1AyVuBBQUs
IZ0spgm25u62TPoM3cqlv2qtl4awgir3KS7CN7NoL1FSfr55nj55c2radnFs6CQW5dSXMK5HeObq
sdh59XIhpX3mcNC45CTuA4SdSGueLsWuQWWvWx2JZ9IMu65vEU7MKtillGYHwVh+lbDVj/7+pP74
0M3r6QmN8hp2aXEe8OpA/VYd66T+DPvce9kqPwzKpYtnyKoCgdD+3RACkyoA1UJ6FQjFtkRx5xR0
GhPs96blHEC0rn8lCKlPKOaP+5rk4sIiem4qhY/DEFELHrzVRQHIQZqOKRL7Va0iVSblISnlnwoh
66WQ8XxsbM5cDdtHpI+EMGzvTb7kef7a9Lj+47qqoFtepmMM9FKH1MWvDnoB8LGTjTrMwVjHs3cG
UoH6u6shbnphjDccnHOkgUGG+KNECwztz62+HzD7VVNnjMR9APAG4BQC2u8qiOq6NDvVtOh2ufHc
kHPocoCYE+oFLdR8sRnMohqy99kwXzXIlC8Ert/7MtshkpJi3pmPyG5LIs4W5+eF5jQeBdpsaHid
+qB9YAtAj32yrmG+VNMpY7mIFdAJ0dJ3Pdj+OAJryqfdr3fBc1tPQlkFwQGC6Z8EpplxEh3QkcaT
ouMewXa6a4HlOxaLB0B6pdO7BNTgC4vkufMUZ7EESBlanGKrHCHdmCk1UhpXhURG4Y/BUVbLDZQS
mlAQk+9qgV6T6523g7j2JSmM72TA7fgrJGQ+B0cT99/m5gvyFSlJgN0A6IA8MWSHqEUDd+pPQRV6
icl2wqDdX59zNMBz+6uBJ/MtfgxSBfCwi1u06/dja+RJArkS1cjaLpxNz+1XJSi+nJBIbrYDVJWy
h4mWo3FR1zRyqsj3/lCAPSEGfaGm/XNsTDXMROEyj4fhjNicvUxJaU3JsV9pKb6O0NmIjDJD1I3N
tAeEXl5YcD/fZwzngqS+wqYE6Zw/PevhxCjAXlI0hj1IApAKAbagr+cT1LabkHX0Rss6Mpam7369
0M9p9tNJx3PPkQFGVCNvO3+vH3IAP2ESWkJIVGFbmz+mmjTRCJebw6+f8vPKxlM0BzbTZxqB4OZS
YZ0HckwiaOxw7t8HrUSfnTsQV4wPtY5ykWEHutexFcmXYA4uaVP+PJfnpyPWR2CHmGo7l24sqqkh
GFvtZRpRq2AxCHDpW1MjOEi7wruwj38+PBjhFBrPyK4Q3G855hMFsLrNLItBTMp2HZpeQNXVwKmY
qohzAb7DavO/15o6H+uoHIEgicARBTm5zSQ4GJFVcX4oqf3pJkXUFtvSuL+9A3E0UIKkEXsDt+Zm
mTrQiANbOxZrpAg7KhoF1sYCeUsTXCq5/7zZz49SLMC/OIK3NyYvpjxhHV4oa4slplU7HtBwGmLX
/P1iJsYOJShBAXxE3LS1+bXpCIykWYCehGcZQIrln9mYpDHYzSiALWP6kkHUqFmgTIuy9U/6CTJZ
h1HUDAhVCzRkhxQUzfI0YiX+8+uN90ymy4g8T5dEosf5di2ytSth2DEy4Ikd8JdJM8I4xUNICTAO
cDTVHK+BVvdl3bRxqtMRsI8FUOPMI9WFXXHxq2yPVPCLdDU0LLYTcQCqtqBP4vre84GAwuTVcwwg
D6D1KAZ8gCkrjVswMiMKMfkLg/Lc/lQURUSGigvqR5tFPOIqU0Fd0ljNrDie/aNmdgdVBQKbWtB5
R0A+LzzxuRMIFzuV+FfgeN+8OrxphxZ4N7ySDwQgVBvZzoKhE5M2e51A7OLCZfLcC2qGNwtwk0hM
/tNDPQCijeYJDnWo7eQnTuZkV5nERZWrH0TpjUgo8ktKQs9dYIihUQz1CeLpbfkvl7SEuqB/vkiW
dOfBg/uKsWw8NNzvH9CcGEFZycgBkKNL4gbPDq5U59uFIFTbCih1GYeGSluwuGiZBgWjX3bVROvY
ZU22w2Re2lPPHUw6ONcAKMCJfFv9nYa58CdwJlEWtwWgDE7sc1Fne5iosQsZ9ncdps31jIQBEQHU
mVGt2TaTeUJAuKxz7BnrzTft0J0GAh4F73MdV13WQ9Wl3RvwRbWh+mZpiX7VM0jYgDOFqIg0IXKc
4EGmkw9iJFFhRsGwX0W75+tcHCdmkgOBp1w88vwtSVJ+JAIuFsxbs+u8Hcq9GOCYCSLJdEgaUKWs
0egVgCEbessynfIiU6eKrf01VMnATlOQZ0w5dftfH2LPDDglOCaRrBBfsW2aBswoK9cZSysDkiGW
LbMPqHI0u6xLLylwf9fb+GnA//Os7TVa5hWBIAxDEmK596rSiwNsu1xRsZSwPCvmPtarHQDQ8Px9
knCxh3af2RdFaU6oInZh0XF3MKAPR2M/1teA0zp8z/FSy/iZNY8hkWgoYlAEFB+f7vDEsL6EfDry
E6zTKwi0vunLvnwHUg/H+b4CcP/rKXj2ebBfQ4+RB76/1VlRCsTB6RzAaTcmDxWZhqNNtNj3ALru
QU8vL5xgz045KpNAsSKaQcT/9P28tA70ID0a256mN8UCyL2HovJutMt8YY99P3y3U45zS59Loki/
tnKanl9MXnEus1R9NcA6IzFFCFKb9ziLcUqjpszy+xJExXs9kMepBHRUlGV+5Imnb3MwHz+0ADFl
HftaOEtv+lmD/1hZX/pR1poKy2TILGSG2llHXtJkqIy1w06XpI+9WQ9ThBRzduFazejSAHU/iWiW
CbjBg1evdQSynnpHBrD7oi5LwBH0ullF1Kugi8RWO92DQdxfaVNXK/pM3L3uFKolISqm6jZFTO7v
Ab7P7oxhcKU3KZOfYHEIFuoiOB3jSTSmO1DA6cU+U8ylIW4pF4RiSasyFKocPurElN/oCHpHPEM/
4dD5uX7vweHqfTAN06MomLtVtVw+VKwaxxDHWL9vhWsY7vSBva+Q9Zi9nkTvcGC2Ftr5XjH8MRVd
9xqUbrqfOoZfs/B5uG1r1X7US04fhzO4CJCfBLa0/kp2NQWJLBokH+aoSjP7BXTrHJwwk0BE3PfB
g4osko9Dm3L/ksnUM7cpigA4hTWycqiubfLiFTGEch2kuVBq7Y9lLT8AF53vIARK4wDcQRA+Lb+w
355b/z5q88gHcYH/ZLuSMgARKngWxrxaQabHyoWHSbZARba0F9b/s4/iqHRIxKIIqzbRkOi6JICQ
CYpuDkdJ3RJ7yGrXfFhXTM6vT5FnSgwMWQNXFEU35GRb0X2WkRqo+ZHEYACrmOtBXJMKbMI21a8g
nOPOYhWghJCg22soFu96vugIhEtxtSBABD3MTLvO8PU0rWI4JMzpw6+/4XNzLRCUn1EGqIJsHWnW
wM4QGphJnKRVEy9lb0D4keB/D0MPrlw5vRqLS4p8z1Tk2Bk2AuYgcAUgo23Ctcn5IIeOlsY1L9Hu
XnH27AyIQHFWj+1nqLdIUIB5Ub4VQeogtgAax9uxCOZ3y1Ilr6fOCMjVlK65B6uQXtJ0/y5atjke
QVhFiUsQxFboLD89ikGdHbqWJiQGjculkR3noYQSSz+PYcbn4NpNlH4okc37UcXA+4y82RRnimUH
AYKA5R/qrAVcX9bVqxRoQdBIrU9u17kvQ2Ri9mPmC/3QrhloTwkClT87z6q3c5v7Xxxfevn3I3Ew
EFHcwjmP04+f6yE/1DsECGK2rmbU2Dyl9pBO/sO2zo/mgOR7bQX7++uJMbSSfB/9To3a1dPHYZxh
DVhB1gTSftCEUjMQgSmBF1mSyfuyVKBk1tjWv17Ez+xoVE/R0GU4s3Clnf/+h3fs12DsajUg24B8
C+q1DahnAJucBvD+LzzqmaItkiiUOYCGQgiORt3TZ4Fe04xrjhcEJMbE6ZK2uyTA1aGmgYbcYwlc
jMDT1BCwidcquJ4nUJO9bin+gKrHfGFynykzfc/okNT5yHa3UUphJ90nAvSvrNYdzhgvC8cqW6/a
vIZIBZnq6zEoukhmUx63ohguPP5nXIjE2iIKXkegKwAsxJ4OxgQGNBsyFHB5LxU0Clz+evVXcQ1i
fXnQleAP5RCgtA0VrLdBULrX7dqiZTWASMozOYXwBocheC6RxViyXDh8nwnhsARRsgHcBnCG7VJc
Z22SokHty6s6eoCKz43fzwfmBdmVSeHG8+s1+Fy2D0QcxVZDSkb19lDTQEqTYEFNZbYJuLhgxJzt
j7pDTkBdA54XM4A6UqggO+ShFFIDug2lHfYX0PEJzvFHmNN5P29OLwB1zoAx1FuAPthMCRNtlfpo
IcTpeYfnk2FhPo3s+Ou3fWbhcWQouNWEUgowmKcTL5UZKRQUWCyMpA8NVK/iNl1cePZM34uA1XFJ
xv5UQ6Hp5LrJXLjCn3s8RcNAIxRhAds2jdEpyswIYY4Y2lL1LlnnNa5Jc2YkV+UeJmsi1grqBIXp
3rSgj97/+uWfW/bnyhJSM1DVA0DKnr59BnsBAjY1i/ME4hpgoMtrR0YdL8H/pu5MliRFti37RVyh
b6ZgvZt5E95EM0E8mqQHBRRQ+J33KfVjtSxuvap0S5MwuW9WgxyFpGOGKYqec/Ze26g2cvTn3Xkq
QDtS+Wu/hIPjeNCfhpjSMp/cdN2I8mzBdj75YhI3bs2VFzolhMlrle42B6mLDTgLRrIU4f2sZk+M
q3QxjUc4Cvbe6hkrERE14hZebnUIrl2UKQoCSJY/LeCLTVENJlIoN2XRzeuh64p7a6iXTeZZ2a4c
Fu9uvpWn9fuQdrnMOeay51GfGbS5P/4EuR2kYEO4YjBhzXWCOt+YCIlXU9W1x9RLrfN4ccBknFbb
hSjPcMwD9VIE3XsZ5HgqHXGLp3dlu7HQ0dOMRlzo0fX6+InKqnYHRPzmyiKv4RlGwbDVRvHai87d
mhVW1j8vwivvPMrhgNcddTEt4wvDQJHQ8LLKGkSS4VTrXDjUSANnSRf73q1t/vy3Lm82el3aMgFy
W/RaH7+aw/NWJkFprRgfy7vMEcxMUgldTRkgZUeoHs3UO1HeaXSrq0XuRerWN3bza0uMfRzdJjcY
6cXFOz5LnL6vdT7DEtQtzz0+eH3xXms96MLOyLVI5M33P9/iq5dEqXTWpfBAXfa9ciNrlLIVm9yS
yvvamDB4xvhRgwSyAqIWPL9yCm6VJ1d3F3aWs1DU8JlcXyztprMzwnliFlJhxVhSC7Eu1ODetcTd
bP02M8JixMVhuXaZhpDY/M2CkC5MZN2t3LkO1npuk2VxNmNALshv7C/XljlvezY+3vxI0M/vn7+d
tWS5+PCVUmtlzwZqkKCsdp7AgjnT4V/buQr+8/E9RxyLbn5gnvXel/oklkJP5Jr5+1fw90ZBX8DF
tLmJfYCUOKZ/gbNRhyKpEjBNTb+PKzYEMfr1iaDnKQziJOR0OO3/vDauPX6MGDBbMhg6T74+3gZH
TENNUYwcE9HiEpvIx3ooidKDDPHnK11bhZzvEJl66GLQg3+8UgLdPcvQ6q1aLfGOnl0W9HgXHMc2
iExQ7/pdYmW3ND/XLoqSh1nNWZtlX77fcyTKWWJLe6XZ9bSeVbJdZFdsAgPiRuc3L0iUXv78Na/d
UHRvHls5WV3w3j5+TWWMZV53uc05wiujqbWZd/dtEhZ9divA+IrmjBMLszbHILTUZOr98VqZlSYO
iCKLvpZufXOTMds5enA3ADUExjmcsZHEksCP9LdAe8xI0Tw+AvnQNz6m9zs7h9+CIF7sSUno1jWY
C0S/9KZnuJB/vivXDjocKFHgB8hYeJ1//KR50idF0Uu4PNrsMRZP3s90sUPadS3khKI4DM4yhkaT
GmvEceaNq18ZcTBkMAObQCzetZd96Lqx6yEBRMxZch43pWTPHUCmfMJSLbZ0F6EhVvmL66v5f/B0
BdRWLEEGKwwNP37tdKLZ5cQlF04dmiK6n9x5SptgXBvyf3Ip3+bVBkiI+3yx7mwAmsCOWOl9XHeR
r49VCO5pXvttdcsg93v2ePkepZ3IyqMTdDauXHwtv8TtoOgrYkLu76HMDYjT+2UdaMb31CeBRKVB
fmhV+4OJmskJxpkjZwnUtlxMdIUDMTyavg36HipubeEhYN+F7qyHLuU8+qAShByvi20CITBs0niK
NA1L4Z+X5LWtIUCgh5WHTcn+3T752wtg7sjpS/LRPs/dofx0sEQsUg4PrddCF0j6kWNBZ9w47fzm
X1/cOkSqZ5EUHcKzYu7jrbO0mbDTfuLWtUN2V7BzhVWMZkR5QNI6Bqorq7TfhspNoCzI8m5sGuPG
03Blh2JzcjxeynyAf8QKpUy74sJjpQhtAu+JfvlB+N5X0LzZDXP29W/rBGyEDMLOY76P35bObqBy
+CFYeke0t5IhvXDUXwXEnI1bNHLrDQoyVzVTebuaFqkgMG88F9caHZT2NFMQWthsPReL1YFDMugx
vzNmjmKPEMeC8ACXdHSmacfq86PUa7ONaxdwRyXt+ypzAtR+QXyossS6cfy7/nHOa86HgX1W9H28
JU115qkV1MwkUYrIkh7uDqPRwsmUzqrmHBA647hsLE5s64me6760rC4SfhBEM+/WG7/QlVMQGgOd
FzLvED7PxacBRhbDnAP7U+T+cLcYbFDL3GgnRxu7dd4YN8RZ15YeIpTzKAprAAaGiy+fEgeZQCfD
4+I5oW9qxT5PA0pKegA3bvTVSzFmO0/bTB7yi2/WJ95cT2Znrzo9ZhNxUrZeB/STarVbS+z8qS+f
6bNF8L8vdb7Jf9tJ6qmcmQ/xQOVNkIa6CcrU7Kd29ef96lqpaP/uyPwWvQDs/ngZz48hV08c1eZ6
lu8ujaAIxU8R9kgC9/0I20QzjHqvJ1a99a0ZaphGqzkbUFv2sky3xCznt7azcxX+j6/OuvEYqtMJ
vxQPpKrrWwJReLiYFiH8RTmYWoKWgdm1G9Otuh9ZPNuhXOrlNGHD2addn27zSZrrP9+dawuZfj5m
DLYZHq/Lp3zG79U158cKSCIzuTY/UVGXoVujEmnSwrl1nD9v1P/45pTtDgd6cPaXoT8CZqbTKsxF
Qn+0rXICOqS+JdrkbIc595k7VEBHW6eAx5/kZHJ1abDJoFG+pd2U3nisrn55nDkIRn6PIy7OgSJr
nHJpehbgMmRRELvLti/bdtX2XrNxUsDmN373K+9OxkAMPs4GgnMl/XEpilw6JVRDitgu1cN6gjrZ
iwVCbQNgsB7OpL7xVijVtQf6twDboCPIcrp4oLV5bATcX2ulW2CDqrKeVhhLOzhN7a239O/30uWP
i82JHZqnlVboxbU8eyEw1OgQGdIFJuED8FgKC3DN/gW1rU76ldvQow4KGawI0QNVNFRGhARe23Sa
3q5oaCdr0N/ewZFC7Ou6rY6+jQHSZzy0Kdoawh397nC0zXo3pc4M/2eyotkum23rVGCDwJdtUs1r
H0qslBtIgyZaFe9Wk+3Kwdimt4z3+jwl/UdNtth+nQ/2YiF4rLIVHNpgZaapu21pMK3I76TNXKTz
vhsWeWM3u7ZkOYtjRfUZQrA/f1xB2JbIFbNTG2Gp128H0fSPiUtO1GDmMdWJrv8PHhH4VsARGREy
DL64XjG6HsFmLftD782RmSkXBl+CvlPEBthky939eT+6dmf/fr2LR9IS+uKkyKmxHw0qlGNnrTst
PSLGkfvenor7oSMTjhScW8FU50rqcumee2n852FDuqx4U8DKdaUjwEAfXPzlO7V/yGdOtP4yT6+M
a4tTxWqKMmiem4lwtxs7w7VJMQZo2vZOcNZEX+qSNXD/VUHlsFogL4CTbrKvEEztQ1MGap+CkI9k
b8pdpex4M9nS3LW4Kd6zGdmZV3fHYEgMGv3A3qepK+/HDMTvn3+Zq5/w7LKlVqLpz236uPRyI2fN
z61JywMVoTvWPy3VUih5Tr9tzwJ44cF7hsZZoUlT5saXzB4wV+vH3gSUNs1efppaYd3ridsDXfOM
5xuf8NpbFSYwt48XDDLAi5eZ0Wut4XFVhitaBqdyITK2qcyf2WLNm6kTywrxh/+5TArg0hptYNdz
ywc9Trsbb9VriwnDZ8DkX2czvNwHz2h2qRycYbZB2S6RCpJxUth7f4kJhhhcdzuM9lfA6fommxXT
wz/fiGtb/t8vf3GwqlKnm5MAEZ0C4/ka06XA2EITE2K9/vrnS/0WG14+N/iDfu8Nuo4g8eOqyMac
NKq0QZgF02c1mXO1HiYdw7XtNPsB98qnxDf7oymWmnNOPm8TvU73AqZ5pOrY+UQ187My8+eAcvKA
VtNZOQZkP86FyHVrzblnBDS/a6WLZD4HrVvZFhjQqZDHdFiMrzo5B2ty5EoOkaTTO07RbFUwotox
k/oYMx3dAEvwN21dWUeHUfTBGcx2A6B3WJuGO0V/vh2/x2uXt8OnS43RH93HP4Sv3Au7Nga0krys
hqc0xeyLcc9DApzEEVAA6ziKwTvAjmxP+bgI8kvEdEdeENxMy15IOMpHsiAQMlqt560GMSxvxCqb
D+Bn663l5jWPeT7/Wgoktc7o3RqsXFs6mECM85mIN/mlHJBe1GQAJDVWEvYlmQ1pt0VvXWwZeXQ3
Xi3n/eIft4rZMR5pZI6YpD+uHMeGDz+MTNHmClIuM54s1HJwmoJOfuipoV7N+HVvZLJd/X7sEAYd
QM/0Lo0ZoAoqwx6Y0jheOWys0anepsl7h3F7i7B27UrILs6/qX2lhjcqjwJK40pdN8k9mvVDHIzm
Y+FZt84EV6/EnJtJKGIzhFsfbyRmlxafLhvzJEuxNys45Ti54rXpTdqN9X31Uq51Rs/QqWVv+3ip
BSa+hZCO38wGuO26bbnxeo5AWerf4nddWR54dJix4obAGuZevG4qoOZdFzMG6QiL3svESraO0XQR
ElW81wUD1Vm7Oeq68v0cZku0eXj4se1c3MrAJn6xFoG5cic/WIvELlFjOSq0y+BWa/daN5DhDhM8
NCuUwf7FztkDGQliAhlXY9DV2xnoUZihHVnrqe6etMzq1go/+Ab86/QtT8HxEoMIq8BPixVWlX6r
lQ1N4CBBzggqZMVb29ksreYfvTHRPzVmbiKNtppfwpR0J8q43jI3SrZZL779edO7djJAD8NojvGn
HfyjN2MIM/u30gLXEckVeC5CofXJsSu75DDGgtPxkJPb3pf5pi3meesqvTjaZUUcrsirlT7lctVV
k3Xqx9olJ81t3v78Ec/r8mKvceljUeMi6qLyPL+w/9ZqoJNlnI22yMpnJNS2p7pDnsJs/PNVrqye
v13lHw+iP2b5pDc8HUOTaoc0LfPIhi+wK1Iw8n++1JUTBuuGgfOZZMGKvTjqQHjNIPd6eABicsIS
rxi3fTsINEAeJFrXjJ84z+afgtoSe/S41Y0y/to3xfPFcJTxAI2wi7WrDzPregaCoLou4+tm+WGx
5Q9t6vrtn7/o1StxLIcZxbwNptTHX86QFhqSs4onbZLmubG8adsNxOO1xJ39+57+R4ywB/Grfpbd
r1/y9C7+P6CAMb762/08U8Y+UL9e3vOMhngv/9d/NX+nfv3+3/5N+fKcf/3WSJ13IIxTdAj+m/Ll
ev9i0Is4lK4j2iU6RP+X8mUb/2JGp6PwY59EsXv2afwfypfl/gvbJpQvMIPkkfAX/xPK17ne+38P
LuwZRpBMP3mFgsSAKmZ+/PltJ2NosljB1vZVvUpiFBWy76fPMcvl5MHtPMq8NZ6CZriVSn0m61xe
nPY3E25EbsiPdftyh8aNp3tLrsg4nLwCRlQvXvnO3kCKD2Yj0tMWxEc8nPPKjV3JhEzEd7Nbk1+x
zOWP/kxWRWNsPZGBN219FXhvAMSSZz3w+yGs6skiS8BJfRSLWfKUNoGJQcUan0BdEGA0OE6HsE9S
7KNoV+Oj4Sv3exyT4puXmRgj0IhHztEwnmM2TcPsw5jj2nfXVnKnKjrwHLn8d1Wa7RJqEtHqZmzZ
hzrYEsg0VDXlB7jhoaZmVUA5UOi6e6cK097Ons+07DuFMe0v2fTl+fVbGd12nvCv0aMcKkjcDboL
LyiPYoqTk6F1hN/J0a3DqjDFg5UrMpzKQbQ/UEKK5wLyPj0Lo01/NEUdfGnzpF575SxXfk/IS2TL
xAEIyNAhWRPdhg9doDx71aax/2KjM8s3RbmIPrK1vCcGBpdQtCgPmPaUV9UbOMAu6mYzUCFJjsXa
myv/REpMvff6OF+PlIo7XNTpijJGRqKbNTghRf5IulSzjYck25DzmP+FGktbkx4R3/tx3lmhnZjD
0Rk882RKS1vRy1UnI4jFS+ll2mZadMTxcVE8wh0B5s6ra4M21CLcfVJfpZNhP5jVWP1UhSq/UPgZ
d7M+2KdxTECV51b7ZtP82uBVTF5lnGsrkS0IxGYoBiG6GipDOjIFOSGi/UlknvNAaJVE0AVLX2iJ
yMKFHXFVagOxg7neHTT03fdi6IGjlLFa+UA7NtCb+3fpBysxdPeB3q0xeC3kB04kelqq37u+3j5J
YVoPtdGq1TlwzClF8hNNpXYovYY8lsVINmmty7taw9oBXVXb59Rcb4igoOU2ltw2mcEostSrb4Ut
vSf6RPNfVWaBQ7eLOUPymdZLBGgddllmkwFqzOORKEx/IKFTn79iuWCavvgJsaMyIJ/IcuSytuDe
bKo6Eft+mfd0HH5Ia4yP8OKaFQ/G95ZNJAQWkAPSFl5kjymjUG1+dFzN/2X58gSGLJJG0FAkqU3r
xNra6ZP2IRmLtUAhF8YkzTxOvoG/ijSJu1ZRRiZut8WNfpCJ8UmcOxpZtfx0G3s/YCgUkGWOedBX
mxqZ1ZJotDHBzBhzO36eTIPTvfmjK3HlWXrySzOe4bneL8BLKrBPISKpJ1Vmb1S1L53bHeLMetFI
T8B+9clM211OME9gEe6QT1t3yE4W6S9xrJDO5kTBVZKHqajJH0+6l7ru3uldvHVoq0OPZx8VuROi
B9uW8escUD8X4/fUsl/Swvw2p7M8uZrbPGgEdEWcGazH3sx/zhSmSSiVuhdSOxazexjJzDJ6Y2eT
YrF0vyqL7EpS2g94rlz6cAnYur6DltS/6AT0sEFFVlyzCIeWtoLwjwRHxtRv3Ys9l8eGbDFcmOt0
6sNkcXZ6S5IawiVuapqRviItRJvWD4r6PCIgTJ4GC4R92VTFrvbrF7vA99OBstnJNG9/WECfIc+B
uFGGsyqK+cGQzRctT/1fWmBpO7dzDvk0vUxnwrruyObZcMa1WZfJZ1O1RHCOBCWZJvCk9DDiGrLz
zxP+hq1rDOvGxceHxSUkVTtaxDdnrK1wtpIoKfJfpEd9yivCimTAbi/d+3kquzXKmCp0qldsry+p
f38OLyVbAoxWUf+MC/4+pVgbCjM+SW8IbUlGTj5Mn7zKCWu3Qg88RAYwyYhcpUOJUXlI9W9Loz8A
QT9BPgvJxzpSyWmn0Z3G9ZwJgjzAJHT+jrgwsdGVB38y7T9JFObExqQE/PVr8ywr1SQAvHjZa3Z2
ajvYSMzAeYEiwQ8U2STtcm+yU5Fz+2SCviB0xUtCM2Znc7MvWBW+mEKc7IDfKuusz7lkBBPUT0Na
PRSd8WQMAf5dPz90rkR7pwXHXOvTqIrHhuAS0hgTlYV6nj3klvbAQ/2s9QTmePy1BLRElAVotxj3
NAS4hbzLI/So1RrR2MPo4x/LhHiYxvEotOErKMj72HciWhDv0iJV7RxWGaeBB/aJHCC/18I26OlL
OCfaa5Ll6hL9OtyVsbivFz8acu3NseqjMWnnIKclTKvxqeBl4RpNudI9XEWpJPeosfZTMpGRR1Cm
TqFOEAwhHpJYMrWTzquJHy0qNY/kJPKo1gQFEnOcBPFOGt1RVc5JCTff2uIXz1cKISizosVS3l0s
hzpykpyIBDb4I1TuNspnnc5yrV7o9jA01vtZkoqm1491I9XL4rvaoXbtT6VDVGpQ4eiSNVdbcmte
BVWZsOgnVo9WIe5zdF6DHos1kf4uXyAt9w19McVB45Dp9bwdSVUL+2FeS+tdTC4KTXuMSWDSCHoL
Zi9qs7i4y3zt5CWzxsLB3NJnOekIRZs8U3cmXR8JtbyP3vApbqo3Q7oPi1VZb8orlX+cY//Vx2FR
+OVmnLyQIefBt7lTBN73Qb4hiwA2Vq5OvnWU7Zsviox5DT9Tr2WPmE15pokdaeZ7OylXEwEXnua9
0leOlrHwo8DOv5pVSh85TnHjkuRLK6iuHmRJ6upk9d88t3tcFPGdZLQieXEPycIbCfypZ8g3IGUB
CzF/J1OUXcv0N7IXP1sjpfikRKJBThndOczYPGH/HGvvtZmBvgkHqXQvyu9eRTqMRMWaVdgmeqn2
i0bk5ZATkpMk5fOQmHuhubu6zR77Qjynefpa9tldrNmYgVNslPWj8pzyvu6eB73flSpfqSrgwKJQ
FdUvc8ssi4TFhpUSbNMpPRQOgSZu1R4ggZphEzscb7EEEs03xs3e7PRNMcmUe6N/UalaFVlzmAv5
Vx6LUyDbQ3eGKZGspfKMaFyNr+WvjdxxtmTwfLIaXKQpUjqGcNm31C/7sLFHO3Q178CY/84YyKyq
JvYqycqftQoWn67vcF26UbcYkdDT1aLIbaHBEzQVNk2vPvYq7mDSxkskWKihjSlape26zdsjUogp
HNnB3JYIajefiGTTukfTrr93uuTXsutsmwh8kVreuqGYSUeT6jnpyHozJ+KXhO5u/EEQzk0e4+Ca
b4njIZkfsk/5KEcAXZPYYdrmUzM6HDF60wged6NOfqKetfbGBvRExo0O/NM+C4GM/FU5BJK5ZbcZ
BmONrGxt9Hq59RuSnHLT6EPNT6xQ7w1zl4FBjEzO3mukJl+kIbZpWR7I832yU45kEzsKwQDetwDs
SAiWB60tc/JEBFmkcbxYjW7WbmiNcZOz5HsRCydELU3KtWGug7bVI8zebyCjn0A7nfBVTKvGa4Pz
1Jl738a/lCDatZqfmmzqQtF52rbU8k09m9xgxZ6Yrxz2JmB5XyoUoYfJ4gDO2roznLl/qzi67ZLE
38dZpuPEJplP+GcLPJHZS/qXEeRplNTdW6ENj8Iz35B37ZK4jginZucwi0ieFyUh2oQ7khpDaumD
KpnGowDYk67YhqajnzRwoRurEt9MxdlWp4UMsmdm+yjrJMxLYKRNReQRoS0kl8fd0yKzt1ymO/qI
J+jWkeO2USYrNl3vcxsz7g2q0dqmpioIU9N3WD1fvYV4KUsQ8VSxUI1ZvrnlfLLNKWzdBUb7+Jmc
nKiqnEeskLusVa+T8nmha9tGOj9n9y5J+hyLOtqJcVrullHdZZb+q+39ES1hdj6b3Zmx/Gr1HHMC
0pEwu04RSpCC4QSBnr3Tv4shXnukv6/H1nQj6ArfIDuRI5wv73zWd39Kvti9ft9mjPCNhnxW0yIt
tazH735VPpEEdex6R61Il7HIw3QESaVOIuF6QO9NPCB2Gu6x2E/20jaOmY4OIG+3RFUdsczVkd0m
L5iL0y15MSospoKoto4oLns+5Qk6HEGEakLsKofpIXIrNlf0mb31yU+6Q+e5K8PNls2Qw3dZuwXb
jt65bPT5i1XIgUl7vloc6y9DJ8WxGo+5SteuOb9oujuvW09urSZ766zuU1m0nOvZcgdJpGYPzMIG
D3r2gm+HvElfSosxDnhGh2Y2hrxmR+ZfN4RFOlAwVv6XwKv6vZEOxbb05bRpRjMgmml0n1qO3etO
efhMSQ9Ue32Okd6kXrUxsyzZyn6xfgnpmJ99uJCEzUzesqubZOchr2UPYYaVK/JYDXK+HvLeLlpO
MYACQwW38pDaQfwDR5L1RXfGTJ6PGaSmCRFnj1RURoI8oKWK7VMIN2WNQSaqfMd6cceKco5IWGi6
yrB+FVQa7BmZUYacGrq/Jnc41xNEVp/LdWPf2Fq7noQwsDq1nfagurH8ScR8g+ow03YaTbN1MebT
fpLLsCP7R7v3BtdmIFkXfahiBduTxssm9hTHxqbFYJ2Z/hg5hQvLsTKmBui27m/qoPc2s+e3Px32
+mOjE6tJc9SMX92uHX+YSzwffFmIL1BY3NVULgFJ5eWsDkx3iFOCrdZEHmCQnQmp+DmXjb/JAs3a
DXqS/jTVIuco87pCCy1tqgjI0Ssc5knQ+lFbNeovSdvyoYK8gG01PihFGnoT1NV2zJyFF2iAUsof
Zw7lvdQ5nw22euRkMRCU16T2PQmS5ExRwjgHVWRsXC7nZFkQwNcaLkwNerVvBFEY77T0kHFm1a+l
DrxnBE9ybfYFNotWJffSsgDbF2/kg4mwlZm+VX0vtKj1G3NtNWlz0oJJbbt28Cm2mnGb92gHBkML
dpOj4Y8AnqQ9yyQ/h12fY6xQ6nlzmNQBYAExmOk29qzuNaOr/mtaxvFb7ipr3znVuOlQV0aO3Wqn
Zai0E7lyvBXjSR7SwGg2yTlpNKDe36qRuPqSzb2lEJs5ui1jCcjU94rHovfyvdE45LoOidrMKFb2
3YR5eTSE2k1+HAMYIaq5Tarp3e3l5x6hvWxQ8VJWbWs4RnM4JG72XSdfMaF6In6XwmnIKqgDpPpi
13bnUI0lTRN7yH/YaZPf2Y094ay0OD+CAEPbhOk4zK08fnR1AiPoQYjD2I/tqbVdJgnU/nxs9ZK7
tbvtDNluvMTvot517luLsg5jZjgRKH8v68HlCdcmbwc/St417tRsFpInvmu2Vq5wwKdfmtFQW142
5VM7JvFXwmCtvUtoL72q2vzUx0Z1aodxpnQmGug1YCfZdXNGMJ10CS+NsJDNoT33HmWY59yrAmpx
aMU2UbYmvTTG2lnUmJi5GkQpv+iA51+pJvyfUBrmzRxP8bERdhu2STp/LmYzeYknT8G1dbwHW04+
oBA9WwtL9mt7LOZoMbtSY5MwWo44SXGAcJg96F7BBq7IQ+w6lX+2gYM+FqZePXgJUdWZnesPNpPm
p6KfRoxmy/INUSo7cTo4TymMKZQ/xnxnj8HwEDTz8o1Xhc0h2a9dOBj2sJ7SQta8TsvsJEackiQr
N/VPBPWcJjm+HkXQ1o/g1Ijf7C3ztTU41aWmFHdIXuYXHTNMxe+a9n0U1IkWjYsmIgRZJgnJcR81
ej/eUbhk+8AT7kMAvH9llhDtK4dsZ3/RzRdRp+UuRVCzaXWnX7sqyHfD7AOoygkZjaRuiHeN53rF
W1Vf99iuV4nHn5aNhNM3AqIEmVh9nv14uauMxgKKpsV3nikfAO4+u62XbYMYbCK6yxrBEA0dmCn2
8+KhDDdJ2lsxd3MokpuESySL/JIuC/HeY5DddU0tX4XS7YNBICYg7NynhPQ5i9G1nI2XWNMJEyxJ
Kt8Zkz88ahgm3hLVOcfY9ADi5s1s7BD0+SsEYiRR1mgCTlnh0EJhMK++1qru282YJF+tKqs4+xuV
doR2M5fAQJu03mY8v88+YLm1PmG6kFNVm3BPDG88FEMyKc47tXypuqZ4zeKyt0PGIOVD68zYmOPs
XBZaPJCTaukMGKJ9gq1BhmDBv4dzMfuAidPuzpsc59O4KPGtpAP4Zhrt3sx9ij3NCS1+xB3vSYLy
yuLkBMBRmboBIspQy656N3UfbKcfwIvAJCDMB1UQWt1+V7UuCAUywt0hpiIMGr/bl0VVn+xWTXQJ
OLM4JrmD5IaWo7YbXQIOEZxy/NfjRyMV8YZYXJK8Zz9ntUv9ZbS6X4Xb4+yTIvuRMojfNtUEq9sj
qzwpviNXstbucib+KERTamGVrQm+LuRB+Jl2cGHJEalJcEDJ5wxqigL6umLTkjP85gVVNkKcYPum
V9LxOEyGfxrsgVo0I+wRWIsbaN/8Mmne+zwtvxNn2Yl1HpfdbgwSaExzJmNqxCnIdiSSBy9lpS0b
qbw+e6x1hZrY9hKX0bHXsjeOM/z6sJzqeG8HFfuZnvSCYiBLhjW1s8UvrqbtRDLhY5qb/otH25LX
jzUMx3rIzM3kceDExB6ULW/nLt91YxK8IRPz1rK0jA3hC74bBkOr2F2EGA+LA/SWWiuFj9QPTWyu
Rxo9d9Pidzs1lCoCYDVtSVG1v5HnbH61tRGGUmXUB3vBUY97jXHq+W1S/UyMod+r2ogfJpHbbxoH
mwcHMT4qEP5+VDWZv++bnDeCAR7ptW/pO28C3FsvojTc7ZRmbRNVS+5G5Xl9lbmBrSTRtkaNJ7hu
kVKFs3C657YsxzUDIj0P4TPMD90itFNWu+pHYqUm/a6lec6UaPxzfLV5jxhlekzmCqnV5GFHAZ7T
EDJfkmerAq0OQgsB5EurBdpe18vh1ST3dw9mxOtDnzbsFz8ffibjDOd1aAK6znO+FtPKPWqaGRn5
uIIK/BgnidhpiY4/plkoQwyBzoy4VyyZBQdvDXYxi/2+cIV3Zyu9rOnOZN2x7QzzLsanxC9qmB1T
Z0oPvVUYVnI6R2x3P9HS0MpuDOtkOap76UUrXptEp+WUatNyWCRtvMjTMrCz8AvW/lB5BgkzyHMm
L/ZozqWjuamnZtl25sQxwOZcVpNyvOqXIgX0ZxSvFIPx3eiOzR2FabcxaymeCXAwDgoAs0FDxHKe
aLs1B0tYczQWtrrrAoK5S2mf68C0niOjr1gVFj3NVLTec9LECbWClg0vorHczzlgyq0Gx/C1g/uQ
bi06xe8xKdnaqZkcrzo5aeUREFXnX8purtfksAJYKRlghTZEo/MhxG/DsetJSOyywdxaNMjV2zC0
7gMViVGfZgxA1ipe5qVYL3g8N9XUNe0D9tTmwdeRMYVWURecArWm+9o3Tv6jbX2ylF3CO6Gp9fLN
zDX/aYC2EJa9gKmdi/qvyuzFhuPK8DpVgkehDOyvYz9kY+gVTfncp26zU1blAVM3aNwyt9dOtZmU
D305DPex3Wj7npDPqMzs9KFxiARrB7JrOx0LSlHq4oGmFAtKBuZ75ucYM0s5cxDE6CjXUKjHV7po
fRHKLPnf1J3XjtzMtbZvZd8ADWYWT8nO3ZODPumEUBrmnHn1+6HsH1Bz+p/G+GwDH2zYslVNsmrV
Cm+o134Way4GMPqacjLd+FIb7LGuVY4xedEL2+JXnZkkDzSjtl5kN49SYzfPU93Rqxl0qXhIiTDB
Spk0dkCSBtmDsJlSyDQ6V0pGft3lVYdJcJr9YuhQbvtsTAdGLMq4xm+BI1OXrS07Ok6tWOLS5Pes
9qFqaZYpKB8/N0Ehr/XMVg8MFevRaYSGYnXNJw/i1toQ46qtjjL/KsRRr16hXef/QJhOTdZqmJfI
0pfr1qTJlJdN9ZPvqlHBFc1vCxm8VdNIMh7hw3TbyJa6UQIYttZotjdZL1Nr6Vbd0FVJDPK5Mifh
6qt7D+XG+0ienu3Qfq4gnz2mVpGuDcls0AMrZIAIA2dpw7h+eknkWUYosPq+dZCArci/e11UjopL
9x5vj3gn1Yq3UnJRPFaiotdQWdUqEX72LQ1F/Y3Y0p8wAZ5u5IhZJAKW5SnM9OnFV7m3GsssvsVB
pXKtyabbMzL8kcC7ec68+hdq1TR14b9tCjowJ1Vn5ObIJdoHLl9ictsu7Y4K5vZ3XTRo38fW302a
GA5qxW9NYgQVHb+ryz0N7OHezITeIERMwxCF5zBOqMej9ORRkE3mkNxHhkzg0dPimMpW0TNLyBru
ean4KWVm90LwoTdCRbulEiMDU6fjqEAfB4yf0S3UfsXJmECqStWAYUqsValbDSNia1xBG3PCL9jJ
8iR/lSpd+W1CuLqH5tls4I6MG6rh/qaapm4djV6F13mdHYZKPSYY47JNzC8oUVo7Seu0zQih/D4E
fUt2HOrettQkqXEBQqW3bc20Qs2l2yQszZ++KX+PRRC82jltMuCTTDrkZmukdP0oy8xTEdvWDQfu
Sx63deYIf9TdXAJo6ph8bFrlI+2jiTRNFIhJh6V49eGyrfx4stwBzQCraxHoBMeFwchNj3QN4wLp
sasr7djFtO+olnsnAJLryK1yV+A+8CXDcmszCNV3LMFjW8xYZ3glr7qttlbVm0+D6u9R0Ke1aWsT
hevk4o+0Uq30xfeqlxLO+j7SR3lPbnEYteGb1DXzb08a6cGPxF0SFbd9lOGJmpy0XP7mZdlRlLIz
qMl+UOzHaMgeor66maIp5VVoyU7Y3oPfVtarok2Ji2yV5/pCGhypMvcRuarpyP0gf7FTuqGtpNMd
ah57s8Qv2ZBkuA7DMwUJXQB4CyZeeEhtm+nPie70YYpGDaEos+p6J+os/UeId3ZPzmVbCE2F+bbW
jTRxcrx4iw2ts/EwSFq1AvpdfOkJfdspMAp3wszgix3GjevjIuUysps7U0X/2HCkUzduDYamGnh/
ispYQ+dyjJ7rUdg9nXsvOmE1ldEL6VM86g2mxkKk35iJU3cndbUpNYOZUWsysB/0W5n6c9skY7Gz
qe1aB4vmt6gYeAg59ywnn0gde00iStZB8hBz1d1SttIbruwx2ypoA992xMLtYKUHLqzuS9QCLayZ
3K+muKHzT/W+V4fAe5VLkwS3R9bHaXSdwiKW6dI4assRQ2es3yj4tm9SqauLBz9Ht3yHIpvvIJsf
85JyZnF9qmwjEU3rAVxeuzLnca6r+H1DN1puZo0ibXKbboqPo1aPJypKPHhHmqg4yAyJIwV9+4/N
uPFXnAe008bSb76h6Zc/Ynw7MGJSWleb0vFI5ziTV4aRG3voTKHBsQiyG1nC4dNtjPrEVd2/JFJd
nWpQNd9NqUUMjWKVmt5QmvpXWWA5MERm8AVTwPo4jFbOfHgMjb3NbHqbyXqnOTVIDh8rg0Ij85L9
kEDR4s+ChQr37RQmaGHLJBs0YcZeeaJV173Mvh0TxXdqautat7PTOChSvvZRW/QOpa9JSEYgaJBu
GPtnEfnUZDwloosOYrL0G+D9MRiBWNpLY9wyhBqUR0aNJS2HbNqSinrHwFQlk2alnx48OSwSt4NM
d5N4lGRhiuD6Gvsy8Qq1ioqIGWbOicmC/DWZzHiD4qK/68oye1AGRTEcyG5UBpOt3JAn6nv63FCH
ND9XeRW5TF4WyGNlb9KkN9c0e/O13s9wzcRW0cEAG3eQC+s5SQT9LFiM0W1F7Yp4CZxVT1IYW1EB
h2ODmWsmI9MLtfcNjdHwfkowaXOpN7Q7reUAup0mtexHMzlamRIyXmrKu6ggAjKj6zahlEgrMw5V
lxub52MOCVqAxwt7vXvovIzBc+CXEjyJfnzO0Il8MT3P3+HtkDuInTSbyTS8W1nxip0XPARq/k3L
wi9GadK5EIFwIOh2T6ky5TuZlPUfbDXU+0SNmxW5V/etDiR128SRdCqyukvcWM5Ntyjs5H5qgvBp
rNvioRPTDzWkybemO1jQoIoNWXdkZUyQokLSFsxOb8SkSFMUH3HFMO9LHbVCK0xLy/XB3//sQwO5
1xEt7RyEHkMJgphUytKbwkd0ZSMKXlNzGDfEA23vV7rsoscBTwflwoBxqmLe2HUeAFmwu0PRppQs
RaX8KCTPWjEBNk4yM4ZDju7t7ZiWYs9o0d/4VvYj8IqnxJPxBy2oE+nGskYZGxEdvpwX0GoG8UsE
rl6JdF0p9lsdT9NzpAaq24rwt1aU9VGykmRNmT7eiDSM7ugyi2dG7fJjINr2YWQKdBMmMe1SRMqZ
hTBJcwI5tp80WGS601qR/T2ZYKmVZShT5eG1/jBgRj8iW1hVrqpGFJSWGLNd0ENaNEZh/Gb/gxAp
Gv21Ro15105aQD9KsjfUoTs7CnHgMoChOyI3rU2H9vBGszOGccgDeE4ZMD4ymlnSRYC/v81szO5p
rJsPcjfPPCnopq2FyZ8bxmjGIz9loFKoIMHkO4niG3s6Xcp9mon8vo2C9rYfk/wm6gOt5zACCpg1
b/dhkjKRgLLhIuhav2G3GHxpJWOEjxhPEaORXhLrPElfJtpjX2jZ0V8rc/3kU0o62VSU67wHTpT4
aeEyHLVOoZY0d+jKdpsCoV5XNEb70yv1YlWFonMm7OlPHbYL+8ROmGCq+Ls1ttU8Il+R3WpjFKJk
0oQw2jOlQ/KD+1OT0TFbqWRyPahzR5T2gxbo4ypEh+gxL2JsQlBPdftClK8WIplgGQATN/em1w9O
C7pBLgrZLcBCYQRt6VANzc6m7zarP5GfeMds0uFXjDJStI1mhccE3bCj2TXjqtXCCOjDXCr7DX+r
pg+HqqyzLzQggdT4EZO7nJNCM+dOsYpwS0WLJ+OkNXej0UfuMMr4qlPdbf18Kv/x6kB8MUPJ/KWn
1ZxQ5Hg7q9HgigG6VxYoyQumvi99ndJG0bI7MdblQU4767aVJ7o6fqnfqDq6ai2c5ONY59KWET58
+6TL75kR8KyKNijtygIWsKf57L1akTxs4xi19RVpmMT1XBZ37UR4rBSN9qvRZ+1dXVr298APrJ2i
lY3vaPSONIqw6Emr+F4OozHzhvlHv7MbJW3Z5FV/Un11QCKY2FE5WFJpv+AItPCMxhu7S8FXV7pv
AZ6gW1Oo88Rdikfj0HbkmU0NA4sxatE6JgOyZ0UBZqBL2bqTKu9HjEQlsVUOh19gp7P7lgJerJRE
RpsYrfNyjfqKA6Dyd5OShgTT+Nyh+YDQRHdgHe0Y045be0GjAkQx8/JbDexl60k+/m0onASPiKi4
NmXzWmHQfDNk9AdBnOfGLyPEk4P2RjTdVpoS3XbgxdYoUJVrraxQX7KgI/vkP8zWdR2MZOzrzPkl
ofQuBwbH+L/guff/Rrb+z1+utgsCEYBXNIV0uPdA1WUIHUuvhLxLVGssJxtCQFAD0wQoNHpW8k8y
dvqLZdZ9uvOEpD5UpVcePINiYa1FsoT0aJ2nO0kObayUioagXjOhdTMG6wclUDRIeUx9fLyMdl3j
MxUjkXoecTNbySBow83Hj7FUsIBKjpI1SnAo5BlIJC3x6U0qY8zZtuGu9QLfxSkty1FPV4mYSEXY
G6A51VoHYLFGpF09CdEGvtNW4BGvOF4tgP/L37EkdISh4g+53JtbIxg0ZBhxPQ+1Ovo3SP1TyPGb
8GeV1/lbs0SNn9lN/5/Dl8/Q/v+/qzTme2BIs+/1Gbh8/v/8G1yuqOa/cGUQ1F2zihejjv8HLlcU
81/Aw+n1Y6X3H9j5fyykZ99pVQGPDnUSwIQ6y//8B1yu/wtPCTS32F6zMBAmJp8Bly82BzouDKCQ
7ERuGkUXNE7OweWxodYjovXyqQpiaaNSmq59w672f72RC0f6/SqI4UL4R/KAKQNKLOerKHjm6sWQ
Tie7M7T1GJYgiwJ66Z9fReceg3KKQA7qCuerjF0jEoYo4ykTHvCiRppcAQzhCv9rqXLKKwN3jXK2
YXCmERWeH/YvIo0gnSdpKYaT1jMZXAHKqynL9cB8kRS7uptwGn2Ta6N8TkrFih3T8wWIVLyOMQKS
YjoNn35qaOkChpgGjdBc6rC08LWMQQ14ahx3VzJgp8Poafn641UuPbUJ0YV4LCD44Bp1/tRmmQ5S
4Bf9KWykOKEu5SZ2lKluUxeL0EJx/V5TPacbMnpMci3SV2ZarbnSSgrFVS6p/f3Hv+icmQCBCR6T
zXGiJ83HAPN3/oMyUVZeE9bdKZzyH+jfw5+s8l+kkuWVQD5Thf99S/3xmJ8XwvbD1JikYRIBv/B8
IfDezH/UsjuNTGt++kilrSnW0jXF4nCbi9y+st6FV40t7CwEJ6P2CBllQWzyEzx6Q6aYp87ClC8P
EqC/MYB6I8/rL1I2exVI5EZvTEfqXwr1x1sS4q4l2UzXP7u58EDGigHgnYpUB1SU82enOiXfHpgu
AIdC6sGnn9twBK8cqXfhYT6zKPbCoEVtXJ3pN3+fKCUCQRYHtnGUIHcCjzPflFy+JqtwYRFgl5Dz
dBPb7Xcy70LLFLZlUZxKg9ZbYynlC1xD5cvHu3KOl2ebRYesyS6RUVBQhb6MQVWLHkWZezTRFB8U
UpAyR1i3VtWJ9VRG/ddC1DVdTs8Amvbxykt5KEESZ7E9gVkgm2VDTT1/i3D4C+wL6/wEcivHOwP4
bYbpt9CODXhYiOHMnx+npKjUHd0HEcFdBQ3oVEh/Tis7HoMHSQD8fPz4Z114IZg+GypCHao1y3Wc
/6qkSysVlGkFNHKiy6eBk9bA9snZWxJFpdio6aS/lVFTiysR692xhTYFqwv1PvTSUIed//yvMB1Y
morqcpicbC/Qt6HFbCpthbeqZbk5lbHuXzm27/fXvB5pMWpGsMaXNK3UrCu/BHF/Sv1eRQBO7de2
lV9TpTwngxH1ZjIY3xgqK3KsGAicPxVYjKhosxJ+QR1p6m0MOytwLIiHwybxgB0eO7scntEyjH7X
VkM9/PHXvPCQ5CPc4SaS4vyzuAXyDClnaob8lFc2tytQGKcrAAl9vMpS/3V+Sm4yfNlw7oCUtnxK
xNZTPy9FdlIniTFyLyWx6ehTJn0LogRVHLw6h59ABEIJZ4G8fOkA232xGUcDLxwtsKBmAW/IrCW6
ayVGwcwkovSqMuXSxGH+mcjfwMxkb3PclyLYsZYXRpyo2UlidvTSN0AWKevTlcXMeWvZWfda+P30
og5htDXrud0cMcWlmxV+kZvM22kTehx2ZiZXgtCy9BBwEjUZd2aU8wTSvUtR/LEHeoce9HhMpCa4
bWPmgkiZZwWO0Ep4SIU5Hf1RbnZA482dPtE9DMYw/vXxV3y3V/78CEwG2C4UQOpir5SVj45CaQ9H
6uv2Gf/W9CBHydW9orLjzyIuy6AzYc4JGS3rZR4wgGiKlbofjl4fYiWX0KtMHOR78QDrdQo8wBPJ
11bOtCc6Jrq3KiYQf64qIxqc0+hpnXYYkmvn5F1ygnIEcqFo9dmCtMxcBB+EYhGEH4bhKA2G5ga1
Xe9HQ+03eGXIVw7LhaVgaKKyYHBXmyiFnkcEFXJO3zZle4wMDQ6GOirHcJwGbA9C8+3TXxS5eW5p
naSIrb9YymBPFb6UtmD5Ju2gGUjkIc1bXHmg+d2cf1CEQ+TZD5g1UNdc7Bt5imSoV0NzbMHr7pJu
zqELady0vV48lJXmXSFyX1wPsKkJwxWHW007f4FyRr8B1kpzlFVoD8NQxGttZEwnebpBl3W6Zrr7
7kZEcgNGCBWKmEPoMqdqevpzpW+VR3+QJ/iYxQMqLq+NJp7Qd72nW37N/+T9DjHRFyRMGej8oru6
eKFKBd0UjGV1HFOyOZKP2vs6iibfoScqP3y8Rf58nfOvNwcfcmauKKz5zDkq/HXt+sjueJ6RTUep
Iu1wdBQqLexrcqwX+6rE9THvR/pJHZCucG8NIO/hSgDDcMlINBBD/dQ8A5VBtiNo8cN24TnMU5wm
w20vyHB6d2PDgwMH0qbJ6LtnpnKqZID9blGXJvaSzTgxje4GKXaBXkwj6uwD3XPDGMvUAeTBcFZC
yNx3wW/oXz9++vchj4eHxjub6lp47C5u596ewOZKtnyM1LrYpf6UbGGmfTrTmIt1PAY47/w7nYPz
VwwXo88yX1eOdl4Ov9MJL5sAp/OXj5/l/a5hFYZMhFayWRqdi1XGPJMKfVKONbIUzK9sWDBt2q09
tN2unPhLr20WVyMqI/1FKXC+1OSbCWyUUT6Cwg1cLYTKrJmhdyV3uXAr8kTUcXNDhXp5Gb7ggw+e
rEgyfIjGcMssZwDemAZEiZGJ8ZrhVPKVn9LeNlKku03h5SurbrPbj9/rpYdFE8CglOaQ0Bc5f1il
MmOygFw5WjHo4XjKeyfO0Tb7eJX31QCbhL9cFlSQJl9//rx/nUMVSCkuj5lyhAlc7HsxtDCURT0C
da6iCiA5Xl0wJfUMPj9iza4+SbICjaRMIMGkTW0+aEnUXrsXLz48trtAjcB9CnvxpdWCe7xvPOVY
BPjc2b1tOhkKMFe+9KVVCHmIxSKaMNsCnT/7aFQaCoSqcoQRUjtMWYAOTpr2ub4qSRbJFUXrrA/O
xTF3/P5+w15r+60+iOZoYQiHO16hHfoiu3Y23t1OCD2TCpNdku/jxrV4FhPTvzovRvDUmBJ+lzPV
+GbQYYN7aFuPDcCJ7ccb593thAsaJgMkjaqKTIy1uA2jsOs7ui39UUpCQNO2Z1XP4ZRk/4StVp1y
bfTcpgrLK4fi/XYVCqtx5YPTVogCi2VlYLdo9jTKMQ2n/pgVWSmv7KqWH6pkbDew0+BmF2oUPqi2
zyhK0dpXRe0ajWl4CiMOcub+4/fwPlqQOZN8UMmxT+f0/vzzdiqoPCNJtCO21+A8sk6vV2la6g9W
XVmHUjbTGzMq/ZuGTHo/lRUcx16WrM3HP+NdvTf/Cp0kgfSWl7NMhuo0Yjorcu0opXCtcsvTbcaq
XbHxfA+fcUVF2CLQjB+y5MW7j5d+d4rmpRGoRRBB4cCqi/3NPDbGOaLTmPmb8TdvGIIfqRQ+fnoR
nXNKUqJYnFhj0R4YbBGOoP7U45RmzNOQtZDdXMuNH59ehlYahuKzLzb2oou4k1MfTDTK1COw4uRr
Akdpz2UkrT+9imVY7BcuTnKfpf8N2Gt4VWGmHs06Sl6jqkw3MtVV/tnwNncz5hk17XqabcudifR1
kTHNVI+YE+qrHu8LV+CMufr8w5gov9DQoCOHlN/5/g9FpmA3E6nHUnida8ogV5Dbmq7cUxc22dy0
motEFN1JZs5XifGSUxurZJVIFwcqRVSwJiFfOczvgxrBZfZb5N4lK1vqdprZ0KRp2mr4W3jFY2TY
47dUlQ3g0DQw1C71bxLcya6kwu8jN/EDOyTeIDYxBJLzR6usYQpVKUmPCgj0Y9vG5ivBSto14Fi3
viWp16SVLwRRhqZ0HlEmpW1LdXG+ogaT2u8gWR+tOurdyCzzm0T3wUcouJ/Z0NCF04CgOjSTrh8B
zdZ3aSV1O6xkyn3q22lzZaP+ea9nxQDFLzb0szEeArq0dM5/0JAApMfUAUotBENYEH2RP5pVZp7Q
BOp+C7U370CWJ9mauTtUeM0HtIS1j1x/r6TC91dSOJThuhZaUGxjuy1SFCIb46mvh0hx8GXJrsmG
Xoj63EFYPCHjpsw2xItAgdreONWemR6Toay3oRF6JxWuwxOTG+OI5AzaKXU99G9CwaXUSzuIHy1g
+Gt50lySLV4cFfafNjUWtHAnzl9cTKfXzGMQtUbvYdsup8LaNHaR7T2sCIQTAZvM3Bw5m5vcm0J0
8aA4t1ei2bsCgDCJ/B8vg44mXsmL0IyartyWzOsOpWm1sKp7e2WTGjgARrwr5/N9FJjjGaeFYIOT
0DKiDSNexrFdqHDNvXqveomCvrH2SbH92TYL+wwu89n3eV5p8VLrVArqItAO7HdrWwZdufciP70S
0S69tvkG0Czal7xA9XyVPpDDHK0LlCgqC0yb/VPCoM9RvHLYfBygLyykcnXSsZjFxnDkPF8IXcM4
UKrUO+iZ3x76rDFAx0vpIez8t49XuvB5NBrOzE3Q5dLpJZyvBOknwA0lsQ9CCqut0sJmRO3ymoPe
5VUQDKbcpOn7R2b3r4plJLlQDZ9bIOjMamfUNuo8aFB8fleT1Rjq3CwjKi3zadgSmAkj5nsIUTxw
QLQVuzCzJVixnvj8TmAphpNzBOQmXbw2JhtQxBArP+SeVvwMy/oHYmtIBIT6YK0+/kIX9sKcsXN/
WnwnsrbzL9SgDV5LQSQOLRP8n4iVWxusraITejPXbKrfZ6R/sAqQHrW57S3m0PXXZ0oVMKV6MmJx
UlWjk9hx9hTRaCVrk4p0xZCtOTaQU1d9HfnXjCz0Oe6dx0UWt6iFuMbxhjEWcVHKtVggtewdengI
QP6AxSKiPKn297jp+nCvpKH+3YZ//20scPODsRRLv/PcLkDeCFwvJDbFE0qLhYRaXJjUrgbisttE
dVz+MCu03V29RhZuC/LOn4WtkBVvLLUDiR+p0szR1Sb+a1/tf+HTBU6P5M5LnFpwMByR2vZLM6WT
sRqx4z2FeSuEyxURgEPDrhMNBJLBVYFwz2OJRULhdp7l3/K/D0ASi9nGs2wK+bEZCsyXiiI2vpd1
jQpRUJfxMYdNjjBSWSDv8vHeeZ8c0UnCccwEd8WUd5nolUUFpLHwxEHL7ZekyOG2wJJsM+keIPy9
FDTbj9e7cM4BvSD4Sitm3kWLb4g3ZBzI8BEOZkFi2Y2iP0CtCK90dS+tQiVJ8135Y20x//lf29SQ
5dEC8C0OfRzGuOPAbIuq1Pqc3Ol8pVArW0g3U5qje7hYRR2MzAcsL5A+MyxEp7T+Xs/Yd7p69dxd
+kzEe7pGf17d0nWwqCrwaiDbD2kzoTgBEO+WJocM8tGswx1NUWOT18V/9RpJnRG4nAFC1iKwiMiv
PCkhhnmxyLdxGNSomA3dlY/1Pt2ZsSXzxUz5z2ucw9tfHwvkYaBNrSwOAi6ZG9d2uxnHot0XfdXd
+xPS6kWp9QcVHfVd00bjlUB9IetjIkqNjyOeRS2yrEKqzOjzasjsQ9Nl9Qrn2mRbYVXrKt1c+kxj
cUDODRRGn66RFwzvbM0T2ZVjeGnDoifK7+CyoMJbZCdNC6rfAnV9IO/LFUet0TyOjT7YfHz6LtwU
KNvM8zKG1UwgFqcPBzsPLLPOMlNpO9izotaGJ7l2siTdvtIhu/RZMYf6U4ugnSovPquRqOjjIfN0
gFvlfU2Upn/omBv/btGD3Gla493g//YjKBL1Dpiq+fPjJ73wQhmB0u2l9phnoIuzWaAXkei9JB2G
rkbBIy9wDvKHyLg2Xrm4DrQYVAABnXFMzjev5qulocWWdKiKaryVW9lakUQZj59/Gobh8jzlnAEN
i2s3VBv+ehtnMTUqiiP6c0COW+PzPR+QiOBXyMIIakzEzp8Fik5q953wDq2SilWrThW2joOx/vhZ
5j22uMX/IIoA4yB8z6zkfBWYmnJqtIimZSHZ+ASn5HdYCfu+zOrgudaKqyPFC5ueiSUtAJ6Nh9MX
GzGTU6v14TEfAgwxtjWtrUPfFlDyTOnaPPrCbgAXwAHDqpW+2R/jzb9CGaLzAQz6Uhw6rdF3jFXE
nnr2Wpf2wgPZWE3QAGLE/P5kBb464p9giAOeFmKPeZZ5WzaBfQxzdBk+/lgX7h2Ep8EUGfQyyPcW
x2jsWoQFLd6dmAxYeqWQV1FUjfdxIaHx0oXKs+a15e7jRbWLDyiAWKLDxDMuZzVJx5ielqd1sJFM
OyCdghYkIKa3vFaVUyxKq993jRU/Wa1iScgGIXBJ7ukNR5mxjoY4mWr+w3gftKU0Akxy6rqfvg5N
HjNMNkxPcZs2kV816AIFNM22QUY29ppZyUkojQNZdUDb1/QNc0txIE72qKA2UXRtiMwwWplftSEr
7kWQDa8SQqXIRgJjcuTOhxyp5+UIDtIHnP/xS7mQeXNFMltl9E4x9gc189fWCoax9SptFIdGalPs
KATuIrqa7rOgktBcsZVDHDVAIKChGVc8Iy7sapYmV7OBIBnyn8/119J5Cme/zBVxGLNJdkorFrD4
++bzdxMwEbaZwaSDFudiq+EL4Ym45AE1VA9dSI0JUlehD+QQ3amP3+Wl/TWHOKZwNhrd2jLQlXlW
xFlBCGqHaecrMbJ4BfKVRmUZV3LES+8OEL5NmU7daeuLyN2muSwyD8cTkXjWHYpqBvKoVvH5rJrH
4J3NiAly3sUtpEt5FsUUOQe/HapdVUX2WodD/vm3BuqcDTBjxalpzwM3iVlo9ZFvHXILcTUPmcW9
UarpNh5U5eHjpd6jYEHMg37HLJaZME0h9XwtwjMp4TAQAZpgRAmILQC27RSaPoqOQ606/gjptdKz
Xaq2q2kaj2hzvP4XP8KUAYtaCnhByonzH1Gkfi0VPUk3KHmqiDKK1nreeivZ9JIVnTN71drmt3Jo
0xs+rLQ3PB9NDtFBiPv4l1zar0CBmSrQKuf8Ld6GgNjZIydGgY/S9xafz2TX4hjo4nc3rT5e6sLt
TAZMB4aBI2Dcd8+seDZ4bpJxjf3qMmD1nxBEtGEST9VRT8xw//F6l87HHOZhM5Cqsej5O0YyPTXD
jJ07WUazsa2oWNkKqMb/ZhVwhZCKOPHLjqohV1YT+YZ1oPi0duhOKTgQqdWVCHbpWeYQSaLBWWdw
e/4sIQzjIGfgdailTnYZz4TUEMa1OdOlKxnzO047yQwlyyJ/kiJ19ENZ0g8oQqDMr3q6W+sicn2Y
824Fd3eNPnd9xavo/Q4Ez0MtzUlkHsQVdP5oYIWVMB8D82DVcLw7xKZWVoqYH0fnWnBeupNTVrMW
kUxhaAc7xlrsdqnpLUmosXEIii73HFX4NupeXmV1jprQP3CK3I6fq7hDLUmxWsDNqebVCNV7Mhbh
fkJvXpWDdOvrvazBwChha4o4Q/O8qzO01idZ6jCRLUrlSsXz/uxgE0j0Ja0F3IH/4/lLkjQhBUD3
sfFSfWam6Vjc9Ho67frYRKC8MhA3/Oy2ZkGaGYzP5vastZhXJCEyRGNR6odxhgA2rebvB98QV7b1
hQLZYjhr0jalZgRouIiD6Nj2IqPpfWiED3zcxz3Tsc0Wk6Cxoi5G6Wg/mBIK0SK1DpjL9W92WCVX
fsX7w8WPQBaSURqgFoqg85eLU0Pm2eiMH7RUoIJYGj/Hur+WZF1aZCZWkXPCsLKX0aiT5dKGAW0c
YJGiyGKIadXoU7D6+LNd2ifkUtzVJJ9MvhcxzwP2I3W+gnRzj/QTaBtjQ4REjJMUfEM5eW1kfOnw
Chmy0mxXzr8smguB0ihIbSEpP0GldpCZLQ99Kok7oA/JldT9wgtkME2LltYe53gZAvXSbAe/IEdg
utQiQlP25bGB/nXNafXyOnNtT4CZuaLnu8FTqzIYO888pMxhbmodWEgkxY8ff6f3kZa/HBIBs0D6
UsbsNPN3Yyob8YoVWWOiUVVbaww5GUx4snlqULtYNYYaHMap0q+kcu/bJmwIai7OM+cNKsf5olaB
oKdsljaCozCr3LyT29epKumUDB1CkSp/fIf/+hisdKyBvyWjqlb3Hz/3pZc702SYK/HoDM3Of4Ip
vBAtrsk+9HBun8pAse+M9uo9dmFXzkGFlJjcmKnrYldSRua20tr0onr9CUavdodImb+WmzFfffp5
IO1x2HDBJntdcmMYxRh1qmcofJBWuhA1lZWfWdKVD3fhrbEKr23miXGDLbZkoWLdXEa4Z0SUo/cp
TDGHKVN6JTO+tArQPlCZMv1YLIbPvw2iXxOVBNsD0WEP5QA7RUI1yq9ULfMXPu/RgPIGYGqRg4Mx
WcLqFT3in84UeKCU5U6P/RrV4D4+mnZE764rh1NfyepG7Qr90/kgK0OwxDyUsfMfvuzfZw6JQHQE
7JhOVyGU21YrqtCp+rC6dnVeONvzfQJda+bTUPWfv8eQiXOaYKlzFGGYH7UAbzT8TGa1GBmAMHoT
cb0ukbz1P78X2Ynw2ylwBKi+xbpIHGee7iOVnGToogeSDDAT2uqVMGxfejwqQcAgf3aKuczX9GaU
usGLjgnqddK2ykKJnU+LH00SoRTbJu01xPR8tIoqSeiP8qBFndP2aIYXBgxXd+wyrDICacwF+nah
qrmmXGK6Q07WxDs/mXDhGyP0XSU9RiMiLAtZ23RtgkZoHJviGZyEJq8VmCVYM4gWb8tG8xpl0wgs
DVzGzGqw7rFHfZ28aZAdD9U7DbERW3+TgKokaFcJQ3JQ+QiRq5SCuL8vmXgjKI4mZrwfIq+KHBJs
bzbVMcUT+ukNAslV0vpfwilAiCstbS9d2YEif0OCQZFXTMfldocjZZzvm7HPQ7flkgKDbwZdswbZ
nVrrooF84GLri3uENdR4y6hTGH7zjVZJUKNpysYJPX/4NjaF1fGgeqe41tDnT15nIMgiPEu+MwoD
6/hkqLVdiBoLQjiIFtxJjYz8hp8p0Zc6rPrEjehP0xZPVXQnuZvN/k63MuOfyEo7/cZHGzRxoMDK
ITaBKFS5UpYWb+jrPlggzESmwaaLkVMcuc5ROtrlZoLcTKMUtoki6oQskJA7ZVv4FeZSCDx1SPB6
SfKmpal0nCoDgySwI6kHeyz0vnwcbv+kYovoMSO6QD+IGdaxbN8hEJ+2QWS2x66rskfwQd6NyHTt
KWprGfOqoG325hT1O0tCLsUcpHqjtZJ5qzWVQJoj8T1HKyL7SUE480rCfPGnEaTJmmHec/MsgrTS
5g1vPxuOdWrE9+PUqke5REMYB3qomyCgW69+q8AJjHs55j8gEBs3+Z2XtDG72UqyH7luKr88hH8r
R7O7+prB6Pv4PlMn5puf8g54x/znf/XatJ5bLIdIeoxTT67cli7/rWEUKNF//JHe376sgw0sGhUE
W8rv83XkFkvvPtIQayoza19nkvLwv5ydV2/cyJqGfxEB5nBLdpBEBduSLVs3hNMwFjNZJH/9PtTu
hZtqqKG9GQzmHKiaFb/wBq3W9QNlJPvb+0O9IvhP98OKWaTMhpwBTqZbNHrtInSlZmoXOomWGzsU
+scnb4yx41hw6ECcaPbadD8mPRIBuk4/XHajdYsPi/dVX2Xw/XQhZkUbsS3vp3KobL8rh6jxsZxB
hH92Z9j2o+VN+xktpJslzkrpA95OHwytXlWGhMAYrdFEaQYTa5YjnJdPL3KwkQeg24ZxgNstSG0i
AdtaF+b57UVMF2DFwGFpTjK8jXLsZRqQVC+GUHIh7HQ8kv6r0z49ymUuDxLSSuCUctq/P+PnFpc0
eoXtrDz5LVHT0Ns0I3wYwjkv9RvHEuktuJ7pkKWxciHnPbNfAVRRRIVmAGxuWxjA0YTbUku6kC2N
avqiR9f1qI8fjgqoRoGqclcsKoH45lRgwlJAcNdaSC9atZO1Vu8iM7tErz0zbZCVeVjW2Afqy+ZM
DKaGj6eWtmFujegloQkeDKjR76sU1e4PrxBAHcJfla9x2CGnx69w4sLum7INlcpGmzNXEVtUYSY2
pdIG7w91ppZKLrtKhhBQUWPb9pbRsGhSew11oA8a/lRkqHRNMaJ5yph8wXWl/0xTo8NabhWeBpUy
Ln4N8nwf1ygsvv9b3iY3tEphbBL3gJF+NeH893bjuVX6DB1eAJZKc2NllnuvwEzF4Q0lSIeibtMe
ajHHVwX3xV4deuXC23TuB0BEX4u53Hlvypv6WEE08LQmbKUmDyWqdtOuy/W53EWiHH4qisPHa513
KDlXhwTY/wWww9vzspaH1j4KISAdps0DhNnbtFRww0K3Ngu/FMOylzilXJjnM6OsnU6UXQy4YiDD
TrdXNmFN1mKAHOreoAHcsNqr0lb7D5/KFddLC5JuExf7FjjhofWrzySgYaUOyt6m7o3Q5sUb9My3
gFajDQCEm57ntl8M/yJPstk2wgzPzRWJOux5R5QLEfPZUbjJ6KeCRSWJO50xupAUvpPcDJMm7a+X
VJNfMiK7S8/uuWFWkZrVupja7bZ4WyCfbGFEiCoDVigP7ZjEd8uUOReqtedGoYnPDmfxDSKJzcdU
tYNcv2KEc4Hm+WQV5cOgTNrj+4f59e06fde9NW8HTLK2199AaovGa8gFUzOs1TIb9qYqlc84HHi7
1EH7XrE779M8iWHnSjHtu3ms/5iKRPJcNCmam3khDgMGcch31SMZxYC2XZ45+7bEQJbwUgnMUVb7
wjSTg2yjek8lTt7pEkO9egUFaWqTHEUv4p0ABX3h0nz7FNDxJodH3JEwER3g0xkcHYMo3cn1kG4C
lhwC+xQU1XAXpF60e38azwyFugriSBTXgXdt6Ql4R49cQxq8J+m5L16Gl13NNf5Vj1PlwlBvgxE+
hdr0KlzAx20DsWWiZD+R+7D7knJPyIvAMKy1p7zBHlHH3+O/0hPywi1x7vtARJDWc93BwFiv5H8i
2qiQzoxKP4MiRni1jI11Z0FkE3iCauqFusVr5/ZkS9L9BLC20nxetYE2O9+odUUUqOuGIqntPyVa
B8v1kEd6F0jUmiO0uvMYpDRq4ljH22hz73NXcfZps5jpDhHVJQQhZrzovWZnYYdq8K2HExwSsoXW
SkT9uwT3LUxH/+uTvNF2xH5N6OX4tfm1VXW4IqHXh5ZuqUMLy2YyOn/QB93D9qvBKUq0fZwGpexQ
A1es0dAPYyvnL+/vpzeHn+yGuhAoATYVlYbN1u1VSuVOrkyh4eD7BCRkIbC9WI5/s6oQE+Afw6hF
k26lm2xWVcFMoISIEFoNgqhofMV3DayFA/qoF8l4a7Fis6iU7SiIgqvhit7W7xJH7T0Pod0QpVqU
QFS9QxhRS484C+hpYA+1/KS2crzORGZgmjIgLI4IDl4wmnXh9X5LsuH1BjtOO3iVGHvTl07SBbM+
FD3CBiuHz2T2eBk4QH9DHBJy7A+x0yuPSBZbv1tXm/CJRLMFc99a/TnNC4UPnGwpNL2/4GeWgkI4
yAkCV7oj2xSjTwYwtdgtha02x/sCfcFDMZUZUrz2B9UE1/YzUCDWAboWrYvXstM/ZznFScQpC5eh
xmXEmHBOg8w00gvX1JkdDJQBJj0zvabC6//+zygQ3ByCMStHI6FwfG0o8qBzxLJ/f9rexsXUx1Cc
4g0Dd6mSCJ8OA6iFhLWZs5A3OUv3+mgMdz2q/9ShXJbYj7wCzXZgbPEPPLytDE1fV/mNj039CHFg
Nj8as/FzwMPRXgXebmBZdPpzciF50RUF6e0G+EYte3Gc+uZSe+Hc3K4Lt2KJiILNTWFQFaJT3KjO
w2hp8Ah2K4kofDVcuIfXqducWLINwyOzAUnALbH5Fg/5DCS1mxBQPd6ZpPJ7gPvdNfIsZVBalb57
fy3PHAHYylD8gNQR3q8qi//umBmPQwxPUdVQk1m7jtCe2LcTyrqmotcfDRTh2K25Na2Elcm+LdBI
5NxdrM/h9OlO5beRV90UyFZcuMTPbU5YsSvi07TgkWw5qzrq+UO/6t0q9eDB+cL26muc23OBSYUX
/9FXewITqYI/DhbAjd+31KL8wZvqNjBljpTs+xP8JnKgoMfGpPkLJoRXbfOIV1VvF00xibAHfbMf
4eQhy5pX/bHR8DLyB8YE9WCYl5LXc+PywqxyCeBrIaSdLqzr9oCiPaUI1a52rl0DzyxFDugaD8uq
3awtzS1ed5hIv/+5xvo9mw0MsZ+bYVUQWxtyp+NGS941+lCUYay3Ks+/M4LKLiJNe2RXJzg8uF3/
aaSgqXyLm6T4jVxEXfgyMe3fimjKYm/hgxFqpb3A+GmBGAZGnhQvfEX+suDj8jkflvoY6cnkBD0d
ZzAMCFjisqqk2g/Q/enPttMRh6C7V+yUSs3FFSKM0If6ulrEvtKnbPZBpctlR3yV/+7E6m7b4I+i
78ZGsb6OZRmp/EyIMshoz+4D+KLoWq0lXvXvz9WZG4Vk1qGGyMGgBrSZKiS3kbOWskSjwIoCh5rq
vnLwdXx/lLcLgjQIzw6IbjqG5nYjFONEY14vszDN4TilcIG+AhNJHxH9NZtDj/1R4itNvvzJhYkA
f580397/AWvx53RH0G0DdQMDibRa3YaxyBG0Wqm4GeouWKP7uo3Lnu9hqPzHtYr+RiBheJN0/Rz7
i61cunTeHgNuG+I5DfYT8Lstt1wzKmhOS5GtmhaFPyXZlal3GG/BxvSTEZ9Qgf7ch9eVbc9YVAYR
gQH6enoECq3h0bV4HvO8tz8ZWQXLSWBM8vz+vL7KkW0mlhSSMUDMUZDZAjsq217qASubEHtLb+9m
rVciXzgOfyLTiZpdO7ndGrer+CO743qe1G5GzTkppfKrqTpwE0o1RwQ+6AjG/oge6W838ZLhwENR
DpBjcT/mP6vtz9EEHnXhpnj78qD7B+EasAgQAaQ6Tmcp8sho9ZpeB+LO8SHyuj+Ign8hJtIvhAdn
ByJEcDlpdCy3xUmjx9Vc8VpquhDxcRnBbGeHrGUUitp1P1o/IAphNVBLYMMR4Gyeb6uuzUQgsBEm
I4LUskjUay1Ve3HhTK9/5nTl4f4T09P9B/lHZHk6d7JNI8/oPBEmGQ4ThQZFzo+UCSs0XFd3aaYY
l/D5ZyZxbfoAbIGEAUxv85y0WTHU7WSJEMOIZTd6FuZU86TvF0udLnzc22uRj/tnqE2gJZfRwjkF
Lrlq4Tu2mJAO5+HjupOADf8dRT+dwjnpS81IHBEKktBAXbCxdJSLWodnp42Lz0ZIgf23rYaYaiZt
d2baRNZ/FehcBQ2mn9RdouX4/m1wdtaowKOuDN4Qxsvp94CgJcbD4CfUVaO5dhTR7uFKuhcO7du7
nFn7Z5TN2pjzUAzUzEXoDI56yLzKPlR1E+8aqgqfc93DatzRu2tIRB+GbxBFrbiGVZedcuZr3PFP
apNmML3E6FWh43XWvtAKe6fPyY/3J/HMcrFSqyAsSTPR0+bzEtHmBiUlPm/0MJUtcGzs5lzsKlXP
9u8PdWa9kCgiOkNBEhkkd7P/hIWVUw1II5R63P3CFZt/wwfqo00m4j+HFaeYzZ6AinC6KyTXfNTG
jDKXA68Q0I01tqqcp49/DBcRh3YV5gPEdjqMIyAAJlEMklJ1NV9ajtwhcFhcvz/KmdUBxE0xGy1t
iLdbATdhJW7tmnQEi3ZIvmmjt+yFN8+PiEl/PJFGwojgeeWgUxLaputGgz+DpZBEVJGrH4febfcR
Qh8XTtOZaxzhO76I/BSQ6Lb+UBMOJbDq61BWpfWM9Uh9mFPduZ3yInt0xNBf4CGc2XPklEQkJvwp
MGqbPTe2bq3Onl2HYzyYt7bQ58ARVXYhhT07Cvvtf/sbyOCcboakVLK+0Oc6VAy9PiQdqExXlcOF
uXsb2NGYY8+tu9uC9rluln/ug8J20QmYCH7cTqSfc7nQz06GOcgKp3/AL8w4jspFEbozyeXKswVF
xlW6Euk3o84WnhD24gF+Yu/c2LrM8O4WdbzTBuxVYzuOrzUg7HfaqDZHzD+sO0c23VPWRJfgDuf2
zqpSCzIfZj/XyOn3O3OEJF8X1SHe2PC5sHQ9NtmQvogB01BAFu6lmONMBY+1BJrCmMTzFItPR4Tn
tka9UxWqRR06Sm/tdWdOd/Nk1/tcAWPgI+umPCSD6+1Fbky+gfHsUXUnfQgmEV+4P1/jw39iIEpP
iGe4BFr8Kvro26qPrTWKPrWxFTbo5fqTY0YdZoQAnTrFjG+bpcClEHWxxyyezEdbGgLnP8T8ktSd
nsCZ2X6yeMrHwr/X38TzS2d63ZdUxk6nCNdyyfKPVqip5Dh5CtWr0wfl8KF78HUUhNXQBwYsDCRn
M0ot9MxuHc0OC8qKq1aDeyiQRtxFvaFduHJfKZ6bWaYTyj0IApT2xxYoLzJV65c5MkMY7cmDHPBT
9RcC3zZIGjN9SvuOZBlpRvfXaHTgvRuzNbB/s8cmxhJrSQ/SxU0sUJQJK8LWEc3vqlTLxB8FStz+
1Ev3aR51ZEjLqPeSHZWb7kax2uLvrCvqU9xqVoEjawJePZ9LTOuA3s7OoXMqoQY9r54Mmlr3rl1n
QudNGtgaQoDDYNyHCixkQABGnRnjMLpluKJreUC3pXoR+CnjQxFNy40sllLu8nzRQmtM2s+6OXT2
vu8NumUpaJBLyeGWE0AdmOueyp7JLDGxW1UYIdzMnAUyZGY5VYAmReHdtYWO8x65g9yPThlf2/Xc
YAbF6VqFoKrDUniXsEVnfwfIIjrQtLTWzs/pXqXAGSNw4Wlh2eqAy2ozxYdCalWtHBBh5syCJvQw
w4IqhvL+siAauCQm2rQ4CmoXdAw3T8brnIBroC7Iqw7IYLOj0SdIqhTYQ5jM0vyUG0nzaUC24UIP
4vwopEygt2AQbPvhIDP6Hmd6uu6TWx8cHfrnpFb/5+iDF0/8t/r0v2fjXx+m7T35+jEsK5uPf2Db
snkjSsCjoyF0PVTkPGFpn0nNOo7S6H6DJWmfXbfTvs5skhZ7xTb5Cc2xBVE5y/SZ+7N8JC9uMv/9
G4MuC6u5Ocerrvaq6UEfhqbz6WpjQR65YEyXsBvH7kVhEf5AWs4eJYAHj2pX1CE67EUYWCEUKfyi
cmPhC8Uqy2OEJfnoq3acxvhkOfVCra0zxkOu0MSmppCAPy1iyo2Bno9KhV/uotLgU8xo8m2zWbgq
DGdyjlpbyGynWlN+bc3O8m0ZBGK1o94XV04+yc/2kAAnbHP0qgMLnsdDLdQmD1IdO8ggZ68OgYOl
aR7IxEuTfSuz6B5oFb4prdF1D0mbLC92O8XaYTSzFLxO16BABolJgfO/LEO2w6+3Qbu2apTHeeHP
4vps0vOSRuP+jSxqNvu2jUHTdJ3m/q48iTSUiIT+ueWzzb2BgkflA6iIMvwYPFzH27XztmMls2fs
GqzvYoq5qPBRLFFknmo5w6Eys++u2wwrSs/pFbJ0t7sTKsi+vVRsal615Q1PCl1VPKiNrj8IcBZ1
4OFkZuzToUVrJ42EeDSkk8gdHvJMcNObLXah3IqtDxdgrHYVIjwc2LSnlmWp2Gh4hafdd/oU/dSq
6q/sdP1rkqQ0WGWVJPeqIbvDMqvNQUy0GfwUD5xHM3PK+yZvx6eIHvdzY+MZfUTWVLseBtGyO+wo
vWrtbvgP/x6jOtjW0ps+9og0dnOvbx/ieMC3ocwMVKkL1yV3MpW8027cKauui8HSs2MpEqqNUjbz
dEwsffztzibGXlOzNM/quHhXidO1f+x4mXS/hcsOnrUv25+WO9fsxmgoH4t27K8j3ej+JG2GSa3t
FS4QRWtRf5eLpty1dVzoQTW1811PD/FHr2XNkd4oNxyl98rarZjxJEjUpvpFF53agpI2Tkg9WfZH
0L/qp8JQkDgUltf/UKsm+9XE8/KQDfXyU6Ic8GXGyAST2cwE0bwwwb41JyUKnCId92lql9c1/rJP
Tdr1FTIhkf3V5Rwsft+pPf7mkW6F+jxLN5ByLO5EbFePXm+YmEiKZsz8xrTqOuinpX6QeaZmfjeY
zmMBvWnYK0oaKYTSVWxe9YWVfPO0Uj41Qo1+otDmPmLFqSeH0XPyZZe5uvLc94M6+2XdVjLQldGo
AjayLj/P9Ha+CMvG97CKUjwXFz4pP7qdMUx3cQJYcVdWcrgTeWs+YxoKvHfqSpOABszK38mOQaLU
sK26qzhvNfFYmELr7yT20r8wExifLHBp6U6bG2QEHC1WY18TSdJ+GntTfUTbuV+BLYr3vaN9ZgW0
61wt0MepxdkhlUsSzE7llfe56LSaZ1wWpW9h39nczYnZf0qwoEViYxTcUlPeO9woZaXczYVaoneO
6gDBhkyF7fdWDaOE57UNoAbhYGpl3oIcYrE06E8t7VcEcqgJtrn1ONuK/Rsp4VzlyTecp3yMqz95
Y7IP0mnALUMr6oF2taTQetNXafonHyMZf4m7WntSJ9dM91YMn8rPNcQebrRusonB+0bgvgixa/X9
Vkd/7t08CWgxYlcpEW75pYNZxnRwkvpPsIxL/Dm1NJHvo7HqPX9WzA68ViqK20kDT/hp1RBWj5ro
QO63Xeekfp3F+X8AMrzIT4Q1Jfu8yty/PPayYVeO81U3kFwGql1i5Bxzkf2njXKYDg6uyYCHoEpV
vyeMAG9pP8gfuaZgpjlkFqbtHh9GYqNH9c8ekjnwVHh/Oxj53t+8y2mECCMVFa6Zk5R+1FsdxrpN
ApuhR6db+M7cefYOl81k9Oup4h0wUgVJIAP1gCvTafrWZ1OyH8WgGlcGno896PXS/Z4s3RTosDza
QKqxclO45fgd2q7ztVPl8g00iuLez7qn/FDVIs8O06T3WKCCe+oDJWu8xS/1dlhA5GAGjMd0Hj0v
i+mBPhoEN3OP2XsezPBxv0aUGV6ypl/uinjhTelkxgORIAJICjn1Uf1kz7MorppEauVdmQJD2elZ
Pt0P7QQVZKiU7Dscl+hbCh49NGOrg/USo4/vgyrWfuip8G7qVuEZUtol/YLjixLvU4A7oSYb1QCe
3k/mDqArws3B2JR1Gg5JUssrBW5ye8f5xppm1JLJus27YfZ86LsZ/kuIa3h+qpTuj6UY3SmozKUh
bF4i96pM3fhzXxotZmpo91d7OwfHAum/jkdWVNhJ0Cuxrfs1pB1OcNyW7g4kQcnOzoXtHd0hW50c
Up6nvdKVXXrvagkgmNgrh2zf8006C1nn+I/O2fIltiBKENN3ZhYkmaojgJ72822RGAKgOLDZbLfq
+2QYg2vZf4NOPOtnSpnCIcMkmsDd7W2PsxnVz4uTt81xlpFSHsCY8tKLFq+HADuS5crDl1W9L2ky
YV7uZprxaEYlftN6XjTptVc36pWgKn1oXDtJdvzXCOnWnlb9sZucRgV11I1/Kq3J7uJ+iHLfiuGt
BAMhcU+eGrNfx1zmXaBVFuJ12PhZMlBaU39uzanxqP3Vy50JyLbkMfIW/CDTqLoX3dhWX5KOchRS
wjrC+FrU4jI9skydHy0jqCiaAflD4klsUpzRUEh0xvSlwVD6ASawYQcqGjH4MojExu06MdtHqB6t
uqPZknj8Sm1RKBSPmgsPRh+vEPc2m4CWtvEfTFXcpzEYHqfjVM2168eOWV11VsUU10Qot6U2lM8e
pXMcHEpz4bzFWLJ6uZnxl2vy4l3rNskvQ7HN/0xHodvDjaaoX0aWamI+UgVzUCIxgq0FK66gnvMo
9iMuJs+vxnUWq6jyjADyzvi3TMX4X2SZbefXa2veBxoo6fTa7rRL1bb7PLkZ5HPK38VLbSrxtMdO
2YHYXXnTfCVw3fs2kytOIM0iK3mJ7K6Ud85MQ9efvILThlBOTQ2FZBBD1dx8WqI0QkxCOmriI4Bd
Ywjq4ZO4o4WVfJa5l/+agf3Ag0jG2wpw5c88hrmFoGjb+v2SZl+ixaqToEylQd8kmobKj8ba+p6Y
OQCLyOoV3VeKXrvFNzdufaVDVW3X9ekq/Z/PwzXVkXZE1iytjMOSrJKHDSFL55vlmIMoUPFS3tlY
hn0rOi/vr+eynH8TG+XZfsTV76bMYo0ceUVk4CzUZw/oKwy9P9WFkWPiPEs8xtVq/rsgV5D6Cm3d
apcOM4b1KZ2G3i87O37EGzLJkBSKleNgT4a7p5RohVbZ8aQiPTXVwZT103WhtpiHqHaOr8fQJO1+
xLyoDCAatdVOjSJ5n8fenO/5a/KbhEbafMbkncCu6pF+CmSmsJ3NXiAt61ZTRPBWjCsOULEqAOhu
9CMxPT31Yaih8Bilsfm5G7zxNp7qtPPh6FGU4UntTB8H8pwm/Ciyv9DxRbvLWl27SQYAS7uoMCKO
y9wTMChKjUAkbOHxBdxKb5LOq+Un3Rz5+xKRK2R0ypyDVqa6TB8NQUszwFpDKj6QkBZ5k3jC6LYu
3ASPNi91X2wjtRwftfQZfQc5pz81W6k6gACNhwGIiQuSb7Yo0geOMYoutIQ5fsonvJoRHhgW6itx
6z0WzbK0h4K0r92j41f+KSca3jtDpl51jdxR+zxrWVXvigRjoV9zv1Tm0egSHtG4cYs6aBOkx3xv
coX0S8XGUgodClrQ5UR67vPkWjrXb1f+FUY5fEYLaY72RVInTxbxT33EsFmZHnst936WvRf/xRU1
/6FZghM3TzMq93HsfE0yGf2229E7Zh5soX2SuGTrYmJB7qYxn3GrSlCG3nWNbaJAmqTccyCdIjWY
8m6BUlQyybvFGKW1j+FngUag2tfsa4Qg4t1YzDZO0DqlzIB8cLyj6rkqRA72/NXEBau+jlALl7eL
HMeHUTorxKcxOMI2L90ny+0c6U+zosWADXAo/2u6OV+eqct0Hyt505PVIYjn40jMFVMDhv7KDU7P
mtOAB86oFUbv25Nm/xkiTRyJ+iO5i+dZwcLbcLNbpFmwWMCRfHjQI8k1qFC2+qInneMdO9DkyVVt
VvpXfODMe6P1rO6vA5ZL3+VKh/BcmaXl11Lp2F0JtEBjL5MoiwiRovqvUlaUNmVbQYKqQCHzkwDr
2nsFyaN2Nc22qx0ic4nxqXCE/QPe/jwGNdFwhIV15z7PBdPuxxQzvzlV5zxZWZypvle683MSu4sW
JDmNBelNOcUWZSHmV5qoFQh0qM1PMDTqbe2qfbpbZk396XRl87uWeYs0sj5b91ZrQzD19HmlZxPP
RUHj2OUvl9ThHowPQSK0nTH27bKJ4qsFwsZV1+tuF1T60v83rY5nGMeIKLtW+siI9waWFerOQoqj
hzBa9saFqu2mf7jWRkB+QSEEnLhiMtaq9j9VewUng2hoayNc+P/dlPVYr/XzmXKMFEs+7T0TU3qi
td5L2TjpfElCb629nJRBaCBS3EUtklK2RgfhdHwKMCjoVYCVbbvFfx6B4UDEav9HLnXxQfGI9Vup
AYEXfEUUI4pxOlbciRKLuEoN1dYyvqCSYKGuYtlXnKlL6pSbZsA6FGLnfBUgX3wb36AG16pMAbg5
7GvjU6tP5S21i3QPeFN7GbzyQpX77GhQINcevUWdcFM5NIFed3VsaWFU6w/FtJpQzdRJa2ovx7ae
L8Fc3g6HIhBwSJUqNI2/rfNP3/R2M/XpFGKlq+c7axCxcpiaMT/Al1azndLHMW1opSsIJhx7aAOF
O/cZc3bju0YYK/0hsgv1rnWTGBRes8jvmo1Dk5+UcXSJKPB2gwEAWffYavcLWHQzN8KdJ6zIxoVF
hx0/k7QFUzRRgh4V/WN9NhYdoXTK/JTzABbQb9jsL1cxkrUhFSLop+0nZap2ljsYny6UDt+cGCTS
+RZ2MZ+Ec8bpKEnkZNWstHNowzi9mQHKPYxmVfmWordPGDBpu76Tl7SV31Zq10FXJAM9ZUTnNyVU
KARaJ+p6DrtZ1YJIG4fAo+yxe//Tzo0CLG41maebBxfr9NPcqHQXSs1zODpuRQjpmVciWT4GKXhd
JUNF42e99YBgbD5lWJXazLSbQx4DNUShIdmPkCaeMZgYDu9/z5m9R2sOw/BVGQSlw81Qzax2mSDL
ClEKTa6sapFPro2/zmDQHbxQUT431ioqxB6k34+s2encLUPjpIgKLWFPxrnDAZASV72Ue4bKLnzW
mfMPa4cLDk4RHOitU3dUOdoQ23gcNZQJ9L6n3ovJc6RoEdUhU7uwKTZ95df1AgMCAJuTxcJtPqzl
6S2dEoUrXswZa6IJ4UYwutF9rWZUx5euQHJhGi/sknNb8d9RN2+F6mYOqbbA3QyNqKdSb568Lm5+
fXx/0FthE65mcW/a//S8op4QXsPDZJZXutWIY9Qp0cs8LcN/7w919ntWkSYPD4y3XjtzlxolFRUt
1BVtJEy2rCCKxuXCDXhuZ4DPAGWs2uCNt2sFnjsvZwfnznZUxX7prfg6o/KdBqthxug3+ozK/Ac/
jK4zPVdALvA36YpuFkrPI2KTGB8YLRXdsegpV3pto124dN9M3zoKfF+g+aA1IPyenq7OnBJA1B5d
10IkB02MTUAAn38Mp/raR16XiHNM8AD/63QU/HXKKl9HkQnWOolWt75os+H/M4rpAhzgZQTwuYEg
ubHbO3VlmWGnTc2+KGoV6xe7uv7wuqDwDPgNRj1wiK1si0UcnxuL5oQpqO6dneciGAuvuPAtW/zH
OmXAiUEfAe5UgR1s3lxTuJNH08gJx9LSvxitwFGzXjyCc7M6Wi468skCW6OUpr73itQ9NljjHOcM
WPoHv5eLF1w/CFo6yfRNNz9EiqztO/QmQ83GtLzpx2+600UX7sI323AdZA2VefxfyQunGySPRNXE
+BuGDYL9AeVQxU8c3NHf/5RzTwnoJ2JlAieT03w6ylxWBW0QTQuVRiWDprGwI+qM93ZqVReeknOX
O75ZXEx4C/Mcb4bSTcqnwFW4ATWd2ifo6ms1MuabHCbcA1/qUtkV8zReuDTWN+M062D2VpjSq7kN
QezpF+oVV38nMXd1c81GCa2VR6qjHilWW0SDb8m0+FbqS6kHpUaKdGH0Mx8NZJdAxzNQc0dP5HR0
LAGTNILOGWpx1r3ECD2bB30a4oMKiiIN2laoRVCbdnNh3Nd4Y/PZuANwZLhkdKhZmz1atxreC1o3
hrhqFk9pm6Chl9ZRmu4nzWjUYzl0zQ+BZMlEJpbk0BC8ofpsWiUqSsq8sl0zO4aSl3iluEJg0KJz
b5g1gjyWN39HbwUJr9HV+mTXmWb3WABHfclS3f6FUAK9tLmcq8xvszGO7poqQaAqdmkv7sxBLZDv
aeb5m640xc2QUebYLXBY58AQkflLjaUl78BG1LFvYLA2+8aots+UcJV0V6ij/AGMngSV+rBu7tp4
piy2xAkac1EOLjVQ27m/FdU0T+CKneQH2kaUhiw3QSi5HA208MyGUmJBfjrt6GnFPxyt6ItDhPEN
+pA41H9Nxmqgws3n2v4oJZKNhtm9dKOZXLliJcwgkFai9DVFzm6hCX5XsHGUEOENPb9rRsX7PSmR
cVcjEuMEXaSMXxGqaO1DuhBFQ2Oz6hsCYtzAZtRwU/wEavO716TUgvQh154NXYj+WqdJFwWy1OrP
IndF5qu4qPzKO8MRR60yKWK5KpYkfl1r8isvlfsFS5Q+u3PnstYopwv5IOe81vaDAs19T4fcMPye
FuElI4oz9xQxjUVGCpETx6BN4Jv2BW1SA6J0xpY4pJ1sn+TcsQXev6jOHSTm0lv9BLhEtrgrN1aQ
NeN+COtppDwHCeCISFTxSVRje6eWDmAGFNcvxDjamSCH/ezAIgPwBfp6c3yNQqO7moxTWMDPvZ6l
VxzqrG1+G1Kv993Q5QHkGnXvtsZ8R7fTPaCCGF95Rml9LjshEdSqUQlwVa1G2XqpdqY9Kn/en5hX
3c3NSed2AZsN2YZO4FYTyVHjujDzZgpBZ9U/VGXW7+c5jn8pet8Gy5j+zoxJCSKaHiFbL95P0hzu
PRF51wP2Q7R5XJsem1oGcVzpx/d/3Ln546b3+FngXgH2nV5/XerwaKcksIBHtIdc1vqXWNVXKQS1
/54YXv39w+OtUCZ8egh40CvZ3HpyArmm1DqhfF1gOqqXngFuQ0a3dNDHCvxZHF8AeZ95QCmmEdgj
FrUKSmxG5EaxOpJlLTSj/k+euyXwtaLZCafMPlz50dmIIORXKtfKmT6dS1UXHcusmaE+aC40oZwU
rJqmG7FUve+Akrkw3luQJ0E2hZ+1ukVGC1jtdEBriElqaR+Elg7MoUbv5Wddq1R+Fao+vtkp2qHW
YtOhDZQ5t9jSFTdqbZS/kmZqnwHNVXQmlIu0+pWatNnu4CEhtKF3S8V3S5qVKpARa3TMkKIOk530
+d7GDuo/L+umH4ZTa98m0JJ0pEvxgPNVjzB/ZwEXqYzy2pVGe99ES5Z/PIxi9YEWrraRQBM2U1WN
TYtJW2KF+UjK2paU0R0tnXxayJcI4Gc23Krzi/wSTDC8ztf7+J8qLl9uDLxxZthExu//4ew8dtxG
tjD8RASYw5aU1C2qk+123BC2x2bOmU9/v+qVRQki+gIDz8KASySrTp3wB9nIzPveMb7q7dRuZPVX
zi46k6LNxaNhc7x6JmcK7SRFgfS0xIv6Lanm4lFV030Muna/ZEqwcXSvPNcbHl+07kQBtnquCqVu
bYBBd7In+nZRzvQNmZSFSabcblQS15Zi97CDBPwSjZ7zVxgGeg7BtBhP/czMPW8ng5nVEO1bJdjq
n4hffb5bNbJdSgWNLrHA/p8vFffivYV4fCDxaJwaxhG7uO6bjTB7eTnylWQqSdpcUE3X5uHTYCQo
UcXzCXiG8yLTJ3kNYdl+gUirf49k2Xyt7IFx6+1ge3VVuIOm2CFk9uKk/rMTlaWItFC2xlOGoD9G
c4vcfunRHP5hNEX+I7Gq4n6ZExjIt5e98krReIXMzWl7s3U4Xxb78Mhox6GnJd3ae6WrELnJmy28
6uXuB57LnS/kBgRzXl2tYo94bgUd6n8Qxvc1A3BGqoyKX4km+scxCLaUwi83pYaqKzGEPhtfc61B
HQ7KzEUyDScLBNVd2U3OPUyR9uBMefn93W8QnS04XcjpcJ2so5Vj9IYuNWp3apdcvjOwoPHGydTv
b69y5Q3SRGEZYLhvbtznb3AqQUo2RbqclqhVPhr65BwydYjvEh0D2mWpgKq/f0GhfCQYGbQJ1mz/
uYSRkpT2fMIYOWpcWh/yXaA3wU6aM/NYRSAibi94ZSdik0yfnDab+G91ANCLUqQYsdlTlY/hq5IM
sz/Elb0Rh6+AxYWgE6vAtOC4rXlkU2n0DIC1mQHTCE+equiD3MMlc6JC8cJp0e/UOFIPwhDXD1WY
X60cvNOCVEQVAQ6n5cEsDavw1WUwoAVpZtK0nAbCwXG2LHk354hRR0DX3/9WqRccTO0UHQz3Ojpr
TqhYI6jUU9CV0sdiGD6RmDYbt82bK9gqMMNgEUpgBBHIRKtsyhnjkFLNnE9hO5R3s1zFnzLAE35r
2+mL0QDaWybUASx7kkA7B8ZuKisVWZWsv5+YPg9uhFanX4GsRRNXc76pVTrej5rcfAgqJvlzkqG8
Ityrs1INN6hkVzIzxDUgFJLrIpQMvfX8aOVVvKDlm45QXSam97jQj6UHaDj5DwY5LHM4RKAxyiSQ
x+ehAYN2By1M+as0YWgfafkE7akaE6Ajqj2aw6fbp+LKuTdMbiKyYgob5OLOf9xg4v+RLPoMGdZE
ncqM6zttAPQUW8gkJoGlbmTgVwogMXARYn5sTpZcLYiqMNxELZtPeQ0+DcEhVJRAsjN5t6qp+qAm
LYDrJnXql9mOrRAq0ljeaUE6lg9tFCi/JJAmf5jAA6ecp9H51lkjrYD3vxSyKZjwBET0TVehAiiV
zp3lzOj2xo6rDmHsKtP8Ovdps1cjpfTevZyYaNgYEdF9QsLs/BtgNSSbEcink7roNVL1iGnXYRA/
ak4if1QKddxY78rlRRcRLQRU0IWUmfj7f1KBcGx64FHJfFKmKfdUa5p3RRiXHijFLeudK0sJ2iEU
SkYPJLurR7MSSZ/aaNZPmCNWJKJWDWC6GY5SMUYbT3UlvjPSJ7BDbILzuqY5jnKgVk2g6ie7Tn+2
C1IJTF4d9dftb3V1lTfeMx1uFKpW2xcOlxlEOmWWUqn9vUYr47FrGu319iqXr41/2haDZIGB1d8O
0T9fCEpAngCD1U64AKXAVUI4WAKrrAWZvdE1uXwg3ILAmkB2eRMiXD2QXHVGjwWaeirKGBYDQ1j0
yJt6g7bksKXOAzjjSHHwhZCFIOOdbzlzlge9n2wFdn/11Y6iRxi1T3jVtPQGEfjKZqtyO3WLpH7l
2cgsaA5y24v8c1U6GMUiTRn6zKciC8pdM7XzbhxMeXf7Y4nfvno2E8Vsim9BVOMWPH82HTRWXCiM
rINJT+glVH5saiPqWmpGR0fZJ7b93tkacy5iJ8ASrkQC9xowMyYkDWqaOscqdsZHur79LkdOcONE
rT+aWMWhfwGoBNwEH+78wUIg6omiYv+YT+kC3tJMmp8qxMTnQlVbesvSYj6XalIcdeCXNC27LU7l
xdXJL2D7W6J/gFSDuv6AWHDrRSFlwdEqzaQHm6XBSw3nXD8iwA7ytQ2nOxve1GPXj8WrgvdmSgtV
Mb+A9R0hjvTWcwPfZ+ODkxevPvnb7yK7EyquJh2XVT5SmlKM4qQSHIOqlz4Z8L06d6DmC9xEWXrN
s1BSaXwr1xFgyvDMg9fRplim231fQxkrFCieWRtiCgn0V492XafH6FxNfZVyy3dG54WSmpu7Av2S
n6kTOZ+kZJycuwUlXl/JDKacPfjwyk0iJgNwkxzpMRLoF88Ablm7sDtkuBm9+TMzFDNDnjy2TWiK
eh/ck0/IR4gpunOQQytR4aQCXLgPNEt6nNowAF5rkT6Bpp3Lz7gIOKrbJ0sACFiOILkMqFLt5ElS
IsCNyZJ5aWBbO0VL2nKnSY4BL02eK+WYJ0Z2H9da9LGpe+VDpVf9k5qZcIMmPbW9tqzSP5VCx4qu
/YLRQpwh/rMPKinTd5nTlgY9q8aAYBH3DriCKk4/VXoAtHGpu9JxczUmOsKc6UWPtxt9CwXiFAcR
BUF9SCCW/GrmSTw82EusxZ7a6uPnKK6N1MsrXUXuPazi71Ib97FrZary0zba4lELYboA8VexVhvs
vFGoVWtzgjg/L3+MMNMeiyitkI3BDeVvDXEAzHhpDI+1uiiZV5pVcWozqUiB2WKf4nVJhzEXLmO2
5xRz8g3oZPV5MebgRxX0EdS9UMoOKoSL4JBV1CNe0GpFhMNDaGtuakN8q/RQ6ZGsBoqwQ8t5/m4t
mvEfblEz4TIYJt0zsxF0cmyp08EZimBwIVjAFWCYkn3IIsCPaac5L22KH/p+MlTpVykHzuDCc9Eg
ggxR9rntIHu7Wt/NrTeVodK6NpC4dKdAfnpuuir5bwIO8U13erh6WjA2xq6cZGy6O0fqg0O36Ago
2n1XD57Sy8sP5G8QzwTf3fxSoEYixVvF0+ccIBgaZ2ICtgsma/kxI0uXuE7WZjkZFqkzbmkOnco6
GtTxQMGpZTQppPCFXHFhzqlgQLlvyjyLvF5Ly8feTsvXSZ8MuI7BvECSCKR48KSoaH+G/QT5r02H
7KWemwXWZqNE/xllrxh70OFa4GnN2PyXIZ+i7KxR1/6AMy+nO0WRilOE+12xj522+ZPmefi3DVPh
AIBpcOkqiaR8TfSg/GFUTv6p4HaOvLbI1KcpL8ZvMMW6125g+AN7MUkFXQ8MEpEhTSoSfGOC+NZw
Jjg5U964cTmOnzrdVh8SABSNa8wtfNZqtqRlb/ElBs/Ow0Q7KG0tLa42lQAvJVgCX/Q4zv6OqT71
e6Dd8lPt5HPhtbZefguDuqhdGmR2c8RO2v5l15b9pOtZ8IkpIKQb2l4avM9p6tudptVp74XVNCa4
V9dpyMgDmNcDZomYToQgkZ9keZyknVw56jMOLYS5OGqs71YgzcM+l5T0uW+UYNmXgzakeFhF1bTj
a0Kxl5zCfAyYEX1fBu33CIK84pUV7pIaQsWOffWTntOUeLNahK3bovD/Est5+JnyfABiLpeq5OJs
UIYHCfh88WDUYfwC4yCEcdAHee0CVqZrXSPD+q3JZPXPMDhJs2+CMvw0x4Lr02l5H8JtmsOvkBOo
Z+YyAgoV6ZKku33vsF1yxU6epUhCzDA2u/CzUcVGBb001gH+Zk34NdSj9kVJ2TS7InawQMydPvvW
B7Fz7AjA3X7ICWquYkK7LM3JgogixVXpZkZWf76dZ6xLNc4AWTR9BVEr0HhdXToNNK8ci15oovby
MDuZ+aU1o/IQaWp/LJTI2ugIrdOat+WwNRcKqUI7YXX7T/2oamEAK1UB8fuM73PwkDV68JpSoe+Q
fdWht8faVutinbK9rQoX2BGsf2FfcJ5zJMo8UpFrim8tSufXULwOPUTfjQLv2ipo45A7iR4No9Dz
Vaa6LFtZyhRfqgLoxUnBflDSbCO1Xmfx4lmAP5miwEbO943+/k8Wn2S6jYLDxAcD3nyKHHXxiKfg
JzswL+/dGxxmVHNBhlBWY4By/kBRhCCjUP84mo0x341S1P/o4rz4XdOQf2qiNPl7e73LzcGIkFkh
iRBsT6Zp5+uNud5DbVaQk4BT+iu3uvYOCkL5aECZ0dy5axBnHEEUb5QRl98NqKFADYuWEwae6vmy
jjouSGN2ztFIiA6alEw/onSON2q8y+/GKqAnic1UKnzF81XyAHbVJCdIWeIyBfHCctxogCspJ8lW
6X/1gf5ZavUeGf/meUrz+miWy7zLBI5H0bItb98LMJbIV5GjEYIGNDUYuZ4/UVilSh7jNXU0M+Ar
rgzy63HixfUusU9oLlayEXvlTIPKzfSGa8JOoQp5CNPrz6DFq3yjtLjy3Bagb84GHVlAWauaiTte
Lm0ndI4xDO6jPdvKh6wspI1j/rYN/y3NeG7GyowEhGMqsNhVNKFpqGAi31lHZ+nAswR4ScSHbI7x
hIprJd5Nhjl+aLoCYoqRm2irk0Vqz5oMmJW+SBr+KkGbBp6sGzhE402toZNSo0YAEAk2zFHJ9On9
O1z47lJ0vbU73yqPf2IGJGMtwrXIPkp1ru+UcbZ2cwcD8PbxvXz9jKQp69ARoWJlm5/vh5h2KJdv
ZRyXMh49fOpiL67UYOMjX/TCRQDk4kBQEqoFEMDVFYIMQWDYTar6GaTtJ02W4lMNsO1zWlmUxnEY
+qFjQLwi975Xw6HeDWjebgzGLw8zTVcQSNTlGNsT7M8fNcULpRHtT78vYNAkzhz818Z56I2GlH+7
/VavlKsgGbgqKZbFqGGtYZjKCbKs8yz7RipzhnCTnZ8wS9bd0QpAT3VDcC9VcXJQFSv3U7S/HyZT
LTx0Topnp07LJ0sr7T+3f5Q42udHgL4LtwLvAJrARala4C8iRVYj+2rdT0e5zgAZWY2zc4KKXrQK
P/X2elfeNzRLen7ETo6fsTrZJuqDvQSTG6HaHA19J9fdbl6SPYFuq017AfhhZ8HLYZhJq8zgol1F
T/xUeh0b0clXpCY9OXWNiFqgOnfqxE4DSRt785zkewAa86M5gPIK8FpHdqIdX0OMInbNYlBTj2Hy
Wvat7kFMdLaOgNjiq9dP9IGfQfOTtuFa0rdLIimDD9L51JtwVSd9P1TZJ6lX/krohdgYtBjN9LmM
4DxKnfIoYQ64v/1BLs867gnMfRF+x6oRkPT5ASgiYIJdZIx+lUHstywYf1MAovL2Kle22VuvEk1X
mqIXZACwrlOyaPXkL3rQv+jaUn0gO1a8ZirjQzov00Zude2pRGcIOzBdXCOrTw+wLgTnqE1+maTS
qwrzEKZt+l6VMhG6iI5AmBmD0H4Sm/2faLwoSVUZk053wVz6Y2fUw6Gp2v7T7Xd35VnQV2WMTPEL
cm39hXoUhNQJxVPfcApjB7fS8kq4x+/fB6wi0A3g2EXj8PxZZA3PxiTgC+Wl2Xtm2lWHVinfi61B
oJtOHXNAS5xJ4Kznq5StISU4DvV+jbrODg0e+c6K9cLr6ZlsRJrL1wa0SPCExFSNP1YbO8/KRMhG
qH7Qh4U/wz51896INjbaZTwDwAUylzEGfXJ9DRlDPWaMU6vX/Ip89HFQ6vBu0uv+rsZm6+69+4Cl
MAWn60r3H5rr+bvDtrV1kCfRfHWIzN2gloWHBPgWIuPypLKKqtKIF/AFxPHOV9H0KbCHmVWyRjEn
xIOm+Dm2lMLDwK12+6aMH28/1pVrkRUtxLeR+xNjxtXO09V6boOZD2XRhXuuxzY7FVE5H8MS+NVc
ovqHxouEL0YaP9fojf8Z8pmOIaT/H/LYpydjzJKPG79JXPvncZnXjBAGtBEk3y+uxWQmIs5zq/pt
ERkvBZO9h0huujsjFO0xq7LNfVPX025UG/MDnj2VpxdqEu0yTUMbSu6U8amSmupbOETqU1xo6SdN
mywXyd1218jZFhv36s8F1meIKThvcpXFWFLqTBOSjX5qhOGu77TmO7ed/QK/0rxTE8P0Wklg06Vy
CzJ5bbuARWD0DlSJRsBqU7a6MZYd+qQ++bFlu2R7iZ9kauOiyKE/ZvVQfrj9aa4vKCzBmYYyJF7t
lspeAJ3HtuqP4SgfM0mSXJmL/mtK5+ygIRn3+fZ618IIAyJaHORHOAysHrCesanvtUH1ZxQUn4fA
UQ66E28dgithhChF/km6zV28rimRBkQuycw1P4m4qvKuiQ5goWglj867bxMRqoAaiP+B71gl3SZ2
FjlCvaqPBlHmZxKN8zwZtvCmV96aoJOxDERqGCKrDWlUedUFMroURm3mhyguE99Baer+9re5shdo
IoAVYIRMALkgZDhlFBTM0HzaTfqJEjZDc6Qy7wvU51BOq7sN3cMrX+lsvdXtNdbFEhodLbYy77p9
Euqzp0joGPQ9Fhm3H+3aCxRUPHwtKIERaz4Pw2ibJ1jURYpPg3HyIlsdPMgAW6YO1x6I9BgfLTDd
gK1Wn2miaUpKmSv+lOcxOPJhIDfrhrsiqd47bOXmx8sEIjd1PTnGOhlPkOaYY4hL/th1zU5GuMRN
SpTGbr+2N3DCKnBzhgSJmw0BpUs7f28NHPfUbmXZl7HGNncyUvQ/afS1rUegrw9mh0G31yBt8j2v
q9Sgr2dKKG/h+ql6NLflJzp+hlCqGcPZVZVsRlwSRsDkIcFnH/swq+tdF9v5b33Jpd+CG4XcSFAJ
iPCo8Q9hKCrtKGiYBuCrvfTvT2pE1kQWBXOOum0Vjcaqj6BIG7af6r296+YhYvwzbgkuXDlXnBix
7URlQmPo/CXqeqUtcqo5viTNqDoyhyK8O7U349R6yKsg2UgBrmxDmIAU4EQERhlrlJhZSnoF+Nvy
J4LKQW6l4W40I9kbW1PbCBnXlhJYMfJ2QMNk0+ePFjPfHw09tv2oabXDyDjD1ZnyHQIj/3t7K15Z
ie+kCwUDLg56HOcrwRmYhrFzNB8dLqhDPaK83MnSw6LY/fH9S6HcLcbgND8pr1ZLhclcOcz+fHks
uh9FKztuADHqR1LG1vs34JsQBzQCoWWwJmWEkmXKUpRZft9mCfNU1dl3lMkbMLAr0c8m62JqB7oA
xsnqFA8dxoFNWMt+0RbWwUS7EqFJ1O/e/drEoMQSWS5j+rX8RteO5qLLreynQLp8XZHSfRZX+l1Y
Ld3+9lJXThQe5/RXRdPDBoF5/oWcDD4cNGXZ77I8vXeYKe4dJBL2hTIg6p6aP28vJy6i8yhoU8UJ
BwtCBKdqlcR3aq5KpdWWtBWK4QDmID2OqhzuS0lm+EuQnpDlohNye9XLHQ9xBhgNMCswNfB2zh8y
FaYPCfNFv9DNch/Iev2lyLX8q4VU2cZSlxtEuI5QdvGUTEDX9b0zqi1jwSr3O4pWEt6KYWiL0O7t
B7pYhQQGZQYh6sztyE48fyBDXYy2n83Fr4Klhw6WdSejbbZaYperkPIxaUI7g2ey16cXX/mC8WYd
+IEF0RGaf4EK2qxv7EARA862hFCzATBGcolzAQ91/iyamuBTmzSOX5dQCGNnbmLXTkxjB/E/2zdo
fGauJhf5oxlr5kaRfLH7WRvYHXUyGDKqlFXOHgjFQqPMA3+O0WvLQ6dxTaX5qqrG69QpH29/tItd
+LYQxB0LsQsedPXR5qmt+1mbbN9CRepZRljsBbX15ICCYrNxb135cijUkWSg20FHV1XP3ylOr7h/
wl3zA5DTbhNLnadDidv4ctceiESQASHDd6ERcr4Kws+E4sBw/DQNpmNDpH9AUrPZjUYxbCS4bzf7
apfAbtHBAokPdjHVHZfEHAdE6H1ljqb7OkQItJ+V7KFTzfAvguvmPUoNGWoKqvmANJmQeXWcj1bU
J56tpvlz0DnGsTDSyGe8uBguglvoECJwHQFwKJrDuz81s0yaPKKXzLRxta/ADBWYNFuWL9nSfG8o
deVr/J5vdjMu/8dSTGkNdrApRi+rK3ZqG9T6mpqPAI1/F+ajdQ9oB79DO9piIsACuDirwvtKdB/o
W2v2el/hLBKBkdCJCKM14JLclHIH0nkZ0ZKUBfagmIxAocIBDX7gHoVRPFZNY6HcV6q/p7QZv5rT
kGluZc5FcpcEQVR4HYaFjrtIsfExSNqcCRZU7tGVwA19jZCJe4BXrxXklHMQ+EokpSDKgyjodkhv
G4tndFzXiMtG1ucJStwHc8KUS5AWy2fi2ozA91Tnn9TOpnlelFHsTgDon6QoVAAxyZUJZErNG9JV
ZD/+AsSrvgVVEzc7mj8GIK8pVJ+UaCie9UXqHvTcSb93vaKkroLkCbLJRW2EOykOhy/mSAsAXcNu
/Mr8qPpgSlbxo7IbPSeqhdbfOMzrZD8y11FfK0cpix3cYrn0smTu7pn1t38Kx+4cMM2OhM8XwJbs
OBWz3vliDvI8lkZr7TK0HEI3xwqj8tq66llQHwrZhTMQhfcTuBg4Urgr/LViTYI6kCUT4NgypkM2
Q3pwy3Gwh4Mpz829bqatijxyq2leHE/Sh0UFr++qumTswLXG40Gre+OrJmf9a8SYCpxoqH3VUFSL
QTg1XX4wk1ipd2FjoNRsJ2o3Q1135Mcc4AtD4cLpVNfB+KB1na5c7F2YGMiNmkWYfkT6NWj3es+B
RAxPa5Etl1v8n/sa0xcPb5lgebBqLf1udgs4QCldylcz0ePPCeXcn1GHiwVirFD/s5D5qneRhDcg
NGjTOlha3T2VOAIKvGJt2n6nVTUgwEFz6n1YmJWzB7WryR8kIxNqF2Mk/55UiQ3nGAFy4yk5gnZX
F4hie1ahQ+o0Mg1ShhYpxfDuAEpjBYElSguBkVk3nQ0kSqHNKcUJ3Wqkak22feamlY1Znqph/HE7
KF1O08E8kPVDAINBT8K3SoMmYIT08vPmtHSV+irPizIhxhEEliuRUP+nghX7oy5cgjt74YWD6Cpm
WJhpYwNXKnO0GLZ+0GU8EcRFpGlgUXMnrq9EIAOA0meElBs7NcxdzyRy3vWBbf4qHTMtPXuSpZPU
Z9B/5tSUgiNdX0t+0EP0E5E9V7TBVfOhmPaMBymOrTZDxUTmkk0Omh2rP+MJD2NkIoroZ4NdTHOn
Rnb/BThp/yvNRg3C+lym0V6Nm+xXPXQJyoxhG74gJ4qcFsL5qf2xKFFBbxfErLlHFyX3B0ClX2sK
zuCUhYGcUEEZ9Z9cd2rwqgAvpLtYLrVkj3yonO6H0QabkDY5GhO1lJa2ryVp8mLhTji4NBPNu3xo
22SXBaHzW6bfFbr9YpXfalPJe/jEtdLvUsOqX2KlqH9k0Qz7UYP/f4ca71x5GZYnCJ9bWubsFw2V
WXfOsjZ1tUKWgjvTTnlPY+I00z2eBTpc6RrNUFexc/uhLQPMGuxu1u4QngXbFpVBgqRnSr3hkVd2
yRHx3uJL1U+YTJOGIfHaRxl61wUWzxZI37YvPcT20Zim8yu9NEpuhrvKHstpV86lHXl0ivTfAx3E
EHn5CS0Kfr9U3IcT94vbGlnjuHWQ1OUjlSj23HkjATk1E2dK7xxERF4mYWXlTYpdwMHWaunzNGFZ
uXM6yf7a8SV/YG4QRV5oxkvLZ0+a13C2CN3USr1P57SvH8OwGRheh2GNPYMm/0qdYZx9Jw7C7q6w
i6oXxKquOA6KtICCTelLbxT2FyUP3VM6FeSYKNChfb/Kb7sYBf3RKMtT24U6gNmw/ULCpt834Hm9
CYeDQ84fxcbZuswAWRVXYBsnKyYm69nc1LXVkDpGiUVJPBwK9sdH9ISrjQB2mT+LVUQdRzZggco4
zwAZP2hBYbQlNHkhE0IvQX6eYqs/gIwZHnql20IEXQkYWFOSWlGAa7Kx9iXPin6qTTmqT4ipzSew
wPkp1BbnuU17eeO7XV1KKE5RGwtsxCqH1uQJ6Qi0x0/jYFi04DAJWBKZSXSHxejtQHh1KSa1WMjT
1DKM1VJNXiHrYi71CSoftkhG6S1yiYPuDBLg9kpXtgVwA7hTjLQYa2lis/47GNbgvmdTXJ1qwxiO
ublY2COZ0nvbPlw0Yigh6vw3U97zVRDynSzIcmyLBMnbhu6lq+DGskuh6268umsPJEZhiBRoJnj/
VfqrqHITDIFdneZekfwp1u3HUja/3X5rb22d8+oDKqRAbJCGMUxaa491ZcbwT2+jUxFIbe4WZS7y
Ak1ZPpkRNgnA/GnmuNNiJKc6bQOke7Umek21TqkY1BWjfD85ToEyS6kP8h4jNXgUKt444LbGKvNr
bLER/cYuSiP9MpPfWWCOP4xQDv0opz/JsFHFMuf2Q105uwaIOjGgYMx5oZrSIG/RquMcnXCq6X5r
cqS51pLlHzVwzcc5BlR2e70rXwopM2EBhUwtXfDVJp8Wp13MwYhQekg6txt75ZuTO85Gg+naKuh8
OrRHKOepiM63no1nmeCFxKcikaL9PGZYa8loVN9+lisxHcUeOJZEP+zE1n1opevkIY06VsE8xF8U
0gLVTHUUtuehOqiMpb8wUtiSUbvybII1BSaSkRIRadV8xHI1liY6gifFKmxsk7QFdkVMW29jZ7yJ
vJxvd+ZwDu0r0Rdhz6+iRK/PetDYXXjCz6DWXWXowuVeD+p+9ELFiMKdkcaJ/mk01fBbMLah5tpI
m6H+vTT9l9LIhq8hRlCYbfTj8oicfGN78RhOulsgKjXfO0pGrlTUdvXaZXPgYPLBXM7tBxMHKQTU
3V7OBSx9mabfCE70kWePi/0dSW/tW0J9NXhqpI+fGPEljyY0wD+lQjXq9mghvWIUii23wiB2crtU
6oA8OnjYukpajdVDGLVLtyu6MPmxhIPZ7gzqvYFUZHLyp7Ay4nFX1j2+J3phm6FnBvQNvckKu2yX
lOnwq+zzxdzhkaA+NWptf5qjurV38tzPr5OcwgWcSGqQ/J+UMPd0WN5YuAQpHlgabJluXwODLnY5
/XfnsbfqLCb5c5QPZSjFX0cjV17kcXDMA+4Byb2MKdtDWoWVc+/gkWK5XRcbsTvIfabtC6dYOk9z
Sp6m15Xst9xiag+VxDaaUzxj8eaS0hUjDnh9+EytWf7q51KCBeHEquJiloBV+qxnJvGmiJfINcum
7wW2cH4xpyx8MqZOf+IntRhcVQ5E/6JIdGJUxOvHPiVFMuX2ibqIRvTUiEU0G00kWZkgnZ/bmvEB
RspT4ku6k9zFkVa5Y6HqWAHMwd2QbUGlLyGeQnFaTIEBuakCjXe+XlTWpdyiVOfbyWKd9MppvoKt
GH4HNYSjXMvUvdaUKZYFgSSlLl8g/EnjOt9oa12eaEYjAqAg5Dg05LXOf8USLfaSVGFyQqi4PyRD
vTxQuG0xjC/TC5qBiGYK5DKyt+tucWxELQevVn2ncsJ9G2Bd1AX6SE5vme/9jEB0dCSDuCbhlF7K
+SRhiApdq/ltFOq/c2uWnzqDEwbfOMed3Ry/3N42byiHVahis6BJRhEJEGI9jk5KbC4klKp9jUz0
nh4/LRkotUe5YrcauVMe1Fap72rMOZ6k2Jw/OkYR7HIsVJ6VQKdSSvPyNenLTYyn2LDnP0xMeQEr
k2mBXVtnqgFdA0FpTE5ToilfliAwFa4jUnA303Qt8/oRycF9vCRYZSZmr+8ta6DOnhSpf9l4R+LO
W/0UOgwA20iPOF/WapflzBEWqy7Ck5bFJk8cBfMXZuL2X6Ob8t95rqtfwYsXj5gV6gNcsRG3JEvG
isO15F77RYVJGHBgLtwHg7X8zhKE/3ZwQeZ+N+Q93jeFrHQ26mDLYP2+/dsvDwggDZm+psA8oWy8
uolwKlzowC2BnxYJu0g26x38F23jwruyCq9HF3x/OEMXxRLS+jk6I0Xg20GO7F8e/JZD8512vnSt
wWQy1gPSQNrlrE+hDXo/xnbF9u0I+79KC577FhbnEjtfs6LcmFNeWFTScxY8fJah/czIYZUXp/wc
GUmK4DjnZUY9HjSJVzZ5/pyEffIXLdvMZcgZ7EsaFscOMv2u7Q35WXXmMnQzfG/Swzu/JENGohx5
MER6XvEq4MLBDiZn7o1jlE0QInWibjMWwUb8ufiSPC9jUxJAwZtA3uU8oPZSFJhOD2g9hw+3bwb0
tuNB2hIJvrYKWHGheCrUNtaNtLGuwqXjbfpaYM9o0gWhF4xKvzGcukgyiR0CwktvENOMC1nlSutC
uberkGfp1Lsxs1VhKRNyB+f1Lg7nbB8XersxOXrbhmfBQqxKsSOacsRwefUGp4heqKE2oR+DSle7
6XM0OZ4+Vi9wef3OQQaoGh/KZLzLpuq/Ae1+K0yxlGmfon55agzdW7T02PXGAaG6Y9OG475MsWCs
rI1yQmzg1e8kwALa4SfyU9cUGSfHm8VohsRHzy2OaHgNxo9qMrNfE9IJBw3CwI+OzAjDKlw9N17S
xYUq3pEFeBuNcMava6wBCABx2Dk4dCmcQ7XE6V6XaG03pRp8uH1sruRFnGQ4XcyTVDoeqwDYGnCg
lj4I/SFC+NTCVAsWRpID6NXjL7GOteDGe7226xAdQ3iCepoKYHVZBIHKIC9gTtYjrgjESHdceZYP
8LVTF28VP6+D97oavEEp/llyteXMEqHkEXVgP47zb02uqPs5hdST2uFWenJ5cBF1RcaU8oYaFBj+
eXiYnZ6NUUy8zUVZjlkQ/Bjaqt9g7lzihoUOOokQeQa3Cjfu+Sp93YyybdSpn4zEWLfWI6Y8Y2TX
hFel/xMoTjbumQZHpqt2cTK6UB51inwpa1U3VgJEiUmFzUc5A/C0u72frmxdjAEEJJygQiqweted
Igsjao4NxUS4B4PiPFLSMVfrzOzP7aWuvGyKcHFpawwb+PP8Ncw6vKlMWxK/KHK02KDb77s62eoI
Xl3FhCgE5oL0b93oZBypceKtxDfadN7p41Q8h2anvJfehkQlmjV0mHSaZtTf588yVqYS5EaR+FRk
+ARb7cBAfTQ28pArh50ZN3xXbkiSEXlVBBHn+6iRzNSPdLN+DCLZfJCnULqfVKx83UjWx40r5tqC
oiKw4Vew7prpy7AVpq+c5j5AN9SgB9kgUqOECfK8B7OcDId3bwkmT4zFSUngMK/nPS06r05cqpFf
su+9eEEsb05S/f2vEbiKIKTQgBTjpfOPVZVtnc+xuDhHJT5IrXpMdTXaB2X9YUiYG99+pjfk5uom
MgR2BQqESVhZE1SiQRpMDXFsP6rULLoPm7H+H2fn0dw20q3hX4Qq5LAFSEokJcuS43iDsj0zaOTY
SL/+PvDdDEEWUfo2Mwu73ESjcfqEN7zg+Rd+jcTcn2a5iCOAcdJ+W42SSZ+B6/A3rvMIaXhFVCIi
62WFflh6Dfm5mCeEVrB9bbVHVmpfFyc5tABaW40DBu01FvZ9XQdhWklmptZC1ysx8AFbP3Xjg1RH
NTtDLlOtgJn1aO+gNtU7A9tLe99OmiN9kYT5jx5R3jdLz7Jp4/a4PlBL1wg0CPh39KzXXyMj67hL
nFA7Dal0AsVpwZ8WYEGpCVFQR5t940BdU+mo/hhaklUvut1wDC7f9RyLDtdMbz7FpVKZQdfb+Y+4
DusyqCJjGH3dGSrLb5Wy13axYVYmZsKpbhxkJ70I6K1wlimjXn/Uq8QID6mKw6qjJ0y8U0EP6v5R
uY5V/NilmAHIQkPZXjUn41RWFKf82AZPrSfpJs9tEY7v7SksO8INTgd0gdmtSyZd7zr0YJT5lNKO
3tkGzu6adMaNb+z6HllAvguTjZYNAWsVqkK9RLGmtvRTmkhzh8Np9YiWb/+yQHHe6xW10CkIhiTC
NBfIulc5UKyVSItM0jwNOBL5sWXnOx29oI0nunFtQ54nNUDCASgYgePyKLnAIXrmlu2JdDvIFZk+
JI3Y9WlxglXjV6k4LNNU2VrPdIOe5qg9xsvHNXv5Flj8xjmhL0W5iGrwAmpdbW6laMB/Y68GZkOC
jYo6oiG58V5zGLYVauUSsyjLltHT5fOSs6faJPUGoQzb/daQCQVjlLybpsIqhALCMVAHEGn65Soo
s092k9rNCfayd4iUpttDZo3ef+iZrqIDS1puoy+2CgNgK0RjKGF9sl3hHApXK45lTU/i/vd7o2uI
7iuzJiC5wOr4hi8fxtNFZ+VK0Zy6yAqP2B+Uz9hT2zjdZ9kHJW/jB22UduKjshMdZsrhZ2UYw8f7
v+LGp+fQMwQ+QJJAkrk6HU7fTDVGFfUJawgrsHWRHxXbDp80vU82BnnXkBG+tuVzQKCYBJ007vKB
a0MvdXa0PkXWhHpWke9As5iBESYfsGFVoIonYDQVjUFEbWbQpscKfbWh+3L/ka8/CGq9Bf+3NGcc
3vTlzyBXrvNyMhpwIkb0kDWy3ilwpzciwPXl9Ue0bQHiMOXjm7hcxanxxXZsLnKriRTa/rZ7MISu
Is2ji+dobuONy+vWUzFcpoBFYJLx7yrgGPGgqFE/ACkRcbwrkDvZjb3p7N69d4RnNOMXbRpoH6sz
y2CcrpOi5CeZZ2HgzhVKZx1oqfurXB9KiFsQtvnQF8G7df9e6xUn1zK9OFkSUYB4jvV9YmPuKfBa
3aivrpcC1cAlR+1NhCRyXb6mOHMl0kUqEWUcDQUYWGwFbjeEe/oAm4qF120GYuRifLEQ4KgyVovN
httbJvjqkxqH/UfwIhrWY1g92GXNOek743MV1uAAvca1P97f0uvjwSBzaW0sMobL1l4+Z1g4SEyJ
WnI8egND7TJ/zQvberi/yq3dXPSEQHpzE3CZX64ykEHFZWbLk9d53XM1mvPOdCfYNY5Zb9U3f3jn
l6myxYjHJFlj6gybexVOaDplptXnPWDVSt9luMacZQoeAv1i1XleDAKOdJFdxLZ6KXx0+pBugxOg
fIkQivqnSEf8qq2UANvRyiwOJsLvGzHgxnb8wRdjmUao4cu83I5pXIQr074/Nd0IwMRM84feBv2O
dVT2dn/nb7xfSHR0+MC8kwyuOy1mKctRH1V5Qqyy2FezW/kOAOH9/VWug9qfMTi2AAYBlIbU5QNJ
3MpmPSJ0Iqb6GmLwnBRt6M+NcchyFN3uL3brkWhvM9PiuuB6XC1mVq500fZqTrilmS+dEroPlci3
4vTNVbCLgMuxJBdrFZisjtGw1LXm5M7T9DbbJf6Dpuw2ovOtk0BCQSWD1CSNmVUHPTbnuQPbxCq1
NwapM35DTTHZNc706f6mXS9kE8sMWrzQb8inVwvBf8QEHZm3Ezj17JhMc/+AuLN6wKl9iyR1fRg4
0qS2yFjDokf79fIwKMwhF1x4c4rGqDig4zj6tpECmNPmbO9JsYVCu/Vo/11vlfyhmNegHM8eYiPb
fDURvvBlnYSfe9vONyYexpL2XMYWLCIQElschC0AEqu0KKFFMulj0sKXKtXmRwoC4INtZLV3ROnP
K0BY40IOErklRUlFNv9dwEQ2ETOcw/QhpagWuKQnGIFLU1Fn+iCh6Jioa2ny5JQoWu85+IYbGGru
mAfRmdPXiJ7KYl8uvVcNXSUw7Lk1fdfrQpwymJ6ZP9v28FcYFyq3u6yKbzg76+PiCia0d394XL8u
VftiR0RcNS5fbC3abGaul5947e5DkYlhJwhbu/sn9bo3DA6YVgd9NqYrV4SgetCjrBBVccq1yfg0
0Xb7uFh4R37Y2+qDdNXsdwW6++v9VW8cWqjGGD7CWqQVvtZsw22hNeZYKU6MlrFV7xGAnIFo9+Sm
fltuMfxupLwgEJgh0RJD4IxL4HIro0yvvLq0CyrbKHuiWsSZGNTNR8tTsgeZQYuLG1Q/lQSqXNcJ
eUrxaac3XmbFxku9+eAUNAhdO1Qca6Imt0PRUcwXjCVrNfJTMzbeqFGLvcxE6YDXVdSN1GpJKVbf
kLFEVQZoC0RwHb+VHisNKzRSuilsbpwWf6Gm9toUFoBg+VeLzIeve+ZhMOb39+wWxBbp4zKpXhoY
l7seql2sW7PITrbVi4dixpYuVbRiJ1Hm2yMCG23kq9d5HWUvmQV5zwIdWDuvUJox2cA/AW0PrUiC
hmkH8oOT/SOkj1wGWpEKFIYxJnobtSnbONHXFxiLc0FSxVFmEIwvH3YckxDWo5GdDGRZvkUg3Z+0
PHu3WBp5o0UXgZqbIh9xo8tVCsWZhdkk+Unp9XjXNGX13JjDtNFCvvUsxB0TIw24QVfgksotM3eA
03NqAazvu1AznmJh1o/vjwEQBCDEkguDHlztWGT37ti3CZ1xrMAeVHPMj1ojtENCn/nR61JvI9Ld
uLg4GAtwmr6TjtDB5d51RjsLfNaAI/0Rl7H7rPJzB6zXFEb25/c/G2QMZomLWBOrXa41lCGXGZSf
U10rOC5WoEQOUR4WI9HNmo4ItiHUen/JGy9toSFSsNGEJJlYbadH96KbIeOeQM96O9dovZ1AA/f9
q5Bw0pVhQrocxVWDKQaeVifg8U9prNc+5LvhY28Ia6P1c+NS+pOgAeNaFETXCKDImdUhacg5VaPN
X4ShKUepdtPzjD/UB71W4ycVqY/j/Q28cT44HAtezeSEUYdevjMsiLkG+7I+AbPoH8ndrR2ct2ZX
hOb7y10yaQNLagDOvLK1EGDrxJbeqVZ56g01DFqz+I0VnwHBTZTvP/RLiUCnjh4XvcHVqUj0MUO4
PapOCJDn+x6dgIcMXtlDnnRbzKdbL43jp5KvMU/D4uBy/8ZCiMkbTWiRoht2cef0Lw7KVJBu0jKN
/Fmr+kMuxVZj9daycEiximI/uWpWy2pepEOd68rT8s3vlCaLgthpPnZDwpDNU6eDqpXvZoSj8sZN
w5OyMmqmq10tR4Sc1XQqT6WevmYouAZCTu7Gq7uRKnCZAeyn17rYOaxiiDV1iOSl7KcyNPmxiSem
QK6iPmHzlf2Txp3YmIfe6IQy114sjehOI8+6NoODyU0ZXTbVyR6KbPIJ3NqrEffqC+SeKNsp1aTE
j2kzQAkloOnH3o3H0seLfAs8cCOU/UFTQUIGB3KFxYEPZo3xYFcnWRvaE2rvzhMy8++mwi9qyIvr
4iKWsFAaLs+rXiaT0mPJwffeeo+1IYtHu+nK/f2ocut4/neV5Vn/w86YysqIvUqvTs4U2ZMPiLjd
22pCD6TIzKOYIDMPEJ636ulbwYycC5I/3N4loF0u2zP6D3VwlKdoKS0QeQI7XfSMuCtzFFszsFsn
1aGpvPjD0FdbZyUqsr1qrDJ1iBMo96MBFzsVQ+WLGtPPmsR+I4m+cT74HJiHgdQhgq4rowauIA6T
5XAqRs/k2aZ65yrx1hD4xlPRq6NKYRfRszZW94FuNE4j+qo/kSg1j4kA1GnXMtwlqpIH5bwJJrzx
yhbfQMp4mvLA0JaT9J+TYnWAsZOq6Rlxk6j3OAY8tmacH9zOtg73D+XVBi4XHa6B3ELIhFDSXi7l
un3SGbliHjN0/jK+dMM6CBUq9XuzhdU6q8OfgbFup8blnNd1erZzYAFh0oUbn9hV3s8qC1eNKhnk
2JUyZmEU2KiSRB5Vp8itpyq11dfOHlucrrWiferNzgA3HDXNl8lqk42zeGvxRSV5kfdBHGDd/oSv
kfdzn5pHN1KL75YcMWKsGzvTdjLpPe+xT3TtcexHTz7mTS6rT+9/k5wYtK4WJQUqg8s3qSIY3aOe
ZByFFGhcqpPiW0b0v7xHaFLkLNQddJVXR7N2YawTRo0j9Z4IzDi19iiUGhun5SpU8p3BAlwQavCG
ga6sn8UKHa9ywqNVqeJhihLnxXBHeN5588euRgR9lsi3+xt49dUtiy5NeQyuYCCuMYd6pBshjeDw
6Fli/KSUfNuINYojBOWttvw1sJ1wTKJCkwXsOLnz6gHbxsgaYyycY29Xxk+cBPsHkDrpF62wlGcl
ivIPYZOKZ1Tuy4esapSHRNj2Q+bl1SH1VOVr32uxfBhiu934gq7jAT+ME8Tvo12FjNTlzodyip2e
jO1YYTJ/yERSfZwne0vo8sZWg6dZBv4LmJcG6eUqg2620u1j5yjoCP0lZq17krT//5lTqW/kMn+C
80XX48/Nh7oX+tULh2B1Yo3eceeu0llL4B9uZwlhrgM40gVDhauuPyiF3vkqCJMfZaQ2Lxbm5mOA
XFZoBTTTdYe/kUTP+L3U/Q6HavGVZfIXplgVHOjJi3/jKdLWAf8munKz0qDB5hX6iDtfTcewhTVk
pInP0TXDoOC2sGAB6uE3ujxQq0Sey8bHAIQ+UAKpwO+Ac2w1hq/zOfZgQevBhiEvB3aw2m/L46Sk
hn2cFYmms0Nv5IvspirxpWV0B9dL80duNfNZE8P4a9b0ekZjVI9297+wW4eLggBs7QLEJ9O6/BmJ
ISG55RiECUyAFi2NBIbbIDZWuYZ68LTL3BVZKB2dpvX1OWaxHCL42sdZ4/ugG2VIv8zrBl+VuDiI
rB0/h7DOgRNV3gsC0emEb32Dwfus675OoXcC5SP+fv+zLwpICAMvwXPdeMyyRNWGDGdXPQaxrpeN
vm+G97fkeXSX0EUtia48wKnLHe6zTMSeNeHQCRA2MOYaHb3a7YJEeltJ881DxVWHVgwTP4Z3q6be
ZM1wbArcQJusd1o/L2FITsNknbpexcurjaxA66cCdo7r+TJ10UhwpNM+3t/XG6FkEcon54QQQatv
9SsUEJVVHRbMAZza/I5/QP/mTB5SB6DB4m/317rKAxeyz6LszIpYFKzXmrIQVzBGPSRLTYe+mavt
kUc2U190hhWYc9a/WyuOFRejFhhQ6LcBsbl8n4Y+RK2HKCQgJWRvIquWj10afsen6N0KhawE4RXI
ECKWYE9WKyEgEbl4mCnHYezw20YKQoGj3hsKDkOz9j+8tKXzDXCBMp1v9PKxyIacac505Yiam/HS
hcWwL4zefE3Ratm40G6dj+WG4WIH8o53+eVSZm4LpTa96DRi9nh2FDN+GChi9yHG3BuB58ZSJH/E
V7oPXO3rVl+3TLzzPItOySLvMipINOmogu6aUtYbCdKtpSi68TMAcUiHavnz/1QIxjDARfZmcVIn
rXqc3Nl8csXsPbsASDfS2mWDVvcn7b0lJYKbTFRdHYzYtSo9saP4JHu8m91GOA+ojNS6X6nK8KlT
y/IncFDRB+Eo+y9CeFstluu8mrYwbB/rz8SGsHb5rHKxTJhDOz5NcxcenIXAK0wEwhDh2k0Ky5Fh
BCQ09v7dX7uzNJPQI0fGBnDN5bpWQRovlTI8Vlmb/EyixnxSEi37kGWz+9FAsWAjU7nxTh1A6Mz5
MEVgVrt+Tq2XSthJ5QgF7oce1zG2pJ0gB02Uh/tPtlz361dKhbDQKvkK0SC6fDKqoAiWGtx2rXVn
b2canVc/zp6Xo4KTGfrn0mtm2H/cjH/dX/hPonG1MuC6ZT+Xgd8qERFN54QDuetptFN9N4CY3s+a
RAKw7MNdlui/Mxm+Er+Rh5peUGDYO66yRzISXI4misNsxQV+m1F/iHT0l73Cizdewq3TTnNUW7hZ
HLU/l95/PizKx9I0BoOA6zXaKYuE+bMYjOybLXv1Ieq92ndRvDnD1ApfqxgRn/sbdOOGAfLEeAp8
yjIIWSXGOZ+BodacubZVq4CvInvDba99Qrkm/VZaufj67vUc5h983zT6OHSr6Ji7GGZR7IXHXMXf
qUAGfA/TP31J3KHYOHRLTF+9+v8utQY2tvjBpmhHhMchw+jIrSbkw9Dze38MZhXKcCoreuprXIdX
jgTghFUcrYtex1x1d7OilB+nEc/b+3t3jU6nJ4v/BiQg3hkJyOowFzTvi04vwmMyK9VRH8PyHyh0
2Kp2dd2Bf0rQBZ+S+YEWf0mB0dSPZe7OD1jRd9iZSkcc41TXz2GVmn4C+virEzXe6/0feSN4AptA
DJIu0nL/rQ6UKuyhUZUxPPJzDmYJomEoy1dnHE4qrkbMe8OXshMbQ5tbkQzeHnwdchfQYKtTJdmr
qEZL9zgJHEilUdhvMbCIJydpzP9lKfotoJwpKHgdl6GspU3mQWVRjsxcv9hWCtEKKN+h08Ota+hW
vkvIWlBWKHzS818lLfOg9h1mZCHxWZ/38ZDPz1oBJLFwcsiBZtS9qG7ZPYaiHg/ukEyP7QCf7/7r
vPURLTIrC4kIe5E1N3X0oqqq0f061g5qdlzL4Q7y/ZaR840oBKULUtTCcQOdsbqJ1DKDfpm63jFz
JoAvTLurx5Yh5740+I52CICWG6/x1nMhLQ4WYkkJuf4uX6MM+wQseQ3nEgD0Dn9CXKCEssW5vfVc
SMEuhTBaHDCULleBtlNMMxDv4xDCgGbqnD6pTp8ex7yOPyV2r7w/zeUah1mGXzSbuZZ0QcVyTCqA
YUd0DIfvUUqXp6TIfB0QCtqIrrc+ObjKdB3QzdLYx8tHi+uycRXbUY61OZVPdpUW3x2sRHY4R2wt
detdcVtAMOTmoMRcnY4WtVK0P9MI1n5sn6SI25OVFVtopJurcA2T3ULzopq9fCA8hyqjQADiNGDc
E5TSED9h06Sf739PS4heXUpwC1lCJXNHtmiV3KoFanwYRNhHs3Dmp1bxvL3TSIGifmkOr12GiBv5
QL71gV29LapV7idIpMvaV0SqsO5EauYjai5J7+zGOjIeE6Vy94WdzxsH42ofl8KYc8FHCnOC2HW5
j5QpSVgKpTm72eg8Gx4CNnU1bFENr4Pj4nvAuILaGJwjkPfLZewBFeK0j5pzmGkaTroI8FTBJPQ6
xjoqz0amGJXxAaPcpKcB3+uA78022hWmq/z7zlfKLyF3W5hYxOqr3nFHa97DOJlfYluD3JEFjzhX
aanzkkyNGB+MxPGA4sc22oL3V77KHRnfLwxkoHoOWcEaTe6VFTnArLZnYPHoP8aJqiPy6Aza3p10
/bF12/Bgqbn9r5m2inNoc9fcgElev2yGlx4MCmI2ueu6/VPFsgkbsyzOWlF5v0Hom59SmBwbYe0a
6E13bWli0btF7wEZlMuXHXO5V1E9Fmej7JqPXhka+0Yd6m9AbgzfzkXikeRMPekFPfyfk+1SHHoa
7lGTdLqDLUuIBKnSPIEDz6FZZc7GNtw4jZQYJPHktYQppDIuf6AxZFqrWlF5FnAhETHANH4HKTz9
VAl+hQX+4K+eMeaHEV+Bp0kXwwNArncnvA6l44KAWMTluEWX2+g/pUTqYiDviqo8d203v1ipdE+y
ia33IrT+rPLH3e4PIXB9p6GjXk5dV54Txal3Tavkz40wkt39o32Nm1yWYRZJI+WPd8GqZKSjKrVB
DOU5tbTpzRWJCKY+Vk5VOfApz2X/kPVt9GJ5CCzVpjl8ziM5PPZUme+OZ4vcEVUrVzhsMHsVaLpK
0/Opt9IzzXsbfWREHH9oVtV9u//AN74keP6AOsCjAXK65oJRYaBpkp2drKOrb9ce0jSbXqTX9wBZ
1h88JthIhser6ycJ3bRy4yI7pwXuqj6kS+0lGycL2m+RjT/uP9KtxVC85EUunosEiMvzmKVqZ00z
YjTFpDtfwLUqz2Rj3uNQzf3GB3hr94gMDELIICFOr76/EKz2UA1eefYQ3Damrg4UF2rg/ee5yuYW
gQ4GCXAFlm7CGuTZu0XqlHZenVu6w7/NyNYO3ViM/ybzHO1UkyN5f70/TNSLZIEFwUXTEyIFp4Pv
XG7gFLkOdjEiO4e4jylg+T1tRMKMLCVIJyMtfJTqEMM048J5qkLdw709m7EAyoehRbhKiNbBTQnR
mshEU9CfJ2aAcJuQ/A6aIbX+npJeApXoau97Tcf9VDeD9dg3QxfvNK1ukOqLQif1zXoMT4xSakQD
2iF5ka5kNJoJk7btVM7Gz6TsYZtg7hXSGszU+oOeMVxEoyH1EINW8jjaNWhGJn7aW4m5izpZHuuh
7mqQ3nEF2a+b5bQrh3r8ZLeGHj0YQ9/+MBZxOF+ALWt8VQ5uikuyUIejHDzArRnKrRUi280gfbdX
K80faxFD/QmHOiL25sWvfOjD/LWVTiWOG2+GjV+9GIiJWNuidcDWrcUnzQYZdxEjE1pxaaEID23e
cdKcsdqmkt2Nj4hG+cKAX2R8wQxdngGF4kIMsM7PqkycvVdBOrA6FbKoucUfvJYldYg+DFiQzybb
voIGMjxUh7llKYuydNfCf33sx8zeh41UT6h5u6damaPfrhTam+WFzV4vTfMtQuPuR+W2WpCXvd6i
QpBEj6jCpi+oeOVBkeSOL8suI7mdxRPkBXmaUb7dm05q/I3Qgfnx/ru58ZUywGcWha8zu2YvoeI/
t6CNua1XLBKukWIZpAVaupuqDlnkMDSDKsm+31/u1vsB3s+rYajucB4ul2syRYOSrBLkdHTORiPr
/bJ21YMSllvE9etmpgMmDSU1qIpEIDjdl2sZVK2z1TTt2ay4/303cqZ013aF9xbNs9bu3bLqyqNL
HJR+5Y3ug+qJafCpTtWdXoPwxPI8TJ2gc2T45qHB87uFoU4nadaavbSSWm7c4jfeBfLAMO0XARKu
89UNUIa501dd05yT0h3/ZWhnoFHTI9xH5FLn56hwtvKG65TYBJPCF0nDgsnImjg6c77aqS7UczQ2
2h71IRwBhn7q/9FGpt+7HDT0U4Z62DGenOGk2WFbH+4fiCUor2LDQhni0uM1MUJYPXMI93KRsVPP
VufsDKNVD65oPyZm+q9VZOkBBMAWRAYH6+s1uY7gdECCZBK0rl1RX2yKwmZNITK8J+ouBk9F0Nfn
pygTRr2rbAxpH1JOwoNTiJCDGrlWiCS0gUldXnckNjMYbr7edhwsvwfT5sFBseK/EZ9Lj3lRT6Nv
2iL8oNjJmDyohT19m7FfyvxwpMdW2zhm0EZBR8Gf1Lx4JaTPb1Gayzc01CU8rRYpAMOKK+YomMdx
DAZH6bmp3PazaeUTqLNx+emZPvSvdu/1f1dGNOP9Aaf5kyXoOPr1XA7fMz1LfjhJKOa3wVaSlFsn
TD8V4NK/T4MpPsCpcj/Xrd79siOzSoIqHZLnQosSZd/I0Ps1p5UdB0YfReiLF2P/TxM57eDnaKa8
TWkODMc2w09w/1v0/63Z/BVBpeWKVTXlrCZx+FOospB+LyZgqloY5Qj2J0Of+2NGr8pn9G19qby4
yndVE/WfDSHRygehkfkyFmwOrARAEE0M4wm4BluFLm2DscWsOS1+SLlHN9dllK4HcdPML13uyH+o
cx0A703RvTiqEoV72yoH+ZAOoWgPshhdGTRp3vLaytYb/B7GWrdzRKg9cK+iOpKPDjqWSWIwKa/b
YQ4SftCAXs6Al0DY9sPfSt4zzeIay5tnK8rT8QXLgbJ5CCXy/4FUk4zLNzTdOaC2VnXudOkVD6IH
UgowsY44VShn5wGcueyHO6A/7hup5nzI0gFdGbBnPL822i3K/LMb7xMr1X6QnuQT9XhidwG3eFcG
sq7iKtDcKtX2ee8m9W40eisPuqHIn9rMsMtdiCMDSrx6p/xLYc/DtnGo2JDrSz0ORDiav2EG5rmv
hLoaPol5UNyg53/SL1q7/bUQgYRfyUSXe5BPme6HcVLYPj055dkZ0yk+IBrWh4dE0aJfAOXtbmFm
TWrAy0NJWDVC/nFEYTo84dypjjENNPuvCfJcQyDJdjmwWo9pRFyil++H1RQmR2Aw3Rv60dmP1HXS
v/t5sHqfxEpmG/npjSSYTgC5AjKNcD/Wc8t6ATmpmlTPDQy3oPZE8hSWmxH2xoUHBcNEkQ4iOxFu
ifn/uV/R1Ry8qTfnM82fck/dO+8y1C53laO1G6H05lLgYGnyUP0Ac7xcqjSMeWrnXD273F3PeYnY
kpe202Pk4X/w/qi9KGXRCgYBcCXlhl6paMng57Ou5/UpY4SwC12134dF1v9yUhcO12TVP+8veuP5
wM7QqmUOZi9Aqcvnq0r6+zPB7ZyoavVaKEB+fVpY5bdoaraA0tcgJYeGHG2qpUHANbFm5jvcEV3e
qtMZg5+w9U1uDEIcrhuOP895MwVwopSXWbNiBLLdOZr9GDbWv3i5aJPfc6l+6ggB/5pZWygb7/n6
4IKEXOBDABMXQvwqh8q7KGpncksu7br8bqGffUKL0O79+9u9bOflzQyfZ3l4TtQCg1x1kSbXyaIo
cuW5xQA+ME0m0WWZF37F+91VgiB+f70bj8V65NEoSS3zwVUmoKYIYzS05M5qyBVTC0PsE/wR9/dX
obF/67nQQKM/hqQEacfqGCGvODFTbc4Vc+Qp0PVBOdGKxz9LU5Ks3E9c6ky8By9pn1NdRKfOGRNU
EezQkjurCeM8ACScVTvP6sbxYI2afjatsU8OAFOdz4WZ619a9EmdnZpV7exbSRIyuG87vd1FoEPx
zmlL54tjNhVy5FXMBGdMtVHdRWodVkHsmeVvO6or1e8H6ab7ulTErzDs6dK1hlt91p0p1ANFrbzp
UDuOovlVJ8cqsDH4bIN0VNxx32GG/UOmkSpIJXI995PYBsc4Fj1+CZ1mNW9Opg1vBSUuZeYkDeNQ
NGOb8JSp8SHnqh1xwgGYvdMVmf10o7j9kemiTfdyxijJ7xPTxQ/I9NJs1zGomYKOLKXwrdG132rs
rNKgy+OhO0eTQoMvzGI39Xt+WQytE0/Sl9SbG/0Tmw7RQUnt7u9ReLry0ApR/57yLv4ZVY0sfbuJ
Gkb6Y96Rg4W1o/ogFBBxdpa6HW2VaMAAzSjLAOWW4nWoQPgEjERkFqRYoyC4IivlLDRz+qKAhPk1
aNbwaFZTFPncRvKvkXxJPwiJI6AsOiU7eLHFKxDNjFaaMqiqRMraQydYmztP3QsOlPMQD32H8k+k
aPN5TNOleOiQZt4NYBh/h5ketyg3zwhL2nnWPqqGlM0O8Gb5d2E1ce9ndkcxImMze+Nelc1eRffq
cxXbxk9OVa3vkOlQ9AB+cVoEtjFTLGtoZ/PftPeQWVF6MqL738QSMNZfOgMPpvKguReNgssvQpqj
1mmeGM6NiMedoG1ypJpKaj/qo3InsnD+OIRNjN/l/9CEBagH2FSDAcOLWYttNU42aHgQDeehqDUf
yGsUqHW3Bf2/Ecpg95PrL6Hsut/Vo5jvpbrbnQsjjJ+gJjSvxtIDSfIp24Fz7jauxxuhjA4eoANu
fHDy676hOruDJtJYQqRIrA/zMCi5H7th9e7eMq0FUAMAKUCH8GiX701Jo76vjESe5ynMzrOxwBZM
9J3vn44/mnWr47HM35iGLfc9IOXLZWrXadq2FPKMgv1oBB50iQ/IAZqNj8Kv0/gwjsezq8jmh1oW
DVnnqJMA8AXkka84mf1Xmznhd/BapvRNpW5gB0zC/KrlpLTBbCEs489UJEVgqqUTw6yfk9962Ij2
aGKt+KPQ6yTe47oxZ7uhU6iG23CiHikGOYR+gk9Csgtb0N20x2Qj95kz4B7RJTVi6UofvURm7r4M
atr9ltkc/mvKOj1wEOvWh10cTwfR4wLjR3HsZTtXRS/W1+WMARBXnPRwkKAdEJBCSgw0YKFt0XSv
a9EFBwNe4Q93iaxmtbmYbrWZULuzqL0WKw+ptBjVxMmxFbq+R1Eq/7cwG/fT/Xd6nUqxKihv8psF
RLWWKWzqIqv7xuCDMNPws5ic9gkfeesZJuW4ka3cfMCFgMwwlYnAeuqGv1Fqe/PYnSkz7eSgU9q/
moj8vaIh7dHi9Mqlqtnqzt16QPh0YI7ZV0B7qw53khpDGoZKd65o04x+qFbh86wb2RclsvSH+5t5
K6OgYKMFCP+Z+tZcf4dRkzHG5bZzjcoag9ENTb+nzx9IO1eCOiqmylcM2fqJGtUHrg/1YzeN6bMk
gw70RPUOYd3Xj6mM1R+0sxR6EVn+ghHA+OikuvfLzGT0XGPP9+rYIn/i29BOdWXmG2/qxp7RA1rE
MSEiIyawSsAMu49dOXf92cQ55kxdmj5Sko2npozE4/0tu3EoFhTuAi4mwaYfeHnq1QZHyEGX/VnX
qvYrTYgs21EO0h1Q6dfZaajsclND2/z+sjfuAdo9iNIiVQiIZQ3yF57dTUk39Gepglu0GloBbtjm
Z7tU+y/pULobj3lNbuEMe97/h2dwaOuOXsf0IXYzsz9HZav+0hNrJtYppZ0EWjmYTw24/5+x2bVv
WTXPwYAraz+l7u+l4UCTo0Q/ysf2s/grNb3+iwzjNtrDipBfG7uvPmDtjut0Dfb3ay5CWe3H0K5P
w6yVL12sKJ+brg0/dJroviJfmf2ObafRfa1RvtoxnQIqXi0vD1MBnzK4v83X1x8xcRmcLfqFlCmr
mOY6o8jMOR3OpeI52K8WgvmyvmXIdP0yFzQ3AJ4FNQ6uZvnz/1TWkS071cjd9Jzl/YHZfgWxYWi/
Rp2lH0vGEBsPdX1k0aFiwASoG8gQ4g2r5YqsssDbJ2cZipHrZTwkaliBjM0yPwm1LwAHtmAoN4pQ
0gj055c+JaSj9eAkSnG1Km0nO1eIQ2eBLcWYLJcuBEKYHHN60KmJf9bRkP9TUxTWvon48Hf4VEie
68UAhwq7S0XuGZbId3u/wRMCQw/zm0n8YudzuR9uCuCOBnqHx2FPTwNS1tJy3Ppir3f9cpXVXFvL
MFlSJ0Irl7j78H/Uncly3EiCpl+lLO/Ixr60ddUBQCyM4E5KInWBURSFHXA4VsfrzKPMi80Xqawe
kZIlO+c2lmZlpiKDiAg4fPnXsdZUwRksLY8m5wWUfuO0nYOx3v31AP6FgoKVCi4dZQA3nbni9Yej
mTqfpJsPx3EkULdgz35jSHeNJ62tz3zI9nPXzhqUo8V8Zg2ese/8XH3SR8ONpkkfdr0+OscqKIPr
ROTVO+/u53n69OY4lyOI+sMS8vrNBXzexfOy4ViiU0JwbzpkDOvjJqjk347s5yZzh9k8n2AASn5e
X8rTlnpVnhiOLRsjesaGBZh3fDdH+jTdv95hchko4j8ksKcH7PVlmsYy+7Rhf25z8IxBI5NPDUzn
VT4tLRkRBdm4STBsYEVMmLWp2Gj9vHyQvVvu0Lp1/w/fL0V/3HvQH4CC0/f/w8TSp9rAWdbg8Jqt
2hFP2nRNoaLcLuRTv7Pk/jxTwpAj/sXFQJsJe6TXl5KS0z9dIjxEvTWE/FYfee1SbP56OP88U+Ik
QDAKUXna771leUy/kHVisLCDd+d7jvljaIFnxRJV4qbr1/6d8+R713vz0LbEKWUjZ5OjcqrhI0ab
MbbVSHys0C4WU70XMvAL8QtDB1E+eBUrAvT/629xokW4F14wHrHjEJ1CR14beplZ70Uvso9J0y9A
H9ni7frZbc7HxWuOpJDLSB/G8T3b3S8eTiTVMGqnROSfEz37NMkNr3VAzaB+wlSr1nPiVEmYHOV7
RTg/u5TZQiHfdgLMmg5OrdPo+mGgDjKY2sFPhmOidd59iZ0+j/peUtHuycGF2CpydefXFJJH2qjq
j5rnTx+JJyF5srSAlaJFMJ9tFGceavgA+9/r4TpNk2+eaxLUCNPC8w/B/Nbc1dTeYo0rEKKbOt65
WanCCTs8gIfa6qbIqAy5o0pJRs5krHd/PeZ/8WTRv4RNg5o5aq7/mOF/+G5sUq8NVsTpqNWcLNOk
tnZmN7x3uPnlVaAQMHXC12I5fH0H3LZWpdEn0zEjPSGu5NTunCUp33l+fzGmUEND0560kThM3txn
WviqJjk9T05F0KaVFo+2kl7sQP28s8n5xefhShxhyI3CKPc2rjjxUmO2IdCO80pFVDOLKR5orX7n
Kj8v6j6wBadP/oeSk7cTrOKN637DrMf0xyy02EaMdYDGKEutEUTKsMtX7b2M5F9dFFM7XyJnNHCZ
N/uVAYi+EAXnUA3107YfVYbUtBVxvqj5YM21eytLTX9HN//zncO1Q94FGhHmJdaU1+MDkV1XYGWi
MVlb7gZBUFtntg90Q+TvXOgnIp/Jj4vgguPTkZ//ZgpshVKqqk2H6gc5PSaDsEiPqsmTMateu88p
mi+3oq68y4KolPOs17r4r5+3nz4p5t4TkIAEEeHCT2xBpwGgYiDvjn1X+qEsrTWWZm9FBRvqd4bP
T4OUS5knmYSFpohrvvmsia4Fo+al3XEI5ipKF8+I1pmm9r/9gdAjEMpDgBSG4j+qun6YQGYIyznQ
mvzo6YO7xVp269Guvhmy9P6vL/SzTgVqkHsGenBiIwm9fD1IpppOoMQu0qNZohqiXjXzBG1WC7EH
7aLaJqJXtAI+X1WZbpXlq6tAdeoj2V35VW5NU0U9e0txnN3VXk3bxph+ddpJnSyYrWfjZScgY//X
7/mnh+k0rGEsEdbwDGNfev2WS6oeczv1tYNCkfBEBlWv0WLq5sfMHuYrGu1yNxJ6N/3d6i+mdDTK
J9sLl4azfX1ZN5iJJWnT/FhZTkNKkhwjkTfdhr7u6j1d1E+ozkkRg5kIWIe59yT0en2xJUmXbLZX
i31LUT3lWC1u1mbhRG6mDl3uQWVUxV6tKj0k+IqmCH3tWj/009rdGr00tRuLTB37eszT/KzMtVqE
uqncJnbs2plJwNE6C6g00IKoIO9zIFZV94YwKfX+heTL5Gp2CtQAeo0xLyw0pZAo1gSKIRXoCwf+
x0sp9i3rQo9XMQn3fAha46RbkJzEvMQW5WFw0vImlZ7XROXUJnStuIUltz2puiT4t+sUL+ncOcdA
9epjwG7aiLXOTb71k6luKdymftcYOOb0g6JfLUiMhcgjygM/N2LS9LOsJv6EB6KwZeTlqVOFkzHm
Y5SZbuVElMK3+znRE6pz0i7mubG+1HZRn3I9SnmemFVqRmlViyTCEuQsRC9SjrWdcDDRWLPmaDjq
ZfIPNHWmX6BiAmeburPIOdLi74qqXjnJvlw1tBo5UNFl4+WQbew3uj7unNW9cpJuHfaBvQ5r5Ngo
CjZuPhaf/LYU/R4dtqtvlVEJ2iD7cWhu7bEQ/QYRXPpR00fUiZI+Aj5SqY96rFtwYXznss+RrmTO
lySYEx4wDMCkJlR2YYR+37Ydi7OZPVc4CWgdojeFPC9tpdYzqYf5sarrnkqToKeNRy2O9smqS39r
rr3x0BEtMm8VlcBXutRqbVvldXVHTVq/Vbnjb0tV61k8E0R7zTdtfzby3jx0Y+edmcEcbKbRkDfB
PDcfOCXb26Av6ptmWBDVe94HtYqGt0dqzEflmlMfEbzH0MFWQ7K7sl8IO2Ki0dfh0SN27LPwkCBL
yvvKLa3pgJGt2YyPjelm61bzZ7rTRZZnn+psKJ4BzpcgNAsmuLgRnsSkPApwClK0EQllvrVEypSZ
TX9pjUK7I6aijc2m92sKDC23D8vZlC/dCaLCTzt8EzzgnBXWsn1c/Sz7BAXb8uISs9HGapMkDzVK
7a/7QE5UuK3dI5yq+WTTmPfIF5aWUPOrc2cVud9sSrOd0cNWtVXHaHQKN8o6wz5Oa5EGUZ6Y5s5Q
qdEScyKXhps1qyS0+wBam1T+obgRACxsoUtbH0Lh49fqeiX2rif0alMTTf9UB+J029u2XHAwyNEP
3ULruNctEvyo8v1GnSW45ND8jLp80tyu+iTXYGhjDnycUJQG4LmzsCheV0NeybBTKGiiTiY9lO5a
1EtUGMvp+16GsThrUOSZkd/46XNe5sawWSkwTiP2O9MHg8mkpqA1mS5TzW4enbGTzRZfVHqX52vj
RylqxeBSoA6+DNJOHc3aMuYwQ69kUt4YLG7YBFSqh75TqGXj0Ht/5ChJXEafpOXFzM5oxQ08w4tP
doump7On8mO2kE9JV08+lAdOsX1esLl3iFZwlGVvBA/hGA1GNZ6VZu8WOKgW81b6JJBHQ2UOz/QB
OiOJZhkRPqlkT7Tt+UjBLtCGbtlwZqqG2BBedseDOOr7Far6snfzmjkxJdAgpA58vLZVoua45kMF
Yd+r3o46lfjhUmTztBWcjrLQ6Qq/2yyFQ3eJwHQStuUslo03WGsXDvNSEOac+KkZ+gi13Y1idiRO
e+h9m2igzJiQPhWCx2Bk9g39QCIExKyc3s+iKM2wGJHHROvCBBvpa+23m7S2UB1nBWFqdVYadhRo
rvMltQv/rmMVSC6mqZieZ4bQjb1qKyHIDhxolFiFvCyFojzHlvlyqUuv5Z4OlntXimnoYgJASvBq
V6vUzpSoZmNPecl4ISpCZy6GQiEq1xKDlRcRvLgMGqN5mA1BZXqRC/E4aCYydHAAogMkyrk+HOiC
wF2DORoDRdLTsp4Yqo6suhADfL70jnZpJdlmYH6OU3NNs2g0AzTxHn1rD5NvoODVFgcsTJwYNLfG
272rq1y/dZlWjxZ1ZE08gJZeoq+3a3LuwVoOrTL1kvnG7h7cZG3Pcp52CHZ6GqpQy1pFvURFylaE
aIznfTTT5Mr2KYIJ9cHTd7pi2xFlszJ40PrZummbltuSVSIbYopTKzdEazfcdqK0xi37bLOn0F46
Lyzf4hoMd7X3BnOPDPlq5q/IjQq5HROg0it7DIQdukExpHFQJTzP0vfWNpZ633+DfHf5obb44tS3
iiQgH9dqZrlFGHvujx5suePQeR8jxm/9XVF4tJ96atG+eYni/zYL/tsSFWp0cbPS9w5tWuXZdVaQ
n7mdE/qDdqox1uJUZjK+EIenF9tuDFonIvdwcPZ4x1iO0qnTvQ2Nd43cSPb2n6Wjl7f5aM/fDA1Z
yXZFmaEiK9dQJHgDzvouXcTTaFbtM8aLgrrrBr89Fniz3NYmyx3fXWq5G8PJVLMx67bI48IQnPmC
ztasUCd9C+WrWJYrW09ztQGHSIy9Rc8vJ9CqkzsKGhRTJFxFF05EV9ihaAWZ2sZaXmmuNcLsWLX3
3K9F8FCQtfW5ndfOjQ1oqGY7YEu4p20L0VQtiJHI9G7GCkn4+yagvWArrAk4o9RS1KJVoahBHdc6
0SIKAqwhhrqtr7FnFma05uhszb5TdkSNo9VHM4rBLHKFRaBW5UjLIfxIeA+W2diXaHSK4kaijynj
jl0gyZ62ti5x7XQJggC3EKhz8f1fYglhaaPqialQCKND65FB5UZr0mHVzzvmdWf2pwanRxdc6wSI
PgxDoH1wqt7pQqH1xoIqyDaLUDNc8W0kDemT3vuVhSTWnc9zx+DLXfpBu+xGnZj1KlDak1Ga+pVh
1cYcW8uokoikmfXoyrW8M5VJxEU/Wuhhg0GsZgwlmX4rJ2ncr6NeftH03A82lqS2Lxx82X5zgVSt
sOVAWIXSK3UVIu+lhSirJuslR6RTMZvlKg+bZOzSiNZXcURjquoN/SG+FTcOJ5NoHi0GuNUap01e
xVQc93WeLNjqKxC0SZnlQzMZ7Z2m5JhGXnXKqkxbQ/tSpxVinGpK3H2feP2XunC9R8Uiw/jvR3hS
Gwigi0bpGAlPhJIiJLPKxaAI8gUiCtb+kk2yrfczFNo3TCQVgzcZJnMv84CmCEcFA0IEJK53Wj2r
DQ0I/I1VzxsReXWKEiCYmxZ/a22Rw26I1mazU8n8KsByAH02pyWar2KZ1gP2F+JLgEjr8ymzjAdf
UyZpyOvknOmqG7wINFO7b3RUd2E/zNVzncy0K7d6ULc7yUno1hl63YpE1bAIJoOHTGgu6H3aV10/
3tijOVrR2JfZgzO08xBStiBkWBIfeIApLZ6bcc28OCfa47HI/OkonaIEG1uB9UIPM6pz3UwzPQdL
IpwyTAly/ez3Vn2zIOTVwmWBSIx6M+20qPfYnhdKaTSGUQxo7Amv1aLCMRc7tv2+MHcudWJfWo+U
j82IT+JzSZN8ELH8Jsd6at3ypkts5oCsX4c+0vEJfl7AH+5VVo/+58rN+29t0wx5ZCSEMiJmRWAT
qYqksdBjdOaED+XORzkF3qM5eFW3z5KZoyj6eWfd2FXZX/aFr3zydVk50VKt/RcsEeQ0eEOQYddC
XXbtKV9D6jUJpw1nGgHuzTQvNFTCRXFbjTSZhvZUiIl7rRv3gOzW15EgELHtTC91Nl6msIUDiAfv
RZj8BLueDobEvxinhDF4zrc51qUGRK+zvhzybM52epIOH0FBjQtbyup6rqkrCWfb6ygUytP11D2y
7JNqEE+eXUyR7yXOjYQ1hTVsHPWO8OgPVOJHxPX7e8M1zoIJR/m2Kretp2nN3ck6ACWkUTo5I4Wm
Cyt8MpTs5R0jdbYy8SkML+1u1w2I5CthpNtyVUGkL4VxA03hR30mrI3TGys7umE+FHYud6lOoqiv
c+AN104u2w584DvQ+R/Py3+mL+319zfa/+u/+PczkJTM02x4889/XeTPsu3bb8N/nV7237/2+kX/
uhIvzd0gX16Giyfx9jdfvZC//+f146fh6dU/NozQQd2ML1LdvvRjNfxxEd7p6Tf/pz/8x8sff+Ve
iZd//vbcAnOd/lqat81vf/7o7Os/fyMP5AeE5fT3//zh5VPN6+7yJn2CAnj66TUvT/3wz99AuX6H
4T5p2EizYfSBfMwv339i/Q6ISpfFqacc+AMopmnlkPGi33FFY4CiZQON2AmF/O0ffTt+/xFh6ICg
lAOgg8Buav7278/+6i7937v2j2asr1sCc/p//ma/IXxAOKEioalPIQb8Pf0NHLTkua2U1MgSbJLy
OWNlruVEGX2O3KEAsfxouqp+GjCGFWERWPgdlmQyhrAGrAydvh8oivcS6sYSX6VnziyzTY9CFNrP
GxcZVcrjvNpNhrfFB3C1mMLBFJLqBQrbglEthZZOEeO7uZKVXK+FSIomZI6osDPm2gcTQuouB7/P
MY6Uvgr1YL3S0ccTsk0mfBUlybozdI76YeHm7qdqtH1wGtSPVsgWTIvK2SvLcKgx84SEGomoKrv1
jC5g/R1F3x/A2Q/PL98knBGSQXBUVA0/2aFYKL0BAWi7W1Zn7yYY5aR08jO/p8eL/rmEdUzVWwl8
z0qiT4cKv05SLI92zUkOOezTMmjpnoCc5lLa1tFNhgpfR/XSpk6w6QPrxloTDiPtJJk9xXqxomiI
vSIfVWhDX/QcthHVJfb6Dj59GgE/fS4gTuzGp+ratyME9rftF31ud82sfQmQQiEMtC6wpzSRkWn3
RcNeKym790C8X131NM4NklUBF04w5g8YrpNlRVWgiNxp1gSwiqdnm6MtCoN6skOiIIzdDw/tnw/G
jw/CG1j0j7vnnVJe4LJJ9HhLbMh6shZNc9qdsk11jfhQPzedrouNOc04Xa0S14z5XuXwG+T9p4u+
wSlbYuFcufjtLsDvGyIBYvouE2NDX5q3/evP9zZS6/u1TiKYE/h7ytJ+/YU2+iRSXwaC26jWLSJ6
DiHWoSePbQ0KI0ZYncaKNMftGlSX5TCkUdZMxbMn+jKuM80Mx7puL5oVK5DLjvfv8c5/vDuUlNDA
J+YPudXrdydxqY2px2Zs9D+5QHXHQa4rCFkx7yng+XssxPeLcbI+2VHQRrx1GosUnh5/bLvzkzU7
YwSm27mq3guS/NWIIjAE37RP9/JPLaVSJb0tx75FF5bYZ7JIB87qQu2qupwiZ0ELvxrF8n0ZfrUK
/ziM3xAs3z+ah7/Hx6MLun8acT88Nq6bt+Vg8dHmuSiipSGwv9WL97ojnDecFZeBr0eWgLSY/6Dm
Xl9mmNsSLb7b7jLvLB1vfXmWSB2wIti0rXGspNjM9e3c7DXt09ip2BZYcUURB9o3XdsaMtjS+RsN
yQf8AmHTWlta9BbjK4jiKR0I0U4Z5RwGVbHVZ0Fz4C6x3L20NlXaHzv9qz3aGwXjnfZPdbKeYQLx
K29n25+HbpMFZ0l1IRwndICbqsbYtcmNlZL+PKlzjIVY6uaorp2oXAUnCFCsYd44bb5NB/z/hIi8
M7D/iCZ9PX2eOtFQB2Nqh5N4q0eSQR9oa152uwJh35ZjTcaJ1XFumoKCrkJ4Kuqsbt22FpM/sL0R
Nv5MFK0PVuA4tTzT5yq/zEGRdomm9B3FQEiz0+6po7Q1bGhQ2wKroB/76+nil2+bLhsaAXHasS14
MzXRNzqp3JByp3yM7qFNIDfr8rP3wfpWU+Iaig1mxE8c7XvQtzR0d+7tjfs9MfJv7Sn/v9stngTZ
//HvHdlPu8UP65eXbsz74X//r/bVhvH0su8bRs/6/USRnsh15ib2gSzI3zeMjvP7Sf3qwJtSi8OM
Yv73htF2fj9NMSyXxALq34Ma/twwWt7vPKAsoSfWHnMhh55/v73/wYbx9awG24lqE/bu1EvFrot9
45snv89oCreqbF8nOZQVgO9u0bp5l+LQ3zS9ad7PqTW+sxl4Pd2cLoq/nWWLC55EXT9lNQ+cRgvb
y/cufp817qYAKG4d3FVhry+BIqrAqC5I8kzpF6yy3gWjqRbjHVr59Ubo+7tg4YTuZeajB+nNCmrN
y9y1lV7su4xspdYKsd6KMF2ZUAa3/lyb6z279ucfhscv9iX4WbmrP2zATtdF0H1q6QItJJjwbYdb
LqEbNIeFRHOG+cPoIPj3laVuJ8fuVu6Dtdy4w4iNJHGl8xVDbm/HncJZ5RlIJcKyWNSzHMje/zxJ
YX6i8kHM+7xYLffDkjWFs4HDG0VMw1Ij95lTmNUdXcGjeQ5pWO2Gbm1iS9TN5RTIMd9VVgAQr43u
tWc5lx3Z99RYGvpixq2JW/uY5MQnavjSPjU2QasOFukW4WsgY+5dBxlSB1YVFcuJjhrT1RZx02Is
AIsZUiNyK7P84AZZ84ImqkZIrdlR2pOuT7jvWUP4/AuyoQTA2qr2GskucSHSYGeu5TVmr+tgzj6V
arBjooW0GzqJUfl6yXAnl6U7U4YprvSVHEvXbfRvFUtQqKbmjupg9w7ZvoZk3hwidLME9EJ+hoUH
7LuuTbnzOlVt+2W9crt1dmLiEx+NTn7pkuSBRGGHxc41d4GwqMYiaBRGiugJH+d2NZdAmJDtON4n
k3iQniysg2NV7pdB+Ye0zmHWMj6iuxrNi+CY+OxPQsT2sEz67ZTan2qCPTeBZh0XBzP3dtaQTW3y
bimDkIjAfD/CPtYXI3KBKxtdRaTqqdsZnaZe1k4M/dnMkWWBLZpO4SCBSKvrcdH6MsJTY14V4+R8
aytWP773riyO/PJ8NYP04PvLFAtiq1z7YcmUD9bsE8tyCLxx9q4yFqYgGsoSLFC0jWY/ysU4HbOS
se5uTfz28g6xhL7sK5LrvnAO66eLrvN6CKYmMA9uaas8soNmGqAoGPfsVBSk2brgA9w7FMxeaEsL
eOnk4zIe0zEY7hOyPm6zssCZZGir00daMmZnRmsN6QaOIUAnaOZ1xvsszGbnUc7thKJrvFuzzFxr
77VD0Jxh9Uy1bSk74znggPqhWhulUxqoBSLyyXk0IjFPgMTGNFZzummLzmguks5wr+zZV4UdWnYe
wLXV2erEtl2q6QvjeGYvZ0jyV+Dxpn6bmCW4ZjE7c7VRWStuy8EWToyFpvmM9UxnX1aIStuQ31IY
Oxvo9HbktKedVW1jiHs8JrSQCbJWSI2oSlIFAQaaPOym1PQjT0K3IFjQQMvJQHOb7TKQ5bgxRrdv
DyYf9v6kfQlC4q6lyU6HSSWubDc1z7DqwBy2VlB2d3lapGprCeqs28LtyP0mkXEOq5qS+AMu5Vo/
02kv4nNVqXbltSmnrm7qazC72vKTDR5Dc9hMGPMIaEX0ox6LMXP7cxiU4AMJ1FZ1txB7XcV5YRJT
0STzx6F1rTuM0Ut3WTTjUsWW25V8xxkhvvHcyLx85IEeik1amk76aUJnKLe50rIi7GVGmlZdWs1F
0VQ+reKFqYCzs6J37/CJdu4zwLvSN3qtFu+AxJPjjV2ZY33EudifTaa32GHqNXMdj2o1q9itA2O6
T6SpnvMZqSlndZvyiLqrmjWENDMTON1BEimTBeu2qOb5aPVNdusg5HC2muuLOba1QGVbR0iaBavS
IOJBT5CmZkMOxwTUNH5ANCn9TY1Z9K5vSp+CpERU+hnMYLmSUkVN+5GH1krO51wiPXSKZb21F/Dp
SOscnT0r3VvtpbnUKEhYN+YDfDtV2pxQ5Uugow6NseQZV0nnONNOsytnjRUT0DN5/GO5m3IIGoUe
oP4qMI9eOiWoR9RVg4RAdK3Z23i2Nz3R/Sz9gyyaYQpdP23xjuKwPJZeTdBuOdfNGqMo6NjuKa9+
9qwquCGNq8eDR+jOEonmlJblestTxb5/CBWeuI1W5mReTRztiYvytXvHWM1rDfy9DTM7y46lX9dZ
RPTGqoeWoxCMdHnuxu0yY7ud+oDS0BQB02HqS0fuZFos400lmRMuDHJO1guZwACEtkizfN93uZgj
0+3zK09RqrdDUdvKqKFIr4x6+LYyVENh25ewC1gpHJJqr0unElfagO03bAX8ytnpYMrCoLvlTE8J
AyfOZmivWGtNi0MpIX0YR5ylmzesvMlVVujyHMmoTK8HUpHXDflQ+U7yRj4zb6ZXZlXBjGp5VR0c
5B823uf+wW7Xs26plzVsIZqrsKRX6gF9wiJCJxi6o4tvgbj9KW/vi9QSbK3dQt+2Y28+Nl7Ajp+s
HTzbldEZm9XrV3Dd0fBvh1H0KV4jtAgWoAX97pe1LsWEBMNcmsgEYsu2g9+OH8om1a7FopNSI9PB
vcaEWRqMcMzRu9musybu3F63d9qsChP7OLrEyFIoDcLcUeMl6+lp4zNRXXUsiRBMtl2nNHszk+Yf
7OxykX08CY7UYaKqrwheZy8m0b9udg4zjBaRSIqeSqILlEdEpH12WISj+CFgHqFnZlzqleZfdoZa
bgM20QSr+qQanVx3NOnYpV2tBzigdteqE8FRoEGWFy02kzWSjfSTI3auqj/rFzNhX2Db7ddx0adz
HwXWsh/lHEzxanTOBSs2wht4He9JlPDtMdEbvcYgN1b9ciL74YUGJb0+jnm7+HHfGU6/dUkG67Zl
EaQz04MxvxRqSovzSk8rMsBIERpjc2QDS6oFuRIsPClkl33qySzd+aWZ0HhM/Tg9D55zlQkidtrR
J1YM0eDnoDcjUxmfBnqxA0cbDjpynDA3YV9Rywzb0kWX4xvDYU7qbG8MPfV/NL3RQO9Vi06wgMuS
qGsNWStVJorzlbzDJ3/sk3CmnucbbpvkUNKHcyYIR95POEEOzekw3nYzqgNtMC6tphxeXK+WsZq6
5IMWVOVjarhTGrL+WUdKYEwv8gBZz+2sMr4OGcEhmuUuJPl3rNS5lW5BavLPnnD0D4UjbmcJKwZE
vHDgpbsCwn66XYP+kg1ps+1EdZ5Y1ueWjuVNVZ+eOE3Is6mkNWQcA3NfqLSNCrunRT4fUH6Y6tD1
k74f09SLFZAEzNKg9pk+oPAcDCwlLoViHk3Am9zXaJHw6yu2QW089CgEADRv5VCyA+hnY4fjLsLT
cQF1vJB7Uh4co9mVWSq2qPTooq2a/Vh7+8l2sFIuZQw7/wBcmFy2RCIAVRAxYA9M73bdFxtrkcEF
zOW4NSZv2jM9fIP1L3eOJz/3aRAPiEP3uhd81BFthK4qADmm9qrEt7gxluzA7yQH1UvxnMLCtimz
MzC+uStVdqTLYo+PetsH6MFachAbTb9J5MSuSXP2FFzq4HCUXZHEVxxggMaQsltUeQLO3YECHngT
+L1z95C0o4zyurgWZCiSgdhqF9zBJOpco7jN1lO6Ymc6GdPVnFxo+prsG2uWSPz7JdIQWRIvYWzz
WYhrNu6Y2LDqUd9mYsCAJXeecCnOR7Nr3HvLnN2nYm2yy6nsPjuQr9dWVtE/5uvJRrReddBs7dq0
xiXuneTecKjBSSZXhpzuIl15D0Q8Xkjp13tOQcOTMOzmDBBnl9UorFqndQ6W5mVxPvvrl6lcd11W
hWT/PJqja8RzkcSuNHfaoG3aKhEPQyN5iqADL0axip1A10xgyHCxLsWZQYzwp2bKbn0NWmMSyxna
TbGDIykvAv2rb+YEhjouCsBsL4zxXkiXhY6/degz8jE8u7503UkPe9/4xM6FPsCKJrNNQ9z1wyC9
j8VMf9FC7YMjErGjVWPZjI19WobSsB4Z5mog4BckKDPRE1gI3W5t0NUjWOKNWr1byp7HXb2a7iUt
sf4XZzbZIbmKgj6/Q2LRjPeuLM9RWZ+LJmnOs1yL1Cn9y7LrDbmgMip1CkfSkhbsfijdMyfrrA1i
zNtTP8QIEhbLdd4SsUKkSFZ26J+qdD7YgQREs281U+0IVG/2vT2mR93qvGel6uzBn6f0PrWky74x
qB5U45mXmbdUgH3Ksy+zbEyiXMisDGvXuKk0r0SIsGClTghpyotcMov1zU5blfU1sXKsrzl7KZQp
/vnYUFKiBXq5Tdb5YzXV60YEQhwcNFbgl4xQKxlvyBXxDnO23tP67e/1tvMeF4NiN1cCAQiv9TbN
RApyUquD3SHwSiotPzT4hSiazlKslH0VtXNChEgLG/60Cv1OdbN9j0KC7xf9BMx/Tvdo5t5Lz0hv
pwJCpS5hxlfTo3FCH5aosXJUgGXysTAlWGSeb1VdeA6psrNDdyk9EKFSg/uYmi62dSbwo+XXHL5E
g/w3D/ILSunyrTZau5lbE8GrLGGbWfrGc8e4NWhZLYkUZ1FuEQdbjXEFl81U3w6oUlst2eVBuXL6
RnsRURk/hga5swdDJRZ6VUIOnrwgHW6KVFhXJ8lsyHqJNhJs8WirotuSmn/kwJnj2F60+2T9P9yd
x3LkyHaGX0i4AW+2MOVZtE23QbDZTXgkgIRJ4On11ZW0uIqQIrTVYmYzPTNkFZB5zm8hb0I6eZ3f
nqceg2IMvmyHz4rlcsr88kpZt99HyDzyOZ766Wi4+knw8jCQ1+OR4mc90ofeefP4mu9mTysj4Y3t
Xa51E3mYHi0YysqanbFq07733SrqnWx8acv6srSGFakKScRgVHa8zUwD25ZWT8Pktie3cWMXmdzb
0AFbhGRZu/eWNbuHRofrXh1WgkZLW0IAizcUh+OPnBgfzGoi6GVLN0Rl43KxBFF6VV/Iu6ZwvyeX
s3IW+tEb7UOrW/utK3eqZikMu3kIkhTO8lQ4wjzVLY+rVGLdYr3tGwWYYI23bEXq9Z5zZ0ZOHKoO
geyDjQfRkkctTfOS9VO3JG0c45wFRdKpLbfXPfvZsMrYyAZXS5Ag0xYMYOpVvYYCyZETG3PgoN1Z
mpW8EZIJC8bnZCGvB3nqsnb9bz9Ip9lFcVo7dhYrNeZuguDJ7fydTp+azmUuxZJbO7Rvuli/jcXI
ggdb9r8Ik5NzUpgFPc9hufGn/LtbLo7pJ7qD/v4x6Axm0boOZL6yJxVi9t4zVZrN8FVRJ+i0B9V5
0h2PQT1RgRAbxUDH4K5zHdtSe+S6xpzuZxcjN9YwdE3ztjN7mRX1SbmrJNwkbrZZB2ZnS1SWtstT
9HF3pbn07k5gD/7MZAdh2dvmziJsUIR+Pfi7TcBG9QsVkdLOZNSlwz5ozG8u3TEK6nJ4HvpyLkJB
OEZiF9q682y1hCpA2uoE4oc4um7X1Hym0ut/Edae0DGPCsUV98OknYj21ZJSS7fI7m0WWDR3MRlr
iCU4A0h41K0P5ZMR2lPpzvgBM6s7NMMNVl2TxGTMxhxN1nLbxvT3xpHNiVdx2GV55T0WlP3e3WJl
sfRiLxCL7kbA/X44Cl3PwsXBuBOM7nnYyNA4bD0JRby8TaRqbpLRHR+LSVr8OlJ1b/5Wig3hxwCN
LZVNMm3XszspYq7ug3atPgwtLSFQ3Oqm5RB9MvTo9bAZFOg2UZjwvGYSBhVTgKi3ECQJRGLtc/bf
zcHQFAI4MksYlGYflzzI905hZnPcrZ71lhdGWsaZU+Unk682Lscag4pPTGbmLfUvXaC6LfJBXUhY
dON6W69K2tVxnJCDQ7mUK9G4zjDv7MYeYfn9JFdrf7RauSR+Srg5ytEN+eySHoQcsvs2HcZfWq5H
tMozaxCde60Mto6QcRVh5Io0XC6mvAzjbFw0TXsqCsvaa0bgxBgma5i7/G7x0d0PhkX4st6e6ryu
98HMaBuKoUaWNaHuDDWxeE+6szih3mtWlOlyfe4t5X5psCnh6tbWUd6EovaSGfvW1aaTLMy3zgq6
ozEhXgSG/UWHxN3qSBf7wGYOe3KWHq1Fcs1Pm3XRt/lnbCfKL5GIH0fP7pOKYoKjba+HsjXUo1hu
tg9e9fu86F0aigJz38EIjokmhEtgiGVpdxPSuileADIe0F1RUtbyVLwB0aQJaTD9QWvahpI2You1
EmkFCub0hVmxPEL98dCbN9nobD65NpF+tVE1jyKgoNUgMfJUp5qh7SxROLFDuHesZW6zK6wC1Z+G
OBCrzMjzDPWdgXDm3p2bd13BrL2lJ7Oz/X1tB6j0bplQ+yWdiktG10LSZKXz3Jk1gnEdYViE+X7A
34NILs6H+YMEke4VGZy3d8oAo5NnAN0lzlLdCc1zHpqJeRgvbP+MjR1hL6VzUVDk1Q5YwxhCzgMj
bvSu3Ns5ye3lYhgoX/ukc/vdEIzj70mn+vLmVDmUk2A50JotxsW5RAYr4p+SFeNcTlkbT7qT70dC
1q423Q7hNKb1Tgs2Dn8S1N7Y2B2cb3mTOcR7rMC6eWy0yHgPFUGyw3uhcos3Ju2SFDr8urJiXwJ+
/hewDST3bPifowsoGTmZeiUUKcjCahrZkfo622VKcRcSjpZoY64OBkj0vBjDKSXfM40CwsheV8pS
+HQ9kcha6yNv2+y9VH1/MlIa+Ubbnn6NkuXXwjzwx9yGnwwbxgG0uHVikofn5y5znlY9G6KRxtV4
Xb3pLiWu/LiMGkc/ESlxu6TAemu2K2yrTsrSfodwEGGFnDccVoZ8Uuwm5jhuYL9IvX0vZvPS0K5w
SJXvY/wYzXgk4Z5GUmKGyP9By4P2OLT82tgD1AWvKzFMVw+59qTS9sEiJG2Pso4xhFn7GxX8vKst
bbiSl61od5f0z7UdKbGjnh2wua2PSzq+g0TtzVqLp4CpzvGzk53fJD/TvMRpS5LxPLRPjqzb4zQ5
moHwmQEmHJZ12LH2IDl3Ol5vwgj6p1FTBM71Xpuoos8PsmpGftnxozEHdQwaP7+Akfox2nPruDpV
96BPZAVvfeBsYU4DFAT1RGiwh07eyZkCl8rrKiKeBus3Kjtt3wxGho9BWAI5ZyDkH6Co7buqHJeG
W0AVv+FaMFazQ48npyR1Xe2+FNpM7oVWXXXgq4YLfsxfgAHaHRJSZNB55xyHYbo0RtOcwRlRyzb2
oRhb/4pc8W4goCnyl/zg5dp6JN9WPSCzzw/tmmZvPvNGmQyCLtOo2wy0lQox2uOa9i0Dac1xKiiV
2KteHhvO0V6Zz8DWLU3xw68p671d3vLpLKa6rpM+kWfU74kZgIOwnUfEPzzRubNhPgeCknd0Kne/
e7PFUFe5Ru5EVmtKWp+8oNzxr+ufIAjYkdbF2+o9Q0h3AOP3jr2eakOk0bQdrUzrxplmVOvkirJF
OIZ92XyvgiXePEcAf3bZHwaL9WtyAu4s/cYyBY7ZJOnoJvWk3mi1YhNXF0AQiXTWJGUPr8dF4EVI
MNxSmisdBuGVHhUcW3Wt3+c3in3nBTlmJsNjxTF7IyL7vWa6J+Ano8CYpArv72o1krtYqBhQs71i
3DJf0imwT2SJsz2VFmaZpdecx5SKx4imJgO3vqnQYs+CEY5ZICLWZjhWPi+mQy1KaFnl+twSc8Nj
sxmPwlFjgs6XC7ig4GWP9Kjmh7TH8snGpVDHWbGwtY7leKjI0DXQNUNpKQOUtKZ84UFptXgzuN9C
EzRZhfQvM6RPuZU0cs6S0bCnCIg5fwF/mXY1M1y0aFZ6Rio+RLLJxVuqc7xDKAUnjHvEQRNn/XRD
jB7Bd5yTWcr+RP6DO6KfcKeDV1gBluTAfpy51V4Ev3ceNkNJxlSxkqXZQX8gZlNPZmB+SretPuiN
6VS0yJkON8O/fSzErhqfG0kXYMXou4kTRtf1hcx6/RznYXtD2+eGxtwZkqFxaL5Xt4B7m32f54P1
1N8maJtSWgd2bB+EWhT2abIy7WJ0dX8qDXu+VKWVvtErQqeI1eL7E7rH4lRW88s4eUisSolTBwjz
wLMYRFmz5BzTWpUCD3vbusqkca01+3IKcSeEH2kI4lXSFn3AnlG5YExhzvXEry4suxvBO8VEAaE2
VcubPqK/hazRszQaWJV/JjWy3GBwLsHeUFeMZ6X79rxrrK4iO3szNeOMF2LGg9Tr5zUYAsgH+DS3
PfMgNm2CK7B7Xie5HWrsGiBBjr3LBssrdy5AynVd+vbT6nBrhty/nEzK6s17csZ+Q715c+z6iGoC
NZhXz5wY/0mjBWL3qsH66Ps6f120AWIA7sXEdFwa5B/o3nzKmGnGVGh6MmJc++u3Qa4/VSCOMfjl
9jJUaOoX0rIjLIVBvNj6PhD986wXPCiunsg1v5YYKjoM1whmkyAtgzjf2pdi8D6D4WsLrO5uXPqD
T+SVE6Y84fGo7DNnYwSyjek1T0NHoexsNxBgeN69Dx4KsleeFi91w6xOL2sJ+0wmBTvvdOYXDsm2
dmIifR4Hs18JdlrFzt2IT5qExHF1Y3PEzcTYPjhaC4eR6sAw+TXrxG5SG8fkpKzDPJlPSsF/9QPZ
G9q0oZ4nkMeV5UeDkzKuXK6KAsONg9HDAKs4oBzDLZafifScdtR08M/5K+iAuaGSj+ZghbZm7Is8
YPfQepbzIl0Sq8q9Z48tMClzda9rWZT6RFwEvCPxXM2xvXTXQp+uSEk3Lhv5E7TtA2HwemQyzT9q
MMXDPB1Np7yrZ8eP16IHOc+jvlPVYVh17yFb/DO+vTlOze7D0OvfBLTdO6QmGLN7Teumj+lS+LFK
hAsoZe2nCu/lY7Pqd12jvutsWKKOkxSQxA07y9s33UTpEJlsMV06+anmako2ULIwbdl4RwPbeEFB
AKYa/O1tjQcCSji/ywKaGlmpoDAIoogtijN2DbBftuE4azjeojGzvjcH6J048qotHxsL9GUYmGAJ
PhckbpK+l2V6c6tzhwxq5Bufz2Gd87MxWG9WkHc5uca9dx44QvZMfCl3CuxTiZfijmT05Y0XIQgD
o8UlIzHQhput4DdGd1Fh0Dt2pHLqLMK+9jNe5dW6Z381BmBntJectXNAC7NJ2WbsVYZ+tRlswHwN
QiWxWaGmaFsehCn90rrGTG74RAjF/TnZE/Iozq+IgNvqO4WBGU5VpwXsUxtzGJaxfBjvUogxBbC4
uAtBvAuL3dKbrn3v1atgfBuK/Nmu9ICimHRyGxwkAYfXSbaiyC5wRKQYZ86s/0ycp+G/jY2uCn+a
ikPeMUh9mGY771KnH7v3/12JYv6rVBwdih/cQksdkE+4N/2/NwyXVR8MQs/RKOP0eKztenxajJ7l
SWedULHyW5xLhjHziRfTBAbdowAYcQMG6Uc7CfMerYKtRalWo9ZTaOBIMYYZx9W8gGOEY1bgzx2w
rpbJ3CwEYCCFxpOOC7G/WG7Lf2S1wZUma0YdkpGkmHR8++Z/KN/+T6Kz/6dGBgeZ5v8sTXst/o4t
loZ/kaXd/pX/8jEE/yBbhpxk3EIk2t3SQP/Lx2D+g0xuwoyoA0FgfBOd/qePwbT+QTAxuxsCNP2W
No+c7D9laf4/HOJ9fJL1LY+EoZsv4v8gSzPRuP2LTMpj3UGvSKkl4jgU+MZ/L5H1pibHu+93h67O
MU5GBhDw9kuQstvdyXl1lvtJoXB6XTqpCMru17a2IU2qXAc+AhoejNAdM8/YWxwuwRkIfvjT+fbW
PM5bDhiSwm6vn15adNo18Jfei/N0KAmzCMxsbC/zQuA7NVFpLX7rRRlMSb8WRINjP9NpY3T0DlFN
N6gm0cstzU6YzLsHP52b+8CT2rIH/RkMshZq9RuNZ/XsuCvn5FbM2vJDuihyUA+HOyiiB4h4P45o
9cMso8MDAJdf9d0QnTf/6qxCL/Y+OJ2UCWkLNOMBXVNOVdTcHuTjYhOWL/rUU4YzoMNmA3Ob/rW3
QfUOwio2lwlrJu7YlZ6sjnT6iWYP45M/w+DSxzzrJf99bzF9wHnScTbgK3KszmU6w89yCHIG7VO4
c/V7MjJvJgSj39ZDoWAKo02rqyCxncrWdkp4AKizufiAOpY/771x0EWi56XrUOWldKwdWUXv1rLq
m/1Ea0dnJJKCqDe7NfON2HZBFhoBncRAIz/T1sgR1twhVR8oNZ3y8QZXE2+RIyfy6QujCUCwh6dL
wIeMMY3jHa9KfhlpbQJk0TLMj0JPN4Z3sVL+FJUDiYEnkiEn5FnCWyYy7LyFC6BQWGMg/enrQDRG
XoDfBBsJe+wot11wFOObJrbur+6ARB9VKYkBbyezw3tFaZG2L63VkLi6sIb+EdLAK2wYVZCSo0SH
HHeVsHEPw8eo48afSRPgW6zdDN2oHGaSmGn+wjOPiNko8y+ipdbbgmBuXypv7DXausrJX4UaaAjz
NpW/khnm4YfGTTLsdGzbzTlfneHSz3blfNDosv42OKBpvrEyaUNFNGX+SY5UxdNaemNznQxZYp7f
0knsBuWK51wSPnA34itu//R2Zsi/ZSsacWTTybadocHIn1p0PvbJ7zXdiXLPYUgk8GAMzcHWy32B
O3lMKBLwv516o1KTRUx5DtcACRFXbdDt5dVe7NQ/O42E0Cete/tKrXlTu87sc2PPLJ1aZ6sFDN+N
64xipajtwrjQTres9wBQWGXXga3oobGIAdB3NJXKVYuRVszica5HNIZ5gGM0Ngti7OOy0o3tQA88
kE9o457fnNBFtxD4ofCy0oYkE7lbX8UGmn+xgCOBVdz5RjTUc671BIjUjXhBfSIKAlD4kfAtF/5I
E91Y2ao5tQOrVtUL6b+ktpMxjRj4q5qkUpmcECxQlRhbtZZ3EfVD4LA3OZA4ozXzn6tymsxorXoN
6nDrSP2z6Xsyn8Hb7S9ytdFcjJLMjtgaCa58RvSnt68rirc70yuc7diQEbAc52LrDoGXkrhCb96U
7iddo++sJihniUjOKHzE9cbkDH9gC0oCAdSq05jjLsg24TuaLMLKMBrxVo1NelFDk1HTbbtVc2KA
0oAc6pyQSXp3Gi+qR4EwyaqtTN+lxOPcVGxzWe4Nz1gRrqABykFf6yHYl5vQ3Jepd9ch3KZ5bCAx
6BWL/Ua3XrY59Tf0dvS/nUzyMJY4o9ne3Tn6ghls7sshfx/+2UzjzqZeHzwzF9UBis3624MPstVt
gng9XScAomxwFcdFkY5yH1g6bL/XLLDPrtawHGz2uLDQGqBdu7leg/zs1ljFwgwHpkjoCrC+crfn
K7KHYK2TVkOmGAkTY621SpI3QO/ar2CgLpQVi5XvcUUyOyfVWi6S6iNv/FUjoaA3xl5fDC+9c4J1
RNtj0vCgL+Nh8vFoYoELfjVLVcPYZUEyFTi/scFc63F+mvLumCFHPFXQme7SwygMBD9Wg0h8oIUd
keDJVvSvhj5pF19LwdobLPez+8cA8bsnjoMwAKoA7nz0Ne+98iqw40LjIIYIzKuqOzjOMNAQUryW
RO7F5cbaRB9MS+SACyz2U/ZlFjOgf67t9m7548FzEIeFBSLJ5xKug+rCZYXcF3UCXkrMqPtYtO0H
LAyasLK+09ACVLGjWX+q0nZ/Mt27W9ksSXyYLvY0Bhey+FTEwzmH2tDc4YlGjKCKdwZOSFOkgpEG
/LtvPefZ6xdcD4W3t2drryo/DatAvvUu6SnelACVu7HXUcXopOoAt2cm+S16ZfIzomma6lTq+V4y
HBy2rIDabS2d1iO0FYMPi5wtD2ZBUAMc2QUtA7vhNrY/VOryB2ziDkvPTfLW1D+F0Iq/Tc++qPFY
RFuL/301v7PFOM/lYD7MUy8NagU3EQ4NYKCVrkfiQxz8zk5CEOuGWpN6+cCXgGIpt0afy6h2mrMh
5BI78AesulaLTRDAdYOlP2e+rnVgoKqDXZLoL8zVPksy+2v4Cgnv0zs9KBxfNnHB+C3teDBpP2ns
/ui4Gw2yaXNC9RQPzD4xB9SeUCQCPb2tPJBaHcuZ/xuyy7NAgH9sJm17IoASZQSBNkDpggiWiQIu
+IJQSvu8Wpt67RoNUZb1Tx8/Z1ObpePRT9kDSiYumKo5Q+w7VD8p1RmJz4GPb2H5sBdPXLJ0dn6l
gUyPnYG2YK5wyeuV1/51Z+KuUcCp7h35a/vHbRUBD2TEz4m2mc90ao37WWcLtpEnvPEBF79lt+GU
32rYUIrNnAU6v27ohZbecG5u0Tq86FzImslnNsFDKcBihdfn1Gbjee3p18QrWh31jqRTBTT6lS5i
Iy+AH4qsnF63/oLnE+QhjBbpRk9Xg42s1hFDeYZjSFzhy4iYp3wnMA5ECFSKHRgfSuBN/kWFgQXJ
gO7kGArgIFeJfjVFoDShaIDfBY0kPStbizsdZKaYvCxCnmeCUhje0e450ZDFm+qxx5HA41goJEj5
dlxRrCCC2uw2QaBl852w/sp0+xqJoPys0ZJpiu6VzTe5iDzVgQ4iAoH+ePVn+yiy8je0jB/rKWVW
2MHvZa6L0zQER5WPRgggIuKlsh8KJ78fRNvFWT9Q8dgPwS+d15I4B10mSu8HVrEs4PJzf+bazbzQ
yvtHRW4DJEF/H8DLJ34N+G3Z64VXGfQDzMQfPlrfmEId/IkeTfhZh9mA2HxF+r6mfjrfOXEWnrid
M0ShYoqljSjSc05bnz3Pm5UeSKfY8ImV+zQdTpk9X53CHT6XTbP/gNB9Lfq67RVKC7I6DoFbbDEa
4ERMq/PZSRgfy0ME67rrV0WmgoF3FiG0hrWfvkaj5wesiGpCmcZ5kR63lcTkseI7ZjSmd7yq0Bjj
/g2JAbhrq5Q0Vp+mibqFRW70r7HXXjSRaUeizL6mJvPfTbsmlL/cHioaaS9O5jzK1WUQYzr1gtY9
LB6HrFl6cq8TyY7GKFgTQj58eWc3m3OZJu9epSSXVWaDdEB3J+dRAEtjXMAgJ8xOxp7XN7zSBXW5
mnjJBHqdqNUpgGeFv+82le1J1q0O3AJVPPbpwei6HduzE40Icd4aC1FAp00RpsThJQOW+aOn9RRX
YHDkQQYzYnd+TWIpibEZ5cdSS2JZtY7PvlAn3aafnH4jlWx1pv9tzNknbA7C5KDBAqG0s83sDUfr
L+7Tp2KAqxu3Gj0u05RixOvpHrrJzzSnGsDOZC0iC5lXzCV5FLJ553zyT2vXTJGxqR/h6AdjQrua
olJ9XjPNeoHgNI4u5jgG1MJ0tx3lAHGpZP9L4DaA+Sr9e6tUwZ1v5aT1F3Vwn0GRP2q2q0k0uYRE
JDNA+oOyde06wwXERBc+IFMaENHZ+iNKxHeC7/yQXy1xkW/tTJ95z4Q2OFDlhHpl8M+MeL+xcVkE
2xE7cshKC2Xtdt9r6UsV2K/BUD9nRZC+gdYuyz5YBvXN8YVIV+t3bon2An9oORAbuXl3TDH/THXZ
C6UZrxV98IhZtuyFfpz0h7MAe8ZS63/Xbn6e02K3rCbMaiZLXsMJP8XuZoQnt/QPJQ0H1xo/vcaz
Poh0rQjmoP/MdKb50uU6T1Sb9/19g7mTicNfk6pQt9jhbvrsN/Sm0JsBrKmfHzNFbNm40s6EcDo7
TNvyndLLcu7TGzRlMTN+Tgh8qIUen/ObJL3FKQIt0j6tbvdYoqBjk0LosgCdOhJOElQybPvl2nvy
pe3Hi5XN9yWyROawTv4qqP26r0hFi2kxfW7QYYWTnCOz55rml9P3VVC8EPHB1NEZPly/XiayJHI8
EpXnuvtq2Iq9XstdOQHebprPqG32e7dHYJb1t1ddjb/HqnhB3qolEBp3jsk8TARD/neYXXh+2ZKm
csPgVreiU9YjLOeb4nAvyavVZL9PbR4A0hx/V9Lo3isl2coanVLgZvmdTaVzLk3HQmDQ6/V+TuFS
a3fl9kln7D4hPMH9NI7cJXO6hIU7iruRXs9wlOOHYhTaF571vmztrpjcGYmup2ONMPJkle6uNo3P
oKm6uL/ZXXskD6z2IbPvR5q2/O/9cE7Lx6rwHoo2KOhtKN+desYWp0eO08bl0Ly4I3YaCNOAeFKW
W69FSow4+UTNvRHWa9XuhV7RSWeoCmXpkD8v/WyNjOv+ACyeddnOxf3lnNFS4KBdehLugu2sIxWH
IVVBJOr2PnP0Y+0aRxKmnDFulTyuJux36vq/51Y2zzAq/NiV3TxyoJwNbYDyq96gkxLEnK9YeX4k
+y0xEy3Ci0w/ufR0cjxh4W1Ko42URADhGQEIIj8ZTUWc1V7hzSlJSXBUIVvWegf3c7zpsT4aqRAW
gkFTsf2gC852+vYONrK/J00SCkQpKTM3WvRirxHcE/o4hiKy+bef1JLGjq/vFAwEEFY9LagFIaC4
deFTaKCtL9JZmne7GffNuHCkmtb96moHDIrQYbLam3yIuzVoQdpvm2BvzDmhVoWu7iCW8ms/ADU4
rXHIhjYS9vwhi204WXWpU/ndzae+oI+pC9zOiykUTeHqy+bbqrLTlOffhc70NuP7jTw15MQU4go9
p9Ri0f+ah4VnpBFdIgwSqkeD41V0rRG6eV+NffcdaBWKpbFYvgQWuDMp/IiK+a7T0MvgsyPgtWbX
unOOosN1pnOzchNz01/XXBKfZPs1woEhqPbAW+WxUXI5tnYu4fexIREmguiwY+1HbFSd+8kU30SN
Xkp3ZbXH2Rl3hXkus2yMU2Cra0NpblgoQOCytdbfKVQtmNfkvheMqghTvOWkEKZdMAXcDeVQf7oc
OyiZ2muGeArmRdO/J57bA2fQ65zV8q9JrmCikTsYBVpP1oh01XttrXtRK++Inkm+4kZgzV8XIkMG
ZJSEfvHx5FirVzTAbq57j2bB4OTCCcaGXzUXsMMGyo2/UcrbRjp9viEmuU9e9Pe6y366UnxQ8ofy
WqEXfGmHimNKt3cwf09e0a0nVltOxOy3B936oFqjSka9OeZexWbaJNwmRdQM6U/RwAcYY7dGbVZv
9+QRCUwmXnZBtrn2KHWpqhwb5KxYtuwXkLwgnmV6sUs730HjTZFGYsWptwdUfW73a8DMs5+qKSCw
Lc2eadkFn++tStEsaNM8MZt09ViLBs+r50J6cQsdrYWNY2bnZbwFtXZCvFnDbD4IUI4EJdDFACC6
+PkmTw7MKUEVhNnVQS12pUqHq3JG87raQ4q4IyAp1cYtUVTyXQ2rd8o87+9E6stu6tnQzLmCU/Z4
EtP1sfaxYKZB6sfLgKRsQOywjRlfcekS0zgGZFWWANNBuJakWRbeygguZ9l1YZdl9lGh9X7K/aV+
MnPic+H0LOiaau0wt1lauevWDovJVrtqPMB/0++8FnQJlqPDvQ76yN1pimPrIxVVVd7KKBuEdrPV
xwjWCSEos9T/rFLRHzJCMhF/ag6CvUqPPL98W93le9w0nfbIpZIhuE7wZ8Jd5iQu0aVXx9w+80p7
aqvVfm8qgTdKZL9cs6fEiCX0IRvJm1Wmv09dTEfjRvZO1X2O2dCRrEbMqlm5pLcFxX72pqO9DAzd
vBqhNjpLYjJ8pijn0bNhQ3bDYOp/LAaIe62qpiszrf2gtfnw4nfN3wLVIdCYp5xwaNPm2BftdhWL
QYWvVttsNJtLVI05PYlx6aIF3SKQT7AykTo/o6gPpUTX3ar2tzvbT4Eo6+s4Vlcx5Ip4UydL/Mrh
kFPC+ZvZy3aQGbHXS6CfC80ix9O1dvUGH8qSdrwlj/aizRISi8oX4hdpZ8Wsldsxkbensa0IsdoC
VTx4LjxbaKHYPFiSsqPQ6e3pj+dKOjRZfuisFMAGrskjefSmsnqk11X/C2ZIYFpdGIGKRKlR5rit
onnQ0psbuZha86fAnPzBZVFbOOl6mEC/mY9OKx24phkBqidqfDxGgaO7dxLHojlFmCTQoTmq8nhF
J85rZdWZOAzC4CjpU96FsJKsIpHpsEJYXV4TqksEbNTgrPa5OpfuUdmDOOctCGolsK8Uug3aO9Yd
fd2q4GKquobJNC3NLEITbYa2GGbsSCjXwspbGychw9B9acyysKLcXfG3iKIgrHeuHASwGWpytaun
MnuYR/na+XV/Lizt22+Ug/PArrRoHjQeaSYq7QGSzbajvFPWc9Zk+mtvFdNf0zAouTQpBOcNyWdk
70I6w7vZ6S1qrHpyotTGac30bvCUcuiVL5Vw3DOZrGR+Nvr26Bp+QdpsnzMiZT0Pk0cfzLurr1fN
tMcQ6rLDiYZXCl6FO4m4NR8GmpKp0OeMJQDQQQUsF1nPsTRz/dgLwSipe/LaogJqqYJ7n01/LWC3
dRCwos6qNga7r300PuVTlU5gWaRN7dq8PNtIvT5ZN4KD6PXm6qT51ef2SIK5M8+D4EnUK/2l6f27
sS7OGtIznkRyrLT+CVGlTHjDscK0tv1rW9uVvzXjQfPUGboag7kj5K4DTc7cSftT6uKtdGSQoDF4
XZmfv2+jEvICmIVOP/cKK4pnSsjMucoMmvPGBE36hl1nVXae5Kw+B8qzK7rP9e5gKgQRJihN6HXC
v/QW6s5btoGNBsvlUwqCo7ZozBV+5gdvRRB8DCqjVW7oDzdbJ2+EW1P9aY4xWaUa9psVvezUgkC4
rNn/Tt2ZbMeNbFn2V94PIBb6ZlhovHens3NSnGCRooi+7/H1tSFF5qMoPbEiR1mTiFhSkAAMgMHs
3nP2QeVGj3aVIctZGVJymrPGi5NoJ+dK72LaDp2mxQmqkg3rxtZ01H36H355Szw1WmRdzleYX+sN
boLbcBQf1YYaKRkgVKfpZfFGqdE12pq7CgDiDQSe6EtowPsrdBAvTH8GPNLEZ5RJxTgLItwG5H15
fee3s4Fma7awhQL9DVGRxLNwo/bacBjSIdwq9dBeEw0ysh9I9Z7nq5xgiQIqWCkoE6AYJlv0hokH
VbW18fRCKjPwixDvVDb+Glw41eSpGIbXRNQxOyGwxWGJNrOnBIDQD7iJlMuJjXROMTzmn6ZHF6SZ
TzIcnwchbptsrUeTeVT7dmkkBZidBQQ5hj2IWrSi5MdBDMg2dLpikSgM4K7s1/kMGGUquxrR7Gzp
5XzvqySCsDmXuQaNEm+O1pxp2dHbPOhXWkI3zZ6jfF2aRosX0pSeOkytsj3SHruEiio/llDtjnLP
p9QF7ZNumhZurt3mOOEQdEf3TYByzomBdj1rzfC1E+LY7qyaDxxlNYGtYNZk7QuSOL48Olj+ec2n
z2wdhUXdlRlDzvUqPPzeVJoR5K0mZNGtxA2w0KGWzhAg/XArtzOJfxEr88gstoxcc12Lw/gQk0YV
sK5tIoxhpbyK65I1Y4WxZa/LFoVSRdDyF0Ra3ZmzjAYKsUz1dm4A35zlJLlLaRrmtgS836EM6Hay
PuynhiInErNQQbVvWSgnYjl0w2jGRKvU8bzR+V3gZeM58sYqfGEft+v0ZKEjNIgJE3YKnZdR/UbD
URgLfoAEJUEW4VK0obzBZlCA7FfxhaVUkpxwHLAl91MvPPqSnxynFkwCrGnjaCVjtWJJKH/r+Bzv
eTxI4wmlQ2l2prkoqU5t3SGKFIfuzhDQukHjghAiJVQHIwJSqGw39xSUs5TvqizumYCdWUSaqrW6
/9B1My3NGfjorSBU/iuIW9TrbZ0Ky+s81CQjtSK/r5tBze6FTlqimsXMfBFRZfo7XdF9IfNiFjul
J5Dm3jiILBLgqOPQn4mIpl1lwZG1xTgdvYjMxGtwYcJLmNTbwMwYZWpfthb22k1AAvMx1KOtVEbG
dWNYgwNBPPZgGfG6yI2U4s0sNM5lFEQVk7TmhZApnHrSptccIrC2ahH6HghpUdbtnIUDMLFIv0/z
LHlpodVZLmEQLQIR7T6lVMQ4FbciNuRd185r3zAWFWDJtwCZrUDzqleaG1ODgSDSkD5RMQcJIDfP
pRA/4IMkDEDFr2uLZZ0eY95xL5zoflpGZhHJFWYeG+hHxMYWbjWl3ybhQNtDzAimJXYFAWE/07iu
aqDPRW7eJ+Vwk+STjKS7jk5JLh7iWHQ1cCme3mhbU0ID0I/nRGgiSqyBefbH5sE0YnFJHMc4lKuv
Ii06O2sm49tQyF/MMW/5INXP1jTcZWL1KGlx4YUgOxypKaj4CpmEslxVLT5olbrGhCLaZce7IvKp
8lK2v16ZavAyBhiqXQPaSiAIyBmZ+W+xIQveXCXAp+ukTQ60wr9IKnsqqBCXIqPsT4aCfEIyE4IO
b9TattjasyCQ2gojI6VvJKuTKpDgM5PRthYyM6LQF1dX0F6+xE2ubRF4kHWaYGWkBlx2BHlnFd8g
h9ov1b9iBHDctLHYsCjRlXthzveF0uyLADM13BrILtR7mxs2hrQ9h7xT7rsaMz0lqLecj6hyRMhH
sVoQRXKDMiWOn4pKpn/bo1mOzQBPx6yy3I59X9+11UT/n1dsIwkB/EFw1rTVC/BbbG01FMODNBvI
yL5z/dmk8NXlbWN1yQqjrofbWBJN2l4tkoEw9G/lOmOHGHY8aH5OVYruZXuRTCHGMdPkCtdQFltB
6BDOJelRHmrIxwNLGz4mymNLELFLxiqabA2Il68Kj7UkWZcwEJi7RGpeOm5eGDNKLAzONFHArHXN
SwLMa0xlAV2kJqucucDkhAXInvsyPlP0SFgvyV6AIb1njnf0uNdWLN7R2HZ8e2nSX2lR6bsApGo3
8nvZrSFNE+IRPZmQflZyBybWz0zmAdxWdqOp/gNfGe0qy+bKUXU/+KKMcv2o6NTODUG38QlrDtsq
8Qg8RL4Zgsw6AiIWqUca+U0ja+2KcZC2M/T8Rwz1466A5knPwL/NfPlNHo1rX1A3ndFTVPLl7I1m
XmPaQ9cAycbycU0eX0JzSgVIJKXzCQnGoS59340sM92iELd5CoKbVky6iYHoutUM2OlqNHtw5hVO
Yl4l0S/uybiO0DEn+lXfdZdUVpNbEbYQzuCxz/gbNpRkRoSqr15XXUlKydixVyPNm65iHgemstK0
FrI6qZyIFSKpSg1vYnOV0jCsutGhrBGyr0hqVDd1MLe3HcUTCZvemJw0ca58UqtxpttkhfS01/qG
DwASc606TyV5KAc/V1v1jq1eGVCQGg2ZRlbc5SP9BhkYcpAr2V3lTxLilLRtmQD1fqrXI6aIddHq
RuT0BIXHnHA5DJTJR2oCPoYz06l4w14UrUWdqM8i/ep8Rr5D5aAZNEcSpCTd0/ecgZHnuMvKSEIZ
P6cyalN11ipUwLx+XlRDdIOvYwinEhFS6qqonbGbK02AKzNIsvtpJO7SVQpTOfUa6kxgcxQTB9PC
UKuE9SU2cwrEYCISoOodOs6gRiJAUIfypdTLPDtYgS9uG2P0VbcAH4wuCl3FA239RgW02E3fAmVQ
rio/AP+UZBFri1Lt5urcI2rflrgJUd5OIm7iWDfH8iBKbR1tFJiz7HY7oXrJEaCNmMlUXuYiEtAW
mZDke8QvODbtpMAH6dWixAeuZjH/EhnIluyszVDrKHiItiXFBxAfQdejPKARhliHVhg51hwZMHs/
opIyS8N6lAY8JlQW6X27NE6LR3L5ukNrAh7hA5TNaAX4QPgrQS66wcZyXH1JKpl3bUqGV86ioj7J
HLN00iwA6cF325XZlRRDxrZQYYqqPotuCWdo5LVGaIlwV9hDLjVR6VVCsFHtanMuek6QW22XaKLx
iASDnq2nxBwDAp4lNtvwrdlthVJlnsosrOJNLRkyE4lpCvoOy+EwelUmsVIKYgwcXgksULuO05rF
tUaZ4G0WrPEu6BTrcWZ1jey6GKrqOMmFnG7KaohuOoWIk81sijD+6HrWk03jt/3KDNceAjlGC2CI
PsEUqOZK2uMZVgpVos1r93ha3ypFlNVnEXNM5BjhqA+ramBz5qRyUZVbNHCYPdIuNCV82kXqdPFI
BqI1soEd2Zs/WgZ5PMyK2aDbg4G23kbVPZYMUqfgv8TegTlUrGN2SRImkdOA0O6Apq6wNow94iFI
pVGzpr+CEFwOgjmkB0iYwjO1rjChC0pM6M00qK3lsVHvaaAWpNrfkpSEEWTu60z7midMuzfNEFER
RckTlvVzZcmRTAHSF0K6BOqcX+N0YYbGsGtKq1bKu8nT6m6qHV+DfI7oQY1YKMutGF29E2f+Bgz3
M4jPYBgVnEYyGmQdbDPGCeSQ70ifaqhmBUbDaavtox2Tv/+DdvePdLD/v8EXdY20L2TKwOIlFYyv
tmCD/7PidZuGz/+iRgXjLHmvev3tr/lbBasbMBgBa6CCVWAxL8zuv1Wwy99IOtmhaCQItX5H8xZk
kx+ipAqve9nyyUsM5N8yWJZqf0kKlmlE9JplgG/8JzLYnyXatCv1779pYXkrIIs+8u0Rs5vq4Ffh
Q7dDU4Xy/fEzGvT3cOh/80x/PcTCanz33LWS0tbSzCFc8z547h/Tq97gSAPRKJ8wSBdW7R+OZH54
wlPDKBLL5EjM65vzpxGsy4//8usRHnMbRcqx0geSZYBVN1GJAXjge09azWl+8FfiHQaMT8jL8s/0
yr9H7N2BFmbvuxFTSYKKSxJ8ACI6SuhlWFIwK9vWS7ja0kjYabt2V+79c+eyT9/C5jgpcONs3SU8
bAsUa5VZK8nw3j3pv5k+pN+O7ruzWv7+3VmlMUqNOZ3Ch5opvnWSzar4hvBs1XrIhJ7HS09sBDkX
n6CXpZ8hmr8OxgeubFj7MrYNDivuJLe+Q+TK/soWHpr7fi/tfLs50+2NcXHudsbd/+CSQemDgYKd
z2ZkmVLfXbJQCfRNyH17kL7mrB5YOj4VTvcFS5d6V+Nxv0pWkYw52U5e/nzkn+fqHxf9/sDLoLw7
sCXz8RSl5VGbPPC9OJvny9di8+eDSD9zQn89yoc3s1H6EHhrHz6A1DFgUH1hfcYygbYUB0TESvAW
oJhe+eQ1VX5/XLQcC6hdl7+f17urg1fG2lCywgfoM3XetKsgmGaPlSPtGU22UKix0lQM/TrT4tSZ
xq0iQqvPar3dU4vmy78EBgY9lCIxhPCWSurJQoCMlci4jYX6ScjNS5KZMdltGUo7aVyTbfdWTAZW
vsKwsA0K0WpU4IflzcM8zSyt5jL48Tn8j2DtD9Eh/zW6/77KD9MFNQQioUQ5fIAxdNWeg+N4Q4bK
KbD7CxLqLwT1fBII8n0C+jhBAaP/73H9MG+waZn6Xp7DB+VWNR0J6KqtepkX2OYVklvz0fzb+vIf
r3H5DP0yJb4/4oc5AWxb3dcwBh8qL3uuNr4H/LnzaCsc6HURJmN5/Zneopt5hCkQVQWhLPAoRfTJ
BuEzOvdhE67TbbNJcb7ZyRXZWXv/k4nrdxMIhDUTqwkzN6Tkn9+lGTRbmAOdeqgP8946ZW789Of3
SP/dRxS/Ct8EEdOKqC7P+7vneWqLSoEEHj2wznP0NTkXx+SmuKlfW5DtduUI3tcB3cS9+WXe0w+6
ah8kkNxe9ISgsDu25krfTmf5Fh66jdP5IXB99JO2D/xgC/z8djxXQMFs/xvKxi+Drb3WqptI3rXo
VufuNTkDnrWpedrY3mQ7OD+TVPbJJKz8bu5/f4UfnmXE2pLYwnh40OzOC7e9m18J9ryq0G/YUG+8
4QbIWrILb80tgoppReXSlt1spb5g0nPCJ7IK+DcNAA+TvNt9cnqLk+iXx/D96X24xeQhz7kq+eHD
tI4P006kJXFJNt2635DAyP7ObNfjTtqJh3CnnK1DqX1yAtrv3oP3J/DhPcj7chCRV0UPiV0e1F34
JXXnTeHU++GcOHfGBofg3nQT56HeNS77AB4K+u5Ou8Mbv6r343X+cn7+Ol6nXrRiJ+k80vhx0WFl
jBbt5/hYPMg3zR4FQnkc9t0nE7L8uwkZiJ3OOhTkvGJ9GL9QJrN2lBc2kosAZ1vLrr62vmoryc1X
8crwmJPBt9/OXncVvZIXeB+4b39+h347d5ksayEgsVLmVH5+h2T2iBORtdFDdJEv8jc6Oa9UD4AV
YXqYKT6wA7WH7JML/2AB+zFHvz/qh8XFTDFDQ/wePdDzv9I2gn1uDu063A37z16hTw/1YS1RY3q3
KLfziJwIFciOzAj+Ktrmnn9i4iw+mfTk3z6R78bzwwqiUuAKGkUePVAf3o1u4vonsjjd8TC6TEin
8UXwpi+UX1yWj/awbW4TF/DNwyd39bcv5ruz+LDCoAudzkbGRfNSroc1Mvp1+hJehS/WKdhpnuKV
x56YoKN/ohw/rf98dHmZlT5+D6mlSqSDsLPDH/TzM5Wn+ShlPmPQebNL5OUVdOE9rRFXcKglvQ1f
KrdzfbvcyfvArVv3aDpwl/58Eob+2zuhi5jbYDXrhvZhVzJ1FlVhlTF43L6QI2g/3h5fLqvoRO/W
5YlDDbgv7Jft8cWw92Ty2ABsHE+2vd26tEP7vEX17FzJjuhku8x+1NdPjR2vsvUdc0i4uvESZ3MI
3RUMPX7f9uypXF9vv1yC1W1mX/lbvsLOau+gPHUpLdtHsBh2Yz9dH43Vvlg/XSf21czPavbKsEFU
r0X7enTTw7g6XuEr8qDGuU5qO+vJPX9bnb/cfPUmen627M2ryD5eIRW0Zaew9zAEdldH1Xu6Cx3F
fkMXaR8vT25l312wW9lfYYU6V8fZJinV3hT2XWpzfFtaKfbjyt/CBfo+ANKKSFOX34qQhWny29WT
wcldF25m354m+/X4NHMJ7l5wvZsru7YPqcNpb93V9e6CK9o+cj2vYBxX95vXYGVycnTO7M09Sg3n
9dH3Lk/+FhaYc8ZbwUx7izjBKZwrxnJ5Osb9C/cDb4Kdcc1QReytZl8fb93ePW5b+2492k/T+mnv
vI6uwh89jVwUCZHMmnzLLc68WV89sVNjzWU5q8xZz1xhcmztG527Op0R1fOrVZf3bsXvb21PteHM
LP/x1dM8b23azrhTHOfW2510O1lvz6vR/rK551QVZ90728Y+AxPluT08nG73qXOyzwdgic5hs7Mc
walcb3fYeTcH095Z7mNl7zedfVt7W807cBCHlZbt+Dxeb8+Qah1WpDPjs/4Cxoon7gwMZGfaTO/H
zj7ltrfRWEsU3IrOOd3K9sYL7VeygBhQZfc1dNfDStgpO1tePdun+8lN7gL7ifreWmfgvBv+Vdq7
YLl3sX2xbARjdu6E/OHhm+F4O0The28nOcuZfSuclSvysPWOfnU6cCDO0ymd41Xkem+eu1t/WxY6
3un12Dm7zrPseyY00R7OXu6tv80OKQvesdtdT84RNsKqd6muuZvE3hxBMTny7sLbPfFYHa/uenc1
OZNXu/eX45VmP27g7Nu9a67FtbdpXcO+HPfXnHnisiLz8NjZk73vvKtL4tqF+6bYt4+vPMnLa2TY
b5nrbe4vjnfeoWm1T+svDF9mv102j4PN6E5ufHo+1LZpn74EzpdpNXo7r72eXNOePWwq68IlqHVP
845x4VaQT20Hqw2DXe6Asrn81uX3oU50NVdYTujeu+fsWm/nO7fXjy+Dvceiw4CQbewoK2Tq27uL
yB3T1yZDeA1T+V60qdCe6l3u7JpPdpHqb2fZd/Pbh2gfWTD1SK2Y3/Bz2I/C/nF2X44NT82FO8UL
uw2do+qgv+OBf7lbo2TZfqVsUG0fTPuwrF17jyx15/Z/tiq0yEZkR0QVWf3wxS2JONYEoY6oHCDd
8QD5+muMcYmNCW1Fa9EdrvSNWdi5pzg5D9yfJ35p+fW/fH3eHf7DF9iCkqerebOsCeXrp+I0bhGu
2uvIU07+Rr/SV+Uuuao+uRvLL/14UEvUZI1iL4XFj9cshnBYTWWIHhrY4l6o+WdLhiErSNUzkgmc
cDhCoczUxieZb79dv1kULPVlP6/B6/n5W4uYHG2gwIEHb96Kb+ab+mV4lB/ZkZRH4yzcmT+W3P+o
2vx/uqatn9PoOf+XDSzwuftX8fav2/a5JS4n+tp8jIr8KWJy/a1Y4hh/+Z+WE/jvIMr/HXmS1H9F
Hq4/lKVBJXbl+4L03z/ydwlaNf9i9WNAOACtQiIMq9y/S9Cq/hdNMGImISAYPwVKLvlAmgaPjidJ
lX6kUP5dgVbJp4QuYlAIpQK9gD3+UQXa/MBhsBSCgTgB8llpWKry93Lou+1zOWU58tlUvycYGB9K
KoDVr4F8xCHQv9mSPYIw3kIiIbaJaZxmKZtXPqLiVgSdG0n9sQsn9ZU2Ox3EiCw6Z2xl4HBydd00
KYLxyeTNG+v2BqVkvoZmp12JcaZdpXBXbUxbh6ZPQhs0euPO3RR45AhM+272v6aicm2UcehmefWY
hYhyZFiwriEGr4g9A9xnpM9bZnmbEWQJyvCL1CvXZalGG1lvYBznPTYEHEnIBJTrII1fuiJ9oiKF
GcukxyMO5h0tcxy/krDIJVv80+ksYuCjxW1N8RPg3otcBfdymD0VqJ5Q95lbOROew8Xs16VvHQpj
OxbVUzTjMxKUeotGprYVuXkgXBmbWF1Kj1mVvESSeddM6gawjEAXkIOPDbIYVdiJnSF4Sl4qJNSG
+5D0OSTMsun6FfFsUmxqTiTN+VqEgLDqQs4uljCTjaN48QNOM838u04niF0SIt3OFQarytM3WEKi
21riRQTjtZ76ZjGFSi2lTP4xqPGrITQLm4zrFgljuPLJYXJ8Y0BsquXnZgbFN7XoK8SsCF8JlxCx
MubdRkW8/jSUyAqIJArxbvXdOe3TkI5wqbpBIbilVGb09/F+Wx0WAXCh6s5q53prVVimmyopPYl5
04kjjm/MYvmia4X02JU8AZERAHmdU1KFZ0zyuhi9InS+tgxhJw1cNAkxmSMU4VsuhG8g7N+icpCp
juYHVMVs7kuGKDBUVKZ152/FcRI2US+MHo9JhGcgEDfBUN4YSMnsppS0zTTDfOpqGsqoNXDUjFw+
7wJlsL5fFKaIExCTEpK0aBdlzApmqK77AoMSUNl6G7dTsoOgk6z4xigPKRRVOwh5wAK/Wc/icAGb
M1GE60MXet11o2JYxMWnkO2rn4Sm105RqVZfcyGnYYx/EX2keo3IqAQYIl0nRfwKoe0SV5x3Uhbz
sRyE8R5DKzx3DBB2sLQsFVhdcM3JlQacvUFgQgErKs55reAqqkZozgN3EdsNRQ8VhwSe3zu/il+E
ubzNO+5+ETMGCS5L5/uY5yUiSiawawFmFobXlr1hFe6HBNzi0B97PT1IkVS4ZCzBw4h5k6jn4ivK
edgx48P2GrW1ir7bjgseXQ3ghSsIQ3AA4Li1cpGHu8jPlWJE19CVTrBPkflM5SPFDxRdPXATpYBq
0qItQ2C+GefiqWrmC1FlqT2J8oVgZUwKaJJsZE+tC2nxkNa5uooCcq7KKOexU2MWvU3CGxGZzV2D
S3nxMft3Zcv8EldIYlVT81KhBofAtddidwzM9DBjY3WMybpr5PJc9DxP4JRO1cw1iQNHD0MgiM0g
ImQK2sE15LZ3Ci1+A5x9rNKicZH7Zig/ZHohUBPttl4sIkBgn77PfyiHdMLWFwVLEOlOLfIUpf58
EXCaOSIIt0W13jh6BVFCkrjHVYpOSRV5VfQ0emlk9VoUNCjAJljkPKMvZc7kIYgRNJvIVIDMCCK7
yyotnUzgjhS1RAUz6BMZ0bHPkBQSfx8UbbqdW6zzAFAwGlf1Yy7Vj5iKRHRXTPmTVZnuOOW3BipQ
W0H8eJMsNzLTFozDKHtClJkuc+ol0Xl68gWP0fMVEDkZ28jrxy7kS1H6z6oevmXaUG+LtImZN9FP
f//dOcwOV5y1bd8Zd34yB17diTQO5uQFBoeI1idrKFGjpBjSqlyFA9KRdlDWeThd/Ch+Q5INlcYX
pZ3VD8cKdgnOB17ZNEduV4TpoZqSQ5Xx83w9T1YzHBXfx+xa81ky1fgJLMBj3WXyrjUBdovCfCkb
RAzowpmtNZMK+dCRVJLTr65XOQEV1So2hJx9S0ygrNUlPGvEFtlDL0fO2JsnpVSuUdnGNoyKWyvL
n2hZ3ceV3zEX8CzgogZI1nFrVb9SbGlgKiJknvpxqp8kMlQ3BFq1t0pSUuRr4xIcMPdS5nMwds1j
Wg3JbpDi1xL9GsTuVnaGDnDOoBMEmwJH2QSyOlLPN6U7lCSkTA1ETbWzej0oibXWUsHaGiabYWx8
ztCU3FtfvyMRD98HjjV7EHhemhZhSZ/fzguoUkueRk7LmQL+51iLXoJpcdfI+SGupovQ6ifgLSRj
yr2xiUxEcMibcSkH9WM2pxaZAYwEfoFvFvkYLsrgbW6lTzwHj/nIQ80W4c7KrK9oMV5F0xg9WZ6Z
vSPKqso0+zf+mKNWni5BWj76zYTABb7sUckRhGFE5aOsC9/40kDSKKI3QQRnUEGE4COYPYHXxnhM
vDRCvVchWIa+gEsEzRM2Hd0nexhxNQ0lEIyAc5QYZlJe0eUb02WEngf0sS/QRmZA+5KAT6kU7HUx
FO6GiZjEWl2ys7XkNR2Dt2kMVhAfXpOOWaYswm4jlGmxmUofnEDI2ZnwTpwBkqBNgM64VsVZ9irN
EHg/ubF8sMCIBIPqZsXAIAnxmxXxttUC947wYooJYAxh1UUvvSLsMpz0jpUJd53GVE7cCttWbRkQ
zM0IqHn2kfwmCx3TDgZmg3xC2CzqCDSHehnBsC/cviXEFN9pAQlS1XyMeb2kXiSyZ2xShSBKDWVI
5msRvWjKgqcR0nNJNIUripJTYydDGLbY8IURfzPyJo0AChtxEtNR4t+Btr5uI43K2UyKrKnxYsyV
oazrdC5PQSuxH07D8Cq18hH2DNKerhkvUW76z6i+uZi0eVzWdw3KS6gHQw5kBlMAdF8gokiQgfox
5ch4UFfYEkQX6SHWXNHHhM5C0CO36dBk0nMxLdGCffGUFVG3Yt28bnHEeeCXXhc/Wz4yXSUJs79I
4J9X4Q8D8pEXGw1z/1EsDGU1VTXwEdVq1tCtcjvu+YdMW4GndkztWGXuFnoMPgPEHvRS4rVI5LMS
yNIhMnhrWgYT5N3kdEN57gfOD2kc6S06vGGYYHwMUNqBYWe4RSV6qTOmnTTjwzu2moAvip80W6az
QMJDlhrhbS/I3WqqeVCxq+NTWr4vuhK8FmXyFAwYvfpliR2Sx3NsFdzUTFmJG373EYMiBnVm3pmh
wnJaz+HQz9IWh1oNJmM9v/g1qjOoVsJLIPIxU0tStRqBFz311XH7fTKMADl7gS/vshA7Wd4PHmzu
yWHRcyExqt0MowyZB2G3F/UYgywttVakPmmOrOIcCHK+b8vEAmGlsasRsgiOjTsiDbAJz4j3qkhX
3UgeC7eq+RLF8cgwJsCF0Yu3P8rQ/2in+v/GB3yIkqj89ho9f9y5/i/clH7fpv1hS4pSqvnXXVd/
5V/f/uU8R1+L5v0O9fvP/9ifCob0lyTrEOYVuH8/kQIFQ/4LeCBoIxnVOIyRRSvwX6hA6S/EAwir
RPavtI00mgt/71Bl6S8Ze6csiixI4PxR+f8HqMCfayrsghFHsQU2DX6VDn/wQ4FrQpTuh+2yxSKd
8zJlKoKMoShcBLJEDbTRW1/H5UWRiud3m/jzj6rN+2jun5uufx8XzCENZV1lk/6heTLjMcIoR9Y4
Iydj3FXqGzw6sFnEvOs/qVb93KT4cSxNEnXVlJbB/hg6zVB2fd+De0cRlgCoi4JVo8uz++cr+rkd
9OMoFvBGlS45N/SjQAsUkJHpEkfBfU7iVJMNKxT5yaaBikhOz5gdhILitLqumyHb/vnYP5fjvh9b
F4lHlk2eJMMwPtxFbSA71kw59qhpimeE6qEWZnz/XbSS60jy6lL9LDb+NzdQF3UDDp8FX5JKys81
MUXzY6I8QPqjsKP4mIuYWs0Y6n8FKOfPV/ebkYXmvlQ6uThck8vVv6uhWPBt64GwCw+gYnSWsYS4
1pxHW18zkr3QTE9aIu7NuWfB1+K7+fPBP0hdfowtu/DlKhfxyfcS8bujw0ZJOLYmeMzdJi5RY15j
MlZgVoTmBrgSdDcZn4WZk3y25AhD0eyJhzEH9MHJI5h2foi9xCdj8rvhVyRJ5szQX6J8/XlMZkkL
0d6zOVFVvg4k8aYOGg6U9SwiVv98BEDSs+7V1AVeiijzp/FnywTgg2TWFUWlYl/0vvYSwtZ/gpWh
3Ve92GPgA5VMMtW2Sw5gphA4dT75cxUGsblv5+tE8qEU/fm0PhB4v98YC/WapJmiSriP9fGhR8Ye
IKdn6hoVQugIN2HpLRKw7EalhUAIMIiJg24i0g9SUgDicqJ94/vTySqUYTfIg/DQ6SM/hYWF7paq
zw4+mrI6yJ28mnLF8N02C9ymNtVDFAgvRPhhNg5D7JGQn3CB64N2648tts0/X9qH8vpyaSZrdEPn
baYQyXP/84jT3A5RznJ3a7AIK62fsddZeBzwW4ikHPpFKL6NfqHjFBZIkFDItRoda+plVPZ5iemH
lOJjNhKRzfartB5ARuuTWwVBGHqSAsLsz+er/PqG8vESDZX3kzmWWvvP5zti+p6KUfO9ufBJGqwB
uTtFTpwWCJxsH4eFdEMQqsSqM8u7IzFD5jmWO6ByMdpxbKYVJljUei01o1EG+AY7oMXhlfIHrQy5
whllgVwgUw1uKdcM56gSQZxTDQKNV4zGnpAU7QxWNb2JUs0J0nwFPpkiBlR1dQ1PTt5pJMnfRLpP
XK7UgLrGgwmDbM7n+0Qx1PtYVKyvrdoSXkjV6pMp5NfvD10L+haKgRJ6maV/Hh2l1xYPiep75Lz1
4A8nEY8p+Yp/vgm/P4qJHAAwNXDqD/eAoLLYJzTO9yxIKO4gT9+KEm7Bnw/y63KBSzG4FhTl1BK1
ZVp6NxkKRRXNlTb4njTo7eIDNB5rWclg7+boD6Bz2B0kWWeqc/mTT9xvjixJCosBbGN8A8wPapa4
aS18jLjKe20JsQ2nxIGpgou5Jk48MO6HoA4vggmw5s9XvPCa33WdlndxmWN4vFlBUMz/rn15d8k1
zk8hjBWIbdDECgo3pn9R+rp5lps4AaZfa4KbwdxdJaQZkWEHoXfDXhcdVhfLJWVC0ygPYSJOrzF4
kmqgCCNTN6EznqdYveVY2CNVVe5mIaC+q+fkKgtJnn3VU0G9UkoLH1yX+D/W7f9R3PjrC/tj4jQU
UVKWh/Pn+ziWSgUhHgljWFqEUyFPJZ2jummSlgneGLsVQqaTiS9mbQmY5P8nQ8oLp4umSAdz6dm8
f4qSWVXxA5MzVyRlt25rlRwsISdJQSiNNWT1/oo8+sIupwFcERELriJpyWqmZ3HOZH/yqkUDa0AB
GkMf/ZSMqckQjXyDFAWiQTNUAGQG2S3FEpuVhleQELcUn+CplRXhs7l6+cz8uyv5/fngbWCuBuht
isZHIQ6JRrCMgHWw8ZWNm5npxPZVK9qHWSsRZDLUNOghNG2jFi9YqlWABbO6OPt1E1z+PK4fZFg/
TkVhJl46WtwgQ/l5XMc8VZQoKXhH6qTmg9zVz30HjEBXumZrzhLZ5UubA04xBKaG2kMyGQdJoX30
yYksM9rHMWEJrOL/APX2y+OFFixPhybkRKr6AO55Sz6euMX5ER1YoRGQoeqiAxP3MDW4JRVq5Gsp
LtIFh/SZfPE3T7rCE87Dpuusl8wP02IINDqj68PtaQrlnjwa84gZftg3Ul4RBR8Yaxo3z6Q9TnvB
aKpPZMu/mZQV7gizJXs4Vf+4vSoqvzXiiqOP/5e6M2luG8uy8F/J6E2vkIF5WHQvSJAgSFGi5mGD
kGwZ8zzj1/cHpSstMS0zXKvqqIqoLDslEtPDffee8x3L8/ZebZlrhTCkv+7B39qF/9Kd9H7u+78X
3WvFUPX1j/1zUf+xbrOvDJXz7P/BvlyRuITvbkX7uXn+4xXAQzPO8+7/+a/Zw1T/cY31rEnG9zvy
7z/5fWYs6X/ycJiUztTEf41/v8+MJfbdzJd1duvsSqHn/70j529Udo/8kCiZisQd9feOXP9TYV/C
7+H1hLFJMX9rRy59tOII82LCfxTlaFWsgl7pRriE0D22tZZ98WR0VbJ3m0mSI1T5Ui3yrQW3nyzl
d+foJ3vx+Rf/eFp/fODRSwDeaJfItYzrRFQwF1uO3Irgu6cQTHrx8uvPONJQ/PiQ+Ql59/oUfZwe
RAGNbtxe9ZNqq1lj95pu+76/6oYXD79JBwStUiZaeWS2ATlSPf3EEb65Ln52iEcrYqKn0hiC+3HF
qHdy3LrE/jHAQblWp1idDyL4JQ549jMuBbboWbo5cdwfXw8/jnteIt8dt2IJoHxKgUBUE8dvzlsu
dDV4EdhBdgx3D0Qm7IxYtyuqW4950omP/ewmmr/Ou4+NUQqUmlnm7sjs4qI9TxDkQ9rL7nKwZSc+
5GNJ9uPQjrb+ghTIUNZzz4WrCccboprVO2N1wRjfbnNE3cxgThzOfJ1+cv2ON0Lh2ItW2Q+D2+um
Q7A3AznmIp68gBt/SJBNEz3knKXdrs1uNAVQRlqtTnz0JxdQPnpx6JMwBJPUN65KqF8nHpoeuGjl
b0IGehpEqqLmjKq70tRtNmsnTu3Ht9bfp1Y+anWY1iBAa5waN5aRzPWWrYhgKDrV4UVrq4PneJM8
YxdOlINHlcOPzztac2i1j2bZmKZbPBTX4SvoamgUSB7AJOzZkwHS+DfP5tFaExMOYiqxUrqWYMCo
uEkhSCuj9Xb7QL2xfWVZks8mRcqteHKBo5D45P45Wn3YqQgUkRUJpGvdWIZ30kO2z4N9AHfTXAeH
zJW3fWsQhoglofsCVINx53m27+rNsIOJ/sUDbB2saNWTqHautcv6LiI667k7ExbCgrXSV/blc36e
XyWQnW2gnY6m7YWVtazXFX98GUVuszcL6T4p0e7cMxhbfDFJmIfLa5v1plG2tbq0ZAbNj81Vd1Wb
e4Icl/kZACLDqd1oNW40V9iBTB/Wg41j0luPTrXNQSauVXt0sw2BiV79JdhX5/UmTLfNpjq3rgBT
gc3MFsNNeiWs24vyAAA4Cy9V7yW6V858h4gR+H27fAOdiRgCyNlfk0tcSmJldy8q9Xh2LmwhwwxO
5WSOEe3azSlt5af33NGaLPWp5SewgV2YIUB85uw09BWNh4+9iw5GbtqSp9gpzQyTf2YkfOoenO+1
ny0m8se1UVBw9Me41uhS8fiKRIJIFqIcko7lp4BWAp2tZV09hRImfJaVrikOaSg7I+ISEk1PfIu3
nuzPvsXxCg13sZ7kznNNlTj5HB2QtWxHYI8Eu9XkdRPjAr8uuU96ceelRNXnmr+dAm0pEM4BwATa
TyGRL5dBwYLpMBCBErClJBRnMYy94LR+ZwE0LK8ghlQ+6WQtE9ttb0rhOlXDFSRVm3dia5cyaEQB
LlcvMLOWG+ksBVPCvBK9fI1xoYKalfj3xgiWQRxvI19yidYK1ppCWHnXjo9koF3UQ8DcikjkxFcP
g6TtIRPaZOciek3piZaTPTLuM4z0POigTEWpncISzoN640s1fispxf0Vl+sxUqGgh9p5RjKWlRGJ
Vrz45pPUnGibflaGyEfvrEhVrEQtC8/1wk1UPliW/2IKoj2E7cEoOIMThLviCqKZOY3kw0AVYh76
67XvkzX9zeD17pXcBr7YaTEKP8krXwIF35Gp2KFCCeDhSvGNHSRrNC3KqTX9k3fmm+n43eeplTmE
ugivvYSbxptyTq/jJp/fmmS0XgUdQXThVVCOLO8+YaTGieP8rIB962q+++AJlE46+ERu6Mgdsrhd
ZNAeE8CSAYIHKyp26rTrtMssv/r1if3sokpHby9VSRkcaVWEBBpW/Dapq1tihTfzRY3A75Km11XJ
QZN4U+vybvK3lvvrT/6kAnqzk7870lHI2rgu9GjbmdauVGXEQt2utgQqgXFX8P/nMujXH/XpWT16
heVin5go5mQ3H8VD4IlbU7uZhVitX98S6UhlhLu5mRagTk+VPvOC+JMl6u18vzu8YaqrDH2s5HZe
sxPAqnj9lUkCXxrA6pWkXchq6I3GhUdpq/FVaCOcWqTlN1H1zz78aJVWiQRQkpCSb+iAaVobD9Gi
ycshypt0IbGPRscm3pEkECE6aM6yIN6loOzTijZydU5Y5m5KejcpvcdCyYkuIXM4dmDGAvuNlkKD
fnVt1utY2Zb1Os9348RSBCh9LXD1pLXQeMuACSToeoI9EGFMS1OYI9EGVtlNwJX1PKRoZMrChuTF
vQwm1CBXyrTrixcVbQdFYuB0nUOABLgYBIaDsZmqjTGsxWGVb1gVhdDRKehI3Bm93Rg/KPJ5n0JC
fNDUq1a+sYb7Qv3WqHdpdi11TqwAu/3WETNTux3xT9palBwiDMTUkYb5S9eYLAdH6jZCtwl819dc
LUA1s47kFCzSovAk5H+FfNaZIxuRLhqWRiZsIkW5iKv2JpKrMyWPOKwJzVS8s4rSJXB6A1J15csD
SQ/dOm4ttyMGvSvPhzF2p0i5BkbrtKMritO5at4r+m2XZ044jpuE0NdZDNUU6i5KtHUArDcwB8J3
kCiZ47WF3XZRK+Y3IZOuxtq8VZtzKUfcm+g35FzvAUN9IVBxZ4TDlaT2C7EOXHDvqyCpbD8F+kmg
sGQJK2msv/SCubaoctK6sosoe55EWktmGFyGJsLcaWTNUW/TJHKmMkM+xckQajJiIlM8w0twE5WG
C59bS15JoF+oNbDV8qkGPO1vKpKCLTvpxnRRKf0+aCGIaZUj5tq0SrIe0JO+KeFJNwgJhymzCUzf
9ors+qDjUnk6jKW4NJF7Yp1FrDY6BGGXYbIzC/NSCqpN1gAjahXbKsMV0Z2Tz+sG9GJX59fJkF1E
HbBRSaU8EV3PyqHug8Er51NzwZ7yponvlRj2FjNA8n1aNIMdtNe0/1IA0fMzcW1NhWuorZsU9R42
+2qMyCxTDdKsQ/NVlYfrttiT10PCGw9NHhNzyuR6340bWQy3vU8O6qDu21G/7n3jxaS5StCVHYvy
JkiS9ahpWJpifTyUsUDdqF12Yn8mA0vMgCb3Yuto9CuUVNoIXu4yDEH7bG704ECu6oo23c5sSmLo
41UgPwqFx/M7XAY+sgPKbS9CR6vG4TNKoTUR4oupbheK+MDKuogNY5mFB0kPT70nP1vljgoxBkCV
mstt65ajO9XDxiw7FGNoVwPTpq3pTN/SCFupR0mlT1sCzn+9oKuf1QNHpYiBEF414FO4poLayvf2
fsMDnnbrPBLPiZDgfk6Wat0wSjmH2LnI02sSXW2fgk/Ur+GyL8lnWBp+aReJvhQLcSk2rW1kzaoD
oZd7GzCoYDYH+IE4Q81oGeMSV7ObOnsURaqdr2EvE0esrXtJ5R0Z81wKDhHsy44SDWnkqoU42FuX
fodS7So2cLWb5dK4Sftp+etTcDTC/XvbicniQ5diCroJIThJQwr4rRkDm2wT+SYTH3nDECsM+G1o
kbsJi84nCGc81Gh1LWpWUUfiP162gytmywGXcabjK2tCG3/sGZUbQZb66hI0/ImXr/XJ/vF4sEmH
MAC4CBM0HRU34CVsCEQI+L2DHrdRr0TrvCIkEaw9kWWXFXo1M0vdOGvOZK9Zp70BTCfjOh5CeU9a
b89NJu8SEXt8wWkOKgh7y7ZVmV0/KA2320tbFssy8Zwar25MqOZA2kJtgU0D7ax7GcH0Oaz3wKad
vsjJB86EVa2RwKAhJmfFKPObFJS4NS1TpUYL9yVJv81bACYxy7AJVjWznNgnl3YkZENNob4wTGad
KppnoX+S/B5yIAQBlGbCeNkooy2ToCJXl3FD59WVowsVLbkO9VqquQsFZqlZeJbfDwVYRNlkaOTb
YYT9v7eWY1SvM359JWukVyTkQ+tLq3nMGriWxo3K21sdXgwW3XaqTtxW2twl+UnpMBuL3je/BCPz
FXJI2DefmZHk5NkkOomsH4BYOD44ejI8NVCG0Z3fIw8YHsvgUku75awXHXV81K25TJr6Rm1x1ybk
Mth1HGLVedtkEbo9Xmslyb5omP0K6SzE/zYWFobSou32mFtVF1aMmDdEic9sKtVlN9VARRBnHZij
rYy0D+h29k28zGJ0kt20UcGOEvGJUDPdxpaxieXSjlLeqxohdmW+ikJ/JWW+jWFpIVOO/Prxe5sH
/ew8HdfNXiURquRVpJI8ejWw9VLf8/LeiR0WZr/ZJOZwXobWpdyqXwshvGlFJzBAYnLhYj85V6rS
7fTyUqpclds8GoWLSQeWUcW3daDey2nt6n6zQlKN3yZfop1catm8ie589iSPel2d9T7MCCHfKLK6
EJNnkM3A7mBH+PAUR8ExI3EVcDeOmXAhEJ9V9LrrFwgvS0AbbbsBO6viCyBcetEN+Yogl31BIsAY
FuBaPSdNEXrzv6WoMwrTHZE4s+iu7KOVPu+Y82svKhYdpE/+H7BJYhhjB9C+PVQmO/9Ti8fbNuRn
p/mo50XWHkMDbEPbsARfZVXU6fVlSwOToNvd2FwMAn+cmE7ha3ZZk3jokVyA8jeRmkM5Ws7ptuIR
6+THgnu0iZjGzmPICz7YjBDh4mHZieNFPeYS7UwcGPHUviiofROjv6H8dpXpusFMau4wELH+ClDs
m0s4SiK+dVkVAbjej8nthEqa6TjrXPqStpNLW38rW1ibE2pQs7ma8jzaKmjTZWvTay4JCb++fz/b
94lHHSSjIJq56ROdvECV3ljwoNDRKnS7kYhBt7tI32WNfyeLyi4fdroi2FODtPrf/PC5nHi3OYqn
EvcLQSSuQkN4lGRMYeYuL6znVG13QSmjEu92Cl67+TJaUbKruKwC1N4Tn/9Jh188KluSTNIFuUL+
T1bvBezYnYKUxGtB5UT0+InUeOtd9dphyqO7X3/mJxWLeFSxVDG6EvLhNVdiW4vSzzbNw7yvnzsn
CaVJH+DB1v69q0t+3McTDMK6MfFlKm6kl7c6a7PmJetC+yqTQ62ZN2lY2Llm2KT0HARt3DHS3mGF
PvHG//nOXraOuv5dCbtLSWTN1XGs9anuTO35qCN/5zDJbnNkmNS/PqlHAsN/PZPycYI8HOkxmBr2
ieV4IfWKHZnprcgxzmcWxqtTfatLwNYSRDi1Vsij0XkPUJpGp5hln3RiYeR8PNNZ1lSNokymG/O2
TGXVjkZlKcX0yjmfuCpsgrAcOTGXSO7XMV/rxJH/fLQiW0cLY5J0UtWro+nWUNFi42F+dkvvrpYN
CpxpJ3Hq9UywhyI+lPnJ8/3ZpT1aA61QUvEQi+gvYFwv6QPW2Z050hiI6L8JmgHfb0OQGiJHO2r9
bWaq5Dc+9F7z1CrRwacfrQCn8lFx/Po0/PypQuj38ewnc8yIhunEJRLhmUC0Va1CLxU1J/bQp6Xi
rhLGneRpp+63ny8caGk/fl6ppEyRUQO6vRy9mIweU6jXJcxe1isTFKMcasTe3odshn99gJ/eX0dL
Va35viaY3OFEwjihKtqyVthK/+D5ph3I9aEfaRYXD6XhiMIpMcxnZ/VorUqDlgAYrMBU7N3Onwig
Y1rW8gTPyyLysJ3IsJL8i3/zrJpHq1Wr4ZKpyHB3fVp/84KR85wOk8Lbe9wBOkQMhC2SBFxN+y7i
+i3Zx02e8t9j7cYHvcen/oz/QOeFTiYrAsZ399dPNR5/fH394zpAytQ8Z+9lHn//+L/gAPqfqPuB
DcsG0mWU+e/hALPkEyosCKUPfFpV+RNoriqi2pE0Q8a78bfQg7+ixBHx/Kk6kmMNAsVvWC+OW5zU
fgiqVX6frAKoRXNytF/RZVjPfhZOt0Ip3aujvIVGfRlVEtu2BJSfpuwk01/ze3aYwYxVneSvJAdc
e2Z+1yraXkrxwUY1rT1hH07BlTd1RNmRV5X1+BPDuzifSOjD57fWvYgooGhYdXnLbDL36fGN12MV
X1p9dscI2zXK8ckkyxDv2M0YRjTVdGIMrYkMG2v2n+X5K2k9zHKiAkZ9Y90okXRNpPAqJOVvzt5j
O1pJiybXv7F8k+qonA2yQUCEcZMbwg1gtAsvZSJAoEJJSktrCptqSB9T9rxZTvVPzC4ZizIWTnJx
Xivcy6Q+6C0GVQZDaoatUJvBmCKj2J7M+mWXj08QwPiZIX4UqF0XVZQSzjtiq5SGa5Ug2EUlad0S
c6Pdd2w3fSW/M3tixovWvJhfqPUMWY/lhuxD+qFSve5T466WBn8Z4Khf0ZFbq6q3sQp+VV3VINrU
/tqPaYcTv7y1Ru+b3DP4lTgrQpd4C8vi3A70DGkBon82c5ENscZ3rqiT47hmX9wIndNF6SWsBY08
5ZTaurzjZ2lsm8Zm1MlXHPPZSIFJUWv4Y1M1zoO8S1cEzJKtEJVIG83yNUr46uiik2UXpJiNVQy3
w0wITyquxFSXd5E/3fcKzEpRuKAHuEsitqTZVF4JvfhFyzHUmYMKEVWWoMvW1ZVEmpZokZPGcKEf
X2nhHkI/fCStQFrWdfbqlyUeUXMdWdq48Mz0dUor3xZNSKrsoFD0JRE+uoSw1KImZIqIvnsrUs7G
aHjSWv+Qh8Z5YggWpDvhWxvUTpJP175Kd6se68ImKzZcaaO1UQWSPooyoczxyISLyit8yBupE++7
pLyLJTYWRn6XiM2lN7XQ2bMrKYed3+fpnTeN17KV+Jjip+twjmUkwNGewiZZJmNEjBCJPks9oLfa
ydpDZ1akhXreRqSLqWGYscgrWXg1Ac9lVL3GEle4kndCEF92lreid740lGCD/GLbltUr+Yab2JRW
ZpTupXC+BJ5JphlhPWZXrYya0EWzgy9FmxwivqOX0lnQQJVvW+9CYQu25Bl7JEfJ4estBm38Jku1
08nChjiajVgQzFlHj14hPvUtvk+aMm2fXEpzHiSJt2wnWuum7NUvViHRLdfcoknfvlpPfZyJwrc4
ULdGYriFwMlRe+lMtYKXUdRuJEXajR2mhqlXt4kYbwgUQPU7XIulsNGidDOa3BWCGrwEQnElysNT
3pvfOrbhfYmBUCatcpyeolx3Y2186rP0dSjkXa+xyXu3ph/+2h2/94cdKba+r42QW3D98EIwjoeJ
SO1CDWj/dJuZsQiyo3iIJBzVZhbZaeF/6Qc6LYa+nrzsDBfIQ5QSENvr6xPfYq7Bfmzd//oWCMDR
sUoGfWvjqGZKER+VZVWJfIu0WCmkFyyKWNuU5Mz4cnJG1uN1VKRPKY7mYvS2eaVcyn6IqTP9axb3
W+/6T1/kP3/d/0EoSf8V12D15fXrH6usCr8EKWrJ/w9YII0TfcqAuX+uoCPNes/XhsOq0LA+h/X7
cmD+LT8qAYxSlgSFB4sE/oEflYDK+37WBoOvR8Y9i9H/ZcIUwQQpSOSR/mN7UmYJ2HcTpqT+iZhY
RuMM3odiwFR/pxKY3/M/7jIkpZDyMSZScRBfIKtvk4J3LQWiq7J88LQ5R6lSbFGQntBEqITAikSU
Ztm0DKo6Xb47Yz95wObdzsfPNChtQAfLGnMiNK/8/bvPLGrTyJRM6g9T13aAF7KJ7lp6yph4NLWe
Dw300iwBRzOrYi892nRJRZT0qSx1h0oKsrOAFQafCgzGiSF5JAwdU1XZ38d97A6Zea0TIHuqMP/H
ycXwKVm4VljbqLKUow1BbqJVmaaxOph50xF0Glvrnhb3WoRysSTEKt6S1iiTgQRDLS072SUvFJtH
bpFCKFXkbOoVis1AifdSw2Pud4X/ohAI7P76erzpCT9cEGT76mwSMlQuCCEWHy+IOAVM9SU1O0RA
DNZ6xrZfy3zBYZHVNpM8dTMFYFaLKeU5RNsA1EfxKAVBtEzV6WsT+sGXTG6U80isyi3pI8M+8HgT
J7IBxr5XFNqMZrSm9C02qtgeen3sHySFcCLMx+B4agmsQyNmT3o0XP/60P55E3Brc/pl3M64loFq
fTy0LMVm3ClMxzUrVre0WJhBT1p4JvbEPZEID9BPrfpzgmBIK8tGETpIMpzYZX/c9XMj4paeFdpY
gLFny8f7tLzGrGdqUXzos4YZTKLdR6A3VgrBNmukDNbkS0tFr4JTt9/H3TafC5yV1cOCWffmHz26
rI1o1Z2epf6B+QGjXhMpYEDAUhBhG/Ki2qJhHVwbHgOclBGFLVTdKYfKmxf0w52lEYXBgWszwQ5X
xtEzSEcrzyI9sy6MKK+xOwiqXZaTccXWo1+ZnpE40nit+tFFLRPxPhJdUYeVhxMOj3QelvkO3Waw
NrtkvIzJRwAV5cigleykkR6aRF42DLCMyTrR//vHAgU+nwWZWByda6YdD3PiRi36gcCQiyq0jGsS
UbtVM5anAOpHvQmuD7/dVDg/uFUkETP8x3sTTELu54Y5XYRR6g4+fbdB4iY1MVu2sRatpaYanpVC
fQlbYJOTPi7S1jxpMvvYCXv7Fnw0LnyuD0lAxy4VQsiDrMsn+SJTPPFcK7ozcRqSx66xzEPjFThG
iKqWzuQ0UnX6Vd2LppV6YLcFocsLKGj5I7rToLZ6uKsxdTzD00p2M62qF54RqShDGhSgJYiep6mt
lNcTD/g/1tjZlQ00bzaC84gbvEPfv0x8fFdaFVviRZBqWM9D/7FWuLciduUj+b1jRzBAa0X7CBPO
3ghJlAWzhgTSQICsrNVgDvgdAwmajV7vMVl5UEBooe8JuZ1OPZDzd/nwNMxGZgkP44zmw+Rx9OKT
ifxL66xrqMPT8komB83pSw+gvx8j/xF8gZkSbaJsLECC5Rj4vFTKibsHURaRxkqQZKwSZ7wo0qi5
EAylpGeZWd+ZBb9V7/3S0vMf2LzB98sCy/n+vHLbPyfP4/Mfu7YKk/+u4/mfnWp8/vr8vmz7+/f8
qN1ox/BqxIuJ+XQ2Uf0L8aj9abKyQZ6ma6QqBo3k77UbrRod3xnv1O9YSC7z99qNv1J0kd9ogIVn
df692u1jn5FbHjfqHFdkECTM/X88GxmtuErkTKxudQ/xdynuUlW3AV/Z0Bdsfngdp4UT5eMpIevR
8OuvD8aaqrNDorAy/+FPINelbBqluYUvtKoMWF6qehta8UqYsWCilK6Eviaecer2eEI6bmAoT3nd
kyAISoauDpVFbNdqvVUHnciu9CmaxlXACDWTu6uoEldJ1No+WXFQeQ59/iKlmgPOcqn72mWaxDd5
8RKgpNPL9EzNpxUUthsCOPeWzmbQQigVD7mrZ0zlpsFRIv3RaAAqaap1IzbUtSSZV+gKo5dALRyx
Ts4touRGNXxWyL12u8q88VNUA1XxyBzvFhisq5SNnYTh14AWQRwQpVgNV53eIjyiqb2MKvO8T4yb
sBqv5l9ZN5Xb9XyVWuhdXlsXvdWRWih7wRokCRN61R4aTlZcr+fu8NAK24gJSAOuZIXC4SwTvS9j
AYsw67NNJkRfg6CN1nFMN9noiwfsfKtCmZ6GkU5OTXoE8j5hTZW2knUsDDPvSwU+aCiVwPtRP29L
Zs1ZFaNtB0aPtpIsRdRbSb0tGH5kanpG1OZKR4WjhuMq0dsT5c/bTOXHsvd2u+DQx/Gmzbucf0wb
yrpM20ESqlsRd7g4aLtAq9dWOSII1y5Hr40Wit5fkKd+0+n+LrCSlVplSzJ3z0NaJk1QXBeNsS7H
YQ5krh/8ZLhLAIY2eeEEgrZB72KTYrcKJHKzQ3VjpPLl1BROCAcMWka6SHOMFXp5yL3hLq3p2wVc
9kg/Q7/7IHktYwEPSeuwY7+zFPooIB0wXsFDXTFEJmByRp9K7ZVIBUlrRVmFvhkukqBbUsk5cYA5
BjykgbwiTrSzsqbV0gnpUz9TSlvy6iSjtduxeEy0ajt18TlAt02r+JeWnmIpNs4IAb7wleGiKMtr
ohvtJBF2ZazeBiEaBUu+7SqfSoC8Hi89GDwmQ6Cex3K1hl+17/wv+PlsPU0PfsF3JSE6ARdVStwh
UrNWktQ1s3bLDXoWTN4pNvHbsPv4wkqKxeJHgT3HEXx893ZxVaUZ783bSrRuCt26icRkhaxgPbbw
+ERgkr00XISDtiqaaN/0CKaq/MrrnFzNyOUbLqKxdKoyOguh2Ym5vybLfiEX8r7QCDLLigNByjfq
2NphYpwVE/JQRbfFBBGQIA27qixdbQZTGh3Aicwdabk2Bmj9orn3WAlrL12S0+1kPG+RMe7CGG6a
njteUm2xvdlKFb14sAX7TkcJEkRM0/u7yozsolX4Rkhmw5So4daOm2ZNc9RRfBYrerQgK8kZ7+ip
Ai4d5lMPGqzLNqPW7vG0L4dC5xmOVwarUN5kGArqva90F6mCFgTJU2oMjGcm2rz1OpL6fWrJDqjN
adlIsCYrTCFtxDiMmOTyjnTSC68vNnn81TINGHEzAMRYiOaXSuYQZGHLRdi2dbFBr3cAd9HNjXC3
UFj5PeHw7oX5k437kZfprycZ+AcNCxkqDkDqjxecrleqk3pb33Ku923DkuJrjj9qy1rNNiXDZKvX
NqbnXyaGhx7ZWglR4TRCawsDp5GbA53ooxqlK0sNSWEAr1dMNNKUal2p6sbTVVic8bmZtvaQt/e1
iUlKUW5LL/wyPyUyzy3t/nWld0tvtFw9N88ry1r8+iA/Fml/HaPCbAaTLoZa9gEfj1FN5NLQ46m5
DSKDuFw+s5dbe6z6GDFZdGJtfJPrHz9Cikqvh4cI6Yhy/AjRdRGKnlepmjdbLc1JizBshUmK4e8a
GDfQe+maUtniwh0yfyG2abeQOi+g7Zv91eijRee/or8AwpRn7xuf+vxh778MQ6H5gOlZELlEcOLR
QFHREOgpfdff9rSwp6h0BQuVxfxSLTMdFbe+LAqqjASQlKFuuqLY9I22nDsaKc+TGLe2nuvnEZ2A
BkYe6/U2aI2zPCgfhozmQubvSlZUucvc3Gr3cpcfNNk6hFp1r07+DqQPMlv5NhW6K73hMMEa3adt
dD4TCqtEOatKfe1H/tc0LZ0O4ZI5tnsx0WwlDl8h5dzI+nBRR3wIJVBqZtfxCGeg9AlgHI2yXpre
eAcvbViUXvHow45W+RcWQsI6Lws3taifDUqwKxIoe7++o+Y75uNphafG3kqRxXmud+wVKSQPglHA
adUFZYP6wFGS73vJ36rZf7NHezy4/U+s6lHgcNrene1/jGRvwjSv/jh7rRs2jn/58d2v//Nfxr9+
8nsdLxt/0n+hi27O2Z+ww/6u42X1T3Huer157iFN/ajjBRNzPcscnCyZPRshnlT/3wt5wZot+dqM
MNFp7M7Aid/pwvL7Ptwjc+t1fvagaUmsBGBJ5l36u55o1OuFpgLO3omiCpcWMLW1Hn1g4YNQYKgo
mO+FhV4visiMV56hVu6UV8G96E1AP6a2ttZZboqgUL0AZjtKUiuWvW+dMMKJMfQgWkkFuT2LIkjI
kKcaDg5NVHnbUGfIwJhQBulrZdM+a/OWWGWrDg65YaASzQz9ix556XkrtDLtPjVeMTVJiDevln0T
tPA01OpSUxKS5IfwS9W3LeDRFsJqZin5s9bzLWBGgajsCwsOZqnkZBeEus+foAz0qhXy5umiHyf9
a8hI5vXtu9SeEZNspmjQKjEhFcskEKfLUeOf2LyHl7lRCjdlPYgu1VnMbzVbRV15fovxpEr9HFdE
OO2NxsjPJsOg1StWHWzaVuLg8i7nQHA2PiiFDrWYtwjyKkEk1o9KdZonlfuoi2phqUbxuI4gAwqT
IZNegxMKyEqln/l1k940qVw8hlruPUqDNMCXAuE7LCd9yjRAccW0nxNgt1YkIVxUfZVeiZa1K9gD
pNX7XERzDK2FXuTDNgqhxLDzz8p7Sc493Jayd9NABwNXgCRtMyK5Y17asQnwxDK+0ro+hvWWduqd
16XBoY/lBMN0pbQF89ihvi9SU3uKCtHY1AVXOhi6+kaSPOG+82Jsd1NtuXHnE5FFR8gVrdTbGvUA
K4ZBbEHm+5OG9O1rOEaazLBQqS8GnZ61rFqPIp7w86EPJio8tb8wMqC0WjsJOJzM9KCKYOXNeBbr
ib38qIpSfBiG1nvs21hpF/oI6Nhn32GTpgBM1Hvza3RrDKbB+RBG5n6iEfUw+I34UAbBeBsi3D6I
XQBM3ORfUWM1vusm+h+tJwrgv+ehJhPu1ZyQQTGVymjSTdNRk7Fyy2jqlqOgxytrqLpb3j902Qpi
uSjUVmE+KM/BTIJNAq+BAkFs+6aueR4yS4csXMZis5S8tHiEF82GFsvwXisk/5DGrf804cpy3ii8
csOziTgaa9pUxXuq+nivJFV4mUhU22OYg4aemtBRA9TpjaZQmeuttvMBnDt1iuM6sQJcBQxb7D6B
6tv1Rnate3mxHuUWx11rVIdAhv+XhkC0Z8i1hWhsSRrDuFfkMf0203fP9WYM9h4VzVdPD0dHj8HK
1lEkbsCixvtkjCkbRkW9S8aQNNJJ0JM1eDM/AlZWdVRhftWWdipWOR6uGvX1TN+WvA57bdxjEEi6
2idU04vR7Zuyt6/92jiHmM0LX8KgFDLX3gqDZMLebuNrz1PzHZ2tcRZRDPGNGMj5g09E6HXQBvJl
k/b1rtJxe41K5m/BYhS3eeVFWKO8vtm21dS6RWgI+1gR670Whu1d5yfSWTk0yMXqSp2guMvl/1F3
XstxY+mWfiJUwJtbeKSjp8wNgqJEmIT3wBud55gXmw9UVZek7j41FTMnYjoqOppKJhPIjb1/v9a6
HbdiPDXGVt2314nZOTibwwQ7E5WQiPtwTMmOJrb6ixaP40FPk/hJWRvJSTT16lZNOYc/+Jx/ETn9
Igv3br5xVfT4YNhUIVv9JTCGIxpSH6QsjqqUFM+1msCuTiFCL2xzhFh7kOIjgve6M+kKRPiVNH1s
GAANjHUYP2p5NgeZMExBzDjeB3g0Ls0sNk4n6PJDmRv5RxG6r6NC/OznVbNFi9aCWzEa8hurrK2/
qFKi4vaTL6JXQV8ROBRRvmaoBIK/RsCySpCpNM1xZKTkg1mpWM1Mr5a3ZdvGz+m+hl3fLjCGva/u
vs7rvuKUTCU/3Z9C0/V6mDF/Cg+6UN3LxTSe1IWp2euSi7cLbuk8KRmZ9ooAZmAlWgad8P7Y5ZVZ
emHThoO6TteCSicbZNu3Sr9vmnHfPtm+kdJ9S8EGUn9s921G/Y4dR2WlPo77NoR60TxgwMZDLw3z
GSxlDp05G7fJUuG8ijGB38AYZjYYt7T688aFqkX9arUyhlluMIiM0Lvo3IngserRacv1rG+D6MVI
WrggYeY+jvK+gmohibTGGTnRSZ5Fo0g/h9pLdayw+wzquJVeHFPx8zU75tuLQE8vwa80dpvf58rH
jgH4oXmD5F5YPid4U31QnHyjG3gu0/uqe6mWp1apvKWM5PomX74gi2IrwCCYfWlUAuSPEqQ1oyW5
yXDMPlgT2R9pCk61gYThVOWZB1TmhSJbl1yZqer8wXjU584bshtgPEC18Z3j9AVwbRY7EMNH19JP
C7eSj4bR3ydfGvjgSbdBis6uWfrT9kkoPqyMRYm310qzG1DkpR9br6Ycrl8Mtsyc3YyWb65niC0B
PpZ2MdY2NK2+whoXUNkx2WKmHxCZYVg+cfpidjQmf80KLmmY0KNMbQjQRfmpqqZLOaHROWuHqVWO
2C5vB+Il1dXRKwl47L2WUsvplwNgBZCdHT1O4N/CQEH/KgvuMM9i2JjpAEY0brxqZE3gyzoJU8no
GuTDAcGJRDhQkdlp8mzLULmvm3opu80frhaQr3UFbFwtMKlOp7HY3J5Ya0gSeL3Z6Gamni1gu7lW
+hp6zoP6SVdIKDJZedvm+aNYya/FCl+sUH+VNytzBahHlsYbu+oJcZZwaREeZUizHOrD3IyaCV72
ozSGS1VfCnqSdMLEG0UEnoi5eWjVMTTkKlzKBxiTt+qoql+2Ef6MdT6gUANxSg7L/OKMEFhAKWBR
4Fy69aRtMwzAmZzCOCGvnbeVmYYtp4CltSCDISRmSjRXvEFN+4toxrfdODBjtV7EegnyJDnlm/Xl
2q+o7jDxNSLeMUvF6ECrIHtJZTwUIyBlmD3Kw2K89DWPRXVW84tiPELnIVN+NpVTPftT/lorVG2Y
tjPQFFnz2avysyzbqCSQyKbeqiV2XyY3FXrUzDtdjQ4+HYbgJYZ0g0L4sDUEZu3qDmPlzPldU/vs
MrHJIrn7xIxijBpBpX7QBs0XYtEW8ksvfkqgm2tNgtnyaMQP6JEivsA0HPq5/SFj9now9gpGO03w
WtHkAlvSgEhMGP5PjpnyKV1vO3ipPqSw6CZgLoqk88UsSkTijx3DNnJKOCk5hY/hw2Z5i66AXRvs
Qboxl9wbW90xuq9GAonPWXlapdurmdgdgyVAkvKvwNe3b1TDHAm52gUtvOnUy64s3xYymjDthROo
9UNYW8gVHeXsZoLtXZkfurECiC6Fcn5vlteTIhbuuMxOrsBgAv5j16bo5vM1bbxNcwlEVPCUmjiC
pe58ZYZxwYt33e+htidjBVDjr5bkd0SfW9t7hvKhKS6qVgbi+DZsNb+Eaab+nFC93xi5q3dhaSC7
sJBxv71nDncMergT2ySBWifLR2g3DmZyIVBnpBtF0uRR624taKdy6WPXIe8OF65QvjUFcyUFcW8e
yUXlDdOI9Mz1WengcJ68rFlcWHHvRnDgGXjFr4k+ILsB+y8gaimsrIsKYUrxWIGLLZuwS/ZwRbJT
s/kgUkJl1HPIKNkSkgNLn/XNVoyTsXyCdsum8x2tohlS//CkJJyz2VbnN/UqQQbjN2I0VK0npy9t
/lkcvKHW/qLA8isZ0LtrJc9TDdqs3xuuP6d5jH02CYzmxXGpYzZS3s2Fq5omGymzWuYhGTRaG1oF
Q3XTqWsJEZMhTp8hTrGIZxYyD6U8D6KwHkCeElzUcYGMxCyxePEeCQjvQcG6xweI92wRejaFL/Z6
fhTLlXO3CSYjmVJ9M4xZFw5Vj6byLM6uMhp0K7ocgp8px7xZxXRsrh3Kk0l+h41+bsqMPbJHxSmw
xHnwMwP2iZHWT7oeVvG+KY5Zn0VmFpOClIOtXL8Z9Ze68WrFu07tU43YcG1UhjviJA6Mye7kCSLn
Kg5jkX730k+hUq7+JKdh0aSMMW5DUOpVMtnyuM0X8dqV/tY8GsyLJNTLxbNQjmcd/B2zw8rHvLsT
ZjMq085WG2jkYTqRzPNQ3idreSS5/SZTclSeCzlh6JIas9aM3pUs0QIglj6ONIva43U2LoCbUO2a
GJqf3HHowJsqQigUW6RbNG+m6mng6RhDAmXLejBj2gz91y3DHQu3q/pSpkNUa/FdZTyR8aSOLnny
BlvGpAML7MJSRKK7HY6baTxIzPQWEHZPaW/r+WPdXu1piz+ndXNUYB9o3/Tt2Vjp91roCBmE/LA2
/0Wd85cxR/YikzFUNRRoCJlP/6f24SZqXdFp7XTMjZnQYUNytikoNI6fiYW281W6tsFWLZk390mD
x6fRINed6CcNAeB7/Py3ylf/N3CCn6YQ/4MkCFFAMJgx/SHZ+KcC1++8kt+q68t1/LHE9Y+//aPE
pf6mIRJJlfEfsILfW9Wy8tt7aXlna6eI9UOJS9YAKViiwYwav9GpPf2jwsWv4KBiW+2ThjrU2n+r
wPV9kPDPIiihPo0ok9HZX+YzCEBUI5ty5ZxH2bE99BdgtaFiN9Bm2OZZPuz/hO/3onsGwFi/dxhG
P0gPHanzTXyXXSY/9qozoM8w9ha/9PIbkqWD7CC7fMhP15ci2j2jZePomgi4zTH3EndB7ljyY+fq
Irnu6YcpunoM4DkjPy+uHDTu9T4+IN8TLMcU+do2bI+9pzqQpB3hDIqEEOfoglANu2j1Bl8MmB0L
rkHurp7g16F+aB6Sg+JK7vXSB9lij2fJbaLGb3xq4ZcEOaVdgtkdQtUVzjviO7PN0/VshO1FPhg3
etBe1nPq6pHqbofikkVT2PhlyHC6z/h/OB7MQ30X3wqX4uF6sC71uQzbnWDNyxyJ7wkM3BPOWmA4
cHlB0oGY8xktHiDEoIqJcZ7iW+oz9vIFVrYIpgUv52N3Ddtvkde7sf+YoaMsBbqbebIXv+kO6+o3
of5+G6onhXyC2wbMsIeqXUe974m38Wk5ZEEd0AR1EBMKx6ByU3/222jzkAU6jq4UdKH+qTuCjkZ4
VneVw/VkeGhRBNdICubbKpz4q/m+vEv9LbDuYM6HG9hP7xBec65BeaDacA3ATTgVstgT6svI2B7S
Q36AuvZNOlxvr1/lV+szYRH30budPT46iTO7xJDO5GmH/jT7+k0dqX6M+u01aELRL900HE/GXXyz
nuChd0VfdAlf7NbVb/J78VR+3Z6JnAgukl2Nx26JoC6i23naBaWxcx9dH5qnymuj5U30B0eLDLfk
Q7Lb9DgFcpgHGlR5gyd5Vz8/q2fNLYIYvobRJT/LHoxbI4JcmtXOAsWBSPp6Wx0yFIfzIHPFD0hH
IpI+fwAyhmC8zM2a3vCa8fPqiqF6Xx6VaAzxUqvkmBf1XrplJwaxl/mF13JORF77Oh6LJ+k2I/1C
0MnO76CWCcin9YMaCH52c31g+OkkH4qTfq6P5n1+NjgB3SmP0kN1UI/9X/AOMzX6U/3gz6P+SxFk
rke51utWOiNl5sEUsfiD27iQ8qCVbdgN99C5b28AD3yDU1lETQSDtgdJjDO4wiPQb7v3yhfqmU7h
EMS7gz97u0D71X7O3Mwf7dmhSIkump2FkttFnDD/GkoQ+Nn5a+YZHrsIrfDWkVzFN3wyeZ63wi4f
jmpyKIOrA6OHM9iZA3FNsIT1nXaEK8aDETZIgizIviGYVBgHDYXLb9uX8mkKhyPw/CcG3ZYwC9ab
JqSliQQZ2vL3gmM4wrPqdrw2hPEnBmej4qhGV8S26yfzU3KWI+mSZCeTvXTWb9iQURLJj9u9dg+g
yp8Oxrk0wiSaDsmpOG6X2O999UYLlPrW5N2xnTjohZ2XAP0wtveynwd/ckxb4vU3Ku/Oy6fCfoWH
0Zs5CwT6yFWLh8FV7K9vOX8/u5xJ3hs78Ok5TA+6fJLXR9phPuXhFOQYVvPShgP8jpo/QdpjS0jT
k945mV+p9hpa7EfhmHxgx7mN86LbYoQMmANJJzf3FRt+UgMeylk4VqfNJ2byoPbxxqN1iyYI/7pe
SKV90zPvVcMuAjg32XpyoLnUDVwYcb3CqxxQQJFwsx726xbn9Utyoyc2yKaES+Ze7aceRyBqw9pT
A+I3b3GvNop6bncZnMwtHB3F8dlRHemIvpiDdq1/9Wd7tjv4KkdcTe8JaN2P9luCR5hcrL69uFWk
uVB/AmWKct7VhuJ9G+ZQzRifErdj+2UfOz6d5mIk4IEYmOXuag/yGze+NyK4gWw5EMKGD0kPDdLk
fymzrYo/9w3/PEe/1N9mI7vS9jbFc+vp5w1XBvFKgPak24Yl7X+eSedufueaaJcjQ8iljVPKk2AE
gsWZeVVwHyBK8UdP48eM1XhG3s1fvdL+WjmVM9o1muZxMLGShkuCfVjD8ThyDAd/8vcjSw7lLu5n
M9CDycc1Qzma+8CE8Yq91/nFbO/bZneS/MJNPO4Q54o8vK8HJJSReYgxVJ1vYspjr+AIi5/HQxHt
H9iHOntMdMrL4rf8lGI0W6/nv9Hr4OYI4DO1TWd/iR30su/nPgQfzL/hdImu98CHohZCM4stIXOZ
PJqdhS+7f3jrSVHOZhnQqt+/SE6gwFgQxiB1TbdwN3YlWWegIlsP+ZTdPo98O5nto/Nl2FoXFg0n
rvhYL745Z8OvX/JHPp91le3OiT3dE4PBpwfiSW7pZfynO0QVBz6P5WZPCbfFE8Atr+WW1jcei9O4
HMAv8GQmD3Fip0/9sWXvUANwIdlxCldw9KjkOUOWhe1c/IrHabFNLR/2TQn2VdkxA9pBxCpsdFf0
Jnfl4KzOTga7/25fM9iSeJiJDzguZH4Nx6ixkWcbnk1OI4cuYqrK37dyjay9wGGvuUjFdygh3jxJ
duHGbhztX2cPlQZ/PK4hloCnt7JbWCDeIdj71qvDffGqaPtonufDynL03LXJsyeeCNCDP6VRf2j3
jerqgXCzP2nDXcMKG2CwgRO/Cwqvcx6g/+Q7IK9nV84bFSLb4nZTrAICLu9rAZKNmwZ89r7I6KoQ
1MXsHhnHofiwQGw8Z24nlI9DoId6OOCVMxctklA4YoOOwu0c9uHKPt6vpRLl7WckcXMvfd+YEq5i
5kZzpwk63REiaLm5muwZnLx9S1QnbFNY7DsZ6yKyxVKMR+x1wcASE3c49Ced3ts+bh/TaE9J3RSK
2zrsqffg6vLAYH+rwcDUGDtPxCu3XwCmR53P3A+vpMEcCpzifadmFzOA8tcHo+qHsTMfrQjuv2A/
DgNvgfTPVrDAkwclopsS6mKiHSFMo+FVxQxbp91WFcHIksps6f2rjnbmVqwoKFIuYbCrZNaSkp7H
WfTEO/NpvlMv2DSedelK59Ld17vhZijEhYS/Lp9mX92ZJ6LgTIiR/I77qIJiXw8n4z0oqXIgMfXB
zHOZLxJ/vRt+tKoIV0dOQowtUrirCUfBuSCMFgPzrL3qHF/xbg1MXAwtYbd5EYIas1bzN6NXP88c
x5IwYMHwUOji2Ygcwv3Klm34KKcSSBC/OoRtIdV2t/ER13FgUcIQmJ7l1i7BnFOwyIPPwrriAWEf
nirAj/fDLWGxds+zn9YVgZ53K4MyNw5OIf5s+Or0lE89nGX4EZJ6p3UmO3YpdXqSD7HVzJ+9ez1u
ZTqlxBaTvdiSfb1Pv9aXfanbg8aNFiwD1pPfN55FSG4G+WNMiN3clEFLoJK6CvaJlPu46efqprxb
vy3hHiig7+1lhCtdiOXgqMeBxNusi1Xa05GsxCs4x9dzcqC/D2gg5J+HyofV6UCDLSjWE9Ta6Q3j
jef+3H9LiZZX3wqgznQIgqg/P9EPDLKQe/Ep/TjMwvlsMDt15wD1IzuDVHqy0SglSqqDxs/CjQiK
4JY4JyelyOzS6YiK9rBLID9pnXT/zx9s8avgJOQMltN4e9zSeDwgfz2Pl+WkOwCC3AH+ZysYCNQW
SvV2z8fLkFlnXhwpsWNdmlAJNq8lZEfdJmqO2iV+pFI88IP4YDy1+hM1bf1EIOalzCDZZWCSSmgB
pViyADtjWaB/9fTHCWMSDcc4qp9YXzYKtYybkSykOsq3s2DTVsme1EgmglM+q1/NR/U2C1ge3ps/
JNyO/in7BuPaUb8tA/h1/PJqZxSL6ec7yR3dZ4/6ToCLJMzc41AkxzQvCQSv5XuWRIoJL8fkS6VT
2LStXQi+h5BOhq0FvGC3Tm/fEpvuoMPaHlbvespOSU1eg+ppMPv0L3j+ffGitmFFjyGyPmuanfJn
H+WHmCYV+4Qf6kfeTMy3P14YEn0kBjTISdnJJmtYR3seZr0/N4sPZPrwRV2OwmfCUzag0J/isHdN
O3mkTCtHGTMmQerXTuXmn6ivuq8LDzF+nd3ZX7wXyokYhc4GxcVJ5B4Nx/BUW7d1dlfvNuzdgX+t
7h6GMplpq+9RI+OTXIJhxxLeRnIu0kt6JIHsQ93Iq+teQX/rMatD69DSmzNuR34toyzqvPSyaf7y
tvqdF3O5PbqFO3sh/Wq5QsHnyxxbkytxF7bFsGAo3Mm+7sPyzG0MxMk5ctlfi/visiaB6tc4tz2s
IwjCrMXs6SYkET0bHrsds574uVe6TChyLdGXeA+V+gCfw4Nj7zovg6PgaLl5Zz80aODxv/0BoEfs
78H2vrm3w+Y8veXBHs/uy7WnIINNCs1FVlx044gfBGyUbk8HKO7sDpe939To8P8YIJmFzjFIROck
AjKvSfgdPhm/aGD/YWwhkt6jOuGYOzg1ktEKY+fCUYgbNffvwaKThgbU2rlZqu3cCErvGPk9HIRu
lFA390y/fawx/lZUBLCvv7OzwwXEO3G/znKj8QXU0Dqwjx7biPXCKTFu+7z5MH1jlE18b+5NgRk2
ZBs40mCvvwxBupthb19lUgCMMmHBaaKE/9YTMQo+0uhe7qFZSMQP5Z+LcNweSPlpJB6ySx7tMTaj
r5kv22QgqrvwZWh1eM03Um08zJ4uCkQVP1TZ/kVLn1nPf5PG7q//MIpFwzQr17qRzgSpRJrl5lQU
lvDr3lfiFA/y3RUfUtHtwZMbXFjDyU7UgqgcYdOuWECgkrg6SMYJVDY3CYvbPd5aImn3C0GKgaM+
RS2JyNTebuIn9HnO3Qm8WYS2cQRJDBUOBLLwFtSYCKrng0bNqH8uHlcvCYcoJt4DQYrFBiqxF2rC
8tCfC386wvDK/xjv353GeTjq0W4REdV6mPa0jTucPiwfFvvWwAmVQf9EX+2mP+cP/bfdDUiPu39D
kRhBAS2kO4oL6O+M42K/ThxuWCPeTZVl08jG9WPn8XYq2zl1QYqm9savwXtgggvenLspw8/Embtf
Md3uKGANaekdYOog8KV+5DYDRjv3KxaPwhJFut2lbCSWMyEq13eonDirT5ucPKPfg1Z/d0pMm/mz
i5ngPXuMFt8t/h7daBQaiJpt+Xlz99hgL9/JXuP3GLJ9IfClgRDofu1u718H6RWCwhYzxRPpcSMq
3rmOtkOl3PU6x92uKWVNWPTBnomkseQL4OhgpEAE/uSBr44ZAJfgTc/CHSKO2IPFUw70CSMNrz2F
OOZgxV7SYw1y8qzMz4mVzGAh/un8PY6E14wIcY+xyRb4DnQGHG24sW6bs/ghv6PFlYmEevl55njv
RgTKqMRxSoKwxoHjM2MLdu6+J2d+7ki1jkxX+U/AKpwx6myACdiI4m7RnfTQ7QYk3FNbkmvO7Mxz
JDC3OYA3e4g4Ev/sIZ7itcg8wFhyKDwY1pw9MFxYuDHCtWJLGqzGHtI1hGVUcgjqGuW0JyUG5zF/
t1zYsVP8WlzAn7oLNmkvOUAtg6UqiGf/+9PKEPq/Oa1Mdv54WpkP0a5Fahrn+Jt0ox4sOpvEycR7
T+L99qBfbehP/c3dA1kT07iHlpJf3cIqQZV5+KRF2YN2Wx+pqt1tr8WJ19/AaPhKiI/3zAMUiX56
E1M/3qOH+BZyrgd6Y0cpUA7bW019E9JTZ/Nkqpyrn0U6geFwIoEmjCE1jiZCYpI4vwvXm4JYQ7/t
jsbTdqC+5/YRTtO7Hmq2SHYqTz0p5vkTzhHT74qXKwZv87yKoot8K38aDuUJL0RAK+PLYn+kyNlS
mtDDPrLuzMSdX6HXb6PWRxnmaN0UEfYdK075nMqbciNf+qMRkXp773lxYH2fgfp/3cP5wNTZf4oY
t0RXDJ7M/xZWePsiFJnwmmYviGD81KD586+/d2gM6zeAejteD/jEjpr7B5iQ33Al9Lil32eJqfj8
DiZUQAwylm9YhrKzQLw3b36fQVbk3wAZ0r2DUwKuAxo4f2cEeW/o/Dim/me56ReIvCWvTd4AMwvr
Ws2CWAfBUgkZpQZ56z5btGjtRbaAzwkzihl1Bi0fxKLMEWTYGbmQm4i672ZfTTN7MaauPnTikjxr
aq0dkq34mM/952Vse2baDBLyqnzUu2lxNLNDMpeTa2tpuUKH0zQg1AVigTQvguJqHdK0MO5TZREo
U1jAfOrevBHicT4V1nB91q5X9SPoI5U5ojUb7YmbP7dV8ZkhYBNdLTiI+7iJAdwBOQeP+yBpL0zJ
ds4krSSvWU+lA56LSp57V+r7/Mz8fg3oN13DukHRVurWFia8irtceXeogeV71bIqfkhhyYIdWmLq
YV51/XPCUPkhuW6G17RGC/aSlu/ar+VpKGr4cysUBUAoxPU3JVcRvdGVJKwFo4O0papeN3iA/G7T
k8eY4fVnY5B0e27FjPGma3cQLIl5hyRT7tp6VTwc0uYXxXU8pBKtdMlYidMtkR+vcYJ8CvvL0Y3K
giLf3GY7Hphmlunx2wy/J5d5n5yqJHVCvDrG3zJz9NoDrTARSdGMgvkJsbVlsZsPLYvJaCYMtprV
K4GKbhrTc0uRn6emas5M1Va3qCpVYZwxsmUXcDf4qX4dA6Wrq7M66HLY5GJ+0eEq/TBmU+PUQmzc
63lq3cAjJJyqpJ6e1rooDl2tUQCEW5dxn7K42Zr6erGWlswbIY+TGstwTzfSpDMlFcfMXlGJn+s0
PY8Nc7BDPlFf0IXBBXSIIid8eLaK1qQniu0meNc0X0Umv8UembfBMRcFaAkD5yghrs/zpORfkrRr
GDKd7mDYoUbcMRjOYJB5Y3Tga/ocGt944HEpMryf8dp/08qY+qAKys5I5d9nSP+W/fw/g3D86075
/4f4DcATP7jxf2ptkx69dD+2tN/f/91YavJv0EbslBEaHCoiFvAPxIYm/sbYAqQqsiyq3zHUfxhL
Wf9tJ9yzIN6DN4kpG/7od2MJzANCB1rQ0MUq31l4/gZ/3s+m0tjB+/uVDc3c8VLcyc9Bh6GWwiw1
cY9Ad6OeJaPMD5ko3/2wGP8qA/nJHnMRQOSIROroNtPXV97nN37IQ8Z6vQqmptDcKATtoEEpt0Ps
4r8gf/kF7vZ+FcRwoUdRuYT2q8J9bvZCLYly5w5tLB4XPXtMkZrzs0ko/Bo+oL+YlP65N/j9S8Ew
w/ACTIa4vP33P3ypGJEeIPVL58bD9WU0+qubdFbjbiajlkKqETuiEPUXQNVfcPLfvyJQdQmKCM3Q
f2W4qIdYZD6ZgcS4mIpT3iYWhNAdicGgTO420asXNCWEMHGNcq1f/yI03buefw4+fP/GSDfj93e2
JjBDP3/jaZWucVlwdatlfHQGF+xOjdg7qTkkf/FF//lSksZ+AebNDt93z8+XyoBUMK1vUrto1xqN
jaTxW6vvyCbW9S/SY5hK/ul7gYzSkbUF/Luju/ff//AkkfCM+z4z4WJpFnV22nosD5lsJA+ZlOqV
J8RV99lEr4AKYatIJHHmjC6INpafEchBWUZLEVHIi1w7twCBnomcUhKL9Zq9gSBWbBAbxscFehGX
iWDRj5nCzGWTcmSnMDjX1HEJpU3T9x/XDakwdYqnz6hDZo8xKuWKo0ErTnEoHgaYX4tepQkdg6Tw
UnWZa99MmDQsGYo6pabG4LO+xQMSZLGOAOjYqlTMcmF71mRZeo23blS9ycqKnlflZWFkS7beljqz
6Nm0/QpsuO0TEuBKj49GLhnI3lvmGQbC5CUeO+t5AM3zxjj5xPwswnhfodVrpWjO4YCE5Lgon7K0
2ArXlCrUlLpxe8o2qPRWbVWf0q5m9LKK9UUF2bzPkiWSKnzKTWl9lddJytxSm3OKBUqZX4ByQZsJ
XkAilRxS5ioTXUhGVzOnlBYrcGvG8pZhcaqt7xFQH3SD1F3fdU7EScxeemMbRTfWU8IAyFCE42iZ
ZQdaYlhfGybxvomG0J6na96OATxP6UcR4MKjOGc9jAqdpj9ugzIDdc+N4quZzQrTnrolnudcYOYF
6j5vMMQEuXZ0ZJxtS9ObbrDEQ9mANrBVQRCg0ezMBWlGTZuuDnObAjVMZWB4eB1j4O+1pFGWZiZx
hMgxbMtCv8Ah1VP0tXLrq1UW/R1CdBnQfpkQkgHRrj0L6ZZSQCy2iiij2fLneEQ6y+M7xZY35xUj
qX1eZS9Nc4XcpmzhJrgqw05AtE4dXPNVA+q4nwwKVZJaemKWyFuYEprAxdxSo6rX8RoOUAV+Xcuc
ucFlZSKQGexiH7ac9eUNrkc4I+d8felLgiFB7Da4MKsNUTRsck8pQ2r0j6bWyiuqAPW0j1ZP8gcD
7jJHaaSi9LN6YCyn6cwgSbPpy2gOyn0ngmTK6m16G4ae9uss9fAqpZWIbILUV6f/3g/9UgjbLRhc
bRhsaQeFoCb9Cyy4GbdaGdQV8FS7Qfpq2e1Kn8d6qhLZtsbFy8Ec9BrLMTLsWD007eusHPsCLLt1
0azTUt7MeeuuyhmCV0rbhSz4S18E73f5PxA+/adx2/yeR+Ip/z25zcNLlfwUSX3PXPmbf+SehBEa
MwY6NHTQqhHRfJ8ONEzCKQlSeyb9ZLTP99/8kXuiO23qqE5DVCVCXLTzE/6Re0q/QWID5/Ef8ZT1
93LPPWD600n+kXsqvxLuz3GilvqQ0dKSl49TNtI3TAbwUl2MMFoCqiNnCtrT9IypqY35+UbEQtQV
g8hjkqGKZamj0yS7fAQSm267ss+Esi6pzlafQQ5L9qSK26E1m/KlS+IpyoS49DEkg7eIjKRAWauH
C6IrDopWC43BHmBNftWe9Dp7bQuDSYdEbi6kXKhDXa3hJbNmoHciXCmg2zO/aZFNsY1On7+s8yAe
xgpRUzSfxUPVWrXTjRNFSDjhDo0+qZ7ZNh1asJZMUb5U0doU65z8RhMle15M/Q6GOiahjVp/bjN5
3DGqDYP7Iv26eavdapzJuqWY2ptVUqFFbi7KIFe0p6n5IOTWgLalCiBGbtfnzFqQWMzS9Rt8L6Nv
dQYdABNty0pEt0nud1KUa84oVV1pjl40b4IoDVAJt43NsCi3o4+GZNcGlMEqjB6riFaQJjGKs5v8
pFjNnXR2pIZtZKPD0PR9oWqplyrVed5Giy/RSmU4JnMRohexIL6z0XQZYCst8sS4N6sYmGI9b2cN
L+YK0Jydqqyf/atRC9AETv0BmGNY6fJHc7mmntSnFNPVsXeaQWTILVbRAlNVupybzgDAtbsa/rhs
TB/My2Pa5oG5gMMp6yvTBmp3fgdEEtOmThFPAjJxC75+MQPFWAw0scXHDa4Pfc7jaDUAgkj4F3s1
B1xVU9CZmwwB7uglweXId6WujHaZzd0JxNcVHqDhXRyVHspQWJ97ZaA6Cn3IIVma2Fa3GpaEWGye
J3h7HqYJotg0GQ3oXUydKq8yxOBDwdUU80Jnasm653Hsx8DYZoZRBb0MrVIuPvxP2cn/mDRTppD2
702j/b/+q0iy15cfzeP+F98No/6bKio7PSO0jN/R/9/NIrU1EgYMnChTXNMkBVP6u1nUpN8AReqg
I4FH/04m8LtZVKEFgA6HYt0/jOnfyDK5xA9G0RDJknQ4xOAfgBBAMd5Bpz9E2KKaL0UL4YoN4THI
w5lJHVhRxgLhmamjwbf1wQ8L8y8yzn0Z/vmKEOpBVwFLGZQEP8f0GXyEc05Kbo+t/KRK1xdMiJ0L
+WMfjzBcj3dmMzYMGSsfrFF7FZUOpd/my1q2vd0Jit+N2rcUkb4rpDfExh9rZS08OCgTT+3Nv+Bo
5PH8crMk+ioMZMrOLslD1Pbl+2F5xjWJdTGOmclKkIdTymKxe729XtLMAgfCM618XU3zcDAH+bED
0nAHHjro0m4O8u1/s3deu5EjbZq+lcEcLxv0QZ4MsJlMI2/LnhCqkkRvgybI29lL2Rvbh6rqbilL
LW39wAA7izkqoFJSJINhPvOamfpT6eIdTDd9sNB+twcECy0F4wkVT3meW/EXyn31KrVCwC1WY331
ev+qta3AconhLEiox7N3ESUe3ecMbPWo0KLshLUZsEGGvjhagSOKKaiw+6BekYLojKZvyuzO1cDV
oxVztBKaQb/HKDUOUWTipaauTSoKa3QSAYL4kg4NgkOnY52KQO/ddt2K6msxk+ENc24MqH8ZUNBc
iaeFkxpXTTdoV1EY0YE3y2Trl7W175drE8lNe533+sbXunMESrwt9s7xAHttsh5CjPgeZGWn2z7S
VNCZ2C46PTZWnoaUvEhuJILl27goP8Wd7R8JT3ye7frGkTg4Rka3lirPjjM7SXdpj5uVaOb5lCAS
YOUYfkTTHvUF5dM3VEyQ7kcthCcTY8M2qbd6Be0sGrRjH44QXB1aNkM9booZkr6h4S2Qjbn5jUs+
3YWTteP9+fumqnoIQFih5UPpnCWFDe8nvR8TrbjM/TA5dUqEHgLkJ+JdkkD2yXD226U1zbhphILf
NTpS7v7CgdS4Sk68Kae5nM/xTWOW5qYKSZgbBDO6VANBgmjbuhtQOZh0JO4yepVT5h/5s3lX+i1N
scoAs1D6CD+YCG8buXXpzEmLARnWnIjbg70iiTt3NFhJQ1aBWqxhMg6Z0wVxjhcmrH8SMi98TCGp
30fKuZMTWl/DkBeAcN2429duUV3NYYH2OLSpteayQkkAq6ARrbUmH1wkyuJoS2Xneynm5M70tI9j
nFsXlkyy0zk25M6sNeskNqI7MVf558aV+qKNgxKsviSLkUMhq7Yi+6ztLW2DriGMXyeNiRZEXR63
YX3u62H9tVGh2JPggvzyoiKQhciOtKTGW5sSx8ZuaRm0tXsRp4Z12yUiZXKc4qhoS1JidH/OycZr
rHx855tI5nyjNehG6b1qtzDDLysnpzfrlBw3he/vOfuiD42urimn44tjRfm27bB4xWIyiUd/Vbst
mGejg8zQ1mAdo3iPFpkixBpDghEzO3f62kEr1q7ONd2fv0ymGL/0c2hf5ZMBYLqNi2Q1DTG2Skld
rIR/JUvZI02wRA7ONJ7Z/kRiGmLImZsi3HU9RJmVpfXfckUv3kCgrs5brN6QiwjN6SwZxQd7su5t
SyLoX+LPJSsPKGmmz3Jlpl13NeCxtkbsaWu1kD91TJ4oBgnUVyjLgTpLbBDRvWruB6X5uPzZ7pcw
lB+LCZr6FJdJECW1T5pVJy6ugWH10S77uxmK7bmReYjete6n1DLTD03kyitp9eF5JY3ojCMoWVeD
hJ8QeeVGEjBelN0Sm1aTeYnDqvcVS2nYCKzVq7qp69M6KfNLM0UsTaDcRCHeoVKWZNl6SErgJ2F9
l46F3FWYIj+GcYOaIGHThWPX+spOBKAVs4OUX8dfp0Ixl3133U34BsfSsU8KZxCrXtMvumi81Uz7
k3J0Wjk9Bo1jWCPGnTfxPrNbkyA1HYxrid7IsZObBqZuqVy8GtSDoZBINdjAe4SVesgvtdECRa0L
v1xBKTeOCtGwEoc+ORFdHE6BMNp8b4mafS3RTIF00lh73SqnXZNqBmjGMFtI0VNTX9SNg0uHpRog
pU3doxvZ4l2fh70NsAEVRhooYaffVlOlmNm2fLTrHlnxzrQ2uoHa7anA0LkTYeCFSX5vdpMZJI1H
d7keq73y7axY+SIU3xwjAlegJWEw+D7cbJUbyaborPY4os67LnMXoGsVOXSl0voqbPPsws7zaR+p
xe0nRDNphdbN9xnDJLVxvD68lYJ6F8oIA92yqR7Pw0bFx90sy6so7Q0wqdAlPD/Fg1PWgDaddtoi
eQMaOlbmNnKtodoUjnCCwqdz0sWOf4ksR7PMWH7cpyNlIB932Nhx4VpV3pYiWHqW1X74iEvWcNmG
7uhvDWxiZ3bNVu+1GeJmCmLCtKcswum3jwEyzbl/2ofx46hJ/2PVSsgU3PF33SDQDIGwhCyCNvcn
Jk7L9TkeLEiv5WkRiMooQG4XQ3FRp6H9TZskrHVrnEndhhuzKdEZQzfiJHIQAaqTdN7Ufv8QF/hF
SlUA3BGjsYXFetxSb96kVtZdStRsttIpPqGrhmCCW9UAlvwq3k9JCS01z0FGKS89y3U9CqYSBqeZ
TGOJY7OvX1Wa2SExqimMUj0PfHrdLO9QU1+cKsKNTgculvtbv2guYgk9NBvH7mjIwlOPG+iMyID6
pXKA8ucDl2SfpjAh2ny8qUVR4wKejFngDbM8D/3suitstWZDhKda51ufLOKOdT2jZuN4jb2femdf
IMMYr9NunOJNp+nxvhqFd9rklnGU2Ub42As1rjxujBNNYgBt2HW7r8z0MZGI/ySoW5w0Ru5/TCSL
lCNbQ94nkHCv22M9rQd1neht7qy9SO+O4fd5+6lT5MuhFZO30FzcUstLg1m66sxuNDqI7qOZtzZ4
wWr2t3mhLidHIkeaGxJTNz06a2OjXnm56QfSHcB/FemEYEPPrVY7NleS65yP0FKDvNfqz3Oiwn2D
m+NeoqZ0EquwPY0GlX6K8Ibfyhp34Izr74SWMkWohmrU1mva9LhENgtP9CQ8GTNXPmgqxNFmRBlq
YxbVeDZGE+ApJ26vbXe86sYeTY8yuhkRcTkaTG9EsUk3d5iCD5gaFxH1UAfWGIY9e4/jZ9NTowhQ
NE9PKkOzLrwRZTzqcvap7XoSDaGp282OuExCw1/n8NBT28seHLsJt46W6XsRlzi4WDCaepSTIjLH
ddlObEBjqoLeGsETDw1kuTQxzg2Vf8oGBOvJ7a/nshW3YwE/ieMF7tZg3pfVWB1LG6SlU1gf62Ho
ME+e93nMsJXe3rdRF1Rzi44FolGrTM8I32M4Yhr1iKQe+ivkUiQX2+yhpVjn6ceh5/KUVgTyC8uf
kw5ieIpY/mnpp+5DaMn6TKrW/Jgkkf/JW5qyTjr5uKeOnlqc0F0Ei8rxcrQo5C8WyvgFU/FAdWvs
EfRDgukE0jWOTUn6mS4rwaMJA97y4EeaKCedG1NEQKjlKWd3dRkaxa0tNbk2jVKnqJBCjuqdY1Ob
kpusds+aXAKVMpEzEVp+alnT51TGIDNdPz9KjR5b69YFQaYPW6cWN5x0CKuIxN84gptsiNPHmnp7
QJZ3n/XuXRF2t+D+rmZysbM886h6W3dUcePbykdpxIjMs8wrUMgiXi2S+HNuq44SCOJNiW8gJDZi
eONrOdFkweIbpYy2WTOMR2kSNmvHAOCAYCwg+xCVimKaiqBKTQBljaov5mK+oXfu4TyOYVMugWrp
kcF82Ze8ScSRpvaszvX6ujZN4IcFN6jd15Cyq/Bec5PF3VUtxXGA+h7Nu2yK5cbRkXhquMBWaTfl
QWRhIBOXsr517Sw+zZBWxRs+20YgDhxEmo90KYuz3EEyNqorMHh9Qy1eFjbBqGde6kluU4yL7e3Y
0ckw524fGWJEmW70KJIVzvWo6nsLnepVOHWStAnInJ5SEnd8aBKudTzknX5u+NBSy2K2NiISX0Wt
yb1qE3VhF8lxiioV+o7efFLWKBCtSq2NTyf0HcuRqpwlMc3Ncvg1kzCu8oozsnLtQNiafVq3VnEZ
J4igGR1CbWmad8dSid7ballefeqkpqMsOZ9mSnn3fld9mvPyGxgBhA8aEhwEIsCOj6Y+fAPHQewr
rPzG7CKUa3LPZKEqB1glJfj+aOore12ViyBo3gG36mzqQaUT9fu+8fd+D3G4rJH9EnpfUihKRwjB
NSkmDabHKNNRnfBNjuOkcgGNdQ53IlpIqCnpXxr5iDOxOhoKj8pgnagvtAr9C0W36buWzXPQYbmz
roiQVr7M9ZVhRGqrsqrYJY59jQJ2t7Zr6wop/G94X9/kXRwd2xW7IZlJI7tJ3CRx2u3pTxqfFa2m
XUNKrgr3Azr/wKyd5GuRN+i+LCed8DE1i9NQ7QAz9bCDbA9xaJ9sFiJqVp36BdyKCcOt1BQlBujV
vezn4iaLqGzK0oGjGmUXOZsPHQ9/XlWtkx2NRY+iX8I3a3r/mO/0xZ2QJIumbYkeBcm6ed0KtRvd
HBOIQk3XTiWKrZcK+aUyM7JkL4KoEWbxTu/oFdvpkmoqvCs634BnM5Mv8f2GrT4u0+SxYeu6TQMz
6Qo2Hg+waaP0GD2pAs8NAqI4zXa+IgTW1elo5sBOycPXIrz2pyw7G8uQK8tHlAhI14dK5HvMqXnp
oTufJjOZ66z73crjXJwHzb6xqlj7SMzdnw6WOx0VZRF+F4p83fXy/tjSnWCuM/mpBbojslbRvqSi
KXxMwiry80Bzxvo4ddMafpJV6x8kmBlkinXtbKa+cdQNOMQJoDJAbYr4YUbK7Duauem2TZtp9fvl
wdcLfy80Fv7vgCr/hZQYfjZZaGL/cyXx9K7u4rv8eSHx71/7UU709D/Q8DRdB93SJ0geFbaffRb/
D5/wyP1TgdSgi/Znn0XHBgo/Ch+Bd0BaNO//7rPofzhCLLXGBb1lslJ+r8/yssD3o88CDOZJ0f9Z
rUwiXocMS6PtTAPBIW5xgl4vOy6z5KisCdNrFX8h/93Zk/FFoVW6QmkN0b36yBkkEUNWNOveqr5w
6JzIQn1xq+gzAYvos2PP/BpPEhJmf2W2yFQORvEYFjPZ3fQ5nsfbzkjL9eDPwaxL2utdTfoqExjW
VnxehdGRovFbtWm89Tv/vEdqhAwp29Eoh4EkcAmoJ9wRtemOSh7XVwXWDQHOuW5XpdEDGcwf/dTB
bi85DYfpK7Yw+9rGTW82bk3p+msLzXs2ob53KdSDF0NTbbiOjPZzLN3vqrO/THry0PsxSMa+odpj
fkqJnnp0V/vO+5Y3mlpZi4NfqDCK7cVF6uWBRCKgquMbssR2JT13JYcGjS6SpAqUaJUbtxEd2WBy
2gdpjdfULGDEV5sy5lrU/CtTlX3gzajfVEV1NvlQk5K462E8gw4xY3c7NcO5jlAQTSJoRARa9zUu
LgiwYJNlG7umTnDh00BczjNczgYAe05nn7+B6+S1Q+Nh7eQjopZud+XNFXxK99zXMuPIzaydpov4
Q+bPaz/xv7ShM25CE96naM/LRPc22B77wYxo7GaaJmQWXG75KYM1r3e3YqYXjyD9AD8De8Ndg47o
LukTdRo71Cgame30AeXuye+HizlqnXvlNVzG1vdYNd6eHg7GdYrWPf4FULwGaBu1fgk8RVvXZpeg
FBdBIZmaEu8WCopVaDZ7O/NAiHaZ+xhn1WYg0vxRRf5P6Bq/fij+vwi64/T45zNsdRe3D8kL51qD
X/hxegGt8wC1CEFX46kj8tfpxSfIEpuYtnESOS7GJ3+dXoDuLD6jLQisC0SXDsDpT9Cdw+nlWUDu
kH/By9A1fuv0etkkBodg0ZKxOF4XCLWB+8rLgr8DSoulMaHcEXuLc5bWUMDOLVwHPHE6NxqJRIr7
aZYq0PyxP381Y4JhfQqHlWWN9jvAOfsX5BxfB2cvGwgU/9AyOfg6dTlqcIXoONdz3yN2SFzjo5+n
NnlFshOpJLzT7GYAY9INBWAlQjc2LwwyPUSSA5Hkr0gf2pdeU39zE38KQnu0bkIc4/p1Vo/2R6OY
9LUWgfixWtS1wMdgLrTG8ZnwT+EN+9GMaH9LMWi7SXQJeJVEa/1V6rqosXVR6CNqaeFfNTtw58N0
XEs3S2hSIIVtIyRdnTlaF9v0FMTwkHt1Z68M3aYPYbrj9EhHLAI2lBW0xQd/cr9O4HXIbPT0PSGq
A/u5H+8V1SLXXmywFsTBy4n0ujlPNSSiKWn3G6MwN+aI8LDy8YBA3bLTwrOhuDdqYzfkw8aSX8sC
5dT4uhnwX9GjbSVuQnjWYptQxPFTddTk/arvUafkvxNJspwlwKtQGKV6YVfa2bP980rTbFl1f0MX
fn57en6OiaPyAux/+e3nJuuqKJV8+2ygSguEAB/7pNy9PcryVw5HcUFnWBiSAsJ5WozPLnCDyn5c
oNcViKlEIcjhlZbhVV+c5qL4OosRan6TVO9AFw/7gQvO1UZoArCtD5zQtQ6wi5HVyrR2O6Lvsik2
tV3opyMVaS6XRFd3jplaAAxs7AKJwasru8AjBDNkPf5eV0Vx6iRTdZpbtokYkY6WHarj2qmemumn
tDGyD/GUW0GDr8JOuZMDXdGL7B/R7D86Gpi/QD95AE4zTIo8c0G3HjwAB8nsTBHpA7rnKmitEQWf
bAA5iEEMBUq3omdpQfMfQtj+ep9vk8liz+m1WFeGp44cSRvE0eIceceqWXVmLfdowmVBMTqwtXAS
cSi3F+SCGDjibVCYjjijiDZejDi87txav+7mqbzI0qgEuMYd/fay4Kh+uSxAQtOlBtMIDBkprwNo
ljNo+E31YxOkg93uzRbh68QbkI+3H7E6gDY5z++M+Mupx4imTYuY0bCx0g+We55pFaLjjFi37e3U
oPA69aMZZBqMAWlt3n4842W8yuZiNBuFNCguYHe5RV5urirL9FbabRM4urvOO2dRaUzEurQTLUgL
C8bqVFSr6pIAz8vsIFGPb3+Bp0P8xb4DfcOxxNOCxyNAPzib+lBrp96OmiBy/Qjr6ALxkb4Ij3Ix
h+tQOjAqJxOlAipzNM0bf11ZNMMbR9RrwJ2o9GazPNWp8iN/iIuM1d3iATRtbLgQaw3iRGDGNhig
rKTtgEggrbUYBZ7StQJf4lkR5bqDauyV7VFK6dA5vyzKrFnFtMQ3lAeia5lq3u0Q94gxIE28ESmE
lRnYyMZR8VSsus6rPrAmUTtoUUhQ1GWT3EpPFN/tYxI3/bFR1RA2Ba9OZbP6oQX1nxBe/VcD5Tns
tH+OsiAQ1e3D80Rx+fkfQZaFTh+LGbFwXOV+oup+pIgQuoiwkPADaWnjz7YA1f9MEZ0/XB8kCLC+
BY6JduhfQdby94g+dH6LKAy74N8S6js88k020oLM5zzBZFj3/WVHPrtoKt+m2hAm4KOHuW2pgYy0
+PQ0QwR7oJhx0zrDcIVppHHq13b4beRWorprG+03lVJTBAwnTSy47PpDaqgRcVvN6+4qx60/Y+qA
NmvTGwLERNrV7VoMSVxuS9S57e2z6X7lUj64LnkK3Ds59ZkvB5LBk9PNs6doazFS/dYM6q4T8hRJ
C5ZYpg7a2jYULYGSEfUiOmNffn9YPJs5jnXdoiB2MHm+qh34Xr6xpq61Gu0w4NFWpl5czGo+pjh/
NraufOdAPgD9Pz3q8zHNly9MqVGzaopg2FJBMA9rB3xOiGNPY359++HM5S89OwufRmI2bRM8Ekv0
8CzUWzS4tTqFJEWUzoVXYUFBIpctMM1y0MD2+rR4acWhSNA3qAFrYBfV3KPRoZLIPdG0CncoRx8H
EBCmQ9U6ppmIxEOPLkVlGne6U6CQrizC6VWY+9VlbUk4XbWBFHzw9sPgu/Pr0xhENPD6PKCtlFde
zpvRl7ZZVimI5lSfc+DhqGHShcY6ES9pQ21ANCIzHpb0zzaiIAIHWdrMn/25FsluHB0k28bBOAvD
ch63rdGjh99RR3+IbUTtV3beeDdeaVBd14QWon3e21W/wkdeG8EmLc9pLo+MVHkGG6UOMVzqc+bE
wxEEfZllqsZl0nzATchdMJN2aUF0zJ/mVy5TnSyT3mRTRKny6V2M2ojQEDLesOttOnYrq7ZyGPpx
YT9MaUUiP3N+VMeO5VXUMBRwg8DrKy0w5lk92qqORhzTQOFu4tEmpJxpOT5mdTJr9M6MziP+waV0
NZih3axrawhVoJzRTk9pLCr+OC5s3bqQrSITa1IXRTrgEMi1RLNpbFAthYegJlCPQWYaUXpDpeC4
iVIA5FR/h+OxTMO14c7YxZXA62rw+IX6VDqiStaZaRZcn1F/HXMF306ZNXxpnFqHwWGIRl7qkU/J
pQvz4ppgrDrC8oRasDPLcb535qKYN6NKEyRohK9wMKGetTT1tAQlokFO15VXzdE6difkdhPZhdHO
zTOLequdttl66uxCrLzOEdq671tjCLxIIudDCxdJhCjJJI01qJkyUZO5lZg8b5yYHGqVyKGakMsW
DoQGiry3Zji1x6aeFFTtM8kycUUfmWtw0fOAOrMjb8jdIgVZJTIf41D544rz2HqoEpD5QZOaFjFo
NvR3EOMQZTaqEaxYwovOo6bw4DJUUEfBVDjpWsO4L1DD0LQnBW9NAZAr8mkTxvUY7jIopmsouG6z
rvqq+SyXQ3oATNCs3eXodpdDfHw6z8vlaK+kySnvLQd+uBz9crkEhOV0N/+jmBwyoKbF5cbX/E0d
1e5GRXrCs/l4U1K2UpoXADmiCWi5mX+LKcD8Xpxv/HIIulQ1uQBd8nFgmwta8/mtNQIpG2PBVM6m
wMi4uPfwA8UEjJS16pNT1bfcTKb5WPfwfn1gQzNVRNtBVjuMhutpnvYNhJm3j5gl9n5xXPKdANVz
k5LTcqkehI5/TwwMGZ7YfHp4L4NaipQ3c+I8zU/eabGBSxnThty6/+M7/HcA9u/c+P8cf/3P8r5q
27vnARg//yP+Mv4ga8Hbzte5oGFxLjnHj/gLusNTyEPKSHIDQ59s8Wf8ZZt4+i7RFR/9YOL/FX/x
kW05ABqxF/vJ0P8NzK9/eMkCQhYGbpqCrA7epX2Q8Zh+qXV2m6HaGVb6N5STxaWtKrWaQJ2uZ52+
qGzz6ijshPdhEDnKo32jfQib+rSx9Gjn59rG76a14mdS+mEXwgZoZg8q+ahaG01drMA30dx4W8JN
xI/U8B3rn69zlA8BrcgrLGiGnQBMu1GUxdlOVXaUu1SkqN4jrRHh4g0kCiyg96UeMVUpK+sEKsQH
3Y2tbYkT0Q7U0InhFQiCqfJD7Rr9+TymDyHVnKaaCyCjNhaeY/EJ1t+wkc0kjk2z6nYWaCmKP4bY
pJrkpjEUinaafs1XKWCdYftQ4Vvij0quSltRDKsn8yKaPTTrjAmlIznPqKUniEaN7hBwfyJhM3Yn
9L81jNT6cjN7LmKkIwrvNGjvK3sOg2SET57hd9B78XCb5vW1FdX34GEXPqHJTCfOI9ZGx55K4lsO
PnufiXHvVya8hsznCixqxJ3wkfoX0qbX681UPr6DRWoTgAD/8f9hE47d8M+7enuXqLt/u3/4t93d
/GJvs0/+3N1P2RCn7c9SNDWfP3c3n5hA3EiS4EAh6vE8uwLRz3L3fFptaHCwi//a3ZbxB2cC+T+0
cWhQOIH/TgnbOtzdFNAFQH4DjD21PAiQL++pUsK6BOhI1Ra863boNVGeg25d+dSOQggpx1polfk6
qpF9NJHAHfkvgcH9vqWkrAJ8bixMc5CHPZODmZ04ja9NW2PELNN1LJCmvVLphbQm6lpxGYFzVeyE
gCIEaJNeadqF1GV2FOaaIqwpEyfdlRIbppB9iq6UCbAJ76KKjtA0y+pHTvbfd9G/E8W/tW6P2v/9
v6rnd9HTz/+4jdxF38V8KrDiCUIqwor4cRvZGFOirU026WBH6xqCtfRnNcDnDqML65uOry+/zkX1
d8sFI2r0Lmxy+Kdf+531epAjwakgy1tUZyh8GfibHeRI5YxvctqY5gbjO0yxBmkmJ3EqjXCvvMFC
g7CqarE3ywhPktWzKXolgz+I6J6GpuCBNSfCBDSXDqKnsgHcmtmhvrH7JA2AKE+3oz1Arh30uHxn
rMPH5Kq1UfoxyWnRjnCdZdc+qxYMBbBojLzRbR2LcSuldQ/DS20hlrufjKarz+MoHd9h1b46JtQV
03JN+vqHBX2AgDjUFAIxRGDjKwHm+IFuTPRJqzPtPGvqaxeY+DtjLq/rWUQK+gpxAFpnNmEFWIQF
gvD8OZ0eCrYE2A6lPoozBGJS6yKbLBNBsVLlNwVWOldvv8XXRqSUhbAHhx5xzcFbHCc5t3lcIXM4
NljY6U164gpsh/TGGj/qGoiD3x5v6VhQDOd4pT59MJ7MU4kATAOkysJJHh455Pf4HMPB5AjK1rh+
e7RX3qGPTR4FcchiDjHgy/kEwCyTRJloeWVNRD49XRhaDiMFMKtbOnvLi2/eHvCw18QLRHPBt5Em
gHprH9aXpklFHoaOU5CASpJD6h8781S8M4evDeLqguKfhwUgcfLLpzI1gOquhGg/hwYCRnKE5b6a
K887evthfp09wZrAWXcpsfu2Thz+fDU2Wd3ormVM8Ndb3H7cthiSC8utzGjba9jybmhRxlRZUhAn
zjvln8OxOVYXLI4hOD2dpbH8cmyzSIuyids5GIZJWw9R3X0w4gGZCWk0SBSUhHUlE/3OOXM4s8uo
sAY5m7n/eX0H62XO5lDEUTzTpyjDIrDdEIhY7BnRvH17an8ZiJOMsxv3LYO1grHLy8frNLetYuEA
GhRptBrjuLwyC725+P1RfAcFHAvQEqv/4HYQ+KCiTBPr5NnG9DVLfXhoThQb7m9uM7RMBKgq8E/s
6GWgl08zNG4dpVU4B07vZvc2Z+pGd4ziQneL/qTkJlnTOuyid17W0w3z/LTEGQmwAYXkpUKou+5y
Qz27FWBV5BHGmwPqUjucgld49gqJBqJp7aVGdS71cYNEC8N6b5n8sjiBifP+HGoZdPbYIy8HtvtJ
ahqme/TDLch/mYV5rFfhb+OVoLYju0oQ156M7vLt13l449Lsxe7aoB8LsZXK6MGwCIcNI/AwNEC8
dnIhdFlz2OPLOjUKpH+lJb/bOGc8PO9NUmrIphw1Lx8TX+9Rb0JNRwGoMYLcBeQP4yF9Zysc3kAC
6SiTzJ06rzAY6PCpBoM9jaJMUCeTc6ISga3fVM4goTS1iVUyv3Pj/TKLjIdiH4gQoRM0HYoNaa1d
oQcCbcyKfTThWx+WiIhH7NOSjuvinUX6y0ZnNEJDncY6gRoyDi/nsLdV0SVABgIp9Oyo7TykSGPV
vmPp8tozuQhEsQvBH/iH3RQoNbGjYVsWkLvAMtSr6ruN+alcIeWhBb+5CpcnwnNq2XNCAAt5+UTY
XtNEyV0RDHqIyc0okzPaXwlptpreWfCvTh7NZXAbtDOAbrwcKhK4wrozk2dG8BLoH2NvIQr5u6fk
8kBsqkWYiVvOOwguTen4Y59mWM6Iobodyjo9LqL0Z8mAfD96qF4Jl19b5s9HOXgWt6DtvNilB4Vr
4tiSMlkTXKFgjiOUdQEwfHj7NT0hRl+cjk+PRe5J6xFY6qFuWKvZ4cD5hfSs240f6jpNbkZggSdZ
MmVbI3WfVAfNrZdJ/biFNxlQtsZPyuxROsicrR4N2TvqV8vK+OUbEYdRPFuWzhOW4Nl5DWdMiKlg
5Qg5FFvNMNpTFEDEVo5lvG71/l4fIa68PQ3L1fPLmKgDLBkXXdOl2vD8juiLcq4URatAWdBDAc/j
a5VrxS4XvfYxsqprJLnGsy5XYv/2wK9uSWp1BOfUrbkwXg4ctyH4Nxh7NFoGa2/gqLlJ+mFe54ku
3skalnP412f8e6iDc9or5zwZZ56xj0fAnrFxbfZo38cl9AXDKvae1OebBrfnbWUhHPn2c766R2k6
LhbbyNSJg8ErBChpcPJS23Sk7ebP1m6SfvmvHDp/j3JYqm+gg8XjIEQwW4M6sXuwxiVWy2unttt3
gplXH2g5sjkRqDhZBw+Uz6PWEDnx4kx/2JUCQr+o+vcShVfXpeuQJ5C2L/CZl8tDoynkRCnTphy3
PPatWRwP4Rh9Ur6w71DSKo/J550dHELznal8fWQPnT3D5e49RFzFXqmPhcnI+ZgZExYFlbF39UTb
On0VHyvU1QLXhbs3tkP2/ffXCiEvQSJbAoHGg8twTnSaq9rA0FYibma43wjSqeidk++1nfd8lIOp
nYQcdUvOyF3VRrqlvGavG0OCNFR+/47GxWtr5flQB1dHh3Wx8GhwBqUY5FHapFiEdf17zbPXrg4A
Cwjgk17SQFs+f3ZuilKXVW3yQGCv/YDexLCWmNEGBvCMdDV7lXxnibw6g88GPLjikQ3RQYybuOK4
ef69RLYVAds8+SjH3voXdhvlK+gVwFqIJg5eVgOksFc+1+LQttZ30Q7TUTuq7p0r/rUHopoCMAcw
nm2L5fNnM9hIO24ihz2d2ShBkO6GJyYiTSBTvXjz9hp/dSjTgie3SNNQqn45VBvrUVxXKc525eJZ
UmAuLmhE76FVd+9Esq+tPurlmMPaSyfzcF3Q+55bkgJYu5aNvwXiABtgCz+tX/8xcHl9FIBQ+gLu
Joh9+UCen7kWClK0iIGubA3Lq08nyKJHb0/be6MchEdTJsljNN7Q1CKlMiM5skmsqviXRgEVSTnR
JiU+XAehpydq4OyrEFxZyUmZKyNLk3eWwGvPgmEr/UhKh4hDHNwg2RDO9lzwLGTK9so3o4Kz3Xqv
OvPKQqPoyq0L8hHA/2GnQppOD++/NgI/Tf161SoQLoh+O3gWhGHkv7NPfx1tKQKhz0vKTeq56AY/
30GzAwM8C8E42OQhydYF1toQRY66dqRX8MffCWl+nUJklajC0yUC+sOrejmcYSZomumxGWhtgU/s
JLASjTxr9faie+WhUNZbwlFQaEsB/eUoCLHSZabsGFRdkyPNL2qrXSFENoDO8rIs++114VIqp05B
MQ0W52GxfigaQgqQNUGV6M49Ba7JpsejxvfKMU/f+2VA6FqLyhVtAQ9z8kPiQw3bY6odD1LjMGXj
t7Bs3EZsDKHp01EG+R3ldE/aVvbJnoQNb2qwRnTXCxNoamqG5BLkAnxyTdHbTLYVyXmzhUGtg9UI
0ahY85lRFtsQrhJuchKpIzjIRmvtfvf1LLBpHQyAzsX3S+4ctYAau9YiX+jZsxAInCGC5WY3Cbza
srp+e7TDW9bDANmlqArMCZoADZ+Xi4E3NpP3gBcugfIsWgRa9qVv4gpmNr8HPNhTYfqbu4oxfdPD
PgCPbwY9rGD1MkqqvLT9/0Pdee3IrpxZ+oko0JtbMm1leV/7htiWNhhBGwy+TT/LvNh8OWphWqcx
PaO5a0AQhCNUncysZMRv1voWWuItiS9Kex4iqdizalAzHQCK//ot/vWpQn9zXWkSVMA0hxnSX47y
IKnWPml0zkCnjBhE2KH/NYSL+385Zf/zJ3mVdV5ViHyO7Gv/8q+x4m6APVPmO6uN+noHvjD6DX6V
6KcAShE0GUfv/tU3Buz7+h/ueGYSf1XZMwnWzIpdcl0nPZzU2BFKpBEp/Nf/luvjw5fgPz5ZtHP8
+iuoGjsJ5+BfSrFx0CPyj1LucSQTCN7aodWfopji5bkC96YPBUwkpIImnz+B3OpdCa3hoR0EILLF
W1FclptXpZFBRbIrZDm99HWTf0cAZ1XZYME05DSUn1tToCt0XuHw+ycHvBEKkTr3CJARSX7vQBT5
GYZCP1LoQjOYmLy8l1s/wVbZ6hd4eeMz3BbwAJuDweqCfFKpiw5wWazUVjBU5pVFXeM45r6LhgBd
ZFiJ12Ca9RHSmn+20UY2ewhRwcdSJARB5hjPLbf/rVx4Umk8b0T85aXzS1z9zdoZ62+OScaLGqP2
UVsO16olh/LVmytxiDzslDmvJB1iZJZ+YH40K5kJ6eyb6QUTkSTjdTGdu1vrziEXureiFRyFX1c7
U8QFgZmNhlBnbyIeU7UtgYXrX+HRn/ztFGoRX/rJIiCz9SJUopYPMCiYtnsxynofBfOQWVhkyega
eqg8dD/wQZdZHgBUNkTBwP7eUg/jTL33RwK6AZCOd6YQXp0lTWd/Rfmyvtc+ExEkjgAOAtA24N6A
dlpl6f323cVdMhb3pUjLuSLUVioSLwpIJHVJvfs+qYgwIMsJrp9UVxTRfQl2p8wQN24iEwWTyEMe
Ciw6cVUG0YfntRrYUdLb71r60acudQBR1XISsVNAYr63dYfvoBm74g9u2u6CtLOYXy2nlWjpBpTt
kk2XZMVYpMBOQgir5az0b7FFpfM4Fvzgzhvc8CEyTpLf8GvBvoxb4zMwWENXHdhfXVkvemqdu96b
XZIs20Gd8qL1h30PJBSZoEQ97YrcCS+FLeoFj0K5qIeeQyc4RiKo7F/LLDDhd0kffTRead0M7rRV
+xku2Ye71s9OCUnFyHn8dAF/IeSxdASOQdaKuLZpIxZvXWTyc3Om5tHAN0aJ0ZbArZwC67/l5muK
kcLPfLudzNMwIvjmNFOh3jH0RDnad1WBSrPTQhLmVhlTnPAS6QCtax32gVwOVeQABusb3xBKr7ZS
HLoqIQpJ4vtNG7mOOtP9qO4n4OAreAwEnsij4qrd1aE7NZnk3jV3QOsaTzxL2hhmLWuRN+ubN68O
z5GG0ZHVLUbOTIjelM9ckHN9cF29BfsoqVX9HCJ85cnWiLkLjGl+u8iHBOQV+fQQMQC38nG4U7YG
xUgi3BSjHE+aqPFhOA/je6/jnrTjMbGKb53ddN4pIkAEl1RdWHh94ml8sNDLXrXDox6T1C8M7CHK
d5FnlV2xM1micVt2iYxkjAZ6WvjF6F8J7ovHOtqHcWGsHeJJNK5V0yeYUBBTHnye1Xmn7a4mm8/E
6hFmku8fgKBsj0WygZvPw6Vjz7QaWi0P2tkvkQ+jl1kI6qD4cIw5B1FO6FuuLLglVQVIp72HSUrt
Ytty4305Ntu7VVgB3H8vIVclqsCGpbpdy4cKhM2WxkOnUGbb7kOw5rrazXYPpUNC2SadD30RouOt
8nax1s05covIuokrB3zfwO0HzMMF6bAZeK7UM0WLIbOrdbIDd7P90HVje5nq4uVr2dwmOvo1EDOO
s7H4HuI180F8Fjbr1hKdQ9rXVc3rdZryIxysHj13r/WV0OdY1QHrKLgMNMllZle4EdJplSFRpZvd
T2nh9eZiJjiKGdxjRTJwBABgr+wRt5sqPOGuZATGa72rwrWOzhCydHjH3c6Mlu+AcG5s/G/NwRZV
dNuYCsRPMlkz1qQEnNTO91f3oyz6pDpOXrVuuOPyOky3bjF/bMQS5XmJVbOCCSvC26SpuLKWQNlk
e8ar8+j2ylSZM2xjySlbRn9mp0nuKZ08/1RWc/AVhtNGTus0bCy91jqpT75CSp3NsuMckbXv/Fa6
WohwE4H6akUX8qa0kTL1TYERdI2c6WNLJhCPcbU16jRxdTwhZHe5IOQ2J9mwtR7RZ3mU5BnBF/Ft
zt7ml9XICAy8ozWsm34aoaz1OUR5h/QdUprnKPzJl2wq0H/3trN3NsjEqfJgxQMiqEc/lZPf1sdy
GbynUtZ1cCh7S9hZr+X6S8qaMygOzVjuZhz304FgHdBZXbFqCIki8lvILviAM9sdYTXFfk09OvJt
+ObxG130BXmrM0Ri3rQvh9H6sgff+6bbiinwIoT3WfuiCfhEx6Y5OiyYT2MAIzJ1+vX6jRI4ElNb
ucmtE9RFu8PBlP/uLX8lAzzQMkqTwQ/6rAc6OR4aBh0u2TrV/BA7bdinkJmZZTC5G4lhN34bY37z
VuK9Szz9uxFkwNsE1ZGsXeE15FJ6up8Pga/XH1vOYX0fuuX8lm9NBY26KfU3P9oaOLGt7UINvLof
pq4Qv62ZszFT01QmTzJEX5rFldUVqWNGQQKtmLQEXrGWcSrtkvttsXr+gIlIgK2apYmIDja5wCTc
1X13NHKrJJCtNiJkszG8Re0Uyk7B6tobsIQg/BmQCuRd+kiCuVId3CHI4fFG+JRtcEZDH41lxiNW
VXC8rDlOt4ZzFvCoV0K8jQoPwEzjyPtyyRtA1EwYEkoI0Fh0E0lgTlC9bCBUUjjQXvQwf7o5Jz04
/8apd2bUgUtGhKmd/ea7Y3Mvu+3K2yLgSJk97g6Iv2XRev3T1gdbQ6TcKMv6R+RWlfw1rVaYM36E
wN0efTSv2/hGT9lu8l5H02w1h262twJMRF/4dfeEE0K7+WEJrmz1fb4OGn4UDqmByUvjtsEAhC2y
5Ly31daHwClCKxzb3bStS/Wraku3+YywaWA9n8ZAcxRRsPk8aWCrDkqEhozGrhpyciWaEeppISb1
kMPVufF4AVCImr7e0nz029+c11Oxj/pBwW4vyw1TiGAMhcu8l8B8K13+HusiBwvirv2LLdAyHfxg
C44dmwZAtCw4q3Sa+Sc7HmD3TrDW4VJd+IOmHgdfkXWKQuhu8N06ORhRDF8+v9vax6Wyjl4/Lfpo
iWmSu3igKAVRGTTxPherfmrryQ8vq26sTwK+eA78IgK1Sn7EpvdaYH1IDlDIVkC8dgFwndyNGa8M
CLtMWDHAsXarixu76OHIzVKt29sAnW7ccWeo+KOV1oCbSUbV9wUt4IZPfOL225IFUh4QTHiuemY6
munNxC9rO3V9xicIBb6c1yY/QFOD/ue5oNfhfXQOia3ukjwXvSFhg1yL4GJV1nJBNROCs5rr8guf
jPdV150sX4l4a/ojbJT6oVxHTqyhr6abwWg9Qz+NISdaCbBFYlG85CtqV1dkLvMKgtodR0JZmmO/
O9j+ED92Zmz/OI0wEV6fcbbTBZM1pbOHbX/n19H63MKN/cGJ6L6KzjFYrt18KI6bV9dRiuoiZOG6
heBlu6n8c1VZ+EfRuPMvY43SpoWJGW/myqiTwSVIznrsQ3mR3PspgxrCX4ZmWh7XKxskDaST/67d
cKJ3USGle2+25vcac53toZcOWG+xX2ez5XIzy6kl9g0cy3DTdSVl4TJ6kTq03AiAwpgXgWKuPRTh
iad84sO2XiMBb5ZPuQUf+WYI6m2L74H2yBAT1zfuh9OY7Hwz/5l6iDo61/xmQoYenGitHuCF/cKY
V+0YNtV3a9HxBsCsxgWEsVyOjyXP+qvSa/UnrwJ3Ppfh3OHYnvtDKEqsl1QJEKm4CkfwDgv5zmFk
HWogW1TI/SZ+kPXTfwApfllphEpYCVRHKYA4ilXTNf4R7w/Jzfa47XDu9cRKhi5w27kI7R31OL3M
UgHoAvP1LHRs49nDlX8b59Z5q2PCv83qvPo2sPytGQgunkx8F5dRf3BNkrxD2M4vCTUC+ImOrIHZ
1tYr5FjrS/hN96LVbB0qd/BfB1cvT0ssXAwNSfWtwy5KE7phVEvXmu71+mcbdmqLN0LtnOBYkeuT
cmBFH0U86heREPqSu9ty7weizbp+oKiyMDmBO3zd1u7kzEogWJm2W3cJl0wPPNmkSxtoeDaWVUqf
q2+19j+qvq1OjhT158YNsremJsl83XdZkK/xHa6rirRtnq0gtXLelmzMyxhxH+KR9m+0qaZzyQQ7
XSf7Fl7FJer84xQZIrD9fCJdxycmu2TUl4TAJxrtwK4YK/fDpsU+RXJtjlKu7teGNJ0JIJjFrmuw
+YWFHT1s5bYchjW+rCbv3q7perx2kBWNCYdL7ic3FtuYP2YZ+7Neqs9E+OW9Z1siUz4xUqpqNfzY
wPooba+/NUPQvcaBPz2TpG3Cw+LnLR2rdu2T35ppb/NV9LbFO3hN9AWHGtCfsUHmxvJjmBnrQsar
9y6mXeDI/XihCa0Ma1c7+ar6OioPPrEXWTkmBDGLIT5tRQ0fVUsCyZHcX9pRbH/i2PJOTd9SUjdu
tUtoozdtfwtVaD23SZOf3GIiqboqq1MF8lOmpVXVGaDwRzkF46MPC/e1qkLCcZa5uSvX1QIel6wn
EynOssX8nlFqHES+OrAnw/mTeRRsirmZ0jwem595U2w3krXjbRvI7x21F50FyVu18v3dSFjkRQsi
f6xCyFdkv+4NnMFx3+dMHDDZhHzGsd2ikO2XQ01J2Wa5b7VeGjB1OtQ09UDXiYpAivW0JUNy8Rdk
r5kfXiF/W8cXuGu0uy/DJdwpFrM3dtdZN8jr4R/q/OyHsrnMTfDu5571uMXOinPFB4pplzbfx22V
H2GponskMs8cGNFvUQOqbcLCe4ya/M/kjx8z7+E77YccMhG08tvaJuU197AmrrGpxxd3E9NNC4T8
5Nn6se1mj+eGQzU1fV6jNg69R+QYlF3+pL+qBXgkFt3tsM55hVfRoxPhXvKcMhMKJXRKoy9zvuUi
/3SAepY0UczJMjOPaslcF9YmfhwH4qjqubKrtYHDKqthHY6DPQI3p37DtNlhx6EZdZ6XQtrrnpcf
DFnSMVXYQc1rIMD2rWVxbvXj86oDqlaY8+4llAxuU1g43qcKhNwIPg7dHyiyxaH0kzE/NL7ElLnN
YX2/FgnIRcZDbZ4CntLFruevVWeKI4Jk47afYBhqFf90OGIbHr0wOOJAdUkbXdYckVbTUG/lY4PV
Fp5C6KWV3zGS1SXTnjKxRJKCL/X7tLG07R98UTIoDoYagrpoh5ooZuXNMHc7cs6yLeDDSy0DFBj5
5QKCv7HLRe5C1UaPVl6FcUZEZUS0Q+yZL6t2DQhf/JZu2lqF9yGtwpEpuwkiwXB9TqAG7UDfSb+P
DAl5Ivk1SGv8EU7T9NhC4xgxDPtFsVs4tX8S3ho3O+424R2mIen5YqK1KzJYioDGq1D6b52yONrQ
VFbNTlvEdKYVtaW6mxmjmKyZdKMOCy0RjF7T9vW+HsPxpVtkFaYJegwytv1m4qvA3u5765oaUL4Y
IvJz9LTm6GengIGY7hrmUE4RB0+T8fO7aXSwmnQsnUiUrWp9nwTKsTjTC5JdmrBXbxGYyjwlnyz/
8INm5b4dTFXsfEqxP/PQ4GqVYlHfJSg7cV6x7aDz1rkb3VnetWkGghQT1i5z7GRATrlo3M5QUs6U
/ld2Y99/qSXmPQjD1DRZmBylnLR8em4BNS6NMVGbzF2V6ncAauK7pWvj561fkuEg6rwJme4MZt1F
K7045NHKss/9Qo2N4GAAhQpAg5yyYaoJOZ8XjsiqQ9a/Q+wBPS7p4hDvbzvY4ijtEVBoHnx5gXDL
fdAWdbPXjGEn9MgArjJjhiuGThTTtG85t9/D3st/FzU3T2bCvnuOq2osb12KOnxD100NM582/qVY
TS77IppsvoJFmT/DaomjzHJdODAS7afYW5WXb5lPu/XWLjmTbL6ANW0feM1yj9JLqtRiUNynumiW
FWCfP/B0usZrDnGeLHebHGjIkmVkgKRiWOtpZXdIKV0GSHE2KjumexTR7L7K2JqLP9Ctm2k/t8Id
zw5Dt7vOFGp+scnGUUcLDvC1DemvPJPO58M4xJWtFRMSSU4iPAwuENtbgmBXbQqW79qRz5p5ubYu
Ed3Kr5oFjs6izWCWcoYaFq9BHnLfN1393VkT0IN9VZoHdzUcgDOoHLxO0LP7fe4H0/0MYbDalV5r
8Y0shfO6zGBpj9NsFn+HpM+HxatQ6GZ+QTBwugy0ZDd95/CHJ25NqylMnRxU7V5NavXfJjZAzdPQ
g7u+qxH2hOCs3bbdKN9atsCxp8Glw40t9hBaZJXmQtlE+gk1t9eB9mze4qm1WuLpAsG8NoxAKNNN
1Y9yhkOeWn27emmfuLrfAaf19T4JdZsTnxhETspYNEBuQ3zzeOyAjSJeR0rvosxSo4Zt2OttIvEA
SJl8jCbOUUyhwRZnYiNC/dE0zuDc2aYD05Qsk6QrEcNsMxv3yPUNEV/Tiuqezyn3ChGd1yXpFKIK
KoUPw3iQzHVNdXgIJCq0Ls0xDdnvK1SvIDisKwuBS2Kier1hkLlAXx8R4+458t3lJRhj+qr97Hok
eDHLrOrwKKt86PFjBmTuza2l9RPpH3bxZ5C2sG5KRGEKT2aAto+DpR9edLK4KNMUUJ0fsvRUWGZE
FnuzyJzKt4JjwGaoO49UubhQOydU15RBUfX3FTM/0sISBTdfZrZgi+Skq5q1tLNpk8o4mWBh/Qeo
1/qjCejUMtqxlTGdbcaw9W8W1a7tmfHMlLy1GAiRkDbC2six7pI87Ik+KXqLUXk7OmP4lqyNtz5s
oxUlz1VLTOHOqeBn5CcyhU3Bbtj36ANMEjTBfqWRFp/Mz1u9t0p/tETaOzXJVuTxbEFzHwpUVerI
utLbjk7gDM1JukyLssLqLVrIQBNaSW9p1pA6r2PbBJp3HLHPRl1Q90dVysjs7Wiwohud55alIF16
CmgcJWAh3glD1PMROvVCtW1xlVvP2q1Kq4FAAST+DeFxXfY7uxYTXt/BJFIfxzyQyaOoiRu95DKp
iktIkw/ifF78ZuexKah2vVoG4hkHZjbNyWqHST2zncrdQ9A1wXLfhq5kEZ/MvYpvmhxB7ZbOYxd3
D2qSUf+9c1h2vZjW7kXAdQfmXf19Lfwv2RT/u9GIyAb/D7vG/xS0fB6H77/bf3Yg8gP/ziMK/kaG
MegwRKT8F4aRfzgQr45ZTjeSASEqBBEb1//tQPT+hiXWRxqCABXHXMj/9Q8H4v/KwGI/ASWFzfW/
Gkuf/EVFgZ7vmrQVXn8VLwUdxV8W56UYqyiaBuafa03SQNBun0Muhqd4dbfPXM45zUy+jL9N5Kn3
Djh8eyi0q6OnqCwHYLcydMq9uYIMyZAIq0NfWiNQ2FwE9861PbebRLwC27cVCUzBpvYknXfvdjMc
IxaD3W5aPCQLAV7EliSaaUSTIK1eHpj49JyiEfwzJFJytW+L2tPbrqBjrHdrU1nOoQLmffEdOQIM
q907AP5zdwrYBlo77Yu6zBbsFYw4LNn/9kdvnNJArKq7TL4POwPJhJ8cLUZVLgWJ8OWL6+VucSYC
ndAbdLDTHTdaDg0ASazDJneahwMREfj/iVmdN5iyTjxlU8eO8NprcnzLJnTmk8egrzmvcx0jGCec
88cazsRnYUsKoFOAsGUIS1yMvVuQ4t804TLR4Jmx6bPKt3MbEghz4CwXMXefI4KGAAG4AU/90BOX
BPiShK2wxfW3dXkyZ+s8j9UVswNC3tadc9fnY/c+qi4SR2US840eKYJOyQKbkJmNJ96NRXDrTavu
DomtPXmXe/N3Fp6TPsHOhO29imBgq+THUbkL6ypR2WiTUJDVgwc6QQNwr54mppW/EivanoXHXC5l
t5OfiqJ3A6C0VXwrUU2zlZXUSNm8TgrGvMnjC2c5wWCTKBhZqLxKADtieaX1qELjplIG7GvWZhHb
ztV87zI3GnhfDqUqpfnAW2VwA1Mn24Yq+Y1tTipqQnJjM1EX8hdp00G8n4j2/kbfiHyhjaQ5RsOE
5LiN4uZOJJyTmdc51s9kKseBddVsD6eEtt8/jlsQf6rFVze6XiDClUYXXlpHddc9zoWq78ca/vlB
zNWUkzXEKje1c8f6Y4wvSSxcHXP0+9KsjPOmgQWT8ZJlOPlR0S4nEQeyhNree8GdAzdYX8CPUmEw
3MAw89nY/RyTS+L1+Q0qj21kBNMl9lFtUR4eaXrnld1lyXDLdTYmu6ye1xuCK+z6ufZWOcOINJ3F
QzOV5ma2u7Y8wX2IzEjMot/VJ8dq2IkPOi6ACjVMz7lpq+QZUVMnTrpzDfiLeXNVd+s14Hd+ITqv
dt1UBaeK3C6mcr0sdjZTKpcmqyeVq6md/lXyJQBtvFa3/cSqKS0jPRzxMieHDbVUliyJ+Ne0oBxX
mJoAdnNu2g6emb8cV0JCj7LQYmRUKeOeMBXyhhKzpTx8zv8HJuL/jQHx3+4+81Hk/Z9BEPuxlcv/
+Ld+rr7/06V2/am/X2ou+Y04ILHmhtH1L+Hy//zdVu+Ef4sxfeLExMCC6eyKlPwH5CX5W4jAlH+G
IxuZ1jWq/d8vNT/6G4NpB9c9okt+xg7/FVs9P/gXrRQvCJ06L4FIIsx+vMZ/vtVG6vOBlKElywe6
nq+cagz4Y0IS995anK2BiT04PBsJ6R7Z4AVkatcMKbbZ2UXIS2CDkeCWmSR3xsxq3fi45V79zZDR
dc61239JzWajEk7yWTApexc1K/LB3l4DxdqbgLN5N66KEao1BEcqxTUzXtT8Rn5RX6jVyk8dLdtz
TYACq+riVsSbdbL7BhLasHQ/Xd9UO92tC4EzY8C0JbAAx0zWLTmFSZHG0dgfgkiLk8saLTM9jS8N
54/Bfl94D03xraVVqGr/JxHcj0nzWPrvioCeJxKt+33gieW8FWMWztr/dd1Vv/iQtR60PVfzbpAE
KEbKCX4UZnGf50huT1Fdhp8dIbWANGNXHN0iMSeyN8KnGgf/OVnC6aYmxQjxUzzdKA9ZA56slIyg
KLO5A0+5ZKzXqzY8DIUd7hOQWCetg/yTvsK/B3ZGWowi8G7V5OHGNuktQJDhJmz3EBLeZmJMKJF7
DtF9aJfrrdcrDk+UGAe5NNMOfGh5OwdjfszDNgvH4KfTBPMOmuf62EXBerd4ortlgUhgPaNGYIrV
Y+yhvJ08ez3YKq+fdJO8uxV36zrY8WUWI2+hpWsMi3GElD4QveOMN6EQilm//8uimT9XkBppIrtX
C3D2XQJfOZ3ltB5BPnS3q0scDTjt4kNjdCbvl3EcuYDhW10FX71dBI8W2T4ZVhXvVqI4P+YY3ZGS
GKTAMRPLI5O6nznjh1QbwbSXif6NW4p87w2e/D6L93BUpsiCengKGTbeaYLcSQGY/qjENQis1Ow8
CJM3hFfK6W7ldZEHOI87Uo3tCwS4hXGFP7XPcUFyOxQzcYqaojsu2zykyG34e0zr9O7oSL+vCx8c
TFX7A1fGW2C3y8WORHFZkOrccBUvBzew9K5oZXZ1qUGVc+0s1j0I7ICtBvMeV9/kWrqH0Cv9b4rN
9RFYfbIrB2XfbSUJax6r7eMie5fVd5g/1DLu71QS11M6AcAlALFevzpmDKfAaecH2V1X+Qv7k90y
mQ+bH8k2AIjFWXgo8Mi0809k5ESnFtFItsCKfcAlynCDlYR87/zrBG6AHtfFguS9zS13xepGN3Ni
hRmocbUfqip/E6rgG12P5oJErD80VjL8nHwYTZNytl0/FM6bX3jDOc8r8qURwZLk2CrnTKHikbLT
fLElttNu6uqM4Bd7zwzqeYV2QMuqdPKLb8/3pKbbG7d1vim1lDtvjBeSiLoxswnkYdSzdccSNhWl
lywO6xZ+2+KSfahtwJgZBrE8IuQ6CHInLiIqkjMSQTsNop4NzbaFzW7zI06gBhSiLrfxodNqeBE0
xDd2RMB2KRs2EdWyXLA5iUvONIahlJO8hrXuL14B0c1G98rHZFGXMTq1zrN2SUPAzHLq9Ox/L7ut
zKSHoAcTLlt7ZySNp2z7S+wq98Ui7WGP6uzW3SChx2H1hQnteZTNl1WNM5Coxr2PfEvheCvKs9UU
L2yVzF6FRFx2hCrG5P+lLY906mrmMqteZgIKSfgLeuZ4g4kaBmm64PVI/oJSN7c5jGFynfzoh98Y
87aOawUU249e6MvhhLJSvuR5HuzrmUSOnovoli7Z55mYCgTD5DDsYfXaZxPaj4VT/6jcE13CuDeR
e7Bm/1thnVBtUg9Ll5Q+pFqr6n+AsPcpCEt9a4gvPJU9ud8kK1XWMzKz7cEjxocVnHdmqE0sVqL2
FIRzak/EhjWk0CA0cRANKD2cmcePCFT0h8Ugdm/bApZYfWXZB3ASGSQRr/OIQzVlLIOuy22WS+G4
rMFDWgrCst1Tso0vflw9GKbamQwWdz96jbifG2t51BjWPux8UgyCrG9jvwEOLYL4cRY1scJht6+W
/BMU5Ll39YSsgkh17Sen0I9v7MCdXqKNmWvJqAqh3zma+sNUWPYlSvhfOSxWtbeLEA2coW0rtHWz
eskfttGPgYsKf7iOtcxafCecVu0tRzv3ddWrGz+E7Y/ccE6HId5+TgvVOopH4txCNaUu1FNWCM0t
iW4Uli45manwRv76Rv0Z3OarVAu5x5ZwX63uGkPQegzWV/278osVOZZTnq67udPmWsFXFdKPjKqM
9lgdr8sQ/7LQgBFGu/ToXjir1moJIGzn67mOWcIWW9Pfxmq+I+nc3EQCRZPnPPGQHRycjE1GYGeZ
Rts9Gq76YW6bNAn7ydlLd/HOZmMyn+YFoUIxSN8jccSzfQhVeWVDy/JPsuTLG55XdWp9rUkj9+x7
qdtvQCC9Y2EX0TkctXcOy+HPUrbtIS6TAXUisZCEsuU+cbaBnY090x8rHq3jOEUoo+yoaKCy5cFz
j9njvkhmpH34joi/I4jTxKV4ZuBlH9n0hTfzNuV35GCFh76f1XkzrSS+NjfEzeoiWzVtshhq680m
hjILpNYHY2puOzSg85Talb+9JcU1+jeO1fjbj81W0X307m7oCdeLuCd+YDZBiwBq7ybpJCl9yK7f
a7izj/V1I1ZNRv8iPZlsyI3FChLntrgTmLj3oTURv7rcRm6LKkWEp2C27UPLPOpM86EOEdFgwL1f
AiX9X432+WC5ss+t7YlbhgfLfmaUCM4VtOzAhx+lbRuGzN2t/GGtTXDqKbJ2JTLF09LGxbfR2ij1
4jPp5ZfVNcBzVnZx1iHs7QP0qMxT7HEaO79BWHXu6+40JPVljl33ul5CkWB55QGh+F2gdFYVxruR
CxonK1zHnQd9v2rm9lbGwj8wtKYvWm+2JFdPBj/E04xs+LAK2smwMD/BJZxztaYkiqb21Vw+XSqQ
G46sjp6qd2BGvtYGiHiwyju76u5p47YMWdhlCizWNnyRj3MwfDjNdrdE5ABJEaQhbHfWRIjnholh
wvQ9aYwLFZ08C3cky032WWS3J2H5Z3hkV20EY/ck+VnSfe3Kmi8xz8ihEtR91jAnxzIu9nOjf/TW
t0l1NF5u6ax3MVfZztvYBg2JeTYmeI7JhQjhDKTr6HiHtvZv67l5W4phy5havMZljLYzouoq5DUd
WrHTfUhMyQQKEdJYQBs0UvxP9s4kx3Ij3dJbSeScAlsjCdSrweXt3f167xEeEyJaY2fs++VUjWsV
ubH6yJAyI7xS0hNQg8JDTRLKkOL2pJn95zvn1EHSMFCn21aB8PVfasMctvQLIFpp1IajN3K69jB3
sAffcIY9gRV/Lnr/xRHnyexuFFtvYDMgHk1XDxSo8h76K2JzNz1iAvHHIC26y42GHBfYVDrOSouW
USpXKZy2YyrWjKdUc48GA+ntzHniFgfgl2gYr8ao7YEHlEBSil5a29qlC0OYF48AMF/6Wn4L02o3
6MkxWrLkmcce6pgdC7lClJs78X0YLgpmSYODpgv6ins2v13fXVMJhD9UV2dbmvuow+JfMdHdNQP7
64wvfyNSx3v0+b45EfRBKdCMZP+OgbxGhrNRvcyTBAmNL3iTWTBpYwQNFqzQ2XNeVBQJlNWLdM1z
Mm6p80SNd1R7P0oULkOeWvKTz0aVjLcaZZPvzOXWqfWBX37SWuupn3MG5JERX2tczR6bnZLWu2ns
qIWunkonNnfkF+cbFTvBmGTJJUfPP2sGKU1TBG4S8Mvz35cVKn6jNPMb8yLnQ4aWOTLJIUj/zI6f
L7UguVw2DIqECRBYXlJ+ipwvaLl0MoqFgSEF87PKrb+SjjbvZVdlQVHxSzdhmK3KnXcTnYhs4HLt
MtRxuW2F8Yl3d0b8vlF9K7auaPpbvU+95xYpjxcz6hc8FCEbo9nbVQT7BCkPu61h12g275p3RgJM
7vr9rTI6AzouKw59W2lXmlPrKGO+uql8KZ69VFcbNi/lgalLsWPsPlkjLxtVu2W6CdXYYKFZ+s7p
i/zYtxnR796WwnSq7sR07VHOSzV5IGyT2q74XMbg6swX43PjxYepT14RPovbZFF+0WfPAOPcnaY+
3aeD3LWDd4lJZ7lq7L7aM5U1btiXgMIMAy2X1rjnuruZ3O5DqvcCxmS+aahm34z43U49bY7HhgzR
U1d5dywDuD/m8AqpuaBopxrf2aHB2aIavuZdMnLiIQ7ZbgmrG3I2+zVx24Pse7b99XhAHLqJ4uYB
P16y5yQpuJxBvQY3fp/1OF1mBcKvRB3e9nor3jcTMETILXXranazi7T2UwaZEniW5H1hCNn7Qu6b
sXiyM/WCDMbt3BffesN/JDf1gRVxm8c07nCdnkgfRdE3hf6c8TvfdMrmOs6YGYZEa4Ma+BimBl5n
6QM/wHLdK+hytJrsoykpbTWpz9qmiWAT4bXxTo9n8zMhNIeck3wbJ1kwwJ7oNCHnKZYyzejVTnql
3GEcUO9oENkBVxvnBiEVg1TJSkxzrpu4L1geYFt955wWIAn0M0cm3WEdKv+pNBiJujM31jnSHnoi
Enaz49xknrvjBhYC/UZiQz9nvGtD9zXk18d6I7KbuhDTro/Nz+RJvrA5uu2UHt7RRHJP5vuVk9uv
ZlLZ2yxnB6ToffG8MGRnktARbujvoFA9crdz9uaeGe6qesg5DhUvhT8zd40i/cYSsUTrX8CN2Su/
erGazo0FqxeTnMShLlOc753uS5eQ+7PhMiWBp0EdPzF/TN6TY9bS3U3ynFtlkjDzGSghKSf3I7Wk
5qEWNsy8ytLsbCYwLxRZW+/mqSHLXMTaVZxQoyQjhxCTpR60sCTqbqT8U13P5bPZcY2F1KAsnPdI
77XussmceiNiuQJ5H33lvFNaNtj7zo9xcLUMBmbu0vSFmrD7rj5NF6T+aV/omXgqVfe5GxsKWZNC
nYFj8QeVzDf7ie1xrsFwetKUgRm5xbUW2/YpJ+Bv66KT3Zs6SLWeFvqJu178lDsi2XPK0y4+eXHO
xm3R7Z3Qbi6tZeZozbr2cQjT9r5rCQVu7ZbcW8W5L50n48ZP/PGpamR+1GVGbL3jzPmm4iLd9AiJ
7+J+1I+tPqcnLsb+lgvKtANzIo5clIaCoAQdejScULNAX6HHUV+rh6Eukg9dI3ROX7VzdCIz4VfW
aA84k+YrCJo4MBvO9XWZOztL2SNrS0g9LuLDwUsabdsWcbZ3DZduvhJ/zb0PmXwYapEG/kjVdaY1
pKhbjfhUlxZ18V3jn/kU4cwi180Du+l50rnhQuxxRO26amYZHyEQ4l3pTSEFe17JPFua437wrXpf
IW9fpeno6YHqB9oL4a5nHE303bdOatyCFle7nlwPjXF5018B5YtXMSn9hgLmNpjQUbZulVbnVGKZ
AexpTmY+0hQcw/WiziXPwpYfiUSO70d3+kja0uIBgmevIC1PTkiIT+YT/TpEC5lakTvPV2jvCCRg
9wdWJLttZakbEClICQArN5xPRQFI2M4BYXeBIvs4VT0vNnqyvaW6FJKrHDvji9O53pmNvr8FR5qP
sUZXn1Oiqkbw4yef/LfXvOqCBK410HMF1CTpP6ITutbu8iZqodZGFZ1RiONjrdn+5wKEhCbcWvtU
dlO8R7sCIKijknZy3zafval1HnN3/ppo+MMItoCAy6X1gL8q3/RMaIJhrCWMFCMGVnv8Rcqrj5U7
gvwaQ3Vvm6X7jrtL9s5HXXgCcnEvuj5GB9Rv6yHsJPeAzNAYXpLGdJpjI3vBn3wxbanxCsYcgU4B
6j6mmc2ODgctyP6QUcoYOCTT07ddWu8IUjJuaC8ERY0lmAI+nkQ/2Xll3I6WPbg7zE64F4quJnrO
1pIDwUPFndTH4sFmasNYwMm6V/x1WhrEsSNx2RkMPrFayMcITjsNHE/TDcZMlsQTI2R7RSmP+O4n
/b8nZP/nwqSX5/tn5nTz3//br8+/iMw//R/8QhyL7ruv9fTwtemy9rcU9OW//M/+y799XR/laSq/
/sffPxdd3i6PBnv7c2PhkuPx+/LAqf5YdV9/UgaWv/BdGbC9X4RpOUv2jkuiEDHvvykDlvcLnVyC
yBwaWA3PRYj+LW/X/QWj+JKN8uu/xMn/L7Ubw7qDdE4EKFqD+5fyoQU6wk8OYCrKSNQirM7B10y+
h/cmM8DF15CFvZ4jOtJwH9R1I44ydwormHMQZHrfmVYj93KwqNhAlfg4Iu5kWK6ecZhwMXEpONG9
azDoecJGzSiqwDCNh4lPxaR6tcDmpzcNobaq1f1k78JjyYM+NKPc+8BS4kywk3LPYqahVWzSpraq
D12l7OkhLEqEPc5zfnbm9KXZL/aUNQ1IDfGL+M+EMrxDhJHyVR8VvatFigMFBJFTxCZcUSWuTrCl
ekWYGF8yNoN9Am3qFsrJq5uMXPe4YkHyVxBKlgsUFa2AVDgyM9zoKzhVrxCVv/BUlB1a1Y5O3Y5t
rz61MFd9T7LoDfc1O70HFR3tZ/pKEKqnqmpbARUVQ5BvCawdhrOzgl1qhbwSEzCG4sAF/hpWEMyf
JuMpXvGwfkXFGBd1F+07QNalwGTWCpbVC2PWZNNzljoFFsGFPmP9wAew8MrbvEutfJOuqJq3UGv2
wq9ljZ14FBItWJuxIm7hirtVK/oG/dVD3TuxEe2bFY+TxPCVJG6t4JyM7FnbgWlWz6gTGYr5gtb1
K2WXrsRdudJ32UritSuVZ62E3tRl4birVnIPagKKr69ciD53gftQk+1076zM37jyf1J2sIAQEjy1
zX062mVNrVfBKJsyOTkLRljLUZuDcqULpbWQhuV36lBrwgc0e1jEauUSvQVRDFP2OjtrJRebwmIH
VAHvPbAXgm10F8xx9KbpBXGg5rDVae18THyGN0GtRoPMVPrnmh1mALhJBOlXqeva0VqpynAlLBH8
oS2he6HkzJXCnPqRVMk89XgCenyGPZZHMlhzd5TUmK8spxWW87jtjDnjJ7bynsOCfk6DcG+slQcl
9B821OK0wO6YLh1a34cG95+pouyWTh7u3vMCmHbgSd3WWLlTQk2YOiSOqtrDuLKp0l441WZlVqeV
XyXxolancsFaTaIqEhqLgV29uIOrd1YGVi04rFjJWMxq5fMcOfCy4crOZn07XJKk5vBQGhkjv2YB
beFlYW4xY8HfatFyIiupQ2HGWS0ZJ2rldVOg5I++IYkIDFeit1jp3nQBfXWwrGQ3rPxv9p0FXrng
ZGWEB0qaezzMCzusvnPEC1Lsr3SxxWwF0+JKHXcrgVzTLZNCBwImM/+OJLKKA3FbjXZ7lzOu+5Qu
ODNcNWSzrvfDDbQFvHM+pLDP5cpBowaZ7zj7cPKT6UJKN245vTKdZTIiwTK8YIqEuMtWwnoQoYsN
mzkW98KVwk6zhHlGstLZ+Upqi5XadlaCG7wQmjtZyW7fLqG8mZ/Ml7gbwEnilQMHF4IJt3w55lvH
jGBpJpu04iNW3RHPJ0nbn6l7Ai+vVtQ8DvsMd/+KoBdlo/jgVzSdwP70ktkLsJ5ZZh3uY438Aokt
51O1wu3Vwrm7K/LuzZ15Na0g/Lww8XbosrXsV1TeSeg83FqEg6FoUZRk0gQKWZ+Z2HnizGsfmhW8
lxYh5gegZIB8h4yHRViE0+9CNNrNRAYDw5MV5Xconoq22UL4Oyvsn8OuWxtzNQHYqyEga21+cxa+
OCaRswVUO/c7xJ3bnJUqNtVGGCHzNkqon7H2Wic3KzHhmMmFILb+mq9L7qZWv08dOdxGbrLlRIsR
LpPpwyjsqyypqrvUyx8yhN7bSZF35mlXRR09hiRHsCKYV4xW78Khog670exAeP2dNS01UdWZmVNN
xDG+ThVw/y+OinkTQzhhbIeyqu5BEs92rZ8iCS/iN4qzo9W8sMYxPczCBzf3kud0Gl5KsKWdzotA
wuXA2XVf2M8daKN9IcD6FMYRgU5kpg8yFLdGSIWS73zCUvkESyuCuidvADSrPPZiLvHQpTfzktaW
Mv8mM+NTIdLnhva7QOvac2U29tfSGPcTN5MbelwWPaJp5y2nx+S9LRFaRdRPQds38iSG6KniEQwG
1sj/DMqZSCTkcuCV4Pe+CbuuOka1dcF1wkgZd7fSbRIrSu5yUGM9GNOtOfXe3oqVCDHSpogSvSO3
oTl6934uzOM8p4J1JdKIAtA/uhhzSeBBfNs0BUJDnF0hjp7bXqnA6uONzaQxi9V91iJ99FNLNVjt
pF+62rlJNZVczZK6Spct/UZUY7rlge4GbbwkiPdPqscGQquxdrSn5JkBWH7D145KDSuNAN6YtI+h
sXvkWKCnw3ymun0fgXwfekdMzsGHyTNzhp6anT5XKstg31l5cafilkq6K9MOMZwp/1jZ6U3IBOmx
wQSH800Z90ZnelCx1v1YV/QYe0P+wTExPniKqVKosZzMQp/ghlmq4e4urefX2dIoYzVbB6fiYz+U
+TeHjf617RXGgRbZaT91urhptbG4ZZT9xUykdaq0fFsgkjLZ1lJMy47Z+AEN6F+bwrhtTNpvAd1t
ddQnWTyKcsg26QhYqJo832BHie8SOfaSiyrrL0UVudsyUtAgflsCVsTDXVr6oLRR9FSP0Tsd6OLe
YKsaEFBa7+K4fBd2DJGyQX7OsvYDjjC2NEI49qMm9eJJUKG9D6vU+uIa4XOiq/k5I4hoAy3D/mXG
fTJRzjfYcQ/WR8oEttmgirL0KEvrA5mm5mbs7C+YiwPhEk9gAkvEvtQeXZIoum2fia0zYU41kvC6
NAkkHtuJ1++yZ42L67QanAtWWoyl1njT4P+n+N7xOT3hUj21to/ISjsiDOh9kefzadKIOskaDNGD
icpkuNldJ6T5xbGyh3CY309m9C3utP4emXV6MjE/fZBtRZzCKXISPFmxQ4cEbz4vzUNV2E1+oh6N
FModN1STmPcmyqkz06dSv6M7uE9vTFwbHj6ZNh2dbxVZHVT6mTRmW9shrBiIqs5umoe6ZYh3NlU9
9FZgR72ffQthvJFy0rAeWowYhTmX27HQofIuVY08pvYZPI3LbjrF4vq596Ce413RTsaoCOaQVp5e
ICg6C6NVRTncGfK8Y2qVmYpgF1QsrMf3SWS11SNpC9r46igl3cWRzD7KOotpJqnxEKmIXJanWmmG
ibgmlD6m15IwMOBAuKbMa+761DfT5GMIHlCpbRP24Td62dyYWia34CU1ZJx8sEkPZrLfIIeYozAw
sPS2GA+dVYqHxAdMoDAqzRAMyb+AAuzJ17rUWqJZzwmZhO+Br0p9l6O96O/KOLK1X3vV/tK59r8o
9mZyHPz9c+25qL/843/gTfz5aMvf+ZXk9oGyuTywMZDIbxB3/s+jrf2Lz1mTZEpi0HWK8n4iuS1m
v0Tuefj2OHj+dLblD4i7Wmg5Yqng4X470999T61iHPC7QY/m2y5lcxlirs/POcak4fZNBFo/xj70
dNcGPnaLo2Oq7jqZGfzu7Kr23SMHxawNBqknJ7vBfb3XXLXF2Arn1tR2eyWpOT+h2L2QL4sVNvbG
e7NqX7si3qIwDZe8j6dnTbnWk6nVjDEpPBoOpZWMe9JEZpAng3rNpmzvSIqvbhpHieZsAZTIXTZy
Y96ZmlD13i/xzZ3dOG2X8GpLIZfq5I8DbnGLv+F+37VdAFYVhxvhGSHMnLP4TLGe2tQfWNSroDXL
yNPwRWHq2FGOZjblpk2QFbxtgfg/MrwmCyrgwkRSGmz3aqh6UV2VbuTt5hKlaaNgVzdW6OBq0mul
MK1Lyb2zHoaTV+QmdjtCVTZGO+e0jbAVZYGx4m6Xp7HRLvkZwywuENqo4zrLnXnIO/ZZD6HGOLVm
dOcV9zKc4lPTjrY8DwzJ9IrIGfb65Iq6sTzVVuk/WU0X6gN+FtHYGChxe1w5zBA3mqGpV6o5R/c6
q0pucZTBbVNJ2M/tSHBJkEzt8OzpykhubD8Zu0vmlzwu1kB3Y8EMOx+tTta8B+LisifEpVwxbVjv
frORSCX33HvCxF9cmKpEXoFHiGgg8hJ/W5t0zRk1E/hTmXhhk4BfC6Gd/ZSIu5Lhh5+Bq7iO+1kK
8nsQnhPHvdIxoLPq8CNqQbRFNpIU1eXexvBolg1GnpTDrcd8eO80SbcvmUrpAcL8rD7OXW+AJRsh
q6pDiqP1FXJ5ZoNWKhnMw4RuNsTUuQZDira4KWMn4xE1cBEzoUJlHGfDCbCH66/YWmO5U5i69Eez
ziY6Rl07fGm9Xn7MgL5mHNe43TdOnPqcKpIofezk4OAIQIO20TFcTEk65tUiiPTE472VRXeFzsCK
rXWde+vYZaa2S7MDQ3gX6gnrE34nAx93tSVALIYM9exvrm0psTEX1J3gSzJzCO0GY7eLEt4q12z3
Gi8QjDzHK/+YreR8lA5A9LOr6cs8lA9rGm3/JtU9Ij0y7EKntLZikgHmxKYxupinp9qpI8wCQ9p9
8uKyZcdf2+6XCNnFB3Mf9fc0vkzPVlmYIUWyE5PqiIx8exuCdIWBXRUqvTZzLPw33RRZ/oGiKfwQ
hP7l+ZWsUwCQarFMdKt7ol+dFC2dpoBHeCZxWNgOCmMvCU1eDBgGhitjr5WLL6Mw7X6GMJ96/Bqe
3g7bsGZAzAciymI/E7wA5bd6PZrV95ELrL/bxmOClprqRasXh8gMHVsSBoNxRF8sJIJ0jIvQc3wl
HADifZznJNIkMWeJnVhdKLajd+79XLpjth8Xo4pby+Zr5+e+RU2tNr6Pa5U+UEMbkw8wWsbRpxUL
RbvoR+KGeCB3X7nueIvhOD/22MXJZ54MJjlmR/RSfUDM8ez9HI5NurfMaxZuTn0oVLVqhbcnsUNt
9N615ffM0f+/Fv+dIfAfrcVX3fAxbn9aiJe/8M8Zs23puIJAlH6dJH+Hz20Blr5w5HiqfMflx/yv
GbP+i8FfERS6rbVty+L924zZ+8VZUmQ9SHaKS4Ha/so6bFhg7D+lTFIg5YCcu0ucPgmoFMb/7cew
3Sl1O1vVZGEZTH0pGWR0yBRQ55RQBzoHnqImZhDSlCET8bFB3Ylh3GilXiFbh7UObTvKWAW5TGk3
9toCpV7EUXg2KYqKg7wPKxUIf6xD5K2oJBC7g8MJmLnI8KZLRcpgDitifuSZxs9ggxPpbaG+JFSS
3YnQ1fbjecl34nDWe8a9QKPG8EwmI9ZEYpICxjTwwV4H54TUk3F4LUsDKkAv0pR8rL4k88qt8hPD
g1HbGGWt32ihJ7xj3mTRdR0rG4eqbTKLskdYa2W6c34aSECPOFo3dQ/aXngUs+Vhu0uzKb7V5/Yy
t6l3YVOv3ZjgFA5vsLaTe1Kl41fmnw6narJ0+qNGhsi4cXjYaPTDF7qfdZQlplEveYvnmGHrMknn
OhV4bivNegxFKLsvfpdoDgxunrnM3+mKPpPFOMh9JmoB4Tn34baaipi4ETe0OQhGU11epDYVzsbp
F9wr0mkTv3R9BIkpiLbgPmT4R2KLjBmuK7Ki+zzyO0Zi0mqPpY0/6K6tK6vbDRZxEZZ0vfyYWEV5
NVaoi59AvmIiIozW/JYzTOSe7Sd3TK0Eww0+ZVLjYvEYGkZ23dRJz8h7nCf+tK9pDS89K4dDGcvP
UdpifMlN137vSHM4Zth6lztteXGs6SOZGURxKz7GjdU65GzZ5zCrs3duigISsKmiml0y6GBkqju7
LjGHDemhbBERaeKdMY23LbQFnZfsdmh81atcBr47FD32LHLUDkkx1n9ShGMsW9QfA1oFIbqrPoPN
R0efYR/946VjF5HPT2TutqWM4/0yfDwgtWOzYvuN1p3C7MAhsMvbVJbd4yVuSDXO8xxOcLDKK1IN
3fvSLWxi9cvoJswNAl+WT46p5rj94X706/77b3mn7oo4b5v/+Lv9xjiJwYTX6tLjhKKEhdN840Sy
2ynU0yzttpL4wniTJFaY3oVx43l800k6bhLcXZhEGD8Qams2H1BY9PHKKs3U31lVA0RWkx4M82vP
NXxzNHwTrZDf/NEhwlDz86Pmp/ajGaUsLomq2QqBO0BqmrnY5lH+TSTejTW4xaXgQtwT/QNPMjRd
upXgjF/9yUnu0e7bD6qHTkXByCfOoaEBONSgl74oR9O+TjIs7ivbyy5K+CS4hZVVwic3PESQ1ZHk
hRFHfuhUip0t4gChgj/+GI23mbzLx8jySuszPlf0weXf/xDunxij2w8RWGeSxs4D4F//vqvEcxrB
X08ya0+OLtMgr6Nph9ElIUmqdUnu7Zo7VxuMk+jj9jlkurZNs3668uhE37tVm+4nzez/5Cv/Ny8V
K69hEvzO9+5Yyy/ih5fq93lEyA55uHNtdu8YtDLFT0psKJ1uEkBBpLrO2sQXb5Kj9ycf07+5MtBH
DU+w4gnCpt98TL5fR/gVSBKVoyNOeUo4kIEwQYDcVD55eJouljKpvI0btadclkiIoujpjAdOL+Z5
hwn3a6ikdm1PpmIO65nnkdDYP6kcW/sefr5+PVZYPhxSanSy199cE16Sj6oQEaS+l7Cc1Fmz7WQT
PhITxdoB55MEDR77iElrZ9JJFna7sLdmBKz0vS+b4djHwn4PutYwqTG1Sx0C4Bse/hQI7uk44so5
yNxk3BiF0a+NdH9ps/WHTr4flfrfb4denu8zE6S1RPr/EUF/qcH5/cHH9T/+16ePefHzbou/8evY
Q6Do81P/vsWynHUf5TDqWFoLfPOHUYf9y3LbxpSJ2O34HAz/ucWyrF+IZLeXq4edmxCY4N+MNv5o
1GEwGflpnWDOseytqPcR7AOXysefr8S67clJVqkRjCJu613Sp/ILAA/OXqK20hu651BckzZ9VYv9
V3Oppdh2qynYq4W3yxarcJfEC9hYZtlz3A7hJ2Z3rr0lf9a4C0NyesnP0yhFVAS5f5CLQkW4zLhQ
X1p6Te9Qmu9lrUC1aLfFCj5p88jZH+gcKggnNCXTwiATV/fD4VtW+c5znvnJU9Ln6VOY90gLOQFF
j4U74I0rsBxfK9UNT2pq44vWd1O7hZSX111ttGLPsh1GW0T4cGtoo15Dhk31+5azHPGqpGRhzHM6
eYma2S0DEFfx3PWYYba1lufjAbswAeIGKUw73x6nnIN/BnnvOV3JzmIa0lcZl1+yoU6TZRe04ztk
2F0h3GGzUjojWxvEFdODJGaMk7R144qxeGdFxiVzcLTvNFJ2oQjDdNp7VucyAO5auTejot1qXluZ
0NYm66EO2mZsSBDvRdCMun7G054TLoDG+8HJdIllkFu4z87TQPbAXmZpGyvyMHYYMk/aLX9KQIVN
NkAgOXCKIDKy4bFPPHzZjaPfWjpTUt7chDiQFX6SEsPDZbqNJkMPDy5xoA9xk08fACKVfzB0E+wt
JLCRw66fDzuVFQQWjY0Yb5OOKUYA/haydyIa1N46dtZBwi55BeYwWK/hOPhTQDUo/HLhqurYIYB8
xlabHnR2o9V+onHhmzI98SWOEODOM/SFEaS5Jr7ycTEd1mdtIjGrTJl90at2Yl+rkS/od+pTPTUl
HgQdeGFnj6jzmzKRTLnByMk0SQQJrwEWs/o+bojI3bQhcV/sQrzwSbfm6hs1YQyU7B7pLEidtHki
IVs9ZoTkQK4mzLw3wiqrc72Y3UdEUPtAQjUe+PUW8pfupv9Fx8iCE93v301v1T/+50+30uU//34r
dXzM0YJKOe6Q3DrX9srvt1XnX7dRU0BDCSbNnCy/T5P/eRvFXC0cYhDZGS/j5r84MV63Vj+u1lhR
KV3ARw+rRT3M2/1M3JLMrRKKRgwN5Jo9tgOOTlKjbm39cTLuCIvQ2lPfe311Q4O1D2TTjehPxPYR
FK6VjDE3GszEt1ILgal1rQwviVn04aZSHUlji8ixRJsaAJE5fWifvaZF37BkX9KC6nspwXypwiNB
24rzqOV9/6JPVeQQ9VYk08atzdze2n7JLlrolX7ftlr0Pp9nLGOYSBYFlV3ICGIsS0xd+BLTI62E
TnbF2Bsvx9jU46si+7bemmONdS71XWL846qqjb3jwFLv2tYour3JFPNMuWMSHlTFYD0YunKeqVXE
dBLYU2OkO59LiFOFk8Xpvknj2HrywfCvxjZFuEZhSvjnEevY4gLiem1lxa3OazqyGSlJtDc2kzTt
7BahmW7TIbIee4M3GRQTncWcpus/qfVbD0o/fbUcSnQiZ3y6QhzW4jfbxSw02CInAtIq9EsmWh2B
dBtQeDUcRZgtzu3C34YOo7cWvvmiN/D4uHNi8jNx/XpHHji/++Eq+DcHJlb/n852niHo+KBxnr5h
m+HMm92zkZUSnySmBwWvdTEwSdHjNHBYisb2bBISvv/Lz0fejgtui/pG++gbOWQI9T4z54rnG5t5
37V1/Bp6LEmqLZrPBuPjwx8/39vzIArpAvwxemI/YiLD/bwn6com9WBivS2m+HGbanI401WbBGEc
Zn/y1riBvPkoeaqlmZKDwBJywJjrx4NIQ/aFYNrlbbWJAHvi4YrP8VDOf9Zc9388DbcfuEv+13Q9
KmOXb/SH806MBSSZZexuJYa5HcXaeEtQiTZ//LmZ5pvdHIXIJjFGvk/kG0/HL+Tn50mH0R7iebAD
PPFN7+/E6Gjj1pCDNZ0x9cXVMzGSuvOa2WgjdDqa8Tc2BGa5Iwet8EKSYWuHtTyznZ67UJSO4+04
wEliHxvs8DWB+SB7CMsI0zjMpSbEkAmkvEkGHeoeplD76lMsoW58aWn9scNr/c4eyHfdzS2mmG3K
TRIIJreBDTZ53RA3PrdOR5y0N8zqNTJsNktBtLD/aFoEZbJXzJkk78lcyx4HS+Me0fZgi9skM0v/
EDdNaN/nWrXsVwdX6HAmYDWK8CVcclecikAvAUE7kic2IBa95+DfI45jyVCLnIngLm10ApkKpH8t
d7B95YYq4BzJQIaxnomFxvrUJbnadA0jrauOFlV+iUql+k7qRpsg4sRlliMvD1N4rZhOxjuHsMXs
Eg56KZ6FQpEJPGLenE/oATlVwchs1SHymia/0os8fA/FoTVbfyaS7v3om97nGRvnvZOmFBZsmsqI
27sZijV5UX5EToE1VV3/pPtumRy9OC3imznNSyxYWa6yJUl4WPzAiWNSMGE34dQd27nsK+KRxyR9
kfFkJw+V2ValDKwak9vc5ZpJe/3YTZ9genNeSutV/m3PwJ5qb6j2CFsB5wQAkDKmMSK2nU9TmmU0
kMhp2ER9iaUVYb0pv1AjkRL3k7TS644oor61mQWJcmRv4HDSnrUu891nqiWIq4/jzsv2RTz7NjNJ
pnvPTdQV9mNPR874QhChzHeN9EbKI1RGY6yBf76/zao5lwthVmXhe7ZmljgTalK3G5KRjfwD3wVJ
9MeoHVyDYFXX6U18SR0G2gMkk6o+S7ysA9YYzsgMQzw/puBEWr1GXmBsmGSWsICSqwTERmt8KjGX
47OBeg89Zmd110xH0ufhiiEHXbj4wRKH0i4IdMWkAJ3W8uV6h6bvPPLnNc1ydy2vG2EOi3++r2pw
uSNgTPE6mfwmtzM2UInr3M/HLYFIi5mtkbiM8LvSdpMMU9kG7lCH7dlrkYl2WcmIdmczgx5IEvAI
YpxCea3n9BzsRiyRyFy8VX/Xeo2xuNbsmpBst7SBGUdYbC3MGZ13cBfRVgG3pIcxnxi5kUtF1lIe
ReREi5IEw2vi+uCsdXTH6RiZpXOVtLGZE59U+R/iwpUl5jh6BbYkdiYl7ufYFSehqqhdjFgLdsJR
lHAqYMCFmvLyG3z2vrztW/irpygaTe1YWJ3eB9Sp5RdcLm7J/YgsAzwnoXyye95vICuNxcVjnYEs
MrrEUvPNZNdlptHU41uKlzzjKCFaIcpcnmchgKOYo+Rl1BLqjNQIkucfR9YN7kD2jLZ3IOJPmLI6
k6pUIexvuzzLGF97cdVgLMFMah/iIcfq+GdzpzdrgE1QD7M5h+gWlhphvZ07cQtpcyIUqcIaE+Q0
jFdpaF9qqPV015UkGryMShvmkwkHFB90TZofWi4T/xrLad9eVynFhIcqH4lm4CQ7+fQnUUbz/MdL
yJul1zYX44BHtJDBiogv+83YKc9DGcV1gg1syO1bf8RsxFl52Fizof3J0rvWXP+ws1qfy3JZEJeF
/n+zdx5Lchtpu76VP/49JoAEEmZbvrvZJIqe2iAoioT3Hld/HrTmnOlC1RSCWp+QtJGCyspEms+8
hiB88VgRTRZcDOiiqUj1HOjfpuhf9/3OELn8PEonfF8g88i/E/5bDxrKPqdRQeslKB7uT3p+fRc/
hBx1TiLs2ZteX0zaKTGbaWaBVeSCLPPEU+P/aXAfojOHtZ/zxq48Y82b8Ho3EAZoUp0JGaYt1Pkl
fxURRFTUDcUw+p0G03/XZNyuyZD/ptPivOewukPMgpBKkqMsIqkOsAXqDqgP531n7P3Cj46dg2zd
/fW7noshaA9hE/0Sky7N4MqcuCdJQ/gDQaPiQmWIh16prR/3R1nUbVEUZS6kapot2ZyMd7lieo16
SZkklJ/KxIJQVhpbWSTawckdXohZjQ3Ps/DvU/v/c+//nXf5f0+9H5Lge/0/H74nOTn4RT1z/nN/
5+BE6f/SKFNqpslOflXZJE/6F99INwzdpFPMf/t/zWNF/ouSP26m/AncA3WLr/zv5jGPzr+oaLJX
EPFEnQ4k12+VNucT9J9TjS0JCYsloUexWbjOnMX1UmWw4kcrpW3aGuKxBnZ9MCuOAurlMBaAFD5q
tUezpKm9fYIxyD5uaP7EUQ7zwGxh3VK0/b2u3N+/CezabFZMnM5cL/cwak9Dg3FY5MZNYX2FOUhC
m8oh+ajnifezh6TU77oofSYIB0VC08w/06UP1M0ge7rMWaPpR4TGtI/RmACQoj2KyduIPwWmDknW
r5y4RTrx98+dlVaFCedKXtlJYojTYrkzhjAWGkfd5SCLP1bIS9XbkDDDtcegsDfIyDgPWZh274dR
4rmn++afMu7EW3XQxKeusIePctAxz+HrVT/R5PWOCi5cZ3QM4l/C68IfErOXT4h2Fh9iMbwHLK58
frV33b8/+kWH8cZWcHC9fimm4we7TJgDYFKQKEPXFLDz7VlGgetSW3nQLt/Ol9WalWaFTvnV4u/5
mnx1pQOXIIhoBjZcpSBrb1ATL2hSP1U4SKzcuJcv1r+HwuqG1jj3Ig2Cy6G6mIANlfbQxR3vVwK9
lNKleK4VrUE7RP5WTPD3YBplMtT/QGRSTrscrJ8LOW0wAwUKRNZwGmz2WUbHVEvr4bfsjv8eShCu
m9jBYjlsLM6HAJOYTlMVuRGqKAdYJv1+Gsvfc0n99yjcDHS/kFFE4fByQvDKcb+mKOwmfooak65W
+wErkJVvdPkqzqOQR84XkKpTNTGXIFIKjz1UQC1yEYeny95iM+bZkdjd39ravCSX15xkKEyU+d+o
8EEXTzzAyDDMgpitAC1gl9ECOCncaXO3fGP5KQtYCoHRqj3sMe2gZpjkw0qz8rKb+zJTG4SBbaDR
ZZnIL1+uZySzyDK7OHLpPv9qC0J2XXTNETkygjmUjiA6ViFEeGvtxN1YYnDAVMEQd6bRqi9OnJ2A
v0BSMnKrrPV3bTA72uRlsfIhrw8bvFnazdSaEXAjhr+cnt0AWxEijFy1dPSt7OR3MWZflATqqz+8
vf85by0lD6bQqEphjT1zfl/fIbRggrE2igjMS6Ltq66R+ylTcYsChbHTB4cs3jCgTaRmvraRLuOr
l6/oaLCNuE0oI12DnoPWznqvTlx7+COuu2cDw8keEpINo7xNFVTuMxpXHs4G3o4q+D6dPsAm/F7h
ET2gzdbGFl7Nf91fjusPTJOeFj3BhMUeX55UsysDAbwmcJ1ECT8j2OO8j6S3Vm9cZCLz1CFE8yJb
1Mz41OpiH3l6I+y8DWD2jgHgIFqS2x6toFPvaCEQj8A6WSSU38wKToZBw+EUVV59IO0ftvfne/35
TeqD85YmuGJfL69azcAbuEOKI8BL81QUGCjGDSoJSQrXCy0u40CKH74XVhWsjHy9yRlZcmdR7YRx
bi82eYoWcFoMbLwhcMZ9PoYG0Km822NZKN9lYaSu1HjnmVxeW4AwiC10Mjw64MvxhFb3qfSZaYhk
98dJ73GDrhHJRzCt17FHMwTWiIgd4Z+iJOEBBow/rUz51mef0xYiRB77Wcbn8rDNBMDRaNLIRabV
eUIwfS6YapBQWwhekLPRBITb+yEaLLy8Aqw7bYD7iJEGxUpcOKMpF6sBzJK+EVHWfH8uy9Btgflc
N6aNG4YNj0WQF1YDslrgcgismx4yZriU9nonR6tOqfYmRDmcMqoeze7cAM2yLVPECZHpy1Co8dKY
6mobqaCzfayMT3Y9mHjS1XrowO7GRBTlcPEtp96D0qDv2BRKsuar1RnDe3wC7XZbi2r8qQ5T+Ku0
nfhjT9nL3Niw3H8hldH+W//hvxIurvceMfF8BvlrFvFffAfIFj4mRXHt5kontnVCqFnPDfmAWhdc
4FD/cP+UXQdqPP30FyxSfpOAbZEZALy0zagcalevygJJFx1LY5xPNjPr6nB/qOsLjKG4uGYjeDQb
lhcYNNsSPqlWu/hM9o8oh3so0KnmPxnFVOdHCrwEJJnLjVyCZrUHzAJcMB7slaH4Au+w+yeDWBai
0igVzPne5SABNXazQ1jMbUeR4x/p45zkQFX97QVD2cJ5wRBTHlmGM6NSAumHV+0i3ZbstQ40SUBz
9PcHIWLRiNHpDHPnX04FZResY4uwdRPR1mitdD/xcq5WBrl+T6mjYQeBwcR8xS3tIBped6fBc8GN
4Gc++OBMgCGqyQPpJ746k57CyjDXHpAb+426EiU8A1cLicL75cxMq5S6NeoMqjY5mIWu3ad2Eq1M
7cYBIuYHucQJQl9zuatpilQS2HTlorw6QiDHJEJhAchSZbayH7T54bl8KGxJpx7jUWJ1ne13OSMd
CWlwbUPlRvmoQEWi9oN6mnYo6Is/e6Jx3ggjGLZKhL5kHgr0Av1S/5CUmN6bnTV8QoZVX+kJ31hk
QAOU1ohKqOUuK7kmzTGUhDJkAabJOWLE9BOVMn1/f49qNxaZ/MGeu48WSaW2uBWbwvATtZKNG+eR
/xlyWYzkn29kEJ2q/hjk2UBEMAG3MToVEpbsEbjeej59H4DyPWKEZldjDDva2RfIp/BkSidP/01x
/K9X960fCVVPUmrhA1FAvfw6YVrObOOidRtn7kJPPXga4SjgeerxH+wEIoX/jLXYCZZViJTyQetq
IDgPctT9d0agVAdciPUHdTACVMw1+aaQjvLOUpExSilPbJPYi04g+gckBpGtvf+RZozecnc6tI6F
zWngCbPn//4q58+aMfBGTfZuAQ/hTZTWQDCqwsIY3uv6H6YGtRd9gQy0JmZHyMQ6Rla5VIAKhGc7
TPGQjvTTegdbnm5cYCGxsA38scJt1EEibdsgN+iA1m3rQyAVcOUyS7QYQ1SlcM1cxeHy/nwWjIs5
EuZZlOBibTK5+d26nI+dTYPvw7Jww1KvcZal9dqNurbNetPeIDGMJL8Z/Ywsik9eXXePNKb6+Nig
Z72JoADsx4xmytRa9a4qbKQoRkHZKEnwWEtF91efpUDp8kxizMlMQyl/BU1roK/b+TQCI/Em8wYY
DrjQH+FRoOoY1DV6pI66H6xo3OFv16+8atcbmOsSfwUcggRv2jK5K1SrJX1We1dVagQ0wQB+Mc2K
VqeqR+f7i3t9bVDxZ02RcyLFIiC4XNtyaKEnQw11lWrUj0Gd/Cwx6T79g0EgzNC64R+ospeDKLhG
V1xNg0uNDSNhGuZbanti5QGY757LS5lKFwVQriZYBlc4g7GJ84k4YXC7qP4ZNvZjZPUHFWLbBkVP
fWVT3vpEBsEayRlOFNSHL6fk9Vgsprk3uLgCJ5ty6sYD3Xeqn/jMrZznl0t1OTFeGyqe82g8pZdj
OeEIUUbGo1v5uFk7vh0+lGEsDgILuF0H0ODRGeP6uxaaotny+UwkAG3AELLOa8QaEIVutiHePpgt
oy8hjo0V978iQN7VyqLc2EwaQGB95j3zx5e5S1/PEBoeYVcfcSFUWyfYmpW/yim4TkyoCZAbo7k5
V3aWNc0yFXCbNdZjmqIi3Mo6jqKNFhsoyvdmhaxwZYF3BATctQhu1Np3v419NPY9v/6AxN2orTwC
NzYe9TjE7ig18fguC4TSxylAD4vJnbnA3ycUdtneVoQ9RVXvkgF+y/3jdKO8Bnrw1YCLXAFXIKVM
SwZEk8p7N05OcqwMBIEh3fqPY0iVHogbiu/qqH5oEqS2u2FIViZ94wAQZFHjAtVDH2Pumbx+ZAIf
IHKUDpNbWqI8TgnsE5hXzS7T/TWg0s2h2FDUKw22z/KstRNiSWHaT65noq7SOyUelm3XHww0pNaW
dn4bF2eNiA4w1NwRmesAl9NKMDsWZi8nCk62fuwwtNkZkHZRr4SSoQQ0LJ00wykyHNs9SOBq1+kV
7lxSKT56FVzn+1/6uiDBh7aJuKgLo7m3bMiCwbSzMW4nd+R22NRaJz/laYuyEi4ij3Fs473qgWNi
Rj+qqlNWQspb6w4aHN4Ocnqc6kWwp+G0jEuhOrliSr42vmntoH98rvWoWtlLL7H5ctVfj7RYdRTB
ykzgeeGm5pg8e2oE4VgTaKTtHK1p3k2GORt8eUmLh4VeA131oegAUEjN49TYAxLhFOA++k1iYNSs
StFhw1k1Owr3MGSUTFQ/7LBT25OVlJr6hhMqAEJCwH6T0Sd2tmUR+OXKnK5v7Zm9Ck5w7qdzL8jF
rQ2GYMg0qehuZcf4KISFcnSCOsWux9eUnd3j3bZzVHgmG30Q+dmhGfhlRHMWEePS9uKD0crpaIWO
heA4IoC8ZL3yAbcH7fP9PWYsdjwgdduiuYkbGVBSfQncDEMbBZQor12szrAN0zDE7J06XDlY16MA
CQWJTAsFjUY29OW56s001pumal3DbJA61cfsYNpj9+3+XJY3MWUzMkxDR/NV43lYtlczp+iKvq56
d+ib8Y1PPgsCKnY+KWFmPYyxGn24P95LF+H1xsUihaCJximhNo0OezEtWv2NTtCkujDrrB8NhEFw
0ZoFFqxNu87fJpFF6T8nzO62/D9Es/ETHVGhkOD/Lww8VGNb1T5c3w5l9y9W2dYaBgiZ029yrdYS
IMltiHQOwROyzE2AeFYaJkQZpRn+ga4a9u+ZrjSIFGVt/WdVaf5zDWznKegVJaI8KFWw1VOn8iBl
HoW1UKvwEixyAJWY32A0vQFVjTufXsmOlnSBFVLQG6ONXLPjhLPercx3gdSL5xCfa3RrKeP8uL+E
L5qcl0uIkxd9PJjUGk3x5R3XthrWU1ndug5qjdQ0QzGdnB5VHKP8oQS68kmio/xtMiLzATHmEj0R
+C072hVRvk2NyHlU86n4Cy4ofzieWjDPaYTq5KaKc9x1O0ubXRIs9TGYeRdvQKZMDyGMQnUzodT8
ZxDY4B4tq3FOfF6+TNo7gatWZvUxSGy6C36CyH47VZjvRG1T6M8gviTMkgbib9rOele6OaoUIsc4
rDaNo/jlvtU743Pb+lDB/TpSjinSbfamcBKsk03og89gbXWEKPKx/lxMEXZ7eUWRZEv53Yq3dda2
2MrYrTzTACycvTS14HGUDe7pwvOm/dQ36FOE+OLB5m2sanpSeqCnj6Izmk8izvxk27V1a2/9qowC
RC5S71nxp+4MsB98b+Krf7DDWjQNglbDRiHxVBXRMqSqNmR7vb3Ftjhvj1L05KsFUk4PGQKZH8MY
eSX8QwY73qZOgaFOirYqLF2sqKFRjcGpDekBbCosDz8LgxQGy6xgxNhl0r96pgZulLu5so/3N9Dy
ZiHanJFrFP9Il5CknV+xV9luPaahaAvRumprNnsto9hY0JQ8/PYoFMzoy5K+zF6q8694NQraIFKg
q0UMbtjxRtdjZY9c6VridxXZMRmGMZkQuGDpLBnSeK+nrae0o4sybHFSzWbax1Qft5E+9RhhD99l
rg2bGj/nPdat9IGcuF5J1uZkbHEeJcdw7lzSc0E24XKm4Cq9Uem9lsappu2Q4vhRdUh1UiDOtokv
01MZWQfLGX/eX+AFOZxgi6lzE5A7EEQTWS7GzRtgs+jq0zCoW79Bk0epv6QsQ4MuvuP8ypqi+4V2
AAckshDoKUwtPcTUulxgscYWNO5nLQMfuGmJDfejNoK+tXs/xNemEclKb2T+LVdrREOKe4scEHzF
5RrVaKtMUWsgqt1BnLYyoT4gTZfsjQY19wG5OXIvuHr3V+jGRueSpKnMe007cJa4eL0FVeQk7DYx
O7ftNRwL1IisjuLtyijLkJPPQBUR40fIQ5a4YgVkWt5Ypar0bm8r4UntJiPY2uHUgQkinPrWZCle
8Bk8nl9N2Ibl1isRcVj5DTeWlzNGwxEwkjGTxy9nGnUtlMhRIZPv7emkDUgY+qMIzzLrHpyk8j6m
jSU+3l/dq5ruPHECXWRC6FUIe9nmVE34yp2vjW6oOieEEtCnz7DX8j8KOvhjqW55+753ibHDQsIt
uNUT6EMIj+9WfseNzzyT5nVSXFI8zsLl5JsSebvS98l2hmZ4sANhPDlwgR7TCpG8XEfuYxB4+IpC
K/akBdUWhoBFrwhrpb716n0KgRqPDYxrVn7YMu1mgchx2Xjz3UT6udh/ySynnMf8MLtDCsPC68qG
5eOWUZifasGtWMoGtY3Oj78nEbI5U+5J3JMJXe//kBu7g1Mg6WHxobjJFwvk5F6ZK3O67fetQLQq
a98NXaDuVDmUWx9VlF2hjGtw3BeQw+LIzxEloTKV//mIXH4WUyZRoRcjyRBoILwoOw8Nv7g+9pPi
PQAPyzaa4X9ATbrFtsxQN9i0sxj0CXZG0Nhn8ivr2GaZRus+Lt8YkRzxRPabJ4BFyqFqJ+uhi83m
xwj2/0EPEOsdMLjaiU4zHjvV+DxOiEdzIZMz8OU3vMfKk2g8GM5T3+9RTEKhO8P7hONEc6WJ97QS
k1lJWX9GjzJbgUQt42y2At2wuY3EiqCUsMhtagPqbJdok1uPVb23O5THnaJKd0GKF2okRmPlTVpm
ovN4YMDhVWq8ES/YzddXH+rA0o9bj60nWkQ8Tavaodfc7KOgyo/3d9eN40cgSrVZxZ2dcvPi7lF8
g/d3ilU3Bn526qfAAJ2srGWHt0ahnk1bGbYohPlF0IImiRZh4qe6tSSYRavLOnUq5+j+XBY8wZc3
FSA3mTtgWNqsL2CDV1FLNmHTNyAH4noJ7ysomTne04mnz52ZQQwfhu6LdIKgwcJzCt6jyKyhw5xI
PPKU2FDLbZJXGG3d/1W35v5SBqYdCNLcXpykwhMh8FFHdVFjBEASV+M25K5dGeVGPDH3HAlhqMsh
C7UsUGEUjk85T7OLvWq0zyF6jLCoZ5m5xEnizzoacV8o3uIA5GFrjnOd3pKdxaFF7D3V4R80D43w
JNs0+9O0g/qtPiRWvbHMXsO0w1DwTvvdZeH3AlaHzsi9Ru/q8oKJOody2igpbsCS3eJkaaNR1jUr
T+v1yaXePzs0IGIFW3EZLZPi2xNq/8K1TC6PFilc8iy9eTMh7nSKkGROV77DzQGpCc8vORiS5Xni
qfMRBpmECzMoQIvNQ6NWC7U9YsLFdggTZ3d/GV/CoMuLeuYw/GfAxfaiOqChUKALN9PHjQ8Hemfr
02OIMh/F4vCg9bl96vDn3aPG6h3SOjSOlGoQWce3+D2VkGznZ/34mNfl9wHVRJhxunjIkFg8QMq7
/1uvrzV+qk2FD7iHo1vLaB/GYQSyhZ9aK22443ltNgVgyW3oNfHKUDc/w6uhFtca3jE2LrqmcB0j
RWshNKktJQZaAf0YHFCeXgsjrw85Z04CZeWA07tYRsg+EtXkZalwdRw7HyCdM6sx71dmdR0KvJxs
voAFmgUl5ssz4xVjPvSxYHPJ0twWXmm5mRlHW4OY5DCQ/O9BkDlf7n+16wTJUWFMMTLniA7rYtBM
1fC9R9zUbSYEw/sm+aUW0v5Ij9t8U6MpvaWVOn33QsVauSFufUPLEkhTzbBD4IyXs9VNMXLCIt0d
ZBGeuLXHHa3n6a2RJh4OnaL9B+PB6KaZAw6Mfs5iom0hZSv8QcfNGj/GXirhs+VUaJgFBuQdasEr
WdWN48B2IeeAfgWyewmBotod4jmYTi5JDkFcNIqj3eo/o8KPV0a6sTvBMoJOxsOG8ZZ1Qg/XLXRH
q8mN9FI9ZoH1DPZ1DUB3YzoAgOGmo142Q5AXnwtjPsNWbIKktk3KEzFZsJsEvRkvr/yV+dzYGXRh
wFmTNtCVXJLTHSfVKqVQJr6ULd41Q64/xzEGpEk74guHq/fKubs5HpBQkl8CGOtqaoGXj1RzVTeK
JuNgkbB9KZP2D5il8VsYvcFKI+JGWcQhiGELWhIK8VWNZ8xrDRdKU3XNQp2Ode9AOA5SdVt6nnrg
tAYH3y41LAns7iCbKnuER6s83D/2Nz4nvwHiDsQ1GJNXl7XWtGPKE+7a1PIPYYeJSW9G+lGnwLqy
vDe2JxGvSrKhA32AhXh50MPCb0yET2eJDuE9Ya4cUcqr1JV77KpDge7G3L4jF0TUiy72fNG9ig5z
2PVpN0cco2UXP3Sl5UHWFbGXmQc3SU2CJ5ys+0cEHo2tbjTh1uwb5aAXpjjmZp4+JHr4UylQW4UR
nGER0we7+0t+6y2n3jHzr2ZswlWYbFeRPdZqqrpo+0cn3+qDN7KPulNYh98GKFxHgGDhY5KkX4Sf
ZW+ssZDHYqAEnBWR/KKMoMWbygZC0YENR0A/3uMmXcFsjKkqrQQ6t/YHXw0GKU0fOoeL9NjOynik
xK+6VmNXR+Ry0/edBbE5w7zv8/11ufECzT1KynQz9eWKAiUmpIoS6WsutBf637QdngfEBt82ZlQD
BXa0ma+l8kKI5q/7I9+aJC8CjlDSmnHSizCiD0UdRHDhIXY0Hl3Q6Y9a9vKURFq3vz/SFRB63p08
s3NrQAA9V8Xl7rS9Zor5+sJF7PFtThPgqPlp8ydPQ/YBYWVzQ40Iw3BaMH9oQy4+SSykTroVrtw9
N0IM7jlSXRUSLpfrYsZDEIb5VHXC9UXV44xjvM1629y1VEp2E8IRsxX4h/tTf7k+FyEsXXWeDHTQ
EGJT59/06mAWVqfEgyd1t9DCauZZBMkbY4BataFxiR05t9tjGmIhsLGRqRE4W1TSOuAyjmcrVh+x
m5XyF53FKtgJ+il7Z1SdLygxm38qBJrKIbD8WSEsLABCtVac/cKXE6na1K6LeIutVRqjnGDp0R6/
LRut2NIRX7U2Hd+OcuiPE7Yl5rMh6+DRKilSbNjm2GgjEv7kxb1JM3aKyob+BP5BuxB9W+ytlL57
gpLU0ama6hEOmhqgtj1q/lRspKaU43YINPOd7tE1e9asUQPCQKKUA39WUCgzZYsjZTJ6g3Jq2CpH
aZnoVKB/9kOjgW1uasIt/EFMQGpqWeTHiZohDoiNjZCZ0qtil3mTPW1biMdfignHBhRwor88WeUF
3si+nKt9lVNsUr+gG9M4Ob4aKGOugcpvbWrAQho/isoJdNLFlTvRg3JEVOsuyJx3EPu1N3VoTZ+m
bGh/GaPaP2LV4+ws2n3fMhUZEEDwRY3kR56c7u+xG08MiRAIM55vDWbP4nQhS6dgqd3rlFgz/4EW
IuxDy/aPvz3KfIQFUlbk4kIsHrLMqoUXKZ7uJmVoHzxhxntDmt9/cxBBpUYDDKQ6DuivZaoxmCIf
1KYx3bDpy32JahJqIOHam3x18zGKhY3DTJ8TsFEWnd5WC4xB9TTLHSIzQX3QF2/nJOdUWsba1Xd1
vdPH4uTPnGTCbiLIy+OPc7GBLE6suLkV6Zs2Kd7HeDNtEuTlHptENKgOondrG/kasurGwIRYyC4i
1sNTtQSayWia0E3WFdekG322KmzvE7S+9uGU/mWrgdxE8dTswr5d241/lwEurjyQ7yTB5IqIHgBF
WFx5JcDTSdHD+GzXFkkqVR2c+/IpeW5rnBx39L9QBMm1qnumDRidZC2LfYGqEAYLkEwNX6VwYaaK
885o8LhPc8yZw6ktcaKO0Xp0vDrPP1JYQYukiMfMOyA/ZNYHwp98X2ZTio6+F5T1vtJFvLVqTKkf
S5Teyg3qH+hxcL1a72INf8mN05p5uVVw1kln2YfuhHUxmv6+mAYXKUs/3HVxEp5NxenOScoB3I55
l7k4SjpvKxSqv0e5lnBx1w5m2QgUtG6smPGXCBnDbgMfo/9pVhOKk2ZTi59IFCKHPfbYuze98xTk
hlE/c4vi9lxr5filkcjEbB1wDhhp1xKPKyKA4a+hlfpfaeWrvxDcVchKo1pg7wCYFBGWOITrjMul
eBgxS5A7WKb1T7yWHhRuJq5/fxaV0Rs2w0mJ4/7NGDnGhwaVfSYZJuapRDDaDzbmiB9762CIZaXg
E/ADkmOwqxq9/asLBllhX4A0jN8JvTsgT5vVe2rm4UlDYMbfTbiLSHzuadlbKJ4fvFxkB9VX/mj1
JP6SGiJN+Ta5o7zMKnqkume4FAqjL4Zd1vjyeZgUbdHrrr82Rl2We4d4y7XbKTogKOc/lE4cf0uq
Vgf7WbT620DCeNkEpLF40scZvuT3r6CrIGHevVQh6BrxjakLLE5sTcmU0CA8q3XgbwZHVfYaDiK7
1iiafV2McleY9rAScF5Xd+mAWPAPuWEN7r4lmVdVSiMzWzs+KxGNONmXxWcYg+O2xILiJMY+Otpl
lhzRmZebIJrESaeZi1+Z9mTVZvi7KSg8aFIWCjF0cGGAz/fnq5gFf0Gzc2IvPfM7gj1eYjg4DL2B
wBUsWH/0nJWn5TonJJZGoYUvT5+Scv1izdskcYworvOzFsXtRreU6RhhK/cpztP63dTZ45Mamyqr
n2rHME3G97i3iW/3v/vVK4pULRS9GZdBmZlU/3LSqq0Eto1W2dlCaPsJp5HuycTpcuVDz/f95d04
C+9qRAszcZvuxOUoorWr0GwCw530+KgYqNR6gdB2SQ4RNBDBW3sqh41dOd2+H8M1TO/1u8fgPHeU
VOG8iCX5lwtNWGDVDFcalf+M54q2SdC62nloCtxfzOvXB2uFmeULjOrlo15OUwZDN+GNxTRreCIB
3ZAxG6NjhibHvu9yi0osomyFZzq/SRWfhT0IO6gI0VSEt70s1IzIM/VhbbiVcKqtqVj1d38ojYOD
COxjbKL+k41evremSVnbxPMGWX7aWceCIhQXiJhdk1+fmlqM0k7LVLpeOn4e48b8aLVmBKhUBo9a
HBybvBxnG/FgZxq58xaznQfHTI4oZf75+4tPcYPEjusLRajFGpiFaSZOK6WLBkn7Tk7k05uiq8RJ
TZRvLD4EVEglKNXH8fTp/tC3tjdlzZmOSHkHiM3lGvBmRkUa6hJo4DRt7TZM34S4yz6kY9K/yyv7
KSrwHEoiblafLOX+4DeuEcqpMGXoxdF1Bzx4OboeZJgzDESPXZgjD5KFuFD6Y/0uQyfzD/wXjU1g
4DW84WeVZwA7yX7IZfXu/q+4qqexA1//iMU2cDyr7aYsMGmSdOp2cAz/4Pck2LJBbAKafbi/P97L
03C57yyVuhKf2pl7MkssCR7xsm8RRXErFQfDbR0l8VfdjNLvkofivSyArG4b1U78bVM0+lfiCa3e
0ZWowJzgttBs2Q29j1CzkiWHtq9xbTfBq34loAAuFyajiewyCNZiE4V1fCJ8RdV1JCOCK9GEytc6
qoQCcyxuT4mm9fU2Bt36Y6iIee7P9MYjSRRN1xi2I0MD1Lz8vmU+EIpVNoYhiMRu8lpRHhwcdt9G
qdcewAvDahoH4E2A/xD/Np9gIiGb1wTVocYUYq0ref2h+TVE9nOdVoVMv9httUDzqs9L0wUoV52z
zPnJAe9PVpDaT73AMfH+7K/fJ4ZjZ89Kw/Aul0CaEIxgGcrBdDUt1N/IHJONIOyCh/ujLEweaDML
GOvAqpHbgHEHaf1yjeWMz+byslyUMuWfgOHJ7MfgrIXCeSfyhHOrNMpXfVTqj10yDphCR09N5Ch/
QRcjpBapL/e+8HA6VkXquY7n+Ds10WPscLRuXMEuzGdpufVRR5+775JLZxk1WYkaFq09mm5v+SgT
+r7Y14AVNyDpxOH+wly/aFTkKZahWzFjVZanLDYLVC8L3XLjPp+OPprQx94anSd/8DDZQVB9K/Me
W7bOVlcO+HVAaknC0Tkmgxt9VTDPEr1BYjHwz9o4DaexU/yHNsHQq0UccotHYLqn8Z2t3KXXFzk1
ZMI/Wsvc5WBkLreBPyF/jpRFcEYUInlKu7J8JOMrdmEpjM0w9dOmqxzwpqJ3HkD4T7v7q319tubh
cWvhCadah1LXxVuaG3h1qznDd6VnnmgmtbRaTMQUFTDPIKXWaKY3xyP4BprC3UI35HK8WE0tf0zs
4By1ZX20enxgkItCBT5Rgk99m6217q8P84y2gVll8jxLMOeL8UxP10BphOeONgslDlANmad4K1fG
NW6CLIZaJ+SeGZwCA/FymBY0M+1oLTwLbxg+YDOT4zcepInx7I9KgJRrlhQf4UwC541FY/EIdDlC
tgE4QChAvh/ZG0N0PfKMRjicm8nUfyIM7as7c6zTd5GOBtrKT77xmvGTCV4ADHIR0TS5/Mm2NtL/
0ovoHIyWssvCgOczTsXXKQmUo5op/q5obO1UYH249W2veIj10gJ4rysfSKPtvRdH+sm0Y/sUahgc
jC06J5pXtGerzsLHRh/HPaxtV/Xr2AG6r9ePVm3XJ1PzC6xsLW0X4ZOAEJre/nZSRchP79DgHgHE
s7xYTceTYY4U+jmlONDgWrDpwtAg7Taw5i3EH/cP0PXNyGjgDrnPER/hnbpcxkoGk2wwcjzLBJFz
oFbRTsha3TrUlFcC3xt7maFA+yI6N+fLi02Gy2GVapMdnmfd5i/YlaXoHdf1yvLdHIWFc2Y+F4d/
vp9f5aQdFmE+ErPRGd8E/wiBQ9k1hvG7umdz2j8Dxv7vKPO1+GoURUurSUaMEuiVtW3VBHig47y3
1VI7wKT5B9ccaSDo8Bk9RndwsXQqjpWW3anR2Rql8aFEy37bjaO1tQLFeWz7YK02d/2UAEk3Tazu
dMIWenGX0wsq1TaSDuKxAOx3gEfa7PLCDI69IAyUw+jtxrA0f/8up6RmqQDhmSQVhctBcczwW7gO
0XkmypySUgm26GaY+yAIf+R6tJYF3Hi5SP3AnwO5xxlyyUEJfKkERtNjE63h0mHp2VMzKB/S0vgl
Ov3sDNEbI5VvhxLL2ftH7sYOpb1DSj+bBANGWKRdAdURqWHAfvZa4Oyhb+n7Ih3XnK1uBGi8xrOw
JYk1UYFYbNEm82ovUKlPIWMChwMSVfMlgzujbvqYa2szJYp8UAnGdnSeqXq2MDn9DcaxxVOIFj56
dL2h/mwH2GvThPuV5U213Nt9NB2azpnaDZIPWMDcX5sb7yu8Dk4tFPhZs3NxHQ2xJydPoSRs9Zia
FElTHkMzDo/xFJnbEZLmyng3rj+Cwpl0T2dTBwl+uedgCCaj7UWU06ruW0gd/CGqu59QYdY0nm58
9NmMEkAD+CGGnCf+6sIoB89Ji85Kzz7K9Vs1j5DGF9aag92NcwtemxYijDjKNnIRLpjpqBk5VpVn
VH5or6mKueuhq21zDGb2GaJN2AEb9v7+N7vGFMyQF3ASZASzKt1yERG3Jths/ezca5W9BUyZHpxU
lk82oIJjFeT9OR0M8PU5ymxRgptxIaZsR+aPGDuxxrYLlf7Qll72tmrt8q0xrRYOb3xmJJWpNFFt
4e1Zwk/71k59H9tkTDLa+MnGz+cJqYUBoqDdrNxiNz40X5nCIA0qCpRLHEfTIOBkwcQ/i6jEwjNT
8C9IcHC7v+ZX7FkeIGiVoA54EF7Chcv9pFq9htJSnJ/hLxmAxHX56FUy/Toh0T0faNon9FnfTJHf
HYl88kMRi/IZ9VFKHVKWB1wEYfQoxc+qyMMDgKlsX3nJcOimOMSBL/k/7J3JctzIlqZfpSz3yMI8
mNUtswYQERxFBgdJ1AZGTY4ZcMeMt+llP0e9WH9QZnWLQZnYue/NzSsLkkBgcD/nP//wZOYOwm6z
Xb+QHtxEpYbk7Pff4VdXCl4CE1Gs5qhBTloHbdocIHHzp5bWDRbgjvinPn1LV/KDQfay96NYJzAE
aRWVLQywl1dKoPiD2Be0x7q3Cx5HQrgObdVi7aYNlVXGg9Vmn9MtmjkmjMB6vy6i9cKJRONnxhHG
cZzN+TExRXuPx7v7OakJo9oHnsqPjWMmX1DQmTUA4sayVnlvtERaJtUbr9ivLtWGfG+Q8w9bxJff
YQ2kJbOmaI+W3ZQ41fcJeXtdFTz9/o681sPwVDEN3PySEUXSerw8jgjcdp6JZz5aSYKZwvS+mRih
FBMTsA5Uv9vZg7HLJYFBq9NFw0y6/KRfN6t39vsT+cXeDPy8pe1uejjEVi/Pw8JZgBta50e3adF5
Ne18njvWSKR60B2Cdfq+1N5+SHr1aM11+Qb74xdXgfKUJp7EQ6hujJdfHt0opJ6jwKuPyho9JKPG
/N4iVCxER+Qecsswi7C19Dxy9Ca9nnAd3bXu6B/QqOaRS3DJrrat5g0/zl9s5yxfm0wQjRQ0oOBk
Z0QeJ7AXAo/0rFk8q64g/tyCufW0uKNWhZo0Gz/UF1/gVGdnl7lU1pltIZ4LB2HoBDnwU5/LLYui
nTNy4YNezt+nedOr5nWiM9zTdf2tKcaPmu3lywfhHCSEoTYTBZxaXl7KPKnmEjEpPWFnqztLpu4j
kATIoWD6gFcUxpJNTNeBn76HbPqcO9IecJ/OiIfPWn+KpJMMxV7Wg/25SXTjuufL7c16VrxnszZC
yiEUBe1fohHb1rEWbrDeYELXX8zidtRsFDleq3VPBiHG5KGbpU/oLIFWu8Ke8xt/yRY/bi05tTsD
GXQR90G+XJO/LBxc5N0ZPQ8JInHSBTUpgEmruXtLQsndTX6XiWhQVtnGqy49UDYYSueaGFL9QlvT
7kCOlFmF1Bf10TWUDUdYreqrj0S45eywKqP3i/rce4eJ0XrbThAzVmd1vzSYwpDsZGvqYejNgZQ+
PZ2edeXZRQTj08pDconqL0kyNk99ubrTjmK6Put9zFeiokscE8EuMcCRrY0J9KF51vQLguXdAfC1
aVVksL5jzpt4cE1kVTvHvnCkCbArlq8FmiMZLUHH1DTHNckNixLHyXDoOv/7YrcMYt941V+tbdur
tnHaAGpdYKuTB9vSbCdDF7MeXVlAG2I9wBxSNi1RhUbmlwiOV4/ab1iD+kDeyaQ/5pBb96NZ4/kH
O8QoLpkDzm3YNcr6Zs5z8uCMPYbq9C8iUmvj8nbgfThEFHvmJ4Kwkz5COTddIrMnarrkFtxlA/3c
bhC2+ZT5fVqFy6oQhtuWcuN8MeZLc+5XRLipkhy6NK1wgaz3nNXm+r7RS14cOcrWipNSL28NDLWY
JPVE0+wQ7JZJ1JBI3O5Irak+2/iqmnFj+r0ZT7zxTmgHCzkwQ+nT1Xljaz3pfbGc28SeEJk6SH88
BEZjTaGybYCKuexNFUHBEnuvW+BuNdYYOHt/IF6BQG8DWhP2IEhrvLTWd3WzVDEy1aCMLGnUoRRO
+jVpRZNBkhRpGVWl4aYX6Pk0av/cSr/ray8+4OSZ3xvpMPuXUrn4BbabOsG2tEUPGcoEu6la4aRN
ZUFOi0YaymWBRrresUHaT/jXErJoDEI8J1KguZ9MBLNq8tItUxNKeaRpMrlOyYlr3om+MKeLPHH0
8eAvcM32q2qa+98/Y68wWaZ9G8mE1WNj9OgnlUaaJXmZDX13nHK/jJy29S5sUx07XWy5mziSOuX0
uZut4A3YeVvdXqx+gOQIyphVM23ZjKFfrn5LTg2Wr4s6tgWRl82AdXIjTEwXE1se+vFNhdkvvuem
VN8AaB0Z2ylfqctrY/bthOOVBESV4FNDYvkQfKvLQdUHnq1m15nWP25oqUL5jlSaYHHQsU4ur+kK
w1/NsTummwp6M4TflS4G/L+/ia9qeAYa3kY/haMEAnJax3VrxeupV+PRkN5xHlISo+3garKV+cbT
8osDUfps7ijQpHluts9/atWSHhMcYQ7DscEAO6ZpQZfJMGNfSPVWGf+LQ0Fux2aZBZDcmdO5xGTA
VKB+nI81BsMRa8K6Q07pX6JbK974Vq+HnqDVPx/rpNUlqh6O0jDPx6nAx6iXjADFinmYVZjYXLAR
Hsiu8N47Djtym+YqBPNvdr+/h6/XelI48JHkIQUBweDo5aX1iF1DEubNRxN/vdjt3OCiXta3vLle
My75qvSxW6nMowKg8PIwZIoX0lHafJxNozlolTteKqJZd8qelkuID34kxZTf+eQXnpeb+TA8tCHW
pOP/U3iBE/nhoQ3ERPdxeiLzkuODK/uJftwmd32Szg5SRxMXQfrml/7Vs7SxB0n6ZpZvnlIiMXyB
qEOe8bFzrENRik+T72dPUsrQT5KDNaRxYYnDMstzmA2XcKgfep6+sPUs7dpTi45w2H2jjP/FKXED
4DUy+QT2OG0nssHK/HUI5iOenOUBm8jpJp8gNCoTKOmfLw+bYxXtcAAvC+T35T0PJEHDNqjHUTk9
RLQi9+/zycMm0sIl6vdP8evZA1ARwdeoQqBPbHajL49FXlalpcI2jhOEXdo+3av1PZGhpO+NQYCs
LyNEXouCuaLSrTb/wkednMOrrJsxw825ZGa4ek5zK9kvp3AZEvtSUEaT5ycw2I77pLJ2EP7czyua
0JsyY8+N1Dx9n9em+MJmMyyX1aSt50h92ZG9GRra9ZpM9T+Gx/iinN3WFP4wF91u8E9LIbSj0RKL
uxwdq7FQhrRrmAJk3TFJkG90Xb96Vhgk/8WqArc8eWcJyB61pdCWY7CMBDgVYxmlVYW4f0nfNHDd
ENaX+zJfC+3UNikFLXsVpZr5jbm6HMvpMy9qekkos+Zia07s2I5sx2vEMFpcIKI/435cTWbQvLEw
vN6pIdwAcmMvQH8JCenlhS0DzZmpuZdjV8Lwx+BLpzQTuJpqK/8XQ/inkkRGxqZr9dY++roogQCC
ONzBwW/z6D6ptxnWrU46lOvRoZ0J7arCjsqdJE2RzYFn45+/l8yHETejRd+yzU46QOmWavS8RT8G
CHm8zJSPVmX15/OE6vz3r+Uvln1UWpusiaKLrtM6qUOGqutWst+d4wr34zEJICHkgc+rIyUqrnDE
rve80SBOhLVb4kcarMFsxqItYCDJznv/+9N5vddtBHhAX+4vcOCpspEE01w1xsYInoMn6HM2zrm+
fGOFfX0zEQTBIwPh2gCb0ye5NgOyj03pHJWdFvtpJNM0N+383Oh9uSvG3ngDhvjFlyLI2nW2KgyT
wFN2AwA8ZhtC2Ucd555wqoG+VBP0+99ful98K3ZLiGkBu/g2a3/5dgxtp0DIO/dYK6e+KJC9nA3C
Sg90DzPEBl3/p1QsloMNuIb+vt2oUx/tpJPlutiLe2SUYkQV1exu0Mn5HUUZnPVyeUuY/frtR+YD
F4vpDA6X/Pfl96tqgfuDkXpHI4CGlKA/R/nSa+dCArMZq+qitfa9w6qlX39/YX/cn5crH7vxD+4h
vrI2a+DLI7tpj2GI4sqSgzV9t21KaaGVaucM2iOXuLtrmffHWefDr9dL5Ddt7saMdO0ddgjLOyN1
yijIrc8dxWGI53R99DEt3ie9Z4eZ59RvPN4/uFGn5wvLGRtQViyG4ifrZEeSr5gHyzvKUqt3LsKg
yBu6/Clp8GbTJxwig2TKYpqs5arp6paeWGQ7o28J5vTcNkzR20fFBKvo9xfy9XsA/QM6xoZXMNI5
5YEkI5fDEbO4S0xo74vozSjHlPKtXeL1RoXYnAUJuxWOQaLLy9sFn2xycqbXdxp45DGQUqP/nrfQ
TqPtp+dmJnTYk4AG0co0xd/nAgMh8mwNo8HfT5HgTvvS3BCazbVw0sz/TODUYF74RCKd1bkIDmme
w33zE2TYIaG6YgLv6uQaE3vZHxfpkB3m1rTXoe7kyiYJzqne4yW+XrpurSrM99IA3QOUc/jJur3u
vDQvzvIgGKsnWE8rphaDlAVhsESzA9U0H4IB1f6o0uKO3bn66onM7s/wnqofpbID6C1tZt4lq+ft
aWaqZ102qcKcI5kJAOXLfINbQG4kq9D6ZFoF4Vxdv+AqYU1KXcztoJLdZEjjHPJK/jVrjVxnYysL
EfmVrSQ+dW572Q0q/y4pSbExN8X6QTame5PLoSowjifIvDJxFzx4Hgk3GH/PI7m444AWTSVtWh7K
qR6jMi1dnisJvArPa+53JoG4V5qApA373J5ILsndwnjjeXgFi4MlUN/zNEDyAjazXj4O/YIZqlf2
2V3e4zkfuJMZW5XXf+xsDfMWa+wvlKdZu0Yy5FoxjXujRHu9bHH4H2gdcy0mmSeVQ7aSP2MnxP7U
hfWxmlNkKmnhRt6UuUCv3nDLuGQNpxEP09+/bdsffrEKYKZKjQRRnBYGt+WT7+1mJNIMsAbuGOao
67nxxlilrnGRA4btnSQX19T82huv+OtywqEyZ/fm1YOTQLf68mprJe8l75N51w9Vc5U4YKlTRYp5
xcz9XFK3XTpNkexbAscYEqz1zi+K+gp5rnxje/pRuJx8f3gRGMvC68Qk4RT66JVpTJyLfbemLoy6
efAdbZebznQz+4vxzshT0N6k0VsrdG0xQFoanSerI/sAsagccc1XTXc50h1N+7GuCfsNJuyb6mrV
p7ilUMJZsiVGIxqDpN5PueggAuPPE+KuN4gdZFI7j+3GDs4LOhvK0hWL/dgwalJxTTDxOspVvYA2
ZRJ/QuH17GC/fwJeVQTcBJZC/odMMIxyTroDt8/VpKhz7gJwWthnQRUhklz3rZrqHbkfWfz74716
1DcE7QeOxngV973tfH5qfARe2yRC5tZd56rimjAjC9lx4pePUm8eCqWbT7KZnCdSD7s3hAmvdpbt
yFv2AXNqdujT4ZOytK4ztcW6m9Rsh6WllRGkm7f2r1883Ey3gEi20nRD3k8uaBVU82S20rrLFtFc
ZEFJOKZT5WdVUXpsZavA78/M3xnc3E/OUnz0ezs7x5n6LWO3V20fXxeeAnoOODiEMJ+QYcrWHshX
H6w79BLLgz7VzVnQMuRLe028//09/dWV/flQJ1UXtV1l26ycd5UPODm3WhVRIU273x/l1RoNqQjK
DcxfYhxAKrez+OnJyTxDx2FpcO/Shdj7Qs+qcxjvFlmcS302tK1xIUyLTC19IEK8MIw3lsrXMB+E
JrBu+Adw/bmeJyVDZk9s+25i37X27O9yvzpkaV6Gdi8vYeM+jbX+rlvH88ZWN6OXvXX07Rq+XKlg
7lC601Q7LmP1k2s8Tp6m93Xq3K3rvF4PhWEdcdFNr8eiX2OVwRNFZqu+FZZefVJl+Vg32WZcq/K3
CsdtSzg5EercTSTGbQD0P9kyumDwVk9V2p2uaCRCw5uYZGPK0t8oPrt1K+JgQ0LMWyvysbb7Ponh
rGeRRUY6dUu09m1mxHIN8s+/fzxevXj2hkyi7GJbMeGdnd6frhCQx6GGHc1hEYdZd658sVhnnt1Y
DXk51XKBdW936xRwZ2ReaeARRf3cCSt763U4ffWQP6GlAwQAnaPKPCWIGZ7KUhe0+Vi3pkzjbtHa
YmemFPFBIYs6QiTDrMLB/2S9CloNEnlbSYzbhB30H31+N4ln7NgX2GuDYcWr5ZfbAGyys51acWQK
dbtzWTZhN2MnWq/1VeKVkxeqptDOVGk7XyQigismC5NCCJp1Tz576RCif2mnEI/y8bM9rPaHQG+z
K9nozBYsGqcgamrkflGlNuwsF8X83reWHo5yXl2SFOhgqpXXZkj11pqxopXRsC5p1znq17LOwVkY
94bGXGVvpVG9IkJtDRUlAxJN2K2v3X900dfG1MriXtiFMs/nFc5N2KcCZ8ds9DszZL0vvo2FWT4k
mtmB3K1Ff2/2g3VG/V1+zozchmENWAxsmAcijTDgBcUwSNv5/sZzuK0DP78gnCvBIjAJELjDVzpt
LcrVaboq51xR5WJkWfhlH42jNA6VpQ8H20yb89RoqoOZq+J+2QwrIV+MsTEVRQT++ZaTinH6wpLd
wtQF6smmKGH/O6m2cNbNFiU1814jPAST9DPA6Z3hfkp9II3O3W8eLo37XBn5O2flyjXjmT0X/7DA
5iSQUJCtijsOWpEfJh0/Ld7YqziDk5j6fdkMbuSSuBnp6+IeRirvi6rTZdi26fRpwhMa5843ao5X
TCUKXPDPYNPFsSuzgr7cOvqhdxLPrbz71bzNyuvOuGmYyvrWEONPGW85ajaWvHl+5/YBwW0fF4Rq
lt1GwrmuqEiVv7NrIwzMD3mdH/RKvbGzvdpafpwfZMm/z+80AW32p1krjNK7hxp7qHb++bjzw3mX
hsffP5unW+h2HNwpGGTwdILnnVwHe2pn8oK4DkVoRlihRGM4xbxCb1zvV0vx6XFOirzMStpxcvk+
emSEXZTGuEDGuzyEG/LXc/XvL+LJuv/8D/79pWlxWRHk9r38539eZ1+ospvv/X9sv/Z/fuzkp27a
b/V9r75966+f29OffPGL/P2/jx8/988v/rGr+6xfjsM3tdx969jUfhxEfGu2n/x//fDfvv34Kw9L
++1ff3xp0K5sf01kTf3H3x+df/3XH3CYf7q529//+8N3zxW/d9dU//W/6uz51a98e+56fjv4E79p
QFuLhhZR4payOH378Yn+J9yrzUkQdyWwuc18vW5Un/7rD9vnI0L4Ni5cgPRoez7wffrxkfUnY28q
yg113Xy0jD/++6vf/rX4/XVXuBR///vntHaehxeLJL5fm9XZBndS0WCCfBqd6DcadQtbJwpkscpL
jwxphqMtS9kZDuTuegumXKC09zpClu5aDMLKd+Vs56YJF3BKpj5eh6YwvqbY6FfnfZkEOV42I26i
sjGqaofSOuljMvLSJC6Vrtm7xu+c4HleSgJe3VIYEscYKzWuFkJQ8cHBLpQQxUHA3XgoymTQrrGq
sAMRWlXZNFdOYQvcpyhCz0Ys9Nh9x6YxvHOT/LI7oJTlsvGH+mgNWUciwlDYH7jkWhvP8CHFfhFT
deOBhvrxILxZQmrBGrz67PSrMdTsy8Qys4cXatLj1DJm/VFfrDJ5J319aQ8Mrmt3B5+KfQ6PNsoF
3+scOw70tH6y0ypx92Y5jvNZvUnYQrSAZbJDM4p54jpYPeqmWao1zLUVeiHRDm4RYaWniX3lTkLb
C+E1bVx33SSuS/w+ritrru7bApvyvZLdRB781JhsnmMKz0n62ae+X/s7OOMIlRYmb0akjbW1Zytz
/R3TM2Xv8RLISLMuEROFuiVGFIGubozltY1m8yPQZ+uGVqa8bFcKlRkhKCl9oBgG+1u29Mv7IvVj
kQRQbBRS8o1e5YL2q+ZqZRW3Q9W7xFTLjNiPurKL/KAl2l1V6g4ejmRUPSek20SQsquIkbR9lfb2
+mHx2dukjGiGERpBBiRNshulupz0zDZjgjKSR6j9+Xnb+uU1WPZw9Cpz3ruj/uBLV/9QFnn1WVjr
QhLOTG0NxfULNvIGye8ENsxRUeS4EBUOkQLJMhX4ghqDc6nnc/6p7BRPj5fPyUypt7Z8rWn2v1vE
KrIGG6v3MKSkP4Y18lJuca1zuZXHCEU1ZXMPWTbVdzgStAdg9olCq7BqrhZP7vWqzbCTxJrqZAqP
lH1hS0yJtpfCdEpAuGICNujEsluJ5cHOye41iQ606M+Ug7d/VJpVf8fsVBs2TljzYejlCo0vQ5du
o8EbIQuScBj19gjmNuMT9a7JNGgNOu75695PR/VQyyz76puZ0xN1kY8fpjRLZdy31vIwdC6hu6ki
ryKcpOy1s4WYlAqDKSW+BlglPyq+PL5agEHNIZlTRFIz/nffZUdSSFwlcIFrLaCrE22nHWXt5B7h
t3biYfniljoXGkL1RJAzPrhYwYjQ1BrjsupzMhbwVci+4oVCdk0P09YMg8xiEJEX4hGKLF5yo5tj
3uKk/rMzlgHKUZh477O+7kAzlyy9032hjTuMQfKbUniMo0el6s9VigwKhjOfhV3pASXgMDZdCcC1
B8bJzZ0avKGnIO3M86IGRI+c0e4+aIZt9FeeHJazEeMZDQQoCa6x0nCggHcyn2O9GpS+s4mcgxBW
ufqNDzks2Od9UYwhBiTtcGHKrTLz0GB+bSdt+tZYai3P674IxK3TyqoIGXIuyY64ZUMy4nYgtHWO
WX8SnMPKcG6w1ittrTQy3hdNGRG81+KLLyp73iujbclmwWj1kbjcyotMs/aGMB8bVe2AuopHg8Fu
EpOpUX2YAwvwS2HZ9gV8qr71EUOQKeUwat0BN1rNvhrSpI40Q2ocPLGJjQlQOnr9mKaMF3x4hlpi
pt9Nj0S3XVG1zUdCc/vuovdH0nmkNSdXNfRWf986BkYGrZt06a5bEt3f926RQpruLKLL/HxaktB1
Z//RMkm2IBFoqbq9Y4zVu9QqxoDZ4GieJTPDu1AYc34r4WUsLD5lckxKrVKQ72p5K3spPrpm31CX
2kEgzjjoOEeLbifJeZcCoaAutu0e7mOwZJhnWE0a2zIpnyt9spA/Tqx7seTltlHz+3m5py9OZOTq
rTPHlpDd0V2NXIQjKloVzykzEIx1kX0wcCi1C5Lm2znitV6/eInwHxtz6L+tlb9el3RxVdQFovjU
5SNSRQO7yCTignPuLlwFpCeVKO47cFa8lUy7VfEaGPCrraJd7idyx/ID3MCC9OsFQmyc6xWTW2Q5
mROiTkiqvYV1ZR4XaVC/566NKnJEk3z1x5zVqHRWkpcULHkj8jjLR8LFFARPzASxU1tRqfYTk+AD
zFlQZKZr886vkKVGbW4P52QFmQ103GW8W4NugqmT5B1kRTWKD6U+iBtvUVMZtYs5EnXjd6hc9LlZ
b2xcSfXYt8TEpotO9yvK8uki83J8k4alM+bImJd+iJa16o/UC2Ybsed6H8EdrCfD7fFxcvqgI1pu
wsol9NfA/jCUi3Gn6fXMKtHREIZMd7yzyaiHNMTg0pKxbhKmvk81t5QE42l2Fum1pT9DnlOUsfZU
M8+pK/e2XvDRCTHEsrurRZSAw1ZtL7cazHFsrCBnDRsbsXs/2KnJyNzwtT27mp5Bbc2MR7auprhw
xsFk31PjusvSzNJ2gSpgDdRVN+hhx47c7hkHYwKF6HPgB2GQfVzJiqigxNvau6AK1grU3OepIbxw
WmKvcv3vzFUb+NKyWTWMA4fN9ELrhi/8jaTcbTSCJ2Gn2W076Jm1K6fW5P1KV+OimgvIyX6bekmc
+E52H6x9mvDIc0d2NkWEilEWdZdJsrgWMUxB60XpwqIZDgROfV6dOX8nZ9MUod1ICNk9BJcV0+G6
Pxq13SwXVWGMB0IcfCjQsyuJrcc0gA05IXgq9HNTzaTiJsVHw8IKJ9YMR15htzsEYeKtYLRVr7GA
MzrzPjjNsI7sUJ312BTo3g9gn6uDXlhbh303Yd3J6t2l9s5es2kbvXGkqEjzBpTKXur1rKlbr4pc
XhpMONLJeXCztbFQZXP9oxkOLnHeVjbuvHbI7KsZEua8A0AnIg/mm7/gU0vNzGx5ND8P2kwGReAn
/jPwk/jUz4MhLwrH6zz2+bJnjOd32l1pNKqIUz916bj7JRv2RpETrmfKcTimBByLi1VWmnde2YM7
XqnV316lxWhjxm56fmUstj0zAxgdPWp8teD1sYzG3YQj6x0ONMWnyWNYFZpNlx+cYajyfUskeBdl
2K25t6XnFBQcet3V+yrD/TIPp170zjUVq2/vLXcu3KuVWIvlxrKLad1pxF95nz3MOtlsVkPzh/s1
oD5qwmwmZ+VKiG5M31Mw5+Uh0ZN6ujIJ1Agu7FVrmrtOtd20zxjzG+dy8hNyjXPDSL44GQZve4cR
i/9AYF0grxwrWew7a0ksM8KHcjXfmO5sgPD/BWLoMTakeBtr0ANhWuJun/+EOSS5qbltrkRc8fG1
rQpY7Y1Xffmp7fpFL3PSvP84DJJlpmib6pTDneAreHjXndbLIgYXXmqqjHK+x9yOtZOSE8tBkm3a
K7dtMIVcQHpudDXJOPGyv8lz/78VphWmEf33/+43X7XC/0P91//8nD3/2/3z8DXrTzpifvOvjthx
/oTqADvNgsBE/7kxOP7qiC37z61H5g7SLdP9bp/83RFb5p+b3hNOCQR3yE8b7P53R2y4f25+PyZ+
UbCRMA7+Jw0xlIuThxVTHQOzLgdhOMQ5HtiXD6tYPFF2BnUhoZqNdiBFo/qW2UT3xbXynIvZMbLY
VOuqRyb19xQaFm3Syv5rnI8E2AYAmlX5HR+A5V6IoLL2pt3nZ4Nv5gczXbsCBQM5R5m3pdBlgZBn
hM/nzNIX2YQgkeKrUwt5zmr1WK++Eylfry+Nil0rsuB5fshy6ZGskmlfE6iGd15bI8dn1Y+40E/W
lOQROzGcEX+YyrNU1lZ33qpCPM9m6T4tolBY5XjlHf0gQDGSh+K8wPAz4pZccd7BFmPhU5Kr1nS+
A/bibETzMcVyqO1bJ3EBLrWOyiqxJhiTDvVLQSOdRVbSjIfOHgcLfijhMkvX9zXus30xxUa/VnRz
kpLsMulmzyLjFbua0Ic/dg/OZI4Ha5qXNva6pOhRTczZobE685oio2BuW3vOR733svnRdCD5n69o
HS69rOu+JSmuYXaKxmVb1GcVloRHP85pk5HzbgSpdV/lAiL0WV3LpPhSSOgVY1gBwZfVe9qLBbg3
mZLKlQffx376YVz9BVmU07bSSHf2OA5y/A5BAmeRPATOg7YlIocwO0ODpkGzdsvE1qncgBsmzGBX
Z8lAtkxcKeW3+vVcOX6BB8TKAPBdppHwmFLNexoq7FiY7rCZeJpGHRjXOYZ7MlyZE2WxPtiJiMxa
H75SzC6cME/QdZk7nTqf5BBALsG+xL/y1w6dnueOSL00Y3Y/EK5CRGfn+nJksLOJa6bJD54HLKyM
EK/p4NJTo9NfITq3V3BNVathn6R9pe/HeRAZj7yJ5nGwzPK6t0t7vHPtauTRqixEL46TLju06xgB
NoMagw9BUPh05EhcWN3TYa+nPap2OoDxzsi12jmfklZ17yfNd98nzJm+plRx9o1sxvbTvBR1dlg3
fVZNXIqI5BwEUzQ3mMb5rYtj58D0Motdeqn0sZu8YjmMg09HMnnYPbrKgfBS6FpGZANi5C+dTMWC
ranZp5eJiStPZLTKwfOYsiu4KKdi/dhDZL+WqdGJy9Wc2jLUAngzUIszk3FOTdUSa7WYbvzUAMIZ
23YJVzhgwd6iNj4yATIfHWeBNZtkcnmqh5Fjj7WfNlFXIOAbCSTfOaSoGReGPy4wCOjMo8QZrQeZ
LUmHoMkIHvN0NQlfaZb0XDULKNOktSAojpjkvFsFLqTPus98c6esVeQEVyLVvYBwJLuzroKvEPUl
ukxa6r698Y1ElzGgWbE+1OmGKmCJWbnhxg6yb6oGPVAIfOV9VShIXcxdx0XETKLaB2Scoj9vffJS
IjVU0I9T6WXVrirccZ8ZJqa0SUX8wq5XTTqFLQKq57ao7LPGmNIb/BhGe1+h+35KBiun/6gDW+ui
CdmoiBJ8zy5Fa/P655BpvsHLsm5bczYvAmeyRNgImX9HPq4P+6ls4GX0gbkMkQdyksWpVmbNBRTd
Nl4EcaXxjCHtWaUPbRMvjajf+9qCAQ5WrbQ7KzAJ2KbzNBtDr4eBcjOxZYPB9G2dpIPsTO4oucNZ
1vUhvy3SnTW7TOrqzC72C0ZuBGBbbRKvJCXdrIMbfNBYWIHIA96hPWBVdd54bZDtSWHok6gaE0lq
7RQEID+5XMsmnO2xrvay6jM3NLOaYFVkmsLaA9M0cY35r8gura4R4JMyaMBCtIwMvqjTTL/uw7Em
PKhBuDAliRtnWuUkGE+odMUJttJHLaRuNuh4MONa1RRpuj66V23j5k3G8gH1gbJWdNOnSopgB+/Y
crNoMPWOWF7SYpsW/gyzwEVL2ltvgkpmj6F0Kjk66Nok17TjJZkYUL5LYEIirAr1WufpkMrsmjbU
bC3VkKAag7/LrCH3qnj27K6MapuErVBajlQFomVgmchkWzSuano6U99lg8Hf3aVi1Kdmv9hdHbLs
oM4wncpbQCcKUc0H7FcwKA51NSSQnYSABEn2depZ02XlpIlUYWYVlMS3Gm4JuNi1dlDJXd4Z2hcH
tGQI1YSdJZFz3FAc041PztQgKcIqqe5ixx/IoRa+qu8zGXgNouVBJxyhchY30pOqV8ccisRwlVi2
N53lTrAuZ87cdd9Lp+4etDno510PVUdwgm31LUXDJPaJ4XZ9ZKwlxu4N8daf2jJN1wdtmioSdf83
deeRXTeS7vkVIQ9cwEwBXEvy0lNKTnDkCBvwfk896x28jfUPyqzX4mU+slSj7jpZWTolUYEAwnzm
b/DwHL1B0TOxky2VsWs9M5LqAsJlg7knKtsO2yJ2EZ5PQhmv1EJ4CRSAW73bUd0teTPswdYKWukM
4vMgBR1pMnRr6a67pcc2uZcRlNEqlWO7tTVUlg1/ROaZPDDlODYA0VgHyqKWvIxJ6Q9zwkFyOcpe
FRs6kitoDSHI3DylFinizaIWEtfFHKDitp4Ky7pNp4gut54M+nME2q0iYl4q1zcaJ21PSOBne2ec
neuOGblPcIZLh0PFHMQpz8PBPObqwA2VNbh5x3TtNLW47jKN1M8ZVXGtFjbqi6TCsvPSNX341mph
VIJa7Mc/kcKhLiv7KToJSBL3ogrDrR2bHJtrBRBaM/LYstM8Te/1Z+wDYjJ01zTL59Luk88IgMBU
rooMWf85nRbrIDEsTm7dKi7utRkHryclnYDoUyDPsBTm5HDNTV7j/JH7keY2L0C/9OaJ8kvhbspU
DoAFnA5mNiRPpw0vMKk01V1ajTm11jZrM78L23HA/YkdkQAirrEbO0LeS79V+WBVmAdGC0wS1iJ9
VICE0XNPb/45tSZh+Ci98KCpRDIbHfQCze+SkDc5zMbQioeoUASsJQlNTUK5ScOe+k4/bVFv1MJL
eOTWcgd+O9IekjlWUwrKpWsj9OfW+nOhx317I2dR3HTVZD+nuanWm6nNdGPXdwlLpSAJAgw9mhUt
R0PCea2KZUR818CDe3juU4AmnA5IP29nx+2HfdwAE/SHzFYwS1IjXLTz1Mg/h6xt9UrGshE7ww2X
+NA5KEJ7jgUV3bcWO5V4MgPPzz2jVnrLE63bDBsjEpggJMpsbom74isNjNanIoenruNp9eBQI6DA
F4Itgb83GrPfWnhC7jqMb2/Vkni4jRFy8y1n5QHUuUmxaM7c5hPQiQrOedz3fTCPwsbHeMms7DoT
VZddk5QCUOipAu+XBL3GIzXQ1KepMCXbifLXMWxV50tY4YDrK6J2nuso7MdAsmise2V1jgjUEHK6
N0Ms3BLO5i90daI93amI1dyb7Uupiumx6gdtN4SqHe+p51d3C1t13hpzyxJNbI5OiykcIn3IN/DW
1duwWfrrRtHa73acjKqnqUmv+2vs6CuLokKc1nGoAQ1isl6UMWbVOxGSLEFbJpR8WndU9Y2lFEtk
e5C+qZmtQssXuDtOKsX9wYi/y0zWYitwcG893YwFN62UrXuoB8P6TPMvvcBCcW35hOpI32ApsXQf
MxVL5qaeab7bq5o5ZO8l9rQ2t1Z3i7CxLx0LYQhFC7XSpzQlqMoJiR9TUfb2DVG6+0VCfd6iQMuS
6Iwwoeys9+wXIzWnMSDKHR7iZbT7PeWt+cYaVnjNHJnpHqA8Ft4yRg95A8py+oq9vVseJCWX3GsV
xai3Lv2+0lPF2JfHtdAjN2Nlx6WHAhFnyy8J7D8UFV436lfGL1EhrVi0rFZP1nO+cUlZnzprVfjT
lHO8Z4uI7hGTKIIcfLQXS6sQ/kCkiiFcV+4XLvaPYCPnxROeYNVEIfWGYYhewlnxhMuyRrCGg7KS
anhqFWluw3ZuPwDLvMYfM891Ja1i7/ZPv+pzqffM1Ca0+qiaZkCfgL8QMr1MYuSdk/zwbTpYAlPQ
Nt0y/B6g7q9XbFgwWXFCQj32nGq4oFeUmSNQRTEtWKvYdSspIluJe6lPY6l4rlL2A2W+ifdPFMeB
otWWsfgxOKUHZKji33OkXh9otcNYhdPgBVJHOgNsdqlShrmJ0coyG+aWIna6L8I5un1/Zb39rmCo
gDE6EL5VyhBno2RaXA52TPYAfHQ5kBjRvzLD4gMFohVI8mvpjSFMispA6tFihpJ8VhMTk0PamDoF
VQnydg5wtGPJWur5MZ2j6PdcZtc3R72dEW1oqiui4Gw05LpCC/de2k2Fy9JByW/aqEBQ2g925Qpb
eT0r2Jo6NT7qfVBTnLNxhgodELdmV4ZhMaTbUhHEq+Hc9PS4q2KT4TMSHt7/XOtfeTakDc8aNOHq
xkK++7osBDfN5WqV0neson1Bud64EXGM/Q9A2AcVg9FvXDeTr6LT8RGX6s03ZKqrDwKTFUC2z/mF
Ja0r15rNVUsyHzmpJ6FQKmolvfwmSj+Sy3xTRuUoEBZoZRryuHciJ/F6pnqVoFuuOcQ2g8G107kT
F0Oaz/OjGCRhFuPbt6GIxZNTO2GxE40dnhJgCp/ff+NvPjLPwbG7EmXpqUBCfv0cOKSluqEIudKO
1pikWEghtIZYylfrjO6HwFDxo5X1D+egxTlv6HhO25QCz1ZWEqL0kTn0+QSSWk+yRE1I8xETEjLI
C3WIdm7kLGkMKsCN5AfMwzffeZWJB9qMXQzxzZtzR0ubNQdGMzQf7PBCFQs0+kRx2pcoNklhfuvt
wnGB2cWKRmkHkqPhniHD5tbq1cnUYrze2/Ki7wcbp3PH+jNvszRosCn7aBWfnXfrgFxeHHgUfJnh
+YCVm3ax3pcJZGSbemgqhiD/+FQ9WzSUjYFScYut5WCcod+cd06SI9GBrmZHKxuoRqoFi9nChC1H
/HUsdfrNi/OvAdfhWKw2eOyzBWNJdIJhGSd+Exn6c07C+mniCKJiIoAYUQeKh5mN+v7HO1spDGpg
D7Jah8MUAd989vFaYTdjOlcRxdjxe0gJBoxN/z3XremDVfIPAwn9J4wW/DQEhrOzIJ4TrdIbRIZm
toWX59Hs53mXwcBF5fu357RSrkgvGBCy71qX/6VJNKrjrCYkAXSmqzT4Oamc8DTA0eyjoc7U89nd
3BkQ48HVUW1d457XY+WhhbKtYcV+BfefIkhaOBQ8x264SmtstY+Q86Jbo2zD07JSZUEnIxnkO5Nc
wt1g5lZ+VWlw6za/+waABqN+xrI1oZ9ZZy+76AanStuEEvFCWhdiGuJJp0837vqr3x8KXj7vmckD
BT57AQkS0lMRg77W6uHR7sfHQfaPKr/+/WEIXrm7cJVf1X1fv+c0Sc0Kljh2C1pKZ1jL842ZOqbn
dk3+H7y8VUwPLikrlUX0eijanMgHZ5jq4dow+1g4hidMgCeYovzq/Vmd3RGsHmiqtKA4qAFnsppe
D0WBJQf7ruHf14Xpnmoz+3sa+uUgM84Y+huQ9ZRi+KC9eZaJ/Bx15ZuAF2WB2Oc301BkCupVeDxx
wrmlr5JrnkaazNdu27FO43j8tCRNf8gd2jmdU8sP4tW3R8FP6DrUPMCsXBxn35JkeXRqxVjv/6HS
b2wVpbEyX2MDCcXio+vp7WhMVV3V0vABBTJ/dvlLmVe9a9dAo5v5UYGT6HdW9/hvnAVvB6LVZxNZ
YU3JLSjOPqaWjk40xHTys2X6uRNonP1HOwGdk79gtoB39fO311UlNuWip89hLUOQ8I2e6qkfaFvx
q/eX5z/M6KeWCS07bvY3IczYIXZuwGrz6jY9rntbqsnxP9nbLASA8sSj3LkEaK93QS4EOWJNn9Qx
Y0yi+vm7NMziIo0/Mmd9Ezigq+MQBxJ7ky2RDb0eSMRK0qTAYb3U1NK9KcYh+Hg2/zAIXsFopRBr
46BxPkhnyzkpUyeEjlgU96aI2xd2lLl9/9P8wygAGjna4V7QHT2PTiQeKXSCptDLEJ1BfIt0r8an
87d3KiozKAQhFIKeGC2q1y+M+BY1/RjIkV6ikxCYzG3Y9WZK+IwbCBH8+5N6u94YA5guvs6EIkI/
Gy6c2yJEtH0dbpwf83FaDvVMqSK37Gnz+0Mh1UMkSUoLt+tszRk1WBxaA4rXyAx1rRw3VOzQSJ9L
jDht7/3B3nwsigDg9bE0BY71NuNDyAvVQuxlvTRUza1ChWSDSuVHIuZvRiFqRGMJPSSM31Zb+tcf
S1myZjAZxkvW5QZxbwiqGeze+3N5840YhZdG9W+9jrmzXo/SV+mgQPMNge+q/bjvVQfnBRVm/R2x
pFl/UHR4E4QzGiAOBJV+rovzqBE1i9axIuQ17SRLngyjBLugGvUdXpD021Mr+i1CMRcw46GgAZ6E
m4K47uyEUNPUgatsuN7PkjIgxCGYUMXZv/8O/+FLMQ5eqawGFXPxs8WHfiOKLXWJP3SuhNjwyYl0
0AkhEUS/u/L4UBRsHOKzla6lrqHAL6Hw3C1NZSYjO0qic0BzDTgs+nUSl5n3pyTehDKMtEZmiCSB
ruHfr0dqoxGxspi9m69n9+Bm01UShvpXCRrhsmoNRJjHsSqvK5dmp4ICUh5o0ZyC7wAO53hLnKUW
CHBiVQ+ApnKhzrK/BN8A8U/rJDIl9tyf+m4Qz6K0DAX4X96ebE0uT7E7Uzug8Dk/WmZXVhd12NOI
smtg1jRuEfWnpU3dr4swqUGg2aqjQ9bSadjTv/xUh6ORHmUooj9b0U3xVl+zrMdpbMITNfXW8Gje
lIMvANs9jkvlRKe2kyGuZ71q3IDJd5agBdBw6U7Q/bjCojDdwE+1qCuj4/oDyDGaqpzl6E9EjTXt
l2gunVOXtNpzaiuEO47dUxZ9/3O8XWFIAiPnCv+fJJb87uxr5E47pb0NlhMdA1AFSkHj6cN1/HZ3
InHBXUp3kXKrOE8eQ14HFjlcD6YDEdgz8ik8FW5PDDkq4Umbq+WD0tn5tBDNJNECVAVpiVzgvLZc
AiymRIQaedln7cvkSnOXF0P0gXTHP4zCQbo6znFqr1bDr19e6mCoK4B7eM1kEIpDmgkWocj79z/R
+UHKXFDmdKkAchBQkjsbJcwTHbMpNaR335cXabua5LawlBJPWh8mGv8wJTI0NigJB4HwebiQpQBf
y7JXPIwrAOpiTrSJaFz+dQj8FlzxoZT8c07Ge0Xi+/fIfbsf5UqLa8//qvVp/psQ+P8Ir0/nBP+f
wYz3//W/mjNW3/oDf2EYTR3M4Vp6WcWLOKxXLu/fGEbxBx0bnTotUT6iW79iGO0/DMqZDjVyE10j
csj/xjACb+S3VkUM6jo/tVh+B8TI2uDJXpWriZgR/FrLe6RRDHd2hbS9aKa0U3QfRDv6elisUsmN
Q9X4UeTzOHBaSz31q6TV5RdNFtghmW3abw18ksptLrCA8uicjhgnWxmq60bnyGkjy6mnRygBDvhl
xANcjJkCddCOK+ebgwNxuJ0agMtQA/rOUY5uryRd6kP8SMTBUMPwkZp+5gbT0KhjvgJ4qgaYhxXb
MWeDaiGAhGa7ViebWevq4pslCy5Jr2qc2JVbrXO7ojhp8M76+8TuICFirtGtykQdNp+2F3UQzV4M
2YwD7tGYJW9qAPPTXuYIat1NYd2B3kljYQR106yuhHS6JvGC1uRA3QCO+pRdIeXZqDcOnc2vKSGO
VuNTTecM0PdUpN1Tncu+OFjFVOu7uYMs6WlpqOl+7g4NiHqld8CqeFKZ02cALfNDnlrtdd2bnglk
0NcRo9/bhRZ/axXrqQyNUxcN3kBB/VLPu92solI7GT/6JEYMbARV2a7U+KIHGVrUiCbOHaIwTlpe
KbocHxFgbyjZts0lEZ+xESWYEukqlzzWpxAOBm32qr5qM/M4pNFF1HVfpvFE0XBbFPFFJq0gq+3e
V51wPiTg9xDfjm141+LSjXB70J1LM4et1pl77EK3dWuBW8iqp3mpr5CkGfQrRZb1cWxwJZ5jcwjm
mY6PPca3Y1Sk2yhfQFyXXX+cpva0oCG2bW04/yEViw3w7OzzYpbTiSqpeaJpfql2SH6xMMgk9nEm
7tGppOHcR08WlgD7JlayW4lpkTfMg+5FRAEQUpqdnOZoM+EX41N6fuyUpvKH1E49qccU6iqMSeou
POYpUr8DpM2rbMotd0+RX720o+KeUnWgN/KpyroooKGERkDTi8S3+qmChLFU8SNeseXRsqCuaHPt
xMCp4gvV/WHZThQUlrClZ1JMQyeruRwh9CHkTqir6JsxPAJlOEWFlYpNaRjmQxm5SrSpVCC4SAwM
QHRZCJ4jq30imrvEXBrPttEmGprplNiZ5bl8fS9dytNgqJXPtw/iFGUI3Gb2wprvhrrc21UCt3bp
ih0N7EctH7cSGWdPIl5ws6IIuDM009dii7WQrNKbwmgOIqsoS9dy7q9yYmn+z/kY5/1yERaWsW17
/gVtgpiwtKybnqKTclBr7WTQ9fbcOUqh/CTVV63ogCHXyddmyiDou3H6HZ5GVsE4Wb60CPRedpDc
gzXmRHsnSy5sqzKvrBXlYGbTHgBxneO5Ube+ky16DG7OrLylQiejhQcEiNm4SoldcH5XwqsWArCP
A7UImJV7oyMfMWyo7Vvl1mynLzD2v4+GVgCRkdoJbZK8wIpHQS9vqDTILiBMfTRWRUAn3w7GER/z
UVEi/WhHehftFlyZffrqgh5Td0j1btwUPfW9rW5QJQ7Got7N4A/YbEXfcxI4OvThxQWt4wF4HPpL
YtFUXstaedGU/rqNqxdsw0HSGolCm3Auu4cWF5ggjqeHzAamovVAg7qOMhNWJw5n7aUqwmPUmJ/h
heXKV2nUOm4Vjtc45SHVAJknjioJqcPC+Na6JAOoCDmnSWncK3wjT0nJUZihcESbvFRusC09Nkl1
SooW0V1oPX2Vm9f5kPKHHPilAvSLpw6dCRSdrxlhL0EhXHsp0tINrNzJPGOofzSjDF+a2H5GyXWD
AP/gQXCR3qJWznaewk/hMF9pIHAPUyeXR70AiqyGbn1IB+NUokGR+XFJRO23lcy+lKFSXEfFCD5T
gOptzGKfFemNoQynOYsakKsAZ7eDrWhbbGZYWSu2DF9eB/SmgCbm4lRQiSaosvFCS5crkObGhv3E
b1mT+kmrsf8y3TZWbrWoFhdk9aj18YMkvuW93YWBg6AGgMd9JkTmu0hh9w707bFVd8hLiFPGZXnA
AaANLCt2xn1Vc2TA6QMDAS94RnFlabkwIgRF/GS270Mj/lOE42cUju3L2X3qinpfOvV2Guo1Hmwv
UTX253Q5gNbuP0sqCJ7t9oeiuRTLYUJrd8jr66xG0yUb29o3BGu/rJ+iRu0uEGRzMLBw3E2sVxdg
tybIoN846eCA4tlxNSEpemdMZvTdGH7kVb5BW5E3iKhWdpNwOODJcOt2CP9p064Ls0tSjThQq/o6
oRPm5RBan0VLMu6i5BbDW3K+VJ0YLrFPBW3b7JslvK7r9kot+3aPpHgIaAlHCFqF5Vc36q8rSBBj
rF2BxjvOaX6b6QdVmYBRJRCmj1rUIcZfEAeUQayOV8iHXUaz1kMeVB4xPwAqrlzX2E/4UdEcpB79
4PAdo4MdWoWvi/ia0lW+pW936SgvlXbbrwjtNt8SHHzCko1ijJVWnhG6G7fCtZICw86USY6KYZ19
qzgny+pBN77i4eYNMfz09DvQYVrm5TWxwRaXQV9trkKAk5NJYFFED1TK2GZoigCWTpXIb1tY9HGy
t7pTo9xLpflU94eEuj7NPI7kMIiWH46lQJAAzYUtZz/V2zwd97LoT9bC4fO84Mvac6IAzPcGCwdD
50Sud8WWvSGe9HNJyNM4+3oBT9fjO1RwGCewPttqFyXDsdWnfafVO8v+ljfi2kmMm1iWmwyOrdRb
llFFfPGnUC6lgZeIVqsaIUEfLAN6Af16Kn5C3yywpEZ5bKOb3xtV55zSk5seVKadRMcJYDCMYQs3
LMiZSrtxlPoSTjBs+QgGN5e2W94uLVIssXkkrdvGOvHH5F5XTkhSKve9dVO3MQ2dqNQyL071K2Bf
II1HLG4AulS3qZsRixAjO/4oAC5bqdMEDmpwe6C3h8XYCehZ02DsqAYEWsVqAQ1aldFwHPs8C+xw
2oFSuh6nuPOsWgs7PnbFNRwt7e1SK/pBQAE9gvpI9tFMXOoAJa/b9qpMO/Z+gVrkbGJzV5XAIi17
KTLPCpPmVh+TO9lco99Z7gep1UFfL9e6015ozXChd5vGcOZAt0sVVqOELq+W2Z0wZPU0Ge6wp6Dl
+NBHAMSmtQxK88WesxvXnQ7INuA4aLrBKOU9uGzTn4Xo9/D4EriZ2lZmzUWDRq43VvOlo8b3tZGr
geC+Y/8dcmTju9TAOweDHv7ro4v12SzG+DiOLasbLgg4D4uwJ6Vh7zt6/CXWrYNtp5/KKCY8HI37
cI43ceLuIAd7s90eTJE/6IxcNAkMeQvkqu48mUkfuHOHrZZ+MrvbGmIz/jc51EZjC8fG5y4G8Zjg
RTVfaokKcC/ixaAtmh5iW0HravCRFNsnSTlvl6jbhATHM5IE7shiTaZ9bqGZkYOyXoHcIKKDGEZz
paifjYRYc9KCcK7upVme0mkePcU2Hlu1+bT+lNXkT+qU3Sep8uyK7MoeujtFU186ZXgckT5E0xRq
sBsOPuw+k5KQq1wvY3FfzeG2ztOtnOorNdeOiiGPNvRoYLHgtif9XjPbxwlykFF+bXO2l23yOtDQ
UnOLFWA9a+30pwv82Gnsq6hXN9ZSGHAr3a2iR7siqR6nMjyZvdj3Kx857V3MBJoCV+9ONR5HG36J
ZSnhRjhi5mdrzlx1QupcTXxkQ/ODjqktljC+qvRxTenVmgM8wfmQkG/EEm1JChKIL9MO+M9zNyTN
RaxP9T5stKAioq/HeZPDce+7Gix6fhuFR7cw/qTkeJGxVrop2kgYUJ4VqzwsQNC8QaWgdI5RgR+Q
rOrIc6e96Emn0vjPxbFmT2Dtti8q9YuuGsGkJ14J98PhdEzDwTMhIax9j848lnaJWYT7xW6VBze0
H6J82FmlBis6B+9oTV9FdoG+l+tBco89XYtxknKvrXRAO9SVdO+Xi9WGM1qEOCojIFMLl1HPFNUe
5h+nkEGkvIcuhHiYAblrVHduNW90XcLWx7oGQ8Wtbc93iZ0ctNaku4myWkP2QKTCKbOp2/I5z6xN
xc0+0ivXbXCDw+A7Ir+sQnGMl2ukQj3b/EynfWN0L1GpbPqluE3mATJu75VlQ/DXBRPvyCyuUXzw
ZIEriCAyDkeiqki9XXRrLwQaXNxuSNp5COUgDZHS9GyuFEt5artru5juaxFftRHJSvQF63U9mGZ3
G1nWVRYPQdrhLzcYtQ97YPCWTMkeKO5zPyAXofltdEIeA8ZMorxYxrTRnUaiG7yA74zmC0ubRB7k
MXkVyUudf8si14SwYAvCPDUryXDCpp3Jhgwn/WT3Gd0Wx5yIxfulDL/hvqrkeJD103IXl4hf+kVR
uebONkKynkXO6g+7TfVvGhTkuwYRaSauJdaXuGrks6u2aOYb8KZfmhDpDL9OU64XieTCvTnn6KID
BJ/rq3h004PRIRcVKNFcZKirihqcsaqk9AWhml8P5HAKQEAN68PUMhpgrGHXfFHJEYnyYvT0cF2N
6CJmYdhSIYSjtKZaiAxwZ8n4OXdKKJQ4q6lHQ8wD5I2+R8PEzXWMWaElKCqs+77DKcrAOUotw2lr
W1Cs/UxgXo3Wn3ZCk6L8BC3CuOr1WH02ahQc/F4iKoLoygKcdFLmudlAgdjEDUFyYMRmBztRUrL2
Ejh7GX8CfrlXSaSXMYMvqgtoQjnR1QAlMFDAcj1G7WJzdNPhPQmE8IqgNzRCwFHMzWdT9laFmF8e
QoExkGLZZkMSXS6IjXVBiLLriQcbHyKlrzBiUAzgNfVi30vbZtFAB88e0qnKHrLaFY8LOiYvitDG
1ZKtwfNKiwukv/FMQa8O3iqZxTipXK8iF2mxrc2cAE4vTTQKForcS1DXILqRl4XEGNgcGDaKa6Sb
JMqNdRci8fzgpAhNbOgZoqmpVWJULtPWlbnfTWA+t61VjA2bbpHZxliKyQmElYjRsymZXptmlbP7
+96+dup8osxUlf0FkaWj+4tm96WfTVyWvunM+XqOjwJBGRQg7rUOKCAhgSsWIv4S6kQLg+JLkknl
SWtyZCRzO0vU+3EUyXrqmeqf9Bk16ABQZucA8Y1vZQLIHZ6CTIDNa9ij+/PKnvqr2flbxdJ/rxL6
/5vMmYDo/D9XQ/0y/6//LSF3/ypztv7IX/VQxbL+oHn5E6AqwAXwtf5VEFUcDQU0miYmYFLBVbj+
1t+sbk38Qc8dhAdl+xX0tLpg/s3qVsw/9BWRAd4FBXoaFvgJ/4t4fvMXMPddobPXhXvBf9amJP3w
1cALEsRZb0UMejO7cSm3OHx2l/KpvOsuxefoTtty3u6mAEHUbXbSQPJcNgdnVx1Qzdj2p/q5uWvQ
GHvJHmrdk/5x2IwBZozB4xjcX1a+Hrg73Ey82GsPiZ8EoQeLDkueZQsTaZt9/+Wd/z2rX+Xaziwy
/zULukM/ZwHc6XWTY7SpOJcjs8g/95sqaA7ICEPkVT39Ru/96YkgZRMF8UFemHcfDP26bfT30A4Y
fYQ/QWTofKpfm5JtQu1HM2u51XfLdvozNfz8s3Mlnxxtl11kPnG945N4LMWp+KCz8w8jr7KZazGd
fhWghtcjJ8405g7Ya+Ty1W3hZJfjZO+0eDrlaG+8P8s3QyF+BsDqZ+0epdNzM4awNYxezUSytamC
VNAf3XzD8bUvUV95f6T1df1fPDmv82yk9Ul+6fFaq9jZ0jDSgA62eZ9Pj+///drr1u46ANBelG9p
KQB2fIMaBziYdNDQs61ZpnH9aW4HS992Bavnk5Mpsj6hvVXCDFKWsH4hsIfpZLXCreiy5u30VOVj
bdnIt5Zze1FJpRv2VP9trou5M4cnlPAMY2MOTdjfvP/gbzaqBbIDBDRgHyRKKaS+fjGoDimVmJFO
SYbHWd6QO3KLfOBa+Pbls38wZHYtlQ67cS7zmU9GImF1pdt+YNeII/I63vuzOEPR/3z9nIPoO8Ks
BAZxLj3c210KDT1MtqHovldasTFQEMDV+DiGwyMtGy+bNa82QzjnH6zh10DBf41M53wdGUzE2UaF
NU3coDKydRXdzVfhTXdMbqbd+OmDGb7dK2wVXiEYMATBgUS8/lCibSkY4s6zNbxnGNeXBIX+6A9B
6SPduose3B2SUX9dvzQH/1mv8gy5+/fkaLxwFADdZam8HrRwEW9ElCLd0kM+lCex7/bhdjmmJ2uv
HLQPGtc699nZJtUQjl/RHnR7AVKdTVFRiCIhCyRbahg786hcl6fmYPqT96Pb4DOwGTaLP21Cz/CR
1djkH0zWWP/612fEOjxAduDeumArv56sHWbIMqFOsI0P1rFmstNFeLAOTtDth72yIVG+E3drlbNE
PxbSuOOnP9IfynfjxjlZJ/vgHmhrBOqFfRAfvJmf7/mdRzu/TscqUsel5c2QhMbxJmJ9t5StdpiP
Vjn6fJ4sPfoFJGHynoZMm370btb7+s0DcE4D2APGYJxDuO2inFIDY5wtVdm9sXUDZescdX/cO5vs
pHxWPicX3TU6Xvxj3oTX5la/oI8RjJflQ3nTHM397PUf7Pm3pwogq/XYEpAUBVvj9eei0FjZLii7
bdeWRXylCqe5SzXEJj+AV70dZ6U2EGxBUuNkWTV5fr06SoVEQkd9fJuU/ZQHc46DMnUuI/k91Ni6
2VacIko43Lw6IKGzCY2tXstxrBkoMmnG9o5PK8ogv6TL9f5h8uYsAba94prtVXlndQt9PSWwhUoB
fVjZRLWyc6W10bHNTDJ0+D664X/Sl14tnHUojCcc/gdh8J+b7peLN9ZkS52/VzbCy+7mU3etfO3u
xUVznR3djXOd3RQbxCAeUTgontWvzgcTPbN74p2isvsTTQhhDKKKdTbTitgUjmiubLptdWgO4TFG
ldklfNK31UkGlf/9/Td7vligEUHh0k2xAr04Ss7iXg1NtWVe90mRNJsm8cHEBO+PcP7tGMGgxQBM
TQdDBgD09beL+1inPDcnW0QRfOcm35f79wd4MwUwcGAXgUatjBcW4+sBIigctT0r2Saa6PLHYqHs
RHNx83ujgAEnxoQmSajEkeKsh/Ev60LJqEL2qDgFM0qOOKDXNMmdpPvNuQDxMDWbPISr0ySvWW+c
X0ZJFQNFHgPXbL1WqqvU1sK7CF3j3W/OBbgQdOUVqQiHDzjK61GwEG+Hbi5RX25R/um1sPdrpwk/
+PDn34XrV0XIHoS5xqzs86VV1aDkmq6Qmwmf9RLVVvY3MArQMh9smvOQcB0IkA3g2NXpgs/0ejrd
iA5oSKN+UwwlMp16XfiLKUc/kar5wVDgY85Hs1a/QbYh0MtVSO6c0YVkTNKCLM6CMIzykxEV9M+u
rbboZicJakl9DFY8nX86mybrESGipQ3gZErFU7p0fMiXKFsC2jyqus2EuiCDEMXt4DfuSjaq7NF6
6ebKuCZE1Q7YHnTqLhpa7asRl3a8UdG9uaFShuBNbEfSCWYnrqD12wvVelPg1GXWpLJeTnMVXk2v
A0pIYoNafkyb8sFqYo0+IR2tfSSXMb+oF8XtgNX0YtpY/ZwiGdP1LUqtaaIuF7YE+0ztFhfvQM/V
enpKayO0fJkZ7nRv0HHRXC/GJh0GqBEbAG7yDjKdkChS8CDZcEvPVdODJa3TGyqyPZ2bxXQR00nG
ByebedAKe0AJi9zkEQH+5F9qtL1R1nRyOkNr1e/O6ulq1qHatZvcxksWQj0KQ4HVU8/a8TJjCUYo
D6/7nk4fYjhaUQW5MaARRINgpp+tVsN3I6oM23PV0abF2A/FZhhNGt52kVi3Q5WiBotPuSq3AnUn
SO3LUJ4KHgrkAnngp7A24FglcYTCMS5TtFGSpqtQT5wa2fKnLfp41KgSzk87GYtgSMfskjLVKlbl
wHeOwewi38VenLzO1Km8mhKwwXHOK0YbERgCldGrleEjuI2DgeWO1XNtzDLR99psq42Hsov9QgO0
rZBCSikh9HaP5tuQtuhlRm6KohVYDgUFzbRBMZwCZHiTLR29sdhuwiQ55PbgRumuGav6S6rPUsK3
QpdoA1oV421ATBWF1WWertwWBXb6pW7XgmUAGxRAxiztTWumrhIg0jH9GWdLQat1UnNUavGou7dB
HWVUmvsSM4Tq/1B3JsuRG9uW/ZX3A3gGOPopAtGyb5PkBMZMkugbR+MO4OtrhepVmURdU5oGNaiJ
rulKyiARcPfj5+y9dhnM5x6vw+yo0eOyKXLyliNR1/1T2qm8AzRx5huTVlyAIJtwRx7AgiXBFu/G
XG2zhjcwIjOv27lWi5CqbnSAipjeQ1Q5zdTR44eBx2pa7R++1TTPllNXH4KO7DvdQ5/E8nECXTO6
7Rkey95z0PBcH1jTq3voPbuwiA4L6neMSUW/MXz4YFMOBQheqq++eLdWSZ8icSyG7kCEo5oRNAxp
MZjg72Y3848jxI1ql9r4j2Mi2Jj7TLxOS8xwzeJ5aVO+hm4783oT5QS6IAuG4EkKl+UlRxfBnexK
szkIiUBno5HbA+pekhYNiFDhBdn1aMYVQHPAuU3Xr1e2arqbwuUnRdox0lpOjZko1znlqhw13FB+
DQXe661JSOSDaY/k3g9ZbhqxgBwzR95aJKhp1iywMRiRE70Zw4LBYm4XKHISuEjoAyCV5kQuB+Zr
KVpB7IQ/+0/MRNVr50LSj1ODWYlh1CVzPoKe941RTdeBv4AhGXj0l27tFtOmdRGuQIhT98FIwifP
0Qsn1EQ4a/eS7KmLweiAevmcF5844yQiC9RE10XHZT+2jRAsV2ow83rIZuApXgwDyM2OMhNBvimW
vPgqKXvNrQAJkcS8b5xaUoRqiS0FZ3nrTujx4nZOayvq82ToACShfgHBP8kuTur6NI9ifoAGb9yJ
ASZbrHJkkFsgMu5najQEvHWlk/WHIBw9wEnpgIJKUXY022oUFYntDZz7KOlr2OqccNY1iOIu24RN
2KhobgaN99uWiNOykXg2iC1+g9G3IoIpMhJCJndp28t1G7RdTRR5ajERItktoVMNFQkQVgYzZutk
XTEd/YzU8oFwXiseRV4tGzsL87d+RS61Bai21tcpcfIPFSuKMbuWCyG+up/0plByZDNt67zfBEic
2JWQp6SbAn3Kewq7393OtVPZF9OSteLgSGumyoSG/akFoTDnuUk/xUUhvWITQE1AJ2/LPt0peHA/
wqELkUAsIWMCv+y6ywoWpMXAJKj45KCqGKFaKtFXGoQNEktYbdn1lGIogRM4KRQRAUw1SDkhEEaa
IM5LiprK3dh6yr9kYWTelpWOSnIarbQ8Og3iyxiBAFu7Xiey4JY0QL9PBu7w2S1yXiNprGBA3GW2
b6vsDJ7WCSywyApMqGsF1e3HFBCgu+EuAzI7c7QbxF5G2ngk5oCttcnR00el07gri9mf2J8WE7RW
y0wYdZwZShB+WBhfPZ/stCgj90FFCznlxFZPrugQ6wj/gg1F8WJ0NTFxkRGUliwBeBIG8JpO9txu
izpYOAjcYpwIHJRkOwxtn7+0I/GkzBTT9iOZ1rThWKtJSMtmEFAbIQvTP1gwSECo6cq5g3QyPa6h
GmfGNa71UYTNdBEGYDqZW/NGIXeyEfXWVq1vcAvXOJiFtj9WOJndXnM5lZsiOVMtQWTh3ZhhRDxK
ZTJCN3pEiIC8B+wOtk6d99pt/M/FD0lCIDtj8iln0tmOELJSQPjZvOxbef6/9eQi/PEZH0cddI02
HgBqWSiCNdS+xesWXq16sKwtgzLLOszNyne8sT1lvI6+tSZRN1ilvcvCrnkzoHVJQHk1mHDeuOJl
dJCSRqYnqTmcuS/e1Nyy/0jgej6+K4JbgGmhTFm1Oa6HsUIzupHndIWti//oC1XEIBGdOr3YDDRB
041jruNrX9tMtwxjqO2IC/T0zJwPSFcd2KsTu4XVPxQctNbWMwv1kBA2a24TwM5M81f2OZ8+xLuT
J+fF4Q85cclACZcP1BeoChg4dkDhwqBqumsoRnOw5/Rth91En+a9n2tr3dgsqePUF5O7YWN1yatA
erEhNTO7kmO9hBu/D9d7OLNNtfG15X00Y6Z/MUQjJMAtR5DtY+Em95hrE97vRPuPuUeghsmgN4fO
WLojqse8EYc1Ad+OlDCn13sp4ZO8KckDuWswQ3+tdAQA9dteLeJKExawH5SyrKjFOjPsV/YKYlS1
7VyGqL04vXsT1EaXufm6NWkrPIXwvGB6G6n7Uk4j12ETfmG2a3svcaPJQ0VOVhm41MgZ/Pm2Ug6Q
GRCR8le6DOsYd8bcVbE72+JLZgvzcRRhIfnGOkFIiWNLXU6WW4RRt9T0X3UFkzCTdjheVHzwBS+7
ymPLK8AAqrUL7Z1OSyKh3MouvhJk49DhJ5Ls25zh865yKIZMgP4+wvGlfsb9P1m3+VIYJYyuRffy
a5Qwx57oYttLgRatNk9T2AK4rA0U1Lvc7tzyfrVHSLcrxb/eG8Jbp4Ns58F75Z7Tedf4Djt9Rbhg
0F3bNYj0OzVO3ngYslHofekhOieUBU0gQhzgckNwpieOLakMe3Kr7DEuSlYgIBVpUi/oAkwM6R5+
fhcYPbXjAl4EhmVlMf8u6gRQuLDT7Bet3OBznldOJkRsmbUntrN0nke/gZGOEt58dfhx0yNpMqt5
ZUvueyfa97kzbJYwrXBciUHwBkCgl/NlnpRz6G5qDu3LlcYShXkF7A7SlsoNx4sLyy2tnp01QX1Y
Ekr7U4k5tFGBT+vb2KfOM/Afu9uXXHQUOSWlNK6Kgv32gOAw6Tds4FgHotbitJ9jPxgBUJZwb/O9
o9I0v+y6xdJHY2AbgX8IFveBExaVtletVboX3VqnN0opWx+APrJnU+n79RZNtrfu3DlX+uRnwG2h
XjayOTmD7LGQEVzEFuSQ8cremoSPI4Eo+UuTNssLo3kR7gES+etpbgzzV7gUucQEYGp98GAWover
3F4R4Yfb190Xa2rmRzJmrGw31avVbodxXqw7ul7KvxYNI/itgo4K52fsES2AHEirGM2u5dwXtYnS
UA1JjSgcj9PwKdKymfd9T7VzahKRVKfCWqFHN8iInRtU0LXYy8IVLhoSv79G7jEHd4bVTSQKDYYL
7qory9I9BtSJ3mtu8t3Eq7Y9L0ooScerwZzYiKU92eY5xmbKY382zHIfSj2KLd2BsIxKr5HerhIw
O2+Zo2czV6l10tuqMMsA0WM1l1uUiYkkYFygT8fVhMUfTsfCioIMg8DAs3pksZgjEm5/XZNs+mJZ
1HbkUaVvtjnhuxRl0w33a+CQgOgGYx6czH6trY1XG60Te3bjP0AWXe9VOAW38zTY7R4Zav8LHug6
kcBAQ+SuLWz9Q6ZTaOzZJEIdjSGhO9EyIDS9msxWmVvpkzeIXh3hwKvQi5MeSoXpeNvUEzqe1Eks
634s8+atbkVu7UWQhF9WvnYVRHyuTdeDyXcX+3y/5skvRe3tMBGkiFT8vlyPqu5xurC+h9LnnHVn
Qo+MLuNhjaMLrdVrpqCNNZUaMAIrrb6sKjfak+ySzKEHv+pOXxD3kBvxmDsdBaJJ2tJjutAjufbs
HvMJ6GzePqJNCGexdJC5N21FdNLFABWYgA/oJ8HGmcg2D+idt+fKx0ysGg3ICnH6BJU5cJ5bx+TE
rLqE6MiEyHOV28FzYiy5HefSU08mhl71YBQtHh2yaozPLuEivVtDOfwShE1xFW+W9VQFuVHu7XRa
H9pOdZIIlCz9HE0HcYdj1JX9UQ9wbZ7hzNQvi8yyPF5Jm7wK81VAwIajzTSr11xgHLoKH2cfTnHE
GJR/iQGJ5gbzptu+iNYk2g8qtd9ctHVvvBqUWOFxlkQ/oIDrasUVJZ+8iwbyJ0vcmsonpxlDhJYa
UPEtDaHsqXIr8nut0q/KY1NDZ4tqUwU/AJ/KHwo1kUIeVGA2Hl1TIvQOnLyMlGsIgzs1sMHIU5p6
1PPQwx3OW1Z9MyoyJzei77SFLEdxuVhmMV9WZH/CLC8qEJ0Vhw6/21Aqn9q/tZ4yoLSAZvnDH0oz
pQTApTKMV7jCveZhHsYmvzXDvhGnYl3H4VIZ3FH6yPZQG112htP+BP7k02QZO+Vt64abRJzWHVEO
o0ChuiOfPburuUaMUeO3i73DVlK4BIEwCQX33RvGVkoAHHSC1MJBQ7gHdpYGeelFnnKH/UXZVoYH
PCrImnrVqfFyIVPzdqoygI5dWnpc8FZvgmE5LX3zC465dwvYoU72xThjXfIhmnzRjlnk2VM09nuH
MJkMuTXu+Hid4O+jM684xrzJxpfSQdNm6E88UHZFGLvqtpmNMf8wUolmUeVRxpCLhc0lDvwE1jt5
jsXtIuApEieSmb0LKbf2slc/S7vHJbON4qBSePrRwlJ1I5Ti5nBW6CUw/yBko20SBKlBJ2xQKAdd
yhqcyeWWsV+kuo3Ok+u3gciiMuoNyo1oLif7WWfF+upVQrxo9PbpMfALy6FdtLDAjLQwAP+ioM03
IELX6naZG4cVYA9TDCrXaelFZN6KW6VIQzwA9lLFCd7ylSQercxjyuXKjuZRBr/a0Gb9prJOr0Q+
od8C7GAt20kK0IGLKt3bpDf8NyCpyT1RV0ly4WBomkHPy2K/ZoZmRjVhIYpLuwwCZOiASPc9V/oT
HtR5PA3lmN3mimCUiCDT9ZSlYWfEmdfwBXH34Bbd8aydqK4GunzztPaPuSpbSjPZmBnl9TC8pc3g
PjjKXx+SuoQDO1tzMGxESIQP90Gt3junm3/i8MBlkdG6RLte58PRgrFaod1iEW2tpJVPnW+YrzbI
fGpL4RJn0KmZE1lh3eBsWdTo7XqbB3QZ9NWgI4xUOClEsFi3tt/gmzEKyTE5LLJ70LIN7oj5q2/m
htZ+1I9m+YKtBg3t0M6NpKOcDUNEXIJ/29lFM0ez7SNWlGif4zYzlg+w5kOFAjpFbjmZXAKQ5NLp
84EZX5MrNbp75RETtsPaaBBUVSO42IRe399qV3G4zxKU+rDOxlee1lyxgsxOjS2+LSFiDwsJos7S
DOi7Bgw4jkkPv2HrZuSSRVZG34BbUkrDZugssn+4XoX6xPJZUdkqi51laBwsfPSgnEt3Gvw0Ls2q
q+FJL10PJjf3SVBswozrhUyLYC8oIwq2qTBDn0ECq1Xb0Nlk06YHZ21hVQ1ESj20iee/TdgK2ngu
HL7cwNPyyydhDdUgAcRjTKo7vQgxjuknKVXDr7CXfbclBSz/8uyWmCjb0vXT2IXzq8zM+iZEqNft
DKR4N7No8AhwPg2fTW8br2rCVREjAF9IgUg9965lFPDkdiPREQY+TBjcYlo7TmpjYnvwtIu5q9IZ
4tVkaV9GGrFmnFuVecrLBIeOqs6gAJEkwS+pkR1iSsvXC09KxDZh3sHptwcXbg1lAXj3Zl2cLQc2
1cdqT+ELDTwaukE4VG/e4BBtbPQwy6lPsIRtHBD81oYMw/bXQLQAgRZdC+IiwPW5RFjflnNQAl4C
vstFoQyeVfOTNMXwCCGLhAMvYLtG8DoT2LguTXO35KTLsrpbaueeC3geq1RTVFPu4E7TFvvqKWxV
/SDgT39NhceBL83MfyxSRz9OE2a1M5zR3RICZFpA+m0uj/aIP5P+cqU+sixA+iF9TTXYpu9ZLmgR
UvUhhawTsa1s6Zy8Pk130m6yCRUogyP8FmFCjE3i6R8+JR18DV0UN3UQhK8jjYmvLtHDQaAgnbY0
nMdxgwXD2JyvnAhhz6JkEn/tsNM3LRe1xzVT1Q3tt+RyxI+BfyOr1JtwaCXtIHXXpzWd/Q/XzCt0
tTlJchdO0bHJrG2xPvbBaF6kTWBdGdok3tIwqvXDyAIWEZ3b4SVd5+m1nXRAz8wolnfAEgs68d5n
SJI7bnHJLb9CZUXjOY1cu9JIF8J1eLcYeLNofXv+Culm8KcV0/w0q9JGMMPEC7/qaoY/nVGx8Fh3
GD5ntsg1hhzbvjlGXmGJ0QnOPJoXmcUGqP0Hm+wmfr2gm65qI1vRoVcUE5GpfK+iuCbuhF5UK4/V
PDTU1qqvPwJT+s8mI3FUAmqpH3NzaJ7ESJsjtpy5Rm2+zP5C8VUItZmToUYA74wmU5IyT67HpR8Q
oXY5eedZ1YRvBCw2Pk0jMP8be7XkvY1l+mdK/dRFtEHO3QujaD5Xu4dBtYT9i6vnhpXpZJ+0L9ni
gI+EbaxCp78szLX5VTPWRePb1smMft3C7GKpQm6xsOZETJBctjFb4d9DD+d6DAENy6A9Im2LUzOo
rB18bNVGvUdAQtQE2u62nYQkRaeMGoHkDcf5WLBGrhvSD+qPlS4Ia1X7q9iUXYEdxQuyBg9Rn9ks
paQcfhFWS0gmJsH2ysc9jh6R7r4Rr+WKa20VVt7uZEIo4w4RPVrrwgkbKpySs9zwCsGag9lyq6VF
VVSOFrkGY1+Hdz439CcMh9LB+4Ije54YN5IWLaqJaZdPWA0yRfNmsRv31RHnoozjbPJQm1gaMyfj
V8xUEcGw83M7G8G4Cbi1yfPoDN+MRJR9xtTT4tta1pSsWy0gv8fzpHMTX8TU8Dsn+Rn8yUMciaGZ
zpzFchCkzNWJIpvCWwi2S1SX5VtGkcl0GDE6Y2h1uI5csft74jcKkz9YSn8WL5z1nXCq6IAD9yK/
7vsonKGXa9Wy2nZ+sJ3LfVG4x1XeAMY6Dc6TZ5ExtIw7xv3b1iG4NQw3hjtsJ+uCPt21JZpYOtc2
3UDG07GbTjtXHRUtz96Zj3VwRZLIb8ap/2lEHDJYB25ANwE0z18ntwpYZNsbDKIz4congwnYddWk
67/+FLAcjGqtMwkIndY3nYoMRvKGp7Ha4qFMXs6gqmvHN4zdPw/Vv+scfBpmHjNo2rEuhr3vspti
AJxrrW6xdcdqfTR1r67oTvjHgAJzG5Su/pcynz8+j5t2gEoRHK/7TQjpj/RtqLOKbWcTCtRA3YnQ
fLq/eaX+42+F3pL/EkkMcuu/fkMT814UQE5Bpja26FIY3cFxKVsJdLEPHXrY34gGzm/on99g5vgw
MDzgmxYvhvOdowxdpnL90iZT9ryvzY5zbWqoO+D0cQx6xk2DVeY3v+L3gT4feWYIEh3GNgRi/Nuv
WOSiyuA6uHHb5smhNTD7+OPgxrbZNL/57f7+UbyH6G5BbhDK4njf1DbGABzSmyc3xhvVbBzZMfZP
zwYSVf3ui/u+tKAIQp9EqgK0HT70949i8/KWkV83NpKMZlzWB17cS2jl/3JxnT/HQX3P68gCgAf9
1xekWmzIBUnuxKW27YPrU1a0sy9+o4v5+2sBhhXqKyIw5Erkuf31U7plYC6Ozihm8GDfs637FG9g
LnZllpVvhGQwLbGn2fzNq/H3h2iDykO5FEAlhu5//ud/luOQi53ohR5V47Xdjh4NUYlul+3+eef4
T5/ioSb3kWmgJPW+PcK84Kjx19KJs6BXJzeHg8H28W/3iz8EbectkHA8xqv2N2mRS3KoqMLCiRWa
He7z+DWrop9/Iy36vl/wKagPIT7i9sCZIey/PrF85Oo0jZ0de/06MzBJrB3OgCaiW+3GkCblb+Tg
/+HZhTw1fBvwZIBNnlfcn74hV0tSCNzSjq3Kmna9Eap7v53nz3/+hv7++mE+OasBYQueT9hv78Ha
Iganw2nTy/XETe76xKW4cnhMGt+4BXsyRxkBbd5v3r6/7xZn5SpbhY+Emg3+27MMpzVMFR5g9kJr
jcKU7mxytp41iuyxP37B/xe+JfXZj1P/+V9X793wX7up+Xgf87b5/wDoZBH9+A8WptuW3yt9r/7s
YPrjP/k/Fqb/pqA6n7aIeTgsgDv9XwuTbf03rx6aUcTgbD0mr8//OJgAQaHE9RB8WexbSEtZdf/j
YLLN/zZtthYuKme4LLaSf2NgOm+Afzo3PSqoADchnihe0rO876/rQLdNtRIv5BMiX/rXNLbyO2YN
9ANVmp/qJqdVTtmewCgp8yvmBdnDn57V7f/+pD9bj8T5A/7yAzgW5Foz9Fx8+0JY315WFN95w2ic
C4wFysEYRqZbE1nendPMR+5MWABaAI9IM4f82iVEt+Pq12MF4IaFz9gw1ovZ9brnevFek7xDuSFn
Wz8KsqvWPZoRV+36xt82szf8Zsv67sU4w9Itx+a2RqYoqr7vxDvpLahkRLvg1l7m+gBn3MLImHcO
zcVF+PS3BS3ycDagj4/JKvIj6V5WeUFXeEg2//wcz1XbXx4jWycsZ84ayFw+PYe/fo9GSf9CEjyE
7QTJYIQ2wvIOXlt5wYahGF3HsklRA1hpHuq4zMzud2Tl78ag89MQSKGIsPhDsPtday0XRippZutN
W86EDIeKhKvIWabS3M1WVvwsgtHdsR0XQcwYcm13zUDC5KEPa5SKM9kQ2amFrbjshOEm8OCByFRE
WKcy3Dv5kA8XgumajP/5sX3XTYNS42RjWZKDwg4dfH/91FqUnoW8coPfOmGIodYm3dRzOCPHqZTB
fa4Ni+xkJo4ybmtnCSHAKORqCO+m1kvuS4EodkuqpeFhxTlDbuhE5uPzv/8xecCIVPHEWOTDfTtI
gjD3cjNZ6VMwfUNCPgTTg9kD0KIVZhJcIeRobeiaIcspVkNk1906Z8V+TjtmFMJcSYEcCCrneKVZ
yqVzsLX4zb3C/ttK5iAFTQUizsR9+TeGIa+5QDQl8Om0btrfVNLu+g3c5hbw5KK9NXa7pd0xFnZQ
Dy41wwEvqNTOMbiPHpDnqSlKdRGcsJlPPweESTtax4B5pFv9RAdKOAkpCP09SjGIGZ7toglqpGE4
cW/oxNwufZg628lj8HzTazdx970QXvLEXFA/wYmkUjYnfzjPHGukQb/5gs611l/WH1RffJNn7T0/
LnKnv64/f6Vxtkx+tVH0Rog2DQQdito0EwbSZp0W6CNkhY8Eud9WL8L8wfzEvuwZfiexaj3Gn1IU
wv/Nj0Uh/e3n8tlZbWThNoYLSrjvHGDUmHqCBV5GDlNP/2i1Wh7RVs5I26BGNz8LgfucZgttiIuq
Ho+ImtpiW2gbqdUY3IYNjq/IUrM++h3DEaXOXe++f57g/T4uNu1TZITHKsl1HuH9prU81h2iz76f
L+HqgZiivx74ornJLQd5Zi7G5tQH9bi3zb5AzxaYj61qPhowYBvbr54qWkXXS9/nDBiWpdga9DXh
rRKdkki9XRCBt5YzPnS+rXdMnr8UwsRoQgQ00wEvY1HDfNVGPyTbunPMg+izCvhKX1/0Qc9PQtjl
rpHjWqKbTrOPsjcwhSvJz8urSvNjMGemH0Yu3atwqYbdsi4w/PxpIj10vqdJ6O5T23QOazd3D5aX
PgxrZ0Upb8SBtLn1ypkrKSPya0qYabLbdwiy3g1ZWajo7OwqIQInFn3iwUIIT4PdOzEMZwZsrZke
3EY0J4aY+IJR6DFsGiFJbyo3VTSLUuH+kETVw4oxHtBFE9NWjM0RYUe6t0YUyHXu97FcKpLYRq3v
u1Y8hYksb0TnSzQVvcXEi4DJvu73Rt5cLqnhv/T1bLwBikZHU5sFKA2zGFcT3Qw991PoldMnUkv5
UZOP684QfWzIMQPd7Fu6XvOWmJ76ocvGt1yE886cmk97FnKgXTinQTyXg83EzfRWxAd98dPsrQ5b
2wq1d9MRKP01jIP/IelQ3IbO5P3oUfJ+Ilptxo3pMYv2xsy4dgov33fDFXWHQAZ4PGN3DlnbnpEo
zYVJ+N+xo/+kNj7fwxZRlg2/gIIcQV7mw05N8zs9jvqYrn1ytNu6bve6aPtrpYogoiPT03gOYZAo
3R7PdOnYWLpmL5SXPZNbv09Jwbwo0kRvSRF2TmjGjSDSdeXsoR41xxGZxmFdOsaDhqvap06qXwru
GKost+nf8Tf0P4W2oZEg8yXhMRfNg8vEEl1m5Z65PcwPNmvbZu8Ik5f9lKEezEdGEMHQjT8QGAtA
SjVtQ4GStIoCYZhY8rxC35JmR1cYuH1Aw/E8/vFKZypYSWUz7MrZ8/sj7cl8PxXkf6Fvf0lh9D3Q
pyTSGerHTzbW8qAdId8y3Va3Umm9CcwEjc5SwBfxcqTqZ+0jShzjURapiObF98otuQJAv8gaRq0p
SvEElELTI0jZy72ZJRuWVnI806Uvl1KuV2kPi3ByTWDTWX5VuVDiSPEODw1N+Au0L80mn01nL/X0
szPX6ckSvLHIqcV80rnX71SAw69Gc3qqEn1ba/U6To7azWbQH0McDNxHqZK3dIL1a0uc3V2ooGOE
urTuAu1k9+mgjKNQKOsXb2H2WfvhAalt/zhLBsFx7ZfOgaLmlr/LnwuzKQ6QmFz4Esrwj2lup4+V
788/gZyjKVyqRGwabnRRjZbvGt3zerBK9IPIYHvGjASFfVgtJPzIL4rmdSwXdVgMgbUgVwv0HRim
0ciUhfTDpq+eCIa4s5FJ3cyGt/wMQR9tALf9hBf4iXQOOWVnG9mF3ZvVQ93LEphHob7mXJrUvnbR
XhpOigYJUeRhCFbvIFZi3CO71IGOkxnvAPqM+qke1o8+z6cXxxjb+7O+kymFHZxyo5832Xp+CDPP
8Vdd6PXo1wg/S5S8IfdV4g/nApBcSuTx+fRwln1qZQhMcAYdLOZnqCdVruV2kGPzLMrAJhQzWyMc
LPMlGTfewTKz8sQw/Z2QY3XXoOQ4uUM374eu9Heea5TX/eyZ2073y2Zq+uE5abrkstK9OC5BsTzP
iRpvJcFRN8PIp2n+7XSr7ByKFuNE/ATL1k9Qo6eDBUWEAeGPvGzG67IHqrj30Eu7u6QakHgtZS5v
oBFV6Go1AoLaTdNPM+9GQpxN9n3YHtfewEVCIyfYGtRQ/G+4Qx33SfdFXUEtb+jEe/3tVJA1mdEI
IT+UoWEql+euGZvYbeFet8PsvdCnCXeIxpo0KiXZmFOSaGTAZmHDollci4uVukt7UV65KsvuLcSZ
x6JNyjay6soDjhaq/OjPrgkTdnUu4S56l63k1MswZ+YRHy32VV5PWzz+SHyZP/zqffWZh604Jkz7
TlT8C8p9xV/wNKOuJTi7j8MmLw7gy5jOMCffligxYOkF4rGbLWONmsn5oDEbXgYZE13uWpO6ITJ0
t2C6QDYwPQ11Y+1dZXqPXevi95+76biWrXjzIegOgd/xWMbV+nSJtY78RTS3iZP2e4rQ+XWeuvW6
S6zpGuYiDqOU+b/X6Q4dEm6GTQMi7sLO1+Vm7Bd5UKM8t80sEbED2BcY6tMnNXc/1BqGkLjSs07b
X1p4TI7JuIaRG8HH5QX5wzpaeU8QOABxcxpbHSDpM3lIqhYynhCfnedoUlc10MHz3hIoJDCBnINH
lzDAs7ql8vZ6FoDVAqd9YGVXF6vsR6KCe/LHCTXPQVnZUPUMdMJL6xrPDDhNKJml/zqTeXAgmgAr
hJ0kIdjRGRuIAlq8lZYKHs2k7Z9latovhp7Z5X270J8WF9Nbr1kD1AL1lG4d5sIoB4P1XSjnoQ7y
YQOKbD/7Y/iAwrJnQF+lD0oI50uvbfmJXCO7yxFf7rzR8A7w8isUXkPWR2UXKEGidD4fPVrgEHuz
j9EjTBfdX89PiD4hz0MML4Q0XzGzz7HWpAaDx4azqswx1hS0s6KyYInYiykfWrTI3CwcqosZj+Oe
MGRrYytE+kA98/ROiB4/Ue2W+ce5LXohxNBwcydy+Fdn5ohDbLigW8Scy7NWnXGXdRT4MV4EbUVd
uLgvq0aWVC91+aAIAP8h2xxQ3FAHH0x4gCHhemQHcBhBYpYwl1u37Qau2nVnnxa7Cm7QKfC7j1iv
UJEpSr4wZNXvJsbDlzWalfvJKJmXh+byMbUuI7i5Xnqxc3Ppv4pU535kWi1/pfwLnhwr8U1iwsMC
LGPOR9ouAqodhhwUl0hsi+DZbZtmZ1UT0Qn0BlxWu3ZoQ7Np97WjGUeC/aVgXfgH/dzK8A6zxYLA
akW8kB1kStpXlEjReYcEyfMtb0eZXob5kuod9gkP5p+5KHcnco8Nh1iB9jANY/iEY67+EPbYHQAI
T1+pBGNMbVGPV6hz0lukpahN1IQYvsfAMLHvAOA/J5q2RTQ1zVUGKwkzgRV+NCaqJjh9zBuN1Jev
nLzZJf4482ASS4jnA60v6S6mk6AQH0bODQG3fJ8YZ9PIaHfZZRFaCPKQozsbrH/aiTl52lcy4wGG
WeiInxBQDNPODNa12zSiagHcrJbPu294UuzSUFUfo7aDp0oOxjURC/zBUys9RhtFa7wnHFsV9tKE
MUcR+OljOTvJu7kG/hwtwMfRx1dzu6kCGTzpvNTNfhoq/7UhJ3zYzIY9jnsrZOYd55Tl/YYARP+d
rMA+rqtHKkLvzcsNFBu1P5oZU+0Bd/+ETociGcIXXEogYjtP9+39TLFNTQKUA5GNkYH90xLSCzwp
kV1WrTKuVetm8Ak4rnGZ6FzrU5k0wZOFis3dryXzqgtjmjpE01MZFm8NUo9LlnJjnEzTmMY95cG0
7ovFbYHt8THTZsz6vrrQ2QrmXOr/xdyZLLmNpVn6Vdpq3SjDPCxqQwKk00e55JJc2sA0Yp7uvRif
vj54dFeJdC/SlL3pyLRYpDICAy/u8P/nfAdJ57YXsf4JCamP73ai7cA0qjFezZpoEfbupFLgOHE0
Qdu+dek/s2/Jbiy98j7BvFB5qE38ohFaBQcEHsRpGvRjlQpMXCpgV45L8NHG8XM/j2MZuUHOr1WW
RCSjFXZQHuGNvdP6yf+SiklDYYYZJ6rd2n3fLNN14qbuOzSl5nVr5to3c/XCY1dceGF5CUttO7Yu
DLZ0TPdDUuCiimFsL5WLpNsQdvC5xSi48Ru3q6JmmgWpkYn1bWLyvm/wOf4OqEWCXJ3w45kg1Jjy
UmFL1OwVZ85emCPCcVdhJZ1TPCKbhcwoZ8etW+5usgfSXDWp1VqIB6GS0flj/0vz489jP/nptGeJ
p3XIwaGSe9Jf6qDxySE24Kd2baBtYadHQZYIxdQZtBAH8olcc6yyBKQj5vk25Ah2torgipkl2gzU
1itVoh6aeNHsyPAdxOkWzWAwIA7sts2Sqf5Lb4IX32rFCGByTlqP0TEQsIGPo7E3rmYqc4sVp7we
SwwLeH7tYOak1tPv1NMlUDgHVRev+4XCwdpcyvxCu+FVDc2j7UpnCN2Bb2Kkdk86RIhDsE9yhl41
PMkP9OFVvR1i2fyaIRc+civQcS2guwniB+6AMYB+fDHUViE9vyvdOX9A8www18rs6UKo3qsiLTdH
JqNBNX3tDBN4cVyY0Tt/VC0UOhaTLv+YxAYHP6EvAQrJqquG2zHx831pT3oWKaSxzd4ru0GiyO04
m50fLSc9LkpiMBOIFCLH2KDqvbYV/uw5Ja1p0lId8B/Mcxt2g7ipgp7sDddSO4TkzoXBedIGerkc
0chUDfERGEgZji9n14EcM/RmJBjb3xS+mU/KlQs5qW7w7fyDvXklaGvkQgQgtby1OPZHM61KGoTh
IHOpmwQpIOtAv+4qONgqGOzDy6X+quH0/5Iq8v9hYAiFwz9ed/hNfftfv2qVqXlNPPmPf7tvRP8r
4Rf55388/PyPf3v5J/5pL9FCMhxUKr7FRLRyGSg8/pMYYv87GmpK8jRVHP6EBvh/dZc8/iGPqiDk
DrZx3ss/9H+6S47376Dz17xLmhouvIG/6i4dVx+BDKEnWgPjTBBqqApOOySxa8hmVA369KnQf7iY
UN65DaYUigftlGwUhaXbbgrGCx/aWmz971l5veyasL6mHSHL53Nbx+sf43GxcBebYnFDyvL1R6RN
7h6YiPxnKP6P0Chv/V5PL0OUFvIdSnRsf04mfzyUGo5d+tNzXPWfDWlrH5xZEw9NVvbYpjPHfMLO
iHuwY7OlsDMqgGyqxVrIZIn/okl1le2rjg5uaEk3IBB2bBqJMclMfugvb8ilxKnCcpqY5GUmSqI4
6ow+Ra1Xxl02lzjiEoruS4StQodROg7pUyG6OeeYr0iwN8yBQNEGrisn8wmZ/tYLSiyx5AQa8f2U
y/6nnmWg882x6WXoZI3xDddI/hSAX7G3jcyL5GaU9fghFenQRR3u8E/Kz9jsK6OpG9SvjQw2lTVi
Bc9dpxquMRYWHyhssLNHBMEpWVWsCO8wH5TVfkGD7F0taCdcsh0K41pIajAUPiZZRmzULXSWWZkc
0HFnTWRQG7jXcPnJCPcEdeAqUYm9/d8cGZ0qiIUb6mVnv6M16QJR7MbmhqIKmzUioXlTmU5QbLim
Fk4XyurHE/nL+OKcjWZudYOuCK/j8TXoc2MZmUbgi4XbsY81yAuO6FDBwarN9My7MNLsdao+GWl8
QP5awme42affUepTIfCKHsflQr0hBJBWereemIY0cqw2f5CJaQJzXmztPSZfDSj0UGTpXvUxAu/e
sqnMddmUcLAu5vzZcfr0u7UkeG10t8eyRoobJo0ZOfKOEnGJHMJvsc+2g/l+kL5Yf6qEDWMhMVAv
7NQPVKQFFFojLpMtSR4NzpESrvMuztsUYkQWGNT8F7T3VtC1NVuaBq7xQPGHKkcQ9NBilbguWJDr
rUOUG7UTqgJfl7rJ6wubkzd+qoBFaY0/WxP8Xr7hP6aCYDYaIAOeEVI8XKK0tJM9RittZ+qVukIb
blzIDDTf+qlgDiC8eNEMngL68BP1TqknRpjElve9YmUMiQZqthoC6XspMrdm654XwOWz5KmxMWPi
A6+6yOc8/imxijr0OKN/XBysd9RucBVQ6ibWaF8aZfdsESENNaBq9N3o808FtnNJa/YC8jsebGRP
oYhBueegyzolWQGm8al7x8hH6sbPQ5nI7KaqyxJYBSRdXCgKEx81KAxHDrAX8NnLUvsRUF2+UwyK
1QT5ZarakAgjtpzdohCgkDfGJj5pUxxVdSfpBDk0/G7cxPbHDXarXm0CS5gPFQVhvAKcHGuCLrTS
/atN0frpsvkyUcbQmbeQu64/3x/jAYV/bdiidMKWR79TsV5HhdPXV0tR6xdmiZOt53otGltoNACC
UfSAeXZ8rYLbEHCyoWlonPPCtADcCK0bv8EWyiEchF6bxp8Oauev3ZJlNyj/xoC+c43l4I8dw7t/
frw/VRav12EEcKzBCFFYEgH/Hd9JMyx+h/MiibzO6CLq685mDTxgzvTNijKVnW1VW16iKr4sgMcj
iRxIn/h6FKygN09pfqpOEPx7KgXoOQtqtPTPm12uWpzOMaFKdJvGoggdnAbbxivwDQ1FSkVFFY59
W2IvIfDCpHADxgH/MamQJdp4gT3Cw36cOA8WhhHE5QYK3k2v1UV8C2oRs7s0YzsLYQ0ln4euZpZL
dTOnxJiUFp25ouJqvTE89H4xELIhWbWuRWNln52UaQi5CUSfyNNnEgRML6OWQi6Apm8malCfPMOv
m4OtaXRFy8XTs8ecgMgrzBX2FI1l0h6SxMgSrMBrck/rKAcbzrzsZVDb/cZFLkpWZIu55cKwfjXN
GXSA2MfwA+scL+yTH1ilSxIHtDojk/76r0x1OUEgRnYz5Wm809F//EvXcxAPsUN0ES4fD6iJZYHm
elVGGXiHnSf8eSFSgxPw4FDnS+eSfJvzQ3jdsx2NJUSBOCNWdTpJd+6r8NIJIb6RNMTSYJTgc8Wz
PkssQZpdjE/nL/VCS3t1LYQh/sofWyUNx09XGaUEOpGVuGmn8XZSGbI9MD2IaPpefW4DjNNhpjnT
bY5d/sOSuihdYC1gzM+G3vx94W7WaeL0bkiHZNUP1jzfUym1St24xVRaRnyrhjqUgTnfjy25OMIZ
its20ZptkxfLz8mnBpI5Qn7klO5jrnez0JqN5BZeSLfHi30JJHqCjWaC4zcxAQ4y5EBmIoE6fk+a
QVZRVzgQ2yeq0HtZNPTd6CBSXZ4V0UpxMbf5phtZH7Zjl8XLtjXK6uuigdjZaG2AKSSeY0NEpqN5
VLqGAbdrmpEGQgASpRCoRCXkhtnTxP78S31jNPHzrlIl1BHr+en4zknXJUduzIKw0Gb3qvWy7oZv
WH+va13z18uAgbCVl8ORH3M8Mtfja7lKgjqcEi0sTSk/arqor3I7qb7NIOrvfVslX/GDuoe26pfd
IE3/e1Y39gUy8Rvzw3o+ZBDxc7GHPDmqLJ49DRi1Ylq7iQ1dVbebpx6M1d5xJZ74JfGx155/xS9Z
kCfjloc22SIzTQR8t8fPnetWV2htFYdlhmt7ryQSg7DUMY9iDsqqj7VVqYeEDl4frp3hLYSgrtv2
pJYSR1dXEx2gYPDcMCGokLi0cu52c08GG5XWzPuYLz2WzK7V849DXbnt7sLdvzrcsWxwEGbb7aDc
pH5yfPcQQOZ1xvGAgsW4obIF8cDWjeEkwQlyIVYtAuYeukiPkELUtTHpaeAcDA5olftD0k4hdEQf
LUF/YzSHC7f3UlI5eblszl7wiBzk7RdHzx/7GBtnbibawQtZHxfoz0LMWljg1HsYsemYG5fR+M6B
TdSCoRq1m1UFRDmdwE6xn3I/NyE/aSgN5jSQt1M+UBV0hq4SoSP9vAw1A/vwNlMCY82M+G47FrX4
pU2GYoHUrGZCwrAAdjE4OQyRjviw3EhQPP1HKxHTFPZ9mj65OnAospkDOXwZkwxLd7a4HBIyJy/u
6XtgaJTK/GGDgPodtHqqbzr28VS/WxMWUt9Wlrkr9QDslyRzkQU3cfyH2QhoJ5nD9Ku2uLE7B6s1
2nRPU4yXIccOWSUQC2jEWDXzjZVh94eP/WXJveG9zLvU3dYL8Ssydzm+LnFSfclazf1ZWJP8hbUd
JZmup3JFlPfltxSWUwMsomZp8xILETUIr5LBrPzZ3WAvt7S9F6fTc5IV9nvX7kHmnh+Ib3y5cEGw
0DB7IAc+RccnCWgUqiVayDQmSdEm7drRkIwXqawPszua/8J0xerKLjnAAMLMeDLwAQnkdTZXWjiA
1Pkg4GGEPbi5XToH5m4RNrSqZPasHUdQ+cNRXr9Ljc65sNqv89HJ8HaZMNlbrDMHu5rjr4/djJ1r
rtBCygj2DoGLwNQ8OAcTxHoIy+bnNGd0zyW9CTLD0gvv4NV2mfLDutCywLG4WafmAL9eqqAA8wH+
pAIfZ8DnwHm//IAMuLcJKj9YWjZemKH5Mt54Zp8dDiI+CyXq6Xy5whgCZg0c+Emghq1pD17RoIzo
0ikUS8mRiaNV75MfWI7DlZFjAafzY4ungVYIXXBwqe5+rolLL2AskIMLjc8NK9ef7EhfMvtJS/sC
7dEy6d+bAlLLptZmKa+cJWZSW2zBHGClOe0wURUBBlCYamCI8BBvYyfI3hfogNKtCTtM23aVD84u
KHU6PU61dDgAzWJZzb6GfDIcCk6bGuzMw5ho8mPT+RAQClU9KkgU7yReVjKc/DwwNwoKorFvRRM/
0kpr072HHu+nw+yJ6M8ZC1KytPR7X4JXioxiwtPQGzk76RVm2GxRkYFRo/VZ3hmjzrqGEqDrt+zr
fDO0F400VC9YluB6GHG+C8/RNDyWtv41Hv0cC7lZKIo2pEJ9B/FB1jbNJ//9PNdASCeZL7xCrObv
F0BjHemDTfe+KTIFlqaT2VfUBA2RYHk71sAS3OzOm0a81i44JtBhxEs+NLLvsIDr+iKALNE92oxl
3VMsm/uJzh3SdVK6lEvLthtiW9tCwChv/UYgHytw0j7jEk1/gvCpiq2L++y+gOn47KDUQnGlN+qX
PkDjA5k1tVc0B53fRoF9dovxvHo3p8r92PZN8E5gGv0gNW/8NAPcBAgB+oLubgpCiAl7hNo3mtqI
yKrVks+zAXFnkw9aAGXOUaifS0pdlCuzRnxONeGCtFKG61DYX7Q1h7T2n/IaVe5myVvtznZ6wldX
UKsZEjCu79uKyD5ibkkgvsqbKn8oPAeqhp3WxoGU+KaBcrvWKpNxTPpvfztvGibWHnYg6xkcb8Px
DIJcox+NoPZCAofSiJXR3cx9M987qU1pKxjH6Pz1Xn+95CIwZaydJoqC1sn1KlJJM6lVLMhVSyaV
YS3vHJbbR2n837Cg/7Hw/MaSsB66XMoz7OQoCx4/WjWUhdOAPghFIfxPmV8W9/6oGdtEDB2SG2oI
f/totBcoPxKps0r8T/caxmD1XoPUMmzawN36laiv6yQh9Lp2L5lhX9dMXloZ7BlN2hYBfzt+NiJ4
taIB4BaqmAyQDUAq5440KO0w5rMReZmyPxI4hQy1ptF+w65WPo7Fimk6/8hvrACkDfFysV26nDlP
FkGrsUG15EMQ+ibBa1dSGCh5zEKTFG1SNcSRofraiqpuToZ/4dI2W08qiJgTuIXjNwDfBERHAJ80
nYvqeqzcfiep/UE3GuprAta6q1TDon3+eY/tIy8nOR83C4ZdTHEg3U/OKOilR6eBUhGKybTGfUoP
gYVvySfypDuHxSBohftQDX2wNQKVXVj73hjQjGeelRvgJl5Wxj82s2YDC6wpGi1MPM/+ASJ55KCo
+q3f5O4IN0C2X84/LucP3uLJBoPOlL42rRnc/um2ytRhJBcLYCcSGBEKGWLRvyUFVgEUBYuYr4Zg
JoPMhRFVh8HkY0c0UgJmHgdhpXCv7YbCXYH/BwJy33xbOHLJberqWgBJaZ3Aay1jDSxmcHPbcjSt
bJskS/rOi1FC1/3AOQGoY3tXEraqhZmvkmdE1JRpRmRzkO6IIhK7JujcZ90zgQCZ/sRKRyahtJhb
AhdNYl7CBkIG9rlZNf4hM2BgETGr8nkztnTDN0C5k5sBPauKXNunzBpksbpGlQLHSPZJycw85joS
VVSEG5RY1Okyyj0/ajnHeTRk5vh1rF2f/llcQhvm8ZE1zCnrHa3g5pvnDZPcuWZvwDNbcXcopnqW
tykpQLp1rS+b0E38NVB+7vBfp+V6B36MOcJaCrwemqk9lUHRwryqp7yD+qTAkEhU0N9YQUBLtOlc
ASSeFuxgaPshlbe6cHF9FKn61YyD816QfvObjWzWbMYuSRKiPnXELmMat7/9OYuJxZXQ98OyscYP
rsoKLZom6K8kNJM5tanSop82lUohLuVtlWnbXI4CsNao649VHLTQPmPiikdqhJQqKBVyHBRFWu6X
wZO/gsxAJq03JEXXtEwoXxJipFYSpn8N+ZsYS8u0UDUN4Bvo2eGH6T5jDxh/MPPguveKEmpxlU7t
wWrZs3CwmgU9QHYaAsRsQ8auMfaMJZxw415vmqp8sOYUJhY9RLhbsWr5t1RZLOxb+j+LcTCSnDxE
BXvF3FVmsyD2DZqii3SVUG2l/YiBF4Qdz+wk3fAVIXtV7yVhxwSNEcL0PBEsDpIn0wLWfLbg3YaV
lWROYu/sx4FwyenKHbXpOwqXeAp90Ew/9HRyfkAKqzIce1rwm82Z4137hdU0+8zvveyqhPTcXWeU
ebSN2/jNb2tZJkkhospvHRQRUILFutMXdQzTvF7s+ctgyummReGf3aWZRQJZk9r5Z+XX9g/Iry9J
uRozUeZOtPnA7Ir+ysSxoXazD+cr9LSeECSrJQs1muYBxJkjZiu0IS3xXHJEaU27s1m2nWtowFTR
98tQlClx3EFR10/cSdmEZpaWYAq1ZbIOhg6d90bkVM53LRWbvz9wGCbuavgP9Ot1+zR/bc4DUZa+
5oaZgECJYgfc6LalzwrcR5/zg0yadF808tJy+9YsaKENoKZKHQ/k2vFak5RQvn2cIGHJDopuXeo5
G2+wJ6KDUaJqDs0Cr3OnRx1JNbJgOE0Xznmvd004BunOUUgkHAEj6PENIL7LlSYLvunMqSE2NsYd
aZL2Bh3J1/NT/usVnUOdZyHTYxNDM3D98z/WGNUqiTIReklQpevBY6i7yMjG5KfmLGLvtI61G+bk
Ek3h9fOxC8UNDKeE3xe+yvFVGxJlkSl7HuLIeDmwNMyUDiZysH08Eecf8PUSzqWoBTnQDlBvnLbt
wFgTtDBQsDIXvbkDzDeFkEUF17OKB6/ijbLxdvtnmZcXVtM3HtJij2QTsUOH1X0VPpIBu8yhmIWB
Oxr3q5aSXo3tf1p4oRdO5idas3Wjgv2RSkhg0rxbVSXHL9Sph0TvbUUukyL79ks7Z3rYD4oEjCAt
1S9P5Ha2J3baXbaCc3LItmJ177i6Srf+0mpia7XJ0KAVtG15KFJsOud/hjdeBjXP1aaJbFxnbB/f
oIebZ3CAE4bEE493plEsV3WpqdAGonThF39jSNtgLfBb4jtkOTkZ0kSlK0zOZL15IkOfq2F/K5q+
2eAe0e5rZQ4RfwCG5/wDvp4zDJs6Nt0YmyMIPfXjB5wtqLqzZgehRb8r2Ve+ST27XBNuMlOzp23i
a82Bdi/6PtNU+iPEiKy98ORvvWSOP/SYGA0YHNc//+NjpllQGVOrxyGmteo3vDD/C2ZBdA/4XYzH
88/7xlumEW5BpghWp/fp1lhQ9rPdYs1YaOZO7tIpAP2WMlnnOwO3H0+d6p8cOMgXNsVvXJfyMnMV
vBfmDt8+fsY2cexumk0/FKhxIwVU/HfD0aemCpTwGycjwmGVEVp0/nHfeLXIWla3KO1xhGYn59jJ
BUbZ0T9l0XQMf+/NDFv2WnUTEWiiLqgl3pizeEKKbWxZca87Jxer4cjJlg8lyimsRz6QXLQnNjbM
IZnLn/Os7APQRw+ZayC0LPr7JyVPDeYB5461gnL8ggnkSQ0EGKTMzX7yoR5kf6C6r99ppQwuXOqN
35JjOusckY2cNk7bs9A3wWZaqHVISmmMW8tutQizBufIikJyHVV64UWkmlyiArz+MU0ej4wu6rl0
H07ZUh0xQL5j0aY1pOX99vSu+az7fn4w4sG5Ov821+F4fKA6vtTJ27TGDhc9EOMoSzjbb8tqNWw7
iK8ufBbrv+f0OjZgIt4nVXG2Dce/GmXK3tTzuYjymvR23/flQ03H61ar8fR6iMx255/rhGuwrjjg
kBD36bqPF9U8VYxgFs9zUxCtFQzdgJAlr2BKrng9u428xW7vY1xlH8Dk44H1m149FlQNP9NcExDC
zQEOIfyHfLdSiFIEYznugmqMm7Cdy/zgGDHt2/N3/EJrO31FmNAhz8A0AMZwMnNw5Mk57GtplA4i
q9GXJuXHdMSo+9BRZ6M5G/dDto0NO0Bnzs7yd+9Vygs1UQHgHIKyLvaJmXrPOgIeFaomHyn7do33
VZSYHPZWIeMPQ2WlX3VTdo8kM8T5RhR1Ne4QCQ0fqwWNcIhrEz6HaTuVSf0wIFC+NRWFhPPP+sYA
p4gN9IvBB8DOWf/8j4XAIGiKsxCgPHvCHQd727+f/OJbHNvm0/krvbHzQMjDokNPkAWeyKXjS+X9
DJUN8n9EoNa4G8mm2BXW4L9Tfm7dU8te3hHwNL7vOTLd2w0yFvJ+Y8n5rp0JPCGpNc1rkjZU7NHM
OX9vr6cXSp1rVipbTCSC9slbWAiDCtos4wfHUrYXKTHRwcqAJnZ+ecB9uRwyZ0kvDLMX0eHJMLMD
Y5VIYKUwEEMevxAf2woB8mQ7GSQyOTQDCvMu00tCkIhvmnSII0Znby27MKxdWQBEecJ3KX+aet8F
d/EgpxIP/kgJhSiF1d1cdd4z8Ius2hNsj7f1/Dt6vW3hcGUabFgsX0ewYp7crWckSd9Q45Ae1Q1b
zRWW3W4qk5CEB8jyjrVGD9S9RZB3HeT3nA2DX+dv4Y0pklugrogWm/++jLA/BitLvI9/J0GzuaQV
VBpt+EVI5vL5/FXemCA9Np64zdbzpHXK6+pmiaZgidOoSZYSKuVoaNFSzADqvV5BwU047Z+/4utP
Y5W4ATyjlIY2hxT043dbza3ZdCJzIr2fm4STc1s+OYvX3aGQjnca+RLvUtRBewdE8SGg4AaoOHF0
WsaFJz6MaaLfqiUr9hnw3wv39upnN/lYcT6x+q0b1lOuWJf3OFMEHnF/kZSOevb+z0s9CzKvpNUZ
+2bCDLVlo5H8nrQ1Gwp8P/qV8y/o1ffJTSAVhrXLtirgsHv8fuZEaZAHBh97U40roqqWA3JqxDpK
izfVMBfX0Iry6PxFX3Jhj75PjoN0EfkyLU7WdFOPr6rwNWpNlsdRL21JHc22F7hOGoZTqGp4IqOg
dnNrl5Sx9d4s4vQXakv5w02r8fso45Zqm+V3v+dpAeyJeDCIN5nvU/BaMMJ/A8Hf6mjbFugbkyrH
396IRJ75vhT+Lsnj4XEcbPHIJhagNTXJEZJthbJ5Cxve3/uY8sgImazpu+PmjR5JlRiEvWBD2y46
CR6Hwc6hH9gJLlCjcB3YINxn+o6d8uBcl15suRf2L2/8RuBR0ATxFa5b0tPfyNaGDiKmiDIvb8Fi
VuJBuVayA/x4w/kt3XGiDi4NjFczAhsZas/4i9dzLavL8U80y8mZO6ysmIRTedVQNSacY/LQlZwf
C6/bKuuOyXRx5+j8hzXs+EL96LZtayw8nW8Re0HfZatNTrK3c2HD8QCKngdyvgpSgaHA6QkiSSfj
0/mbeOsNswGmvs8XwCR48rBIxCyMkzZxsYYOeDTL5oj5YNxOs7RIhbG7KyTFhDKev+qrIwZfHuhM
9K+8X4x6J1c10Akh2gReQjSCdagXzCiVrmUHN42JDMS+sIeq/E3UUr8+f+HXj7vqyhBs0IWEf3q6
PKZaZ9bAw2WE/Dv4YtJNwv85d0SQBXm1hLEExyWMXLsUNfpq/ueB1wHFhMxfEEqPf2qx5JXnxGBY
KkMU91MQBHuCUPTDoCrjZoRH+P38c75WS64XZP/B63Wp/5yqJQisiVW1ZDIiYE6fQ5FXDol5Odkv
iCZ8IPK4MNwc9sZWGSQJbUsP61M3TnTnM+KhLsVlv7blrPfjUgHTqfNZUL2OX0CjkTLGmiIjbZ6b
OgtFLKwOkgkW+9DKtXyN6RQoaBQukiAizGHVY9eVbW6bqouJrKAydANcayiv/c6yigiPihyJHkT3
xZbaLbUNM6fR7kU50s02tSX9tWCrdK8Re+cPIzvFr5qN1J8ttqlReyqFDrSdam7YTTrb4aLJ7OVW
9kv+RetRYkA68IYh9GPkgYU5zkSU2To3VfaZ+5D2ZfzEsLGeCQEt1AZyZfpJJ+ah3ZRyGQzaA0bj
bKdE7w7k6phy3yZd+ozjwrlfxmom4ZD21VWw6BaBSB16zQhLhhWHTlc2089YUCOMRqS8e2ymWDk3
6Ibp+uVkEmVPIpAZhsisM7Z1NqbNVZxZc3dgd5zsjExO1cHiePCxHg3q/5iAFtAg2LIopVqqM/fF
0ENFwHnvoyCp5t/YsUUX2R3k0gub0XWvebzW4fniCMAETm0Qzc7xb94mdJPGDLKFII/yCtGSt9Xt
fLlyqNZfWFepDby+GBU+CvUcP2mInRorAWjYuZOYVQQ63lfPg2bXX0q/JgRtkKtWThs17ztH1Bhv
0JRNX9gdWeaHWmol0PS21H/kjpwG9I5lo2+bZRC/DVPFWujr2jLf9HGiPhYUVL2DWLWJ15DwJvN2
rOsKMbnIicpDeT48BUo0Rijc2bVD4O2g6A1V1B/yUreI7+tQKG2miWMpCQPg3wPpjqvhzp79d6JF
8h5BTbSqEMivDjZKt7Dp9B7unaGXbb8ailHfB01akj8pSwRQNoF9hHWKVHRXHHiDh4nYqp9lVoNr
LUwof5sSueMj1lbdC4PSTJLtqGzkh07Qax8aZgI98pK0uaXPCeqdM4Dsrr1uqRT5CJSXIEMZkwNu
pmq+kgOGyqxXboOPqEqJF3BG17sKGpkM0I3oRDPnOAnb2pR4SDKBUnsr6LeOa2g9eWMuQQ/WLu4r
Frdl6TyKw/VYX4FwScwtxh/jZ+alXfVsJ8AmwknplIUpJ+sHd3B7RD0T+XobpIqIYQri1n6ynWnN
yJmT5G4olf95VFSq+HcamX0Pc6qxtnDq236j2c4cP85wvwwUSgXwLjQO6gv6e3ugh2Nlv6RZdP4H
Mq/UtE/nXLpIecZYbcpe2Hir6IM5161FThWZE9zRTqQSglyfYBl/YmjDwhGDGh/LxDPKaI6xN5CF
GSw0CafWhsyWjUM4G1Ib7wIjKT5NVpLZe6QKrRO6YIZCbxS1vWUPKPFkwzQUW7OgOrcxSpe6eeBo
+bKZ9VnmewLHhnQbAyBh68hf4PQCWlH7gCQevHVG1RdhldniNz3H3N9hw+zEtikd51tGGNxE5ZtM
HKSR1nKfxN7yXna6/kzElyG3hLaRgTmaQfbsaFjGQ9hi8qkwJsxFRtFzUzKm17TF8zbfI29Jvru4
J6Dw93FFAUYOyc/EG2AT8Ld23DRYqYhuB+PYPMqkFOWj1buLuXHyAS21EuB383Kcn/usd57Or31v
zASrwQV7C7IY9tjm8bRjdYKVwJR9RIVxfD8GcXqY4/onWVHpIzWESxqjN/YyaylvbRKyt2exPb5c
4nT1DNe3j4h9gw9Hl4Oz3KQBh0Jn1UeIarodfs+S2L6iezj/qG9sZyjWBKgiYR3Q0Vrv7Y/D62yq
SWfcVNFS1ymFrnTZrrqAq7ozUR6pyXwuc2u5sHl74/1yTqYKza2znTnNTAeVHLdDRwqq5lfo7prW
iQoUlDufcs+ntCNa768fkuuxD8dqwXISnPyefW9PfZ2wjNSkCexbFwpi5s59ZOVSHTzCGSjuVZe0
N29toCyHHuFaxmLLdirO1wxd6JaiQqQpTXkRe7vx92x3mNS8YiTGMBnr4hrCPRUdFOaq/Oh7ad1d
oftyn2Vhj+JfeOucFHwOU0hwOdQf/9RSr9x6djMRkfGdfuoWieID9W+oMrlEopkufUVvLN5rCQmf
OM1LWmYnw7qQQ63lnt1HZtvk77sOQQTim+AWxU124Qd+Xc2lM7e22Wk2sO3Gun38bICQvNHq8zHi
+GpdoUooDy3/3zBmGx8NTqWikkjPnVKEffs1KYxWaSCglM645URaWJumdudd54L123Se34buLKqd
birCgc+PxTfObM6qfEZVZHr0YV78FX98cb1LLpTT20NEWlX5CR9d8oBHb34iAGYh9WUkrbDDQh6l
xFF+CGiCXhV9rC69sNcFFIeE2xXOTmmR7/BkMGDhD9zaywaUSWVR7G3lJtUTQd76TDJvAz+uK+bu
Q2rI3iUTOzd0XNtFRZT3YnxOWDZXk3TV3o8Itn/kbaZfL7k9eij9S4pTzdgMn1FExx8IWVwuTM5v
zFhI2DkJIGWnAHRaCGsyyNIAL1TUBJN306NkjdSQDTd6W7dRjqb/elmK6sLucD1OnmxEKQ1zGuKc
7dBUOnldWoI80lc0szw/l6EJBvJT0ybWxZLb+k28ug5Ffg704OU53R+PY3QTK6FrlXY1vTXv4MzU
X4Q0k3tfjjY6W28WV1XXql2ZEhexWzfot7ER1//CO6YbjI6JOdMHgHt8G5Be+sKBKhR1AdIGe9SN
G7GkIqRCmd/WwAcNVu4Le/3XiwKHO9rrlLaonlDdO74mIo2ACFqumdV5eSD2b/5OFJHlbzntpVGZ
xtYFsvEbEzTnWqZdbMNUEQmtOL5iXrpuX+kLy/yUlUZoz529T9Ol6UNeafrOIKBqNfaaSPQa5ZDF
Odmpcd9Raf6qFb3x668nBgwaHLlZEVcX8+nEQBWhAi1Gcp6fpCk2MqYIiyTmK230EWhJMAF1rQ93
eaGv5lrgbhl94y/nb+K1zx2nKVsRnd0A7bXgVNkSEOgtYWWNUW9YZF63CwL/rVnVwc0MOHbEHkV4
W+jjcybP1hbikQQ7CDHN7NuPXuKY88ZUyRBvdCHEl9idCB/KDdKdQ7KuxZdZI3134w6FOBRZX47w
zkg15qybmpcwHq/7GMyxtPVg8K+NATD8x7/uQCEiSwbgwhiOKrr8i7wic53QvNoDNpnNxsQUK/JD
QdUyarTMsNAuosXf4Jei1kmSGbGVWXPwZFtdZ6neRvpgtVfn3/fradhF67B2INdpxT5tX7RqgudR
QQty2LvT4iFEUNUN0jZks+9xCkzvBuK5D6TCqcgccnHhO3/z8pQGdfIKMMOdUpSok+UrnHCO3HQg
RH7IiRTbzF7vxbeV12jwMAWtbTSuhFhuantCDYr8NNYubEJfmq3H057LLpROn852wTJOX8Pi+P/J
2Xn1xq2kafgXEWAOt2Q3W5IlWY7H9g3hyByLxfTr96F2L9zsRhNeHAwGGGFOdRUrfOENBcU+kC28
Qo37JHCFTx5TTUrcdicBDSmmO4b2pAI0SEkQELb0caiJXErvwUOpM7+zE8NAkqEe5eznposoRKEt
CLC0czuhr6mR1fqeUnldMNFi1e+NCAAC7MPEaOF9p8r3ysgoaVdqS0SKtSeGfHRzKWxrI2ajuGi7
pl8MCV9hkqB8585K3sRjIVfHaljmhyzGL1bH+ywKqxHJjcDx4uy+K6qM4myiRp5f58kiHnC8FN9R
WW4+dxhKv0djLc8/jZGZ37ekB61vz4TFrl6YzWlGcurRwXzWQzlZVXeAc5fRGfga+EgqqQcgiW3E
NMw9FazB5KDbc/pYmaRuRS3Y5Hpdhbc3+Wu+tPm8RMI0SlZQD4/K+rr+FfKM3uKpg/oqt6zjUuer
GqnooQGyJf0oM/XumFDdKJ81JUYDnldAFpAep8X5qYmuVe8rW4rkI1uRlsXtn3bl0aFnCDGLsJHS
9baMDDxRtkLo/RETcOUrXgHVAVZC+2McxH8IxSyH28NdiVNXJXlzhbhRtEaA5XwlhjZSZV+tNabY
gJOMq3nKho1GdfUoxd1Fhk6h1sZD1PdNeUDoe+4OQ1ljwjeNYiiPHhSRISiHASRsPdpQ0xtsAD9y
oYrhZYim6GUA8W3u/OzLvYI/EBQCTiZwBm6r81/teOlow9fMaTNE9IsydGRD2Y3jm0Ykkf3vgzEU
l5IOKsMlADkfTPC2xLO+IBOktc6Dt2AA6Dpl/SamrbYz1JVYnEeOIHi9ACn72ZuwzuvI3GBiLUek
HofHRdOa/xSq0KFZ2DFGpQx7NxJmhjyaMYzXNPkEWNLd2YOXAS3FesBSa8udTMld//7X6XAiT6cz
7i1Hi+j6JyAS5+Pk1ch4dAmS+wro3AHwt1U7O2/P6xE/O5YGlU6gNqDgoHPDmDgfOEHtaIhaVDE6
9FT7Bxmr6nMnlhwR43JSmzDpRJOdEsoxX7NkML5WQ5WhqptD01Hx4PxNgzd5aXJCudDKaQzzxoPH
9DPZtPiTd6vE6uDMM3D1iItcgd4NMbkVMebb+Yx87byUVhTI2gSdbkfS+omatful7uZYHhqQd8sD
PonT+25K1SlwbdmAz+GX/bap3OMUGg1y8ClOxvm9EE7yaeeoXoTia2YEW5x8GZKFve03QLqaIMi5
5nFISFq72NNX7amm01YD9jQ6GuVc3akuNDBtNJuHLJVqglPz2Hy5/UMutgdfiQ9EGx5COF5Tm8MH
AjPBrTJdjmtZMEdxp2zuu15gSJyPUnP8flRiVI8VdE1uD7xu/u32AB+uw0RmJTgH59tjrqyIzN1U
j5M+JjgYRHq3ClvGiG520so/YSmXxSiDuNoIxHyad+Z9cekwbyBuIDPp31qk9+fD5zG09CQXJJ5F
wYPrWhOkxEwLF5dK2D/PlAIYZ53DsCpKbupD8FIBRlXdcoxdKpAI39ML92N7Go9JN9qPs0lWMq9m
ul4SxafbY7+C8TfLDOwWGT00magVbXscKVKObRM32hHlJIilkENwilC8on2sI61yMVyolOqAG6x1
V6RDqQTmWFG8RQAnS+54aCwKyTiS4KoUxVDnVKwtsLsu9OyYIK2L4UJXmB8Ufr57WJVUe9Rvsigs
Ha1WDz2+r6iK1qPeBEtfN28Xfba+4dwEUT/X2hiP4CH3gpZ1Af/RlWLvkF35yKYJykRdMbg6Bcjz
j2yNWmPIyNKOnivH5kFVNO0Xtt1J9yyTmM4Gklh1HEaWs/wYKm9B2gni/BjgATc1x66dnVMpOhMZ
b2yG7ybi0yjoqoLK1u2PdOUMrtBZTFdIjrD12uSmEOWraDbWZoFIEAtAfWBZNXJcd3qiOGuPyLNK
gPiuvkTpzim8DJ449jb2kOhbrY6U6mZzjpNTcUv3Oqo1lbIE85y6n4ahn/9ITXIv5ik1cNekeA9E
yHmmmCsatLLt/Csm11MA3TfdOS2Xrya/CKAmBWsUEtmxm4vBNeI6c1V2rEEz8X1dDfP9wkuhYy+Q
eXckjvVDT8RwWKomx7ph0Q+LIMrb+SaX8CSAr7BbVic+sgac+M73jgZLlsWY1WMOyFd5aFRkFwMg
VENzoJMe/WwcVEgC0wKqP1Sdld8lPQhUX4V4WPvYYPYvXGkoQhgt3PGgoz9s7vzEi+jSILdDddMw
IDc4F4V9XdqpW9YOEsBodT7jFB8HHFvtvWyX6lNRNMWP29v0ynhILCJeTK2Ki2RbcYaAj8vPOBhH
tzXx3YlNEb3JFCX/6sRDMvtORXVrZ4qXjwRaMBSs1u9ggLjQzz/CWFtpEk+5eeykFgVCeGnuq2WO
vJ0xQ9bIsplmZBbhkgKnYc/J98p8SZoZee0+kzquP+6vyKnNZWO5qWUeGwlVsocE/12QQxdEFgV+
llOKe8bO5r+8sCDCU1SgY+LAQb8I4BdvNMw2to4TTa8HOEmyOtRFp7zp7NTMw3/+npQ4rVUZcoU9
vLJd/5ofRgw05qeSwVxJXVrUCqKCRfw0p+UvACHNDmx/u5z4j/HSr+wLviNaUpvl9Jx40mTaxmFm
GShOogP5ACNkFgc80q2HBFTb3u7Z3quvIyJdBydhfeJRpT37gHjZc3taOAlzZduPsON7lAja+p2K
4gu0dEzHcETbg4xSaedf+/eTuw5r0+CnMeMSW7wKYP21roNeRc6Uxe4R9Uz9mSjWa8JiaqcvmgQE
5zdeb/wy1UhBu6qpKc6g8Kc9eLSBe19gA7GSYTT1Bb0PiHyDLQyVpnad31d6lrxDkHcija8Mqwkw
/I7ft4lRfbDBByDLqeby14gG4hhGdbxSSKtE4Kepyv/KqUc5V7UW28E73ZZxgMSGivA8isKnFBMc
/Xlx6/b3UhZO5ccyccIRjIn6ILJJPuhVi3S9PaTJtyQFUEDztBlmXxW10wQe4vU/0d7vCB1cgWeZ
qzTLACDEgoHhKmL4HgPo79aGeTwc1miDfxWw99/sEmwGyoXgOkhrWu9zDeksSMy+/p0nHaiVjFsU
U4II47FjnmRMvOuUyDyAU1JePBq/yTGanexxtgZsvMe06u89lW99zHLTQ3dJMbKfJAhoZVRstMif
PLv7FBH11cfVRgHkrjVr+C+PHXW7URr5k6KmUDvg/SaQeLHS9jC9K0ETCq3DzWgWeCo/o/6TLYHU
WwzjJ9NAPT+mVPnY8bd3EfZdkEt1PACDqarWaK9M8c8i3TDeLSPghHCom+G3LVyCsSkzxZeafuzv
fqjJXkh6XfBsfVx/wWANH1tjnNs3sCqj4gBWZUTFJdOSPyQVWoVXld3ogZSTNwMpjxCTm0tzQSGc
nFkGGUCC/xypavFdVqnZXaQ7uPvMGig2nygDf7+yU1fpORNt18Cq6x6H6CWfUO2PCpwLLTU2GI2W
oY+si2J9numIA/YY6M3A9Z0qpIpjj95ipss+vjckrmYobymdA8xpmJwArd3514I5FP8zfHbTr8q0
eJJAtZEQk8ufLIqsXy4gkSKAQkHJDUL9dOBmHJJHqrj5t8zKObl4D9kY/ZAc276ORsbPekY+9Djr
g/O4miz+YOHgHVtKyr18+3q8KPEi4kfVFBV4Bz4Ej9CmVCDXBkY2YlUDWX8CKDPbuDQtCR5eD+mg
Nx5VaDyTjuS+zR+k2qaEp2guf0L4iJ2DKcbyJW1TWL9zU7t3TbNCUxMX1yV/xjFF2fm1l3cdmDVy
4TWZIt/fNqGtXJSpETVNSANQC+oWjG4KJPS7LNL/hsT8wiTVj7cX6JXVdX7RcY2j94QiAjUnEpzz
+7V2kSuQTdeEqi3RhDHqqL6b8latj00mSNK7RLOrQCfVK4+mUg3g0HBDmQ+V3gsrELPedj4awVhr
YDOC+tjY29Fbux1w1IkmrkeXzi54QKdwP6VghMuDPWltQ55h00F0gaK9pCDE+ydj9hb6GFPdHQTi
J8t7WSdG+lZPjBmGj+mAFk1SKDalMqHAhrsi8idm/DuWsfWfBTQnhY7nTfNDrhfN94V2FLKrcU+F
3nF7Crsq1jDawc3i6jlVJsy2liFWQgoLFPrVTOs/AgQ3i1PFEr+3i7Ve4Wl5Ke4jUTn/8diP2GwD
cEKTgvbrVzkOVNCcbEyfsAV1WBNskv50SaJSSEbGGQXceK4Ooq1q6oYwfU4lwCEFfNiSUMVzCol/
SQu4J+AUD1+wYprGQ2LksrvXOlsm4OELJB1wQC0+9QsKGacREFnr91pU7uXwl5sOi0jiZPr+1NV5
QM83gDWbczXSqV07hWq4aEgF1YKWuNXrWCWirXQqJrP7xxiJ55VlWHula3sZqMH5oKaAlqajBRiq
Rt2cXEFnwZ2VGTKAOn29vcPXDXy+wdGopIJLx5DIBRXc86G6OM6LOFGBcbedsnoaW8Oj0tjtjt3E
5TKatCVR2YVstxbrvPNhXJpFi42lR2iAYtCOSpxHb0E8OPjjFWBnsN5L33aavQchuRKnQOEnhyDp
BO6/TTvRr1Ho3aRJiCNhdVTjRbtDZcp4phAjnnH2sfZu1AuQLZ8OaX3HtYDY0ofccswcY/U2Mo0I
eKvuiB9ymfqvVN+aDv8TJfPeuG2c3JVGhR5fh+jDFzRzoIWrGoodAXYkUfHZETaARvww5XNeQS29
s9A7aTEOQR7hoMdCaQLRa9onzSv1PhD0E3+mAC7wDca8kJogEATEq1KI+36Uov7rz1VuvFE4GgP2
x9iJUR42O9+LdKMK3dlSH5O8GVZZlMLsfQWulgLusaxCYv8FT78yGmowjCDYeH7V1ZA6K4xPUtHJ
mKGWy//sfJ5QKm8VRznQS2xoGKpD39MGjHP9WCCv3gbZ3DQfpDUv8jQhFbaE0O41NHPmRvvR1E6X
oGikEyVlc4aRNV3rVBxQxNRGEqDKIRSI0WzpVktiPxcJWuHYeFbPkRZPw0HlGkG/oyqX7EjrY5xP
PJjer86jM+IvFl2QYIm9/OesFtVT0XiqvLt9hi6IhTyjrzIRvKTUYkhVz3e301pTpKlDHi4GtlwB
NwZGAa6toMtvIUtSWDjcdsjhhzKptXuxSCXwZB6NQVG7yMHa3aguLGDa/64qY4Zb3IyI0VN3KPt0
/mBEpvPGc7uZUpRap4dpXlzf62IjQG2qCjobcxgkIKv5gPg8bJ1ahrfnt3HzWTFfvIL0FADW0PIi
TzyfX1cuhtsPXhYamY6oYB7rBhmGitlQZLeAJ4epdVDKGYo77ktD97XJtj7VQGCxDE3syQhaQP/f
+gKTh8fB6PTyeVqfBFBbhPlkZBhFPcEJzbuAjUesY8xYgft6jpNRyPcaCKfVqKrfekPcP2GPMI8H
tzGyGUNqNNk514rzu+8K5aX0OvuXYZdoU95egsuLBFVR1HW4JCmX4FdzvgITtE6nwi44tKa6epgX
pN2ymApypdreibpevPMCXF7LjLcy3GEsQJLYlvUw4+uGoWnzUC+TREPVSKvEk1cUy+n2vLbZOF+W
a5ESNYNRAdrqVVtaPKJRb2XhgHrSU+Z0NcqinXg7d/p8+Oeh6E4bK2KEThFk0fMlBNpKec6ailAA
4jwhrgjiXdjuC3UYZYdiclESZlrQLtZCDjV/GuKb5ybSY0ipbpqGkZnI5k0l7eQhpvvvPY/DRN/F
5k4lsejB27uZtMniihQfskzFuNDPFzu783gDi+cocxeIkFZvvHh5IbmFJVC4AzulSx76vu1QIVC0
+N60B+vPoHsSAp8m0QCijiM/t5a5ElvLhc7OTEMaA19LdJ/mWhg2JC8Kn4+RsHddMS73qs3BeW3K
cnJpAJ4vdKvU4G2bvgxR159wnBo9iU+ioyhvlKIjA1fcYbR2Pu6F5DXFubXf+KpYA1pkC3jCP0tT
xThWYbZ6/Pmit/STyIT1ppSK+gA12ror07rykRWTv00lnnFcdtMu8IzKuvPQcfMtVD2fumrRJYq7
q3K4VxYgozX8k31dGPHOpX0ZkUB4RUKV8M4hNNjGWAnmH/YyuJhe2oNzGnsDySgcS5vWoiXs4Ivd
O0m/c5FenjYPcYjVPEJb/9lmMFHj5iUhbhfCw+gyH7lC61PlFCDCGlpht4/b+uacB3YQKiEdgQRz
ubS34oQmnEFkg0QdYjPoHYkoj15dYOGJndYwl95zHatzABVD3QkoL+ZIH5iZYalgacRWW0mH2ebW
aiZM6rsZC0Odio7vmrkZzoPRvr89xYuNzlB0ey0HbzWs3LeKgIo7QRPDajNESS3/bZTCPFFMKn/Q
+6c648TLHt5t29EE1oWsHH0mHbUKj8Tw/GSZXMluJ+om7FH//JBEpVihyBACG9GOp9LSVrWdpOfv
PBgPtBwr3McVd+d2u2gf8DMsQmgcNACakcBvmillMTQoEyRdmGSp8jPTBjcAc2EfZwuCFzWy0Xxj
1pliwCB0C1+qwKFmt2p2jvzl6tPp49wA/XPpImzhYTPNHnWxFpws8Vp/kp23HFg8914r4lHlVyDO
vPMIX2xptjNJwarcwIvI5j5ffm2AFROlqQixBV7uCp3CJmSZ7FTG0/JkeSX+KhJta1p0xY64xuWm
RrWIRipQH2oAoI/PRx6kYXYLSllhastcgyGny4faIrkmAMqinWle3ExMc9WH5+zwpSnrng/GmVVm
+MMidIVhfAdeoN0JodaH1tTHgwcj836CGr0z6NUZAuRE6g6ADZHe+aDdYNAixxsrdCngHFQdNn7b
ePpd0eT9TmxzbSheJ49eCeVFcLrnQ1U52o+x7onQUBPbl3L4jvTe8J8pnPjlXy8IKtQO6lvITBK8
bTVRoKEUZTPqBJGJ4jzM49S/g/f+I8kStwelR+Hj9niXGxRs0voIcuMaqJRuwg74wQoczh5ogzIW
P50oTwJniVzbdy1av74+lUYHM61DR3623A+3B788jxB5Ib6pBD2rbt0mvkoy4fUgDglRtcI9JRz7
z+jRlw8KN8ULlMj/x3Cceg0q7Qr82mJfSISw2cKbO1zEYj6Zi5j9qaV3ZcVO/nVEW+B4e3qXp4Jy
AJ8RENxryLrZNWtENySNzfQEPBtb2tODWsno0ErZ+JrQlDfVZOxBqdYPdvaIIoxH4rOCRwACQC06
36ol0ccE7JB3U852GJdT6c+jAmm2a5uAapxFHkeLVJh18Wg3Q7wz58uTwvBsJrqDq4rc1k+tcWbP
bUxRgA7S87dK46IJwgY7eDRRdm7za8uLaAlJnk2ODrTufKZx5+gjdbsiHCdteKxy8q+oKNFTTUr3
B2pJI0DKXQHli9Y8AD7AAIRf9Fvph2+RW4BwnEVZrCK047F+F6+a2diP0gUBDKXfW4uBnwKipTQw
UBR7SotM+k3pWT9cbI4C/MHV77c32eUBBstGsXcVj4NDsFpD/t0PBc4VV9hGF6FXqvVLNUM+lQYp
gWaWiFG5Ijk6wlAOXt25//ypWXi0LjU4C2xxb7O9E6Wq3BkrkFBt8vzzIKjoWnot79PU3XMMuoDt
I0jGRwYURC//dV+dz9Lq8egjoXSwnHK8OwsBn2d6R8vLKtR9VwyW0flZLd1wzAxIIlYEzSnXis9F
pe7BVy7uLH4Je8BbJVIIarYvOvI/TlNagwNaHCxOrU8f6XKn72YR419VmtbOM37xeT0IbCsvEQgK
8eIWd1FklTHGhj3hETe170FoPM6DZn7Jx7y8Q5UgejFr2f2Qjq7c3d5Xl/MEX0wJRScfo0trrT/s
r34pi41PUraoYYvLOvA3EiETOee3Th5/zyt9DyV7bTgNBAMhC9cXR+x8uBS5V73OGi3sUZHza1jH
J+w5aEuNNHkGHLd/3p7eZURKNRMCMS8BcuhgsDb3ZOrhPW8rixaqFGBeTG/M3srYTk91Qjzsz8XQ
+pFnkydnefllTsopEKqJWt/tn3HBvVhtoEywDOA31gRke13HjWKV+DKqocBrsPokUIC2n9Um075A
CwGC5o1WMh7IuHoTIebKDXFmmptHGoE9cXJhLJ91h0N/bCPMpn2lVUcrwDWmBXA9Q7jxRdXaPZ7t
elKi+xxhNVXFULVwWsjQfr89mcu9SoEY+AMMwLUFtdXLRAOmLywxamENvnwGteQ4n2YgXm9zxY7u
DKXIjinCWofCnvZQIWuk8Perh7MIrHNibNoBYFO2vMMexIDErWoJ8tHQg7h27YesGeodsMT2xVlH
WcXj+GKgkC4+FsZPutkl6hJUmr78zJz0WzXZxXOfesoTxWaatUm3p/1z8eD876B0O+FCwdXd6teP
rgkFYTCXICaOb+lDgMqtI7c9TGasf9Q6FNOKBgZkACgs/YAHvOsv3lw9m1Xdnbp0aHcuhquLQPBE
5M2bi0rU+Uk1JztP8BBRwUlU3LPOqx8u6zWDk3CRlSgH49QCYtk5Ka/1w80npkuHzDvRKrnsq5TD
XxeSVUZdXUX9Eij4SvqRUXonpcu9j5VZx7+yFshG1iBuIAZ1OsH0rWgAtvF9oZNfIjo0PwP5akMv
AjlsOlV5h24iyKyyL75MMQYaceEmO+/jq6/U9he/Gr1xLfM8b93CslpMqLyD1+vM3nm0DZrhMep8
aKUpMSQTu3PgXxSeiixDMoadmdsH7Fydo6NnykfAkwQ0fbZXaLygI7Cf6Jq/suC4drgAz7+fptQU
jWJ9hQn24ze9EAMeLPPgfR6X2n2o00hRD0ivavEhUSSlRBNlF8UvG1XeT9Q9aamQqGO3pCrqWwWB
wc+NnRovlAbTwa8s4B7h7VtlG1Guv5ejTZZH+kzsvrmoB6A+VT/kMzC6VLyg+J0+SNxRDtK294LX
i0fhdSwYWSgBrGSErVPYWNhEaQXQEHT3+o+64lQfFQXwVVwM8kcbq6YPNCtjezfpcVYcES7S3hPE
3b6E628g0VxhSmuIsSXO2LHg4upR362N5ZeipTT8OryRgw7s71erytW9bbrWIDbbdI2qKH2tbxCc
gPMN0ZE5Q3nm7jQWSXtfzEmgUFa4o++JUxc2RZgn1Llzz5HTTyWAWz+fprn1GyMa393+1lfmvuqc
raQ4wHYXUcDgITVZx+0SlDRemHG/HOLMrB5UVcyIWi7GTgrxSjLbzh21ckIBDS4EfdDzuSuIiEWM
twQ9Ikf3+gim+tmqJ0G/HyKo9F0RgTIsFEGALyuZ2UEMdP27tKAR+iauRshdGVmH0EikzD+GTEEP
pZIJ4qKOsSinietGOSEI0n3DANt8FxdTyaaJm/7esntr3Lmary0fuEE2L4VM7uZNEBXPwrNQAppB
VlSKL0Y7f55dR/gjGPhgySPzH1vkbFWQBnTI4TISQW1jxFZixYNC+Ry0Tv5deqMa4mppAYRoS8T3
Ci6Jol3ub2+Ri+uA+gvhqE3XkugbfajzL9YuMbgwZHrwEjTdN8NSwgB08xhFGX3PifXipVuHWovC
Fl0Z8r1NCNzGy7hEistQulAe8e0YkSOvZohrlo3IWm0fl1r0O2t6dX4kU6v64updtv79r2cuwjza
NHKvOgBkab/Tmk4OolORx12lzm8v5UXQxPwQylvRpmDc+YznQ3UZ239CHevg1Hb9JUNnNrBTQHF7
L/fVcYD8owvN2aZ9cT5Og7MP4rlwN8soWh4ohlB38VjYQ76k0UcjyqsAFZTmmz2Uw9tEm0GuYY8W
VHaJPkrUO9bPvh3MMEeZZWcFLg4MJuzwoUAyUz/gqd7EMp3ejnqErjzVQ8P7QNI3HaG6zFA9Z6TW
UDraKcdf+bgAiV0bQyCTvuKW1zNgvmSnNUCitnYcFIE0cGh48ATx4u193GtTY9O+To8jur3V8zSb
AU1xTvDjBoyegdkUcdIEfS2KUzNrys5SXpsa+fkq/gGVHXD7+UfWIzUvLHgLB0lb8kNS4lpXOU37
RjruXuF3W+LiabAQWWFOYOzpAW+K6i4NetVEQuUADQkx1BHheFTHJ+MHh8V4FLiwPKNiNShhq1jZ
Uc37/nD74GwTnfUHME2uPEiEgPs2F0Pdq5ETVdii2047PYHrUN5WXdneraadz8s8pQ8jsm4J7cCp
DG8PfRm+rWMTAq9lKI7TVjiIXLbuNRvO6pj1dX20TZkNJ/gamGUTeUd3rUru9UAlgsZugs6Tc4rM
csRmGfit+SdfqjZ0NFT3n9qlMD+1M6VZXyxK8i1GchEdUyg3O6/SlWv07BdvPldcVkrckdsfMJUR
Hxx7Hu7hlmWwXk0Ag0hMfxhMQvPb63RtUBpNHDRSBjblejz+ukZtB78rcuH6MHhR+mfuOrS3tBy9
nVKMb8HzyDAGsXC8PegFPWXdGGxL2spcqtBkNvcJag6UApWyPiSt5iVfUw9B1kAVfZS9sSo0QcGi
AuY6NN1g3heJyL+JxerTIyT3aXoZ0ctHWLJv8fAz5gqcuQs57MPtn3ht67IehDpk/5zSzceoiwxU
W0J8M4ylE+LcNx3dAb1Bjfb3n0ECjVdbswzdptiz4b12IQGMWFUcVykia/MKaFmqmsVcNDiDGT36
hSoqM3wI67NLJRwv2Pb7P890NVDn+7soq1zgRFqMvIoEMPRB5K1+EK6Z4R9YRwH2m+qxnJJftWpk
X1Bj3HMIuDJROhqo/FCGWHVGNjchGjtpZlGMPZQxHnua2Zf3ssjlQVcU8xRr5p5w+pXn1eYlX8MF
+Dj8c77VR8dsozqKWVgCPj2UrlUl9+it7GqnrF/oLFiGMEl4TgJOiwpg6WagBnmYyB3pykbGinRd
5sw+DTISj2MnRnRrJuXUKk0eRAkNVX+sZP9kTxLufxWXtk+lIvFHTc/e3f7OV046gIg1ReS/2NKb
9CWbPST1pIasIeD/Z6n3eaAAjb2ruki8B+drPHZZ/en2mNeWnGgABtfaZuG52yz5khd6hRcKnrai
OhRxYT85StLu1NMuNhIgbjJRhArWC4UM+HyUrDG1sUSqNJBxlj1r2iFDKypbIcn6oMmdi+HKYMjP
oO0HHpJP/FqB/+vCTDPKggqdHT5rlQbAwrGXjWqoqJNUHyTwpJ039Np43ECr3D+eDFTVzifnNLrQ
1cFxgxqjdnCkg3eiL2o/qW7VBm067iIeL3YvwKqVmccGBosP3ul8wIUGhaNPOgPqCnQepUicnwBN
pvgoMJPFinjs6uRgLQ3qzXqMPFgCC0MPNHgG3pF6NPWlWu+Mo4IxLRBg7rLQSmVShbi6Jn8mIJ0e
XmRxe2wNRK39Jm3yxzFNm+GEO6rwfCV2mj2VjYu9z5xIhBAFAXOtmdvugIEIf1U1pRu4lgL5TQey
j1wPTMNjNTf6SUPWMjSsXW29i1iPYQl+qFDQcuKC3NxwhSFtV5FgOLTZECAgJxtLs74ygFPoo7eT
8F2ctXUwJPUs4g/wwtvrrZxVBMQtBjNX57I7N3PwsBDVFO8pa18bCDkQCoxYivGObx7vRiF5b5XS
C4YKnKvZ2+P7urbKz7evjmv7nk7Oag7NPcoynm/D0a4NtZhngMS607/XRnzYalnUwYKg2n3fon11
e7wr3wqyJAw/qsfcVdt8uUvkAPushNNV5dQbZSXqxx7pY82v9br7cXuwK/uR+4O1e92T3lbHY4QB
lGbYdKEnqYknzZj/LMaY+WaTy3uvKsrHgi27E15eWdBVCR1fUGA9JHKbu3hGII3kxvKC2h0gzE0Y
xueAXQMFp84fy6DvQYsvC/L0O0Es0P+l3bGyQs+/4GTlGHIA4AgWFKQgxZQlthck560sCfByJPDj
AseWvqMhMHVOCzN38U722A13SCHuiaJfnT7B3PpzuLi3KBgEjKJa6km0wjbkqRxqSHNrYbdMnC/E
8ml4+wtfxI9Mfo3hKPyQfFBoOp+8g+NHsSTcokoVWfoDcbbznHvj8Jghp/FjMRf1rhWGi0uJJo2d
sa/tLgiWJuaya7izjV1NBFP6wQGDn0VYJFvoLz+2KSy8quzEB1lm43uMhKc9QvdrC+4s7GHKMEbZ
YYCo6bRvbjtBBwFntCIKqi625jdI0uTyK9QhBLZlrUyiDuDOzugEuF7xzhXAzoNx0PqfyiJw3hWm
4kyQCqFonlwH4a1AnyL3fRTpYxekZD/VKU1ob/teH/dtgAmLVx5YWzh+bTQl+o+lVJOP2dBXlNeB
kAyBOdjI7ZqoAh0bu0YJGECHV73Jlakr/GyBWBj2uivSd4ieDXdVqtaj34my/GRHFurfs+FGxU5j
7OqZIMReVfzIKXiNzrfFrEapqLMJ1aputtHMQK3xjx3V5UMLlPcg9KX8hr4Nml7Sa+61JRN+1njj
h0KhNeMX8dzsmYVcORZgBuBrE16gKHKB9ZHunEkx6UEaVfK/pR3t9UnMhjcZwsarxHIc79R2LqoS
VLf+D8RMKAqz+XwJ2qpp69HL9KCfhBnIxZ4CAOPaaS6BWvqD0lNlzpoWjiZBSEd9L4VXe/twXpk0
KQdRMNE51s9bo/QcaeluiFs9KFmVu8aIZ4YUheodkaSWz7KcodXcHvLyeQEajxkLx47uJNCI81nX
+K/QXG6MoM7q5XE029LH/6KAMyr3Kr+XswMYT6mZQfB6u3BD0BNdktnQ6CyykbxKrebQkdmPzM3S
o65l/yqAxYUK/Z67DtNPkxh1c83byqgaKf8JgI2irjANyalxi/rzrFHw/vdFXGPT/wXH4k14vojz
oHdx3dh6gImOl/tTncofUla2E9KmgsR4e7TLjUqSiLAJEho8F3S0N6M5c0pekRgEjTkV9DorftjS
w8IhzzT1tKSJJw59rsAR1vKm/qEXo7L3aF2GWis/EcV0GgjYf27zJ68zHRmbI3DfplPfLMVifGDT
yJ2JXtswqxkgsGMIHJa+/v2vlGa0cDNtCkhH2VSjS2XPkXHIDfjLFVWnT4vHpXt7ZS9gSuueWQUV
jLVPCQdmM6LatehlpSXsocZz61CbdHnspcCSCvH3F+ALUEYLOy+Dthza/yIaHaQdVfQ1Llr95fZv
uXYwYUgjkkKvjnRus33F3A/tNEI67e0EK8a6TO7S3lZPq+XCzjpfGUpDs4mCACRQFnyTyk2zYSgO
lJQgyrTirZm5H8jEo0cRTx9vz+nVf+T8KSbPWWuf5I3QTLfiH7i5Ya6UdWbgTF31nlJb8zEi/mmI
COYU+SKg0C+AE8z5mLexmPwp7RzsyQW0JT+xBRZNiVPJYyzb2vYtG25foLWw9P/9PK/GqkSJFMR1
movnG8/VFVUUA2h2GqstfuRAFEK0J8oR5Qi9Puwsyvq2bheFPUcXg2r4Cr08Hy2z0ETphTSCEkcS
Ax2IRpMLBk/akrx389mEM5HF3dep8OgBoOEz/i5dGpKLyf8vUM2xjveOwfrBt7+IjYCUH5B3Skab
X0T/qlPLLlNxzEuKIwIKxi+JyUaINZLys4d7KSBYlNhCgIZI8bqo1HBeerGzMOvTs/kVAPq5ugnX
gTxsZVuSalk1KGN8OcYBIuJEGnmPPFHW+rGnpAlhx1B8pStb7nTwru3SNRICtQdAFOrqJhJIUfZU
IqdUg6gqxgfV7LM3RaZ2n6w+nh+oguKlVU51kLQLIWChxPq3QVXru2JKh1PVieIDSJ/621irxYNV
W9nv2/vlyt2LLj67k3IHaeEWwOiaCKCWda4GdoOJlIEMORoknZ3s6LteYilW1U9QKuS6EDA5eefb
cnajup1jnMWaVrdR8RtBSnQ9rA4/npoW/rw5fWzI3P6Hs/PqcRtJ1/AvIsAcbklKanWy29m+IWbW
Y+ac+evPU31zWhQhoo3F7C5gjEtVrPCFN6hCX0L+kCxQ+pCADXdC041HgIYULmBCi1TUgy9/xmjq
g2XFjUwwlkdf1DSuv+tqHH9DrMF8mMCr7mz+rV3He4PwE88Oz+zqdVWEn3JlYz1iQJb+UNhWeOjH
LL9XnbE6d1oDbos+5/n2N93ccjDYOHRgNVEOEr/q7VPHbKqFjMkzefL+EX2w+2rM5i9AsYtTYS9Z
jFRBEPwxzbn5kdMX0AH1C/MW8nP5WQ8nc3a7UM5BCdjdy5iXGCzd/olb3wEEGxwRevdgFMS2fPML
y4V2E28HJkeSHB77uXI+wpBDcw+BifrF0pdmZ59vDcjmo/MFQpy7cZWSxKnTjziZKt6gliF+svUc
v6Qw9jQkK8249tRhQIPm9iS3zhYIREEVMck7Xpt3byYptZZc6fWsePKsL5+xmvuGZ+b48/YgG88t
IfD/D7K6XtIisquJvpc3N1CofAhtC1p6TljkKGN2098sIwBZrN7otFJtvPxuwdLw6heYU6E8q+UH
ksB+PLD/ZzQJa9prbbSnu39dYhB1HGhrsAfgaq3JRNKiK1JRxUTDsZqfqx5PxSltjWOPF88Zc6Pf
lDyq+wJ89937Fxa+BvQlChxgIsTCv/l6TpcsqdUi1AIiGAKohhNqlzbDMwS6dmejbM6Rc8CzJMwk
1zqbCSAJyeTm91onnJqfSq4E4+OUYChNY7nQ0MFCRuoYahhSeaoyhe91kyZQJV6AvQDEDJj3ugqZ
lHE2RjbJqora1TGc0X9p5KX4WCPrcLi9qtdNUcaCkYKFG7Je+KCvbsSKXlmJRZPqLaY5TQ/mkIzT
BxTbxtBDBYZFxqMcMHMhp430lE462udNW5DEZrMqgfDXpH8DfVa6k9VF/bdIbvQ9vcWtqwJBYDq2
9NPJ3FdXBSCmGPPkAI+nEDpZpcR4hSxR+4hh0W/obstOgLD1RAhqF/IisoiPVkeq64GcGBMlLESv
4Tnm2rcBF7e7oM+ykz3Wlg8FvNvZ21upCTVC2h58CPJMZzXHwjJibVC4moql6YvvdjpF93rj1NMB
YGoF7jNBOX0eFql3+7iQtPuxTcfClSJgii6ZclT+xb4gEQVkSUZP9rtmfwE8UEp2n+xF0lRKJzk0
lO4IvLlOfwBotpxjU1ttdugqbRlPURhDgCOqT1ieIdN/JEquDuTm4KNdecLjB9i7Eu5t3o0LnXuA
VwR/Fug+a95qp0o52XIrU8arcYuIAxVjbHs+3j4i4mJZRar87UiMomqAu/va2Za2aj9g446RJ8nE
eSoX41ve9y9yUkun947ExcoOEN1/LKDWr7DjBE3ThZWJbsCYn+LQRoKIQvk/ST0Un28Pdb3LGYqe
FJ9RjLh+CyMADFqrtaaXWzz4dizJRzYTVgwS9INZUsbjZMzTzkpuDgoyUPT5ANCtVRTqRbcgSeIy
x7PUUcAwKcRTA7CPDgrWj3GuT2enlvdkSa/vDwIX6hggyXglueIuH44MexpNrS287WL4p7zBiEFN
snFCaSw/WSWOeLeXdiO2hohKp18ABBXR2bkcEE2csU+p73jNPC9fo7yiyQ7YK/sM37g9gCAOnhSU
/Q5Jo2pPwWTNX9py3nsur7grAjtIPVxY8ogi4DrPifCOHNGiM4mwKsVKUfARejhhMg2IEsDsrl1F
7bT7sLemX10ZqR+yRWgGGQE8IldNzPqPXJr2L6NIqu7JyMf6O8oJCGpGxjSXbjtI0++6tmvn6GS6
fR/rRqPdQzGRvt5eTbFYl6ePaVAxZTkBzV51opVo1jsNRR/PUupRPpm5Etv4/6klNfkIvz2Q3tN0
7LnC0kPaa3HpldQo9PPtX3F901AuoPdIaQNhZERbLj9po5qtHGhwBNWkgThpJPFLi9zHTtxxfdOI
fBhOuwDPUZ5YjbJgMVlJi6178jQq5ad6qDLJ14V5c7WQRu88OpujUQUj6xKqMMZqm+Je2qeh6eie
g1dpc0/naEyeFhUdNs8yW/QIby/h1nAUoRA7QK5VyFldLiFKY4LUhXPI0sX2L9NOikMfRPGPUt31
kNj4Wih3CxdmqNrco6uSV4eTnDC0sEiim+h/CgJh36ow3okTNq4VIQ9O0M3GoM++ulYAH9ugKhlk
kStJw32hTI8U9SIIPlOzmOccNYlft5dw62a5GFMErm9jYBUgiD0UFo4ccKhANUQHxImmYwfZ/hOV
zfDzMit2guPkOJ2SKZIfhnYav9/+FRsf8uJHrPaNETSLPsycyBlRykOKyyzW6lWDbF+4J8W+NRSC
9/RPgTOQma6GAjvY5tQUbQ/+SqOiPLME99JSc0FJ07JXGxB/2eqmAf8M/I6IR+SIq8WtaBpWTlaB
m5CGTDtVUaZ91I120U6Oktep78QqCrJmly7jnWqOEGqB1Qb5u1s2VOYUYMjkxeAp9NW2koNQb+hL
s3fT1vwN0TP/h6R9GtxEU8e9jHhrD3NASL/B7FIXWQ020LYvoFIwWIbw4LBoxbMyEvVGqdx6qj33
O3zZre+Jwx5jkZbyLK2WWA/jOBmUxAKaYkmKj6qBPbpKLMcBEMCh/Of2Rn0tYq2/qEWXkQIX+Sro
kcvjglga4PyeI0q6zn/r49h3Xt3FPRitLFM/x0s86y73FVY7sGmK09BolF4KAJhZN0QvUjAO/u3f
tLUCOD4SR0JcgOclvsibE7ygwhZG6PxC4tH7r3nYDF5FMx1atqGcbg+1dQsiR8RSs5t1Z02XshHn
jzNqoF6cjM2vhKr6fYWCWrRzr4tFXC0yZX/RXiWLBFe7WuTAmvGtLEDGRIaB5zaWyfJvFH0Rs+wk
TXMbKZd/Jfh977yVG6cVAB6wBVI0UVNbPSd6qc05YYDtjZVuF4hGRPUxIq7Uj7jhLaE7zyYuMqpc
hV+6Zsow8R47S9n5EVtBFteFA2MPLrYgYl9+znqZyh7ZLcergsRCnHuQlMVvLGDDbtUv0qdIyvPY
m0wrxLYZZEqIzL2xjL4Rd/EXeVyW/+YsK3+CsWUBe1PBC1rvLSt0ceTVWs+WWwhm1pxUZ6mORmAr
WoUdb9IA8Xz/0TQIWIUEj7DCXHdFpDjW2qEWyj+T5vi0//F6yOTlt5nUyk7x+foM4B3CSEA2aHES
T10uWjtqUzkEXeTTGegerRgVGqRbM56SqNjZnNcXHEPZ3GyQ5S0IiqvNqXRWWs1hA3Jw6OtTagqx
ZlsrTumMezFIjT0QzPWZo4oqgm2qpcBC1wAciZwKf6RE8goHtcYQs3rX7pM9kNP1AgqvTWFgS5qI
jIf4FW8ukXqJi6ztIIlIqLpSKk558SlRPWtV57x7WzAUVQB4+CKFWgPUnGmwsUGbaIyWIFqaqu8B
sQiFElsrj7fvq81ZiYFYPrAaa3h+MGgYiDszNKfADI5ZXtYeYnnyQa2QNrs91PW2QNHuNe+F9UQf
RLtcwKSHVplEqeSpaoaiXuIY8yGWghnEkvUhl/U/t4e7ksUm7ZQBChMsUl+HWrS6JmSEVFEvA+a3
pFwnLm0VlJK7AD9WPAQQqETjXe5EWzCC/gt5rXF6t+sM+aeNEDTuJpY2d67TNkYN+Snpx+cRz2v1
hA4abjjuUtZYzuz85OsuIV0AEi8a86JXuC7QBwSSPQ0RyZuC0vxsNtP0OS3jya17DAn5aYMfOlZ5
ZybavYoY61MYI5h8+zdcX/GCIoAGEe8XaewaURbNxqhTXUL1dDQxpiwFQj2q1WPS5CVlsEo9W1y7
B2R+k8eshUx1e/iNtg3jU1pi/sRHIJMvd4kVYWYPDBSR/tQWEDDYOV6CLP5vVZOwfEAzunXzMCl/
RrPSfIr0JT5S1h1+4ynQgHLX+pOBJu2xzIYhOCQORnq3f+D1y8vvA2yDghx541Un87Ukl8iWRA/P
sQ96GqTkBUqEOVDUnxCbmH2lzZudQUWIdvnc0ztTkCTms3CE1h27LG4bzMKRaCfLMr4HVVnyPjWD
r1ZW58+yuZz7OJ69RBqiHcD91v0gtCtQV6RRRch6+TlqyMDgNTPkYhUFZYNEtXwnD+x7zSj2iicb
Q4nGNIEqulti910OJUVqXMw6KwvJmVjNGlOgWlM5Tv5YNvnePts4agxGhAYLE08bZ7XPcGiO+YdH
I1St2f4ZV2Xn06bsfbmf5eSQqVn4B9UcJziOOtpUMMINx42mYk+yaWvWQogQNgOz57a/nLWjLCnO
ZvBMsaGLQ89RJgU3yCiwHlrbyE+3N+/WYGxeWkmI2JClrwYrW0sJ+j4PfSfrLaz8ZHxy3AF/VdB4
CFvvoR62hhNXGWdZ4FPXLZWhVOW6bGBr1M4IFEbKyh+5DCQXkYru+/tnxp1BcE/ZjRhnleRQwu1D
B+CLJ+nkrJlu5XdJG2PBMaH6/hdD0f4TWlcCYaxefrGgHSsUrrTAC6fEwWpi0UKvTYb8Pykx997M
rRWk/4JXPUJHLKL48zdBB6T2LscUNvB0PRx6v4BQ3pyQVcYWMbfz7v2JEpVakMwItAFCY59cDpdq
NR9slAJPxTjtKTLH1CszPA+IjLVwZxm33mcVIKrA61GigjV0OVisIsrTt3HgJTqVjAfew+5bYJjS
Z61Sij9LkNYtij21/kyqalEpR2MWAzfFrlC0Wab/9eilB9yA4YSBA8EEJjGmln7oMb74ffuDb/5S
wU22Edri1tdXxwY7tTlCgUQcm7xCxyCz4WJLQdUdktrSPxHB9YobLlH1oarlaPZnVBgPUq8Mbhy0
/bMRo2wZY/rMDY1t4QHvx+XOooyxByjYeLs51vwH2ByyP2vCUtiiclbMBsFcaEmH1kmtR/gPDmIZ
o3ag/Kn7aAni71wPreFmLaSR2wu1EeHBv0V4jQPPSq1pAGGcj46eAOgr2rw/Nr00gHznWQym6Rna
yHv1uAjwQKPyLMH1g1u4zjMaY6Zu63B1YlF8r6IV5WEKTojUZuNJmd4vCiKGEwPhC8C460c4X2S1
HWWcB5Oui48N9bMDnIfo7EwYptRaWhVYrxj9l2XIqu+h5RTnqB3MczMs1k5+II7hKhwAVIkoMOVx
EH9XuGq0A3r0pyVPG9TlXvjdolCrt3e3v+bGbiLJ594mdOagrjUKiH0kJwzUyO+xTbxLlyj8KCWj
gxRlXnk5QMFjx4925w7FsFjp32sUw9dFhpOIR7xVtMhX10OhSb2tzYBuMBxUjjni/1hKKyjKNZHu
G7UhuzaSIzthwcZ9C3eLfvcrTI1pX95JnTIJVR9S11oJrAPo0NTHn846BOP+/bcRgSBGQOUTjCKn
ZV0qarjEHU5i5CtLs8Qe2A/zm16P032jy9FBddLpUZ/ixUWmmLLAmEJr6MJ4T+9hY8Zk/Caps01g
SQn0csZx69Qo9pmhHy+jcupKAkoKJ9m/PYHa3o0vMrzVvtWFqgYQFnr98lrNOsYCyqKjH8GJy8pz
RR/5S2NK3amI0+xuyNv6R5Z2jnhYC6zJIfCe9aaCKZIZwT99DSV66qCb7CQ8G5cWXBaBcxA/iWLa
5QI0gBx0LQFAITnxH60FXaKFkX0w8yE5lU477dyRW+tNfkNmSkkWVsgqoF5qHQRkpWIAMRW0fkes
kLifa0gwEa3Rv5gbJU+QV9R9ac6sBqOm2iIe3zNY2cpkrpPz6GSJfS4L+LVeo3XLzoBb6RvVERDm
Bj0u7qbVdgJWI+UGih7+qEXKaeg062TBavUDIzhhcvIBDKwpTIWyc0gA4lYYfX5om0HxW2TZ7hMN
rcohrBDvG/Wft6+zrYUnj4G0RE+TkHT1iCcYl852qsV+KZf2MVnM7w2abH7bB+HOJxZzXG9z9IqJ
1nC6AsAujsGboI2qorxYBpcINekPZtTl/3YY61JQKLtHp1DMF8OC7e9YUvbx3VOkgUEFDJoPX319
lgPJ1IMgKEJfKpDFm6YFpf42hnWvDX8RKYKiB6RCc1aQo1erCezI6buqDv1yKJaTgTn7gxlBXErb
Yk88YOO1oz6lcTRf237r6v0coMafi1nZoRI8aVGoPZXlEr0/NUKvW0gmUn4BGLuaEOygKKuNOfSL
eAgxv2l6pz4kI/bzbSzvdQk27hyOJZ+fFaRLsA59taEDpRMTuVC5Nh6dfOBFm4spduPaGRo/kPRu
Z/dvjUjMIAxiBXN+TRlOiylXC41rfq7L4GRVS+1DZ/wTmVr4AG5oj/axNRxJH6oawmkGt+DLI9CE
8jLUlhH6bV1Lflcr+oF7qHOjJbK/pq0d/8XXE1kEqgfQoSA9XI63IOYTtKUe+uZIlJsGVGDMGcd6
rIX+IqkFhYnpqUwgSMq+2ihFjYfhoAtboLpa/DgoG8/KY+Ml4HF6fzTCHnm1suXKgtJ7OStr6aBc
FVqGfLG6uGHQS3dyiP9DhHXP++s8lJcYTLjIgLVYDVXHsWMVi57581i3HzQ1N+8xfB8fk0Uad96I
jYuYtgBmRIIOwNu0eiLy2s7B1sepr0YVugFphwSTXjdF7abDMO0sofjdq7tYMC6EPS78gyukpTb0
9mLRGPNTQ66/gWqpH9pwV99EvKNXo6BfRVUbYZUrHh6gJhpScZP6LQTP05zY2GXUyFmNi40hH6xy
12oUlFjTKf8cNdZ7DdIIlSH/CQqb2PvK2pet5nNWTjKm/mxG4wnU6ksfxPkXBEC7czklwc5euVbx
RH2AqrpuMRwJ3xoAPdGLyDSlTvw0bwguzC7QqQ2bwehPgZM/ddQT76SusA69HtcfwBAWn1sAeI9h
oeuxV+a19o9ujPH/br9+G5+aah6+TgAlKOitXz+lUJ1Gy8vEX+JBBpMoQS+J0j0qy8bjzjaiuw2M
HpGJdcsumAmieixL+NQz8FCg+9juqSQl6FssqXmaRst8MEciGnuy6r1C8MbZoY7GZUBqRDV4HVrA
CJmBSKSZn2Vz8l9hSeFjONbmfWwXOwW1rXnSMgd1RSEBSZLVNaf21lDwoUFgFI15T16SnokF5AM1
e+0wotf/GBhdciII0O9uf8eNt4P3l76NQrkFAJpYgzfhU99GcmUkzJE+ZvynM4z2MM7agMewUbd3
fT7uIcC2pkrFmfIOM4BML/78zYBdtJjwjkA4p708HOn7Dm6bxNDjogxHxaS2X4JhqVwVreuXv5gq
HDWFqBQ40xrzTrITo8TDIuuIRLjIWI9fW3v+NcvTdLILxzrfHm5r91A2oAtMbi24BKuJzkB+9GRC
HmAwih9TY4Qe5WassaJO/XN7qK2PKNy6CTVEhLNWEa0K5AKLRc58dSxMOGaF8k/RZfnHQaGDqpmZ
s4PSuj78VNkoz0CsoqDPA3Y5tbhZmnZIJaxX4yX1cNYpn9th2VP3vF7Ay1FWYQZOdmlRZqgRNGqm
fB2KgtqaUnQfp5GWwXsXkCsGlBsvCh+KdPlyQorUzG2ULQI2GlmfUWr9JS2leeeAWn/IimEPr3v9
goluPY0XsjdAwuvSoT4aSp3KYeHbwiijJElt3RSS2rM8LQ3KL/gWu8YocrcJO1qeszRuduKC6y3D
T3CoDdDHB1j5isN7cwyrAMsfGUEgH4Sb3fpqoVdfjKnt7wPNkU4ZCjXvFmjEIkeIZojeC5SPdZQ6
FDp9FpsRZbpph7SKldNiRw4NKH1PCmFr5zAY5qw0voFgiMm/mVyrVw31nbrwEZ/p6DPTr3iCedf0
bhYYzg7WY+swoHYgkhn8tEicLgcDCdbZoTMiiKhDeKUfVLjYPsd7YYB4Ai6jHjEjEcdxe9G2W52G
FClFtHtQ+4rrVqc2ZQ5uZg4m7elF9RNtco7zrGaHSu3mkx0FdPsDNfjv9jG5vrt5BejjAWCgUHml
uyRbaWSXtpr7Qzk4rjaSSRVAQc6Y0ideoE/zmU0/+/KcDztF2K3tKhSxCa5IOoDwXC4yvvGLFVTc
BV1qz89GMv/JDHXIXWRGTQ/jk/Fwe6YiZVqvNjoIQmKHxx9w3eV4SQZGOZQZT7aW36Oy6L1bFmPx
OEWd5SHEXLl91EU7VNGt5RUYlFezO2jLq0FLxEnqrIsL39HpCrUB4RSSCAiu5Eb61PdKekpjJ/6m
SH34/vqvhWiA0BlGFUqUYy/nW8RVR4sIYVip6iNPk4r2eY7wBupQivKzwig900zmnTR5gxPEY0yn
nW4IW4p66OWoUmFX5uAgkklxFsWkwpEy3YszU/vFFRF2hxAASXGWUA7t3MYKsBLCkbcBjzwIsdV2
VPfATWIbrT47cBCM0gRDGcDfehkIAvtERstvMRrFrVNruUdWH+0qtQv+3N5hm5N3dHp/CDXAvFlD
uI0qbA0dXxM/S83Rr5I8rdwI4YLKJZLlQTXi4bEco+U7iHOiMBLG4WU2wv5U64nj7fyYjdtF9HZ4
+Ry6D3iOXn6JOe1yymhoWedWhIBit+Q/B/ErJiWI72wM7Ym67fxsoEDil46aHhtT32OVbFykIsMB
nkyRS8RNl79B6QIkyyV+A2iBEUOEATfmtrx7/0zxT2KgVw9XpOsuR+G2zKUgJc0PCf7kpzoyxifd
nh10C5qUdSZOjkrXIBBtHiUzjr4FWdKMSK/o5Jm3f8tGGECrWfh5sPBwIVaLPiXSjFF0mPqL0lb3
/ajad6mSj/dFCURM0gLtvuyGzEPpof86wVXeuW6uNzvIRBrCNEQIASjnXK7EHOtKXQ3IWS1zDhYa
S0Bv0qTIHXqp8W/P9Po6fSWV0HnBIQrlOfHnbx/krK+mGIdbDySfA5NXqb4NVTr7QT3lZwnXlu/6
ZMrZ+3c19RwUMCBCk7Lzfy+H7cpGmTBtcPBL6dS7Fm6Pn0JIf4K8Nfp4q3K1Lab6GX7F3Tza5YMy
tfnOb7j6xiysKdpqvJyAQV7Fvd7MXMraNus0ZfRmJQZWlsaAQtEDKDP4UoNkuYq9GJ+ico47CvXN
VBwov2bnd64+v4E2Na1L0hAS2tWHHiXgFSrYHiQIjPA+nbvyZOl1cogSyXoZ+8xxnXnXTPXqxX4d
lL4s4gdCZnCV/rRK24VDVSFkKJUVWidRfxdUen9o5/y7FAbD6fYcr8skYjyhtAOtEFTFOoSHoT1o
SDuPCGvmzrcyM6v7xona+2pZZl9DDequc8zxnoDB+tj0SfCCD6px13dO/1hOsvarDrvZ2Pn4Vw+6
qCcCrKNFL+KWNSiS6yRFbbERpuWSfSzKSnWjsOg8vckm13DS0UstRMnUARvW28txdbbFyMg/vNZn
CNZXO9/A9dPpQQh4XeaEh7qpGx/6fOLNVrOHYdycpCjQCk8eMeblIcvpEOuY6w2eZTbSM/KLsguZ
V7lr8qQ6jo4jHRu1blyZbu9OTLw5MkOKfJ4ofy0845hLITkVk7SNAdpeM9XKUwFq7N9ZXcpTqdjN
CyaWTYDPuqztRP1bCyy+LRgF+rm8JZezVtuqa8ySsYlfhsYrY037Xz8ndK9L3Un3On1X9ydJKQ8E
TmGQdgAnrk4w0gpT0U4wKey8yk/LEAHEjDHW/TyO7Xgqtbx+seYek8zbu2hzWGITMg/a9FdymmjI
a04zpQMU2nw5Bdpo3qnFhJlrssQH59WoJY+bna278VURdkQHGDQCMKz1jQn+mkTSRMSwTZsEu+Wm
93GR19waWhasgiH4rVljeO6WZDjenu7GN4VGgp7tq1ILvPDLb0qLXBlgEKBjW8jFGcZ/+sHWxuw/
pVLUna27cTtSy+U9hL0iOkSrQ5POtdYR7Q4eISDaNAO2S9hsVO1j1mv6U1GGzdfbc9v6lMjlUvgl
vhXA1su5qWqIHk5bD7hhRvohTObsnGkOehpy0RziJkAxcIqL9zK92LavaAdKYNwQ6zuZ+9hWgPEP
ILGi6RggM3c/Vm34AOM7+otvRycWlg4aszRvVhUcmeU0OYiD1yCDeoqTRn6yxyb3YrsPft5eyte1
usgSxLSgk5lUammVrqvSXWtg7mCFgyclSv+hl9IE1CxviuFBanUiF2HFuDnOutKbbi05wU8nHNJP
me4Eo5uESQ8DrU6hoQSaOvuIbGYfNUmVDK8Y5ci677LWcnwpC/QfDiH5U1Jk4a8azX8cADu6DO5M
GfjdYDLqsQShnDj4njxUq+tMSdtKjgaHq7RP9Mde69pT6wzpoVWc9gFY+F7X/tWiYrWGQlJZbApx
0tdYS1OZw0WrCTkb0BQ21iB4x/9H0Swz3CQLxvB+6cb0p8VKLndDkef5S1LP2ehTPEVUs7eC+KM9
BLnjGmqBtAcl2G7+PmXThI6FgZSxu/TL8DkblHEnat44ueBIBIeS88tNvFop2rCZGQXS5JGwwTnH
iS783fRGjTNl7EShi5ZHbO0kCleZEV+HfU2NnlyRmF38pjdBpILfWDO2CpZp1Vy9hI7zb6eW6s62
3hoEK1cq8kJBgFrL5SB5u8RK16qEDFHWu1Ghm5BhivRw+/Bs3ENUPcG3gWQA1LQGmi1VZcdyJxGL
KsNyxycdzvrSCfWAcL5bcjTM08hxdp6UjYtdo4FDOVC49ZIOXE4t0efOyRfisLRpij/DvETLMZAs
jX4DCnA7Qd/WDAHRoW3DPiH6XVVx5GFptSQk4q+qGNu0fNarlw7hue8N0o/oXiTN0W5C8+X2um68
mtSTwbTTUEYxdI32StpRGUvoJN5Uyl3nhYUZvyQz8o8D5rxInGVG+ijrafyUdaO08023lhcUH/BF
CL1U+FbbE7RerBQOl4foCh76ZpbDEz2PdhGEQGnceVS29ikbVLDswfFf0TMK2ZnALEWTZxWF+ZNv
rqqunJh7FcetSQnnWZgxwHthZ1/umcVx6sagH+/hhjdjtly1D8NUafeIbSDpePvjbY0lZN8terzU
NtdN+onXWZ57YM49NS7fiCbCnVaRm8ckbdq/OAtCXZ6Hi1jHWkt3FEhGgmvEgKBRUA8P2B7eTKf3
fpaVZOckbHwp0jEubbq3Anu5Onb9uIzokHISNBkB8rbSg4e0aKqd/bBxIVNAxBEEPp2A3Ylf8eZy
1PSi0/J5ZPfVEZ2MsVIsuodGl7vGEJX1/ZyZ5k7wf127w6kPPDARKgqG1MJXjwClk5onyR7QWati
6cDplv+DMqU/oeM0/8HLD3yFkrQVKAtnymU/jcP8JNdSq8KGKxGbevf+EdkvRBNxsxJYXi5BlIcA
rYqEq5syiptMswU2oC9PI3ooO1Pf2Kogt3j5SLoojK9Jyck4qQl1jgFL39I8GW1nfu3rRIMql2Y7
Q21caQZVOp3OJocdyMXlrEzKbn3TY0kEhF8/On3+u1OM8Vmy1OmDsaTynV3jW4DGrvbx3ctJh1oI
hmApKOQ8LgeOO5Yx0JijYczRc5hVGuFEPFaZK+favCOysbWg5DNCUZ5HA2XCy8F6C1pyPyO1UFht
+jVNID/LkmY8AtNNzrfntXFShK4dQStlGfBpq6H02jArGUMCOJrS+Dy3inp8RY+27HBfa8Y9XNrG
S8h4lmhYIQwLGvRyaqmjtk6lGGjcFv1wDKmQudJQfzWVSLuzMmc6F/Ku75Y4eau4kmuNb0e4hGni
GnhqSjICpvHQe7Ohp7kb0iNsXX12zOcQTY/KLbUh/57x75puWNXlF9VOyz3fxo1PSrUN6AgnBVKn
JTb2mxupdwIF6h7rHBpp/r9Il9JPs+zMT6bdxXuB+9YaU/Six0lvFfmn1RqbjWHHoR6R12Fgfu61
yThAkRqeEly5fSE2B6A729ML31rkt4OuNlKnJMoSmiRAlVngGLZY8zlbQljGUWrhWp7ED5JZ/M5J
foXa21+8YDRC6bfSuUaY5iqVTWWjjcToiPvofjkq1RG6vYRTbNEeb5+YrS8J64OuBFkzT8vqSzZ6
GFJLYnWnaJjvlIK8K4OF4neJqewM9UqgWe9coaZFzxqOwFXAgedP0XSoD3rWYLaHpamSh0VSk4dG
idJfpYV2geskdf2p7lXPSPq7vsrN2s31JobDkBknEbwTQS/mb5wQloScuzf+iXo0VW+vifi4698J
FU8wjgSf01y9ffa0qCYwbrTv5kL6bU3RpLq4Atef2gr6N9ojyufbA258BNgSXFl8CJZmHUaAGS+6
NOE4wUzDqtLO2qecmvLRasLl+18MBbdJQJNoyawNDLSRel8zyD2K1Y30SStScFDpnHNv1YO2k0hu
PG88LiD3WUUCpHXKTbugzgtj7r3aRn9a0mg4tpzzL32RSChiFtVdBZjSbSYM+m7PciMuY2SiMqHC
Q/1yFZepc0vB25h6L9NM6Q77U9NzIBDs7JNrKSdAEdQUBNzDEaxfcXW9uQbrikxj0dnQUq7m92aT
frSsejyMdigd9FAKPo2Dk7iTDN8prHSkHq1iz7tpc+sIjyqhrikqqJc/wZk1vWUheA1kTq0e2rov
2aS44AZn//aibg4lavxIakDgXlthtaEMTSqx2aXObN/hJpCi4ZkqR26Vd4MTxMLSpodFJAS010ga
Ww6zaKEp6DmVFRzigXJRF6nhKYy63uvIn5EWL/eoNNe8zNdRAUYjbigcJle7ZolMOY8KrfcGtNSP
S26lB2QHl2cbNbo7msfWfKxKvT6mdqJhr1hmJWDcYHgM5Gw8amoyngZpRJnPCvvokIHj8AvQBXvC
shvvoQjMRceJ/+FgXX7xurHDJMwUTlUbDh/6eE54JkrnHl5g8hkhRsc36TTe3f72G+8hXT4SKiI4
ztMaLaKjkwCUim3W9NNwhm/S/EyTZX6SlyU5DX2eGq4a9MFj0iAjIEW9uucjvjVrTplArWvUOdfv
1JR0lHUioh5NmuxT1trTQxOS44V63Pu1hNfGokrZDiZn6xoR+wClAmpS7MXLpY47tVVLyvPeYJT2
U4hfiduH455byNa5oudOtUjcJNQnL0eZdLVCOJzLSq/r9qBURfG/Om//C5K620kkr8W0BIqLbIOO
h1BoWQMQ+oA9AzGv96o2sF3EJaUPVdH9MM2ueFalsKB3qau+HEozWq8FmH25bHGFr/XHIs2jn7f3
1Oa8BUZQFMrov6xCj3IYoyFVxfNgBN1R66R/UZ0dvtAAKXd6ERubhyfIQGmDSisg5NWRKdpUJTYP
Oi91Sjl026KXzoWatLqLhvnyIW5K7QWTiz0w2cYEBYqeGiAeN4jhrCa4JE4/lEvdexPluV9KUNvu
ZHTmhymfdtnvW1NEUx7EKvVmRAtWMUuErH/APUzm08v6saqi6StiJhQm1NHsBcnV8q26aAN37NoO
4yuUD49pbNVn8OfFydHLeXLtIkn0w6D3ztmJ6UD5oVRKh9Gop7/Y8sDroM0JbD2Zu5jNm4ezypSm
ikcHM+SIImzmRLGfJUHyaA7NHjdq6yPo3BdUuV6b9OLP3ww1SXPZS3XFwtSQ5uKpCv6N+ip+MK3S
2tlmG9eFyHFFRMCmvpLfauJYykOGo2vCijmtmR+UoFO/3D42G9EpUAehMAyYHfie+PM3E6rnEWfM
HiPpTlZnxH7H3HnMgM3/rKbOfk6ktPlze8CtFST5EgwzgiaYxZcD6rPRjHOpcXrQhbvT9e6LIkl4
3cTtnhTb5tSoEMLnwd6ZIstqpCir6npkJPTVCA4hr3lxGKBXlMnTuU+KaOdV26pyiehQxMFUDHB2
uBxwjvRQtWrWkg5LAOBRjr5PKFjea/qAc0MDtOaAs4P8Q+4N7THtA+lZ4vW9G9K6l99f4SL2J1gV
9CLSsdVnbeuxGfB0RNtwbOoPWZBrfo2TfeSafbLnZ7z1RW2w2cTmcDIQ5L+cNqB5jZSWda7yMMo9
tAeM+7ZEONHVpHT6dHv7bN1M1Aio2QNaAe++KnJNUpNJC80rr0QI6mec9umPGlDKSwlnq/NHc5kL
V6ULt/O6bB1GR0EBXpQNYGCuPq1utfzNht55+RTgI9ulwVHqS/l4e3IbcZEwZQP6wvToDqzOhhb3
/8fZeSzLjSRL9IvSDFpsgVJXsnnJpugNrCkGCa3l178Dvg0LBSsYe3pmNTM3KxMpIjw83G0rqhkl
dtvhEAyx4tHORyPylJk+DabJc9Cm0fNQ4E4dmP0eDrM9PIUJsnfKjOvoX4SjCJD24i7I6IzOR7Ok
6W3Sj/rctg+z3c6Pram3Z3d0BXVaI9g5P7efFlInp4ZAHZLdjZBJPYxV3BrQCRJ1nr+OfeocA9T6
4kMxuiDDWWAPwusLW9m5Am/3L9kO/wYOJiqDz3u9f3PHKopcysHHZAeIZsqUvxqrflebHNX73/dX
RHSNBVAw5FSSYMEkBOm7HmoS6ajHDfgIlrW1eRxQsfhLjbBb9eRUJ1+V2tLOgWaLf8Y5zt9RxtQe
3SiWTwsG/qVUe/GM9K3zIVeCPam9rcWn9ID8KOnYgo9d/zI4JLme2EEHVBLQ7dMoGC7V2D0XOFA1
EoNIx/SiZt5jfN1uOQ4z0OpCteMGWRvQtphb2waeX77rJlnlFbMzQVJvrOYrnEPV8pFZiM96X/b/
yBmtzFOiz5hR3f8qt+8EvwG5KQAybsubAtmcNaVNN1zvy6Kvzo2S9q9R2JafNArXH6nT/LGMxwJy
8v+jPQ/eHS3410s927LQnAiYd8iAnTA4Sg6yxtkMZou1c6Q2tjYzgt8B64vdtmbodKgl23XK3055
jv1K9iF8FsdCqinfa5DZHApxNPruye1A6K9nJeI2tyoDKEhx5WvhLI5KmavmT5bW7doRbo7FNQUf
CD1iQpfrsbTeTsO8JLUGKVHrp9EcSvdSJJjaK24+ffrj7UFn7tJRCgmaeu3qZEjpRkrvMlhZ4YEQ
SOM11ucgOsjBzg7qNCR7Lci3bw1qesBZBJn4dPIYXM+OVyDSMSMG2ITA8UqXIwzvkpvg/rQ2Dvyy
4Rc9AaqakDOuRzHqRJjtSDoxIQo8HqSD7oVXyiq5TKPtfoysWjvGZVDslfs3Z2fBaSA+IWa/AftD
zZowsuaiCYQz+G5URGc4HMoezXJrj3DFAtlxqcF3XH7Hb4Gt0tGOA3IMwKPXsGgbSLwZsh9+BPR2
uL+Um0Mtfw1NzyX+Ww2VlGkQD1SlfL1UQp8oSX3M+v670eXODga6gRGiVUeVhISbk0bAfj0rgT7E
AiJyWThN5ddGU/wo8tk5pJWRPBSzsJ6N1ngL+0H9FkfR/BlnpL1mvK0PSJDCmUD1gvt5NVtUsc3W
RanPl3RR+aE1zyeUuuOdNd14GCjxUUGw0V6jMLU64jiiZUWdZjA4JznzDAzBQ29O2VEvnO6lrdwG
s74WHBbV7nOlu3sOQ1ufFOYopWE46MDbq3hPL2tdmj3Fmm6O4tMokuqALgClVWtsj3++eyBuQppf
Yg+eoOtP2shROFleYEKdx6bfVFN86E3s/kaj+uOWQv460Qd1INrQuc9Wny5sqTxXCqQ/VNebb0rf
lH+7Ms4eJNSwnZ26sYDsDpreDGxdaFdaXS/Z1Bq5mEvqbGQhByOT1VGM9uBlQ+P++fuNyppFcI76
KHfaaqsMStAjjwKaqMy8AJHW9uhrL/q3Dnhb6JcJJjL3P9kG8rW0/aBWguAaxMY1n6HOzLRXlnc1
j7E187J0Lsy/OjEM6rFoxuq71RpRC3m8y03a/mL7fZXZKu2VTWC/GxNsQ46hlavdvzs/a+NoQlal
A89d+uIpVlxvpXg0Q2E53A5pPlYnMVhJderaAVc2Lo3yp2VCJ/FpQJTap0YO1kuCJVPnx6nMX40Y
h4Pn0ZQ2xcE0Uz60+piUO+HIxqFecBNE4alxEI+sThVCOaOpRDHoCWTogwVA5KMLbxzdKnkXVbgs
8kypl36qOgBw3dgpsGxtSU0zsGwC+dWh2F6vTmGbZOQWEy4l3rPw0MVTFKrflM5Sd5DerZH0hekC
3YqWAnd1zmI3DUVFksbewy6+KIA9Yd1I35zHYeee3HjGl2SRZV16dyFEXE9KJ9qSCD0RTMpqeirr
cCKMrR2oF5Eenittwnm7AkW/v9OWv7rKY3DfMXhcefDIGVYxkQ2o2tDg1qNGFg3+oI3pV8ss8h1C
y8Z2YRR74QRyMdKgcT037InUuDcgtKgY5B6yudWeZJPo/7pxbJ9Ea8gTolXWIXJDzSuUxni7P8lf
HMD1LFWXmwU2xoLDrTZM1LtGSlN977c9DtgXLaAhx9enIJhotFNl4AcVjTFHuyuFcQxk0Y4erhPN
z5jOXvptO+WfKpfVucCD6NQHgXwYUH79uxFJZB3DZDCakz5ITXhRKhvwoYFr9BgVjVWeJtAw+gjN
dEgfbVPkx1QP3WJnfrfZKCHEwnFf4AbglDXckOD21VpERtiYuZ+isj+7gbUUcJd01BUulakMk6hp
oh0pg4mlLlcdevlfssh6n7fo35nt+/tLfrOblx2FqtqvPn+CqdWrEZt9ElEyBEoKJ/OpRQ0q8ZTK
UZ5CcKeT3Tq0UhPw7WlsLB/y6kP/GpYSGNEM4PpaGrS08SFLeTj8cHJdcnO3ORkNRNc5mGwIoUmz
837c3A+/Dg5kEsaCJrE+tBmwVYmWOYB1ZbvnsuqHSxp0md862rgT5m8NRbvaIiDiEHOvyR8ktzHE
dIoVi3XzoTWNmmSim/CeVvdY18vtvV5FqADU9UgAFxLo9XHtcs1soqynXcupg4JWrdb4N0vU4DNN
mc0Br0xUFeN4fO2m2diJNjaHRv10obhARViXznVzKGLFGPiAsyXRvdUMzynj/uyMQ/g8LtLVWVWn
XjOWf+xHxKekwZ7/gPoy79UdlYgGk5MGBnFM45zXptqMNrg1HIO03pN23tqlGsxQ+jNREKL3/Hp9
E702Y9OdWlwvm9QDSJwOo4sEZ2aa6WHuLW2nvrc5HpCuxWgE4euKGkgkH5kygK8oQjlmMdz2yjAw
wnGw2qTIt9fOvzkeGSFrSY8I99H1/Ii44nGYo8XiPRne2q5yD3RFFg+1FUIwqac9J5DbCj3fTrdh
5cDMIZ9ZL6gmigo4PCMCalHXOCkCU5qTFPQ0+Xpnm++y2Mqcg+7aHe+OK8J3hWK0w1+K7GbWP5bD
4OWNnjuek3QOFgg5rZr8l9oH+u/NP85Ilh+L2P0vU1/y4dXqkHuOKjoV1E147o/u6MSvQUTWTGKb
frl/C99mmYwFcYgEHXVvEs3VSQ6HKM/mUlA5EYr4wpktvyTGbFzsblK/tXVOB6ya1VS9uATeDOHM
P1Wl7pydeG1rP5BUsxuAXxDNWeW6wUQfQoxsuq+kwXxIZDS9GK1mfVaCKPpSOkr66f60t8bDnwV2
8uIhhIrW9f5DujGlma0G/u707t0YJC1a93Pf4HoTxMmhjco9GsJNGMU6c2HRLKiDuAJ1Xo9YhUmp
2nXFjdkU4iNtkOp7KYOdKGprWiibwvHkiy5F6+tB8GuZ58EuW39wJ+uxqbIPcQMFzUwECcDYa5f7
q7j14Pw+3PJzfsNdVBU+qeIUrY9yf3aQkeb6ElnXQ9PE1vH+UJszA/BY2Eo61ctVtOB0WW9nFKB9
4dTTM5ik8r4gHP9SEs8Vnpi4gr0/HxE0YFGg4EKELnM9OSVwrYA8vvUdpxourtM2HhiF5eWhaR01
aIU7R+C2dY4dgrgikR+cETLc1RTpZzPNUedNlf2oy6PZNvp7DUzHOlHlrj+IoWxjrNOqMTpiyjxF
RyKc0PbMOm//xrRusj10J9TUlxTgzQeuDzrmc03rpVekpaV7kZKqf8WygQhlplryEOP1Zni9nsU/
BgMPYa9HulLb+W5bWwScjDsMPf9FjP16FRs+jFWYrKJrz9hGA+eeWj1Rzi7l5p1EZWuLgNkC5Sio
LIJGXA9lO3lp5yYlrXxMpmPdZ+Y3ALLEHyxToAKs7WW4W1NbGnuobHOPkAFejyeVWY/UYGY8DXAz
F53ut8iEnA0j2NuLW0MhvAJ5DgU8epxXQ6lhagA6UuK10yBCn3monuNpohGmyaOdfHYjvAJUIJek
qRlS6bqS3pvC6o1Jdn6HwfnPADX7wiuNqfctRVSPcC+z41AqxWEwuyrcOXIb0yRnhxCvUy3h7K3u
yLpxkqgoczADLSs9qzLbSwJN0rPVITndP92bQy0sQXjhFKPWHi+2OtV6lRNsRFH4v74t9JNWdj3l
qCHeGWn5NqtQmS5mXGuofCGLuYYXy0TSjq3wwIa5KI7x0vlvmOWeKcDWfEzuDWBUXrObNIP716Uz
m/m0Jtqlnqzq4UvVakNPrlmm3/588XjGqNvCOoMctfpOk9soJpZxnY/GXeSLbmgeU/wRXhH3Vv++
P9Typ25Wb+lO5A6hH2HdJj1imWjFKfCK6mITqWmFe9bnvjslyWD66E+rQNPDH6OMizQxECPxCIgE
qdT1yUbCt57LjkHhtgTPHc8AwreDdpoC+kx7iGc7idvWJEnZyGXY+0tecz2eJmlysZGZ8jurrY6D
0Q1vuIEbF7aTndNHVRcPEfq7O4nUxn25qHNzp/DALcXJ61Hn0WhMgDjem6q2j2k+OA8uwjNYPKOo
BxG1P97/lFtblMoJRSieb2DB1a5J4igskJVu/KKb82Nid8qlEMN3iNx7BYWN9aRjm4IrLkZggOuG
96XK0Da2aHjnYDXLoNQ+J0aK+HuhKLQK2EotsPxsNeOf+zPcuDsX7dulf4jRKbVdryiXaVDVS4w3
1vp4cGJheuqYFi9FZsyLeYDuxYUpKeBk1U7+divxgtopaenyDAHx3Dga1JjjuHWHwalVt8VbQgt0
BeLQD+/aHgQaFxTdt2MlO8VdWxy0uW7fN+6A2D360d/LSamPoYiL/4C1cCXxs9AEWJ6T1XqU+qh3
ZkHCDP1lOAqz0h5CXQ+83G2nBys0lfP99b9lZS2r4PIPQRRNCusoUa8dCeYMNqAKYHq/EQUBUqJl
kXMRfTe/qVPeGKcudsNH8NlCPQwi6WPfKKf6f73TEzvc/0EbW57fw6lGvXYJEZb//vcAuYqcUFP4
PXLsCB/L3MT5VfsKVPEf4uNFM4AS+WIuC+fgeiQdNjdYSwxggGiFPM8V2aU32XoLpdPM5Gvs6uke
7X3jAqEqCWhAYzzx8bp4bauZWdIk1/g0ylanvsN7aFq0lzMeqrc5RRjt/mpujscbuhRieLbXTY8I
b1rh5GiNb4+F9U/bjqXfilSj4BFSUxizP1biZzctIofA0YiD3LBwnVZWXdqaDRIvRuAZQ6P4OljP
WWvFfxmKy9zFh2XpXFg/c2K2U2lWakNnkk4JNK6il3FyfxjuEL79+SISHiMYzyMHzr0s8m9bUgvm
dKixR0dkwJIXs0G4ETfqL8JqcJVqyQXuD7d1ArgIl550iJnwOK6Hi9BtnBryCn8Mzc6ju8b1jSJq
PWvYhec2Ai0+1cJwIABCDmh1BLraNelnlgDKjtFg9xypF9Td652bdmsTLmRLGF2wp3hhridUzhGe
eCoVPy3X9HeVwL5Eg1Dm2WWheFR18514fPNOI36ECw7Hf+lNvR7QjcwmTh1OGc0sOXcIoGBUtO5R
1Gp0mJOhO02tIw60vOWLxorldVrWnMPaNnZ+ydbMl5YsJNsoKsPbu/4hrVPTLaHxfqtOnvjVjDe5
Vtq1N1KVOlQV6tj3t87W98T+gqPHQuN6tvqeEYXeNor4nlUaqqcktE2/dl3rr/ujbG3QhY6GKSCa
FAR917OKyC1Up01av8b//Agc9qN0wuqthOWxs35b0cFSDMVKdLE8XPNKgRXrQdeJtyz0p/0Ic/uv
wVAXz8AdGeBTND+5CWIyxA7hh/tz3FxJDj1X58LaWtdirTFBXLgFp5F9pn7Oi6iEy0EfzP1Rlu+x
CtVJhZcWH/IPpDZW8WTbw3KySiAaugnEhdp/9DXS8xJ5yGE86kODIgCCTxcl6xVfHbtoJ/ja/JAL
1+7/h1/rxNflEFmZyyQzvbSofI/mX4g31D5tbtHl/kw3v6RFqYVQHaGqXwI+v92hqiaFpgp2Zk3u
cCjUUDmzR9GqdGKCm2DWfapt9al15r0+nM0zyByJoxc74XXaKuKom5k/3uAijCGoTcrBkIrpSyI8
f6pow/8PM11Gg0+43N+rzCQ2q6Uvi/GKTKavrsyC89QvrZ9Olo7JMWgM8RbPXfs2q06x83T8ojCs
NxSBHIRNAHtoUMsX/22ZrbaFtOCEwIuUWqaHodJ7Fb26OfkE80HRHshAbQTXNCH/GuJOWrzTaXJM
exkgJYEnkOW3caW4NDpAhvSCxG0KbxxHZfCaytbEcTIa5bMT90ONL3uvGztrt7UhLTDIhbeIiPi6
iUdMmt7EGIz6qPd3RyJyVXqjMiNsVqKL/8fdKgQrv4+2ui2nIlbzWFv2JPJbpzFNFMrMURY9RrNt
7OFRW9uQ9B/lCSwWsZZaPYIDvLdmcEEbtLaafbKw7KKgj+o76VSc3KaUO5f01tXCF6Uzhsedx3C1
E8I5i7NJULSFIC2edDQiFc+wpkmhm3PqS79CBW84dGonP8Wp6XwfJ4Oe1vtHYesSpcVuQZ+hzNNl
f70bk0hKYSU1wFgqlae5rM0PlpXt9a/eEhH4jqRxC4GXZix63q+H0fh6cdA4ND0Uck7OEf6nP8J6
QAVfsPOR/bWCj1mOTxLay2l2iNRU/rQDp4ooFmF0CUIYUkYZxjF7EbketAf0c/vJG4Q+d55TZ/M/
ZVe2me/oWWl7cSMCVMUsc5SeJtSsfI0aTaWTPK3y9DA4bfXHzBz2BjVUsA6gI3TSVwGhXZVJnS2d
kWOXWe96Jyhp1VWSU9sqO+/txvnjWV/6xCja0vK0fNDfro9qrvDbKUFVkso0PAQtzAshVuBpMazo
+3vjVqBgYXri/sk3AxO7aaZGTZRAxiHzd4M4zn27LOnenZFH+SeKNfGe4mpse2GM/OoD/UKd+aEt
C4s9bIZD5kWmhanBPMXqiwMIVnuxUnbRc93Uw/tmYilPZYgj9E5uugGSLBEBJOel7EafwvXyzLCC
pyYG6DXgDJyiySyPjtBy35q15sdUyDLyyqywzJ1bcSueRRkBNG+p4S/0j+txSzu1qkiSatd6aryK
ZjAP1Ddk5hXAIrQJIwpNZ//QJ76T0BLfT8L1rNopjhzxPXOQjS1CMqkB1QC8LfbQ178Ffns727Nb
+chC6N8i2WtHtXLguzb9lOy9pRsLTnc4hD3ebhoX1xQjRwA5qE7PWxpU+bOTtLrfN314IuVD5jLV
sn/wMu92vvLGDBkUjJv7hAhwXVjF4gltl3qGQjtUyJN3nfZgdIqCvXf7H0o9i4MySADPNeD98mj8
ft5Qd9Map278xuizo1NSQu3TUTuijbqHq2wt5XKqoSRDQLkht86OM5pZSpbXawhCwHtJ/YampbNV
QhEu0Rp8sg25F3ttLeWyhGQL5M+0NF7Pbx4cK9QwJUMHslJ9I47bk9HacAGipt0JMDeHIsDjX7wG
N/2g6aBEZh/ljS8zTZ5DN9fPrVsOh7zL9+h9WwQAqqr0p9AOQyPCmmYeRUpB5R/oIY84aQltwj71
H3kctQkTmxRdSbMrMJiOyvHgulTIlSFpdlKHX5KWq1AP1AP63S+xMvii12tr2KVS9oiw+oveenUq
+KwfASrCv+e6tBH4TxzuyTIRaXhxmp7exlEpy9LL2jZ1uLHs8MlWR2p9QH3Ww5DXhOU1Wl9/37/m
N8IeHMkJRH/V8kFZr39lL6sCWRCt9h2UlKnnyPmod/rfTa2mj4FrhjsA/cYuoEsOQxOQPWKCNbW0
UCZIKxb4E+ycFEfvoKDLMgify3JW9h6wZYFXH2Bpi0MIZGkDx1L+emoEe32gj6AMZTUG1lGf7O5A
kVtH6Kuv8suYY8fuqUGAobU+iXOMH3LmWcIUpz9eYtrmlhiBrgdMN1YboQS/saMReEXpJwyJcbg/
SC2ajqbb1U9FXoWf7o+3ucbw5ZYWHIWyxOrSKhUShHEmKdfdzoJShgUgMEf72AMJ/HE8Qi7j6txb
KDZwf6yC5mKcVK21dEyMwtS9YCqCz5cqlVNWtXsGx7ezWoZikEVfEKxmtVEbzOGxbrZqv1Py8WTS
HewpfdCd0mC3F+z2TAC1QwKh6shLClXteuNMlZ0YQREueOKMkrnRyweK4PI4W1rlURaoHu5/sF9Q
6PVOZQEXEVGCpqXIs8z9t2cG8VW7oELG3ADzdT/vHbM49YJU3Os5I+/i3IB+jb1tQgBjtsZTkRgu
3gGGEzZIzA+kDvqAg4YX2HmWHFGK0h/jLOh/xE6mnYIgapNDPY7qM2uHk2GJHvNfIQoe8nh/IhsX
Lygljxe8akr75NfXEwkKMVlKImo/MYzhJwB+9lCgc/eQZ/ScebZo22MyCvdcYeP74DqB8hm4vQ53
Tv7W91tcRZZeZ7bKuns8QtMpqWTCJSMs7ShCW5yUpjPPfaBp+NnvGi5sxH/ITIDrQWqk4Yeg63ra
bi11XSy3Gj7i5ks+DqAJehuLS5liVpnGJ2kZw3PCzee34WgfWvatau7KH92GEPwMhPc06ObMfd0/
YUy4p3YtT6weGgPmMnZ3HlPZI1bdELmDPF4SI96D+TcWm2gTKjYAIHWTtSxMSWI0po1Z+27t0PVj
F9NzoEfN6+AmSUfrd4+68P1ddgtVIdYIv5IWWo7MTdAy2EpeBItzWpUKuACVMvnpoCFrXlH3ioQw
8akblIPda9XH+yMvsfPqnC7aNJiaUDtRCQuvvzNw4FgOJQDcJEfDL/MifnHmfSGGzWHoqeIf0gpE
Ya6HqbommYPRrX3FqJCVCKypeHCaafLaQEsar0UYTR4F0obHcAJ2jSMRfxyySD0obiLft06fFqc6
kPI0S93Zuau2Pjf9uAtcDumU8s71bxMNOpVaxNma40L7qBu0v9SDnZzsEJbLQQ3A+A73F31rVy8K
TzSHoLiEt+L1iFVgKaBkjCiUNj9m0jB82Tr2u9ZN0J8TPN8m6NjOoFvT/H3QVUpvVsWcWYqk3N4l
FsWJuDq4gsjBsALtXR+Mf6wOx4ouYRilzsV8dJ3YK8oQD2GCs4Q1udMD5LLaq4JaHDEpmr3OHocj
oKVxxvp5zwH8ZqbUIWi/AQUCCyU2X820jOzJosBPL4yI7OZiGHWICMZigYG4X6ok53wewz37lmUH
Xx0k8lICIpI4uiShf61w9WCWcTpRPfM7uquzs9bpzbNZB+pTbqnBnirczXFaBqMFZlH3AHv9Faj/
9rpOTdKWWlGQAYez9i7rRu3kVrn98f42vbmVGIVmeAR8FgT9trSj0MFEQAfBZujl+6ikQADVsgTB
tmePOIIGSRDMQ1NMey3Jt0QJhuYeBMEjRTURo7s+IYuQZFEIILKpdtR/O62QP4lqrQkhVKgBhGL6
YjitRz+w7p4/oXkUul44lu5rENfmdCxTzDKhggf12/0luTm5y+/iRQBchLbE2l//LtvJ1FG0aFrV
cevqflUG6ske+ugQ9sRsdVOaQCEqLgn3h9343mgjU8ukh4A0cB1N2Qvz2V2o5lYWJJ/z3JEqWKGx
S3/emB64x1J0BjmFpLacrN/2FdFnVbMZGGdU4nNqSCfxVGeMdH+oJudvcGOSOiG6/tv9+W3stKUi
rNF/g58ZLYXX4yYIDtKmwrhzSJE2b+r25ESF4RVSnY/urLp4XTmGBya5RzG/XVlEe0nbQCmWCHxd
KK5GKFC8PSjdxnb3ogZi+lBFbbOD79zeSASPRPrwawgobqLhTsYTEyd7b+LQ9eOmNy644/07z21/
kSM47/3lvP2MsMXYLJC40LmGrX+9nDiEup1uUM6P6GNOfYx1mlOiteEl1s3gLTAH7bEWcfmnifDC
UQMN+WUFyD5dvaNZ2ZOZmvC5ZvTYTmGRjYci0yM/SsZy5zzcXrYMxY20cJbIg9fUxtbozThy4NF0
yHx/k8UY/BjjVH0XA/9+/g9ruXRf/IIgiZWu11KocmCpKViaiGjbf2daGMqjFUYkK7mSDDbEvzQ6
48eT71kabk6SAHSppaA+v67qTUKvauBfDqNSBefSMpInJ8vssw44u7Nhbs8fiSF8P848DEMC/utJ
oppmCqEB7NDV75xLg6a/s1vP/VnXK+enHSqF402Tab8YubR2KsK3GRb7hia1ZaMqlADWpCgiETzu
BWcurGst8TJHaRPqRl2Fwn9Yzp8jwxqyUzj39UfTyef/uZBVEBBOu1H9cP9bb1wGgKILbEjssFy1
18sgApkMY0AdNcmaDFscGkt9Nc0dfWe5t8ZBT4T2vyXLuLFlD1WYpPCy2VNGVj+FmqhOkxbtST9v
XTq/j7L8it8ucxD8uC/RzYGI1SV07OJw6zQBdPCiLdsTGt/9z/vLd9uEvzDfYS78Apap6ujXIxYA
gCJHVNOnBK19xAPTkIcg1ezXnCL71547+BHARkUy1xn0B2RH2ufU1aO3LMizR1vqNNHd/0WbS4Da
Ac4NpDbciKsfhJBDlCxkjiJJm0+WKNLHKbHVr5WT2QcHy+g9yHvrzBIDLVAV/CaUR64HNLs2q9sZ
YCxIRHQZqGYfgnJKjous0k7asjnUAjpCUuF2uqkMtfY8WA4UsYq+sNNs5+kDRIP2EKuDebm/jFvX
A8VO2g7BxcCgV+fCykQXt6HTAFTZqX0wnbj72cqga1GVNha5WNySlTpSTjRbxOf7Y29M81cnJ3cE
SRqc3esVnZcOihyND79HrfKlmyrlfTjYdI7SOHO6PxTauhsnE9yKUIDgk/RsDWwaDZ4YVQ1n3say
qX4SY+JglFxRs8UJRi/eaimYZmhJbT7Xatd9pAV+BMV2atF6hrST6KRCpf0gEkv8O01j8KGog8Dy
0CbI1MOkBNVwaJxKdT3cNKfpPKlm2B+i1I6Uc9mZ5Y+q1o3yVNdd+93K83H06rm2pNf0UfN+UmhO
8yOrNH441Zj8UNsxLi54ARmpVzXl+Be2Ml3hgaQtQXqsp9+J6dVPuVPXFjWC0vkyNHbfnKe5iL8s
ProFbGOjsehcDZK3yNCJW2sNXyps5hsZe7QLKy9N3LvlBciVpipCTlgYsTLXP/q+ttLX1AKIgk1K
dk7UirOXi8l1cBjTqLbO+HKinqLjVHuS7uxEl8ANXHJ7J7f7A9qWufSnYmrSI3WUfD6IQo3GEwIh
6cUt0wFYrRSO7mXZVIXv6z4svkCXDf/N67z7ghenWUDWyMqGtk/U9w5GP5svWNFin0m3b/8KNqSK
gwi6bvSFq43qUxBnpeFxScTfc7OV4sWxpfoGn6zCfCuygw9qXRJodkgsoUgpU8jnjZLb8VuPCUx8
dHrofF5q5tNn2gBk5Gla2038T6r40zzOvU5GhDKrie4ISFkvm5d8Frh7zGrOb+pMNRiX7qrop5vb
IdZp9O6HvjEmY/OubGkHRAEMBa1TiHAWWKOItFeB90v0iMJb/hrZdsBMpZs8hqbIzFPmsP19Hijj
S9HH8t+BRtgvEBBdXMxR9leoB8TTOeNB1Y+RalIbSMcYFbnACMmC0zymTpBjR/hiKMY0HMPCrhCH
jNQx90JZ47EKqXbKzm2p49aVh8HnPptVE6oB4jiHelBj42R3hZvSmJOXyQuyBCqkh6yXj5WqQFxj
FuopbE1pPApjBOKGIGQkXqNnsvScHhmWi9nbiji0XaPhqwoW9Chk4PxEIgmXq1KCFrGgrTs80FYS
Y4oTKva/xuBW5skKaP/xUlyTHE9TkcZ+68Y8mc6Rm47OQz6ZanxArbIwz3oQ8MeEGKfHwYhMgWBE
XLx3tKp4hydy2XqpUjfPcSD1t2GIFPTVu2z4x7Io9fvaABP4jBtXmkDIay3zUXWCQIeaRIqJNT00
/tPcOLOKSY/ZwGKLHKaZ2v2YPigWcqpPxNq57tk4iLyZIhToRSphW5zSqa4QO+mq4Htn2VNyMaqg
/V4EWv55NLFqgO0+GABj+A0Xpymc1P/J2IqfJ2WMuIosWfWeMdo1/fR2aNheXtXuhyYUbNdiqsDS
WOPkMrIXabi0uvR9EJZIWo+kBI8jisH2GcdgMsm80PL/NTH1DejgfYv+AIaziSe6qnmw7VQ3vZrA
Oz+lwFHgNTLNusuQ2sHBhZ5vHBPpBNoD3IQiWQ5F/x2YWO+8AbzuzcVawzn0dTY8hKYz/F33Atbt
ZCTBV2tkqxxynFzrhz4c5U/S7emraVRWdegzfeClnMwRSX++tHIoHVdkfup07ltr9UN+1EKZhA9C
zsOIJKZAx0jLyyo86s6gqAfd7JTZg49hKJdEp8h9bOskqLyioC3aHyakt4+1mgucOGdlxj04KEPn
0ChFrnh1LmPY8UrRxa9Sdmi9N1E39YcpybP+EgXxGDy5eTHUj5FCt78nbXwR/bAd+/6hcESKO1Tb
gOhNI4oVFzGNZeXZUhHjPzIKx/QjGa7xQ3UGiclIKeviBQaDBpSezEU9v2/4OcPR0ScAMXTnx+xZ
rXR7PONiHjpPLD4C9dYE81z4bpXG7bvJGfXoKZhFHxwrhOKKH5beW9mXUKY5d+I0VSLEB9ty0Hw4
W2bt2t+sKGycb6E6tVoE7NrXE2qeyOPan7XERFrTG8y5Ex8qw4zdnxPhYnlwkimvxVmRwagKz5wC
CqDeqGoNXVaidJJyos+2HibFL5TESs5I6DfyXySSldRr9dmZfwi17ysTYxOrrC5BaKLT/RQ4LneW
r0Zuq3xsx04dP0FLDJAOUwt1eEU3MWp/JJ0mtc/CiJv0SfCq6D5ajGHwv1rHUb47lc7C4DmTH03x
e5iz2vAyjnIyKvICF6K112SqKOJDDeJY/IzcWctz9NDbovuA0nlUPCXjUNmU9pwZ/+46a8MvqLaZ
Ssn2UbrwNR6q0sDcLxyL5xDEHoJNl5mN/tHR0LsFiDe6HhLpoJfxm0itJgmPhZboMe9V1QZOiS4D
9NMPrJuiH6Ajac07h/plKLy5Qd0SuZrZCI3JJ700i/5zqtP4dIyV3JlKfwSQHiNvCp0huLRW0srX
NnP78mcWzYtK5KCz9V+NapjMk8rZgIijoH+L4o0CYhP/pGTShPWh17HkfpBk0OFBC6zstdfGtr3U
2OsVlOqNvnxyChRmQ8/N0OvRfasqi+AdUoAlEoOqPU+G4+Xl4CLlE0ujo05nFGn7YsxT6b7I1LZD
b8q6Jvg/js5rOW5kCaJfhAh48wozhlY0okS9IERJC9cAuuEa6K+/Z+7rLsXhwFRXZWZlIvzxDgyj
UtJKk/C9nxtuCto0S3dduuzJKs97l7T7petX372McTD7127cAzbE7TFpTzJEHpf64tbMjpYnhsz0
62pXBA0kVf03jsxWPUk0jm5qgh4Hukpth5/a64pr1GzV8IuudxzP882GIzeloDGVwhsJh3K1JMUC
h9r+tO6j52dK43ilCDFdmiQnTrCHH+8ax2bDeiDfYyDZ6XZKmrLOiR7DTD5wVvGMAhyTZrM67Ue9
oPzOxm0JrLOHovE5GcLKS93RStZ829zlh22cZUsFu4BkddiVvsLRYSc9TNEOZ9WQPJM3Xeg9H2Kf
f8Lma5OtvuVMKbNQud8NMgmPnJWWFZ1Ho9ymwPMCa6MwWgT6s9Ll520tqq8+wGIlk8lWDZcjMOKB
qNG+zb1djveL5dj1Y8kOwFGYrayfN+oeFw5J7ffgJq2rU+N2YcyBBf+XLYMSsBER/zbr25XmIGoj
VGZbDaaatROGfBgAEUORDvY8279kN/fQcUsyyZRWMVZpUkbSO5GktyXnGAOMINXzIOM8WkYq8yQV
PtTKWWeCB+z1WN5lv2h1bpre6C9aR9dPYfhE+6+2dItihKgEfS5n1sH2p0rXXncyldHGSnUyaPUz
HsRiRydDfLaL11sZTIWaQy0K5VSJ9eVsk/0pJ/b3XUzv1XG19aTjNER/zXvVtE1U2CTVW+nBOk8P
7xO7y/0wB+3FLoNmuNvIbYtTB3e09cWxtW3TfweHzCu7HEwRMtFN98eyH/t535W70NhGa8+j3i5+
Tk4eAbpOnwDOhv1uWKJxNo1ZchCbK/lOtcmTcQicYmsm+rKUaXqqnijGTvfk6rDuXpplcIbnY8Qf
qGi9cRrZn4r3Nwz7SnFBqRddGyVqmcmykebsN4BsDwn38ewLE/Bs+HS9BWaie/cyhofnFbVU8d3c
WuZfJJE57urWlw6iGZ66oJ9+CKK55jRSNi2K2iEcEOrqPkxjr0GMGhlPfPHWLF8BOxh26iojwwdp
FrkWo92H/4XxWs2FF2rV33ndGP23bf5c5xXF82GcsHjLq7BDtt3T4PaZE4yiyXeV9G+aMvHqz2ph
wRHpIOd03wzlE3kF3pTOa4fTCx7Abp3jbuK+7rJpx5T2ePxmek6361y7nLRyaE15xzk84WRYD3Sx
y1Td3Meigz8iDmq1PyYEjD128mYiNU3W1qWUVDVmtaUGwi+afv4Vy757oZbHBpJ76D/2rgPU402o
30oZ8EvXkJXMbEfRS2e2WcdU6LbBImyriBkswuXg42ccky+sHOgohVpm167rkmHIp9liHMObLclm
FQhWoffSfqmbNmhpqxwy65Z4Hu+rfbP7H8Bz8++yVCOqw82R0x3vZHS2VqRHn2Etqhq+u2/blOyQ
8mPb2k2liOzMnCeVmOyUBq/5tYRqOVkqGWTqbije300Y9+Zh9qXVZKDAy3In9lV+bV5i+INZGkT0
6tWxviw+VaBvx2Q9qWjaxF3YRObaTdyt17GM6wdnozIWx+Qa545XsxyuoB1jn/qKTJEHvRo1n2Mf
CuHUqYGoBytpQkXjsGxesUQk3f+cXd0NPx1th0OKFdvQfujeCpPMMqPfpl07KCxKBi8pkTip5Xdl
CfQdTD5t42e9XmWU7Qn9Hfi1S4OLmYRrTlsrdHxXT17XZb2s7eknpppHnFZRU/50qa14bohq++63
S/1pd0b/iI2vPtQRDU9HL81v6K1WXGNKx542G09y7vbB1p/LsR6+R/VSAoE2XLwBv5/lt7VGnk69
CYm3DlX8oeow2S7VMidfcbmY+RxU5ea/JlPrB4U6XP9PaTl7mCftEMRXyjglNWjoVCfTCechiMbx
oQ5pqlIOihiVq5L269YzsF+wv3G8p1pPy3zRxJ9TZKJyHB7FbNbuon3ZOt97s8rpW+fQ7z7IrdnP
bb+3EsHAZt1xJ/c/vlGbPPvWqIdvPY2p9+Cv/vpfjTRzyifBSnDqxzcvsi4e5zFbx5YMvCVA+PJY
N4Klcwe7ROe5dGOrw2EuiP/a9p68C3LllitgRuOmuhWD/bgSHHXVTReXeWD58XbeZq+kFVsCce69
QVeXZrSbb9bW6/0+HNxFX+bYKU81kMzyMOg2uIabMwZZpV1j3/dcHeLGb257WN87wxXyNWyv1eB5
716lBM2Ft3Qo6qfY++HYhkC1ZQS4Ta0FJPG29SPACGbP7fh0hKgpW9kMFSOBpj9XXaqWYBqe0Vba
pVso15Gv6Ea9IePMtO7VpKY215FHaIKv+OAUO4/pn9tbJV1buTQ+emjRrLS2i/8Z7HvXX91J4lVU
hpN3x4pHG2Ubs6/3bZ/X+DS5UVyeA9O7Ip0m0y7FRsiiTreehymnglLc6P/2P45fN0M+qs2y07iK
m39jOx1VsYbhftdofNz2VDiVB3ZMZOv+IMZynFJ/XYCKvKYJOFDGdhhP9oGk4syQt+A8GVum1mPq
DCQOEb8Tj09uYHX7hdwUkDQbu3eKCWtZ0y1bWdy7pg3uj7aP7NQGq3Ze2nFW5gTo5QanDWr9h7cn
7pGpFtvOkw1SUN257bCYHO0tRiSl27T/hhJL/BTDQMs581q7znmjR+kvu48T7NWvzNHct8d+S6xh
H8tPxYJZMjOgVcdZzD1SF+XV0Xk9PBYoqToOqxU4JwWnqlxrlaHid8wj5prbUgzJ6K4fi0WfWBj+
nIKelf31Cg3FmG3S62rwNwYd3tGkCjAzs8FOZj5apY0VRW+VUw5R2tRVX6fVuIK0xHWlWDfqhtLK
XGzwnxuLDPu0Y117evbrI7p0tminHNzK+UYRFz8ROdR+6u7+8FVbfn8Xry4iXKtv7O4qNX0iZo2B
DvO2M/5ry87UL/7aW5pERz79uQWj+MQCxHvvefu2s3CVEgW+OMGPITkalXqenh4Xn8PpP73Y/ncM
rp25QInfPq3VFhsmkhDsBwjt+MWij09i6La7daZb124erImLldbbqK9y9OYRa0zXeVnbzrYu9UQE
20MAG7DmODyH9wPbJ10+Dk0iT+jZvNe4t6YE3bHbTmkYWuXE0Pf/e2t0Yv0FpZPyzcSOnJ8jn2TL
Qq1+pQvfn2ORr5MzvwUUiX9mo1PNMBXrg6sn5u27PeFyXkiU70kRc9w4VP94e9jZTeTJ5z05d3si
rO/j0K1fxo30mC+i9tTJ8bW4rWv55nlRchbXjU3HJeX89D56JzBVHvdrXV68wy9fjDvuvE62RY+s
LVvl41ZjooRLKFs69VyzVeAte7Wnq1mUx22tuG1raaJnFM1ghzw+i5sKhZAlP5BXXvSGWU3qSuTy
xT7Y9pT7HUsrdGPrgHtDNx6/NwS3MmtLobu0icYG2LBf6leM6csOEy4a6AsOxOA4XTB3L4tkqe0E
Wju9T0GHtAwx4jJl7DHBbzb1FP9lttmvkcX8mIIlyHPfuGAPySLG9WtJXDWfxtn25P0QVJP125AZ
+F8yNUuZzaL2H8pJyL8xwHBXtIf2v69r2VyNW1aioGUImjTQNTmzMRDif14HeFbU64T59aRmjTvF
UMLGp9z9bn2dRnc3p4UFpi03VIqrTzMtCjYL/fekHHcIu9qaPxJv2F/3kKNHHOBEmaom53086s2/
63cpXvZDl/ZrSFOwnixbQ24e7ApMZxjP+VmwnSBSSuvwbBmGx8JX03CNIQHdbDf0kI/B3puzxgSQ
OcE4oi/cul1+uGif5yv2rOJJirkc0qgKlu3sWLO4xPvoNnf9TUDCkBP0I2CXGGmdOCPYjC51//cA
TD+AnKfezbbFo53XpWbdqg/NUuaHG+8/YsJaRdrFkffNCpuaeXCP7UdFDOVSRG6y/6Y3FW1mL4xu
eUSPLzIsjfafMimDbzgbtv256iL/+xT7gHVbGLaG7IcjAQYe4/b3ujW3W+2aoAitffi80R51Js3Q
+mwLruZl8HtGODwssN41dllv6Wwq9Y0VV1JLex2tvAiyj06x9kv9tIUqqZBSmKUw7RrOT2ts0TFV
seoeaWuOJp+bxt3yPQq1kyZA5+9jRZjZR6e6nstELNL8ZjOAfWL8GptMeqQvP8mjWR98DGEC3gaW
y1tKnvS9tCMv4z8xQrOdj2OST2yMhQY2gFiNZ68JeeAAm2Xauu2tma60Gs/VMM8FrRxyO9frCb51
ce5+W1CUDfdB1ZSXmRPlbTSD+zC6t/gyN15HFMJ9UpoXK6ldVnKIdUp38EyMh2xLuo/VagVfgIOB
vDLHB49GjWF10UaxZsn2l/cLmXz3VVKxQLHZcXs4HNGMKQ3X/CG8RlhwOJZ+DPVo8eoTzIHT8KF8
L/P7uJnzuKzsls2KnveTVzXRRWTxXQBe9+jhiKvILxzMxhE3k5v87AQB+MSRrEKhU5hjOwVx8q3U
rWPzLqeAzkIdBzqC0vLgY2ZLl5jb+8bJKkfKKgX14OVh0gIDpefE9DfyiGOhfYDIuAbtIW0wVOO2
F0Dq7Y0z2nLy7kCuWoS12ZqH0Jk5d3b6NvUEQnm0D9uYMP7gO+zKa+9UtZcHrXs8l63pf7UqYlVm
C4hR9WKiEJ/8ueWy4U3XWFknF2Ee997rf2wBHdiH6MPlt9iaIHgVnjcTKrgEq/MQkwh7d+x+sxWa
pBjeqNJrfLDUIfwruqRyUkizsX6spa0fl3mGR5mnZP3pVk3UgkBipkcKvInSiQWTexkC1+Z9X+9P
Y9lu69u0LU1cYCAxDanvVRLmhjiau2rvavE9ORJ3vd3WEL9+rcdPL1J9fd2YhK3Cw8H/Xe37xhNL
vE/y5U2AceQr2dWH1iL+wTIqf3TT4xuY4im4l/k67uuYh7tXyovq92i/F3E3vBw8oMedJ2X5PSbn
zn8fxj5SWQ0FvX+Gsp3ucB1EAGNsr7eyfnJ38LltSsiWpOYv9Et8FSqKwIqfzREruZTAxNZlmC3P
ehQNGoTHG5T4O2y9cMciIqQt2eTsmvwY7Ennegu2o7Cs1vvlrctspY6VDHNa7ptqTkrDpuXG96YP
IJ3EuizdMX05A3TGk/T66W+42O3zIjaPzT2krW62uAeLnZ2za5lFTaJeIOLZ1IqqOrkeOIe5713Q
QCY5HpZaOfYWUfJjh0XrLiDK+/YQN+H8JnpYs6/ZX9c2k84yUujD/sgFU8DB/McAnm5mD4N7N+F9
ulQbkd8PjZGBBHZksfB64NAt3ue6npqUJkbVEDwGOHVmwEuyrt68hqsYHYDZYfekA+0PL4lexv9I
D/dJxULgRTXtK2u6LPCE8kJaKV+Ic3/m0iAjCy7IT6IjG6eguRxW6Y95grvVjUIqy3son4B5oBmS
Ryx0wga9WdJihZAo9Z/nM3Hk3jCT+hqaNTS3LZTxhUWc/Vm1YtozieFhyQkqSb0IoahAvymqa17F
o3u5Kb/w/5fR2nyDcsWvDNK8/GMzsWPS0UcW7O4STiaLQ2d6aojqnNLaacxv6F8oQoJDgzLFjZRO
BT0pPevNgPJ+DLfRu8yya3+EcULl6FtT/Zn7sewLZm5+WCPsxQiX3TyTyhX0/NT2cfnXhP30z28U
zbbunIY+fQhefNwe1ZPCNGU9zdKzCtpJqz6pRg3LS7BpeXHo7wzoowjGtK6ZmE5g74E8810iF+ir
P968DaX0q2L+Vudt19ZHIpYDs6FNJc4ZL28lrx0e8XPa2fX+LYZ1aYvFNSNK66Y8NF4lhpEFNGmx
CThzqINmnp3jp3fsCjIxGXaG01iwDLATLb5nJtrt17Xeo9+rqp02M/9/PgaWQES+I6yGAzfa6fAn
d5Of9mRqByZjFn8Gp8QOerRGVjvr3g7PWzy3Tc6vbN8qZSnnLRkIGkm1O4v5lEzKmzETig4QntWD
RujIYQtP0GV+C8xvsxihkWmZNBhLOdxBP+GKSJbYPp1i2fh23lVjdTyW2G4+G+9AikNxsv8b5kg8
CMTe61nYLelxXbiHRUtJuUGRvRJoVnjN64Rlq0xO2m3xJvOAsOS6xA9dEEvr6klnbAsigQb5yOhZ
rSnzPoO814ddDpu3y7uki6GfXUZTuOrY3cZi4xAAQK4sgDl85X5PntfB+sbDIot6cBWTyurKPh02
uX/iujBz7u2eOCP7rAzltfebS9JU7Xznw29yHZzbAyvkXuVhRet1DVDfNpkXafCxeSxxLAJHwYUA
T7HBx1vNDUc8MepkT7uxTshT44BCSeIZXnprYPOnEGqVT6pr4CPRltRxymAiP+mf2yNlUBdh6kS0
ZPmAHvV1aMi6vW91xBRkzQF5DlhweyeWcPopN0Ok24cgULIvkqqMAVCCvbpPEqs7HixCIB/GWbMR
NS0uFJ6/12zwz5VaxwvHlP19dHv7X+AeRFTUN4UqSM7YkwQunI7nzSr3Lvu/v1YxV958KrduGD73
QdDEb11gP81L1aN/3wfWbX13csBXrWOe0pi97SONiJO54hQCs+DrQPgpms36rWt84ZyWtYTLor1Z
76GydX2eHR/azjgVP13N6HCuOyJeC3G9v8jU4AA9wXAe22sFGTVnoq9W/kO5wcV7BivEo4/a5kTP
rPHGtcm6S5mz9DU5uiDKoNk6dfPsMK9bh6g/r9gIii+iZgPj2uAJ9aHgJ++0WY4xG+HqK1qmVYvT
IQfLSgXDxC3UwpHfe3CVj8EcBgs1fZMobHEolrxsZiyI2CJv1Z0FQf2maJv870yDs/zme7uK/oG7
18gEogbypgcQ2nOhaweMBy0iXW+lx69unWbJnu3Mzhr7LOW17Fuc4+aj85ur5+zzkaPjpFbDmpfH
f6Fl+MGNIegNpYagX/dm46WIf2xGI5Ukpyaug4h62h/uRQjZvbWVan5VKzwyXi1jhWDBSTbDZufQ
/oPTcCAYDFxcQznf4/l0GLm4OVgBQgj6cWSLcFUhvp7JktwPx0QwXkQICAqpPkBTtI1SfjEp0AqY
OBJ/RnizLd0bUKjC6Z3N3B9d5xUH+e4biy6uygNE7/LKrLHOhajYLMjJIgzvXP+mPthqanmG/OLg
hAvqHaZcBoOdidE30/N4YA4BNkbOXDpKSpsSaA4u2zpSr+MpHL6h5lH+i+1yn36F0ghzWanlcTrb
Wx2+tbF0IzbNWijsHbeW+gneg1oHswwI586+m7Dqi9FaWgFz8baGYgBm6R0N8ia8D5gjjv5+aavp
I9SU/R/CbwQj6O3M53z3jmxNlvkdqX/ZFTdLrDrnMssfSq/R+tgMttteQVlg/fv/fxVjx8LnBtPr
vFSNh9hgl6b9ccijVmnX7+zcJbJq8dxtmtZjCdvI677T8tyk1l2cuarE2mXGeOWnD5TBk4U4pM92
Yj+Gk9P7HFUR//O30kGgQdVj+z0c9+avfdRtlSI6sb/GOQrr+3JS5MxB3oXLyTmkfNfT0f+LpZhM
gatTqx/k2q8JuWaxwifUq7HlNSvOwHeOM1f/9dYc1xne0Rg5ssxovzIDoT9fwLsrrj1D1ubGKLHa
wFk4v2dKejYQdKILLOGqPyvSqPcFJb3mC7ROmMe+AoacfN9y8ykZKv1LRvP4RlR9gkjJzJU4kU/t
oiuomzDvR+zpcRFRClMi25nQDxiVLITn+aZuHmYRuXvadnht5V41A94roMkHgxAAZdGxB/+paMPm
F+t19Z0ctwlzkik+3vpQOk7K2ePBXHfYKT4YSUnMI7OEhJQCD5ePapqB+Ge1W1EhcbTUv9ZtsP1s
a6fVfoR+d1ThD1i3Fa5Viud4HtwdpEpwipXzaraXUFthmE/TodVdu1u0DFM3+Y9h6a1HgdXVUudm
bxO7oLxJO63jgCwaBV1TjLGcTL7USNxu+OzxMMSzE562Y3N8VqGUPIrBasMQnu8QH9aGPBCIYOWa
dxoF4EvZRAkFe5XhfUmf8FZ6PoIvL0G2uoHTsHBSqlCfkmSKnmlDxk8IL296iueuvSy2u+vLqPjV
mGOI7snxxw0PMyXlszV00X+hEXQJEK7xcIKH958nWt9PyIIxSNmPQWCDEThGoUruUZwGNQKIa+mD
MFkVltb/Oq82R9qiDoEd1XLvcrpMpC+zgQKR/ew3hVLDZuMYi5tXYFdtDOFhMzKl6G7oQW2J9Lsg
6JbzmiSdhU5UQNYUQ9BXKMCg818Vy0ZBtmhv/lselLH7dkGekZeOcLZc3iZJRtl2pbEuq+Z5nfd+
em869H4PFgl87zdRqUlj/zCXEFR5/mScnb+ganvvaRHl3ueoZsqgsOhcH8wIj5o52jIPzbzvfooe
IgnSGnx/fcAYanqrg4AsMZ5kStCxBJQ/Innl02hCokrRXxwi3fTR/wr7NejuOM+CL12uzdOBgc57
MqsQt/EjQO2OXKL7jr//Vma+DeKKksmOv4Hx+8tjHXLwpHKqE7z61nD7axofSB6HnspchFt3j4fd
Nqik4PIBNqYZOUSsRHxHk+7Vee3AgORHWPXveiMQ+4QierKf23qj8jBLTn+HY2+f+6m0eCQHqn22
lKI7OQuJLBCIILE/jqFf5nSzyHJGD18eT6M2evoTjGZ/Xl1vi88096VTLOWyJWgYreSXkV3AQIjf
P6gSqiLnT+ShFSy6zRvPt6wM9tN6r6b100lSZ5QiPd+3XrUvsAfY3GVb2HjP0grW3xy7+iAzxhv3
wl2c8UfVmg790Yy/52VI7L26k906w3iqPnly5Br62VHGUMsYgQn3UiXL8J3Zu4eS3pvqmSKgorxG
4/slj6j99LYKMP4Gjv3we1W/t+XoRVkFZsR3xruHh7Hr4lMZkzNRRMauvgu7HnGLXJAcoR4SZYVI
bqSgVvusXqE+krTUBAejJJ09wKcZVSvtQ1z/FGsj5qKLE/leNiVFAcVA8A1xLEIuh+/30s9BElAq
qrZP10n58+PaW9UnACuhu3bTjBiLJpIyG1bdfOf5Zj+yfWxwdcQwb/8HqsfiJpb9RmRrC8FdYImG
eayjwmS6zSKR/dqtYnSRq+1OjXG61T+ZpPN+ruxXuHdb7Og7hjaXM41TZTu7vvHMSwf49buNj93K
5BoxVTBmVuGpWbfow+AY3T7tjXErJlgxfAaHFa3FHnJJqLGNYSpp5tEuoiNaAH5q0a6Xdk1GVmgr
r7qCRbfDaXDC9j70UB7DiQuOVHEcoPzGCPe3tfuJda6EqPg6iXIfW0Bmi6dUTzI3dezxOYfr/jxm
T4RndP364jIE3Mb9SX2LteXWxRwEPJkxIqxPXOKARXXlDUjHRf3aTFFVZWpdgz99GKE46onm++70
g/PWdNZmoZILMffRCdGymYpoPU5WvwSf0baIP03jbB94ZLB9Ho5cXvo0y4BgtcmWrkFk/tuQmqxn
N1QWU9uweg8CzeDPBhWfOmlonAh1x412hpRb2WUkO1si8KZrawZfHhnirIq2eJDifikjPWTT7Lbf
/dJzjkzjJmOdTX+j/Mn+2V56tFFwJ2UkPlDw+CNqBIcL5TZhAGXMHPGtCZaKKNcm0b83u6Xa4OAU
P5Q2CsuTPnSsU7Da6rPsVhsVrRU4uE15oj9Sq4V5p3nEVkpWjWwLMNL+Z4+QEWnW4gjyhvwRx5n5
5qtzASCdqfLO7IIattVLyWONuLyxACrmaYiRtPjhgMf16rmXenXs4aKcYH8OoTTabEHsE6V4p+xt
itHMNN3sRKItrYID0sX2AV6/RV1pvSKXQpRRzUv7fdvg6IZ0Y2q9wymhG9BX6QbRMwvdjEy0ihBH
lvTPWFn7R75MUaL4hRVyOvQPo0lHRMRLWk+lPAH+TxCGyVH7zBJbtf1K8KD60/pl9A89UHTvTQFA
sqPp69HpNGGSx8laL0Xl7a57jrgG71HSuH6BCG69rrjlLE8kbXV/tLJq+wkxRrDdzeMu1ufakfEL
fOc4ZHKb3G+txoPsbhud/teA6BvJlW+THddben0iwDDUabd6zQMik0URAN9bHzCENbpjhOqZK0NO
Clf34mWUVvSlcc5N/iA29JZTi+rch8/U7SOCecBHufrJ33GLgZU8lGXFxEop0R9uNzZZvC2+demO
rTXoVw8z3AVLue/nfnb6Pp9QF/oPkCHltzWG/z/t0yCB4b2qtE/73ELuW0p1xBZ4DXAQU+ubjf5V
nBgswtN01PZ+umWRsCFiZLyhWFshFjtIt6HYY6Qgr5ta989qHrfnNYwreVrLVUEQhJMq2SS0YdO7
wPdBAjbLmzAQdIP7SiP9S+05GTH7F1SfDz343fSFrTvn3NGr1soNsrbu0YuPQb0GfaP31JY0Cwj3
t85J125f81Ax5N4CcBonDRcYbdy/0V2cWK+NYGJkIJ6q+JbuiSjOPpGW4rIHsS7HfTVslHocIZCG
TWNf/W1YjA5puoFn7nkuvGLQA7UQAla66I4VRzjm7+LAdTtQX9qN2TkqRz35WcjCOqBPvK01p4bq
1HdncYF1GFRhF/Vt1wApuVr6M5F1Y3cpSbx+rcje7R4mv1kHeupW36NxkR8HJur3h6g8B8CqoazZ
ipVIKKlD707uezp2Cksmkf8Yr9oezouz6uEix8Y+8mGhEwZpAghOHVKROLDZnruoABk3C8ZehzBr
dLovhiKf5aLJ0XPhNGhfkOLX5KyitKzvA2HBCdVR3fIkxN7+2A/4uBUI0YbCbsJxZNyNJX+K2KdP
fz7Q+8itH6+JK2GVeSLgwzV3Y36ZZYUQcxK+fEwkp0VaWUcdpghHp/I53pwGwVB5+Mm3OiHmpuhW
cgkeo41ZKCO8I/Gui6j6gXYjFFte7yHTaId46QG6eRzPTLDrS7D66NMqn4Xr1Cljd7pStuaFUW0c
/8URwBai+2WhkJskHrIANVN5Cgg0Qnci7NG5rqATpD7EVJKNJLD3qRHd3yiCJysIS+PljdS8/rSA
2T2qIQNfigqzOk4jUjMS6WSLl1XnbOK729S6PvWdZzv4LHK4FlYtA4hptWlOmqEiHT5sZfxhUE7Q
kCdhDfrR7kj7NboB5okRYW6DPBfIrFzh/+vY7vJjK/sg08GxPePyIPeC7fRmyoxZDwiCbRnE4wB5
JNMmcdsx7wyxsKnhuu+8192x55CvaDEWK7TOG1VtO80E5dSn2vg3jcGuyyd/3yTotCXrMlW23n5g
cT296HFaGBsJOm0yifQ+gLJkUSYN+q7ZM69be3PVPM2Auf1R/gz4yG+eFy1v/UxWVDFwIWAMow2h
8SSiSd55ICWP/+PovLob5bUw/ItYS3S4xd1O4tRJMjesyZcEEEUgRP315/G5PWWS2CDt/VaQrIFM
Ue+WsOBwdVz1tJZyH+VtSIz/UsxYcFA/6k02CyG3Nx8/tCmn5leIacDdBa2ZSoKcHck6Psz05USK
0tmk8BTi2djjUEBk2KWs2COiqA4NzkDcTC1frLEI9WlIfXHXOEMEtGbjZOzRPYId+MoNLiLEhIW3
YZLPdLb3MGxh01/mcgx5qUGpvspUqGAPAM1/l5ZcqhvACfNimDvSxDVxcQVQ8KNdMftueQ39dniZ
GlfM79LNM+dkqJ6Mv5oxmE9V72oLsj7NxfcCU6YfGk0k1hb1u0fkvV1W5pA6c3lwEOvLH5t+quBX
tGJWCcIAAlKl09s0hkedeKQSAaCuXXv/ZdVuXf8JWJM1cGyhb4/6entk2qUGerd0dOC3dJcjTojh
XLl1FhwDt3IQ2YZrvbNBxOYdLt26gnsin/GUYXOa+Xs0bHsKaPeRZQ1ni4Wy/rfJPPFN5iDiI/J5
g2uKhwmofclwMEqgpvgwTMDam4EMGgNNWw3IyIX03kHPbL1riVOfoWFH/zs2LXYSZJOop20E0Z+m
bcXfVOs4uNfVuA7vExfdB9fIGm+9gNi6DWqOrIXUqYMvnDHAtHrydfEwsrFmO2l31bKh8tuK+FrK
6ei10EUoovIy2DZdB+7R9K140Tkc54FfBiUkC0v7XiEJ7reguU6/c2hjkjsWgeqnx64of60gbb7L
BgXHQfaha7aKwuBnv4Btk3pl/3eBTXwD1ZwvfwSPNYXBBRXOmzhe16tE5rucebu79k8xh4i4kmlU
419gks4cPAjymQXVM1QRYuwxb9WQOfLZtD6Z+oMfoK331rj+l9aefefqCYioDBlct3VEMnyaTaDJ
9iLs5YIEsVo3cq2GZxM2GD24O6dz440N4fxWjUQSxpB3VcceJ7I7VJw9ejDBYx5UM1J2K4vue1eZ
6PbAGJgeEayy3GSujvOPWi6ZTBghaWOAvbHJFyr4NsiCyi4FkkJ9MmPYoWXvAxaCNGqYQynL0ozJ
bb1MW8vDoZJEg60XJhaX2YJfwnmcYZfMYSzE/MrLpcejlEaKQ8bFd4QpQ0hlOuPcE3NqL18j9EG6
40NGKOqRTo3WaRjau7gk2GRrh+xDpxmroYfih1rbZFazg1pM2uv6z3iUEF4dKq7SwwhL5921cx3t
Kzk69t4hKvV7wq1+D9SEGHsGAdr58sb08PEKSONw+v9RLMccrFkNv0ZE61upkbImth6KF4+8q2kr
ql5frcVb1KEJKuC/xppq0nj9DIzOXXnRafFGL7Cli17Nm9L2/OarCfsODNLu0l9AlhJzidON5b7r
cYxsyoKHjAmnzD7ySkCiMbNO8aZuVvAWGYI7bzKFYOU8LeBEQ92D0s62FNAMLbg8e6Gsq6OEy3If
tTWtV0wWuMsmEyyXih2dK1mYnFu7F7lJVlzWTGtejZmyAE0MHuYRkwduOw6EqHPEM8KIudra3M7h
/djqpjstNFhiLfN4JHfsV/OVmVSWiSzAjVmscSOC/ZJzjIYrdoct+lvhbUluC51tabLxNZKMzGe7
zFmU3MlKLy335Um4wfDe9imcnEvrCD5+WSNAMxEnxT61HPE+aUa0pJbd8OLjynvECQ9+0oxp9WmZ
MX0VQMjgcIsp1abrdPYNtsc2VRpiSN4EM8F/wgVdBbpjkodyrZbHbl1GHvoSc8whEo0ItiV30xOw
iw+8PWDfPURR6r8trmyst1i6KeNwHUbvSrXrh2JuRGWxFkxdoz8T2iEaApatUSAt1HbdP1Q8qNUu
zLBAspdNQXGXZf0CZ8TvBChBYekZlMQXe2+IxPBW+XWYnURlstv3U+dYRvLZZYBlsoMU8V1KnLuw
eAGMTIsjqRL5J/YYMYPDNRr+0MeytOeMaJprUwv/ge6cAv0oUYWvddlYH3w1zbJBJle/qRunu1Fu
Fv6M1CT/Ki0Y7we3df2tWSNdfQ+Nkf7tBHUmBWncijftUMJ3Rtu8Ni/w737GyWMisBtJPNW35s2E
qUuDjvFX5jaDWimcDXFkI4KsxaIxfozK8pKGozs/I711z4MmrZHgOJQFx6Zpre7o9ADxTK/R4O1B
EQoU4xOKIahUGcNIa+/LCLfiniEti0i3fDKPBCDh8pTY0l/7Qoj/3D5bzn1ml4CaFdw5EsF1fsT6
2z4hV8sUsAb5Mk9e7nVvhXKsP0NdaXczMHdc7V5Y6bHtLesejWdq3pwG392WoNLxSO89ILZVj/KZ
KdHt+Pqy0UkweItL1KkQWW7ME5Q4oE9EBvizOIb1EKqDW2RLd/CWbpx3mRyQh0at8eVjTE9p8emq
WMdXgIF5vNea4XLbzsEhtkjzMIPz11ul8wKtI3pm7n7xD3kqnOLYY2xQN7LL+aVUIwVDbaV5Ah4r
8yOixuJaLuuYPwI+RHlSrMH0Q74/x1OOW322EmL6imHvFXaowOmaYt30acgN3TS4wzatV3jhYZkB
mo5+7Yftrlpc71AbytL3eUafxqdDdGROSJbUcM4S7Rj4FlDAdlgiXN4oHFgRt8uk8vJUtUP3w9Gd
va6uscadXUmoqtbt8clI2pl/LabwC7L5ZbqokK134xUTIW+Dvbq7yWn9ctvVkYz2KxGQuClmEPuq
5HOlMYUb2PeXeoTmrW2MrnZquyec6sU7GpKoxGQZwRUyAKXdq7VYzReeDeifFmCUYIBlaF2MIhqf
Z6GUulRZZ5PSZCg0PEw9Xu0/pHVPBioMDBvuXhUBQ7zvMShXC/Kg2qM9BcGd+S8DPZ9Z2ZsSfTmm
ZeBxx0KciMcASW5nO/wqeo6KPcUErY/yeowzsDKBT4txdPiAWKz+ulwCNg8YCzUiZJnt/Y5Y3JtC
IHyFhsgfZkw5edJUnacOkd8ivh2D1YX6jlrvzmYy/3WacLH3awS/kHQExfzXs97nJ8i58scpfFSJ
2TiOXxwi7YzGnjF0j01O/SvsIozwuXDoJHjcHJ0sK4bYbcVeiJPHb1KIZS8O/2KTrckFKerIhkmq
1VcY4pnW4K3hRjLwXdLMRFSiaU//xyiAhkxNnh+TctGo5uSilHhuKKnnpazm2QenLNXvOIjo0xuw
PBCMBKnrZDPvfWx53Ixt37fRQS8CSWsWNPMXtLbsjojnggf858VyXQ3SkyPLPAQjofPrgIvSiG98
Z4Bj+BSycy3wkiCEtKtqM+fubO8wsGLKDE0QXWzQt2pfrTFWQxII0Ph5duT8tKsdvg+6HR7gaYHI
m6gZ3wzvcc1bHtQXzDCI3ZoBl5SsXTgLsZTFdepdT+yXPvM4SjKN0j5H3H22fG6cLW1h+kpCePsV
Fbb3u7RdeVkX/ADQZZ6C0cP0+Euxm/vqspfCllJ7ZO2L0FC+VY6gjI7brPV2HMj/Rq+YIb7hF2S3
RTKxPvJW6/9QPBL/3zcwUcfSboMjAwBBCo2ycCNZfYMOkbRIuc071/E/Y9aoYSszv3E2XhPny9E1
qzOepqpszo0vinyTWU3oHeG+Vb3JiBokPkKJtf/wacOwT8jJ4d1JN6gRLyGY65GC8OAnU9jMd2x5
RXy2WZH6+xEJ8pOavTogiaAuuM8jZttdJIjkS6Qcl3t3ukEwtpzicDv1nsc/YoVN+bdY8bEcAMZ5
zKPStvQzmUSe2nipjC+5Zd0AtzSQV58+xR+BiETwfy/Ci8ij7C+bQLwm4ZRWwYmotqa6tBVo9rNd
dFZxalZdrNsURT8C16axgYiwuYRStuWjLidpJ8A06m8dx9BOXtPAIk42DYQ7k9ljvi1xmz9gAsWu
yFrpYdYOpvkOjyXce8jg4SStUw9IUoeQYMq+rL1569hz6XNpUla6afthvHPSvvh2IuOpzzCf7X8z
vFAjt6Lu0maH9yh/iIC3qsOklhhVHwUI8cZwUF8RY7jOf7xPdXqpc+U8cE7mHM7Kn8yd4kDA0Fjx
99l3FdCaey4JopInH07wOuVm/BeiRvoW7JLPhmxFbzevsv+I+iIbd7lnmum5QfC9zbHd4trvaF1s
oiGMz5RlZkeh6gnWM9P5rnDICt6GKKqzvZt6UX0Cc206WrdjTl9+fz0zbk3l2xD3wlyrspCXkGdn
gbfqwBrSkdqLwwAITGBUVVYbG0U9njwC4f/Y0034iBI9fmsifLxJMIXd32zMvRsHLSkdUwE1eJsY
FrlIPL/M/qkGSgb1BNgnfRrQFVsulflFyYD3q5DYMROLc02fUpmOHz7z6mNmV4rpwXOmb9/W0+ss
Kd9gyBzcfYxF66/URV9vEY9ZR9H05b9IGxby0m1MApvlkKGOdNnd5pDY4z71ilxtKW8WHyie1D/L
l/2FJ6LjRsxl+Fy3hUgvDsUHF2JNZveURaRx71HOYokkJmh4Jg25XbcY9zCktOSJpBe2JyQ3YQ3h
nywQD32inWBw2YOU/wkpF+dHm8eeK7AM6z/ASP14lyHPq/YBRaMjcY+i+WVw912KCmJHcEs5pM7j
doi8o2YDwkbXdwpLiDNnzkbKm1pNFdKu70ifG6d9GRsXBrep1FMNCwk0ZMsIWf+c+ut9IxmhmWeG
wD01nRMrphanTPeLD1Cxm0Lb2ZPZFbEXw0EgjkvrblNi96W1szQLLs/FsU7TxICymwz0VCLAR1AU
UFhB0MQ4KbYtkpL0xYw3QbjjcNuQJN2HyKlSbGDoM+WVUlm4LFfOmiiaaaQpraahc08u98pdW5H7
khA5p/9OU1+9pn2z1OdqaZZrX6bDA3MwZKXrOQuyyd7r7lJ0o1isrbRnCHet4erg9HfwVfnjpW9U
vP7B/b8+hMK0Oau/g3KaYVYDuK0RRnJeiec5JAhpbwUrWcB8KlFIxAun0FlG3PYH39TVtLegGrls
EdLJHTkG9ZXOX15arj7vmV3Za45pS6oJGVxd86GrNLysNsd9wmBb/+lcWd+PxC6rbValZs8WFmFk
A+Q5MeiiYCqVIkmf9rJo7zOGByy4KoC2DsNu/W6Vh2qiXf1ua4o0fSDQxGR3QIV+Lje6FjF/Vjf+
scrMP7eYvPlUodAOc7V4465HRDgkCrgUYL4InfrbmSgYuAwSw9uYWIU3q/eKiJX/6s5FPWYZe3bw
tBN5P42ePyeNclW4Z6Rj+JGECJQJ2YQddFm5oEuEoLezXT2m4qLs4GYVwugnEdRbLjKEm+pxU87I
zvHAOR4orSFpMNHtvPjb8AbDAMx4Kf45fOpr0qFEMg/Wglbk2pZh8NWa1kWjz4Cgd6s3x+KdG66N
zjPFeyvUOYdvks9KYw+bAws9hC/Xc1DCxzSJNY3G2rcdE+HWiI4TvEHTuRF4+7NNjHwR+zB342Yu
ovEBvDzmxeqY6/a6xKd6SzCf3QtyKsrFAQc6JIeF1N9pMJjsDeVo3u99nqN0Y1RHulAEu4W5vxw0
zlsMhPnjkDrtMzKiET8su2C0Iasj/s+bhqg8hSofv+t5ye+HaAwI9Wlr/2q5vu/8K8lBQh2do1RJ
WtiNYXsb2lkK8hLjoR6XYCIxYLq5yJYseAoEVQBc6lYLEOoMff9Ul7jn+WENtrEomIt+FxWd95ze
rLBM3MKrd+ywHu7kHmkGDqZciSfEFUjjRpGph5vv6DTXSD2AVmoQjlrn2Ju6uOh6Vu8mLA6MTfga
3GB5CVryUf8uGQ6wcYyj+nFRXt6c8jTXzc9kgfonWCgg9xU8dX9Enxveo2c3MGOdg7chBlYDBkpj
3vwa6eAT7D+DjXYGcn8CAnnedYh7JHEXf3kFC/ee9KDnrwIW9DNI19Z9cEu5EmbDBgw40zY1U0BY
/dpZtvwIOJw0MevQv5T8QjdUBPZ3W+a4E9nFCvHRqzB13ISKlohXU/LXjlBmbR1DlBrlI9pnToK+
Je54I4nMgJEAydjZGeVBOaJds8c5JM7ZGtiFOnBm6PzMUXJrhEPEHOwcdITcmsJdv9AUjeuWAuYo
OpclEOTG8/R86Wrur13plFlHOJWj3Jeg6nJ9jpp0+KdgPvBCEajy5+ZoLYhSKOYHTkTmrbDgct7r
vAZ21j3bOmkb6Cx2qK3y+m9utZy5g5A6Psl+sp/yhdjFo817kyXZUo4P1hAvwyYmeoElw++Z/PtO
D+OGvR7rKJzAhHXTJnwYrb9qfuycyMGkjkvf7NyGriqivDN8YfwlKfCXE2R3BtHXZwihASlQ5CSP
eybM421GVkqxkaWcHxWNAe9Wvaz9q3F5QnhKeeNRhbb18MYCL4f3MECajgV2NW8WMT3vQD03736X
q8c0K/lroEmHO5I5Okp0qCprk7gx/gu5hGQQTIVcuRVY7tFDYjyINrEU0TW2jcYAPqP2HeENCtXf
eaEbodSwM/PopmGg9zYZFe+UUQb/+Lhd/+ilq2Bh7/Gt7oUu5+CIxFaebdpH1cbtfRvQDHCAYCiD
2nezUjMPAc7aG93H1cw6PKqIf3YJgiW6dGqZ7lSWdf15KtIQBi0iJmYDiBQBjYA8YIHlPwEigqNX
e3wAuIRGuqeKDRaQARdXKdZpywRLdEe+OLxty5il3rbscwS6g86QAAClMrK2xCajFSAvzd7N+IEO
qC26YGdh5WMoAOUTWwyWTp2sjYeZ3FWOeOr6FCc2R6Ta4X3Nrc0woFHYFP26OviIIqmP0xRwvshK
ZfK/mt3KkLlD5WwyLlP7mS9rrI5o+7wgEabLXotgzN5GTPBwl35s/F1WNPofUBWfV5SX/WdfCQE7
hKkkTPAR6TtoeVgBoxeCuBx3zqMD3sLuv3Igppowj2hJk6Fo8H2kOEWX/aDG6WmlYzZNRINil8yT
unwhVWa1D8SzY0hLA76Gc5WOzlRxrolbvDHpcxW6JMs/R7iD23NRhUQQNEzz/YGtXb4sPcf7JkPD
ZvgHgJJ3IVb+aV81hK4kUUEY3NbN4/RlqIW0r7aqgxNqgKHYkLOT7UlgLqvj0uSmuCC640LrUbKK
c0yorUpgzgz+jJj8QERJwQE2Uus7m4A1exPpUb32kxe/2piovb3mxbmZ3pV1GNqiyw48nrdTfrA0
p/TQlntY3QH10OyE731QIzPsZwsB0+jxTsaD4x2mbkCvURVOHR1G1Q/BdsJSur/RtfhcsJ/eEEoP
KBSDo2j3s5miZ0srRB+F15hqG6PV/1xI7gq3FVrhZ5TosE0pjmOk6FQ36mRoHb8mECVHwzxrjafH
gimJEZliy2L8KljUZh8FIfaimVy2m5gw7+xOJoY4tu+RO/VtVitZAwiQnO468bMe7BX/xI7wDCvj
51b9ccEyZV2AaN1gM+NCn5Dmlv4pxaA6bKsmBzDl5JjiBPfa/8/gLioea+kAfHawU4kN15hepmVo
xH6oHDIRyMdxvZ8+9KKHqDN6go4nPQfNnOxbO8G9HIpNkcbDE1/eWEFmNOorpgf4o0XQE55DN5Xi
aMdiiRmbHae5c+dhDXjbfOcv9q7wDzd8ae8GFJ9su4Udf9nasl8IB2D77dUEzlGj7NUYF7/jrl+d
TU2czHBe08zODoDY8U8btG1+sl2REXwOCG9tJndo111HAdF8R+iEW2wZqJiDazXq91WnXp5oK1IY
mK3cRsAS+czsJRqM8WQHteH1iat63rsKE8G2zUD3d4FPqgd5exTvwv6nVvhCUgPmiyBDfbtfgRYB
9fzZO9lAwC1EjEfwmk+W4nmg8dvfkDdGzsE89zOlfsKLOEIQLD7JbpYefPQAzp0jE764EcZ28mB5
RbcSxojgPsea/5Gwkr65gdUUR9xkzhdkEcGcjGcTMZyD4+wWsDd7E0R9r+C5fMzD5ViSN5fjk+Eu
FyOFU/54y6BGOMzAF6L3bhIigJtfD3uXOoc+s9lG1lz9O9q+wluKX45Pk/cqZuknf2R4Y9jiW1IU
Nq5bbwlt+Sm6oJ8RrbUEomT5Wj+6MZWQh5kpmCccXKB+JqNTgVWuHlhCybHwYVVozo/IY3vyJOsQ
QJH2kQYdduMEKV7jUPClTzYf9bXSUBMnBhOa09mm5vKMaEfcGqPHkuhRv8ojfL0RwQmYsqH/1rrj
JuewWNdLWA0NXpF6raIHrLOmeQCADj7DDkru1SIFJtot4Hb8QAtZF8EWa4s1yq3keghwqIKVDUXW
fcXIHs815q3lDpmbWA/uhG/4MEZaj1f41PQ6qKD8Eo3pi2dE4OgWeQYXIEqcxmwRnUuNiRhGP/zr
AvnLM465Qm77OmOiKPkCFQZPBylY1ytjnXMnFX/KhfrOYznM8lUoQ8TBqNSEjaDM8AlFUVFd+GDG
x7hXqthx/aj6S/bMPLveKtbuMPjFco+enOjxxdbBR14iL5x5v3ltM93nSGDDbL42N3UlCFT0LIin
wu7ruHLfgfZPUC4QCM9NFiC+wEdQDndl7M7hXlh1c1gFGxAeXdERScG3cbHtduw25KHFwW6U3hjt
R7JU0ev7pPVju5BDc5rcSH+S/tlCUbjwV8dmJhlyN/UsNkdJKMRukbFR19g3zYdfrOV7RGQgO5Cd
Lq/LKqW6c2bkdDvGmsjZZQ765W02r1m6NdGCCjMnkIl3I0OrBbJswxSxCMLvz5GDjLCmrDonPmi9
zAQIDQcVZ6W34fMrR7y92czDqnTzXFlyst6QF9O+G0u62u5COjHTHerjPIYzEyxJ9jQ11ZEdrtT3
vdX1j2J223E3mmksUCnI3N/ZxF9+lCizin3Yx2Y4QK7klNvGLFxz66DygCSpuQhXS467Ie7aO9dV
rUeOTLhWhz6dHd5iHxUve4dVD/9MPKO+an0yALGgx9FhRc6YJ+wTDvvkatcu4Y+lUe8zdxJyD9sy
dYJBqIE9A5OfcVl5sib2IhzaBEmrOz8yDzrthkxIgNyoVP7ZkQi8T6NWU3Fq+S6ACZC+tncoQadp
t6Jiui+jMfOvkynj8n6aixkyuuznA/LR4nuyrFBQ2iX50mxndU6gZ4Q9OUFze8F7y/9t8rGbH+B+
Q73vq7qPz7OFExDyYMIEDrVmsp1N3CdBWL0n/ljKH0BC1sBw/YcLYA+5ORLbaFBEuBX8+uZRs6gm
ikwjyAtcYSNB3pzMvvZtnE3klAWhv2vJ+eZIMExde7sFMyKxiGC+1bWmb9Qa/m+pNP7rqJbYjl2l
lnt8b/k3U0hb32zvZhtPM/q/21m+ZfWZYWXzOXtWWoLvIt4AERRauBKSrdE/5JUVXyxZEEgp894h
BAPI73CL9ZRvoz4baOUw1fBSTIq9zuRu+lR2tvqeDP5jkhwwFu5Ku6f6Na9XQA07ssmED0E7Y7Ic
HGK2Ig4NLiLsDX/yulPROc3U8Gdt1vWFEA3yF5jGfzBLKQ6fkH5jQhj6+Oj2qLcI61mXV1F2/k3M
sKAIDHi6nno3l0cqtbJH1iYIqMBgnD9Xfs+edEsdUxviwYhR8LRtySQyox2eWlPq76GbsEg6Gls9
ebQd3qUI9GE5CtwI7Z+2IoR2fysI++eXsxnODe/uAbdyai6zacpfEMVeIC6j98xHpmGIH8WD8huP
uKVA8lD68v5mDN5jVLvdjlA6FSfaTetDLOOMmqgaIOQ8S1nZkH6rA27r41RANdOWD2SVZdUDITUc
xWosmXIDF8h321WsjLcldkzPkYBY3AlnDdVO6JjMWr/BR5d4xMmiz8Tdbh4Ub9pfT8fmuwtVekfw
j0DVPBn0IH3b2bcceTYbZvugXHdrlNtP5EAjfdJx1T6hjoDi7vmajz1RYBD47Ih/Bfr3couMl2Bn
kmOJX1/T1i53VukGv3xZ2t40ZHDnJ6+YHdCalhjETepXpX/hqhuyA3lEXn7ARclXwP9yPEayqbiZ
fDfs71Ik0T20/JLyCPZN9J4zo+hjJoixtpvG+vFFWq7HtRkKZz/LYVU3N039hOIVLNabLPNPkBDk
ItMw629dE7N3T3yLdvf5KMx/BNnnP+wz80OBtPHJmxS2v6ay2z9lZLtvHHrxQzHU5iPGJznsMiuO
sMjXHm6tyXnPGCT/+Os6TUlGDoJhTVsl7ebkYJ9KVE0o4grhcZ2LxfTbkj0DV3sUofo37UAsc+ql
/rVCZm9xhMrhP/Zl2MtqKux/BRrNv+Pghp+iHemLsCVhRyzbmf9SOQPCKEWHL9dUGUwX8rECd1MB
TCjxCSVWpyelsmja1cBe3kZiXtZ7UC7rZU2L9a8jtNZbCqr9T2ByHnNKidiUCJ7Vjws5BkQYENgC
9Y0c6eplAOEJQ4zDqNTYxYPVocdMYpOpaRdbQQVyBhe07XURDRDqMBDIVZ3px1tk9Ui5b4rKmSuM
pKrU6xHOpTQub/xwmuUdWZzizYzMBdZYpRTJjjPQpYjg2SY/bKxNGrtx8BCtsU3qZu+LzwCfwxPq
nTzflMhRKSBtaJEnCysdjjAi2PibzoreaVIN7a3FDLgHzCSLaKhGwkYoeZrzfcONh24ALd4Gd5SW
Ozxh4Jh+TRTbM3J7gVeONBHcZ+0Acz3fqIgGkherRYW/aFod2xxyZAW3RIC+Yucq4ICT3ocbJDkM
8diZ+ELn4FLg2l37UBL4gDzHcg6VPdOvlAJAuqjD26D+MwREZ6Fp5mc/6aC/RefW/EZLp813VhCg
A3E32e2ZWUrdycnYBGzMU/uzBJa4c8BogPIhyO/d0mmHfbTEKKtLXlj3DphwlVvfbWNOXZcb+8Fe
kEzs1rqw6n1bDdE7uwG1bEITt5hALHGXFstKhF8ntSEshglw2tfRytidupHSN245K7b+hKNh60nn
RvNafvq2BEv1axqm9F/fZt7bk0RqD5e6I+AmIeSPjPyxg0VMPLmqYNdQGznBMQCdJHnh+W9T3ir4
hsgB25ddgYUcPqj9XoK1nklnLPtpW2B2HRPSyDqfHnon+KnR+F300ovfm7AoS+yRnYDTB/QhGUgX
vHmOkOwTCbvEL3adjeXjZEVDfin6NsDIh4mf11Fjeu2UktiidGYONbWvBIp6ccX+aa3rVwGkQ/id
0vZeZYHxgHQiD32gIUj5Pu3I0Ulob++r4xT6IFr40YROUmP5LwVxwd8mIBOZCJd4upaxTrON7/ac
sGnB+7v3c6QK+0r7i58sbqseSNuFv7fIZyE/dhbvQe/2X4YYchQ1DmPoIQpG8SNpM6oeuG3VA2Ym
qrv7VNjDztKpQChdYVDkD8gk+Ccp3edoMvKV+BP4KCLz9FvrdRR0Ygca/yOhq1PJSEHjj/aUSLfE
TkBkkHgWPZoqyJkOOG3Jsus8+RvzCpL+64wS1smbgruJARiPUj6E/9VE2I7kTZGdk1SsgmFCChOH
QFOJacJxr/HTxdCu57Vj3GD1mpkMyOYJvoMeiXcvtU43TpVyeyhXh/eozzG4oESK39GU50dHF6Tx
6HrCiix9Arl3fB9IQggsNwh25ii80Ww5agvb7crmKurW+U+hCWhPMYGRNRnlvfim2cNyN0vWuFhG
m8DIg0Ct/uBFc20OsZOu46bScJu7hSYdcUB1tzwE0TxgW5kze97Wpd/+q7Ks+EwRMr55QTwT9DZr
XqZv2gxFfSD7aeiToBaZQGwzDE8FfRHpUeqyLE5oHZipEdmZU+QpmxAp5OPvc1NE7xHR+swv4zgj
e6lHUqbtdfxX1C7T+mp61HuVx8qJINJ/XSMvBMwklgsbok/VChyMKfOrZdn+mxVXeIGt0qtubZ5g
3AMJBgFaiVoH6ImBnG5jAP3O6sU3K4di2+K0g+3sx34fjI3/OWRtgL3cWd3XYEVQSGNCJnYSnhql
BtkaDtyzx3bKO5T75I1itNgiRw4xXbb4AxMBIVrs7CUEZvJGIm+TrOZo3eZgYLuJfKaB0wamfjOG
iL4f0IEY8soggUi2FpggnGLDz4q7nRimsnrNSBpJibmeIR/RTsbjjrxdfAdpUM7QcWm01Ecu5CLb
Aod41dF1UdPtWmd0v8j+1cWxFTli7Dw07h1p9mO5HVDwc7p79EHwsFnuh62z4DVlt412bm2vFRIl
7G1bN0TLsUW1w5iKg1HdzdSl/KnRQ3wNSlsN1F/kvdX9MpKSgfcaeCJr7Q+y56vnaNQLfz4qr/uY
KApNj/KlrJZzJ4JbiQ4g/G/D2bqgeFN5RJji2IK5E4FNr0YYzW/1OMwf3YrY3YpkiQS5X8eLLmYw
ZtcTBVm46LvfKnR4zmWmgwBfGDPWLVYAm9WBTib9aI8OD8iEpO51af/H2Zk0y4lr+/6rnLjjIh4g
QHDjvjfIJLvduLa7cjMhyi6bvu/59PeH38RJEknsOlGj44itlJCWltb6NyLHrjBnlcAMQV9GpLEH
T4W2OBQMCySncgRghK5Ugwnie+TnfP2radXUzHusv94ERPHvhubr49GKEKd+VmCXUCseHTsivKLw
TjEwFfaLkQTQD1oIHOVh0gNolVEwitH1gWBeuFHaBEHSHOR0rRjmuzY1W26yhMupgEPa7kK9VGLy
Sat6sLrQcdwoCyRJCgox4iCHpvs6yVH8pQVjprs1XVk8urrSZlv7GNq5rPRI9TiDVCOAHaWPo6kK
lSKL4zVfgh769hP5yvgAf1lvjpWgpu8TEqDY075HDxw6b/4C9pMnKq3b4GOHVyiI79YXkUs7yKYw
71HzcHlSxZ8V9D7KPZKVozwW9Hg/Z0FtDYjPKMPDHyUPE15DdJlkYnLLqDlCHV1VImL+Rxk4fV9m
CU40tkjVpwofkW9CCyKqwKlK76Tz4CYgzV2K734D6RQaGvA1dAp6/11h0tHB1SWi3JelaDRQhlEb
gC4tuoBfKY239ktZBVn7TCtbJ4fPK9/7oLWDOrl6OBkXuEZhCtOmDLLdH04vxJiR27lga6JH+goO
uuFs9fj4h1ZQsSgoELqB9Kx/6NU1HzMRhXMCBQxLhZn86Y9pgsyodgL2r1XrHmmtClhRAd1KLaRI
reMfkCcbR5VecsgtPRB7lcvzQY0x4TlHYJjHDVuoFT8jffZV469IFaGK2XPoN2csTfURdxFFsweT
NKI0ZQJyOQ59M4jz0PrJ0wTG7uvoxePFpnDg/td//s//+5/vw3/7P/KX/28J+p+sTV/ykMrX//2v
NYshg943ybxhqI628DrsyWkksY6nD+wOoEtI0lLOcx7vj7Jmm4RUngGoEYSJYy8sAP1orLAM4vWk
6DRXUWH8qbRN9YZ3xvBwf6TZQ+vK+JQ4AercUAVvH5MFvV7MPgr8HE0tLGUrJXzsp1Y/cZn2e0PB
F8JMxd+V1SNwjsHGY2223+8PPk9jMfj8DTVpYPVq0ZW+HrwMOj+Gh493RFZFl0IN8atEquNY+w0M
QaML0OCJk8P9QW/Wlq4fnT+GUwHU6c7iC05j0TeBCeptqtviL1UgjJ0VpfIncvjhaz0VmZhjGsIW
6PvgX7b4jDTLhgZ/AwhmRVEfM+lkLlTVxh08XJVeOytDo6aimdJAmdBSFyZfhqd3BRr4iE1K633l
RMnzIMqfRtqlb14/EG9JAxd6jWVUF6ZsiWaZAJtQC0Ant94NVAT+1ImqR3rgsDPvj3VjAMdkDBsT
SAefPRuq7vX+gGGL4UrqGHuJ2iha0qO+i0VOwwKU8A5DjO61h3sez5k/F3FFhyt3PV5UND5CZ4xX
gcY/ofmoHIx2St++elb4euoOTQqV0oax+FRp6U/c5jYJJ3Zkey+PnCOEUZRxGxXxE9FbG76Itxse
aW0Jt9fRJR2h5RHXFHiwqQoGL1Hbeq+bFs3cEnkio7env149NdiVusl+l6yhsfhg3VwaSEPsJqYs
sT5GRUvDQRbGzwaBwhN41eC1cVIaOJ+D5aM8wAHT56n/dhUo+AFwQYKiUxDjPU9+TkYOhGrP7b3l
x7iyimwLLOyQaDJgxyy+GhoHzUxcQHAGHdAzhi6cAKoze7hr7YbB5PpQKNHO/zns/OtZ6R7MFDhE
81k2yp2ih+rFA0BYKZGxEaBWDpggZhALgdoS/Rffq9ABGQ4BU6nAMcDQ5YHd+0N0CswexbWpjF4f
pRjPUQ3LMh2WchF78frok85hK2a4IJ+GXviugWfYqamjn/d34uoa6o5AasRWJRf29RpC8sc7R0IM
jyva8lPre4cqx6A+Gvzq30xKQKdUWULLFIuhfFJ6QwsHolSvo5OHUsDF9KBdIPwgN1wjb29r/J2R
9aSvBkART9vrWQElB3TjISmMFk4GmLlHNefok4/TkMcu9GdfVcD1Gl2hCzKBS34YHcGD918sra3a
jqHZtrCXBu05j/esGtB50D2lxAMJtjnFyuqs2n20EZB//a3rDAH+soqJhaXS/dW1RXqi+mmT0xAT
+2zKgs9KRQdn1wxYGxWgzP5UgyR+CavKeKQ5Vj9hhqf+yZU7HWi12xegOPLHGBfdD2DZmc37HmwW
3f34HIUaxV0F+svGhTWfzHs/d/F9FAWYamzZYh/Tr/CzgA6sN2B9gNHFAbl2dZ+OTYjWMEIh97/J
r7zz3sj69c5AGQWKS8/INeKNAB5QlkvtPy0KZ/tSs7pHZ4YEUCT46VWielLDNDiXrbfxK9YOHcGf
72XNgcue//23cAx5yIgE6B6YfmhLeiEa4zVw/wsi4eXGUPOhupkvAgqccGDAlrU4dJRcohbqnrH3
mq8mGM0TTZmMti46sgUiQvdXd20wMRuLgvSA/qAvch6niBtj1r+l7Zj52j7XjOJJkVF1MvshoRZv
wDrbmJ+2tpY2lQIyEt2S+tLN2IFjTRaBBycCLjXavngRgMD2ioskXb+MuH0BRtGtI3KB/UvBTUGH
C0+AA6WR6KOiO9bjCOq7dOHPqMeSYvnp/prMV8PiA0Aq1pBPsan1cYVcf+tsXv4cCS1QcRAr7RK8
vUHr7XB/lJVV4FpySGi5oHRVXWxrbxroviJ7sK9HFUldA4EUaeo7uPfj8f5IK6GV8K1xseusuLAW
ezfpRQfajtyP7lB1mYLMuxR0d/aUUeYWhJWduloL0IJ0lCecQ6rXB1USamKdRc2bqLrYYukA8zPs
A3PvKLnytrFUuBXqWORPUK6Tz/enurKdTSyODV4KbCxt+YAGIQkHuGQsgMKzC4DAp5Y6HWjqqYRY
hvXZxtqufEWLm5FPiEG3STfveq9gooOYp0lJH9Ba/VD2Mdp/RWM/VbrtbAw1/6nFtmQoR9NJa3g5
Ly2ccempMQbyuIwTSQsoqcMWidIwQAQcU7VDb6j6M85YykaEWJ2hrduWCebGNLX5tPwW+QBxVhHq
TCiiQbo4UucERVKgiQ6rIz+/+uvRmUCPnDNsS+RGr4eyFLTkoZeS5E6e+t4oi4i+AbjjM6zK2AGH
15X6RjBanZ1j8arkztekvZidKRqNGMiGUX2/KQ8KomLPKJuYkRtCLX/9c4VV5BNatqULMuDr+TU8
nFCDYylRVrFAGpHnSPy6D1UBvPP+Uq7Ni8hlO7qBHawUi3nFyGjn4I/NPYQzE4Mh1IeVBI/aFvDh
xgZZu6DnE8DjgZIOXM/FtODqq1bbMi1MnqS/L+y8M4EJyPyMsL6ChnGA5HDSO1nPO23sf1RV2V3w
8qkeplYjOX/9zC3uMprnBFXTXISbOsEVSvboZGK6K88tDKjj4NQf2x5S7L8YyXHQwwLfw20xB6Pf
TgavNwxK+QVkizqGAtDDkDrSwb3iiLexxmtnX87vM1zV6Pvai8uiHiogWjVwigK47wU9RrpsuFe5
FT2cB4SjlQvURPtfHEfeF/BvidzUKMT1/HyJzuOIcDaI4sSHaQsMIw0s7ctopOdicryNF+/qHGkf
SYMUCz3LxYfL4TjY+ohukxfm7VsZGtEeD57pjKJG/ARLEMsJtApf/0wkdosZWqWR1lmLOU5I0IGv
Q7o9AauqHWbSKDjBRupvHMb+ZoZB+OX+rlmbpi1t9iY71CLaXa8qSmiGN6DjsbdGs/44TAiNVzlw
1ghH0r/6wE6e2l4Z/7k/6Fo4oK6MoqjDc84wF+FArTJZGj1KCVBhBjcflXFvJQoEAbrFp1cPRd2T
mgxVwbkItFhRXLZnphm9A+i/mhtQrXyirBwfk9LrNm7ElVlRJofmpErejOQ410vZQl+ClFWjFOuo
6jEGWUkvJLGQv7Z/3p/U/JcWdy80PzYl+RPVGHXx0QbV8+q40Oq9AFbypsK0eoDrmeHReX+ceY/f
jCN4BEOVU5nSIpTassziCGlb8C6Vc+as5CdrqC18xwWCU5MlP4oOzELBdYgJgoy/3R9+jljL4aVq
ASyhUWZRFLpeULvKWtOXghOvmv176anTO1DdSJbaXXYsx0zZqLiunAWJ1ykVcmpcwl5G0BZsogxi
Wor25MM8SnP5I1drfx/S3kfAZLanBAL57tWTJGYj/yKEUFUeEteTRPoY0X6w2vvOQZwuRyXiT4vu
9BE9SDRNeFFufNNfq7ZYVS5F9qctTM6gXARvJ+lH2qQ1wmptHH8zg1R+n0P8N1VC6YQ7VaHPrgVD
AIVpgvQBmsv/kFKBtNz7E79dbVNaDhmFIMvCWXxxXCBzIN8UUihVLUV/i2li8pOWBA6oEBAekUow
5W6EYGPs7g97u6lMyTFl/tBCEG2YT/Fv16SFvnBoY6qEfyGOY3E2S5lgM3mBz/KDTRhuzHJ1OM2e
e0yO5nBpXg+HZKEGdQmQ06wB+AEcj3GpEnjxgzJAyg5yZOZePb95RfH5ggSvMcfrAW1rViXO+xr6
j0JbMhJp835qDesSmV6PgWbebMxw5Tti6MaYknuEtHVxUYqyC1NclqB+Oml9DkWBej3WDq7iefE5
CBTvMimK/uf9Wc6R53oTU9MnnvPE4RXH8+p6lhRoc9pIHFU8PUA3VQMmgzEZj9SK4h8rKMt/oqbG
PwCS0cb5uY3y88gWmQHvcQv41fXIBspCY1WaXJjolx5oPctLJWz9CZ2ffKNluLJ3qOBqgqocpVyC
4PVQiqdHRWAYQBwKNBurYZwOcKsBO0/F+9zDyfv+mq7OjC9IXQl0nWEubpU4lYEyhUBPoDhnx5wM
Epi/pxyRzkk2FnHt82kUeBzLoe2kysUmjfQBjkc668dMEAC7SvEPBro7KHyLv2j86icEjWabhEHZ
yOrmoHK9b8ivGNJ2SCNZ0cVmjfsRZ6K0aqCAUF9ScCk6hhQ+No7E7Yfj/UH5mH1JqLk5g52GJgnE
72Zf1xGSOpACXERoiiNKnSgO4QyzsZzavBOW05Lz44zOk052vDgOlVogktyIhqZTabyJEl6QQZRh
amaIMsS1xatOalFDFrDU9FyWKVKlodMcms4XyHr05bOKqNrH+9vp9htb6PfplPLoPHODLLYTyGsf
Ch7fuE4T1CE6guxnP26GEzpB1qemgYl5jgbYhS44bkCW90df+QQO70yyPv4Hb2MR5h1pDfBySxr7
9fTVR/6Yxgsm0yOUJkLg8f5gt3kSUUijTcu5MYW+bD/PprgIIuJOoQLtPmPIhciOnPqzl2KZS2FN
XnI/RUyybZroYAJFeH09WHKIGJ9fYSHIvjhPCSVSFYGndm/H0T88iOpnHNo9hGRj4+39qd4eIEYi
IYNCyt3NfK9jUltizReb4G30IYNxXAbNKaTdubGhV0YhA+OBOacG9CQWX69UHGS0VY8FnRxov5j/
PCg6Uqn353Ib8ORcgpxnA72F7XI9lxzNWpSkB+RZZzmvMRDdxdKiz6KfptO/GMkiwxO87KiaLTLZ
DtEy2Cs9xq6AkfEz9eVDivgweh8iudwfamUvUjvnEaKhUk1nffmBAhtbGmvWjsH3sYYl0ZpHY9D7
Z02nXr9LRR1/SEd4e7Xsyk91b72+koz6HJAhHYCCRadzce4R6KW+kwKjwrwwe6IdPh3yHl3KWB2M
w/25rn3AX6AF59fnWzYE0YDpWtnqPXI8JTSpGDIZ3PfoBbXDrc7EvGzXERZ3XGY0A1lUBKUXO9L2
MKnSRtiWpZjEe/Tuik+FYumfdAV8765rbMdN8yx/9XXFqCDXeFBq1M6WHxO5nmFIfKPbD0ApHzFW
Klytd8x/cQ4wuKMOOOMJaORen4N+xBhaNZBoh3GILugk0GoVU7XHy+/1RSqmwnuS+EFjlYrg9VCa
DmMZkDWwJ4lliUSk9YATnrnzBXIsr98ccy1lBhHQATcXZ06vakyBOtHtS68eT5ODMnZAo/iYdMO3
+yOtRSsacVwzM7yK5vT1pKxGpM6U4LZRVkV7aSpeyJkN0v/+KGubnQtVmHBrUcU0F9GqEB6lvwju
ZWljG4IqP1LQlVmepybvNi7Pm6GYBFk1L2FMvkCYLLKkCZ2l2mrxdlXNTp6wRxnPZd9SY4CFdLg/
q5tzNQ/FylkUScl0jcXNpWDkDa8IuaM4S/0z8GcfCaImeMGTrf7idAaU1AjHjnxjhivDWmS52AvR
ReCaWUZJWtnsgwIvTK4AsurmM7aJ2ilJY/0Hkqt2jgiUWb72nPFg+H3QxeY3kcJJ/WCY0LLLIafp
GOygytEcx7DvzveXdeUL0slzmKEAQqPeQJFCnkA6mgn7AuHNBxDLKHNK/NwAgBsb5+wmz5tnBXSS
di1rCWDievd7gEtCMcSzMWcyYM2GtKshEOABvqCcik63vpKHxe8HWW8cu5ubbjHwYuug6QKs3gim
fdNo/ZF3IOpFoQlVU5ui4gG19cBFyQsGPubDTzSW040DubqHuAw4+HRQqExfTxyRvampHKxO1AAT
ql2oImvp+kGSPXlIBERQNEqUQUYkLjau+PWBhYnuFF00Ms7rgSupIcGK0xZdvrj7C9WP8m8dG6IT
VBjplqqcTjEmkK8/qHOPnGog1x9AsMVq94XiaJmXz7MFxL+nZFWnT22TZf33qcuUly6oI4UKbl59
v7+Vb6IrsCJewVRvKaAI4HXXs7XyyShHFHD2yC8oE2ySFlQ8jsXyw+vHIekUpJsOYNJl743rQi/t
Cv60RRlqdtQZK+8xCOCtbHy+tQkRWqlccOQwYFxMKGwmaSRerM6ayJi35vgvTHW31Z9diQDy91EW
xzKI0WhH+EPdIwfSnKTloeIeOLMKkXx1SYQvRLJOjwRyJg2axXWBjlSZdoEO6MbK9S+BMmpv9VbS
7QJP5N7/SCtbX5LU4lpvzb3nJY4OoxzbyRJP3aP4htoempWogvfjpepU++zjrLvrEGff+GArEY58
xbJoH2iIb1qLTEKVgVQw2dKQmEur71Re/kYRcXrTExMeoeBnrjnN3nKORFT+/nTXPqI1V7ioJlDv
X24VzO78Jo3ZJW1qjSdo6RgxRrD8dLR2Ni6ntV1J1g7sjcqIdQOWdej1VL6JRAgF8PyUq3npSooK
GzFzjhJXaTRbhWIhED4Je9Fedg6lgeRnOeHiBrx6RD1SlpfZ7/ZYznaXfTnqGw21tQWcKyIzuFPy
Ol7EaGfAMg6bL31fmVl6yIN2POL8NZ7gNW7VQVeHkgQQlXTd5Dl5HafUEiYUzSZ9X0JKPBAtESbE
oAzdSbkFkV1dRW4/6oqUBmlVXA8Vh6D1U5no+xpPzAskBuNS4J7yMMBc/LM3hX+6vw3XTh2fjMio
k6nR3roeD+eEqGkspiZE9SOGrngOG1hzMQ65boNhBObVU74x5tocefL8KptTU1lCBgoA7342EPZH
p1H3k1bGkTuWfZrBoceHERHq7On+LG87I2xOh6sN9AzBBb7s9TTN3MIQYHQIzJHThrsk/CV5PTja
MUY+GeE6VMOIc/YxDEzU6OAbakcvV6GZ3f8ha/GGefOEB/ZFk2YRT2Op4RMVhODfIlt/UTBkUcFo
WP2Jclr/PcsbE+oSsvRdXYktONzt2Jx/AixGfpTzqSVdr0Gh+NbQjR52XXlUuq1hDDE6eTvdOcJN
qt3SCPpDk9bK4f6Ub6MPw5oae9mYMVnLhy6Efepa88WOt7pxkGPkPcdo353vj3J7ROcBQHvzkuam
UJeTi+1pxEhuAEvrmQQeHzMt5F6OQ1F+evVI0iAKzG9qcrRlMoEvOkW6QeqwE4V+cOIpOPW2U560
qbc2JnV7OGmkz8Bd2wKMcQMy863QVLI6BJrvIKsushz1cFVBliqzvSOAWAWpgXoLqHR7Ouk7Awrl
vctjlDbI9TZpJWTu1gTEB3czPBsl3rYVNnPnoYF5W4fgiF+7nnM5iec870R6Tcv1zLo4rvGfQiYr
mFq4vkNFZMh5eDyl4Gs2NuPtGbgebN5Gv7UIi9YL+n5GEMmqQYjartGK8FvhqpPZY9ULb1/mhPgU
V++Nes9KCNKBfSGmAPZ8TnQWkTZXzcb06X3ScY/kMzaG3V4JjM+ZYuJWVCB7ijAp9rEDEqZlheOx
merdRhi8/bQWFyaEqpldQgCY99tvs89Dxw4aVRvdsVKcB6Uf/dOYSO8cp+WEwtC4ldLdHkrGow8N
jYUBqcBcj5cg4YgEkDPipKM7z1ScB8zQAuH6RrtVbLj9sFIlyOiabvEshohxPRRqMsOEVkbvmkXV
oWrY1c3H0EGzXWubuIUyPJhfMV6pHn3c2Dc21e2yMjYfFWSzQWVlSbFKRg091SHvXRur8OceBs05
oyCL7pVenwJVazcy5dtlnfNGGsGkPzYYRnE9VxxzBsUKZY8hYknwdqJhh5wGRqdq9fn+2fzV8rxO
6uQMcOXqpLU297yuh0qCyqFi748u1rHINPYpeKJdZWCVCtRPtH91aGa9WCjt/Akqd0TrP6I5spsF
ovEowGB31yeptdE7vb1QpE4AVkma56tsiQJEPKpVgRGjouKpmA4i5xPsRZ+NP+/Pfb6KF1OHx2XO
iQolgJs4CE8c1y3NQF3Br1EQguqu7gH9lOFJw3cUbJoA4ABTynaR62zELh3Rzbv/E1Y+NEWXeXSK
dYhBzJv+t/NqOB7asbHNpjbV+IkUoTmrlak+AJgXGw+h1aHop0HBIeaD/L0eqo4EWUit9a4+KQ1e
aFmgGfugrlF8lqJvNx4/K8GQYjEPLgESbn7vLWYWdHwJFckSlJB6Jdu3ugZfGk2dBwFldd81Grx1
MYYnWML2m3qq/Bd/0rb4nmtfGBorHSIbGDeMoOWc0RDUtXzAX0jTnkZd4BMTUrnL0gm9QtxgUbrU
FTdJ4PeTxbQf7n/d1eE5VwQPk/28fPAaSe0FMYHD1bTYRINSo6Ecd9Ci7cgc0EsEHw/IukXlocAm
VpGvxlvbfAMayzMpaH4dLr5BYwHtaIdqcP0uLb4VOBaehNeau74t240juxIhuXjYy3BCqYosSS2+
1tqNPvUDMikxUho4KJ/7AZA3Ujchqjd6c7q/tGu7GeARnVs6mRrJ0/WXjTDFjA3J9io7Z/hgMYAL
w7F5jIpwC8mxFo3m4sicLoH1Wu7kplUxjgzBOsai0PNLkNnILWGEhvHA/TnNoXYRj6hRcG/DeYVh
u6S8ymTsCj/nhstLYT9ijmoevBwZorxtpveNieg1clvO4f6gKwvJxT3XY2Zkhf4LnfBbBELnVPZ+
jKCe5Rc9JmJ4BbmFmE2Cqhrxr42w8AsRt5wjPXbgRrBIZv7B9XcbAR6nmTpi2Qz6uNfQO88cDP+m
TJXHqey06dB7YZOju5yO3xBlMNGWR24Vwd9ylqPpqZD2u0aNkAONcbV4Az67GU/0RDX/2LdIyU9o
bXxtVYnBLNJtfCNsY6zpraL5irczK7+zDyi1D81DpIf5MxP3E5SZ9VdzRtkrgnyH9MiB6aAvyk5Z
kFeJNFtE+VDFfK/m/YPfI7eIh5Z8SAysFF79FaHD8doEJGtSMJm/8m9fEWG/rk6SxOCJ2zqf7Ub6
TzkCBV+E3k0bae7KhoFBb8MYBUwAfWQxVN2X6CwFreGWIrXfIxOTPjaqmZ2tAaHD+7NaORBzI4uq
jEVycpPNtnUAn6xlKBrhwyPJte1qzRQ8RAkNOniX+pOO+dHG/FYiGcklfU5WkhaasfhyYtIr6SFJ
5qaZlb0NZXjBxoIkrOpBxjfNFsZwbY6/D7c4EFkyP6mpa7gTflfOubF9BNfUCbPEnVNzVXV0SHGi
MQr1cH9x174jEploBvD6pES6yDFDpFORG6TI24+D+iWmWvO5VP3yYxKn08v9oeZ7ZnHo6bDwQjCA
VYHqWcyx1lA98WnRueU4qQeKiJh5t+InJjuYeA2Kvs8xgPlZ1jQo7g+8srgMLIFu8jE1SDnXx8KM
0NHqvFpz40aiw9PrygdQUz/zVu3eDA24SmvUso11Xdk/DoUfKr703Ylxi8n2doF0smTMzqtsLgoE
Sp5TQIDRrtZxacpGWx7vz3LlS0ITV2fACN0WCrTXs6yRBXPaCQHTHi2kL5ra1G9GI8LCl1bexvty
bUFnEjdfkyBOmet6KCWBHpYi+YDsaKOiDtpUvd28lU0m6YM0ur7XK9t+6QvYQq+fI9RGIdBgIpMy
51X/LcCFJaUfQRLpVp6HhVCDSuqHMlEq5NWctNpIZtYWlM1KQXHOlokE14NVUm/ikOa6m2We/Unk
Y46xRIhphGWH40aOuHY2zPk6BKEPWGSJuImx72uwgNFc6XhVjQ+c1j12iW2i1sVDlHLMHAloeukH
VAHaDdD8SoLqAPgh16A6zOiLBJHYOkVlZWBtYBZKdxll4p+lh9b8vhx9cGJNohvvUk9YH9LObH9m
NfWp+991bfpUKmcUPZ1Jfsj1UuMLKs2+LoVrxSky7UltRsPJyBPz7ySu1IuJ6fghAPnn1iOPtI3B
16ZPvQa008wovcEvCH1oh9zqBWJhQZYcRin8ErFLvXwfO0BpjdyLHzEMsFyeq90BKvwW3mtto/G8
RYFhVhXiMr2efUzXvVJQHQLRKTKEcBt1FxaOcVaQ5/gXQQKG8IyeJz+4SdADLY4CiV65m/YBeo6B
3Z5SPF4vaYHTyf1vuhYBGQLQEw94MsvF8dH9TEPmLBIufvXC3/eUT35kPZDkHd4u/WOHXfPrh0Rq
gfNDjRFcMto01wvpm3mBVlg1EZf67qWFM3nAtxPzGv7f4e/CQ7fs/hxvA6GNrhXqErNO0izxcz0g
AuOVhVDg5CaaHn0Gr4HKladou1jFzinFL3GHDPOwEX1/3R3XFylkY0EXZxZ7oDSyOC2DruIBHXcj
CqC+mrtDN2iPvWF6f/ewyt8n3hg8NX6NIvZYZNa5SaP+Ocbx+DR2jvrP/QW43bpkgaQN9PShu930
VTtUThGJUKj8YQbwQYVG/C0DL/hcZGX26f5Qt8eULHAGM3Gl8ipapg+6oDccVdHktqhtH4ZUdw4B
frWHIq3ND47Xpge1D6sdt6s81+ngHe4Pf7ud5ySUCEGHlVxpCTv3YUpblMNQxUBEMUO1IUYiLwLV
QHKmV+VT1znVxode2V2amJETlMFAoduL286GJd1hWDi62kzL6BKrOohWcQ7YtEzf8EAqT7Eu396f
5m0kRsGZKr3NLUumuSwdY1KmDW2JRGFVh+HHJNVfas/O3xEJlbPWB2iO8vh3bZLhjXCxtpMIfmCF
QWHzBl1M1k8x7XSCWMV6Ff2jZtD9RyUB2x83sb9xsd9i7W2bzAVoBX4/7KRlYbVu2irpTQwuBKBQ
ALV9hMJ8jJGgXXn5GzZPv0uwmHUjvR8uUvPHdyF51wfkVvFCbZL4WS+lf76/8Gsfm6Yl1XpgWGQA
i0ONu1iEmQGhJJwgG2AKagNGx7jJ33vYW2CuhNDwJXNMdN/uD7z2xUmlqNbAlwNBrV/HsCjHzCsa
+smti6J/wjBI/wu31uRi1yL9Zxwq9ZgjeHDUYqPf2N9rR4rwBUJc531Mift6ZC1HH8sr0U2m3t+8
GWotZ66a8gldrOahCnxvI4KsbTEOMWfKBItL5+t6vBSgbi9D7Cmhj7bHAVXqPakfRhGDnW9cDPPX
WoRoYhWrScedeLWs6OYpRryzQyYSuUPzlgaFgeB803989aejXjO/qahLkQ8vzkyJCOBo19GIe2c6
lHv8CuWlzBDM0ZS4OCK5SRWpDhvcRWF5KBv7ZmXDkqnB/iVH5mm1xAFTzi27mmqVO/lTgXtWWV7M
otfftFiTPVIub3eDNuSvj8KkE9ztM1iJvbP4hCYtfzMMs1lBtcbT1TCw3MAX+qh25kc7DvXT/QX+
hRdYfkfQuuQvyB6Y3LrXW0agZqvHmDu6NErjPeLP8QGryvE49ab1thBt/lVD+dkd8Uw5DCquiIeq
Uq0THprxh7At0K1HUdLYOyWPoo2ftrKbabcTbani48a+LEiSytHHrJvRtXKpv8SOMl1k15bvgb5l
33xc4Q7qiJxq3FfB54JX4/cIyx8V0UgjP+J4GR4m/AOeGmLRWY2jfmN3rFT+KZ7Qt5pfwQbV/0U8
gxBeTFJ0g9ubeY20TtH3iRsis/OlVoUij1LBJ/XBQiXjew/239/nfqY+oc2MEsHGSq3EGU6gptK4
oykLiOj6I6YRxeEgp/5vdrhU4q4X+8cWhefHudM+HVBzEQ8jdmtnC49kBM+d7Hs7jkV4yNEqc0up
ZM/gYo1TKIv0Ka56TPjaWDE3tvZKfkMUJJFCk3JuFsz//vvbtislfC91cCMvHyjRT0b4qI95+shd
6XxF2h153Ry1d5YyG4ud2ozeX/cXauVEz+QBmgWg7QUR+foXmIj14RipcrhCE2s/H7vsB3wNuo9W
YtO86RqEtw+49dmvvwdgXDHkTFsEuLK4B6Km1Ds69nj1KW2B3WiFTfSPoBIKFGod+ANG7zLVL6+e
LP1xzYBuBYpNLB+9pqdhjhX2qovjUFV89ZUxOEd0PcuTjVdAuPNr3KIecLoZX11ZpJpI2KZyQhDj
uF2vMiBEA1ukjMpQFRclPjgOTi0iLhNYzJ4ynXGsF/lWsJjj4iKOgTKblVzp0ZP2LC556J86lOkY
/frcQvVO8/oYi8G2eHS68ZsAg3SM1PZlcOLuNKCzsqcB3L6/v+C38YryBAQ77nlQJ8jhXc/bENHU
B1RqXZBm+ieKRSZsOhMBpzpDy/v+WCvRB1yLSho7ozBo7i6OfODw3lEnDsuk93X+mBKgMlckgfxi
tFVdPafTONpHx6hGA194SI772kODG8+aNN+ic9/mAoBB5C9CF/ktupjXE+9DgbQJZAys2Qkru7rU
gtOEZc7G6b2NctfDzP/+W/xo+gJuiS1aF3ib7eNMarePdYGzAZ4e9d9O1BnH+4u8NiAHlsoRuAEa
Yos91URWaw5p3OFFB2XSznEMwsoUEhUOiDsPuM1Ghry2jiDm589JQQE1u+sJYrKpAUioO1d0lf+c
T3X2QTeHrSv/NgxTqkAtQyDdRJaoLZYRzJzTZ2nbYSVQ1kfImLG1c7CgeaFTVb1MpuO9lLEinvPC
T12rU42X+6u6ckwYm+yGBNWc8SbXs6S0ERh9xPhBWmcu3ls4jTd1/TxOY3m4P9Rt5k/VSwD5IBCR
OS3ZD4hZt/oEicbF1inGIqWIlE9RqssHX9Ow9qYdjxNIpns/eBnEW1W3W9G+ueZGaQj9IfpVN+2A
UsFqwNcbJhpibrHHEcR7lH0dP2ZqY5UIH6FY+8tS8XOAV/LeM4r2r6Zsv6dBIz7U4ZQc4iIYEBjs
5BM9oubd/cVZ2weQcYHMzvxS2ObX3yEPBgNLobSjld0WVLQRGXqnWHlwGpVCCHyjbYneXdcjYRQJ
9T2i7uZG8rm238kDUEkliPFMWvwCz84Mr3L4Bb2JA+su8FIAu5Fdb1R/144xHE+g//BN4dMvwlOM
tV6n4zLnKorafSxzNcZpEhPW8eRMU3nsaBtf7i/t6sQonFm/OBq3XfuwNnASyDjIXMyf1EH33giL
R8r9UdYOEgIhaDARNGD4LMIFdO4szwPiYZY06qFRPOmGaYc5WK68Hr9D0QJUPBUTtOZ4vl/vFS8M
iLaBRDCjs6NT3veOawVqcPB8p9jIldZmhXAQNRJKUQy62BRtruVJKJzWBVGK0mvbNgc90DE2D4Kt
iszaxpDE9VlkUacAtVzApqnswiS+jxicPepqE7kYf2eYPUfW7HLRvxroT1YA1mvGqQC+X96TNDay
osWPyPUgEaH1nVanaih9V8PG7Xh/b6xEPl0lyQZjwQOFJPD6gwGAEhH1tM5tpI3krDc5ez9TIsAj
XX3WfYdHgmIA1+xjb+NQr7woUSYi5IFFmutPS8HqQAffRBuodQ0lqD9m8ShDF1NOudNCgHnnsnC0
L8hM44Ct4qE27oOeciqvUCObDdYxpWI3t7iVcYOd/QIyont/aVY22IxfpcJJVXfWLblemny0i5pm
Wu8aOB2cpjL5UmAPhF64tRFgV6LA1UCLuFN7POH7ADTlBG5gcFERwbJENGa9Ue27fdXwBIXbSNoA
DoqOxPWEWgy4+1ZhG+vTpJ6crqt4+WrKoTJQErTVTH2joCe4Meja7QaX0qIzwHsKyt1ih+m0BVpR
Y1TaRlaQ7ydlxAhYoBm6t/tM/6YUqYqOhdoIN+Kl2WP1Ioy3mSiKd0U5okhN5GhjsijPf4x4dp44
McOn+196bWFA0c9dNyKKsRTgibEjtIwC5ZRIU6wPCaasBxG2ysGPHUor0SBdzLStjai8NuiMA6Sr
Sv3mRpETVX38V6XXuTab+RwF+dcEmNOhwZ70gnkYfq8e9M/7E51j4vXjh84Et4BJeNEI0Yud5kX1
BNtGIdNw/OyLlXefYwQyT2HRZE9K03mXUJNIZY1V/hh78Y/7g690a8iOOY7gH2cflCW5trB7r9Gs
+X6FUlC7aV3lb8JR+s5uzEfzFOZNsk89tT8OoVb05yoBLtTXGWBXmuhbDKeVmD6/wejXAHmdMZnX
hwGfy8TvEo1vntbJhRA7vOl9/e9GVuODNZT16f7k1+Is2hxYv8wZHhCoxXAxzolKiffENJnNT5x+
4C83aWEezL7Elx0H0/DRRyLuzWQWzsZ1sjZVm7oPLW0aRmQp12NPQo1yLLUbVytH5+QEKk7RJjon
/8vcmWzHjWRp+lXyxLoRhXk4p7IWcLjTOUmUKIqSNjiSgsI8GWbs+lX6VerF6gMjskoORztasepY
pZISDTCYXbt27z+4jiOyvaj6jc7J/C7LVYYWMIfJfLTA/DkdL8nKUHFaxiM1HfZphuexZIrikBhW
u3FHWJtWyLSUfYHB8z8W+UacT2OSYabqRZbaR/vaNvChoxiKfVddH7moNC+oPuNhCkxbfb78SVc2
8MxjnEG9gBTPfVrUoEiygLHbXDIPrdTMDmTYB9/b/L/VTs/j5mYwK3t/ediVPQx4h6YnwWOuICy+
ZmhUKVtbwIANIjM/JrLcY1kmUUOIfGl4P1haX111qqQ9jmDZ0VWo9a0by8qsgwahCGzOTTlkvE8/
sImZnz1Jfu1JdpMcnDF9tMoOe+tJbQ9y6ZTXiO+HXs3hvbGLVlYWuIgZ4kqURyNoUfT2I0s4fZM2
nhRH9he8afWrdFRLmlT5lpShuvqS0GRJAVAUhvZ0+pK5PNn+JOO70w+W8U1gYHxDZ0q9El3aXU9N
G3phYIY7S4nyjy2WiCZkCGAak6zjgZTYfhe40BP6624YNC8PgCMSWHPUnUGe15+qUgvxTMrNt70/
RRqC61P3JYPN3TOfU3/TplG1I0wYtktRCte92KyO4RhteWusviW6iXPxDxbrEpdp2yGWtnXf4Ecl
FR+kob9JUWUboZiqwqW3Pkr4Vg7TPTXXauPysxKWQC9x9SE0AV1eLmQVd8NQWHXjNdhVfSZyPlZa
EdSAX0EnGKH6dHnfrGRZVMBmbscc788kR9oqtkPyyMYz65JbNHzFVnWzfEs/ZW2JAiDiveCxoZa2
WKJWVftdHkqNJ1ctBht5kkUYyJX1eFPauHtefqe1WACkdj7FUPikS326RnF9jY20m7jZSfr4JGxd
5O+mxodS3va1dt9TjxqxPGo6vC25Xe/7BIu+y4+wQpgBd4GQAp1LBMYpap4+g4TXQtdpCvxKxagG
hP1RjkUvoqz9O3PKwbuIQBMfUQnRs3srHNXZErwLUAxplO9JOSYvSpT13y8/1EpoJselHUTiDtZx
GaDC2kmrVMPFGKhlf5fF2Fd3jdEcsiAf95Go1dBFTWdLuGxlVPjEM3rJIbeiH3U6E6GaOHhPSpXX
lbX57MAxw3Ow8vVHuVT10aVp4twmYVv8+svSNwaySgFL48xdHLfCFh24VXSxu9iW610CW+guKWjg
7BycUPZoSwPV4KTa2L5rbzvLAQJ7pjzIkXT6tpocKaHpT/iV54bzbFTqwEVC92NoASIoD3KTtwdz
CIaNYV/LjovsAtQJOdTca8WmcXGLkXNFJLYqgcpP2Fv3mlLjSd9pTvptpIb+PnaElrgpNO9jO+q5
6SoJHQXP7+NKBekeYjRrI43rKah+o8oIbQENswZrMncqpODl8jpcCQavd8e5+c2nWWZCipGEfen0
CF2JXMWBWE+daHwwNZQ5MmwbW7EVENYGJIzTZuRiTWhdnMwg2EqK6ihryVYJ1p80Or0VaRndZA2C
CLvLb7eyAthc1CnmJcCSX6yAdrBrO+S493w/Np5rYT4V5ZTd2zgKe0PVlYeoCrYygJVDA507Mr3X
6jcL/nTVjTQq9aS0Km8sJOxh4rS28BOXU/Rnzap/rpz+b5TBoSRDI58vCnMp4HRE3JH1qWkyQSEr
7BP4E/HUHEN7oImbRA56aZMihfdWoPfZTT9VuhS7uVDVr5fneuXDwvJGIJs+95xTL+Y6ovvgZ6Kq
PCUDYDxaQnOlwCKOhRjaHS6PtTbHyPHQBEf/hBRvsYiclIIA27nywlh07wMlHZ8Suctchrav8qkM
Nyp5K+sI6iQ+ESgukQYsVWgtnVIHGBRuhKlSvUPuD6fQQY7DAXnLJn5blT4Znt11W+SblYxgVqyB
aEgijQ7Z4vTUUiU21JrWWAT6Zh+iCeEpNpfjy7O58uWQlqR8TW9BQ850EZ4j2YksJylrL03aAoq5
Pt7EuL7vQiepfn0i6XzRRCCnmsdcvNBUjE3WaW3jOblRVW6QAOxKisB+zwy8wCmyDjAcgv0vv5+D
tSM0LfqLqJ4t3g/AtFyoNkrMfi6mh27E5RapUAksoBJvxP6VhYlEyKyU9efRvhjKThLk/KuSFK5t
wh99lom9EsvyHRQg631eqFtk4LXx6DZwvZuzCCrnp1u/TXMhkLxuvGrQrWbPwRpPR+bYuSWlUh+H
ujW24ts5IYzmA+QziMewpWiRLt4RYmSUdmNHkU5NkTvoLUQeDj118Cx2o04pYq+qZe1JiawpuVY6
irqHYKyaq6CTSTT1SvY1xLoKQ/0mjMESV4FsxC+2b4jxkKFhST7Qizh7N7EfZ8EIzX8I6jz4I2zK
Bjs4ySnAb072c1rYWbZz/FwNruyURuBG2ni259kJnOAgicCZU31eRFWubkNrRILXBPfyLuaI8gZN
yG5a6tMxNrrvzMPT5YV6PiSEfMoSs7obXJSlIko4gYBM8sLwqri2u1tASVzf9BTvepcagZgOUkKa
c9MC5dnKDM8iDd1Tei9cXTlBaKQtoncd43I3joHh1TEaE/tgdrqPfBbAr+7FeRwCKfcBGu14YJwu
2Nr28VCosKFB2aQf3REp8V0vpdrdONjZt8vTebY5GAvGC4jEmczrLMVV0OnIrRZ9di/WfP/K1krr
kxDaQyuF/r7IWo7BXx5vzjTBAHNflCnVnr6bamUCU0vmkIJSJrVuZfrOjzCMOsy3U5bwo6Pl6B5c
HvTsejxjcGnt030GIXtW6cCoWiiYQzGoHKCNLse1N5Vx5gkRtd4IXGdn4DX0Vg20LYeYeUmcpLmM
DBNl5qOx4FAOPn3dAofhto5i06vDSnrqAoBqxxjpjJ0alJtmlK+p2nI0viVypqRWrM/F5NZqm8r4
wUM7cdBldesm1O8qDMp7l6wjfifbkBxdXw1UrueVisy1EcbSW6Uw7PeYyWQ/1CpD+oARM82DIzPN
IM+8Da+TWJD2OliH3ctJqCBT4YfDTRtDmnLVRgYuaflNEbuyhBDfju8XfzGLZPx8+SueV55peMgm
cB/qZjO0bHFH1UODhA2PNK8MIvkOqoDau85gZAWPKWLh9oPdGnuuduVtawi0Mq3RELErDZHV4Eui
Wdnx8hOdV5fmJ5qp8FSzuKoum+pyrYeC8mSBbJge9Xs+alIfIi2YpD0qjCoNj2niTpLXIBNc/OHT
F537DvKQAfZ5uymWzXon8GoXrgwGPndNRLkLbxpkXT5E0BCSXVTH8UNeySma6Zo5fqbebZRug1p9
si8wOfkwqhYqWGmi446BQXNzHU29E2EzYCiQeyDqf7/8zucrGuEOJNThryLJQiX6dEWPaQXjasxL
D/afuRsLNT2KrAHvMPVbna7z2AQDiXYOVyFa+Wec1UrACwlQJPFUW7Sfw043IXCZCsY8aPu5MpfB
jTixusLocnFHmFMFBFlOXw5PuiCbUbCe2sT9nhMejGwqkj2JEZzOLheeVNmyG8aTsZ8AcBzz0fd3
oVVEfwK+/u3Ea75+9Z7/XpSjiNB7X/zxP96WL/ljI15emvuv5b/P//S//+rpP/yP++i7KOriR7P8
Wyf/iN//1/je1+bryR/2eRM147v2RYzvXzCcbl4HCF6K+W/+v/7wHy+vv+XDWL7887fvRZs3828L
oiL/7a8fXf/xz9/Qmvlpwc2//68fvvma8e/2WSS+/lHU//jP/y2+fnup//GUR/zx7De8fK2bf/5m
mL9rQOIgGgJUANA8Qy37l9efKL/PUULnkEG1SOfe99s/8kI0IU9g/g7+mTamAYWWjTunEDVqA/OP
1N8x9UEDmrsEN0UUC37710w8/Blo//xIzMxff/5H3mYPBbT++p+/neYL1KxmIBKa5xw7c41jGa9M
J8uqVI3hIap2d0h0J7+OfGoZP83PyijzhvufoP/nKJQlKE0Az4e9tEg1bQ1AXkl8IQczxE4qeu2L
1LbFEcWk6A6RI8mtOlN4UxNqH9M+LjZ6N6fx4HV4bg38N4v6zADQ0y2TophT+CYSvj01hr2UycWu
VNBKwkXB3njT02P8X0PphB6V733mIK2lyJ6o0qB7KfJBejZ96E08UuGZVO5k1ZELQmY2QN7yI1v5
jLMmM61l+mAspcWpKvACMVLwE14PlNXNfEc6lL7fXV3+jKfB7s+XA7zBXHLGcV1ZzGPC1ZqSlmF4
HKLYBA9p/gVL4RQYRabfyUnSbsTxRax7HZD9MqsqwABDCGRxmlJiKpS2tzTPabphpxhNdi3FhhLs
Jl8thNekEmYH4OisQ4sd149+yr5EcpEfylwpny6/+4LA9K9noT4zK6rRuV+8fE3/2FLCQPeyDhEs
PHG9cYje+plJ+7zzd9oMHCn8+t7gma+5GLhtVJjoYvWBJ8ntr4linz+Nerqk7ayWI0eXINBKauZN
Rv1VRu/wRi5qecuFcmVtQTehEsb9CVjHsqzQAADFdF3Mu6d2rgdEqdOyVjfQwytb1IA8OrP2CYln
yuKphUBxnqt8aXbqDeg8bTdYcXhMJn/r4rs11GJR6X5jD2aM/AIKteEusELH5XpxD31zS/x5debo
VMzAKoSmllUSTQ4mvSYieeVQi31hydUtVHp7d3llnr8PgrDsDuLajLVYgh2SuGv00oJOZfiafI3A
0njdJWl27beIaP36UDOIikvRfCFbVsRDPpOf6xaJVZ81H7M4kI6Tnakfg9oXG9f287mjdTYzw6En
QB9ZxpoGAZlKOHLpjb1VXiHq0rlQtof95Rc6vanP24hPozkqqCiOBs6G0200ms4ga4VSepzeyotZ
a/FdPZnOjqRXvuqpQn2LESzdSMnPP9jpoItg3Q5WlVk+tXrTV+yPtlR1OzPGR85VUsfcCNnn0zh/
KjjuLEM09JbZYlFRUDKEScWz99Md7pTVTaU3/kY58PxgmDtRr6tvJpMuu+WgM9PM74zayxVJOeIH
bh3nooyrwWm46hXJ2MDPrnw2lH3oCAGRnK9Zi1hspIMVagLxv6mu1MLNJ/wdfGsobwcnH28qUPJ7
xw+23A9WvhtwonkSYTZxv1gEDqsIA81BgMdL6ESioi2ym5R0jm68IjZecGVCZ9AFCxM8PIiAZYMv
rDoaWh0vKLfd28IQ7aM8RbZXlEN10EPHHjbylpWjllOWGhnq4LNW/dK0sg6SelCrSHiJHNNMrJsc
pTqzMioX63HL9aOKXqtZCONraelJthNN27xzlL6CaVnZW6oC81SeJowkt8zxLHo9d0IWN7ioydGl
SRvhGanm2+7QpKjFKE2TjG6YB9V7CJgZRoeDqUw49ijxlt3hygIjLhOz504IutSLuNDltQrzmvEB
F/kHDVdJL+0BEKS18rWNnfC6avvmV4OryTUAjPEc92Y9t8U793av0P6pW09V8nhfz4bnSWGDxy/y
l8tR7/xjMxSMM0SIXjW3l+aDZaMFtllnrdfT40w9WLrU1WTfuRa4ssheX/X61Vj48X4aa93CGhk1
f7vX2xsr7astHaazbYWwDN5r4EUVmMKwxE9jcJ+nYFxUpHdpfRmY21jVeyNVwg+VUcQbh8rZtmIo
wOLIoFHxZCMvIu+U26MvGVnjlXIR7kUUWzukm4cnP/QHitut/enyRJ9F31kzh1MFgbdZCnDpJ2JK
XWwJn4ghQsf5TpNEOTgYTF5fHmWBb+YUYxgEBKg+zJhSmpanMxh3vh8hsstrlYl/q9ROErkYEaZe
I0WqcjPqQuwT2l5uPGjhYayCeG8lQ3TTl3bzkEkJ2itDG+h3k91E+8vPtjYDdBHRWYZfQ/VpMeOm
mnaSmWtsZBbBTaehAzkVabiRPc4veBIuZgwMdJDXIQBrzUvsJx5W1PpSkBoTPLckKsNd2E3JXTQl
ge+VVateaZIc3wMMHjy18KWjQTN1S/Dx/HowPwK+YXyHOWw7i4gRVEqiFEjjYmUCmQP9Dt+r/BxW
X6Eat21aNW6WhnXgBvZgPbFGnYe6Rz/DTuoElLRQUB0y4o1jeXVajNmJyJpz92VECdRChfNBu7Px
i6jco2TGXWHs5cbacZglR62ohyOmyOKg5o2zH0tF8jeC2lkgZVros84ACqqi4BdPv4xAT0kaUAr0
ylip3pbMhmsmY3LdUnj/MUl0JxppUja2+au62Ol6AHk8Kw7QRqERsrTbM1t5kF71HH1Le9bFG8Tf
721fmsFLrqlJOwCl19BfdkM43sbTocuTa836o6sdD3i8awQYXQbThk/o+UzAgybxI9QhXkMd6HQm
QkcZQlmY0NqFBmymr9U3dalUD2jszijDSby1Rqv8dnn7nQc8liSdTHIJmgtg8U8HHau8R5KnkL2c
RvDt+COp9/pQZnuOti09qZX348iEuM+5CWxmCW3Pej1vbTxuPCOOxDsti1tU1fP8MUmFcfTTyL7D
dkjdwPyfr/CZZkCVjJIH58eyNaTooZ9XNpMa2cxiqOZQqCfwuOlYGoiM4Cd29ClUa2iVteObRi2n
68sTfH54Ma5OwjR3balSLCY4KFF6RbJs8mTRUmXlpnzrW0X9uceueGOo81A647npfc9kSdiSi6S3
jMs5H5tGb0gN/48s96OPeat9/tX3AfJBdYftR/UcwvTpgin7NggC9P69Xm7FY6UY5V6C0fU9EWKr
rnC+NhmKW8CsnwclcUnK7gEND0qIkoaCNMy1Weul4kpKRMyuU20XRqOzBWg+n8H5hAQmDj59xrEt
glHPeyFAiHyDj3LBUROVdK/2m4J566O8XrfAYpBUn05hLweixc6ZjS4hXQvyo6KLkiWHyx9qdRTy
Y/CslKSQozgdZWpx7BmiekQGi9wlgx9228abGLiVb/Qq4kgMmYsyS7WTBLlGqmvww3p1UK+LojKv
M9BQ7xEBCT0AIr9mWDBnMqAuqEfPrmhzaXxx7xloy2WRwXiZHSFYHUuSgyR6mltuNgxbx+PayyEh
BvOL1idiHou1jjwkVedamj23m9CLQ/kqloMfshw/sHryjQvWyveaoau8E5FqPptOv5cS2DTRRjD8
lagc7kyNvmvCaouvfR6OXvcSYCqgutRpFvNXtB0lSpzMvVgPXjI/0kl2tM8NIenq8vJbH2hucHJl
JFYsFrnU0oFXaEN5yJ/k76s+R22OctedP7W/HpFYDchPzuc4lKJF2JPsrIts1Og9WMPlg1YALkav
u3wcykHb+EavGPTTvGGubf/PWIskDllUNbBRdPGqEh3fTpQpdp7WNBus5Ir/ToMJbx4ySVEwpnfE
lJNGlUNzVeUWiZ82Itu8s3wEbNzGwKJ+N/Zq0+xysDOdO+RiyD+g4FO+CKNTVRc6yWh52YQCq3f5
2yyUGF53Eew3ki3WGz2dJRgUbl0cdlLRecYYyPsw1Or7dmiaTyPtsL3hZM7e8n1gE5k+SXdqHfnH
0dLL4+WnWFsh82Qifg5GlAbX6YJvRy60owruBkWX6op+fsKty2yvZuLSxlArG3nO82bi7BzZl3Do
EW8qJOj7zkPQI7nPUbz0d2OA6LNQs94tQ60yN9La1RFpKUBvA+FDF/b05YycQNYB5vV0yibXkWa2
R+EEeuoGra/ca7DkN1pYK+ED6Bt8Z2DIc79uGT6mGrkfdezh0xWFZztj4QaquaWtuPJakNLpIMEJ
JglYQkGaVPfHrtd7gEul7MXInt5gICWOE3otb7EE33LbWFupBHycoyiv0kJf5jSwXGJTRYbVC8a+
c4GXtYcpUPNDhw3zhxGZ2a+Z1seSR+m2fxcJx/lmtyRBf2Pfk8NRo+ckoOy0VHcMgsJMtQDpMNls
lL1IkvxaoqYe7DDKbO9QJQjfajlIrhHe964w0dNs4kEG8AT8REnb8iFVM5kK5Ai22y6yQ9jXOGN3
QeGlPlvRzSv6VBhwtRsp4coem/tRgHTJpOBiLcI9hjajnBRS75X2GMlubkrDER6x8oC/5BbTYW0F
suLZ0sgGKfJSesTpA0mWM3T/5VCAYS3Kyq0GIzhcjhqro7CZEQIBfQld+3Rj9ejsT+ps3EAHzz+m
oNhuSqfbIlyvXBCpF4DtJwmkh34mSzfmYY+JGAtdyQLzjz6t6naXTaGzVxPfdK7lLHDwaqew+zT6
GY7tRFv5TVfL6TXwtB9yD0zHICM5jFYSPBh6h5fwSJXjOChy9/HyjJzfq3hU0qJZLhwe7fKKM0Sw
kNOCeafIMV1DXM7u0kBAPpwAw/UpOKlWKfVvlwddXVgoHWC9QOEKxtbpZ6gQcuwKB/murEmeRWur
O1muehjSU7a/PNLqB/9ppDkk/VS6qalwxvIsFJbP0JV8jNP7cEq3ZA/X30fnIgxsxj6jR7SNGUDF
wI+jmHV6RNDKmYujKDtTdeItdcfVV0LuktIHnWKkB05fKU78tpJ6glrSJ8phLOQSRwd5S5VibZS5
bgobZy7XL7PXCidwxq/x/cB1a6+MYYuazLCl4742cT+PstiPiSLXlaKVLATucY+zdbzXDMX4US99
YJ+Xl8JKWZoS2lyiZdEB2F12PXoFQmMcND3LAEJ2oNsdyLi87m+6ILOfe1yDbwbNFp+GUk6f1MSQ
7vymjW71bLRN7+88C8BW7gUU9qDAnn7EDjlER9Lr3htVJSXSD9E+k8PnQQHpHJr5j06LvLyNgpuo
qSfXHKLgMNrRRpqx+o1ntXdyG9yolhZReG2E8jANuFE5VXk0OqVxi6rONk6RBbHuNV+c+1ogejn5
qYovFqxV6nZhFUx5LQLrdsqC5B1WyOobztra9lTfbG6iOrD28Zjk32DiZvh/W/YnlZLe17GjJLSx
ENYW3c/Ps0j5wR9avT70mH759uS2ggmgn1HuC7y/N4Zam+FZUB8iE1cm+L6nnxllOO4cJp9ZGbXG
7X3sVbMy2WIuzLtkca+g4IfGIOQZENNLXRzR9nZn9GGPuq0OGz6askR3McLV1He6nGQIkDtpeSeP
4O1dzUce9m+sI1rA8Ca56wKoWexieraBNaG5NnsZZ+gLxmJXJpl4v7Fn1iYTtTsKEjL/Ic59Oplq
FSYtqhID5mlj+DVVjSDC+K+VPqCCbdziBlXPRrxd/QY8XvjdSJCIdGETtBUsZzRoe7XW6UQg5t0i
GxRm6cYsrJ2kzOmMKECPASDa6eNVSSUPSScj9YBm5RG61ejKfWM9TLadHc0CM3Jdz4wPlydljhPL
Tz/nlWjDQEGAK3M6aBDgbYtwAHEEEaF9FNbg1uHLtabxWWmkjVxh7QNYzDxtCLLqM1S+WrTmII9s
FxrG6o1W2Y0rx0a70VZYHWV2HKWoD6F7ycfsYI5YWcQ8aoO5D5o8e5iaTjxenre1LQPheO6d0W4/
s2SK9DElxaY/kFpa/dFvHOVNZk/1TS6J5osv6c4ezcbadeRe2Xi9tS8GA47KGn5tNGIXq5gGXRcX
YIQ8LZAC6pAivKlKSQn3mZkooZvJWfJ0+V1XJ5QmHuQUwHtnZgRVobYdT4RuK7Z+nqElOsIlmwT8
tag6O9CB36HcRRn0dCVGIdDhHiVdSJSZ8karB+eGVkxzLTfJsLHT1j7erKcNsJUSEQDT06Gg9ZmS
oSSjZwda/yaB9/Tkoz55HEQg7TM++3UgRf0ndO60vzGVlFzho4K1hS6+OLZL2arpkErkK9oQfYyK
UttlWa5v9HLWPhg1DepR3IQsLp+n7zelqHF1qUagq8MClHmfaW6vFs7fids4xc4dvBlzuBSGQuJD
zc2Se+nkDMre6Z3xyhwRML28/NbiIk1LEkkQPEzaYs6qgBUp9AGtXt3v79vIT8N93ypUXmVHmJ4Y
M8nz5bTfwLisXv4hgcyCJqgKUMM+ncUybwIcU8kt+1aXoYjllfXgN2P9RHA0j343dNc1ENCrqYi7
t70T5g/pVH25/O6rOaczy02z8ah5LFMsfVLqQhnYFWnvq4dUcbqrzpTLr3HtR1cwGfU/ZHXSPnNP
qHdDWjeo1MaN8RBAzv0bqcjPT7I4nuLcNMsE3y1PN8v2VslD9QDFvNpola8sXTDjnA3UDCjtL1MB
o2x0pIaRAAumLgldTJmm1B3SUtn4uivjkLOSPVPPJ39eNn7LTFFxiWgU+Dt1djegC3Ql6O5szNnK
0qXJC9t1hrfRGptj3k+3R5zUK2Hgn+DptgTxAW+M71mW5FcCfA5NwACtGhW8w9XlRePwWxdnOstV
pxyHDutsHnQ6aqyGVR6EKbZPVai+axMrPKB4N+wSNVd3rT+KmylGG172wxGVirLcUtdeieTAZKg6
AmqfIUOLtxahCJMwCBTPUVr5IeMitLdyMT5avfTj8puujkRRjJSRDhAL5vRNkROdAniLQIJqe7yt
9BYvr6SSHmWt2TozVhYMSBn0seZmLqJOi6GiPi4xILQVbwRe5g6WOZuph/5GrFs5mRCehvGmQZME
+Ln4dLYwfCHQePKCygLJ5Jh1+BzEdou0QC4lCVX5JnwTqkatH4I8T7b0HVegOuRNP40/L62fFqyZ
1KHZOPC/fVGJH3LWtm87XW32E34F3a7I9PxKa/tsr0tWDWXAHpQrpD70j2ok3dp+sy8iBJ8CPai/
X/7Qq7MPWWrGNc6hcPFcfd5NMZr2ihcWWQWwbkw9azS3BPT/hMGcbh3ybpAo3ENomXMVOn1/2Wp7
R6qDWUdmsvqjNU7Vp0lTXV2ZPkPZ2iWpLZIrA0MmfZcPVfihQF4iQV0lxEI1bP38TSDRUNk1+ARK
RzEpjfGhjYQUvCUa5fdDOwU9N0Z4WG5XBbZ8A10wbNzRHmzzOtDUGK0IIawA080gKg9FUjlf8InE
xCbDh8RwG2k0UKQLh/E4Te3Ipb6p1eAuC0NkpHmGcXCxQ5Yi/jrUt6vMB1HFTAXQWiIxACCRkQ7U
PUUNajAutWK6g7BrZ6/0aTS5Sg4LeO+MfnA3GuX01BcTLgBBPjH+YFc41dmd3gd7uxd+c5P0I461
ERSLnCZGIvn8FpTrXLW3qJfJbdIH7tj6mepVTlJ8FmJq1WNuaFF+qJEXgPhfxoa1Fx1gG7dW69K+
SpUxCenIFDMLJew186rDhvQqtiQnvYHBVo9HVHXsCuQh7arbWqtTFDbwKQ2wQyzNR3+A3uLpQ9NL
bmE7Ub8rqIQnKAlHRvKkBdFgPCV2Pb1TjX4U1MaHSXO5d0nVIWwjKkakhSjqRhhIPKsUGyADaV11
X1RS+ckwai1wVUvcoNUz+W6Pt2aBiWioPeaULhLw7WMl3Ugd+RIOje10LHXfUNw4GJ0RXqGPOrAR
IDJ6i4hwYMFhr+v3tRHpyNHZCeXqoKGhfJW2Jtoame9bd7FpCcdFilQdrupokJ/VIItHt4Fp+yYK
xhBxoZBYf03hJ9Z2VqPW6s4cwrS6q6AUqTgo1iLzfK2tbh3sfWs3CdMp9JzWKuSd4ndWdexsuWzf
qlYuffTLrvskRnwMdlZP1+DWbnPz28iK/Wraef9WKHl5a+OPTPtZ7lWXm45s4loc9x9kPXMKtNdE
f2MVNgwPMDZKs1OCooFLPw7ZELHEA/uN3NSOdOwjJxg+t0gZGtglqRrm4k3TQfFv0gzB1U7Wfgw5
WqiuJGvxVScJ6UeB57nuQq2J+0Nf5axYOU/H9wTL1NlP+ZQ9G1meSm4eUCzZURAMv8RxaV9rUZS9
FLWIHnpl6OK3fmDpz0lUxQ2QG6T03D4MQ8yLdM0XrJgMpG7mNFq1w/k7ra8za6yFmxpj9Jx3skhA
SvR+8TDglJ14dksHaDc5kfjDsDCTcJM0zyH2IgH3pYnQuzlWjZ0leysOjOdQSvvuCu0+X93RRtLe
JuHgwLRlxR5C8DTSvkmdqXZDfWRTdnmWtXs9cTD3tATmeztVmpy3SZBKtiv5PEiEf0/gpny0FPPf
UflDcNV5kztah9GHLEk7tccVxTXsRH+OQPMHrm2V+LMnYRwlGBwoOEeBlVLsa0dKGtmLUCtWD7kj
mdqurqfoQWUvI04VAEnZdT5Ug53tD7nkKnGaXzt6hLRghAws7SjRltSsTbUJ3XSonM5VA9Ro3rWS
SgN5wHUXR1g5ge7a20YX35uq1BvYWwvHdG0pFC3Pj3q7W9VaKDyuLvkntZdrx227rIivRkewO1U5
tDNg352fHEVvtrioqVGbIrlEUKD77TcAu+C9vxsG23iUUMhVD1U6iYwmt4mb8BQmUe9lbY3UkQ8G
F839GYGMpJwivVOMIumvBlOMwdwKM6ebrKtzJfayqnfA/LZGbWUJJGjJV+pvwOTyQXonS/1kYiUs
a5GUPhUDln0R7++rtNb+V17Bs0OoDNvdOsrfUPtyHg1C0QfE5CTKaZVT783ITG/iKo3dQOkjAotU
7URlqU9jqMT82KnFk+XnJSsqLaR8I0c8A4QiHIi2BlBQZH1lpFcXd0T41XaXD8i6xmbwyHRlgJv8
0U1gDHtF55OY5gKPFj/5g1Mp2bWxZO0KALloahBsyrZ+ej3hf4mu+38l4Z4Qdy+Sev9/pOvO6JN/
+xcJ9oyuO/PPC/HHf/6fPPp6wtGd/9mfHF3N+B0eLLhMEJqQ5V8Fi//k6Gr67zQigevMsHxgP3Ni
9BdHV1N/n2WEAFjMXVGgj/zoL46upvw+t+mpQnCjBmQPZ+5fj/fwZzZ0iaMLyIWs6KesCfslrjdg
/8ClUkkE73iaNZlJp5VhBMtCcZKbztc/NprZPpQRPNOWavXRrIg8XW8prlGk0609DQ9qig5qnsnW
boBfgepyF7SIH5t3rSz0K1miDeYk2vRQmPpwHKK4Cl19UPUruo0oQsvjLXVZCP6Z2bh1WvkINdAB
UWkGzWpoxb7NoRM5pmS5oAluxYhSpqZWhXHQwkZ600/WR6kFv0cZSzqgeRb/8MdCeYsSX/6MZoDy
ULSa9E6dTPHQ9pF8Q7af3RldQ+aPnhwigkSs8BlTi/oLbLOwezNO+1hc1XZ772NwZdGRiJ3updL4
B2FrvQ+IyF6kTOylVnLNDA0prR8zVxdf1OiT2kaPZmjdhYa4VtPsyhjrax3JiK++ot6DT34wivyr
b1Zf8qn6JkR+Q0Fun1rObe+Xd4U1HKK+fLAC80EJ8ocslxrXQJ6795UPwwi70yyvTDRJrYfcjh9D
UT7mFuhaNbfekE/sg0hxq1HZ01u5TdLhobc/xZHlaZG/43C9Qi3izqyHu66vYGO0JRwb6UvVmC0B
NHvX1MGjMwrhWkb8pRlgRjTZs2lPd2Fi3Y6d/zkppuceWWFfaWBs1E9Ai/Y4FxwwLHo3ot4BDh0n
5IB0yCo+19m+H2CmGtJ/sXcmyXFj6ZbeStgbF2ToLpphAQ5v6E5nJzbi5JpIUegu+h5ltZhaQy3h
baw+z1RmKpQvsyzM3qBeWQ5iEkFKDCdw79+c8x15M47VAnE9Cyb9i6VOcfMxL+umarJT3lT3RHJU
AaTzo1v527no09CLzSPRy/wkqXedGIRG02EFHK6O5p/rtt03nXdjNvyNOBFXd8n2sZcd1kyEYsw3
wLUAPtBn3gyxiJpWfqVL/0Z28Ubr7zQzu8mSPFrWIxvTMDb2wrwdSqCv7XZdv4zlwUvmp8RYKc9x
EgB+eih082tdmRSrN7axgKmw253vq12ngfjW3P6FvORtq63bLq4ehfxcWTvbVvetIXE6zLvBzHZc
4VmS3qZafNB8e9eaGQM28wwN/dyP3tksvW1TPa3dsyyHAw6K19VFmlqIPeupqIqdazJ1rtzCfk3b
+DaR+W7W1c2iUfIQonvfNvjZm74LY0sdtPy1G40raom9qKn+9CWcF55Ow2EA4+0IKrtmAB6f6fau
QBq/CvMrT9BxbbutMZIQbn7JvHsj4ffU7EsJjK4Yp+/cind6Pj2UI0HiXrKL8ybQZ+vgli8lUDXE
IOLIVCTy6v5kTf4VfcljOgAG6mustdcdFjYvH7atce8P4zPB2VsboLB1PYgjAOQ6mFzSKAhSHZL8
2DrYFLMrPVZb6yIh5x53S2tnpqCquvjVV2plfCfvFjU9uJeXL/H8z8a4b4Z7u/kocN5b2bYtiHUW
2Xbux1Dgh5+8g9M2W0iSJ6vKtg406ooheEABUpXhlM1BlV6SdMqgrVyqtxzpfnEjtPaF5OL9YspH
quqoq+uTRnB6aGj+3ViLo+bcjXHDx2DuKj8+mLRT07orIXgt5bjvRBeJ5HWxxW1HxMuGKnQ3zfqT
bMYzMJFnlsHvhpfFIYB46t62CsY+mptr4ZBP5Zbxru/qKXDrvR1fJfnWHrWnrreDwSSZNM5mD7Wq
/6j7+q3lt6HSBopHCpSwZUscOIbazsbb4i3UQusm9t3t2u4aHl8KfRw549MFUcWpIL8ncoWpuULu
rvIjCoXDcIkrqGN5rMvyW42XhgNdFiEwmT3BV1ftOm6dZHogNWzaKA+sCpPeNMwh7Tx7Zd1x8tev
vkzak51k9XXbqybsXP1Ip35jaeuJ0GkaoUnDI0Cexs0geVtZMiU7O82+JVgQpaFOIINV4HVDdpRF
ciecVASVYfBwuPuCbw1qBw9rb5hf8nJ96IX6OlTjGRpxcoQeQ/3dl/pe5MZ46msT/+RiF2ebm+de
FJ15Oy2WcTb1F0xnopNqA5Zxc8kIjdNH6McpovBY8ew2xs5L3W3nX0OQ+aoU/VteF+sVdr2c/LA9
Gqy7vujqXbZUjxpJc7mqd4oF3LHcabknbjK8Hv2cZ4HLACDoWilYcE9HX+n+HjPw1q+aKmri9Jkz
H0j88mDKzTo46U7p1dHMvJeGcLbKlloAUviRbHK5gasc5i7bjqEZTkV5mxYwEcxU2iF2iTEk2/Rq
NKtv0zi+r4P1OWnHY5lNTSjjfO+V+o2tdUmAbv2ldmr5tW7dIUyYMPQpb8d8RWYLr3nQxYSNwNxa
w4R2YKN8tBF9yQsyDS0KHToqHbI8TbMToWB+1p25P2hWFh88Y77O1q8QHF+mha8ymUhku6LwAnqn
ldAB7dslfqYY/SDV1p1fNtMmj62FyccaB4ZQ57JeKDyaGAO2CGG2veiD9V1bmhYgJbEdfYbdTFix
RAVBszHM9onRzylX8rOxytd8knd+nZzH0n9BWvh18s1bJFlby+6/JfOhMe/jiki4xNdOPZfSZ7I3
SoTYuraxxKhfTQkdmVnp6W6qHPI4aqc4aZlG2w/kcANG2uL4Vg+Wimeu/CYNR9Wd23FtdnYnmq28
fGKK8jw0fSW3lTKG6z7xeKeX/qlsoACMtpKAexMrYHUfnwgXvk4d7u/Ri5lJSOYfmt2MH7bWu1uP
jdVmHliKqBpedu6n/ZXbJ99KZ5KUU+sJx6UMnZXA2MwoxkMpRX5KOic/Q7rWd6lt9FumLHmgd70X
LFmNXrTdm0VbX0RcS+i5VEsrHZ7jzSE4lW43OeVOkdoU6sNLPX9pUvsEXEkLCzKxLHcqQgvqA+WF
4JzyPkOGv+lUe5g5RiydYIMOwchMtAWQ9XOcv/kVPWGXxENkiuXsTc0DkvQ8mLRKBXqu3eWljCOr
Lj7TTl4tNGheIttwJJBwW1vlQzMnp7XMDA62Hsh41tZXjhi8Y9lnLcAozXLPtdfN1yxP1a3XXk7P
JqffzXrf3lbGUt4VDMFwT1/Vurjz4sU7TEn90mtavLXSfadn2v3qWf4jSKtlDSy/znTutGlACxTL
aFb8xqemL3YNHLZd0ljPZe260dhp3/8bEZKWoY0WUm3LfdDG/rDoBVxPjRlIow2HRnN4rFHozvVy
bbbmW9oVG3M0vw0UmqiZQjP90QL+q+P6t4tYlm7nn/RciBnKr91v36rfdpX6Wv7cd/345r92XoyD
LyRRhKW0NT+6LvEJwCebQQtpCu3VZSX5l67L+oTX1YGMhOsA7PYlW+YvXRdkJMwjBM5gfxB/pOPC
mPF3HRcMNy58dmU4k8BO/77jSutGA4ri62Ej/TVoCscOlY9sBtPmYfTUNjPxs7nGM/X4bWtDneKd
Wir3GmiiHVV9dxSFsy8Q8sCkudE056oa7TMS9qM35U94VM96sj6OszMHfeNekT+yG9tub+Qg7Iiq
WfT4qrX1ewjEDOlyvwwRpnwrEofKj47HMr473qWv6IpppxQ3XJVlb26eOx/MGLssMFfTeJxLf9gJ
0TAe0SpxNXoQ5qbMsA5zUkhgbg7ZbjlaastU86u+SBMuZlGHmqF5dwmTybz7Gud1dYPY1Lqcu++1
ns6QegUrmrYrrmJ/Grclk7kb5j3J3s46FdTwxwVxSTG1nZUpKAGtcz8v+UOsi+qdId5laMlSUCNM
6dxng+BEtkr80Wxj8O02cgzy0qOmKd3npqhgANJFhplNyVh4Ck21aE1OtvqW2fHByuYikFmT79yh
fajZlAX4eRAWKRm1FV/TudNVXnTxnV/Uh76h5iwU6qt2JOkqJ5aoiFS1HKaxYr2dXC0i3bv5sZvy
o5fRc1ht2BZUd/2h8qxA6uVW40DzxHpO0yaol0SGmUyelnjkC6pzYmPu8duetKi6exOxS5DqcMuv
/stcr9FUx6HhvbDL2K5+E6R2eVhpVxor1FxKZj/USh+kRAkskK6VviHznZORaIji5wG43lJ+qTOH
T9gaiSYkTDSu3ztrhYkpkjUy7Lo7GGaZP1m9CaWglGdUbId2Ve12LvXXGdvLo1zqhy5e9P0sM1jH
+TVhr1dCZh/2eOySbMvLtnUzjTmcueZBH4uHMctdHuD3Nu/UrSlqse+G9CrDMZdLfsSiGTV297Rs
1rhsc9LKeTLLbzwHWri6s7Hhx8qZLMr6WCh1o6QLl9+Ufdg14jTjzThYNlmg5LyvIWkGbuD18Y29
whiM86QMbH96kQlD/X/Nwfrlgq3D9QXi7AJD+ccH8679Wn77+O3jt9uPZvgov/72eSjffj6d//aH
/MDXiU94iVhZsvy7CKIuDtcf+DrxCVDxxb7JoYs29UID+hu+DsAnrOeLwoAFtc03/TikIdvhCcKq
YzEcxSHI0f4HRmN/t84Fd4R2g+sDuwrr8F80TYZZ8DYJBuCu3of5YHfBVCUvmZW/FUPCSABpx5Z1
zU+f2I/53M/MvD/t138ax7G2ZEl9kYvaF3SQ/qtOmX+ROkuWiI1R91XQgy8KEotZ85IWV6Odnkm1
Kui/rV1WqFs0CC49QJEe8zZ5zDiUN1w7a6iX2Y902D9UcPxXG97+eN64f//xQ/vf34bfrofud9Pb
v33fX59TDDxUC+ikELj9NMIV4pOONxD7KqNYNtIXje9fnlPxCYsznBcLkSFVxqUC+ctzyn+6sO4u
NhB8SRht/8hz+iehxO8fGYS34FcvslPUN79aj7UBRNHFSM1MKL6yFgPaQiY3ibRwjnNZM5PI8mgS
yQNU3EBbnWk/6jEzVcGMQTBoEKux7OfYOZQrT3onvB9x1X/o2fn/cz0A4gYjBDHcHEmk4OGL/ael
6/+4jx6i+6do8z9/ewbT+dGWvz0AP/3dw/cf/pF/LWhpNJA2XLBNFloKjuO/FrU8f8blwCTyAOXg
74paqmJiPwnnuzgmL36bvxW1Lq4IRHIXg+Of6t0/cF5yJP59YfvrZ/GzAAVsk9WqojXCuJAiaIXY
x4whI5SS6z7tU5aO05js8HlcC6XdZfb4JAdnM8TGoRM2I0ALhm870JS24jyMeeCymB/87pw3nXr1
vFmGo2ZjLV0cGTAUM3cUuc9Wy4QjVZi5FoOy1WsX+0ane46ydP2uRPyFZXS5XVZvOmlKTkGJj0VX
xf1Uu3VQ5Im8G3pAw+5Y2YcabHTo9wZanancIJhNZND66cAotWqb+9akSk5mYwzSIZ13y4QDVLmI
s4AqbasZOUQ5XHeFZ2/9kV1EltS3dmotoYB9A5G4/VzZ1tekTc9l4dzriTsGQscE3HgJyVjJGULz
ea3SJzQ8d0whTqz+rpOUrC7BhqLIu4EthkfLLCzcC1m9hsLMKG9df4fw34zKTr+mv/6uy4zxf0wr
zdLlVAzraVl1Fi92s4TF6A1M5fWPLlFfO+mc42Tu4Maw4bBsLQ+9uRUMUSdqxM47MIjA/YMC5VTW
Yo6MkfhSAp2tOs5DWfoPuSRz0GekZ8brruir+aPtmu+w8LowETG1er4ceoPRWo6Du/S+1nI+yJwl
rrmpzDBrMtoNxNaTdG/KVH0flnYNsnroKVaBWqPWqG+ctdrGYL3tIMsUm41EZy7RxX13MBc09qrV
7HPZwgwbdXY4Nh9hMBAVF0l93lfkJj1MxpuL8yscki69WtLkIYnNlVK7LOpAIMdmyS2DAa3Mc5qu
j0XiotbAT4+IXkZNOVe3S2JXp76dJsLCyQ4ftUm7WsvuS9cl/q6AK+G56n0srWbb0/r0iSkjW4zu
FcV8Ru9xUboYy8llebDTxvmRETkTL1Ka7dCsm3A2h6BiElHDkfbd4ibPus/SWCN4xZsMO0fWfscJ
tGXEG2YWbnC0bUE3WOFQJtFYp0ES1wci9MJ2eWVSE+RDs6k0JySj7a4vjV3LsH0s6mMTm2Gpfxnp
evxsjgSJiZqEUWPxyygbLLmCl8O/nT21c9tbPZl302ULlm79cz54gXLYHVlPdiquS1Z10tPjQNOM
G7CqZgCXJNJR25QjMszH/8SC+v/BdTHH7j8pNdTb3y2K+YY/n+2m8QnHA6e7wRIWAdvllv/z2W74
ny4eTRzT1Bec/xfTwI8aw2YqQT4SUniUABdw5k9nu/+J2cIl7RmiywV194eGFvw5v1sSG/gayapC
W2diGIVu9vuRRTM0aVP2PDEXyzGjPGb8gTtmWlSpmiXKT5/Kf1AD/9nl8VNFc4lGQpWOx5BEU37+
XwW+jUDLQ+JXEvZEpbysfp++6TTx8AK7obr2NHvot5NXomyrCnN666yClbOKTXa52eLgvymVXDmk
RXYzyyVWUZx0g494qs7uSBlzkCL2ToqrGubisbP7ogqLsiblcNAx5KY+m4RgJqHiJYf0KAN7kWKm
/zfbJYwl6SWBa2bFk0haDhGDEcZdTjLoLVL9kZ+lydBx56k7hjamd3JibS99aWUdH+J00MpAiMH3
w87OphX0YV2LQG+RgId9Ls1X34JRFy6Lmzx1qOmNUAfcyWCxLNj/CEGmO9nDvVVsaKgQdaA9G89x
q6rnbpbFsZrq7D5mRZztM2uxxxC0YY0ab2oACOmIQbVAG5rmdhxdM4Z5uBjjR+bmjRP18AFf48oX
N4lMVmu7cBG8sI/RyJwDN+QEvjInJ9TWsnnCFjOne60DVhwAQlvu3ByjDsZKE02dV2vNF9P25XPq
4y3eMAVTLPJLvUOMqK/cQQyPp1dbTzsjMBPDezaXcbYQmvXFW1Es6bSt7IX7cmhY/4Wd7iFNmGPf
uJu0uLD2NjFLAueXMdxlaAyhe4M660NrSD0t6F17BAo6O8MQllPrHXlqUUhTE/ifAd0mNc8L5zKq
yLpkEK65zmuChIEExd60v2pFpxElsGZWHOFeSdotwufmdpn68S1rMRIEg7/2nNfpMMPdtruxCUAe
mI84PZlR5+vsbcemWZNdH0/EZxIcvzz29cTkRZQ2A3nQVuMN8hw2mt1IDlYoE4JchMayrnRoJ3dW
b7cfKQDBMkK4y64EOaY6eW0ysWNoPedbnGmZESxq0T+XMXSNi2G+XaGr4R/fG3rbRYmhxuHFJtzU
QZ5OlHxgcZeYkcL3+MptPzeBnB3cTW3VUu0jVb4E7gyLKQJpT35xKMAygkyy1ZKEPCbam4eUMdmY
mgajkqeOyg6nAtYUPZFZv8m9pbOCmcKpCoZEax6sVnA4WO1M1WVY8A3wvdvmDMGgRD7bNdP85k2+
nYdNk/d5UKOqyqORHDsG+lramYGORDNnZ5F3RYAKZvpOYFFdsNJVvM38GJ+FNU/N3sHv5kaMbG0r
qLQFNN+kL74WXtiextb0p+Fz17eWH3B0tVUEkCq/dgWmnSDXZu9coIdLomQVzbfVGgd2vNIYELU1
frVErZv2X2ssVemFPMOGOPEm9TotPS25OdSy3cg0dePIXmPrY7KgPl5n9eJ227luu2q3JkYqrnxt
jT8naqoJxoDQUm5F2vTvKlmdPkQep1vX+FHyJqzm0aOObJMhDqxuXdvAdpTzujq40dhtt+ZN77jL
k5t2+udajeV97Cd5F+qtGm+Fr4QRrY1nNhuUpW6x+U+8f/+LC7t+upT+TtcV/Pv/7pB0Mcvaf7Tr
R1xBRP1dl3bp5v98cXM9O3CKAEn/iTLCZfvXi1t8gooHbpG+3HZgTvE9f7m4xScTOAQtHMBfnfad
VupHU8adLgjBvMCPcLcA3/L+yHAAadivV7cLNpI/kPZPcHf/Sr2YB2r3YrSz0GYLwKU4X/bLslDe
taGvCrUzK/wvPYzOPFiZLAtOS3bSDGDjmfkTvUC2zXDUrxu7G6avOOiNx47WJdtIHEzknhRtm0Xz
OvE69CMi32j2ekoCYarGO9SOYsNmjjMGRBy648q1ChPyLPS5lBu/W/TvXHCT4lsdOUfDyEYfiKOm
njTRlTJgrBKvIcoO1+Z4Yrnnmr0uopRK6QkLffrcgsQ8teR0GwjCUY9OU8KdwGoUpFy1zpDKVT1M
kRQu8MUqNo29kY4m8WOlr195C2L4697H/LkrzK49euNkaWxnFd5T5v7H1Fb+g174xnW6oBsg9Y8/
9kJrOU+DzIh9RzWDunLkeOIQKUjDHFgO97luRvz0+YuM4/aoikrjmnJ42cM0nwT7kXVJK9z2XM4B
e3QaS5AO37ukLORR2XzumybXfH3jF6mfbqxJtV7UjJ1v7WG+6/KUt3k6sq/QUe0TjeOH0mkTZDO1
n75OOItG1Ngu4oskF4hc+kn4QTKq+FrLOudVawuOm8Etx/cq1913YDSkC4CpbI694MrGPZK6e5AW
nh9YXpE0bL1l8uhqFgKtyS1ndzOSx4BjtujPKP91LTC9cVahm0ieMvbf08iG2jBPTl7LVxN2Iamx
ZWo+IZ/VyVK6VDzGotp9wUa7Zfey0vGtsERJOS3s9HFUGRcI70X9mLlF/FYmDtqQQVaux7KsWJ8L
ryWDuIjrAm/SAsGEvxqECO1myY4Lc6q4XccURVBVM2ndlI5CZhfbrSmPjjOYiozUqnUjTzrGMVtI
NAvqNkVwUmdZYpDAmfQP42rzozUusUXW4mcH1S5VdqgRf7+prJjOrrPmb6j6+/PsOCy4izE2TivE
FBPBsSMfer+NL0rwjiIHTE85og5WBGQbSNpfplEsJVEhl3wjjx18LKv1dnH5JRKgPbmvXUwYRrhi
AFjJXy8WA7xPlzxoBChALEgX7z3NRu3Zo6KmbtJG7Ss/0nJXsv9ABLa0HlM+ZxRaiCsiP9Yyr8FG
TSNrf0uTerapVBv7GwZ+xpNokDsG+dj1n80pKUYsE2vrhUKjU7xqTWCnYcMGriD20c2asz8RAx4y
YcS5yMQlD4Hdrrc5S8TndFbmu0/O1kc5WY0RcWXzsS35XQcu6KUQxvSidDO/t/BcLDvKlXIOL9nq
064ac08PTDwW93JkK4AI3+hgH4k5xqtlLE6xtXDu+GFW6j0CdU9Nd35KeGRAiOHFOuEQDTXUz9Qn
6zs1Qc4IAKZUzs+p127QWFzDxGQ1qF6gcVwhslLmxmtwX051bn8xeoqPTZe2VGWYmF0RkngSR2lT
VVY4JXjxUOTl/l3XWSZ0x3qy6rCVLGWDcXatZodPrgxUast7nSOM3woBY8E8ShilWpNLN1DL0ndR
O/fNcuJtFbzXbj1/rNqk7tZJLoopkNY7G8ZUzglUxsxrZjYasbBrPr1zSyA6R9PG2EDoRHtp/lq1
Ia8AxQmULvy0GjKc564yS+LARKqj3VkYaAQ1DMfqlFXJIkJ/tihZtfkiBM+Y8hbnIm7Ld0bdGR8j
kJc7iQeWMYKoxL3pNgyI5tzSQzZmKDUQFXMXrP1qNpcSmM1g2vltfuV6GCFCt5aZhpedCXRA3jwi
Ra/OqiX0azwSwxg72r5z53bC9tAuqGzi2HxiJKncXcJ63t6Tru09aCpHblU4tRJbDdH0mQeLzaXD
zrO+a1IJjszt+CWx4o2N76jtTIW/oRDZw1qvSl21y6ppj46v8eUJ1xWwPK2BtwU8rveOsS9iLAy1
4WvRwJX96k8uJTDSfReyjesiv9GwPJx1J1/vq6rTsD9qaH9DXNrzG+Eh6tkZ7GrYV5V0j9I2VB+U
aTe890k63Yz89poj3La4DEb/JtGHcoxajdcpSBl95Rs5JMn/xVv8y3KKpRjqBA8ZLEoF1OW/xpDZ
5cQMx0srppVZd1tocXLg1nY36FPjyMxKsv5Gvzwu2ej+uTv/1zD/3y6wiX88vQkGFf/7//plWH/5
lh/zG+8TdCGWdkhLKLR+2mUSqsU+EvM7rQgIdSDNfysD7U9sPvllgvC4rCt/2hHZBrtMuNbsMWEc
MsH5Qzsi8UtU3yVI7pJYZ1k6whP2me5ldv+TOdSeUknNMk6Yo+LsZrRyYrk0wXbcayt9x3BlHuG2
SNeD2G87H3glKxnm1sA1mupdhjC8cQxGjiI/t3Yqu3Cxh6zcgJsx0CqY/fpi2FpqhYKktpS48tHs
Qo9/TbD1LMwqJLKv9Q+1AvC6WiUoCj+Ncc9Jr6ZFTZgD3A2aIKzLmE0nDmRbLUNQmipmXuDHxrfG
UDHXnJifsmSRp16u/LVjPOcM6Ova1Q+uIEAmyOWHaSAZHHLyJQMmG8m2ncpnSrOt7oobE5FvIlBw
YwGcJ+9aE8kpRwzsF91mGvOtHIdQNBpBhnMkTVDWNQzzMg/Mztjzdekmz6wxUrPQD41HYaq5wupv
Z0AEb8J8an1WG4GemNeZB27MT0M6xQhjCOqz+mvTu2cJTg8h/7FuEPLm8x1sqSrQMiy6Bt85uBNx
2DWlI7FXsxeiTkNFWjX4naoG3aiLVj/xdMora+FbKMllooU156Y7WC+xW22Xsji0aByB9jY9cg5t
03srDgybSXkiXs1m9r+oNB2ZJ2fgcEC0z2JTkUYcOpg2njVril+MpsLxx85Z+5jMxZYkcC329dgW
lK82Fwih1qaB6s9qV1JlknSmfKoLLlqfsvAxbdv2nHkaiuY0tuzTknDO90jpjiq3UK7m2XA15WPL
Pe4k6X3v9MkjkqV42UCFmpyg7pqMDoCSGvX41OIvKBJIP2lnpfS99VLTIhvpkUXOsJOO00W52xd3
ujMsW32x9O20aB3ztPlhGhvlsbqX03fSrKhUHLJ2cqOMVUCylxsB0y2/L8lUHHny530f60iahfQ3
nijHQw9nG9eBQmFbovpZ+tIGIH1Rlo9mkd/gZFyjWNbvsU1zkc1y+M6oyAz8xkY/THA0Y3YDctiV
O1czMzGoZtT+KEjLwKU8pmCvZPWtn53+JZn6GruqO5R7jLkxPt7J8u8slWF866uOXzDWnfZb61vt
07z66lmve7JNScQRt/PYoEpYaU1fq6TonqFpiLel5K9GQtQuQMSyrjwJK8PVybCFuqTQG3FD0D0l
QW2U/rtF4cgzlpj+4+IXowHQxKUOgtLRvXXxSp5UssQTuzTZmlWUNDErAeUwAw7T2p9Odt6TEznP
ev5BlgdbI7Oe21M32VIPGdXyvz7qFzOCqs0xOVXKLj4IKZneXavVk7NRpFX7lme5UYdQLctdo08Z
qmoIvMMu8WzVbN22kt7eBSNiM1/Me3vDP7I9zt1ivfDw8P/I6WQGayNJk1lmAFkU8DmMR3fCgXhS
xZClh1wvne5Q9W5O01sWgoZyzY07NbSkjMs87SoqKQ1HYeJ200xZmS/a3tKoNE5r5qUOE0V03wij
WqALSe/r8rx2feVsCtyadjTHGSwBGaey3xB3WCMvildC7QdjNPywVJPDx9hZLb6J4XLSFAkgKfaQ
U5ycY4PXesNH1bjBRInJ3JbH7so2arY1dqWriNl/qke17VNmkgIwtLs0dz12XRYC5e0wOfGIq3Sw
gAd3sVFHia3XdTTZgmI0SbrpJqWWMCJCbWG9cMI6VeTbLZAqb03RvBrABJvjXHr+OyNg9mHdUBf4
tRZpmeHclwz9JmWsc5iBJKxCm8cLi7Lfef2hHmRvhL4qs4Ttp+++IAH2130yLvDr2smT3bZp1Ggc
TB1lQUDSS4MAjFR3Nm9ENxRoFVbLv9J0WU6nIh5KRZ/O+jce8GLdAkSxzksFtyxc6paqRjVpXO2d
aYLnAirPwITTYBCPPEPWZmSOljR2Fu8tLVyqKzNak3gCEQL8uT5BKE4/VnwzHZLHrl5uXKcqqLaJ
d0+ilXr1oI88xqExFi7T5bj27MgafUdsxcVnyRoun/rDNIvyq8/c7SSbiVkGsu/hqoiVQ1g5bmcb
3X89QmUcO1UGK16UY11X9MSSq7MIOr0H9kw4QiOQleuDCrV8Za5RODi9gAPk9muLbieOMrhlaqPr
S+sjt5sLhoAjBPa51irk1Llzmjqhsg0IEMkyd5A2D4Ax5PlmHWd7ht2LNi+wBurfUHC2dgSg02sE
VmHh421mt5+3ljeZyO+S1qs3NqOLKmC60L0ugzvi3YO/OG2NNEPU6WUShjTTa8OOpL2sBmuQNKF7
tIA5BI50ZoX7q3HbKFZr9a3omvFtoNdIw2YY0NRbnRSnlMXLR9fEbBtH0iQWPL+jHDZ23ABfMB8a
TPcRfjwnhnCQ6A+5sAaACEoV+0Eh7t20llpOwBemZyBqMZJ9+JergTOTJPLJfBN1pRdBLCdcwjXO
/qsxj7ujwqKvIqeUpdoVVZGmO9Q92t2CrCvdgs+Nvwj3KRYsmZLCHr4VM0bDM4iE+ZHrybI2ZqyS
NPCc2H+3pYt4wVn75WZZNBCFyTCZTxnnssSl5grst2rAo8AH7DyAaLDeraqvaM8m0UOj0Kf63Ss9
Yvokk2gLsIPAcDSRca8FbO70Q9LM3RoWeOFeFl2r3TDF+OwHCBEcInE967uQk/UNB4FLmkczW68m
M+cs6oGbDZtqcUaCqvNk4ujDmUOv7njG95i5M5rJejSXLYj1XAXNWiEJrv0eJ42HdJeZVV6591Vn
z0bgr3n3PneXIYw7kWkf9o0z9kFW6fySLMfkNtJ9ChV6YHwhnsFo0FXq3mqbhrwupS4OfEbnDWHA
q+Rpcn2Sp5sFI0UIJ5u4oA7iBksH4uuvxtpaWGaVGN3Cxsun7VK74C25oGFrTVbV3CUyxQgZD1ny
yjvrf1u7dfI2YnUkI8H/w96ZLLeNbOv6Xc4cO9AlmikAkqI6y5JsyZ4gJNtC3yPRPf39oKp9j0ip
xKj5GZQnFTYIIJG51vq72aGXTKN4oAixxiHd1no83UIRAPJODO0JZLHig1xKzi2m6T1QnuqE82bh
uDxn9kHtMZWxpjC6rKfJC6u0ZQ0XA54SeFIs5mZRq2Z1gVj0ZydxsueeP0FKwhVwg96SxJ5Ln23+
H3eUTOWVO2rRa/xzXxUwWS+e2l8H4/X1r/w9XocJKgTYN0N2G16+/f/H685/VLLMYYmaMPD+Zo/+
PV4X9n9sgdkoDEpaY8wpGYr/PV4XJsrqFUinReMPzfxX8mnavTe4OHsVRoUuePg6xkfqfJyUUZVg
SfCM6KqqljXXMK4N+7rZzIyPzt48lQ9QcYhkx5fChhscYSUHgFatc/43DRyAcriYspt83cBdg8vp
24SR8uVkD+VlrEb1bmyL/Ftat86uToZ4//nlV8btu+sDJUDYXRmQPPXD68uRvovkIkxjzCyKbzQ9
dsC1+DS29ERl4ykJKAOPAGsTZLZWY/txHGl3tjHYv6LUDm8AhVs7aMEuCwRWonGReLU2MqpMKQDs
yDEpd7aWji/N2NgpY9sY2n6DEUzQKnkR++mwBt7HbVO+TExMGbrqKar0aMTJh/XjoG40m/A5sufh
YRiE/k3tlPLKRdLbbwiCi799/kBeGRnvnwjWYOjn1zdyHI4612rYwtVF+ZC4VNhSNfWnchA2filA
LhwKqWU+UIloT3kHwTgA8kmIDKhq2DMWgOfvpRgZGFM8MvOK88hiCrlS77XptZuqi9AXZeowQYwi
ke6oZY1ftMdC23Fs9fdhz8gWzUSePwsZN/kWdWU7nTkkFjxO0jEqP7HC+VY0RQutDpmzBHxR0jxw
yTP6lcp5uu8yG922wl2M19osEdJNXaOfd2Ydr0QAmWZbtbCLbk/bAGCuIIpY8FipLRlMeIaQ/Da6
1uy1rYn7R1wkk+27kEOe1BwjS1jKs1btO8kQ7QrrelsJKHCdn6HGpn9W2fFIsTq02oJr0mTbgYYw
lFIDNODOEmYU3RhlOukUT06MZJlR4RmZYwJmkj0xqLZam7q/65DVb7I+NGpaR0GxSpQl7SwkOzVD
v5BQ1NMoC4vTbzClBLxxpYl9/qQ2Qb+MmXE5KKFrX3RElYHHg7zeJhbT5Y094QUVYPYDfmU6eWuf
YW/p6r+4YcTPc4i9p7+K+pKvGeZA41UYKW64JUezhq2VDshxc1ZF4dN76EjoDdK7g3DIOn2DQtUt
vxAsiRKiIqWgx8ZuzA3cU7T2i24ROBoYuQ3iPwKBWZ4g+C18luSHJFuzNwgO4CWhYEuVxmqCBSgd
kyh0bxjOliA7gUuoAnlsMh+3ShZOCX2xow5/4cIguh9Hu3+0GTkQ9levMxhL4mia1KVixu0W3AZw
3N1ZMe1ZZ3XNl0zTqYslPcVmISVkCyuv9pxchi+ff3zQpI4/PWy+MKGFAIBvxXoovN0McfSNktyh
Pa/TqNysLKELfdWP6Gah7SrNPRXnc0TLf93o8U/El3O1crYQbh1e0Gpirao1U8JjHKl9TDB8TKxA
CNvKeZLN1J6F+mIGvZjSYG4GdZ83tfFcjVk1b6cZV6AiDfPtIhTjwlBSLBM+fx5HNtvr7yOQBUN4
HEOY75nHNttERLgTzVbvNwoeR5U7ix2ybnMzqhkmQ9GUaJRMU3xW0uC46DZ1zYdssmyrQul30HzU
E6fV+9OCs1oV0OVdzm1c3g+fV6l0JcQu4KOuMBvdx2gKETjODcVfVdM/LsQj8vt644L6AL0qTtvI
6sR6Qr85FrU6E6PqwLaJq3G4ifO0SzdsZ8aaQNPZfxRGL4k3pcJC7Ym5IW5Cc8JRbVoxsJ0mRzLC
snYeH0k/M7StxDVADWzFpGdQGOQEsirEqaTr94sXjvar6sXgyVCEHP5kvGCEPYTrTx6W+lkjKXEX
wt7aJnYZ3yWLYu5OLI5VqfKGTreSwqGnI0SEcIANi3r0tSp2VskIWRz06dz83gCkWyjVrFHivAH2
ZRGxFO8KJqxfUjfLvo9jy3xibDpl+/kPOVwU1C1ULlAdgG5xtkFOcfTVQraptVpLGx/viPFrDiPL
IwNsvv/8Ksc+iK+XAUBaJ+1QdFghh89XG8faTIcEZg0bf8mMEqpygczyFtOp+ZdEkLvtwVa/FbBp
LsOo1Bl0oJhRPTO1smyraE6lnVVT8xTJpTzlKnq4c67PAGUnZSMe9Lj+4EV5+ONqALfOZBLit2MR
7huBi8ZEIu0O6PpbJLN045iDFoRNFl+oDBLuPn82H12djpLoDXijFp5Dh1dPWr1jZGnVvo0rOoSN
vBpJc0Wb781x1AXLVClXjO5H+IW1KuFBLeMJ4Gp9x2/X4nr/8EcRMRhs3MJaf+Gb79Wx4b1rKWtg
KNMSYXcdaiMy/2a6qSCLILnMkzN97obN5zd+tEGuzx2lxsqgRSHD0XEcIQm9DPpmPdY+DlgVFGZs
5r/lUUNpNBhRBjXCsjdKh48Q4lqMZcopHvHmEUmGo5bIl3qL9Xs8BZ//qsOd4PVH2ZxeHKSrbaXu
HknMWCOqgQKf/J4wHzzbjPq9VCf53czN5WJgOvPw+fXWlX/48NkIBIK61xoeE+3Dh29My2p+xymm
lYYbZLg/bpBWQhdonf6OGb6z0YCLtyFS/hPP//2nv14Zcd7rlfVj+GnR8jJ3gJN8xvttEIkw2xCq
fsqF/+iYfn2gK9WKTQ6HdVsca/ZGKLO5aBDh5nVcnEV5El4ZrQHXUGrlvczJ1+Cse5YIA7YmbE8v
hsX3zWX4f4V1n3veoarep61ZPolBOCe+PVif7x+/BsrHBmBB5yZf5fDxy0rq3exa2KPU403UGM7X
RJm6GtQc6TDldxvYed2jsO4HCrhrQYavmxWEnio7J86wwrTSNLuAuwITJ6JFVFcUhuPNWDCYgv/U
W78KEq8Sv4tNpQrqKDXsIMZY/tGKhZtu8o7yuQ7rfMfCX27MyH1IIzW6tDkywk2mOCD4UCdsjlEB
wk3ZK19E7MaPpoKvh1eCdi8bVWCX4hcdpOVtieHBLyUOm3jTj46+Z3JEmNBS9MQhhxl+Fi1OQWxp
zlz/MJtR/aLUGlaAjPqGBocRLn6RDc5S4EehDXag9mHyBYdBEKCu1vS9WtVut6dmhluK+M4aPfjO
cLwqdwx9OTZQYVsTuoVfzjMWlKptDSWFe2G0uzLR+u58hlW8BWVAg0L57LwsuLZCQRt795ulSXf0
Gho3AsK6DBWM6Jv2zxpHjvGFKMQS1LmSnAOhUE1jDLuAqMv+fhJG9ZiHSfcH//lm8Se8K+Hwdm36
h5mSG+7X6CmHuSfhJd5MvMgzZRtE9YWK6F41o2LaWsA47Rkf/uh4qRpm0TZ1dEh5GjYWX0qZa3+k
M8GS1eL4muZ4MO65Gfc7toYZLUDSmVdS0Ura4kpnQpkkVTVSjIJt+gXGaIkX9kWW+TrspGxj2VWp
Ye7DHuaN9cIv42RonOu8NpLHIrfcOdC1mRfaq3FWe30oMQ6cdKQti2VDCKnqmmGvVs4LuSzC2Jdt
bi9eO0s8Okb6uN+zzJbvZsh+ikmcCPdM+TSSdeDKalgEzQMsKgjOvD/ytr47oLpP6YBlhw8opf7Q
qUt/00bMTSC1YnmxMjt6xH+6L4NMnbRpD9NZYBCglMZ9q2TND4Jk1K8V+oGvWHKuQ/LZSM9xmoxq
tP08c5xYRqiGpbVMOG0tVecrDBvtPfdl470kcqaqBXR1XF9M41zg+xju6Fno3hnMynaj1yIaLiJY
5A3ea52j7zrSnqPtQCe0AjcZ0ds4yUEzQ9Ff0Xhm07RPnRhKWz4rBreBH25yblhQ9IJkyCRrM2xM
+G1hTFuqWVXzZBUZah5hQyVikJroLEgG2Jo/1FPzYuZT/ORURt36YlrxtznJnIF4IFlh6DIwguJJ
ShjTGUbHzvncQtT2myxT9gMBcoqPS+wMAYhz/pkgi2XybFCPGjESOo1rOYtI22XxTOElDeQoQVtP
qUqEN+RnDxoUvTvQPTX0zqy7FfESolb9rLfMjogwdS53kJAR6WXYLBvbnFQCFnZf6Y807GPqO0lo
XGcs1smDW24VZ7o1qH0Ah8eqN+GiovsyS8e4d2Hsg87DqrqueEdOQB9NkNXAx13zBpP+slGqDAMt
CwMyr0lNh3+wiPTHiHFs4jUC5356qdT6jj2dPgRWLxkV4UyQPpoGtguerThS2WdoZn/WVa+EQYpa
+xdwa/1VGRrgPnQNtrVTEsXlnc9hedEuUVxsGL8wELfaBGzGAcDHbcJwf+iK4bz0rhtCYyuX+wqj
h/W5TutnZ7jd/TwvOr97qZ1yo02KKzyRRJwwne0oPzQRUW71RoaKI4yFcRNpcCa2HIOiP0NiqV/1
kVk7G2vh0WxEnQPL1EPDEKEezFtXQDYIbGye8c+jwcPZM5PjXT1zvHjVoHUzhmmpBFzTBUY/0TIU
l0miiZoV2yN34L7VC0NtlpthSvI7VR3L2atzI8y9rG/Jcp3yGFCNyX4CKR39KHAaFkBnRl8OMfw8
S7uuq9SATwAT80xb1pVfdmn0m2T4KPenbFLPE1aEGxR5q5lX2oxBHcBFQcSdHQ6KsnV6i0Kry9f8
yqxbvirETvxRFyN94F8wXzqgS6KLpqb84RTt6Hr5kiWAumGC2V5kAF8Fs2OuYgMLdhXyP4MdryvF
LQBnbFxMg6oHEjP78ouj133oV43BqFDFn/Z2Cpv5e1pOA4n0ujM9DHk11edzx2I5g8s8ZxsxtGLw
cTLWnABQMM/PJg12PlkVcL0A4sflhZ1Tu3bTkA6+6RyceOWw8hHQiOB8JAkd3ctxwlRLa5sQQEzF
IlNux67KoJ/AOcv0L3I05XgZx1Z3k8dhZ4FcVRa8Amx2QU7aqcHcrKwL/CExLWfFgXjZ/jwtShoM
WmvOuwSem3GlwViG45xWqQiixLSVjaGD9/lzLCB2OkMd4kClyqH3zVqL2Te0uDvny7GMoID78DWr
hNxCjbG+N/qMFVIF2otNSJFd6ViLM1fVY5UZqyGl3ClLtsnHSrkEXKyTMzPMmtTv2ltoeEB4DYlp
/tJ0V4Vbdn9w36gftGa8aQd6LWqa8zoqwL4+L1xhOx1XrhZEqNWNgQYSUehaSb9pG/KKzxOK5ojm
NUPFXvYVpifYgKM4EqLNfiUihbSup+nyJdUn0NbJXguDOp713isUHaPhecZcHY3KKFMsRGL5kwhe
3Ov6RjEhWLoqVnqdOiPeYlKTn0wjXTurw9KbBnz96Ux5V57YUQ/eTFpd5JM1+W6jdhCrMceu5wIe
lKy1/rdqN3eoK2XlxVrW7hkqqb9qYU73iTExLR7UEvOpE49UNd7/JANzLlMgT9DX2vnwmSJVFVqZ
gdC5Lrvy+YCihC9grAw8wy0mr26duHWQ60rynRgHRKZ1mzWOD2sy/Y58RSKOwQ3wq1tWFFVjpDIv
5UO2HI+ZTOJ86Qwt/iOg+RSBm/egdW6MEIsOT0dHzCVnyl1FiX+PPXSfTRiPJlmYUud7iIw6f25a
N9RQ2rrNyhy1lTOp8r68QVOABodhDu/gpg0VyMsc3Ycs9yeo8ZMR4JZkvDClVX/kS2QmWII1sqA6
CMvKV0cTd/t4MfvYN0PHzbxwZMWdoV6AVGRFhfUtTyYJJBwa7Y8Y9OjO0DIII0U5NFC6Fny8cifS
qe/63m4Q+jaFcoHDJFwsEUmUZZaVoUTElegF5+AGPlNCLeCN1BMiIJ+pyL0uxCgXUwn7pzO0y9OQ
EkuJpVCL4tnuXKzpdLOHOy6o7YpNbdiYxssaTZVH7VNBRygKKANqFW7ySDYP0oULH0hhr2FEPTNZ
H3/1/GekSBwIQxx7N4pOtt/OsbvsxaJOM89yOZjbnqKRrWjB+xetVlHVfpJC1/dza+6/uIudoFZr
xvySIww1dwOlpAsmgkFSjza2vqI+FRosJiXD+d2NK/fEPPN9Y2yhXl3jOnj8gub4cGm2keZItSO1
YmqdaqvNBRkaKWkIM1IQtsvWOnG9950Zswimp1AxmU5Yr1PGN9tLQZkjxhalYaeX4sLtleShGvti
q5kVe/7nH977rUwAonENppW6/W5UKyvFTfIQt6pMg6DAneLTlS5U4LVNDgcCr43e5ypUw1S9tspe
PzGEe/9oobyApDJwAB8l6eXw0Wqznqshw02/jd35eonDeqfMrRmgmVS3lpWkJybB7wc+wmDIwd5t
r9RY+2iXqSecF7KO8gICQPTo1LgylZqctg4FyzdYAohzmH58/ffPGHY0I0AdgjTi6cObBBYiaA3D
Lr9zk/oydyflIe3U4XxJ1H5NAZR76N0hTA+YQyWt/7+/Z2zd0GMAGFj4vBzNWZQycRg9wLzpKqjx
XdFb+P+Ow9lgihmxCnw3dc7U/ef3bHywsFjD+uswiczWY1AmMwc7R9bT+UbeDb9LloAJoanljBlx
+++3vdKTTqEAWYS70powL4T0Pz/FPVFpzGX6pAyWWm/LzYQ757bRRCL8MJfyytXR0MCFb+lKTKLX
+y2SEuWHanTUxXqd3y9znQVRnJq+XLJ5k+GXeOWS8ospL2yT0ivg8Vm+6AayjJFPTbU3FwhDl1Iv
o9XKokUL0syhFUQgh93OVaoOGE5V8BzFFy7E9M4OTwWBfjCRIj1OtUAf0c+DHRwukbQYYpV2YvRl
W4YPnPuZ8PO8JITl89fywczNZthKziCAiMrc8/A6CldGw0BGd9Jr6HeoZukjNLjUsqq+Irll66WM
bwkRaMdT9/j+Wyd3jUxiezXSWk2KDq+9RGQtEyoCWorSeueKadxEZur4tevM50rqjsHn9/rB9Ux4
F+Yav4BF1zHqow5thVs2cuyQNOdrjvEmAXqfwi89X3ziF2AxyonH+/41AgC6PGED6IuUrqOTwiY2
WLXrHhDewlQv7h2oCKxnuzlxnfcfF2MbYuzIL1p5Hq8F6psTQpNV17UmuzapIskN33y6lRENX6S1
yqNcI1QEhfieueSwMfA+v/n8yX5wQAmczbg/QfH1l/XOm8urkP0WdYB9MUy9s5XScG80WU9+oarV
4+eX+uAl4gaEXRC1GYqE41Bw1cENmW2ZO7WX+Q5Vsh6inLSrjUN8pYdhVPf9318Qqev68kCpYOcc
rtK8V1TcD8mccTIsvGF3FWch04N7tGkopqwxPXE9fT1yjmpxGEVkKADorqjh0SdJCoDVWSprpi1o
qvysKQ2aBLIcgwZx0E7rNHfZZaOc72tLKJ2XN675XcmIKPYE2qjUJ+UnrrehGOQ1UZcQG4iJMRFl
iUnepr0iIGciYs+9uSIEJiCOBtPsz5/ZB8txDW3AqoJCAqHw0TPDgQ5XGYPBUsQE+LyVU/YFGzjm
AA2WQh7xMtH5NCoGWoLU2Of6hL/95z/g/bHOpmbCfiGJBLLt66z7zYKMGKXJ0sRw0e5IAWidwsCk
fq5f+jCzGB/gmGyp0DE+v+gHHzs7KQaxBlwaGPpHe3bt2rPsWrfHNodFuYBcnRtxulz9+6vAtAKk
5VtfsYTD9QilAaPxnKtYlb18bamQfCgi9YmwxOMQF/otC6dCosOQz7FN60ebM9+VzVClIPFIN34y
Sm4vED8wBKfX2Cd13/h4Dts3zH8ZmKMdxM8q1nG6LrDDRGmIJfyQt6fS/157vqNPw8HEgdhMum3E
SvrhvQ9L6zZJNkm/jwhycMyyPnPmtPrea/UsfUsdLUz/wwLDojRJf7AIVqU3bhufv4EP0DqiZHHc
o5hR4dMcpyCirjTiZChoTSWSCq8GTv3WZQVc4TnqbPCqTvlhZ4mDlrqapj9OO7jzTZ7E2i9qZ6j3
VeY4p4K2P1jxGAMDXQMg6jyio0fTDZ1ToBqEAqKETyX+NHujs4xziOPLxk3oDJEwqCcexPviYeWa
ABUxvwM6M4+KdYfIqHyKYokOeEn3UYhPvUaylMdsuMGybEIGlA7qZYwz76/PX8EHd4tgjWPVoHTn
FxxtMNHEnpy67kB/nak3MejqFzKhoFkjODjDKrd/hvdfPX1+Uf39VfFLsDXu1FnPueNPr0qKaJ2R
8elZFTpkRUi9v6auSeqg43wlKibr8eqIGxfAJqQ2lJtU7RbtstHL/sGe9JSgw9rEzn5Gh9VuGTE6
JvwtmU8e0+0xZZxJHCm0s5lsTcf8E/eC7cvQQoYykZjEdmnMQvFmKl5rF4+JPnH2dfNVsYTdiXP2
/ZEOwYFDXYUIw6d+PH5R8typK4fZoSIHsWvNLMf0xUE5FCbV/vPn+u5Sr+2mTW3m2jBeV5/Vt9Oz
LEwxoa8cOOZ6f780yrQLW3K86jgW/3bBcoozSlqRa2ATEo8Or5Q4xVxoI2MuJvpJMGpNuEfsV/qq
otU4QGhh0Bh1d2voZbf9/B7f0z5YrM6aYoToDu+o1///5kRiPmCIEAUVgqlcvSu1GMnDzDwc35zq
bJkX6yYvYQBiYbQEACnGdZd21Vcthusteyyfs7TprjtiEOITR+W7U8vilzE75xteicfW0XmiuoVB
PL22+CnmF1exI60LEWXG+ef3j3CUZ3uwd1PhQ4de+cgkeqvm+nG9eQAik3pB3vfkTxWcv22C2hkH
LRu5+wbVmfMIY796VCexsrLE1MJHJCoCqNSoMOZBijjN3ghMSfZSzGjGa/u4/emSjfZMYA8R0XGJ
h9+VTrdebsZMVe8UpRm+FE7XN1jbqGnkUSE1iBL1tAoZG65yIQ1r/HhvElEmPWa4PZmM0JhBnJg8
xRscQQj10ciQvHLTJiwZyzLlJi0gZqA4mwn+dx2iOANrpY5hYZLJH52mQfvUixY2k2kXkvCpal7+
yEYmll/FeaxeYKRjVudRkzGPH1vZDbS5qtrtx8waLM9y83Te166Cj1HOXq8gGTFkdyaBRe3bwplb
MjkiFsSL0Yzim9tMw28cUZfyLC6K1MXtz6jhGbbtHHvsP7WxpXEFMGvhJJdBMQz9c5hj5AWSRAze
oEQFpaWcmMuLoWhu+qJHKsGLCiE720r0R9jRvA6eETcBzTbmr6Qx9QoNWiMJYArNFwBn/WIhtRDt
VJvV7saqXEzKijkvrwCAtJRA4AwxB/7NKgweI+rvAP5ETAnqOozEcdrAvhJ+i/RUa84NaKId3ZGd
kFsYEHFhc3Wzbu9KEbXqrq7coQ7E0ENjHfty+Y5Tlvqt6k2HwEokMvhYshgcD1QHLT8sUzJKZDfW
XyJzGn85ejmpm9LFjbBfwkT3mqYuvmE5ZolNjOchNgFWZpAASktXeHwtaggJbiwZH8Pwjc+w9cqy
HXaS5ZkKAak9Y3iAIX7W1JoamKmKqNVWKLgDqOGrviSbkRjCXdFfzKRvOz+klSfxkMMRmSp8hpZj
QGu9skTm45HAVF1hRV24nkVxo1Hxk3KK+qdc4QJMWup909c1vmiaM87whCTez2Fc4j2JJbpt7PBy
mp5r0F7jEpdHd6tKqzM3uFYSbIXpIkr7NDHbx5ZdjuizGBvdPG7kFYSj8iGNG/1egs5Xm46gQRlI
ZZ0Uj3rr3rqFHt+n7uRa/sgM9lkFTnzulmHUmUO71mNBrWZ5c6MtEOchl8LXIe4UYyunESLA/AE9
wNSFStBqjH1hmir6N6TlNemOS/OLBkDui8wwUKAVM3lZcSzdX0xUiYHphqbfluaCD00vTB7MQBSb
9NrRdghVBQ3mFc8EePgl40QUvg50aK/M+CS9uGjc36Kymsd8YdyN8aVhwmTRtfpCm3v3zzwOEXuB
FZP9onZWnAWVdBrpYbQUAy+TQ47lKIyoMuhJllQJ04KtfYHGL7um/A97r1UqiHnMhrGu/HynfL8f
r2CHDkHVgoyDU/jhPpmQBJcnI8NeBGjDKihFMKHUy6nz6F3txtgFCQrpWqt3Ipyzw8v0ITQqUEtA
YmzsBxBxaf1ESal5cag456yljiA9B42gWc+7PK6aH3ANWDNV7pAqs5LC8Ns4m2YIM2jn0x1I8o8a
K6FvFa+hPXFGfXR62tiwI2dxQITeNeEdc7cBdFf1+9i0y21ExNy30nIALFJgtguAP0LpbWuabtl4
wtsGeHlfNlnydSyjjEh5eE8WEIXWPgCDpPLEz/uggKHJRaLPr9NczvnDZ0kNmpeIQojtLlLjuV+1
9ZWJCWtVxSdK0PcdEK+NghfeMsziFXQ8vBQsigqBOEG0eL5F5DdB2qfqdNI/TEWsL3Jym10lZ8cH
LYqw552qiwGE90Rz+P4oxxKCmd1rKbOa0B/+CBSNBocmcGdR6MpuJEADZ7rphyF683oAMTwxTfjw
csAfgBEY7NBuHF5uGphCOjaz0CEejOtILYrnyVyyPWIEpE1uEp74Nt5NL3jGYC2IcijX0P0cYQIk
f7iKmjC+0hUk9U5W1K2nFOV8VapxtAnd0CYBcXFuO5CoTeuEnH2fbwHv+oz1BzDfgomq4912PKCv
yAcaMViafLWyqyCRhX2On4H9JNL0z4Cb0uMUm+Lh82u+X8Nck7KMeY2pw645umlVyWNMxiqcEJMs
BUFL6v0ELQQqavR3DsU/suLXDJujUtDWNJ3zXdC82bq9/pY3pWDozkpsArr6gFpJgqOpG06ebE3r
xzi6tryw46H7wdwhj3ZmKpjSWmqSXC5hyNHOl23eYskgHxIl1e96JYIVhOJkkbtB1No3i6zZxpsS
cY38KfyqgrSTrCkK9EtG1TIQUJZafV5Kg5A4C44h6WZ9/62s3fgpVHHWCEr65IuRzK6rJRmceKub
A+4Xc58WNw7WBBhzIkS1g1prlt2Ew2ESpDkeQUQ7puXTbOM5sSkUo34W5FGvscWjScNmwpDpFXKj
SRojwdEfVSUWO9uIhhdmz+Ps6d3SArKNOHNdDTB4mq9DQS6xz5TKdgG+hoQTFTHhqbHBR6+CVWbR
1mLabhy3JUAPvSWMho5oyn8UhaVfTgV3pwwjVCwYHqfccz+4Hu0Pg00aPUCoV5Tozasn4ipZ4CZR
wLgaNqo4eCgQs+y68BV2NuyuTfXUlvnBykYCTHYsN+iikDnardBtCUXje4J1uyzXEweaF9UGsTVR
0j1VPREDMbL8wLa0ectIjPBqempES9Zj7arzGbw1ZzOkqhGkSpG2J/a2D38cBz3WO3TbjnM0yFCa
0XHL1YC0wbX2wYgB/dN+sJlgWdZyos/+YFuBdcu3Dc0DbPVYedDLgkg5w+Zabor5U9M0l7VciEJU
Y3J5mirehfCrT9yg/tEbp9M2wPyoM+zjyBBZkTWqCO5wiF0kUc1sWeFFmVmxua1NfcBhv8OcYmtj
T/cQNwrySTfEFVfDD6MPYuxg5ku+SI65OWWg5bVRkf2qndDIAQLT5gGKVn8nGMEtftuZzbRdigbP
9y407Q1zObkZRJo1uxrTrxeowWCEkog050TR9n4kSGOvY4eJ7IvUa17l4ZY28OFOIRM+LPNk+z1h
IrVlgIvH1mpkghkLceGA7YofDTDX4hyBPDTF3kRaY3WXbeO2Z59v5x9UkfweB2Mmem5CuI/Ku1ar
QxfyNLzNss4SqljwGQ/oKDrR1yNIPt7LV0UXtQ+oD1rnYxCvRX/q1t04+mo0J2dSU6t+M0OU/Trb
JbJ8q4TECfqVxk+4SYjVoxd7XOjkBYZJEwQGDAiNeJ+QRlkTH2sVtyq1hX3emJTfNOWdhoWlPU9f
mRxND0muqK2/JCO2PibuMwmEq3j1/QZkvMDLbDFJk7Kq33S+2p9Mn2yacVWUt0h400t7duObLIdK
7FlK34Xkr6pwtNMxbB60hXAFvNbgsfnQiKwXnKDyZTvjKcOnoafiFDD4Oj8/GIfA6gOK5IwHycKI
3jhcMFFvY16R1MKHzaxVgaWgi8X4yRihxCwDzENbe2A4p986inAh/WH7UJzDJy7u09C2brPBLKOv
lB6duQ1B2eSlEk7FUzmjhA7qzGZQ4fLr5cbuMD64s/FHxI7YyJP2r0ig/zNc+x+LOvOfjQH2LeF+
vzmLSLj7r5MAf+EvWwBF/GdtqWisGJBbUB5M9v2//PIVTcWR12EfxPl+JQ2u2/B/jQFInFp1KCT5
UIahDuNv/dcYQPsPmPUq518Bc/7+vzLMP9yTBWXtCkvrGnQ/UGmaqsPFh6tP14Hq136j6z8sTSxb
t670TboUyg6nwL99mv+x4DuSQf51PX75Ks2HOkZRfXi9TCeXvYy5HiKBiHCGEFFFTUTKdoC8se3x
8thBp4NiZgiU2rElHin78LXpzWpfd+V83o/T7USC9HmSSzL0pJ5tYKiW6YnC+/A0fv2dJDLyykA1
6AlfC9c31YnrVmSwpaSsJHb7s6nG+Dw2GhfDk6Y5sW++fwN0i3T4Ki8aBerrqfnmSprs8DfuOI0G
N252GJdaOyJ2SfRMneqnPcHSfrM4b/7aWN4mdx2e/eud2QBVKzWA1QV8ePTGEz1PmEpizalnDG7m
lJ2SCUri48I7X8mxbL3EUJzg84t+cJOM9rmapgGaMG04fO045RZQq7HFLA1b8bFJWGXwOAG1cm7O
jEp5+fxyrzkP/7un/nWTLBGdD8umbTvum5BNkjmeYFrOzAjtSZegWoSxCiu4Yqz4mNLzUZFLTbkz
7Fpzg3BprTuM2MRvW60QX4xGTWEUza1WbixMBnBWVwhl8LmHBclQalr3uTYYv+KRZMEmEVia1vri
3KVFpTVnn9/MR8+OBbKGbayi7mMEm3hlLRdxTQbLoDqXZdtmu6KbFpyosmpTSv2UBO790mcQxJm6
LpDV8fvoExUpdsRqDBYi1KS5UHAS3et5qm7aBueBz2/tsDZZXxM6SopQyl6V/169PN6sfXK+Jgct
Ww1DOjU8Ov70DDy0PHEV7bAy4TJssaA8FHmr/hqm3eHqA5BT9Jw0TB853oTjr5tCUA+d52kwNEhg
qJ4EDgRBGYtlI/Kq38kaX1roZtb15/f77tuDwcXSAtmi5Vk9Sg5/SGRbrYL0jIDRgdGkM7BAyTIX
F/nUAhwmsIKNyNVOFPvrB33wLXBRMB08NdcWG+X94UXtsUWmwZQShzcj9Q2+fi9sCJCAvsvECBfL
3aD2TpAn9Uk2/AcPHvoDmyg5hzQcx14w8GENgd8KtnmmYXuI9zBHTmPdC5VCv2wVitIRmut1arX6
hRygPDupHXlOqJ8SsH704FljKju5oWt0nIfPQJMhnMIqrf2sSNBa4TdcQFPwYsKR/ChySUpSnVOF
9/vnvnLZgLfY21UO96O6zirpwMoGyRqWn/VuHvTGX3pVoNSLMFbEAM5HPwVGPETliTf+wYJfLfQ5
zQXvHvrQ0YLvQ8JZMJiv/MqyU98lW/uil4i3jTJKvpOFnQWwfsrVy43UM6vFFE3ixyVbPdp9vuDf
7SUOPwR4BGYtaC6Y3+Fzn1JmZvj/wn5nnOG15TgBLzVkRI1Miz+/1Lu9hEsROgSWi4UsvOGjcy0f
m0HvhV39P/bOI8luJduyc/ntj2/QwqysGgCuDK0YDHZgDApo4RAOB2ZU46iJ1QJLvQiyGJa/Xb3M
fJmJuIDLc/ZeOyI8tzwKUF875DkfXWJ/fwqjiOmE3htBDDv22x+EfD+zKdM0SM31/mDmdX6vAJx8
sF3+/tpwskInR8CBckp/fyobjVlBPBiaCGSsz3W5Lg+ZXUJOkY25+/tr+31msKc4AYUAmvaYkd/N
DKKDZTZZPErrM5z0IAmIX899d1cXuH+CFRZvVGE8/UC79PvkYEPbzOQkXrMW+tum94+Vn6gTfKYm
tojB08r9svFGVJU0l9KYueWPuDTrdhpDd/xoNSTFjf/rN+shGBad4/ZmcKEH/4tA/I9Hr447WqLq
yoib1XBO0qJtKFqb0y04RmxcqN1zKufAsUNwl+nJxQD7WdLMvGhFCu9Pt2uruLYXH99ssRaAF2y/
6SQlYjdHq5q6yy73YMaGAuvIDwuK4mcx2Vp9Su00u8qGOh3o+Znk2ncZbHL8kYW16xej+cT8GzE4
OSCQwIr6fhWldECu6GO1w85DYX/urD69K5KAFt7guRiBbD+Doo/RFJ2VD/r/Xk1rd9MNUv8q/MXm
VGIQPRcuQZ+rEAxXcD+uDmMI3xxZfXiw6ZlJXWEUUfYoPgV5Ayyp7UraZ0YLf5dCo8MluYfGR0M1
Ec7RnjrtW5Ir5xMndvzOHKVorXXrcFtOg9OSRUAqA+JD+24twKTuJIYbuOoEg17mqq7ohMAVCv1c
F/Sfe//J7gNvxbEK6X+2LKWhwU7Ap6oJjWI8z4n+bbaE+WLXs1bdCjPbnOLLoGiZt9BPwdwo+ux1
QlRCmAJPZE13e92JJBV9zLKGY8y7FgO22BldRnQP6VnZlUcEwVMPR2ChQympubZBZVBBaCxE4csy
Y3hbKgfsslmgNVhlmXlhW6U+VQ3ZaV6cO2Xe7+yCIjD4PW96ms2Oy0GmMq1Do5HbLwOsF+xQnb7g
5xo66exARfRfah23WwQedOD6onC6Z9JroTFBECIb0jTYjdZMdNcdFEbehAlmM2Iln3WSoFbb3g/Y
eeZ9MYIQosnpERhmdhYtdM1w8zoSnFY/AZeUm1a9KOrY7YIJ2iNOKf61rTfPQdetc9wHvfZSAZiC
BaZSzN2kj9M/CTwoU2ONsS709UI9Q6EAT9/6+JIQqOjzCyhRRlFPMN9Xr8PJE87NKG4zZ1iI3QvG
zoeo5ONP3du2WK8X8PbuTh8pmsbFpKpDNrmQPkUytTKSIIOn2F3S5Ogu6+LupwKqbNSR84AxkMgt
Wo5Bmu9KOaJlSBLovrsJhv1VPlflT3A0Io0sQ1bPlevMt+6qTzXHYwjDEeLX9NpEQUOuAuN63pNa
AeMM03x109Wm9aRT+iSn3je7U1Zb4L/SAf1GTd1O7gNKUkU8j577St1ufSw7m4p/ijiDFHanyb97
cjKI5TKG8aX0p2SIs0q1497qLYJOXDAcLgoiQeTDQBvsNKUr9Dh/Ace6y4FNwzyFGwryEvhWNI4d
3v11mYkJKDNC3no42ONuhP0SxKu3kgVFUpKLtNAxtAsE4wZJn3aS1jFp5isSqSx3gtCUDbM8A/N4
6VIZQkExNdNAlpsLtGKsK8zcU6prY1wvo47J29FIQWy0yiHiauyW18JyUPP3mshvR41AnHBEJTFi
Xa2h17p+6342NVn2gPCqvokbyHY7rxKCxHJJX30yJv7YhLLuYwOM+K6euTocZOempFx19bFDD36/
zWf74C6NcCNWJvlCkkvwPJBSCX89BXoQTgsMTHy4pJGCpKuDHwG9nZXLoT5fYEh0UnDiiwn2OBP4
vebZpGgwpGn7kI8T2W7ggVuNIWoOlxT1nIWqgF4hRHB7d0v1YDVwVUMSFQGs7ROo9xJ5AuEr352R
LLmRu3B7mOXgjCdyYZLYSHXUZiNUXfzp1ButqABLdO82edNF6dgofLOyaMyw8oHQRvOsdHnKBpHc
lHYO5lp2BVpth6gXEbrOtjwb2VyQIZFYIzbm1Ho2aXY9dkuijwdnMacvNA9FdbLGWZQ7Y9bsz0vW
mgS4Yujrd7VpbGHw2SSI4SLvK2zWofyReVlwxUzsvkAxbr+5wHpm4A4t8qXOoICOrKmWuI5nbbng
Fpbd6L6oyp1OEdaEf5A630F89UWUa535ZSpJ5YH8HHQ3xSgstA/NpvUxKGBdGRNOLxi3UNX30nUG
ckwWW/k/+Zxzcz+PpQMECNIJAWu1vUCAH1Pze4H+E/gC4yYGO+E9DZpWfVkzT1/jTDPggyjSlvQz
QTkIw6txa3WMdTF/5u5XJuwgq3OzNv0W09F5dXtMZA5CJAczVGEGswadrbVXl13pz3VEedv5Jv0A
c2KyMBlCarb49/POlD6+T8XNvJY1sjm/bnuHTUxDzoICXDsJ2WKimYVa8UwbLRzCrNMQ1SXF2lwW
7jzoO8pjWOyFl9ks5t6akYcnGk07mHZb3oiSzMZYYMLXqLAmydNC3WWIVCMIXkQtWz2zaY2svLPT
7TpKINiWu2R9Bfs9ZDtG6PJQT7rgbdQA1UMyDrt0v7qtpULRQuCIp7EKev6p22IkrUuBvmysYekt
jZefYLe7CB3q0nv1vaS02AOIidmy8VjWjaxf15Bva14i8DH7aKi2n0BNpP8kbPo7cV55hNflWYIw
KdAWJmVKLyQch3b9bLlrx3yygSMiq/Gsn7VMapjpWYeLEg8ty+mkVc0LniWtiMqq9Ul/SbOMYCGv
+yKNSdRI0xb73oaRWIXAbgvM/jrmKYJ/jG+e8PQfLqiM2NM5QKG6kcnPVAJeDEcfjfaOIKrkuecm
Dd7bsjonnusyucz9yfpurfO4q0APfqmBRNwkGTIH8MBWf1uVmnmltaro2eqqF8/V1K2fk1UDWzoZ
Kd2DGdmxwJR7WndsLIQ472lOtKe8JVom8FpEG8JqYAmnrTb9aLt8fXGczH7UWnu+MD10b9RIhz7b
Nd40vMwDDPtIZPUU1wkipivbauzhWKzO/DyTRdNFvDj9irBlkxjdwp+w9XfrV0VMtAFHeS0fkeGZ
rKsmjW+awNUCtroaQZY7HnQIJ6FaEQjEp6bYwHhjU1akdUrOuSGOWSaWXsL07jsPe3k7UXuK/e2/
E7HpLj+TCTlGWBtWB01PCliYYyGNh7UFlh6LelmfoUwB3hmUs1wX8JBJJoIsk8Kq6RBtF6MK+ntl
z00bSuKsHsXcsTLjv3edPPQypwW5YKRDsC+aBMQ1NbHk62Ra/fdhHspHl6iQDs3iZHahXrQDYcVb
YYc4Neczg9Z7JEypO7PPQRcEcqK0mBAJPC0cB0UQE7jpEoZUtbmIvdmHiqybYsz2CXlcya4A/uZg
0EZCf9aJ/jiJQVf5QSs0eAsmsVafAWawIbo1PJVIAAjw2FHM7BJqgLX5TUrzlQJBBzVB7/OAgLa6
eBW+IqoTzzdkGhSAuB7zWuQX9qIrHM+ADu51lIEBMAazTbc20vAwJvwPMYdn85MB4APPtwRnQlZq
/bK0jnm/9Xe/d7W+PBreuKDjLXJdwU8iVw2WCX4lLh968gJNCxYtG8GWRFlpZnrMg7m5G/IWUXLl
1ZA9yESwbkQ22NiYUR1AB5xT1ndfpvNT3rg48VW2cE4bi0nwx3EQgCfnBNptD71xM0ebzUm2KUuS
pWnld7vUOfBBCO/uFiMxYbZCwjx3fbfooTdJn6az5eTBQXnFdkyraYntSsv2A3JCuvW20BIg1Png
dd9hR6Fcbg0zyVGKDCu8jhSGvp+67pGoseGAIteESLQ0ZSSNxT22lCD4MtMkb9WScToHGEoGAZJj
u4x1c1huNHeW5MWZFGTusL3gQkzWbK7ZSVbjBzEu9FUyrcdmAUUQ7FMqqJqrOqmbMLfx7sbO3Gbz
sS1ntRtsIPY7t6poNXgTGtW+9xYr0qW+gYdYTH8QjEJCnD0ZAo9IuTax79U5QcG1kbt7V06ZF6cN
wXjUBkEARKNZNoylPmmxwpcVcS5JydU4sFiZo2bLAIkQsHpXiLNLa+9JpVgHOBGGvaeT5K4ZvSJg
ad1KcNqi63dk0ywO6lbRWsSmTTQwqmVc7HgWYrzySByYojTYsr5KhMEkZmYcJKnHtkTOOHNCBc2S
P9zUhh+ZElrWcBqu+YSqX/sjwBdE01lvJXnoSAT9oXSleiz8eiajtS2JQeWsfyoNvF+ECFreSTSS
AUcEoX0/STWfA3oiz9LQ4bhMTE2I0aNQXxLTROJHWQuojeA8SPOgM/eDI8aeCxxb9a7TbHWXwB8n
YBxG0iMdfg2KeQuHnWLXtJIDSCsFqBCiTEJ6ORfAOiikuieugZUNJK5xm0JD/DEaI8d6kWRF2Ft1
/TOwxuEbtn5fXRfD2r3AGybmNsPORlErQVMLUKXt6rtpqK3PE/JfIoftDL2Nj7iEpOQ+AIyS6QMz
J4U+Uu4y9twsbqA7iTgZuvV5GHtbXZi9ohc1FMq6hgTnVBFxCazEFSFdx7VfuM0phr0bDpVnJ7uB
My/pJzmpPbPfm4S3qJWUHk0t/SdtMQMZ8/GNG4gzxKoAcZFxNQ0FwC59cM60+1yy1QuZ8cObILsM
Bhgucda6iH35vys5mxht80g2okvY0ajKb6IygitVNOMl7ORZhkL07hpR1qxe0CWruzlNtB+FvwU7
LxrourMlyemLiHtGqd1ycr1a021NmZNiNnack7aLCu6SKuTS6R9M4Q0vgddUwxHRdH4arUF9JwaB
HDzk5hPYZ1/L05gGOSWFwHLSV3uydD5Yi87b5XRkRUr4sF1lZczlDgE9L1RgDuOqvLkRbeKXcYuR
emBBEpsIjqRwqBX7ERbiMYOJ3XJgtsuvK7PYiRdtqi8rAsP4cJnMr1Ff2T+LfrF/DLlJBGbuefLI
4Y0bnEL698lcPecJnzbrhUuyTYJrpCluEIGuAUiVoRqiRjTZqR/zFnU9yOufohwKoMneqNIXgA02
5WeTbKxYDr1+pjbh+NC2UnJuYX5xdFTYBk6tUKXNlRHK4l4WAkVDC0CjOrCzAk4eEdCCRlmhjRMP
02sXCr03vwrLOWtPLrknE9+Srxzhum+jmRWk4WJquC6tcv2ixnG8HPJF+yJUrX0hKIDan61aEuSy
JWgsrAKCTL+AnXOMtLnrxZmUoiXdc2PsvvbEnnvb/F/MqBtboEfko6T+tW00mEzIyFh20p+haFD/
14n08e06HIPtmtxaWXJfDUObEsNdbUFzvVE8OeNsfx6YxOqEq8/+QeD1ei+QL6Qkqdiw0/thA0a1
heGMqOoSn/qL4AZCuuWiXZQswvzHZes/oUKqg0Nu22gbrBYAFreJaSg3H8DGkLKRep9mS/qXAdg4
3rjMspPVw76IbDsTHEmbyXr13IK2BTC0oSFBy3Nk7HV9cR5I4+xYfVuCjJq28mhjJ0oHzj1C+0VI
RMktHIqChk4VuDUJqO5Uxz3hQtc0v6CQEfQDgFiM6/Ap8Yb+RuQWxWm97LKECpDb2ORTUaEh3Mns
v+cLB81w5bAHs1fp0129ploWu2lZfqbjw800B9hnnXomM3tMi6d/p09dKc5ZgSmMw2zP/TJ0BsMh
OZ3NZo75p/54Mxet85obtGnCblw0NsNmKp5N6HIBjXgbGL1bJxWx5Ckad4YkzLGDQaHvJ10z/3Ll
aD8AO8/rV7Y4dTkYtZvFW0ky48Axk6zaiCJxYjpezi4FuNrE9tiioWdZSojwALZyK0hm53pQmL44
Uz8pLrhQLETQTFwoIzHY7nqpkR5ApKakphCWshvGLTcx53ivZGCUD4rf1uznSdtQDh4BGqPlcjmy
fCjmqSWzeecupnxl/53GPeaG7IpItNQ5wcTzmlPRQsMMaSK0+C/SbVAWLpTfqi3U538HXGjozajx
caki3gIdW+9nPx2v/53oWuxS9Uybt4JeHuts2se+okay/xeL5LhfDcuidf5Li/ueoO+KfkjWeUsN
KaEez9RYLjXNmoh18cprUWvJQ1K4wwcNjd+7ODwV5JGj08XGmOW9q5ETYJMCz4MPXEnSRggUMYpo
LqoeD54oduh0k5NhQmCrKAWTXqFM8kdJ7YWhaP+r/Qj+ElqWGxbCplfgvmtlaY4/tFYK9G5Vk3nO
xWQcltxXD64+rh+0SH9rsGyP2jCz0F/pQr/vGJlTT564zTpH3I9/QVwMcevZ1H3QIfvjUzZbOmpX
mjjvYReDgy1deJz0rdRYd9XYag9NW/YfSDt+fwoH0YD7BObsTXSxtXn+0WmgdkgVduu8TmTa7Bsr
Ab+3NR3Mf/nz0Pva3phF5KHpvzdDNxnKuTkb2wgVsnEU2w9pU2SQ9ZY79i/PBI4sFsCaDZrOT3v7
k5Yyoeohtr617qbndcV/oKVVcWF4NfXUdQx2Ew6pDxr4f+rYWBSokTBuPTf7Xduc8LesM9gMqHBz
iZskB/QZaNWhd5pXkRhLPNBijQiAqj5ojv1pCvJSUcxYaPTwbL77grqWbGVFKNCWNNEwpkSA0w7x
O+cC25d1qSmTEpmLmLvv+umipSlDEDE5XfFKQOIHb+FXSMv7xhUgboMZ6JAo875x5cDnabljiEj3
yu6+HMjANiU1tVlhLJSzvERtDsoHmx0U11GepN1Xx8DGPVBm2wVO5t2+Szsz9lpP3KLBMU9JatD9
IA7qgwXzt5EPr+/XvEJ6Ssd9E9D9c+QTla4n/ji1EA2VeoRrBBLL0svj3wfjn56y6WxRFvwyLLwb
FyTHDZ3b1aS91aZ/1bTeZ1Vo3d1/4iGesf0KhFqm927tkxNzihA0LjBWaR9xCle3AFv9j0baNpLe
fFzemI9WCTf5lhDwfoxPluplDfyNhuhkX1tbyqdkcbnkiK2FA52A0Ah6wFeDnd0BwAQNOEwlCBmn
MMlWKZpj7Zj5hY8166l1pP/17y/hne1qk9C4yG8cHLvw0HXzPejABMsJraZoo652fup5Kl6mTty7
89peWMCxztWwtNHqTFRBvNmbrgDvABn1pvnaTXGgtraiakpozvPf/67fVoZffxYyC9RRiHz0d9qW
PpgWm1J7G9WdUe/TNqeoJQHNBbVbnlchMUM10NGW4Pvfn/uHr2VvQ2LTaFLm9N+tC1xA8BgYDApA
u5T8E5+zY0LJddbrj7QA74xev149z9qkng4gE5pmb+cSxV2prYIIZVHW9FM7mGs1ieq7uqJxPMLn
Il82h1CLF+XaCfBeVsH6USLCLxHyu+G5kUzgMCEd3E5Db/+IKlg4aY90BaRtwrQ2S3NXIe8JPR3H
c8VnPxmLCs6UdNTXThvNL1agfvajayDzoWIkTC27Kf2hIZtTeLdoTkH+4gJ3HzIywHFh9ERZ94CC
TGwBhUMJI9d9ilf6RwLUPwwYWP4Y3H1fRyjy/sNRS130jiR0XBb29MMB1HuPLaTeOSPi8NVLNATg
iB2Uxd3m70Nm+0zv3qDjQVDYdhFGzXtNDnaWsdMppkQ1T34ldVI/4DIy7xHr6PdiCT6aGn9YHIEU
YenEHsgs+SWR/Mfho6HZCi/arKMKAeE9WrbpZmls64Nf9YeJgIffBFngIGKHFfh2XKDjyAsDTnLU
8GEfwH8KVqw0vwGAbtz8/QW+A9H8mghYK7BUoFaBVveeG6ew/rLC4J/oRyOLDKuGAADt5cLAvQ5R
C+bjOOsGBX2duZKb3QFC0ycjTy45pSQXphQfLD6/v2HMayhJTOPXoes99KSrBI5SIpsjWzOKgz0g
5oJGnX6wlf4+blDmIFbh/MgygCjo7RsOzBQzPHMoSit8QQ32iBhW3nxskOletw1Fk7+/5t+/KM/D
UcpCQ0wrEKO3z7O1Eh6fyfNss8n3A+5V2MhGslmjPqLG/PFR5ACx32H9Qyr39lE55dBKqK6KvGnq
T86mQlpL4GRQWYsPxukfvtUmRENOv0khkcS9fVRQ0s3yKkaMrHLopLVrHzIQrR885Y/fCq4FwxQp
FW3Pt0+BhE9a9swPSmgu8pmc/qKhFhSNyqY155bygwPQH1/gP563/fN/zHFPCdCAveBX9dP6IFxf
hqjJi32m6o+kun96lMVex0ZrAdJy3521+mBIZtgoDMOu90MbA1E0jFV/gZPf/uBy9qdHsdE5XDkD
7IHvOSSpOXfKkDSzim60T2Dsk9BStXHd6qMW/32wv2ORbGsKGnhuFIQZUVLCtfT2DQJKp2s8oido
DNN4FW6LGhby4G0H267Yt23vRhOxq0+ludLiHvoFM1fR3ZL5R5q804k6bETixyMCc/oiY0dSLKLx
D6bk74N3+yMZVAbCNYJkrbd/pD5ybuwmFllXldBpDBDaKeXlDxaa3187znUcD6BfOFSTWPX2KRTs
EWiD5gTF0dWHLKmrkxDuGttkIH7wqN9Fh5sBk/Mu+/B2ZX03mNp8civsBxW92bUpY9op3ifl03pc
YPI3oV5hT4ukv3x0iv19fm68R34ibCx0se+pP9iN18XmMB1JgmuTsEnTgdq+MR6lkVzw4tt7Pv5w
Zqiv16a05QX+tfZAOnW664DSjFHhyfxJGeWtTmPl0RDz+sGn/v0jbFxfl79yMw8a799MGoyqI38Z
oYPpTw+anrZXk04FISPZ419erDZsGWMKrT8fwXv3vUVdkumh8jKqtCD4YpqlH0qa1irux6W9JR9z
+WCy/T6MsSBiK3AMFkiwAe92lgKkVS06BMnE1g5P/mwt936/uv0Hv2v7u98etDjYWb8siAyy34zF
nQNO2i8VUndKredV1cjXJiqe6MpAGKNTo4MoocOeSBpzw6CiPf73ReUPv5NqDCdl24PpCWb07UQi
PcAITHyGEcfoYBe0U7ErM5U+/P0pfxgpnCSBM293kA2j+/YprJE9eoSxoORtyftxkXf4H+rPTsVW
8/cn/en3BJhPDHw7bNLuuzVyESkcF00i9dCJjky6Wr56etA9/v0pxp9+UIBNAZU+VR7zPYB5bTsM
ORXQe6X14NLMkc4JLB4Ve4CL4rwM0p07VEtsmyONpmqZdsqdv43OABYFddOe9jhSwWIZIwM3yX9i
UDGstgsYWD0uD2/fNkKWhEPXsGGJs+FmQDEVNSUdjXVQtNaYzVzF3aTZkw2G4g5DxAfP/+0b8F4Y
NazKrgc97P26wOLYJxO8mbAoZPmUaUF5BdDyw5TCPzwGJNpmVtz8Ghw43/7Mkvz1gQ2ZZApUDAvy
6yw7YItFo9dUVPWJnfMJ4fARyRjI03Z1tn61jUweSpR4Oy2fxh0ZuN5TRv8l/jU8/r+79N+2mfv/
dpdG2X//b0DB2On+r710+1/8r9Rp/z8ofVElx9MCD8XcHFT/011qmP8Bx5laEjMWeOyvmv3/Npca
/0Hx1vEpa4J2345A/8dcavukThO8h+CYPhbYVOvf/ut/eePuHN79+39aDQmxfjupN7DQBk+hOs2V
jTOW/W7eLGnpa/AztxZ86z+0dGSxrgVHquZPBeGbJy6+eMALnT5/nsDImryvVt35t3mtezs2piLu
/VfdLu9y4B+pIqe2s4dLCXcmxDR/tbZOcw1s/MKriybi7F3gM/euvSnTabS1J6ZnZEsLzsOgLqp+
OHaZgQiQvppTkP/SXvVssBriC7CDkMDrL26tf2vn5GiPPc7rgElmnXXCdjJT7id7l1WfsuBHqy5k
8Glc9aOTnNMZR09+afhPKPRg9elLKMg60gmwSZZDgMJFWM63oHvlr6NSc6Wj/wsTug51Xt+OhEDp
WFh9Wva5+ARU/7SUZNtMeytJLwYiPT17iYr1Ya2uTHxqnIXn0NG+FaX+tIKFmMFX+0EXKlEfteBx
rqlOm85N0b+sDdzECnrEgkAO+kCanVPVXkG17938gMCZON5l+pTW3YF3uYkGg5yyx7U5noVO3qGP
+Gtwfmgp0t5hMqMaOWxl3y6EFBna8NinX+lJABzjWvoALCKqzOJoAF1YDJNYq+R2zvDSZSayKv0q
s7vjqqfkQXCrv/LW8qA5/bdEpeeB1mAoiQ5a1Hzp6fNNtvQh6qCjzPPXst+r8ituBCssSSgm9yZs
tDw2zQP5R3dLYxwDqUWWdmMDLo9o/I8n7JPFXcpjsxS1pIUA4rY3PxVoHiaI9qTZVeN5Y680Uu6X
ieieiti4Uza1l5J4raikkOAk/T2BfJFn3CYN7UiPxOO+v01d+dD75RQKZzkMVuNsqiEojUv9opBX
gZxa7tLWv7CkXiHr8cPGX/e0x4JI6fAtZv1+IP0arWL52VLsUSZeCXs1fhr6DxvCRWy28mopPulD
fQCYSxWYMod87mgNnka8KoVDW7goSYJbzKcBSI5MiD5FVFEvqJLWUzBKNO7NBfKvIpJDe+MuV4jH
fxaeuiZoI256FG5je0hwDjjlCyCjWBJoBCr2Ip+G0G4uluyhFzNk6TGenK8Epz31aXBM6VhXNM0d
Xd4OSPDC1seeQyArzkl3yCn7fM9IxraN6nk0p4ckbzCLSjK6/HhZxutgeWxRhhEZc4dmDLFudaps
7Thb89XS6t+CynnJFuNb0X8O1uOgkZ4xrogC+5PdfqKPdJbIsurmpne8h8mqwN8FGaEiDENXHv0y
uUtk/TNLHb4Kra7Ing2DUT7Fq+lcT6scv3pm/y3o23P262PAkMt0/M1oNJSG/oFb3Blq8EumJc+B
zyTRHOsn2SY/MJMiK/dlQJGTZSLJd9laXJhatZv6NC7S+jZYkfAq/05NmtgTwkdrlATtPcatB0RJ
L4FTrjFoR+9GWywT0pB/ylo6cku6LARFaeleZdWN8oI2NmT/hBQvQnl0pevVUSe3uWle1m6XO87n
MmmOgsxvFhHU7t+MhETtsV5jiFfEsWWvhi+uM3wsJk3pKJtWcmQqBAs5iutIT+z1ppocdc86OseG
t1waDdOaetZ3/Ck7nxCo0DMvzMoTD22mXeagvk4s6PZBLE8Tur3VNuWtSL3PiVGLULb2QwlIw1vz
fGeP6NLIGxehngwPC1LAmg7/XT00N6IrDzgyIrIb/LNfzdPeTbv1mPQoxFpDc/drxtSkN1DA58y/
lOZwgcuEnAFAzhIlv1Ze+q29PDq1/txXyy0JIxeF51wbDeRE+2LSAPZ1Mv+BteR+nRM7zAP3Rw/O
k5yvgoSspciOAX6B3Vz5xbm3iXqsHXVLJ0d7scaAizrQQ+whAKHDYcFlJvtC7F1cfN7CbLK15JIL
YH+dC6EQj+PX6mwSZpxEwHtfkE92SzNeI4rJr/Ia4lkZTDuf/JwQNZM8mT5WJL2znpDm1qeCFJ2T
Pwbug9YTY4ZKK2P91q8SBOOfx4nimuuq/FM/dvPeWbLujgFSICxL80sUIoqIv4AcrcFuj25FHlzj
d4JAHU3g6sEhAUInYVcsCA411iuvD/bgufl4WG60KTukYGZY1r45+ozgFe1UOBE3/5D6iDr7qfd3
ada1J4gnFdKa792YPhBadLQItdsv5j0qVOsywSUcm31Hxi4r1i0GBKaNDNzmurdsjC/ZKF85jeIO
q4gnOXF/hMeC8Y/11myuEfDSnlylIGRpxXTjPmqOAidWeKyPy4R6E3zptv2l5he70fU48804mK36
XHajIsIo5iV3JGSLJFxUWZ5Gr7F37rTWmMDKl1Fl+t6ZO2ibQfZcpYDsacqmqptO6NYf8nJprmyv
KL+NeqOFHYGd56RcfdLsHZ8gEdXFC6rJ0BaBz5upjMOMLnrPe+dY4JqvNfG/qEwNBqzL/YKwj1vH
1uTOaaoksulyEINXk9tJODLSccLtEsgsN01jfrUwth8cuBbhkGVHMESPs2Xe4FkFot464nLSOSh4
n0xaqAeU8lbUF2qNtHZ5NYtuYpVQtPKQeQL98pdjzbnrgMkqiTRxtagD0Nk+X3+mY27EgdbrhCH1
z2vTfJduekexRt/BC2M1MCty7oonKx9OQ7pcZbVxt2re3rKa4+hMj2ZPejJaaRpX35RXfmkh3uAH
OfS89jyvDtw6D64/oZzfJ/YlXIrY2DLzWuecD84hKEmxyJELG3Pc1kk0D9l5rf08bPvpUCU+G5W4
ap3yHKj6JiVmr5pvxOAcm4aqddcdEsvd4SxCKMXBDXXzTiuZGrbRXfPuOUEAhy2Cc1c13gvqLnmx
yjVFegYHYZfpElGlBnlyqGdoj3BHB4zdfaBHq24nJwQM/qFMTbXvGwJex6zVLFoDdpPvRrHSUlrn
AIY10A00R4N0jqkHXBZTeF5ETk+8rugs72KTdLwSIKnQ1CfAE3u3pAoz6oe2W7M7uBPsjJnZVvtB
1loMsEc/uGkV7M3aZneWo7OzBpMiKTnuEeFgKznJtnZvZEFxmObVOU4E3l4SRFJ8WfJV3Lft0AKZ
IAoMWsWaPKCGxLpiLTWgO72wCCOC8HvjmAh3Refox6JS4rm31Rras0V0ly5xoC1a02C66pbHYl0M
DELOdEYJ7fysDXqk7TiPdyR3fXVQ9nOaI0rn2h9h7Kq05TxTC127LsgO3U9+kz/q06yfLH56SACN
d4cb14sLiWSrMrzuiO9C7FqN2NQ1IbkONwX57LNyotmY63Ofm+wenrCWPeuHZR2tzjqqCsWIDPLP
5jAoe2/ghX82KjOPVmlkMW3v4hb/He6coB4wIbl4nMICvtcTYuzgZJNsy0fdmoV9wjEF/1FkEI0M
QAwD51oE1rNV1ETWWEN1tqwZi3ZdrxwVu8X7uoLQCzVhoOa2vWE6zBCZr1SjFZ/7oPJPynDASJlz
TfZlU3Xy+4oS+qgkYjYtG79gGNZZEC3iM7TJvjJb/z4PnIOD8w9NHvm2rr8XPfmOunYWqdwcJ6o+
8CYx0aTaFYFu136vPtmliudlvjZVazOUUIhfcHwfYiHJFy8Wss2nMvli2fO+ojuzYeAvc924JPro
tlz86kS06iOOpycLHFUxAlCxFctT+z+YO5PluLFsy/7LmyMNuGivWb2JO+A96c6e0gRGSST6vsfn
vF+pH6sFpbJSZCilillNwkJBKuCAX9zmnL3XvmddPZBw5KmYV9yxxrNgBvEnpdNgbinaZoSp51Vq
MXtDDMkV2wUp0zlQArwckvmSioJ/RUTqFXGMe9m8MAaBuyZD6UkreCyQIZeZf24gRrABBE8NyjQ8
4OuXq0QQ+QDLkJTlwHiaB1V4XS94+Ha9BvTzRY5WzzoQ5itriqJDPBnlvRAVRLdxNu7nNOrWtL2h
HFNgAGOsiQ1q0tot4/phTmd5myQE4ObBTP8ktQ6ZTQYhMdgb30+LcwU5hvw+Bv7iGVuppNR6Y6kc
AtvYiFLeTtrnglgovVx41vXWV/HSt6Nn42MycpKGrXhUVxiYcTKNW7jAEI15er3oNmYxB2Ro8tXm
ypbw7eBaav03vM2LqYvA3zBV6w3pe+ZaM1Vl4K2KYCNa3DBngCE5qnPXuyOWCxeZDvxk9qGsE0p2
JCziQGXnOlCa7pCr3aUMkRRFtulsU/TtuCrCbanU2PgMH2WhhdvMz5vRS2kxclCpod2yOtjk3pvs
r0QQ7cxI15/UmimhCS0Lo2HSWOSFq+Z12uY4+Ju0Ooc4Uz2kthE+pcA5cpTjJcD5kW0Eui2iOFNj
h1ktPChRmj+MiiI9aI3hJYX5AmNXt5902vtbS63rbUvKJsDqeZRPuCfmC5zy/iEG1n1nm53YURNv
N13tE+ztkA76JMw2vQr7Kr5Kc0Xe5SmY96pIjcUdq1kcZ4Zqr6lR9jSUU32/KDVeRjttv/TsLw7t
3CkH1Qq1ZtNVWvuA5707d0keHxQ8lZ9R3WJw7ZO+3xpkqE0rU2byWg5W+9yawr9LsL/cal3EQtQ3
PvtcbCrZfadP+ufZMqA8U4LU8tUo4ILrshx3XYz1UEATvjepq26cPBmvE7NUj7MWcQSzGZiWnWl3
vqgUF2SMcvU9WiOr7Yrw68iEp2KVTPUgQNuFG19ZJyb9+Yhtm1ObY9b5Ezxnn0EzTeterY075Dbh
M06MunZ1LO1PnTQJ0TNAqOPRS8d9HcSG52RAfgjq2c9k/e3HIKpbSti1uB01zE2cYzvTFfmU8Gh6
FmankWvhROFjGhsGCv88uEjRh2+dgUp31QQGpj+/mDuGlh3629msABf4QtvMnc3J0FbK6UihlTVB
Js6hGXsf90bugTHRvXjITyGjNpLjXlvK6828omjZuCgCh5XRWveZUl9YZ5sV6qV67aNFxaVxp2Yh
R5gE1L4/RDso4OSWVwBR9XzWvsmst1Y6LPsq0aN1P8bZ69RF7XWfxvvIz3ov54DudSbaO2jUXiKT
58IX6VbY4WaQhhfrzNkkrNzEUFaxCQ9su5JPeTGaHM3Fc51l15jKc15zNbh3EMStVII0cLjWeL5t
McDfmftjOnCsDN9maiXU9PFQq09d6O9ll3qDoXUrgW15VYv54Ki+77apfsDliX1ymPl76XAqRLrp
EfyvJAcwvcxcTqPL+fEGWDEthplIPcvvpEuR3pofYvI3p5RqA/UkB+9T0YX3atRSHNCLgjz6ea/a
xc6sa5zRgxZw4NPKK1G+tuI8F+y0iEdbpXF2TdXDXmuJZUIeQPKgDFQy7ArPl+NKeYyqjS6qlHco
AourBq+xlm/izH4tSVh+yDPlqhmH2rMXQo3MyNvURMMuW3CeSuLyzElqz6P8Rqa0oH/iK17QkKcX
jC+WsC5Mcszx9E2522/Ybj21fPYVbG1Ur93Y74d1jmCYzNrlUBbjxHXSxNzi0+fjo75hYVIe26Dx
CFbgTCrLY1fP3VFNLG1TUXJufEt6tQODF7M26POMIqFJFrRaBxvDOenpJojjT5WlnYOk/KqEBMTR
UoSSoCQT7SwaslleGGiUF0NBmifklmbdhhSRhI1DiXSqyCq8I/T/M1E0NwGGTaZ8h6klwz/d3CfF
ePI7h11lUjzWQeXK0nmB1tKv2zyPtpqaXPXJTnZUJVpc/SKZr7RahTWfrcNYXgW+qtM2bsHQxIAK
Sr8xvUYvKbfICeqFeuokaCnmbGLu8uZoRP280upCkkggQFPh5gP4dVKpA3lYvOKXYI4ZhFZVPM3F
+KYNLfEvy8GTINzYCxxxnbTGQULQoJjxkmK1PRmBdeoaJadwpmnnLrfwDQ36eKaDbW+BaLsinI4F
hsouQtBNy+4NaziLjC2vLMbByrbvZF0Wj/oA2NogPYkwoXbgMWBDGPu4XqlhiTWD0O+TQsXpDlB5
vw5gDq3bpr2uk3mLeP0my9nSo5x9nDhre9Usr3UR8LzybFYpyTQgWIx8k/UY6IrgISn0dIsjxTpa
SA3xfYT7Btm04zNK63C8aGlm3meUFyNHVzZBBgPBSEN7WxSVvRHFFG/j3F4yBwrnRglxSw3BRczG
gU/yyJp4RRY8r7zzIkFf7OifMxXGrI0gZxGc4MTS4ECPpEh4pkL700dJjUodrEoSbYWfEioF7cKb
DOco2fFU+Th9ZrHS2NtHXk8p6NQlGkVUoQKQUKf60kdaeWZrcKW1zRH0ou72g6G7zhDfJFKxaTIH
r1ofJl5vzV8x1oqVpQXO3ZhC3u+S4kbRaybJGtwAQPfixkoqIhHSols8l72zaZJZHEqzNE8TpIxz
oYhoRx4ceexDR01mIkUYciqxKtoltXwsraX1qHcJjHandYVdlhcWnm1eqZK4dMc8tybslJw52Dbj
s2Zld46J07zXv/Xl/H1V4hvxpwobKD43tDSJm8fVg2mPyS4wmFGndqMaHCKQo7Zd9ahbnyNkRmfy
mfRz2BEJVbi2uOnD1EvVF4U63J1TAKHQLCwnGq7FFScv424SU7J12rm/z328RLMzduc41xV8g8m+
JpHlygw7ADux84mUBjaGEYZ2SmKU2Zl4u3w5Mg0pycayXJe0sLnTsTzFKt5L6fPDToTJMSx9N1fP
vTDHQ7yA3WtcwsAcPNErFEorMAmFQcuWFyK2dMkWd0rZqFCU7ap9Iv29qilXA7nFPa6MklRzET0s
6DVUOGIH2Cj2TLPFucOBmLLrE6EYDdyf0FwZmW2uG9wTi6lzWzPnJrFW4tl3qrXgtK9nuxor41ha
9Cuek4pYC7MqzGO+wFL8qDN2uSFDKgZsu4q2afACZiYYuYl1MC7fQqVyxyKpPHAJIY2SOd5YAsMh
RW7FPKgJnQnftImwaLOvsNyP5AmeRivQ90mXPNdToB77zqoPSTLssywod7Ga2avOh3+zykpSeLRF
4Aqu8tVR03Y7iO6ULo9dyXhL9KY69FHaetqE0UzoPMv6i9T8uIDxOfqAR4bT4DDII98m8S+uN5lj
9K4OcuyQac3Xjvbifexbr2GOvi0wDh0V5CHMlQ1OXFakQBKAGncsknmrakQ8Zw2+bfMlKQHvJLLX
70tnuGcYXLoMN0ypB6/sfsQJcNFBHyzzOJrKMehjOOoBJWA5DZGX65jne2Jb1TRR8UdhKO2UYQ8S
nIDvmQNkQZ59Eo8XYWtnKwielA7fdmZkW3MO4m0Vi0MWRPmqrtgLpBkm83g4GJmFJUKAl8eumwHx
4Cg70o42UtMjmAfe0yBXenwVdgc729nJfZ5cIUk4c0zFfmhv/Mm2WPutdGNDy8mRLeT4aVdVXQg3
4/RLzXDjlPUVxKBzb2g3MKyxb9aJ19azwuZGnrFRjasZkOhGpq+Ks8I/NYBtKJR1MeJVxq+409X2
AjP7zmyzYG92w1nDTFiTUI7ob7ruEtpGlfrNJ2SZanmEQy5qg3XML5ztJVklsdoMsTfmulSf8Kl/
Vmv1ja32zlacfDFubpTJuZPEzeRTdG797ltuRPrJaQy5ioqs9ERgDudJCY71xAkOP/xTG5jqipwx
Fu7rTElvZNASHse0NcuDok+7vDVid5bN1kJlPMhGujz+aK0NULqq6aZ31HPJmjeoDwCo2N7B2siG
bZY0jmumgZfVzR1f64qNUrb2ezZJjS8vU7K8wJKZGXdwkNXJ2SjmYzfhkODbDAIKYtBWgpXth99E
GFyRQg9xRxUUgNNiH5jyyWbZXCEdvrZr1XWCi7XU5zWFbJEI898Un/sCv6+j8/J3cTGfI41XCjOX
7yadbe6pqTzLqrgpeu5lHOU+72hGBdtqBiQVIpnPTPkJL/iqY0wPOslKbfetD1mfK9WtzU1qXUuJ
7t0KF0/dVeVXa6sKNymnxrLjvdc+pUIjfNX6MoT+54C1zSoH4ow9KJX3U31l5cqVMXYH+sFrRyW6
vrfPUeQfC9+pWIrjmC0gcbgoNryaWtsdvv52axTCIdioovxmcVRO1flO0ti9r5rRvIOphUYCV9W9
XgxxSAsx8EGfm2px5LB8MGDzcVRDuBB0nO8Q7w8uSbY3MecPKtRG4wJ7UFbarOzBcAS7SnNeZc7U
CMYMi6eYIdsUIQs3Aq5VXNVrK8m0tTCmBbvjIMngEFR2Ocq1LHZl350BdbGjUkkhAuRAFF+h3CRd
fVDS4KaO0XA4xjlU0uRQh9kW5StUAdkesd6EB2kowwYM3xNu0PNUJ3stwFVfpqPtUb6zV5CTu3Xc
ALLP1PEIYcZ+AKXxBot2WE02507YJiGbcnlnMwO6EfkCbpOnxlbRjfKoiHYXG6lb9PNtJgCicVK5
6QFI3IRtSANNKtxTGbGZElI5lWGzyZL2PFdiFWKxwIy5baevrV+dVfM2L/xdl/W46lPOcTUd4bTY
iEZscdWjsCpXopWc5741YDTY1u9aJ2FmYeraR3G8ybt+i4h8E1Fug3FOl9vaSGisxRJItaTCmqdY
69d2cWzz0g2NeytpzlCjTkFYXUeCbC5MoLY+lMu3ZnySet54XZMY67ZLxKPSWpC6rICzDDA3/KZz
x92hzNtE1n0YTOukfjTSiYza5BpEzSao9zE2+fGEq2NrBF8lx3BIL5hQWUiwpLLErsz0TZTLaoua
i1wSOFLPVjtu9PYrSQKqXj6ncf3iT8pFHRZtge4GkPZnSDAlkpW6PaWJwIz9gm1uXXLcjJmGiZfC
wOm1WKcyijKpRQIGgEx855hrJIG/0QGLmVvaaupWAGXuy6ro6OJTuUtQxa+tLlX3s8NRe+WXlnob
p3ZwVwdNdckzCoIlVpR9UysScpAUa6HX0Re0VMYW8FpKq4Z5aF03ePLp1BfJqqK0QP8RC8QxcXxj
0RJwqwjyrsqyA1mo58O27aEKFVluPOaR4PA2Nkz1saCeKIlo9MawPOPI1T6ZNm+wWU4thds0eGsM
O9irCVN0bKjFU6e1/cR+NRy9OnbKWxiM1npO43MaaM4qiWLc9bFBCDc8EKhZAsof24H7kU39OshT
V9caGnkQDqW/A9V0F9fKg91CM6KU+smf4B5BW3DtlEkUK/FNQ5QQi9UjDfNiW0ww//0hh1DHMSGP
lDUmJKLGGM4H6MSVm/jpVxFbF5p1j6gx9yIM3wbEm22Djb1Fod5ixmPLcts6zkH61HXL0TxLm1qu
6utnaBlUmiSysZLOV+k/M8tHLiwvasK6i8hk1Zu0AW1/ALik8rYM4a6ki0Gs3bBS9PZmGkaL2L7s
Ug/tbpYEDqXGGT7PZ0WYt/qgHGK9xX5db2NzwJzeDAlf5azsgiS+pJBX2RcGd6MaHzK9fSZAfQIf
MrOCG6G5K1NlQ310WEkjvKtG/ZKpmLYVqtKFrq+HkX5jR5tGS66I5wJ+ZXdfzOSt1jplrbK5X3NK
RUlCiVcH3LPiJPrWhtSz/IGlDcwT6oXSReOVAsFjc5rCqgyV8NrQuxunJW2FcMStPiafO5nEcFvK
184Pv+hqwfYaimU9ihxWrLLDod2uhnDc5Yq21Y1qY8/BQVq0fdBY0tEOjsAoH9kYXusaKCjASpdR
xVkeTtfo6FaTb0KdzLJTrLOcFrrD20e2jWUvc7IGGQsEhz9M0ypvqJBA8FBX+Eufy9neOmF/0Ixx
aSj6qzKXroo8cFuaHFn89vNUZufYb1j7nfBODS1lXUEKsHr/tsOEoabic25Me6Ptzm0ebwJqFX5Y
vglDUQkMk/cLAWJoqk0LmgLOFJF9XbV1ckff2VM+bdps1MmrFRAd0bmvhtQgK4ZInky/9Fmzt/D0
wi4JXrSQ5oxqKZ+h4BmUGbW3WJvkOo+/d70pIjvdJRy1sy/Ha6EGZ2XwXatpIeo157yvN4o93dry
i+w2Uape0y4EVdMmHpzsiAOMdFOiT1vOPona79I4ejVph4LGrzTeSRX0nOjZamhX0FmJwKDEkok9
wTTrUUtvp+7OsfdTJHZOnt2M2Z1IFLdtrUUKYAa0ycx6zSGVY5uf7AM5HqvJBooyCDAXIagCsKZH
e25Sr9L8cxxBSIXzMK9mMJvrgpMtFWU2t2rbjJuysrexDaisSji5Syhn6sLNDzLrmzJnJ6Qfd2YX
ecpMemHR9eQ6Uq1rG52GTDzhVKBuDgIlXmtBC0d0OkBW+RbU7cGS2i2tNSLLnStqHAeOqxP9MPqa
nC9XhVUXRKhk9lavJtfOi+1UmlvoWsCN4lpz47YT20XTT8xSXzLk6ECyDcOJVvSnzlG/EZu4cgz9
oSqzL76dHSfZv5IS+U1R/K3a+QFwSpZv0dVfWye+URY6CGvrrWOy2+4tgq9BGYngJOOGNlS6Hjsg
UOGbiu/WM+xXqCoPAH+uG21aKl6ZuK7T6gTg4xwOs7rOQMGUvczWsmAe7TBRgjzBJTkicSnj9JlN
7l6t6pe0C5+HxtfpQ9jHcdAep756y2nkguHJFMrfyr3Kq61RgNrO0+tsNtA7CmbJQDjrzrFeKB8v
EZpG50VhdWEtPghnujhOCPTN2C6qDDvVNjT1B9fIEHzPXTIDw7UXMOEpzrMzJTsb6gEufDmUJwWK
5MJAQI+uTW8RCcdM+GQyDk7npiqd2bQp3UAJTnVTQuGgYrZqRDvR2gBPandU8ArAe07Vq5BeuFKl
jYcowMDbG1Ru0aZoCGjlGTOEevKTMCQTIcseGitdF0L5MrctgqjwvlPsrUbq9tru49DTEyc8RuFi
Mi3pigVCLxiP2jGn8bCuq6BYt3VJvZt3leVB2ZZoe7a11RtrX0RvZizvJqOjOB0L6nbZVgb959bq
XMc45SUtmKnmQYdx5NrwW3OwgwbnhHBTGpO/MkokGZb5KNvIpUlqUuVoem/qSayc8vAFwOKDORrh
MR+lcBORml90RX2Dwcicqr0MhNNysC4/iQg+3jSC0hDB0pD60jbiU6FWa5POadyaa4V3ATURPMn+
eZbIJIaUTZQuspM/YoqPoz1clgtf11GRSNFoKV3i1HBL+H2loCeRonlI/XI1hcQhXcnwemwfIzs2
3Nay9rEoD0BudlXV3zppWu7VklfL1Px7s7UQR3SIYCZc4pUcDpY+PptxZV2ro7BdOrh3czmtApkd
tbG/biNQcYJHqIuNHRJqTUVsNWSWsm0VdjmB/skvbmr4uTTo5o2i+3jlO/pZWXhbUZumJLcyQnmj
oWtsg/EpsNLP1Rzq23aI7xol+dojOPTtV51tQ0OTdzABRLLfF+1WGbZlsp9MuG4RXdckvVpei7jY
pOG8DuKHjr6e7G4j6gGDlxjuVHOuVWlylPFqpiKiT0gNJ2pGbRaJQ24Cp3SG5BTaSMIc1XsI5Vo7
m0uHHTFakNxU4MvuowpuTq1yo0hS1YOY2ujVTvJ5l2HZfgVGkHhp2Od3M/LHNz10WGFEu9ESVqJs
iMLrKDOHycWKZ9BqndqnBJHWNSrabAtiC4jp3MXHSWmd/TRX+sYJ8+ZE6GN4yswk/OITosKSzrlV
J92Oo9OobjKfJFoFx8BqoCf6TAD6C97Wq9qMX+yKXpIAukuvpaXRo9jCQw5Ynvpwrq/SOEyubT1T
91rTPzY5j1H1qYJ6upI/2mUCgFWITj9oqQOVsku+1UG9Zs6F1aJsZm2hNVtumGvnogmfAGMjYrMe
mwiFqRbl1XKIuti5EK6SM7/pNNfvq9hSbjpJ4VN/IUISnERkr5JOvYrL5FIl5iro/J1CAWJHHUnZ
0lHOvAoiyC7q20sV2bd16ES3g1W6WEPQS4l8PNQIpQGsNuHKTrvrwtKeo6g9FuJrTJB01HMCoTMD
Unxo6cfHyTaZAIHSoyKe/dlRrwbcA/1w0qxgY9NzCaxLYfc7muKrio2drb0qA73FUNnFnQLMoPqs
x19mCS0xeuS9XVMPloiF5s8QpadNp1DtC2A4h6JBQuNM84tu+8dWRXJqWoUFrGIo2S3aBxiUHpWS
6yAu98BnkDAFCAZF9FRLwmU5vVTMKkC34sYzRrZNcY4cS7kUMPVrJj4R4YfYQzi+VLbRb5yo8/RU
9Z/h1GQb4rxZZRE7Qq1wx7l4CnPgvNGxiKabeCkmwRLzvUFxmv3USE64Ixjqur9LO3nyYaquAghR
LjSrcS/mOPCCGDpyjfCfKIlQXnxVcR6pDIYbfZbs+8sQAtqgbvp86QOgW0tK8mR7oh9cYPqelix7
lhpEcuWwtKajZa9SokNrM7wisGvTj9rT3NbHpkWbm5vbaAoQK8fymxRMkZRXlE+2NmrrKTSDq9iC
dugoM/kkwxZT9zZRwKEqESamKB579lmCBOB59JGG+d9CQQewReeqyP6q6sKT3b5GjYowx2CLZJjT
vIZQ/cKSy6szoH4rxmcgo16RI3F1WNJplSerQRblCuyxm2ZQTOOvddmgQhfyaiBjY9XxBxPJ6Mpk
k52WdQsipaHimqYxE8ngeJFehtco6VbMzZJOhE1ltCu8QAb3UxsUngOJ75WohtwlZLt1A6080P6/
qiP1kQ53uO6MdEBxbWaTl6RNxqegTfv3TRbn8jW/a+vX1/bqpfxfiz/ja0H/PQrC9rv0/99/uoq+
Qp4v3tqPv/XuL2EY+GHycF/al3d/8PIlMOume62n29cGbNm/vAXLb/6//vCHL+J+Kl//+7++Fh2E
ev5vcKPzny0TEtPSfzZZbLuX7ONv/zBYGMY/JMQAPAQYlDFL4Db7YbDgJxYxfyquSUJyMD78sFdo
+j/A1IE/cQgAxOkjuDQwvzb87//iR5i1cFha/Iw1GcrHv2758k8L2+/sFd8N5v92ujmqaknVxKnJ
h8P/wf/5vVsnUB3io4cgOw9m2d6j+esQ2TItISnGowt2K3+KLMiRO5W6xX6Yh8qzi1Fnwonj5WAH
UHoXiasI3vToVW0S3GZSKrekZkTnOJPiaRqV6F4zG2qHxaATDECgQFcl11oBjHkzBkidpsR4oKfX
HVulV24VUeluNPrjg+a3SPOcUWcZRSPx1VfHjYPG5iZCx4lZqsZq6sH0wzowmLNzyEQ5NpuCFFfa
6kN1wsTJyeDvD+//OGjfDfTfvgT/Hw5v+7fDexPl6f/+n/zbBxcRf+efg1zX/mGidyGkjpgW7OTO
/x3kQv0HAxjft4r1mMw2A3/Rj2FuqxiMyFICVaN9T6LjL/0Y5qb8B7grrJ68Hbq+vB5/Z5h/tBCp
gHfoWeC6wzRKhuVi6v3J5K7rJPXI3Aw9hNIdfcLUGQ6cZMIHWejt/qfX/scr9rNj6T0eBHe1WDxR
AAIMXnUILh/eqNgM0oT6SOSpsMm/YLluLDo7FljWDJDv2lRoq87A+TFR5Onfy0T5cXGLKYPHDPBt
8XL9fKMgv9s4x1jHTkeJjrmSoMWVvE8GEGaohVy6dfzsYA0wRn9/238JLf1+3w6mS5zwy6TF0Pj5
0qhgFVTfeuiVeoTfSNEib6onZQv8dLiGaMBG2BoxiTRBFW6nDCNLgBNgL4pk8ccP6Gb+8IEWo+G/
p7Yfz0KqwGkXrzaf7P0HAperJrTDQ48dSn9KjYJmKnPWjiE5b/y5Kt6Yn5jkHLVrkGMlyUaYibxx
qIn9M9bynant5yHxAX30/aOAfzIFUUoMP8wR7z/K7Gt1Rt0D8fCkxFdxjphizWla7i01pBvfIRq5
KAOVqA1SiOKTTCEztnoUWCvMIvhVbAotJ4RsqnRjVFV/ylH+wAf65+dzJHQ0g+WIN+6DxW6EGIY4
HNdA5QzRraH2I2XkRYpTO6ZX52GzBc5UH2G/5xtknJHLmbj5A7XvAyjtnx+CRWjJLMIcy2Tx/iE5
hFiHvu+QaGLUIxzN0nD1uU6vMRcpexIjbHcyAzjjU1AnpyRMOIOMVt6/2BZq89+Pnb/OFzZpY6bA
QE85GTTC+4+CTbKTeRMkXt7E4luNH3qD4aDdtgiHt7+/1HuewI+7/velzA93XfpEztIOSDyhVthh
JvTBh0rx/c9s0qZLh1J68/sLLlPAh9diebpM1QR3Svs7Iu6nuTDSZKykZRN75EOr60av8qNh5Pof
ZsHlbf/LVeDtwfrSqbl/hPrkZiYUtVUZUQNSiTaBxjjPJrUAanPkzpgvdmLYf/jWtF98bbydcmmA
MAWRdf/+a4uVSYlGvCyelaXZpsuS6RI3TIZZqrSfDTbtG7Mc6X1DyKK0NdPVGAJeJooo9iXJCrHV
2pj2gUBG+TD3I/2i3z/6v34+JgDYVyAyYAqoH5F2zFNpRdJI6jVFS2kRYDKHzWig/mj4f7jUX4eV
oxpsKR2dhQAIwYcZp2CiG+rCWL5ls18rZUTBng92H1RpTzSMHfyBrPSrWwOjh71d2tyjufz8p1GV
jcXcsAcGU2DQIiSnxcQnqI57q1Sl9/efIhl8BvfGQsvG4f2liBphFoVO7HFSQllWoyvR4zDdjMP4
J2rkh6zZ5e10gMgsce+wWxESfVjUEqOxIzUkVEUkErl2ZijToegxKQB98EkKGoBHrZwugPVd1BP6
LaO8ChTatD7igLcq07onNDeSesM0PKeNoN+mtKPlGRR4/kAK/esbx9gnndASfGrBjPL+sdiD0CTS
0sTzS63YDC1HY60L0g3Tm+6qi/+gzRGr/v67+PVFeUC6BOcJauf9RZFWkrSLdtiLmoIGHVlIzo3J
S7WrlTl/Q5ASAqbWlS+/v+qvBhspff+66keSQuWIGajWgmCXrXFcRLJpmFo7ZR5/bPf/48r918mS
hwoCjVEGOfR7vPLPw9qxpkTz+YenF7HBIiiNq9iYnePv7+cXE9f7y3x4jJy9olqD1+4lJIUfwgpz
XqCjzidISPMcHdESCTIFri6nU54WOsmMpWqESmJDtz2oYVLdKGPuu8XQlSdKgvbl9x/wV7MJQBnW
RJz+4Ao/MB16zMhTHxYIDdnc7vRupCHaOtZdF8riaRiE/wco1S82TDwQQj91rAuQST6mnBZq2Vpz
riUe8nL7Swum4HXq7aVjD8LNwikmh+e2D/NLPpgO/UgCFfehFiF4SGUyI3wRvvpC2BiCXisyzOYP
K82vngd0C7G8OxzBPwYgD4FkqIU9zL+uHe6meVCUlVlUyiOTbXLMran428vpcg63ObDyQBaE8vv3
rBta3R7sMfPiQEOAlmmsHxFGrqfW5t8IOBtrYlpyefP7730Zd+9XcQc83QIc1LhNbTnU/Tz8k1Aj
SzFrMy9h0FErm3yvGkWxUWunOJsa0uhZaCkcvWBcFYGt/WEY/OI95/KcJb5Pa7Dq319e4P/LyPbN
POHkUNKlSkhEiZMdydj4h4nsV5fC2c+I00gWZ2V5fymzYF+ctgNLs10oblP0zTFuG5vmytAGf1ib
fzFpaoRlspwAp4a98eHLpIllEdyQpJ700Z84ueZsktQw0aYJjXK3P267jr7t77/KX9ygycnXNkwT
ES0G7Pc32GO18CncBl5Yd+Ft49u+i/dgOqLUqze/v9TytXwYNcS88yxhQsFV/QsBxjEDbcAj5Pld
rOOMQ83kp6JzzTBsVymnHMo7bbbHwv329y9sLhdk37NwRv86XAefqVxxSSQen1OCEp/zUBDvsYjn
mq4jlN5xkodl9/unI9QvZgR2Cqq9AF0Xws+Hx5saRm0UURl4CvLaM1jHt7mBMU22An3vQh+839/p
ry7H1ShqMBuwlf8wIXPM5ozia4qLXZTStzbZT8k8l49VmKe3wN3EH57sL68HHEbVNE74rPXvR09l
KZUulEFxy7FtCBBH2dMY7C6DfoEYZO0fzoJ/HUGUSnk9VC62fJ/Lx/lpN4lTH71V14fe7OMX5vTb
HtoEKcGcqt1WCetLgvibrO3qD4/1O//6/dDlwjZwQhBqwB7VD8WbKEuIOJFq6DVaLGgBpBn6P8TU
49aOR3lT6GOee2PAW71ySDIB3tsoU3IsbWvcE3dUI+41VVoq6hh0qxpSxLe08OsC4WUsH22cRmcC
Hel32qYx0OENWpQrYZWrSzSIqV4mZKnQZsiNUdwo0NXPRNOhSazCid5HKQPjDzPRLzYeGBCIameK
pcgMm+v9g66NDo/9jJC5ahGnp+VYQlw2StRzY+wmDkyJfqZ3ga8+dYmn0vlvSkY/yEg3Iq20tZJk
03HpIXqKUP5EYftFRYDPxhg3BUsPM+aHTyeiIY4GkjA87NJi3ZqzuC00OnGJ0MwdOag0LQVJGmTc
4b0Yhm47daOCghOryu9ft79OntKinkcxCbE+1MH/w9l59UiNdH38E1lyDrfd7jQMDMuypBsLeFjn
VM7+9O+v2It37LHaGi4WrYTE6SpXOHXOP6yWf25okxnFFuphGmY4aAgVxxaO5y3vIfneD7X1SWxd
VkMZsmFRk1l+ksZroYQgQH1qQAE0B20yxAPyQ1jGQhHUYIe0QAIaiZGqYQr/VJQI4ucwDq5v2xTB
7brF7WHO6aHhcnJGaKSMd1bNy/tL6oXa3CU2ytiI/y1/IdapWVS1YXSi6aujxKenQBdi8QiVxD3p
2O0cYNLv5QKbQeWskI07VNFWQcPG7YHFBuGpG9mblMyq6IqYHDgygf7jF4gBlFUh+O58eXlurw4E
irj/H3Z1rtuKOowwgTjkaFzeMtegSycAeN3/6FuDA6NMbqdxY/JQW85oCF4wqhqOnbg07Js1Q33s
0qE/uUFk0b9EQ2gc1WrnM25U/dDnBUmBLCgvHJy7l1F17JYyrTSjk1YgQ54VYYqXRZf5tqXMHzyo
GGdXpvZpAW4eOhuSJDyQ95a7/G7rCebcoUzk0CJAHXb5I7wq4OEif0QZ58aTaY7hFVNi8c7O2vYv
Pm3/2RFD9GBx0txagD43fF7KxyEtFKAkuv7WsqZizzblZdqLr4eG6BkJt2Ugzr/8TZrNC1M4FI5I
xKtTM4oCVIwznOPRxTkuqdrHNsnzSxvTku0oy/r3V8NGKZ34BtVcqXiGfYu8Hp9df502hr0SEL+x
6+bc88A+01WzHj0RDcdZ0cc3JcBS9RhqWfKjQbn7LRwDR/hzEJkUGCpj5zreOv7QyibPMGgSUlFf
/h4N67a+FvhWoikzXTVUn2jcuZ/cEP7//aFvzjyr8ndl0uBeWkbihZfjEz2yEdLUuk7CNL/2VNIu
lYdhNywqCNaIShhXrdCid0E/6l/vx99IPOgSITCqIyOGROJ6pAYcN7DzHG0m1b+pDn4ZRdF9HMXQ
XQEnJDcdQstxEGiX3Q+8dc5YaDzypEROmCfPcuD5HI0OgkEEVisJY/OyN+gR7JnwyOlbbzZ6cfhD
yC4d/h/LKDYuehQ6sI7tJEkxVhHAiBpL+F7phB8NAfrr/qi2zjVL7iQK6RqKE/Lvny1kZW4kyI54
c6xPD9Ys0IooghqpvqoG7kFuk53VHD+inWW0FddmFg367Rbl59VsouE0q0mkxHD+pvjS6w4CQ5P6
ZA/xv4YS429jG//eH+nWwuGWMF1ejwxW9vifjzTCrxA5gyY+CdxHfW+uW3LUyenQg9Dsz6DGe5pc
mfe+wQZub9NsbU86+AwXjUTXWt/HsYPSgOOlMRKARe53eWn4qE5HV/AF5s5JsLWAnodaXYdFkY15
3+VgcaXWmWsL69jjUwDorWjPDZrfO0fh5ofkKeOhr+3QXl5/SJeP6GnoNgYZebCYXfdtFegwo0eY
bTHqw4d8yobL/W+5NZ+EojdC6skSWh2/JtYSA+oW8WnGelTCU2P8x1zjzBt92FmoW9ueY5Uz1QCA
gdzhctmkSEZ4pE00BimxIadBZ3KqwuR0f0Ar2x9ZxuaGhYJN2sbhRh1gFaaFCGoyhYiXxOJh0kVw
pnMtQXxxXV2B5D32KoKPmgN/wzGB0Hp11f6L0lF30Zu6vpIEQrLqob2nikZ/CiUM38RT6eToVrVz
BG99ciTb6dQ7OnLBa0SKgxtjipltcpphPyJXBZmzEpYByh4VfFQ7Z5DMtvH3zgzJDH51MgINQBzX
puLFPlpl+NPolEUqcHXO4V0+AlX8bLTx/GlCkQCzVVa41tXZVSBZe3Tn9tbb+rDTJN4YN61qQAOm
AeSBRujyGylNm2ENT/9cj4vuZKojsumjiK+eoZiIbDkxol3luDPZW08sijQ6FTbACvDy5a96dkI3
aImFkeC1UfWuuGDPnWM64ETQkeZCes3jIQQ6M4eB3vbvFK2QQkl1nJyx/YZgf/8jbOw7fgvWHFRV
OcvWL58O7ekRGaDwVNihesbscXpy+tDwDWPqd9pVcsGvP7fUraUQRpsQKtBy2GGY6V6GTeFJa1PN
fMiDNvpq5HYuLU1V7VKEUforMZzmEoWwI49DIcTt/mC3PjclQD4cKR5IrvXJZlZhO3ZldKL1ZL4p
utK4DXYX32BN/VsjIgmjoe/O92NunN5UxRg2Cbeuv4BoaCPPY3C6dGu0OL0YSdjfEFx2b1BQs2tX
pdGn+/E2LkWP2x94m7wZ3XU1xRnNoCostDNi8AsnrJWKs92imAGL8WeH9tRjOqvFzo2xsYi4K9hA
lMVIoiVo7/mC9ixlTMaCVgqX8YR+wWBdMkONz8ZopX/dH96L6eTBonLh0+G2HCSvV6Fq+mwzr/j0
lCiwI3ihNRe15LQsTAU1t0Ctd4b2crOyVLmYkFGnfosawCp9Qz9Az2tc6qFQdpCItME6BQpaFIdK
TWu0CrXp1qqOd4Lcr53Trig/wjwE9QwRcWf/bAydRraucj2aOg3H1WHVDKj+qC1VqlJFt9RUcWVC
3hD2oVuKPefMF3ekHDVS+B6XMaWgtd9SUnNqhagv+rkawPpAWGKyj1MFjWPn/NkcFPil34FwlpB/
/+wsDBFX4lGGQUiSQoScQqjQSmH1NM6B5EbQzI/318/La5kXDkuVRYo2vkO5cRmwVLW2m6QckNmJ
6mIJTP/EIOK3IOOiX3VDBzfRE/PNqI7jV3Bj7ZMZjebXXK2sc9j0MCQKD2m1MIbkXLvF17pwxGOK
t+uvvhfdzmJ/sZflbyUhoh1OJ0hfn1deOGae1O5CRGIsHnTFiH7Mvdp91dIwxLQIqaGvJZbEJ1jI
e5Y4L7a0DG2odB45rXkkrZa9ldf9ULg0LNS2nW5YJusf0dW2zsJL9u7DjbUG2pCMTMcwmv7eagmg
K57aA+qtdFKn8KHLkvFIlT3+dP/Db0Whm/W7l4c/q7W6feZgKEHcJIrvBnp547HQvemqaq83vxGF
JhMNGATU2UBrM5ZEC4ySAnPgj7lpvKnrAuGB3tor4GxF+V214tWucnOvxhJ7IGhcB1oicgvutagx
43aRxtp5d2wsAZ5WvI89XucMZxVF6eA5oKEoe1ZxfgNnbpxh3ma+qLo9p5wXoSiHg1+UXQ4LRINU
tn9+CtiV4+bUhJDMnUZxGk0j/pxGc0EZLg9/3l8H8p9aZCFSWJ/9BAJbM2iZrUINJvD+LMSoPBSJ
9oB4TXASeLWTkGv2sUHv5Qn668d8aHX/fuCNMSLezwOH5z6b2lzdXAJefYvhY+APqRs/ZQXsELPq
XARndHcnz9kIZZNgSTcwdhZ5/XI6q1AN3bDRPOS/RwAzbY9ylMXL+E3nJel0uj+ujQmlv0fjD+ge
Vodr2EBvQ+mwogEVqxGMP7Q2d3wjAjA8B6VpnO9oJVefLbjVkgiBvfn94FsjpWyEFo8K0uYFViSF
U1/lGiJ1onW/xQFFyzzMJ/Y4+JT7kbaGCT+Awh6XsLRYWM7pbCRQwYcJMOio2whQt+PkU6SLPpjd
HLpHuPAmIjJe8TkMqmTnxbA1SixEAIFQDOSxsoodW72SeL0tGSw8ANAudE5G31rQ+KM9PN+Lo8VW
efLzdJUcBaoIxnKYAcBTA51kz0fvRruN6tw/dIrd7Azoxa0vW0zATg0qDKYBM3oZxR21ENVWQwre
5cWDnU3hcZyM4h1oLf0ajo39+mXikPSDIkZDGDrW6oqxQBSIUqB/ksdoEDgRSEy65coVZpC1c89s
DQ3EPSg5usQvkXLpEOuRqnQoeVNrfmhLZCoQZEJro8TFS/fNoe3j6/2luXJYpNTAdHrkB3w2rlD+
fzmd6MTxtuNc9Z2WchB2UCXmSNmUaadyCvsPuWYP0Cqzafan2nAFpFoF0Txv1vBaQM3Qs0vjZMOr
+uf+79pYtvws6YDDo4Bm5+oY6hVhNIzf5WKPim8qV3zvh2E/XSZ3nN+/OhYYADnv1JKlG9FyCqzS
DKaxQEsvTktwByXktbzIkXo2cv18P9TGSfAb9UdGCKpUhyWxuKxE5OBU3yJWKOC5nyOp8ccZruE0
rKKeHBmi/+R281+Nl5e/7kfemFAic2vpHALyrF1G7kqEZN2JQc5Jqx3qHmX7CtAvzhB9vbem5ISt
7kn8mSUSgHjkAatRIjhjWnooNSlzQJa12Wg3JPmHS4qy5g31t/w8GX1wqU3AmLqDJEDomcXr7zEM
5ziJeO1QS1sDXJNZi2h6atKTAthTPw/mQ1Zomm8Vvfnl/tRufVTgM9TpeOfZgLWXUxsO3oD4Z+36
uukoT308QcSn+4yEeoIiMLwr3rawEc0EacmdJ9DWV7VAmrnQV9gma6KM0FuAZp5w/SCvfuWzM2AA
QGQaLfNOuWszEpkPcGHAB5RAl4OsTa+ewq51STyQX53Ra7z2afnDHgZv58u9PAVBAWADSa5D7wO7
umWkAWAeeha4OiTYlaNd5hS+NQgT54nSfsT0LNuJ93JkxDMdsDK8jT1qpst4nV2mE2bEjt8OzS8R
uNm17+KnsTbHy/11shWIwgooezAc0EpWRy1i+47VVhai+iBhrmrImVpIB4Ta2btINiPx9vq92VU6
DcshFZNnQABGcNnONOSjYgvB+zofZV1M+YNBcWfx5HdIF7117xUxw2RCqQsyOJTcG72GFHgjQg1x
i/zG6+ePhFReCNzHFHGWo4KUJeuile0bQRLhzGlG+MYpDWAG3T69OhSkAl5jOskw7bDVmqiUmrLz
nNm+VdNPOHRdoF0rvSifEKYaftyPtbHeZdGNjr4cFpC05bA6ePdohxQ28iDOF6Cz41MfahjaKFJj
F8jJ9X64l1ka6FCwfoxLti6t1drInAKRO22wIWg3wQlVGZyxnCx+bcGJg59P9R8yi521GpTHE3ai
BG1TfqBpmTeBxJyI5hYkbXkFDkgv4/6w5BNoeecsA66GBSUGpSmTdail6IJoJsrRFDlq5PNm8108
GPGp8YpqZy7ljl0HBQLhwM7hboUaufx0cM2DEY9A2++K3H7reaNyas0pu7pjFJ+R38BzfB6dGywk
85YX0/Dp/pi3Vg5ETeoepBL4rq3OZJ6BHUogpu0r4yw1Z/DPLc02P+d81SuYX20HXCM/2ovhuvB1
KBzwCl4bAg9lz84zJjagKqyvSdAqNhYLg/Xg5m65V93bDIb9IRAu2WhflxFrHqip0TC4scjo6Qzh
eMPmaLoCo0xe2/ZmsbInHHpouCBCcF1+xsLpcFGbMQMa0OSGfWToMmFofDVzxQcucLS96vIPrjlJ
v5EXD/cO5dJl0DZU+sZN2CH11KRXekWt740hWm6j0I59m7zOeVsuUAZJGPx3IY8TeRnPdDmb9ZhB
Vm1enXvbqcE+msrNU8to5737svAtY0niFAVgqjPrMwZL+Iy6KAvFNhVvPPZal6Hr0M/Bgwmk+Z3j
1Mo/oyAxUoFtXEdNYCIZ48898cLYuTS2jjsWDz8H8JtLUrEcNu/VNOh7g2FXU0LHFvXJ0omMnexo
6/Sx2BMS98izZe0yrNRNBFqit1BGDV2fF1V6SCOjx2QN0rwdWL3fxIWzc/XKS2i9HSmdULkg26ay
v1pBZo3QoxXYvOUrzEfMRAehjn7dGelw5dhOiI+HmCXcvAjLndcfPPIl4YC0A5W47vlOOXejqA3L
t9woRze+qBFDm2LqNnSZewRXqDK+zpL2v/XLE5WmL281mwW2/JC4gymYxEyWD+IoPE864raIcas7
rKytU+d5lNW9FYDMjnFaosSHXcdpUpr+0PbefIzDfg/csxWK8jxAAhINnf7eckCDUavuHGsWZXID
LJgazJgNAfgvKis+3f9eL6GDzBeMZl6dnG9QU+T6fdYqmUeEIF3cd3xhR53qj6P0LgmtwP2CB0OR
3JI00i95p3n42GOu8S6wB5Abg5Tjv/9LtrYjjTD49lIogBRh+UPiwuhKTaOEahlQJvq2dTCpcufP
96Ns3csyRaR5Ckya1HQZReRBEHpqaPtlW+nmIevt4A00O/TWhnbAksSso+4Hfg5ZgdFm0DyMqEiX
OxmQjLHeneQFktQPxR6JruVv4F7MqnRObT/zlMIv2nE+204/CB/gVXXBJwolMrsw8j/YmuCE/pM0
AI+8mmAjsco2dCmHjyOqc4LG0hEDqprKVW+g3KcHiPHfn+ytLARoGrhixEc4FVYnbFHqY2zjxeAX
pWq/b1RFPQwl53iIxtqpjaF+7gTcWkMSVgyLzOLw+b3Yny1mRemDTsSt7fPMTY6TGZbvBm8Mvt0f
1tb2xPfZBk8EfplvuPx+dRaaDppPtg+o0ThmZuie+gy3B7dMvY/3Q23NIBVLPJjxewaxuSogGDqq
4/3AQW5HAYxcS9Hh4SqYD1Ug+MWYTzt34kvAKsfB84D6cmyljpYf7DPLb+u0f4OhpOcbnZkf7c7N
0NVEX930hvSsao37FmvHb+4g7JPtBQh5IiV2uT/6rV/D/UwhHiQN1ci12bgtFFF4No+tuS7qbzEo
WcQ2RYXRUqxY+S9kaObsFGH/A+Uq1XKFVRznj8hWKBQiCgUnn2lGXXJnlW18fzyMpfyDzEHR2lnN
EYZkmjuS209QG09jSy20FfbjNJbOzum8sZ4XkVYbCJ02PbAFkZD2/FyJtLiMs2LvPFW2h0OKItvB
DGh12yBKOasGAlx+IKzsaoqJdBN3Hr/BX2hneW2GAt+Idzx8CJ4Ly5mbraLsu07lexZJe0jpsjxU
af1xNvBluL90NjYOBzytFUc+1XkmLCMNiVfCnKci4AicKbMBMX0V2NvVdfGMNKwk2Ym3caYDx6HF
wTlHa/23OtOzk6dLFLcyck6ewYF0EzeOcZy0Qr1GiVsjb1am6T8Owsp7Vb7NYcIccymxQDlY1261
wWudsSCdxqgMKxzDRs9T03hcpnPwzhTWvLMjN65P2o207mVFB2be6gMm9SSQo555emnJQI0FIzlL
dAjxsCOKo1t0+UWEk/t2iM3mGKF+shN/c5qfxZcL7Nk0J33XVjMHoj+Y5nxFxzY9NZnuPrQCUL8B
lhwNqmSPRLCRTdPWhVVBdkLbYZ0zuGo4FuaY4XhYNtU1cjD3SEsVPEHtRdcmaLKboaXVETUyfWf/
bw2XnIg8nqOGC0D+/bPhTkklModjxYccjgK6g7iE0cXGMZ5K8W5Ouxqp9/rVuCv616QnFMzof/Kx
V8cbAI6US5pNmrgUBnks4GCVFckjB+megsnWeUCJBMIIS1jnOb8cXz6JzOgn6p6zHcJA7q32OKHf
c+5VhDZffyA8D7U65abe1norc0j8ZqbSrRPtmmmBdpgqE6k+EqHz/Xgv2V8SBsBk/b5OqYKuTiAn
jJSG2h3PyyBQftWDjStTKjw8tgKqMcEc5dVRFThdHpOp79+UBj69djrFod8nmBwpsSk+p6GFbWGX
zH+jMO58uf8LNy4XlpVqUAumYANPcTn5rjHVGfILjh/mQfdIZvxzCOv6dj/IxhfmWuEK/12Foma/
DGKqdVc5Q+cg7Q2/Dx3R5DKmFSYQsbNHVn4pNUCh9Hms1as3ntrR6wLUhexJYHvtidnRfMUupp96
5DW/4npstSdIAzhPg7FPv9pDY2LIhTM3zsjohrsHh/aCc8rHDjurSrHFq29aqUNEM4g6NRfg+iBx
PAUxaVAxvp0o7cOgiPGYCfSzo6F2d16rLz8urwtuJChPVHXI+ZfzjvR8qrpJhn2OYunvhgQZXXR2
251M6OXJSJWZrEG+9mWiskpPFbs1ollJeKiSpJ3dEQNpsjHqOmk2TtAeq+JjMwyGr9NxeC2OiOcT
LzjSL1qztBJX20u08FTo5FmYxHMTNJpeoU1Uj+epzVL/tWuYUDTLOP55tfG4WM5lUAeZkWS15Tte
kb1No0S9zkGX4zelfPqDSLwoJGXJlUGXkSQee0R/ha/mYShd2EhRw5YmrR01YycVe3m18O+TH5Ez
kLG8IBKoZQmMPAtM3wmK5Bo28VfOs/bsjElCxp8OOAKne+yFl9nKIqa5+mZYkaPp0RBzsJTeV90Q
k0dbr48x5vXnOB3ynTFubYJnY1wvT6xJ24FeDvHQszvNjl6fw8jwdnb15qi4pWWlXUpwru7LWTiz
UQQW0P5+wDrWw4kM22D7UKbzeFVsN7zcXySb8ajVwG0jr4Vht1wkw5DZPbJMph+hrf9Bmxr37Oro
GNVISPuh1ezVDTY3OW1JajLkmKCxl/G6Ns9i6qSslNTNz6rVIEAVTeMTHHM08fXOPSqKjQknYqM7
l8fWSCV9k5yLDtiLl4ktmmRoEs/0rbQNryIZeYcqbXEVoypu2qR8vT+xG7UwuKu0zLmyOVF4DC1H
Wosej0yDWpgeKcENuE35EFjtjCnygDKVlXWnAM1D/DIi5YdrFF+0VN0r/W0NGdCqJMzYUv1sdW5z
k05Cc0be3xUeDLWVOEiguop1axCguE1KugfzeXlBM2YNAJhDR50HwmrMXeVh6VGjWYI3HKZaLpzv
1q6mkwjK7/end3NoBKMaJOWH1k+kOovtrq6oZSAsVp2wKC8OvYPQV2eP2ZtS08Od1bPRayAa73SX
yibK6evs2dDFOJTIqHBuS2hW2KOKntsJtdROP+heXN0yJbSP2jSYTwieNZfci9Qj/unezgWyddZy
U9ExhgsFQEueU8/SeB1waEu30SKjdgKeoCF/tBjX9bUE+NSwuq+wd5R2J+z2epbFXRfEFMnoajFl
aZfhfI8pcCdaj0KyaPQPg2Vkt5YyyU+jU5T/Waj6HjNMId7rTtBdxkHp94pymysMdIOkxqG4sGbi
2nFjjHNYUXf00u6al2n0FQfNv0O8Lc/3V9hmJFleALrmwmZYnVQwVKkGBKQjeesaH4IJ5fLOVJrb
TIFjZ263QpHUyx1KuZFu+fKT1qodTopKKH0yp2uMnACWFhgZTnG2d1NvhpKnLyBREvU1rz6sFLMZ
Yk6lhFfYMYJZ/WVO08QP7D7+eX8C5UJcVqahMNCuJvcA+ILU73JUWda6YsaDwIcrJb7rXcz9YkZ7
VNCNgwBZHdCuwEGR/VujosSstVpHT95Phkic7E44X91R9I+KrX9ou3DaGdTG/CEHJZG8ENKo2K4+
lZ4NY68ppulnUwUhLLXxVoTj+10pO5Rb7k/gZixIIAB6CflCEArC6WDmRcyy6AQCLKXuPLSW+cPw
5vSf+5E2bmXuY55vPNAlMnH1qbAeRkbNIZfKusowz51lhH/hGYuPCpKzwkCj2I2BLXrKA9zeYWf1
b50sJvBsWZXlM9LMXS6Uxkr1qpnICQbVSc5DYoq3TdyavuIq7ccszZBUcBLMRkPOpYci6TG1KNE4
uz8FW5MtNwWrCN0k+qvLHzGWweSKkWy5VcwW+xA9rh4SF5IJKISq2Tlbthat1Fr9r7pHnXQZjMa0
PqhBzlMnxWA6TOgtHAZraM+i6/vUt+Zamf5gMT0PKZfAs2tjjKbebafG8j2zb2+Nlo+nVovcp0CL
9+QxN1cTDD+kch3epmtcpjGWapTVPBcxeEdMledWfRnhKeGn5zoKfr52+k8wOuKTYg/aTtq1FRsl
A1c2iOSFvRomHY6hrDkw/DKPtUfPQy0l1DXskGxhnKhtDqcuzL/HYZXtfNKt9cPi4Wqiz0p1zVvN
79zOPfVZE5tfR704MYZQfWaYl3Kc5tPrlyrEcqhhvynJ9uoMKkxUT2abcrRdtv8rnNR6n9tZc4H4
Yu0MamudmhrFdVJ1D+HY1RtLobaNAl5p+zmHq983vfm+HwUsxkmVijvOj/sD20qyQMjQ6IfnTet2
XeAZgQ4nmUTIuHUQ4VElqltUJ1jsBnrxw6NY+3GCpecrJYSzWBmsv/KJ1nGK8exOV3Wj/AP7luNQ
lvzl4FfHQez1emcL8kscLcODIpTpsSqBr89C+1pVc0Vp3o7f1KYIb0UAqNNTc5VFZlfUOFMUwkJs
vTX8Oo73Z0geDKs7lSMSNgIkJMB1ayJaUFpWFwxc3/gsDmdAIo6vqqFxaEJyhn6EnIYE5Z4E98ZF
vgi6Oq2qDNnDgBqv5Or0x9LRm0sA8nznGthaaxLFg+MFX5+K1nID5YEXYM8Q235c6Z86B2/guQUn
YKnJoxaoxV/3J1Jux/VEUq+QlXACUt5ZRpsUfYAip9m+GpTaQY1D/SDwV34Xa31+DdVqlJY06sGI
qP0NQR6/vx9+67SwLBYAmCG4HmswsOUlvQN+BlRWjIRl0MTNocOw+ohVenH5k1DAIICMk7es3wsz
Sl+NKUG6VYndImLqxYkXf/2UaLgs3w+1+QlhlVBx8n7zMpeTagVplaM5Si97iGnoFKH+VHeD5iPU
h3xUhf/o/Xibs/gs3mphIt9YNQMK9b5XKRjUwj458oSbTx6+QzuhNodG51zKLtFxXL9+XHeKx4aC
nh8iAvKGOkU24hJcSUP4ou7fWmb8aulRtA4opsHE4xiCMiMH/+zCtnMKdlFLyR9ut3PMu1g/1AFO
RF4SvJpKvQolB/8sVN14cceQQDrMg32Ita7zm7rod6rIW1uOAhPdd6rIVEVWG7xpek1g1+n4huI1
UmYe+6o00LyHTA/VixWRAGaVh0V0PFffdW9s5p1vuPkDJBhS1nlRIl3dZk0QTA3i9raPkIiLyXMK
4MLoe+9XXpoKdhDsd9volbOihJmvufGeMMDWcsWCg2YYVymaPKs7pTTRRSbBkydcV0xYxFX5cHAj
1/h7nOMk2LkqNkcrmUbMNmoWa3Ak1NGssAKi6Y02YjQ+dE8z0pp+1CJaZcdxjlQjfopOpdlvZ2vc
69VsJWJ0Cih107eiILRaU7QDtUJ6lcNAjPLkoA7F105NlL81K2jP+sDHTfuqPYq8aXYOvM33hJT7
p/LF4wn8+XI5j07TqUIax3laN//szbE9U4gvr27Ze/h+jwxaKQV+V7YLNhXKB9WUaq+bsXVpSpMD
vjTfHLOm5Y8wlAZi/ERzmRrWU50F6GOGONLu2ZlsnUu0PNF8laIW0EuXYbIErZBEBY9uqc2/ZtZo
56jCenDMzPZEpWKPc785qt8XCfBIejXrJVxkbhy0oCMbUyTHeaTzZM/TXulla+nKDIBaG8RuksHl
oJQQy7ix4+Fb6+FoHJVWTG9Fhs7leUIMLcajETvLExsdvVWeyBrWgU42/gGakesZvDtNGiSAkPRY
/gxEgbE90ai0YUMcflG5abDxG4oHpXSwVw9HB6ORrjqrbmkczDwrr0bVBTtY+K3v+/w3rA9NNanj
tAG9iZVWdFHmSDxqTa5f0w6vXhVA/PX+lbr1gTmhHCht8JResJXtbjRtJ6RkbJblcC2tVr96mBT8
fT/K1klIqQEtX2g2xFnt0CGiaknD0fIH3DZ+Bm1t5gc3z/r44PVBv4dr2TqKXFPW4mHZoGq0mkOt
c9qpwJjYV4xEwDLFzfGhinEuPLqRgQ1Tq8XQCgq7TcJDi4D0XsV2c7TkDciTchigYbhcR6YY+kxp
BKUFa3DPVd5M1xnMEnSGcdh5t8iJW6e1LEtJJ0IXA0TZMlQ6THYx07vxZ0vNw4OWtt7RUabCb8Fy
nmKUWf10yvc4FJtRf3eGdforLxZNXSBalMvObWpn5a20048lrLOLiijDG2VAPrAI2amvX0IU4SgE
/waYrNvfpclj9HdxLCrH7q0I1fkfrY/bK4zT3UN2a1PIhJayu4FD8Nr3h9rmOIQOimOZwPm1RFbn
7aCV4c7W21qm8sUGFgp0kLseUZ8Js0NQ2PKjUjf+tYqmGHyB+PxligvTh1cYP7RorwEXyoYdZsrW
CuWoBWTPf2y81WVtdqEeWRDf/LGL+lsTZfohYDYeQhHuyY9sh4LCQAaExtbaD8zTanB7IWVgtOTy
0+S035sx6E8II7Q7CdBGJN6T2Eah3c9NvD5kxDDiKZWC93S62DyiFRM89IOLy7Zpd8bl1asR3XW6
3zCBKR6uj5gm1PoRLxDbb6cw9ltTUxBpdae3Ucrr8n6ojRuBUGCcWCL02dZcXNuEEGUk1EjCslN+
Jbg94NesR986UTuAavM9gOrGZUy7S56faN6SVsll++xx4GhDGqs2R4pWuoXyNOSK+rEKkEk7ZENT
DQ9JXGUuTrzChLU4O9lBGYfpy/0xb2zA39ZIVMJBh/ACW/4GNwsNkmUqP51pJ//0XjefGmiav+5H
2VowFPahd1JYoaWwuu/FzOsVDUSSGy3AJa8d4p91h8ltQBqy8xbaCgVPiLoDb2XOsNWkZqXXYD44
mr7rReJquLX9vgjJbGx1V91tMxQ3Ah6vYA5pli7nblKpLo8QxLAZr2Y8YYPolnZQuTsnjHeSlY3P
JPsUHpLxbATQU8tQti066KT4CvVGPJ6jOHMusUNV4/5n2tgAJGMc/XSwpOrP6hlndi6QEnnb8ERu
T5reVZ/dfsh/ekrzw9Xj9sf9cBvzJzU5pDM8dBLyh+WghOtkQUlpFWWTpnrCKwkdXq8bTro27CUq
W/OH5IhsZeGZpa1hSFw+raXNNJdioWtXzOy7Ux2m5s78bUcxYeZ65CS8R5cDCuq0rWjhmmQCZXEl
JdEfXZhz1z+YNm5GIB5QDngGLqOkXovbWk0/JcRl7Yx19czrvlff9k7y/fWRIL5wyHM9I46/Gk+h
irJFdYbKe2Oa79Ri0q/jFMXH1KbDeT/UxlmIxS4kMfrC0A7XXoR5UdDLacgkCy3D9DusjIMWKNFV
iZwvhpJF5gE/FfUquhF5Yashn70ff2stoi4IwZKzWLaml5NKjgXxqiA7hwesXqBw/lOaJaXLyJin
T/dDba0SYmDBClGI6uGqQKoGRZrnSAb4Zi0aKTY/IS1Re3q2M6StKX0eR18OKa30oYYIx26emu6r
g73lbZ7cGoZjkp1rZ24vfV5Zp0gpA9zGmz1rj80ZlW8dEMrUndeHSZtU9tA2nPnzUGSPOj4Wfzvq
PB2sQPt4f0K3ImGhKdNIuCcv5OrGeaZrEus04Lo0vWKF632IGl7piObaO3O6kY8zHmRCyCUl9E9+
22dX9uiNbpk19PpQnMj+53Wm+mC1avo9BNDwgLpZ/s4ajf4PNjxNCfq3Hg0Ka90Aa4BJZAlymv6U
pMYhammK9EXQXj2QBv79qZRH7uqVI+8XWVlB+JEluhqfoVViNmBK1u3IYyYNuvYSl2X2JjKc4Cxa
q3qPYrzyr6eme2WdrcuH243GEKAqqMer0ELXq16JInqbqQ6VsaThUzhzeuCOME6NWoidxHJrqKR5
1DIkCQ128XKoSmy3k01yDmhft249yj4HfQyEXxhhI3uL+qFsC3GKo7Y73Z/krQMAciNdEKnThv7u
MnIPH6Ge2Xo+8eqjN45RflC9ot45vbfCkMvKWh0FtxdqXnVuJnFeyb57mpvfS/wVLlWmTTuZydaO
IGWQmqx0JxjRcjAigkgSBuiRzWb9vsxT61I1uXJxKqUArW1VxyRQyp0NsTkyriPWKWI9L6y12spo
dDNmZHQFM3/QYZ/3s/e/+19pa2BcRui9ofFOPW79lUol8ugkoSqjq7RcyqE9INLZHMnPm0Oc5dWh
K+Nu53zZGJm8/CTaF+L9CwFfhK9VbNoV6A9W1/UHJ1GrN2KMxx1U9nYYCScm5QdRuBpbHIVYR2fU
6/EmUH5Vk5X9o1XOXjd9MwpdY3DfHCdgFpZLI8oNmhIpzH2nspWrHSpTcqi7ztxZgRv3HDre0q2P
qhpwstVgzLwv1aSjDWc5ifmu0JQfAVq+yNYbDxmIrKdW9N/UEX8HvXf36jMbVw+ajvSSpGw9UoSr
IWoVoIg8CKX4Wui9KZoaRVkztceD0EbT2Vkcm8GQ45W8Lu6gdWe1Rq1amLFs8+ST914NWuekWznt
YrWryvF0f/lvBmM2+XowdckAlx+vb8JwAmPp+GVd/eJwrP/GexSzgzneYxdtLRPYrIyHhBag0CqS
2SgF0ggB/Yy8Fmc0SYb5MOHZtdfT3FDKA0JLkUkSdTk41mSLbFCp3dV8LFWgWFlNevTYV0Vziien
v2Yl/D0/G2bDr+0Yj8WxD/X3PQL955jafHgUQ1ZDhrRR8fbvT/XmAgZLTCEFqxdKCsup1lD8V+YO
ho/O1fotFVH3wBO56g712AVn5sP1kKZBi+5QG2oaH+00r+qd/Hvrc1NiBGUjK7nQ3Ze/oUxq6O6p
AG7BQ+At1P7uMRH2eBaDvptrb5ys4PDRTQGXSV1snWtrsRV0BgUNqraReyvbUrlMVieONkvuM2qB
41EP4+YP1jNvdAlCI5N/obWhJnbjKDmgwrSxp0/6gHOtp2Xdt5wHzR/sU+rRVOBcvNuASi3nUgBy
zlCP5lDQUec+BHrg/JvqWV5culqo5v9xdl47chvdFn4iAszhlqF7kkYaWfmGsCybOWc+/flqgP9g
mk00IQmGfGHAu6tYtWuHtdY+3T49e9cHgV4IrWKADmCES2sjIzPSKOL0xICzsw+5XaNWrTfW8gc0
DRJOtBgAEHFAth5hQP5FIoOCI7bW761Wsf9pkPf57/ZqxK/dBKBMOYOnhPagqD9vVhP1ptOGIT5O
phb8iJS98iGEDujFiTowOHxOjrKkvYOvU1cU9QdqNVudK+Y3Rw6gQcQPnNY8aQUwujTrh9NQhkfy
47umKOEQWNMApT5w+aVoTY8KkzRgcEsMHet6Lbtrx2YMKjs+QjPtuRQa1P9vanOdtVa3qrZxEHXT
4Cf0Jn0Kc+6/90zTRNF5dtxpVdYg1tveLVKrPuiV7B1JwHpooYEHxOFukumqTw3VoN3l651uvGQw
Tk7FVPQHUeDedpKLESpRuuQTCjfzNhfLyaGnFGxFtkTt3RIujF0HoviEnPh0un0qd58OSMWCRPea
0m4+XRpVYOabCFRRo4TGfZuTxXqqPLaOKyHKiexqE+Gf54jy8bO5RkxOYbRG1bjmYirfQfTPZ7Vs
pl9Tr0vVwY/b22047YAB4DWRQW2+dQeJKVc0UffXi/rzUoHxAOT7B6AZhsxTQgPqJPJD7XK3o7gO
7UyBOT+0ShhYevd3JTfSXaSsf+I+BSWSwBEEEuXxS0tE5LMxqUAj0R9mlIVZtAgc5LLCYNKMGtKB
IsDuKaJUpygIa5GVif/+5hSpYznXSiZk54wm/uFQJrxLc1n9lIW5eVCa3nv3hNwJlQMECJBWvTQl
w6uI+0KgZGCSBioZr1/aE/VpdYncyZrmB8mMpc+3j674n24dqpB5YiKIGPa3rUkqSxnrEGm4i20f
P81Gbbm41rp0G6eT/bobj1BxuwaJRkicXiEimw0NGbBgF9WMph3D1BEAUZyfjQWxZ+y0+GtcaUcN
ot1dfVU+5mQIu5e7ikCO5CwyHbaIAYbPudYbnxWpGE7jquVonjSJ7PWI3h1Fk7u37o3ZjUcwYLb2
zGzCw06y6rVJXtMIq49IffubydsE3IWmxrbuX2impMZCyKEk0SDjNBTm1xpoTHtQWxhxRm6I/vnt
E7N3I4RatvKas+FRLjc0a7NuBOVDyzLWzeduKbQgmnTrXWbbyUHUubeJYEGhBRAo0ZvdmIpkBozM
tJ98Y0iy2C1kcFwuWgmHedreIaGuxdAl4lfIQBtDC92mUingt3djxZSPyuzXU6hMTR3Masmg9dyx
A2do+m+3t3LvGbbAwBLSAJgiQ73cygFMT5SRW/kxVJZzavf932ubgsWIE+3R0CTzZIKb8NCUb+G9
6s6Bw9lDfdN1xrfBy6RecpWBV7kyrSBw6DA2yNpBsKk+GDGj+lymrCut367j9NTrNVPR9WECeDkB
jZ/cerB1ZELspjrqUe99B0DouCMR5DFm7nJDUMrm4+Yi2qpy7Qk8d3QiZc58p5fL1F2tRvFRBaoO
9mHXKtgN/uABAZleWoVlP05DT1CZarKoKFbav2k2p48IOK7PVUL5DXrlkbTo7ubzrgipO1kQGzcf
n04UU6XQ1PNjEF8nVNo6ryvb+APqL5YXgx3+7oDReyp57JgDIZvECmHy1e6Q37p9CvdumaAfcRKA
XOnbAEG1YnNkyg6bPsbhmVwBiTpZO8og961AvUdDmHLqlukkzTnQ3YE03pzW9F5Tp/zJTA3pwDkJ
t7p9zoSgDWeIhjmYjstPOaeSprUiP3CmvKPqYprndM7m85Sq630/WJVbhUjfm2ktn2/v4o7KlWiR
Q6IiNwGit01brUFBibbObKxmwwfVlmQvzIvlC3rw0xBIsL2Hc5Zpau2Ohj09Mdk0Q8NNfPBiNj7o
jZIewW53N4OOByJnMtKYWwHCKmyQdegsi9glXH5qs6wmgL1sJrSoNdK2D7oSoYHTavoTkqRHGkN7
TxN5IKVRqtj09jdXmUnBihatYtZBWAzps1R3uR+XqvQ+0rNm/C7HkX603r17LLIKVaaCI8ZFXn58
YqvE6CbWO4WhY7xTe8t6UZlXKL+oc6N+yJa+DTqj0Q7SmZ2VAvDHYQG6FQRdcfLfhIi4xyWFU4Zy
uqWk73OV66usRfGra6WvqzGWB+Z2Hg2mGZCOMh9DEcrAl+aWrMoaClCcs0EzP+RLy0AhiKU/zLDU
Fm8ZHf0RxRrlk1OKGfGrdKQvvbdcSjOvRAOO+Vanc8nbSFJz3Rat2LB2pRHZAjejgPpjbQdHhFT2
+uvgbomMcHOtyb6RuBDyZsbV3WqLBcGVtrf8uavjL10zqmdryqIPsG/MX0k2FO5i9nXlJob0U1u0
3keaXz1wkzu3id8AGAcxX9Dd2253Z6ZMV5gXKp5WuZ5bs0ZbAD7aXbhahWuaUO9go1vFKWuL9MCr
7YRcpG/09OHNkGRtFTCGwjABSmN6KZLlY9PX9heYq/a9sjr2fwdbLU7r1VaDnaajIfo1W4BMoVHy
iBE38UenTp8JA5x/LWavzp4Tq4yYDVNFrYgGsvbZmiKpdhe5lNVTEvH73FJOuypIaCohqNgVMa6u
VeujD7H/CzkJlA54OLedY1Ma4mLIEmR4Q2vJGXnTF09Uj7W72zuxZ4ZymUCE8A+zCi7vWWNUhVwl
nDkljOPKX5IKtFyTr/lft+3s3Sd2G4QX6ALSzE30YQxV2jsaumTAvbLIU4a0+SR3auj2JCvoukQf
b9vbXRfUFhQcGGuNv7xcl6Jl5WLbBNWJvZTfQBvIvyxzOMK67K5KAJ8AG7Omrfp1V5e6vFioOBXr
Oj3rVUrPAwluv5Gs/gW5iqMrsuP70SbQuZeUOYBNbHx/ZdPzS9PZ8utpkHJPRnOjPGlG3EdevA5F
dK4UwOsBw6Djr7f3c9cydWryWUv8tXnozNo2Fqcjd7ClLP206GH0ibeCg6nWJu9+oVAxrKTFv211
7xWgzyOkY+gDXhULx4YgXEoJ2uvR0QaAUWv3rs7U6D0EPli3SqpJzSlJtPjfuE2c2KP1uvxBJQZZ
amAHQoYXfNtmz81VKRH6pmaud0pDs0kuo+9OmTmLq8/NEatm70BRxgICBFKWIQqba9I5xkAQR3jV
53F2Yt5m5obm0jyVUfhzJaE/2N+9r4q6F4VmQie6T5tX1tamSaWpa8Nx1Z7WUGvvykF+byxlc3YW
QOvt0BzhPfdNkusiB0A+sCWuhLlkFhQImR2EvBj4pqmBDd/bCyqNq/OjMtPikQlJxgECec+qUAUC
UsG2clcv3YGa24x9i2W6SxrliUKKpUAyov4+WlPnp8k0E4+5UIeiLntf843VbbBsIimMmBldCWnp
5A8OCmCnuZCXH0up17JH6DOp7jCo1DHMxHyW1EE/Neg2+ko/rSbCTKAczVjWPrON3V9RWi3PDBHo
P9y+Y3ueEm0tMemIcYC8+Zdbo0lL1FU0Ifx4jtZz5ZThczfM9fm2lb3HHd1ucZltnpptYtQuoZwZ
9IB8JiCAYC5K3ZMzU/aJ4frT75uCjUGFkfYadXHxVd5EqorMlCanJ1JVnJFh0lKquykVsDPiU8nB
/dnbOyAKAumIoOnV5IzCJEgrMxtIb5pnJ8ZRSadctcaDw7u3d4KA9QrcBEEgfsWbBc1pxkBsTVTZ
iuVfAHnRndquP6gFH0FK9gyRThJVqWLE8HbKXi0rQ503oNWklsZZmGmTp5foOWUR0f5vfySGFMFG
oGVH2rRtcZVrluajgDpWkEIfUcTPAhXcuQdVsT0IaXdWRYxHeMMWkrls9Qx0NdPhsAOeX5MkRJd+
yE4VpfWfK/rxf2CKjBxMHE0I2gSbLxWNqAZMEHmJcqz6TGE/DqwEVYMuVY4qvnvdGPI/wcMR2BWE
cC5PBXlQrGRpbfl5KldnRW0kL2G8ZLCM0eCW1Ji9ObOaoLPHxQ2XCDpdoTTneJ1LN5aH5b4rjfwA
UbPj72h4McVUSIDT/N08J4td5q1asnx5SBq/N0cYWJVCfKyaiWdMw5Hk7K49NEDokZqQo7fBK082
A9Ia4BnxJEngRxVjDZZ21r4sWqjdhXGrHkSxe0fJocagM80clvZ2QMbQacgejkRB0lRP/6ZpFd1P
RALBVDjNAaDntcOzSVEoIumiKKyITHizmdmUh4D2eLIkpRpNr+rZ2mdJaTtUuOitvzAu2vwvUbt2
8CXcaeiuRNaovaBZ1cAXTOfRXQwSRp95KVCPp86qPxILK1YQr20hu53hrB/qCYyjV6/q+DmFBVG6
a5TDcIevE7duTiwfe4Uulc9pLhRHZHnoVTeKGBPyq1Jm2XCZaD+Yp5igPoJw24zU9JqmfcnXevhX
ndtccvvaRMZsWUq58eS2rxZPi5vsZVqroT4jpafJQVp3quSbbdH+laaq8c/aVObHuIicj20ctqvf
ITd21FO4jixFD08hVwUPwd8iYHjjU/UB8RFDGYEn2Gr9rWsWJuYkRn9uDKM8Oxa6nLVDdNunocJz
KH+67f2uD66wzutECCSEVjZP1MDIo7DOxN3twugdcxv6ziUdNd6Zxtjp3hSr9q8/sAiyiCFgqBfz
Al+uN1s4N4oFadnGIT+boEC8xdSqD4oV10FX9/aBJ7wOuKizkqigHstKKWpc2qscI1aXkTZfz3w3
NEzi/qSpdu9VzAYgg1aWUwpv6mBbr68nRukQoTAOvReYxqVRJ0ujQsPr+WZn5l/6NVGpRY7Gcwhy
+OBNFp788nZiCv0fCo8Uk0F+XpqK0kGalpD8MuYyekUihe+jVDYOavZ75+StFfEr3pzSZNHmpDSp
nterZD3kTTk8WZmWe/EoG6mroX/0J5+NHhRwPog2PJuXBkNbyaUJD08G2/dBpa65B7B8PudpC94T
lut9yiTK344F2EsBwhTgN9EjujQKe1MzoPTQl+rj7qOpJ6E7hGPxYWoOySl7JwQpMDgWSJJSjdgk
c1Uz9J1kcO0HvUStRB8bDy1J00Ud5kjVeO8GMClZCKOgpMRTfbkqMgshfAHAK+qZmVyOhuPRlAs/
I9FevzPXyXBNuziitu8dmFdWOVVTugPbsCpZG61dVbYyATw4nWclaV/G3FYDtAKa3mu0Ej2C255l
d51CRYRXEUUue+NJZfQ8+s4GUNg0iXrPBNjRh6vYPBULpB+NARxndAmq858YJSUXBF1qpZvrp/d2
ggYSsJculyvI+/2PwSHujiWp96Qlm7ysVI4Wut1bWM+CGENoB9Mbt705O4jMwFDMsjWgElv6XRYx
vjwsY68u6tlXC2c9KM1tn6hXewStUAHwn8SulwcozDpHXsZkDaasb19Ez+mcZtPwIwuX5gHsoH2u
00h+cZoq9FSlQePn9h7vrZcl8zoKxZ0rb2rVA50Mc2a9VvzDStv5JYFW7pr6dF9o8fTvbWt7q6XI
wzxM/Ddg4s3u1qSma0xzKYhClVlHSxM/pHUpl6e6W5q/ZKmGi6cs7fdwmPOnfrbVH7ft766WHjH8
WqhxRPCXu83oP2lsu3ENKFDYSE8Yma/Hff7OHBTFlZbhiKJ5JSMiPi+CgOiRUcijLS9+0BvfPjFm
cQx1OJNZXyp367Rav0RSdu6GXgn0pZh8qZbUYFga+VFXsvivGMzaQVSwdYf8Bu6OBSAAmVtgqJsH
c6ar0fGR10DPncWfgFF4qZHmXgpHKbi9v7umOEnkByC0qNtfLnedokKtaJoEaKMMz3qcy6e+lOvP
41we8Rx3THFduKTkl3Sct2jGtU8Mu+sY9wGs0fxoagWpwZSlj0UmHezf1vexf1RMUKTiLQFXtB0b
O0apBHwjkgM1N2Nfklf0/+ZF+hkR1j+nSE1qbqkX3UFUsLc+kySd0JQ/PJuXW6lRAVVLxo0FVidb
XogKjRvSBb1v0sO5g3unFEQR9wL0BJzE7QrDniUairQGoyPYHrM1LxQGUvOuoPHxfdGy/J/VXizE
eA31pKy1LSOGgyLjgS/a2WihhypouWBkrrgaTP4Y7LaX5KDPpi9SpEsPBjU0RFnL5RSvIw2aHs7W
gdGdfSZ+FUUkhBDho4j//uaGroWRq3IeKQHpiXJWokg6xcacfJzJfA/esx3vRzJFHwHIALXfLaWu
KKm8K2amBKHS2IHNX2dbQXQ6KdQlaLR6eHJsJBIZxFH61TBnB4n79UqFsAasQSaaCz+wuZyaVM2y
ZJRK0DLbxJ+LKP4WOXnrL9G63t/2A9d+VrCdSbrEVAnqFhu3lxRt2jJDRAkK4EieVeTDwyCr60Nd
O7WrtV3/+ba9651VZAYUgAnHHwiOyuVHtO0WNiFC6cEMD8xt5Wm866z+H22osw+GUtWPUucoDzJf
2l3rMvdvW9/ZWCFvSbQJF59y9+ZVU8M8jCp9nAKU4ctHKYn/K4wm+mB1mXy6bWlnnUQnqFFR5VBE
C+FynYs5LPZi44rmVp2DylGzj4jvL/eRUVLwXvrusYqYbCmpaeXr6eQclCte+RlvEyIaYPhaxFk4
qWBWt5iUoaEz35XjEpiZGmtnzQwz2SXjUxEtN6P4XUcxwvEY06X+Y9dKN51ESzD1ErlPX3JSp+J9
yzTO1I3VyKm93kiY5yPYJstjT6xePw5m0VPDQqwquc+7NGzdprGpdGXWEJ7zYirrg0937XJoTtAh
po3F2uhWXG4o3fFGifqK2x/a1Vlv7TlQallsHnWTPKoTvGFYmf/e/oz7VrmBqpBTvBpoVLQ5mtYy
VpNiUM+w7KZzvwzzs7OU/X/tTNpejGX8922jO6cUrLEtND9R0qYwcblUc5JKZ2GaQmDkYe8yUEO7
t4xyDubONg+O6a4pi1aajeygTOXy0hT4Pq01e0sOkq7WzzUIaA8fLHnoSBYHH1A4re2JJHomJ8EO
2JyNKYSWi7KKMzkoTDvztCRdzmZoJ64s2eZ7J3SkwEzaR+r3bfD720k8R3QHzg50wSaqmpiittTg
/gJ5hk5oqnxNJbYY6qYY0cG123mfuW080OKJon+zncFQ49EBz6REIJBq7oHXfV9Wpz0VJb2OTJ6b
u77t24dZAxXvlm3aeOAt+4P17rh0bjzZO5h48qKti02syIRG2XJ8ZGZcp0MxPCRjGv/TAgl7qhrE
XQ4e5h2DQkVFCPkCEAIkf3mINDuKVK1plmDQ5+pTVKVUuKOovE+YBBdIpKAH9q4vpWA20lAicqFX
up21kZnU4+i8y4FtJtGjVNoDcDYtRI4hNrtTlc/jp6Wz1E+3j9H1+SXYEcPyLOIeOpfC478JP/Sh
1+y4YlsHAEeeKGwxgV4qv8RlWz5CKvlZVgJ4ZkgHDcHrK4ovoMvE5vI5ST8v7WoZQd3S8mKqRue8
ZH1GgzZL8ocky+ODK7qzsRemNlc0mgc9zSq8gWOnBYA2VCrzyLDfy602ndawrj1FW/uDCGR3fcCM
ZNjaQlBsAw2RK+ahxjVfU6n09BvI6+KXZfCeTHHhHNyMa1Pkkzg5oQsHl3kbPU+1GRl9t7TBQNzn
LRSK3q1q/FGvLem3/Sr4CI4LyG6uIcqGlx8NAY3E7NoV6F/Y5l6BMuep6mzdtRJJ+nj7XF5HGgKK
ga/hzgtZi81rUSdIIsJbw5SlDvf1NPauZLXFSZlTiiGcR3cpGY6HZg7k9+X3B62iNSTraNZS+QEG
AxvvcqnTUKwVI627QF6T5r4vZ/NLPFqaS7FIea7UvvQIkrq7Mq+HFx7R9dRDpPRH4Aa5F810PA68
w95HBtuuiLhWwLo33shG2LkNUUgPinqdEGwp5M80R+h6KfbRULbr+2IrvJuktDgFSqabo2syAbrQ
1rAMIkMrPYQsf01m7TykY98F1aitH+OlP0KrX7shYZPIUsSvIr683G45t8ImJ7gLMimMxBho1TWl
cXm3ZPngJ2ISYLMs6snp4qOJstduHh0MZPb52lDbaOBeWl7BOEZFqVZBlccGkaui3NepPZ+lgVmI
K4HSy+2Dvbe7pJf4ekIGgXO9tJenZVj1il4FRjHZQSJbmYcUWBLYa6ffpW32lWrmUct9b40UFSGX
C0lMHO+lzYygnZBProKwmlUvtZoYnFHMZZLn1Isq2/xt58fNeWNv4ycmw+qcKlGqYNbrxFWb2npX
LX15lu3aPIhNdpdGkYsZDTyc5AaXS6ukrKvDbqoCvdFHF9FPighlLb3PEMtAndj5/QoeSyP9QZSX
QAS60KW9perymByFrZyz6M7Oqn/HrGIKcYs0ZTsYzsFO7t2LV1QBoyCIm7cet1PNVsvsoQwQOjO+
RHT8PcdKEr9i9pffNYr1zujazMtSrTh4VcRCLgNbmnRo9LMYBN5oLVwuVIfnnOdQdoI4jLv3cNOX
J7MYs4Mq0xXAAD/7xgyIkEszUV1ri7IYZUBbP0HNuY98TW+7JzuMXkJGEz/EVhEHMSBpr43gZcUp
u61Pw/TEHLmesH7WD2iKeyeK/hChH703pPU3X7i1a3Lt3kJhfl2moEn7Jlg7hpnLzTqd7Lg/qlnu
2nMIESBGi1Lp5gR3g8koU0g5Qava2a9CHq1vtapOsjcuXZG5cVKN/9x2QfsWSVp4wUVhceOCzLTr
SdP5tHPT6W5LbS8YkrA5KfoSAUW3j+jsO28XIkOGKKshG0Kae/mN+0UH/2vqZaAUtuozBNn27NUp
7+u66Q/O0553FWVSHhOaRfCtLk3ZQzUjRGLz8ezYeadPy+Q3ZWX9FXbF9IT8Fz5vGQC/3d7QHavo
btGWQllViDltNnSkGGnNo1YFqOR299U8SnfFCFy2IuD3hspUvJRu1YFRcQE3F1ToWKBT+Nqh2io9
pqBz09XJm6BXrJGKhh6+y0r9lzFqg88YlekhNtTodVDNYzcp+cEt2VkyQk4UnHhNyOi3apYdakTr
pCFlpkzh4JUNvIHJiRBEV8fsk2W2ipfo6tGgxyuiF680KkQUgTShYXu10WVJZc3UatsHKFybAZ2U
FVngZjR+Ehvr91GvhUtQMDrufTGDG35c0j785lRRUvuzKUkHb892D8SvEd4ReSkggAxyuzxsi067
s8hUW8yYXO7TbhiCtW3SwOjbjn4aKqZhVRzRsrZ+GaPE3kxEpXIDJGArH4IarGTEWR76VhyXX9jt
8uvSHjLDt4fr1QoAJBC7lFCvQHpK6FADG4sQAZxCe1IlSf9eOE7nh1o03M/tmJ86rTbcPkmqx3K0
DxzU1mEI61Q0RY1YF7oDYuPfJKXaMBiMhtcdPxrq9SkutQctkseHeqJYffvm7lkiIqJuAxBBEGIu
Lc1tpU2IUoD9JuuZXKOkJOVCx2y+y+VaHsA5do2BxRHk6VeS08ZY4xjTuqrA24016zw9NFtvojOa
epq6Lp9ur2zvnAj67f+Mbd7vzlmHRRpAlLd9XQN5ttuzBUzm/AdWRDZIc4SwaNtSKM1FU8JRIG5h
1pzUpDPuYru3Pt62srtxAELoUPNOcP4vN86aauargpv3kTksXsIp+gwebjgtTOQ9WM9VqUscPSGO
CbaHBPSqFYXShaWmtQaBFZQqBVEt/9HopePxiAyPdRsrXhOimo0MbXfW2tH+QKD0u+j119/wiucA
20TNdBMRTHVTJHYHPh+9yORhVjPFlZXGvEfYevGVSFofpF6fDl7ObVCAUaIvCB8A2HHpWwJ1b6Z6
LCcpzsysB7+Q227y0hJPGoZqe5ZIaQ8+6p5BQmjRXKRwikrD5UeF1hImGapPdKBD+E4N1FK2W/Xt
1ZQelPRw5ujOIcIaMCqEQAm1tvIMY5TX6aA7iAb3SnVn1cX4EOuLebKI2g/2ctcULxTVH1wLkzcv
l1aGY+6Uk237oTqVvqLVsttQjj41Oiy/374a1EOFYLfgmQHVvDTVzSZZQD6yqrSZ7uM6+llDBnhR
OhKh25Z2ngSIzSjdoCaFWtA2yOlTaVSY/YKCQJubL8uotl/pByeQ2YzyE2ms+ViGa+TJ0RRS856i
A/N7e8qIZ94jII2guTc+IGyXBtg2SNWCytpJ6drmPNlZ57fL/PP2Qnc8J8U0SrDUndCw34JEYmYT
WfOMT3MK+M2NLjnf1cypDx6DveMPFI07B6VXoIsuP1xtlqbRIsni9+1U/NW3RXyfROno6d1g3ym0
7rzbq9r7fKBARZcCXjXqHZf2BgaMWqtB4zXvxuG81JH0q1jM/EVWSj1lgk/cnc3RLt+F5tB8La0u
Ohq7cpXqCQ8j9DEF35ULeFVqTibHpNDr+FDw5eg0GW3ohc2Q/wRaLn9u47o8pUo0dX5fm/rMQJuu
Dxh26PxFO7dg+o+TWF8SJxr/4GBZpNYMDhD50JVQQkiDry9XB83XVTvBn1lcW0N5qKEjeHBZdwJG
IeoFs07ofl+BnfRItlNUKRx/bdAewNPVzssSD7biGpExPNdppwVDYxwd6N2dB+4Ezlm0/kF0XH57
/Kxmd5Cu/byKk89po8Z3iFbV75s4Ms9kRtXkarMqZqXXcuRGslF+TnqmtYP6H1fKu/JQ/ZSNIjzC
0OzsBxeNoib4IF6fbXUjj/R8GMLG8e1WqdyefbtbOwzGC4XOWumrxG2Z6nq6fRN2PAm+mQkjosAp
qjiXu2HUTRZldPN9WJUr2YLWB5NhjAwSnlf/tqmdS0fxBHSHyZwYzr/4KW8C2ckAra4UvHFTIrUB
Y7bBPZhdDbk6672eNOHezMvPelPkQbGiZXnb+o4j45hBo8SPkZhuO1hV1PWp6cSOD2BRu2uZ4U6u
OMUHjmVvOxniidiHUJchL7hcoz6aqxZmvKtQ5/8ujTL6HHEGHxmTekSE2nGZAK4ETFBo4BKoXVpq
kiaay4I9HEGueVWDgk2FuqpnrZ2Y5d2kd7f3b88eRHkecFJN6Kibt1VOmqKVtc4Bq9IXcNWzTx3T
7s9SU5VenedHreTXDt/bjJ4DwrhX0QFEpp/C02Z93RhlfKTW8YcyLk9JnIxIMlud16hq/bB00noX
N/botoyTdMWYXzdBNPddrnFsnakz7wbD/IXAnurNJkV0Zu9NBxuy96lxHxZ3hy9AX+byA6gD2FTH
yR1olYnGcY7Ml7bQcxfgYhjc3vsjU5u9yHk1u6LE1JTLxX2qWAVNOy35YCBFcXBJd64JsT4hL7RB
+r1bLxRH8ZBOKH/4jZ5FZ30tafmuUnVwTXYOEzkSypHID6DWtVXUiID89jUDQlF5lfiu5WpHrhV1
SlDrE7yl3jb/u72D29KxcDfgH14LbjJQiE0CSOd1DU0TzaqQSbufFZt6lBXm76Q6Wb4tlP+eEVvo
3XJN8oOV7nw6ojTKfK8IHWhFm1NSmYXqTAYrFRMMbLQOXIdm+rMeNcVBFWp3jUJvCYNiQKDY9Df+
NV4WSqdqFPojojv/QsBAbS2W5LJBRbpJvy1GpD5brRTet03fnm7v7+4yGSgsqHGgTLZkFzHcRrPQ
CCHIT9UvzQLOaLGNMHedajwiEu3Zwu8J8AXax2B5L9dZpZa2mLOJZ7AL1WUSqv2QZtmDvUJv+v1V
UXgRmSA9ZUK1S0sMZpjJNesQGbSkkQLKPUATh7GoBi/OxmQ5eKL28m1AD2JOCIo/QsHp0p5sJAwi
tuPQn8aKcqVTGP13U00HJn7ZsiutGZSe0Pyy9k3OMJZC98qyqw8O7I4D4DcIyAUUdVGIv/wNcRjp
EMFK1szMnK8oPzefG/KLg6XuBDtU92kPU7x75fZdWuHhlCqzsijcjYWcBnYRVzDrYNg0g+LriAsZ
J0nplN+di4oboGjCGaWkQcS5VV2U1SrLEl0O/VVpje+GPJmf0in69Nun5sLI5is6aVyutYKRWetC
KCdcNrWKo1PRTNN/t03tBbPYEhxblNsRPty4l6wrwszShhAR8qV4yKLZad3B6vPPqpqtfyuSmTws
0pydm0lLv0RqOntA7Or4obPbqnB7GTD8OC7V0SESS9w83gQKVE8oBIMJ3zY5pCnWBn1VQn+IlfRM
CXc+MSRPDF4KGzdvjiRV9k6TUBgjRxWd+m3WYi/KaDBiAHNqFIeZ20I5GlzKZOt4T8fM/jCPVKue
gVB0R3HKjjMCwEfgzn2hcnPVTS712YGpIfl2qANMQvr+r6TJG4ZmZYv++xHHa58cCXGBO9lW/iTJ
yqdJ65nWniuV12WNTDk4aYJJKZL72wdr7wOKlvz/TG28gAK53q66SUJaq9D8fHaGE/Kk48mRht4r
SdIO7O1to4HCGTgTxDHAH176A8VpwqkxFgk5nIZOeajov9Rk/loog/nl9sp2r4wopSOqy7N/hTEf
rTjqFZUvtjjV8veqoQ/qanL799AgTTyrpvqXSNvR9M1jF+EM6x7NE91tZNCxHZUk6pB649/+TXu7
LQCv1OI0aKrb4eFa2Eu5JcmS31kOFC6Yh+P7hulsbom+wz203eF3Z7MLR2gJTA/ZJvn+Fuix5HUj
yUslURDPeiJpq/upD2MdMA3reXWM4g9cItUOVIgo4lJN2nzeZAhpKCgpe26XxV1aDMyTseG/JGL+
9e293DtJFiwf7iQo4qumJyF5lk0pHhHSePg5T6tvAFick2JFf3JmwWBCjqALR7y18b2Kk65FYs6S
v86q9W0Z45dWbyc/SdQj8rL4P23dKegKwPSggsCeijW/iewWK87qxeF8ZLPa+XWmd24ozUc7t3cK
KQVDTWLj7Cv9eFLMlSoPd1A3l/Zsd9P0FXhg6Ep5n52iDML07S+1uypqwlAwAA1b24xckq1hmYRU
45BVsj9bafMyLCmA9Ntmrg8EiQxoAiBNkLmu6iryilphiaRRYMRm9TVvARB7dblUL1m81t1B9LRj
jKgJIhSPEf/anom5V2fGblZRsCrF6mm945xlI7S80VKng3BfBJ+XhwKJMqYvAM4QeutbsEiN3AAM
DJ07NWnWT9hr0bmsJ7lzmRs53MfgeO+UxhgMdzV0Z3ZDbZkObvX1B+QXCPIMHJZXVtvlsWTkiRpP
jSP5yjzlj3NfKA9piWj+7e93fSyFFUGxFdz2K167NvZLl7Z5BPYmQoBKSorvyIrmaRA3tfRJUspE
9W9b3P2IxKXIHwtMyLZQFS41Y5myPqIM1Tr36ZqEaEE0ehDT4/jtJ53FvTElFv/mZg9LNFWO3kZB
W2W53xtl/1SHpE1qZIYfb69q92uZSNZzaFTiiE0RgREDqp3GQxR0s83gaaXr/pIjp/iDBdFZEr5e
FEW2vKah0Z3SjJF6rZLWOcdG/U9UROMpsRgIfXs9e1+JAjJtVhH7XoEu2lBbNW0OI/iaSXRvKqH8
sayTonLlhBLu79sC6S8oubyavGGXn0mxk1See0nyG1Me/BhQ3V23dHNgguz77XYZyioi6eQbIQew
lYPUC62OF6mPRSmkuFsjLbprlYZxU8Z8BJrZOxE8yIB6XwsU2wEwsjlFSjWocQAltQ/6blaEml1z
+v29E/IGos4PYHpLQ9Wj0tLDpImDqc0saP9m75rMNLjXmujI++64CgEjpcRMjVkwRS8/0zg78USH
Pwlo90dPPVN1Tpo0WUFTFPkZVJL54fbSdjYQIgiVLJqAcDG2QF0A6JliNkYMyEWf3jNGJ3pmlrN2
4ACvsxvBTWKkBVQ6AeTaFBp1SYoarXWSoFJCzRtabfRMQMMQ7lPpw/9xdl27cfPq9okEqJdbaTTF
NbbTb4Q4cUiJpCiKReXpz9J/cIB4bGSQgw3sfZHscCSRH7+yStiRtm6RPl+4Xd55la8WPYsWhAlF
HM3aOh2lBLigdx/YzMbrTKzTcz7M5gIf8p1XCX1l8C5wnWEcfe7dYadQhyFBVBdaRxW+ZHGCuOMl
y6N3Oiyb6t5m3QFVOmz7sx3SyU12Ahrc9eqvXt0Uua7mbGxqiWhSpZ0Xnlzfk4MBO/QKHxyu2SGb
6r/vmncCF8jfqD0y6K5u/qavd2nxv/Z4hNVLMtAdX6U75MZrMHHsi6//vhSqa8Ri3M+AM5x9Ra4x
fgM/oKsbX4ynYfbacg2GtdJjnl/YpTl+9Vk6sll2odcJlikmh9uf/3GTgdQXCkk5jDNcvlxhm4wP
MCJhB4Pb9F75W+vBSd4izxNQT/j7Y76zWbE2wEH4D4yPzr8qxHOzgCSC1R7x0jpaZ1lCVj6oIoVL
PBymS6Kg733BP9fbTuwfz6pII5YkxnogDOsq7yZZ5SQer0Mb8QuF8TuHH92dDYYCaCPSufD1Uvkk
jM+joqvDlfo/ZoEh/xzz7kG1cdaXHJ3A76juxOHvL/TdB0SBiLEggs4bEq3FmU86SG/UKgF2En+P
HwEYCa4KZemFB3xvKYTPTbMIE2eUUa8f0NdbMaIKfLupnXYN6drPoQc8wwj55QtLvfcukfuAdY3m
OHBaWwz647PJUfBRY9pYw+ihB1NWyT3xYYlCFxffrxOThxRkhQtp13t7889Ft+f/Y9HMJJEHRxCc
i8wfrlJDgmpoubyS1rZXuTP/KoKDk77hebZ6CgR6UPdfrxdTSPqwhvIaRL1bISbc6ZYekH6lhwYc
5UoW+aU84r33iusJ4/TtykA193pJFy5+qoqprRegjWGngWoMRq5JswMPO6GlRAg6tGP+77NWCDWD
AwQgxebZc37qU+YTrwiXtja9trUbYergFZm5MTb59e/HASDMjRu4aTafu0R7nQQusfHbGrT55NhB
yLpq58hWg/T0/+PkQd0eQDBAQ95iMEPbjC5Tuq352JL7hPT8BCz5clxcdGn0//bKRf0IWClysg3D
lJ59NtvlmImvWVcDkNZ/APRV3sRGXbL2fbv/8dYidPUApos3vMXrzQF9CdfYjUAVwfMWYgB2n+YW
tHTpP6uljXZ//1JbIv76FsLAGErqKEHQeoaO9+vVdLD2RTsAiZ31VBzUyvM9wD33iWWqzKibjrow
HBp6pjlE8XxpgPP2IAARhiY8VAI3kuV5N57aSdhgBjOMNU0CMT+3XMGLQj7FhTVQFVYayMlifPj7
I78NoNCkDNHyAj4Zylfng/KcdVnc54WuUQK5ijGtD7BJ9iq4yf2rBTzmbSCDoAjCesD3nwtszU1B
nVc4UYMUCZvYzhLIiRPdF7IM06y7gCh/m1Fgtf+4IJsiAOL12bcsEMjSkUFfs4nU1QTY2W6FtkMV
ZgANibx/FE0UnQBUOf79hb63LsDPmysASHDw53q9bj+Cy2lCoFCiTmS3zufd/ZTCC4lM3hMVoTn0
HaTqwwVb+e8Lv/MlgbzauC8Q2cIw52zh1ocvDl4sr8k4TqfAsfUUZtYCkJZz/5I7y7tPmaOxAiIl
9NrPJeBMNKvU6pnXGrwJTCtsoMtMC3/P7HLP1KQ+9oVYKubSS9i39x4Tk5L/dVLBRXX2XePZhWi/
e6weEh/5oHDRQTXrfOpHX1zYQu8uBWIGiCGIXzgirz8lDAERRVu9vdE8wiQM3LHEG8l9rIb+wjF8
730CXAQiMGCSwBmcRx7VFbzzJK9ZDq4kaIT6MHhOgh0cBp9dNISHJUzsDpSQSz7tW7WJ53gd9nDp
b4RYdMqQS53rFWs3acKaGdYF8BZyUYnaI4C32wA3uVLTQECsrfEbWjXRvCAIYTeonSVKxjtv7sId
gRfWXEZmndNSdZ56CjCPaKDhHClZTtMUnwTQ86rqwUsdygxMnt+jh/u37peYPC8ZOEZVVsyFKLUs
lAJlFR4l5RBnBjakcLScqqVdcLOEgrZYp6XzdASZoR+QX5rou+NMidPsmnzahcZGprID/iYWYtCY
pQJI5XIaB3b0EyZ0JQYSfm0h2z3ujKHLHTQlSHewxHrfkyUpjn1KmC6DuW3zA8FT16FtwZgzcrZh
hW4U1XW8xZZdAcfN3eB1GuRIPQaADOEVnnwtiSihdAJRxKmAZkqpoRp2q1sa/+6gujpWpoN1A8h3
blDYtGFAy1x5Xlfy1l+vXUu9CCo7XeefPGBpgPdwqPjKRaJ1eWiWnD85EkAFsSUkO7DYwO9T50Px
Kw49/RMgK7Y1Aw2/sp3J4utB5S0tpzB1U9XEnjuxIVLBXb6k/g1L/Sm6pvNKPqMaCB/c2k4/etHy
b5CsHn8ASjO40tO5X2DaErGbQmKmVTc6AWSrSbz0R5ChqKjGLJ/I3h9RX+jAX+5xzYzDAZdz++Br
MJAr1jh1jKFDBXFq06a8cqETaucUlKpLH5IItFzF6P1UXt/ZkpqhCYHxm9aTGiI+lgWkDYbKs374
wUTAFh3XteFTZbiNsnqOsh4TABhqws4gngH709AOykso6ZjPAdXNXbAw0+7GITZfO+rNG/aVZaTK
Z8dvFeqUl7BDFli2A1gCRwd457NvJ8oqJecoug0t6WC9RTiEO5Oc9XYXtFJ8gYNmI6ulWN3VqIkZ
dtAkkCcX9Wlcen4Dou6w2v4TdwTCWlo1s6kao/AlCFdwKgNwIn5BZ4sDMwQu8Vimlsxf0kax5kpg
sZ/g0USigj8EgEaolZENAHmzPE+Qd7pmvUp/QV4LtxgrmnWohYDKYM2gmsTqKLPygy4iLyu1X4x+
SVJD9xpt7qzsmsT+DtH1/EX9Yrqakobxg++t4UeTCVguebJPNd5J4yMzhZXaHpsY6jJdTNqlygZe
EGjfe63eE+rmcTcJEbT7xXe9hORwyEQFiTO5PKxtt6Y1n0gqIPcl05uRTzYv0Yfyf5DJ7zFfB7z2
NEUhwzU4MPbTKXh0losQ3jWNHHmG0svylJgQPZW4m5eg4mjt32gNCEAFBm8b//Sztsg+LAzqfwN6
8G4XZ8qAyh8Ps6rWZo26fjczOdD90kEZGV8DJXfVEwcIjLUpvKIBlCm+xYMXxA9NOEewAdEGKMHS
ZNPETy4MBuj3eVpRU4KtkvwQFrZN+yFLufwNyBCgvSOELvx6QG5/b4PO+n0Vc9rEFX5EI68IhJ9Z
2WaGTneEBasrgYqZbrKReTEkliUghpM3jt3XxIsBsJiDvp9wlLzsBF2d0ZU28LWuMt40+qOb42g5
yJFYVk7emrzA75PcQpEvpRHEnYPlA2FIgSo1aY+U+TDNBOkqF+xHAVLZWEJP2nb3BkYY+VhKldHg
keVoBVRr2rWfBht4RZnFrWNw+AsckA9QFoKe0eBNAEjq2cgdJTyKynyhS3soIme/JAlp0jJjJA+P
8+ohg8Odn9G9WNo52K8r1DX2C/Tuw5sFOj7ixa0BaZ6ikfb6UTYyfloBT4exQxEbeZd0Ydjemhxa
mb+41wT9NQQOCnqX+TMPv0LQLsxvczewYIcOm/c4DHTgCAgkTgHs1FDXjdI5jKp4YV170H7KXgqe
2ZtkYpM5qgDhZp8N0JA9FplUSOtbSxWkqpRcqz7tUnzE1tNwtkgnc4hoM3X7hA1QoBBNZl9o0PrR
7ZQK8XtuZbKCYpMahaDW2/C2Eyv/NHizaa5SAq7zbkjb/DGzfiBqzNLEuF9iK3+nNutTALDo8skz
1vHKIhlsb6hp53Rf4PdEu9UW8J+Ll2AgV37auLycufLaI/diyO3bHIo9kFzS+jqK24T8WIyT3W7s
k3XdxZwPQ+kbzcJHrdqefsAGVKxKTcQ9VQkf2+0uQyYG0fk2A9WELzwsDunAUlV2YxwZ8JZJlj0C
1+D5qkq1Fc1emtabdw5KsBAh02xc9J7jYdTtoAkQsX5rmREVdCymqGxHm16jXerEsXBrVuxbXywI
m95s0UVr4LAX1zlRrfnVRiv5ZqKk0xXpVZ7V0ibRJ57503jTkTBvAfmDgdMTIN5pt+vjFFYxkDG2
EfgLeUjtOkOuqNArspOc4ja9ddkgPFAN4LldEIjx0bn4HUSc+vecB777EjQeoXXHV3CyZ4wbk2if
9mLN96NOJ76BU9OxhjQrRDK0IQBX7CcRLOqrTyDw6ZUUUCS297TnIOnVx7CbP5iuY0MZA2/fvSBp
hPYp7md0tRUM9dQBw+jJfEw9f1wqPSiKqAjJ0GA3Zb0ESp6uDHdetNgCRz6Q0b7LbaYA1RvHoZTA
Y01ltmaD/71o806Wm15VBHXxeSjQJwTNvEL06qeS5NE8VDP8ENCAht9UVvkhQwQwPjy5thaKWW5A
g4FEz+Iaem9dKpaa2maht+E8yOvR47zbtaPiN0HBPHEU0Pb2q2Di5Nl1+IaQecsZB7YegKiqa1WI
Ngk3tigBAE2WHbWimK9MjCBXriGZ1mrms/66QNLk3vVLAcT0mM1NZfvW+mUDHtNpJmSKIcLbGgQ3
F5ov1tHCwk4kJVHZzWa5751JPBSffkiqBSH1czGN8GeCrw6/h+o5Qq4APoruAoQCViY2DtsPrW9Q
2gQxE6JkxLTFDhQJmyjEMBPG1RiHq9gb7Uu2M97Uh/ul4SimGTTE+C6KluVez/0YVQHaaW0paTrH
EDs33FXoOachNuPqyB0BVYb+0qIzM6+kaxgw6+jK9VXCcyTEQQdtzRIHIu/2XM7JcjPkiY5POqZR
eOT93M7HRAdmOBCvMfjtgJaIBdYZoyjSj2pYUsWQAlndFACpq4yUcZf0xa2KJTe3Q0dji982gN5a
htm6xHm5xJmnviJdVcOXTA2yuW9EQRADfeTxEym9hNnh2k3hilZ2OBtzDJpU3BFAN8guU4yaU9zk
mow7/JfXvoyUiASd7167nYOkZF+nHhwYy67LkZ0hOIi4JGOAATpEQXRbLoWAkt/sbC6PaMwM3g7a
+9H0CAvl+FOAf209rMBmkHL2wnGsBc7BsA/9Jf8h03VoSjhyy+yoNIFHAUrJVtdR0TTueooL/TFb
0eas42zKwKLpCZwPukSb8X4w3PPLOc3+Q+sbeNFkCBC07HiiEYk8qHbfzkifIUmIq8XtgrFpfyZz
li84L13yPZyaRFVTVpAHjZwk3AGFER+91Ica2cILDN5Q3lAD15GgCWFzFusb7L/GO0QdWKxlgQHF
vY4KOR96jT/rcxqzHQNm+je8UeBhOWBW+tjG0/zNTKK7UzxCm7hl4M7fsIHHyD9UQxL0MyerjtTX
BGQSCWZq2NDG7dKARbSGKlnM62JwwaeE0WwsTbwA0QaSeH8Pqw7wSD0ej0UFAkP4Qc1gOJRgWhXm
gBJM/VpXI64Lm+fDcRZ8+gqVwOK2WwoY6lgHDDuyhwD/j9QViz62LNtrFnn3fdxbhGAa5ScLP9Jf
DI6u/UM+2fAeGzMaUTgQ7wl4h4wixePsCpCH5lMsPKFLhmrisWEN8XdxO8qPeKyYXme0J1imzf37
2VuKoOq9wNwW6eyHSHj12lynco6/aB9ZLB6lWcyxW1IZ7XSUQKwD1dv6BY4ZOPFRYZf4oEfYSZ5U
rnhWzgLfZ5fLZrzvFjVmJbMdgWqCdHjbPu66a38K/Z99TBjuWegxPsOTK/zlSQJRyMUU3e1sFG62
3Dq/LblD+KlxFOKvHVemrxXI8XklTJLwqkXFk5RL24HjF+dmLQPSBqd8DLcu0pQTCJ5FXFfF7Luw
imJjs5pFLriRLfYoZLeTRpSd5quo0JRt+mMxxXEPrQEoZ9dJ2HlXqCc8sk/lmP6k1gPOZ3WjaFFP
r5zhhhlwh6xRX+g7ZGK2L0mvk2CvcQOAY48hxItZ5AynQQchpANLWPNsVtuhVrBdlNTA66dpKUNA
lSLUuQRMHxpu5ZSXLk+RzgPkmxDbuB5CjX8bqDefQ/u479OKrQs/rLaZ5rJvRdQ9Whf4P2HKmNqK
qIz1e5HMOP8jSukO5xdCZrgX0uAnywpOdjIJkOSzJu0DFPQJ0BQSfcu5MikP+a6DozYrA5DnppLO
vYsrLoEzRvPIocmaThMA6l4fg4ajdPrDUTvONa5tonExcxWUQeGr+CC7JGR1P6vO1TbJoH/SSlNU
Xu+aBR8YbZYj7VLZlcE42rxKY0LHu7nhw52APpYpoZVT5LcNit2j4yL6AlBWY0s5aanhqFJETx0F
uhndnnbdUb7dDZEN4WPq+yPS+rBDX6yabWYf01iHtLQpjburXmHAWIL8HX+EK6Nejnroii8g2kY3
3UiC777mPb9ZW6iP4U5d1VBNPY8ewh5+6R+6Ph1+dLHH+/2KrPZlXnEZVxw/8bcEoQaRZFmz20lg
4lQiSzTtcQmlxfuMvFaWADWHBuodsi1KnW9SBWEbI2Pp1/T70M+OXHHdw8YxnfLYVeDZJRiWxYnI
oOs0a2xTmH7jCks1L+5sPy0Z2jlot9xDvpXZElQD/RAS0az7yZ/li2Dz4qo8mQtkU3OToCcUxPR5
q0hwuSFiT3uUu+4XLoKgheBh30Jijlu8kDSf232iZjiKox+w7gSRXnEdGxreA/wcPPVD4dPKd4s9
YaJJUTVlWffQx8niyiGEjFmZQjc6LvOE609BE7fPYTTGL2Y2BWbTzSAPs4EGWYWSDaV4jOo3wREs
1BXLV6dL0+dQ1GzlwBvE82B5QezPJcyG7fQ9kr7H8e4twdDXsPxebNqSgFJR8VPGk5kOsSi02uGd
whElJWn42KwyDMp5XiNRehK674eIIxco8Y7HH4Pf9bbsXGrnErAM+THLpblJQBiQZY+dcD/Kjn9p
IcX20tKkOSKT9SYo1IoOuYdOT2xa1dfJgShSDqpAk6CPlEC/HE6omNxmxhNIGFlwZVretodIhAS9
tREt7hLmjjNktAqCMNdN49SeUriXDxXmQsDRSOOjEvCFDO+MyBYY/lDrRjx4HBzxMnoC+54oHmr8
G+4JbnYYwXUiUmxHlkli1xd0nJEGmOEZDZfMRy5C5scOyXsPWyGoE5XdlPq/Eoy2SUmHjudgLHH9
LMAIS8thHFGzzuOc343jKKElK7rgKfL84HvB6RRUsxnDn4YX8qHDhl+rRIXuKl/IkFWeQQZySi0U
idGbTOQVPOqKvPI6E+/pgroWpq9+NpUsyOe0zoZm8pCgTWJBcBrar1Dw4V9UEbCvuvPRetD+QpK9
aYbpWTsqH4tOon+pi1SHu2RI0m8NnTleGppNKwbLkf/cxiy6mQCDmyqferDJWjNHfuWTRD5oUTsh
DoSJ/y2N6ICWFnEEqdOk9E0K+TYPhTpbb+DCvNLKFStwWWEh04+B7uJTyBz72icQ5aqpTtIXpFsL
TqOn0iedQZlwR/2FfUELt3sOeLJYsMGk+xGA5RqirbAiB0rhR09ByLBAecHJXD4vARDapTHF/BkA
TmEqaLOk2KXwEQprMsgA2VMjULsNenYH0cBLF6p9SXxUWUv8kjO5oCeSW4/uWDNuERteuveKBzNB
ryzJf85U6RcHZpgu+zyH70tk0CyvMigVPYLEmvFq0Ur99DWibo1tlbwsCMufAROXn9tEh+g+tAky
iMaTCKCcq2GsspZ5U71GAdyjZNbhV7NR+zmaEJjWQU+wcN5uLlK1XYX5cBrchFAw2ai9LzwCLcs0
M9OOOShHVi5ucQlNKIheAoMkCqzOPjkJK+D7izIn/mw6AHfuEobCsMKFbTIcDyOgoG4onyHeCoXK
k9+2c/ihjzPsodXBcLKi05TcY+wJLarI0jY/juj2orqTaUyvIjQZeW1ox6+GaHZuL3zPFGUg/GSu
bOqGoMrhi4HJxRynrgx1mv0A+GLEZ1kaG6Jl00MGL0CL+VB0wRRVBHMNCOkwyq45DNK826hDlb9z
UeENZW4i9G0KksRAO7AoQFbucomeuO7U0+R81u6sjGdTGlFYeo/ePfluQqh1g0HDzAcjkgBQurVP
70U/cHLiuOUfpaQObAWK5L8GtV3aUoPFpsFmn5Gu9oGMxwr2AcHBaNvxWi1OPI0mQ6lq5wzJfIOs
YwRSJy1uJRSwoSdqzHQHQh/6RAX4xmsZ2hT3WsKTTCF5jlZWCj2poQzQbXwK+8mjx0J33TfkQ6gD
vWbIICheoCkDhqfQCEiYST+QPpLf2jxuPtllntKtiwxheIO5RF5NHSqaatU6ucp6NrhKEIWhWAHF
bFnOSNDEYRZJPp8kOnXf4JMUPxAvY22lcNsXJcHZ5zt/CgILP+nG3pJozqB+heZLUEJzBB22Pk+8
bzPKi3u6Juajcgv7INmA5KrPZf4Rxwofacgbdi2nBtU9GFJ5+OgXntee4IUbAZ9rhn6rK1KHv+O5
a00wb1kCDqkGbWLUhDGKiM4hi1sSVJW7JndA7MEleOgqzImSQ0xcCJOnnsUSV2QqHxA9+g+y53OH
WwEEqt3YJEEdJaqP0MdywS3SN4ejBEJVkt+MA3qkNyNqNmgCQtLrmEyze0imYPlue2vaq8JohEFi
dXjUIqVZNW3WJ5VskvzFU0lwTxBqcIQHYljNs7n4BKGdAH3Yts++LY0CyHAqTI4N1tjsiemx7+BC
kYKh14txyMq2gF5NmbMho4d2Cm2w93P0A3C7KQLAZc9Fg35eQlgZjZnVWxqbH7hE+243dyr4aOOY
f0qIje9gR7vAWWv00fmVZF4OwCXEmENFfTdADdQroKxVUPp1NLbRR+BhCVxxCv5zaUGKKNWaoSAC
l8AX+3xsuF+nfZHc98bicNC5wxAnJfGMxiZyTX/nUjo8ZBiL/Y5D5TooECMRQmRHn7XMiQAwga8k
eeax6Z5hZKcILAo6eyTwcGQ3sreoNENcAShd0my+QusNStsjyXT70EcbwS3pR3kBZPoWQFEAqrjR
opD0Ygx+BpBqfDUqSHpjHG1jpF4F9feDrwOYS9LkY0f0/OnvU+h3MJJYMIaBQ77JbEJ77PXQVHMD
0QHYcMBIs1/uokbPFdMInUTDVasJGNppKCpOgutpRz1X7K3oLokrvyNuhx8BbOQGWN+E187AKdjs
Bvx+KoDubsbrFXvkyRaG/WrXITM1dNWRSVIClezSrRT3D/heiuwSCPBdQVEFHdq/v5S3WBkMWAGo
go8ZOoLg575+JyYMpKAKXp/gV/c3KOHlRxWJ9gLo9u0YF2MhwObzjUMCXenzN7/EGnORVdQ+gZQc
ppYTAkCaXJN+pYd/fSAgf8DyjwHOQRZ8vqsohqOKk6KvC+6K0tJhusaUw78wf38HELOxUqFPADAO
rBe3vf0H+E0Ks0b5LPBAekQMEBl/kasaPyZNCibqCl+70VPz098f7b23iAFHEgDku3kRbH/+x6Lo
R0/ATeWiXqmaKpnP0TEuZLPXVPYXEIXvnhXA7TYiOpAbb0gIHgzRViDo+zqm5PNgAeWNnNMVJnn9
DYw4mmMIwcQ9RC/1ZxmtY8V5KC8pir7dm9iUf/yGs71JQo9EkynwvDPEg5BO8f6Gejz8d4DD5sUO
tWYADSCichaH/AyWyAt6ITXWQltC+90z+sQwnV1d/IxhDNKBjjn6DZiaSxLK74VAvOBNwQ/GzxCi
ff1FQYpcEY+6vu55bG/aTAFDudARqAKo+RkPA+S/76B314MMTwrcNORVwg3r8ccOagdw8z0+QoXW
50uNTv1UJR5L9y7BMM5usrx/X+8dTio+ITRpNm/UDKF3+8R/LAiGJvGXhPd1I/hAT2zBSpUMk+Zm
mdLubpwj86g1xnM9vG3g2zxhahwxb03LMHZ5TaRIroRl4Ze//653dxbUzSDrCTHy9FwGz/ZJ1DbQ
maxhsMy+exaUcg9Sz+XfV3n3bcNkG+htAGdQk79+eGpngwowBKpsRQ+gLTx5z4IJk2lUebcjsooL
sfydoASnFwRaiDyhQXwOiqepUolDSVDDFLU4hdaaPcaaCbpmwHz5jUke1myU7l+fcvM9gLof9Hqg
oxyeS5WuigUxsta+1v3QvGRJxz6DFLXcDcG8npYYhNwLj/k2Nv23IjjVcEMCMPCcNUoFxADahco6
S0wHId4k/hjzAq2zfM2qFhjvqufY3sti0LYLMkAoBPAwf/+2b1BR22+AYmoK9CxwkeeQazO6uOsW
Dxvbz1JIWa35FYs3pptDv73nJNzn/pBXneL2XyXlsDIYGnjl0HnADzjbVRijRabpNLTJ4bp9tEaR
GkAUXQ7LBG8oF1+SCH+zi7f1QNiCLT3i1JusCTfoQpZVSHjfhN2PnKYD32Uoo55X6K2qKlzHS64a
b/YxVtyox5tFCvBc5yILsygwBATKGzQWBz+6LNX3jgKc0sKG5xrQhuwO+InsQkh4c7luiwIGn0GX
CTjbcz/u1ro+hxicrO2Q92VRrOBGYnIJnCC/lKK893zb9Y1VNrzCW9F1L4wxJenrNvO5KhNPKHGE
bFiQl9HqmwMKB/a9x8s9/H3P/ncwXqHp8IyQFAaEHgcVskFnW0c6AEkABxpqD5SxR4MyFj2xAo7g
vJsiiKRBr/Yzen1drQaSfwEeuce0yTXkhgKLhZEEgF01BZ7jidKgyUseYuD5/4gmoEptOSLGEG/I
v8g9I0fTRtb5IPujh2ZaDdzxcMgL9H7ourj7v7+T93Y3+qnA2iOd267h1zGaFMqIGFV+PUxqqZKF
0/3s0fgamnUM2lfdJV7sf5v3/BvgNtwIbyA04H9eLzikApNQYYa6mWK0nf1m/YDkgszXDQys7rMl
XU09LjT6Zrwwu+v8XnxIQzc2pRjX+GHQAL3/+yuH0ibCN26qAsI123b94452ZlBO981QwwVX1IWW
wxF9F1pDmCvYZ0A7XIjf75y0APIbMKmAIRBYTWf5FroVUU/8Ca+8i9qjHc1zsqSkzqGYs//7x31z
zSOdAy8eZRaE3UAFOFtpjRsakxDTkg7Jsi5Tv41eoJR3SeDw7V2w7R+ocOGTbvDms+qGTPBtgfeX
qlk/+HsgfCAuHUXeVb5ySC4mwGeoJotOqBguqVO9rSY3mgjAuYgkoIdB9vP1t4MDeiGzKVJ1hEkk
ymcGTEaW0Z2BnpWrBxunJyMnW4cUeU5siuGeKqu/okK6ZLr79qvCHDECoD1IApykc41tNqGM9IHH
gEBA3hy9eZp/F2DsfJhMouyFHfvuWsgrUcSj4Q+Fx9dPjZljDvwz1sqVb0o+RxDdDbq1nJeF1X/f
Qu8tBVJlATPxABDkc3213iaDXPNE1f6i4x22GD+FjfjEAtVdiM5vN+t2CkG9hJYwBCvPIxFGJRFw
rgU+5cxWXaIrDEgo1WQgF97eGyoJ9gw05QO8PriB4T54/fbAFlNTbDs4SY3LZ23Sjx7YD7vVdbpO
UvhPrxHaT9mGPVCeYheO5HvvE4+I1semwYML9/XiWvrRQlc85eTxYj9iQnMCGKk9snEdLiz19pr9
zxUQzuU4/8glzp4TrINgADpmrLMuMXs++OmHBZlT7WfNAFwNaqQEo7ZivNDrePdMZpib/d+6ZzSA
MFXUZ7BYBYIMMWFSjpyEyIN92A9638ONcgehw/EkuqLADWPGpzUe8x89PKsvRfZ3XjYKPXSIkBOi
GXLOoFljAsFh1o+wALFpBUS6f5UJUHPVWFyiyr2ze7FlsX2h25zi0569bAFzBIr6fKwXDFV36DaZ
a4n29vd/Po2b+sJGHMVC6Lu83j3QIA1wP6qxhmdXfxjcQms414Xl3AfzhVvqbWIAcjEqGlRvYJAh
xL5eSkI5j+QqxClRfKxzDo9OoqP+ZcahKvMZCjkXjuW7C8IC2sczhCAcn13DNJ8D4EGyEVMmyDlO
YFPvOEt+AU0A9kHC+IXT8d7eQPCEqhjkYwBrPrsb4cZM4QEjNTQSSFS1feKXkDX0qwUv9cKJeG9v
/A91Z7YcOXJt2V+R1Tt0MQ9tV3oAYmRwJpM5vMDIJBPz5HDA4fih/pD+sV6Rqu5bpKqVrX7rMlWZ
0khmBBGA+/Fz9l7bI8YVpyG7Awzg95cSuXSw1BFpGYKrfWcpEsA2kV9i6vrXd8efvQ5VNecGqC0+
LLH3r0M+XJ9XVQaCV4bhNkrlNUaQX+Wm/dl1+5mSyWMVYDD88CITB1ojS5XYqjwCF8uwYJcF07rx
Wp7zf/37/MkCRpTXObOC0oJf7MNCMlqenMXSkwbnOufYX1B7aTGicZmL5Qr2vJ9MxfxvoyG57fEV
0V88d2CDj8llRG3l/VyqcWs1nNwjocQBm8ptr0frFxven1xJ1gEzPEcpUz99xAVYuApbFbXjNiyJ
/VAVEXcltuFEhQzd/vWV/JM7g8sIGSg4swkwFL6/M8az5Zv6adzWhLncMoUKYld68y/u8z95gtnW
LAoTuqaR9zHb02+Bfi2ry31eV3pb5l1+aJm9kbXA2I9W8v9DGYQhlHYwVFkWw48OVDsdHavWk9x2
OY7viYjYeGgpA8smX/7RdPiP78t/y966238cUMa//yd//t71mnl4Lj/88e9XxXfRjd0P+Z/nH/vf
3/b+h/5+07+1D1K8vcmr5/7jd777Qf7+319/8yyf3/1h28pC6rvpTej7t5HG488X4Z2ev/P/9ot/
efv5tzzq/u1vv33vplae/zYGDO1vv3/p+Pq330Keqv/441//+9eunxt+7Fjnz+Nfdm+ie/v4Q2/P
o/zbb4b/V5u1Bna0DUw1hC//21/U28+vBH9lNT8/vlir8Tyee59tJ2T+t998+69MDbD/Q5VgqaLc
++0vYzf9/JLFl1zIl9SbsMQ5Jv32v97cu0/pvz61v7RTc9sVrRz/9ttP2v5/nTY5MYIiptNLF/3s
bmVXeX/jE6MGL2tq3aQIivFuLCPrCJTpEQ1ysYWPmR7ppLEFTCvTbngaeyQkxXWZ1vZFUaKms8C+
keaXP2Rmhb2pyK9DhREd8UB1t1jB7R8u7e/v/o/v1nlfmf7j3XJdeEhxZgNTP3/9DydRFfZp2Rmt
k8BJHJ9Szp8Bhh8RPvZO5yPWcwlBpWFxtEFfMA9A83+fo0skRSAorSOOEpI8ATE0uxLJ6MHBb4VG
u5Yd7ZypzGOvwMsQ07V7A5Qir0108dflgB+w126V03Eu17vct3Ftdav3wJgcS5wboQTAoETWemLY
6euYhf55/4/eZJou9zkgshKPsFHdotMzk6IOejtpmdd+i6oGsv2/vkLW+6Pm+Qrxr02BRWbE2Uv7
YUuQql7Rxg3Y/ToEcvgNLvOqmy9n9J/jIVco1PK+CBxsmgRvF5mNRHkUucKZEjCeydoCkQTfsK1N
nVtbhH32XTHgh0WX7SHJd51f8XB/ooTf34G4NsFYMVo1A5oLH94x89iRVALPSoSDVle2aX00O++s
pApbEYvCyy9Mu08/Iej3JOfmNDvUU/bDJT/TSUi/tkRS1uIqwJONASQbAiNWjqmfzMGRT2nT90Uy
pZVCQZeO+f2MaOgO9fdE4vuqUcBRzvQJ8wmMaspZym9rifUaLXsNJR9+Xxh7UmEV4IbJX6fVr+aE
FirpUKZqw2TSUtebcVn6u1VJuU2NfhpgFutqwTaRPwatSr9MjlUmjN+be1kE/fNk8muU3or7dI36
6dAuWY4qrQmNr7k9iYO2wvF1pIiIkexDzp66RujNvKJLoWdo3GKw62+6RtdFHEmruPvXN9B5dfuD
ofbnDUQp5vgcMhl78Au+f8QMfJgiNQ0roWlQ7EWQErYVlFwSpw7TIlkyAdFDIfyOjdYPt62VRWTn
TO49HcLaSwzDj/2R1EJXzLdFUAbYZxzTQmmSgW2sQ2e4wXgVMShE2evF+C/Lq0j3NG+HNRWgsqxe
X01pd+jzVqhYgCm3YtOlFFzGKUuUNV/qdARD4dWTyw8ZEvWLBvqR47V4bltjeqrnbpW7qoIi2iHT
v2oJPcW+6FflgySeAXtSqkXimNAsMLhmXcUvpfFCuMrQlzgMYqt3e6znqe5AN5BN7Zgj2Zqj3ZwM
dDxX+BQ9n4xKu79ejcWko6/yi04p9CvFIutqs9bucJk3Z93ihAvotrD9G8yoy6ZFoZIfhurOngYT
B9ma70ya5zvmIsFnXzfeiKLayx9EuODxCArjZHbZBPrP629KMJFf/aFeLgGl1ff2GoW/OtH8ydpx
nvVHVPwcvv2Pg5raXvHVWtJGe87NVWiB0ZZS8HogqABThOOTWIYcsuMc+otp+c9pyMdFgF43XQ3m
nMSifTjboAQM0R6VdjLaPZm4Rr98LWlonYRnn8Zwro9I1Ic98RwND16ekAzcIxOe8isjAk8Y9dwq
ajR/ldT2MwPkw9uCRn4OvefMymnvQy1vLW63hDU2ThgvJB24wbwv+xFrdxFM8VqeKWu94ycW2tC4
pesVB0ZWf8q6VCZdji/Pd2ZzPwHs26CdMi+MAkYkjJrsEsX60oD/d75THgzJMHq/Sv342dn7+N55
53Qbz9EfHIrfP8h6cnFU5zgYUsMtL/221AsmM1u3h7RCrZxS3yVlKaIvZt0YMikrcVP1/Q9M51hI
Ki+ncx+oKcDcjUCb/zaNeeOe21ropvuMjqldXGtzGC4YGNj5Ril2mDhtoQphkp22uljHa1zFA2Jt
jRyd6/gZ5ZxOLHi4WwXRjcelN/tTJ7R+tU18yaiWMAyOwrgpU3Wz+sJAreoHxaMtfQYRZhWJm4bn
+quyrLVMirJfrqa1ZqNvpuXklG567xFWe920BXeuqRFRC+b16NdPGAewxBkqCk80nd0yoUIodiM5
PAdRsVK5aJi+2DLMH+q0tL40BeDuuLDzeU4Mmgr3bjV2SSC85Viv2r80ZfFp8Bv5HOC+2Vh69Dfp
z32Ds3G+/uLU+md7OloSlmMgMufq58PhZCrdtrL4ByFskT6iOHNxZuHnFm09b0dJNAjOJjxZbKOn
oVyJxTLpFFXZOuyLaep2dWPiurTKXT7kBL02LqbyGm103+tfTT2d83v5cNcBmGO7Po8wTPis7++6
MZs16lKT7WNuqs/D4IQnA7m3k7nWri19f8fd5OyRcRMnkPtZIobh6zBX6iIKVbm36W9yv7lOIg1E
sS3o6COu0+FEzxjleVbuLKxLnwa9emdiNNhocPb3fV4aW/Dv3tcKaynScD/f4wpsDkhsfoXw+OeV
6jxRRYhB+4+aGanE+1/QKIo0pD/KL2hV9m3XW2HSdav6jFUtuhRNFWytbljYsjaIJedogSPoY4ml
T4yjffJfTba1Xz3rHzqKbNq8qYgOP2sUHA6gRu/fVB82aWv6jZWcU7xu4aPNW0OLKbECsAmhVR8K
0UaxDL/4iNso+C+WSUX/Vr/o53tAPHdmAEGuOUsM3r+HosBiCAMVD1SvvnuF6x/maLZ2iPvXXwy4
f0avvbvJXG6sAEUOO0V0Pri8f6ll1KVRm2Duxmypb+cmiJ74xai/cVzsAUkZ3wrSA6sEmGF/O9rt
+K0LnOyJiTK2wXSxx3j2POMEkryQMcYf66XqpkO0yqyIh9qd/XjVzA1QRaz7EuZHG+MOrcp9w5p5
ZftURMIZ3T4WOiJppOrEc4uroY4tsoIugixawq3rlL8YRHrvuwc/LzATWeayDDTwWX1syHGIw/bV
DmaiqHo27UL4EUPL9lLl4YqY2HW3KgvUvejq8LiWWSnjUbk33VnwsSGwiG/3SnHVMNn2Nm3Y6oeh
Noos9rVlvGSqGGGf4EBDHfHYiHYc47qfsSvqJhTPg7uGT9QN3m42sk7GVl1RbHsY7hVzXmuLb8KN
z27wjUtLPSlxSN04zdq/KnA3r2bUFF8zske/1DRxTg5zyxclXarqHmnQZTXYfocJBSM23pcO6kRe
Ha1VMvlu2gACih1+bey5/tKDGkAN3X3ilDZb+z4fu71rlbySmcK4Hu3iH7f0v9XU+P+uXUGN8n9u
V+y4Ff/Hf39+16rgB/7Rqoj+6rnnZgRz9eicgHd+rn5vVXh/RVNIXc48iPY1kw+Wvd97FZ7113M7
nzQ/zp7gBc9L/u+9CpdeBQJW0Fy+AyX+jKf8N3oVH+//ACENOlSO/ed5LelT75/6avBSkfatGfv5
sFSHhYHek1uR2gm3arysqsn8VVjiP70ioasQE39CxljaPmYFmI3RS2x155wm0Sa4hfFGrkpZZtIt
QvQ7zy7WX5y//ml/OR+EQ5oyfBTn/30cSXeDhwHPxLm2+KBlMGFpnFM4UUoHuzrypQU/0dYPfOZU
dVFnX1CkgOXQmftjcUT9onp77pIMPvTnCOZM+I8n4l2X748dmPcdZ666R/jG2cdOb4HB/M/T4x8a
MA4PKYMBR7DoaWaQczv6epOuo3/jYRTCx1arcNN6HUafP9ymf9L6+SAU5JXBEXAPWejI6P0gzXv/
6RcTmLVcGB1WEY9Urg7i/R60x8oi0uWTeSw6E7F94dviZsJ+ap1YjaissUJzlhXZgL1PD1NR33tW
JY1ftV3et6p/vrszkhFRHQ/J+RDz/t25HBQa5XddDL9isWODEc6tcMeF6hOyRyyI8g0OhjDCduP5
Qvt7HMndD1A13EtVY4zfJk8Wd83UVsZVPhYZbHvfiH7V5SYR9n0H7Tw7RsDO+YruIeFtHPLfv9Em
LPxo8bgYpUe4ZZGlICQcuzxVVW0eAlO8dnW5bklKEE851IOXoS3xQ7tsbzcixAKqy8z7CpjHLWKr
ncc7YwmcpNR1ZcdTKEgn5qDvfXEwgOWbvsgtvRlnz3qeRKQ5Yyjk6VGlq3w/ZJjmNktoyPVW6ahe
7tyosF7WFDvSocfRCr+rn0Rb3dIoaTEGRp3j3JVRs9pbR2DcbeOmC0s7tosc8lYsM7HMu/p8MLjN
fVUs+yxo2xIAAJkRG8nihn99ltisHijje4sPaglfAthM9UYQcTUep9qQu1l7TbuXc19WYI+MgAGw
FZxFsADOEmOVnTiKCY3NjZ7bVB9XoIEpFh5psF1yOigTP5iJeGylWp6zIMe2BpaRhwEwvFtc6sJb
EXysVbXlvMnfuPbnOmM2Z4qJtG/sOzHidiZ1wmuSEm/FlbsGrrhqC8bisY1/lSyspT6biyo/U/T4
KpAMpoDes5EddrD9EC0yi7vV7mDnzEW57LVhmi+Z76W0i+yVbwQXPKHG7sUUeyobLvo0s9ydXNu8
fpxHOZ7Iv3DooVV5qW8mesc4kbuhfkIfPYabCBDDa42fF3OXcPKEnJoFz1m0Bi8mIsM6DvoyhDPp
1sut70rW6TU1vZMxy/N518htGCIh2U08taH5PSRtoNox506vwix0d76mHYIvcHbcLWPicANVbU3W
Scl5u2gy593VyLgH7YkqSC4t4r9yyu9WpDevsO8VXt3Cj8U6wqwZG8u6o98hxQVnM0XRUnrRgv1m
7s4EpC6PdgQkWQlWgOHWI1JSxIMt288GK8t8SJ3cf+jRdixHz5hDZHBNpu4wC5J9Ni8YBmILMLmH
H2PujoPX93ujktYFTbJnYFB0nH0ACc8rnBH7e++nYjeaVfmqS8waMQA5lirh6MXaelM7bIumnbBp
+SfVy/XVqgGPDJMc905hz9+9zi6vTFGajwGWQKI1IrvlPayLPEglnGuZes0xg2j42RPQeNB+YpMr
LEaPi0u3d5TdjjEhv79ebM0HH2bbbMwHoCNGR6xRxYGftB2Xe9ftpbUj5JLeHidj1nE1Wt/XLBSw
pYrU/my1OV1Sq2rx93VzKQ7C8yaYS+wTHDmDN9gX5aNRutEPdCGeTiQ/D+9hrJvHrmeqHSOJKC4s
sRiJJhd047YOjYF17B8wj+s6BmJQfiYRpQLvEs4ZyggbgI/Fx23Tga8yE3cInig46axfq9LrRaAn
78FdS++lWDS25MVeEkTOWI2nNjhC7ekuu873IfKZXnfqPZtVBUcRFq9OVqXc+SXmsx2dxH6nB8t4
68JIXA0EwG4nq+8X0AxpfoEML4cghVjjRzeu+PNSzgKJPhuA4krR2F9EFgLFCToOpYVY700QTIlV
hu6pys7n8nI08istjSk6AUaqEmuuLUgycvFpd5kCZWExEi1vsnOZ5npTRUbArob78EvvYHGDn5o5
VyQVAL2Yhuw2bK1iT+6fWcUwWcbt7En7jtO+3JwJ8odgDPHb0aN8GqK+K5JC41iL885Yd5GwZ4u2
hs0wcCjDQ5lnQZVMyiUrbRr03hxqT152We0endbEj5Z3dh+3kBWTvG6nB3b++iWkpXlVWgKPaLOk
6Z20Vjx7ThSC/hpWe7hv8BKJg7FO0512cGEnJmFHJ2+Owuo0yzbfznpZb42Wfik5dMUahyZQPOCE
tO+ncf3mZKM7xW0HI2uNgvPug/Q/vKtohBt3DXd6fyRDeo0ObMhkOs48Cs1GjTjdBu5Ynu3KvR4D
u6Jp56vtbJtqU/q5kdhVOW2M0Rsvltq7nUN1hNT52KWhfVnNWu/IkNzblb0fAus7J797oFhvo9Xf
W1209Sv7RWfZjVjVzl2B9xjSPXpiHG5cR4BBrCEXwFmALOHl1kPd+1eSw+BuLObYWwCJL83A/6sg
4w1B62DGpAdm8TR/SlW07AYmiDSBo/IwM0XfMEp0jux0wcbIivIt7a186xKFsOcehNPhK/kyu8Ny
mnmJgN2n87ci5DpC5h2eupL2/UaaxgHN+TJCNwz9OvYc2RYXAgO2TkRNivlUQlmNcXn0iejsqY7d
anouh3WHd94srvymmtTGMrDcBYUSNYRUm77ls+Et05SEaWg89GAcd6zPeXYsyrPQu3aa2jukAFXC
KzLZPRQWHMoeO5NF1S57iytc4aFZhym9bwcH+hdAAMVkJesZfltpdtG0IyyrRXqXM1zUXQBkbNxT
aihkBouXJ06hlmsyriIVh9EEd8vR/bItZnPtmSeY5Qx5Yx7GLWr8+WCFwqN1PVC+a6AAAW0aGkOJ
XgJtxqZc1/sy5ZqzDHqOlRD96H0dpiCPtsAj8gTf3WrB58nOBDbqqE88s8NlqU1QkK1BokYs5tbf
lLrpb1cWoB0wC91u5zGrX8OMyRTXKNhqQRNpg1zOw5ncFeVjQG1PI0Y1o5toB8H8PlSGexcYJO3U
ZVT96K3M+DRMfTFtq7pojyPxumQquZVIqoBOX5RV9qeFKcaX3Hab6WKAMd4mpSzcjvmmk7JzzFrt
c7MDXNnOsATns/u5GAQzo6bND+wm9U1oRMvXyW76e3BN4kI3Zng382UmTNbnOSzHi6By7avOqbMn
cL8NNjlbWt9wW3gniBrRIUtr6wc55cGnbDrrdrp0+s6V9b5K0mhOfHDcMfx6qdg0wqa7XNSe+OwP
nVXFPswJRGDwP3QrXha7W7BvMSGrnIlsGRtcW1z1DSpDHIPutnYNB2RqVlvfemiYcSiq6MIaugAX
OYLEi0o5bbur3BkSXAXdc+3yhc97WS78Zpz306Cqjeq7GTV1X3wuAyq/tffDCxPtmQUacuGTnCJH
71zDmyiurEpdzr5zKrJyvmhS+sfpCosmNRVJUybMH2Tn/hZz9TF1SmKCw1V7W9Yudd1Zzknpuruf
ag+qmM6c+aiWJdsORh/eKk9aj1XutadGWsO1Dnp9q/vGpctUt9GuUh1OEYs+yGouR0PPiHEdO0/G
SC13EbvGHrGkkW7BK6w3udPK2OxLxl8g9jt2NG94bW03vcTHbJ2EMMZPDmd1yEQu7XmIr1e26rJb
XAOnrBxvAqDkl70GS7rhAHCRBcaxLUX1BVW9evbSqfsEvlPt69q/w4q/p4jTsZl3496FsRcjw64v
xeSNSW8CQcgRq+2swZquVqMJNt5ql2xotdp1dePtahHJbWkaHBiHpn90FGf0LnTqvW4Zu9ohgMui
qKy90v1lUPfWNsrkdB1VQZvALcxPdlBDnR3CMLacZbxxqio9Kn8it3BS+qTHXl6AUjAeKbmsjfBa
A3JYzrQP133P5z6IcjPkebDR4NSedDYQhuP060mBrGQa572Au2ioQyZkmFEzb5uqmPdV6rwNruiw
92KM2hapm54GY4XNlY9R3ObavjEa3T3CaG2vGvquCzsUI/MlB9bdEzoar1OldmGQy5PumfgAktKH
KjC8TW9M+tS47fgITe9HpJj0NiqCT0LsSxcDOGCCVJyNLJNK9xCK6n1tSoNyP2/Bw7XdZZM3rzrF
0knt3Z5cH0haAPEFktHgfKucVCfggTLWnXG8DhbPiLv6jAUy/SLJnRKwVUvlka6c1Ge/5CMuqv3o
VuvdFEr7MXDz8rAMc7ur1YC3vG+H6Goqx5XutSA6pRy4DxxR7pDo9t8jKsO3gNlqDH2BfSZN7WMz
psYV7ctqjxg6/BQBHQB3SxzRyaj7aZvP9VMIo4jxktfEad0W8ESgOlqd3Bgoby8kGQ0zc3ifo5U1
s/XXzEk5uKjs0hCzd66KzW0xLOtl2vvWTsnsgc8EFbQDTx8W2bibIvUEdLZNtF7q46LN25F0v60D
PYxjTKsZhgR7WKBQ+QvZwEjpuUXgS+oNjiOWl0bPu1YVLEcVxxiLveWxQHiN0aQrjiH1BQc6pna1
j+u+mdS9I3sPSssc5Z/Nwrits2LdGXb4huTYvuDTtrYhW8sxgnPDsF9vxSCvdb2oE2sBRzdlNA/U
a+sBHHKd5LbNXroUl/bkaQ1vwA2bJI2CaRsNtd7PQLZjM2J7z3i8D7S+0jMk9msTKLAboGE/N2UA
e09j7/cAAuLJX6cdQzzWkSp6GaPwwZ4heSCiEXTpLeYDVt3tfFsfDB6guFWuc7kAbXjFHqc+qwb6
erxky3IMFfN/vba3dckcEAdBFTwQFtfvZhk0U4xlhaLGy9MDUM8vKDbW3eg6E4cxb4Jgl2XNdpgB
n2Jw8KcjiBtQhc00obup5MxHOKx5F9Om5kECrHnmEVB8mHX7kkpyC5clfB20LE/8YHMTjMyNjukw
eVdgxkoo2UK4XzJ4IRf+3M3XBpSZ5wq64y1SAjwdqdID+Gzv2UXfLRM/FP3VjC7ruXbN/tYvzfJi
cA33Stitc+uOREubHccLBTv1jgOld0FqEkriduovMDfAfc2M3AJ+XU8XRhuqK1mI5Y74H3E9FBF/
bBAewRp2HmSzINbQrvom3Nl6aZRsNuiiJrH3WkUeWDVW+hCBc3TikY7X0fODkf9wEhidQW0BPPuf
+mA1X5nfrttoCvUrhNdxrwCA7ETQKRBluVWfGP0wADSmfg/IkhIkSivY5TRTLbk5+98RaixLMUCi
aZxPyNIxe6SdR9G5yuhzt9ZWAbPb9N5mYyThdkqH4W7s6/LJWXmlTdnP012KouViEQGN0KoS39Nh
iQ5MJJ0vXafgBbfeq1HU7YWr0XUYmCUeKdsfapy8l0PJiZYx+HqnmF59zn1K2bxfpoNpmvlL5YbV
W9+DyM5tnzJLyH1Xm+PF3KwREFBUaVpW/WM4D+GdGeBKLrlpDlFpmhtVViAa+3Imk1fa+05nxr2t
2rtFI193velugm/1vR6XLHGaTl1Vs/pqmZAS2bAAb8bdYvQvOOGYz7MiiaSrukxuOCUxFzWLJT00
k9F/WYQ3QMipjFPmg0w/X/A+nszsqrHGYOPXRjvERVn6F067KOBQTUMjhyrW3aVhzf0uFzQrxMOF
B6lBPt33ta5AdUM9NHarWJZ9b2uYSYQsbAdLlVd91j00Trp033O5uDMDRNtrrbusCWZNV2dsb+aq
9tKt8s4TyEWY1oU1iYHqHJ94iKx0Ue42s6olf4KVjCLO8nvzxYp6X++AQU3fQOhN1W4WQ7RP5QRq
uwpW+4SF1r2bK0F7KdQNvTOGSQTMgJoDvZ/FgYb+fnBEkOU7OnhUx6iPwO95wwzg3haVDiHkpJE8
tisNl8vezmildUY6AywawAVuUAQYm1KGnLLOoNY9O5+GC6qi6ZbltK2eB8loG1avX5Tx+ab1vqic
o9A1YfO1/4MOXNUL3scsUQMxaGTxJJwVxs3OaSi5YyRbvXXj+nXqsLDMY7ljGFm9zkj9Hm0OBEg8
6umeEfuSngJX1U+yEfUTpyfiqgkIc7+tovKnfQEeZ702iaAv9gURZVvPU+71xFPG8by0PYwRC+nz
57Sf9SoDMzUeG3qJ+GDQlt0KG7zZRWDjuAUbaEOPc9vmskXJpeGI5edys6uhm0HfLCg15+wOdloA
RXSiR8ytVcDFbeEZ/UCLyJyS+D3f+8ScXdZ7IiVZ03PLrgl0sHs6h6TZymFLUq1KY2m4TndtmUtb
83kKiIQrjcnq4CBRQEFn23x/u658rmMTMT9Zx2G5ndeZxxsWnDvf54Ut7ZtlhPocB5SdsI9o5T2m
PbfnzppNvca9GpG0V6u0JDDnHBJfkAraePksKCbIzl3j2bB8c9dl5+5IaRvLlV+OwZpkVjB9ZuCh
DnOV1969DzYPfZ0H39mBhsHYPuexevBaJ7yiKs+vYNJQJTrT0uTI5xk9JYz6PaSTVJ9BUmaVqoDk
ocWMrbBC6FCrki76HDVtSsZbtU6bepFFn0gqsA0xlSq4W53iHBqGgM0/OnPh0NToHXWbeZnBlWkH
GTf+CgrNLyUxsgtFGx2nsl0eAdgGVMkrFEbYo5oNBDrX4h9XhH1yA3qMNWPp+tfcFRbUew7cX5VI
89vRcdpXGdTTk2+riB54P964o2mNsd0FiKu8dSFlom0WtZ8cjJ0Hz0fReoRCSA5DJwR92ly48Cdn
5Y2XI/CyOKesuiX8WXsJVuT6yaF+/6ztZb3G4Rc1ST/0kcOG2nmfPFObdSKiBZUSxXLwvA6M+w06
5ezSSxv6kNYxU34uUFtS0DewV34wrKdlb+XBVB2YG1Py039umx1tmDG6zNhv95En8j4uEMYRas96
9zzPEVpGx0hD7njtFVtIWtx9TmWrC4Eh+AsQX/EYZo68BimfMZoHjkT/F/TNRlI/ZgcpvbU6rboy
4ZX0WRFuOhiI9aZwibiBD9s49r5ZTAorw7DsW28IGudEJiPhCtL37Ppo2CC2E2MegEyZabakWM+l
oROiP6LTwhjbvgm1wcImq7FOai29i6mQTnMBqdxrt5zVuLlVSb2/8b3J/FZ457ITCLh6AO2I0jjv
Jp4Kk4M7z9zUGEc9ziz1qg4oKTQk+bAroD/1HMH97Zj7IIajFDzyYUUMcj2GMrJvkHGbNg0Ji9IK
ZHIDAh5WLo8mTyWRlr3BMdD+eb+bYZa/LTB5fbgqTnuN/ch2Nv3MlDMcrS6D3Cm6b6OnnDEelG91
cTrK+oF+bvhcDLL6pu0hXxCpOfWTTdHZ87BWztNq0guIp3Yxaa4HDVJuucw3IY8fOMg2WD4TNQHT
aIxoroCOUy0H6xEOSBw0WNy3OTBnYJRZWjbwIDPz2gXf/pLONJ4bOfCATpnko8utxSRwTXk9+O2Z
sptXjBpj47hpS6dbO/2uCgm8zsrBaC6ZYep+E6HGunajgV9tqk1zr6QwmG+mpBkCssicTUHWcc4d
b6XyaNr2qPag3Jxlb3orJEy0y0xXZlis9ZaMD1SczYz0e1vz6xBWodc62E6NPdyAE2bNYxOeNvQ5
lnTHAadpL4kpUZcj6gbOiYEM1i++23TfSVX0xg3buK1P0LCr5W4EC0x52ih7AA64arURYTd8UjLo
u2RoOuYc2ijD+f7nFEs3VtMcTbiUDhja3HrpRhVdz2WI92JcbPABJnskU9uozx6qcrbtw3nx3Po8
bEFs5FP0VLmEy3AeDeV9VNA3gd2r2o680+xtjOwicUCf8dAVbnTMZ9pF8Qqy7MnzwO5txETAAyy1
xqPPjX0dbeLgqst0sKN+1xNatfeMkCa/pMvfHmZ0E8s+B23XwSZsL9EItumpCqPGf52CMde3ZQRD
4lr4kofXa5YVff8yDzyBNEqQZ1YBKjrQAYwSOT/jf/Uima6bAXTlyAfUiB+iMzLJ+MyonnpnMPVJ
LZWdfrVXfx2i2AazeHRGS8hnszCr9clOz9VBaKkg3HrVHAUQ+IGGP7hpCVsyt6AQWjKaEr9DDLah
A1RsiP+g7zOnA3sGQ5QiP6IyLTheqh7Yf9IE7BQv7poXKyZgJZrplq58Od41Q2EjJ1m7YDsOkbPs
TCTDXhKe48NvJsMAUdxmxSacTcJLLPt+ytpqJ2gNfg7qav2eFWZ65a0dDLjU8064ZtbPrtcVVNj/
k7rzWI4cy7bsr/QHNNKgxbChXNOpGYwJjCIIrdUFvr6XR2V1ZTCqIl4Onlm/SVlaZZKgw688Z++1
+/7Wild0zIttuEZMKJI2mPY257h0hknf+WqjyI1fRat15DDHk9SGhGW6stadrpnDW15aMcPHSa2N
nCTtNX3s4htK0+mDDAGRMquWCKnx1N4ihMycwzyW9sFsWrPzpXyeU9wIjuPNcbQ8WbJIt33WoGgH
9+YT/259FboTPfe4fx8kjr6+NTAUrDwBZSTFxrcyLW0UPZqlnqYlG3bWVMnn5MKc2iZoF9T9HMH8
c4u66fy0zoYti4Gx5VpFFgClkvqVoAuTBXycJUHQilaxD7XJi7bq2VYqBBUAe3YOxFaJvYF6wzMJ
8tgvaKbdWOTWVeI0amAuA2YvoNlR7uswXCQaIZGyKYtkvUtS4Of0sSr5QnenwGWvutgWVAhf1KFP
EL45+ZkZBN4dtiOHSivpx7dZc0hxsmlF0fSesiPsHVP1CCBZMbLlKRK5mJtuODmXVM7aukCEqbde
qKE9rVUjXioXfdMUu2oblXerUSQf9LJZ7JSJG1tSynLmUVLGPIytVvWSKRlmILO5HnCurfbz0Gi9
D7ktQWU2ArJlKOMmSKPd4syFC7B+fDZXpfDHduyO6rrGO6UuaI4p0RNGoYq9x4ikzLNIJzEC5Mfd
0zIrH6TKZFfNOD1YhrKwFdbk61LROtI/Xc4Cx6PwJL1Lb+thNnwLMCosSYt2XxfBmRwEIglTk8b7
ZNHtl6WY66OCxOKaYioDf53bKpSNTvaFQbxV5sSpSuQGuhePP42wBKdWox0hGEg2o0maQ8tszNp3
SrlNXkutl/Y03jx76kCkSlnabZJ17gf0ERJSMRSfpgsHlew+YdzJwi6PKEmQgqFOh4hLJ3Gr8s7o
VnPRv9bHZZndxpjrE7RkZ8cFuXik41D6Q068lZCqhD59ZKfEqcyOcwBhXH8V6cQuNsMCepgb27pK
12x5dppWDRAygjimQP9UKZBbx2hgS03rjoKFlstpEo4zhSzUssUB/kp+tVSqGZOail1vlpoPyVKn
rVEB9vcvEiHvf0MAXviqUTWTKUNddNQHNeC1o3iGncWZLSZaJ0spSvUkV3uFPVfBryUyP2pzkHYQ
/41aneBApLcaEsEfpR0d66UMloM1N7vQliFMGIc1Gqe32VDpt8mldc5mlZPlrx/7o0jq+2MxqKH4
RX3Kye27bPEvkqBqTAlWWAYa2pWEXaYkaiXyC2reLKmYWsCjV5P9m2cq8kXu8y8JKE+96NoxvZL+
CLJG/0zj6XrTGcqC7vMw6ZdqZlbL9KFkFi8XBdHQhSStjfciGmjiKpypEUPY2ZamPze+Kb8wVBKC
xF6XoncmLlCEcewqqxfNk6EOhrQzJSrmJMhBVjZeaTdzhm4MPfso84L0i3qyUakYcsX5YMmU4c1y
oLqHIyJdRNo1tNitUdTVTUZZQ/LaYtWuJqUZH2xuubMHGrDUbiDnK8iA5LEZtmSSTGMwZPOyBPmF
u+ormE/R6HAxal+dRb8oSKDvsooy6SiVAQ26d9KRDmqbDdJOjpYcu9A8w2W3zGndGQjvb4WWEQaS
c1d4ncXMXpcImxosRyuy4Tlcem2sa7oPc3blWCiVUU8NDleQTx6aYuzsVJ4Sf+mrZWcWMnc2ATKC
1bNrm72Sm2icOZRpT1gsybcDwyN9KysbShxUCsva0LFKn82iUo1Nmk32EOiRsrwVMNRlT+rE2Lr5
JHoZHpVAGNAmpEwODZVoLpo1IdYS1THJkzNtbHcFMJyc20xO4dixuu7grDnbjE1MR4GCqEPwElv1
Are2cTruY1JabfDpIJiroR6UQWYiIafYkBSUBZTcYflGNoOytRi7vU5WgxO2Yll3jbPIYvN9cvwt
Bel9jb6h/Ox0/cEh+19zzm6+1RfTaf/5V/1/aJpVLyrQ/yxDpf7xknbf/ipD/f4T/7TM2n/gusEq
K7NlObRf+WV/ClFN+w+dyW9ACrysdtbF0PqnEFXBNKtgyUOdaJswXy7S/P4fpln+layC7oLiiHRQ
u2AG/4YQ9bu+/F+LD7AMxg0YH6jlUKh42MVD95clr17UTF5sOk4NzTyKmkUN/F2n2LxmHcaUXNgt
JaeVrnXRPuK4ku86XY92fXopmjktEUzy+gW804j9IbdHj7pA9AZXkh7FyAZJk7xQSnc2NPLv2FS9
CV9qsBLu80ZYnfkwInAs2DiF85wXlX2KS938hpQ7o5hF0shOCBWqNYV88zQvWC4Wm+rhMpYJ7gld
bd0ZtvOzRWLw3V++w3+j0bwIcD+/Fps1jh2I9c/WP7lzuyJeFSNSFcodbQS7TKv9opqQ+FDQ9kVc
1TvyU7gkSMafqe1/a5r9Uqj9w2w7T986imrf/hcGdLzbY/X+MmD6/h8wrS4onv88qzbpa/dSDC/d
X+fV5Uf+nFbGH5pmfedsMK9wT/yg78ZRwOQwAcGwuSKz/n/TSjP/UAxYcLLGiYG99qL5/XNaXf4V
TmOQxAoAWPAJyt+ZVrC3PslozQt7gd8ICcQEfkdI948TK6KymKG5+1Aod+1Yke/LW+XLxZ49eLZw
G98M3vN9uUeecSS0tHXrzbzJt9bBOSzfEI28Dzv8HlfVPXWhc/GevSu+sS3u1ySw3ubHIXLbF8Qh
XrVbPCboVvWaXbzFPnhYd9N7Qn6Z6rYeeSN+e9PuzZfkWv9It/XJOKovhHeNxZbmqfrY3Q/Hfi+F
lJXPg1+ElY8hcZc/qjfNcQ6im2ynhfWt6qlBcb0E7U1HEDxpYfe0krc67YCwOtc388OMAxmh3c16
tDfiOD4Ou/ZWOmtv6l73qLNvhqO5ya+MsN1E/rDNA9A8ITkBH9l1veevvNIO1jZ6LG8vJP03+wMd
QEwJZvLi7Wgi2HVbE1WSb+/bPUGmwC+7sxMaW/khFmfa1M7163hK9/CJ9/FVcr3snfPyyCs88hk+
1KAKo93qpnvTkwPjUJ0t13KbsLjDfrbDdOHRUfTuySoJyqA5ynvtmPiTJ4fY/++jPXqMoPZ0n6rq
Zv5W0azm2PHF2NZ7JaQMGQzb8RTddKxR0iH6am3zDaGKbOU3XKWoM0VhSnar16AaMf1L1C7/fXLi
3Ba/FsqBc8t8MHbc/r0qxPXH3yVgxXqlZz8PdwtoIR3pgGt8WY/lNr1pDu0GPk62a7eGb3oZnwsg
GK8l2yU7Kyy39SY+qPvqvv8qXZUn+5onPDmhQpkySHZ4CG1ee75JN6Zv3WpbWi3Ze0xazxNatvO8
sT+WU4eC98m5pR31pB2Gu+7MtUFJNuvEMr+9lCnoVWzlqzRUAtlvNnRdw/HF3i/7ofLA3ATlQTlL
d4zPyUuT6pyWWytU3PrEz/upRxcmNA8F9sfQ4hvZFH7zTMav297gr27JnHWRgCKKpHjtC06SaLp8
hYNvmFShVIZy6jXHKZxJZHXLV8MXfrtBLJx58em69Fzdq2+zEGN2aG2L93C4j6lzP6oVNTo0XLym
r7hxSfkNCMTz4EAEkjeBwN+0X8vTeqjC4Yw+EW8mBzfmG8NI9sROAE9RziYIeVjQF3e1242hYn4Z
LTKchg/sP1S+PorogAjANEgB3ArtNLjXb32Iv0EExUF3LY/KJjI2T3uYbpY74wGVKnWzpjzw/9E5
LxavLrz+bfQTVzwQ06F4BFqgJPIW1TMZi8WRoN4KhxIxEpWB0dudnX1BHXjZym9C7z2qa4EcRBu9
c5eXdr8+0RnJnD16HV/BGLtnR76nTJS7MK4JO/DEnszjILdein16Nu7bD2zd24U++BWdwGAIl311
1DdDqMnfjIcWapLfn8c7KjyWp2ghhNITql10qyfjUQ8VL/UKH+VIznIUUj+qLKAA6B3oH6ZkU+sc
/gkySnZxgdCZD3wy13tEbP600e67PVPYNR9k1VNGd6pvpon6Dc3ZAnGOm53qa/3dJs0pECFBrOq+
TbkN7aziVLykd9xtNo4aVq7UbsQHPgNPboOnuvYctNRufiMFTOoduhyjDwbthfcrf+mpVulPpu9E
Xvmt6Z6kIKfutkGTS+ncXbe6GZBzqhVB9YoEOzW3FmkC9PO6A6Lv/hm6gcuZ5rb1bD9W0MIfNAW3
XUCIGSNi4PVNJN884X/38vprggGfBtTsF9FblBahFmp347otk2uhcNvbq0H+SINeedYPVKeqBwK0
y6fxKV0NFxKevUVxInPl38gQlE3vq2VuLimgj3kSmubjkIeO/ETHsN7ONHoHtKlBT2ZG5a9fRgf1
0qaG6Eo95oV3vdxpOb9wvpvvrEfGlFcxuq+GW3nyespcFAf2w03u31k7hfs9whCkTeEyvyf2MXZI
5vDnp/5JvpExHoSyGoxSSOTYZpS8rTb61YN0bd/223fHJxSmlH1um81J0l+skyyN3vilPRPI6fah
Ec0nJb6tQg1jC+lFbvXVGlFooRJqrY0KfbOeJE+8IUneVERquNYOMJg3+OntHCyU0klAPlHeZiDf
83u+IDO5STA21HPI5FB8KdnDMGtOqnMyXzl1uqmfBZNTsAOzbrgUbivzSUtp62xacwqUNqgXBOYu
Is9S91nfShJ7J196LEy3fHZ0Yq5ctTylX+Tqi3Luhq8kH1kIC+Jj/6ENwm2bN6N7cM5GfhgRpx11
eeO3wegyqajkC+9hCoL5rewDtBkuM9EVras/xev7dFJInaYn6ccslAEyDnKDNzmSdupZLKw5/+Jm
DAdMIejnTIRl8jU7Fpfmt952V7t61FMsBnn5JPnJfMJAnd9FmSc15JQH1YYEq2w/7mYfUdCrfWtf
YX1P/eFEHG1fueor/zOciv1yjM6GV/rtKw6IHY/iS0V9GhRHG5wEgRzbZmeyu+hfk9342nDaPoyv
2vW81Q+IQIklFqZL5srRbn0ysoxrZWv6o6+GfNaZdLPQEhv+AZ+2jDPdjWi4SXWIbpOxiqqcxrE1
b5HWWvmmbXZZuqfSPtbbwXiaYb68I0vsfLGCIAmqck8aeS7C2trskz2DjNE8nfTSxdExblP/xd5S
M1cQANnhbO6j4Vqu9yixxeC/y50n6/89d+H/Qbdch6rUfz6O/5/iW/lSJT+YLS8/8Y/TuGL8gZ0f
qBfeFNXAzUtd7R93XOMPLq+mCuCJ47auGJfa1z+9lvwQ5kuT87nucNeVuWL9eRbXrT9AwFm4oeGy
IQ3AA/43rrifaolQcdWL6IOHUNHDKHYpv/3lhrsSsNVoA2aHaCFCNXZ7ontjEj0jmexdivHdCUi2
eEMs3u/+8o5+e4m0Lk/mraj4TL/fsz+zAC0CiCjiwb1BjUAVk/Bc+bU1h8gKYg3NKmFYVP526BXz
bz2ZWL9D9f7Ejr9AXDHAQkxTLaAL3wEHf/nkg943fWNm7IeWRdt4zQpK27aJ1bjuyQpCgFJ8oy9Y
qXRZVrbxoVHqzdD/c7b8R6flj1ehy3vgIsY9+oJwx0z/2eM+yXXRttTAOYqsxkHW8uQLkrp5PyaC
euev3/mnEu7lWXhqoY1frl0YbD9du5q5mVfkX1Quykif7mnw2z6ZnJl0GjT10l9FL3b960f+PMD4
eLhIqaFcwCrWpwHWg/8dRhmX3YBllJjAXhj5rhhQceA1ksSmo1DYXFlrL7/++sH/7r1CgOQzX5AJ
1MB/HNk4w6yF1ltO4Cbq7itTZOhONXFpdktx/7uEhx9LIpdvUUcTD9OGWzJqsp++xSUtR0Fgs5cX
hXHoy/4908dhDElVcslbJVBoWTH5FgiSfzOP/s0LZgVh5uLL44Man9zSzTho9nIxnOSCHJ0pE3kQ
Yxjxizh7LzviH/LLuPr1u718af8qAH0fsxR/VIXiD9+obn0yl4pVHs1Ca9GiyIb8+g9HcMZK9ZvH
/PwV6vT+LZzokDiQRX4qv5E3RYBTQ571bLA8UCum50Gm/fqOh5Fm968/0088dljI9IrRWgGbN8Gg
fvpQloThrcUy5U2Znj0im4FaUiryuFGUdOwD0ZhkKQ+o4jiyj5hAXEBg9C0XS0iIOC/Y1DKBivOb
P+vnd0DAA6ukCqv5Au77NH9yW47rAUKVNyatthxkUrm9akC/cUqRo/xj5/4baxEbDtTPC5b5O6X1
xzkDDENPREyV02lm44DiI90YscYdodfn5vnX7/vnMXTZ3BQd9jNLElCLH59lsgJlzJHam/FvkzM3
s9oBccMj9Ovn/DwzLVCzlHEVSC7sNp9e4BApAmYiccjoKiaSpiVyg2capAX+JBKQDSd+kyVR3peR
NP0OcP/zemtRpobjAfWRlfczQnWAZDMIMpO8hFrcK670lXC11SSDkgQNNT+NjcrW8+vP+2/eq6XC
0wfvZVGk/TxpWsWOL/zREpH5Kq6ltSgev5v1f/2Un1YdUwbSABT7suxdIrZ+/PbARa0ZYjkuKZ3C
/UbPohMlaX2fpwRbCt1u7hQm72/IKJ/YAKw7rK0WWApYWerlqZf3/Zc9u+6kSdImgTGtcBLnEGmx
vS1K0aCxTlYbwcG6xJsJQf98oUEzoJCvxu+o2yryFabV2WWylWtb4riV38KbfnrvfNGUxHFkaYhl
tc/nGa3OnWGZUKStFDY3QEIzGGKmQcCqosIFsiorO+BkTq6jkrrSkq14vrIpZhqv+beUWMjJM+i9
k3ehjenv5vVPkwC6LgJKTQWlCcZa//TiJpGifALU4kGHsp+6YSq/wpW7KJHAC96sWSXJp/RCifE4
J3IMVBAtq8GyUsGpOCA+GdZcbdXRmiyM4ZO6xw1PxozejRZRvEUnFr9ZG5bkHGSlCLpsnFrcVrOO
P4GXJfylqfL3umMweRNJsmu4CHqk4VyVauMhi+MAqAMW7l05FvJpRhz5bSqVSmx7lGtZKPClz2Gj
gj9y1QV6SaDKebGPF2dMgS4ztzoZEI7bJII/whmHW9Ep6bWsRVVIaixIT3kWxZsFJNeTZ0K6qTKX
SezpvJOINJlJEI65SiNgMs0+oNjiEjU1JDwT/VXa+XNmZuIqlTUxBL+eRp+/F1Z1zvHQVmxZoZny
OTBCFCi4ywk7m3RV4LOFPVIEul+bvwMEX3YL5sZf9mwwHvx+mm+EJWEaIXLwx7mTISgcnC6xXVVP
zeRFUiVIWopY0DSocjphSOv6BNCHkgarjJofGbd2HaUdtmQ5mhAbDJ12NEVsXJlV3FA4NJ3keu3X
sMiToyZUiX68eTFUzJnusadFt2terq2vMfHwApQreuKqLDbqXBIjG0Vrh60n/bqqkyS5aH8ar59R
VtZ4ygIU0vLL3C/bmvT0LzKS0g5Nbz7fpfoEI4IDD+RV3iZ25Uad3H6BBuHjB7+5LIlp2NaRjj/V
aq7xKdvTEedZ5jV2bXYbdL8RlFg7Ye2Px0jD/6hZflLpncDfblUr9ax8plw429bN3HTGKS8SHMWS
bIZjIslgpRypvUAAGnOTJAhkQal0tauMyvqkxekOpKS2vvClYzXt6V1iSxNFv5E0Tdfdnp2nC6Wi
nO5llEsYtMaeEhMmkXFYshtCdDTUevwVC+UXUzIpntkoa8q19jOIjDeRvDS3rW7ld6qalN/0fiQX
3Una3oLUZJCYiX5GbKIxPo9oX7RNV+CCceW+dz66RiEOq5Ek40s0wZTyamW1UTyRHOuhiMHE01li
vMbC3d4oxlTswLSkx6qNjL00EKHeOXbYaUI78PLlq2ohZLfRpWyT2mOveZKCFCOIkR8OW7pB35Jo
+QrYDcbDMM7Ol44RdZtIRkODZKRAhVa7Rs6tkG0jt8oWWh/WsyJ6xDCjXmN2ADizqu9KFuMESW0b
F/AqUSypYbjibS8cCGvItU9LaWaHsjSM28ZR5g47XkxNasqof/Cw7kMsVg21TeJoupnsUcmviqh5
wy9xl2ZUisZOnTFbITzDqL0WK1VVTXnEglDFmyhW1bDJGvlGzZCEZ7IhMGk3movv662bQe+MBuqe
no6t2+BovbWKZkCN6tDFwdGd+1zf6J/Ume2ZDMTBZ9XqKXuOvMEMdmrQS9KwhyQ5ENIW5VHkpWln
UbfL7hMV8s6eSwu9pk7WEh/MYb9B0mlkwQqG9qkXw8qbzI2CFSOO2UYkvfBEUY/X5SrJG8whsg88
EOvCaIo912w4Z136PGEldLGN30Ua9TXMetjstDCR18cuMx4zbo7oQuB2dBKNMxGJAGFUg0HKUVw1
wWZpIo8Ki3ZU0KQhCH9XMwc9XVkPKNkIRBDnpu4npPlJvFxCjFMvxh8bpAV1vTUXXTDpMe4ToUhn
tUuoIAyNR/CU5k1G8lChOdlZTnzXtEN7My5t+p5MZrmr6uKYDT0iGCP2zVJlmBovjVhf8D8UmCmq
fPrKaefd0dnchDS9drDpvmRwSxjPur4TK3yAaSpvhROfpaWuDjIusKcsWs+GsGYvj9NnZX3vqvTB
jh16g8RHEB69X/D+sEjhiRmnwALR0a5KSxOnvSQF6s9YFyavMNSzIvWpNxhNmFXrg2ahQiplgYlI
nCqs0+ym9UMsKdrGWPKPccEYaqvPjtG8ykn64Biz4ZomhehyJBQaxt0LQCQo0nmzvHG+Q9iz3tty
LodST/1DVaTcNRpc4HVFKTbr42PDGCuSyJ065baNYttL2HiPdam5JJ5QnZ0gT3R1Fvv4sc6FvvAN
rVRekyw+cvxERVDUlHkaU8X7tNAWG/TZpeCMHxLEAE+Qjb0A7OCrQKRd8J86PRJ0TjEuFCioiC1b
fP2D1ljchbBOAjVyKy27j2dzc4G2cEAw2kAwT+Ax4d9ABK1qzCG7Iv9wkWlWziUn4fQb9mB9x+kN
o0rXqjq9N8V4zzl4NG5WSuJ9AFfxBWN1tcdH0xz1Gg4ArMxQaVL+dCE52Danc94rdK0kVdzpUjd4
Slk9yMt0WJESBZ1zuWTE6eipRovxg54znYy1p1HjtJTrVqXxi9nBhw79F5vrlyqP9n1XRJtUVPRQ
dGRbOsUiijmOZxhC8+PuUpue7P6qsIoHC9o8mD5F5osprft2XSV05eNDBmlFMuKbgvMXMltNuJjG
b/LMfovNZfJYY3G8tsYQIH5/61WUmJPKilhVhBVaXVzCIOgN31Hz+JQ1zZuadHuSz23CrzWUH0X1
YUuYpHl2+sH1MPH0IpIDe6mTd6TZ1QH8J6HRulPc6cZQPEAO4ktRsTFMjURfpqkaFmgl8fM4D9dc
pq8wbppZXVzGxDcV2g+jjqLG2C/pCXiNveua5TaBS6rM0x3ZYMdhbG6rXmRfhGhv0jgFDJ2ghFQb
+01ZiphAgoK8q6lTqWctGfJYWMwKsS1RITp6milk5cy87drpFv0odu5ZbExz8cDxnrS2pTnV6A91
zuXCRs5lA0XJckrcknFcCQNXCZryx3G6UvX8Krea+4jsItegarHN5+kDOjSe+WY5JjHtsw7J+4Tf
1p3jiwlVkj/wuzQ4tjQVCoBGR8VQcevWPSTZUqWrX8xHu483iP5pR6qTtSMm+karGP2hwotEE80X
Xg7PVjz1viX0DV4PHehPleRXcgxLAZqEqzpV9YCC8Y2bDRHOXU/fLFeRCXQU/hiLK+LU2Fqu2p42
cUevTBudZxZwgybA+jWa0pQecMwmrpkZ5xSgSEqqyiddoG9WwXDX9jrezIAxPUoXpbsgW3STNKrd
aoomAEkDLZB6ibwqypA7pwFogE1iQ9jQF/6bIb3NyT3yENvKXteUL7PkWKSEVu94nEEP6LCT7BEY
u14lbqljFe8n7Vxxjvbwo92bVXs0i4yijIqat3Sal3hWDnAoxDmP8nFrxLriZ1rf+tIiPU2NmZ6K
crG8sYmugHREkFHoc5f5TsaDZsVbLLz+go5Ib5VDKicnKyGjye7YjaHgenMkAb3A8+oPkRZMRfue
TsmbaaU7fGTYBWicGnJXucuqW7vZ6GjnlB0/UVKG69RCQQ7f2JBrTICSKV0gVIJGp17biLEM+a41
9CgUbb9BI/0YcWubMxr4qn7NSSOUnUuTP298KhrvajHte8KrV1nadDLB3DgtHbc3pDDOl3Cy7Guq
yg9yGb1nlQ6SyQioHAX6mAZ1bd3NRnlee6MAOpo/Wx32CW1+qG1s+yM7bA8uV590MF3YB0LNLq6p
nxahGKcaXIk2e61G9y2q6LkqI18H+jm/rrL+KsuA3wxmD7aA9R3cytYRjIK00jaJgSosnru7FoMk
mM4mtKmnucZ0OfBI9aM8oGOwhHwsJPlWja0rHeiBZwrpgF0f+KCcD3tzAXKL+QaFSxEfJB3lZW2s
vCCiiYkMMJ2vKdWeIMoXOrKDhvzAAXuxZAe6ccfcFNPVVNVv1mJInjVn2bG2OZFzmn4CsXttIZE+
g9xPtnAWmTU2W3e5uvBEMKMukfSQciu5B730ChKIcpG1m+T21jYlQrYlb+gpEAoTBY9lT1xDsSBM
lvVVduiypyY+7pkwZXfU1lNqq5WHrQnKlTU9U15/GbEOulFnNYFZ2ffmrKgX72VYV/BgBVnTe7vU
7vP4EnMpoVjQ2xv6NzdWLOoryIkkKNTrV32W9t1A1kOCA88vNOtWFDgHrD6KgjJurqU8Rb8QCXT/
prXjkLYBDtaHDpZjmh5G4VM0P6fRZHl9bbYh7Zabus1e8w51zyIl57opOG8RESBcu28/0LHelDjE
XEEdCQtt89jLKrShpXmvtfkGKqu+a+xFe5CUARPXPBheEcWLNyq92E/zeh4sAwiDGk+hEWc4xODF
Wi6u1ZesHI9q0ZxSNrB9u0qRr3Hr8dmvUtQULBwnxt16QGn/PFQFqpxyYZ3jOLKyhB4tB5ylXyom
2PGkfiMXROyHAT2XlaRnbLPnqk/384SQuyHvbNPUA7vOQvtS0rF5Kl2Dh9nGS1HnCs5gde2CTDMj
H1yJ4jpZ+diu/dayBcsZK4uLQTRYSqk6Fgb2UOoe/jpWD3Cjvq1Ga1/LgM9Ost0u+9pq1bBM+ZpF
rUhBYc7xSZvaUIYvkszqhsaQ9DxVPBiT98YpLWaQDZOjKqRrsoJCu18e42l4rJ209+aFDrfVbVjN
fHkAttUL7VgP/Q3JYxdbT3vU1ghBKATEfEGLYkD9o9WS3I6OdV9nQoff3V23svFlqZyzM2rbsZSV
XWfzmiSb3IBiJN0p7h+g3z0oaSsfWhsFmR3ftkp9W46YpfI1fZandgMMB+SgoR+nohZe3aswn5z9
ugqSEJuTkDuuJdxg2KpDHOasUbUV6mO3AVQTUMeAbj5AtsNXc2XDnVPAJVTLUe2MCYCDs0vL6EbR
qxgNkMipmJAO05RYsGd8GCXajkIJhMKlFukpN2XlY2jEZe42qPlwEAQW2SdYfxUaaxcPicydtZ40
0C6Fmtd+m82zGUpzB7c6N2bngQvjcOfIUVJ4rSzlpS9hZmFVybII+Ss6wvXKwL6Z35rQreGCDk7R
b/GLoRXrpfxGxHX70dcTi5/U9RwZWyAhV2rRYTVU0kGX9pGg5gNE0VDfqeQYj9JUiq0kJ/PVoJnx
sFGwyTwCy2jODTbkCJluKhUhTAv1OmqkiM1amSJzByWpCAZi2GwkK0TC+XIPY6EZlft6SkblCNrT
ujebIblWqSr7Y7ycVzW6d+zlBjqU/CqE0H38m6x3DSjNV61bz7PVaeg71GxvxngU0JNlWRECTRie
Ic+OjLBew2dam9x4k+nGUEtAH9SzpJ7LQpacIim+Fzqso4q/W4jiFnexW6zjtXpRppgVfJRuRrrh
GGeRFJQ+ljo7qULKIy+O+ujVSLL8nOAYqzMIcZgrvGiFCLi0EEE7nB2lGs27giYxa3s96/zQaniY
BEbNMzp2mW6O9yuAJBJkRH2uq+4wjdNTDsfS7Vt5vO8s9bmym0fLwgwF6YNSOInNrxnIGu4ckUKU
cLYeUmfgpG8lT0luoCZTOnnalqwlCBuNx2Kxi7uyib+ouDIZcw2w6pzPpEu15lvFAC93AmjmRnU1
2BQO4FzEcZtoaCQJLSpj7G79tJM0/HOjdh7WOsXKrSJK04zXOs/QBaaLuEsaqZyOoxirF+5lMTzU
zr4umrwNRWoXtzEOeQ9nPZS9QTLoJcy3FCj9Jbb3CVSHazGRGyB18bKBnMt6lincpLIkO8pVbNwx
wV/6TlynnObPlXNRRNoO9i2c59IDF2EqrhGNnbtl6NYd2yKOYTbW+6bkjldAHbu2rHHZW6vztMoV
cbKKdR1r2RPshvFQ69hFE8tZHyXA8C4O4KQP+t6WH4qaG/2Y5IStJEP54KwUEMy0NO6UGOsjtpQE
lJxm78TQOti+zPm6WZ3kjWgr882YjOkR0zS5SYP+2KLlPQBEKM6YSDiHGyI7kRIzcZSgiw6oAUVd
K4TrLOrB7qbRE41xyXxBhJsoNPF7VEtWj+G/pYM2dy90tqGxGs3N3EKiahKqT8wYvOZ41NRcTw60
R6oAA0q5m6ph3NkwprbpFDXbujGmB00s6Hk6x/yiKpiv2v9L3nksyY1sW/ZX2nqOaw53yEFPQkek
ViQzJzAmBbRWDvzR+47+sV7I6r5WGVmPaXfckxoUqxgBBOB+/Jy916aIXlNKmTvLzxF0uhKmmp/D
XiVXM6Y1tLLqSR6wynjrQU8IvHrm3niGH5whjgj3VulpFu2w4wVMVzH49ZVrU8g0XvttnMbfiSqQ
1qtgm1ErrrNeym0cKbXJyqlN9tNQO+VD2ACR3uTSaa66aqZjhe9QPFkEKa6WBAoiI/3kmSbJREPF
EXrNgN68wI8r9gsEkDSdqV9HXX8LSJHOmO1kxyElHLEjYA6F74K8HUTVHqbKdjc6X4KKKpkZx3Jy
kusmd6pTHFoIm8poKne4YcL15IXhgytS+6pI+ksjl/nGIQfrOcMz+1y0CTkkZjtOjNxc8V1GabPD
B6F+eTiOGBIojYs8jJvvvg8Z4TJpAzitJDZFaBdhhVZLp5nzUp1sAMJRqPDuhNZayyjhgZxsAlIm
akHKRTAtjtpVc49Bd+O53eK10pbh3pUg7vFh9hYP5GFqGjoVBl1r3u/R7tdhl/jfZwGIgcPJHPlU
3F5YBSczipvyOAQ49ulS09s9mUQjWb9gaA68vZgBAiBFc9G84Phrxm8AKtkLAEGr8BWcaqwvxdw5
8XHM+zbcws7LvrR59zaVcFjteqJljFUivQrz0kD1tsbpRyPF7IW5Bzeq7CN7hVNyBHLC+AGgiPMa
Qqq8rTnwhwf3bZyA1aNNjpSnk0VBUbSHXsSVd5fh/xxOlj+4ahd0bToeyi7vvpZOxkNVpA7/QuOR
ShZ+K1N+GiGukZwiqckwwvuuYPC2UuOjHZspy69VbelbMv+SZgcgQh1IMHH8dWNHAecr+o70s5t8
Eq8kyos1kS5e+auTRmsBNMb6vk3s3LIZldki3NThiHm30WVfH2jL50QwRVCLtwwvc1zbnjDo9AyV
n55UHHTeNqGrumkMCQ982JuzcTdZ8AbYEF9zDGFKjmBfqns9puO3MqH97Js/jDGhUdjeNCkoqaaF
NdNVLDe+WR+wkNh3M+3WjYcL7oJf+zmiqsXs/svrxIwQd5yf2yzGRko3cmo9YFIzvTtOXPQbQLRw
8un06GymhIbLcoiPdlZZuRw1X5pobMK1cAzGRmFL8O6A3mk1AGZeh83P2Pew44/oFjvnunQGolRg
dIZDWN/wv1gPtMzTR+X39hdhVsmht/Wr11ls3diqDzXV9pYjFELsDHztqeS7rpLU9fiJaVNu20YV
9OtwtfvZ3hJd6dyNMHldrLUE7oS6cSaIbIMXQSiZNK+IU+fqssfZ+Rpa4JrX4MQH61S3Y67oNSzj
VpA6MhkPSRtzoLfstIHcG3WcCwi94HjCubHv6e5k/r4svcm6jOuEZKu68mx/HTXVgkIba8e9KGID
fjPkGqgfPDBeu1PDoKE55q1h32AkdZ2DLGPwDJaBxCAA9pNeQWkTDtxiocojP28845GQciZlo+N7
u26NbAzNCFNY1BwhVMC6k+kdFbMOH7tsytRlqgVLgTMY/HNiFfJWQpR+BzWzFSEFTHDZYFXvdrrw
22gX2VYlWF3ARS9s9VLBPJwn9ZCqEea739ltdhBxNo8HL7fTql79tUzAtOzzl8Fx6vjWalWSX6U1
Y52NGPuWrC9VhVDufDhmxpXvVDI+8DfjhySRLLswyUqnm9mQXGY1nLCkm04nu8zZEokFuuEZJm6s
GVRnbBVChfFL7xc+kHINlcE3ovZAjIBEpUp74zYVVXNARzYuM58vddeSaxNUrb9piHXbhtSd1zMh
fEdmcb99d/7KlsohiwL8om7UdMPi3V0QrXKBpTZDEu07e+QKi/JjpJej7G6fy3LeQkAs163RWGuz
9qmNCms8Rq0RwQBj+D5p5lpr2+nVz95LjB0z8+BbUMjWXNpq0be8jaNx18JwLDjlN01yoAVNbTk0
3XRZNGCRCifmWVhsXReZq2gEwa3xr3M96YOMvZZDl5/YHEOKABBCOiUbnmUq97wFfLiMVaD0sUlr
UJ485sorfkBFnrZ9Y1+GQZq+6tCc7gzTl3dDG4/xfvSgn7oGdvhZiIdeItQ3bOi6yDMcGjkZ+m6Z
tcF6qv12Z4Q92ZQsEfUJ7qKxhznzKwuNZJP6Qf0gG8mphoacxZVM88jxr3mBwjHCEdTdCwyABTzn
4zworGIN4wXwjigN7ukUw1UsJtpbcyOIumxVfCrMQN+6nFRv4YVAtpfqq1XM0DmY1MrXjC4CgzO3
k5BurekpZdD6JUpVeZea7jc10tgZzdzb5noI7oKgB2WbetNtDr+XlQF3gyuL6sprGpdmfefBhYYK
SSuP30kA3Gc62abDEcAmUEsHvt9ITOq+GhYDPwCXa1iwiIXpUHL6tnEDRMtqV0dfTBFgHar61yaV
2Rap39GNAyw0ukaILED1+J2rTsiLKiZMTfXdjdM42Ji1xJvcFEuPNFFDuWOaqLaZXQfxEnpvvfZG
FALiAaZubts05wlLRwdjhZsmCKsDQ3LsT+JbUqtB11pT923MPLYJJe4M/qYrZc7OTa+YDFFgFPNJ
MDn2NxMjs+uRUmTXGsXw07Lr9q6Yo/bWaPoTIen0jUxndA80FOhaAaSnUQTmHe55Ws7qGbCgh+ED
N6Yqp+K6tUJE1S46gJWHuBKEQZ+k+zwhE8lBqBOy8MzRSxSghzaiUgDWYq7NCLaqWFc9oOx5hfx+
BIWL5kxezJiW91jqJG2SXI7rsbIF3f0xNHlVPG+zJMA/KFFwHEBRuWcg6TPUiwK5jzLJmd0lw2gd
jsW8my1RX4XG0LyCWlPXSTr86kXhk4RTz0fONCHksABwh8oNcSygzRxrh0LUTn37wozpZQWzsPdW
Pca4wOfAutPSHZ+rtpL+JhjqCW2/sO8L8hz2flNl23kuvGsaOB4xHsFhsGd4vjO0atFDBhL6Hk2I
8Tg5RXfXMBWjfI3LHc8/8ghfJLs6i9XX1rSXk1tgq2No8ySutC7d+yBGAeCVSUZs7OAfqqQPDj1M
ylcn9jeJh76cV/aYFtH8jJqOrna40JoTp7kzLOw+pBRj3YKZnj70ajSRx8vw2obJyt4sI/o4jryR
GjgOzkH0M3me7HvbjDeiRFuAHC+C4kHmdh628pDGs9oHUQphruozyows4PmP/F9qDKCupsWvLClG
DLh9/31IpLtEgdftqupRoLptz+cw02PYreFBogryRjLuOANnp8ltd94CcGe4vbNq46CDYgDcGM50
S+2TlCNgM8gja7+cnmE9JFuEJE95nv6wO2QmJaBNc6os4JzissQNbFEuoBcMJEYEQUwJcQtgxfBu
LfUNBJpNMRXVmr6Kvkw5jWMy1tE9rfDiQovsfqByJp4Ap1zZcpwwesaR5Bj6p1ILHlZ74sgc5sYU
kauHD8gfhvACnUfHD8Ga6I8+G3BODysb5odZjOUmZRHdDjzE62xskVIJfxv21qMrkteccJcd4TXh
hoEgtpnYfOrM9ECrPcHIMb1UrUlWN/fml4HDeB2rMbZgi0xPs1eNJG7EI5LBHHpSvoq1F52MOfe/
BnmQ07B0JwjYsUkoqjXg3d94C8C3f2P51gvWN1sAv+WC+tUt0F+54H8JL2FLiwCWEaUb0YSHENy+
sYIXajBj4ujCW0jCEULNa2+hC1u0ncGciD09RQ4hC4O4WGjEsz+INdSM6jF+YxWzqG6LhV8MU2oE
+A7TeFroxhW9l6vQhHhcChgfRWy2a7N1/YuuwAUYkVB7LwJ3upynvn6yF5xyTqfym+GAbpmME7E4
MJdhVZSXdLHXomte4t7Ob/veBoaT5PFJLthmyEntU+BZoJxr4cHjr+ufNI/FBakq4YVJ7soqUAtC
MEzEDQovuNCsZ0wdFlj0SGdjbXdJDnkIEaHvLTVjOce8oAowzAKbltKwO+YWdnfbO4Vx7cWMLYhK
NB8rsB23AYrTLQZ0NvOQuPL1sECthay+e6otLtuM7XDXTkN5gH3lbGMLIEanp+7V75jyZwsym8Md
y3MOWFJz9LqaaHPfh2PEZHh+w24PtHpPRILQwqVkZAK08LlrM90EwtV7eibmyR0zYxUFXEHRIMBK
/sJ8Z217crQmGIfQSO9ULkRwhtzly8RKow+81f5DU6ZZuE4WhHjktu3EJNMoD2RtsAbEWbedkKsd
cnfqtmgTeNtiu2m+Bg0lJr0P8h82xLGkcK17U1zoxrBOIT0VuYZE4T5ZoRS/I2/yD11DTUbaoyWe
Kttp70bLMp6KuJdXTeE2p7mbvya1l19pjlh3KrGbUx445T3g6JzgxTBXR8et+4Y2upwB6jIc26gF
194JPV3R2s+2NgdDsRpo45fHzClY5Z0hNOlfh82AQ5DAm7XjdKJfl3ZV/JhUEYEJlnPwFMGB+63S
wGemYrAXeB6Thq4TPDbAThIeebKSINYtPHr5hqZHFQemPoYjTg1sthdd26Z7FjRqtsye0YBxbhyR
/Lrmru2W6BcG7Q9oGDT97L68NSJOC4/5yOrnTCjjSBxV3k1NQy9BQGM25hcLTQXFU+KEJ68o8JJ2
vaMOsqDRIKo87lY6Khl5WHqwwWAPIDXXpJKHv0SXYA2ULjItOEYnqQrzVbVjfYIeyPpgK80UQ82X
lc8MMMyG4qocjeAr6KTXCM4hE3lm36nNOjbGMRFhrr5WWqQ7tzLGitHgckq2yp+QiI6dqPCH+7gn
3f455iGnm6hjuY7LCHhIjOWq1vBJNkAxISCjuipubBRT4RYRGqse1fbBDAxwsDKms9SrBI+2DMq9
GcIYWzlTXnJNjuEiQYKsNTjuD9p48a6pi30LZnQb9UV7lSVDQz4DplBOBrQLSd9dCRN1S9LY/i6a
mvwoOTSslfZ+wNhF5ICYcp/XZvc1MfDZ+WUQtuQH1c2BdhTu4AAhBIddcnFqHd5yv9ERoce7IN9c
oz0dSYCZMeLs0miieTzzIxlRV21mphjGhS/m/HEoOXtunHwk5q8wiqsZrt+tB+OKrjzQ3fnEusqM
1mV6TAVF04v5qMUwCFaeYXlbHXfJsQ0LanT+TGxbFmkGyDkxhlmPRIUDSXiAI6eajS3GYRsiLNnR
/sMCCY76fmTMCGdbMx9yLURY2n4ZlA3X3KQKWqcSHhknrO7bXMTjwVRVRuEApZusUOi9qrcZqFal
5X5rbAOtoNtM+RV5OcnFKDTfg6IvYObFeTnsBRbGob2LFC3NNpvogfZFOR9jGrCfKLHPUoU5XJDh
Sr4eECsF6gAN+HvJZVn2nTU0i+V2kdPPUAH1esydNxYjpu3WokRgzVpOnZ0LHGz0uu8M610GwV3b
YJDxOQUfxiAAgFjrAoErq6G+BZDjUY0lusBl3Klebqqsi8DydGQ4bpb4lPEv/fB/hN34/5Fu46PX
/e99f/vmf//Xj/i97Y//4S/bn/T/hfwdAZ8nJeYNKCn/z/Zn+v8iUc9SQtoSPgfcm3/b/shRdGlj
eWi0qbdsRub/tv0p619ohIF6LKndEpeG/E9sf+dq4MVw5gH78NADc2pDuP7+0RzpRhaGw/sVlFPJ
gMyZb3xQbgdDUxExfe2vLXcc7qpQGfuu72O676V9+NvdQr83hWXxP4o+v8Vf0bX/63+eWVvevoPr
mDYiBUIn3zA+f1fzayceVd7U9Kp7yzyUs6ivXdNoLioqt82fP+pMnP/2UdxXrhYAMZv7mV2BGri1
B+EbaH5LGuEkWy2sTByIn7zy1pnKWpKZ6OHlRGKEWcH8EMaddoE3eoJrKnVgb+FN6oNneTUyFyCa
16ObJxwIgjpRq7qgebEWaFiNY8145wd7WHLVTKP9GCCknTbKaSqc9LPjP6aTqZHJDgWq4hp9xbwK
SzNqVx3CbGfluANBc8Ko2UQmIJlk26ZO9cymZiOndot4qzNTtduw7safLr64La68EJlEsoRdR4D4
yZybtD1tZ69HNWSGTnXRFJ017xqDlPA15bkbbaFhVtbJpXkYfWLR+fDrgL03sa65Jv8UBP6+fxi1
khnkeRGuo1D/cNjAdsFgpKc/PwJnzBlX8h7yNnpLdCmutA8C+LruRxkbKWdsWsEHgy7rxRQwk594
ep78QTVb02B0v2hikoMfmubN6OU40Bv06qnZwZNVJrMRjyk3wwYKqz9/vzOvEF/PFDRAef8lOCyS
Wd/fhEamHWF9fL2ZrXJTwaITq8oQw66uGxAlWWI8/vkD5fmzyidasOes5YbgTbLPDG861zZBQpMB
qnqIn0wYtMkaNXB+CLGk/iBPsUKVzSntqyujqkR1P/SvNAaceGsmMchZAMDRSXZ+kO+GNAfwkTUo
wtdJVk3fvWCW0b6SZEAu+nMUh6Kqau8/v2cMyoTrop6X7LJnr3U/FyDiZ3QKkcif5oa2WExCy4Zt
94qWyM8/36/z5Yrb5ZNGq0wWYNJuF7f235crA/EBgD8XnwP5K1eBNVOQFdl0UxiBuvzzR8FTemfW
WB4G+klE9PrUEIvb6f1nRUjCDaenkVcMsSi3eVb58W7gBYeTaxrTofacgEA+32yTFZlTIbKXxr/V
4eS5a2SZJuGLWSiYXTvAio8mnsUn4lNclGlIjqCM1EoCxWD8sxFWhsRc+FN2HXKE6REzx2ibCelg
2D3Gw3DLsaOhkFXoB7a0/DtC/YJWTFQyQ03uTFjI285yAv+GP2TIQU7Sq7a9jP5hZ1QnJAEUy3Rq
WKg6p4SaFsaRuG55SKLDQFD9/61V/lsP43nV9XbviKZfTFi4Rz/8TgCNazx2lMJWVAb12pSLMcmT
mkaAx7njCUl58y2kScewvO1orA8mrW5mOP4N4aUJJ/DWLlZoBZpXsoGCb21eOLdOnTi3IBetAqrC
mMpdE9Hkbco47VZ17aVUCf8uJP5hazSXJ/dvbp23i+AJwBjk+exYzlnp2GUNgQg259uyKJN8Z0/F
QJ52UG5CH8G5KCLyBGxHevvOrrtNa5mLsJhA0sapg/U8FCDi6nBwTsxI+yflVAqYKdvOJu9S9I5/
/rLny/fysFLe+kxIWb9scfZdA69hnVkW1oThzMZM0L3brZts//wpZ1Yp7ogU1Ak+jkqLffWcxVdB
4w+DBR9uVow4CxoIl2bNHJ5mbdmAyUBwW8ER5488p7n982d/KJfePtymXmOd4ZW0zxaatpmGIUK/
vu7yaAJTAInajqrp2rKj8KkM+6yAu6RMtl/cDmuot3CbpbD7T77Hxz2Cb+DZy4rtOoRGn9n4kNvb
Rm9RxhgRgT9RmwD/LRfM4FTADKUD7XyyM//TB+IWXHKPsVNRlb5fh/RcDIMSbbiWU0QU/VQ6h86B
CF5qhhO6c/NP9qSPj5IUXBisDAfCLQn17z+v47GJ+qkL12NWI+Y0h2LdUs79xw8sn0IZaNuO4Hwm
z35NsNSYiEauKmp8ixAEXF3IHtxPytt/vBb8t8gqKAxMdeZeH73CpYHEtfh+DRvYSJFBCz7qz4/m
P32KK22b9w5fLJOG93csD1iiiaoI1ynRZRurRoBod2H2ycv3j5/iuRYruGlbdCLef4od5vi4CXQh
SK/PCLjsVHYYu17f//liPr7jijOOy5aHTVHZb0v73/y9QurYJs6Pnx+w+Q76P3Nx/tN9mqQOiopm
+uInaH0w6qtPLvDtCt4vuBjfXcXeThVGb/us/KqIuaibgEVsqvnLBTKxx642+l0WEbVUzj6GubQj
orjri11v/Wgz/5EiKFgHQVx+8tIt6+XZVyFFdUG7cGx0TQAv7woNW0sGs+jFl5uNpJ4MxLdgS2JQ
J/0JYeHtUX//WRxWOIlyr00KKOesBsSK3mi6NAGdr9n/wtvu0+1OkACQ0kGDY+3Qb3F3MXF+JxT1
pJB6WUL8oCpJ7TDDPvpSdaMb3OT8Lffa6olOEBAWDFo5UQrfvOlnFsU57nLSkVpCvKxhGgBwmClD
97bXALoWsR/UKKvkPpKM6exb0aiD5TGa+OS1/3hfcS3ZlgQqsRzSzlEkmon2OAUS+Dud310RkgZK
XEF/mJWTf/JWflw3KR8UqQgASHDJq7N1k9NChioTEKWRV+IX5qrukkYu4jfp/y7rotv/+b35eGWE
0luS5i1VCs/O2RPj23mu5pGPmyYGoYlRQR1hCmuujNYU7ie30fxYnHJRnNfZgxH/eG+b5d/e0hwR
DXqIhBmAXGTGwi1OHTrA01xlwQ7XkdiNyOCRCnvyvm/95gjURmxSE/DLny/743LhmKbk6GhSEUgw
Su9fFDV4SGQWBLo7TNVXGY4tbi3yOhDM1UgKCdyZj1km7K2JyOyTEv3jLV/WdYslg0PrxzMr4jbG
kj23HGa1tUaeg7s3bup1ZCBN+vNlni++ljKZAXHsoGHr22QxvL/MPsgjQlpot+ZJ/8MsGNQGrgw/
eYTetvK/rwQcNGxOgdZyCLWZPp09Q0mKDjwvBXb8OR/oEbt+sJ9QvBkrYpz1SLZbaqvDkE0iPhpQ
oqh4UDhN5M5q0wYj6fnx2uoip10zf2JaUTW4g5hQMMOJRj24dywGgN8KpNx0vQuDcVDmY+aem3ks
b0NswXBHyxwtzZ/v3vkPxXVxxHUtzojC55U8e0hMggrMuh/qdeKiMQjnBJ2njoxL2svlJ/fw4w+F
GB28Lod3EyqGd7bjJ5bFwGc2iLlDVHjQBsKGciA9488X9OGAw8NuubRMQIZZyxnh7JeaIno4fYbD
0S6G+llnSMZXtJ0MOAmOPd4MaPu8tfAHcrzbomQ9HwyWgiiLWiQ/Xc9UB+IXLR8HJ9kK+oBBZEMU
E0tZW2Nub3D0II6p+gBl+ki8Vcf8IOyI5pmT4LP68kNhzbXQeKBpQJccTIs8q2j9Me7mOknIfs2S
R9PPm+9o6sHaTrF7slqLrVfb8l4zO3oMIrytjqzUJ1SRj78aLxjbLKppTi8cHM9erzxzB4ZLOIuC
AdV/EFSsF3P4yY7wD59CGbgQoniV+aCzlxgPCRYtFOootTiz4M2wkbEOYvvnZ+ON4vD+LbYoBT1a
x6C+WC3OnvaoK+O4L7IlCUcHzRJzsgxG3bR5QB6on6GuDTeNp9v7yo31dZGk+qnSjhr3DXEm6YrC
zIP4aFAILcLP8dAOXlXth6wSv+thbq6COcicXZrNItw1CRiRoBkAHCN0ibFSGrbNMIvD+RP96wHT
exVUeISQuDC9rYOrGDX41zIjcGRFrkzWrsNW6yso/5a3jlFmY6gfh+wZhaPujijiNCPGoh5ecQLP
PzC6xAtowXIQAwx+8ZSFabFh7IbL5M938cMORxwCKBfSFUDJL/y9s0cinQcOPqZuUDS341eyyPzf
fexmh7gOvMc+VummkS151n7sR69BTgOlYIuoIY/MffXZl1l+svc/6VJDuGzty/mTYu3987kEnAFo
sfVayfs0WAFSWw3kilCpfvZJS7H3/pPopNEgt3kPOGaeY72qCehVaJAlQcyF3V/Olj0zjIZsxe/S
RPhDxmhAdICxvpi2lewdoBt97spb0Yfy8ZPf4MNls44SdcJpgIQTgFxnlaluoyCYUMat5Rig3wkY
kxc8LyS+rNBe979bpHiwLtC0V5tYxBJjPyEaO23RFWELEjEhWZ6l2J+N/pO9/+PzwXdTS4uOOki6
0j9btXKTICekjOU6RJAN8hhNCzZ3r/9tV2mZHePazySABuStu3macqwQJGOgzWVwfFGNPsa9P9+s
vyq8s5+OhYV7xWNrk4Bwdnzp897siN8lilQmLRMcbDo0D/0MU4TORhL7JmWhT8AG3KwsNovnpCuI
k2ZSbjzn8SSeOnJUETU6yUOOiXOr/SJ7wuoArts3+vGrKVr9SJ8qeCTEME83qpnMKzJmcKFTUXNB
2kJKhrbLCG9LAm+JLcgNh8g0SyXeyUYycCVp/CO8NI3fuSIvARCQ3WfE8wTBl24iWA0DXeEeWxK/
flA9o/XOWbHUNiLxyQM9XSrwjH7kwiCgXmLq4efJKyWNd4LwRTTnJMvF+0EX7Fcs6/FhTqBYbi0R
znI11naJhZpV5RuD9HCGwhwVL7XNakNf2ozw6oiMbjf2DXfYmfVk/6hdP2MBQ1PRbyBdNc6uQGPF
JKD0M4jnpaeJq7TzbrzUg8jiI4HS9osdjcATbCcCQcsEg3UqdMRw8sMsrVeDJKxrlQxdUO3lEJFS
k9S+KFaaQFZ/nUv6BRtCwfyntiBmkzSVpLrvVdk8ocCEmTIzn4MbHS1xXJguMLwzcv+i2ESqDRQC
8nUxe754uOwvy6AlIikUvRcx0J+LH0I7xVYiSZmOFtwClNp96bSbJqkJWVGFr9eELBm/6s6ogdXH
BV6ixOARVkNoyGNLVA4M3SJD9iPbzIt33VDOxopywX3FBqzvUMv6d7bbw4TyJlZ+OsSo7TqT52dV
mslMNm/XZN9zcpSmFZzL+apI0Yfth1501zSUim+YqJKvdVWmeD/IasL10TOz26HflZz3HQM2QKFo
K1+UUY0MyVVBflU2ua83hGA4PQ3sANMt2Rf5tZ/XrUeKhqJ6EPhtm+u+V/m0yZALUelgHSpQsnZQ
SRKvrhEDBS2XKpzZN7eyrMFdlIq45k3e9u6vcrYNuuGlxEBYFulCCXJ6x1kHFs33G1dNLiM6VZA1
PniF4+B3we+7suuGMLqJ6QA45gRHXjfYsblyRQcEKM1SNewwpBOjrv1muXmgMqCodALKj4BcIqZ4
JAqNUMsLo/StGo0gipadzoPusUJkyMQmT6JvZVN17nokWvIlD7IG0oyra/KsHDe4GgNOTJfoGKOn
QXZR86UfxGSsbVWNydZPLbhDdZ6GsJQir+i3GDZR7xY25+91lJp0O0CH+M0Fve7qKcYSJdbI/fFW
5rOs7jKXfOqlRpt+6cFzL9KqldkelcnwiCC4IRu6otTn6+TFczeYEW4P7baXIQYOyoOBbE0ztt3n
LIz6b7rygGIsNZhgkoGFfeWYHbx4zG7pYy8mx7pIJ6cjprVD04eLyI/2WUotuo4T1l5S1whNQkUj
4LCbutfPpR0Rqe5Ww3Qba0ugtXSb3jpVVSbFSQpChi4E/jdmrgn0m1J7CuDKkBb3sfSC8jhWhnZA
lxe+ukDe7xJqJjyoEkHD+XtTt52/7wwIZqscBAPqeUdnOLdqNRDkW0Xl1UQmLZTuMfEnTt89YsY4
Qeftm6FJrENSjdPa86bopw7rGZ25R5S94dTuySl841IqGobryQiqV85WqKoCdAVkzWO+2TDxoUxO
vVz+IJbXctcKmBOKlobKZIVhK7oayWreTikmojXLRII1oYpAqBlhkQS7npDc6igieIjgr4a8OgiR
x09dJ61oYxc5Ix43UCnpbq0xpiuSq5cALV/PzJSR04GWQDGDaLMDkonPrsGmFkictnAx+xYrDTry
NZJYBSIiR6120HUKb75WdnHvzvX0K0MZRPhA16lvVjdFNZxwxeYxtrGfrMnKRDKNBwpNU9nMKNlB
EAhWRrcg+GuOB3hKbWrNt4XXRK+9S6jape2z6R06IGCA87qRGU/sc3QFv4JEcJP0AomrYNtF4BfP
v+fSGR+QmnOQlaFNwJQmzAd97rwJDW8/JH2NKpZoL9Kbr+hEERoVDBdug40V/xSOh3hruOGrUbmv
uW3sAaBF2yTQm5zXHfyB3lakFuZp/1jE7q3uikdv4JlhPomv5YZk0+fMSo+cGrdjmv4ScbKTwjra
aFE9xsyl7VwHDiQTjM0bz0TXzLOMLZtMX+3vF1wVitWvLZu7VbUXkxkkD2USX4+wbWwne01c/BwN
YXnmc9lDK8ghCP4wO0I5TPdo8TcAb9khENrGOYaMTLs7N/ZS6M6NyV3FYDcrUARRx2WQCxqolxDL
KK4kOtdVIG561Os5WISovw+wvcFosX19YNZwQSeV/xZ3kitsM1xlrchvw8DVG1HX+9htH/uBXIol
4Rp881UwZiy7sGrgLd9ZxOORZk1ivM4fkFh+pd54xMxNf7GLxheBtPIgJndfTvOLE9nbuvWvQklA
idfcK5k/2Sg97RiuRdrJe68K7xa2gp3CcLpSdt5Av3L8Vc5Od8FTBlxn/J3W4cmleg9y7J152D2Z
VXhlRRLfsR7nvZqjY6uVx3RyfICvsB8Jal1VkEQaoZ6CNvluNgSpdRJw6FDt4ZTtAoY84DCKnWuq
b9qQtyaWpiRiOiNK8SDjbuP7QbHGfkX/mnhKLhOj5Cz3XRk9KHxjUeIptGjIuvKIXHiDvHQ13zq5
/W0wx69GjXUEopuR/Ei67GcbMODSbXElE30ZJunWHyPqofwGkg7BiYZ5TEJTvXgxP7yeAAkao8Yu
CacvIIaVuIwIRN4oxc+SB2hLVN3PWL2gdd+P9nQzhvbXjPdp1TtEQTriEPZ2fT8CFBxoaDlEfwRy
BMWCghId+ATOg5bA3q7RkaoQ/13VNc/SaEtivNPbLG4Opc1TkYRiLeb+lRf/BkNahlsVq3LvssTV
pb7vG2C5gSIAtU8HYgGMhFmqmTcUSdpF1l0WV2NXicsGpfWOjdn7GvHoWEcx2lfIKA7e1B6A+amD
VzWXKcBJwl8va9sqV12JXDhTxrWTkFcSLHbYMtaHgDpmH7XpT469JAvlza9E5o/oHeGwQE1p2+94
KI1q1VYYUY4jXihicDsLY31RlgHyeVt/cQplvEjUIT9zmYHVkKY7gaOgBglRvCeoAzIT573vVRIS
EUdFakgKLH/TtVMNhCyq/WPbRVCGhZhA4UStRFruNIj6VxFKe4XWsZu/EYht4nOKprjYYHv2WyKE
hvTa9WrH3E41zbNMLXsLxCjyqgvI0L/8ET/LRiXlOJBHVop9l4QWA4vKMDdWa8Y3gW8j0895K4Dl
oLfBJ+otEiSf1eAVt6Z8xY9XWzjg2tnaejkhymAjkoZyszJHyAFFBF9rlKoeOFnkNYw07C5bMTfo
u2n7jqyRHna6FVdtfs9Jor6rZfR/ODuz5Ti1bIt+ERFsel4TyFSqt2RLll8It/Ttpv/6Gvi+WGSG
Ms59KFdF1Dkmgc1u1ppzzOnJsMYh3WdRTOG/KxEYeyIHeIcsZCF5psFB8yvGKv8NrWTI2NWr5pM9
8HH5TZ7BxWmdbGT6Wl33Y60DfhyoCxGpA6uH0bOU5OTMKdvGLO5aRN72AvamAlbQeDJHpA5zqQFU
PbG4YHeBcsk6GK8EAxksWYJbocx0BQdCYw1If8beTDxhTGxDzEm0P2tpEEZSFo715JoNyA2UDiAG
W5YTYqpmFOjUnlEx72PQ6gbh8o74M4eGXvCptYO5i5p8MJDxgHXz9VHHgK/YI7vbUcsKQE0UvYab
xl6Qg81i0J/0HLXHfcMEC3WDPZod0JaKbkDZJMLX1RHa46D05p+0bHh9VdNHr8aAuHVn2nn8Q7iK
gGSTde2L0onhFnt6tKoTyFMlL5VYXr5GqXZIcWV6ZzsFS7tFqiTU1she8MGnxBiD2l7Np7XdwNNb
3Fo+QsNzG4icYvmSpwiifHQX4YvdyPKHqSSahkWvFN+1MHb5n71aPxiUxe+yWRfktQxLwbYMZpHp
Jc3a2ItLLIOAFRHCX1cNZhLf6SOXjFjZoEuggKtCkrE754qSB2ZAIKMgqnDP3ShNXr3aWT3cq9Y6
dmel4ynTh1TWavKIxUlWqgPRCM8DIrmF1pRZlezO+yzUvjF5a64XioWV3ekHtm+GiTcRXJpDbkgT
1tExJTn0azSVOvrgNLEHzykspHSTpvc/VCOqHtU21fmwDchb4AmKlzGDngfSfe3uorUxUWCEfI0Q
LUrna+oi1NkthAfiLizr8Sh1AVcbjUNxk+BAJ++IQhaxZWmYfIJHTyYNFTH6tonVpw+hNYJeW9IZ
8TzImOG+1QtgnWNbjj84ZyToWfSl6/b1kFV3wm7iZodlLP5R8y98tSCaFqzBjkbyCK12SvFF5bCH
kESH2Tzt7lGEefl9cfE/7oZe0b5XVljdIUPqhecOCvU0hY33T4WN86dEFAsnA7sQzqGQRppzXnKo
jLHtrHs/TLV4BT1wFNt3Sy+gLhpqru+VqsInAzULo1C9rJHRUY188VE36rb2cXT3PynOqJ0PYMl9
xi9cPvLXDm+5qDjKZ8iRnmOXbS6orx6vGuCj7o9oyhCQTCrfOiwsUQB8gbkppWjAIQg/K7A1jqEg
vscuvmpxMOak+M5RHbQViKGdFUKM2bluQtljniWR9LiWlAm3/wLlynFF8iqiOH8N8VYwa0B1Z8qr
s5Y+llU8tEoOL7NjvOAJBFLeYFeBhgzMaGkJEu6K8TZplTgLhpkUEG/oOLJ7ejTxveAAD49OxKGG
o0QNwIYmvfprtHGM+gPEsteqNio4SS7pyjg9+vh6Af0ATUEZO8e3UwbALlImEnwyrbAOhW3epLKg
ftIOaYxEC9OUyimV/obp3OVqD+OQo2z/M5kGyIWlWLXxDEF5I1WFRJi8x4fJkE/5wFu9UpjM23T6
Cf+HuR9JfcjONpv6F3a0igyEEa70MAz3rCrYP4B6ldFnrODySyUxfiDZLEYjoGLBmCCjloXbBbVJ
WLIy290+tixSNUYxuUfGXDYBZwANsmvHbJa7yjRjcTArR10pDqyRk7ShvKYWlnR/JJH7EZTgiicG
2k4XqstmMGuDyVlEuhVI7cVQuhtkDzrUxoLDiF/Hg32nGqkSBUI09ltTQkLfoYRWv8/MZ9p+qFv1
rbfa5bc2D/WPMAoNeVymxr7rRismh4sU9U9znOClzue2e1bYSTReLhOGGH6nOvdTw44aEInpWuHS
1fS3yHvBYIibZPZHSfUJgJnZ/8AnTRg5c9YMuGBq3MSXEXQJ9hN9d9DzoVW9US7ECjhWD+2XMmrd
7kjsDSGshWX6iXKAoV7PLF0tn3K0ACC1MaVkWFsfOmreYMLVkM1NHA26ElSU/E3GFeuXX/VR9Gi2
NYPBktREgRoksFhBovYaboNlwXjTivwrWDzzl1BZZFifetKue71mBVcoY0/akiwHY7Gqbyk+Sz2w
p6Hw5lxZmqu+mLOf1B+tO33KuntwiYypjD2xRaGxHb87Y9bc4XKiyISc8K8eAJvDf5TWsMTQMrLJ
3KC1Rx9i02jT0kVUYZpknivLlOyxcbrjcHxBG3HSseEiuq05hkazwqb7+r7uLgaXLnLJ6ZSjZxK0
OQ8qK6r4Qg/7RJZs8AWQjmLSaMAT4GylNZqixy2lntpr06i+m4VlsxJI47WcVvBqTBJinbr6g15S
1qbWXgbgoz9r/USdgN3xdYNMjPBmyVHPYFP1cV35pHf697dZpJuQD0Tc+KaqPJWVUxZsh715LV9p
ZRvvzSp8Kp10utC4Ette/voYTNSIjubgmyCB4v3TRiGRam0IccWdxi6H89Haf9zKYOdSVCnikaHy
zXWDV5HyvLds3fW6PoveFiIfMBJreGgGu1NvZaQDGJiy8hoyAPWulKJD1Wrhl48fzF850Lt6Oz+X
Yy1Kch1ZOU3Y9z93oheeixwMtGLEoInShi6pDZVgaqV27JOYXHJw+n7KhHNt8eMDNhP9daKGry74
fz9j+/JEiSriYKOrd3BGNTBWhREj2HecXT6Jxvv4F58ZzajKGT0WGkb6BOur/ke0wa6wVMSMDgdo
VPNblrn7I65F99+volkkINDVJWbgRL+n6m1RpwmIhK4Lk1sKux2+dMhKH9/LaQecNj7lttW4QlfM
UtfB9M/NcPBwK5ukX8/JNOCsjubu0RO3v8wCcCvCc/eunIhjXFoQmSHm1bsGAhzxIlpB3iJaWWVv
TUNEZhqRTrPa2Y63hMpyQ9Evvs5zWx7k5JjPhjWPQcTm1f/4559+Vfx6E+MNUh3cP9uhnlSadEq1
Id80Ye/A+1IoV6IOlCZQ8o8vtdUhrV8Vhz+HsYroSTXWJts/DwqWvhi7EZdHvQAArJIo8iK34nvW
rJ9VTybix5c70xgzDBWNFc4i1KKuuRllPfi+PiNwxbPwTMI3aFibgOIG6AraI9IcUm77RX0abWIf
KJVVvm4PQAnlXDx+/EvO3DjyCBwlNtQq9Pqb71MVczHZ1Ko9U/TdbwWAFeaWsdxb1Ngou5fWBenH
6Ts10JLSqKTYQ/N0q06eQtWM4Yxg9evb8sEyZPm1sAb7djSy9MK6dO5SrBbr1Ly+2q3KxMGF2yPK
o4IQRRC5EXGAmwypg2NTd90Ln9rptMGBlseoWo5h2dzc+wHEKWnSwfvV2GAwSzktSZBEL8UXrnJu
OsXZxghlCXCRzWnvL1NlYwqLApaCMmHb9ErXDF8dZGZhoA3gh4I+0wXobsOa5KNY+gR4mYkwBPSS
gszQziaFPWA9NPfaQq1812JHedBmx/o8yFQq7P2Lpd/RfYhelkG1xguz3pk3gu0LtgYfGz6arUpa
qRMwk0NcI31YTF+bJuU+KUV5G4reevmv45q/3kHvxo4Bb4C22ZQ0Q9iK2cF6TUzBcBW3GbxAUdTH
Bruzl+l1emGuOv2O6Cavuy2mddY5a/Ni0rAK654zoNeHs3mAUEKUKN3QQHUL5yFZMA1dmLHWLcX7
hdVk2aC7zqYLYZCxmUGGToy2kKxTOdpsTgFa+JxqTnNnt8I+ZDKjrNZH3fMsnIW6aZnll3r7p0I4
C6EOuj5z3Y+4GBTfj0WITH2HGBYyfVcWv+JUuDdpVbqUhuGOG340Z6OCDHZqtTV+QP3VupEhb4va
iaadzmcYe2YUTXMADcp5tQSMRzorraToWdi0RICjhArnxllQVYeNUtJayuOf8DHRCcikNGBxOkSH
HGl3gkI25yZ709lMkLWcZPN0B6SHMjXdeljj0EfaybPDzuEaLuFGfp/VSoIWfOru4s5emSPZaD+L
fkHAhQrOgkpOpKF6wytfD6goljAfayo1QsQO0Uvfu9qfZQwpqMP9e5VJg8E77FP5R5aLhO/mpv0V
spBp8ssMX6NXAB/8jXMTaK+rO1PjgwzL3FcQUhWqSK0zbc9VAa/6U9nDTAcymbx1Wtm8Uf3oHiMO
harPKt+9xH1HURY6aY1UmJIf5A2JOOx20Wd2fUTy4FtiwwWrPizNjtjh3Mi/tgS7IF1uTcAB6sKR
+2qkugxhnW6F4iXL0B1l7bi/DLutnqIZCVhQi3J5m1L0/julW0qxV+eRgqhmyybEFzkkFMw5Te7g
JyqEvmLBfFWFMX7RjIr0XcB69BybwYK+YiNlIGwapQy515NCaHUOV43XAS3k3shhdAdzuUxAVDid
pd7Qx+VzRj2Muh9FylvuLv2T1AN1QHzbA7g9WIh/lL5ojgjrQYB20RR/TiN9EeBOHWguA3zYrG5p
p7ahQcOlgynT4l638x+wSRYiKs3h88fTzen0D/mGBXSNCVXxHW++xmbSErdIAPMSeSADWvtaYI14
xz6+yt/p/f1Hz16RbRwiKS5kOess9M82hTCNAjUHPd1iblpfKlb2feb5tLuCxuKR43gSwH2qg0kJ
J69sEtgdCH9RWNYV6MTWvkkdOd11bLW8mkYqbCgZqbdY4JBGtG7td0XbXXNQr/1GqRq/GCiXfHwL
Z+bJv0mt68aH3Kzt9roOy9rgKytAj5TmvT6SuVFqTXsdwYXyI52h8/H1TvwKmHLwW6FNY6QyU25z
AceoUmMHzqEnfOVpuTK/EgZzCK+WP/n1CELyEsvgzArN9RgAuHMc5h1nsxBUKRHrWg+gyP92fPr9
dDwedoF3Ne78T+PuwgbndNC9v9Rmz0H3rFDbYWUhyVey+3ZUAi8MOHHmdb27m/Un/DPg5ohZVF3v
5mb/ec+tHA6HP883ny7cyJlxvd4J2lbM/A6r2ub8XI2AyPn6CZoO5JfptvHmx+HKvAHo7yEn8aQ/
HVCbHGn0R/7yqOzdt49HyenGhGvjL+csxk848cxRmmkxdxMnbVCI3E3h4Bz5lup92y3OhXs9fWn/
dwliDtnAnRjf67DXlbbpEvwzWvQqEWOz6Xf/q9GBzajKfzjOW6vdcGs11JqCHu3cJuwTk/xzE5Xm
00z2YNBk8SWZ9ak0mWs5usp4x8BBRWFzyFyscTJms0k8hKk9GC28QS3IKr9BgkJ0jq5G3/JCIXYB
JwjxP1rc+4lWW3f//RVijTf48th/G3/rJv+MVNp39Ax4kRTcRRfQbByPRlq+kOSmXjjCnHuDtAMY
JRTVTM5N778JTGNpBe8RA7eSjEdkymTkTIt+aeJaT16buV4wJqlDuBSVTrS1CH0cMKwyI2akGPqD
vUQklc+x26Hl0ZU+qBQXoHqXASZzskJ9S2rVeS6KOn6OI0NbQyoWygumLVEq5aswxaSvRlx8OLp7
SPDdfy9pwIzAv2cz7VGE3ubmyZT2GTqktQwIMlis/k67qpsLD//cU0GZagvsNLztrZWlV10pZtpK
tOmH4ja0ShtCzQAzT1jpl5bxqSN1mOSFwXXmlWNP5HVweuHksrUoOiCG3VynxGnGvXl0G8gzM4Tc
C/d27ktaizUuTlIqqtZ27UhEToNOj+DLlwaELRrr6eRFRpNyJissSRqmVsdaEOrgssipB4zqOWk+
3BDPo8oLU/+ZKVHDRIxWiVDo1WP3fpQrSSbFXy0zh2XocxpFZCSq88HR2tj/z58uxUGshOwrKWr+
LZb88+nqiEwnAZPO06Rt70uSyXYoo27o9v135TauEzAVJlUe3Jnm3/Xu30shgjLZ7zNX6QuH9WVA
mIVNun5QqPl8SkleO2pL3H7K2sU6ojOnz6iU7v3H9/v38Ln5tNfCH4dg5irqIZttXG1NKG4czh9T
l1mS8NV6uTOr2UA+HsraV5z4TzvFehBFRE0p2ph84tMyfk3OlK2qE8EfkOhlVWD9rXLj2C54PwXS
E0L1Bp0VDE0IYHLFprWc5nkSDOqq7yua9GWaRXlhpJz5JME2IYSnb8baZm/uJhQNnmAxMz4qfX6h
z+E807Mcdjrl70Coo/sFAEJ84RmeGZ64koWDGpsF7sQBm1dQTJ2RRQfwBrqNXqS3sm8Q0jmxeuGk
y6H6dCqmiULrgVxpfEvb3T2t5ywu4lTZTQ36mp0poGHv4pjzzJDmyM3UoaKjLg0VcRui7+xzki1u
oEY6OTixdBEI6D4RrMpt25fJSt0r1NAvyeL8vFirKpHIMVSd/arqDUj9IAYT268wPDWsdPM6Eq79
nUAQ8b22Fv1HhUunCJRu1u4hmdsKJ0bTwmoc0nHETCYLuB6iUlGqTVPxhbz1gm1NXelkF+ma8tjF
Asa46N38Hj+r9VXJSvumymoT5XSoTvdZs6DXH5xG3CMPjzrfGDQl9uyuqX/3Vl8RqANSGYE12M8W
ea9C9Ejdp9bnvjPF6xBNYMaQizerL5YMNMV2ynCvMZ31vl00ynU31rQk6Rik164bz5zWafg+5Wpk
GTsc+3qIgmdshx31TyDbVQZEJIgMGNm7wYwQmuDcuaY7hwyziebmLqamBOBTLnXoQ0CUfE3OOLoY
/1V+9Vp4IU6FLZe9B6uJto/gg6L1WHaR7lluScsGpGqq7lRU3yFIEDuBKW2a0U7OEuqYK8f5vrfI
jd/PyoA4Pc8gZu9c0jheWgKKZ5+mdPvdAn6NiJ2pOw3sHJPYzspL/la3JFfRx5be3iKYchTCtFsi
uIqwJNOxVzoNZnNOjBTCtrTG6GvUw+Q5xFZ2h6WNEBYibifTVNAtuB7dIiQ+uHaGL/BXEFsp9Mka
f5zS+piboV3cwk0GUVXQF95lVFZ/USNYFq+R4L/9rLPiu6FPrCpAzd/f5Q0ZFAeJNAsJHDE4jock
1fkdU2nh3XJrt3YN4jIw8t5lrE6ZNBEuDgOiyalR8900KhVSBqOejGBWM+cXlaIpu261udWAASLD
Mfua+B+05JMZOArs1nqK+snr1GFM/IS2EOIB8lUtohITJLTahF5zjRSgijEScvGgdrPOIDZCgqoY
ETNiG40uZlCpVv6TGYUKW1NlxBAs4/qoK0sM3YFkZoJCRaZN9X7BTtkEfS0bcP1YyhyU2FKmHl3m
ZtkX1mjUK9JusK4WXFmUa6SoCdl0YsTrDMSC5lpc6TfLoBidT6zT/K1tBdEEplZ3gJ0zKycI4W9v
iMCHut4tOtzwndKUBkUmwldNr4mjbCH4Aog9hlBR1fcOUENxcNFVp1dZEZImhzrZ1vysTezyuNQD
8t6Iz3cO0tYZnyO7ikBrD1S4d0mbjLeEplivAwvW9xhbTRtkLJIIsQqXgD8EoRBdlQiOOZlJGSyt
ZNIizBMJ0d7QLj+PVcY23JbCrG4NOTJRtmrPYCHrxyUMcTAIYHfaMPxhzHP3Iu1MIz14HO3fpIJg
N3UGwhiCEm3q7SggZr4NDq3XnVBp7eEoCN03hIwhip4hfTQR2HxR9El7iouRE7c6ZuaqJiVnR3HW
BFmCKsU1CPpWDzKV7PEZM/0XdBHVy8dr7ZmdG1t17FH4dambW5vDiYnT1iwWTnao9B0vZ/t0DzM6
+/XxVfTTy/B34yiiHMhpCPvZ+92S5UQ4yjsuA+4nWPzOr738Tj+CAvF1v9w3d+69OChP2dV0Fe8B
A+3JHtjngQiqvRlgMNmVd/OVE6BhuLBOnmmbv/9l6y//Z8fT1nbfRuR/etnO3uX+b5BowW+0LLvn
bJ/4GHou7AbOtLbeX3BTCqtoOIzJesFi9+Npd3zzgk+fPn7ap2v/+ytsNhzJHKEZJEzAU2yyW5vb
CLBVk+4/vsi5N0orR7dW8B/rweY2RKd39IpYrWtakIHdkOHDB37JIXfmVjgrsc+mQkWq6TZvPpXI
5GKYQF6m5O3R7Ex1b6VT8SjrqvI/vqHThoHN7mXtaKsmFITtsTUzS3T18FwQzhIOtIuIX/Hqwap+
jOFiXRfDhJkEOIL83BDPNF6R2qxcGhrrmeH9vhcPIB5NjjcmrK6/X9E/YxGdIX0ychS8YWhT9Qk3
YkGaeS/IkOBoH2L5UaL4cURo8qbEugURGQv+wTWiJqjxanG0jJbk0gdy5kXTHbRtNlQ8HXyU7z+Q
Knb6dgIph55KGl9mNCbIrHiGN1ZFhikuDcP4SZIAcbx5P7BNsyKRk/aSjAi5iAcovpuxOn81rESf
vXmOy+8fv7YzbRbYl2tBkRPoWnXYzGD4k2dbDIjqRWamJYmQBtpMKQXusXJGJ42CNjFRbzuh3e6a
WXa/zCl08qCsgVoj1pbZ96ZwksdhkMuq/dbmki1jRwhsLJblQNScXmCZNTGt2U2jNAfFjbOj5YQO
uNy6wVLS9E0tL4zGE3AXXVL0K3QCCTniGLQFa5bkAPV4JbGtZhnt/KzL9LsylMOvliC2R7bVZAwM
heYCz9Xn+mcpmV0hC9bGsxJPVofCS58CnUR05WiKrH+KLSrKJN/CAyQLOLON4OP3cOZwbvMraShC
9XEYxJsJgcpZ008uHb58Vc2A81ueHb3ovcYus2c59DOSWlX8XEge/BZzVN7jMNKKC7PSuV+xgndI
igSayYKzabr1NfidCH4MJYLRVW7YvCN3Goclecl19l5e5ubzt6mrMmuX1Ms0BgU1mO9yKbMfF57H
Ou42HzMapLXrSV+H8u3meQw5PD9S4WCrtx08zrojCAY+6k2kkb2U6rV9FE6jBlmZzI9dGk9fGBA4
c0SmPNhlGPojFZCA9u18xUkq27sitA40tY27jk79hdG2rgjb3wqPEG0WEy0Mhc03rgIDo2bGN4Qi
INr3TViA3FH0PQiAyAvnVl54OGfmFLjgUAxArqw0tM1bGvoxtQuiTD1iHop7BLv1VdPN09WFV3Di
Q7fQeK8lNygkiDO3Te6liQo3jYCZJwmRhV44SdAEIgLtDAaZeBiUjtIqd7bV4SPL1aGcdyYt+Ldo
Ua0L0+jpE3bUtdyMxhBEBN2W97PoYufTTEIbltPe7b8monLIQ+jmF3MxdTKfRPLl43s/I21iwkZU
Jqg9YALbQjndnkhAxN2pR/6gDPccbelOdhlx1akzLnFQtK7109LrUuPg2LWPJpaFP1ZWtDi6rJ4u
sa1Xxh3Ah5EonVAH/7GgFGVmrVbzFcKd5nuUt9EnY5ntH+1oqVPQ4/K9WD1fP5P3Q5P7AIOyAtbg
1mw/6CZsK70luMazB1f5Dc9/fGWZFp+alBpBE+fGHZvOBpeDMfhdaqbH0LFHX8/xt+6I8ykeF5HP
V0CaKA0toX2h8HlmvmHpoWLGa2UgQ9t6/17ntHW1KKaxKTOCOq70MFaGu7mKpo4Vx9b/JLMin2Q/
Ri8t5UgE8OSd3blzW00XNg9nnpNG8XVV5UEwYhPz/odITZXpNGuUtEl9uwLjbWHC6owbKu+X1Jxn
1iaUeahm4SAjzjpRZ2l6MmM+Ac8ol9Taq5PTXZeLlT+bdpY8C6Ay/Y7PPzqwGvS7zBHyIdfN6EYK
q76yy3Y4osct7zO3c3dZ0lRHRUmJAePclV1oEpzOwRTAqEnTflHZJGz7wV2MOqEDf+nN+qi+QZLv
8BGq3U2VAtKyCbjCVDvURxSrxiVK8GnVj0uvqg+HvQHdn822pCc0qV10ot1rux1mJnLIOPsMvSce
uCknK6lxkumhU6PkJiQPjP673bg/hnQYv7jqINVgQE3t4GYr5W2ZxGXpL7KwSTIlyxCYRtQK/cIi
cDopI2+zKbvSCDJtbTtF2XJYlpiZ0tMzJ7+lihH5lmjn/8crcSxUi1SHgSpsO29uwxG9H/AlOVE1
PGeFjfeWhenXxK7lsZPNxGE4lN2uZDt+AdDzV2S2mUtYiS36XIwFJontKRTBe64QDuaFdImuTEBA
N9JKB4+01OoP0sI0mAhEmPbYkeeH3EUMRxCV3nzBwmAdkkKGn5psIRn+46n63M+i764bDBeXL3h7
8og0MpYUjfyuWnSp4RM8FD1XC/UVO3N1pNta+sNoTUw/hcYk1pJh3mdqNgXgmexj2BQ1brxIXtLG
n5lQqP+Dg4TrhzB5u+9XJrSVWYxPZ0n75bmg/hJQJzSPmUOf7eMncOZSHCLpbkDKAa6+bVpZs9BB
s4TSq1wgFC3IBl9LkoxsDuuS3sFeJ+T3Y2CV2FnAotYJAYnx+3kyDnsZNrHRES2bG/MDNsEicGkl
psdYRPU9bnDSs7K4xrilVB2aj9YKMZBKV3/N0pb6TFUs8ecGAaHYJWofP+pOFSGvsvk/fcMmpGbn
pEtzbdvp/LpoOsBrl72OiS+nUO17Z+h0a98hTfmGnlW8QlmRrzn2zBehiJ+aW6svWO7Ub60lr+nw
5ftlaLIhIG8oAV5SLsBCwqwZd8oo2+iwxjup+zDp9E/SlaqJnEtFS9Q13Pqu0xOsR/iPwKwoOWpt
T6kHOnODUsTDbqrd8LcYMUgestydxJ4sYyKCgOzDuqnKgrjYaAS5QV0tj+is2Zn520X++pKELUEh
2FemH6PF0yNqZ+omNKPD8mqSQEkcVYFFa0cwq8J2ASoHUr9Rn/7kGtPJwUDSMmMstfLPemRZl07x
p9MuXTK4QyvGdJ1f1n3YP0do3O7YswyKoTzO8MjZ2fANYo72dWZqV3BLIiyNk7wwp52RgbAOqjR4
Vmrb2pp8f9VsnPpFtmxD3Bk3nYn869bEJf+4pKpFXZaoV19i5ESEpwxXI70tn15mf8j1QvvUqu6y
RzRmHCM8Whzn1Ma9LcGnXtiB/pUqb0b+mtRAY3jVALA13PzIelQ10jLR2plpJXxqfcQHOQz13/1Y
15yNG8PsgnhS9acZK8zn2akSDYGmq4AmUSez3UHfmSD68RW4u8ptsBob7rLuBqU6lruelAI2Ylj1
7nQxpDaK+VZRfGGCsoAn7bCnxJmfTIHR9Il7hTkterLTrPyFB3ROPCdx9V/Jwlltt2RZ+tDOVvhT
dmXf7yPXmh8guDTXrISxwTlKV353HX6WS6v2+vVvntFaolxJf+u2Ybud082wUHpaDZ4NriCwVTfz
KdemQYmw41sS2cM9amESGDGlUQwy9YeKPeZtPljTYSk0ooNERfvk49nxzJCmu4b8fGVEoQzebDER
NEZOaDXSMxal98mL7X5RBhJ+W0ThLqXZRlcrvqTXPZmSbaQbiCuo/KDaNrazfygTvChwSAgXUopj
aKfyGp8eu5navrRzPd1Oci1Hg9mnolqg1LEZmKywtFVMQbO+hCMVhJPS/KJxIT4nYZx+U0ijZV6K
AMPTYx2fUc2SM0G52ryLtUX8ajXxx2rXsMVZXz6bjT3/Bh7ZfUpbZ3n9+E38FcO9Gx7oKhBCmTqz
IMDHv3fyz+zCIaCzZd3Unk4IkH1Yoq4ZSbUga2NviGZO7kSKocSvRV1CNGiXcAR4MI20OZ0+plQK
ynHxKir8M6HuSV89FEOtXziS/EUdbn8k3Xv6965FMWZrain5MHh7OqZnQqeJSHfjP7NZoM8lTzh8
tcnnsj17suafUZ2mL8OiAjzCys1mp0Q9b3iRwLZHlGneIIkVxMMd1aHGATH2gBOPcCjZybt/j5Ak
lFcH7g92SWTUqIYhzGSDDwfJqQPNyGkgOQrqxYOrV4txYbt6Wki3ScWhVrsi5vD4bk1lht2V9pgh
o5FDYRyHVNB3Ic1678T2QL0ld3yAgEPQUyjy4p7apYuNFv8dzeYLw+JkT7H+kpWmSfQIe8utiYsY
O0XP8b1ymeLNoRm600x5iDXlOkoicdAG0qCn7GjP8DCbpaCtll+auf7O3pu3zm+wUBeZhsF/b85/
IdNnJe31N2hyvB8jFIOAkTXrzYoMh9isqBAe8hE2EbZKwykCETOqgoQUVA+Pq7zEl3G5HMcytInv
jdU716APGfZqfNuOZr9PyrABqjNNh7zRCTsJKe3RUFOx8WfEoVZGu+frjoKiIX6WKmuzd0p4CJXa
gSuvHO3Gadvu5eMHfzpJaUgiQRdx6EXir26KKmkKoFK6Jhsb6RKzq05D0FW9vYct2zz990vxYFdf
IaJEFDLvF09INqTxJrjpeoPMS5Fb077u8IEjYa8ulK3+qqXev0oOYMgf+YQJQuBtvr9WZytz1DTk
wanlAhe3GWf2bFhYcuoQvshiaLCVW1JvB7e0GzjnkBAZT4TzUNYZyaiHaTCRk2c3asrCbX1T67w/
LlWOhXysmldNR+ufOLxOJxLGYxEXygPFb/EYuTbZK2lSXxnNEO2nrOhzUAyletStuTmWpIncNnNV
X9KPnJTpaLxATtV5tKiRaXy8v1/CTWdCz6iyZ/Zs/VbjMi996EvKYxaiJ9mzVg/KIZ9kj+OYIlpy
xQEZbGVEfxiE1BRFv9iYNGtCNfFPU9dHRL2Wpln702ioV7VwcBk0ox0XAEhy80Xrav3nx6PjZInm
DsgDYg3j86Mislmi2RK2hPtmgH3SIbkXREs+1L09Ht1Fy9BauhRJluTStHP2otRO+QBWf8kWSEwO
R5cYBCuhKx27R45xhEFWQMRg/1lfl2xaPhudU1+Q557qxblV9rlI3vBYgRHd1DWSCu4hdT5Mh3pW
XRF/IK7qlj39DsWKex1mRuUt/MEBQ4FDOK88m1GNAVz0osW8kCqXSv4nZQt+EKODghKifzZJm0lA
NwBQjjl8TzPhWg2t/sMqGr3wUZ7ZpGgA39fbZqU55XSbEUnFrgGFYwLs/wxStEhJM04dy0/pd13P
8YhkoZjIOd3H1RLDoR3iEfVO30xf2FDIMoB308eB0tcIZJbImUOyVgUwVE6jKCriuKbg8vGwPPey
VnuX5WKGsPj9m3FJrSHL6FyiEZ9b51YmRfRl1prcw8wZHztXmn6YFcZ9BVjtcTYQTcKRmW6tdpB7
UFPz28c/58x0TdmHsj9Fyr/xR++/835JxhGQW+ERr5u+EV8LGDyywm9q5LKl+vhap4VZKlishrwp
+md0Adad/j9btRmUAN8Gk0rkhlMQJ9Y13jqSeecRZoUsqQ0nbwxL0E4OBIkiP1y4/jppbSZxzUIq
bzCtrTl8m0ev5xnyUOAzhF6mxXNqNnFgQKFB+s2qWC/p+DrT3H4gAaYPhKyNw5KULZCsQvssR3O+
sCk885FwdkCBwR98JtsKi9IO5D/rcckBBVVOZCnmlQld/dJHsj7U7U2v9RvBDgQR6RaBbRtLrMWD
S6+YIy+BR4580mat/SrciOajULrC3qudAt6F0oEN3VCV8U7qWc4/ZrCYZaUapRSUi7wJPn4fZx4A
6zahOw49Yvbwm9cR946KjpbXEZkUFzvgqzdW1pjHj69yZoRzDZ4vAALUwVu3MP6c2TYSQnxmB/LT
MiRE4eUpYmygCBe+7XM3hGiHk5lBbgDq4Pfj26lcOsQu0x45Ce4NJ3BkrQ7muueP7+jcZRycGC6l
DcyU2+dG/gTUtjWit1rQyTrScAkxdi5lbZ15bhQ/KZQzaFap7LrU/fOxVnGlOV1CiTMVUQkBTpWB
rpD5ikR3ERc+hVPFD3pCTvisFVwIocdmp9yaAH9i+ueonciP7RVoq0UryoeyAGOaVwIy4KIvvlNW
9p2mk6WYVaXihZHhPtBRVPxeHdgOk/j9aUL4dakCceZRoHDnB9LFpnW3Xc5EjWYBnxYh5MTI9Dt6
VupvbYmsH/9j7syWI8euLPsrsnxuZGEeykp6gMMHOknnTAbjBUZGMDDjXszDP/VX9I/1QmSqOt0Z
Rla+tSSTLMUIwh3Dxbnn7L32otBwL6eQmvEsxbp8kClRxOs2L/tbfhPzTYcbLgTgpJI07joj5BRD
543l1wiQP9Oq/OK+wKi8KNLRXixQ8ZMrFiX0DJEdruhZ1Gedjhd/Nj57tb/vjDNgokfL+m3SsudX
HR+FLBcPiWhXE9NVg/bvR8C4cu4CnYRAVLVJEjigvA6paOKDgJWbBzDO42dQuU+zphiBTQ/7szVu
ebBO1jjCJY0FTGBTSJwG/JS9qFGzmnCThDPcSLNdEHRV9gOG87wxh6nbISJaK2nxRjhCvzYJH98O
tIU+WdDeG+nwHrD7Xe4StKPvtvlqGypoQlXaiwPOToZJP7yhEltwVfma8VZ6XdMdvi2juYXKC5s0
7acJTfzwPXP1G50Y9bVb9+aPWq1gjKCNWdsV8cVjG4NKkY7zyftwuVLHZw3bNwoi2vz8m0f8+EqC
uvVIHeciKgoy2LYR7iU8Ve88N0ZykPCWbZV8cD8Z+PzioID3edKxTZCxYp7cpLMs+8bqIC814cyi
DwbrEhpPu61GsrWrUCkDwYRw9fGK+b4ZTCgvNwhRbzy+WF5PKuQ+tjPd7JpqNdZF8xxzE90JRHJf
XDmYB2iPYNEgwHkvth0DmKXbomur0gJ8hTs5zB/tuI1fGwgvB1QE+qI5c6bnTi/tp08+5y/OzqJO
QXWDXociafn5XxbdChlElVqyWpk92mcWemL9cs2cv7h6HRW8s/TiVZrpdK0p0fg0AaJbrOcm0dCh
bK11glRf3wlRFOm6pnrd12GavUFkLOAbpSNg548/73LaTu4g7nYUPZSOJIidflxHTJUcSj5ukpP9
naoYonPsXBslLoyHoWyMr06bQJOOUaJ9fOT3SzI8DlvTUPJQJajOyYnKsZAtpshlpqAOlJBRfIha
uhwdqtpP3uq/OhQol2UQxkYYs97xNYHuTV/QoIvTY3NfA1L0fOmmvT/Bt/3kW/3i8vOSAbFClboo
RU5mFjFBh5GiMrNwBHhQxOvCfZ0NPdornjpBAoaEjRbcqNXPUjF+8R15LBYHHIULPdST0wnSKwd4
qAJu0epqHTW9F5QmEeSe2Uef1GPvxYEOIjDEKMjoEHZSKh2fT7dMUfgA714RhFq6K4ki+62sMeot
macQbrPRYAOt40/0NqMTWsPaYW2adzK3IeorCiBMn4qO2FkcRQp824IppV24cbSCilfrZxHRhuC2
o65ae5FekQ4PP/WrtNOy9nuk9R4pCVTfn6wxv7h2jIoX3/aStcb9cvy1ZOWhoihCucpGK36kIu3O
FwPqhUUY4S3qEjUo5jS9+fgxeP/Kp1xC68umnz0NWtnjg7oRnT3yWkC4VCJcS7qRvpEO6t8vzzgM
EwEkxZjAQA4dH2bUugFrnYdrO5l0LAyTfWOPM+50zCpMIxnSngHXxGVoymovVavihk2JEl6awBAl
QRRRWvlT0oRbbdBpQX98FpbH4ngZMpFU0ahC9rLwDE6eUDc32b5IFWsP+QZf7TzGkACaKJhsuK5+
m9vx9uMD/qJexUarLgQ59kRc8ZMGh0ICx0TKQb3SY1ftIUPbXkCmg+WB7NFmb5XGAwaDmHRZ1Tcj
w9l0WlfNsPSqPIcwGjqRXza58zVWi+wqCZsOYGWXf9KK/UWpxm22CMHBPCwcgZPzwrIf9a1CrGoh
KmMNZc7e6CraihTiyFeq5TjFWlu7RD6b1d7Kx2FTN0QwApmPbhG62ueMpj8Twb2HwTEv40pxlaj0
2P6eLDWFUmrwh3XAPYT7SPyTrvMtk3H6HFtyfhMZA+GNR4smXGcSE8q6F113R+OqEJswdElQyBml
QI+AW/mk1K3xHcl7YwZuM2vqapzREmsMIL59csHfV5jUlfQNuM/Ia0OqcPwEDBUiN7VWFYApPWkj
fZMzZJqs8UyvpmyN3NfE1hiPG622h0PlOa0V9Ko0voNEtjcff5b3a/WybqIn+1khMKA7/igSJC81
ODDKJpIvmHy1c68zvg1j1X7SV3y/uHCgBXlB85TZmrv8/C/FiBI7SUFsKAeqh3ClaVnK1Je5xcdf
51dHQeHEXQqZZ5mBHx+l0cM0rlo2Q1kTc1P0pbseBfznj4/y/qSRMsSwAN8h9x5v8uOj6L2ACWFr
2SqJRb1aBJMbSJjRvtGt7x8f6f33YT5gGywOS2w5VdHxkSr2zQt6nmjYrCzPPdOip08Swvrjo/xi
BUJQbdJHXKogytqTlb8ljsrQqhA/7pB5l4kch7cIoUhQN2CbBm7NpyhvUx9PLqnJ3dyvcq3rA+ir
1Soqayae0HXO8yiBC591zifv+Pdn26UopJKFYQLx5XQIxFxBC8M8x3xqVt/DLNcBYDbGbepm7ddP
zsP7BxMGxkK/Y9CHdvn0wTSg/7CEZIoPmrDl8Zu1zE81vdkj/kzXQzqSTq/wTluhhtWD0I6b+w6Z
ziOls/63KQtM+jCfIzrR4OShGzu+9GnJxnBgUMTrLiHnTp3HM1uPss92u+9nM1SHHttwpP1LnvLJ
vRwp3YTeCBBjqdfZg0cR4Ccu8xnQy4hYTDWlQwEyP2v77rvB7jIAg9G/fnze319hlNGYb5iEMdeG
8HP8VbEx43fklYXfwU428cRmkeZGB6O/+uys/uI1xndkR8SbDNsFBz0+Fgl+rLkFGYZuLIgDskS+
dOuTvNXOe2GVwHpjy/qRi9lJ/KWIuZwmXs+rUDURT5kk05LXpfaMQ+bGTZ1Pyr5ffTpOw1I1/1Tq
n170cjLCQWuKgq5LR/nVQ2Tc6nh/71vUlvdg3et9qvZqsooM3EtunkRbON23buliIZnYSJxFBtCC
Tz7W+1UIDTAaewYMlEQ8GcfnjOCJPFbarCB+pcvRtpnFmQ2O++++itBYI2tGyc5/LzfE8VG0MW1V
xlvlirmU8irzRJwzSp8Z91vqJ024d1+IQy2eyGURp2V++oXgX5mydBGkeAORfH1qRFt27X+7g8tw
Ah2svWAkID6eop7KUCGqcADmjkNB7lBcwe6uXSf4+OFZHo6jepV6fSG7cNPwBL9rfCe5M48h7NtV
7pbjQ5UlxoMBk+zRMRr1DB207Ue2Wu9G8OwwLmfx96+aadjo8Fg7fu42j69aEvaeKG32WIhVlmar
V26l2xEQIwhy+vibvtsUIQZhJ8tlW6IxqZyOD0XHoIiVBg6HrgvAVYVf6hoRVfuYStloPyOiIkx6
f2bZfGFM5F+USKdiIHdgkXcrMkHYm5MbMXRA91Z001QkKKU+eCsrG8mQGAsjurK7ghC7CXX3S17T
IfNdYZjfkwhR4Da2ouFlbo3pnBlyt63AoeqrQrN1tPNFySsmktaE+Z/594xEx5tbFuMcUeccad0t
0ge7xUFSqdYdkRKd6WM+QKhFX5T0rVib6vs41FtrZUYD0ImwHSDdOfUwFXvT0dFplix4K9zY0NjU
SCGIuR16DR9za2ZJENtCPzSKF6awQPrmvIOXBAK/jN23Ip76nS3HXCHsKJ2B4aMrxSzd2/Vh4Tql
UA0HAhe9ujPiFZN85SV1kuHci0nEwQifGNwPUURkdjc4ylcBJfEpckKdIXY9femcxvgepUL5KtXE
KkH6WLHwOz1zPNbdTjmQkKuQr24OEmIgFUl10S+0m0D2LYRP6hmQfJk6g/FB65IqZ7MaJ9vRBMCz
LSI7nv1KlzAgXSEx+5MhpwZKo3tfC/IG+IKYxb5IQm9NX+1UwqyUCRfXVRubLAoanETEeMVILFKX
T7a97qyKrKk8neE4Q67lMo0kpacbpqnyuS9EoQM9b2YwXW063rd5pZuBA1TggRyGogw6ryWwBPVt
7fgCLXoVYHph5GBpE/CiBtu29IdJdo8z8Yb30NCZLqeyastNzl0SIQSUo1h7ZCiK/SxBF0HpLQvm
AR18WTIKaK4HPeTt3ucus60ArjLTqbq2SbkaSwlYjs2jPgb2YlcLMmfOv6dzM/IQwbXX/Wh0tWdD
Q3LiR55FyhASqu6x84pZhS3YU9XR+s1cgswG8R15RDfeeWpXPWamZaLpQwbFHcKu74IGvaqtWq1B
VZ1QsMQoooz+Wm1BLq7K2KkXs7wLiKOYYrlEnmdAJHieYj8KB+cBwkcqVkbsuQc51/2Fwdnk1znR
Eipn9Oa8nvE4kolbzQNS8nwJKeBGdBatXUagmRBEa9CXZcn7eOF5v8TyYtK0pQpfWnenbyYTEcDc
5RS7WoUhZsUcN954yAQvqiQxb+bRmh6GXAIqIW3QL+isfFIBv5clLtylxV5GN0hbtjfHK18D6smT
Pe26AqIFdjavDHhui7PKHlx0GLMd6Fnab4H9GivDJTUM8zLNGxdploZExaeOT9YsUf3txyfmF+9R
WqAG/sc/eOEnhQFCppkpvQl2XZXulSjz8a5pVO+T0/++KuLrswegbbQYSxBmHn99GjF6ocZpsVIG
Rh/DvAlNj1Bk9d6KrI1TWo9oiS5Sd4YKSejrZCLLqCL1qi76T3pX7wpVtNVYx5GCozzXKJqPP4im
S7cddFxMoTGFrx6hEEEp5ua8ssk3+runlkeB+QKpAhTo9IWODzWY1ZBTfy7JBdLZSiMPf8jG+dvR
BYz3luESPVQMKtxdx0cxvclyGiZKJGe22WYwI/M+SZrok73/L04b0pqF4ebQ4mKaeHIUe2SPK+nP
1GGfkdVRzxvizRbqqfPJDu79DYlIa5ncoeT5hR6mNpiQOwRzryyXhyJLnGkTSiS5H1+b97Ibrgix
mAwHoQsucvvjL9RZTdykCfntHgwS0pJK+jarWc1md92FZSh9UY1dBZiFXAJfSafhqTLsQaxGa0gX
0HzVnXVGl/efPCi/+PY8JegB6eiwTp1OUJq4ys26H0CM1KW9xpTorjMN8s8n3/59XcRbh6qI7ihN
0nc3jc7wMNHFEv40JEQajHF2B1cGq30rqw2DXOtAs9C70UaDGO7SwiKnK21M9oS0rh0tTx84N6Sn
0a/37o3cs30a7cPfPxU2+1kNZQ48Esr94ysUzmNapxnDJC8i6kRVW6pwD7fMx6fiFyec3/6zdUtd
yibp+CiZXjWEc9K5dXKNSDmvGw5qnmuf3G6/eHyQGJGqxL+W5uvJQ2p1md0PqSaXwJsaOg5aO6tI
ql0emuVn1/ZdB2Tx6C8XF+EEQsd3OQChELzPK3YTTq9exyTHPKazNz10iRXvdDLdr7tOy26iMEqI
sNDtJ7PPrPuqZ7f88an9udU93tfwSeh6oQtY0ltOr2AsoX6HCXo8G7ZYsp/CWf0SZ137yl4kQfWF
Z77xh2oo3XOoYMajNlRpvO/tZMpXhduadyGTmgctEwQAllmn+rkuurOpdcZ4nUPr/AaQFU2pTpP3
PPcm2WzmeVC/Z+1ALCp1K131VBbFDzccaj0QkaChmJiz/fDx93x/cRm0IG5k0qAtNu6TW6hN7VFq
iA1XoGbTgFe7Cbc41b9oOEY+OdT7/RO+dFiobJ5QL0EgOb5bLVrIWFpaDmUYib6vVX12fZkK8+Aa
DM52Dv+DNnywqs8yRX5xZJwmDFbp8tA/OBUA23U1gQciXGjUh/axTIFfE67RbAynMr7qcTZuzLDK
Hj8+s++XKdpnJDpwHVmv1J+jw790nMFhN9xBAFHduUE4Gg6W9QTRy7pswmSmlMg+MyO/x+QtqFn4
nzQwmHpyWY9PcMaeR81NnBRZplV3hTsTkqzh8zQ2VeR2xtkUGVFNTpuh3Ma6h2XQzWR+53hlRyRZ
m8fXyRCy2xFSgeqloSO9y8B6BwZhog1iA0iyZ0x+qm+iKevbmLcLY0ArTp5JbPLAfpLGdd1gfybn
sWSQRByW0vlGp6T5WkYiyy7GMLMVnzjICu9WJ2ssYa5SaIFtIqYJ2IaZPxRnaspdSh606VPtwpCt
aoJKkzmbvtRK7cSLtDHsdmNEmeCXbNa7v7vaoangsV8aJ0s61GmxV1uEkhJgSDbZ3DQXNPo77AoE
KJs4FYKP75B3igNaFu6iVuWiwR/wluX9L3dIhNXKVZO+o6ft5JeZjjFsYXTVO7JJqh077ggLhaMf
QpFBB/z42O9eHRyb1ZzqgX4fc+uTewW/lxLhqASfgiNsjwIBD57uGX/sHP7j2/if0Zu4/mO9bP71
X/zzN0FwTRLF7ck//usy+UYqqPjR/tfy1/77jx3/pX9dybfyrq3f3trLF3n6J4/+Ir//z+MHL+3L
0T/QNEja6aZ7q6fbt6bL258H4ZMuf/J/+sN/vP38LfeTfPvnb4TLlO3y2yJSen7780dn3//5G+6s
v5zw5ff/+cPDS8Hfu375P/+7eWv+4b8ko2je/cW3l6b952/O7zpSJRZfVEssiXTQfvvH8Lb8xPid
8hE1Cv131PAoFlmWSzoD8T9/s4zfWcIWkTjZPA6Ccf23fzSi+/kj9Xd6iThFGeyhYmGn8Nu/T8DR
pfp/l+4fZVdci6Rsm3/+dgoF545cVLZsen4a59hjH9+eBFc045TVZNnJSrmfGnbeftuqEyOZsGoI
M2lhm2Rm064bokq3Kc16uJgOWnNrICVKV8duHaeDvicR3Hue07F8qsaRWaPV4lDbzGUMJCfCJnxv
Gl19hjV5ISpRMv/lxP/5vf76PZaP+ZcX+fI1WIVZ9Zfif2lVHn8N1Zxoork1KL10NjbS6AE4q5HZ
kAjchkGTF9WtGM14NyhedqbOqvrJgmKcjDj++AD0Yhm06ihc1ZPHfDIrPJsDgbBNmKcXgLcyUvwS
O/PbiqFWGBodGuWoD/cyc5Wd02VTEEfKXW5HzVkpp3U/owUyvHnHp2yuZiiYV7o3NtuhrjyanU19
hjRNM9csyykwR6kAeDBIlWBw/Zx2ZORekqCd2ovFet5YQxvu/zjVBYO0j0/1z8Xx5FzjBUCa7LAt
N2nXH5/rEu9X72T4+rokk7dZk3qHZlStpbaRmFQwLoyHwfVSG2HMktncyZF6IIMxSfvYi5+8fshf
nDq0a18dDY8Y2SzCe+FHVmcpwZCm3HGffOSf09Ljz8xUjz0LWwkgBCzHx595MEzQkC12p7ar8oOm
jW9tJue1whdce3rWnxdiCPetN97poznvnGJY2lKt9UoYRnHVoy/MA1GKItDGGP4vGhZ5SDKvOzcz
bXiAeOF+ixo5tWsx1wmIsrqoHkhTIYA59Yb9lBjdxrBL9dqdxCYlT3PLZaw2StHaAWGYBqOorHrN
xra+hGBXP2VIhn8Iw1NuK63I907idWgJpH6QSrPkfpjK2lnwF1qdNeeSpMord2IMLbqhvHOs3vsu
wvmhztz5UXRV+SQgfzwqDtlhnWbQmIzy6jyJGm9NDu90jWUvn6AbiZJEj2Lco/qxD5Ji9VLMZXlV
62T1sqk2ngyi6y5o748rz8tunX5uDriHhiwQDhK6DBvPnWEQnB3ESnhWgbojcJ5f5jv9NFw6jnJB
glB7FjXg5ca0uepz5FK1Na9gz/lepz7rsop1P3XdNkgJPOXVr+gtcFRPvdGAxZT0GXvwVaMVBcXo
ppdRTKSG3RNfG3qCZ9vm7eVXtSCiNZNP7qR4m97u2+sKwDsAzG5fZZW2qUfyKj+5v06XH7bn+PWZ
bpu0bDwkfse3l7Qj3hAWc9TG7YeaHHlJ4140fbXVMcX/6EZd3U1IBpYwXwLO1ay+nGznqVV0pQjq
rCd5bawUEng1s08DIsKZEXoi2fXL0687cP4n1E6fjDpOva+YvnSbsQo77AUTxw7z+FOXbk9LSPTx
qpCKSjqg4fpYclGQqpO3G7mDnCLp36CxDts80uiTR1MTeHkSPn98+k4q95+fg56Ca6HboNtxunai
nhMxPb4YHU9f3XsJ1zd1KuYG3aRt9Lqy702gJp9ds/dH5WVBiAG7Prp9NEyPvz2tpEhXOtKTigm7
yTruh+qL6dTRN+K9jA6xD6SlrZXO5UOWCW9LplqRSX/suvC5rxiltLFnPlcd9aNCS9GXCE7P7WoM
MrVgMPDxGbLtkz0zsSrLUBQtCHNllONLYfLXMrIeQDwnSg1wzusXwppzxYd/jSe2W36mO+HWi7F1
sgeidY0HYtv2iKFiAtlXY+7Gq6ZJtJVS6i/SNMW1leT1IdMnZ22zndgqVq4FgxnWr+TJ7xIo7fu+
b+sV1tAnZKQq+6hKoyPdhAyH6AjbVaFundx8qJVogJNO8PrWVEstIDHTvasJ3w7EEGl+ow2gTiDB
dwdX5R9WCAR00nAUEzgvcKBYJ77YROk7Tu7kzzjbnhqdgU5oxt41e1mihbpQDWnc2+5mVuf4a+I5
016wGdumZMGvGy8KyXKHI7+KXGFtlKGy75pJqDulisMtejcchQkBYZ4KmLjBI/dsYbGLVzMobBKt
NfvLKBRAuQQ5p75JltZFqSimsnIAp9SM1a4tq2puWqXsv5tRom1YzrKDKpFYB6HZz/si7saZLbzu
BJEgJN4ZK+MytvQb0aTDVgJu+WKHNDpoZVgHq+mSayU19H1E/26dUvydjWkeoh7qYT0L6Nt6VsT7
hkjgfZ3b/Zb5d3RVSJDAPnlYsmB/KcBCS8cSO5sdzmtT2dq6jWz22OQoG2srJd1z05Gduy2lMfi1
i219MpVmNzbutHYTkmaCsqzlixZBj2qNFm/vnJ4VKCMOUzLYgZuE40Xaumc0QFpw3tYXHQjVOXSF
RzsCzq6DKvObPrl0JyrFqtBnH2xHc2BQAu+YPsc2s2bvteBtsy3tyhV+D0Y+D8ZIkq+4ABxnMpYv
W7d+mKc8vGxE6165PQrEPivzS6cvaXxr0to2jnqtNsrXuEnG2wm2Ej3OBhSC7Hs9oAlJ75GUXW55
fZtqswyaNPwSZYa4GQbbvcrxGvsDtdBDWE3aI2W0fiai1DhXo+yMDoW71aa4XcVuNt0XVa6sIuDS
t9ADs/OxdKeVTO2nkknAylbM4bq25XQNOS7ZK6ULKrqgnM2Fuw3zfljJrmXe3pMcz2dj3+vHvYuh
ijjzIE3w6kfN2H7lGg534Ji/hmgO9l476td9n1gXVtGIPa8550uVWSZkbhursl2EAbLqNKB9+zbB
BtkWohvJLhsNQr7xq+v7uSLetYjHcGUDzsecE78J+O2lnxYOTbOMIZXstfuwhImSRHN12alUp5ta
F8pNywNzM2hz9lqK6JLOGGAVsxbfqMUQffTecgdBSN0bZqHfknRWr2a37h7LSr9LZWTuC71RYbQb
sACwGBFlmYjU8gnNaIOis6ZdzgU4lEpsvsBudJ8Uuy12grXnASa1vJKNLr5QqsbrmaSLiwacO5Vx
pjjpFihvzuA4H8p12STxsLEqBxEMAzq9Jjg6Dr8orW1jKk2Tt9qpjQIad1FeJiDY/IRY9bM80vUt
91j1qiCodCrE2m4NupOGw7TKY4/8hiyazp0oas+TPJmvGr22zh1rVLE6zU9GYv8gBrzaAKndLipa
Itt1RAdpeq3n0EALwsSDkHHptmO3/dIn9g4LoL5SkX2CHvcy59GBFZv4vVd6FGhYVR/R2FRGAE0v
Dywz16pNomTtFR6b6NuUiW6NSiz2ZTNkwp/LfkZpU/V+bZEQ6sk23HkpAeBLKXCIY5DYnKhBOQxV
X97FKQBW30Zaiqu9Uqiv1WgXzh2DVEyxfq+1C6l1Gl+nLnLPKynKSyWxMomgh8QIXFD598SW2aqp
5+LJLYkLHGrbfCVZsbsjr46FfzLXYaO4L15vDpepXdU7HmgN4p701gPZewQzWI4ClMiVpb3vR1Li
o8zpUuR6tEPoY9JN2joDzgcfVI54nqqpI6LBHuq9xjpGSB5STZ6A5dmXEjK/nifjTg3V4irJiVZc
S0sLvXUfGvq0TkaGyw8JaswNs+aiDUarUwHdMzf8PsAM0q76tEnkH0dKh9S+jAyD+WS4PAaT60b7
oppUC76QFkuf18gANCkBHfUd9H6+EnziA5JLrL5EPzA0Qc8yX1CoT0HHs7Zm9OAGBNvzAk7TPtnK
shuvhxL37aqyRbJNEZcfHFeCC6lV4yy1WHxRayCyGkZtvC4dobMQh3VsraWMarlp6tE0NkOfVENA
P0/VzgXiNO7XtuDsqlmyHfDGbMfCdS94j3uPHDyvblVgaulrOIKivDbtSu9WJsVIRhWsyRw/Yag2
oFdc2fkiLtrvvVQHKplGw+eX1LufHzUjIfJMwqHYTvqg3Uu1oF1Y5tqhIOhvp8ExP8DLGHxP42XM
5q12g6nlVRXylrnQirKxIXvx7ZNx8NZEGE+3tQcjxnd1IR7EPCsJFqSJEsgQ/XjdWpwtpXXs/haG
mHaIZwHek3LSfElJFoh8DfIyDFXFCrUNIercBkM2JFvMVvwitczrXTPWmBKshlQyw8ifZejxOfos
YUit1vKZjFvMWbVw5a0uPYcBeh617griEjesiE0CsDu+CK5WrkYjU6cNdMUhdpUocaIV01QoKzp4
43VesyPqYPtFa4z49a5GanslqBNLpKheEfPi9MR5PqqTFjiW4j16keDUkR80+7LWm++mcLzHaZ7g
wKoz/WIqitF6yUNNfdK8npwdoY1EJkhh9tcpLZEfs6ukl6Yn3A35GMg2pMcNGo8EARV7WYcV7Gt0
R9elNytLJIAVDA7gkHVmt/nGS5R43WDH28RqeaPWs/mSo667tKb6bECyvkYqUt541RjvI2UeDjHg
HfAs/azBVnZChmJZDUUrtb6JuNUMf2A3tTdyMKc4D7Mrx0jlTZfr5uXsqW0g8pK/1xr1nhDnZD2Q
KsJOrfG8gOxHsSEd13nVmooALEMOYofWU55rpKcETpjk3xuHqqPSt1mseukFyjEqFfh8OyZE5Y8S
PcplEbbqvVwYxWRO2cZMNlGtJZuykt3z3OZLqSK1mHxLjTdImCWWnxSVphMHUU7bujJ2dFVMbjxH
MihjXJ7vwPGS5GF0RnKuV7ymnVZo5PSYCFBsqS0iGS3sKCdsLdyp5HOfZ40yvplu2gQmjJSz2lDH
vZb22i1hHbq9atj57wS+rUsz48legdB8DHXziRrzzomjmzrWYeVXsj5vJlXb5l17S9OVyBhj2tD8
qV8jYQiEJoK4De74KzlSSIFUUm6UYaJKd5N6O83KTTyo3orMlmil2Na0boyw41i86GnQj1cREtlz
IVJx1RTzuKOL4H7Fka9fF62HbGjIjKs0csu1WRfaWoNDvBqmOrpscNQd7LFriMqp0odeMZ6kUM2d
0bjiYJTdi9KH4rG2ZGKvlJjM4iTFFptPLZiUsHkkycx+7oBArRozqr/XiZnAwXUb7oO2ZgS9KET0
2jW3ugLA301M3plte9PGpdr4PJm0CBEIbEWnm1x9AG2l9QCT+pIcWOGLvF7/r4TZ18KNsrCMuQc2
L9FaDCZCjNZ9KCk7k0m9UrMeQiCgKN/Q6tfGbm/dzvqmZ9pTSdyxX6nyFrPzXaak93E8+aQqvuix
+vBzJ/Zns/mog/rfXezTZve9KPjPaf/6qO/9P+uHb9/E0kluTn/V/4+t8KUz/B//7jS/a4XvYHjX
yctRD3z5G3/0wHX9d1QmDBOhSGP6Yury7x64Zv/Ozpb/n5njQpm22aX/2QM33d9x8jNcMzFv84PF
u/xnD9y0fncQlOBc1RalFJ71v9MDxxq57J7/2h7UDZVpGh5GuA7wPtyTTggPVNOVnofH11W+huNW
q/K7GLvvrhG5tTP0BcbQFuqGYNdA1cMD+WYqTUJEdqkTGxtkvdYqK4UbpFnxEOqTvUHabq47h0pM
GeglhqUwNmM6D5DEIuNSGnq7k5b9sgiprp3UkXubcCWQEgIKaG4/A4P73jvbogtfeA3la4He9Tyi
q3fNEL/auxRFK70u43M9UZS1TBot8SN39Pb0qaLrMRLjymgtfcsc7ayV8BZBD13zzvqaTiX1ppwv
iFa4ULQx8+mxKVviMSTdQE3Z9IpiXI72IotUKh5ueF4iWHIPNnlOGF+sNtntaEfUXp2XuvdRLKq1
2tJgoyngPo69G+4MKzW1wGiSnh0okQ16YCcdy7uiQ3JuhXIvXYPp+lhX5crUo/4pa0bp01dqB9ob
lrFzOzr5ketEbIurTiX60fGU+44/sZxO2Q5rHIvGulOJ8liT/hSWfmEO4TmvRC1AJ6XFK01t0dZH
dkRgVTIU7MIsEoOUuBRf0I5uKciUdSwm+RXGUbRREEk2LHrslDH0ONmdGfUm4kExd826cwt9P6lp
5BEI1hA8P4eJckHh3vhhnxcTyIQkWYctl4647kxFGIsFe9VpwC4w3hJmMHWO/tRPY3eWxhOKuqya
dpBjv7EWvol8BsY/2+scHc+PHA2tn8VKR7RXmlaXwzyfa/JGI2FIa4uAjV26ElXer+KsJau766jC
HfpkXyYtbs5HYNsvSqeea1bhz7TdUYXTXJ4r0y/cybybIlGeNb31raqwyivK8+jMZzSPXinEruii
bMtR3ZHdRUXn8AXylqsaTfZ1xzTqrcGEzmI+1/saLOnKjmITKao6kj6uBZhGJN7//lxP3XzbaYV3
bVKku2R7wPxcT+xkEqe7iKRRbF1NqYLSql/RRe/m0lBfRo+XNxbEOpp9Jl/JJunV8sxkATjYczmO
hILo0yMNB36doWZE0+plfgE+rV6rWXVD3cG2ZpDu/VQ1xc04dfaq7C0yyfpB2SFB7g9e7RS+yeiG
mDMnXpV2PBHrkNF6AjDuYMFFdhqtU2br6xzlwENdRbhyrDa56CSsm7pSwzObIK8zPczdL70ijMuh
F+w70072K7WVD3h1nx1EuLAlUAKs2hSuZtfbToDHRllV2N5TM/0ih0LAdKyIp0oNNyhMUhILSzww
/qkOahlFUDBgqhHoxZ6kZds7GlZy4VT9tynvwMHzMs/8kE0hXr4lj71R+//L3JklR45k63lFaHPM
wCuAGBnBmUkyX2DMoQDHPDjgAHajtWhj+qJKMnXXle5Vv+mlrS0rk2QEEe7n/GPAxpLewspI5pck
WoSVoJOtNQUBF613tVWWPW9jt1zc0RDHanKbC+lv3idgPC0flo+3rHghG/xsdLaIWB5CeCg2Z1vN
+bOuXJH4JFGeKApEfEmjUs6rLtUapaUVd+q62blMbJJ67oJJ99ca2F6GL+3AGlM43ghzkEWeQ7LF
VliRZWi0wbMl9i7J3Q9pLy6T0N6B1oXlREaB/yxtkxwKjulzx9nPM+hkO5eA72uvxipi/4vLjGqn
ptxpjVhpDo6IVK+hKQ990Bzwc3BCePMpaOxrqvi8jfonpi87RnS7X3VBNwv1Nmm8pXNCI+bF7Z5y
skGpoBt2CBzKHf4yIoWC0rukg5vYq/m7D5g4eDnnGVYnDhtNAl5edciusTGJ0Xuuu1o+hc3moqQu
q3OH53O/EGpMRQxDfdWV+hEpVXGkGqJ7dcVA6MGSyNKTcT4gCp/qb8QWbdEwU63uuudmrnZUwX+u
puCoCPw7VRm0FLZYSC1nDE8LyGiEP0y+5vVSpWScC3Xq3fq8UPruMhDuLI2/WpRNihckYIO1Zv9t
aRq+fCCNHdImfge30tN2GnPe/+ZK2CPVVWWVHh1382J7/TWa4Jdi6uoDH7rlKO3tfZ4ni9sBcF6v
/fTuhnUys+K5NwOR5iEOWWoGinqyKduvrep2xaxuTekuaVV6Oedp00c+C8IaAmSqzbpfV/Oo7Mx4
NNdxfUx7TBcdCTr1FrwEaX5HCi4/mCgTfwQ2TbtPbS/0iBItsvOsXn64WVtx4Na8SE6fGAoqhikB
a5h4eOxRzQ+eMSqG7T5xNpYm3ux7En3sw6rt7RoW5vJtznp1rKrtFOiiPLjklPN4iCnBDTmd7VxQ
sCuicrpQecjej2RqiPKgMw/pyuye92MbdVzBGAyOOdYpsLfugzXPigzVveC1Ds4w3VuUm9yb2bCk
Jz3IkSm4TjnDB43Wv3lqyHTDzKroZm+A+cbqiOFfnNW6Oa/KvEePrUEgZi9xKzJYcqcQdPMFzmUs
PjeyMZNVpD6YYKuebUUeV7rybA3KeM/HModIas2j34vwEb5ZcjwobO+QWKj6ijVuyYzfi6aTecxL
8A6ehvJH1imImDayGw01R4xmdbK501XU/GrwFrzZhTzYntr1Dm4wVD7kIeYPYVb/wpGSsPdxb+Tp
z4r3IpoC9UnrPX+3WHSMXS7de5tMP3pj1s8ZaOA1LYgb9+rVPGxhvlyU6FQkZq//jueVqqR6G9Kd
zyAmdwXHDUyDPNZbRhKr7gAoWp4m6g5Znu133as9DNthlcbd1hWXpfzIai7M4iNU1b3nVg/9OpKj
00LpsK8Puf3sYcMYbUrd15emcJ+y8kdYI2gnLj0L8XAMpE6X1zAlHsg+AdV9WBOX6zwms2ofnMk+
9rdm2DKgpLRfgh2eEM5FWz3rdBHnvvEIZVmGSBJs5BXZu0OkOn4F77mfc3XMddhGwWA/tgumhbnd
GTMV5QpzzE52B5vy6Narzo78WHt3P4lwOGDx+CqX6kGMFqHb1gu6w49O5GfXme5H5TwMbf+oeGA2
LXWkhrBNRnsbEW3IYQdroDFFuCeDsZXAjJVI1jkNqVg1s/sqz44bybzJaPA7okQnrurme0AlaASr
/d0otQX6xeMSgLXReUsmfM9nbYlK4dd7bjIQ/hK4kr5k91T0nnXUZXMgg+1z6zvMb/DFdOakkLCG
PDoeLNFkpBhnFudlqvhVlmKddr4t++du4Gt5fZf9hOj6nudzsbOsiht7KN07d2qbQwjUHvnNGqNR
TUG78mu9Gr/z0L8OrubhIovH7odf9HdfSSiMwiVPQpXvy5sckbzZnS2HMbZvP5bfDx8MbHwNEWdd
n8iAiclY8vUDmQC/x2KuP3jQ6qgyuveq1Pcg4j+bSbzUrDH3hqh+M511Z9Bi68Me7KdaKH4qRAwa
95JnvDi1+RTMI4+SNacP5qif+9x8Rrd9oPXzMLbw1H5t7yd3adj6M/soRNZ+rbggX6g9XU6y+D21
CEfrYJ+uqrluFVMPnFA8OeP6XTh5fQ3mEtNF14UPdVWWfFbQuPCZegzq6heZ+7vWwaJOnYw4zSs9
DwSbALzNpKcmsELexU5HIEpiT3ZI0O5aGsy2qHL8F2Q7uYjccl3fAtn5P+gFCuK81eUlRfuaZBkX
fI/KhN8UPD3p7xzmbT8lJpLWyPVtiGufdouwBHtoPe9BAIjt0jJjxMjy09xa3aVtS+ueTWkiaLf8
nNL0GfGG/AQdvfjc9Kqbwx3dCeWLlyNUqAk23HMjD7FT8jOaLUawVk/Ol9121rHWqA0xfBmnNjA4
em8ZsVGRzfxhofs79NivBuYRyq5Np76zQoq8JU7ynenfJOODO51b3Q0vS74hSEilFwnHr1+N1QRT
9ftaRVnN29HgDzpxW/Z3YgizvUSYGZnoC3Y2hvQJf2D4PegovVKZ1YI0js1h02SYznWBxwtNAC0I
VA2WYTud4X/gGx3ry+x0+Gvl8zGjfymem4oer6In52/xlbjFnX7CTtl7gyq8E9nVzRkSiIyuzEdG
NYDSvi2mtyWT07Q8pOHw00rnfl+O610DwFxFTWmGb8PEPQxx5VEIoPyzvVl50gY1TGCwrZFfz2s8
8VN9M9AMtzEWaf+BCpUsBhj2j6U/OsfJ05AJqIeNI73NaazV+q7XxUwyv3NIBqGB4KEIu/WYlctn
jg61SfowKKhe6SkOpqE0fRjK0iIx218PIKPLTuGVuJbTGCbQdv1hHTf7e6hbaz95SoO4MQzEtIM4
EQ43gfEvkxFuuNiaPZ0oOJI97a79GejROFO5Md1ZI0IFsxTverbMGJJVf9sYtynhxvemt4naz8Kt
D2bQ1Ec/a6a4zWX1TBUBHQFEJIu7FBI/MZsGGsxPx2uFVz1ZpsJ86MGobs/R8MdsKx33YWldB1sd
pNk8L+F71eSGFan6GyKK9svMawJAfMqXMzu1jpZRoX5p+p9hMzoHvWZhF6Xrjb/M8u7gi8W+FJi+
Y280nUcp3U+Sgdy3djYHIkFQfyg+Z+80wrLYuF5zSbN6OaQ5BQsZsZtXavJei8GFKdKOe0I2UPO0
1p+q5vlKhyVZSS84exXJy7T5BsiRRHBn3T6RSxl+K82ufJqAN/ckzplJ58hHOxv/aBbFaGfXtB/C
iF3ZzpfHnmDonZqajxlG6kBxe37p5pLCVQuDFJUe+s4X3NuFTot5V5cuVGS7FW+iXbf7ai0E9yyz
/mh0+sANsuUhxcuz5dzfip8+gqntj9SGeTs5p+4+bLlyhPb9480wG/t+bkbaIzPJpRnKMHkt6YxJ
dSal6YTFx3uys3A99v5cH1rKkRsQ5g22msrlJzx+1jODmvsDTaC6XwQUAEOgrR96znROotz5ZRCU
6tn1zcze0WiepvVT7f3M+yMZvY/Ee/zMdJjUPXEpz3kLTe4dbdX8WLnTEUhNeRy2XX0M/bHfwzmE
jJ0af1hIHtoTHgCaP8ty/mY7XLVGnzU/eSKpNgsG41gHc3YxJpk49FU9F/h6P3jji7vF9svfTuos
BG8P7iGgY/C1clcO1gInci+2Vwv9WmzQQfctr83wo9GKvUVb/ecyy+a0pnbxfXCmgFEqNTl25oHu
TMOv2+M6mUnZwrLMiN9+tQQdyRh3Otgs8o2tjIdpncTOyFsf3xB1b/lnbaPeczxoUtqvMmtH7waY
tiJshwL6xTGeF4Za9rp5yD4cJ6NatXar6TNbejRfuVja58Zr2seS13ioWsbG2M3W8rLa2OZ2btOb
gPiFOEkb7p1Igb6+lcHl5tVaOvvdk0V9v1QWtZXkGBhhVFVODqqvU/0yLY3eEptvme8Ape8FFSjf
jM50TrVpbM81PN0amajzwO9JN01Q66WvubYZXeBc/Udno4EmvXEsFSMxl1jQFrEeS2+EzCz8OyLj
5KG1prWL+x5FDYuo9cOt8FqLJTX2JZa/I+dSt3N7kiFXc/NZFlpWpiKk2cRv1Vl0Ez4VEI2+JBxW
Qy6xwoc/snB7rPEvv9ECP53rph/vrCEFsmG1irjmQh9FiZV5SBK8IZE9tC8B8Rsl9WnwhWv5NE83
gJ9qHk77po4dgIBzPqGmtekBu9LCsJzcaT4vyO/8wrhrcvuVJu3Y6a0V4Wm/V6wjU0b71JT63dFh
9or7ph3jaRzY3FF9LeEwJGuwHQbn2tWC4JmKGzK1nngVJ8tVH45HPzakcDEFeTJ5/Smg67Fob4/B
R68JafLNQx2SMpR69LBQHaTvM0bX5zXwx8Ql/gcxFcwCdkNSpe4IeCpI2664YmA6rYTEdnoVZljh
5VtZeU/duiVWrfdyDV4dUe9kn86QqUdd/Yap8WJI6ciT3rO7je0rm+F8EEvwB6HFTYRGeaFi3FVO
BP0DNDL3252Xe96Zxm7vVve+D0T2E8brt22u68WR5dFdXR3Tbom/3lpnyOvqG+hFGXUAi/R3kY0V
BuvBXWRzcIPwrhEBu2Lu3gW2+5NqRGa6WcIQYuBighdxdVs9He6EpzLfbHpExW9UZoKYPFk/cwPv
/G5dYEkAAn3IE8PtwDssEMvcsfYMUQ/17cBzq+JWM1as5MiaTuR5zHnEF3zZHf2KhbUH3dvV4ZBH
Ac75ZSCpq7VIjOzSZCpZtDP32W3mpABCqTXueTn+shb/AWryigU7mbrwrcGEERuFkz8PrIB7HtCv
dqC76fY8tqY58u3W+zZb2U0CWFqBTrRqcCfbv8fpybDWPdb5jPkFe7UXLLvKxkLuiRfHbXcBYV3W
6N4tYfbdD469xG3Rz1Hlh6+bccPGgjtTE18+UcxeM8n63d0WoH508+At7dzn3jARgA0wWMp4IDX/
MLXLl8jLa1bwipW1sAp4OyjW71i1IuaG/VL5XO71fZFeyJJcolGm0JXDM5PqPfJj2qQqjxaeNPjs
pauTbb2d6dkzKYk90ae4W7rUOq1rm0dtkCZS0+xrOVtS9cahKWzEsYMZ0kkIkNIOvXPi1v9WYANN
QR6TeRkvxBE+L1uSVdbJZO9nR6S5wsWeOLdhLGE4InfZgLgdm6eRxLfZPwPVEMow+Bw/A1YMoymP
yI7PHnkXAIepy7SEW92g8dOdyYNuj9pvLp6oj6v9CPLI2K/pkGi5TVJNPzx6u6jhrQEDU+eKKoHR
G7tIjT58pW6W47B20dphOZkXWhoA/x41Iv2xVHzWXD9WiH8iMIgIoOw0Z8hyDf282eKAkSTJvC+t
AxY9VB3FGv7y2+pgF6WKqvI3ZDWAvbOpq2gs8TQQYJ/4ecfRSrVxvBREhdAb4yStY8ljl05wsB6h
euxBX5U18bHJebpb44pU4WBVC4kK85wM2S7dgNim5pz3PQpY53MYvplBhkYpfBChFfcy3Pu908Uz
3bZblQxmH9nOSyovoQySdh5khKwx8bpziE5R9++d+TuQ5hfDuUad2A87Ywwey8ZOT5m73BHTwwe+
n7a7ZSZbIRWwqv21cIFcOeR/NGJ5YAM51Vq/o0m4iPU9tMbnpsddCsLk7zTdRkeCyN8LWRxy1hSv
45fS5WNcpcNZTooLdzHe6O7E1gunscSDmO5E7UZBvSUbLXkWVLtbX9ayORkyOBJ7ld0N/D09nWxz
iUvukGzdt/PBGC4OOBVDkHMOwgYl2hu4Q1Smb72+nz1OFH97Ma0JpF/tZXiYwUU7hSNrJbMBkGUR
fpzWwRVKJcqnu6J/5yhCY8WGOENr5AMkxrNkIl0cjWRnxcJoP3ruWzCNsWl9uuuPcnyDbmHZYx3k
Phg5dxH+3w3kivjIW4KPURix6szYBO8Qt2FBNffKAHObSmy5nGnsk++LMZpx0FZ3m5h8lKvh8jrS
IpxMeMl2FmxNXFnB64zUdt8sqNH8ab3248AeYqV0RKjfzuKf67LdOdb0QO5sjS5iKM9OB9fA/JIY
eYCyJtWv6IvuexI8hp5Ea1BofmV5WLM0ksKR++12Qf6KvgQnXDH5x1ywhlqkz4o1eCo2x9t5xqo7
XgP73epld5Y5fW9cW8LSD5N/tWv1KnC2HwPlrhfgLKd6siv1mysI9MNnknHy6YLPW0RFeTvJ1Ro8
pIVaDnokpHJD/eVx/MJofKRZRl5fvY1PWrz5Bg2nhLdU2uaznNveg8Tvd8KkBYQ7vTgl6LDHWtMj
OvNv+ZZbmn0o5awXnzYpZmv4uvmjQxYPJ+rvx7a9WNbjNnDTosaQ5YoTcwn3hOXqnbn4r/nGVROi
kizEQ9d908MMwl2/os5D84luRlVB1AjzrAtnr2sYtmb7EzS11uws9a3QvgrSPVA4LRYhmq5o2rqr
IxbvVKruKoULmNslucifO4BcYJZsjtDKPdUE3LPLuAv/llHMAHEXNjWvaQ2mRFdI3LIiRaKE5xhH
Jq01LKprlt4VljsdUWJk7CFpfwyndngyQ/+jkJk8jSNZxOYgw4ebXf8sacnIeRdi1+/8a9jXp1q2
D3m+721iTlBv/2j5Z5FrVeJgzGUar/iwloj32Dw2YKsHM9ReZDThcGw9yQDEQ+hjPt+yVUW2Z3y6
zIZlaORHhgeFR2rFfbSaVbyEVDf1AcORVmTNVN+CSd1nDM2v6y1rZsJTGbG9PS9F+FVr50Dp/AUJ
pTxsTvO+Vuj9nPYNc+DRcJej2QVPG8EbiRITiFU4g+67Z6pCnmzGummEq60mO8rpbaRFSb3VPd4w
DLuxvSkH8FcSZVP2+mqOytq5Dtn1FEv9kTNCo4cOhuPWlqjKUyZEl/sKldV8mIT8KoIvf+uffFeW
QA58nMR6lZnzFrApGsDvB/KGQTmwKO3Z5U99RStCvVjkinYO7pGuf0k1unL4iK06j8R8HcIx/1kF
UHk5WIHJTZiJly3IT80GDd+SrhOLlaeNMJkoWHi60zZBu3sxfHvliNFwCARz5mdvLs5AbOlet/N6
mPvUw6FA0lzm2AfEaARQD/wdBDaeN+mTbFFKbuTPvmV1YNIo6d3PQjDdeBg2bhvKnKfo1htia7DX
uBQc3Si3/ombVka4xWUcTr136Bv9G/0S46VHmExa2ijDx6yIByy5u4yUn/uysh9koRUJIjyzgwrq
kxq6+pz1NudNt0yUYg0YZ0fbP3omsuB86/YAFlai0c8nxljvF8N84cP3OEigGnAsHOUUde/6TcHt
biBhKfWtHx6B53xyVs2mNvR3uhLFL29w2lPQ58N5I8YpWubJAcFbrb00pZG4pSB3m+z//eDl+ubT
GU+GR9JS2NQlKYsU7Ei7MCOrKKbY2EKV2Atll4iqeuy7gK+TbPrdkGFjX+S7UTPTDUVxMGc0B5Z9
k0wPhkxU0H1kUEaPRMd2SQAY9RwsTrMDNipi2mMwegWTcbU3B76inTEZY/mJxrB4WafhdfXTz2oS
xt4ZtvDCaEiCqYL6lgNm1nBEIw6Ufm1ZgGUwDHcGkVMnsjoL9IczFTVT556GCTybRBkQ5lU8YloP
77euemg9qznIULW/lO9gMbYGcbH6LPyx6tF4b8tm+ZA0Zh2cdlrBPTPQ/7r/bhqNx6qz3Xde/rDm
1rMxWzdQlh8gaLf2Bdm/BvyEsShs5r2lH5LQDH+VnZ3k+DV2Pi6WGBia4QfXGBIFRoaaWXyL2sKp
Tk4VoBqwtPecScdKar9780LmmcJCiu476bwbl2A7Zk24vqplkMcAa8ObZYzX2hTyOyQK2WuEZEbm
gJTO4z1s7eIwS9mdfIkFnJiK69SgZEl9OaPQq/eAUAiMa3tXq6Y+5QpJ42BreWrzYt+mBHKCel3b
tBoetJ6+UnesdkgfONHGzRpjnTM2TN2IG6gbzqG4rJn4UqAHuWHujTFHrdfcsCk+PbmzLRaqW2wq
ULAvoxinQ0t099HqpP1XBMy/pc36Ty3G/28Srf8f1Ve3UOL/u/rqpP77f6v+pr66/Yu/1Fdm8A/c
36TVEObpYCC6VWP+5UD2/kEDLOFzPq132JP/9MH/L/WV/w8R4jXyLTJ7aAP0/rf6ynb/gSQrpLmC
NEDStf89B/J/sGF5cNXkMeLDEq71H8LVW7fmRMOeDNuk9F3hiy+PYR2tqWUfNwv8PHfN/N+MWCIj
iBeGgIwUH6Qrfw/DXmdyzREkUqosRrSoYjVktRvaHJe+RdDa8F+4t/4eAcC3s25RQfgD+QUQ1Piv
3q1mNSXrO4tgZ658cblIb9yva5YXhwAta05s/gptZHWZle/HjXXtv8ggICfmXwVuFrTHX/HVhFEK
qI7bf/+nFAKpLblAThIatCnI+3yskBQXjqO8uMXF9eCPozOzDcHW7l244890q4Cu3KzHtzz5g4Bp
gKEKI+XI7Z5qxzZF04bgfUdwKMEXJPXJIk4VZTIAhOkMba6wWsV9puXFgO3H2GwXGtWtkXMZp3nj
A/yJFl9kl3VGnriTYsFZs5q3xkU4QFvhRBRjYjkE0j1YquZ0a2iqI57MWMbvAbWk8q6ZSmndb5nr
dZRTe+tKlZwS6rHSC+9zOC5m+8Zs3ZeI7nkSInhobMpqxqEHoiJ450coOa5aIfn/ZO7zvy3iHtyi
bere9YgQnwCZ+VOYEbpPB237BLS2hmkeNAmi+A/ITec+m2t+eKz98oClil8lfTTZV9aBxOxlYQbn
ehix8zgKCRSRwuEfwobdjHmP5bjXabj250l5afre4EUYAM3z/Ns2qO2JEkflnSCw+BHcKvXsndW4
WOfk0GUgq/4sq4sKjGU75u66Tr9dnAQbphQMHC9LYafqtLaz5R3GySVgo+q415MWFr3ek0rB17Ep
6G121tY3K8dzS8fbOuRVnpSYNce9MG/a/aXgvUx7ly+cjpmhTorQQgvX5MCWq0Z4hNjty1CeF2zJ
y17aakVbj2pLHJWpRX23+Lr2IiUJsosmQnD63fznV5ikwzdBSz0WSTvq/ibGknQ6B5v555vg86L9
UfLdWyLhqwubAeYSXc/5+KgoxPkkJ0+hdumW9HOBUd9LiJB3i2zaxCqEU59X/IA4lLnhdmlXpsA7
uFnScrmSsAtM7LGE3pseebt8AIvVOFtuwbdcdEECoypmJzL6uU6cYPH/MKEsn0jPYXdDl+hQeVc3
TLIrXPK/W6lh4sklpAf3X+BTsf1nLtg/fVRDQD68pEQAy1FaS5zpwH/iNXJOBbRAkFLY5/dFMPEr
+Kcr4/8QofD3sBBmIceimITvb6FW+Xsno6V7UaWBtoDbQ3wRmWHxIKBJXB7/8++DvvfvZlbL8skO
4MiziGq4ZYH/62lEn1Q5OCYsZ0cI5vbW6aBoTrURdH5CSGg4JYAQhXdp07Wjl6kIWkBLnZooIx2n
6e9wPrnDGZatGvb2DJuNT8nnAzjTj7mdQMKGXcf5/8vMYCyR5EKH8uHMQ6z3sJDiM6haYR+7cIDB
FzxgbeLidmBK62fsu2WJ37FjwJJRgS7iPcum9ZcxF5ScbKOQSVaKsI9Sf5w/5rLIZxLt5GbhbcUz
8liQK/3iFUWZJrPuNu9MYi3zOvNTap+qLXQ+XGPasoMRoEDkR1v0xOB9i5rHzHqDeJpC8pvtS/aa
2Hapn+IwwZcKK4yCZ4UyHaR/l8/ko1aJ8qsBz+gwYH1Tab3Uz2MoyT5tszk8ACBPT0Vumg9WluEA
vsVffda1eDCwhIyJsWX6im642eeDN3sROeD+R93UoxNhXMcjTFhmW6P5bRfjZbRRqu6Uxo94EXSJ
kTyLV4+ZPzfLT23SKrQII92R7u1RoNrV3SdOqOEB063+MY2OHCPXLYFUyUTihbZagnmY/ko1kGjH
WtPljnMFRyEN3reuZzOIFRWG5hGpJ38+2HmIaKTuMH30As3mtmZAAqllv8xp6bt7u6lsYFjoql3W
OQohn65sat/KsJ8e5brO8wstgnzP1Kv7TxBZkDnCopqY9QvOMWMOPxdStffliDf5HLS1fPWdFv9J
kY2YEVecpj8FWCA5mLJ35a40Kg7Vhft0iPttoxqGqOCmHA7bbNGfi19ys+G9C3ROvwJ7WEz7jLi8
QOTnZHSfICaeKIdQhPHW8dTLYnysRdt9EvnN/y0NMgCgNxBY7ZWsLDAJks+4BPnWa1/shzRF/Wj4
YTo8liN5Do+9PakSUVq9oGyBNmOuUMrm+TLdWowUzHHDc/Ov2LZ0oi2WtEfRT03xVndWXl1cHnue
Qq+8/W2Cx0e44eh//iFnsZyPWFVuqQ6C/o0DqXfUpRFaEHgjgR5dFmyIMnQKnZ7IsMmmk1umvvcd
ii5bk78u9M73cuMdkyrv2obRnkdbboTaypkbzeg1R/yqJ151Y4/8x4zb+qnpGg7jaR778XN1WR2J
wpdtwielxQcV+Ao+FVa9QT7l8O8NXGDi0PqLWb7N1cBHRXTLWsTO1FbFN5/luHzUYM71q0IjOu6G
WnJuqDHggSzCELdL4RXjq3R6Q55o2wSfxEtP04flhYWf3LwzAtV43/xWoyH/qKACngEDO/czbwIs
4FNrMjmZ5plYrmFvZFvwzS6cMtxrd3Res1769+1kimu/Vsc8qyF0IQmFZcV5PxRgOAQKFKZ/kKN/
KmZLfZ/8dTiY3rRnuiFru5yPt3vfVexVdg93pxiPHjGgVY/czEY81cGtz36Ty51dmimF7Gjod6Vl
SP+Jjfe1ses/KNzRKmrl4h4EUfQnZIVNyFCFQoKAkvucw7hC5ODol8bkIKzIX/xl1eAh5SK8p6qt
jyz8w97P3Pe5CMH+GhTgSFK+dUH7u+Yav/o9YbDEGx+NRY8HLsf05DfTj0bVDxgwuKqVzhORGi9G
ERaRHv01CW+/GAagCN1Rfx5WlmNjedNSHTolmIZz1IkBmbPXeSTeeJqBowaE+asklftmevCm9t7H
mOd84OpAlTZl8j4s8m8Buy1JeluMJ1jtfAgd0EbZfZiZCSJQfsPZeUfEDSiTmZ0n/OCeyPuzgnsd
vNI5rWG/r4b0srFCRI7DXWBDC2RwI/saJXM0pajURY99orfVna0qDrGpQHPga+AMPrIZ84fVcYwW
GxIuy3bfaWDDdAc0zywrjvlIK1tqbcOJYI5TpirsB6DQaTp/7zajjQfmvKjvHSKdMalGZqmxNMLQ
RtkEE4ZOaQuDxG6nJLPsX8ROnQyzOjbSgsQa6/UzpWgcxg/vcIOhDN2eaPadaVysInu1Q3Z8bLcR
vk3MDMtwE3MHdU/9kCzyEs1MPu3FbAdPKEcNF+Slv9I6e87KJryfUvdJdPjpctBM+q8mdMH+kygI
LpxGeVGhe8T+PqL/yu4tmXJwLyFBik5xyLq12NmkTkCxVXhRcsJ0RqQFnmNn59Ao3f7m/cpjo2zk
yejCH8U8LjpyFCMqagb8uJHgfIz4bOmnMFhQYHH27FxdPVGiwXidKWzpg0L5i4B7bb602jiajM6v
jaRbUFVLSpCqqOjnfteBmx1mCr6PUAHFGypaPCLTQooEGIpmUIU8+AhR5vHR2MYpQn8iAa6tqaSh
buleG+WbX2DI2ffQ6Dq6OvwB8bi5dhdOjvVhGDtqASs3+PBhbs+oDpqvPB0HE88+vPZUw5vt1o73
bBkypFSAu5lHoClImt0Vu6mH9Bg7UvUisrXwtqUbiT8jotFbYo+85llZcTZmW5aIZR6ZfpV5JOLa
pzPM6ndtW8mnktWda6Kc5723rN7DZIZfwu2rXZAZN4JXtlV5QADaej/cMlTmBUwMvwoxBpmIaoYF
ECnUoIfOm6cIqYkXZ5uRP/RmRkdkL60kRMYHUsvu/O4G3RaX9OJ48S1+B2rZxJkAG9Vbckfukzcn
o5feVlxRsRzwawzeRVGp+5rwepLxYMYDQl1L8ZTVatGJIRpetKVTWMdiNO7rLfcYubrBP0wzIU7j
POQPtWGOh9TSSBTFXB43ocWZpmpiEvzM3g2jUknFiv0/2DuPJDmSLctu5UuP2yDGyaAHbU7DPSgQ
BIGJSRCEcaaqRpfTW+gl1MbqmEf+n0BkFaogNakv3RNISgIRTsxM9el7955LP3LEo2OO2cljVLQs
vQyEV9ypN17jEOI8EUyzdqWWtxd0CVNAAb3XhnWO7NARefulbad5TzHcI16KMJHqKbksjSGhwUwM
a14M35l2lsyMr21jWAVLIpLyVWWjPQmrokv2MU2+r7IjugDNo2Js32uBDMs21e+9Idi1AYxx7Kxq
H2HbPNNLnQGoIISAUSzNO8D+9gVKAe8Q05z4wmnkAXyLvpayNwrU0hKSYFNdpoTOrFTFWY91cefE
JnppYWnGrZCRuWGLJUQ6qpg1teOwW8C7N2gvFkVuV0MhNDPEOHWxRUzusBwybCF9Th6Rs4ld1VkB
xU7R08JmcmthXbjpqbVv6GAPIS4I96iIMxn1sTjDLMMi3OJP6zDtiHoDj4KuQVDHxkUGIPXAGW6+
xCpblITcZdht4qgsX1pfynKTyb468+mXXs4MpZjlgA/IBc1eEg0kj7alcu+zIl0AwTrYix2KHyxG
daY9A8ZPvuoC7y9+6aY48wwriPYe6rU1Pis/DLSyWM3CrY/SKwndYi77nT1VYjVRagBSgKprgnQB
xY50bWsYMEwhCLlh6enSkE3IYZDWIC/1E9HtZ6Mvdr02d2QBylTQ7fSyMIdTcogWmW5mzupOQcLq
V0v++T6TenZE4gVOxRysx4CDTv3driNXX5nKhSHWu7O6ymUw3De6YdvbpnRho5ER15DZSE7AF79v
/QtLeMh5ADp/pp2H3mLWPCwaUU+HzB/jOpRFx2I9MYmuwkKX4+3A+R0FP2qdN7fUuaUzSEffYg+v
ohQulgkwT9aqtQXgy07D1r3q8R6DNoAjCsLKR9TQMhForX56bgazybZBnkCLEq45XrmD5lsgJbEt
713lFEM4ZnHtHeXs3BRqTpxwRFgqdqIX3gH3b3mLYY4xBCkJBwBL46EqGfkRF5kRLJu9NK0y2vWs
jP7cqQNNA3qdtDfaOA2HDMZIGAir2JgpnrdcxwAEQGBg5mLLKF9ZPYt6rS1CdDOdkBl2EdKFTU+5
E18lXP44HBoXEWRGj5TxXpKjEWjLdGfiyltH3Jl7y3OeZF9Pn1Oc9SDKh4xQe0oxtbJVU1wMUaWd
0XePzztc9KuuT++JZUqPrOrGkdG9c9mnwsAj5AI28ltcMp0TXdis4lfOUHkbE9sNNUCc3jkDlkev
nRGvIQe6wN0hAddY9gsKrOYBBoU8R8bT32jMdnb4Se8yq2jP9MnKASCU1Z0YWzB7DT4YpcdypyH+
3UcmSatb1qBmnaNkQZakuw2+Q3O4yJXJRj0Fer1hgEqhz9SHbt7A4tSOn+d+dHdOpVNoMBdLxDop
yPU7OhwoN7hmemR2htGEKVv+bjTb/kyv0MGe6wlCuKXVfPArgO4oI10NL8RQby1R4Qa0eHleNKVC
bAKkKSurq517V/r2Kqo4d5NHqtado0w28Vkup0oG3FHBB86VEV9HI4gXVPbmRdFW3n0cTfNbFkCc
DJWuz1elLq44QMpg1fJuN+i58UbB9kNE3SJDHJXWBccoo1ZEAlPrR5/0TjYc3+ZqNelKMEH6rETm
rBXhgsGuGLT82gWCFkCiAo68WPlYwAgmi63Qs4zk0BUDgy1EGPPGbDO1GqIifSXkeNqUnc3MLqEp
ySxcSxS0AiwzoETwCHKMcurj4A2ehqpB1fRAK+9skjRWWhf7ZkMf9sqmDfTsTp3zZRqm+VBICS9S
72QU9mlnT/SlMxMsIgcMho8C3egmq/FDjaYVP4DNaR8dSBdhhV7rs2GRHQqALjpj1pseyOOwuCHh
Xt52gzSClVuNNgJcQGZvDkvRra5730syObZVH1MEJ6bsrRVXHvcpqinzYYp9xDMmTLgXgXJ8bSk2
OMqAgvMnCnHOp/ATj8ls5mdSpP1WEwlOoLzw402Ln2ClARAYwliqGt0GE+A8NUrkA8hAbJJc1prT
yQc2t/JMDtiykB+qvYAIPoU694xJRFxVfIEwk18UVpHelu6UX9KJasO+UTPfvn/0uCwHAFA543vk
6JvIRVLOAUhQKAg9z14ZAsstQVyp9QJ2Jn8qSq3kwk7eM3TZ8dA4TbPLqqo+Q9GfOhsvEMw8ZZ6n
E3txPNwoEWEZLRKvHM+63nC+zN5g9vsGFe6D6rno2Ody63zIdTglnKbBkbAAusccYBrc00IFOqP9
NN+ZLUgg7ON5epOZnIkwQ5jut8KIi25Fz2bpcc8N0+NwylSx98x8NrYFM4BnZGUE0uTOMHsrf5pH
6ywB1fhUVFP7pGvlfIeuedH91aj/eYyoS/n2Ek1cDHYFPqLP89I+5vk0bMvMTx4St6H4YQ+lkSuo
ON8ozpB61R7aplBLtXRx28Xd2sKieDVapfFIdwpMmnIG5BWpFT20pXfL/o00VCczDOwO4u9VUyF6
5s6a5FNOwtxhQMe5yIiX/pZT9Px3qTfVC/tCnwAm0bwb1CZ9s2a1FHdpTqpKaCZWlqxaWi77OWln
MtrTpj9o/tzCjdCH21Rp3iYtHQyQpHQnD13jF4esMABQiciJn9DI0VhwtAj5JiJxjV7DOJBmcdZZ
fvXQu2bpbJPZoLsGiIbOQD4lY4wDBLFwGCiLNudIHF3CWDZJaVMkNl0sVRrpt9Eu2GBEV9OJSIKK
XpRfJvRk8Y0YzSGSgWqwoiTihZ+m6Hd6Sg0soM2jgoB5rGQTDRwdsrzJN5zd+CWNwxa1JjJb77dF
4yGBiyZGq7YskVIYcl6xM/HPeCYtbt6gRy2IYB2IwPv/z059J2fpnZhpaZ0tWKM4rmLkPZlrFmfM
evWyCPNBsFuHboSZsSFKFSf6vpDmmOPIQVxUX5Ux7seVaWSzPoXwVuYSOn0/oHJupoG2E1ISbd4i
HSelkKFALK/dGZ7OagrG5rGyHb6rxgr4FegB+dPISrM8MjDU6zvLrKS5aAGt4k6cxl1CEWiyV2iV
sbllxcQbJGjJyi+kE5jtc1l5tGDKiA7rH60c+ld8SaaC4kRfQzDiSDLQVej7EYFsgtIa8NIOGnMH
1+my8WaM2uZRcyx+wXsH/723YzFOK4+aljBkGKTONXChl8mti1iYpmo9MBaSTgzNa3LmdhGIi4Av
qkPlyVznNNeAzs0vHZumqq80A7Z+SKPNKI9wEQhlLzwY+LCNo7m+082uGG9YLhnLEE5j5xfaQo3Z
JRzXc1xqI6Ad9JtZl18Ct2vKcxSL3QOFvwRV746RuDOkjgRkqD1sX3ofRwrdjQ3NSPgNv41sKd6o
GGqnuISQwLuCqdExGgKM0K7gYU0rtnRZXWbE8JA2x3sYj+RUI4HPXGsZNLpWZK8GDXDVJnVrPuJY
YLAPTbMbQH81It6lHSNKJP7lueYiaRIQqu7T0SdOtfPRczlEYVXeXN6iR0AI9T915Hm020C21Cpy
PHRhxCew2WWyubIHIl/P/Fo6j78eHnwAdeA1C0wMqj4PuunyHH7ALGcDnlUdrRGCTKu9qkj/MOin
9O7IKNcT6dYyOgzBv35N8y8vys8GJmhnZsKMxD9ORiimQXNTPKHS0ppHunc9xFnuhu+C493a7Gbn
YE+yRUTca1XMuQeI5Hai1YIEHjxBMZCoBI8K2U1mVh3yEL3cTlbrfGtRSAwInhfTYDs3bPYTyomK
gwvYG9vV+i9eayTbwGiNA9wMA1WJi8f6Pxj8fJwN81wyj3SJZmUGajGI/3kaM2smdNUBBC1n4JR7
uxZncZK3SDqd8RqD0XBheeS9oPRvb3/9zf71izVwXlhgX5YoHXQAP79yy6OGdWWawz4zKSyR/Z/R
NU6+E6zMAYJQKdxwv37FE/L+B9IL9w1FKzAa4OouM/GP8GpRpbJbbHlU60V0Ods9rnS4KPgmZgeG
0MIWQx/nXWlO3xwqHzA6/XsZ47zwpbbVVD0AeEwswGu/fmMLNPvn9+WDv0EngBoDtcNHvmvVCjNv
2dDDIjJHPJzleA0Pg3JRAB7J/oMr/nHUx/U2bN2jvwmNh6fpwxUPpsita2l0gApLDlfQDCxkVSNc
uF9/KIalHz6WqZs2shIgPha3GcCrn68wOoHKlZEBB0ZXmJd1KQ+TrYs6zKeiajamXbuvCDPHNwdi
xaujqR4RdObLJ8SuKSJKf2pfTVCv5oaxk3PMaQZOawhwxY1X9tZdU3nlOVhM20BV32f3AX3lpzJd
ZNR15PvgOSjUUSf0E2cS5FDDGtxM/1Sk/jJ9Q218wMzh1GtzCKYny2HYgBlCa7NzBtoQaVq3fgal
rrW72TDHM8YslX89GoDwaQtiTPxaB36pwIjaLapZfL94enfeaavs0FJoq4aeWEmPpvTA8FDedt8D
U7HqShgRzWGoZ9ujM1b12p7ZGaUS/n4kZUjX0JXap1IgQDWI8uFUJ2oWSwSSL1rK13Y/8RuglqbV
pa7q6HPuxQYd2XlQenlAnAoHQvqqYRDYlSXblykhj9gVYc9oDTAjxfjDmRD5NnOnGQYAMv6+v2h7
geU4nW22+ApH25Wk1Y87dqnpklhgEab9+pqpaimW00C/kk6p+CBM3Dg+Tmw9QIHGnZMXdrsiv936
YlQ9VBuL9EU3x968MicfRqEklUM/lw7ierzGtlo3ounsfd1UE4cVYIAPEEkqbzuVXbAfMUh/lU06
3Ds+Yoy1r7n4ZWCwOMdK4FJYTUnmp5sq8OUOKSL1uELVtKfz7OP2qSNUA1NmK3vlj0MPny3HtRU0
g3N8H6M7FPqg6Ok25ufv9V1mAzt+bJJhuVQEiKuzJk6RsLz/e5o6fnwkycTzz1NsVfa5x+nj6+jU
1pp4grHZQ28ISAYrpPao0Wq5tZmYUQjaejR/Y8KVHytDQ5DfN1rLARhl0M7BCLwdpmBQ2yIYoxKA
IKDpC5KAo2IrSiXbDQOdsrxIB7wVEPxcCEsOszpo8JbDzfw+yZrFxFuuKhU3O7f0OXwWE2oDTrIN
LmbBM1LSTFsubiYwnq0aV9TBsZ7GcffrJx912E/LGWNtuimGsUR3gRn/mCxHU8/uVVaL0LY07z4J
jPJ7psO92SdZ4JShWUEDCNHh4kuNZqP+qlC+vP36LXwQlpnAxG1w1JDNrSU29mP4CYFSJkY5d+ET
++N1PS33RVp7N4ZpMJG3nOkVLwUL7K9f9eOWxifmzmXRYFrvevDFf17wGAAlxGzTfsAKlh0tg+Ia
adIyay0ABPXEsRjrX7/ix51j+ZwM71ld0esxG//AMR8Q6BAdywySFILgasRj3Kzj0foeTILp6q9f
66/LOdFvS6wxOj1S3D9u2BWKCdjFWYsemTo45EiZazewXubq+dcv9G9dPIdv0ndYgTzi13/+GpMu
rmxho48dF0G6g7G4xbBBDHEInrjBnOKPr+9qgtPr/paE9L+C9/vvqB1dQqn+fe3o4buQ36efwH3L
D7xLRzXzk266urUUS0scHzLNv2tH+SsTfPMS547s3LEs809yX/DJ5O4gSY6Bt2cgY/qT3Bd8MmgN
IsTySPpCFflb5L7ljf2wzDg2WamES7LS8BZ0nxry59uEkCj6NYJEYkGVCQ1UqyU6Eq1uNpM96JgN
6yp/RKDd7SmDMJ9CiEGT3BqU5vowjK/glLFPCyotpMv5Lcd1doKmy6oHodcFJW8RPDLE9679LjK/
grB334ZWe7ITL3r5/Rvvl9rl/5Z3Fhf2F3fWU/W3i6fp+8+RSiY/88fN5X0CB+mYAZLYJXbVX3Rg
78JkLfikw9AACmlAqCfBamFJ/qFM9gxuIZ0fJNkKGe9yC/2dC+npn5bS2cJKudx0f6dVXr8X2u8Y
z387F+m0wPxZjztMUCxykQgu5aRAyJr+YR1P7biRrabNa3YQtP84FWOEGYa9la6X7+mUezQ5+rTu
N0IT3WUbO1161AmAZluPs7jYa1pKKzGO4FiGqnWsGE/OwNBdw8tOdrYXpA+9o7ko01JvoB2YpN42
URFxAmOmgwgZDZ3JRWbGpApSmaJ9qGcEc2ZjXbtMIN+MIwdSOp8IB6wGJXMH6mc3mwb9z4rg+ads
VvQN9SjrvuBJQyvGoJY2rNTvQEbEJe6AoDzSRZnF2kq0Cd1xCzIHA+pAN0bI5DC4TvYC5wH4iCvL
VWaO8aEZ7REfqtt091T9tHSTuG13EpbkloOzAfI/ULdBlZbF1jfndTu2yd6mONpWmlEDcSL1ejtj
Engy0c9MwLZ8Er9baT6NTaa+EUjS7MG+ciJTZbn/f+ABswmS+fcfsPPv6l/+b/VB97/8yPvzZfqf
THLHXA6Uga9zN//j8TL1T8TFOCTVeDqVsL8c+f94uhz/kw6a2qC9wvyD3Z5lfWlvLKFkzickovQJ
WCsDqiSeyd94wjhv/rR4ezQaLNToiBvh72GlMz4ULvnokc3rI67Cf1C9lYEKHqsSLSX6xW5XWFr8
Pa/6tkLnMPqLHj3vNv7UjRd6K1t7awSFfU9SBlN4zSA0ECqiG2ebyWrmXTY3EBIFQl20yWnuAXKr
TczstV3Ap4mCtn6kV+x0m4x7GyrA2DFaFV2PdqL0cpCMkEymLgSxWG8NbD0mCp8cYng+JPkt35rK
l/jy8WW0Ec/vSsdWHLwaH8lDDHdxWIF8JSDUp9EIDcNJW2BMLekheWLr2ITGiJiFiPHnV6vw8Vjb
7mK7llMrmo1lJRaKGwDNHFLHduEdg84P59oW+t4ccu0QGXS/HDnM130QVW+Sx+mQI2kD6cVMzytm
cRM5HAah1Zty3JbAa58wyPrdw2R0FbNPcGJ4W8vp0jGnJeYts0FrAipPNmPXJGdEOyEPT4UPgbBy
eiApjd0H2xZSwFeRxA3i8KBqnsacg02ocsx/UM90UFAsy9AIk14TxgYAkPcqBg1/LIxnmwMsoTQX
XuciqGkJEI7X5Jt3b4kTp/exzcvgbfPdfFVJT/NWdPkSGPH0eC8M4F6IM8Fe3k2NLawwKAdQhCnM
i7ACjo7gy5dzuU5jo1OYRmR8r6A/xCtR1kHL9NlHE+RlLsKpxq0HdYCHChbRntkBNlWRLJiE3KBL
Hs3M54apUt0q7jPjtSPt8mA1WumHwGoYlvd9DmmtaBJz15p8HC6vRb8U7OzobJu57w5TaXZL/HTH
lCuP0gEKtln2EUczD9pCRR9c7Hua8RDp/DYIR09YoI3Mft3VGlE8Bo5Cnfl9S89WN2V33vUWVBti
uXgPKFJw13auNz1bmlN9xQhRc8/49fhsNzp5BYaNMGLT2TbcENVhwVipLuJWEuiXQAV3VXUu0Ogm
6ySV7Y2tebjUjVmviLh38tdlwk0bI/Xcu7IkAXiT+xmi1raNs3xD2LMKB3KvvipskDkaVrJpcMcu
l74eC0B/VtCJlhibTnuwJ7TLhGF08Zvu58O0q6ip3PUADTi/GpH4oGqB3goAdmymXYL2M1gZ6OOQ
6ZgiuY/mOJALKTUSIBObAAOosub7hmM9pzegbpBrJklMsSYESIukNL1kq+XIIlalbVjskpgugSMW
zA5IlRNa6LaB+kYYtPUQYRWM1hzJmEc2EAvkheXnfRYiofXKXT7nWXmoS6+yz+K4BrJF86zMtrLI
bH+FWQ8zdZHRf7qaBq3TATEYoPSlnLnmBhxViDsQ+/2VKAKQl1PqxSgBW2CbaL2pFlZNEGADb6FV
jYfRSKJbD5Me886ZAdI6bdL+xhd+bRxSzcaoN9J8H76MjZ4b39LKsgGGaEixadobY7NuxSy/Iu5x
7BAyG1T0Ulic7M0pw2ZIVTNlKFPcDCsnakAu0FWaJ050Ew8maBrG9xLXMIzA4bxD+IkvuQfAcJlb
Qfqm3DHpwyQPGIhXI/DGRe5jyR0SFf3eokzzgZ012QvEZk9tB9f1QfxbtRU/21pvfwMPHL/2nbJe
RVLqxSapMAufp12/ZHy4un4PnAIKRMM6shGugakaCm3+ANPNVaGDJyYIhe/GD15pyvYcvWzqbarG
UQ9VGRUTzmNhM54dRwz/8VgZ8E4d/DQE4pmgijEEuPGNOZUbhh3I+Utys5+D3tDGxbiDaGh0h65b
N74zm6FVpdbt7NoxBBzd6Op1oXtaix2zF4xsC50wwNpAasbLyofWLuSzNeQqwiXWSi9UUU24eGTY
NbZ8pTG3Fg7Y0TWgw86AWEkkyLabyZIVXWFkZ5queW/Uk+MCn4mYzFNJWhOJGklgIWA0WK/SCPwS
t1OOdcq3W2+DDoosY5+MCmaAyYiawkncgTE5jYWvKRuAsdM4FT0LHeIXi0fm6mthwqc8JHOkMASl
pHrC22vUixRth9lZtfOtZkTRrfR8X+5JFnnUPHxcsNayeQcH0j3MkRieQS3Gx44ISCsEix4RYWAS
4liP9a2wfXUxINV669op8Hcwe6a9QvrA+slLvDSZ07yR3IeMvDB0j81kKHoTFy6is3CACYo0DLrh
N5Zvzw09btGvjrKN4VbDJPV59l314LeGBJyXjt21Z9ti2ORzNDzkhJLhlyKel4UYHOTOK7kuWAan
4myeIkzdk46vDBylS8On8rKxg088meaaowRxkobqd7YonC81YzrSA3v8XZvEKXTIWhVFOINlPXjs
mzLxNnYQJU85MjWfQI6MuK0ZIZPc+hE9dYJqaDaHLEfzG5+HZiKWoiDYTYCIbeJi9AxOCYpbZGmV
GK8SkUwLvtgY21UcI0wLdUFWwYroCb1dYb7IAdZpSQIJeIDMsfr9ivc/l0PwT3fwtKkVf1EXp6r7
l//zl8KYn/mjMHY/gWXCYeUxdCLaZTmSvp87l8LYYdZHDKHBoE//MZLX/UShSlKgYbxHDvxQGFvE
G9DsI8GXocry636jLjaXsvfPk6en00GkMnY5qbEgujTbfu5p2JFTsO46zdrzoiZYN1hH61CvIEbS
dlaEbUJtfKAO6W/FOH5jOBnRLGaGssX8VBgbQPDgtnJOUEdMVGWzmSV+8tCqNV/bmH2sqk2Xtj2p
MjGoxeM4Gtq0FtId73/4yv84Uf+YyGt5H5qF1Pd8BE74ruWRc4xQ/ucP4mOt9WZN9GsXRXmwn+M2
6Xb+jCP80KL6AVyfF+lriujoiCiz/Z6y3aMybgfGbWyIwP8FshOeNsbzjLSxx94p5ADXbmSX1oqm
TnEcaftmazXG6rMeK1SrBr2EFET25C/CoJJMSc33i3hP4M/Y7qWpllg4Xdc4WQ9xzBinrYuv5MDo
h6FccEE+/pOEkV82mLgrhvIegt/oYSXVC7SlM4N/SnxVvDR+UvabIfbG09wjggWi1y6kh1T1CC1H
07cAg7iZs6kGgKyULn1OzqZmGWiYGEx6KzvXaOQzRWquE+iSxSpocjyu0ut98DlxNLRhzkU+Z5/1
b1y/WDwFngWvIzNSIGs9xFYokaVryL0bxBoSTn8Q5wgAJ//AeSpqdqjr2ehcYHivfuq1h3YOGHkI
nyzeDFr9WUF1/5hh9LdJPiA1npZF2wokrkaFiHrJIm5FFz86jJSugRYTYVuMZtqv2Tj6S3/22FNg
M1G9mNqsubCyPdRCRCrRwtAmKOAIUIzsighRckVJRJtfIyWEgpo2WG+Mfqnz+roYbiGI9toK85f5
PUZhR1GXC/SNk5Zdgg7KzKt6rMzzdnAXUS5Zgvl64B3DTRT6qvEyHXedPsy3Oeye4bOHCWzGOVlO
xG20jrzSS2AP+JNmD2uv1Zsk3QP/OvclrctVEtV+vfaZkMVbQ9jOfQUq5SU9rcXuaV3OTms0JTjr
tXFau5PTOu6e1nQIxKzvwbLUE3TNqq+ddoD5tBtop51hPO0SeHzYME57R3DaR/TTnsKdyP5SnPYa
ux+SJ7Am7EC0Y4PHyVXsSwUWlgUgtuxXMcRYCJ2ZY38x2c/o27KzaaddzhvBNIRWVLD7UXawEyLG
YFekBVWccf+xVw7LtqmddtDitJsWy8bK4Zw9lplfdx2cdl6tV+ohWrZjwwJWdmuZMvuanfbrlPHZ
N7vti5FmqYZKsuEMZ66cijSFs+m06wPFbN60pRToTlXBvBQIZQM0eocjqnirnEldcMSub11qCjZZ
qov+VGkUPMRHfSk/yqUQcU41CXYM+PbUKepUscyAaW6npYxZEjKggy7FTdEgGTwLOjiyPN9L/YP2
iVoIxQ91kedVBgl41Fs7Tbb+16DrevDbp3oKQBG1VXCqsyQmwA2EC6qv7FSJGU6ExxBUNeKk/FSt
TaKhcqP3QBUXGxR08lTb9UuZ579XfJqnyN06VYK6EFSF2qlCTHQzWmBnS+U4BzAYyVukoDSdXD44
VUyVaS0FZ4wWId+h1KYO7Sxb1eu+iKlPF5nRrdJyHmbC86hgqzmmmkU1QmWL/wEWV2TW1SYayUtC
PhPf1BbuhI3B6+X0IpY6mbC2rN70p/o507hpYKkL9UBWZxvg3EjxGSURcM0ViHCoeoroFihQXllu
kLUHB8ZWoPoSN8ofCGKmW+iORW+F49gCL2tgSX5OAhzTK1wy1LKG9KsKPRhWb9ofKiJatYWjjnky
ws9Qk66LqdMdJcxA10iN65hCOt4mZUqzRzcMrJEuZ4x5XXW97W0XxVW6pekSXyLexSWhCTviG0Jb
i1aDbgXEaVEMT8igk1vfQr+0qorcfTW7gGRLtMF9f+6yoJevbpoABOIZdwEmRgqmpwFJNCyEGcwH
+rV4arAdl/a6MavpyGkJ9v3g6+NTDr/mIh1VQ3MgGuwXB3ky51h/oQOBZ6Sgg+igY25X5pcADflx
aIvpLpmIU+MmlxVxsLV/5SV4yM1olG8c9Mznoa9Gsc1zyyF8begICImkhIogwQwHPGG0Uzhn4Ejb
4Bt2OjasJL7CTsFWUQ9OBUSMuwvVcxQb536j5BMn/ZzjUheQS+BbnOzgLjUIw1LlqbvU9jhcjcgw
05XsPWI6I7rbOr8q7dqtP/XqW5voWQfuiGhdJJl5OgKOd/KXxHGccV2BWs7IycUKS6pLYd+m0cS/
LkrV+wfVTVa8snk+rl2rHHGPxhpS5nYg13dFvhBAKiqaPsG8NlZrbxgkvZoulQh/HNvJz02m0NeD
UOp2LHViRCs1RNdwlwxsFVZCwqbRVsLf/P/yWE1nr//rf6C5+6FW+0tW13n6/SVR3yupvqc/z2aW
n3svkYNPVMbvOimGKfTeaN6+l8jBJ9QKNHtsG1hLgGDsz96x7X0yPQprJtGc+xkA/Fki81cU02DK
4RksdbXt/U6NvJThP9fILuc2Yi6WoREiQGeZC/7ASOj0gZERhz3mIaVYdy6F7KzsK8DuVAeR6rax
U+BodUBsKXSRG7Yy2swVQZm63rm3HiiUdVvZ3cWM153WT48TJ34mhOirX8YCGWlpr0rXuQLGMKxz
Fu9MwQabE3TSuXjI3YE+ReGbZ3lDae1nDXLJgiVm00DLwb2fRi2ox7KmwUl0oV0TGjEiN1uleP/v
tLKu0iWz+6zJCLBwgUBgovKrLYWqfcU0ZKFfkvie6cm1ptHl8/WB58AYcP4u4RsK3y2SwCrZAVD0
PtttZ69//8n4rwzBf8Is/TNl3Fm/fG7OiuTpb2TypFKVT5InpSIw5f2BW37w/cEBs/PJ0x0GGn88
NzwD7w/O8jeMyQEt6QTX8YRwHvpj6IJ2+BNiW/pnRsCW4zBP/8fUZfm75XctwpL3IDzzdx6dD2JW
zDjm8hxyJOMh5EleXunHRyewZtDki0e7baR1MEkBHcJWKz0k3Y2zrtOAsWIVlRi9DZAXWxskqIGh
4gm53XBeCrauEKnyM+eG5ixxY7LmrAlxq/mZeQycWlQ/4hKjf3CLhnl+YSZBi6MxJozI9kSmF13X
uh/yy9+/Y/93J5VgKsLUOezE96fub/Xb376oJ8X1Sl/+krH48SaVDf/yqfjbabncvKbqnyGUkWX0
V32QbvxePncirn+6WZcfer9Z3U8cy21WUuC+gA6c5TZ+v1m5ibkPEXcEtPm8ZcX+x83q6J/Q5DA6
pOXB8J7x/T/uVZvNwSZIBH0tw3n2D/93btV3/e9PrRCWdhb3pUlDeKShM9r88V6dGieJrS62QxM3
L5OrEVJjGRMuQmboS9vAbMTJWaIpK42bKQDFvFDZN5meMZg2Sm7GfKaAjTjXM88yd0w9/fvALJ4d
OSskncOwxiTATClWT2npPjVedF8L+3GGg5S0loepLn2zTPdWnypg4wmJDoRH48gX4EZUda4wmx68
Kf7saf6rbaddKO2mPRtnUEZk2UKN8DkrkGEDjh01Vtgm0XM7BsOjMsREzEOSfhmHlLD5mEpqjnWY
s0aEjNSdgD/HHGx7JkqbipAUPicc56mS89aPSXZL6tK+Iik72EcuOY6BGIh9TuAoSVXtIGTe+VX0
DZ26OuRmfpNExJSEnCtACDh9u8ucKT90WsCYionPquyMb/TEbswkG3ecQV68ZCzIqMefSTr9ZjSi
o5+MeHpiC79YXT476WDtUsUBHvklaelmEIWDdOetPluKYITFY93gS4U+SdpG6QCmcP2nQSFE7CE7
4EhI1GHEV3KUyv/WSBGTeSLMZzLBR+aYmJP2Nvv6MclmGsl6jcli8O6qZcxVaeV0QS7tIq0lQTyz
zJzpC9O9iRSv0tfOsQZin6JPcznUQA2Vn9FMmqZhzdDpc2KP+NvmQNJVc1EhppgMHZnxRhf7Zpq4
IR6KkvVK3FuTyUiZZgp/LJjJoCX5aiJwLCZKXu8wNHb1rd5HJHY7ML9xh99TbKttbkwXzgDUmNN+
d2kuujX4Cj7KCyoFXEIIlbEEp1B+QzsirSwx+gc1kBxqm+0XabRROMn+QtkdpA7caRsdM0uYNtO2
qayts7yDzC+eoiUrNDJwdKqFG1KmK9IKLmecsGvc3s/6FLubrkXlXjT1tgH80y2ZyuBAQqOEu8BK
cCTccQ7jhV1bBUwRevpLRTVfaXF1RyN+my/dLHPUVCidBwjo0VZF7ridHL+FBc+0qyb0fiXMytyU
FsTOodH3vpV4oYjs13hwOKRUw4MrbRsVla5hXVtiHElX3gSie6T7R9rzGH1xQGzt0zizNsB/dlAH
3fVkmwdT+nuqUtobUeOe1a0H0pxPaWzTmv4lOw2NsmaUOFKNAHS7eOTgZDOjhOk6EeKyz0DDrITq
D3rfjfteWWdYQP19MFm7hog8kkzM8kFX4lm5GCqNCo5GvVyEOLEGYqTaiQRK/5vexS9Yr+96Gokh
maewkQsmppL3FJbBHOyYG+GdBPEQ/it7Z5IcOZZ15638Q2mANPTNFJ3DO7o7GWSQnMBIRhB932M3
Mg20Ae2gNqYPkZlVkamqMkszTX5JZpWVkcHG4XDg4b57z/lOPuZ3tTWD/lE50VVnHDOAC3ualutp
Ztp16Er0MCUxuG6KwdlWtjEbhCE2XSFbeZPPNZ5lkXFF9rU1W6LcVaJZjG56ULT0JUkmgvTq1TXl
UWHsA/uJLJjMHiXaO6yN8k7tmB5Vmrk6VtHEtFwl3fRNob/T2tVbGLI5/QrA3yxrJdAS2K9NTe0Z
oa7irGXq/WJ02hc4KqbL1PQHwkAa7ZXV35Wk5Vgo/b5L5ZZbTUfFk8erLWcE1+GEvrFDOMrlxKoi
JJJTvqnTOt83Ub4PFYycQm60sNIY+1uraNiT3N9Z0fLehlO2AwuILVsLw29gViFS1BuVwni0LLiz
dIG5/HBBYT9eH4fSeB/D4pQT+8IeNCKBPm0UPwybr/lkZSjV46Ak194rGvEdHrMCGk8nzDdPQx8A
i5u3/YxFfFjgSwrQgyamm33I8Uh0nYIwMb5n7SDaYp7h4VHG8yzP3wBbzHaa5LaC13GvREwijRDW
7l8vXP6fLLUBeiHW/NcznB/F9rfvCAj/uEX99ed+LV8E9RdF2jSghkQhK6tcar/XL3wJo7kGaxPh
p05MjMir/S5xUim20Rtu/hfm7xQXfy9gNPUXTCqmZmgMF3WwOX9JnvpHETx7XNq36K/wVSFCl39o
Z38uX1qWFFAQkWAXRhoGffg2t4wALY3g1r5KtJuBWdCcLWAAlN6/XlhUrf9cwKhttdE/aqcfL05f
kBELIi7eylbA/fzioiyQuDApIUNMRBMDGOYxKFeRHB10UvsOk7LCWJyYCPqtAAcGkn1YFwiux9t7
YHTDuKIqsu1pqA7kvutZfsTNBkdOE5/HpYhcIJWEZ3F2gaEgchwcIwuv2LznjwnU9+yGYkWbvhNp
XLdM8FsR6yt75aIPiiWRvyUSqaBO1SljzGI78jgUAE55Zr7UBIK0Cyik2LoVS5G89ig2Khtgek2D
LprmJxTGrNK59gYohjs0VfoBbItS0MCzGoj7rWxUn2h9tbOpTUAf/vo9+3/pXFVjt/qv78lzlX/7
238b/yQ43H7m1/tRYWfAsI9rXv2xyf373ShvoGH+0lJE9LR0j/iR325GUt4RExK8Linccz+2DL/r
DUl5J1Joa0JxB6ED1v6S3hB5458HkhpaPYWdr4o30zBkuMV/uCVmK8eBEquJK+rjkWjojTzYLf0t
BR0x2tMoEfTChuAqYEGFNWVIHv700TG4Sy6ZKhZpQJ9X7Px2SMzKycy4lwNtCWfCrpYD7drUF8zx
m4IUxO77tPHFDtYINCLqim7WnkSyw+BQ1ke5XoTnqAD9w6YlhcNRkjZSqmdNFyBSZFEHlRIES1sI
n3I9zWdJXx7IcfkWyuqo+InIpoeirZ8I9cTMKFGhNqt6iCmjMJDJw+MKPv9O1cLONZiJiVe8dQjJ
JOTKGV2lUKYyaCah/6jGRIy/wBvIY38aSj3ImiVzNGUuvqzF9CpXtTljpWIDYuN/Q+1rNeFi+NJo
iQGlDzylchFAJkdahZphxbkFYWeBatI89UsBOUiWl/C+rrpo9cZZCwcnFgwV4tyc7CVWnNDWU71D
H9HQ2O76Rxlz/VczGtTTrHdkSE6WxBcjDHyRUlr0ITroKYMCkRjWIjQKjHzZoiWEkosj5W5pXOAN
gI415lD3smwOL11c1O9ER07kw281XK2rQQ8o4MLQJR4PbWRpj1pBM5MBcVOQCG+E8xdLkLRbR4YD
/XdNkz5EKkZXX/hwWKOa7hD2qsLOJ5NB14jWaEA3h5GuFQZG9U7QDsTkqYRdNfAKcktNvcasR7ro
bbaHEmixFW3L1yzUKFzhyVa21m57MDxvR5gaGpueVrgA19CH/WSF4xF4rtaisVIfw+3gB113+qij
sdktGRh+bMv3i3WtIkKaGMiNlgt4OX2VUXAT+ZM6eUdoYTbOi4bepkmQxllJMKOhcVLamA4xw3zi
wkyAEF4p2LYR4j1uRwQxucawC9taiM/P7zHBEmhUoRMvhuNcmV8j8Cpuzpx3wzgj3ionX2CWADJL
daNmOevZorBtIjqlMlJ3qidtZwlhSDe1RD9FIMVGgG711FcXtLpmB6mmEfRbGBI4Rm72icvLVVo0
SHlmpKiAMHpXJvRDFOuhq5UrYXOrjDqSqyFel2VXozZ2G3X0V/jhzlZG+GOIMnRdNXLqazHBw5ee
cHMerOw25aVGYh7IErFftxgGDbwApOCD2RCWpSuDcACdk9lJZj3grmt3wLVAFA454bsWrBJtzp/Q
FIEHkvGXWVLOI1xVvQkMCvQQYbHHvqsjd9aJsAJANCJ1MCBX68sR9tOlW5LLMoenEI8qvOl+8kWV
GFq0thqPTEvIHy2ea48TPLb9pKYEpkuPxkIk+dgw8S1NIteiVt6itEiowif7uaZrgdx5el9rgxSZ
sX1EX8+MrTFuixE/R9aYn6um5wop1hrCobmFM8/zLa7X+EpQ57KPiozNzSL6ia7r7/2IIAzwBB0C
Ace0XQt90Aim+IS/lTuwLLVH9MEFgR+1gV2X+gJwCh5eBFAR7DiJIf8wzoSzRmI1uXoGwI8d4ejX
HTplKNt368qtTjCDFhKtlAKIQdk95o9YWmVwIENHOUS8bX8pTcXtpeyUV2N40peJcXFXaF6k5gDJ
YFMxSbytkLhuKBBMJ5mi78NUV4c81qZAkBKdakYXENXKeg1n3AD3nDApVBB/HxvCJ/M6jx3ZqE1v
kKuhwly5woEoueCftFrfAhiEPHuAGQJ5RkAOqbDwKJHPEK6xlUaVPEa46Y0LRa7ttZdfyEcz9xUX
twfhQr2RRggUvehrJmR5Wz/VhDeyUMaiovkaq6jpFdgebFOmYSITu9uhCUY3502gF3YTFDlwHEvs
V1Us7WG1DezhZkqceNm233mF+rjv9DdkLJgq6lzd8pK0ANxaDH6FYfGKuI8wPEi6sYfcYSCVjtED
Gx+r2IljzVxxnEMefig1xsyQ7+rGqk9AcgCK0Ru4h1KnnlBBh54lssjBfIxOULBbNyJlEu6JKij3
CVqjCpwHJG+3h1L7qi+rcWnmwfJFrSCqDRasgwCFHKBVO3dZ+zwt+zHnyDW9DaBcezFZOuda16/V
0FReK/K9YT6uR4Tl+cWcGHMKbdi2jlLNmZsjBnQaXS1cc9BlvNypDnWJa7VXEV43xJ6XYSQcYrGr
rnkkabSwl/C6dqxniVJ6OleTPNAxUfTqBE2Xa7Ugb35kbt6qqGSHmgDdUXCVcXLFPOdxJxCXosmR
t8Sj4qFsnk8hEhW/HJhgi+nmFpcIa+uYf4cQ22DnPTD/fk/MRXGoaYUAm3O702bm/hL8G/COS2rl
HhryqwV2Bt9yfaebxlURrfqg5Gq/H2ZBfUjz5rPLpM9RkqpTLYzVx7IOzE0JW3eG9M6A67FrKmTW
GlfefSPwpmEYrA/guegjzn18ispS8I1OlgOAEcUJha54peOVHmhWDfs858TLRdRc0rKor0Iucuxd
Ib1LJiO1qgxHX6xQRlqpek6I67PKpXqR4Y4H9HO4Hgf5qRVAa6pVzfMLRz4uaRV8pxKH4FOY6g5z
3dwaGtMPOVlFTwsjb2DvmSNPU+/M1RTeJXXW+DhliUIugAj2un4/zvX2K+Elkt6Q7MBmQzxP2/x9
BD1o17PQHpp+Ep1G7bpzqcUnpYCJumH5HHpHb4CP6gcRXstDlk31UUdTzH1frnuxplAqpRSMhTYU
HucDp7Wlv+QYoHZ8SIzlSGhgyUa0dQrVGnaaOB8q0UhPosiDPKFps9czkmJJtc0/uklWgUMuIvLf
6bGujKc0KmHFKtNhlLA+QLUpr8YYzh5z98rrgaQ8TpM1XUoK4ws95EfJZM9CtICLEg6cKY/1e2EJ
E0+MxiqoRKs6tiwrD8B95i3Knkh4UnwIQDbRM9kImZKXRlEFepvcHdouWZL6KGAFeeh7QYABlmml
U6AvPNbShjbv22w6ciMxiAQkm79lmohFoGqtt7W1qmdpEpMzXi0ThDhNTE9Q8vVtwnmA8n7phtei
I0VSn1duvn6ungrMLtdlQJevw9VBaGY80ozVAoWn+RFTHt3OORZvaIloLNZdHH8Zljh6mfR4/MyI
qPEQKuCpawt0cDXQ17t1KJpgRVn0WUMKuAfJSuusYcwZCtbiAX4svhXG0BxEWGyfKOq+p8UQkv+k
D0GLscAntAlySDTp972iAfpl5XdUo67Ij5gKaNiLCo2MKAs5WNQRHcKqmcK5R64juHquGV/SfPvA
04lFUCRJFf9FqYHPsSwfjpFC/qLGlsEOhTTdh5o5H+deUw5GF9/NcJMD3WRlFCwBlHjVr349Zsrd
2jbyR6bXGkdUFZBi1+6TewQPhYpUyE8aA4Vhj7vxoLfz15m+HfE82fdeY22uckV/6oEwHLn+6it4
GAZtY7SfI8qF1CCuVZD1ym0EeuIUi8NjTbfdV83kxdjiN/HED75JdGJEhmY0khSoinuMeQdNH2lU
V0a4w6gA03XaRETZqRjkhjModl/KIXpoelKyqvjM887u0/QqdiT1pcLqDGt3Z+bb4C/ujV0kG5a9
hjEA9LK7lqY4BI2xvhG/fpfkHVafnrTLWp5Yk+CXuCo1JeJILE8N6VWC2lFfy4bXwXwAKrGjBEn2
JS3vjXy7gwDakUGkZgeu4+JSTsoUNCPGRYnvPwo9dx0wfzKGFql0B9Ewb3GUA2gPLcEv1jQ+E/9J
Bz2xyFdZSytIwOi7qPQQz88Si1w8P0FkJFGMwhVA5XjCmyG7sME+sjlLYYfJtwXeJH3EZfDmWXFz
PUc8MHmNqC2+SLUBpXbwkLZnh6wLP6W0PjQoAvchmwhHWAiXRiQa7pdJghVvRa1bZGN+6DOSZNG0
WIcBCZ8PiFpwqzgESbpCZJ3lMPRyY0oCTRIOwsz1raA5IBp7LU9RhVZV1TTUcmL7LsVwwqV0hpmh
wDDf0l3ldcpOzQB4EKwhbibu5466wdRBzk1vyKnScyEIyoWV+GvZN+0DaejhTu5lKq0ly5lfqQEa
w9nlm3ig5xC8R8rjU81Wz26tnswyEtjNzYwKBPE6dKa1eTS/5LEscUVbQbtFxcKPmcwZABlK3bBN
ybsjaLxnPbEUQT8x7krYgREzQEoJv4dIBY/ZnkJI8wycaxVYQKthi34VVnIZyneh0YnKgxHhGnNp
nuj9hRfTXF6gyhWByPJMK9aNW8XjkY9Ok5z5tguwdmFJKcgxnWal2oWq7qywrzxNkFa/VcUmAI7Q
YJIgwY8u0yOdegh8jTAFVtf7phXHj7mQ5a9WdCb3jcul1ieTVxrHYwlFz+31TnbCNEa7ZIX3PONH
f1GbkzTxi7saVKscBlbER0IUGoYtwWtA62pS+ag1KY84etzUKE1QMarwxGnw5xY6PEgpbtsCv2O2
+G2mPOVEE3H7TdmeHvhwFIZ+Ysf5A5/CBLOnwoBz5WRSd5iN1JczI/aMNS1J9FopuwkNLyPBE0TK
/LAIgxZsOoOmnskgVBBPYhKRQDd1BXJfcZm1GZR7OfcFYYh3azpgPlY5eNb8vYx2Win7EvOdrtkj
uJNgLaHwzpBDbFkqr0tet0G2bmmZRU/IeNqFga5ZPSs3TjR5qag3DWrl1euictmn84/oZfIHEyH9
NsfKtVP9otPTa6SJaTCRAR5kXf/c1pLgKIXy2vDe3FzKMI+xNJys4jKM3yf2qragaBNnW9pbqeg2
UsjTt37OdPjMevGapTUYQZmk3HyikzPWjljq36q+eBUMeeRH2AnLxfBILJC8dTgR6AE+187TYN0l
pv5Vmc33MLISUh+63M01/dhvAY1jOp8nej2OFUuzDY8S516K9pGI1r1Sc1cKdYpCnBuCxqg4HwHs
9eAnG8UWZbOGnFewhRiY6q0RuAJVqxZnGVtwzAMmFfa1xTEWRRxOWn9D9zs4aT/eSWv/YsgLoYMN
XrCwVD0eXiO7SkIrrCSFuNZMdlYlnaONpEKWXedzFkCW0zcZ4izycnPdr7rmZYzzA0PqwfANOMQ6
mmCUE7EUxFVF9LqxoJmmJ/bMHXG36e6reQh62cCzgzKSirJWsJOZBu2avvHCsSTru+iYID6ZVpZt
YS3TFSEJK6qFm1yVqmMeaqDAYyt1ReDZhBAVgt1Arz7SHrYIZQVwL3ctGxUg04xvIku9LazUpdgd
pKYxvQXvmjsLDbrz7lLU0wVYJrs+npsmSaeVWUxOGBrTgfUmQk84/2jXHcdtYg0Vz8MNSoFiKV8S
RT7H9GtsXYsHV6DnZ69Lszh9LJmetFRqYBZaveU33WM9trlPKqebxpNaT1mABPhiWTU2o86s32s5
bTHm1skdXvUYrXz6mYDOpB9V1/tmzSAfaSs9CiRbzry1+JWFJbPURGaFc/k6xhNbjZRTl/SqcJAE
UT8USqfSYxE+JFFirVKr1TYIIbPLWsUxUMnFrpIW2Um0lUBPhP5eqtCPH5J+voSraLnWhGOfTUd2
pozfdqTKA1fuzTQHf8nC/mysq0DrIxo9EFacmhkMHYbvL0Ydnqdc98JK+0CpttNS4b5gRx40fXLP
8JrWo5jft0j+j3IOrr+IbmZVikxgyVTqW8R10RPq829EomS+lIM9apmgO2oB3K6QWyIcZJZDGXP/
Xg9vrZEXVKkzVVRR3OSy5WhYJTSrkfmIxV0cw+dW+pQNlXnGyOlNmFmwU5f3qVx8iYDY2AAklePE
uNTN2SNkA5jlcf46Wg1AhIEs1rmcafpHTOcMgqJjI79YcaKDry7BF6sDMsFZvUBBPBh99GhM4w5Q
yEj+U3TN8V7s1VUXHSSPn2U0u2OM4xX4NOXF+EK3NmBWeVnFEYOJYLhC9T0rprfOGBa6U0wtxUhE
oTem92YSPwDmelc7Q9wV1YLeEBFukDDT9ocxegNk608xZ0FWybloGUSnaBdGFeXUYmVsZEBjg0qN
bhhlt7hY4WU081cMNlea06rLWUxcspP9QhLcBSMQEt0CWFl/g5n2RFsCYzmmVnsGvrCFF3BX45Ox
sXjzuFqzcJct5aUfNZQWX5eq+sSrylpE0jxhz8WVUPPEobDLrwjXBCiKebOL4TwyAiYrPAFLJy7d
rqpxhutdZPn6IrHHoMKLwQZGQgsNqz8POR5dKWu+z3L/FLWdP6fy28IMyZZD8i1DVaZNmBhBSzfG
VWiEOTzNwQzmxeqM5CFjeH9lCPAegxy1FZzC9CHSj9GoDS7dtXanaITqbFFiMlTOcBzinynl3o90
sKtYXvfTbIw88odbHiFeiMUm8iqFCx/b7gMu2NSxSiZMy6LD4kKtTo+zGZxZojEcEoyGc1sghjlv
HoVJfM1UiqlwxiRKttAT2zacWINucFzpXVMJD6DbXkkW+zDK2Y0kImt1BR8uOjdA1DRkcKbIrT0q
xjcQJhOU+ZqIerI126m4ANfM3TniuqVlnTiJVN4EftABOC/ibZH3oVge8MTTItUXss15Oackq8ye
VLC14rJInoKZg1o9E4n1FSKS7CFEd0LIddMI39SwMtC2aOjgzZmxnFJu6dIkKY4l7ZRYRvYvq5QC
ChvzMHLkmm6DzqsJCU+1PDeDiJvOZnIvEz623PIWFUBTijtaTA9hSVoNVmbFj1N89F1KgshCWIo7
1cKnkY57ocm+m3hDCCEE5Z3tW2N4i0xCH+RVeUoM4rNVhQjVtCThIAbR1h/RRRJoOyFdgJncbM3t
4ZJVVRhoSO95eKeiX4xD4RpEZ/gx6C3PooPlGLIqI33hYWrM2T09C1usiMgVpABagP6UxvlxqcV3
dtfTLhFP4zzuYqu9bqHFRGmpR0aOW/s4PMwU2F3+nZDGD1y0h1gbnwcCeqTmLZGtr5iDXkcQJk9F
31ZY8lbjIIk8iyp1I/rFBAx1SELiZQBfjuGBoEBVcTujDCRz3c29/qTJ6nvfS09Z2sUBMyZy7Bsz
WPF4sJaY1Fk1rINIyTNXbpfXHiceIbLyM1vJgncma67Q4ESlyZW5PRGvDpe+O+nKodPrD5K26FTB
ljvkisEBYE3cq80k22w1tECXpstEow8UDNVgU7S3ZRDoz+dfzEm5mbXwjEzUtEF4VZ4s9gwqasoh
TVu/xSKRL4CU+RyGV7OqRsccN30E8ReOEYeZRyACXjdh0f15NdFMALs90l4/zrl1BMd2wqMsOYmx
wl4SJluuYgvONE/Hwiiy0i6E5ruxTjOxM21MCrF2UQ2ZMIAwu81Dz2wGnKM0RF+qUL0CWb+SLHCl
EJw9sLaOZk5rUBbapa9Q2pTQNWysPqqTjzrW8KkvApOSA+oy+RlWQq2mTdJtHMBzo3FFzBGnLs4D
F6JYx8UFhCatUZDEnYGdRcdbIZqddR/Tr6DPPVWXvOne///4+FcZNLbFTWbxrwfID3/77xWKDnIw
4Uz+x3/x27fyb//j7b/+rE797Xf8JvDQZUA1XIRoSSmZ+Ddm2V8FqoKu/CIhpwYdBQnqNxXHbzNl
Am/ZEaJB3eTUuiYqCDN+Y9jwJRGFKhMsCGQMqY2/pFDdNBQ/aSxwM9Czw4HANEnTscHw5n/WWNAz
6PpZFBV3YT4aVA2ugVhZRQ+4wGz/dKL+iZ1W/pOe48drWbyStOlSDFXbbMM/WR4UbbUkEuIVN+3W
KTC6DdLEmoGUe+uNs1IbCz5BAJutbpUuKtV4maEwtRwJGhl1138mYqQFdPYt11QhIBJ/6qpteTLI
A/f//cH+QAb/6cQw5MfAjBnEYKj/J/GJbPZGN/LhucjSniLQGoSQm/kJIuu5sogKqfHZNbX5SAtO
cI2GLf1S7tKZqPSio1TQBNoZ9ZBht1PM9yxpvrDnBaGB7JPRi2jPGhkCsonZPqXCzaoMs2cy9rso
Ng7waGeGHnXu0ekx3fRO7jtC4gBOEGnQEG7FL9IK+AySTDucZBZmkC45qN9iM7xXGmvehZrwxWzC
g0Z97P31e//fmu3/oEq/jN9bNmSbCKru/sMfym9I1KvyP4MwXUNT9a/XgfPf/mf59vFHVfr2E7/e
9cYvPCJgVhnAlxBuAd3+/abnKxusGou+iUYLtcg/qHCq8ouhoRVBC4Zi3cTV//d7fvuSrAKZEw0k
WVzsf03UtbEGfrrrQTSbgA/RcxFeCnRT/nGn/nQnGjG9wHBcRna0N0ZApF0db5pLuoYfO6k7Bmdq
/0Es7ejBdPCVe6XL/mdHhOnir1Rh02IfnyKwGEXl7JRd742ol5/RVx8GPJBu6k/PS4CKwOsPUxRo
+kEcXDa43d1T55EaFRQBcBB/bU8Y5Oxa8Qo9kIsnEZ+to3Dbsz12Vp6x51G7rxN75MDQmvuja0re
7IfARF41d3BuA0dxGxyme26+i/e6F+8SN7OrY3xTJkdfTsMRKPBgPw12fBLv5Fu+F3k7tIJ8+VCf
9J28q13t5Si4Ob9EcMWvatAeCOl5T/zQG4InMFgPOFvt7RXoQRkXkjuVU+griZcYtng/vsjnwRns
W+h0nnTBL6jZT4fb05Nln4/bfyxOe8r3nfeqOpVNL/LUnujPH7KcozqyV7Kf/S9fIvt9dusTiTJe
cV/xl9lTQ/aBgUzXsI8iKBcilNwEXaxlD0+xX9JS5Hcb9mtif+Fc2em+d3v+bnaND0JgbN2hJnpv
XxQ3u4cibZcndLJ3i5U6yaOEhjyB4bJLsSMMAH6MkpLi1nysO3EP9ve4DeuZDim+xIvwcyftllwj
p951wWBLl35lZN55ceHJF8a5A1FI3UE3L5NxbZ9XP3dNNzlFe66Dp9mD8uWSE3LAFKvUbLNd5Dxs
CaZr4+b5NQEd1TnZrX5XJ2ax9vC9vkiQcL5rfnMbdgDU3P6DfRYBsccy4WNTtP3rDDBHwEzpLnzW
bFfW7+NZw0K+20gvO5pKX0v6CFTSjwrvhhN3HolZ9dpXJhC5m8V7VLTx/lrG+5d23sefAwpZoqKQ
oPuR1x/FPe76U/uyvE6MshkKIvCATAj0V02hIlK/utK0a0TXOHWiN45f18jZ8gxuqU1C3878Wp/j
k3xWHtrTtBsedeMqvFvv1Sq6okk4lWWz3eEP4iG7i13hAhXDSYXzNHmi02bMpm0eZAX/bzr8uSWi
mkZdvZtOxp5NGlAmKQbuAp+FhutZ6fb0BchRHD4ROLBXQ0g+AfL6MrwRQqud+gst+7YCCXbAcV3F
geKGh/ia7tMT8q7hM7zxK913HKz29Xo6cPyNIz40rsASUKGaYv/5zHaSpMDNtuckdN0+9Vf9TJ9v
x7jAxKPgCB4JWr7ABbY5VJjdfYC+4hqQdi5NXXARTlj5uLlXu6dbQSzeYM/PXHUNQbhfJcJfHe3F
RWwSPogfqW+j5LeJxwzUM1k+SMDRVn/wxgA5+bE/+NclwFfsRNkR5gBnBw09g6I75RI+Cn7mbnew
qDwuX+MM77zdvXNcbGNLp37WWDcMZ3xGLHCNjvM33fSa78I70yH2A7SgOsVv5kDbldHXhv3k8gXK
ghQs59JXHX/xFm9koLRf3QuBesd3wWZ8i0zmmH7L7vQDVGb9DXWanX0PsZ/TGXfMl/ydhmEbyC/X
6Gy9wUFirJRe5Xvlmlj4MNDVv6zLvnekm3KWX8xTDVeCCDQYCB/iXlrP5sVbHWNnPhMVeiZsw4Ei
8i5f98r9znCku/hTuTOvo8NM/0E53DV7lH0+E0kRK0+2R4GgPqktb6i927p/QeayLHtvb3FAi9fa
i/ZDHFTXA2mWzlevtmP7bnE9Df+M94EowY2c7pt84k+26KrP5duLwmLOwI6kQb/3Bnfy4zfmbza7
OltyZm/28oAEHW863cm+5NyxNX7qqM0u64G3YCejU+yr0+D2nnkhrohvwXNq1/bo6Aj8bIvvQTao
2/mddphcDoj/fT1JDvSIKmB7ZCl7tXSys/6S4b879J+aZvPH/PPF2P04irv+iX4ODd0dFpUnAz4M
qiQbeU93ak6ARbDtkBFgj5+pfOjccjME2quz+GjxB/7Ve8WeP56s3YhaXuNR1R9IogsvZPwhoZN2
w+IPLj/D+GeXa76Qu6vpzFye4ln9iBAf1GQ4e9FV271A/OM9WKoLmgVzzI6r0jV2kle5b8rbY2qn
hwcn+BT2JbkbR/1o+o93pCrjaUdJpb1pDg0HnpvGWbrLELddE07R4Ddu4yq77R8SBW4G8LhXnrEc
vrGj9xN9Kd+ywumsXXfioMxn3Bx30wkdECGrkx2freZ1CR3hG104A8whaWnqJfRulsuoGQf8DjXX
GAVqzXNOe8k5ZNBgCttZ06+FQBkDy5V6EUbZQbeEX3cF/6dx1f+ZPLg6quF/Uzm+5f3bz/tFBMe/
142S+ovGmFvBmv4b1vT3upGvoB9W8V7TxZUxDlFR/rZXVHR4p6SeWIZMNcdW8R91o6L9YorYZcFe
a/ja8QX8FTfjjwr0D3WjDB0PM4JqmCpQYRDYf9zBiVNUCFEm0ASF+5ggEpMn8pM11Ay0LMuaycDy
RmzkVcrfkOWZw+NQ7Xr6IvoS38Qh3ZFR78zpiaa713UPE9K5qiP19YlaNaBdivBQ8qKG6OAUe9Aa
mNJtlXsykp7X+qwjRNteeqq/yPMOSZ0zHoX6o2JqITAICaJHfb6J+c5ocavARzOceC73fcRUgeRw
GRVoFboVg7Um3/FM1ekb5nF7qPgrIxddmEtEljBaRUVBwzVpv+dF6iJjscXuWkcMv1USL686w6aE
EfSIoDarP9eJVcJ6XrbeaNG8S+Fy6cVljwTFVjOMSVHQaso5Iy0nEehsF89m9m5oDESqyDF4dAus
TDp9fikEY2F5LaorMfuQ6/pUaQ/onHfx+MYkmNSIyJvDydcW9DbKVAVF+ETKqC/VkV9U8REwlWeg
65Nmac9ggJPIHFka/SraBsxUxUYd4CZ0pflzntAMkeOFsDKBhbMfYzab1csQHQl5szVDsMWsdZaW
ZFvyL3AkhXRJp/CDdYYQKFuTg1z8Lq0fJig+603S0fQxxZYKpNHL+8YlZEx8BUD3hdROLzMCrY28
Nst2YkcRbzyLCcM0Ap+QESClIJhJ6+nTdU4u7UK6n7Qju1lyrTInrDfbMS64kAbPetUwbpv9TJGc
IVZ2y9gwzxu8th49Y67vFDYrHU4vmuMiQdYxQsRJALqB1S9u3krSxpkz2Ij8HPE4jfEhiTsQu4R4
MLIfl+RYizIWygdlGw5/o/XnNJguS2NyEbTNpmq37auIwliGqA4AiHZ86wgsrlOk7GZoB7qWe6UR
0UFH2M2vUqJur3c7oRLd2Sp36mSc9AIhdIT8kgwrcuF3q3mpe81RDC8iZrCU80OkP43jS73WMKLO
OUy0IeYYuBO2V4y0V2nAikoUZFG+ZNvDbt70Pvs0+QCd5NXt4o7KzNwK9gLDzqhZ3ZHn0op+fwlB
HKmC32E4A04clPE2Zp84eti20uwyjXNL5aPIErqSiF7mcnHzkoB2utWY36nbZpf2JrPwq46OUaAV
LT3U2XxBG/PTSvhPWkQbXuN/X2CgC8ibZZvGy5+6LvTRZCvusSHL+WfC5qQrHjMq8SlkajO5q3wl
Vg55sfS/qDuT7biVM1u/S81RC00AAQyqBtknmWSyJ8VJLJKS0Pd9vFE9x32x+4G26x7pnJLste6k
lj2wfSwlEwQQEfvf+9sb3fgnUSfHWeZba4i2lZ52hhr3ZaZ2k1ftBsfaDaTsQvRXFe3IV/HH0F+s
94LaUIiI/qb7FtkcifgzFmSsAJ/pjKGg3I0Jm8s0WNnDZRnd6XpXSkQbvAQz2UyBpVo6r5hBbIem
UPMpWKRnnmYPKOLg84yjJeuTJ75SAbdKCuPSay9rTGxZe0yiNyfA9E47HtHB8SHjhyj8lvitR7wY
p//dUoLm/q7IxGI5+eVF/Unj6yUTrBLz7Upnj2aX3ogy2SzZSz2lq7x4nStCj+YLkyHt7625wSWa
/+b3ij7x5x9BkDP/1DxgrvwUg6ceyPDHxYqfWsDBPCYuFGoydmoZXxKmfmc8nJO2juTWbbacflz7
TnjHwnip5XFS27Q886ow7SczPvHUGzN8vMvQ32dkBbyYSc2hMpmI9edf347Lhfl/GiDLKUKNaZvc
i8tPjiLDP/+DTGJxx8RAuhkmB+89E6/eZMYtT3Oqf3N9lr/ozx/keNJh5CNonvnxg/qwz3pzzPsV
T5nNGZoG3JCqn33MJKv+3WfJP30t2gACpleBbXqosLb48dMWHpRhq6gHmnGiAPdOKusYt+MB3Mth
oOi8EEvON8Kl5byMFVhj19lb7hFirZtTiT5eZZL8Q4FEk87J48IMpzFyFzIQmzMyyeFSeU5/7sJP
MvNDVpT3SYhp3nmKeHhJz3/Fkb/l/b8OaAaOaaIzl7d5j4kxvB7bD0tAiHHnG21tWn+8mrzmYjoL
87b2+63DaTCcb5vIWknL3QTe99nFk+QEqMf4WWRKPI9DIVMsE14vPIXXgZLJ0pxOU4Z70eJVMk5b
2WQHO3zKOF/2UX2kOXAxdBxC4GP6e27chGl70ZDlbtFZfUZ0asIafk2c2C4XKA5DN4sQPAuiX9P0
qR5Meiv9CuT/QQLKAiZC++SOGP/KkrS0cRkktTlU7FbPhvu0LMNMwOhLeqamE8vDDEldH4KoYZR+
X0loVwjes3k1ThyW56+WeUr9euMtG3njYU5wIWZfZz+/MBcnsHsx98xrg+++9VVyCRxzaxBmGIs3
ekUIdp+ldZfkZ4hxvXlMu7uBlcMbNL/65zAd8LZ8rgB5+dz1mB58d21iUeiNat3ap9HaOAn4NdB7
eUkPk9+vxmjea2feeFHF6BvSLJu2zqdEe0Inn3h7AowjkyM4dgnamjxCyhpirnaOHbWLftZRJ+mz
ftKFKbCoZ1IcJtJsbQcIAQMWX95Jq1XA0qZ7EEi0N9Q895l1qTlAWc6a5E8EVhueVqKsvZw/EmwO
cMS3Ds/JQkULWft6UijhKQuDTUksQ7A3W6o3I4/cvjgmw1LF/ZTCZB89Uvr7wtm3kbsqEFyYkVoq
3A59fZDeDQxyXuXysCypFHYu5pNNxUbGKJqDiV82y7x14F278Vd46bdTulXkjayk23Pr7cyUqvQX
3yJm7vLH+vDgTGIfuv56ICXls3mcows3CY6Erlaj761Sl+ibJglG4KFo77Tt3mfO4+AOV47o0R69
C6vaq/DRj4pV7TsY3Jx1G4H/R9WysSZSn8Y38Y2bSFlA7PCuf+AhZPcFaNMEX2deDDNbAhh2o9yN
PgHZgBMhu1gbFPLosR/xtjDd7igt2mbVeLSQTuzqe2kevO6uagYiqrjYQGg4UAuZbqYpZ/bwJR7w
sZkJmSJ6Vkv7GAU3bP9G/5v28jV5EIyGa6lZIq2n2j/3LpVf+gDZjUA+i3gesFAbD2783E8PpmMe
DZ/fzhjdpxnhjwEOX9ERhT0r09hKvHp9+0Fn2r4VL2PPoCqINvM4XkQqvF+2lLgCt32wULOxp0XD
Lqo+iva5SitqB1gz0jMcmV3Xf2Fs9CjIYmhmsR4OC/Z3Tnsw1FUbMGF5GiQrZROt45DsIltNF1oG
ExfDorAUV2SxA49MDY+5KpfAQO7h1ZTcqjcZuANn4l6Z76DS01r/LO2rkNdsOzwT11mJmPsSAHMn
9JYJ2WJt2Mz2S2letAZeUp75oQeLcizQ25TR7Rz7xjqkmL6IZdnRU21EF2HLO7ZMnwIgqrR4r31q
n5ejRG9lZymJfYF9cAq9r3OQopglnRk9DbhWHmVUeIEvzMC1q/ZcW/469KZDEtAP7R2dhn2LB8jL
4zFGKm3mHWa/I78tgjFPffJoFd8L9koGpUOuR6rEFEfYeZDAn7AKbXVpbZL7bPrqcuypaSqaYPZy
FQzD29MjdxHlyCagbcyouTXauzrVR2Wz52WY7TVi7cWHWI9wIxAycBcCLlxpZ9r6xT1LQ2tR69dl
D+Z4GTXcpdlx8C/pL7JGhGB+lK7sNpZxk0J8kJxXoIFsISWuDcxcvkvezyXK7eKM4rE1qYnhbkXI
mCd6G/m42jVIjYpdxK42tIiFsQ6lnGyhV2xDJCZbPrvzfS6Kjd/idE7Li8T/auE05JXXK+uSHcQ+
ZMQQIZTXa/nu64shOIwCEce9YuxyqbrH1DzQLLgamn06HAbzCynVFX7/OkYzksXRFfR00k1PMcdt
Y2zi4RBiU1EXojs50z1ullodFhuLb51kU8G8z9eMlw6E3zet8a2dXhRnL/Y+gYu6nhI7JzSRuqvE
24/1qy6equVz8uw6b5JXA+bk4Navnh+sVU8d6hMwxI0PRIXd/a6dHhoZniDNYCDjLzRxwCRIfqG5
7qdzSgEPiMe1rOgqrOS1wfm7G2uqcPSqGcpXPz6kg70xppqMPalSvROcYdNtaE4P9OiW3vWQfhnk
q2Vnj1bjrYX1PUdhmkkcJOVmjghJTtynDKAiBf+Vg0lkb/QrMc91qnfIqooDURQfHQy+htpCf1/1
+IPJUc0mcxbJCzzlTVRBVrrV/MISjXBmyQ1mYBxkNCD3LU4w4nLeKsF/arHI2DyjTberF0cI0n5k
XTS8TN1qn3fOYbAeNZZOm/np5Ec8LHhTmmE3+cES+niuedWPJe5pjldRdT+1p76vV5ISlExVJyu7
J9W86jCO+GO0DeQLh/trx0cnqR/V9M0w5uvWyY8Ggw+bLM7cpt9xJ6/qjhBedCyCLaoEv5gvhkMO
Owi2RcyDl9HpbBZXAfEAxaxNpT0WEI7zDyPIIlItyAv9tgV4VnJbVx6NYhNeOb6/P3M+ikLI0jRY
mt26rMN9XyQPcVnzNlkWufRCA2Qhj41kqrbJZGw9k7ggtt6AJnvCOFwfQqvbpQA8geYzcXUdvqGL
Z6nWxZVtV1svwrvEEpMNzGNod04ARZRBjiMWd3Vy0ZmQPquZEQy+ZKywTnk5FCy+5TpLKbpEM59j
d52b07XBsxyhq3Tqez3lm9bODlFBYFbegHGtPPDOzhJr5bs4NGaQ8hQM4JF8Utvd54218kt3pXN9
cjjxGyr5Npgu1Sf+Ks2rfcNUSLTZLjf962jZpTjtOYknhkXmJhYH2r53wIs2VcbdY1ZXIixpYSXv
rcpN2j8trZZ9m2w9xZ3KPMhwNl4yXWcp2840v6q6c56y/cib7bScWqfijWTpNSGyIzZ1tcrhgi5t
HXn/teWVOXjZBdn3Y+iFO1+MHFeb9VTf6DnetrR2JJ4+BmxEMR75VbiVXv7VoSkEQNK6LixEl1d4
RDt7avFP1ys6UDZKsjrQKE+WczdyjXz8cwOpkmrbQbkwNV7VCatjvBPel9y/J0a4HkKWv+KFu1mo
tTWbe5G3kCJpyDFo/wyjTaZeW4udiZEfxMxRudSbsXxqbL0jfr7NykddPHIosKsWdJa7E5nmHbZr
qrcwQ5ofrnINJ6CB1SVo+0peQv8lTxei77Af5ytnKnE4tdnZGJtr+lWOuqv3sT3uEeFckV0MbJ3y
Ir77PNX9/1ac/zk+xv8mXXoRhv9nXfqmzP5cxbX8kb9ZGmwEaIERyffobHe8T+TM33xMizRtCxMG
BoxV08Md+N/SNDAaKhJ9TFVSehxvF7fD321MgPZMTtYUdhNBxIHk/0uWButHb5FcoBxgWqD6OUuH
IlXFP55pTax5DelDc20AmdJbRydmt0uskG5o0iScV3PZNqSRU9zIuuYs4IAtnvZ2bzf+bw7YP1qq
Pn8UuD0koAXeIYCEPx3mB+yLdeuYLJtZM295DvASNM0djmf7N46q333ST3J8W4ZGVYS2uYZ/1jKV
xoaR2FF0lzS4iP9wL/Crn8Oy+GMXAr+oPyoUy/XFV49TzRKCl773kzCXSWtOydeS8SdLutfkJbAd
i2oTxCPSZ8TOdRrafiPdIAAQEKgvv/74v/qmf/z4n66pFrx2QY+anGij+OxgctrkYT/cSQcs1q8/
6id15G/fFIOdZznW0p74051UTm2j3JI7iWynfyoJHnNi9glzo4sElkHMOGqM3a8/c/lF/UH/+fxM
TIIuDwLNtPRN/Hj3knxOhRvx9ZI0hb9gkOja2oYRUdrYGtdGauLvjlBuf/2py9P3p4/1mRthAfJw
Gsrln/9B35qBXBQpxCTUzaF89hGYT5xXdLJth9FTu9KZFOKKLGxObT6hCHplMvPYzI0/vM7axLbj
hghM29z0Go7fRaHFigyoj11oIEJ0VaH7Y/KYo3K4kcRU5W9uyr+6K6jxo4aVAkDwsovq+IefP0uL
EtIHIwEpUnsm0qxSZkbBOOFX6Mvf3IL+5+X46bdEIQiXilucl9bPVa2ARui/wpa5LomOM1r2mMfx
XonjW7AeREDAulRqM4jMyNYjUYSTdGubbSBNKExctUJhDY1SjWu4f+wbiaKyVTSEJzej7Mgd927h
dIfBwe6+qZuOji8aMKeHOWqQm7jm5eMwySl/1LGIo3UQ9kATE5dC95UkkTUclMIHb8OFZIxj+QUm
lxyNlfjeQCBYEuDdzI7PZFdWqFoHY1DYwXEgDtXG7OMivmlKKcZDVbNnBQ5TWxn6QKpfCzgm7JgS
/GRXDRXe0ZoMinHfuIN473M3qnaKM6fL8UPhLHJqmKSmqgh3BRAtPqzQJK0qaqvBNeHXlDJM/rDH
U8/hubPaCO9FVHf9hrKKrt/a9mikm6m30pfOrIOb3skB6KHbVI8umXp5NQ5DeQtux833M7wL3uuZ
lo9BV4UTPYmZfZZNSx+unEAj+KPdf/Ux5827XoQxSVat6PdrZeh+G0UEjocRmWKOmGXthydm+Rzn
vfdCKzZDD4qTvIvK7fRHaycayYo0/oubFvoaSnb4jVTTeDuUjUSnqFX6mjo+8MWm0DjdW5CUt106
2dEmLyv3aUZqQTgoYSAlDaDGdaVL814bxrL5UuVw76cV3VGScAMURnvGXZr4JL7Y+ZIldUugrXaW
96hvpq9pAPZhjq6KRtLAZ8BmwjQyDPLDKyaV7HVqxN+7RKDiJYI2eHoGcgZfGXVoZCxMOZzdsLUv
iKePzJl4W9yxUsps60ESRfcooeJq9rlEgvaeMQnvgrIBIS5if7AVJ6h8HJK95/jJY6FAlK39ULQ9
xpYxhQVZyuaxtT3pwIoJBBttMnu4+cm4lzs5tARahB9hc1FxgvsVxY14HecJ0cb29VgshEUE2hCj
XeNS+93k9XQbmmZhr1sWmCVsjzGSpj0HlSKfyuzD+ST860/af/NJ/g+WEoDqsw/A+OwGgOhBTwDF
Gvgrks/+gKSjSsBhAQP5/NkwoLthoUN9Ng+wwWnfss8+glpQTTdSaCNWg05w1Q+BbVyHeaTcgx3V
yA+NF3rjVUoywdsUNnHxPfF8xlB+XnXepnYUt0Lnz6ZJWRpm0eLSHel6ewQFalI7aSy6TOHpGoRW
OvnzlZLUUlzZTT/PzxMWgYHauNqtoaZ20/RNtUBmjuEY8S8CcyNjV/CuU/Zu85CJNS1l7XUJAKl/
aj0VDWe7w1d9NpsRXYkdWXkJ9TVqN1Bbe/O2qg3n2TU7HCfam8sGbSQ01lMew2Vfl9yscg0Dm1II
BiRNd80tEDyb1QzHVMyGClCnqA9b25YK9BFAAkmmPtDxnfbo79hwSBH3hWVHRLfG2KG+qApMiFot
IZUoNfECdvHMzLSsA6M/eGHm4q6yTN4gvDRL13rGOh3doDOM75bbazxbeRXLbpUWwDJfS4/CVI6w
tE0U5lVkD9QRkuVt3PxSOaqWB2AsHrP/Yeg8QkNVQ5DPonvKkoLDGfxMhgYmtBN4KaSZCeAqIzcH
yjdj7yHrXc60AaB9VsDCFXhgIs8er+w+zfP9KCpuwt52jXKjkrD317TedQ+18PzokBOWxXlk+kNH
upG/GUllSp9nl1MzkaqKpJjRAb5C7uzDfUmsKL8SbZXaB+htbXnfu3OOUTMpvKe094YHbyiCk2E1
WHekB95pSi3FfM4V4WXZ9NMuSr0IH48DVtlsua56qB7b0lH3IppIP4f1ACNUM5xHVsmLN0Xb8w6g
D2zZsZjv2qhqH6N+Lk9DMOMHGv3hSRlzz+McKo6R3rYByQoLarrKonq6TpLsjbQQNJ8aSMy2GOG4
tl2DDtZmHFajYNgJewQjoQgkRZ1BXCxs8uyhhSCDFb63zMsZ02hNCcnWxJ6px+QL4JtwI6iPpXQk
6txDmYN0NZogeEl7tGQtw9tm6Fy0wcqlIyVQV7FmEggEZ0cNR7gaJ9O7NBqfcXWphx0voPTCo7d0
rWd9T/CfRLKEA1RQ9oLZwfTolckpWBTDdpAt1Dq5hAwHFE7TJy6MXNzu4hSKXGdWByXr51pHS7Fg
NflvLY7+nSyz/NBTrnpMG5V9CQCs4qgQA2oRL65pcv19EGa8VSjVnLeVmD6KoHxOU5UdGnwNs1Oz
BNgVYW1fDdVOulNylUxLulM67WXaVo65SSz1KhDXCV+OYNZ6X6p3tjPHwjHUIS3sD3+sXE7PufWK
iGrQIxqzmrdJukdzMCOQsiNxUlU+q2n0nlWrqweHtx50NO3fGrPGaT0wwXJk/z2JKm9rBNFl29Yf
k1QNUdPstoQpFoRlsicZ/gyy9GYMAGpnOat0ulyrNMu6bZgKpLkGhMpamSjHVlYMRxU1kLfc6KKN
rQc7c8S6KOk4DYq6ZqDeykNCK9zFnNoYJOIaN6lByrtnb0CKQwjzRcVOh57XhPPeKmznOvELOuOI
QeHBgU7FCHbABz2k9aso6ui+sMlDMX7vanfTqMm3t5IWsgzE3Q72iDqyi32A1mhdj7HLimPXxdn3
EPji4JBXdgWsrXyPRvs6CdSF3WgDXIHVHv2u1BdlKM+xKJlO9u0porJtrWRg0BG1vFYosJmTDVvf
UzUU0Xd2iv77Z0YZmDL6pBcQ9zOEvky01zId6m1mB0x7eBvgDhGgvxHcRtZjltNTNDOKmjOhtqKJ
jlWs9b07Ouc+kd/Mnj/TFbN9cGF7D6X5fSy8HZu07lwZKHhD4e8H22nXtPt+KEaeG7GE2BpHnCMy
pi+T2xpkgqPblLMuGnICG4a+H6yIlVHeapOBkdXQYwMgbOe0stnlBYZ/H31QtvW29ybk1F6vp7G1
cfV2W3aD6hi7o70pM3/YQhu6pc6ZwiOZv4bt4N87hXWR+ox0DbPfUwCGEVv5V/QArjpZvYlg4ABj
tPfogscumNdtGL10Dk1Y4PhIh5K8K00YrFH4liesb6gQS+O8us4zlMi4qrdgGyJoQByNFLuevrM+
aEZFe4R4vZa1RQQ7ZbtMe5i/QU82OZYKYx20Nv/nIRRqHyYJEc0Z+OULueZuQwT1u5nF8YZ2r03b
E9+Nm/cqp23YVnaxab0YOjgCZiznV2FG/TbCdqAJfZ8cf3F1zuWVYEM8rnjZ+6tMh+OjP8UxtVMz
0MiCLluGod44rseyZqKeT42xtIAHHbvUgAAT8+SyeSGFTgI5Ehin7L7G+DN1M6+9WlF+C/IxPuQ9
YLgYq9o9HX7FczR6tlpJAoNctTzM8ag4kQ/ZYbTNbxIigEb47xmDWNxz9TqLPYOhps47XLpuz6Uv
stGlLK7yiqMVtTaGU8PV/UsA/Sbeo0DXwbHSsrtOhlnRT64wvMFsqSCWqcA55GYbXdiswAJ4jsc4
qWns6WimWXAwJngysGD6hDuHwjm5EkHkvIeWR3+Ua2YtzG3Hab5zGTOoUV3B+CKag68NnhqEatUL
MBC1BNMCXGKMdu3YydegnwQW/GJ2h2NlB9Z1i8LDZTRM9ZCYiyadRdIGY0IZ69oxrOTapFk5JWju
+MuAyGIhWII23NRuGzNy8NKIzJibqG3V2LW/wSXR4SryFTtf29W41El4W+1mCCpAgYV9Tzo1pHEA
6QaTCY1YkP2KKCFdEFb8Z5Lv2IqqwYi+V8oCRtO3gkF41RoVQa6yNuuV1xuAQh0GJBiX5u3oKvup
owjM3iW90T6PgWygRMwFV4m0NWIVLHCp15Ufeqc4czoTz9PQ8D9HtEcxppBEQuDg5U/UaMdPcZhz
oxLpkA+WP7GM+V1KjDrywgGDslJIxFWbcK3mnEZBZfTYLGZZ3ERzHYht2KuItSFMJz5cdtmrTGoG
0UNhVQfGNHN/7Aj6f1M0Lr/mYzHcUlg0kqXFM5j1FU7FsSxqZyuzwH3uGtXBLy5qvU9bq+zYbGs5
rasRoWxlJ4EHM0X31vsQxcGzUAHvo8wNE967qRHqjUPe+bGtDIxBDTcmUxQnG++ErMuv6QDhjgNu
je7dTzWhnpJDAfXnzcBxpQfatk1jSiV3ptMD5Wv8WbyauXIfHC/H+l7aQpSQ7FzqBlIfcP9G9gYA
o2gC/sKzWIxfvb5wGgJHLabBzhusO5HJ7jZUbh5ftHzKXTayO1jlozKGvXC7lPVy9DLscW0/QuXz
9bvK3fJ2NsIqX8Pky55UadcfQ2bqc+qIBZBquJXLzRDWDySjO06+sMdIQTDbARnEwAPLfd8yUphK
SuWAJOrQ2QTKFa9eoSgg62mt/DBaE8yqMhWYD75Qi8kfqxzZj8m57Z2KyjNBZrElx+7qF1+XNWYX
XxYcsLuBbGJrV9nj1CpyPVaRF19BuQjMlmFT39GHyAHV1EWJLZ9XLdiVrDC/1qqCRK1mc6TW2Q49
6KAxA4DtNAPzW2k9AmbQ4JBOsTMY44YRtvElwwNH9FkbFS7eTCnSJf7UprspNSayTWnG4K7rZk5V
rmoMYthjD1K4y3wH6KfNehGNSSjXjp25dw5DFp9ZUm0/ZrPEc0ArX89Rrauw/wSmA4c78syi3hp2
Ux2HfpjD3dyF1sgEw7OOuTuH1i6Nkm6CqNolHRNYO6DbIuvJtgSenTwZDKjkSiYiupXsW62V4Y4N
Nic9tlSU1z7Ro9LJCxIKEG85yTSp/kY/X08ABjAlm3zge3d+ZBJuM+lvgIxB9Ue6c6tmfPQMUMJr
GfA12WEX9a2l45DB1YiQeqAshsJ2k9D8LWD/QKz1tGDGmzQaqIePyNFD8IDAvJJjy/sco3TNeQ0y
bI43hmIOz39WMSrlWpYsUbswU3a/ay2Vvv1GIlzUzh80L4DXSyQxcFEmF+33R4nNK4VXKSdnEFRM
5p12KyyXlLIGbLOVoMehB7HVOQEWmY4karvhAF1eQzrEiuxVxoPdpvUV8OTI+o1i+ieVlp8r8O3F
2o653fF+ki7jwIXXugyobGf+MsRJzwadYVLZhzEwKW3e/Po6/MXHLZ1WSOC2sJAaf5K/07BuvH6C
dxHABN3Yil4WKCsx9DznO+FuZ//rj/vJD0jo20GBtpAgbSEt82eHnrBR9WPTjTedjlT7Vpeq8Z+o
DSq3IoqM+VWOzN/f6mEqt9rtvN8onX8hq6LMsD1GZqGbAGj5D7JqYeYlMiNjhZmX+MpnHcHu4pkY
n4rxN7OSP11XSeG0bXt4e4ii4g798aMGLwG/tXzU1GAFqHMnxXJGMtrqPLB5+La3v76wf/HVli+F
8dFhIkX704+fJ/s2M90Kcd8mjo0VJpouee55ExvG72y3f/oo2hsQFx2Lux9Su/nTRznOKBuIOHxU
CMlOmuxqCpfzgaMt9/LzW/1LE81/blz5y+T28nkfZTU3cRh17X9+hrTDb+SSurcf/gt9TbTG3fbf
mvnuGxWx3T+6wpf/5z/7D//ePfcwV9/+498+Sk7Oy98WEg7/YzbGtnCI/88zy20LNvn//NdPPemf
f+hvU0uLfjAfwjkvMLyudJ/jdf371NL598+BC1Frer4Eou5/Ty0F5erLzUGvmEdFmL/cJf+YWrr/
zg5wKUnn34tZ919qsrPM4Oe7hNyO7XPCdTD9wnv4ea42tUA/ph51EupW+sTmWH30EKdphNAuUhkH
6Xhct7UbkPbH63iHh0qP8Hgt2EfQFDhER8aIkUr0UXSIfJf23pAB1bnhaNZtor7w3mHXRaxdUhvX
nKCG+WBmi07TV21t01dkM/GHHEODleh4JmAicYhPEHt729mLikPUvuBV9xgCFCwRNsoO1H5eK2fl
DrF/J702uaevGCV3aBb8aF+TlMAsiQ6Huxwgli4WDGXsSS+BeFQK+phoMWA7NuUjNe+OSs992BrU
xrpOC9DNU1SVpYBPrsuK0nN4x15DOM6E42hHbng5imVTw6/PfrOSATdpSEiC3CV6i3mscQ9jFiL+
QGN3CHGXl1gUnESnmhNz4/yUThajIhjYEUZbu2Btx4uGQXLSzNp2Uz84NhJ5DJacMQ5EbjTFtAN0
WHQvSRgy/3Ntj6wcoGk5bGqdTC+2FvWdU/CrJExoYpua5xTVsncEzW1sOV/y0BVfpBW6TzKkfzqt
g/qsPGgPGwteC/UkjRPh2AGSXazrKbl2aIWLBwxLNhlGNNbDAlPrqgARsSupfwtbggn4DA2OtIUV
7wJjQVEYZ6le8umGYuZLVYF5nPE0Ac3jpyhqUHYipgCJWnKSiZSX7OJsesNLemtapxJdc/D1M1kR
gvil7q51wkoXgvQma93Zudyy2XrXhv3oq5gsCVmfyqrPaJZrKKNXltvtvVyfp75/MCGERob1lLXf
kmq8qReXdfxN1JwIQvMl7smiE6UtSL/03XKJJ3ZE6mgNhrkehbNXUftSp8CSCxhV47xvBPsmm60z
jtWVQ5SmzmcOPOV2lBfgtKmy7yesi/Yub1CWfBXt6R04aR8sq81aYoFj2iYqQOsLO/shYG249zJd
fiRme3Qm7jl/nKYFt2YgSDvWgxokeRuw6MNoyvvUjcm0VR3P3MrwXYFOTe2FJ6DL0ln63U6bK89P
bmC1VJfFp1IztuNDS1fasgvsVX9BMU1zLQf8qCHDv6FG/Tg1NobnsbljlULO1BvGis+B9WbO1zPB
o5SspajWo/nswVEnUPaMPwpSCr9ITG42pcLoYDozV44f6G1sd/ceyQmjz9kRU/JqQlTXr54YbpXu
7h1JpUHiUc9HdV/lbECjY+K9zjx35wekvWV4btG2pCuY7ZKu6uodAEm68kzU4g50fnIZLrkRUNx1
slTOJ5tgaWUwi4PrQJEV/Cyiag5lh4RtPEbZh92rS4eigHB+sb1EE53/ABaMgfYyVtluID8VTIfY
Cj8ijzROSGoN+DLl3u3wJRI4UEMFnume2oyHeipKCG7Bu0HMjFvtcsjnhcOE6wwO48agAiEQPbpN
/SDrbFib44RYkDvAD6rbHEuu8vDp1t7Ii6p48bruNACd9GePtvAp2cG0t48deIEBv6wwiEDR7b1N
WvfcxwbpwPGbC/e55MVq27dxw2mNnWa9LsP0JhY+vdIZXV7RlTYdBW4lzYjMp/nOit0UhFQ/3RFC
2oz18EUaJZa0ZLiaE+/a0ekz3op9yRiAA7+xJxJzdLV/n2sUnXbcUVfGwepsxvFFgIeyzAzICNy9
Q5tdo1e9B4yZW4vTV5XG1IY4dcbMkHd6sKtxiKdD4+204nFtX5wBkTifSCTkyf1SbiZmBvi5c1vJ
+Ix+6UIUC1N/Xw3Zw1TKa1k0wiXQIcGNVgQcIaHd2cZ4FH63tdobQgBoZOHd6A2npk4viu5tGABC
B23f3GdSX4W89BloPs1Oc2ePF8HY7IZGPnZVuqmgGOAmB3S3n0ZSkXE1TpehPkmOrI1Bg6CVxGed
1CdGkSfGQQwOeRpHAMg1/Q4AGzzj5AJhDbLrjEYGpzmNEe0bacn8u0VAFkMoNxKvqslwj64OE1jP
PAZBuwqGBqUFTA8tmdBOCrq+1zpxyIOr7+3kHhM/PcSjVJdFETRvuevRrjz4B1nVZzmQ29AYM9bp
MDyKEbEtwnePtRDFZAu6nrz1uJ+SZs959NRlYu8y8mZd1d057txTqz6azAStixG5KHfdkNPnwrs+
mbZNn1OhYDOr7d/r2D2Zs3djlQ1iHq7ZceL4mPHmfdf2MdDFWU5nn9GZbm9MkiejeSl8UApOu7Gq
6BCUOWdDzxBEy3SH5w8nXbmGYH9O1bTCgLSWHN/f4qo9sdN/0ZAHBYIfPYSXPXUcK4eoz4yeN3fx
ruZcvqbgZyfzI/PNbR96D6PI7Gd/tGAiyJNBKDNOq3PeLy9bDsaPfeN+8TUkhtr7qKVBNU/3rpt+
N7ZG+d4IpFX5NJgjGxaBzdS2AKT5/radxc7JAlbepnwBej9u2ti8mXVIc6K+CTi598TkzISHrARX
GWF7bbe+zA8IArwF47fYa95spDoO3Wft21d2N1HuQajfwp7YeWRFMTKH/5e9M2mOG0nT9H+ZO9Kw
OZbDzCH2YHCnxO0Co0QS+w4H3PHr+4GU0yUya6TuWx/GrA5ZVUkSiADcP3/X0NgQcBIeYiTqxhgC
Q6aPneHzfeXnMVzYjVHw6/W9aQ497CdHYILPsw77r8i26O9FF2IxcNWhCgRvKk7gcS4O2nnsozg4
dbM6epO4oPbzXbCt5RbxdqrF/uqma6EniEj20vwawPzK6h5cFPnsj/dEBp3FNWmBgQ5vhug6iP0H
leXHlrj2Miogkr4FVopwvVan1my2MOVrI072rZOeZWH8JZNEw9iKQIU520kX0I3BDxlvNW27zHwg
1vB7VzebNCP1s+svQcoB8HmT6uGYa6DimeIOJ5SvMaVvBOWlF0AqZ9Dc11hXvRZuZthM2voiPDzQ
xIbqozO4qER6cR470dHx2Q/KtTd3B8atBJbmyvLMzZCHe2mN5nXcsc+jWU6t7Zy91hEOGfQ0mxgg
hDBK1lz1UnrEPACnufquyGJCtsW6zZ+dLOCvVE8NGjk4ydvAw3usn50BmzkGIm8eb1KEtxlYXpU/
ERrOvIYxS6WXbVCtx+S8GNgKvGptBiQ4W6/Siw9Q8sd8tGheYaCl7S3NMnY6zAA2SCqBHyKFSsRw
bi2acENdh5KsfLoU6I0DzPDYl+t7j0T7LH2am4ck6zUMS1pepThB/ISEQs8leV6v87wmc1KjjjDq
S0x8Ph4fWnX4yryzIImZzcs+PqQ2GR3UY+qRG9UnzPOPXSvuQO6jB8DBXZBkB6YS/OK0YdlEX3h0
OcEkxhwI3F6jg6V8Jn4dbRcdx0KHQWIU/XrZXJWjdxMXovDZ/EiR9DweT1pZtDl/tTBczk7s7oKO
ziCnu0EHRK5sugi3wSQBC2OoFucCLvp+JBPFjRHWXI3mCRUDMZXVJizAETN3VzTfAqWQeZ/7eNIJ
IQ2DTdST42LAV6KnrN4icHoi7/sGZ9NQn3oC1x9hyfY9ZEihwWldwtE08vXOsLeD694VIcPWEB+9
od9bxSTfXBGw7gxgb/CMtcgINJzRJtMMhcGLE0bOeYaIOMKX+uLRgc52jOo6JZq8au3hPp3a9kgI
3xo4akNhXw1PYyKyoOhr5Q/O3VIPRSNOlbeHyUcyrww6krm+OhMvcMKCdiwyBiqFMmTyX3uv22jD
/CLwpIRk+dIInAzs4sDGtj80ZCtycJr9/hsWUQLwnddBjtNNRXqP0y6ea3enY3wc/psb6Oe2O3M0
Mzl2OXzgWZBcaEscUi3FTUXAqTmfUsN+K1ET9dQ6qA5XRcQoVIUcIWDr1pI3CDD1YAPI+ma7bbts
u8w7NqKapbZYJvZuapH0K74oUR4T9W0q1KHInIsMw5zfEA1SiP3YvUG5bkWKcD36HiXT1UBbLA1r
66yg5VZiuq+rU+wXO68LV1lCwMB4C3lblrdca7hiTF6Xibj32HQ4q97Y6Pttaa1ru7rI8EPCWB/c
ON/N47tDbMtIkE7XexdjbJ4HLJaXbin3wuHsOXXXFkHVWZlhl3bwi2AN3fSWcaO95MWSRG2bk7MR
nZXbJFaTuN5hO9MhGQpzRCbXTGy5L85ReT0rPZaHOPMPqm2iY+7Fw4ZA2avQl4w+Ji7R7LHwb2Et
IYvMtZWjhDNILjVF0b040O+tH1xXcbou8zMr666jyPS3I6nC5qoAcDurim4TxNWF03QER0kcaZ7m
JN5R5AFarGlgdjYAzSjkc/MyYvypAOCJB3NoAerb7CKGpndUuW3pfCF2gYNmavsIguT0nASs54RJ
H2ZGxZJjcWy+5HnGMuAUJgoMxBuGZPxxKgj1fk1tyVZ3VriZLKK5k3Q8K6i7xpwantsd7+CQopUQ
sj8AjUKpieKu1FnUbmmZ7Nl7Z3ftEqwwlzTzWsu+YYb61V9aHeom6s6saR5OKMCcdUFfw5sRBt02
tYzzPG+/t320d2zycDiu7cMJ3T+SFw0+Hp8yB3eE6xpwFE3OQhO0ikKKdnHYVvtRAgJP40oq5yRm
EyUYdu0+uJBu91Bp0t7wcOgA1BaSmoAGJEh22L+U8bj3W5uIaKslEWMu1th3UJWSihNn+XXrZB5c
NtP6ooPC0IPDpPP2OjgfIrwuPsIomznVrUzvmDY3Tb9HleltRwiOsD56Wr7T1rF8d3I3Bw2/JMOX
x4vUZUSuMvKo+wSxCRwMTMVT2rY4xlIZDe+R7UY0sExTBs8Sml20A5cOytUCYAYgwkhMVhRfEJ0u
53AxRU61Zp62tHsl65KzVIF3i/uvKCHEjleHl6YcQvLYW0tdSDuQ6bFkZn2MIotC31ioyNx7tWdB
B7RtczWWqqFxYy6s8wgBBGMGbyteTstqjK2ytH8dhgHnAvQKfKB2W4aP08zJYt8NwhjXXR0MEbc6
wxcmjUk4Mq7S2t6iYa0zYu4D+7oCQeNy8FCb3GYuX/8/RvkzM9a2QK1/h1E2L1UC7/L2AzY9vv7v
//XjJ34ClO5fiMwIfcQHQcMs9aJQAT8BSmPJgPUhOUxMBCjL+df+hVCSB0mcj2X6hEVCgLj8X38j
lLb/Fw4Nc0EtAQgcAa75f+FZZs1F5g+yC9ALsPv3f/9V9v9JIi5A0VBXI/jHV+GAh7qfAPrEp9BE
ecv5w7QweJVmhWU7CdNUf4eHFOOXBmU2snxzsaWRhW9+yzIUnbvOJ/BmO3Woyde44NuMgoqUMO1I
Gro4weFG9l4kdmls3Lxv1XU94y5BKZc5xvkvn/a/uwUg3uZfFBa3AKwKNsJHTOompUSfBP0GvQOB
toDQECzm3j7pcJNhbqtgHcYxl4wiuWWRGxTnZbdKEHh3mDYsSjgZCqd7t1/Ef3NnKFpRIhF2+OsN
r/gDv7Tg0J8vEmX6UvdM4gQlr/9gCxgF/KgtiPvrsnEf0TlTn5A4cF2+Ed8MyZS+hfnA4ZwFhw9Z
lbPchGg16SlpY5vsyyxOyaiFc9CkBog5/IMtYnmoP1whXIYAKQ8gAgmgDYPlDn4R2/fFjLq9Rc8/
yCIcb5Xr8433do9AjJNo4126Rif6nZc6YsSP12nvGKt+JhyxSpQCG6XNGAm4yud+U7TV8sPK4UmJ
WpavE2FDDtEzwzR4wcXvHwDnI8YuPC54obNsGsOECar2KXykycRchAlDmQ2z7xI0pYvguYhbsoMM
bTvhS9nyfW8mg9ami9i22R3ymr31MtaUSZ0EwUriUBQNUnEOvmmBHTXq480kepfgtmVWazKf2I7Q
bxJErIO274VAKAlrXHgw6gj03F1rQNdt0DI069Yf22BPewDxqR2vwLuwuuwWhgxxTtoOGZbLOTBe
mmQKppupT7wvoXKgxp1haOo/vB32RwZu+XDIDsA3hQ0k5J8+M3BzrCwCiSn5ZFJXyaWR0iK0lgN2
BeAeVXOioNHTuei7gWSELk1tfZpDL6beCmW2PrmNTyys3fbpPqxYr9aVhXCW+AQ/z06mpwMacshY
NtDquXa/abGbOKugjPlRW7H3Y5qtzHDaBJ3MgpfGKzGHm9StPorCN/WX3z8JC3H5r5XAh/WzYbE9
2BYaw1iWPj3CyWRp7eYRDkza5LYEk8XrPFXFsTTL5swD5FvT9unRrcLxbatpH+//9BJ9vALWIs/n
j5uYbtzA99Grf3yJJuwTMTFbeNfp+SURMjaIgveJksI22pT42+OcUIKQIzhVXyPzBFU5I296nGve
9EFGy7L04923f6xFLkMqoQdluoxrIvHJmdVd1Gxq5AWYs0qAstvff4YWW8mHj5GbIEjO8l2YaRvv
DSa+jzfRaJOCj2J8lzDY4w1/lFWpDyfESmoIe8ayckap56ES2VqGM5+jVJj3mDHct4i6xPiJ10c6
e68rAUHrYNb5Q+y3S9qLXSE0yDWYm0X0tnyRoRty1G0RbnEA0LW3Fo3fKQwbQnpgrbPd3TWLID1z
C6e+NvzYIo+rRAC+RTomenxqi+FDzVjjOCpRGL+u5hLkLiwMX2wzMrk2acnQSoNF01K1lIS0mNhU
s23IgOuIjDQzRcdIhj5tgxoGhNvTFDjHZRp1+yEQ1buDbMgZVohJ2svUStunwM496zQoHUJmdIh5
0H6E9CAMBdj3GGUUwEui/OU27Zc1o6kN00bemJyjfXXtbVFN+nYyG5ZHRzX6ybBrkxbefpTG3dzG
db7LxBh6Z1pNk94W9LB9SVFabGkQIckqqWLtrOqg43NEXVMlyLRVq575aUJKOUyM05ckBE+9CVvV
yB1ONzpKzKQ2b7OypWx+RFJGhMTQT5QizSH7PsN/+zSYlg0ONfbsnMhWu1eqriL/LqkqKChTiIas
PmnSXpVNagKeSYtil7DpkhusaPXCxmO1+S5oDTz6gsWGcYJTM5K8wQIrmMaBPNrK9y9jkwagW39u
xxSNfcpdsBo2TxSrJuExnyhWppVO1KDwyXDWLDKpLRKcRO10qEmSaONRtZdDQp/RKpp68McgDtty
y45kIlqjPLImIKcklNRuWYZKswge0ezZ4WakIAPrgpDJA22XSO0Lt4F2EdFU9Ucj7tVEfVZVtk9T
WmbvNYUXMS2jbmy91qJT12gvmXPkWFNDjUTQfbHagC+JFO4p2kX9UAbrAZmi3vYEztHfxjuVbM1a
xMlXBN3TN4ZwggBr2wRXYKPFqp1SnzesRRRJ+2rm1OedsVDzy9y07jVuMF0tgnpmLEKjWm6MT3fE
f3GqVcsC0rpTYO2qMFSM9a1pbVoqg4w76lkD9xhQJkf1phUgoK1LZG07qelP31idUtfKNqkWQe61
vIrD0I2L4z8b+RWNqHr1rGpUaQc0KDPnoDrBwU1OnENn4St5hwUZRQOqTY7pRo5ULCMWldPUvaIi
l3SHlBJOTqChap6CPh/sq4JKUmyGPx5X9pBIPEq0jbimjJyl4edD100JKTEBmg2KAvu5qs6TfHJ4
O7wiB2zsgxffjXE7uKlBcV83xuLR7oKa8DB3ghKItU/zl8j6Gz6TJbSS+sEnY4jyczaY4cqzJsCA
Ikvcb8qYOIPj9H/N8sI82I6dnZKYVXfs6SSRsMNrr2pIAYsDm5SOsnqHe+w2c2Xj3/eMMr/0Cxvm
i0ikNNll2DQoZI0GB5DIFESoZ5H5oEZLsvTnNkFTmX5STeBfwldUX8MRvS/bQVw/TzSynwqdps5a
G1VCQCszKmhTRDhlXRf3eOvCYyum+gKCCq9YGTfZtTMNDY6gLHAOMfCAzwjo0wWoxF2QKAR5dZKm
EPzmOAw3gT2RBx3yGzx6DOFN+Hx6kpdktVhBPY6LS85hGG/6yCZ1PA/j1F5pQS1VY/n6Nq+pvdnY
ehTXnlXW51bQ8B04hvwiFZxiDyZ4pn2VrQPMgjhwBqaaWHTprW6SnH67KtBXcyVbMHjyQQJhAbcV
5KT4Q3apbWTZ2dThRa1J3pgFraWYb0VlHMeyjh5ouLyTM3kKQytJj9ckRYyBlE8K/xOaSJjkPJzy
dVOQOwpDhiRhaGBK8D5WZ9TEu9t0TAi5MBTdLnUTkhVlcWomq8Ia22lLA1qxAEPJO7L08o4VG26q
iWiWomGlb/dmGNMQ19DiczWFbZhvwRu7HX46uKHCxcpF21MgiKZqy+yc9JCYUng0ot+DpIAaovWW
E3yIO+GlnlFTW2VlP+PbqAGIDb/9lqaGZxK2aeo7DOQecuy4JXRL2HS7QJIOwJpuZm9rkPtLirXz
o9mXwZ6VRJ6XU87ghfiY6oiATvDKn5+RfA7rWNqy3LVM5w7oUlZ/Y2uE4chpSTtkdTYc8CfSho08
D4EBjgv7LGV8AVUpM5K/R8k3hiY9H1+NWrlvSwNuZM7dRVzURKFzOP2qsQQ/BWbuPxsBHdobPE3f
hmoCV8t0Gq07MwIiiX06g1KeC/5UHvqnLEMuQoT32N66ro42zGxka3bh1LxpuJj3gFrqa1b4FmyQ
d+8S+d/w3bIG/04mGM27yYLrqSOS+CRRdQTEF3aB9t8Obhpb+y9lB2+YGV56y4IJfprG80NuTeI0
0BfIakN1XEAN9/fenK0HycS1s/t+uBG+S+mrHggbN3W9KT1a556GKK1YP+jA7i+JgJy/zGXjZGBd
wTKO9V0zHnJHiPCp5oyOxwKAlEyu3Kqw96ZdAJmElP4CJ5H3lOczL7s9EwIPCQNfY+A1Joyb7L/3
YJggyLKp6e+DzmPvZzkIINvwhLCfRDNIdopmHEPvCLw1uGzG2cRDRMBz5RDnlWZEgbAb5A+5N4x4
YPJ5PLnQJP6mMcNi3w89ITacOyhWrtt6MG90HfSHYSjFW5nF9dmcsLivKKtRHkmsSCT2ieVbyXqm
u7GkAdWRhJApvoPgK5p3uI6gkiVgZuHXLHNxJoJHu+WisaOJTICIKs89AJnF5E71NCBuGYJy4th4
uTaWVTVEs0WV8QbgiNRgQl4fbeJChyNWJZv21pDmyQkX6gxYNaYh213D2m0ZS8COKW0CR9o+lOd4
Y2W6yaOO5AHETJ5xOxHY2G/qEVvsFmKSvL/SswrruU5d61k6vqb+NdTmutSu28DYMgqxB5i41Kpp
JEO3w0gnrz0mpfTcipSV8/5reziLhQwV3wQU63mYhf1jqt3mhh05GM9QaC06HaYOSgCKlJ1Ld03z
KvUgij1nmdDe5wq0becrh+2jCC3n4GRTGe+zkRQx5EnkeY9zADsyTcLjjOyg0CKQJfOsm6J1Cyi8
cByvxeSX+LAScuCkk4cQNJRYb20GvH4jqwnUbjl3sJik3klHjTAha1V2cKI4u7WlYl91G1e8Mxxd
0qNOVnyLP8Y/s5xeYSrxZki1ELmX4pFMjZI0VZWdprx2TtjfGndvomfJQYf73D3VpeL5N7A7YvSB
csZzwJzxhGkTS6k7T+1lzh5K7I6qb1za+SjRlCb8DTE7DB2KoNphExmMYqvKcHESBLnmZS9Awrac
ZxjWEYUmL10VD5CEM9syxHV+0VnSe4tBk3baQL1FyY1KtyrzjMucbrzn0IrBU2lN4+ejVnpoxN1m
IvxvGGk/pTwQRVWP/BEr0pzStJX0goe0wpA94qBGx0/fxVSR22fObbu3/dh2VnIWxjkFbkG7mSUt
vGccfAb0NI5MyV9GLUIeRhU8TiURkqlwdYdTIw3uW8dM4Hh71p714IUNqYOJc2Y3CIXWKM55fTuv
4jITp7bvgyarzsNK8flrZ8Df52MBO/fGBWuKTel+dYa8fnKLZtznQ5g9u6nDME9ppXq1B6u9CVq6
3LnjJHKPktKpI/65fjqaqHToQpPSfAatWEi8H4eApLCUTYRpTuk7iVTbLpzbeTfOOKkOA/5CRO2o
CQyOKhEZTJMVvVNVm9KOaKoj+3+AmyUYzsO+WnBjAyMIaLYzOxtMm4TeMf3162RGyfCQWN18Ly0t
3S0+1PnORw5CcUhYOqdC5Omr7UT1sGqVCogL5AlDneFauOVYLMBDHJpt3RE61I67O8bvcWXw+kNp
0jGN2YYDYVLH2YoPPr8AtKrxIYM3AkYkx6RJXoU3LBGgqTry0k2wqUFMSmZnlnzJg+EdkjSitiJo
khsXP9Bb55buuxwFJaJh2j2HKgnvYg3gQUo7NU2+US4GwBlTntlVpCDz+r5FkzJwlnJkeRxkDKxT
J3PibCoCUdp922n/yepqhxKL3iQUczl/oaPAC+bVtLtd4UTAXp3UtDbnPm6IsEAAUqjRyKksJnEf
nreiqTRVezZL2ATOlAGxq8M6cgh9WXmmujaZPPZZ2D2kmAu/WtSqn+wOl0SK1PowI/1hetPk5rb2
o2iw7K7KdkpOVt3PDiLAuNt72q6ubWNJ/+Npz+O9cpU8Yozpd4m2xq+qsHxgUQb41nR2dSnGq36w
JS2oPQV5c+G/1soyaDONEpNXNJzLU1Cl2WEYZ94RnOY5fZWpHZyltbKP7D5vmBPjVw8k7KATy9kG
LKoQzDX92mbmd1hefC9F5EguJgFXxZDcskoWF2Ugy+3UpCFLRMPTyV4fott0wFLhvTMsfWlIBmIf
04LVWIy2+AfXJQc/UrzH7rpM02qbONN4Mc3Fm8BzsxsRnR07zymouzHswxjRiMOG5m5byyjfgoxO
ohTQ+gruG3JVxHUndllXjgKfYTVcunXf32BHzyFW6Tvv0D0VW0IemCyln9DzA+EpVt3QkvtRhDPW
FgPZooz6gkiPoM7OsN6PN3Zfvcxxo84YL4ZDrj26gqRvwocG7pVd9sX9WJJ7QP7c0oBGNoj/MGVK
7xMRwdpZNvrJLiB/By0NcSA2z+cxaih0PahqCr+5VVrfVr058OU7xLQ1XVIMJ2sqImM1pa0ZLvjX
+F4g5rr0LaYa1skQ5UPXpPl+Mjz9zUf8A5nfNPJMeGK87gGiWbLsmeXemLPu1VQJkUpmPswMs4Pz
0A0LN9ZJq9rnvq++RXmFjzNj6uDthZkwVqXBAYXHGAjY79zYxMWdyjs3KI0jwzhW18SkTMCBwyK1
lGPTtnGqxN320h3J6bOf3La1TlVWQ9dWFgqddsrobzQMwtlNf2+PdCZZWYamPzLo++H8QdSi0WyZ
Udhbu2wgCw8j/bHVCWcDC4PtAa+g9VUNfoqfy/BEvvUGrll5lvXQBBXJ97hzFHBUmF+DhrbPIq5I
nUzzvv6iVQS7HQ9XhfL87jh1EK07P3dl9qWjDZuGplDi1ZVeNiEZHI3oCiMj2pBuDO8rs+i2AX66
ve4pl9upeCILmHEAWlVlxS3z4LyzJscGH7VE9y0XVUeib9yBmLXjd8SZtEtLZ97q1Cj2Y4n8jMnT
CFZBOLlnamwbMuRG45INsP0mLSO/Rjnd0g87UrRHlDCaKY7+9d4ALTxORTEdaw5JN+U47nyfzm1a
WXTxbU6HBrMuYejYRcsTGSca33CUHCyI/KOSc3LAFs/2x7Aulw6I4K2bqNldC0ouxGbwITXWI0Yo
hH+mN9/48ygfWxxjh1oSMHCtu1zv6mR4Zjsu77B8k/qZl8V1qZOj5G730pC86IGXIw2ZEBCczdkw
m2exH/TTFnWj8Tx3on0MyuGSLuISyQgt1Mrx08c0rszbrstQ3M3EYuKuSp9CXPYHI0bHkPnU30Yu
3U9gD/rAzIwpeXAMpm3OyTUqOo/KHTnnR46T1R61uvdsIJojEs9JLvBTkjuKdwWtWUQHVTKL6gjW
g3Sqt/VRJq5x22fsRMw8glfBubV8Kc8A/WI6ko1u1xmGexG5gz7HvWUkW3sekJeEPQ2oCMNI2kKn
JNNLswutp0gy2U193ZEiRs3pKaxHomvHpnr2E4cZrtDvVqmmXWsX6b1dOJLBKsI4FIrsTBEqfZHH
s3dJL/LX2WD6Jwvo1a8DZC19zxtEtEF1VYTTCt1hfz+4VZLC31fDfe8Kg96uYHgKKjMiUMiBErnO
mCPUc0UbBSCsL03yVyOZyQ3nIQ+4a0pjLMhNCRO0A+qr2ut0LgFT/YKdZ5OYbf/FL9FyrRwydGb0
HCBBkZuaNDU7I8Bl65CvQgxlbRqrtDDMr7p15aYdEwSRcTK6JwNvEghxmnjXGknmF3ZcQjlpfmaW
IjIhFuQgxsADI4eREoFk1zanYaijhPorhqoVZmnEGbgnFMlLCFqyTTt0LDM/ySy+0wDwidSk8Q+4
/79DzIW71Gu6sHuQAB8Rc0wP0QTR9Ea+jD6jj9cUB9KkcEzrOh7o1ZHkS2Id1Jd+bjSPvwfs/0E5
YGsI4b5wynmmHyw+l195u8Ab+xZd5EtQ99VFGjpyH2uLDANAV3LMW3monULeGlHuliiADHP3+z//
w6v2gXSBV/IEzJsTEqqGnebj358TJXSVEfgyJ2lf77zYos5YI9sE4fuBQcIs+e4xjNzkMTVq8tyo
ZeEIrKzY/i4SQX9X0YjUpVzYjMikLjhc70pnks9VBgXJuBRFR2OckLoQPocMV+YFAjKmM3wGYjYo
gSrtiGoyl5P1/g839/HDpRfUxOBFaJuFc8BfKlw/3pzAam1G3vDKVtpecDRAIWvLgqtnpA0vGHtk
hBjSd84iP09eGrPi/OuT/h5tzSAguncKKxSatemFV5qj/GbUGW4aRQ4AIKgl7kKpsxMGZWhUMxKU
fwA3Vt3GNCfrIlWIoMEwwHkC7WTorKtKNhw+Rb8twwaDQcTuvf79HS+igw8cGne8JCzaPpnACFyC
T2RqYdR+QSTVK/ENAMEOMB2bXt0vhz1UCdU64Kw07qDV6osCA066FzVAAZsI+zA6w0Rtf39Bn9io
5SugE0RYmLF8IqId/9PzXbpuylNPKMMwMTgda9kYd1kWVvgtpBW1G+V4+uvYjtiCxVBE6XYSOojO
w7BKEerKoSdXC2YlW2HQCd/JccuGbUai3aXv0Dazk01evnepAFsXTVteyLFqiztzChQDwYLIw602
T3bTC5SCAEykoZscN3/8r8YoGtAlc6R5RMdoLjexEVCV0BM6FK3qoaXBZeyZN0RPAexKNCWrGwmu
Pf4PeBeSR2ZqXUmDUYsdeaw4XhbsIgm/cnL1uoQ4HR7DCg34qvgBmdul68SHyifA3vFcaxfAUzH5
CALqtzXBFexseVSrrZMVbb2p/DJ0j5XOFm7IsPNzLPHW1z7UQBiCsmtOTCRJkrpShheF2XjUhNhW
EW6dgcgkYOzCA97l0zXwj0nw0R9f7H/L1EhTE//53Bb7q03x//w/fY//E92MNm/L75RC40vx7aV7
/SgWWn7op1jIcf4SluXaZBo65rKWs9z87WY0/3IF7bC0lUDpB8TJ/KdWKDD/8sEuCW4V4Q8/I2vY
31ohH/WRg40RwdAiM+IH/ztaoY9roUcoqIsUAlIY6zy+Z+fTyoCDloGpN62t9vvpyuJ5m1e+gal6
VasyDM4tBIPBjmOaQVRjahbDuTGWlv/wy0d2/XNj+aBY4k5/WaB+XgYt2z6RkBg+A//Tklwh/+YR
RteNz5UdNlLKDY81ZilQ1XSKnsFUmaozvykeZevZuCS6EGYu84g4P8imjegaMdmQopiPbu0mcX/m
5axeK1O3hDdnvlvF13+45o/qHy9k8RKOZVnIExa/9VIX/OsenWVzaFVezYk4oZvDdCraTSNyWGrP
bE5jbCNM55B925MIsDVk5qFYQMuftYQqx6NHxwhCT3IMkgjE+Q+X9nG9/3lpXJu5RNqaFh/qx0vD
jMqHbXBYp4S+PPnaU6tQx9lWMbLt+mG+IWkdyAkh0GY2LIsof2D+wpJImX5/JR9nqL8vxEMgBeQC
K/Q5VjeHbEERymnQhZfOEdVH1ZvmzHUtSEtFRRSkBcDezFhJNMEfdr3Pz9Ty/Qif6YXxycSw+0nx
0EUp8rTI5/vxnJny7lHFZHDIzNzlxFssjVs4wEi0g1f7/U1/2m5/3LUnuFtUOrxXhCV//PhxV0Xs
NeARcIPEdxlQbFgR7eDQB5lP6AIA2NGsgmnVUWRwO8HkrjRY742fR2H9h0/hU8jycjHCR/JhYnVk
L7c/j7HeHHQUvKFXsBtjIO7LN0ieyiyHfawG6CbEZAAWPOsymyy52VPFSwPV7Ky9po1Z8/5zZfyv
vOasWki5EEVCxHJh3qfXnONyNUc5jR1B63K6BytsdzA40QWwU1xiziiipxQdG8VATXGZuhFDgEEN
+yjMXQH4irmVmqCnzlXGucooiEFdnhzaeYj+sCD987n9sS5iQWcE9kL30zc4EHYZpyblfoZOSL0E
qMDx4nEAGbr4wi6i4tKVeCG0buLDHz6jf7y7mMuRgHp8Ti7bvffpsa3bORo7pFm7YDbNnWU3mnhH
gFpwU6Mxn9Kytx8sWczveZiog6qD5AQEmO7yAGr899fyQxT0r2MAzw5XAHK1PEMBc+OPB/0X+aDM
4sxUOl5oqhR/b94qj1eVyN7kfEA4cFuVYaXPbFZoWsbdAO/b2DKagYAG4QZMZr7pC0xQp6o1rPGB
mh7yhmOKDvpupmxqriUHQcfU1rkhHEpAartUwx6UmvnF9QtaaHKtMNT//q7++UbgmmOP4e3kCIAo
6tPwmRWcu1IrJ/9QDMNhlJM8WBWHAFI6083YUqPNEKlJdrSz74qwGOKJqbT4w1Usf+TjR8swLuDj
EBDz9PxQbv7y0bIkk15ZK7mzvUbNxP20NUObmVkX4eB/rRZw6Pe3/W++TDZXEjRspGAYxYJP+5Uj
O9VYOpQ7RSnAk8kpAO9w4X6xzaIKNi0z6rrpG3XeznVzHkJFnaFIReljD/4N4+prbyvQzRnDmdbE
8DS1B9ROMVJiaVRSSdmXB4F7CLRRlLVLWCDidQ9p+vff38cndfPyUHIfHpMRey9its+CQBz0Lqa4
aNwNPQH3m841h61Xy/7RNeL2VFujOJBVRf0k0U6HZo4xNJKNckc60I12u2YXJjEJm5Ht3bpse/hq
xLRqgcmuohzkv2EF/cN+YP9jJ3LBCFjzlrXP41i9vPK/fNeS8DhDD92EmKpL34lJynBiThIvfqFv
kiixD8gqw6MUdnnrG9N3Tgf4Q2qM233ceim2PE3pG5lwX+rAG67sGsBoIEjAWKlo1g8zPD8EXqWu
EL599WMjP45ddGE4GegJ5CpwrzGOlwqz4x9moH8+xMtrZLFEsM/afCEfb8weyIbOKipLI2nq856o
1u1IbtoVk5w+Ro6b/eEZ/uffI8ObOQ7hq+NZ7j9O7tJxCIKjF5zTdvXoDMYrQ0eKQrWbvplxOuR/
2Dz/zd8j3T0MBftAsHx/H+8PpUAJtyenXdoLlxYvkb8Zs/JPQtC6Gkyt+MOC+0lRvjzbS5wBkJMH
7RvY5qcPFP1tFcRmrHdNV4s13Ddwe1uXd1Oat0T7jHT4JOw7rTTGrTv5FoOwrDC5kqJhXUsivr9g
/TTXw6C8P+xLnw8KP64MdwKCd0Y5XqyPHwVSpdDo00jtwsLJ9/9B2Zkty4lkWfSLMAOc8TWCGO88
6Gp4waSUhDM64IADX9+L6pfSVbZknfWSpszKiGBwP37O3munS+y8ZSmxZnEVjPfzEMUHTKLOjwHP
9E64jf5Lx+DfPj7y6ATbvP28++8WL9XVnnS1Wo6rXc4fbKt1vtA7O1lejdV90IMgJ2X4juW1vcrC
Cv/y4/+Divp1teYZEJxN/O3IRfXy66+PoqERMGvMUStqlh0zMP+191pwjdBOR4KL9CvJvuHjkIWX
HP/xpbehdovFR12BvotB7tgywwkKwvTgaWQf/rwm/nZ1fE6QDgEfHtypiL9+/XpBNeamtkmKDSgF
zj2SoweVKQy2btd9Mr6AQVt3z/g9xLGptP3y50//vd6Fq8P/2FNt+z+Y/V8/PtedWgWd8GOBK8t6
tkBXfzC0Fs19oXmrkqrHE7XP5gB3qqafTwgZ07mz44CoAZuuh/936c8XCmPOOOx0IMfen2qzdB1t
jGoe64QBSzANVr1LbTXczXS4oboMt6PVeJc/X4Z/uQnYzbdmKYCzDWD061WoVy+dY+F4xzLTmPqL
eHJ+Dj4q6qUOwpM3mfqfELk9A/uCP1OW2/6lpNg6Cb/WFD6/FTamGwPWwxrw7jGYJahROQGsHlJB
b40ZHzK5Mjd5c1lcu7v2yi7qy5KjzEWAI5ZbaU3KPIrBmXTSFF2zPbxprf7y7m69j9++Fxr6mDPR
dlv8d9U0gyI0D+4I3aPsGEusVTf5e8yejUEvOq2SZDCfEdfChWmSRgW1OOWTRqeBiTS4zIgumCxP
brScY5ri8bEpF04PAv4MUqlV+i95bgjutfJxTU/auNh5GxxQ5m/Xd7uDv6wCMKkieh/A4Uj88N9z
9XpVV06LnOoIq6FIz1u3BBhN0dFykJNkFpI2mRfspdiiMdOYqEClmtDeM19kSLkswzKcGLfoBwc9
ZbVvoVW1YDQXbPv/30fRZXckW55VCz3/+/N/qIKhyjG1Hy2aP0lZLf5lGO2PjJviOzdfqnPUOcs3
v1WnhQyB458//LdNkwKHAo1kF5+uVyC29+S/qh24yDIt8zw84jq1CLjMpsdAxgSiOhwe8GB293/+
vP+UT7/elq2pbbM1+K4Lj+vd40WDQQeORFInw2b81lpEBFWceROr8OxbTFmeOqSeT0gGhkpo6bF9
KOdSXdyKhSi0hvperWGZoOvWN6LeouSWvLMOTUU3pM7W6JMMW1IFFk19teBq/vO3fxf0zJZPBpId
4T51qTN8fsSvl0tiV4C/nNvHhif8XgBTf3Ua6OIqc7K3eubMW6FZqfdpviDhWRi1Oxn893ZGN7ML
RcGQPSiz5i81q7OtFb9eVMGWz18g9xhEedtd/q+72NMyUe0K3ASLQ4U9mn1v2XVYZj/kgQetfPak
rS5mwUa299wpUAcII8HtsIrwOvhQBTb5DARetPP9Xby4WXo0tbWYG9PFKPdEDw31tnUZMf7lev7b
F8d4yUIb0PYIg3dfnCfBhfptYfiO4BvvOvw0zaEcg/ixCYP0czN0EFNS+Oe0D8UYOYfCccyXURPX
t23VAq23NaGizDWuX9KJs/A8pjM6iBmeFjo/Z/Q3+4xl/+2L/756s1u5BNWELC6R+95NaNohRMHj
rEeEHkC9M+EMX/0SWEclsqeG2IJjnUXWF6/X1lPmSv0aqaqAOTU398XAi/2X6/gvX2c7muJyxTkk
uJS/PgCDmDh1UPMfg9AAK00FnnB3zq8q8PVdqgM83FqG10iZ+KqsgUQ9Z63v+JtL6C7Z/8IS/29L
6+9LLxMs3g6cllwh//2OvlQKqQDeQ6yK6lSJlHE7/i/zjOwt3doQ7o3Iyv44DB2EpKAfP8wQkhMg
HNNhHRE3QFFbHxXRBQDGp+ovZfu/rECcgCKGWjFuSxahdyvQRqQLextJHloNVAKK9jWs2jRvHy2w
EKQlilyGH63FGk6+axn7GFmLmL+ggKIAquraUrCNQ+Xc0T+jl5z6QRskEfi8ZW+Vq6yvq0voYtKG
hE0mnZ9KdazWnDIz59Tyt0v9Lzcez+1WTdIcYQF492MAwpcMJiesKE0M+QCuLcfQIDrORWaBAfH1
eofNor6YKXu1uCaPCAOCs8B/f8Jg5v9lfXT/5c6zpANXxWcLHvB9mz3g7kmI0c5Rgqu7FAQT3TcD
dyNxyOmAniycw7BA1W/wQx/SeSGD19b2Y1TPzVF2k41g2nQ10qsw5GSSwdDGAdMTiQ5tYb/mNQZW
BBjWa+jDu9e1LL50LnGcWTF8QwJXfK7qMHj7y7slfltcOcK6/BoHhzOw0e0W/PfiWpSLVfZBfHR5
wR6kU4q7oCdsPG6q8utEOMQuK1EDuXaOFhA63488M9+4ES3xx4t8Huzyb6l0/7IN0ROjYc4Kt3XG
3vcoCjUSPsO8BbAILo0+0C2pshY8Gh/alDs5ywkq/PgpZle6Z11Ykpkibmf1ToAFow8eSE/2dn++
TL+1TehYRxFmV043dMjer0CTFt1sOyFmo8UPPi5kmJK946s7avrpIC1lffA0gKk/f+i/PG+0fHnW
mIsxOaCk+PXeEOk9jTW2Ch6ezDvR+HTPKATCU6FrTNOyrm+QTKhPeV8UN622g59GlF+lT97QLsB2
eyqjob+zqhhOhivID3J1cG+hSNqVq4NaHH+XPql6cg5WYVWXtWnTVzW5xSsbza221j78y1V0/tM0
+O+t3OO2bi8ymo5IcEJ5/4uq3t22RBtXRQceS8xrAHGLscFrEbvLnFhTu8XCMJHIEhZh4G9idOPL
XA8aYfHCkXOHbatbSZISpn1rXJVlidvA3jjgcbTd+8UWpObaeAn7L7NTzYeJccRpZfSt91OBoQCC
RvDql3Ih+diBFx815ZuawR5mo5z2HS61JrE6Z2gPY1xRvReiw42S8pqUu4H6eKR288xjScQY/WcZ
GpJepTd/8ZsIovpa5g5dTVJbrkLrzBwmNTndHlsyaeZBZ62J58xWDHLEx7fTBV5VXVLPNvd4OTfW
qC/SJy4d3q2i6MsfPW7nAinUjH8UNUQ23UxUOenZhfVHHJk7aM0PtMbyQoVQPtHI6X/mrmsI+eLH
JbVZ4BUxHjDRvnMqcI9Kd/dk1RTQaVryfvZqthDsjybeeE7EzTl7wnthESqxWDdgSzp4Il4bAHtx
SYVbLYMnT6V2TNb1qNjs6wXOT4pyrz9rv5sumA+H/igiFAxrmoXewQbq+hBrQEhXRzFjO5RrJYNE
ZhEJ1LKr7fRksKU7J1Hq6pmLx3LYl9uFSkuSo3kbSzCnKgi/13j+0Yf++RX7rQHPA8ly7vpUFaST
ckL59RVruwAwO0v6oXZy51rYZXO0wp73xenyO7HWAGmXuWqPDpv41VOivHB+dP5yXP+t18YHuFuz
bRt8c2z2to3nvxZh2+tXOGoEJC9FO1yqMs2uTeHbhyrK77PRNBeRBS+RJgtiYm2+qeceARipMuSS
IMTNhiWgD5TrH3++OO9PT//7rahxEN8xm7DfnZ7ajtW/WzM0/kttflTl3BKDHfaP05hVn4gpUMc/
f95vtQsrHCc1NlgwlYBLgnfnj7acZBP0U3iI4jm+LUxaXoklqj5H0+Tuc7/j3ci85h5zR3bRK3Fj
OxtDF8csB4FzUDowDqZCrm/B0tfPPhSvF58MB/ISw+DOrkfWCGKPQqiOuP08Wzv2354mMty4U78s
cBSGyIg2URFbBXvmr3cy9ma/RcFFQogzrsFBeWEfXbqqI+8h6ofRw9Yu5TUFJKlPdiXWl47nL9uF
42ojRvcdczdniFNPpYHGljgTh9o91mz1GXydIXkBtuIgG1KiHbTZXzNsMuT7NFAVd6QNNCrJ7XZ4
6xukjqmf1ac0NGQqdVr3DW4eJecnWW/EJOVCBNutJMh/ksFqWPgG3TYnmneoibLWRoWvTTbogyrm
tDpMWJPXSxZVzfAYp+nSQ96K/Ot2vo4T1+4dn4ifTIFvW6f6W9sWeXssKrdcDykniW/oiZrqPOsC
pG5AIlybVMi89S7IndW7FmvqkgIV9cvtWtIaQyTL/aJp139ngaiGV5ow/TfZNwF3coS7fGTrc+pr
g5kXVsnEWI9MGuHfEwIBii+yc0QZxbSarx7BJe7Rm4uiZkkLHHMag23AhNKlyS7CA6e8DxjbeocK
YrneQ1auQKNCAIGMNBNWsJuqPDJnp82r5kpQibfcIeOHL9+YtT0Z26REl7O0L3a7btfafU5VTEG0
aEH0A/AA7x8WoOjR92OUdQOO9ETMjUX6AWcIjEK1ONMX6148MTTWOVWwDPai8EsfvWylH4xVtwDf
/VJj+o9tr0ighLmfo9yKHzUxF+jdHVVC+S3XmED3Rq+vDW4qnKiVXz2ihZx6ivZpukPRP/T7HF8+
yXdBo8/VXPjFjqA+TC8gdYL5oLHfuEf+aRzvfEljeDeCe6pewr7O76nzQ3mdMcGcQqfPmpccm119
WOdKd69uiHrrMQxVM506j43psChpfS8Lzq6XDLV2d1hW7QXEnhNfb2UDcW9x1zSgaWu3h5ltDRUi
6MmjSwaErL8hOWlRZMF7IH49YggRSCgd5/YuD2LTPcJzq5y9yBdszwXdpVs4IKWdhMDxeiCdBQFS
HPSHXd7Dnj21RWGmW0A9Dv+wLMeerl6m0iOitag4qrWtnhu22SkRRL0lfj2VzSPKZuCtRTQSxGrP
5OOATeXRdc0YZneN57mgRdc5f8bykWO7HKN0vnW1WNsXa20Ds6t4N80l7/EG7FxiTqzTjOYZiHM0
hozH5nLz9y5hChl3imp+tWjn6rS65MedsPhMiaGhX/8oAbluuUG29K51OwUMU/j3u3M8VZunILeg
rbl5hyV8i0bwDviRynFvaMiuDzx62AlrZH6wpmXVHzOrW8JjgKn61tF4rs81UVgs6pxaOOSZ+At8
DSLHalyLiczD/pYbCQeOKzZfEI5Db0ujPH7BvuSEjywo0wJ6EdQYmIdtFGOYgr5Wxu3ZvSKtkywb
Q5JRHfbNu9bxSyi7GaXs0fH6FGT1IokeXDLPeBjPdFvtseA6/j73lvilxq7hXJt68V8GnZvvfj+S
K9MpZIREbkZCH11DpNy5RgFPmB3dR73r+rX/7JFQ4+8BEhPpMunWafB84cHGX5RBFBjs2MHV5hbj
eDBYDt9Kg9/AhLZ488q+6bCO+sNGo0AWcAMXmZScsTaRf8iWBjtuOUKv2OOdgygiwrr4lirbDIdV
KP0WMO7tT4g3zEo/j3DfZMosLzpVCq/3wamyAf8ETwxmDg8EAFkx/NAjYhcqxtktc30owhlea1xW
/xROZNWHIYZeidTBX70ne2iHq0EBji7KWx3DtK3XwZ30CompoETF444564TywcLtGKz3w6HzA3ID
dRbqXUYsJS9QAB0uyaYBR4lfRcOT3Y3Dh1WTu7TXRMUUd3FXaCS29AvcD7HQ3k+urt/c1Byw4LxR
JL1ZC2YwonW89dYYrX8I0WvazesUVQcRDoN9ITMVbuGayz54Rg1rpQmaduOe5plX/zRTEU+Hopoz
wL8tBhd46424wOyeLxYZkUQjjp160fQBIHMGQ73czcBnRx5KyMqYoBwz7TJsYiU8ioEiLbKJuN11
C/uMTy8NP9MkwSbRQxoI9u2jWYLkUH5SllYHQXWwwQ5jK4vsxGsiHmCpM+8qQCg1V4vqdO/Hdc+1
b1bytxa0sAaalu2+luiT85fUwpB9GSsT91fcAOuATrYcqNiG8bWNq/aG8XP2tJS8o4clKJzHUtbB
p2kI1XwqbRvO/aL0/BIKEk8x12BxfMBmbSDcriHxN6X2WGIlhD2Q+d0A/6DqQEsnGHUktd/Gg9iv
nY0yo3CG9Ar+vDbs0bn7UY4jCStijXNxw3Ogker61fBspjBd90EYmmiHCq/qWfRnYK7OLFqc7s4w
q+PstPEPWURclwgvL/lDkd1q7CveSt6tdPivgEFtL/PkzzfrNJkxibbVa9evGbvgQEUARHkhfwAn
ZU7zLR7pfS8GSV1Smo48pQKnO/Rq/gjj1uRhXo/7giBFt+lAQxlZvS2tqDAK0/deLn0UVgBx3drU
4LGwhORDRa0TVR7Bkmmwov6wNih1jHF/2EEatO9LxIXweGvhUvxQYt0soeKoNhVYw5O1WrEx93i4
b3Bqr4w+QbHMt20bMZtdK0jTbU7gF5mtNJivaTmzETZMQqgKchpeQq/BM7KjYdoHPliN17qSxr6v
GZvJmzEbg29o1+KWkbc7yJ0k46mgF5H1NULnbvgqBw9DnD8KPo1T/grLvQ7bwzTF/bSP1KqhjqxG
D3sh1grYx9wtz8B11+FQrdb8fZxD+2voVE8Zbwvfq8MMu2d1ocE0iop85VaRa2krWzyly4odYuty
I+ljAuXcWYUN3x3OFpHAjUW/PIwxh/IZsV2fyTqtp+PsKdglObbQpO6mJd2lSxRdhxCb77loKq6N
7dTZB8K52EjoxI1n42mZ3ZEHguTApatV751WxTlxWahaLvRk5otSmTs8rwSTknS/dt6PECyYc6Tm
s+yn1epDted9Jxy+FnJ48oiP3ZKqNE8qJQXVUbNKymGt02JjXa6ZArE7xFf2VW9IkKnWDYJ8x5nO
DSTB6ciqEehDTwgKwakxZtE9KdhDdIY8HSF/H4X31AGG63d8f+s8+KYb9x0LOQ49YzaUSuu1Seq3
CP/DJoU3BBHHYiAYDdZ57KN1+Erj075TgbZQqTO0xEgUkfTxmNWExZ4QtUvGmo6Ay6t9B6uIaHOA
D9Q/8TGH5gO3qsoHGhBaS/9EHlpQHyzGosWFHxikz2os3AsCtHS96wxJsw/A2f0eWZ9j2adycZ2f
NJ2EuZKgblvwV4B1TpVXE1c6zAwoax03bxighvDcgHGqeUdz8bXk1DHutYWGIBnmau3vjUWmCMQS
L+vOAAl7yMudE6qEl11BvMf9WmcjwOwaSoIMZPU1A+r2oYojApvcYAzI4POqzn2MG82azhyNzOCA
zMbPZeFl0WPbNkV/hG/HOoQbXU7nvIOg/clmVJadfdPIh4GUpu6GFZw+DPDr+d5EdVxehfFa1G2M
COESz9gxjyVgXH8XZ+tobguPF/UWML2mFm69vLrkNaiHg8uk4VF2JKvAd+gjuMFzr5hr55E0tzIe
PXnT5QTBIYdG33RSeoRK4WrySzu1sKbmQtTPPPIoWnIksWiuAPtxCMs7Tx0dBWDScTloJpO/BOHB
C1tzC/uRQwR7sOPcZcaeUrovpEQOcuPMEHEH9SeFfEvRWLeXtHE6wiULWuhn2y795050rjpLD8HY
gQNLSkoNLA5iKzo7W/GczWJLz4F9BYAxKM1+qYv1m52TxY7XVmZX9KbxsJ/bgktodWzZph6jAbO7
mEhDFo1lAdtV0QFAHWEP5ZB1PzJvs83OlWUIw8XVD01jrb+J2XAqnU0bIZQaFPBvMmW7H3NP/XZR
+ca98QFYcdDvtmwgQyZae7DIZa5JiYHwt2s8MlePURj6O0932ttPZaqxvTfDOl7LddPF+rXXv25v
g9l3NQaZPXn37Rvzyu7F4YnOE39tiwrm4WwEa3M021AhOIrt7CgvNMhbLPWAmcRwGhSZqIdBogw0
jpP9NGSaljfd2JWacaMQ16EKQYfbXtvmV6uIDTZG3EWEkUQoQAJWLjeB0tSgWBus8TEzwDmPmE8a
gn90mZ/a3LOLG9be4clwlCB9taj9711jHCtL7FXYL/Hk1Tf5kDVn+tzNnvrEUQwghR1+jUES3+cz
lfeurvr5mJGeHL3GA1q/JFpb5hXa5qhwoKOv1c9gXnQDvssB/JZbLX7vMfLW1ykb2+nCRCm9JVW1
D/aF6/QeuTvC1UfH6TjPkjNeRYegGMMJjscaFsc843lI0ghq7EjUBER6p+/jZHb5/4jS5UfXYQQ/
Io1c73tOgujb6NUTaUqYxV/o28nnvlP2PzwVJQGKVEjNDotPu14o5Qd5n7VdA07Hn6rvmjDNs7eE
lYAgYFEfhESaLIkXGj0/pdQWduK6akAkjetR7X2nc9wTlge4TSUFXHgr8ZtFt+Qt8XXUoklRyAEX
xEkfMhPZB64h0ZBYglA/iBrOxZ7toJioPBbHT2bads8emq4ZsyGsZcXrkoI0IlEqrR+pgsrbxous
8VaGEBli6jj3TixjOFI9g2F4tIw7EDg8WVhs3dw1z51N8PBOeJleToqtJfzAlAcudIwaEWNGRjzv
QWRzJx7acvFPczHiarfhA+Zn3pj4s0AHekiRk7MJULSsl9gtgQQq14rJR4LWl32QUEF3G6SwpcSs
w6uEK7cAA1SZt++XLaKR8tpRV0/2eQiPa41ZnhjknaMQZidtYbpA0Lsn716rVQE4z1Em7VUhVnP0
NHHb9iLtr4TbRtZ+pNK5ojyyDTQ/BX+dpkN+u7WlSEQxubMcusitgud4ocMPlMegVmldVn0/bPVw
49uYuU9rKwI4aqK3Dp50zE0KyKU/4Ch1IPA11db1RUUZhHhfJmI8SdclcB25X06mX19GcIQqWs9g
coqlKy/tUsYVPrfYpk0eN0AKVZ6mTz2GtegILt6/9Cbsh6RI0+mLXOkvHDsG/gtWdCCLD1KBsXiN
u9GK70UVAvijVR3Sa0d/zS4Zmc993LBZUWNRNQA9DJNGkorMabOaht3YhmnzGFkUzJe+aFL3Ei4e
5HNrASq66xwtu/O8bkumhX2tofrgvHyJyhEG644UJPuNCJ95OQyGyucwOW27HltgTGan2zL9WhQR
y+Bcc5xi5IDwPrGitACQBhjwzOjZxQq7AlzBvULX7Mbyc2E/cJHDbxJAZ7oP0rRY9liK5+LBmbfI
n3pdnX9qiBqI9+xlJXOpTXMJMRWYy7mocv8Uws8pLitoLM6IeqiuhdeUBJkyN9H7fnXmT7khKmc/
Y/FjG6wylAOx5GHdE9UW7w1YH5mMmPoJUAu9/uMayHzZhox+v5t1x9KgfMKdTiPCWnns0cixNfnz
ONwPI9DbPboaXOmusnKCSiYDHCSSUXcJe07DD01ll2+zKouvYip9UPZdIYnNKIJo2lehHXSXSecu
CXPayE+MpoAhiGDi4+NoeV0JZ2SuwKF7vnLQGRngYWM+NLOC5E+jSl7zuJ2sJB+lwDjYQeffweeU
cgORFXc4ddIbmB9he2vXPef2tJta7+qzb3yG807uB/hb71tMwy871EXatHce8d7I8No8W+BEcMIH
8FKSArLQnZxvYB1661NbxqjSQ3y/7l7TkIfMExb9DQ8mcUKORYT7Z6H7+pOzSAaSDa+oR54HWXv7
dFhGc3Eype5KadXRWw8fA6FHIPtr1ZQtwDgqWdChk6YVGBCxDBALjShwranF+jJrVf2YwiDEGuVF
xU/O9ao5tW25pvf+vDCCbZQR3yZiVKFM+050L2P+szu+mhudgIXxfchlLFMgYr71hALQ6090jnKS
b4jgTNAgGPvOWe1oSbgp1OEitMQThv2QDGqTxT/QwgGzzkxd2OeNsEbeAGlmj7L14XXNNIwrDoZm
pN5dR0La4D3d9PXq0u4KpWQ/W+J0OAL36sCY8IsAlqgNoZd2qMN2TL41MSd5WP9AaLNeooo0Z3qD
yFiqNMKChhEZ1NcKV6nAaP4JiGvpcmqCAvcIONr9XPRzIJMAPWObzKOGczOmNalbaGGdlVrL0voq
be3lSRvon7S6TfgUi5w4Ij8yVv8s2JyCQ488pDn2axjNrJGpqBJ6ErF3tccVmCqlbgS+yopqeSca
A53RVH1mJVbOCWfHvTYXArhjLNhQ4NCXDyvV28xh/UUv9DOu0dDN9bWVnX0H0zJ/MZBIKAOihbgw
oTZEBBl4px6+JEi+PKLCXHwyEW7ddprThOALTpGcauRj1oakYbQaBNmONkZ45wFq6a6MpwPYOsJu
zH0b92F/b4eLT67CuJBrPsNIHb6OVglQeolMf1ISpXjV2taXOiC6DMGlyU5UiM1AR6Rt79CmLvEl
RZZaUDFYi38ESUWmka6guvDqD5O39SzIo6G5t/qnDrl1+AAVChfOsKoF1kE4L8FHepgtCRUCwg9s
hbrrzvziooXPELn6kOKzmq5dZfn4qlNhr9fBdUayJqoyiC/EhBXYmiOiVHdRriPrNtdTTwSyMQYo
FSvaejMBTv0hWn+i0sap2lFJ1KN7shblEjMJZrlyH9pO2hfqSuiMA1jfB0PV5JxN7ZJu3DoxNTiJ
FJH+0mmUM/cE2ZjqOvuq/eSVRfgNNbAr97IZJKEJVee8pqLPnibAw2Zv97bmyNCXxXKDyXMgCTsT
/r7v2dOJGWkRby2d2rJB6mZcbknQUB9XO2BvMpko3ET7KmK6HKz8QpY1r0w8+mafwWZFH8Nm3iTy
KR2opOZACOjJ0cuhpBr+pspafrMJJP6SAgpbzpFlUjQ4QZ1/p8U3XjwzOuERpgEhIiruyCyTcTG+
YBeCP07BR1KD4c7Q8pUuXBemQYAb08zWe6/z+4tbOOHHrrTX72XeD/1FA8MzaD0w2x95n9vglOV0
yBNnGgTpWGVpwhsVb91PGsNG3kEBmxQJQ6mMTs3U2z9osnrpp7ArVPCF2e2S3nJ69IgVLJyRGO0G
mM9ziyaJgL05nKcfgQuvLyFrIyau13gIVwueRPG4dmvd70uR0wenmNPesQjC6k6XE/M/xsPlVxVL
5Eb+Ipukmr3wBLmYECe5il4AUvadExeDj+mclCO+6/e0Evo2xqBQpIuGksrNqe5lGBh1JOU8+jLN
OCsecQqBQbLCqQxvKCXHJGDPOfRwkAgvpM9m/J3o0jQ4+3Kqv7eu9mVieW0zfCcca0TgY8hL2QEX
newtbZRz/ULCD/GUyirjO0nj6iltyqBlRobeYx8zBvkIjyhfbokpG+PzTK2VsEWxIxg6bd63mgf2
jbz1sT3YGO7PcQFe/5qPA+N9kW90uazyRjfBZG9XP2d/Lco9DPq6Pfp+E6w3RR5Lue7pj3spYqXe
nHPFsCwxyN6/c5oulmRxXOsnuzHnqdYaNWAi1Ir2ywa5zu9XTH4FL3HcnvMc9Ptt0wskS3NHw34f
VqWK93VV2y0Um0G/asKdFwJbc/qouYRUd1Cwl+OkyFMXtLGcYVnNgCsQPEaCGB8LXNS0c9LJ4IpF
LU3oYN2JK3F+QGBzSBDWjgW7T3wiHcQJoAK6UxvVZJgUivE3eDDerk+mX8ky8WvCxT4wf1MPqEUG
fyfHfihvxqkVoBrRc+enioyxB2xjQbojJ8619sRT9uOBP9C7AtfwPxFWJiL61tk7l05nfTQdCxcs
mrU0CWt0mnLsclnU6C2DAYfvUz5nkpkzBIZUXKzKgJXGOCqC/ahFdp8PdV8cp0UP5uQxEiHVNXUa
YulgVQa8YNGWvhhkrb6k0wyUs/IWGp06KNG5mDEfkf56SxAk9A6tgjERkvhEMQcekzXo6c1Nzgyf
rPfznJNGX6sn3I5OfQRBNIVfZyfQrx1L3ycCkMb8gIOwcxkYDeJOuj4g4iqa17dFdpFzRQ8sS0YK
kyARthe2dRBtKPUlGltZJwNkHufs50Se0mbgWrVy2F4nmK51Url5a051XUUnLZnM7YFSVfFpQMfM
cUrlW2SpTuc3XYfqn1T7hnkqQ8sQ/lqYng364n7fcMgDEh6FPfA1E3k3oKdWJrEW/bIdAFtDIRcS
YXDibR8BR/otPjs9+cEPTkLdvGGxlc+JozLRFQMWEpJUFczboAUqetJFhhRmdsbiwFQp2tqirvNQ
tTzye9SbLJR5IBEZbAegO/BCAHRb4xC5VsXtcpRVOsndzL/yVNfOVO2BVZXyYlQlb+0QFDAhmHH/
Y4Z8Q1bVRN7vlcqtom2BHf9YshKPRzDYUXGuJ/o3dNYYoyZyNaZ5kKGNTknxO4NTiISVfLWKGSAz
hLy/ZXxIn7BZUvdnkW1Rw7twQzFXvUhzYkkH5AuEA0NNy0em6TtL0L/e99aS2gnoUQGKbYloxMBh
FZypoBYcunHmitezn1713NrZQXeB/SVvpi3CbTHz9Dfp2qabeaeDQByxuT+28BfoEb/qILLS5szm
jPFBpfSUND2VZJj88Wpb+YR/UGXfAd/MTKodcJw0PpzjrIAMU4eJ6xJEYOLN6l7HdQ3Operh7k+D
/NDyzlLAZ9lnx678g6cVZHxSD/WHPwtR3uu22Www2fHFfRdJvB28E3FU9VIFE9MSYL9gdSvXzS8y
DGPGOpO4VLpiiNKEM31Thnd/kZCE7/WYGII3paXvOUyH+ft3n82Qao28UoHU9F39MPpI1NLBc1zw
lrFNrho71ow6nOl3cSIN06RJHwRLcKpDI8QRcwMIh9ytA9CXbWP7KN0jWvucspHIGdirLDsU2fkN
G132pE1tXovQNeu9kxfgKalXTUkR3yJgnh2wL8wzArIP65AW3WFjiPZHORHCuXMZ/jBgYUjjH/p0
rtt7ALzyIxDTzaPdEZI1WxPy8KUbzIccc7YgO2H4LpAz7WnoNh8RwY6P/8PdmezIjWxb9lcKb84L
9g1Qtwak9x59KDpNCCkkmbHvaUb+UI3qK96P1fIsvIdU6ELCndYgBWQqJfdgY3bsnL3XZtDRgzLK
NUhuORNdKIYxgJeNtBSUvTS51NwkP7unRFm7LzJP/XBjkiCjiCu28y+rXu1miSm2jfqVpjPO8At5
LEik1xTfKoKH74W1OObdRIAXk3DkdPODFP287i0X2RUrdNp89jTRV8nQKOMzyhXU5aaQ8Iqh1qqG
Jmtp0NB2itTaVXPXveU+TIs/Ke5/0Q1dbjuhS/YFEHGxNf78vrj0eum+E7cMt2zcscaGcYEd6Whz
+bfOWFobBVDnax8Vb7PfkYidVsGuFus10UWMmyt3vlUZ3/n3L8IvUtzL0+i5zMBxGP1lD//5a0l6
JjatQ71DhNLesJmZz5HMx70LnAUCXjfs4ZEzXySmnASYKXWePV/B1EK0m9i2BO9rq8r5g1zuoxiX
L8WrwTWyA6Q4oEV+/lKj3ZKTjkl/Z5StOPUReEZOCl1+JAF6jRWHzqOH4uZPLoTLm/fTkgaAARMH
6jTcsKRSfZAK+sFI4UQG3m5oaWpn/UDlWbj9DVp65CT4nZmgcXp+NLoyO3Xu/MJfAxwvrNeD8AMT
ap8V3XkFWbRrX1Ar/f5W/atvB96DtRaSGDfswwNkIYYumIJaO1bYW6CDwxBnRdVdt3Y5zX8Qwv/i
sqTac31kbngMeDJQfPx8ByRDZulMgkXbGN2v09C5AvftMmzH2YTMu1CrdVljbzO3Xa7rSwJJWLYB
0+l03f67P3YAtgi7J6pJMwBT8fM3GfOxVa5JgkeaqfGh4OhOuymLoiTsSJD9/Wf9ui2ENkJIEm3s
i/n449JMc3JCXSHXnRO0HMwD5KGEiQLbjhuMVSw8hXydQk78E8XAHz77Fy0mCn0AfH8JI3HuBx9u
76DDlKkTz/yUuResLQOA0J4rspCGctgSCAZL+Pc/rW1/fN7x0tPRtrFc4XowP75m1iSB7LUW3Mgp
L7mDAI5IUJ3NZjs6FTW9k03zkcRDc0b8V3Rwd2ur2dPA4ojPkcg81qFLRVKbU/OXpHv07kyjKIYE
5i9tyoJygKeGSYCzTakVN2lZcuTL3LEfTsjISuNPbpKP15DsNouZBBEKaL55aD7oWcdC8xR1kgM8
UuevnHfWGsIf9mmW//rcCU+9dWGHyrJaWNOqQNYoxiK6GeTNtpSEMHknh2jGoRPm9TQZzmcdiPwP
gVr/6kteCg/8ivyD1vvDA40+vKoYc++npgms3VJm0/JkNkZAzs6oreGE+W0av/z+Xv/yQnNpeERt
ggQh4YS4L37+VORLZu9C/Nm3ZOUc6fy0VGau90CNlm5XBubXDqjSQ78wPIlVfTkwKmLNDgyj/2T3
+8uc/Pd11jcdQFasLxfb6CVy7+fvIgw7a0zGT/vUMpHXNagDzwCT7WsPFGlw1fp2lZ1XznzFDW9E
au1x4OUBOGZkkpsiYIoRR7jiQYpnZjRfIXhliIGGrLfOc0tIXbJAZUZX1w8s40YxeDfMV8p15zvh
0B2VzXIWExBkyoM9tID+MgQcJEgPtI1bbWf9dYXIITgVLuvcKSdhNr3yVhpsm0HR34lXV8FHyOjM
2cwZHCKQOIBeEhgUZ6wrxPfDqwdKZnkTxNXnt01f09DVw7KeW6IK/LPj9q5zY48ImUCLm/6V4FEr
E3eS+PEagLaoOKbZfwrweKcbFVWeukPaJnVC+xJnRI8Rdv+Hx+PjUuCz3ZoXwwaWfkrij6vsApiS
fqM2QSQzw4IxELVZTN8Tm5kwA4hWTof3L+k8M5wxPknHQBBYhiqJ0mwqz6YOFZqfzuznP5QCH3c9
1mHbCcAwXVAQyOc/GMSweZrA18SyX6F9b8ZRtBhTC95WcXGq/mEBYSP9sCQC38CLAmCEow31R/Bh
32tAHVaDP4o9yrWguwjArOY2bbriR+UY7bJ1MEUg5cpRh91PRJk9R1OYhaeJBqG4XWYMKftiEp75
WYQT523tITa6p/8mb6IKWR1hAAJKbYEmyXprjLrUnzqZdeW2o0zW27YdenPrEW9CtLEyKfeHBRbS
ddrQb8fI8tcFb4CA3axmKuZk4urn20ArUiDTQhm24I95hfU8ZUIvh2Fwy/UpsJB/x6pzSSx2AZpY
h6iI6r1rYGnbXMajr5GVht+B4NJFEVYAyE7QlaOwq8fF2MJpqz7blbD2puWn/qm0FlS4mLRSUqQK
fEsY7SGaUPs7wy0S7t5jfE5ttWciBqxykMtEnjunAlLoHGNOnwaG9nufvnuZeEvVvGvHnOsdGqQe
9L5su09Rb2NI6Tpj+tE2VRC3a6TKd3YNOj4VeNrqlTGN3SWjzCwY21meJpRDTv/SFp44Co5P1dGd
vPnBaVqfbS1Nm0swfaq/OaysLPENFnlC3KfpU+jUkToqpofOhin18HrZrKK4Q2EqEy9XhOw1rgwJ
3QxL54dV2gRSNNm4fK9RUT46ZdEH34oiRI5uyM4H0TzBfM9xdoOxj7PByhlC8LBcEVpdFgTwKO3H
QYi3dIvcpuwQYKXTzg2qmvlqr+krMvzhFIP0ZyLrOMxM6GlFRSba4pDKwrfwTIdtlCuOfyXMxd7n
wLompjXVb6GmDxwH1WzTz/Lb9DMb5NpcyjZp5PtGk2dHniGh4kLni/2MeRbHsb2O5JNYfXYMZmMN
t+j6QnzUjOtYz6a8DQ8ltKNq48lw+K7zmbljZQnOkR00ByNGAMfcAeHaqM4dG5CEUw51KzY4/zYH
+hJBfZZTK4gJ8ZbuRI89wJCVBVLHjSOzr2Ne5y1WYwUDzrKyqkqK3mqYXhCwvSas2dwGWXsuUmLi
iuwN40txZ2eI3+nrEJO1MRyVD1uj8pY2cfyhegSCSx/XqnV2DufCxT7Q+d73NSdojYGHSbyGatLl
lghAhrwNy2p4S48cIYxYjTvdBP0XTv9+dOlMLTwB1fDVLVbP3lFGcdYJcJwnretqMqfdqg0YEMsZ
5NFMwrtdV5RPSqa22Oa9k518q7CKbT3OyO2Mqv4U+flyrJERfENT0h39IswYC9sF2Z+tAy/lWDvc
QQAmJZpLfDJhuzE4x65J7jZLGDMpdK4y24vYpecaIfDoDS1KHfyxFN+wFU4zAWfPtGMnApjGVj+Y
VhnAtKxa6wpJp0Fa/Rh09RWNS3iRwRoE6YOyVxmd83kgkwdlCw9p2K/2G0GddNSGDANhTEONy10j
W8RTZglTb3rKWL31C60ZXkGq65l5p8WdUZZyOSya1hZCttweEXnR6cDCg0+BnKp05Gp4a4bQKBKs
QtFFzhOk7nBVt9mitlAvySYg5aq+R7Xfvbo0yYK4WT3vIZu13ydOKJrzenHPxyYlgrMJCrQjcacL
RfABwWynMJzdTY0V4LWiJq2ThYC0dVO3udDHOQ/LV0h8pk7ovriC6KKqrhJsW0C++4hUpsWmJaBa
G7aMVWdvZYHh5RBVXfaGiRELTRoJRe5LubbPIkcXCLQt0Kx8TBNrnoqSZ5u/PnxSGYx4BkJp/kIu
BDY9ZN663K4of3Yr4Zykn1cFKZG0ss2UzKY8W1Fb2vlyP7pVH23T0nfv6lYw4qhd2TwMqe/Zm96s
L/KQFa10cpnljISURlZG/95239uCun07V2vQHi13XF+VLylDSO4hJAqal/9SIshHboJkKd/QwseV
aI9EeMlZMcBvlnYRCYhhe7ektEITS0fe1uA/NEnQBghypel17770qJE0THpng2g+uFeFZvmp5Zh+
ripm9ckEoojlh4jYW+RuHh6TJV+fVsheVazd3n6kbgNS7c/QAI6Qwi569gi/UrJ6fbPRkiki7Svb
sGNtukZNmIQZlGdmTfo510xLWce1lg8EmxTferUSf2Q2nTz4NQROFixjIkxMp5b3YjFXIVm3hxJ0
gr9g4Kv0BdsR07UXq6hx6c/o+Zoto05/Yy6Meoh01u1L30p73vRhjSqdZYppswuTEL7HErnrXVeb
YmdECJeSdTWz7LCMlEoxQm7L3BmtU3E4ZQpg78sZm59ydOjvpDtKn7g/ixRROdjNdxxvA4IYgukt
tK9oIpDblH6IJDHYYmE6LT38BdyVE86w1c70pYfddO8hQ1iTlq/tqMRfNCFss++k7qd2CB2N3nqa
rTttr6H/lPo8egneXzY1UE70tqI5JSfCQ4CxyfNUPNg5Zh4c4LPe91QPAws5Vq1LulPOFRlpfQYt
wWd3JXO/m2hAALTh0k6fnaUw0jIuhDEHu4xVgj+jrAgGnjDKbR9ovKGmts2B3bQjOGImfCI7y8q1
niy1RNWRtj3+L9r143uBTqvGe9Gl5n1oEq0STBE4PMRIkmBk9s46JnP1ZfQyYvlkjZhtZwUSt8cS
AsJC31pcHB5RxfCsFOKhYFV+R/udZ1xEx/X3asDDgXy3znZLpqfnQJrpu2etkT6k3NKtLKr2S8FB
cd11WdV8D0SIyK/nzaySlgAJA8tCU5EugLe4ZnEq6IUplQUmag/2LnwY3rgmM8ZO+OCq0+eAIw/T
YGud1cEg0iJPRg6/nIYBet3YJbieJ3C9KbNbQ3fBbpwa/3Es8opwSDdnHSt9Z+DPE8f2FKyLIiQj
j9aruSngcwIDqo+kR7rEoIFv3fdjLVC1Np5/1aawJBMzxPCwS1cXz6TOQqx+obaRPhv5mIPmbcdl
vcfM1wIdHHqXVMRMu+RFFtXCnN2PckLYASl+073ownjJWtvd57oIep7zgab+agZoO8eQ5yAS7aNV
5bZAjjYNT3O7lCsVo+cmlX3pEEG8l1kilpZxeJWPGt0ZrbOa+J9OdzueFN4g4XDkI8l5ma8Y53Rf
AFzhPLC0OXu3BkNllYTZYt2sCOpYelar1Zu6tjJ5VY/11MfEz6WfPZI8v3csJ148q9xrzvUy23eY
4RjwYH4eC580CKfWm7ztdH4KM1Cfm6Jisb6Ci9G2F8Rp3m7ZDzJ3ayvLTW946dcQ3dyst9HIonVt
MIO/ttql9s5TSzF/7zaCOA5LAvM8hTU3aXM5SiMjkeFcJY6Jsmxn571HeIS5LpuoMF10OHkTvhpC
S5PFCQlEXAOGCQ9SFBIH8JKtBuUGMCASpVH31nHAuCa6kSnniI1lW2uYaFV0623h+boh/Sedwi1V
Nak6FOgp0XaymfD9g36wNrmNumGLXpIoyVmXFIrCxKzySuIl8o9ybjqLbcswnM1gu+M1SGmjOhFv
nn1ZzcmmDTx12Xvqc68T3DXTeNVYyGTPXeWU/i3II3/+MXjpPG8LZPzzsc5X997IM9fbU1ENrPoo
3PQUL2g/qi2lTfRmSbc+aJmZYczf4uJxGoDe3GWDDBlBzHZtbknA4//ODQN3m+vlo7jKXBHlD6Wv
SP/zWb3mowpLIT8FmDEvdsjWEdusyM3qNlvRk1xX0GLLHe4QoV6tWbQcx4cllDUaaNA/QSnTec8Q
rxEPJXhs7AHd7FgTQx9/WHY+gYo5EkNdhoxmpXXJaB0iEi99UlQVQn5D3cFn7WlplXlzL8YBGTtZ
rp1KHMXsiqBS+qUvrnSbe9SPeN1XiTSA8jKrXs1FZNGfYsJ/7SFR6aNjscLAdyIoGj93UGqRecgD
xLRHqtbcAIH43GLgUzEzY3PTZvpPcN5L4+zvHRvIIcwJ4IiEADsgbn3ojEccvku1LNM+X4r5eSBz
IGEnyB+UHKcd04p0SqJavcKZma6pd//kG/9XH08DALgYrSM6lR9+3Cn06TCTzkTkqUK+NDUGiIvB
dfsn5crhObIG8aMcG5RTTTZcGY7x4/ftkY+ff5nY0B9BzM2FwLh+6Z78zb1P+3Tpe8xSe9o1TRjj
4KILQz12RP40bqF4dNs1bOaLGg9NPbVlt/n9F/jYlrh0QZjPUOxYdKUJsvj5C7RUEyaQ9wVcGGpy
JNfiZGSt+RLxo1+F/jS/eezFf+i8/4JOuHwqrSBwYT7jSsr8nz+VkMfBJswJ1LxRPDOxyU6zIkvE
Rquabcwck4PIw/CcW8A1SmTfD6Alqj/0f3659FDwvL/gCSCMScC5/P7fLn0YKszC3Jm9pAxtyBkD
6nY21TSrBABit547yFH1g+zc/lsVCfMWpMo47H5/+f9qHP/9+aeoAmoCuoA5rE+T7MOVgMtSNxZ5
5Id88RaXc9QlmdDsW7V+671OzQ/IVuwg6WmneBeP3PjDphLPdiWwpvF6zAervC5dZRt3RR01ww81
tiUm4MwPxFm4QbEeKAGWOZ6jEQLM3K4lOb9toFm8JXokVxJYXxj9Mm2LDllMYoxWaZ5XHSKo1Z1s
1K51TT895MCsqifsF27zik48tG/CfMJ44cl0Egd6wC3gCx881aEMJuUmBcFZ025qIrfEQo7jMNaG
W5sKw7DXvDB4X6ztNNnVN6yjJPipHvkgEbiW9Yn2u8VxB2pKeS4I+/T+0CX/ZTBJVgsufRpxDmwc
L3A+XHITEe0SFApnGVjnjUYZs0sbcse8zs6ec4Qg5HM3+jQ1VRM3VNe30OTJ0iJOPsmnJUsas20O
v38MrF+eAwZhDOAISSVFhl//gmL+7Wkc17YWBhy6XTSEcJ4UTjPjNNa5ZTyPSwUXIExnnJHoKLtE
ONFab6eAyuimp1/GO1LDCn3WJFT0R2Rti7lHvWN1sTvT9PiGt3p4DrHNi8OS0jDaqtogMZWYB9Se
Wnuv7eSFPrVr0L0YQ1+S3pWjAC4B5XY7UZlrenBtrAXx1NmXnF27RpwBJwPFS5Uu1IZEK9fbMktb
dINTMQdn7BqqPtH98Nx75eS63ZUudNnHcPRFd6TsJHw2In7a3WF0V0Y8Gnl4VcA/dDdMUr0Xu1v7
EqFvp3ua5VNav7VWQDzGMroTJ10AHv2uyWmfxBFWOI7IxP1QZ46jh+bCssf8bqFQDU4cfxh4A55e
8+2i83669e2+poNYd/2Dm7cmGyrynOXoAwLynycLbpYwcgfxFPoM/0lwo57V3DhfBsOb2vOgab9s
CVJzJRJYO5W7emW8gkJ6QJcr7WZddyXysuxGjb3igDys4Sd3dhcvKVqxPgy8WMQgAxHxNzm1gdxV
qUFXLfAqlXGemyI8xDk+BcQMDMOYE0bzjTfnUUN2fU/HHD5kv+UurOkGj+FS7AYvnL60pSC+dgS5
ctKWQBQ7yXzYTZqAyoQqjh9BTtJHwaTgdSIQcIc4SivL2A5g5bPbOQdxc2rMisecgEd/TgLRNuod
3inq/ZgHADYztNXxkmWrkX5fiT66nF+tgcB2xnjlHv1quNy1xWC2cWYEwytHMgphpC8o4YbClvpW
DFHnP1hTU54QM1kox0OfUEqCRqc9oqfG2qVWIeS+NrTlnXEC8kNnQOIykgSr9BWrOwz0qAjdHiQD
NKqqt9LvrhzxQ5WLQjCmoDaehlIHw2kxeqRMhl+r56oYpiCmE2xOf9jFPpZKAA6pe71L+M0lPMX5
oCWAeN6aMlsFdC3geEJH/f3ak/JCObMeax60f3OOe/k86oQL1Iv7YQUfNiyK0WmabT7PqQznEcT4
+4LPRSYoTr5Kr1dff78m/TLE5fNITQsjgiPQLcBg/XmDDIyoLYHE4IYLPIwzQa9vpYh2PT7It7yC
LAPUai7PUzQ3cZQp1yKC19Z7Zu3hm+2LL0Vg1hyQfXej1gDELOzoPEzqVJG4HaGUS6iHmquinesr
iS0av2nmvvz+Z/g4dr/8CPwEth0yerFC80N5xfkslVMBdU9osC+4DaxdgC9q4wcrPVdhA0QzaQNe
TdgS9r//6A/hc8y9CQhBVA9+jY0dFtuHaWzTTOgip9Tf1RmWG+SLBYDcQdU4yFLTm6Kb2p7xEyE3
Ruo6+AKth6Hy9VWPnTdt7BEKeELRCNlp4IyNUc+Z7AOHTLwN4LfWd7/0edb8lcYETk8OMQn+nkju
Qm9CzCyIk71us4Doc5/+059SBX959hkCcG1RjbAEWc7HssWo51TUzdziTl7yjU+/54fI4blaFkZT
lOhG/oc61bmM4/5eKF3SXy4Qe1RoVIzUzD8/jQLWIPgh0e3VYtL1TgVxM4TzQqnDeclG4PZERQe0
I6o9uc2+HecUVs4GB5Azbc0xKxbCDk0MJtA5IuY6fl8910PpjigQMkwDnMfwIQfSwWS0Mqx+NqpJ
Pwm7y8QRKRHN+qyRScmp2CTgzKs4s7r5eCzQcLy3nA636jI9ZvUdnv96kP6tMLLb9nv9OPbfv4/X
X9r/jzLJWDL/O3ln82X88j++19CSlpsv1fd//sfj9J//5z//N3KE//cfj9/++R9MTv8rkMwidiyC
jnvBtlC9M8j9r0Ay7x9UdazKHO39C0fr8jt104/yn//hBv8IWT85Z13qv4vG9L8DyVzvH5xJiFlC
43FJeoIv+L/+509k1+HDv/89Cgz02k/Pa8DI0uFwx7eAmYOR0v/wvDpsV52V2Tb291W+0q4A9cqU
zI8t4CtNbHa4KaJi7ZMZOWQ8MxPGymAEd3RM0qME17FtUWTGriUG+qRj+yhBrbbD1BzJPbVuK91E
58IoBTDler4W4dhgQhry5hrTAXswqoJrYBFbzwvsYysif0VvNMwnna0hvkUxbH1yeOC/zDg3PceY
9ixVxQn40bizMJC+6SC3Nnr2wuHYRM1C2JfjnRk7PnLMwNHHn95TizDSrJHhU66I/nUk02KLRQjK
Ttvel1gJoGMQGRkgzgkTo5JiHyxY68sBnx5lHZEePQkMcS+xK3Y2wfZxlZX6nrrMjQPfxxsMHiMe
3c7dk8LRngDFqH0pameHOWd+VyXBM73jfu/xCm4Zb5oJ5w3ARkWUn3ykuDTiynFLyvh8zUF+pl3f
YXurLSs4qtkOSPamudbGlkMSKjwq+WrWi/HVNlYWsjaCBFKVxBFa2XLSQ3WhhgBgfFt7y/4KJio4
jKMDr73xu+hNYCk+9dnSPg6TIzaLO5eHeSjwVghbHIoaZEbqgMuR03KYm7o+yiZF0F3Xzn7kuH+g
A98+qX5Yk6n3xLVw1uA8SK9jXSuG+dDIYWCSw3jy3ADYTSZQl0dacMaNk5lZhAO12ROekW8WFOxT
nDkVo9LVyHxCeoFFMoQZNpPn/WD99M9zPymGAM16v86ud2/XNrSPtgqPzeRE+7Az+j0d/uGMpfui
Wir8k1/MJR0+nKUBmmBajXX/ZIMH2KSDVRDuhHO7A0iUwJ/LN16YepvOMaxPyGRLe+MCIGemBvXB
Iwev1cF+oeNBi3etb1TV7oexCL4qop9jGyACl64EyKWDl8iuup0afbwRqNyxoHXU80K51/WQeolp
WkjtA6hoQXrJdKq84FiFa3WUVTdiIIZbhGt5T6q0+cwWQBXuYzFUkWUZCbMxuS19rPEjXcetbHL3
tSkneehHsndiGmD1mZh3xnAmY/2k4nDY0LfLrVdZSkIP8nl+R2yBHUU4NjEayqa53mrryJY9drFZ
Z3Ivyj7lF2/ksBVkxCw74HeyAO55tBAp7NiFs50IDC3jhXs545G3IQBr5V/IIvqz3a9mMoxSf61t
6X2CSPe5MMCQlVbp3Fj9fCahqIIsgxrCYSR+G8HG2g4luDDsJfO2aelu1hWXaJx967rrLsPEumoP
PrnMjJL7wdMxLiSJBmIpp+dORZjAUoQ82OQmVBDj+mTPgHrT2b2khVTMXnRzgAZjbWyjNxMm0K9N
OJhb5QbpC6/qdIXHubyvpH4O0gjYuAevwrcvTyOHNedWuzRds7KIF8q8nZEVxV0KfGjjFqTvxCAL
p5uOceO0jZqc0qxGGPPMLFgfnJCIITDewfdOS+u8hBPjAEwqeL7sMUvwVSnJUNEcryrXZCSgEIFd
29N4yd4VaiCElerkRlJ8naWsvDQ2C+yNLriRdFq/grxbrmXbrN86HBqovCt/wTk7yES7SJcxFbKn
42b+bqWlsYn4+/ZGsYynuqzU2S7Gy3ETl2BZPBWG67WbTBFbGnuMtNQJrOYc3WbNwiDT6KbipeNV
v2noQuZJzvT4HpnOdShgNjB+to9sZRIHru5SPEJDwxNK3OMnrA1uezRNUe/JIxha2vB6y35DMFRl
nOxAqI0G58/InuWORIp2xYhll/iijOdyGv3zyoD+Ew7cXRWpkH5yD1ynb2zIuTy6eF3zPcamDUIW
MWxmRjCwDeV0JWbTh1RAd8xuR5dj1/zudCAAowlktoNfF8IEM20NxTaWGNKTMhgi6GAgJUEKr9eZ
n8/bOatgBDNjitz6nSDLt3KojkE0vxKKdoPy9tE3MhBAUuS0emsfYR0l9ZRwlm8PY9F+wR21XGPV
FFd4lvmyjtMfzAzN6uSAvePExay/XVkpaS3cEAnmvBpweLZY26qTDGs7dnTafiqyYPmcdVXIGN7X
KIumMunwoI+ETTVvdtm9RvNyU6joNhxZoPq5/zb2HRB2G94FC+OW1UIBowr0zQoXJxHc1mPpDecx
wPi5uOG9g3hhBxD9a62M9AUaJuywAg4GJf3Ktg3xFtgWs/EwmljMwIDT+GdvNIise6CLIBB6Ey8z
zUV4XwKNjIepuCJJsIQqxgbMXMZQ1cHNIvOxnYPiSwUBMo/LUAQJjBNGoQpA2oAQgNVuKl8WWFSn
HmfzPvQXjFV0cfDNBc3r1Da1S2bihD04aPyjZbfOV2bZEGqJMYe9NjpkQi2D962R2GJBGJv3DK3R
HjDUCW/xGNM98IeTHebLSQUifW5m7eXny8z/Dpfbu6VwxvYpmxiRcPcisJxHDjfBHh5msxPDCEiB
kf8xIstlE46efOuWzEMT1TrGW0HM2bH2Ul1vTYBdAfatDetyyC+et+fBNDHvQRLzsN3dFou5qIRj
TXvPBD34Utvl3Yw7Yt5RVq1WTIpbTVrywGh6DJb6Tq3L9Axo6WVoeKN0OABrQiBAv12LmDZmuWv6
Vmwt8JxP5HU3B9HNHnwbSs8gLlyzQ8ZBERETHlVuAD/5r7C/2Adbpz+nZpde+3bZ3sgeg0gvBn20
hqLbSKNbofGE6IcAMbB7R9p45zuWbmyhamRfmcPgRnQpQaoyNHYReRiMHuiCe729JY4+vVql7+xl
acCCVDYQ3biIKokSIl13RMPtDbirB9iG1yrMrbgAMipOs4s935ilacV0vXzYg24B8UkWcYM3Ot2q
dHI/jyGJTghDDB3TYUSZg/b5W233+hDW0XLTpK3cr8CqTrq3+k/5HE5sIQB44pk0ikRZZndHM7Id
6fX6wFZ42b2DzH1akxmAos9khBYjsCtLJTaHtj12PoEcJzQeAXKycDWpT8tP+e3z2ufdW+9wzrxC
gZh+p7s5WY8yrTVGzDZAtFpiz4RvH3wmaWMtGUNlro15JTOSAcXRHolN+OTS96aX+6MZfedRRWkI
0xW/oWTbr2JvbKsvkcOYY2OWebcvvDG66f+iXDlV+Iz+hrMqv2ucONDvLZAcVCSyeXTdod+jrPd2
3VysDx4+I7yG6GlG9Dr5dJEjLH0eUmuJMYZGWm1cj3CLkRt+6xn+i0studOQUhChBRLeqc6/h6ho
NiGy1CNxANYGXlNxMCfZbrkT8EVQZD3VGobbXH3u6ATFMEmKJDC5N0EGsSaiEqvIQrq0o63qLaiJ
XQiy7Mr11keOvGPcjsb8JR+9m7wY+7sBmdGROuW+dztyR9sbJk3f7YbY0qV+6Mzoe032JcP6d8A/
e6Mxg4NqVvvKo1hSoYLJFtxhKba2erGOeq3gJtUtw7EOWgRjg2MvfPYejd6BhbBIeoSOhTLhTMq9
zeD+q85pb+aFWijRojHPgbj4wwPy5YuqI2tUe8xpsRv3TTB6wb1RZO8BFey9bTjjJ9j+znSRjlyU
UIu4NwSck8AsVULUa7lZtVM9phUyWDQX62bqxvAEA5wz+KrW2wg2hBkDC0ZvD2DUP4eM1VBH9vDe
PZrs98qccENEYNE20u/zBzHxv6RIv3truTZVaxyGKM8OYbtyWpBA2GiBuvJoiNK4C1ZUsiSZjuuN
W87Zd4xgcF0zeDsZOqPLaH2GjpF5d67d92hdYGrVGnQGi7Hj7yeqHJ0R7FMO4DWD0kDUMHWVRJbd
y62DSY5qqZWHQqU01NN8zmKi4vGKsv6w9zrdOR9t5Iah0NfV6CaLyl598kBoLNXaIE+9pIKo/H2f
TsB/pyooOGHBk2wXNtfcDh9grJNNNb3WlaBpHkyPVbYyJZ/W6oDkp9+FF96A8AIYqqM6SRzLewUi
71529lXpdnd+BwqbZlX3YtJifeiKBWWqnZO7tdjy2u9IwULDXidBXlb7Pg/EEUVEukcOuW6B8qa3
sCvsa2lpe9dBlth75UQQZx5093nF473aTMVRhQIzW/T17GX35FlYV+6ojKNidnWdLgxHTPRq+daX
zEV2YzZXD+sI8pBJzUFNpsKZbtig1/G+UnGTkHbl8doxeBpoqGVSZ0+YFnllhYgerEUVLxNiBns7
prNwt0qZw6ceYgbHBxLqL39BFVwJPOxXhJyIexzptU60XyOp6KN1Iy1WBGO1/ERI0AMIEl6F40Y3
luHytIFyna+8OguB2rbGK8FNmImrkruVliZIjmY9gafiwFo6h4KBxV039wHHyFzcrSqNtqxwwMi9
ddzJ3lyTzm+DpKp9/bWfAZfkqOyaCz+6+9a2VfPijR7exlGzDsWCFoPbXDpW4LmcZ41de9/kfvE4
d8v/Ze5MtuRG0uz8KnW0buTBPCzUCzh89pgHBnODE8EgMRpggAEwAE+vz6tSLSZbqlS1NlpmBkkP
dwdgZve/97smeUDPA8PBiGUO1uqmKPF6TQGbn3FYzNNqKADNvXTFlfHf0bmVFtvAXFrW55LvN+/w
JXH+cK/vJY8Nas7vBA6epz6DX84pVYVvggvjrDTzHqxW8ga0p0myb1mew9WDADDOxgcEkWWjGlX8
sAY/fPONpTyScJuf/631BGXI6KqkGKz8encpYH2pc/CwhG3wSb3jUNbnfxuDci0ROryYlr7pYHZR
Ey9ZNN/K0r8tizHd4LfN2C0UDxw7y1trtpb7f12ce25pLBX/NVUOgelbK6mDz/Lh3/ff26vypX79
p65S4X/8KVSoP6TDq2D2p//A8Yt49jB+75fH72qsh/8pWF3/5P/tD/9Q254XiQT3rR2b4fqvZUXb
/CzEBWhq/2flbj8W783733b9e/Ptu/qTgnf9i9/f1fDf/xvH0t8Y6LF8RS7RqsBxSQ7p7//4kfub
T1QNvBDJjIg6VGYPf0h43m/MNRGdOVMG1AuYV8eC4nmLumf/ho8hxN/pXBW3kGTHvyLhIf79ScLD
v8jMgAx3ZPEiWAV+7bfpBsvGTIvpu8vSqTqOxmoP1w0/hWsRTBE3XuweFQ9oEl5YXXT6q9Mzw6OV
omoJB0yQSduZR3QyrEDzNpIJG3emk2V7j5SGu8N9U+3gAw0M/bxVH9rB7tyt6pcwIoDpG39n1vvv
+ULDZDz0eXbXK6MtdhSbIlNkrPbjJrU56seOBQ4sGZfVOLYc7uFyKPE6SVFAlUzl4B1W3NAzlkLR
dty1Y2ru3UUh4fXkTaoNkcwUvB/sh5NWE60efPj9Vy62fNhYZeg/dO3sPECEncRBIDF9kjjuHiuT
RDGDHJbZbMq7N+itAYiXeSqN2wAE0oGcSdfHZd4t34XdmnbShG3wbWzt/A1EWPgIqF4sCfxXdh1u
amFKLlaIP5tWAR/q6miqNi5eoBAnqCE+LTv1xauZ8bB4pSvE6pLUcBlmh9bkPE8NgIJNFlCEBw7K
A0GfignU++DPxYhV2CAShfDrF/emyAAHVlHFIkNsmlqFJZ9mwpDlaHQ35MBw2g49wux+ZDAAcxgu
34nEXfdpm55Jkm5xyo6x9UJYfqCEu4GM09vLVkZreytGDTsCQiTORsd0MNui8KziVMCTQQBbR+YP
g/ANeK6RV901EsrZzrF9QR+WaEBqroCEPnPgAP31BGikR5sCgzcmHiGHHO1+YjpVIvYDf3l1SyP7
Upv6OpQNwRxtbRCxHMmHrspiR0QA5zcS1rbcSLK/N24AUTdrWFHuKuCbFFEVhIpNNM65fKEiR7kM
4BrKpAzhrFAPRz7buPGL6sbKfRyzBUI3qaFajv5jEMhegjf0zSMBncxKGrA8jIFyZESomR12ur6F
CQB1khUWHz0Yd3tDaFO+EVmDjp71UIrsNgfWQLSJ6mNqAfs3rHZIzl0/zHEv/PChzQHgkN9Za/FA
q07Wx2NE0P7oYnj50Q/AFU+1KvP8nUfYEHITpBxgYfGRJxcLpOsEVINij1gTGEINEyCLezXJaiNW
LCmcDOpyjK06H6J4AuE7bDrV1XJTlVlWcv5pC/RgP/9OoSi0WDwsEiQ/E4c2ZrisBd+V0x5mL2se
WEpdDI51J7maSC6BSSMhQ7thSzXUVs5NCEOv1BPUnylyfxhVxmzcYv32k6jE6XXxp7x5DyzVoc25
Tv9UacclAwOXUm5cow5xwo+R292MBB5I+AiZYpfFwSPiiTqOk+6BUMdC+BliLA0ch9loxJ6eBvyj
OUjIB8gP6ZvMs97Y9PUQ3gpTpX3Ck294rnv4mwkRueqZHVGF6G0jvuL6iB7lUNv3JrP0GyCSDqRV
f2wTfp18TEjItl3SCwGEvMsRMrlpO/93npDFl2hQ83vqQYQ+onhktJf4Ebs2Zy56JNMqbe50yAl1
62ubezNrSn2/cM5wYmGNKeLeUlE6ZfZEXDer4UXXnInGHhza9AlsirIJDtnqV0ucLxQQnWq2ulOC
SJhy1U/hgFm8mII/IvL/0hDupvjWt/BWh1/X55+X53+/m75TxtJ//xuTOvW33dh8vg8snr/+nf8P
13Q+0H+2qD9+x8f8t5em+Gx/3gn8/W/9Y0W3fmM/FTLyYglG/ouutr4/FvTwN8x+LKXRFYLg4ybA
5/nHgu6bv4U+CYTQczCcejAB/mNBdyN+xNaQXlHCmNyt/9J6/ueJnOfSaOwS4Q4YIvoY1MxfJnKr
SFs3vCbBduWTuJHx7eZwfjgnP6Lk8Fcdu3QP/XnvwIthbyT2xW/OR8Gb4+c/+blWeHyrhZ9oE8FS
4rb2Wyx8O/w3FGMAOKd/aanq6NxzsqW1hoHIq0UciEZF6R5rMw2uDK0s/JFWrfVjVk2LK9PPjktN
EccsguI5zLSktww2/9O6rvM+aDpJRj70z/5iu2+N7lC5I0lICgEkZU31FqA981D87lslgXBOuf4X
4CBNmoRuY0PpnqnCw19W9RSkFuHk7H1tuE+akGF0h7+rxaCxlle3PTkZsgLOhF80gmUO2qQqwzd7
DI0mYQsz9duxpk58R0oz+i4Re/RhyLyM+loWbGcbLaZFzKAyoTktKrTtTW9hi9g24Juwm3Us5Ecj
cKfwEVyiKuK0sOb5eIWWBKh2SlQnMzBqPr4RM6wW1OQ2PB+iF8pxWUhA8GWHARweLxHN4mvervWd
7vAUxMv1sXNoQrCuKy3MaSJD8uKxkAsub6ZWtJCuGTm1WuAh2mMoT7e0C+XogLiLLmXLhGBjsWms
N3M6+QT3Jnjomwj81uewmkwWEAYXby8nsn73uU6t4biU5qDB+QZ07BTGUj/BevXvbFvOxXZu2urG
xmZ/NVHWsEHsDk527Bdu85VZayHBk0hN5Jyt3U6pxfmw2DogEUd6QZ2GZ1NuPIVL2F1N26YzydRN
PFS5vAtWtxmf13bmsSwiSaVJFIhIHSkDMT9IdC57JG2ibvDRcHw2HNP1uSck+zV3M1Y6Yjx6b2Ls
yA4Om5iXlRBnR2tTOzxMGskTl7RfQKsOeisObKP5pqWnP6fc796wBpnsNOri0HlZcAYoCaRzzKYA
omEEUTDOTR/2cS2N5ypS4jGap25M9ALQ2BF5d3bHrCTeWgf2k6zx+KWdDXtogNN1tc5k1O1ZfXff
t0QG4pRpzIE9Rgg/H/QQStE6pe+eKOZvbWeoEBK/Wq8oBDONmVSLKSnnyO+2TG67HLy4lW7oL22Q
08vq4JeG89pZY+QRMUtJUqUegHJZBv4EJlUwjOt18J7lnk141Erbh6L32D2zpey2Fi63O86e9sJs
yaRAkSw+nszRhEy+bUSts83opOV7aDAy2eeMfna9nvUN1mjnnpxho3c0beHi6a2CgZDilBsTdxlJ
apmZ9I4+nRw3xozovWu4bT/8BZ8cE08ow5ufHuj3/3DT/Oxa4MD1k8cmYDPCU5YCZ0zJJntI7/oE
/emhJaxqMN3BJ+TSEzEwD7R5/oXR9X/7Cui5VyMbaK/o+vOfXkEhjPdjxStwMAClejCz8v/xFX55
8EZy1A48dCsWVxageQgG9V95BdeEBIKvjIJj1quf34O1ZorLBeDUSErXcw9d2f/FK/zdzPS/zE7h
1VVoYnZirMWCiC3/l6Uqw1jYOSWSJNkDd77JR2k+rUqEX4rMNayz2Xco/8GAbcFm70+v1LXZABv7
jeVlXpeEjir9XTeP4gtyqxtsFFGd9a23Jho8Oqb31j71CnO+mAZk18SqK2n/xaX057Mz74Crx6J1
2yNbAcctuK6PP33RXVsRj+4CUnyrdTGHz5DGBvxX2xZv+D+/aK9f6J8+K16JOCuuHk7pJAp++cIN
XKjAvgz25ot8TsllnpGygBOLNfmvvNBVeSBvztzqlxe6HiPoDSQJ7470YxakhnX7WkT67Z+/zH/+
5ABFAFXBEc53/59uQtJGLeoAwxbTr8ksmvQuN+FXDizYA6u/eK3rpfrnzy5wsK6CfMJOyv7rlxu+
oIXIhWzvxMCLSVztILCSPlw3tjrnwe6fv69fQDHXSyLgTSHFWVCmCI1c3/hPl0RFeZxL8suNZ8Fh
wn8FOMAaEREV7sL34Do6O4Xi4hCh+osXjq5K0q/vM7x6/X336sX0fr0atSvRJmGQxp3tjUwXptKH
QR/VwaYNx+yu0dFM88pSB5/YWuoT9Vrro4PvG0/13NEJgUOpPbDQF3dlSxSTdIO88gPaFDOF743G
m9Si3k+eNIl9sySSXBnlC/lprhaPSOpzuhTW13RV0e8QqzENqVB0MrbppSwSWIuI4NgNCa0Wjq8p
ScgkJ7USV+mllOtwbEN2d3Hn6+mjlroBAprZ+sWX4J0JyNNdzDgaOQXTgXokY+s2m6xz1/lERarp
nDOpzY+Bnot72kGxERlO2tH1RtToZMpAuRBho+LRGbPvrA8ZXAOTwyYmn0gy4lwGHAUh5pQnDfnG
Po+htP1TNGfdU7cidhwJq/a7RRrqE5jKcO81eXsUdt4cRIAz2x0EMYS8XHLY0HKy+/00+s6N46Iz
sQZH0tzkQdiacQj0AQUCodAE52jJj/Ia8I3XETBzMiwEQe7k2qlEpnYnbkS/TO9pOLbnLqPCkT4X
E2K3Cu+tni6nFrPghYkOSN6J7RQNEyOYascz2zs7Yl66m6bBHJ9I5QVMRWDS2jSAqna+UQa9u+fM
V5ORbaxUzZRqYE8iDGfn4D0oTAuWhMylfiJcgIFZFSEK2BqdSp53B1g96Y7oofPAxjB6orqmc/ZW
lu5onAs25gh8hxlp8Gr4Vnox+qgbNoLwzEUWVaNPfJn2DrrUnMDrmkifZMCZkTIYO1LH1zxr7pqt
0VW4UhrCZO5lxJTRxpDyAu9COJESwNA3XqW94miLRqAoE8UfLle13+f3bB4C5I2yC3d+6cPm5cza
34zDxDTHMJCQBgogjjbJ2vZxZAgg8avhqDgLPsq76MrtZx7B4kFtpl6e0SZXhxh02fkg+i1RsVep
Oy+MngeadrajDXmbHLEPmV7q5eCplmsZtGQb7rLl2vrEDhFb0UAC/0TGCQ+K100aNkVb2KYNgi5T
5bfJdHw6M+Z0MA6LF9X6Ce2lfFetEbVnnB3BsabGs0rmqK19Bu3AuPwKye4yOA28eNg+MMXBANOE
vg6lHBJ3VFGaTKzqe5czGQDYcqgdOtX7gNFZb/ojTZ9W/wUXde/uCltpmMrOsKO3JnrKXYZNJLQm
qkdNe3i3mXPuXGMkkL3o/n42I5/tsyt/2JZ2D8RHbZRdIzyUfT++h52pt15W0KU1EwWdEsutoz4p
oE5qJkzQsYiUGi80V+EXbbQwAypFxvwTtnP4SN8F025DN+uXq+5UxwGS4jsoRZvWlBSLfaAn76Rs
uUJJ5qm7w/cwvPlOHr7Tn0mTYTCPDknsYbifxpLfg3YJ3Ah9hyzp95bxDiPXIRJDx9F2pMikShrw
UHUi7Tkztj4+Hb3JechNe/qX1cVdly9tI/N3+u6ai0VM91tZ+Gm410JE7ZajcIfTWuSm3s+GjaTZ
U0zxshR9hsCj8BZ6RF6u2pNLv4BZm4LIWhcmlXR09DihGfh7k+CBdzbHZraB3QK72Vp0Yy1J5fXD
evEorbKhxGTLFdA8A1mjXQ+CCDkgimXIVXc3vUUj4CttG4xRk85kcIkGX0g3wZpHX8fII3qXljm8
jmK252d+7yZB4tXvZjlP8uvAaWkzCpdHB8WxIBaGiSjgGVJY4x5yg80Y+mQ57ZvO0ns71Va3D6hc
+GQSSxdbUNr9SXQ98j2687rFlgGKbDKpOsrNgEw+FdjFy5oK76UZZ2+7lI08RcABswRie5Z04bC8
htLxV9o2CxMD1DqPz11Pi9CmKJrmnrBUvh8ZHnzo0YKpM0aQJXZ+tUoHE2weOi+UNBYAfzJ5poOg
DxgsEAE94jShYLVqlzXyMQgvUj9x9ivXUw1vot0FwO/d+2BwlcDJ2+lu5xa0Qz74JglqKpDNE96v
1vodo6TVJGHhde69Zv94oR58euAEtroHq9M2FeMaHkY22dmt5Tb+YyNH292svlzsTQi1Oy3jAqNl
s+2WmZiI3/O93gbuuMD0qJc53DGTsDJ6czpgQoxSJActX0NB6Kfs0CoZZTfU0lB7xTG8Py620T5R
cUqXXqPhzJwzD0JTEpptdF9n2o62s70ISc+NqGnKCiJI69aQjYISiF51Kk4Nhv1QBUh5l6oGqIZ4
tFZnw1txK5boF49TxN1ymCrf9g+sDf3BQ3gRt9BD1b4g4/ZFZDZSbInooAkxTcNh1Zb4gtVgfVt5
AAS7DHjCThl0GyQ8bSdancnBb9xrrj0mHGXtM7Mf74cV5ZIyp3y2Ni4VY4CgCZx12Hcj59Ed1oZP
dtZ7icHsPRuK3qR2Ly2eqD83ORKk+C1LG+TeGGIFXNhV7AOqdQqE5pntSNx7eAC83OMJFqzQFvN1
pfq6XgPn2IMZguQT+XpQsdWmzaNLD5zcUlxqPoncM+AeRnzvMdp6FNx69AQ84tfi2cNQ3n2hd++R
x7RFx7A5jd2hI6dfvlVVFulbYWAJDFTT3XaSXtNLkSkTmainQPHc2pyidqRGEQmGxuG3Xs1+YTFl
tocsUxqbdCnn02RW9aZd2VrN1QAyzJjrmvtuCjWajgIWt22cAiOtVc3uFgNRM3zQdGZthV5NH6FK
mgcXn0F1ESk0h0MROkaVWFRJanaeWYRb3oi6BcnG8hQ2gZRJC66G2nJ1+aoHq2AZ6+mdufWttRTn
fg4x9IW4eChgTemCLlOTfwKckve2UqgEhSob2v1kmXbFs7avyDLDFfKO1NJVzUlVFVClTg/YPUD8
Z48Wyc0pQeGrug3+5T4RRpPtiC+s7KAkA3NG5NOT6XlA2AtgE1lHDTHazLUi4tCZXn5L8We1TzXR
n2zAM5hajAEy7n4Rw7rFoIr16ADzxtnWodevSZv5ZC1J+aofoLYCEgCYZDUgob2qDaNhra1KrO6p
EtMDyntXbdMJR/1h9ILhWhxjfmVOIyseJLQLwIxfGLnI2Y3DAb8E3hdzXnbaBxD3ptFPclAiwlax
ahfrYg+KuZFduNPFXIbWvokgIeL1GKP6o2RxZWNwdaBSdUCpVltp/zxP2r8v01Xcz1RWhe+6mrLs
NTIbSdhhjUqWND/4mmZYV3JHrtu61ZrNhGF+NWY3DCGdRephdmxaeAX4vbMtrBDRgU7ULZAoYWzo
HQrtXZgyfMyXfJ2PREnFuGtbpjYndzXSD2FXbAYFVZhfOUaNK0W+cjGeKKcMAzQnAC8xn/3yPpRp
tXzaDJK6D6tvrWI3BsIYcZ0VvXjyGAsdpqGTLQ7/KGevhYybtCDyQaAVMtraTrswPZ1mrMe2cp5H
ivyu4qS5nGBNpUeK6iHUgEU1wgsrBjVJeZSVceB23Y/GpUQSTEsdz2V1ZH5yHsEVAZdx3C2usVwl
y9obRzwZ1S5oKVoqozK9mwuzfpZqN7CVVyhDjPgmbgBzdgZxt3oDSrVVRcsas4+kl9hZs5TjRkWT
qrbLjq6BVYW3YVc2W04Z3u3IZHTTumL8QftU/cItF+4DOgDOKpL2zgiV8cPKuLM2PJqXozajVJ+I
d3bXtDmVaJQANdk3zM4jHRyrNF5IHjj0brRhatNiZjXEC53e3Flrscx4fEpvepVQWzmFMUMjl3qd
/HgG8z6OWX0C0q+6KLB64ZaZQMMkuGvtfdrP6Xos1nXJjjXl7cXGUsLcC91000bX0F6Ohq9JzPRl
lzWXsIZiEntctG9FHzT1Zqxnqbf0FbbNpRpXfW5z21mOPBbzI4cqnNtkW8xia5V6+cZqUNL7t16b
MSG02Kesu567CkX3qaIvZufXU3AoswFXmymhrgMTy/VjSIAbcQzv/P1S1t1HF0AhcZgw0BJfRTi1
I4g+dlel7YV+Pv1mTsMEUbiZNYUeYFQGHpvZMAeY4fA7XlpU9OA0pLIUz0MTIk/iqhuDbefI6s3h
UFxt2ItMj/NUOw+UVajfQ4U/dZvP9ICAMh3Ok1e777MgVbfJXBoQb1ZcUthHCywJ4AnwcbBMulgN
nNFYzgakYUoDXHO+rehPPCgy6Pp6NsG+SvrEiws59d9kU4x3oIwadUR1rD7czO0GWu+TwWsiuVsX
K61uvC5fv3oW+3PikD0mN6cgjgy6p/xSDlDz6JPORY2rgQ4psCvr1SXB+jNg9SJSyci/T3zSOSwB
iq4vp9TaP5bR1TRGsc4TE/I6WUi47oaIWvmimoYdGfH6UVpztjXNLsBnDsYRZq0Z7qMpz34vUdee
JaAMbq4UJ2xH+ehD29P+1hN8/GhWs7rz0KK29ewrM0Y0SL/avQwQ6KzuHAKAvc3Xlpel0YSCGDfX
05fIl8WPuq01e/I5mveRmy+3VJ1xLofjSpzWYk1MGMQPd0vr2vhXfUu9tK63nHKVF8kKaoPQeeGR
0a0hfG8YyX7zlW3cVGjr1O9mZvPAlrT9Ok4Wwe+CNx8L0Eug9BwarXlMZJIG4cHjpMlQyD4CcfX2
/jSrS1VU9YUrGoJ865Y03ozdA2XJ1rN266e0YZvgoW7EJSEkslpubalkNrv1Bw8a60SnZuRSOZHr
48L+HZ/E2jRfVD9iLuZfc28ruHEyET1OSE6y1KiYQbXV9EseyQvjHW6k0riYe84iKfPmr3ARjENL
k2kbG7Ma841DT20BAZR69G3g5teZOqiWpON58ArxJ9rZnCTffFCS7dFWRodoDkrzVNgyTKI67Rn7
Z371YBTh/NXoM/Hod9T4evCUzjXDmovuKQTBVhBYt23oi8O0ONUjrefB1mSgtGnAhtxRMx8d/CrC
qRlyeI8V5z2R+IOvfx9HjxaUwFb+ocSUh6xjkezd5blZBVtpGtHeYUExYg1Vi5NI16QvIA/D/Uqz
TuL3qcX0D+ua39lEVyAJHDKGBMd+juC6Uac0JI2e1Eks7vyM5bV8yC2LCYv25tTfFoWQfSw8A8A/
OvwTrQf+fsXa02BenAS83WKpDpRgoVi0bkcF5aj8uB0tvSOFyMITLC3cO/73VCUiJwbn9uYSbPQS
lRzT1d+dqWDtHgybKgcEpf7ijtOQhJLxIWCXYu9pnmueRUV3jHzLX1KREK/1UtrVHp8w83vgj9nO
kUuUaD4Iirh9e7o0VkTN7zT03ndIfC1hANn8PnpqM9Ao9UjezJlu5DpSf83m+QUCQvAEkFHg42iD
sfq2hpH8svSGO+2Ajpr1PR8Ht88spyXAPN7KzTDCk6dNTRh31ur7DP2u2iD7gDnEFGW3wXLAkmUu
lwai6XtbgDCNe3TRpHc4WOyKwugpX+lrAocLDiiS7B1Up7xPq12XTyxHQzd9m1KfJJPr37tWmXUb
JTlJxZahp8s4cesEBpi/iXvqXjVe+N2nA/huEbZ2NoOdr29Rk7pvqVr0IyIYZ8mItMg55O6iCDBU
I5SvDmRLko82w7iVgc1Ww6p6SqO1JA5ZBNvIamh7kcylAQXXXARbCkRHPE5BTuWrUVjBxZsYom7C
a1eZ3y9kEiSTeHa/XHkxB7F5ekpXqq9fjQuDvFKA6JXmUbUM+Wmn4aCmLmYti20kjE/aC1OoRZzH
v0MWNKytAVti01g633lpv541zd1MJonn5wfd9Oo9cIW7N4PWTbqxLQB7DhYvrRVdQ7FhTj0ecGnd
zTVfHJgzyDSR0IkpCgp9BLaeW4ytURd3nWubG7NRq0fQXT23cnwPQqKea2gvj+4UFZd1cVeesuBk
+pO3zx8qLj8QKEM9bHqX/fg+6Em7rQUGn5M5iJmnLTDcGzT5he1hy6FptrP8SBTebTg/df4rZ0N9
0mGjtzaZtemQ4cL8BLcYDjFZfZFMkksjtnCYJ5Q3NMmawsxEPoFtNbAP/qhbn++h9zk6bqvByesk
D1v6fXBJrtYN/rgmOvSgJTG/y3kkwmY33U2uQ56+bNnItpbr0rxEJPuspEACv5uvnIy4HwFC7jt3
gMoLH3EKbh2nhuA6DVAC8bRUHaYDT3/YIwRRwC7BeLTzWkWwncvhvRpLHwrSVL0bDu7GJNC2dUrh
iZo7Dg+L3hdddMdt+VDlKAc5/ubYK+gDOkb96NL8pwoKMRv2yRHtVLZzI6sB8meWSiq8cG0Rlpmo
sFWKIXgdifRLz5EHqu0YYg1r+cpefUTYgEkRdGrQygyLqa1zj77g99+ZeP8oqilxNG6cyYZvWeSp
VvFAdN84OOT4b2ABhJ8Imt9bWzykeUVsVc2hfbd4BVSRlVF8vc2IiT454GP2RW8XPwAsL5J9AjWO
hC9wpDVBy8Q5XuCWXJayKj1uhTxb4055DXMKv13eMxkKE8LrOL+6KX4LSpIhMltOQ9PTONaWc7RX
aRKkXg1qM0INQW3r0vUOO8UdIdTW1OiVu9LIl2rbW4L5JKmTKX0meUyvbVBk67RjwJwuMQPBlGRg
hH1fFUBV9lVTOxdqz2wnjkS2RIdcoO/f5hb8MMx03twxUViKbxbi+EQDligoQG86L0ndbAkOzgJ9
fI9PxX/H4gCmQLJzwnuW1eOeUNha0XTThc/SFybob67syxiM/B6BzMzqGOnKwDfmIbJgrMulX94T
rAedhGY/Iv3zkRE/UJ1+F7nS9obG8u59QqZbP8F6tESz2PceIfHaM9hzG4emkrb9QN+pXyVp1VjP
xnW3e8gAgalD1BL4GYam2bqGIe761FdPo1V56OadaX1fC8pm54Ygdhx5NGRt1OzIcWMCzb0A4CNn
7fQ+CjTUVPYmxY07Dem6r2kpeFAZNbsaKwHHKLz7d0NqFvds6/Rt46gp3wTWTPGkMgP+lD+nn80y
wog0So92NWa1mYr7piRlZ7ZCu2fHa67xEZW+EhMzE5E2fXjBNkOlUDigwj+ORG3oeuEifqVMiC1j
tuYGWwMrE6/9uFR0NVI6RDJoMjQXUIZ+Cr8zK1+LHjng6pqDUlvXKa1tgIyzIeXBHNCVQZsT7Neg
nd95MRJdmH66JwPK+0stpMdkjRXruyvK8r4WJb3QPCuG/eTTqkfZ8MA5OMTjem6RC59AdwLErK90
3ksBkgTUHSfXGHQ48YKcwITeU7q5EOAMMrek4U6GU5wNUX2YmwrvC+jv/NiICq9i39AIXcE4+Qox
27tJR4PUajToJ9Mh7tqVNTDr9HskpfEgYEztyuizCCAMe72VMOhEOZjZgJIvbCisYBxjmd+VpaNu
M81liBG1SUvnXOUi/0KsSPZbugE4mpk91zMz5egFVfBuyutnCL2Yrx0/J/sHflbyLbY4SIZ55KAh
y7PIl+GgWp9e1IBw93mhiZi1LHWjbOdGS9ef5ABD7TiWoDQTl6/61h26hp6ScSLEF6XVZMe9vRrZ
2cSk1G4F1VS4l1MEPr7xAv3sCs2h6hRfiqR6D6hgVuYpv2QOuX2mHoRnO3HDg8nM8LG7LrrZEHLl
0WFe9ZuQu/t3Bn1WSTbC7mmfiFZ3W/QE3zjhr/Yz7NnmDrsqO8EK3ZGPitPbbkYbrfYlOErMuF3I
8UzjtixPljUFb/RMUNqlhVruevomrdibHUr9mtw6wcLEny5029lxxTziA2oYWNu+X2v9RUpmFnEX
6bzY95I+RLMvgnY7Gam+moXH6EHqaT3THTpXDw3jOd5ZCI/p3hq88AG03dCc6nJpjUQ0gfGyKmne
mVm2drEpkI08eLjmtoEAy6HOhjIucKbMN0KuwReHiFaWZMbgE4Vsav/CtZTSnlSYu2ihMvM0D5b7
wY6TTwjIn+wPzLpeWiirzHNqZwhiJVSw7m0RhnSGY+i1nzu2YtbGdiyrRVhcR14PXu6GwVEGSNv0
wwUMvsHjmgY345XSgu5QBiypVyjF8sEXZ90UgSqr3yveNjGrwjaeGIrWDFcminMR7gLnSQ8hrl5C
iyqpIEXTRFD2urzOnqbjAEawOqyYf/t9prz1ufSIoSa1nueXYXGoH14y57IgVz8wRS9/h+XaU7zZ
iP4YCOoUD3nf4AKbPXuLdxCNEvoaODB6ysunhvJkGKMSAHmCMBE9CZPtwE09GLp+pIEBM7gISX/F
6RSSWMfCIEE69CpCSGyy2mQ3Evg/DEwv9RHU7MCwRvB83DhRrY4YfFX7IRniLC9AtawccPi1O4B0
jQOvfnGR9L2w1y/TVIoioe6heVF6jtgjqxAVnem6YZBkQzbfrVNk5A9DSvlSXBSV+koeQhylueYH
iOQOsaWyXl8L5bj4HufqKfckupKb6pTeAgcHMiBVm4bCsqOgeYMcI83LoDOruK08Izcfc2ohODVy
bRFmZsk+CrzgxalkysyZNOfTB/Nsj+84OIdbq9KEdB0V+Q+FzXN4o7tB3JOsVk8Ox3439o1JFqd0
8EkaZ9Y8XrRtNzsKTLOvPhshFU9zitZYmoXDAUct7x05LmDlmSqmTUZk4xqBLYb5bKxZMW4sGu5U
0s5jce9ktQPDw0u79gt9U/q2LnyT03hW1V9ggWO0NC01PA+e3z8vPoU58f8g7TyX48aSbf1CBxHw
5i+Acix6SRSlPwg1KcF7j6e/Hzhxb7NQdQuhOT1qdStao8R2uXNnrlxL1QuBZH8IGf1UVgjoWYKM
Rq4CwZU9TrwhnLSM6Q4kEE5vSeglT3y7ILmqKjXqWzy2FXLIWvUo6QQmslpOL0U5Bnc56j6uQsnd
heigu9FJm8ALo1E5ACKPMqS/G3WtpLNKScwKetskMobnCLXkvWCIlfwUZa38rooF2tZBqHTbOAHU
+SMkBiT3OYKLsCk9Gvua83KoNCQrqLkZP6WiNY80smik1SsarC3kC+JdX0Fsy0MwVLayGolPoNu7
nRzqUIik4ah+8+oED9u1OCSjKWHsaHkTU7VMa2lPxwKPLIQFGjhTESXfaBQn/nBlSQBXi8p0PS1K
ftVtVd0BLQwe8wF6VZttldHlT/4vdzMBJCSyTk3RPpdyKT/WYRtuw7Qb7kVLlF+lqpFuddjpNmXB
H1VSvfecLKy1dBOWlBATGY7msc5Hdomagc3vRehFlI4WlhtKP8N3MkXZlshZnGhQKJpjpQT+HZxV
xovYohUwVHJ7X/QI+oY0G44uzKc17xXJJ4FPYQw6ao/C/ztnydt0RW09RlVLpirx+CBfV6BqlMQH
pLWAUBag/N0Ud/K9FQnuRbYmUouaOdiNhyzfHzgKE1aiB+t449OBEKD9gT/eE6SDgA36SDwkvZd+
iaS6/6lkoQ9dgd7XRPW+VSmPAVyP9R4cX3YTNaq+Hyzi3Jm4JGdHi0L6PIJvoJwZldFvUfamH3Kt
URkRqbRVsJDiRspJbMS7gAogc6HS0ACnfQvitrdC5bfCMYQkDZIOV2mgJLIzIU6efd8kywKQRXru
yWESSZF1m8kFEXkJBMqeVkrDguOHivkthd9G2+hda5SbOgoBuXW0PSGUDevMAaZwAQHy1iiELRFF
Aa0KNcJ9hmB48hXS7MHuhLS/lYnrkICN8XLbnCvtCO6vlXb082SPNHBpd8jyIu9kZHAL8bwRPeKW
eeG2HuoZ2QN5TtP/2U2lzEGptLm4RRXB9dPOv2vDGrC0MiLh8aLnhFk0/9cDeveCNhxaeVLJOqNC
94cjXvKIpMHUNXCTNL3XMJsFlHThTe42+ljs8BdQqQxGHN7Arx8/B21GWZ6lOEL9NH2j2g6BVChK
XkT+ENkt6p/+1wIp1Z3ct9G9L9Hc4wDU80GUEKdDP50JPGF51HMuJiasdQSiZ3eYhBIl4iGo3qou
pv1Fz5vupxZpOC2vDNLHOm+sAXX4GCJXEt/5BoUOMXtusfqsQlp9hHrUuOcJoz+0zVA9QatEl62M
Jvxh7NJ6a3kC7xUTeWBnagtrjukTBLzzWjU2gayl+9bEDzumIYrPFM5I/EIZpdOurKFRPXLZdDeN
rrcPPU20rBId0/620uDLQyFLAUtDJ3gsg7xo80clUmVYaYVAOYKty4eDooekuMxKzB+FJosp7nQc
FSr9IW+NsnrwK1XjbPTZLiK+OUpeMP3yqrj/QhcSasztpPW3ldVONYyovgcRikGAtS1oUjTpf026
A5lr+UUn8v4O5HwkQ68plB3UUvrV5h68Bhw7L38cigE9ZS3u0CsaRvWmR9/J+p4MIrq+2jQg086y
KNsKvnEEnBuhKG2jjah6iUn8EHVM0JYwQTLJLWW1Ts3U1LMnqhDB+AUkQVK9EvZUyN6nCFtoVRD/
qUXRFHZIH3XBI095s9u1xDOuUicorYidahl2peZmupnLuPRB6iYtbR0wnGfcQAxyScy5P8aCXu+p
kb8ZUjtQLezzDTMu/gDaV+AFNe4/xGcSj4Cfm7vnETtppCOomSa45RS5DOpDNTVdKKzMDV1zAk1F
DQFATKLvNgpl9ZZugTJyUoBx35TCV+GMFqHcN+Tg3ZT5lD39V0VNAYIOa16LEpkpvngIoAuqh+9w
GyGcjUAaElh4XAsgFpeh/90yK/PdHyc5PmRQH2h3oBOrbEMAP8SOVuTS3WhVhDaS2Y+vTaZG/4RD
pvwqza4WAINl5s8AZFPjKGVB77eq++Z7QPnCwsVTfyGF2hslKnGNiOuCYvlQB1H6EDUjrRASuAwI
B4yxmPZ0T1hPpDCBgci+GX7p0kos7mNP7GkWHGniske1L7qHVA2mm0DqhjeRe/U3uk3B6HRoyAmk
g+V5n0fm8CoXkvplLAUpocoOPcx+Ds8MqoWkluA5BqQAl0gmRbdg0aDI8VJTEt0Q6XPa02PvGA1B
XB3yuoOdrMVRj3bUUUym0UKePbUPXZydNj50LIVa+rEjq8i7bqbJI/dNw2L9orSD+k+QEeA7CuT4
XCZcrc1N6DVQzlA7H56aWEDX+X+Qosposexw4SFqMLTGqd0fs60V1K7JQD/HbWbuJL2NbsfB73/J
UUPDmSKKP66jQ8/hw9BKAky1YIU2wBAvgMp5L3UzK5tiy5BThDJ8/zLP3elw3coFoC21SNGkEAq3
iqouAN1iEXkCii5U4+EMEoXn0ApsK7+nlluo/2lJp8nM/50//ge9+/8H8X/AbC0IMi0w9po2M9Oe
wmzBZxXwLJHRnQJebKL3Nc69p+ujuTBnliGiKGoojAdCzlMTmlIIQxtjQimeCuNrBreDtQK2PkdB
09pNJzf4Mo3+L3mBTI7h2+/IVqsUpXu3FNAlj3ciMFmaLlfgweYZNtgUZ/Z12JYMU0I+7HQwWUmz
OXwkYEkKD9JQ0gahyBMBqrS31LwJ4RS4PnkL8vt5gZgyWYZp0gRFPnepn+Cgc2hFKnC2qk0Xs9OR
PBSlm6zahdZdFN75/qaj3KuvgK/PV2yGPYNhkzUTIqQldl32KWpaYOPsvHuW83bfZc0WXtTrI/uA
i5/CyWeiS1NnuSC1pyZ3OjKooXOAJMTQhds7MEzuOndwBVuwERra5A5Bpms55B2d0u2cZgOVkCs5
TLpNqsQRXMoPG8PV3HalQ+Ac/c1nSaQBQH8burrcroWZtGGl81mS9TC0L425wij/QQRwNm5mVpYh
HpBoeTgdNyycZKlN2nbKzTzuzu1c2ZEdckH2ZP87bvrXHCqkDvgY9z+jBmvp+C48Fa7pFCsnSJpn
++SrZrA9PT2GLirQF8x9lZ/x9lJfJJ6ZSoNtjgeoNiXfpeIZ1Y7+pd5K995eSI+6jTaO8y2wv7yv
Tbp8doIX5udz9wnu34lRl3sR5pEXpsdNfjINJzv8fEDsFxIEx6Sl/OBti/0bUBY7s+nHHO0/vQ03
3sryLwj/OXCcaxwVDSkA2HU8/emX1KTdjQGpe1tFequURKfLv0ea7lQjYkuyCky8QBus+yXXLzX5
FFLShzAyVjTAz9wMzSl08nDHyLopQWZ8+hFSntINYE3kPBXtIQ8KtxWbZwjaa6cXpEe5jFwqUPfX
D+RHS8XpFsCoKdKVKGomB39xIPUEfZU6kKitRJBeld+LniCyVvsneCRukT3ctL1+n1FZpLoFDyHN
X4+DqTi1AttUOe1r378r/OF55atm333+VZB60HgyN7gsfHtVjxQ76f6yveafvFCPIqG7Fqklzex3
pt5C7GfaQtZ+s+TkQYAoL0uVf2RVWul9ubgglkieBxYRRTYXC2LIFHn9Aah1mYLU1WB3tBJ0F2Dt
MaV9TOYO0Njb9ZGfRQHzHvhkcnEk5GoE95FhsmLjayTKoHHsqdG2FeQfwYrLP/N6C2OLtYeYAGB8
j7EOUBVxHvVvg1fo9RGd3SsY4WQZGtoVisxinu5qcLRj1Gaw5CF0t6HWtCuQqih5Qlw3c+5L6P42
aADHf1sw0i9OsA+tRyM0isdjz3wcM/EPeqWk1NL6G/SP+ct1Y2cTZ8LYjGAxLVgG+EBRPh2TrFVd
rUXoW2X5D0U9RvrKYC79+URObH+mDY+w2P6FBbTUhx6DpF3+T0NKY+qNlSGczRdD+Gxi/oRPvleI
hA48CyZEIFU8Re2oNxyjdRuAEtcn63wDWKpIYEv0pKs6IeeppSJV4IPTEAMVQnEn8SDxle6FI78S
1J4fVsxABCTKiqLTGTcP+NOA8saXu2aCC8KQXppom4JHgSiypAOgfTUKzbk+qPNzSrAu0ag2t8XR
IbcYVA87RWOVPilrrNpq2B7QCdvEQ/oUw2PWZdOKvbPlMrAHkYKMn+afS1cUoqOZxvDbQNn1D3y9
98nQPMPlZquZv6ZDzTyduF5uQw4Qg7KYREtfeCBhrgSjdAJpa2088TuhukRn0C4jxXQDKBKvz+NZ
BEJEJCvGHMTD7UAb6OmqidVQtaBd8XetU6tfJO1PT69VJlJhNzZp9wp1+Oa6xbPtOFtUDbaIRcSj
Lf0RXHpp7CO5hXCP6mghVATab2+M/3bTwyTBu4T9jt+bmahOx0Uqd5StTAfIMdwPxQ+t8sh7rcQL
Z3viw4bJWqm8FER14SUoFhcm7fg8fIRbk0SZWt0YkLu2L9cn7ENYaLEjGAhVWMJ15N21xcu0a5TR
RH6at1wtSLf0+zduaZTDIRmU6Iio9R9PgS2v9MnnotSxj0daGisqpBs58oaV3Xl27mAGlXTqEbPX
JVhfuK0e+h1rgJMLqkK1B5wDpsVMVeWrAp36YWpg9fPVNluJ3jlf54eCDsa5lRt0Ovt0MdUlaMhO
KWkJdV336Lp37vGOf9vOP7Zbe3s42Db/uNtut/ybfbB3jX3Y7eznHT/937902k/+sZ/tHf/5wD+f
+X383s383/nJmX84/OXOPzmO7TpPT+6eH8c9ttz5J/52+DH/lvm3zr9w348vTy/H92PhFvzqeOTH
+3H+v/Cdx5XTer7jFFWEbAVVLLq0oGM53dVqS+qYsioIHwiR4upNFicU2G89/ev1LXe+yoqq6Jwd
GoKBLS8btv1RK6eqATWcs+u6oqMXUTumgLuQjyqsP9eNXRoUhxSNMtVQsbsYVKp0fYi8GjS+SfFI
o/iB/mpAxv1tJwv766bOt5GCHIUuiwxMJ4KYx/3pjop9JeomPzPsFPnw3HupS0iAa6pycr3JmjcQ
CNftnfs6yPFYLV3TqVlzcE7tBVKsFEoEAffUqdVR9FK0V6MpvxkEGOCvmzp35DMPH/J0FvGKRgh7
aiqE8VPV6pi2xM6MDxLFBjvsIHYdRh15Aaqf+o1vjN0RGM6LAQpnxd9+TN2pkwLLN4cZOHU0l6zF
tQUZcyYOCdIDmp3bP//zqlYeAE3Z44ZP2XVb+lDd1Pndb+kvUDbeF7radv2xt1v7pXBF+8+76cBB
7I43wsqpmX3S8tMUHtqkPOYzI8+r9GnVJxCakVHDJd0qkLnKsAIoazHWuQmU6swPSghDVs8OzNCN
MYCwFhWrDqkHgbbg8ub6+p7npCCa+GxisZcKyWwNZAXYu6E0c0oLo6uNeXuoANg65QjORZGy91jo
SqfPkgelFUvn+idcOKiz4+G1CjUT7+PFF6SJ56FxyRdIlOTgxpZuc6Qf1Gx8hVBuZc0u2QKxBQ0U
+Vie4ovnBB0ZI2UTnkZJE7iScCNad2lKtFX/L+0sXhKVAHv7IGEHhIHbS3ceCCLYUZ0yWQkWLu0Q
pOg0VCxFrs+l1hSSAbHfSqBeylx6Kgv/LTLW9vkFb0NjM+GORApl3uqn+7wPYjDFCamECuCvXSud
o8kDJNtauXLYpXn2T08UC/PJ0mInIIYcmAF01Har0uEYPk5svOB3I8CbrqWOUJETbn/V4PxhEb++
B6ULLhzTGvcfhQD+ZTFIqODHBggjbkX6GvpoN9yo4r6sH3t5hzoeL4HbvLsRh11BT3D1HFS3AKta
a4s83pT/WvmWyxP+77cspgFxqRDqK6aBbxnznd/c5+JPD04YRbul4VtHF3n4knhHWKIBpGz0eDuO
K6HRhW1FZKjLIHp1NtcyIpA6Xcn1iukoKvjklRZ6ww682vWBXjiM0MByYUICR4pumRhrAeTDPUG9
jF7DP3KubemV+E2T8qaEgPKvTc1UcgpuRubtM/PdffbVpd+XahEruk1B/nsXjk9FrR3B1r55cbHm
tM+XjxcClHMUe7gVEIE6tSX0cgnp67yLFWFXlubMsg6rg/Xjb4eEGR7EaAjjx6SlbujYAcocNcwY
TXcbDLDQq3R/5OOG3MNKNvHSLTy/9ClfAAniyTpvl09XnaVCDF10Ack50gnmU0GF9eDLitB/T5qi
jLZKRL16QyXS/K4qzRABrpi4rRB76UdUCsfwQFO8/oIavWHceVXR/4bpDiF62rzoPTIAQqBsnWo8
dpqJ4i26onXyZ/RoI3V1tIhekMUuH8UqsW7YMgP0ml3ffS2CipbBQdFh9FSLLNnBhj4AAgzC6puh
T/5XxEajHxSOm0OUDe1vz0C1jf4w+Er/eiWIAf4NBBbntZm6vqeR0KT/F5WINJ7lYnOx30/QR2zq
XBy+Xrf3UZg69ZNUuWWJwIw8lUGV7HQ5UJGa4hbBhlkD1daV4qaAvZOUH6wnIJqgiQJX9RWSDYRO
B8cM6E3Ks2NOa75B14skR0/Xv+c8rNcpOEIkYNCoBe3rYsMjTxoloSF4tpSpz6rq06VcwUdQ7yP0
z8xJWol+z30T46bJh6IW7za25Ono/bjQBbkVBUAJoXcb1caffoKU//qYzg4xhaP5oYK8G7yR+nJM
5dBkbQRLM109liu1NxNSbYY5/u3OWVhZuKURiqypi7DSjfQaUY+A57QZqZoZ4ooDPL/fPgqdULwx
KCLJxR7VimRUyhCgaFr+E1qUWsz3MoQOsbyPooMhr0Ql5ztizmqhrM72xN9+BJ2f/AVvTAUMJcy8
gjlBJeg9geWxpba7U4m2FIiery/W+UWiMiMcCEqc5NPMecd8Mifq0INItWWS20ICpt1oSr81Jnh8
shVDZ7vCnEtbvFzJyszFlcVDj9qpl/vAWJFX/hXmIm0xxlZQ8pXzfT57WNHpGiKlhcGPqtan4cQF
rAZDGEDiXEtvTZHtPNgABsGga7HqM1qIzd31+bs0LIWrhJQTby2u49P5m9ps7ASoBR0j/5oV9PqH
BnyXa5N3XpOiRGqoc36HrBa5wcXBTeQBFnJIhJ3ja2ojwjonTd6+OxvnaSWbJJ27CCQgDZXEDt0N
CrZOBxQQbXjgcRCa3VUu6Zvd7rZ2E5vMyvWJ+5iZU098amix83pFhp0xhG+K7oqP2ndF/Tty9I3C
rxQGOf+d8r/j66t7Z23uHrb2YZgHvnt8U+1b1S5dbVNstM2b/Ujfrw1OxP6+23xx9k/v78e19OX5
QTn93MUK0LEZQ8DNvAhGh15Xm4W7TCrg7vHjZ0PrpZUo8nwjz+ZQwSXpQ4FcWdxT4GXhRAIyh2rO
cAOEeCui5GdC0zOgl8OVubLs59uY0g1JAhR3TTIj8sIcZDMZzeVB6NChcFOXIo3HY38sZGGlJHGe
Ezkd1sILJJ5gIF3HsGYWc8V7pfVgE9fc9y2idVSPdC2RbD3Q3Oub7Wx4ADnmWgvYHjAr2jJcnny1
VsyhjB0/R2eLVIsW67apPPy9lQ8BVV7HwGKUefCfnA/K5hZJXmBwfX2rzZwdqAQI4cq5OTufMyxD
pcYm8daCDHThcMq4LEQl65E4atu9RocArnD/1+PQySWwF/DWOi2sp+NoJ79VkopxTF73Quf1Fo35
ezEx/n7Pcb3xroBjECyZshiJCltsKc03d2RCuDxT5Iq3cfJ6fSzzxl14mRMjizCBhu5xTHgUOUPI
nEk+TUo1os899zdPjMT7EwzVl+smL7zFLcBxRFi4UVU6ewF2YdHTODCEPPbDp6CXtyrNzkMlvkmS
/zTEHZ094ncaaigQlG6oxis75Mx1WGxyESZxlXhSPtuGLcQwSTfTdPQiUtlNb7xZmaH9KpVWciSg
AW5SZuO362O+cMA4WIDPYKiliGoutszQ06wZ6XnoVBHkvroGsx9RbLjxew71dVPynDc9WVLGRxiG
NRMRdTAqp9sziEwN+KEUOqO/hfPKJs25yaYXFE33dfzSJgOtS7d0ah+DZJ5qJwWfPuz0NNoWsXgQ
2vvK+20YB61fCa7lC0cTsIwK1SmkenzkYhKmCmGkUtVDZ8rglyCvHBFFWVlNfw6I8fQuHvNQd+gV
oWUtFPS22ee5rD0GiSxsxLBqvX0amn5wU3EzjDaxn+LSXiA/9fQydG7VjQVMLsIgHE3oR1VHimlU
cuDu4R1YpqXy2hohqHswIVG74j/PtzQOdM5iSSJ09POBOp3zCs68eMxieK5pGoPaAo72ST+ImdNN
W0OGL66FP7HaBNmK4Qv7Crsq728001WYUE/tTmWQeQJKoaiURI4Sa25eCxCgSpuVPTX/OYs9Nd8N
pKOJhdHeXewpvR4sLa0QjkPh0PaLgPf3k4VIHtRv8ACQqmrCTendKP6uy1/gABgQboKFs/tVFEd1
Ru1vhvaBRML1z7qwoYjLwaPNh4oS/mLWaYAvtZD2NPqndzRb0iJfO9ctnOewWdjPJuZP+HRntUNJ
irTGRPFG8RcSVChpupvxtf9n+LGWcL3gmDSyx+wfGhMhp1j4YmsqB5SVsYUEvT3SFlY/NLIKMYZb
rxWCL+0b3p8iYiy8OUAXng7LN3Tdh++AK8xHFtWbXD/WDlCmrkzfWVDIH0/MRHqM7cmdfBbOyN0g
iFXkFKTHb0lYTW7Re4UjTp24l0JfX7mZL9qD5Zpbk6LS2eUfV1Mn1TqgfitIbuTmhx/KsJZtRXXl
EXph+sD9gQgAz8NFsoyXkByGiDCsGddY3nNjvcFtuPMF8+v13XdpOHPxmteTzMVhLFYJPzgFhM6R
k0Q/Je2967a68l4EKyHAZSuahG8mjWku0TYhfTxBG8qR44uHZnqf2Hz+8Bh279cHc2nOcFUGiBve
uAQ1p1suShqCW+R1nIhIeieEWgqhpRqGkKpG+UqKRb7grz6wUETrPN3P7sCIcnCOvGXkyEEvvsCK
ZqGQEUTS0zCKtCCNdEDBhS3I4j911hvbjBaYbwlkCbcpXWrGI/RARYrv5qW8A1kj0hKDuM07+jbD
1ynwkzfDqLU9FGA0aY2dafxQEQr89ffzRVZZJFQRJQqyi/Jo2XJP9aIXOq06ul5Aq6aV7y3Pcq+b
ubT6n80sbpBM9mKqeJihmQOqqr3fiI4Wx5CMvPwXhlRKjTqQQJBQC19gqSVssirxfpsaQBSzQVW/
S2ZcPpO0Ud4mdJ7WngIXdhwwGnIp+B9AKMv3BrzZ0mgWYULvZ3wQ6CNT4bLxmnB3fWBnIfScaeP6
wXMzPDze6cZGT8lTmyZIHE+taNiFhYTy4M1owXetkeErysZt2z//jU2AJSD9eY4u7/3Gq7wRBdjE
gZF4E3Zs20MhPVU5j8b0Ed6+69YuXEyoK8xvEQqcc9XmdISUojU46yDMVJCCQY7ikHaGq7d/wgZ4
rdFtr1u7tGxkVojO0XBCjm+xI0vPpC9IoxXPn8ybWQJFMrWNXK+4iAv7nmKNRAaH5DKvq8WYWg0C
EkuAEkPM9d2cRIjSwu4hG4HxdeW2uDB97HfyFNRu8LHLDYLuq4JDGSKH3DqcD2In3OFE/hmyuqGn
XMw2PTWklfzIheH9B2lKKp9M/kfA+iluERBGLkmj0t7Ww/de9k4qCjSgpHuvT1dyFmumFmGLOVEb
KWMSv3H+UkCrQUcjfZyvgbriqS7si5MhLc4ZuhuNpmTYoTnQ9et6YzThvp3+WvqBajfqEmT4yFXw
Plz4KTEUK7Wis5WZM91Wqu49CL6geF7Z5SpnZhFRqxZvBZ3OLRyHsTCjdIjZRe3MdxJ97xES1JQv
f32MZmiNSeKA+ho4jNNDW3hFHOh5GzuQ5XFS0y2C4Qg3/nU+fn754PtIg0B2f9YHISISEAioODoQ
191SUAOLAKlz9g6yByqGcSWgvLAHTk7tvBc/betQhRXB0jm1SmWhMgfFp11o0+hW+lj9vD5/FxYI
U7gHhUExh4v5C7s8xH9gCubXgzkaDxAOrvjVNROL0Yxa0PmFh4mqGKznya8i0oq+/3x9IBfO58lA
FjstGGkdmSysmL1gT/gelQrGsyKsvZUuuDnszFhg0GMU3xfRKoxs4pTRJwjroPplBt10lref5ABK
7vhOEcy1PM6le/eTPWMRII0mTGe+l3MHFrS511WQO3nnG7Yvlz88D1WA0N8Febxybi9anfXmSDzz
sFm+OfvE12o/LBNnypMb6kJF8lumH4mOy1SRnNZcMXfpAUrw8q+9eQ992vFynxmwTGIP7nNnhAhR
gGpTUkXIxb/02kNKnliDWC7aXN805xBeoprPdhfbX5Wg6UIwKKHUNe2gx1LLp1GBo3PXMFqgI3k9
OpDcbdv6gKLCdeMXd9KnMS/Ohe7NuiUptqkqsXPgdxUHAT1HHyki5Ne19O8T0ydjXZwQdYC1Ocjn
scq3vgTFdQ2PLtQS10d18Rx+GtW8sz6tJJojfovoGdw2FvzxWvOzr1taJ/0IjOqarNB5QWxePjKs
dGWSvwCCe2osadDSrlVSuY0GkXjQQrtYGm8Ih8FF4X2N9nlrq9BRwnSkiAcRHsPol6frTue/dvmK
/7mwlQgeQZSAW1EMagwLxyCacHYkHpLHfWUpz9kkiXP1RDsO2lQBzoWpsEVQz4k9mVsE+rVN23qt
Hc26ErUSmiuL/ZFm/HzzfpQGJBUoOC0LzM7ic/JIbhOI8nInG7eD+sB3dVZrl1NH37sttneWxjH+
Y1bwH2uGK61i0eaTc2af98iMxadpz1rYhxsGdEvTzRjemz5842AF/vv1rXY25R9j/H82eHCfLv9o
aB4cP9ioLfVJhsImRbVlEN/gnbuFN3WvhNnPxh9/oE9sy610gF1x5aZe+snlFyyieBJPjY4qCT55
9tCDZ9f1fRE0R70Z3Jm2BZ6OFa9xcWFpRxThlODRTL79dNB0iEGfLak5rZeIue4Era8ooPleTSNZ
3zyjUlA8laKgpVtZK1pEGjT4T24hKYn3RpF3yrZNVBGKYbNv3Ovrsbzo58lQ6FYxZF4AxGKLL9OH
Dt1Ehewh1CY7OGS3BUpf/4UJXmlghkWQYcsKeKen8WiMRjbrTR5KGZb67m+Rpx+jmPuk5uK3hqnT
+RXbsbQgz8icIk33MszHwnBbhTJq1t7KUi5d5WyJlC4IBXLqNLUvLOl5lMSyD0wAgWMn6hExsW60
/MmX/xs7ZEFnYgNS29bCS5qJqcJpZbIuqXiUxDexhK1oEBM70oQVUxePpGrN/T0Kj05x+a6QBaVQ
AyPm2Jv3Xv8N52fDXQsviJPmD0L+TW+PrXaTdt8CfeWpe+kofra8uHi6mfIvqJLcEcc7o7yTsoMs
CY6m3BvBN2naX9+HZ6WQee2o7JEIoSsZSYnFwY/UwE/hDcvx7OqtmsvPY/fV6oqN7+fbImrsRunv
RDG+NQXzppa8H9fNXxor5dK5ig6kmNTs6R4N20ZrESPMHcBDLwTYtpwrsNyakCmLr2zWY+OvvUsv
j5hucJ0mbAgslrtVGEYl8HxGDPnX10EWb4QRyXGpoS6h+7c65CZjbN2IhYK00nsKlPL6kM8gKfOM
kwQiVSjTj03G5HTMihdIRtdwWvL61izspj7AE+uUUA9G/d60Nqa1sxAMU2CqghBzG+drSz7fJssb
jaIeP0BigB5YLHllhV7dijiGPjpIdIM20Bepwp8A36ALsIwhtHs39CsO79JK01yGdCIlDK7zxdmd
EH8qg/mCAS0b3cZNldoEVcWdlVpfpja8NyLvVxdbzUpXwyXXRG1hfhhSEeOaOZ1sSakyKNQaughK
xaZxDIjp+BAOSFxI/koOZx7BYlpJ/dKiTI3cII+pnZryCujRjRwKvk57s+p2R/bNhYvethq4G6FU
XdlGF1ZRZvvOcH+MnrX+tIiet7Bi51BWVV/IztqmnCIiEW8ks9z19WNnQXLQelsf6uvrpi/M6Ynl
xVIKOVzNMDITrXiPPZmXJqts+C+2vMxXLuJLXhhTXF4kX2AwWGZF0L3SJCvFPzSTcqOCCubmvw0E
31Xgf43hbEYpaZubz+SjjxP09jWsp//FYAEviuSMwXYss4GIu5QoGTLYSfjZaLM8oF00zzWEadft
XDgfsogy+lygmhHwi92DYJNXcyYJc8GYVma3wVU7eim9CVkDTQfNmN6wu27yI4d/tmNNLtQZoAmK
cXFvq4VhZCh2504cHrR8H2o3kr+rkr0KAsHcz3SmxndNuIU0So6+CdkI+mKvGQ/tWl/JxbFDwWDO
rDj06C08YqtYQ4AMc+5ENHDFoLe/GhBxVZ4TB0cr0bbXh31x+/5r7azbdRjLEE5eZjqHgUb8zvPR
HQbY79dc3iWHQEsp8zs3HYK2XTiERB77tp1yh+DagW4PNc/2GZTdEdGL58Gqnq6P6+JhwflQe6Ql
BDDJwl4tDmJIZxAK5RaM4FJhI+wTtyKQ+LssdaJi44XPXvYSmqEjhl+vG78QMoN8/9f24iKPu14S
qxQ5QinzAVpFtzPj9HUT8wlY7laepSRhYRsgh7kYXlcXBTA7Ey1cwdyYUeto4kgUGB6um7l0P8uQ
ZslUa8CMWuJiN2qQ4HUqeuNOjbrbLvQDaLTU1H9KYWN3O21IdnDh3iELjnHFd+txpsX2RwJDX/sm
cNkcujwdVzzhhb3E5NJZwE8s7vKoJkWtpqPBYymP61ZHaCX2bsFwIi8AQwqxvVEp8VETvKhYMTyP
djHr5AYJ0UhOQ+y0TNvpIerkOYTQTuVv5Oq+R0tHnnTHqAsnMX+ltdt0awsw75VrJhcLDRjV6rsB
k4Y5uGXxzQKbIg4Q6Qvxo6FUdh40gU1kg3KdLO4Sy3J6T15B852VpInSOEf8AG0BEGyZT4YwGGBs
y2FCTcPugHGiI2OXVPWV5qiiQ+fFXHjqLwuGXNRvd2pbORJtk2H6WJn6PtZgWQZ7EunhEbXfXSAL
iCqv0ohdOnXUy+lq5olHimThwLsanlcUhnFlnUk0d9PGrxH8GIrr1f63SC0Oavgq1fDa6f1XOUXc
MKK5AN2R6yfm0sHkOAIVmyFVEMGc+jkOgBTGE4FPqAiw3avSsK80kGpKXa08jS5b4p0JUIBn+Udo
/yknJxmwA7RzygDyzr0pBfu6SzZ6Yqx4mks3BB0s2lz5tniZLDzAICow/ldpQceMjBPdh/F7mOdb
NV2JLS56bFPjlTkjLYDEL2YuG0MtaqKycPLS8+RNEIrpVhOrhsBN6L51lDG+S60k7REPLm5ro5Zu
Tb2Sjuqs/VZKlr9yg1wYN09dCbCsRcR8FqPzFuuqaKoyJwnH1zAJN5ZQ3TWCeDARBrq+Z84S5fP5
sgD9AmChY4g84+mmyYUCZLPXFnhZuwtvvfy9Ff7IzcZQXzV5V2a7ZM2FniEtlybn4X/aPWHU5p0R
Y3J0JLf6TkLk+R9UUXjb2u0RiIP9eBP8Fh5bqNjSFXdyYWZPRju790+mRwiGqSt3BWiaHzDWJHJi
V+NDrzQr03rhmjixM0dan+x48LVDgI8dQU62Qik4sTU4KGUd2rywFRiPr6/ipcDt8yIuDkqvBLSn
9Mxo0rxO1WBPxZc+fBYFqA9yCEm3163RFMDnL24GchQEGjpcX7jmhb9DexP9XYXQjcya0TppNQzV
ri5rs97gGfQbKCVKZYNoirUd06Z6EYtKfhQ0a1RuGiOFZqkvpAGZXKVCkIX8G3oP0zg+ySOtxo4y
IZjziJMtd0WfqcY+9OLhV4xilO5o0GhvII7H2/umHx/rEl0LV64CtaL5rMsDKgTINCUIV2zC+XTC
qwpZPYq50rvViPVeRqR0RMDIEkIXsevMcOrBM+81oYRTF2aHAjJ4VfxaylLyqompKTqCZE48HmvR
F5GblDw4n/MmOiDwrvAcGtFoloyg4hvM9r4zPEWzE1Hwf0lVWLgk06svSqn0hTu2Zb9Bfl78SY8q
Lk2FqCGHBMpH01gLShQJ+5xeSaj4m8RJ614LdnUqwMaPe5lsVUpUN64ncW+Vci+iuAMztW1R/yTp
Bi0yHlgcO0iKA8iaS59eshzRWWdsDetP7BfSIVWscEfyCRmnxAt02uyl3DWasWPecibZRuYbRdwS
+L8jxo3u/R/SznM3cizZ1k9EgN78JdMo5V2pVPWHqC6V6L3n05+POhfdmUzeJLrPoAeYgdAZ3C52
7IgVaznolSZ/inxo7vQRiSRwwaHb7AIXahIbWSTtM7Hc+pcU1IPpIBJe/m4qKX3JgmyktFYM5gb1
BVRMkEAzn43M8O5LqUd+xBsmsZBOHW9R0S22bRmFB+40rs7OMvdt6sq949MgmtRNeD12XXogfyof
xLo3f6F1CjWJnPpJtkMvGA32slfSa00blOQu1TJzKwttALdi3KQ3Sta6d6KcC+XVkEqGt4G4QbhD
fj4hi57J2btcDm5qu5ZuoYg0jDCEdAAXs6e8D/0bvRwU1SnysRjBXBVFZBttVmnbPvLBQvtddY8o
sfSilj0C3gWCh4mNaqgsPeZam+Zw+UmNdyfUpXLbd3COKLyt/mrRidgDbYA8PmdnJCvX/+ItRq6c
hpvJmytzqFhZ1uyeBFXTUNQdV977xZ3c/YiCeyWy0/BKyT6RnB2UW90cV9zdkmkey6QOJ6QTVeyZ
X81aOLpgf+dABNpt1bb3mvcRyQkNMflextzQtbtM7m6KJIBqNbORAVxxSgsuUMEVQRkALwe1jJkL
TAVxTHxCZKcRJFt29tptgzKKPMGpKbdedoAL3h36M4uGVw1wEsKTp95dEmKtkmqBzGVj6/p9nuhO
UCFm9uoqa2C8pWGRM5vgjCCOcbanpvKhw20WiOK5lUqWtFCzaxRBmxjR8EKDJ0MMmg0yUsjAjY3e
/Vs+AG7qk0Bkdo3FQktLuU4gAsT6ykTDCrZoernAzf9bUrkvSxLAAJGGUR45s3EqPfTe5gAEKmzR
sE00NIXREhf6bhsaydZEx7Pv1+CuC1E70P9/bE7BwtElbXih7rchNuMGqQlAiMa/BRN9jYo+O7p2
aH48IydDdS1Qq6Gi9AMeT01jpHFLpMpWIDcLe4TOrb+tzJ+GAHSbduya1EHKjUtVeAsi6z5IdXoK
4x1qUfvWE/aXT8C0HLMAAOQm9NkcNqic5ssFUVkVIOzBNaYhjoTCXua6hziQ/n24BmUdNL7QtZK9
macdayoQZu7nhGtSTb/EVeirRFSvxlqGaOmVCYSbZxNHjMBt7j0GHdnj3AtArHGI3oseOntbH8ZU
c+o2BgnQ6R5f4YfRJMHcqZP+F0HIT7dt6IWKPQ+OVk8ybvyqRQ/O0/2t6+YeSqGdsJXUuCVXWSEO
tYnqDmWBWDcLWy5bfw3aM/m42aqcbITZgz2rc0kHKwmO0P+ux4+m+yn3h6DajvGjn7zo7Z/Lm2A6
H5fMTVHi0fmBFEUWkepNHR+FvB61uO1YIse3cq0tntKj3T1ztoFGiluZdndpkE7rQrI8qNWubLSl
ZxD7bOLUol0dBzR9xdFY0IxNUc8ocyeHlL/2R9uP0208/vQRHZb8n2hsyBBJqNJK4L50jo7Nztxe
VCHVWIaYBViLXsUrnJD7eK3NamkG6fYBRCtOxF3zJ14dK9XQirxu4e6C7tl/gKDo8fJWWDMxc6VS
VnJXoqPswPnI2XD9J7kO/n3SAUdDixs5VSpYczL9shCNNq5qsgFi/pxWwi/PjXeJm688vpcO0bGZ
2a5ugrjUa2QDHSB5efyQ1QkRxF1ooZeJftD3RF9xpQvBxATyAVVD7YgmptkWSArKLYlGGq8e/E2W
1Q/haGzrXqURx90YyfDvYxc6ffhNWiMmOMLMXDjqBco5vExdylOoTG21Qt/IeUmB2b/LhcPlfbF0
NR1bm+2Lou17IRywVgoPY1fZsvxBU1at7XxK2umaG19aOhj9Ic7kBMMVO/N/ahTIKIyOWNP/oFRj
Gfu++4zDV6tzaSX86KG1vjy8pbUDLAYzBPy0E1nmqddQlZ5CI0KLThD0Wy1zc3uM1d5u6KAZfGNw
Gr3567LFBYdBeo/XGbwQU6Q/W77E7zMrM3KK1sjLSr3+4Hka6kHRGj3T0sh4+KAvDiwVdtqZHXMY
jICzljopHPrjDS08KMdt/ZJnj/QfJvEosz0HwCouqd8xJsg0yndYmuws+DZAN5Ujl7JW4JrPHrM2
lRJUXihkLc6I01oZXrYm54HdB9WfxESKrkFHKza9ldaF+c04tzPb9gry4/RLAyMUZPTaR9kRajQe
x5/Bf+rbB87Jw5RGQXzI7Hb0CtoVUCcG8ykMlq1kiDEnVrZyBS9N29SSCE0fCCnljHtMIesv+l0M
GQ7EAF5+q8XubVObb5f39tKsUV2e6rtQxlCwOz1NRt4KPpQ0QBpDPX3VxSE+lK7X3PochDctib5f
NveVpT6OX6ZVsnhWQdXFs/UM0ei3AX38wRBTyIo2bX2gly9rf5A2cYfrRojtwriLu03l7i7bnXup
L7MKG5E6nQH52XT0jkKNrEvRQvNEAN9CcMtFo+6jahBtMdOqR7O+9uO3vslAUa6y2M3PNMgwXld0
Wsv0xVETmxkGhTbUgdJo5Hos+qrH2rgV/P5dqBRELGkXB+1ofhcgTv1ed/mwqcNBdaooePYU5Wcn
eW+KWUb3AmHxPkJRAvk5muEvT808jOALaQUHDg9JBNHKvEE0FsRKmEj77UJ5rfPvXfp++ffn19H8
96e/H019mlS+mvgSzcHSnneSISP4/BQne83c5N6a6sb5qTkdzLQPjoypYaqiQc1g3Hgjer4dI4Km
Iq16eUhnqZdpTFMOlkY9ShjqnAFJruqWm4KGZ15qtmq8adFPRQEl0FMlu43kb0V3U7U7RKzlaA0r
cVaixTabeAJOTm8mIBOnQ0zJicWFUmu2LP2Qok3scmhaSgefhubA+lRWnaMR2FrdNzeqdq51t0qO
8oVJOD3E0yfAlQTFDAwR8y0j6BlCaC2bGv2uLcKZEWLDRXBdqxDAwmEsPDR+ZLchx1h3ejRn02zX
y9ux2QrjplMfZQof/lVBG8ng2pNiZx3uW2SU+pcOwUNxEoiKnELzd52pOoPrQmZO0o+MYmD3Zmmn
1S+I4TeRcFfnPxP1T1W+WOaDau3DQdx70DfRJRsnL41xnaZryYWzN8v/zv4/Q5/t5iAw3DGNGTri
X8hfx3ZPH5E32L6KtM4GisjNED5r6GJe3nELh+hkxmeLHhLSCXGH2XbYNR0MJMzjC0EZm827pU90
JTw4d5cnC6zMMNmkgCOz8jCXDaldD4MtxtdRj3hm68iSzyv9QzTXiu0LR/d4iHMOmSCvWxS/Ww3p
P2r8+WjLcCcGo7cyNFnmfJxvXnJQBK3KhAI8PT/uMCCE2GBnGHsnRru9dF/S+I8FAKh5MgzBjqzN
GKFF/L0rI0Q2d7LyQe+d3Wm6LSedLcDekCt3Xf8FuBKEfHt5qb+u3EsfODnsIx/mJnBNZxKTr6E6
WpvXVCXtVE0wx5lH+bL5Ew+SXcby1vAex+BnlsPhSRVDTDdpbzlDgHSu9QQdMzzJD2br2aVxL1f6
r8uf+fVGOvvM6RX1/1olZjcbzbTiMFTMozfKG8FwrOhb4B8K2MYg1QrRVVaNZxMeEd+zreI7pCJN
/4GW4spsLe6ao6+YnUe5mKQ/Xb5ChP1XdT8KuO/SZjXNfx4mcSB0idMPTIuK7XywojXmqdRTZyqe
EnnnlwdFjW0/SGxwf431bmQ/RCac9i7++0vrs61o/ehKSJBeL0/7l289m/ajL5kNGFJo4FYVX1K1
IyLQVw2cgmlU3JjyteUS9JYbCU1qQX4Qq2dR3HnjfT98UwV344VXDSwaYTjQRnFdQsJSmdtEq50Q
7eZeraFtf0d5mDpNvr/8zQtB3zR7wMmJZFWQC9ORPNrRiNd2htUNGsyE79RIDOOHoPh2Wan7HvIb
tx3J+G1KqGKltZrw4vZgyXgvkhc+YwtDMVfP2mDU7CbuMrupqwyZ8vZDrSF+uTzI5R3yj6XZunim
66pKiSVynjwMIGr2dzVqtnqzBh9YszS7C+SERXMjLHmKuHG5KseUXnqqt81K0PxFFXe+1/4e0/wa
UNPCNAYftxMU7sYECibzP+PrvAEdGTw1QriV8U2eBD70XhL3snLtBTeqRRjyFlvvSv5mmCP/52c3
3NE7jgrKQ2oBxiu2mfxGqDlYK2mkZZ80tcFStqGo99VqdrTRdCV2obvgg3XBve99CPJL44kkMb1l
vbKLZHXXiyPlUEAOlvUzcn+XpQDBpBvsR6vdIOi74p2Wd/7RB838xuirRQ8PpGan+rjLhtyRROQ9
rdvKlx1LyGlLvKnEx67WbSPYXN6QC1sf1PdEvsx8SLSnnB66RE6ELkhwFGnt03Qp3Lngheo4X0F+
Lw0ROwa8FcTE4hkuQagianYGHhgUQOgIno+GHZiPTTLUED+6lbDj33X3LvoMKMJzpdH9A8NJa8b/
ZcATaxeNhLjpOU2CW8Ayn0KnYkN4fIiNbheM6ZZU4oqZpQB80lL8284sgIgVdwj9BDthWf3qPYWO
H+lNqcno9cBdM+3F9bqDSduIJbZI9vpPeic9AE7daW20kp5dnvyjb1FPFxkQPHrjGovcTMkObd+W
B1G/y9CWs7wHpXNKMbk2KMsmKydt+t2ZZ9AQ75rA02CnyYOc2o3p15eCyW4UXuuS51j1Sn1teWRH
Fmb+VGrVIRBTZjmx7j3je68cquQq6r4r/VOSXUPBpsq3Xba2tvPGAi74k3HNDg0EM0BeTcalGfQb
fXcFdx/TJJM+lsFnXEMFBEHTWrl58aCCH5j6CqY0+2wutZpXqz4wUlXnXLjqVSLUdpZaK4/WacLO
luzIzGxCS7H0Qf1gpvcSJ+/2frR1063SP2cK1YNmJatw1uH4NZNH5mYzSZQtI9DNLRVlj1KyE8I7
mE8D70/sW2QatknKzehk6QfNdTDfr0Qcl6fUmPeUxmESS3WM21Uqf9tZ4kOrZHdtbK6cgjUz0ukp
GOOIHFfMGHPtuaKIoL+P7vNlL7540P6eRuidT01kgeiLTc+qRaNgi13htMKKhbVBzNxZlNUiAl5Y
aHx/r9D71PfeNeCj7eWBTLt4vv2m6geIlUlyRJvtcq9AlodaGXFrqWyDIqQkfycVNex8N4K+Rua2
FCUTA0x0OSRJFFR/T6fNU81cq0JWppCu2+FT8+UrWkmKrHf0EMS69SCOYLZ6YhIjRg1hLxrV3uxf
rOaq0T4s9V5UPjLjQ1BAkz1adbqpsmyjdjeC8QsQqhPVsn15dpbc3ckHT0HfUeSShdB35NNWCiO5
epBDIPVFVv9WLIQZ+EMEw2gSvHlemN74wxg4Qic+mD6YlJXvmFZ7tkz4IOKG6XUMn+BsmQzw7q7q
S5pd93my9U0LyLtSireSi9BRi6amHadd56hW+OLTmu7o3Qjtc6DJXPWwsUnG2gFYyrjAlE75ha4O
Sj5fM3c0MwKLVho1EL8x/mHFoq2l714U20bxTTcPRV85hvEiqGs9sAvb9WQ9ZvNAio33bcZ6+AUp
EFmvRR5bTXuIENNFwa/Nba8O17qWJ594NvlHu3bmor1ENoNawGgyblNSaB1tR2WQbiE5cxrE00Xl
m2msAuknL3VmlVj5K5sn05R5uvXUDDyf3nMyaUK3q+swNnEy0BJuzPvYeEiH8lPVk+dSX6tTLmVR
2Wt/GzZnWSavVeKYWZ4e1a9N90OSPz1L3OTma1Ye6hDC5RF19ZuiobinrVyGC07vZJvPZtqXm4oE
JqZ1JHWS9kcHv3ObrnjWM4QLd+CJlfnM6nrRugNWQq7YNqr2wfCGsgu37UYxf5UmKAfAkDSUZBRm
RWeM/M2YhiTdXug+3kTBLqvfZYtMaWyP4/vKSV9e9omVZpI0seb5tipN8yQfOOlZ860fbmLloMS7
Fu7mfrzyBggEbxLVQQr6stml9Btz8o9Z+XS3RSNkzVbKQ7KzSCZG2wi/MsHta/ivy2pjSqaT0Q0b
IqZKt0tMNchwoEC0B28fC8+JvJENB3HikDRkbd5Ua983LfzZYYA3nVBs6viZZ/Yz1C4KX2BWdLXb
hENgR3VrW82jaxyq6McwrmyRc8WlaYsc2ZttRCHz4iyomI4w6K/I4UhBZ/vSLs8PsXAd5PRBvGja
Hb2Hft+QerwbjMgOvT9hvwmkJz1fK64vn8mj75ltWX3UE6kNp+XR3tNmPJTxuJNweU3wTQZR37wN
qkwy5bUY+KKVEOH/4+r/nvw5qA6BWK2nz06zBSLgXLuN3Xynu3cuha+E51P+Yfkoe61lOeYxPzWa
SRKJUiuaV7i/WRRXpmahxiOV1vGB2oP3nNJfAmrw3tqO94ETHLxXa2/u2m7TbcCY3WeHNamkeYw3
/4DZkYi9QpA9iQ9I0okEIJ9KJ5dP3ddj/3hbz03MgjxDEBOhDynz9jtpp734r76/aTfqNXD/G2Ix
7nDj2vF+wDtgW5s1/rj5Xfq/xgEjEYlN7YuzCU6SHP/nY1wNPxXC2HHS8LKt9JuW25fHuWZpNpOK
J/R+VWCpEa+rpLJ1y1GCp7ZFDOHHf7EEJGRqeIdcf3ZOal/zePL38MVAYWnUiMs7rfkqllctqI3L
puZ31TR9sLHjkRSyqDAlnXpMPTKHQEmm/akhwpx326LxAPW8XbZydvLnZmYRaOALYSaXmBGu3Lvs
F73e/fNEmn3bbbRHs7dhZLhscfrB+Z5El1SEZYRAE53k03FldHzrqgQUQDN+hcpnT9dp4T5U+spV
v7QnJoApbA/g8yncnpppqqbzSp+V8oTbxjuI8n3c3cjZU6P/25TF1wweWZrtPjHRssavpz0h5fux
tG7CGsIoJVXoU82bDSkNO86KvUz7Sl9VH7m2cqUvTigjRG8IkkP69mcjLc1xrK1pQsvOtgR14xXb
2nQ07/Pywi1uyCM7szvLpBSpqCFgCs+8CbUbNdwJa5HweXv+tOmPbMzOF3S4QNeAyjnik/4kHfzW
lp+ADyGCcKW/1MZG+OZ69ugEG2GzVlKafvpsX/5jep71jno9p7eLaexbUtT06vRXCF6TbUeLLdjJ
A4/Dq8sTurhwNMnTuw5lLVK2pwuHopaMQAwTmmQfqjo4uvTpwxtKLf2yncWjAA8vNNDkRDB3aicZ
gkYOaeJ2ovGqDH/lwasAb1n+oEm7y4YWB0RS+Kthg86QmaG48arMC2VOQiwc9PLTtNrfVkzrfbmm
3LpmaXbmytgNBrfEUic/WSZtqt+VynBSL1qLTRZ3xdGQZjeoWMRkwV2JIRXm3YjCnEIioE3Db3Sn
P5dRcxuIudP7r3L+lgb+I5h3UhvjtjN/qPTeDFB2jLBGG0V4UFv/8H+b7inAOHoiNzF4UrXg26Ri
U1nbXL0T/U25liiajvXZuZgwTCZkFRNRx6kVr7A6WWo1YG/9z7j5bFtnpI2suKaq0X1cHtBZIefL
lR7Zmi2rn3APogEUO0hHv8v79MFvd5Vjbrx6Qzi2oacN7pXsrzX40FIkBpoHdDisKxMf7ekQ1SGU
OjOaDkj/kEkPFSibywNb3K5HBmYrFSlCPkQFBgpkuEPldqiRcFF27RqL26KLPrIzixkMOWsTvcGO
FvwMktHWpCcp+uvyWBa9yZGNaaxHu46cC32Fk42BxE8Yvfe550SoiYQNdf+VdPLivBlwiVBuoLNn
Xn/vvLZIjAFbJQyRmALbIEISuGJlcYcfWZldbD7YKbRq8Pw+R1YPtzV8Atm2Eenq2KlrigmLDuXI
2PT3o+kTvbhTpAZjgXjnmluj2pbdzpJeUbyryqsi+HF5tVZmcM78kvIEkLXhKzh4b7J9n+995dUT
N5etLN/bhMUQjFEdAjZ9Oio1H5TRV6Z7O7kxdu27uPVsnm8Z/Z+PqV09anv9pdn8Gmxz5W5b3PH/
GJ6/HdFvi5p04uasBHM/Aowr9PrOrY3D5QEueogjMzMnqAXILSBjzRZpCjsgfSN/v2zg7BH85fqO
LMxcX6EoSaQ2WBjlTxUGm6K86qw3VX2Wi+++zK0iXZvZ2u22eJaPjM4cX++3oq5GGNVybrO0sInG
SUD51MHMjWJ8NAHtA+lzo/MCsX4gy+gIzfdMTF/bPreLELIPtft2eSIWN+zRJ81cpdCIngY5ZuzQ
Lmgb5kue78r4uVzrqltaUJTQSXYDTFEQRTjdsEleJ20G/6dTy5tgoGA7jis7c/FldWTi7OhpgWdm
vkG8fB9te1vxbHcXfBv3zS76oJOLxoXLM7dqcLZJ9cyjcT7FYHjbfKYH97qFS9DuS3v8FG0Z7ofd
ZYNLS3U8wNmWtbxIL9G7Yg7b77246Y0nyXiH/vj/ZmW2R92Q7aAUjGqI//Qm40DKqf9ZW5+XzSw5
ElBKEwsSQoN0op9uCL3LKkQCGExSOAYPDk3djeEanfr0I/NY6sjI3FuZci76sBcQB9CcnXgvlFms
8Mkk/x7eVFmItPMa5fnS3XZscbYnRNmzuljGol7sVM9pZM64bA/pbfcRpcXKDlyZQ2O2IUyraeH/
wpiQvUbNpm+/KT8ur5K0uOfoXACAiFz9GeykrgW1HBraSrSyejX0orrqB3lnFOO7lUmRHXVmt++r
ctgEsJFfm3r83mVF4RTh1gp+g6u+1ZJup/RjvRJDLHlSnYZGtFzgXAd3c7p9LLlRfTEjBWW2ArDN
wPF0F4bAX6Fu18aK216a5mNbs2kuvUwUEmiAnLzoKL3Jzlj+VrsVgM/SRB8bmR07QiLPHKYOkXTw
7c6TNlnc3idCZI+KvLu8qEu+GEwuia4JhHHWkE7YZ/qV13P1SRutj5AD/HXZwOLiHBmYxnocc4XQ
mBkJBjwkGztZcZQmsFHGzNStBIT2srGl0Rh0oZsoSFKEnjcZNqY6iEGvxk7W/8y730W3MltLq3/8
+7PBFH6jGp4L2NMifesp1cY3Xut+Dfq6NGXHVqa/H01ZCtrUTcJpFOGh1fauuFWlFvozXrgvl+dr
cTzalDKYbmOURk4txV2SmWbGTQypnFNUOwUCT9lY8RuLi/KPka/o63g4mtvKlYgRl5qSaewhI1jx
fdO0z127odGyNQn+mpDHnQ4jLUVIZUKuKaW4GitEI+EyeQ7/y1E5sjKvnaICSsVAZhyyt0ukz95d
a0Y8g7lNcSgtbpMeFZSKZ+35TaPhXwYs6FWMIzuQW9Ab6GP3kbgx3UNefueERvWeFn6747zyyry8
H5Yn8u8PmKuKhYIQlnCuTOlU36FY6urfsuq9X6PcW952/5iZOWxPDKQMJT6SJ5QUTe6G+MVaC10W
DxGdnZRa4fsBYna6J9xBqUDFk6BJ5TetfNEC9DYPQGzCtdzl0i1PI/3fhuY+Qc4GL/RJh5FFlLu7
rvs2CFdq/V4mV2p6dXl9zkq5XzvkyNjMNaiZ1ZRQIxH2NTbaoS+WDXo8RPPZfry1v38fHXt7u93q
9pWyVudZPMVHlmcP9S4L03gwsBxOpXEIavNg5Ro/U4CdD252jEPU9Syvx4Ty0CSb6llwhHvBQTrx
ztgWm+KQO1u733ov3Sb9pt56m7X37OJL+mgp59s/NUvdHwX2jPlTevHuszdpkyPC9fJH+Fk9Sk/X
zQY+w7s1hu6VDTSnRM/kHvIUE6tygjxWtC9giGtu0YVTo5+x/nh5By0ZA34AcphyxaQDfHosRs9S
42Zyxn2U7QJZdhpDOzRjeVVJlhMg3lKX+ZqkxtLWMZFHh7AILJo5b/9RajcI3JjQFIVjVxHtHJAy
LJe18OAWB820A/cPsTJgn/tIvjWiTb3KPLxUbz7+gukLj64gwSxbKQD+jIL5vdzDJITIxC6P73zv
rmR/hc8uD97LE72YVJjyZlMBTJ769E9tapZf1wFq0k7ikmZSqTQ/BvmjUN74euW4OjoyWWSX3spV
eAYCnQ4R5PrcHiqYAugkT83GppkmqY5ZCyGRjzwaK0opVndDT3NySKuwcExjjPeFkfeOEYYKDxK5
45FqjiJfVsNN1nTRysle8vdTMRA+WYO6/7wI0oRjFpUyGFi3fK6U7zEcRAGMfZcnfOnuOjYinw5c
Tmn7TVw/cQCmmf61bj4QLiEQcdnK0l4+tjJb1XgYjVYQGQrvDABxkCm5Kz5+bRyzveqKUiKmEha0
6KlLyBpig/43fw2gsHRB0ssKcl+eDuacCygyxazIy5CuGa98Cw3rsZSEe0Xvb0y92VdyvTKsxT0A
HwFeh/j1jOS0IO2aWiM9QLqY0R/xXpifOTCI/7A6/xiZh5o9JUS1s8AqmVXjlCpMhmuh5hl66Ot8
oQYiQwdF0Xf+2My8zvVQ1SYbGYAPtZNP4SG46W/yXXrD4ya4NbYdV8W41e/9a+1weXhnkNUv4wgz
wlDA8YZC7HSPSyRKzKJib2S+01o2F9RtdFd0L9Eh2oR7MAqX7S1ukX/O7TxRp0WKKnl1kJD+8e3M
+90I0JdaH2n+WKxVGxa3xz+m5gk7SR3MLggYWe/FmyAcb4Pep7ujW0EmLB7ffzb9/IaPkiDURpcR
tVqz76X+aeT6uzxpiyOBZRbY7MTw9oVQPLprdMnVWi/BRJX/VgQVFicUPH9ctnHOLTspTJAigJkU
JSN5rg+Z6HEJ1VGROJ0z7qxb1fGuvT/llf/de8r/IvGoPCP1IX9A9TDV7KFRSQ9rvBIL4zz5hCnS
OBpno1ce2ocIIYvV4KqQIYniI12cobFRU0QwtpdHvJRgpZsQMBPPBtgk5vVtkT4zpVUZsQqxZShw
eWm3LuCtxgCgg4J4ZJvNJJjzqJT1LgQ7fNn+Qtx0Yn52u4itHEZ6VLKq6k6gNNWTbIJjtHAU8UFc
44dYih1OrM1umapKsigKsKYozzXphhFaOBhcDP+tUbjYScDRgf4frrYTo7OLRxssVYXQFh6o/CH3
UNJbfV4uPV9OTEx76mjPeIqZJULMuAThydV2dMMqPl3L4p3mvkcTlS2A1A8lEaAehZ36O4x/Tjts
yeqgH2prwU2n/xa9H0PxarZrolLLc65r9KwCfJ9IL0+/TQmipAh6vq3J35Los2p/aeOuy819Ur6q
44bNtzGzfnN5Wy1V3U3OMpWQqbh+ppqlBFoW+yaTPlyLf9QfBZLJV8VGc6JXdOZupEOx7UR7dawL
jp1nPB0HyMcQo855Df1QqFNB5uz2u2Er/3J/QhXx27Lhm/X+pPf6Lnmw2NmH8Gnt+lxwGhhGt5z+
SJL989tTHFS3kPSKSLAHof2mI2xQ7y5P6eLYeNpA40NK05hTBUGuovSKQT96JSt7o/8NM/XgVU6f
7vtwf9nUQqg26Yf8bWp2YgrIZExEdDkx0iYWNmJzZaX7YQ0tu3BnnViZHZq8LybWWayY0b6XHypz
rR1hcVGOhjEN8+hUdqGWyXmAgVB2dO9b0O78NVK7pchlUjejHDLhfrV5x53vl0IZtDFq64G4bQe8
tbRNor8giwykW7omUWJFOMkGDLDiuJfO9Ynl2T0lKHEO1ROW/eKpoSyeAGX5i+QgusBQV5cU6dbS
W4smYbgDPwpqh+TqzJVIVujGSkuhhCxNXL1mKJOipBihbjY0dogEljDwflhxJQurONHq/W10Pk7R
pINpIv1Kx8dMfxSlT73/fXm/L1yCJyZm4ScsVaNS9JjwTEekT8aw9YMHnf1grizaWTMZge6xpXmx
rmprDYUXLCl596o1xXXoTnploV3lAxOpbGrls4zfdemF10Sh3ya9jxAVuBvTFqPQNjX/ELQ6rOzl
xtO/ya6InObvQIavIhTpqUofe9RxQ2GNxGXBIZx89iyxKQatL2kVn92Sz5CzXSe9WeAl0+1/WAeZ
TjF6wEHzznObnuq7OXy7pO31UX0LLCv56bENSyD7is8zRMOz16mOCJgIU/q/f2TR36xzhuGXoI9+
/gjp4iJJay8AsRW/ZOJNGq+M7nwj8/sGlxMmNDQxp78fuaOkRf7SDfn9ikItpNDwfEc7S3y/PIcL
+HzMANwlU0KdDlunZibAh5ZpEbRowTMSGF20E5V97210z7Mr90EbN0UL1cht7RSvmmrXjiPbWr4b
11zj0nB1eNAJO6DFOgNL134uhYPMcIvsTxbpt/Ug7IdGXkNKn1+L6OnwH5indQpj8yxjHadSEdcF
SbjB1l7FfbsR35Jr99a400qnto275CN1kpv42ljxS2fkOjKRBmYlCM8AwlI5Pp3oURQbIRdxwJ2u
j74tAHT8lIAb3kBPP2nqxjVY/npS2A0ypXrK+jjlzZJIpbKRgoBWZlJTD2C3qsDJcqvSNwr6O9uu
KlsQ8nqTpDbqEx5k60Xkv7pGU712Y8baKWJkXsnuavfKtDFOq02MB6w3zZHkM8/6lYomiXU1LKm0
qx65mdxotrEVS44hmKZdyMntUMaE6HHoXhFnrcEZzzrcvqaT9w+ECzR3nLVBSG4Mzrzk8IcH+af7
S7HzW4EcteWoB3eTvbekqK9gSE/t6+RBvUdhZCW+OvdxDP8f+1+X39HxFCSkxMSJ9DGLPz39BiKP
1v2uJSuh1eKpOLIy86QQ6reh1mLFrJ4jtCfKGHGIb5ddwNKRgFAclhzEZxDFmW3MpjLCKlfaqQko
f5Qb7c63lL3uwvGTZLYJf89lc+dxHFhmCL5RdoYC60xTqyoUwZMahkT7k2OVsi37K7X2RQvkm4my
kJ8n/D09aYmbybLsTyGAoe8sFTbYcoXxc3HKjizMQsWhAGGCGjTlg+ypddFAfBHDGyuCgmmN9u08
1mC2LAWqC7JdE3Pl6Vgaty11iOrY5uM97QBiceX627SzNcRaV5Hm03t6fqSPjFmzttiCyKZMp3aw
stgk8l037JNia6Jt6V3pENjAN1I9JAHs71cmIhOXt8UZ5c90oI+Nz7Y6cvYT5y7Gi/vqSext4RuM
Yttu/xHfaZs7tMf8jbH/Ll3Z3iG3JRpaUBSyUwcFrm0CMnflc5YO3vHXyKfzDrsNiK9p3sXitqSi
aV15/ooHWXKgxyZm2Y3ct1xXmrr/mnjT9AcZyCMkhbBiWTvBdKpVAdrFY4FiCBxFdN3SBnA6pD6N
IjUFRQrF3a6qH8XxXQ6vzOphoAWv/mMqh1j9mQvo8KaRk4m/qrXO5yX7OGuCGRDuPAhmx9ItdC9s
FMabWLTOU9pv5RVvuWjBmADAKBvTiTSzII55Hsn6BJFVKltK7hBmXNkWC/k3PBdlLPS66NlU5uex
LASxcCMaZjoNWMBNMjxL1pUQ3Xn1NtM3nhXZRQXQjX9WyodLjuDI8PxsRkbr1W2LYZrVLGEvKX+F
9b00fKvya+nfY/hPBjnvSw0HXFE+DTJHjroafuWjfC34azRRayOaH7EijfVhaubyFcXWx4c4veEl
4up/ifUVQOfNZf+ydKCP52922hpge1UkTmMCe2X8rOrrsPtx2cTSrQAnM9SkigHZ+vxFkOdaWRb1
xM7sqkBWyuBP0KJA2GXjsPV7b9yWerWmArg0iVOajgLrxIk0J3jvBV8JrAmIl0QvdY1suiOI3zLJ
HizkoV4vj29hChGaR7V8ktKGe2l2F6lNK2WCjq3aIvErq/prXkMuFhvBsHLMFlzjJM5BhZGHHYSZ
M0ue6PLwNXFVAcyr0hDce9kjzUz3gpRf58q9Lyo7UyM8vjy+s/UjrU5hziSepA0H9c1TB5kprgyo
POX8gv/Kmh/Fl9pJcEgb75q89+GytbOVm1mb/n4UQBIehXpTYK0tDoL0LSyvtc5/GssOWYAQLr9g
xTmujW42p2kytmFQYi+u+l1iKI+5XtmqGW8hLbvvM7TxLo/vLEA+Hd8cJ2bWcmwYAVJirVST53wt
q8/C+OjXesPOU2ozO/9D2pUtx40ryy9iBAmueOXW3epuSa3demF45b7v/Pqb1JwzotC8RMwcj+1x
hCOcLKBQKABVmcy21hheGBUZcBpK3us4Ar1jlAlHye9PICzsQJs/aBBWBkOaWKSp05Duj9AUMSe8
8KxlglkdGqMkzdZWgkvAL42S2BatPANXnHt1GinqR0B/rMyq51/dhkJJjNAR0xgU57R0h/iCUG1q
1WvAe4FfddAF0rzbLhy0F3SaTQOQKHnBQxIk/DJUW0F1vI0N0+95a351BCHIietw6FTgOuIrnCL0
SRNCdc1qSiCFkp1igTcTOWvomv4XrrmAmj9lYVlUxYVYyIAqdOnRgGpapOImstcOlUo5q+AqZs7e
uYBiYkodCVlGGgyi4tMLLvtQ+97+UIyaY9H6KljgMNEkUvAa3wdFjQZUR57sDDpXBFSIGXyjTJ7Q
i5029xM6snmpAm/WmKgS62AHySsMZSnjcojQ3EyqFjXwud1nKi+kXD8TfYwmlFMkHQ0zGNivE1em
eTFLGdaWGg2/k0KyUDB1Zwz+oUnDNy9LcdtYt38iiFbENDsFhoh6kdqOwCGKp+JXBX2z24404305
MH39HvYdvRP0rOjbj1GHcJBYWYbSmUmgQR3EFTQbGjJF3f+LSIPdF28HM7WswpIXCHmiykNWYabF
vDfRbOMo+WhPRWVjS+Gcc6+v8GHgEoxxq6QTcgOi0DVaUo5yd4TSoBKe+tTO9WeIcib0NcDjwfaY
Xt9IMpjMJKclpAqQZWPJSDdZeJeC3zIpoE/wGCNNbG0lP/viPo6cGuJqzXk09lJ/EzQPeoj86hj6
vIrPtRW8GAKFORQLwigHcoLPqVX/vY/rXxqJd8Xg/dOSjA+rUYmI0m1wKLCXFhJSbTnMARPpKMnQ
sm+477tsj+za1oH7kL8hmLBHfVnz0H2DgY1qs1aONTb/SbiX4hdP/P6/QTFhT6ONoTcSFkYFVuwg
vdRC6YJRSxUyHGw5I7c+QZ9mMT7a1AEIXlEPZCEQWeJg+wKK+RROL8o6yCy2jetGXPkzBsUDNcJa
wKqLa9SyRAFk571jIWecKVrbczX0Gf8XhrGlCpPcK6e6BrPyeaieNKF+q7PbPGlcDVciAQStOfvT
6saxRGRW2yQrmRg1QGwzSLHme/obxsm3Y2HehII1QdWo++eCmggqRNWUD1FhSGp+jeIN8tCmHTCW
ot+cIpRrCXrvJM0tWpAbmcdTO2cpbIhegjFZTJH4ma+GsC8sZGeAoGyQopi6qCwwPHW+ZEod2kpe
cnpBt6vYvrSSmfA4KdbHeGHw7FyLfMPPpgS3xTBY00zqvQ/KA8QA08ZRBOxgheOB/c5Q7mr92/Yi
5OIyC77Q9UDHAwFWIeqC8PIgdhdIzZTELaBwKySpWWigfFJsCZnBNvTqcllYzCyXLO2ECPx9yLDw
KiB2N5M27DreiWZ9aueuBiROuCNlMn+hnyD87Le1RSbRBmMCTk1N+7ZtyHUh8RyXoULzXxAmse9p
1eh0aKCITO+g+NWQV0p3lXBKlVuoCFrlKyW7urk18p8N5QziajBYQDPrRChjRegooOWkgWSgaE6g
TQnQ0gCZW43uC0Hnvaqs5TMaaM6IhFocFMUwwUAtskj0JyAKxdPYnRsKcnDXK3qo2ZQget7z27+v
StLn4f1EZHfXziBJPWZA7PRdQxwtvx/jCY1xuZ0FM4MR+lILvI3xulVW/VOG9hRKN1F4xLbaor0n
ztQBT365cKqHS+ydM/+w7Tmr3vkJwb7d+21W5nMrk1WCSzPQCxsvxpzgzbGCLSNKJa8XktkKFc/5
VZzb/ngMgt/bdqzngAoxQGRFCYFa09foJfpSEgoGUMC9/Q1/3kmVsa/0wom8CTrc8q7XLhnel5D4
8jR7V1fAApoJ3lOVphMKGAAtvRRDYNKkM/uwPbTeN7l/r8tpv23rqv8v8OYBXwTqEmULUd/NA0qn
nTwNO6ivO0UOrSza3fmlthNn7oWEpwvKM5OJ0+nQDbI4wxIqvAjejy4pwTEpj24uv0td6vSk4J0X
V10HD+3IZqBWAB71r5a2UMaizYSRDcnoEjKAc7w4h2APM4zpNpKeQ2ncDz4+Qx/DAnk2immp8CrG
1DRqb5drvJbS1dUyizND3YlCVZyJPApq1ttINSprKoddQtqHIZA5C3I1/f0bQmOpubsCB9IpAITc
gmPyFoeXKN4ZClqxOQnp2pkYyc1/bMHZ4evYCq2qp3TQkWJonhWixK/F6xVaUPZg1nW2HXZ9Gj+h
mN0JXfXg6Z6nsWv2nXYx+tcGDKLbGP9PAPgEYXwl05pJHBvYo6c+bvNks0cRbpzchB4eqzIHzeUE
4gpSzWtl4QIzyx/9BW0RSADuxAYayyiHkEExte/QvVMN5qjt5fK21DkpOG9I579fxACjy2MjEgCa
EVtH4brn7/S644zpKgg6s6F3jV8o0fwKImdJOhjzvGUozhjCYqeMmgPKHmt76lZdfgHDBJaSaKMR
aYDBNbvZFj8q9Fr5OarWItfzBg7YqtsvwJicT6KNnlcjwGbe6jG5LTpoqPnf65z3lMMDmsPpYoY0
X6pwRgJQmN1H/U6CUboB9SnOixtvjpiQpBbYAOIIjgCKdhz30sdAHN20rB+352gdBoXWaJ1FWxhL
blYWeZDWE8KShGbAXh5xj/04gG3nf0NhAkUWF5WPp4/KGhp1L9HgaSzDXZRRzjF5dSdDC/p/jWFC
RRvqid8aFDEW5/4p2CkQelDDfYPjZOnbE+/0yhs7JkAYldcrbQ44NDRC16YgHdiMeaUAPJuYtYrL
moBqkP/Du7Uh2RWhQQR1uPR7mBiT06DOskYHVC87cjK1T9uztrp+IV6lgKR0pg5g7KvKOmk06gFa
PSI7HiSoFDa2DJ1C6d9cZYL94G8oxso6QdNJVgBKktuT7I9WpDwMKZ7fxNb/0VXJQcYDZl94PP2B
1Slc4DIhShHjoYtiAbkPvKMFSxFKr/2h51xkrs7hAoWJTXIMUWh5ts5Q7CZ5KMCOIuEhHdLURUUd
bmnHaoRawDERamq7lkopjEp8p8NFcFfs5Ppd0VrOqubhMCFKSvrOKEWYRcrGHOassQxx+Rw/tnnE
yxjnrOXqIuVvmyDc+jXqZlAW80IDWDR4DvtDAB5KSIwGrTX1npnEjxP9M4hPucLrmLxuR5+PiAtg
Jp0aBC3RphTAYW2gaP1P7VHfNQbRbBDKyljYpcVj140m7Qy7R7JadGDv6EKTQOmNdPrDoJT3Yyry
Xna2XQoP48x4NLqCd3fMcRM9N91RNS5NHkDD4EXT3uOKJ702z+T16M9KVwQvHArbsC5LY1FUCYJQ
BSGKsLC6fDBDuTYz6TBk38cEJcLBv9nPP1pyJJz9kKR8NXCIPULCCsEVB3T0XDl1862Wf5c8luT1
G5YFDhMBhHaMotqDaTq4DbJDGoJI72dS7dPuMko7iRyG4lfVPpfJBW0z9naAXb8iw1lAxMMpLj3Y
mg2lFYKm7+FcVeOo1RFKsSDYhrL2bZHf0MaOIA1YQmgOhCPbwHPkvp7Pv3E/OhsXOUzmT+XYxTB6
koiZoKLfG3gLdvVq5dM0tgNz7IQmSSRAGBmK72FFoe81ZLLohoyHGNyZrja6if+P6+I/luunZcy6
0KHuICYd3EYVdExd+zJVyW578Nb3jE8IJstQtbCtRYjUQ/PsXKUZCqafdGz/2yDrK+4ThNl7wTAM
kXWwMFt44zMV4VDPPAVENmtMmDY8NPHNJOy3IXlOway4pBfTrCWAzDzUMOvJjZdnnAL49R3j0ypm
sWkyZApDA0ltiVLirDpnXr5rtXMINqptW9aBPvMJZo4iLeghS4nwqOjoBE8j3yKZ4XQQPsoN5XUb
azUULyIIs7srRkkabXY5EB8lEBL14pcaL9Ct4bY+2tF4HaKrpi3gmN1dK2opkhrA+envMrxVCqs0
7jKVE5pWnWGBwuztNY00tGwBpYung6q2v6SWcLL1bUPw7Pg1widiRIssBERYVpCURkOWbFbCfVK6
2/Ozul6N+c1HEtHRxGpigYObNFGK7kPoFJ4FRT5rqfiiVfrDNsx6MF/gzPYugip6SOLWkxEX5P4V
T1mS7EShK0tmo/qOWNlCuwcjXgBmUw7u7MtXwXyBy/gfGYW6bqd5E0FJVdWVN94kmzg82h502bMY
UsT0e50FP6GtYxalDpng+qRD35TzHavTufgMxi9l6IPLfTNnJEl7UyjFsUZRVwrxbCLwGLJmi7Ys
ZpwzpWrR4/RVWW36S4XjVBEOdygr7l9B28qJihyzrljx69jLUIiL5Va5fhBawKKjJSqcyLgaROa9
C5xjIMkxmElUlEGL9B5OWo47pf6NSp0CTZKhaKvNcyXWnNW9urss0Ji5oq0eN/qAuRL7d1I9a92R
0JfeC9CzcMwKd2x4kro8QGbG4toTlDyfzYPOk69ZmXCW0HxR5bep7Kga5Bg5++dq/Pq0kC1YVoMA
mmokwKKHfu+Im4Ypap44C49jFFuo7NUo98kGGCUm4oWGPTXrJO/Q3Eo6W0qG27KP7sSm/lnJ/WTp
yvRce9NBMDzcH4Z3YTWzu1VJ5ORQVrWyDvQy/ZiDUZx6AmcwruvGMRLoOYMC9dzHcVWnm3hCI6Z6
iOpLGc/6tb9Dvxeao/JiTyJ0ZZbxTdA1O6WIwaiJSBX1h6GhvEuga+KB+Ssg86CCPB31tR+p+CJA
+kVKhXaek9ECxSzaQC39Df9DoZh+q9Zm43wTfzSW+CCcsl3zDNaY5CKcxt32rK3tBsuPmB1n8RGN
DCaPQsBQlKDCHHrJzRVLk3VOMFxDgdjXf5czJV9RPLQZqkEJ14jE6UbAu1FSKLd+Gf+rN7gFDpPn
6IYYFZGOhYxb3L3s5U6po/dA4V3Cr0cnMBzpELFE9TWzfNFql6OsDebo2nOnTWad2i30wfTRAXuL
qPF64de3UjRtQyEHfKioav86fH6vD16swFOS2Er0EVJtpxRvwJCZGIJzn+0papSFBhRGKmelrIaN
BTDjHX5IhSRHwYY16uVOGPpdL9jb/re6nywQ2Cw7SFWkUhjKwUAKPLmF5tmxvs8VnguubpLgCkS3
DaVQhWbGELRidMh7uEYWPKilE6LgQkRWqjjoj/433r6AYkbNG0gnZtkMVV4UqTe1WgS5c+Ruj9zq
mlqgMCOXQqFYovNdnRCeKAoDQlR7cslrV2M6ipvBYazLKP5nQIIetWJyjemRQKbsh6cRchsiqHzq
O5o4EfQ3S5mz818zOn8EZ3T04IZVV6Gj9NXZi6SL01gHZJOZ8Vl9GO+1p/qW3HuuaM/CZOjx7w7+
HyR12+O5tqg/Oon+wmUzG1LFWSR9nJGmg6E7Kgpno3viH1vJHiPOs9Z1w+xXI9l3hjDT4g6JMPbK
HTV9R/dNH/F/MrX79CaFGBudzFfRTJ5L17fB0aB4lsA5bqyth6W5bEhuGjnUFLjPNLhtdBxH3C0/
GZWtSd+3x3X14XCJxKw8NYXOY+8DiURHhOR2lr0Uj6qKyhJ5X2lumWpWyevnu+ZEY0aYWYSG0fmk
EzDCtZmfIYSeoSsUmteQ4DGD1+bZezg2someFvu75/i8122Z50zMuiFTHIpdhIgNkjzXe9Luo9fa
1p3QwSvczseEXiLbsBWrOqgPpS28N2Ct2NVvBby7sOo90iYKKtHosJe/Va54EY4h75w0288eGmZC
A12jBIIqbKMxur2mOEoj7GHDrRcOoG3gbVtrAWqZZTHzXmUptLdHbB6ZZ6pgVxHSncdtVFi9sFyi
MPNcJWqoTPMWlSKgQ59OT85gmlCCX3KLWopEgJaKU4rPk7jrqauOorPt3Twj5/1tkT8peNVF4SLg
pfzSC2g1RPlgmvEeWVczgKWV7HmoSQXogcCfcP1QGW5dn6b+RRM0K0ze6uhZzPdqeSinh23j1jbn
JSpzLhKKAfXeKYxTSuEmnvRjn/wBFe1rPQq/tpF4w8gE/Qoiy1kG1ndLH+9V6XnsHhvvz/8EwR6B
ojZpM92HMSSeLBIS0L5O7pRk9jYMb6rYY9Bk0EBt+3nQwMqG2wckGq1xqMhdpzq99CuSjrlki1p6
2MbljCCbYvvB0EliAFhffatwhd1JF5W8bmOsR7W/z01sHqoa4CZIC8xS2KOYtAMdVy+8GUZ/rFTy
IzIeayPcbyOuR6lPRGZ1jzSuEsUDYlVC/xUpbgqJEc7Gv4ohzdy0MzPSVfVVVhu11M8RhLTBbU57
XAVRJW9/bluyOnaSQiF5jJo2lR07EdVOEN6YUUrNHgVzhNxTMtoE4vKldufj4vx/w2NGLvWnMQY5
ESJG+VApd17sxuMpMr6l3mUAK8822KrzLYyb/34RBXUxjGJRA9jYTSiMP1RxDRYATvX4ajRagDCh
Nva7Hs/7APH60gHBlSWGFHcNxh2KWjhux5ssJtxqfhaRWAQUOE1livIcp5l+jMOjTI5Cw3kNXx27
z2sA9jFRb+qxSDwkKjoYoMf+RjLssOTxDawnnAsUxh0yBad8lIxCPO8c3FX7aY/39kN6LqBcFZl4
Q8nN0JYPmSWcU1dMzeRsOIQzf9ekO3NKtvgGxkuaVgFJTIwl0P28g/qR/4L6xV9vT0SFol9pd5a6
063JGl8Np7Xkm0m1GlfhfMPHgeUq7Vl8A+NEuAce0trHOLTgq7DT3lIfhmO96/bRj/JncJFB3Ong
4V5ythfIejq6wGU8KsnIqNUlcCGSZQgm7lqOzZ788n61sonXcNElZvkDdR13BQrndSflvT+uLp4F
/uzxixXqKUoc0xD46uOZgqLj1Tv1kYO5F12IsD20R++B3IJmxv+xbTgPl9nYI60uVC3DnIPMPMT9
iHKeBIcr7stB+TiCLKzTY/QjDDKsC6sfkXeEWEQcdeZUcs6m88duOM/H1r+AIWrtyRGdBxGkwEmg
/5ZxhoAshSnKf6ZAxLFGxB01rzx4NRh9Tt3HbeYCVcmmKuhGoLbFL8FT7CQG7UwCgrsnDXekYe1u
z9gVnCSDwQAEMJAtIqDhZNL2ToRkUikYuumLBzUaoah68tWTLL1U3UPOaxe7lheRKLhBcCXzoW19
dRULbhKpmwSE2Tf3h3v4ff/TuX30bZ6g5/XyAwy2d0nDNQaeFFi2d18o5DaYUM3woppn1zXNk7nb
mZaz56wzeuWJAIIoKorucDOIsxUTZ4lHkpz4RWjZZ/vsvp3/+uG6Z/dsAhY/8cP5zy/8YWceTPx0
P3799ZeO6WTm6WTZ+8tl/+eyt4+Xl8vLr5f99jxft3Yi1YE81XyvMyvUsLeYadmoipe3Ifiaa8t1
3dD6+LHnXYddE0PPQKgkl0AAhZZHlkACQjhpnI4YfPto267twmjH5KQ7azMs434ZKsMy9n5cV30N
cJVMU3DllqEVm8fjy9E+v7u715+K+epwpvg6wZ/NWSAxoVTMfMmjAZCO5zOmzXJ4plyFGQBImBoi
Q3oWigmMKWGO+9w6nGYA2347u7/NHdzB2tvbDqBcZR4MDmMImhnyIM6Bc35///H09ISSbvNpMB8m
M8dV1PzfE6Ah3mLtH/8U1uOfx96c//sz4poimP/HuxZbtxyyX0iTUbXKvk1XoBHLglqCp8zL5XB3
wPCalg3b95bFMf/jH/sSzT/M/wSbl/IirvZ6Jg5qOYPZ8H7TfdhhZQLJ3tscqA8iwysoRQY7n46q
MbQ5fYUSh9ofGwqyQBthASvAPczLfg4EMA/22fPP7dn9uCfdwiRfMcF+NLR12QAzNWUTv8Vmgd9f
YG1shdbv3evu/nR/OjmcSbxOseZxXRjLbCBt2ZFAjAGMCJibrvu0+2bd8oLK6npfoihfzdN9iRRV
OJtnn3WTIoLe7+Cpzzw3uX4sZMxhslYtTCpJ/AB6s93DzrzlIcjzgFzNFOjUQEUJUjmVvYqTozwT
4vGvmTrq5lvnto7t7u5/Fs7Pj1Bp7ec1cLPtIOvLfwHLLP8Ygm7pJAF29o/YfGutt5fa6bEdoOzd
rp3OtnWsChM7Jdgk8F+CP74m5mA1zmAlpgY+xwyr0+ZsTB83MVvjweSMRhb0E1H+mtp5G7XPH79h
4cyLZ95RsY3Oi3X+Db/jxwn//1hMWE74Yc/LeHu4tHm9bHwVqwYhlF7Zil++6uPbXPuv3Xv+ivlb
8BM7wvyD9wXy7NLsF8wFp3gU0cG5wZZH5jlNVKUicHmMBzKKjx8IkQ/mK6y/tW7mMGlfXF5Sc5XT
kPnZkaDo1ECuJsvMCpCrOpDRGxpaXTuCcEYbTUJbk8Yqquz9h+1h/miT/GIkA8ZE5QZ0QVFgyNj8
cvNufhZJLShjmL/xp8kc8Ls/Z24O7DVh9u50bz0cHnYHx4H5f/5cfmFYDi7i3PHlctxf7MvLy/Gy
b80/vt2bv3iFo/NOzHysOg8KEgLQ9ipsmYoa92kG7c8Y5XRz4Xc+xnnpTJIMiply8Fp9N+lTeACP
Y8IJsitTokmQJplvk1T0BjNTYnhCOU5KH1sDOmpNVQMVR5tPb+qoRjdxVvFqFVbhQIOAhgRDkZSP
24XFVlm1uV51ODtbnfCuoLBdoA6hninxOoGvH/8IMqu5mhNMoTo6OBi7/D4UUTkFIKlSTUmzWjKg
sSgwJ//kyW4gvPnec525Q/ZKdBBzWCN5TCCtpO22vfD6WMJ8B+uFoJgQWw/foUWeaRDPTairp/dK
byvFuYQIYXbSETjxtJB1UAs8UYFzUTEHX8azvgwEkwPWk1AkI8EHKBKU4HvDN1VRwgM/XnkzMXZA
eOFURHW2zV5x5y+gzI6ApowWLbcAbUBdHhU31YCboMAVur0wfPsXUKC+BKm6KqPlnJlotA2A/IRi
5VAhh9rTriBOUoU2SoU8HpnL/E9dDSVEbyDEi7gJcRr8/cJ5jTjXFb8iWCv0bsKlV/c6NZyLgXUI
MEnjFItmDLbJNBKVLivx6GcFY2mNgz1KfxL/bXvErhOR2SfpJwiT0AVV4E2VNsaWWOsi2OI8sXYE
2W/f0g6P8ZoRKXs/nsTHbEgiNymK/tSgvrFzhlYID3ESqryD0NV+xHwQk+iVAZmKED1DVoDmTNGq
AvRnGrbqHfXu0QtQAnYoqQu5OVvTz6FqVRLvA64Sp48PQCcmaFSRPbFPLaSJlUlP8QEgTbYayUoF
R1YOGqRbcHOrhmYu2KhU1HtrKH8qPE2l63dtBp2ZD2FURnUs4cK5uAua20n3TBL+MEa7719Fw00q
t/7HilQMJDPitI/LDsqysSV770n8MIJ1Tvmz7WarMYB+jimTV+elOEnFDDGF72L10whvUuOum3ad
znuBXl80n0hMCFDSXETHNMZPjsbbvH0XKG5BA9573GogXdjDRHIay3JcdTNKg2apwmqUXW9AqCm1
9MrRKSdsXx1gmQliwnZOs1hV59EbpnsQniv0VtNOkHkBMVfc3PiStT1Z1+1YDB4TsUtBU6NWAF5G
zenN+1Ob8n76kfzwD/khegA5yS5+gkP+4NXDr80dbjMJns1QT3Ul0qzJZVJ5OUWBZHEJ++8+5NSj
f9yMCNsWGOylbktiKe07YJSxZ4pNbJJ230883Yq11GaJwuwOpFGHXiuBkibyE0HnaNvYIl6aTEnm
hKs1T5QJqNahNkggGMYs3r6KlYoGAuJFcUT1dCrdheNbG7Zmqx57b7ftGasTtABjlrGUqBoehAHW
e72j+ZdIGe2q+7ENsjp2CxBmBXuIgMgKAaJj2yPdOdXcRFFM0Tts41xfKcyuIEvIeKExeN0YZjRo
0RprbOF4TDDzn0MHYmw1tVXJqUoCZc3HRBZtKccRIbPayh7lu2D4XrWcz1g19/MrPu45F4lEqQZd
KBT4iiw6pf33Qb2Rk0fvH1dEwlZcyOI8MfNmg4Hja7pCKfZwLc5B7DvdKrFNjVthsA2REznW/APp
tSbqGgSQrig+tKIL6j4F8X/tD2ZHv9VCYqI+e3verq/YYIuBtwQdCjS40mSPKWMvRSKdUSRRiMDB
WiaKKSe5sY9J2UMJxkhQ3JZPSeX4sdGeQXdSOGKEuu/zoOk1WkcMcMn97gXclZpdlPuUWFMUtLbh
J+S3iDbpyARN/kCcXM3EEuzYY144ipE2zanr5EHcJak6IDOplEKxFTnzRXvbwjWXAEUxWkBnlmmo
pX2dLDzrSUIbQnuglIideU4qmYNimO3IqdZbS7VQKI4cB8zSyPSZfaUoJLkUQNOOTjG/dVHj/Ccp
IACzbcwqCDSYKRilUSHLlih4rRIIYGjCoSevwd0YmH4WcGLg6nhRKNxIUFuDJAQTbbUuaMtpgrBM
2JDYHob3SqrQwKeO9lCOnLlZMwdUYWDYB4UN3rGYMfPw7lCOI6JTPKamAW2I5P6fjxfGykBNAlpU
UDrydfLRSaUKSQJj1EbF5nSImp//BkCFPsfMvI3Dy1cA6kcDtLEDaC32+i+aiJZRBTym3+vnDKxR
KuEoNutvgy2CiTd5RdKyiiLIZ4BLSAodCt4GI7XRKC+rL37U2yUaEEDeSoV/4W5L4Hn+FuG0K/wO
qjQQO9LL7HvX6WDl/cc9dYxtzPKU6sRIxQC2+eQbWB1seXBAnuWOKme3XUv7qIKzM+opJRw0mYny
lEA3oimFVocueRB1+zlARBvHgKqL7umABh8lS05izMvC1lYTnUXJREQeEa0sX0cwxfNj43WAHTst
sKRStkGR8iPJ5ZeMV6C37ibYJ+Z+lVnIhVlNIi6LMy2HVlNXyJYGjab8boSecHgg8u+83KvqRSBP
erffXgHzv8qe3Sm2fmxReNnD+f2rhUqYj0gKYKFWBfcEYgvZL1BS1VAdVHikV6s7ogwdVxl6C2DV
Z6DKQCH5OOukCSW97VEfKPXyqfF5JFFrc4aL/r9hmIw9qcGR0miI5CO0Y025H6xUR/EN9e9QocgZ
PR7W7LaLFaagLIIIs2BRl30zkmMWn5Pits3etudo9SCMnQlqIopBIBrKwEBYeKxl7MYWDiO/2zqy
SrFFHS50cDXFTIPqPs4SOy9/gPCek8WshnjohyG841YSujxfDcyVLtChboVtscHxrpaqvedHPKJr
Hghzzo9EPYNnACTsY3QFik96yoNYdXPsVQr5yHKvyDNHsFpOAnaSUWh/l354KPoRUl50b/TvZdW5
2xM2u9jVolqgMQbJEFnH3oio2ELxBoWIrYMrV5DIfzcC4dXr6K2kvm4jrt6nUpBkY5Z00GaIzOIC
RZGQhgIg86C49FNqSUX4rBv5SwbNxt5LbDWT7CYrwG4nv8kUdZGtgpbxwtEhGLj9Letj/fkpzAL0
umhMkhLbDlV7qxSw9G6b0mnVxkkGDtTKQKPxAf1liCazOBrjnnVFpjIFH7LlD1AhqHfQoQ7Uvaan
tm+8C7xOeB4aM61hazTdlGZYhjgva9Nz6b8NPsE7DY5M9EbL9tvjuBJcQEuKUguUkKAPjmXtrItK
nUgPgRVd1Xe492uFX2rzYEylvY2zsreiBh1PowiaKApg6yOVoRKgOg2hk1h9y9Cu2e9V4SZTIKuN
9m6C03PBeRhdG0e0xhMIesOyKzE7I21FOnnY6ZLpfiitIBuOxDm0kdM1Naf2c8UX9dk/wDxnzJwn
TO4lClrli7M+at0axwF5BQQJYvgIuPO9WL/XlJATMFc2OQBCMgnM5qCwYhWTJj9HJ6GAUB31ZNcK
htngSaPHOtueszXfWMCwtfZVTQoVEj+J5eFYFNVncI97BXEHwolka1kJmtJQQgbhaDDxfPz9Yocr
qdo2xSzbBcp9YlEfNa5mk5HyOCbKRRjq8GKEo/wTcleNO2YQ9A2g8xKYSqBlJWdo17ZBPMtSPAdi
Lue6qq+bkRAYJG0MCd8SnQqjNlXIh03enLubsuwKIgIa3lNo+X17rFfddQHLpNFBC/bCLiDI3wfh
UuZYiIH2kgfGTqDTfalHZp/lnCV53XRDcIJbYDJ5teoNnlxnMvSbyO+hcIZuR5SDT086PejKHW2e
29QtoTihRofe4xwh1+LBEpsJqqKQSvrYw95weA/F9564yZSZVXujipZPazPkXbLyBpiJq1PtlWGu
ATBH2X6bvJbTc+rNUrqR1afvUsCJq6sxwdDQloWcCrVCzFbZ9s2U+zncqEGjpVDvG112O7BEdj6o
PjnX1esTiTsFTdENhDp2h4r9weuEELbJWiHibjxEAUg/hk6TKmhbkbyfih8VThz05IaI0qPgSbLd
640GcpeEYhMPeG0sa9ajyAB9unjUxtGaySVpX5SRminwLM9wdLU4KtEuql1DiHdlOu22l851Cz78
eIHG3ujlkew3RYhyYSm7ayWItpbVTK19QfAC/b5i92lkZxU5oz2xkGxi6QctfCqiE4K0kD6Iuhnd
D7ZgSzwR95WUE981v4Pj+gzyE2wokWvo/WgYhQHvonFZ3GFrOGzbvhaiCWo6UOhLoLOlMUuYxh7k
z5s5WsWhHtvgvwrQW6v3B1JNZeiGA20e/zkiim9R1Ai5JFzJMAu3K/FiZmQeEMMqumv9Gvdk4hSf
y04Kbc9vak72tbbX4TSC0hXUSICyjhlEHD5UAZXMOJTXgu21hwkey+Xjnj+ayaVRifMJwkRfZZhq
sQ8A0gmUmkMRWYMvOFCFgUZKb+bdsJtwk5JF9AL1qRCk8b+2B3V111nO4zzPix1QaZuYIJ9HMk/R
m11+79pnDdyQEoolXgdyTgMcJL5tY656JwITPBCLFMIRXyFTUfDjqILrJOD48NL61Hs8ecpV70Tp
Ky5WcS11rVbvSfGEwhooO9YnMTnqw4NAdrS/bBuyGmxw+aWiKECiks4YYuRyVWr5HGz87D6WhZsy
KB9HI3T8tr0N/MrehlsdNx1ZJbg+5LkJ7Ou4iY3fNyDrQbBty/pYazk9aZPxsg2y5vVY1n+DMP5Q
RDiiBx1AVHWwKRg2hCi2S/J9G2Xd7cBEiFoHhFA4wldbEiSzWRRr8HslvVS9BKHU4hD2wV7wCoQU
Zd8W9Nirv3X6r/KsWXENERLOJxvMutZQIky9kOLg0WKVhd8kQTODirhd4FlDm+5S9b3Phx2qtDnb
xdXQfu1fYouTcnQYdMHcZVJWGaQxS0uVX5v4Hz9YMyjMBCZVNtOwAkWMftaSU7d2GfxUY2fEXEYR
xyWvE2gGjZlHVRiqVJ97snBPhPCPq+x7UbfDDvVktR2AIAPy8nrzAiUnZ9uDeIM5Z12LuEXaUhTU
FGY27Q7EAEPyGyTznB3gKnNjjGOSCZD251I6N11RYvbTW58ekEIYYEGudOJOGueNZv7XvmwFX9HY
ZEIdq7Dt5olLDUdonbC1xQwNO9FhIp010uMgcPyR19THVjYVBph7wgqTlxxAbE9ucC9VnJojdRIz
PNduZNay9TC6z8muu4FK9f+R9mW7cSPLtl9EgHOSr8mpSrOsydILIckW53lK8uvPou7Z21VZPJWw
r9DtBtqAgjlFRkbEWosSwe45cWjciLnIGLoMIVjeMGIp672IEFB2+Od3ybr9TufUUNF9aq4C4txZ
HwcJxTcV3T1IFQ3xntiXffMc5x7RBEMRGVqHerAdDSY1VRHCUD37TfxrkS+gwJRP7gA+tfNDWs/v
uSGtB+PAkjlORcwg+uXI1Sc044BjzRtChciq7bWxCLjTkOWFfsyxmTkFwCQ3MwDvQP5doKhn6YII
cvt0/bHAneBZRv+XZWL3LUpK56QBFq1yQqJfjZVE88hwu4mI+uzW9T6dvD82uRNtrURmjQybSdm8
ZCoy50VeNp5s58WOdLUOOF5UqAYFHnl+TQa9gEQY1PLMnEBLu0wk7UMdlu5zYJCaaXWLXckTq9/0
Ps5/QCRJv04S5LsoKnvJrlg6UM7WZus2Q299gQ80fB5mef5AEjcGMRjT3RkxA3TRezA1ZmYU7aKe
hH7RGxownrWdXUMmerwm8xztE9lkz2nfX3d9YkARrdKZ29ha8jlac723MtvYLaTTf8dykzrqlBVg
kpAML9XYg1yTIsga40Fjkr3TK3R9IiN2V9mJJFjQzTOg2Qi5kMpHWoW7eaRSJe2gonc5Ul71hs4Q
gCYa1bMrRgTO/zR8WD3HgSlud5rtZFuSVMAzp+relFIaW7vafpXAcqaQyyyGzJDu5aZz/uhteWhA
71Wonus6upe4HdsMExRAdZyJGYmYtsuREkKDTDVAarQM4ijdzUUH7Sr55bzZrXm1THV9JyjQieUz
mCVqm8Ns5ciBdTjs5H400gwbpANU1b6WQax03tzWzXpojnNlYUwMSWYwl8n3U955nfWU9qFgKrcO
/6ERzouR1rKXaoSRqPpdon6VuWN+36DxPK8u1dAUeOfT3ldMGx6pIIRaG0lOBBmTfJlqZiONaGYx
zcP3yaLgine1EOqmjwPOX9dTG9JO9tzTUPn4hwm1ELLDOqTH+L6IXNIRVVeQxSLqLzylnWR56UXQ
4s35PLDBLVpTGFqbrTJ8WaxC0CCYIvTUpoggXtXhly5SqN3cIkCjrTxoOjCxvBvVsioyJpz0Emrv
cgzV0g9mVIJ4aOsGAub2P0Z4zelsQkVXylY12qp7jkvDL8Hu/y8r88cEl1Iw60UqBwnj6OrEi4Gr
b+beMcdf5638H0Hyf28dfiRzuBCQyeLWgZ6vBHkYttAiHRD+/2zWvoirpXoC9589ig7Z1jKtF/j/
3uF8dq6cY0WFeMDKoLRA8lmiIVxiJmLGE1nhojiJ5OVSZfCKzewZxuCEox+Hv/9lCpFnlNEQ9i3r
fhyORI2tZ+UMI0P6EC2BPD0tRpABOg9FnyLxpe6jXZUMBK5w61QhRfFfq9yNpktq1bUMVsPuPWme
EyV19fFSGvda9pAZIiKZzYk8sMZdajlJ0PGkwZokvSbapw59rkV4c54knL5vzj9D4u6wmVVpFNow
ktb34XCr2jdMruhQXcyx24FZrKycCZxxtYg0desSO7yx18EfhK11bOf50uPGJm0YLAxtC0l8M0zR
TUvmd9IV/xD4o6VKBeIXLhcg3WNzttbbSZLCH47Kcw98lZnC7YIzrcYrZswF18vWNjk0xm0TsDgs
apXBmA3ggnmnWNAHND7QnO4aZB/3gq7IrW2CIAttLQgFgAbmnFY4lDUJFShlamodRKSlKTO8MhNc
Wus385HyoRXuVKdyalRGh0ursm9CdFmaJMjUuzQXmNkKqQ7NcA+0YWLLrK8ildFS7nI013cjCKg1
y68zlQ4ECFF2KysioXPRFHK3JZLXkT0Nq1X11R6+1P5CtR/PeyzR/HEbMCG21qkKTAw9A9mGDVao
2lJfWQmpZuXHeVubw0FKHBRUq7Ij3x1RkrzoR33snAk7QVasi0k3XtvkX1QAQLQBTgFc+Ujdcv6p
7qt0VgaYMfB0A+GqfTfU+pcWVQF4yYPzQ9pwFwpa3dc9Dp+HCtPx+W3TRG9Atg7hCWt3q7a1M403
WiLqm1nXmdvkR1a4g1vOegWVSDQKQ6GkXnraisKyje0NA+iSRp6TqCfNB7M5J3MWwoCRdW4BAZJF
0f1qeFwAT5RD6TPuCtpZoaAtYMMfKdBAsUHgCulCtH4eT54dxqYWtT10IQiiJjmkzNTvSR3TtLzq
r2ojvT+/WBt7/cgef6dEqMSBExtUsqMPPca0q3Z5sV+6TDCu0zYgoEcPB8bFnWVsmnkXw5ACdRl9
b6hObwZZ52X2M5l8tSmhXbRjaWAsA+0HC49AEVf+xlE7/AJeCBYPI2OqVXzBPF/nID1V0Ysu6ozZ
et0eGeE8fLGqri3r+mXS7IUMdJSpTRPWXXU2EhIkBQdqTGNleqjw5KHn1/L/MA7sLPBwqOzJ3JkA
TeOC8viA5nkEjQZ0UiRg0ZKXUn/opIqGZI9mJZqKmnk3DwqIlf9jlduyQKuqk0xGoO0GX4ncUnXw
OPTlJogqWhcgn0sFD9DthfxjkNuzUBArC2nBMNsOgNxbmwFxLXjAbE4luFEBSDbRBnTCkTrrJKyj
esJ2BQHEDbNj5srNHHqoghcusyFFg54lIOFj8GgZ+mLSUa9EqpFb40RjCwjSUccE/pNzpIXZo4V9
WiC4gOdtGKmQZruJq/fzm2bLWx8a4faMlKMzYEE3NhirI4dlP3M1kEPXJs7UBuctnSLW4AIOTXEb
pZehvR7mGI/JPDRGM+DHjJe4fmB9YEPYaaq9PLuO8w9NDhbgvVAt1mgCYLBIj33L5x1+B7d/+gRA
iLzFd0jQUa3RMS0DgwAeddCEC07k5goa39gl9EhAuPnYm2coG4H8XsWINcOZK39WJaeufMG8bo7n
wAoXEsV2Hed6DispgFFK57L5w5IvRvkyboLQuBxJ4YfqVZJdKwRVslcj+wqXj05Eu7x1c4GfYsVp
fY+V261zLctTP0APUUs8As7fqXKGxqB9TKjZIm/Z/4MXUEDrBTom9CGiie54bkFrFeYSgb1lsWs3
7wzUd4j6DkCG6JV8yr6xblw8XjUNZrQTXvI8beKsjjHBBl3cxmOuQVExA91UdpNRFHlo401ecjGk
NP9qd7OfXKUvv2uvuFVvElcJcJm95E58Je9q9/zSb+6vPx/GE5cjl9oMbMKHNdYDujqotuwzTfBm
2XIQoLlAmwjI0/Aa49Z10SY0zZYatC/b50aGj0ghI3phLJ6iijQctmK6Q1OcL0pmW2GLhuH0nSej
bpGporKgyALngkB8lk/ZAgtVMUNBrKGZqJq0eXMcDoLzLiljRaKPMJGkeyjZxbo3Fe+xvEt1b5Au
wu5KEelcb+0C0PWhGI8Q3zopyA+g255TZd0Fui9bXgNOCpGJ7womH27/P+AClC8ISGGOTxtgLng5
pNgFFW0uOr8LbNvtPpPgZXYBSqOFGzohtPNoQSg4zD0RZf2Wizs0z+0MqSqMfF6HmNSQ6oGfRmRM
9ItkEdz7m3YQ61vg2gF8jO++sswJ1K8Jhjmz28R09fTDrG4N9eHvj+36oviPFc5hy6o02cAkwWGn
MjWlnRmB+V0kNHTa4AevpdmQqwU6UT0VmUGf5EDGCnl62ypuJDlooUBlPYfR87BQzaguM/uugH3d
8sEhYYtO2pZ5FUi/tY0RTyiAQ453TD6bUawAVgOxsdsOrcaM3JP4xWCfavkoNTReXHCBWjgU2q0q
avTfOOZr+gjtQ0AsATXJHfOO4P2p2Dq4o2Xpl1U3btQZIunwLRtQqgBZjYq3Lh5sx+MbsrHrZ9tE
7rQea6rMhm+Q7P78Rtm4U9HghVQ9QgdUH3hmQ3lSzKwdYygUxRYayLwF2ryt9TUkXsdamlj+eXMb
u//IHOe6zBjyrMkCc9IEYXLJutYkBskNxPQG25039X01cQ5F1VBTwdUNDBtSH8fTF1v62IY2xJem
iwpCCZMDpUVqxDRzh4sqGFPQEFbeB9iBqfFjdGJKHMhluZ+Fm11pjkwJxBHOf9HWXB98EH+XSnau
T4uOD1oGcMT/nknswmXHkGcco+u6nf/hQYwJ0FUQrqJJEewuxxMwRgaUbkrYUxRw2ElOobsY9Wf3
M97ZGX2dCloRms2CqOmUcW5FGh2Y5XyP2o5IT0LO2nkuPGj3Rmh6DQCuo+Fev0uulp3tj5cgeqO2
Z78hRV/Qd3v/3gFcRTUa+d3HDWTk0VDvhN756T/lf/r+sJUkEU9X7QQxE/WJjFolPix8kvz6KnL7
z6GhlhteRR6Qwqs+BmKQ/T/IpGI+/phVj5chjHJJWTSYjToNxA8AwL6cH9gW9/WRBW6hNXkyxobA
AvscXW0H2aGb6ib92T0lTvhgIAdMowf9Z41wEu0I7kXsZfTr//MTuEUv6syI8qjoQe/XUUjrfihX
uls93RXXn6/1tRFMLyGoAN8l16KGO19agk231a10NAVc9GCrUYTaKqZA2l2z2+LLcqBaYe6s/efP
KoA4S4j+6zf9wXqwA3I/01/nh7/18Dwyv/q9gwIGa9FHpCcYvnF7azlmMH4oLgMRd3T/qTjghfE0
p2VUAFY4Za5YNzQgNyr+g9uI93B2Vid1sWS9M4ReV/uGmiA7jr5u00VhVO6vpegCpUM5dSxIvb0l
scdEhYDNOxj8SCgZAQ0to/nheOBzTWqTTJj3pcfjWutpJusUThmqHoGm7Sv7FmCVaECXUHmzWDe1
6P27daGAfxukJwqATjJ/R0pMXSp9gP3JuLRSN0r3pQ109Ph8foFFZrgzPAHvpHYy1jeEINbSVFfA
6HxKbfxD6UWMYt+w45N7CyBhEwrgoDHgcadxGfeKse4l+zYEV2YchPeWl+/Zo/WoBNpuvES/8nX5
9WD8QtTh4yrxO3cGcWb3IjpV2x7z4FO4YbdpB51MCbObzTi2I97AeJqmfuE0kDtyGFSX6BjI/nJB
9ufne+uNs8Y8K1MxoFdIXhzvKzZDb0TRU0xCPzsLYYGk2k6/At9ZARWIZL5FgvUdOlOe2omwjltx
F1LjYJnF0QKajYvtoPSuNc2MY6VG0AX5PYY/zg9u/XZ+gU2ABkDmBs5qBK/HY5Nnw4b6KGZVjecZ
2Ni6IpHPlChPna6IGu+8tfW3cdZswG9AHI4XB1K+3EwaRI5LIqOmC6oU2kv2Q9NaDmApYBZ8G2tR
Fn4jVXtkjXOEbai0ZpSsvVdl5JT5ddE6YUjcyvyRTR3NumtdE2yVbYtIvBAZkyrL3PjQs6OXWQeH
R5Lc61q8E/WXFHpNQ6E9TMMX1C+gqywqqm0VG2zEEYgtUWxFvxd35aZ6OvZoFoc0E6Dhxo3aAbOl
llRvPRkol9yTltzRJRTN342hom22bzRBfLuxrurhLuJC6TRqurlh2EV53+9LSJ31nebN1uhkCVRY
49fzu2jzTGDLriSt0Mzlq4gdUaJpmKoeV0mC1sTuism54GW8NacquGEAILWQ5UNm/PhcRGk1gyG2
7p2qmmkyVnQJ0XLZWl4WVpdjWV6EE0BrerIjrU6XbnBWINvUag4YIAUwXXXL4aO3FeynuFpOgcHq
WETaOLQ91HMtr2a9o9vhZTHnAQsZ0MGqX5a5T6YHpTKdQtaCfJj34OuhjQVeNCO9MjTLiaVqPwwT
bue3tHzPUKw0htops/x6TqwJopqgOUZf8/mF2vScoKjHuwfwGUQG3HnIdDWWIhlfrjQ/yXSl2FTt
X2srGOI7o6asvDTlngpsrvcA52NAPPbHJnfqzdBoZbmDzajLaIKug1KTnGjyCk3y5eqW2ddKnlN7
QHeiP/xDWvjIOLdt4jxUWTrD+DBJT32XXpjWY6f0XgpxLBY2VJ8/BMPdOnqHw+WPXmkZHevX4dbo
tUSOLy5fMySkTd01I5NOjau1OzmC2AoU4ztwW8tBIsEb/p7mS2L/FnzN6mrOTf7qIA9iT9TF8khm
+BoQVbo2u/ruGDZclXlLmHkkvGvKnwC2Qp78pcl/S9aDwP6qHX9iH8lbYJ0g+Y7s/LF9I1NasHUO
mH/1sUWUq8fPyL6o6h50ai3x7Qy9hqLa/NZTGpxY/7XJPTf0RFFqpo/wvflDPPogkpwB1LEBZmU1
rSKBZ9pwfkfOnrMWz5MmRaAaczRS/Sy7ut7bvdoKXM7Gpjoywp1bPZmkqFrbJpMx2kdRAsKT+9ZM
HFSSfADpBUd2YwJhDWU/MEvBwfGyGSTtScEW3Jp2IntEXRwreVGS5LGvLH9OESAoteCeXr+f2yaH
FnmKc4RtSjoOa8cm+nlrNd+FXeRk+T9k+GEGXUNQQ8PTiL9EJFO3QD+CZl4JTzJaS8ubLAsKmttz
98cEd/xDVasnde09ldNyh8QoOMb8te2gjFwG1XpV+nn+hG3uDGBpoaICOWgcseMDprEEDWRVgyGV
dJQ0vwtv2ySwAPUrRbRmW3cwiBv+2OK2+ljac9tNsEWWSr6b+/raTsz7YbGDGiBeqqnSgwogN+iz
I1wmXT7fhcj3eKAvvABXQHrbW0XxdH74W2/Mo2/iToY91mDqTPBNYZE+a1X3Vsj1TZ5nn+H0XKAA
mIWhO0lhYGQpXXSI3ofRp2pGIp+zERKsbKRo7wcX0UpTdbwMdaShTbxBa12lBFPzDipPO3sBQbDg
ZH6j0PmDcmiHS/sij9GAfRkiiL0L6G/kJbvQHVDMpuBiD96l69ntbhcPNC8P0pXpnZ/rrUN6aHu9
6A/uktEGgQ2pVttqFhigekZFaF9o/zKVh7uMixeqyhhSa+2478qb0TYulA7szuyZDLvzw9lasm+C
PtNGkcDiEV5LV1Yo+cFOEjmWHJAo21eAsAkbSr+9Cr9mh4a4Y6MbI0tW4K0zWp9yPATm3CO7HJKn
KC53Wv5q2tZOgYCsNvdu0b106ng3GPZLjc2qlNlNOkPbyxbRHWz6qZWe8H9Hz52bCr0QTI7xUTIY
BMmVjtCss4KCoFUZoB8mIvvb2juHc8AtqiRJg9SqmOxhRhmhd9noVmhN+pcVxWqikxEQER4aPMms
bFmKzsmmdmJS+2FVUgN9bJkiuI63J++PofXvD05ClZrhOKcdMBPlL91Y7khyP1i+UbrD/KmFk+By
3N6of6xxMVw7xV2Crl0cCE1DEoDKdhdISntjizhF1190ulH/a4i/hasCbEtGgW7kOHntUIDIZbfo
C6c3XprYJVZ2yabg/IptZSkRZagE3Fxg5AeP4fFMZiGaQL9xFEvBdqxhVEFnSJnUNNerm0xjjmTW
vmX8GoYvo/ytAomMxxeVS1C7A3B9/mO29ujht3Cruhhqk5UFru5uSsHrglYMd2q02NWTONudN7W1
pIemuCWtjSoHaz5MZVO0z0cFCvdg8QQ72cJU57wpwah4cPA81ExlQCM4hiJdVw2KJ5oKJjBBqXAz
NjgYEY8Ixq7JKxLCTCjlwZDoL1KF5nlwm0kR1M571ckUNAVOZsAIyttj6pEEJVhwNieTSMtj63TC
r6kKaBxMZJ25O9KSp0FqDGzjLpqcvALNa0+czjaupv4jUdjDVC6iO2srCrMRgQEygKQkqPSOt/GE
gK+NLXhTbdae7HZIaLfS3HV22biNps5uFCnu+XU9xQatPC0HBCC8B0ciRsqLNQqQCl8vA7K8RuGN
Pgd9F3lDe6/Kj5b2BWr783bX2+rISXBmOU+Oh7xmFRrIVIy08iUtsEwmGNnJ+q0WUNZeUxTo9eAr
F22kRFrXzQhhp9LRFE8Zn1Ip0KXdgF7OPBG1CpycRZgDySduWQKSUfA5Hq+dsYSqbsXIFikKEiKT
k/a606VvlZR4fz9zh4a4+Al6pGUEAQ3k/uryYVjKR6386ybjdSxEAdGNuRa1+cxjooe5Zo1gVYr7
nxY8SnNXihLgW6tzaIKLZgy5z5vimwVregLZC0lKCp45Z4icvrlrlPfzc7a5OAcD4ja5ndlyk4RY
nDm7UNrRkUhNJwsFBhHxkcgQt62ZlKrDmGHm0hBCyE9jft12P0gsuMpPnDHWB6014LJG9WbFUx3v
NZYu1mKGeJ1FuVXhvfZa181uisr787O2dUbxGoR3gBck0HY7NhPGsrHoBK7BylL9Ugbmh0a9kj6d
t3Lq8zEaVBmBJ8KfoEjgFkfuU1IOE3gfk0F6GxotgKY4lRLZmQ00YLL4auo+tAlNFHPr20PkRThS
Vh05ORrsBZ+yjoj3ShZKQWsjOLwwL3Gg1eYEaHkByqWl14G3HxnNGDja9YpWM4BpQMtXIAqwa3jm
dHEqtEyf/4KT2Ol7Lv58AHcsTLvJC4K8L3SbMrcc/IxclqMPMQQaFbI3VBU41AQ3+9aWPRwzN/1G
OKVRHYGv326Zn/QfXRJUk+Yu/cf5oZ1ioLmxcWfDwLs/IQrGNhssAa6qpPVEXJO0F1GPRCYSSC7p
P7QlC6ap9FJUmnOtFMzv5nV3OFru6OjZqFrTOsFdEVK0ietoUdGt34vx2Zgfc3zds8HJgAIb/jbW
/x48+PAgC7aS7XOzbGlznIHAHy5VSXcRsaldhVdq+tBbbmp+pKPg8juJJDhz3Fw3FUiFJJB2O1G8
vJRz4426eVEPYBxduTkV++v82m7uIQNJvrX6Bx4qLn0EdcnUtroaHKeD5c6NW9U3ixyks6hVeHNY
wNFr0BDY6AaMk6Ua9AR2muJhPRRjE6Co6VrNtSWiFtw0ZYOWXMO/qPxzzq9ui9hs0wauQFYcOdpp
klug9z18TzQBDf/WVbjSkhsGBDPWmOXYzSazxXoIEyJy6L3ecE3lfsxuZXNyiHLV/XXDOTbGobH1
Yw7enEqS1VFMYKwcuxIdaooMfI3e79VB+2uQI2eKe51k2dLohQJT2nRD5s9cugNbnmCfb208GztB
hdKIDg0tbpWUDvz4SMWCAQ1tVtlQOSAup7UqUfufRnNgST2euBSEgotdwVLU91TSCqqEN+P4ev4c
bbn/w+Fw5yhtRl2uShgx9IQ22o+uSahiBIryWMwN7dhtIyrdb04g+j6RbURtBfHE8bBw2URDOYPB
l8U3euXX8j7JH1UR2Elkhdt1MxTeBoa2dacuIfSkRNLbki8XiaLe5nEocvHrSnCXOLRnUDaHIu0a
t3CuNobWhZJaQN4UCBZapL8mu6Zmk9NB/yK5tNc1QHtLqN9Ew7gPVQUQz1bwDRtHGp8ArAFgT6C2
5I80qyHcUa+fQPQvlXhj69bGfsQbUiafo1BxZ8NVrZTkQHYAfovnI3fQ1I5V3bK+CAoDRF2J5KN6
8aibbAdtwssiMkVqmhtx4TqxkO5E0sWCGtTxnlmUlg2ahtWE0I83mZaHvsrz52BdIn4JIbsDLoK1
ZfhEDL3skPVvNXBmx9JbHd0UaGFJc0Frm8gGtyf1PJFJ0cDGMqGYbL1lRLpC/tQ/P5KNnb8KCP13
JNzaTElmaIDg4RpJK6qB6azZJ9qD0ovgPeftGDJXOViiERSRC0YDKUdaybcQthjSGkxIgmjxGynD
Lw1yAmDcxR9oo+AWXwXSr9FaPKuXFp1ldGhnFKhjIIHdUGFJDL2nKq68YmhsLwRP7j6e2LRnkDa4
iBKt3OnQU0Srl0lW9s04cxermYIljlMf1obf0AaV0WEYN+Wd1dth4WVtCv7MhC0RoQWgzJPX49SR
3QD2ZujJVGhIyfJapYa0sJdwWuTXNOqiKzup5zcW5SS8zwZVe9WHGR1CsQSOWMA8I1S2FPNXmGRI
uuZqobqSNZZBXdclCM1YNKFxm7VDGLRhT8Yru82kxtc60H0EShTFL60xTi9S2yCRWlZV/FrPlpJQ
KQqLEs0r6rgDWXjpT2mb2oL7bsuxQOIGKC68zKHbw913S41rsFDA+BmWvdsbQYvwtdaR8ryqda+w
fpzfvFtH5NDa6mkPgoUoHZI5VWGNNBMdgN+W+hjkYqJcwNbePTTDbakuW7B9ZphRtF9KcZ+FP8bh
sxGSfm887iwTQAfQseL3nXAwtaER21oMys+u+aw1Vy0CTb/N4tTR6kspDSAIYzd3pnl/fg63XhxH
ZtfRH0zi1MdRjvcAmEa1X+No0Kr4kaOFxRxBVjMCIX7bSR60wiWR2ttpUhwALgU03HCfK/UgT9dq
NQta8XRk3geSfOrV2zIyHzI30fg0ZN2FGc2ehQdBlBl7BvXPzLjHVbpfYjCxaCQ4PwkbN9TRp3Bz
0LdWDq5mfIoOMAjVKsOVjBqCZn3kDFW2V6tCcE42AikMHDfUCnkEeSDndkMzLBO9mAokbs2HKq88
y6ozxyjCm0GqvkCPu+vm7qHWrV/nB7qlGHdomKdaMgolmyRlhOR3texDOUewYxUglpT0/lo2RzYh
BMrSy3TpSHWRxVJ4KZM8gTR53cVf4azJktNnpgIYejHeyeqc7tLCUioKJqocvHtD2L/GmcGexwgg
eZrqcXMRT6Nxgba2/E5OcSGXUSV4oGxtYUSlYH+DeKBBAEU63sJptHR9PIIHQJHG0QmhdCdbnQGv
oL/qmp15bZs9IiNzZ+TB0mRAILDh6/y8KqeOD/lwdF+DywLLCTXF408gkUE6Zg+FY85PRi37sVI8
2xOaFdL8we4g9QaFwVwaHaVrqRKzO3S40N5IHnr1QR/S61B5ZKR2JE2oonvqVVa0sIlMM5rTVKik
HH8YCME1vZWbAvh2O0LMjhpFQpZb5JZoWMVevcg0nT/YWPh5Bx0H4+H8xGy4aAhvQF5qFWqBIAY3
LxDuWiQtkQtESsWLpsWB3ZFnUxFVJjZcNHr/16wY0jB4K/D3zpQy02iwredpoSa4iqFQPMRBAS2K
8+PZWOg14wicuY7H8Kq4czyfnTKhW9ua0f8Nshq8vPWfY+W2ilssAIM/6YMfDjSOdxqKfDmkH2Xt
Nk/2cbST0aOJ/3f+a05nd83kI61hoFsUZSAuRpTzdJFwsFZlqALSP7thLp2cOeeNbPgMrBycK8Gt
hJSuucbbBzeElNsIcGN087r+9e3j+vMjoNS5cB5muovpbieIfE8XEz3vAGutnDA413z75hCPRGOQ
t1g5jyi465nxpqrPTCQqvn72caR4bIZz+ggftaarYKZgA530mxmIsPMzd3qtrBbw7jGBzJAta/37
g4kDmhZtBgYsVNrgzfJTubiQ6gryxQvL/XlTW4PRgMBQdDTUy9C/PTZlmkuIrQD/k9lpf9eXCVjj
e7SAn7dy2lkLwdRDb8LNWRpJxmj2LarlkB4fmxGEgNJMNSW+WcKvtkv8WdKhEov3BBPl8LYmE/Ur
XJe4NOHkuRFWFVhBlrKDh8WTORmvVaAUERyF7HLJRAWmrR14YIuvJicT8D5xAlvagp5OBUgqdqkl
l5botbI5phXvjyqgjT5lzjtmsYnctom4A4qqVAHPHMn9Yb7J+7dSRGa9cUli6Q5scaeYjXo3ZAS2
8HhFTP5bVhCT78ywcnTysSDBnYB5ae0efTy/ZzbGiKcYZHtwDFQMkbuAVNtKOqJXJcRcvqJSomqJ
mxkixukFsVPvH2whzYDtgSwifo5PgTS1RZkOdQlCcvTn6YEKnpXacOIOdEd/X1CF2BqEpWAFyBIU
4Y9t1f3cqNHcwFYXmMr1AjbCjil0GQTzt1F/OjbEnblam1szZzA0FGDuvV7qgGm/VMtjSJKSgY7l
JWousvpcVXur8wYRPHo9V5ybRA89annfYB2M+HicpWHnEYLR0gmNCaos6ItLTGda66HkAY3Ajqr9
ykR6nxvn78gmd69p8GZqocMmsMK+nfpKEe6IdmH0ooqaaHCcU6mb3khrBt1ETUupZSL3R2Y6ZJ+K
Ebq9PjqJ7CfW6/lNuhEqHg5O51IhuMtndAlhcCVBzu2i79xFf1s6HY988H60+7+3hrAUEB2EBxCT
55ZvZvIIlVQFD/8q8TToiGftlYRMX9YwH4TNkFQREbBvHfhDi9zigeI0KScil46k1EHH3qUCJNCW
6SdxQSVhdLJpTcULFuQLYKrhoYLgQk1j8BCUTs8qdy4JNUxoDs6Vq0ZQaRU90k/WbsXjATmNIAhB
JoKu48MQTuo0DoMiodzqSEA+xSWNTdVJ5WsrvceL7fzanVzqqzVQK0BgB+HdyfUQJ0BX5SGsSfY7
YHHOpL+dN/B9kR0dbs4CdymEsd43VYp6hBksn8ku3/vL7rcWSBf1c+J8jBRa1VR2Mbl+LIDmn5w8
WIaYr4wfZIvQ/3I8k2PVkaQBbTwtIcOFXO3Y33TVczqnqGiD4aTb1ZMsiF5EJrnFy4sJT1EV2yOa
33JUOeWSgpAKIKZaeR8tw7FDwdk7Cc+5MXKzCyr8fiyRt6WM3Viqr4GCQ0mC80t44io5G9w1FC7R
UpAYNmK45DDywdtJIWjfiNQItvYiHlfI1CDRid3I+RFg4rpYTWCnrR9zrXDaWrAXtyfrjwHObZhZ
Py9FtRpgD8hIKMp9zLzzcyUaw7pBDuLx3pi1NOthwooj3xhCtMqL9pjABK/MWCkpsjrrNHWxSfXo
Wbb/aU9BTQ68L0Dm6lw0EDLVHMFQhDGkHQWpY9v+UM0f5+fpFG6wbioLBUso5AGey8c2kxmbkjli
FOaTGvwc3ew5309ToATZvgy6XbMT2NvcxAf2uEE1pTHIag17o688KD/Hn6rzIwOptKveXU1X6hVx
0bnuCoyuHob3fYeD5Ha03i9ZjAYzzGSUuVFjOG3rLvblODipDjo1chtLLW3Q5AhqUhAtnre+uU+g
1ItmPAN5QJ6CVIkyMyMtRkzC66YAQ8DfvqG/V/DP7+dOUzSOYzoU+P3SDHV0bQQslsrLdS6SSBeN
gztSDYhUjXl1cRU4XAplF8qijoBTBP7xUHhK0VYfpHSKYAJ5DhK5b8n9cjXuPqF+Gn+VoFEx/cKv
nxrBBArNcm+JJLSThU0wa6vO/OO++JKdhBaICC+nVxByFfsn2y0MwRV1inxZB4t/FMhoIMzgXzCD
PEgyakkSXWxwgBmfajAH1nXz1buPIJem822MsxC5IDR5ki9F0JfT5z1nfT0yBw6ysTv0RIQ4EjNI
+GKveu5p3wJB6kmB+hILjsApYuTbmvGd6kEHC99zVBWJUi1rCJBeNV/Ns+ogHX5p7pWA/ah+souW
oo/mMpNBu3D+7G0Oc5UUhN4EfoABPB6mlS5smRiGybKKmgako2mU3rQa+pr3teGm4U0jqn9uDpag
tK+jURGXKP8M7rJwHGoJgy0Kb/BkrxxoE5SXxo+cTlezD36w+2nHgtT7694GzPKhYc63ml3TN6MM
wxmEuGU6K486+hb/h7TvWpIcV5b8IppRi1eqFJWitOgXWld1N6i1APn111m79zQTyU1YnzWbeZmy
yWAAgUAghHulcXz4miNYimG8KfYSdQIZYkT5wxjm+tHv27u2GqsuJTAuTTCCQA7Q72kjE4nh2n3p
q/etbZNDQ1zdNu2XZptvHpSdds87FyvXE2gSUTkGUAUSGSxahUzLUJtqsNNWzYuEWk3ljuqOWq+3
FVwJgCAFl8HcKjEjql1apRLP3IX1BD+nejmKJ2GdoHwdOrelrOwTkhYzVg2ykuhCYRy2GNSG0uXg
uoitF8t4EEMO5e033MzFtYoMpIb3GKY+Ae19NarZS5XWhEUWOnfUNR2ytc6KbW5iN/Aru/Wju8Rr
77IHFVN91AFmzuv9sNFOOl4auZ3dN2f4mrvAU0+naZM7xU4GHtlLylmDq5VmPnFeo4WbC82oFdDQ
GwKe4pQMd4nuKcG/HgeIwB7iwY2BiXli9VJET0CIWQ85iKxiEGw+qv8MfTH/Pmo6OhrzAKzFDsQK
vQiIkaEInVb5I9VPQ7sfMFE0uGHEUeTK9hlBzFoRK8C5IGXoyMVkD8E+Mn6oqSfWnC355oZizeY7
FgKavYF+OcZ/pBPSkkrRQSFXf6W24ZWHxFNOP0oXjRUO2bSHaN8Dmgwg7SftIX3ETKaLCGAjPBce
r2h2dUbQsv6Npgj2HhgxO66lZLmY1fkQOpL8B1gfHSaXbh/ClUW9EMC4sqyNJSDfQ4BmnKfAB8tz
iY5UXt/CvGTMkqLqBtvTUBYAHSpjg0mQSYHWzlKqYxo0di5v275wzBQVFfe2QisnaimKHQyWqFUo
EoUoOt2rxaZr9r3JCcjWtEE2BPgrCmYeUe26PFFpEaqgpAA1nKR+qaVt5ndBA/ZVlFR5Y2tr27+U
NO/ewj3ksj6hvwiSCg312xxVbC6I/NXbAxa2FMFYu5WboliUKtYL48WYSbVlL3BLryGbUbaBEOdM
v25v0PWTjpHImByx0OOUUkisBT96FSxbdSonvyOHCqGW+qWZDq8Z+jpxzYhk7K8VJlwRKkR2+1w4
liiZOr8thzrie5Q52mhLGbi9x81tRVcsEZlq2Du6GtFcwhYP22HoE7XRQidDhi55UXUvrjn9Bt/F
NOZgQQYmjxSYIvAjGFNUBH3qc6qHTu9WJ2Ibtrk3ztkjtSNn8OM/ukvswgEO3CE//VG8wT6h7c02
TwD/G2zyeVvf6xcDmNuWH8NYq1lnjdYWRgjYwRjY2RYmOUe7daeD6oSfrRf4uU0rpwB2sGzrICjg
3PcrruxCPGPJmM8KzDbAWqTKb1MFkpdmV/FjATCo23peV6EZPRkDjpNCrpoJgkZPscEKcqp92Uuf
Cyd7bLfSdtq89I7qp7biqW57sjbWvtuiOMPBQVlVFwDlc+sSInmDySGa5mAVRmmF4KByY8WJEXqa
56nhKLvigVAtnic7Ab+mYEbw0gN1kSJH+tRFjgYMI+E54uJJrDjTCwHzByxcXE2Qz4taCGi/Gjg5
y0530R3xzF34OZ3Es7YhThZ6nrWTdre38brrC9u4VO3q7ESVXPWQ3HgFUF/f1T/dZjo3oOtwtKPw
ozo0Ee51XgTPW1DmkPRyl4eZBKll4jfZfVv+ua3WtVmg9whVFiiHZPZVuBeFg6U0NUHXaSy3Wyto
T6Y6Nbu2QCNtRUNe+9j1WwgFgbkmMCPbzr01jD6gCiuTrkdCJFScwUO3P6bgWnf4OQHLtc282h7B
TvyaPCNlQJxfIqo8HAudffelC8QHYIAC/hszrCoLqQdqVyFB0yDy9hGczezt1DO5H2xukuB65y4F
MZpWapymcgRB2lN6QFcueABQvr6LdpnzJn/JvglUXU4sumKjlzIZn5Zk+aQ1OmSiefVZ3IuO+tFh
PX+b58hBg66dfeYckWvLiUhTRC+khaPHIvj1hgzyo3n2TAOYixp7eQj+k3u0QIqxW7SDHfAadVct
CNckOGwQauCmZM6hOPZ6LEwhJkEPihvvMpArWB5uDlRHbGUT/yHPxrE3nRGk1vSrA0sXx4BWLtG5
Xe/vBzAbG1k65qsNfEBmK76wnTBJcjD/tIf3X4Bf2lOX3NE7TCd46OEu7PwueVbRT+iI+1M7OVVg
oy+D80WrZ3jxQcyu47FFJyuOkFwYPb0pQMTnRwiVyT8z/eHgoh0PtUoTUSy4Jy99b5NOXdB1QeJE
9CyB3Lup/KG87+TGL4eft93SmlkBaRrQ9HiKKlfgL2A1RgemClFm0VkPSS7SmbH2bhqTelv0DYCa
xuFTaUZ6l0T067bs1YML3BWgaQD4GaABl2oOBHzKtYnl1OCbAiP3Gt7U9HzjX/kgvD6Rb8AoC9ov
LyWQuNLTXAcAAbB0PENA7GO0dwAEfmuN0enRuWPkPIq3VaUWfpdRKla6KCxbeIaouo+Bc9jyOpHn
H7jQ6Xto5S/EgnypU1AGoJ9MAbFgmJUBzIPJ9OpooHbYa5wC7HVD0CwKY8RAowcwyVXLaiYNQmQo
AJDIWv0YkV9W2u1lsduIYeLFyR9DiwEgZtmG3O0KsefEAVcLOQtH2Re2iRYa4BZf6okJKEUZKggv
x9iPYu0x6SfOg3F1KRcimIBRjmksFkgrOJ2e+GCE3KJREjMWpXfbzq+zyYwq8yFcxFJKjl1KO8iJ
04MSvgxhCD65h0Z2k2qvo0MtFd8FEIfelnrlrL6FouF47kRAjolJFuaVlVlNAxAgHUGNniHKjzuM
CODxaIYcbhqeKMYkO00Hw7oKUaiWeRSYSfE4gLDAOqM7lvOyujrR31rhZQxcI7Absm/8JKUWIPux
lHAZADprcx9joOBUe6mzT83kPSnWFfsrbf77YuNqkjRqOgMpBdJRx4xdGe+sEOU+HpLqbMtXZ1r5
K4exdTxS0UM/QquRZBsaDnZUArCk2dPwrRd4LYU8pRirx3BTJaczmbbQelFqHRPjsw2Gc8Mz+6ur
hdkqxurlPGoTOQIUXD9GlluRIAGPQfvQGsM7kYdTNw6RQ0BdepfqscrbuVXhf3Ho2MxWjxeTKGUQ
rkWdK5QupV9Cs7OyyC6ap7T8Q2L/9nG7Dglndf9KZPv7Jw0zE0CBAJTRT9XT9whLTE97LL3Rzx+r
0g7hoTfiHS+tdl2EZMTObnRhomQA2phZzmJfCy8NXWGL3PhxeFV/Z5t8iym3sXPqP+gE0DgncdV5
wrXAvcz9jSzUD8AwoiIIINiUj5YE0nfUPIza5azq7DquTsZCCuNaBLmNFGnG+YvrjdacNTI6aP0Y
JhTcMZJKCo+MmwoAavCiVv98W/jqQVnIZqKHPDP6qBQgm7Tq3ZhCiIgpNSHa1JG+vS1q1QEsRDG7
mKW5GJcEonJh2AjZtMHcjF1laCvWU+BKaC+3xfH2bv77wmhoGZRdmkOcZH2U0kMBWF6gRt+WwVu9
+e8LGVoKkEyAwmL16gj+7CFrgRqxN3mN2KuqYIjTEBXw1wAK+lJM0yptaCYiXCcq/YJbl1+hyklg
rd/fCMRVJAsBXMTyGFVtX2amjFBEa98ks9sPQ1m7w/QxCc0RVXqvn8r3XHpO8uLp9hqu3nYLwYyr
jpocvznfdhEATS3k6CY4kjZAlYXYelx6sa5xslerhriQyDjtTDOjUTfn+xVt0TaVDT82P2jQP0jV
zI0jcpZ2tuur4/1XHFsVCHMxDPv5go1bUDJ25Gc/gnj29iLyZLCBUF1jPGUGKVSxawhnA1scRR6u
46q1LxRh/NSYtpraNRDSdaUb9aLmBGjAngwJMUPBu8GvU/Wz0zdh7ZjMhumzUVDVVNIoj1i2Kt4W
0yYq7uPgA5x2KnluFaCEjm+yhunp+zLcNTyQ+/VXwUI4c7CHoS3yaKb+RpUv0e5U+Uj0Ny3eYsQ9
BdB0dZA02+w5t83qfW6h2wUpJRnhEOOxpqo0miKC0BxTYjQEm2McuYMseyVGuJtGt0sDT/9M8G/b
zrqyC7mMsrQJTarPwdIESpMxQteCTuzAHD1avBoY/5DG1zwEyL75qiU8GEqucMa3dah3GhhcREN9
0gPT/1jkJ0P7GuPYjYx9Z2yqwCX1NuBhGK7a8kJnxusIZCJW2EOsIHtNbD5UnW5rQeVLxuvt1V31
3QtBjLMRNXGo2xCCQgCMjXgBmULuqxiTuC2Go8+3e1/cRDE6+GmpzWKoFdjVQN9CZbIFoN5LXefc
lsXbs++/L4QBIwl49xWExfIfqfSo4gRkF2B4pgL01jj4YufTxu5xRjiC17UEBg+q0ejA/e66WAgu
soy0BkHE29aoIfWBk1AC5kRhYyL5q9TFVk5H/Pd6p4qxp2Khhcl4SkH4m1qvo/K7zLjj27NjvXLu
1t8vYnwiAIiEaazBdt+XD6HhDf0Z6A55Fe61sbQN9JA3YEFqPYtwgqk1UjsLNbf/LAUTuDVpqWo5
RsOdqfqoibJpdRkN1vpZH1UwjqJxQACCVPzQZiOK0Kg2xuJOQ4VdEZ+UNNxbWvAMKK3B/Mgb2RE7
GWYS7nsDwNmDHG7aQvrdpLVHCHqkCkm0AUME8mkTUWllPN7e1NXbeKEIExbKupVoowZF0v6+b3ck
/qpAn6GKLqHj7raodQf7d80YB1sHZQ+0Coiq5LtWfmoCisGoB6k9q3hTCAawkZ9vC1w//H8Fzva8
sFdSi6muDrCOUg1sHPptA5gqnfI6uv8fB/KvHNaJ5mAE7/v5XKCJ1vAqdBwVmU1EkKLsksTJus7t
0bcicSF9Zyu7NH+AmIgaRmowGzs3O10qWFpgL5JFBMBldGiCaBOoex0Wj+dLF38myMXQ2OnzA83c
uuttwLTfXt+VBynko08UIOyYlAUc5qV8tGcrDUD4EYBXrW01SMr4iXinRrIbVCYaU0fHKO5r0alT
TFE1j5qguGl4Fsfcv/0h10Z8+R3MdSILbd2FFb4jbKfSR0ZgsGMaiq6a1+egiAGkJxsjR+a1cUGm
ZqBRCMllBA2MBxgmOQEshIJwzDql6pZUz0nB8TLzZ19tL2i/ZnQfbDGbpO+nBlg7I4hHA70EkC/Z
iFrhdSYaT6RQdq3g0IDHk+Pk19Sa671zkyPQHdmamgAQMXFQoRYdT3qNdrjRJ/T37e26Dpdxgyxk
MOeS6hYBT6CKB1XomALMhstLwtOCMcxorNKAzpuDFsAeieXxVKXvt5WYP5LdnKUSjM11yAxYggAR
Rn4WMAKZBp5ODm3zz4nPy7ViAphhBnWbj5lDq6NCfxUgcMweTIWTh1/fEYByfCOmohJ3eZCzUR/I
mGJHOnmwW+InLWfL11frPwLY/vkAAH6jiJ4YpNqf6noGvw+DJ7nn4ZpdXzFYLVS1AMMBlADgEl7q
QYwIhHLzagU9UYAlZapwvFMZaL/0uMvfiCYkvya1bJ+nIA7B7Z4mAecVIa8uJWDiQCqHPmvUhC4/
YYp12Rwn0jq1X5yqTbAjPzRiAwkk23npq+bkjn66m34pT4Y7vJvgOo2d+oBW2NvWed33BO3RdmfO
Tby4H1jQP6VSJlCDRCDMSl0Zlczoh476cbkN7OyAhvPcs54FXj1+XfW/MplozBR6QK1YYTtfR3r/
LP87vvqlTszu1q0QS3GA3w+VQ11udTQPx+7tdVt1HItlm1VchAxZZA0CIKpbRzdPgrYjZmKr/zwW
8701aOEGs+Kc8GEOW29GwISLISOraiCi/MTzkmIGsDE5N9TamZMRqs94MMihsu8EMekorHymJe31
dGNOSf+UBmYIIjSzkz9pEgIp9/bqrd3DSNWCi0+U8K/GrB5e9InS1phJtVJMGXZ/iA5glwJWb/S2
ptK329LWzA29JyJqT2iFvAJjQGmvGpQOPkWlxSbDcC9teFC4qwphXgJlIANWYTJbZUxirGQ6bmBJ
pm6uezPacg0SVeVLbZ9ua3PdiwCzQGfpDPmB6d7r7WpKdJk0Lax7Z23bd/mouLSw6ftwwhRaaMtf
5m7wJ3Spv+RH/Tzej+cPwPtvra1hK+hEKLzb37O2usvPYQ5zBZi4CWVmkKthE2lQIKX1elvCClnw
pcbMeY6KTJGDFiIUXzsFRxAE37eusTVO2b77ENx+Xx51O90Ar3GbHXKv5fXHrx2QpYqMubZyU6GG
A/lqgTdqejCjU1AIboGH1m1N1wSh0xbGimOBuQfGjPJYHcRChaXKBI2o1S4T7cZI7Iw3H7vqvTC3
MbfwII/M4gJRo8pGoFwiixz+MHswXAeY1uKBta2dCRTL/yOEMQwdc75VOwtR4VSi+2l4SvtXvETs
Dkhpt9dtzQaXohgDKQjg6IGujgJQcNCtFPNKGWdnVgOGhTKMCYCyUC+FHhIG9T2LtjQ6I1aUypdG
36rxezFw2gHWIno4ZEC5Y5oenE2MQi1t6iLWLLy2i+dcSWxBVgDk+Cssv1TjR/TPeDzzRbOQxioX
WOmAnBDq8+O2Sj+FkpPJX108UNrDOaI4YrBFi0RJyEB6uHutf2vJQRFPSYl8i/VhqO/x6FTD121z
WDXvRWg1/31xOee9OGbmHFrFvepVSHzDZYLbkvea5ImZT/NCTG1kVjaUEJNqOxV4ZXDXdsN7Z62Z
9vJyZk7RVClEIBmIlfPhrS/3ovVye63WXM7y9xlLmxKpzHoZvy8BxaD/MyiRbY2bPuOVPta8gYzn
P2RhpvCqu2uUJODpibABkbrSENqavO3FnTk0eBBtb6u0ti9LUYw5C2GeqkGFfSkVpDcBk62Eb5UZ
uf9/UhgjEwAtReIWUkxxn0m9A3I5XeAFSuuqAApJn6Gs0Px0aWJTB6aH1ppVkX8FFaCIZKcNY473
XDUBDHn+rxDmhVoTdFaREEIiMNxOSuTqoAtIEskOefBAq5IM0PMC9QsjYSy+i1wi2x1LiDQNFT24
wTmmmMH2el6D6kqVFE86vOvAtjHjdnwXrRYnkyZjBPiHCeleA5MjmvE6D8mrylTblt5gJDN3xkzb
oHTp6w2P/XHtwC5lM9Znjq1SDCAEdOR8cjqtvp8sifMKX/OnCrwpXNzcTMhGm6AhCHPYy9yjQ+By
urx31YbIbtxZaIMrNGPX1kHiymb9lmMOiVMoXbNJvBZhMApiarxNLm0S7b+BMUW4LYwYkQMBk0dp
HjBXwXkgr9nKPBUz8zlLFlimL8V0KfBWceviUgo8GWzEBNCFgDgtrcr/94O8EMSijFZjMYTlHLsr
IgATbQk4xU95BkQXJDkynIjb0tZt869e7IMbKfpiBHQI9IpAiBKJdhqLW5Pikk+Nyo4j4NdgLMag
567kjmqshRVIRIJGdm5mRlLyck2VXJpxpU2kPZCHVa3Hsgx9pasOYSK7qvSrDXiYj2tef/nQYwQa
QKpX23z2+toAwHbA9zpEi/KtXMn3cY/qafXOWd75PmTTbSC/Aa4pytHzC+lSxThF/2EzgGkYHuhd
wElPxtzVqbqP9GCTZgjXuja2ZbDoglwZPSGuWHDbxVf3eB64MWZeIeRVGLcNGCRAEzRIqsRJtw80
9P/rph3Xnd/Jo01TYvfjfYxBCyn8dVv9tbO5FMy4chTjK6R4IJiS3O6ibQ5m55bubgtZO5kGjEjS
kf5FbptZYrEEhreuI2QQjM0UbMQYhGOf2sTbydk22J1EV4GCDwbJjME2/SfdoKqdOEcm5F5PQBA0
AtQiSbe91Oz6pN1G2viklx+gs3YmkoM+XdrLecihmlnV1cLtixZPTNmyCU9BkGUBHbOtMwD2CS2l
cUHsrPZK3h28djKNv3LYvCfNxcZEhw0sJo8flSj2Kqn8MQWi28vELqtfY8Rr11u7RIC0hjEOcD2i
K5fxr+qUgeSQlq0TREoM+Ogp29YF3oExDe4VpTjSoZ/nqAWM4klywVnWNb8wg/Ug+ynODdWMXxhp
1sT1WOBFr33Gw32f/cZAMW18OnDc7dq6mpjSRts4Wlcx7XTpDsAtKJBExtNdN9/KZhfHH030lZQf
nfgVPN4+FivlPXANqsBZBPisglCMUSoe8m6Em8OKIqXc9f6ImtbgS+FZ0nxT8k0ZA/bym8x7mq6m
cJdymYiDJokiiD3YbUTV/0WdB2Hb1L7541F4NWsvarz6leNlVncP3Esw2BkvgE1d61OKaowMBnkz
BRG5dgAwlSL9FOOXkHLsZO34mQtJjD9LtaEwo1kS4jxg29il+HNIHDXgBFQrXUzYuoUcxkwINRRq
znLyFp2y0ra3UzvfKw8tMvIuOPQCR3u+bS0czb6vkEWICqKw/7uGETIiLRjCi7cC8DFWxrPK1c3C
kwtQjRgCBl3L5QmYsdF7taBIXm10R9pKzz5AVIFycZZ+kKfJiTfVfYnHpT193FZw7SpCdvI/cueL
eqFgmwYCyOkHWGXzSfpdT47E8m+L+MbdY6+IpQzmxPUiUBgSATJA6ybb8mu1D1y6M3eNGzwVz9IA
MEAF08yaS36mzh2a5rlzWLzVZc5eGhuCApxIYIPI8n0yiX6ZTeCbe2gn876vePiYV2uKaSxcu+hT
Qj0ZAHfMXvZZXFtmBUqjIL+fgM9cPXQ8TLiVEe35qYnXGVADvsm6LvfNaCuh7EUAVuk/6Bk8K9Wm
94GG0m/JxrAc4H963uDO1ajM5eUI1mWjHIb7dp7UZG9bU6+pFJm4aZNt3Nn0KfctJ8TM6FywdwSn
cq3fk+5MR+LTyW7uuB1Tq+v7Vz57C4txVCoqhfzOCR6MnV4DeMB0EXpsBm83OUPoSs7TbRu+xlqa
93Qhk9nTiAL7LFRngLDCjnd4eO+Nd+QRPhOn+qJQ3g096gVv5ZGHtXTNITiDOGM23FQsFCANFtat
lIuuNEeSgIbxzQgcMdpV/ZaSzTy8Ugj3fZe4eCbkSOsnzea21lfejxHN+PWypRK66SFaNuiOSh6Y
LDzaP4KF/Laca8fOCGIcexvJUpBPEFQelF+1P71ne3WnHGugD3iqDxRKHoX9yqzqxaqyNoQOYkwB
i5Aojo76o9hSNz6PR/LYb4E5d6QORsed/AFQvS8S5lX3JWdlV+zpUj5jT3ksBWKkQ364E87WEwEa
YvUau8nBfB6JN21RT8id6lk+Abzp9mJfn55LyYzHl9J2oK0UJs5kAugueQvz0m950ODzhl24/MsN
ZSPHOoiGuBmg3iSBeKxr7EYuHxuL2kUrvhKpRXQ+2M1gObd1ux5uYeQyjp5Cr5kZHdu66Q9ivAXi
nRP9Hi0bPUTyeXDpXr4DLpqrcOKE1UWdcXEkIDpjzIy54sqhScRJxaIGeDbK8aYuXoN/RrCedQM+
p4V/AJjKul25QnIeJXl4HEvvt4Nm/U4m6dwKY7nFUD3n0l5V6K8w9nz0lpKgSgthofJbE70JY69E
5R0Ccc1KFkKYQ2CESHYCFAehonAIVLfXD7HRe3mm+LW8byRvKr9kXuJv1actZDLmH8aTNUoBZFqR
nLt1Gh+1flSBZFcIXqHIPFZS3joyhpGJQU6NIoZBKg9hcF/1YP/hRN88EYzNh1YcTgaJsFXmJ+BS
wGhgG7wO2fWDpaIPAPQkM+HZ/BGLOBGsyJo6aNBDs44YMJyqY6HaLW5/ZRukOy16NgQkjfDCIH6l
ndGlEuu23HJymtdvt/kILL5i3tzFV1i5Uo7GgK+g9U5UbBkzcnLtGcnPkJ6zTsOYi6uHntXzwq1V
o1nInePLhdywRnhbNpA7xk+y7sjJdiqRgI84XuQ6IwX9IAYNvKDVQUqKWeVm6mItDyBHUAESq0IP
SUe/fgDo8QDTEugPdCpRcoVG2Yc1J5M7mwnrsgHOix4nCwk5QG9d6lgpcaQrYgEzIuNJESqQzPFQ
MOZluhIBrBakik0T8QxzzYOPXBslGeollbkH7KKbAtp1oMoPvTB2hHfHr1rLDA3zf8QhiXGpEcW8
ezHKaNlNAYlg/C6p5BJ0DjePpQmC67x2w8LP8mGHgPH2NbRmLkvBzFLqkdiMMoHgPMa7VNF3JKoB
ygWSN8IlD5r91dWaSojCFST6gB/EmCamxGmXR5BlAs7d7jGnYHaTnWupO+po0ympN//3ulFOiZRu
YXzgH+S9y2d9bn0DEycC87/N0wHfIBhx8AwI4uEu03OgGU1F7+RiKbkDZkQ2hJrjvozk+pzRetMC
+IhTwV6NlfGURZ4M/RlgMWLOjxSmGfJY+BB0ZDlB6/bdNja+hNZPNJ+odqFTF2OLPVAwKc9Dru75
3EMMKCK0FrHzRvJoocysV1iD6IeZbBLllyV4qcYJcNZ8PfhVAXOAQS7wEzDXSSxQRSjKeo4ztH2n
F9uww5DB+Hnbfq9zVfBDcxV47mqYk8eMARtpGUlmjDBK7uFiaWC+5oaQ2Vpbik7QpfJLoCh+3GYB
mNGGT1oW701jPADn13KkTHkJWlXheKdV14gyk4h2tO9WC8bO+1TAxVSD9yFpMi9QgkdUDrftVDlI
LLhJED2oXeZpNPMIrzV4NVZHFRQwqrCrmX7p0o/ISTb0SB9AdHlf63QT1epnignYrH2cpNaVSPjb
RBMm0E97IOX35Ucb4xYaannXaAkCNYCkWZy0zVXCFBuEfTEx1ocWWKA7X37SaDRV1Y5w1hGN90n/
kCnjJtXAvxbQU5H3fpBUHMtbs++lRCZuKnsrHccJEst4qmwF4Vojph+R1gKMhUeJsWblS1mMlUtC
O1F5gKwE0bQ1RLZRvpbD9raRr11GSyFM2FRrQthIFoSM8I9xXNkR2QjWPsBDvvdui1p7DS1FMQZU
pG0XAiUkcRpQ5TVo1sWIdvQjSIgr4503ks4uO45PXheJqiyo5eCNFOaqjYcySnod2olBBUnoSk7k
3WiJdqdbpwDldS07J8LEaW+/HqSa7XKeMJVReZrpTC7tMg06XZBT+Cd1E72pgHrCM/ZQHBXgbt8J
3ugEO+tAXRXAYtmxdCc7eH6vHAAf76Pn4L36pXL2eC2mwbD7TDMvo0eLJcMSslobQwlOGfkiEFGb
p4hwY7ZVYwUk0Vy4kOf5kUuVizybwMfWwCU/qI+SX+yJ11sudWQfkHd+4paD7fDQhtdsd95UICnM
UFts50RRIndQNC0CDN0Yy/ts7AdQl6FBTXOjtByAIdhqj01TGDyW7zVlTcwVzFW2OSnFKFtj6G9o
xR5TUOM5Ufw2DxFz/xeexlRwh6JHVwWqNGO6YkuHPNKGBJPRP4XpRMKXyHrRee3Uq5ooAH4FlrmJ
uJfxoJNBxxTXKQ6IGT11Xf8a1yD6HSbv9tFfDUnm7kDNMmEhV+SOYHQOiEhHBKHWUQs9Pbkbcn+s
N3V3L2peIXkKHkr6QeJhUazqt5DL+OuQYgZxCKfZhyI/m8Q7pXosuOPOa/fQUjvGU8ckmkg2YBVD
Qy2dWjF+z0K3VqTmjlzmhh+VneRWef7j9rKuy0WTOFqr0VvNujdtyCulAdsGpqzBn5CZd72hu+Mk
nAMht3NJ8HX9z22Ja64EHuR/JarMYyJos6hXwNXtKAVxzPhkdTz2t9UQZymCMUm88NRKJxBhmgGw
DXCyvJDck+Gt1B0ALcs5OkJ4oE9r98Q3K+aMuoh2LOawBVqpNVOswUx6oNBrH0NeODQZXAXkSVFN
962aHcThn2dHcU0spLKLCZ4UmoAYGprS81Se4+5eDl9r4b5Rt3XlVDxOqrWzsBTHLKylWF0CHlxw
hsVgRr4LFQAAhv5t+1izyKUM5rwVtC50IkOGmjQYvceABJr8gTlVj+7YetN/k59bimMOHjpnk7ES
Ic4If6YYJ86pV3PnsecfYd51Ogx+Jg5A+ItU3OXVhobgtmoQSDjdmKaRL8k9+QDagv4VgZrQtwop
f6KFmZwM2taTM9ZEOAPnHHi6A1qJD2GVpnetZg6jc3upV7YT1zkmF8FrgJZolgDYzEF13+J9jSwU
BuX3jUEBH8GbPVs7jRjBBd60biB8sL6rYIucT51ONeaAkSgchko7CCZ6oUim3aV0wKOytjZjLw8u
YrgjSkMj4ISK6b9QE/VucE+CgxhtSozHqQ2jKbMUj9nAfDLV+8LcSjw492vqYXQGLmUwJ0Ppyym3
kDMHA2PsJMnkqW1hY1bENYIaFO3CQQbabNjrdiSB5k+xnCQDgXsu2QmaQsccWJaKbLfiD+PfQceY
L2POk2kkVdDMidOaeJbyOnQ4Q3vCq3CteHUYtwkgJcC/I18wm9pik/U+bZBGwKtSrv8k9XNYv9w2
1bXfBxYhJiVR0jeuMBb0Am943cDvT1incQD9hOTdlrBqpwpaLxEpIdC9CsnIVAWtBggJID/dWe2W
Np5ZOKnxoYYiOJw3dEDKhTP3sJYfQL7pr8zZGS6WrQ7RpNxbOS7DJ0uyx41mA2Tgo9hYpwk159fm
YLk8TKW1Qz+3VltgfEVLKYtgk+pK1qrF/FwTDqkOyCti57w65MpliBm+vzLmN/BSLUkE11Q7q1W5
EsakiDtlxyB6EQ07ke2OF4Kunj5UdMAXhCZEkEIw/hXDj4bUUDxPOsC+iy80snsbZRAHvFp+dDDP
Iir4wl3rpxtew9XqairAl0a2bH4hMnF804xE7xS80yJpr4b7kv4wI85bcK2oqysLGYyRFHmidjnB
wwhEa3a0JZ78ERw639qEtv5IXImTIVpXCbzwc97KAGf75eZllRqF4QSVTAm3wteQHceWIwKN6fgR
9kac39PoqsLL4apNp41pPSaRAAROIape0IyofWpi0r+qZlZuuzKQf6RNbu2CKBZORh63+ziTMi9W
NHUbFGIIQI66/VBpIP6s4iLYihKZ/FjQCLIPeqFsip4EPiVytxfBB6Dak5FPH8nYqo5OaArzoKpY
2kJl1m42xt2xjVLYSAM8gajp5GMzGsK5rgLa2iKmljfoMyU/5VhKj3rWlQ9B2dCDGkftfSrUHbJS
YWmhkyGzqA/UReISUf7EXGkHrGi1CWS032K0uuuiCLdCH500o9YaN9KieMLMBrpA7Dw0GtOeirF5
bfVE3WDhhkdcKWQnaZXkWQHeApgjM9VtWNKiRGmqqg+RosxfFsS7HkiErlx1eW6Pahi7uVUMfqVr
tS/mg5VtOlJ1W5QKhp0eZBFxMMGovJB0MveD3lA0KtNcibxATYEOo2aiepBLMdiSwaKxXTZi09gd
FtEfslRxNbAgfVBJz4Rt36WR0xlab/mx3kebbLL096wN0XMgisJzjCsOPZ1mAIDLQfUEKVQ6ULSp
SmpHQAFWXSUlKsjvxER6UyYZT31C9bs066SfXVrLv9UiEu8HI429opYivCnBO5y6Ql6kb1miD5VD
rCL9lQca3ceKkL3GUt/vilyanHoYsyP+9+4YmiYazFNDOQbCKKEAq4Q7k8rxUY60yq2LKfofzq5s
x21ciX6RAK2U9KrVW9vt3pMXoZNMtFP7+vX3KMCd2LRgoudezFOALpMqFotVp84prQptoXezksl5
oKGZWGZXKyVUuI1s8II8DDO/KyN5W8hNe04TpfIwWGwCuaoo0w5SRcN3vY9EcBzXaCoZQhH6A6bg
AaWJtezRgD7zMQuqpLQKc0lzzDF8DkFi/lTQmRROUkbltiuq6luokghNdqkePtU+gbphJk2ztpOj
rP1IIOLnJXNW7oJOVF5oVyrBVh3SeNOl8nyWBsx65emk2UIg6GdNr4JtKzUaWvcqevhu1VWBZBGK
5omtJunU+1nTjOes7Kce8GwQZgyakENuXOg2AXgXJUsfq+IHWGujFwX7EllVVAvPoaQ11KF6D2GH
RB2f5bCVvpslZjDCzBRbKykTium9vvrUMlQeISZOoAkdpVH1XgyZeQ7MEGxhtFQUvxPUfG8MIwAa
XT96WdEML3I1ybUVCnXxe+yH0ZWAeHiRSZxjKtBAU9nK5WIsXYyiR89KGiSHPNbA1xri/foiT7Lg
FUGnRJZYiBmEf4NxeFPqcNgGWV6bFh0I2Q+lHBxDpcUBLkRtxCmCVFiUl/1+GFLx2wSZHEtOK8zq
yJoR5M7UF5i5rVH4siDWM26rIBYQOkidTn5czvVOrYX0cUpmkKCbGPHfVhj09qgGkv9Am6MaVUpt
hKBzkv6CCNDwWmI+YJsbmQlAG5oFJ4oyBoVMeeSUdVF/hkYQHRENwZpa59MPPZcrb1YVAU9IOkaY
jAWfnTWD73cf9zFed+YEiD84+PPnEeHaE5NG7i0YCreFWVYeCM7TB7UskichmKINiRQNxyEtcZBI
1LqhQsd9Ns29V8wk/QbGYsFSp6hzc0hGbgZR70eLhFrv1PWkozkgYSrY0zu0pdVJN069Wg1unFDV
LfpUG3xMlNSmbeSqNlumIjWmNRRx1Tpy1IAataI14CtaiQkCq1cV6nZ63CpQjNRTl0hp9mIkCkqp
tBmFGSFMqyfw4qhzaWO4If0dEYpxw7Go2reqMAN3UuoSs5RBu+mjLPUmNWu+YWyw3WD0SYeGTte6
tV6XjrJsekSF+V2VOvH3oKaGpetpcQZMTD+ErdnsdcOYtxIc8bXLBSDS7qeUK6V+AqSJYmKAfUH4
scmBJjbB1OAmzU23wmRCjbHjyjEoj7V+7cbWAPrGM8sAIyxL7zHICd6WKTJXJdjJwj9V7xsZpwzO
M7Hk5xcZnahNVTKMMNEZzyZ0JbraESdO15FnY/n3CxtFWvcYEEZmahS/q9RNi9NYPv2XL/J3p24S
U3CTlQOWUSJUVNq7UXwPcvBR8cq7a8+Vyy/CfPlYkqOQaLBDu52mvCY9p2zH2yomJRQqXM4BxvPt
Kncr6DQ02ptkvN3fK54NJg9MUlnpsxJraJtd0r3X5nManO+b4GzTnyfZxRc3A4rpnhomZPUjyip4
1dchPUhkMfqF+gYe6GxPYRK7dBJzPAxyaRePrgAWajHgPeKW1wWby14aYT5Gr2SDLrYwQs75J0Sn
jvNGsInTeUNvdXb5KW7u79rqq/HSIPNl0gyQVXlZ1WBLuNse581jvwf06lHxIXwrHniPnLVkHRoV
oO6BQqqKEcXrgykaglyZLeLYlAPvMTwawrnTHkKIKxFOqUZeC5mX7wKmWqGo2VgPKd4FmgUIq1d/
tNvT4IaGTfzkkTi6HUGT9aPdYTzCL39TG1fEqypZGxC3cwsCS82G/a6Xv4VZdhQLU6oYAbjilKc5
Bn/kbEn6N9l8F4EaxNJBFJROntp79z/v2qEARNkE8h3doZvHbA05pEJaEINC41djbmU1T9Bx9Xl+
YYEJ5mFXyqG5wAXNbvpeSr8yIN1MMbCIgo5X/NPMske15c1GrtZXwNKOgjUQEaCGY2JikzRKIyV/
Pq0MWkUL9E90Y3TgaAlP8Y/7e8g1xpzJqtGTbhRgLF0kFeOt1nsdDr+heXEEOov3QP2VVL85Rhfn
ZB3mcoXMuSzqBMX/HEahVKBs6l/5DmVlW/0pOok7+vSVY25Zw605PDY06DOjz8dsqCpWoPbHvJct
n2sIBWXbH6D1f2gtPYfYnfwYeM0WTQjjGJ545LxrDgRc1r+Wmd016zkKoSuHmmLmldvsd3gQf9Zv
ia9zMoJbKhwULy8NMTtKzTQO6giGVCjIPBdvHiiXITAXWuDT+JU/aE/QRLPrI6Y/ybF+NTjRaLVK
gQ6LgYIjZLRQgrkOfA0edbJa4oM+FE/tyXhUoW3pV0izbNMO7eR78Tjt8aiG2Pj7f/m2F5aZOKiZ
UWFGiyu1H4ZmnZAWSz5xFN0qfhoRFMRqK3aaffwj8UEnwBWCW3XkC+tM5Isx5EOROCd29YY55nBz
knQrexuccif4scebQ1m7XpaxdyiHLnobLPtL3ESZTBYkcREc49gaiNeW/tA8BLzW0lpGc2mIiXv9
VE/QMEEbRqhfuvpDCbedyHGZteB9aWL5CRcZTVLBXeMltM76dgTpQigp/yGlQZsd/STMeRo3bAgF
VMNUecEpmsN+mDCk5JoaBx68dglfNDNYgLzU5GCE7dEygMTRYTCyXRunjlTEtpLIzn1HX/v2l6kF
80kqPEMjCjVtexJ9NdqEtWGp5DynfmFyLK1eCcDSYGJVxRPpZjY2yXKN9DlMBefkpEsu7p9+BxYQ
2VV+8YZj1zztwhab2MpSGVQ0ga1ecgz1OKteP/yX3Blq4UDLoLUIfoNrT6tHImdSADBdW0IKobBa
3ijlqhf8NaAxbbOMtgUxoqWl07/SwSPRvgh8whPLXt0pQJghBqVK+I85MLoY0wqUHni76v4QekKV
WgmvO7e2EtCvYB4UKAfzBr1UlLMRhQOgI1EE5lZgichkZYUrJe59Z17DqJBLQ4w3i0JSq3m7GGpa
aGTnZrqjKEi6ets0j3qNqbO67zBcSDBsKEqNQ2bNy0is2J0Kdoz7P2btZKEZt6jLESCy/lytF5Eo
a5W5mGU8EvTUE2UMYkVPobhvMXk3SpwOxbIsNhG5NMVcVrSUKyQLMLUM7cTKeYh4UKZ1CwRgeiQ6
0FVfFnuxGCXLcj1Z2ixt45fFUek5h2nVQ9Cg/v/fZxMaahpSPeLvV/RX0iVOSFHpNHVXiXnKy2sD
c+hTIa0HSgQgFXaiC44IyEYNU0ZPHAzuIBsVPC2EnCXqzSCQA9YanN9h7IZpccBQ0nFC3X5uoCWE
5yRoF1G2FK14MDeddOwCE0Vrzl6sJXeXP5BxYsiQd3O37EUnvBvkMSI7yM1GhV21u6rcKDyA5erW
X+wHEwDQL0CyE6O7lQLvARIRi5QTiBg2IYq790/EWqi5XNjySy6ciJoJ5A4nLCzBxILy2gpHUeRE
gFU/BRGLjnQc7VXWTweBgixBBJ4wkcEyI6HnzgU3re/XXxOMq06kUNHAwH51mP6wo9zujtQLXfCr
O+TUbQWH/o5fumeDkxOsFh3IxdKY+6af9Ugol++ECbb42D7KgoXGi/VLPMiQCpfwEk8532s1gv21
aDIXUEwzswA6E4i/WLSz5qXRPZp9ZM1ByL8+XQZ2KTBMIatCCoqn8bVrzKVJUlFAYT4pGmeQz5D4
QFDjOMeKTDYacTJmzVFKAdacHW4k3RhGuTKDWaV3JmiFRY68VRy6n7zMWeauDQfSsrZVUHsoHOo7
nzvbcDnp48rQ+fWPYI53rJdarYqLPJmfdNC4l36Y+8BpHuJtsTUfDKv6lf5zkK30VDrG0/0DeHs6
rk0zR13CNVynNdav4QIeMXem8LDof7bw+iq6NsGccaWqjd6QsLplqj6z1O/fE498+6ntUKzaNBY5
t4f4e34uXtrj/IMss5i25Aaf99d567jXP4K5rfQ5jLA6/IgaY2bJYyJ6krLJ80MBabH7llZO5bUp
JhqEmUiRIsIUHmjfkDuR0Sp/5K+H/k34bWzUpzZ1dU7zfvUrqpKM3oiGiTAWmp7SkS6s5Zjgl0JL
70y7jH7eX9WfxsjNV7wwwX7FOBbRtoGJInOkE3r6ud86gqWfXhLd+ila0W/y8l5b0HWp3dyvnAHv
8sjqvPgHOXb7hDfpfRtyERkwvwNSaiAiTFW6jg7pkOilUiqZrYJzadih6TUZvwuNx325smyIhS54
IMgA6Pg/E4U09L6nWDThvElceGYX9hvao9hi6VQjoaObkfEQi3l0hEpQV6B9nVfHYYD0Uwwaw12W
y3nhB7UkQPKm6lQXj+rsWQbg7gC9VWiDQkS52hCg/OPvzTA0ATioEyF2SRxPsq2UMVS8TWSwCLUy
2UK2q8IOo5NLnftf9za/wPpwQZoA3hvkZsQ7mNIwqGusUkkxEA0sV2CrTSNsh3YxiGkcV5YH1dem
bvDrHqoh983fZgEwb0AxGg9ocEGxpIy5PgxxWoZAO8tosLZ6Gn4YkwJOmKD+MmOqClNo/oGMCRn4
DexzNMHLTkF8ZmddD/IDicZbUO8ZEGgdv57bmJglxrQrCgJAQrEToUmJcTbIR+d2NJXNvjBIeQbL
KeaYS4X7srjlocGkFNCOmJ2DygIqukx8G+MWaptlhWvKpi/maSF90CSnA67DahIrPbRu4KWH0Dcc
zc1cBKJ36vPyoJXPePUbmMAnpV07hAN+Q58cNO0t0r+lYPX5sqtc2WDO45SKYVcYsDHTU9Cd6shL
4uf7Jm6D6dVW/pkDushJ6xEqY8IME+o8eRIGS6eo4Zy3NRMYWEHfZukZgY/4Onrpg0oxUAgTQoIx
AqI/DjTlrGIFooZ85sIGE7B7tLZpK8BGBSVUN3nMX42DuJVDV9otMDWptGbex+Eti3HCJgbrganB
JPDF4JECMIPTY12p/l4vinGxEAz7hbBYqA/6M8jhFnoc7Ul1iJV7g9Ms+MKTvqM2T5pxBc54bZjx
OyHTY3OMamob5+yxdyQkjN+0vfwY28ZWd8Gr4plv0lv/AJoujq8sS7q+eGEZVG4EbT7cQCw4lGh9
28YVLJMCY/P0BVzfGKzTRlQqgBL7cd/3Vy4CgnsVdZmFigCyYdeOifACWfO6XbC8p6nvLQk4UTG0
R+IYgT8FxBd5ja+1oIEFQjgI3Nxg51auLXYJquplgYo5Reonjrs8+YQ81f1V3SYLsHBhY/HbyxOt
1ALo+WADAzTx7755F0MniXgHbnn7MB9KFzHaBUQ7KBNkFvHaaK0BzP1I7eBV3JXPZHEL2asMzAdO
nP72yme6MsUsKBrkYKwBdLMB2hdIYuXRMwFAB2g1iexrza5mTtdnZQdxtIDBBppFNQDnvd7BDIBC
0vTgtC/LU6UMVqomYBD10Yj5+qcSMawDdm6UOZcJz2tDoUwqnaZ9Doa90ppiyTLn+BjpIOBSqy8/
fXA//zXFFoSDUi3EuYWpiVQWBDlOU1d+u+94K84Nj5D1hV4LlBDsG7ZSc+R0JUwMfejkgfKYKiHg
d5N/38xarIeQggKgJsQOQYnMBN4uNoUhzAB2nAevm5/ibC8kb6G81VTHiBNkcPt5xIDQscweq+zl
vvGVhiBYgRR8K8yroBTI0iSTVtPTKFBz9DyHyYIOyMHYumAJ8BuQeqAvZp4FvGNB79dZr4L/9TIk
rAO8CgJRvOFl9ukjQo6vj1MN4qN5CP06HInYu7/AtY+IKUrMSmAoAAJFTEzUOq0IMOyA7LR804rd
LJ+5qeLKm3FZBeI8ah4ierjM+VLjfiI5ELygCt9jQg0IEg840HP8MJ/B/1wJ3qe8qTb317UC7IBR
5IxAcC3zw2wrdS61otUqLCy3ACfefTQueImBxO6WT5Vbp96RMfWA+uIx2NSTa2xzG6VrzQIZjsf7
MWsX7NWPka8PfjrndYmBldzWOgsIGhB7B3bopFb7mHh4Toof+hNa6XggxfbxF2cjlr/NRO4r2+wd
ZNBYSils9x/p72kH1gO3stTH7ttP49fsjxvIJW6GA9Gt5Kz7kCJCZc25/xP+uOm9n8BE9A6g0bJe
vkXhms/KRw9uL+VB8+F0NjBSD2f5XHLggyvNNwx+4clnLmwigFcyobbDZT+EdZHZUutD3m5ymwfU
vU5N46aPI8fYyhlaXungqwGrA5IYZodB8VfUMyasMT23gTCxNc+bWOZNji97xOyhtjSrlyiI1Jq9
gA2tqOLSkOBCk2R3qauoPIqStc8ESn9FxyWIlAWCBddeGgQ0Anu6ntvNsfGjd3WwgoPcWeLzY/oR
uWGyQUGCJy2zdjSujDKZvCxEOTVyGB3sxg83kgUAfb1pvpXv+gNGZ08aEGBe9JDvJUQ/TqaxUpsE
ZRJiO8oCKgEFNeMlujmPZZAbOWgNAG1+SLbGDmwz4w9MDNrjmb7FjraNv6Xv8XPit5zrcyXrIJD5
wwARMRCq2GpzDui9EgURckMK5MExrh508/cgc+LgittAFRRdaEReFHnYrpyRxrRNwXwNydo3Sf0g
X8fp4j2J6CqjOIdxPHbSlDYd2o8qBTAOfcYBogj0pHSc/Gz5Cozr432gwPOhbbFICVz7pZwFKhn6
5bEn+VL+Mhh+ob+rZCtqT4GWWQIGWjgBazXbxYUFUi0ZKhAsHVGc9xNEVSeMcrSgJg0t4dPsHWph
Wpf7Alo7dTpuxX9tMQdAmNNEjmrYQp8jP+YPxq/IW8Ccsief7MiKHsQfIu+lueIVVzaZlEoqMPsw
SLBZuNGL6Be4IiMHM2UIy9GxtXZgKOXs6EqMvLLIvG0FUVqIWGdqQ6Jz/im+paHdWtN2Av+z6QbP
kp3tuq3u3Le6LINxnCujjOMMjVyoxbQs03yehT2IDgZiK21u0YnL9roE+Tu22MJKkfcaaUfYwjOs
cUUsbIHiPdN94jzq5+Y55KxtdUN1osBzEEDAA319KAy1p4hqIoJlh+EFXDeJ+lKNvO92Y0WDti4q
LQZG5kC1weKZRcxVznikZNCuSS1pckoJHIUxJ8PnGWF8oyolE9IYMKKBJaGFxJ1C/YYXqG5cHisB
4YWGkUlFXeqk1/slYugCktMp9kmGsyugEyu/+rr7YwE2oDgqS4i41xbarizjHlIqkIg1HYq5C/NJ
ykxb/HHfqVd2CxkAaMQ00FTfAliCoi7xjgRJdQP24KwawSL2Hn75WQBFQBAZIl/HV8cDhFmL0BSR
VmPyyqaRcla63tGo5MshJw6tLeXSypK6XpQupmwIuiRYrCjploiiL8XdSdF5s+KrZhTsF3oqKsrw
TBjoRxTlyTxmdp9ph3ZUHnQdg0t593U3Bqk37nTwhwOVy76HQWIikxqMQnZTK8DE2nqlWELKOfbL
WbgKM/gwUK7FLairioQb93rL5KKiqOgT0IdrmjeYsVvME3BMxGmy5GkUQGcd8SrfN9cvY5K5LBKj
rMAToWd4fKp2Ibpx+RmCoi/F1LOaeWrtazEnL7uJ26gao4GBNBQj+JjvXz7ohV/oc0FKrV0UQaCl
M6R4mgylq6WlT2bjqQ9yTo50yze52EPGi8IWgaIMmyRFgdIFXT5k9hBUfpe5JSAopl8kdqG/pumb
JJ2j6MMMOZ3xtVWCThMiHWiiAHzPnDFkVUOc1yi2KvUOepTQEAAcZd+MplX0HDDFTa6JBQK0hzQN
+GYJj6LrDZVpms1VAVNIgre5gmnuLO1QOfndme35fnhaMyUvw+OGhFsDl9O1KZVitlLr4S0AP0Je
UwJBmhFN7aFsKgGS1tN/iFSgOjTR3APka2l9XdsbZKORAhkHopaJiwlzy9DRjuQVYta+lYyRHgxC
LwKL7BPPNNMJ3oMeYiGlupNikHCROTvHUgZySlp4E6Uf9/dx3SL42AC6xe3OJtaVXvdZXRkLdkP7
J5tGX1Yraw5ryLQbqdeQL0vswkXA0fuvveX+vDhzzdi0hR7BXpnHv0XoATR03I0BoplQnQkI3e8v
byUmX5ljjviEd2aVpdhQA1DPUngBp65XxO5/MILXjwkej+WJxTzMoQRmGsWyhhEcehXkRnptGf/k
LGXV4y+sMDsX5l2dJguWZ4xkT6yDj66FRvz8E+PPHCTE2qah2YqgiPsFbG6Mr2N+OEnmZEIk7p8y
cLCHgmBFvOC7csOgOg2cBf6Hjjl79auJOtUBuADtBJSzkfguYngFXVYaNOcq/sx1TrxYNQcgvqGI
mJcTFWZN0xhBQqlcbs253OnpIYOOwFC55J9yCLe98nzfI1ayQGikQtnDRGKzME5ce3ktDp3Y9Mg4
UtP8KWSGq9CYUw1acwekZwpaPkjTdLZmi0MEVb8GsRZlnK3YUacbpu/oaVigb+bck2v+gPxJR2tp
afmzDS1Q++ANpwO2kugboPetTNw0MldRb23PLq0wlwdR45yaFRbUZmr+S5g1sgtGpX4s5H56lYRZ
36C7UvpArWQozuvNPinRK7donZgn2Rz6Z5K78tBvv/4lscULwlpdOByZANJlIEDKIhUFPhOCWnH5
OFav9y2sfkhIgIM3dnljsRyUcqhRc6oXC3GVxrtezKXEHxWpikA9oAWfbdTzKqVrJlF4w2CKgTIf
XOjaPYNWUYJGQxCOs/xjEN/nVDmDywLVlT737q/utkKKgH/5WZmDZ8aTFkQEziNUYIIffNK5ZIZ8
IEheEqeoFFuN/IZ3j66ddqCacFWD6lmV/2RiF7eMJIS1PmtANpV1uwVt+XaOu0OQgZIKoSyou12q
1s79hfJMMnvaF2QKaAiTdY2ReJVYo/GzDZwsDMAK4NP4P8QzvC81sA7jkYm2yvUn7KepV0MB8ayl
sd/p4gdotHdFiZ6sLj+0U+wIue7eX+Ga16hLEQ4UC2ClYoNaVM2jlphIuaAza6kQSZpyulcL9Fkg
Hnbf1GqqjPO2xE8YxH/Xy5P1JNWKDh4aoHWjpANkZmE39JL056hbgnKsgmdd9qAHe9/waqiDx8Bn
VKCNWKhaBLjsnILKBRVo3ZJo/li3qReAa/++mbWsC9X1/5v5A6a/8M8Gej1yt/inCPaysH0T0LSo
Ci+aZqtPONF77bNBZRbfa+HU19hnaagJUiIv5BxIUXqrCYxfZjXottCOGLgzU//+ylbP+2VsYa6+
0OwNALbwtcAfBYbIp8LQCystBtBPh548Z9/GWfuo8xMosDk34tq3AwICHQkkzijIMT6jVz0NwgQ+
k1ZaapWa+tts8x06yzyq67WbaqEMRhoLlJjEUuqD4oMW8wjuRuAavxWVGVnKpHPi5upXw4QLHlGL
msuNAGo35gOgR6hZ6JM1QBatSBJc9bKVE877cPWL4a2PGSWEEWgELPt64YxGIUzzMAPOR9rWkHat
qYTZA5LNcrRUdTCJH/UJaJzIIKdHtdWiJzmSu73R1RGnTnO7ZjznEFnwS1BCMdiURlMGDbTUOVA6
hukOxJqgawGiYovSp/tOenv8YMhA90kFYl3XWENKP2idYqLSHzQHipklcMVldIOnKhBlnJN+65TX
ppY1X2wuiDNLBbStGGadaqvBUGOBNIqXQvCMMHdsr2kNCLNgJA/csPlhCr2VapxEaM0GsEyIiqiX
QMOIOV2x0dfiGAIuk5a1Q7J+k+uZB36qzf1Ps2JmoXrBmwBVBMxEMffaJCFdKCXUm2mjfwJ74usB
4kdYhpyoyLHDkmcqAsphA6RwbJKDnLMUvEaAPpsmccLhqhmITSyXCa5NVrZRMNHhaSqy6BcHvS0a
hQHt8oJCGSf4+jGGIgwSVdTtUOkBrPva08IK0+t5ZlI7JqWVG66h22nyYBSxY9TfCSSiDVB0ctXC
btOepd2HlxyKuBj9YCeDCKackyCGVSPLXsq6fpNL3NIiMCoiBYm8AIqS0HTv+8hKnJAWylMTq8TM
GesjvRImWTfHhR3ootcr0FoY/Bm5FmRbvfuWFm+7LoPCEf9aYr0kiIuwGUdYao1XzTBxhbpCoLnz
+F2TkZpAfJpzh630qWUs6d8xKJZ2PBiCNo2gzGxn2/mg7BUHhFhHzCK48bb5Kf6ULf0wbTTMBTzN
nFf/za2Gmt2lZfnafwKT4EEsY8YristNkcQHomZfPdyMCSaGNIo8jUmAySeTdH6hDKAKo9BLzzj+
cRPeGTPLSi9ibtWntSoF2MNpFEBGizEDQEFSR+2f8XbkpP03B5yxtfz7ha2pFOWpJ9g1uQWCtnjN
CYZVDM6+rTRvr78Nc4tAKk9tRBC02embeVDPo2N6AfQPh2/tPvCyXf80WTx3uHF9ZmFMOAlEKdbN
Bt8KgAwRgjh18zANDxWAkjVx0KUxla+etT8GIYMBQDcq5GwkkToSj1rWgWLgYziCTPiQPs47xY7f
7x/p9WFm3ByAjWOgAP2L6y9WJlO6SJIDhRUf4hw1hlMGuSdZeifDpgOvqmqpEmY4QgsZyleTgWWJ
i94GGjcQt1cZ03REE75MYDpqdrSLbBG0jFHicxa46v4XVhhn6RM91aLFSuOCFPlZs2Yv3pXvtHRD
Ytf7aVs9J68CnlRPPIKN1cNwYZnxmV6lwDMsY6Km4Se6X+eNJbf/JUxd2FgupIsDV9F41mYNNpC1
Ae+Mac2Oc6RXA+GFBSYFCQc0WAUBFvAZrUAo7J4HgVoZ51scQQcqB1VCdEAZR8gDU55pO4L61h78
+ClzNA9384a8QdXZtPsH8hF7EaZQDa85vKLHv7E5PrL4wNXF9scT//4AxkdGLTZAR48fMDoPgWP+
jPf19p/0gPmoI7qJDsr+u8K9b3M1oFysmXGOAm1zUuSQ7aBG8pJgaNnKgew9zFFBUFGYUDTJpifw
in5CPmR73/SaOuHVfjNOo8jx2JIKtslD1EP90DFPmJ/04zN91x70yBZ8FbBvN/Z40JDVaIOJA5RF
UY4iN6/vKh2axFi+dKyF59xQIM75MjQVOCbLQ9/oNh3Fcz3+mNs3iM65qsArq659aAjuyCjBoaaB
wvf1cRmEfJBrCSvPEylNPFGfxI3aC9ovMyshJmsU0uv9vV6LAfArdMiQjiKYM649xoOEiiUWjGex
lJbgZz3N4cQJpGsh7tII476wPcalCiOR8jPWQbS6yZATdfVL073dX87q/l0sh/HacaymsO9AfVFC
HbwbQMEKdmMZ5K0KD6jH2zjGR5EOkQwEqeCCMD/DEAK/zzqvgndbVsOxB5B+ESn78/plQpsK5tNG
WI59pTvzQXWJkx+Ef7Td8NLtI//+zq2ddxSY8WJEKWaB7l97HqYQqyYeIMFCg0899lIdJNQlaIlF
azA/FcGrwh/3Da5v4L8GWdEQI+sgPdbAoFwoLhnBz05aLwcT8n0z60f678JYAA4ACbI0VYudXd3b
L03iyL9qw+5Bwh62lpQ4tXff4roP/l2YfL2TZaFJtUwXH0w9Ql1VdWj2rKj/4dq7+F4sG6JG5SLv
KlhR6o8c/FslBxywdq1e/v3l3y8ubj0GNibMRbCpjHbShtaQ8NKrVY9b0jrM1kCNnWX2QZUqw+gB
Gq+N/ly3k52Mb7WogsMY9MvbeAK/4ZfruMt5AiIbiouAVgCQc72mEL1s0JXCoikdYjzwaeLRcLCG
TgLGguMFq/t3YYvxAtnIBE2rsX8RpLEFcHIqb/fdbGWA4no1zF1BjYmq9QgLFbSSkl1ZPxfhU63a
FGgV8FKD9iPZSaE3gElbguIQ5SUlywrYpASycLiuMOtr3GTmwZATqcMctS1E0oCBLB2NPzUWwHNd
J0bhFG2AsVhlrJ4yneQniKOnhY3RjOhBgvxwbYEimnfyVkOKvjT1DRH4bTZP02WM4jaBgl/UPyey
2wyojrr3d51nYjn8F8dCyc2pijMVqWCiH9OOWgFNjrTmDeGvno2LlTD3GC6X3ohnmGn6rN1r+lAg
tZV2yRgD06UlO8wsRpaahHu1KngjravpFziw/91G5mob6lKaUENK7afMtLST7AbfGqulG3GvnHOn
duUnBM8N7wW7miRcWGUuoKHtYq0vlyUrhSXKXp0+F5FfRDZEQe9/w9Wj+dcS285JkqY3whqWIlSr
wUJitTLn8HO8hA00ulLoel3AQobRCLn0ZMgbqDmn+MRbBhNhzFEqQdaPz9RLb7oBG8/3t2n1gwDi
i+RQRnhmU0OaJHTUKvDvxeDTEjU7H50kexCCR2gF3be0Mswn/0ErA/SGowsOnOtTlWZSkimLvGVp
TFag7Pv+dxagh3IUarRMC3dQNnr+bQoeSu0RZVGO9bWFApu7CI2gkkfY1IeqaYTyJIjDhrPpqX7x
NG+K1FK3rXuYHAx/ldahtjGhK3Daput2wemJYT6w0YrLv1/EkoAINBEC8E7jKvysI6jcjd+h4XEa
tRclbTiBay2ioHkGZCFQBCpov66NFQXqG8aipyKroj3O+zz5MSqGpRV2RPd96jTtP/e3ddWgimE7
EWrW+NuMQaFEilKiPAru22I/Nd8aA2XQ8RgZgz0H4cucT04IIdP7Rpc/yt5JSBoM4AwxfIX6+vUq
ddRrdCpB0DJVobqTbuV+P/W8xGXVCEC9QP2hfo8W5rUR0xg7sMCh1larjdcE87aKRL8JiXt/Lavp
P0hfTSwHNCzAaV7bqdHBI6m+PAbj7GGqT/MEpq26OaLK7kI9yYuq6FHVpacpaWwz+7xvfS26LLNr
eAMTzPOybUZizpRU5vL2GKkljIe++HXfwOouGkuFAed9maO9Xl0K5OJCT4TCXjD7C0l9KYheCI7t
+2aWC/nGIy7MMBe2qGQGdFORJck61HJl6D7lXpc8q/9BJJ6gR/nvcpjDLBXS0HeQ27ED5LAxCLNT
sLBLkFPmkZOvnqsLQ8ztHBsB6coZ+1bIIkSqP1Wo5WTPrXrqdIcW8aYxOK2q1Q8FeCFB8ACehO3f
lENninWF8Bimu2n+EMlGqjmt5DUTy1QBhJ4WdV/2vhSUBJVqATVQE21zfXQpGGRaHmJ9zaMvjTCX
DEnnRI0ojOTEeBRJdzZ5jWqeBSYwKArNiylH9Km0hUfipGWcT7H6mMWotLZo6UqIPUx8S8UpDoca
p7Ix3sUCqqX7SX4WutckOkvUjh6EB1TBZ94beu0MXVhlX2oRcu0MNA+4INMZ8oVvba1bpeFQwb9/
VhfXZc/qpR0m4IUAYo5UhB0JPVg/lqdzP77Xs/lI5p85SJQsPf1x3+Kq4/3dT431CZoqRVrgMIEE
yiYgLlK6p5THuMfbPsYtcrmRwzrAsnrTn9PImolV6ZYScV7sPDOLd16kE4XeDMqow0yJF2cGpq2c
/GiHTSlyevG3CBQ8oy8/ExO51UnKdHmAIQ01/XD6nAN8sIegfKrHzgrT0sbQDTI5Hkpw5XSh3YTx
FnSDTNRHmW00kzBp5OU6zHpx11L92Hcv971h7XgtHS0TqFkAeSBZfb2FgVYMI2TOYEKvjtVSFihn
K45ADZAo0HusUA7b6Qp1Bu1jDD/QO+ckwiufECg69MhB/gixbBa+SvpOymMZl4iIsc+h8BMIkojf
tS+P1qm47C7MLD/jwlPQ4QjVVIeZtoXWVjueWrX63VLRub+dK8f5ygyzm203V328qDpnTfKgdglm
BP9H2nX2SG4r218kQBIVvyp0mJxndr4IM7seKgdKosKvf0d7cb3dbL0mZq9h2IDX6FKRxWKxwjle
dj/a7jWrIg+0K5KrfuVmxOgb/AAQJYCyLO5eqilqk7a46lOreTF0TLH2X3FEt8rwCJMCddOnmwzf
d1lHMoXbWDGUwWw6fXFZAZsfWXbveQCx89JOgm684qmAf4O3EZqONcRMwmLWLStosggapmrbO/GG
z8VFM1PJm0QmRtCHjIzagwoxY7dtrLu03eSxxMiXLxW8/DJXtYwqoNUXEdOx9XVRU5cZOMp8PqAZ
NQldhqyVxxEydbLi6qo2YGs1MSWO0yw2FqMtCkdqETXGQ9BbOzL2fi7Ll6wLQT/J0pqNCTVhZ9qC
gI3OdJB1QrtVrj9PBCRjsrGwtbO0DOsDpgovDrRbHS8apaOu0B79OUaqbaMYlY3UyILGmAKXu+jB
H5E4TSrJTq1phoYagPlh9dBzuPz5gZ9IBwsP45oCY7NzVN9lRRPYLh82CZklgc2a4zuUJHikecYo
ppVBvdg1ABpgXAFxck/LOMBNsz/vldaU0pf5QUyyEEyWCErxXIlyN0MSuB6tcFDTLUutcGKu5DZe
s3IdDaEo4mHiGswox2vXAJI0rxKkgNwMCFzAjcIqOpcAVJnSzXmF1tbuUJJw78dKMYNrHgqVymYe
wQNqf3I3/P6QDIz7UIywbpqiqxTqQow539oDJiGrb89K/xbxG/kCbcEnVDJ5kdsoiSKjVZRfE8jq
3Ve7D4dvt0YKUgQXl2QaaTDcCejq+q7q91McjuP2/Jas4AwhQYppX8cA0To2X1iseuRFpqYmNAH3
Vv6rvkoeposnxc8vx525YZfJ3r5APfdW98ob0A1c3i/cwDL6ljVLP/wI4VAlReH2w/IR3XQzmi9K
n/iqDGdOJkNwfmwcGG5cyHCMjUHfBm0E2Jd3fjXXfB8K8ugfRAu3Afyy46M05no2gloAich0/qyL
+IqT4jIj6SbHWL0JtDlHi2UINGuxxMJssmTn0GgtRmImWJSGjkKvBOM8mnqT4tpoCkBiMOpbddjr
KIhJwpc1j3EoUtguXus5rVV4jKawb9AR5+tD8ZPXWli4zobbstZdmYbCzhkMVAaRhVWdqhodk8b4
EdVKu895+1Zx9Yfq0ipEq+hNAQIByYaula7Qg4oBMBWVIw3/Ot7RlMdpU09YXbSQbUiS7DVL9zVe
htzudrhskI1MAzChP3BONgB8Dx36oSr0Lo8ll8Gp78RclYmOfczPI7IS84VDDuLVZESSOe9dcILu
k/o9dd4s2XjAugX/sSbB5SggABzzGvrOtjZu1Rr5QtNReVDYysdYRT/USruOTVlF5VQ5OCHQAC2t
a8tInPicngt9qpXlChou8VojY+bNic+ir/PHcy1PCTkYDgUcD9jWxT454DlXI9Di4Ox061rNLH/K
rQCzt9tGSS+L7EfnFHsTLLsmnXbU7H+eF796bJb8IRLXC+iQcNFanHMGNCK8maqfXVbgpCQbnXJE
Eh9grpJY7uqSHggT7lpiqknUtjZyYXr0UFsv2Zzt3ZZuTOVvHjP4uX/VEpwegL261GJQa4pBF646
l3ZpIxy3d/1Y3aadGrC485xZSh4j03D584OYr8QnOc4AuXFa7/Sc+SnQ6UzwxnI3vx4nIG5m2h0F
sKieqruo7x6L2rq1k6HzlC7fNpjK0DDh/xdb/MddiD2g4IrO2dAvxwcFgzzeuDSwjCBC9W76PC9p
9aAeSBK0H2zmVhrGynxjfDeIV+S7HMUvNIlEC7kbl5ju6uV5IE1wwdWkAtFt0SshhqdObxHS0xqV
2axMiuB84iEzMXm4WJIJxpbQMJmHIFiyRau3yYEqy58fmA3pzD7GMAi2qO/eiNtdxb0V8OgFRGSh
YSVhEn+UYLM5v1sSzUSsjK5RrAj0ZkvOXQ+MWPedNtnWSie5mJdDLT5YgcyKVxDm3l1bbPK387Y2
3QwPPGoDXSW1diBB3/6NJn9E6MfLByaeZKQK/ErL6UVqx+jmj1+ieZaIWT3cB5oIvrIiXeV0EzQx
JrpnbX2t8QetdNDjY0nsYa2ki25ZA8MtoAY7RVYy3K5VSOwi+KS9N47ebD7kmDAhL7bxNs6bPro1
MQ1ugJu2D1sZxZ5UurCeMcLy1mBQVEcirTLurfgidvyhvtRZmPefFr6EgerI5zpaBIfw/GauOpED
1YVVbu2h6dmSEKgShtelP1tbmvQBLZ5L1zNk8MFr6dijlRbuJErjepkkgseeb0wOmJrUM/l2ThjC
tweiPOR6MKaS3oNVQ1p6oZcDARCl5WQeHHfgWgyqW0FmHcX7knHPQsG6dJRtDxXPr+bq/Q6wVgDw
YHgaQ77HovhkFlOkIzVgxhwtiVqo9MY2x0NmNt4QW347INSB5LIYLEZSVQAxHkubKmqYioGpPzxF
Wo9l+a+ucbmvU0B1z7r5fF631YQzwk9QfoE8VVfFXBitXKdVTYhD46OxbbP6qmubKjA7Ou55Olnb
3iI/gYXeYj4dXBtkBAZfHc2PBaCQJL7hdJ0RCmOYE0P4BLVm0ZkOFSM9OgoxS+0MoT7me8vNgrg1
vJz8oKMh8amnrvtYmnBAZ67zNGWQ1s1a0Oh6mNt3zfjtZOYiBIwAaAlYssKClepxNlLbTYDBUgw/
F6S3O8fmz1XaVZJkz4o2MBZU6gEUtfBfCFZjGko8IgzOfVd5b13q9eAzkXF6nt6wZGmjwJA75gWR
3F727+DIaf045Jg1wzG3PvNoP+cAq9szG7zC2WVVvY4v501zTSX0/WB6FBkXZByFC13tVKThKFBl
silUnJ3pPM7f75ICoswfEWIfVq0PAKOoIYI11zn90Vih8n3uE91GVGLAdeCIIQ18vGh60ZERATuG
eHP3wugb32js61yaoVjxwahdL0u19A8Bk1tYrS6lHPBsHGWA5MEpP2p+X43BMHEfnZdxGbbAsUDJ
7/wOnfrgBXkceD/LWArAoATrVhw9TqoIMlMggbePicO8ytpXQ/Q/ylm+48DwbL1PqVqiKDbZftc/
TuXGnm+Z8fq/aSOYd50OphU70MYEKXfsgCFTezRU9LY8nZezYtdYNfhcTB2oLqBjj7Vpkrjq1G7R
Jn8c+H2p3jbG9ryI5VOP48VlY/6IEC7k2Kxn111EjPYntfcaC2iFhqSvWVbHOw1McT5VHSg/FgBv
cFiOdenazlSmZXhjrO8pcx9Up5dUnVYlgGALk/eAy0Z26lgC0dI4SiKU1HoGOqhXg3w7joAGqC0A
NAFJChRPjn+/j+upHX+Xz+znlmwIYD6z6LYE/+L5LVk7K4dyhDeQPpZodx2QvLaKgOa5R+1nmqOc
a0j0WVsvFI9RvkXm10SVWtCnw2uktpBbZkA5qv7JB11yb/7OHAvGhSZp3DQaoAnxYBDs11LsWh05
XnP1FWai9u862M+CJoze2+0UFp7qvVzrF2Rjhpg4nb3XAtMO/IIGyBV4yIagT/sDoAPoFJm2sjfM
ClMNEhbYRAMj5kuFRXBIDPOR5VTiOdabtdeOT2ofeTFo4DHG4rHq2nW/DCu970i/ydJ7lbc7VE+f
ep0EqsZ8i1ZwX43s8btyFpHbA1wprhrAoorHnfV51GIgHk9EK7+M5v6SJdqWNOZmwrGcZllrxJo4
IMzjVFrLvSPGxVWVZ9lgw84YgMt+THaUOV4xg8AKHHJ5m3vppBmDn/aNuSuVAlOrhsEBGjjawwVt
KA/dfs4dD8zAv0EHHLQNqylvnyPkhu/Mihsypp0Vb4grGEgAaNNEel0sK04VmTuiDICWmneT8aqm
V0zWFLUqAu7DUgFZiIZJ4YjHXNfYbOOW5yMwgPZTdoV4+vzpXrt+MSj1R4ZwvCdTa2jbQobL3uZ3
A7uLbl3zHz157/l9Tpln9oVE5rpaBK53QdkgorE3ddcDRRqYcSbbU/qVmKFBPs6rdfqOhNEC2vy/
IoSLNwJUSYFNBwheFA7KLvtqzSAtb2Y31Nu/CGAPRQmb5E4UqGk9RLkOnKO2G5J3VPnOq7NyNo7U
ETYp66eh1VTIaJLJS8CKab9MTuG52iWReckVd38kSri2NLthkVZD1FD91JSLvP2qQQZDt99WCKE+
8CZQ6EPTovi8iGYeocIL3zKhdOFFmRoo83jhJNXVqHS/yqSXmNyamUMg/L5uLNCVJ49TO7ZH6ixZ
DYUBZrdVgwGw+kCCCOx5CljjItNfgLwcjIVGJnNty9UlXjyAHQUNBIwdYadwtWEYvlX6Ge/wkbsB
G9SdorobW8VMDzCHlZ48z8mA9zkGe/QnXtNvz5ETQCgDhRdfgB5bsR5XIoaYMYeN8JB+DrHj6a0s
Y7ViM3j2/m4JAHggfNXx1Z1zOjaER6hkRqER7xvtcizDXgbgurqHh2KEhy+gNBRVYVhG9aXWQ/pM
PtUfU4DCiUE9GUnSio86UkmIFcYy1jqTQha39wwo8Elz6zrh+UOwkmpb0gW4WQGXvcC/LR9x8Dxo
2ZzMrEWTSGmOmwxTnR6lrubbnTZtOzfLvNIEA0ReZRRpqG68QcM5ignaYF60RX/Pu3mSfdGyhIKl
4vYFJgWyfICmElvX53QA42eP22BqshClIQ9VNy/q+aXdWH6ks53t1jcAJdsCvOg6tul93Ej6mVdc
HWr+KFcDtBH/FK9VkkQDyG3SBX74Cz0NwPe5iVTlrncHdE2MgWQH1k4mjiRgRZFu1XFEjneA8BYN
dku+sdYiAgjz9sqNiB3GTdX84ImVbvDiue3obN+AE+c6dRQ7SOdMckB/77Ow6iZsQIdbgn9Ct/jx
V0SmE488ipFsqa2hA0BxQVSfWoXxpLipHnRZz6iHgYIyvkQ3OQ5ZkmZomNJKbd7bdsqeRpL1s9cp
tvHhcEqCTCEgZQKhWHahNlMZh9mMX/LazmqfKjfRgjqqYwZEYnC10tkqnnWrwy3cVdqT2hnKV1O2
zdZNFf3FjKJml3dTAQo8Y76KE6NAN0QUxR4tnPyup2yUtUyfHj0AsYNhCiuBlBBYyo5XQ01slU9a
gqOnz4GCN/k4vkezbKBVJmV5jhycvcgtC7POISUhl3H62A9osJwkt86pX4QmuHYwoeQgQynCC9es
qKLZhYwG0G4zQC6QgkRnbIxyy3k7Pj00x4LE+MAtu0izIWjUMduo/KTNtUvCmXkN35yXtFz/x6Zq
WBrSdATMN8gJiY8CJepzd7bhslAOM8tbngSd/cirGxyVrArsQpKGXInjTPA/AC52eauD5u94l7IR
FRKdl0C11gEqodt3pfmzQ1tJpjGvd8hmlI3WrFTk4XlgfcsrZOkWFSSm3DKG3kZauZ9C17knNCj7
19J+ivlH794nKJbhvmmp5JF9ao2QCksB8DBQ3pFuO9YTsIeTaeeoqgxxtxu1CBFKdmsxQ7Kc69o5
roteIDSkYW7vWE6KrmU2LDn6KgItY/HZTmgmvpxdj45oQwp1+4IDyqbWvm01UM8FEwCe32jlEOdg
HKOzI6tAktfqnuf+cawvaHrVKV6mPKtsp8mSOyu1AUxdAnoIBBWANEYP4bGafdXXBQYHkJDvngse
jMRXsyBKQnCu2Okb0EgppFo3Tr09fzpWchhHcoVzCN6hUhkc6Om03Taxx90wySbolk8/PoBQDUkl
LCZ6Rk4qqqwbOj0vsYNAq6rbfTPspgYcZpZfgeH1vDZrRnkoSoi3soqi0R/vct+hHZ4A1s4BOZRa
5BLjkGkk+HuaAmKCxRATAYWoHu/G7M0tAHk3/QJHukSlNX+C9mkUNlw4FHCUHhvGUmlvywFEGCPG
Yt0HN3U917xn0WMPqlpLVmTX1+xh4VAA7RUqEJboTLRG4Q0DyChYX7y5Az1p/agDEjoNQQHQRi8A
j1KM655+TJVfODuCZ2oN+tIaXRNbh1+qxi+mNF5RP+bzrrSCpCwezu/w2tIffp9gr1bTgsKdIvBI
MCCvenzaMPuetJ9dIglxfpdxRLOFOwU2EdJ7cHGC4yEMrBKxiZVguKEA5JxP6Ejzmph5XXbfWFMQ
a8TLujLMK3j2/L0ml1Xk581Pk1xk40vpjJ41+qp1P1LJ3bkahR9+mmDmvV4TtFhhEZriclILLH6I
XDpLA+I+pcUG4N0821UKAK6LoPyLQg4gNSAeLeKWftIs2TTIEiN1n/tzrPqooHqR4Q+yJqDTS5sc
CVnilINYJ2trtwSGBG4X7UfXeWa3tYsNiZ8Gc1dEt7qsG3P5uZO9PtBpsboDcU0zmTSZIM4yU9+x
PIPcjAAmcGXPzjXrRQISZHwAArXRXXUsp58UwOtV8LYkA+JoumfzQ4xni6F95DLwwxW/gevy9+gU
GvpRoTgWBeyTFGQ9EJWkjxaSYoXNPFrdUs3LiI/h+/PHcmW/jqQJ+zWkOs2VpSaapXvQzABGKMYo
leFZAEU23gmASYAqc17kiq8/EinsWQqsmdLkEKkzEqpdHwzVtSozjJUNOxIiuJt5SNMIoPG4u4bC
a/ILxMFYVs9hAW8kkY6+umM4T8j4ozaCVovjHSvK1MiNaVnD/DEZ90Ny05UEgAiBSUPwoiep4cf8
V1v+SqyraN7ZhAUDsOyJunF6H221Hd2wKA+0PsQwuT/mvRfzDSKKDPw08e3gfv8SRBn8z+cKSwP/
2Jd6gt9n6A900Smtsa3dfA6KE9q/zm/1CvIqMsoHsoQUH3MwljwvUUrUfFZm0CqvCepHbudl8V6d
QpZsanLlaqFe3XUgbgIFX6M/uOZbXsTbWnYFrbnfg6/RVaGhuVXzaFBVfI2LZUZ7Fb02uW9moDri
e6ukXjS89WzcmuZdWQTD+Bcl2sP+A7FYryAn0I5LaBo1d6P7BLRCoGpdjLHkAlw9XwdtDoKWyhwp
bptATNm+JWwIaL0rGxnl0JrfOMzeCH6jRqM08FmQvSHOnk//WPxJJyg9XwCArHI2ibqVGNJK9gQz
n3gMoj4IZhuxoMbdOR4HDdQMPUv8PgYb9LNdhXl0MRqzN7qvYFDRO4Q4El/1e0+ECwajQaCEQcJE
X6YMjs+2XShg1KkstP547Uv/UYTkkwTxrwpdal6yB4Qr/RV71Wt37VzK8PhW9hGiMUsDZA6gnojt
KhnrmshG68hS9XGcoOi2fAzPL+vKLmLcTrPBpgOmSGC6HGtXF3Y9NgkA8a0mARzzxlK3oKBD2cwz
kwC+KJW14Kzc14cCf+ddD+5rSy+ZVi+sTsQAo3dao9V9P/dXKZHkwdfW7kAxscLLVUBUGIWL94RC
fcdGMmn0WtkZkAkRojm77s2yhOf2Y4xIupFP3NeBSUbuVu4xgIqgLWppWYElCHdLZilzQTLYH+qZ
V23V+6RJL7sB3IHLVLeU12LlKjsSJ9wNwAUjVFFhc7n+K2sSD6h8Xq6EjXMBCgjprLhMmmB+zOzR
eFRCmm4FLP3AwIlnsN2YBaZ+n/Vf52195ZpeWBeRMUb710JlISylbeZu03U08y9RlN/yTf5UbacL
tm9BIO/6ynPiG7f0CiObN8o7mnTCepteBXA4oIT9PgHs8acIywxqVqvsbQUoGm2Dx8ZFZ3APTHTn
FT49axCCYjoSgiisA53m+HCbc4FK0Ah9dZS0jT5oFJAU2w+2sj8v59SJQA5B7yeKXihTi+FPOtNK
rRPI0bSvzA6RxpqbV71MPQ48PXvwY1NywZHlYB075WOJwvLhXZ1qUQSJ5PYdvMdvbfiY7sHYEz79
dL35LXn4WbRh4rc+sAnrzjOC5Kr28ovqkW7mkIRI7W1lBZbTc3r8SYIp5+pQaVOxLHYUsnLH3Yu2
++GaQdkF51d7pTR1KAlcG8fbih6dGiQmkDSDVwhJ3igCwm4X0WuNpOkmcQsTkROrfhmxRR9izYnB
DuVmT5KvWDWufzf9hGlOnTQ6DEALBPU7w6shjH037D5z1bsD0bDXBAmOzaWyk0H/ri6zsZDuAAfX
PEUzZC4jhYrsM2j6Wkwq5Pq9Y/8YzaBhkhtk1aoPJC0LcHBTFWaqsnLJc2dDHbhoVGgsT0WHfGXs
4uGVG/dGJ6nury7pgUTBPzlGBMwOAonE3lZDOOs2yhG3Uf0XlShY0J+qh9guZoxxOU5LPUK1wWvh
m1rrcQ7sUNVj/VdkPKjJ0+jeYJzmvM2s792fYotguBFVU2qVi34aIOqAP6ncWW5YuqE6SF5kpxfz
kYJiEVyjDCAxFSQpRmjm18N8p01v55VZP4Z/FlGke9MUpbb7OMYsyIIiVIUFktnd3IZulKCx/5mn
njLtuQzVZUUzC3SaSOAjwYX8lmAjaUwod7IEsX16ZWt3uflWfD/iQPbwQITgXEHsZqXDhBxVVt51
+h3jz03lz9Ot3kvc+ErK8liS4DPHBp1IKBHiIfqWfRg+A22Fx1+oP2zoFbnxmsE3vPjjAjHPbXtB
Uu/rS33PJfmP3/23wl2CZCkKgLgn0VgvFsYnQKstSHEIsDSP9J6xdS7Ujyb3spdqm1+WALa8GL/G
dqNLXhYrp+FIruBfmh5JSptDrhPd5epj2viO4xtw6Om0+76pHokSjAa9a45dW1hnJ//qlDfrn3jw
qxoI+P211rxo6TWNeol2K77sSKRgRLliGECkh3ZIJw3a26xumXtVymo9y6+c2zvBgPiUtfPkQDFX
+zXxD6IEkfvQxA95sot0iU9Z1QjQjEsP3pJDFUoHaj+08TAg02ggUcBRlUtan+ZXpJfs1uoJP5Bj
HN872cB1knWQQ+db3Qyi+onLYpXlJ8Rlg8HDgyBpiZYEwR7KzokrPUK7faSjm1P9IrJM87oAAC8C
VxINUOKzkjjIDtgzxv6pBtDwTH+czUryLloVgU7IpTKFxi6xySqLNdCaoVsTXupXVT9YGF87f2rW
9ntptfyvgCUGPbj/407Tx7ks0DlY3KsopuvZrZ0/xLJwbm27D8UIZsXShuOmgh5xu5/LF7vx0khi
UWue5lCEYFExbWk8ZtDEqV6U5IdbhY6CBNyUebkMpHV1VywT8RkB1MMJ8bWTGYPWqqivmcmV0dV+
WzSSbZFJEJTJEKxU1VJV7nAlIA9Um5IobHVDDlRY/vxg31lXI4fnog1AiZ8T44lMAFYfJDuyKgPT
TsvUJZJ+YmmQRnPZZCNK8NV4qyiBU12R4uu8+a6ErwsU0L8iFvM+UCNntM2MGiLq6aZzvN4NQEHO
6+tG2fV1E5S2bABwzRcDYxzj/SCrxxCCsG7obgD5J0HWMZ42jdUGeoUn1xQo1hX8c4OO9vP6rRr1
gThBv850YyBgQZzDrgZtl9gvNgkmtqtlHZXre/VHL8FZDtwBPNoMQf34bqXbBi23hsTkVnVBEWuZ
nVwqxcI15jRugUEYJORJ/TTUz0m8Nyha8R7TVBJxSQSJzGtNP/RF0cDxq9OOF0+IWvPa5+jLsiQD
FquL9kcjW0g9UBBRdRoa3nwrflXyysPgdOjKkEJXPfTCngiMKEzWiBanots+Be4LTJx4Bsb5mBOo
PUbZJRHiqsc5ECNYmtalqRZTiNHVe0V5a5TgvCWvvSQWQAxs8cJGgcD++KhWqZWW0dIo0MxF2Cjx
pZNmAUn0nRYPl+pwM5Ylekn0svFKt5V0e6+URJAlMNGjDih5FMvFvv+0JIntdDNc0Y12WWyR8g1U
xUPhdktGLwrRSTZKRP4eGBTDj0ORiyc5cE3wFD0AACFS35b75OGp3NPW015dvwnqL2QPtvGNdq+9
E18JmOIpv84v95rVgFgRDPKY08Tfwmp34AYAQyUO2+jcVlnumeluUNDztT8vZu0EoA9jiR+QmXVE
CNi442RuHZyAStvq0T98up1sWf55pcUKm/dHiIj4CmKbHihEENLXPlpoAt25juwfhr11TV9DPbd8
SN1tK6NTXDsQh1LFwz0RFG0XqW15mXSVV39/yBBqgUEWewQoRfTPHBsI0/lczzUORDcqVu8bdtpu
CabLGzDsZBbAmnvVLSSncO2+JOicBGIpmtQxXH0scySzhhIJZEYdCNc8TFen4HWulQaMdp2zNQdd
D+q2Tq6VLkJubyq+TWpqHCltCNkRFJDbzFmUbqqPwt43zo++35y3yXVP82dhxbxIM3CgOs6QoVn7
uNW8gZloPrnLu7sZKeI2CiolVPXwvNS1S2ch9lkw1vB4Evsq81xxSJ9DqIFQKidhg0MXubmn5C96
KQmsVg/3UiFEhh9ZfnU5lQeuRS1Iz123R8mMJcGcliFVusaLwfRcgyJFEoKsHvEDYcLFMFdlHo0N
xlfU+m4ygm54zhzJjq2unQt8A8xUAF1eBL5SaGznZT5gw5oSqD2KZzsfeFijBw8TmLEpUWj1DPyR
5gom2FhNhx4YKDQlxmPs/JjZG3Xn+6JUL9XSQayAKQFD1mR4apQO5iSXmWzEP2iMFz1losaYWKlq
BmCMfMTEUYeMwaRcOUnyTxYDUd+OkX9V1TLEdDMNGntgX+cN9GQf8QH4AfDIoQEc05qC0VTTqNd5
hw/QGmRB8T8DUW0aPiOl5eF5SScx8m9JaNCDV0OwJ/boLRBcaWc0zHeN6LXMOffdJq3DjgD2Fuzq
BgDcPWbak8S3nViRIFa4cFMgx0VEg9gGiOAGDxM7MHAI4zLyqKxp++RyEGQJvrtkDMQ3ChYzaW3w
f2NDa8kZX9+ufxfxBI+AAf8uhRw/cW4soGsNwyXLPs9v1IkfOdZCLL07uGDmqMOK0fIrQRCSxOCK
V+lt13BJ7H9y5hZJS1ESkBFILokTU5WO5rXegDYZCBzsfgS2HqZJ3ZeZTH6bZHcFq72pbSTZE5lU
wXWpVhKbkdHCItKLIVeD2roChYw3aWhWLYCMvIm74ruuTFB0MdJD1xwPtgrUQuYbHDdppXmJ1j9m
ZROopoJeKdmY8+oOHqyrYPNJzzh4ICAuNyePRHuL3zft5BPZ3OyqHDziF8KyJWkuqAWY51Kbph4d
vW51GUe2b/IiVOAprVKWXFk9xgeiBJVAguxyk3fwUy3oPj+scZdkIyDQSp9ZMmimdVkArQAsLrpt
RKSMXneGuihxAEzSO95UfdhxftHoehwAAmfHDCm30El/z2IeC0rGfwQS4e4xbaUvuQq/AQagvVob
FyBBv2ypui/7ty5ubpHK9AD5dtUUKo5Jvj9/3ld9yoLj59gOkFtEx9yMeRXlDXYxV+ogbYgXzZ+R
GUn88KqtHEgRNrAq9KrvUkhR4yRQer5X43TTZ5WXS9Ojq7cq6HaBz2sjsjmBHXHaemC0gCylC3We
B5kOtPM80GlQA8bbwZQfxatZRke7uo6midAL0xDYTsH7673VFPkwwK9M0Wa00COFonRgKZ0kGb/q
v/7IER8+U4xZrULhDP2wLmLK97YMh7L3OBiSQRhosp+Yw/ubu/tApPDqGR00rSoEInNsmBsHuK95
4bfNe6qVnmpJHPRiCkdv5OU4HEjTj73l7NQgRnSwkMbg6dEjVR4s9zpGVIaQVoaGIVtM4ekzWKVl
lCpkWbwJZyUAdEw3Ixh5KbnfjFqQSZN3MolLEHFwF2S1sqCMQ6IGmO3O5EHq0nAAxBTFyQZW4HOe
jLfgz/l1/pSvxiYHi7pY74FYzDAm3KkgdhnXQR9mEBuyEPq04XXZOISShg5MK4zOCIupl+BasJMJ
0YlyFfMX1rx17SVaYjR9lyIPVu4KYzPPeAGl944ae8CfGs1Lu9+T2mc08c8rvHocDz5GWGeWFC2f
cijMrYcCQ2ZIjgJwRyJkdVUPhAirmhOAVw8NNM6yC8LGsJlkNZJVvwkCywVZDu8gMV1uY6vyjs/w
ZVhCDZ3URuSppeegI+Mv1utA0PIhBwaSGSSqU0wIobmz8yqe+pS8aJbEd51uiqHir6WZz1lwgQRH
wnJNz4HPD0cCjBGFJ9uqNzYVZrHP63K6LcdiBA+i2AklGcHeO7rOAfqnRuGUdLJhhdOtOZYimLsC
3tGOd1DGmfWgSF9YnnhN9DmY7+e1WZcDDC3wuCFKEAd1nbE209xC7GN01lZzjB1z7dojQ7cdLF0G
VHLqnqAU5t6WcVBklkUsQ93J5hpAcWAThBnE0yPBaIkdxGguNtMQbw+cWonhrW7WgURhs4qYWBnN
Vdxn1nxjt5hUcun9+RVcNbsFHPU/iDeuYNvcHkGwNkEpheSfZTkYr5lhR9soc789egGiRBxV5FgB
goFxWiEkzmvga2iTAUzirLrQ4x3vyI3R6l7zAyhI55U6JUFdZGH8Eujv4Dw76ZHu20rPnMJC2Dj5
2ttGfRw9/b7y60tAW2doQxveqN9/arK58d8pyOP7+ViusGEanmbOZJnMt70n5yK/mu/acL7lm3vN
z/Hfeq/c9vjPNmbpvSczHH3+2m6V0AnMkIXdLn3RfLSTBa5fXVVBFw6v5Nf5ldGXLzj3hcLJxDAl
6zFthi+8jbfxU/0KqAHfCdwQX3BZhwOwpuYLIHQ8lN5FvCUeNyUO6DSEOV6ixeYPnOmsNm3fj/gA
DPwx9qpZT0hJG8XdRHBTSIx7Jdw9FiZcQomq00qZIUzHHI1xTUxk/hJPBSI/20T1I0Mlo5a4pNMn
0rFI4UBNA0/LJIHpLVB4pAfwqI1eh8rj0c6W3YBra4mihYppMJxfVKeP15KqTsQrxcaRqrxRIRh4
iLyJN/5MedCzSxklxWlhAcfqUJ5g3mViG6DohLwye+6ALareFPU7Xn++W10rE9oSl8ml1g3O2+ya
30UuEDQseDlgcFZwHGM9KnGWo4CH6C9K90riejkNtdj1MoCcq8+ODEZ2zSdichtd4Zjtx1zC8kEH
JuomILafGgjsss3A3u3qZYwk5/C0wIalPJAhpqsaU6/1jim4uRh7nMs56PsPniXvRoGK5aTdabVx
WZt5oDoDqJwo4DNewa4iOYunU+rCVwgGlOZJjM+ApsNQ+7X52UTlfTFWGw30Xon+Mg8UT5krRUm2
jPdAOsslRb+1w3K4CoJBZZVmFm6JVbBAetPUmPswXmftykzv7FFS5F6zokNRguOrSl43dgtVVWQ7
WY3hSTsg/S/SYrrFz9qdzf/G+RxKFDxdZZLUbmdIzKantNmOhU+rwgMEYNDx59amIeZtmfr9TOux
YQkubwQVsTEvUkf7uTIAWS2LuWQLKTg4p9DMtq0hoC1nYLCAI1sZUBMrEzC7VCEh0UuplN5cmg/n
3cCasztcTsENKG1U15iLhRsg3DPHRyPrPLuz/Tr+J0Wb//ezMss6IkeyTG6iTCXYy9yhGJ0D7Mmn
xdfQcSRjUGcPCu35vFbrvuaPGMFI9Cbimr2cgG5Od1E7XRudgWKbbBh1LVA+1EawCjPpqNoSiFHb
hxJAM7NNNmXt28DDP6/P/+NS/igkmAdpoimlCiSxuMbQaheayas1B7q9JeCONjfLE97ErHmADkRP
IntxV2Jws7Dsobz+G8REcGfO+H+kXdmO27oS/CIBWinplZJle8YzmX17EZJJImqhdmr7+lsa3Hti
04KFnIsAQZ7SJtVsNrurqxqtmMyo8frM6n/x1By2s3DsPi9tR0A7OOwelNJsXqfOrPyuFsWVaZX9
pk64Elz+KYuBTdPR5AeiHv2r2ZmPrhAjIyK2a9Z4vDN9ljyV0F7FK8E0N3a80ir46gWcrfrIlnRd
hYPVxWmDVdu18ON+gk0Ym5LnCmoutfvOjdHHMq9bK91WOnm3S0ZVULB3Q39Qu9+KwwO4/z5TP12N
AYXvAuOhbJM4fKhqDJU1hZe5aziItf2RTpfCyhSaDPjNivpryPd9HZTKdYEirrr2FlizJB0w1zWN
hHFYctzIK+xNXj4V6ltUsU0B2erLX30xNB59CemURShgmaLEV8+zoK0h7etB48/LSUm5FXuKeNXi
l8sWFzNcEOv942jScUP2otgTwXGz7G1i7RWxUU1wxYIqDSPt4t4dUV9aw8AuJy9HRqVQ7FZhLFob
e2qU95h2oKp1nTWv2aRtGi0K8rqlYi4Z3o8Ord2rdFw5XOfg/DltmSd90ByG/JM8fVsB9WE3LZDW
lnbAhef1BAh9tpuSWxzzsv5wgBzqhgdt8Ej/1LtXRH21V4lc9GXP+vMrpK0301GUvY5fYX/7Rt6h
rbOt/WQP3QGVml6L7I32vrovvM+SMvob7UI1SH0lyDauP71fdoPFu/FoQ6QPolVTVyPiNB6QMSnV
+w8UMWJq5KMv1GpvmY0/iFWgw+Jb8vgzSEEuA1Ug4CKwCgpLmgeM0V8f7m1Mw58Mz0hoc2ADWkoo
uAQgsrRXdn9P1CY5ghT6Yp2nRcbwC9KaQhcQ3FV+UQ4r18r5XOGpFRkAUaAAnmQWrKjbhm/ETt/G
lOx/1D7/YVHj5+hFm/I1VKjjx/v8qtu0FHyl78bDp+bFQbEH6Ymf+uuHcMX/5HqUaFrD6eafFQ0a
qPXqklhBCAQ8SFzq4VnpHO0BUMG892xQel01IobOHsguxC9TS0wTVN2j+wNizcl112jujdpyp6VR
7prj/TSE7XvRpdUBaM0QAGHbah5ALSCCkSXQe9H71PULsLBt2nhQBG3L0gU7BavCaANOvgrcWla7
43YHCh27QlW2UrT7QRXkEdWHGMVa2zZ3ISudV9704VVaR2NEwX0vfBwpVLyNfroFFDnbJsoApFre
FABAKlDtA0XFgUNHy0dxGQzQvG6fs2Lsr0LiMjDPVcWMIXLymwzIu28FVPK+uyi33nAxlRg8BDYd
MMais0kQWmZ+ZQD/Hlihrfo5KOHpECtgvikb4z0G3+FdAdfmvjtEJfrQU+5PLWdPCtjZKHTnnLs2
60bogJu1aCiZJm3Xlo4F5oZ2JJ8qNvCaVVEOJkVbqBhdckvVoJXLhh1IwcO9pWR2jzBdtVfCdesX
Z+rGJ8txqjtnGNi3Ro3SK3DyaPsKxCKbrO/U33GlQ5egqNX3rtXdfZcz/I+hU/OgHO1qxCiW1u5r
NKOuotRU79WwBwsjulPOc6d27Q2rRlL6VaXmP8PJVoKQERHOmkjGTnN4Ce7xKKvNKwGOa0J11rp5
gFKWKWgdhhZHsykVA0U7SB+pk+jawzg00b0Z6uBwLMosvG1cot/hoQ6eAFI5/MOuo7ChRRJBTrmx
awW82JXt7lQzN+/UMG2vGDeUGxfQutYrVSfZ1CQcf5OGmF4BhFa7vRwgv8rn50nSP8HalV6a5oRK
YarisOg38QNywY/Ev0uvQv8T+q5b/Vuxj/3X/trejwGjylpd8BzbKkUQKd3hrCncbo6UzvaHQFFt
xx7Bnjnd51R/nzbOJrkH54p9sL+Ft4CDMromwrmYmLiYWSGYiQGgULI/ZjjWZpRi9W1h0nasbog5
OZtQ9N954nymtTjYOT6aVYz7yxu/WDNC2QbDH7PuOxB/p5lwXBk2LwfeeJnWBKHRQFjJcb+nrDKD
2uhwMxAFSaeCsqyagVlA0VBIKop8pdAw38Vnn//oV0h3td3WhaOi7+WhJ3UbKsPWVPYT31ZJ719e
72JQPjIk3cQdOB0VNNcaT1QC5V6RdrRMwoOlKu8idiggrCu302IGCOZ+AMVNsKCcESoqWepag5k0
XttfG7hxRsev7UcNsbmN8LTxu+EmsTd/v0ooh85y1kgD8UQ+/ahmO+oiG2FTrX/kNu5565XUFnXE
q7WGpFleHypxGMIEtbMjP8SBdVTbpsaOEvUJHJHGcI3ZXdw6vgOwmm0GMabKNW1lgbNXyv5i4fEG
wChoDi25WdG5cVR2bd4gGOXgn0+uWRtvSjzPL+/johlAUjHg8SXUI53LSIy86kIk0sW0q1OXEuVG
b39ftjE/cM6WcmRDegDh7QvaHB02IrusAq1uu32VRuHKhi0dMDAM/rOSeaVHD95wHA1RabDS9dBm
Syvag8Gu130wV688spYdAmTFwOVABuaMCS0meZkoCkxZfb2ZeqTZuEOcavKqpthbVUvAmcEpw9yH
WRprx23pi2EyAkoIEBfGbI60TryOI8gktI3nAggBlbYYpDgYvl6poizF65mP+X9LlMLVpLmpqHo8
JFMFA3Ojb4zpGzDUz4mSfWghDnkGnsp2rUO3vLMmuOwAJ5t7Z1I6baV4LUCBrvHKegcy6lTbdm5g
6t6ke2QaaKVRm/OV+LW0oQBfuGCsmKcWvl5ZR45jgkMP8i5Yqms8WPAXPlJirFxCizYAWAPZP6DE
aLKfOifItSa3KLGujETXlb7Vu3JXlr8un7PFm846siIdtKR16qztYSXGHKI2gv+pSB+qcPjWmI6n
hXXn8br2za73AbB/cut8bWRo6e45/gGSb4Ylhk4KjiyjTcc3MqD8NsWfilHuVAEAMUYyLi948cgf
rVdyUotrHSYHsN6cbdvuJR5e2/ilWxt8XoDOoHAJ2UsMEIIlHXyzpx8v5IxrhUDuMon056Q6PyGM
vLHslBpNdOjMT/Cb0hhS6VQY8ZWpc+rwNKZ51fTge2QJ+Fx/lo52E8cQXWjX8oqlh/fRj3MkfGKO
2ZA4CrHl/USr+HpytqLwXKvxEjXx6zVZ4WU/BvkRVEUwnC9Po+iQ5QyjeStyZ6RlrmEQqtibeb4C
RVmMPqDs+Z8ZyZEHE/z+jgkzSffalt/ElPijGTiZA7VxyKeiatxsLrvS2sIkzx1bLaxYB4sqn7zW
iTLqAHRctMPanPCaIclnI0ZKU2vmHbSfU+t2iHqkZ2sTiIv7B3DlDOcH9lce3ISoSBlrDZLNELCX
Jn3tk9toTPwm/A4RMVxQtMFT7PIGLp5FELU54FoyUG+WErKsFIJgbB+xxwqcytn2zdZ0b0axRq2w
uH9Aw0IWAZBcXFCnhzFF4jcVKexYQE1P5p6h5ieUdHN5NYuB7MiK9JW4M+vbT9jAyioPOaSBgqhV
3u3Wmaiui/siSsiKxXNRe7zQju91yeQAsYueFB1eaMpnC+ECcMOheeaEladoaDcZFDk1pFrUZKOz
j6gaqFXYK+DOpW94/BOkp8NgsCxLGH6CXXFfZVaQmg+jOdzV4v7y9p6HVPDEgB0B2pqzeqkm42S1
QaCFYmHUMh7cHeaVoOxg+1H8Yoz6TlHIVVM+1RG77ljjYyQFfBCm642NSRMkw639bCZsZwrTM7XP
yz/MOAunXz8MLAGgCpiru5J71VHSFXauzpwESgMsNMogzCpUHR2IOHnRQ3V6d9zM3ceG6HeJOaZ+
LdoeZ1hvIfDcTiGtppS95nWp3uWhnoS+2rdWhsZaKsCa2g/tVT4YA1SFR2L4ts7KnyLpot7XFT78
zMDY+ouFYB9tzGEcaB8T/Yfd1dY+78f0eowcMXhhBJJf4dbaU9mq6XvYVPE+QqcnqHDz8oOSC/cm
VbtipX29tDOQO7BAt45alCPvTCRUE7z4IPyzR3TjFTLpG1K5+7Ks671hFNwfHQfgj8LsVrxyDvYn
zwfooLnQgp7FUPBR5BtucBiO4hRxry2fwhwzL8ZacWL+qJcsSLGrh1DxmOCWB5cWyDO1AxFXYbjy
aDiLKPMq0MXSCR7ggFdKjsVHmzhuD63NVjuogy+6984OjHQ/9i+XXfjrQ5ytBui2WbpGNXR5ZkCg
6R+NIdgfhTd8tn7pc2oHeA9R/RGcll55P3jNCifZefD6Wt0fm7PzHOXQTg60JYnA1zkE5u/0ugeg
bNoWh+y22rdfpfe1T3Z2w0kGpZwss9qa2B0MqtvogT/Hh3Q/bEpPfbi8mQtO/4UU/O9eyiAZq4wZ
6WuY6QI7EFCPCSwsp3v//6xI/pfkDPxq1bx7n5Mf3YcH0N8o/tobZGXLvpopx98o0sM262ElOYTb
wmOvjY+Ru8Beyd3O33Cnn0YmJBKa2UbJADvmvRZ0u/YaSuJ0fMu2/cotsnhs/zj6F43X0YLAQ8fB
HABDRN1NoR/V+1B/vvxlzp9UswQUHsGQ351FWS3Jz0TRdmo7xZDIzd5L5Qqx1y+6zUgeQjtw3G2q
/7bVoLBXqjJnF/GXVRDWI16gviAP31lMhMTIMu6Fs3g45EzjcFfhEijWzu3sWVKswPJAYAzqGLwi
5KxNy0TWoIWFeREiNoVRoZ7/iuZ0XwzUDrWNA0UmiinYbdND+HRam2ZcClXADjqzHDUIziCncxo2
SjNMXLMAeXIivH5TBvkOjDMJULLhLtKpu7VK4FW1x+j18ldd2N4Ts/qp2SxpNZMB24aBtaupA/D4
51jcZOFapeYr0kq7CwSfDTzIvDjI2pzaASd711bMBA1YV+eqxxjrbpAe9L9joTToRAjQN5G0HH44
uSlu86EHYYjapeUmHdLmqreH+gFDPaD0akG2+1zHZnpXZYr4UbrKtHK7n3fUZ+Y+/FIXQh3IQ2Vx
ipiXAD+i4+Xp9+LFpeCT1ilD93i6KoKio+pTs7v8ERau9ROD0kewilmwj8Cg29yDO5jaaxn10lc+
XpFUc2nNqHUUJGseuL4g7FGgqRLGqpeYKy+fhTA0Y7zJzISMf8g1K6XqKhFryE8cUm2ESG9z0PWJ
rl5pICzsF0BFSJk15A8oRUjJec7RA+7TnnvC6f1YQeI5/IsUZRYGniXIzbn2d+quPYO4bIfhvBmz
XoP6Pt90QgeurqO1tgb8XPg4FvC0ZJYlgBKTzHbSqWaZdSFiNwMwOf+oh29tsUnSNa9eyrqOzcyb
enRFdH1fDcmIXGjcuo941ENI98G+zr6Fd6AV/w3CPBRq9ACUmH61ElrPsQm4BoEGxE5CcRIIEenw
myDLC9MUK9QerUfzytwom+SHef/DusUwf+ele4iUi93IqRfvwVC/S7b9GvJowWVOfoJ0xFLLjXVn
nDc5fyfOTbImjrR0O54YkI5YosZo/7swYH0aMW1DGtNuZjXWqco24gdZAZotPRtP7Emfk8UZ6xIG
D2V7cVOgzO6Hh2mLHvF0lVPtXtmOr4Im3ovx1K6kaIsZ7vHnlA6HomRGZupYav0GON8+dvzu1aQQ
JtFmR/LahzT4+wB5stj5CB35Lhu7qcviOa5gAl9VNhEGqv86BJ9YkEIKKoSk5fOacj3FIHqyK9Y4
EZaP+Z9DIL0LqpJl1TRiDVUeBS5mCZvhlbS0XasKLdrBUA9GbtA5AOfW6V5ZnVayjsMO1+4na6CR
8x3DPW7CVnZsIdYDBPHHjuSAxE2bERhFAKmVu7G7afpXRax52kJOdmJD8rQUZbRm6GBjih6SMKUt
3+R2QqN+1043en0f53vV/T7+i+vyxKzkbgRk7UrszMHC9ATqx6JSvbJAQze47HRrWyg7HSvG1hVY
Xug8WuW3Ohqokfr/nw3J7cZiCrnewkYdPUzOrug9YTJ62cZyRHB1lMFVPN3BaXjqc8LRY2DPsWEV
cJ3C8l2Qu460zoCjUJ9HUDXFmDp8bEJoO2sF9LyelLXMY/GpBSVDjAJiHhCtJcnti6bCIG0BtxdV
YNj3HQ9ywB+Hygu5C7KOHsTgh2yNvn8pa4eC86wdh5MwPx9OF95ajNRjjMSq9gc/3Jc/Jg5sDcXA
O42+WV55oz4MCl0rMC9lqCdmpY+aKEaCXYDcA9naeFcOQURpfT144q16rK7XnrFLEeV4kdLDzwZs
e6y1WeSE70rzBtMGTuPXf028M7+V/2wlkbo3tcsdELrCilW/5aVvTjdOV1J0B5ohCPnbZY9dTEmO
rUkpiaZUw1TpsNbQaDv4mAH0km828JJ6QvkW7x/9DTQMPnt4NK4wBpygTeiBL/zyr1i8xI9/hZSV
FAOmV0MG95kgkkDTm2nXeOzR3fzS98Dn0HpbVlRcXw8rcXUp7uC0aiZx1FkMQvLaqdRSIHCQCma1
X9eYZLU9W3lYWdt84KQXH77nHyOSj4IqwEnrEWtrg863duIWNcXv/ND7Ie22/U6sZXiLGdixQclN
RQ06BoAnZ85CLQvC7fAU3RdvwwQmNarStSLm4h6Cvgx0JCjegzHg9OSDVMZ0qznfi3Mkz4cWFIVr
z5xlE/9Ue+VmK1gQkj4eENJMnoAgDXJYEW3WBqkXEuOTsofkgl2aqooTo+xRQH4nd261tex/IXqg
ZIjcH3/jFSu/pjO7a9reQQGnQRBOld/D8KAw8GT8/T13YkZaR8uMNq5dmDGiA9RkO7azwpXrenGr
jlYiXTGTrjhVlHIOcOvk941Ky+jp8qFZ+OIni5h/wVGeq9RQRTDmvULfhRbub9aB5XNtKHbp9gC0
Ay90vNFBiPR1qR1ZAedlqoCYlXtJBORKjFoAy2hu0Dy/RWkG9qDVAZWEsngexHOo0strnI+hFBdO
rM/+cmQdWuRdoqhwON4l28a1H9Wuup6JNyODbOom85OBwxGb7WWzc0y7ZFaKeXGWRHh9Y9GT8dCE
h8y6GbR3o/4wpr/Oi1E4sDEcByYMwPHkhjNA1KBWVu0EyBOQhwA6dMuJgvFctlIYPd9HKBm7oCMG
SwWKBmd5fiuqNh9J6vG8gXTQTTk89oAe98ZehQoZ9HP6lebTuXNi3ne2Bf1tnAKZ6HAoOcnK0k49
MKEr2nPKHpTmry+mExMyuN8SJHfDAiZKS2xr880QxG/WqPYWstXZCnB24MI2zvncQs1t8URyoM6j
Uf7bKT3+26XldWPQtqb2h3JDHlO/2F32v/PgcWpUcvsRUiR9P8BoZfcbwLr8fi2SL+Q0MDEje1Fn
cSB/IF1JFTCmLK5CmNjkT9DO8niQgL7XPWT7htDCy3cG2Ou3pXcPNA7ktdyDtb+8yPNYf/oLpCDM
TYXkaoxfYANpq+wtfdMZGEftXv7ajI2BcBQYHTQREcpOQwiOF+9cEWOB4tlyr40hsNUnscbOsqAr
6MxwTPQ6dBWw2q/s7ShSqY3ugiqLIyOl/CF9AfQg2iSah7IOja/ibehnQBt6yU23iQL+iKmPy6v8
isOnIevU/hwBjuxX2aQ3LnofnriaAs3PAvNdux2hcpI9Ozc/7e33nysGz1O2E4Nyi0+oUw0EOgyG
HxaYZzGK/dJdQ6Z6Y92IIdB+J7RfW+N5WEbDY2aVA6vvXPuU7tREHZXaGuAxta88JnfVbfeY2D45
YEyvo9PW/dC81K+g22etNjQXnBUP1pn+2YKiE8Aep9trKSPR0jCCF2VhRqcqfMhUcdtPSrPX1FBZ
Of9LCz22Jp3/1LaSSTGU1MvjCjSi5fchz5706B2kPLtxDWa8EKoh7eBA7B4NM0wZyLualCyswMgE
LojIG9TvwygoKR8vu8tCRHPmI4hRN6IDli3t36ANbWHPRL4DQTGKojlo3yMFdFa8csnMzIgDfDFa
C2fUr1bs8MRWejyxUeiPkbCsShwu7RYUPFE4mHUeUKM+dYTYjRWupwC6TDk0EewXFzJRzPIv79ai
ESB9cHHCFvjwT42YdhaXvYNGm+Lcd02QCd8yVkwsZARf8kgQQiULDdqRuRz0uGBxtsMgnd5Y3dMk
3pdo02oBYMZoLqzhhbUvtK4Uo3DjoEtCEIqxNGlZbFK4yyJIcRil00xUNcPR46Ea3g2GDT+3GSpp
2MzS9GynE77bsx7QZQfYFZS+oGaPnVcaMOgpqPjHU9Pv+14xX3jY4DUSq4AGJ6WRTn5nIKFSOWnZ
VvQZxMk6JFeHpu7FAe3G+rbSxkhcl3Zs3hFM4O6taZwCjH+xa6Jz9UMfC+d6iJ1mL3AQY+hIceRm
5mRqlUfQmahpFbnkN1eLIZhMZ/wRK6N1XzQhf2QKQINl6ohr002HwIKN+9KJyHWZ5zPV5uB2V2ZG
yFtXsWqrpyPT6CB64MS1SMlvi9jp/EnNmsgbwS/xfRZEgFBVpBV7QeBvtO5tftdjTHe6tnW1D+9c
RTW+JYPrdJhUm2WYh5wVe9ti40spahbYcQchhUJrdR9NMLJlsTFhzNOBWhS4+cakp5POlG+Znqtv
aTWF90XbxMCN2Va1552S+HY5QgK1MzFQgXI0y6/zEiRQ+IxGtDHcdPylVzow+1Of8qdY6CXKZ9Bb
CvKmiX83bZXpAVhuchSBbFukKLdF4k03e8wogumG0Y45yQ+ouxmbOhImtPjyzDiYrEFVvSWYy7x8
quYigux+MA4SWRuYZEyUnZ6qGLkqUzBp6OnAqpoYadWVdjsl6jaGsk3Y8V+JslZnWJBEQ9kbWQGG
DkDEDULZU5sdryoWtYh7yiMKVPnhrfDsifIb8+kpuu2uY488WrfppvLFHf/BNg7SMJBqreFal8Ki
5UCKYqbfB8uC9CusMLLNnOOwG2lAwBMqhtX8Y+GChDrNHxPSlWX04VA4LUy4YWAJqt+M3g/UkW2q
37m5b9xX+/hQU3e/hjRaW5oUj8s8s4t2FtuIDIB/spH2+UqeumZBqk21oybM8StS4nw18e2g31/2
y4U3NriGMa0EjkyId7kyWKbF+6PI2xG5Y6ErH3Zn2+85i1BErJwcXR8XZP4BD90IUYiTbqItC2Pd
b1Od/6wjI4H/glu3jPuuWrkklpZ+fJ1KqUEWhUMfmbhOe/E8o2kJW2nOL3nNsYH5BxxlrU7dpoUO
tl4ICukvqQ5OfBcI5bG8yvV/YQlKCf9cqdJrw+U5IkoCGGYzfKQW8RNRAuYPwkZjjQB/7fKWNk0t
QH7fK7i8m3Gn1VcNntq6d9ljFvJDDBGANhF/oxAu98jjbtQ7RDNko2kecKsI+JY8MqjNmOGajMWa
KWnfhkLl6aig9h2W8a6P9nkGRoDWb9Ubxv4+6z1ZlbRxg2ZHXRqiUVEMod+SGLMLUE16MVXIWylk
ZQuXLoMZDY+iCxiqNRlIUUVFJxoXWwj+rLiBrDBmWc0d1GipNez7ZM0plhz92Jzk6I2WmmOuwNzI
0e3v/FH9HXa0y14uO8ZCkwACFgCwor+Ewosla2J3rlWzvoTkg9iIjb1zH3+hh/yJK6dGrwnEElt1
11+7u/Ktd/01bOmS4yPJR9lWB6vnGaCHCFBVZBZsM8jRAdvtACeiTX9NSQ1i9iMr8rtzzCOw3Y+4
URMGylh2R8wHsiassvS1jm1IiSqf6qlKR6zEKi2y7Y20RoNQu5nAkIm2cpg8Xv5qa+akMxaPZpU1
GcwZxmdmf+bIkMtwoCx5vWxnqUhwsnfSCUsq7mjKl5zKd/cJHICETgcUzXB5HuwNGloddW6dIP6x
YnbuxsmJF+QQAAPBHwv05adRvkYIqUOhAQ2MG5RbGLN6EPqjNqKMG/usCNpxHdmwdL5ngKQ1Vwp0
3ZWW6jIwaESFiT0tQJdVTiC0EOJRgAV/o9W3HZrMiruCmloKlWDWJ1ii6oKVVVomMuHesHsduV5v
io1i3GEsM6ROnKv70qneiIN568s7u2hxxvajlT4zLEqLJKI1myrFVVOMmQ08gBZPu7SPtQ89DTGc
X5lVmG35IPgKVeZCXoD5EwOjbKjsQtVJKjbhE+cp6dETzJm1L8SNHVbbyytbiCUu5pQQTKAyiI65
tDIFgGvHFMAPq2nKN9akMp/UDRTMYvvXZUtnewgaaiBoUf+wCRSNbCkyF90war0rcjARt1Qfdpr4
WZv3VvxJrM1lS2fHfLaESquF9y8msOSvJRJQL2kF+CKgc4sxwxaacDuCilm4cgmcub5kR1pR0rgC
FVGsyLCzAM+uT6dUvV5LgjRz3yETcgUKrxXXXzM5f86jPM7Oe1SsJpjEIwPEIz5jD80YeV3hpdYn
6/5+gHXeSeAEIewFGnH5pI1R42S6DSIOENbRrLstMUTaxfdW+teJ1ryVFjxjLvWg5SNdBFOITEvl
MNRkrxa/UbIA820eJM4rUPFd9o7FLTwyJV0CeTm49mDAFLSS1FSnOhebLLuKdOxhegBBzWVzZ0dY
Wpl0wIzYYKpbz1uoVkHKwuuoX1NFPU9GJBuSI/LY5bEp5t0bP3LyMA+GsgEDoldtclVPQdp7JKRZ
uUM/XLFGj8TPvftA2js0qoCef7q84AV+w9NvKflooouiUE38Gsxzg2PXhMw7KpJ0ln4uybUb1lRX
g6q5hiSDWJNfOccbzFuBmqSD2VyMRRDJkRQC5ganGXOgt/T3FGmEXvW3ChjYHC3djm4B2k2gguqP
3MXkaRny3cri5///5Aqe7YOcHvVdEHIgaJ8eULwWxj5WptwTkIoz0GfBcA5ITp5Vgg4FN3YKcF4d
D7+bpH4z1ZXocN5Eg3WIeqLygqsKHAXS6guouJHMweq7/rXPiR/q4IByuGdF1UsIikIb9H7lkMI1
hk1kpW99n29C0h5qXqxpLC4F4eOfIh0zK7QMcFtiI3K08SK2Ud1fBrtRq+jf7PixIWnHW4ereJLD
UGWX0Bh5MZytrpa0KZ4IapsKnrodWL3KOwOSVysf+yzf+tru+eqEsrl6pgfuqm3aVS62e66JGOXG
Ij8N9Z5rm2SwNmnyjY23fE0VcHlf/9icw9vRDTCZOFmigs0qLqZqo8ejkfkk4f0WEgLDe+eW/cPl
ZS5d3Fjof1dJZFAN9CNEZiKJ9MZBeEVY4ea2b/L4EbzEINFcbQTPjiGfIAxpz+VLA1mPLIWTQR27
EJCt8yzmUDZ5qnpvmRkt7SeH/Eh6D3RmNDbfivCb+GsVxK/v+Y9peeq3GRQLlF4w3VZD0OsBF8Ln
Bmrg6VqMXPQcwAQgEoWTetbdsOtBmWodlnjxwsKgHj09ukGlGbI/V8C12ZM3rTGmLIZGNKD+sSl5
jg31lFwrYJOkgEDYQaaanhIenCRQrGtSbadwQxQwBX2/7D7nVbd5V4/sSkkspGMUkWmwixERsK3u
6/bWIgiEoGM6cAHkeOuHWYDnCYY5QrI2A7B4XvDGRI/KQFNTbihqTTKmLjdz+E39DBKM+7jvwYL4
kilrd898r5057pGl+Zccncx26DJ16GEJklh+ycDf28Ugbc3/RXY7p+w6wAR4FpwB0LRuUGJdw4IU
lNjtJIH0YoSYk5vmR6qJlZGGpe1DjcMggGYAXyK34Zyq5pqiKrmn6Lk3gPLGbZnHleo+NMVKprS0
f8emJP800IWJDLRnUNbgtZ8arUUzJyHQ2LNWHj3n73O45LEpySVtK2ddx2GqyK8b/UN370h5K6oD
Kz/R1zKmD1V70cKd3r2CoEYbANRf+QVLMfXoB8jFlXwAHAnTX0gTip+cX6nOQTMhlqLf8Xitmz9v
m+yWx6aknKCroFfoRlHhNZP9O2UvaY7hftL5JZowTsmCzlyTEFyy+OfCsFxpd9kUl7ybLwzL/Jko
12lJlbCgDMxk6k2SrR3wJbf5Yw3x9PTYhVo1JnqJ+9/Oi6u4aHZlEyLh/HU5ii1ZgaIyThyGUS3g
Tk6tgC9YSZsOpP8st/ZuI57BYuyDmWxz2czicTsyI2VNhsOyWDNhBlnkNZgIgwkm4sHa1Vxfgaot
fCWM32OqEuBFQjCWIq0ozv7rgrbbN5ssNF2/VzlYySP7LmkV1bfqgVEAReuVfGLhRQQ2PsdC+RL2
iTtv9VGczEtBGOesQBcmVh4MwW2Pow+9csJmJ5Pc3jJRJAJ6xUb5RNbCniojLLiBhzGvXojw1fgw
TlBq/nDckWJymWprwODzFiQ4J1DnBsTfAocCKmKn66qKTiF1pRbQV4XCEoboMtFRMdneKFCK662d
q0+bWAevrKXsDQGqMCgcWG28BbE9GID72zgHDpv0m4nYTyqEPh0n22ZuGiRu6pe566X62hzKgg+A
ngqsiPObCS4gPRynFPWETNEKT7GRJme0cjYk3FTiPTIqr18TDDgfB5lhKYC2oheAwjWYc093qHZQ
UNBnczbHXM2PHvPcaEcR696edlq/6cVWWRPTWQi0SFxt0OChuYdShvQ6sArHMbPJBEM7milxhCaf
vSmi29o5VGbs//XhhQO4uCYhvz6jb06XNw59Vg0lloeuvF+GyFcTmiU/eXt/2c7CV5vF+NB1wNg2
Zp7nNR8dILvLlTjtsKah3Vo6anVsH/VPOog0zXZnI9L/f+bmn3NkrtDqSbXnLRyi58JlVHNvk+4b
C59zqFrwf/OowuowlD63NgzIiJ2a42UVD41KCg+kM9lMj97SJNX8Rn8BO2hj7afipgjp5SUuhF2Q
DADpBh4FPN9lHFCkC2tgWV94Xe23Bsqt2a98fOqhK3bZzoI3ntiRwnvE3Z5UGoKS5ew6sK4TakEc
TZu8DPzCl00tpd3zPQVCuFn5DZ23030co6GuzRi2bO1uMO+UwdNRjtBjT0Crw3IDWwMTeFADuJUY
W6f7tWJ+4YUD54RpgvkvFw2CU/OcQDmDj8OXk7bqZ1qBOzfQu13peirokiexzYaVc7F0sRyblByV
teGQNwRfkUC+eJrcRxAor9xdix/waFVSBGPEGHurgwmlYofKqgMlqoKujm+sNHvt2LiC7l56sx3v
ooy91knWlE6LXbSr/mfNvtmZCnLt6BsqilelIR6VyAlclH1b860B99fKN5zdUb5DjzZU5k93C7cd
SxerZc0+rTZVAsan8kERP8PoxWGHonzUnE1tPJXmyqtj2Xn/7LNMRh0rup6PDizXVeIrNfpnLTtY
JPlWk+L5P6R9124cO7DtFzXQiR1eO0zSKFuSrZeGJXt3zpH99WfRuMee4fAOYZ+nvQEDqiG7WCxW
rVqrb4oNnZ+okWwV6Hjl2TOF3CS0eiXLZxnQteVzd0duWLSeG2x+3v4ookfwjQaD65fZPQTEimlf
rXitv/WyGSZhLGJdZYQigKj4xIXSWF0qE1YTLaiGZ7t/iOZNJiMNFt0hYGD6XysmlzXnWTTWCoEV
YiJDGpGrbMDQrpN3naHfvlzfSUEuhrIR+HsZiQvGL7hTk9q0AhcgQpHrvChVvrWaV+oqzx20SJXa
OmYE6GmSSAgOJEb5Yg4YbDQFskSI6TUocV5IdJOh5JAQVJ8hLwh9gkriLyygcu6CEVc0QnUH5V8I
b5xHPAxZubHeIf/DjHcz6J7e7Smwd9e3UuAdZ0bYkT25jElpldFgwMi6PAyo4xSu32KWt5DlTbLF
cL6fKo5W2w2z43wAs4rOAjqsvWQxgmiK9BOTK6hiYECZd/WqxSRijlYdlAB9s3h169BZQ0oylGtl
H0e4byeZLrceV8cARK3CVBPdr9PPdn6242cySN5UIp8DkQ4+PsATDMF+/nWcPqn1yEGqVJcgt833
rvaS1F+hWOCR4XMF+hIx4+/9Aak7tP9wxQNyyB0t2lpFnM2wCMStpwyRr5jxUQPblF78NbQG2fuJ
Kb5mgZ5DTtqcmVJmHwxAO0V/A0eit9bOw/VFCdRJmSk8ocBn66InyCUPPajAmiUmtU+HrvhRRXH9
AWFv5eus981zb+sRCWldxDczSYpjsa720aJ6OWw1zU32+WjXtecsqTk8AF2tjWG6Ju0UqEY5STIO
QRRFI1vXoC4JOkiQ3px/74YsSz9Su0ZOVeAps7H6BwIyogIzoUYN0vfu2/WNER0YoB4ABdCRpaJh
f24vtsZmanrYS4bWy6El535bkEBa6oOTJpJwJlwb2r5o2qMSf9HcUMyuHg22trXttLdFT2io281t
FzeYs1ybu7yo0x0WL4E8iJ7RkCZDCw8dPNZ85k5qUhhtiqJmg5FzK3p1KpU+2bGpPa/pomu+MRXD
t9ky8p1uluS/lozud3dJprCfQCzoLej5gO+3J1/xYIlBlA3NlicnyyHspdTmPAdWOyVJ2E1W/kYS
ZQlKy+iDTOm0/+LVQL1D02JNmooLcmGbyVaDl0NzXNSPzj9b1IDlZM4Bfm7qb7p5q7tFQKzHRn/U
9SVIlkNvhmhJXncVwec7s8kC4slFYdprN5lO3/hKgaZnsQYl/c7qqqQovAHwXaizyJI2E3+SuwDP
THKndqFzvNgmM9mFKli5zG25blkPVrN3jQaSuGbvxreoMw3tpmoeG/f1X5YMMjNInSNm8GkGLltw
NhUjWBbV26YO+uHJAaW3sYboRVdwhuvWRDkqlvvbHJ9g5BgZaiINXzVTgWnUd7V7R6f9CD5cTKeN
mJeNrNcGzH9o8lg/ls6U2Rd71R/73GVTg324dGIsN173We6b6VsD4XXVp+lLYuwW8rWJM4lNQVZw
tmQu/swp8lWd7bCuPybTT3W9M8f/rm+r4Ao9M8Ed/2aainVRsatJAj5a4DNUbUPQXnXLXbkGHfuy
4XWLgqDKxFcQVcGQBjo8bh+VWXPn1Vgbf3UPkAZRJ8dzu4802trSbyYyhTqDBjQsqFbRgzg/lG5X
YhQnBhJ2Ud7rKiCQDHByMNmV3gIFgevLEmQ8mPwBEBt5lQZxYG5Z5gA2HRD1QJupRBezOiI3DbMM
ZPC763ZEVT1MleAtgdiGtIcf/NQm1YqmQmt8cyTAL1e2ORaeWZhJMPfQhfJor+oJlJfV6mgpzjBD
7h7jQkEbL6UEey5yT0j4oK6MshFwZlwAmuIkciqawXdaDPnE4HfFAH3k2JKdFXxFqGpoFua8Waz5
FRhOQitEUZ1BW/MGjVSvAKOyqj+jcermH4aMQVR0GECQYTD9apToef6cqcKUkQnqQ4h3eFH12tDM
U/sDiPVKCPSUdbLHxSf5mswt+CDOEklk5ExKgJ+Ud5Sua1qtxvWr/qfmW6S0ngaNbszoT9ACy91v
df0aG6+ZjFL/kowSUxknhm3uRbo0Y64OBgybyuS3I8gOlCBzH0j0XYdOeDtv0ujgtluy7lLX782H
zv6axt/W+q6XMvmILrLTn8IdnWWg5TRa+ClMpZXAeWcNQKIyIOp3CBb7RrfTy2O8BhX1YgXYZT+q
ln+ItHgpQ/ADpWT0SLifYBuREZtGiz/tuGFG7pMEfCm1JJ0UHV08V3BkDLxbMa3FxSPdHvQysmBl
Qjdi3hT696jcOsyRu01GD102+ZYt0+W7OKVEBSYT72Pwi4Lohm8PkrQZHVcB+VUOcbolKkB1AdW5
ymhkSlOXy4MloJIBA8UoM/6X/ZKTg5oRLSmcFjEJhYmD4aBTnsdtGPXJezTNP1ZXf4XGmq/X1YNm
ynQULo4uFoidhRg7mueAHHMfsBjqKAZROqudtWxvTfsumzHx+ZbaTtgrX23ZoMVFvGcGwVKLuV60
uy66riPCLln6vPY1i3o0eVx0Gqig9ZERT10klmd2LvqtXd2oTWRhYZlmBPnyZrqrH2W+Qr6W7puj
yCCoF2eR9YuAfNYQb7Eug9tHe03mJEalyG+tG52isRbLZgcv/VFjvg/SINAX2KDWP/eSpS1qOwHJ
hd/gYvGoOmdhPoCfDHgyGXZDtBi8FQGmsNEovORNBo2MAkAtsBtx4xHyQO3N9fD96xF+Fr6xXawD
BddzWF+Xc/mxA467i4DMWkhfAeBIbuySDBuFAo2mKvdlb5JDpM9HTVEOjtPtFb1+adv1ttHjGGA5
dTP1yUNl5OYWEyaHWh92kWLqXqwaMhl2jSWLFz8VlR8QEOGQYk/O933uJgw65glqvIq1abRyp4JO
iVpq0EwudBcAq88iX10+45UEmRYzkmLJRS748mDbAeMIbjr0ZXiwaN9EKEtCXcmvtUM82V7cPYG9
cXv9k4iNYNgevRD0ovlwB66KtmxojECAIBT16tbC4Kkpg64ZF68BNPIhksaSOoQclE/Od7MvzDXT
XRxLjENvlLsPPG2/o5QbOH7be1v62b09Tb5zX90c8/vOK16flS/JoXm3AypZryDqsl+CKiUyMKAi
ecTVmLUVlCSx4HrJQ0Bfbdqtnj0sOxQSwGwGCdOoe9KazvFILwv5ws02GRUOmH7w1ObcH9WM1kgJ
bJsZKCiXwUc/9qZIVgmHvOAcY4l/zLBYfHKxkKpD02uEmbTGqGph3Q1JKrmbBfcHIPfAR8A/MVjD
l8CctlnzUsH3tLonM7qbqq+QlRiWJ6f/apq7MZJUyy87TfCfU3ss7J8saaCDE9E0Y+WeoO7ucoAs
QSKhodRzMJV3FzQ8MxRzZW8H0UaC4wHgPA1OC+D/udV8aty26Qp0BnaYEXce1bD29W9AflmBGZT7
aZt//vj743hqkVsnxvLrsolxTTalek+N+oA6432qfP17K3gaIG9TcfAv1IYgPMJoh0tW2aZhN9B9
2/WBVqUSPxTFUDgIY5QFPA/vZs7fB3fOF2ep8dXuk+OymfYQxPO19/pofuKpICvwCCL2mTXO7dHi
iQDrgrVhMwTKztqmW+2mu1nvAM9dPFmeKPINoCkcoJQgIwgumnPfmDMnaR2txSHDAJvR/8xlBi5h
gAz8dGKBK2fYNhit1BIWUKMq9sNX6PgBjupBkVsL8uN0WP3voBKUiQiKYhSTacNzDgKhIEw6X5ee
aaszWT1ilPpFIwdDD+dC5hfMi7m7FUk9ED0qiAhYFnxuIyKdHnXLDCjKPrt3br9YP/S9e7ceVJBo
+YBRBKBV8RUZAEa4MoQshF/UbxG6OKvg2agjA/puFgqNFbq2YI/zpDnOZXcAn42J9P6vGeY4J6EK
k6l20jWsnXgPLPgUICOsfeeLPnr51r6tj92rtWtv3P0qCR26KCafGuZOG2mUuWpKrE/fvi8wvN5X
xxlRa2M8117+szm2kCQA8GvY6feZ174pB/Dt+8V3GlCP7KWFF9nP4Y6jBVBirFr4OUMfkp39DGnR
G8BlQ/2ZVT83S+gG5q49pvf5m5/LcDpC4xB+BVIfXoanzvlHiC2ndvMaHpZaNyOGH8ERqM2PeRJU
0c8ONZ5aAoUQeLSNeQDgWFB0AbcNt/fFBDSLy2roBjQSbEht6/PjUD+kDmoTWeq1iuRCFPgyxv51
yA0A+QysIlv/iZMpdCJtp7LmfzWBCcL5RHUJgUKXwXMFUQ65J7K2X88CFF7O7VSG1kRJikYrxDGV
wzrrAzgYiUw64VcnigsImJSF+iyItfCS4uc8s8SOrRL8qL714rzbxyGwPajvPbipt7ECcBQH60HX
POXW2cSySSBRmD2zzZ3XNutoi5EVHBu//6987Y7Fg3FTtp4DJ3VRdvWN1mte1LfrV7BoY09XzDmM
k7dwmAJW+/JmmV5rWX1VcAAYWydwfgh24KLjPpw+2uDrTfD30e1oVJBj5l7mfNH6Y5KHerylveSx
cjnchRzp1CB3W2GYFBSJDTN4Y22Ho3a0b9YbN1R+9gHF2Ian3sgkUIRLxEVloKYALiqTu0WKOSLz
oMI37Xo5jO6yjcA0YLn/GfYH3pmgDbe3oDKWFHGF3w1FLxSm0Cq7wK3NU9XOOZ6lSOEZmnG+K+W8
5KLDjWWhDg+mQjbadH7ozNFIagi8AGNYxh6orYp0n6q3kAtWRkwtvujUc9YHHQ/C9HsxbickV7LM
V7TK01/AfcycLNPSVmim69GqHAx71O/NlnxePwKXMVOHehECNDrFEMYzuINXKiAkWno05Mb8GVgb
KzsMy81g3ivqwTR/XrfFfOE8wJzb4o5bPmdKXbL4TMfvtrmtIi9bjlp662bBdUOyb8clGZ2Ra/AO
fLssV0MF/+2nYW+nsvuNXZ7n62H8VagZQsUdcnh8dYK6KoX2I4vLeEUODfSJlzzQ0vu2lvHVixZ0
YunXe/rkpiHdmqZMwdcvjHWHBhGK7Fm4ztbT9X0TLcjFIdYx5Y/xe34ytci1NhtpBJ/vynvbjT8W
wBZVlF4Ai5XcnaIMzQG8G2hoNIagBsRdnoBClYURw5aeNTfjGD+sFKT4oEZB+WKT58NONR40G92T
Fipay52uPVtWd4x74rXGR5fnkqWLHrenv4ff4qGNMBgy4vesJHqrJy00O+1AmuqQ5clDXzphodHA
RrkCXWW0qqq/PodsnhGYd4BwWNuPi6PzpNN8HgBpqHooV2n7RWOCYgWwuKWCR/236x9a4E8ObnqU
gaBc6oIP5Dy4rVbc0RIM0n6F9uJAtrT4vk6SIC2zwYUvEtXgOIiSxu/SylujbUXjAHM43vWVCFz2
bCXcUY/bZlG1Hisx0YgavinpXVIESRb+36xwUTJpXNB7jFiLRQETOBbGHvVH3fly3Yp4x/BGR++X
oB/BHQlHWzMbbogRZQ0dNTAgYf6cupvrRsQb9tsID0lIwHEIulj26ZXbyrwv7V1G/WWUoNwurxW4
MwrY0J91DdChcA7WVnaULTY2TOkNZKzDvjHa4wjBLPAs6SDAiLb6LOs6iLaPdQAArkSlGL3mc6cu
MjuHGAUYZhwn83PqHtWy2rqD9nJ9A9m35qI+2pDo1yDkwxA/FNXmbabRBg0x5H23dLW3dfRx3cLl
PcnKXMioXFRtGDnn+UKSuR/1zsC7wnbSEnzTIFfKkxlkOX31PtNsRFyMS0n8u/xg53czc5uTG6Zb
k3I0a9zNQxyUzl0WvbiRP2dPdXVcdMk7TVD+1aGB+4udGTTNxGQ/5sSYq0Zmmbf4Uknq7OvkDdgy
PyvBOmEngV4hHC2falw8R65MbOByZyFUArtQ7VMZrJSLFivSncE1kR8PaTC530wjjMbDbL6Pqv+3
nxCGUGZHxc1GWOdvtzTSjLGvkaE249fF+hZ1+3h87fTDWkmO86U3nhnir62+Bi9qMSMz0LqvNsC+
y7K9vpLLBB8jeCDJYQU2hptgp+7kW/XmtNbDYCGXWm7W4cGqtkry1sW7dr5p9Ju4lxQQRV/o1Bzn
h3VcZWOHxjrGXahPod1Iu22UvisLmEkKyd0htOXiGjRcaPgBlX2+tGllU3qugytffR2cbGeS9bE2
ulDpRq8xFknGcxmedLTpgbgyQO6M/7Jfc7KRRBmyuGb34TxDzdjezM5L1ITXP9ZlcGc20KoHARWQ
ATwZVJ1NDuYRADsZ65+EPrXZMaFBJgu0Ip9j/ExsavIX6uR8JZrWlpVhMyvaoxVBNE+GaREGI1wd
eNn9in/cVo1q21RNC5AOAFBW86JHn7F5b2T7kuZeLqu1irwAZ/S3MS4YobabjCNInn1nBT98vif2
I4Foq63ue9n7XOQCNupFmKRE4gvEzvnGQU5lrkiCjWshFlp0W0ixeSSRpURCK2B2Br0zMkncVedW
kq4m6NIWje8qj9QFta77pNgyNRCRpyFR+W2E2zWnnRVEWhhZcTjrfZ9+rtpB1WQ8hsKPg5Y+smLU
cgFzOl9L1QDKnKcw4+TkplQVZYeqAmQz4uXdHq1bPY5KyRESWgTID7z2AC4YfC82IZjeViPcTVH5
gyUSve23yl6Zm2Cot39/WlHY+3+mAD85XxyYnIc+q4EhaukOPMvt3HguQfIqMSP0hxMzXJizItKO
4wwzURFa07cxeWrS1+srEW4a+iTA/qORoP2qip/ENogUml1aAIQG0OeUbQZyUN3IqzPwSD1etyRc
DIKP6qpsltpk/35iKTGjZjZKLGbuwZxBDT8ryq+LSSX3t9C9T8ywfz8xU5QzJnOZmXwsUTz2lzSk
muUNtaQLIwqljOvuf5fDNvbETmrZILPJYacjCQa+nddqjf/l85+Y4E4qiscx1HxhYoqfSHqfuvfr
IknoxJ//zyq4uNab7tgS5sjgVt0k8c2Yb1vIXyUmhHGlhQPmruf5NzLVP+vhHzDQipr71oSxsUpy
j8xgbnJWTIW/W6MTDHYZTqsZtNaY+Vk97fLV/b/tJ581YGg1mkBZ+yu8jvqXydxGvaziL/Fyop+7
BdCMae40sFF0bmAn9+rgerYMHS7xcX6KorXqWVN1GNHiwB3CydkQ/WDLSldC37BRIAOhA0ZgeNCJ
odIk0RZYmZtP6Ei2NJyKxyKKfTuX5XOCLgJc48QW5+qJBtk1e4ItKMltxkN6V99hFHSz7EC6a3og
Ncsfxp395R8iEiZ8wH2o44Lir6jEtCH2YjcIr+oXow2L8qcti+Dsd1+4/IkJFkVOokQWF4PhRFiX
VWHa5WPRvueuPznPzgzsuynxb0EljO3inwVxITZKhkIrWiyogTIwhBW/VTeQV7pVtmngbo0f13dP
7B5/jHGB1p4wezKbeE13iuEZ6YhZl8VH/j2Tj5q8Xrf162l+bR/ZjznZx3xYetInMKbSXRmqfvpq
+nFo302HbodJvBcFkjlTOByUrbHtntKgkaVmsg/JOWgfx5Pa1tjapCM7gAqm5Y3QeasZ3/TmdtL/
4cVx+iG5sAz4X97FJqzplflR2BQDrbq5gSTo/vq+yjzmF/DsZF9tI24AKMS+DnHYRV9IFdhAIq3Z
bhmD2trVKe7QZBeptuQBxxZw5XvywM9VWxLSMGxy1EHxyM327vKFRMzm6Clu5mto17SdJAORfEOD
i811tPZJnMPoCAR0qT827eyX7lbvv81l7ZXz5/XNFV4Ff04jDwVR17zNVRZeKjBUUhs6DkPzVCi2
ZFWyreRCDOQ3yDqVMKPWnyTzm+FggzCZurtk9qnr9bL3g2xZXJCJiwajdQbsRfTWHu7q+ovePl/f
OfaTr3kHF1qmtmha6HXjiTI/L/TDkDIvXOIpzwLlBSrYiWIrm2DAWYbXlSpPGrTEGi15jIHooha5
Sav7poiDrLRkJ05mmgsknaO3apbCtGXWr0Y5HjOMuto2PRRmeuhc1V+bClozVkgWVXI/iP0fWT5Y
riAf9CsYnBz2KhrL0RhwGWXg5yvUTzVLtkkJoTNMFJdddrvWlqQmJPQVJBBgasajGeIc52HbWHNz
KTJ24ggk+No5rDTTmyHXfN1fhFfRiRnuYJuj07kZxZ4O6bQpHcfv5vR+grpHafxMXJmupaABBu85
6bxyq7Lw8kvNEhXX6F1JvPS9fLT27W23i8HAsscNdACVhvYt28s69sLvd2KXW6bVDcakJrCrDYxB
P/fdcTvUGJtbPb1+A0PQv+zqnwYz94I3QUYNQic0mKP6VQGe13nrawzubDCJe92QKJ1lFXmTvQ6Y
gvG5lxCrJ+MK8JWfpup+UdwbHP7HrLNuMc0rcxVRtDy1xR0/TakqsGTiDCx6vk3iYK4fx3WHqk7o
Kl6MqcSldyTLE3nnqUn2k06OnVnGTVukWF5f/Fc6N8r43zJAyzMCFaJMj0zkIexxzQYdiY4O4bmp
bpyGBROcCJz5xo68JH3XnWNE642uB04sE1gTdwNOzHEOWda20Yw9zLXIiGxzXySgKXAeHaCMVvfo
1GFT/hwtK/gHdzmxyvtlUgx2w2bJFiCalu1U43UAwIql767bEQWv083kLlajtrN8QB3Lr+f3XPXV
5CGnkjxPdNGx+rzugIZdh8jV+fdCk2iMrRbxsXbqu6mJnpAvSC4cmQnuLq1qpXHqoUN60ERHdHbC
tpc9FIUbZaIxA1pf6OjwhTcUldoU8sFA75Hc05Jvvbp4mYyzRHhwfxu5mExCIQxicguCn03p+zp8
SUEGkaLgu3z0kLFMtUcn/2t2d/SbIO8HHW3Gwwa2wfOvUwFS4UQ9vk5O3zv3wZSNIgrj3snf5z7N
olZ0UliCmFrWznHT+yQHYiCulTCi/1L7AKcEiMOB+ICmIxeErGRKIWmBtaDzW3ixrZReOg6HNpH1
z8TO8NsQzz002kuhg0qE+RueFM2bCx7bTBbFxTv3xwgX50D2MdopXrpA4EPstvCcjNGwpzKWIQGw
Eh4Akkm4AYA1F5Lz6HjrzgQ4sk8fSeJFj8HyWR9A/Bdtyn31Fm+XQ7WlQb4HAf9BhgAWxvIT21xw
rZR+oA4bEqVsmiYuEj8poRxOlhSz7IvX5MVuxmvpeswT3FWgUYFWM2Gs6+hDnLt8UZEMigY2ENdF
CIElc3oE9rCrA0VG5yB6eTJOSmyvhQmtC8hvTqvKKi0XSEAyhiYtt0qxbiJwqxTduhvMnwAF3BEU
0DLKOKRkKAfROgGXAtYY3FWYPOSPw6rO1ZwBM2SOmEY2IN0YanPuemNeD5BZ1KtATVrZ2K8gFGMg
DdMBQCBgGvFXEewkEdCrsaKRhuZYEWGI3l0/ZgrGxesfUAAkBXc0mCvQpkRvFEnx+RecVtJb5YhO
lUXNh3ICLAvWhhuQslcHhUKVVlmUB9Sl7BsN+Yevr9n3TC8A4LKm3EtjsPdl8d8XmfGTgK03IbcG
qCn3kxqm/rEYWPdEPkn7nMd5kDcxdp2CRcP1r2+AIP6cGeOC6og2sNpYMLbEC6BLTBJDtzriKQn9
uG5JcCPBEjqpeNlgn/mzUrUoVrg98rqOTpBoT5D+F2mqBBpV9i1NyaYrXM3rl/4nOP6+XLctWiUm
TA3MjwFxhMN6/pUrcCFAehw5EI7IvorHY1ShADfK5nNlZrgYZGkVXWsbSwRat9NLiN7H4D2SfDFB
MD/bR3ZsTo7FUNGxXgZ0CpXV8jELbOtBMxih+ddUIISdjD/fi3NDmqFQ2TdodcW0v7ORNbbV1mg6
yAOX/iwTnxc5BzS6MKcLUSmgVjhjyQAFgGLBosa+B+OBoaceYNHLKyQqCSq/1Y+0yOm27qbsRe3G
UvLuFm0p0IwOeDswVA25MG5LlzytxkUBHHRtOi9bu+GBDH0bpAQStOu6yIjkReEUI88EM2ou+Cx4
Xol1iKbYzLHatsTMzvjq9ocx2mnxbTpInEX05sAE6m9TPJPEWpcmSU3EN3MhkaeRyad18pUMFhiU
o7d87PaAvX7SRt9TVfZQvaSxgAudHjvuelxzd40hB4Jjd1/eFffDxvXS8KHaLIO3xh4wr/lD/zHd
dq1HZOqzgnTgzDR3SqrJaq2UNc8IfdB0X58eh/5Jz48lCuJaeD26yGxx7lNMrbYuPWzFy3ysRsvr
MihGT304ZclDNrnbRp8k31Vk8vSz8gGtJyiwo7YINFn2MGm1FxPtXqk7PwdzdbPatjcR5eH6MkWn
BCcEo/Sg9ANLAGfTyVqnmRncApxHo6VCL+NFS/OAxpKLQri2EztcFEUXv58yA3acaA5uq6CuMO/e
Pij5xpEJyAhN4VYAChwUchiCOD/4tjLmo0EQsOsGeoRpuY1tr4XQaKftiHnjyEYRheZYXow9RGTl
wXIRaUryq0U4qnG6a1dLA3cu0F60rOmdW7paUKTRbVNAavz6p2MeyFWIwQKE0RwLIQcNPBaQTu4M
o8UEZEqRHDflPUKgpxU7VaaeJ1zciQ327yc2srwyInWGjSWzP4Ypv4lS8Cs70TMS6D2GFD1DsYPr
yxKZtF1GcYR2JMHo9LnJqZxbZ2Vo5Vn7oii+G3+z130/fynRLpQWi0RX1KkxLqLUox4lNkrR6Odm
fjL9MLMM+PXEU43v0E/xovkmJX+NLIdGIKoEjGlSxbfj3LNJ0knNmElFWzeLNhzWId2Ms7W5vo2C
yWnY0dlgn4qNdPi684qBtL5lSaA+j55lPMcpmq6bhGIcItDjT7S4UJlSnICUslk80aY6+HYAjuI4
EH42N1MzDJ00OOsquqGKk4Zl+qLar6N1iO2nyoA6R/bl+mJFUQz8lIyIGwn2haQSmArirFewp1qi
P48guxghS5VgyLCrZNrvwsv3xBaP4HDAxWhWOfbVzH8k0AApI6hZAKD30sVpmFb1Xh+W1lMb995R
49fr6xTlGGA7YxBJDSKdfLceTbSpH1Vc/G4BrovoCayvHsBynqvEftVI0D0yY9zZWFdMaWYajE3G
pxtv9aEIiuytbcMF44zX18X+FB/KTtfFXbbd2oPUhWEyJ+1VL76Dw+gf/j7a9EwuE1TxPHQxVofY
aVz8/d4tn7Vk+tBLJfgXEy5gRGC11sxfZZSTSNmoneHWaNr5cx4UVgUHSCTpgYD6Bifa/G2C56et
GrVUixzJu31fp35zXPZQ/Htov5ob69nyvjf/aWEU1mEfOltl9oz99QWKrhsGKUZdHWRCyD/P4/Ia
DdOcoRbs2+rgkwqsd25QyaYGRcH/1AiXJnRTYTjQkkSJzn1p7X1ZBPrqYCjZ8Mvlvvy8viKh152s
iLtpIA5OW1LBmL4onoYanSlLIoV7ZoMTB0LaGIjghzrQaEltvUN1k8bA34HuJ/Xj4kXLeol/i+2A
cAFBAXSI/Lcp5x6HlaHkHCeZtypeOGGOwYtA03pZdUz4hVwUVRBokTTyzxxFzfKiJwh/rtqFg3XI
0oAMP0mTe2r1xYie/v4TMbovjDsA8HHBLeSuSWJUNly+oW8DipyKrAgm2rk/BjAGee7VtF2dsnBg
wJq/21hEax8S2ZUhs8GdnARd7r7KYINaGzd7NMgdEu3r+yS6AE+XwZ2bRh1VdKFgYp6OSeab/b4Z
A1NGZy5bCHdgSIXH9mjASmf0m7LNNxTIvnLowuuLEV08Jy9M/uVuK7o7QLgT57LdDJBIdF9ygItz
67Ny/7tuSbigPyUkm23rSdDO3JEitYalJgInShuByHZb9JKET1iOPF0Pl6i3GI6kzYxtm9L1kTiK
N7e4tqF+YJn5y6QNQeIO+HAUvV+wAq1QL6nqdFMU2V3XLrIfI9tcLqMv1KKvTPZ8Hw/KvftMH6dA
83JotNieu1X30Y4GVZi9OG+OxEWFidPpNrC08WSzqUl6nWbY7MVxX2fM6KZrvSlaFLvq5LCYJuSg
ki34IYKk/AcI4lnhgDvlCd64o8nAonF6uywfLQgT5xAEbBQUJ9rzdZ/6/6zTQd1Lx4sQQet8nV07
1LRleEdMcEX7ghrlBjXDr3YZ77N2QbJWQC4rJ9lz7boHtaXN5voPEERoPJ7wesIdreJhytmfnCgx
auCs/BgM7eXwOdcOvMsn89acDpksuImWC3MmFMEISvroZZwvt2jnzLUylA+cRLkzNeTFUB1Ih9Qf
FEz+gYaSJlZI1d5TabG7vlLB8T0zzR3fwuyGviuw0lK7zZqwaF+rSGJCcFxgAuhYg1WYMZR0vrrK
aqJ0YQCQrH3MoLZrhpm7iaabwZA0CIRrgaQWZmtQrYTK5rkhKLlrJLWxjZO10+khqV8zmUqJcC0n
JriEvlCsOI9SmKjSMBtvW1CCKku4Ljt3kuSKbOO5fB6DfX8Ww+3a2s3ukjf4MEO+KdMDbd6XGKMV
H9c/P3PkCysYsWKj4BbR+Jd0USpTr+crLr3C0ybP9avvRjgeIbIqC13s+uQtAaCgEqYVAI4B7kjl
aE4XdcJ8+5Ye4id6l4JwUNnH+xLWRgkgQnRfgPHst7ULQGrtNmqiqOiRHZNtdmyOySa9dY7qJt6u
W7LttrKBekEijLYAWp0qo6q8AC/YedUlq43luZAmmdB/HGbJMRJ59x8LF8iFXE/dRRthQVUepuXo
9PtSKr4n/Ei/V3Eh4+woqz1HE2zQxzWgdwX4QH50Id1Eb8m7svmH954O3jsQKCH4Mcah8/MKtj99
WllrOi7VBSBJt/CRhsuUFUQH6cQKX+m3m9FQmxkPiNH8OkDISL+psrdh3V4/SKIb49QKl6CaUTkq
SYq1ZK5XVGClX24KiCZnb65xV62P142JXIGxdKDSjblcwp8lZwRNBqiLgCKnnY6am9V7UNtIQhsD
rd7fmwLtPbi+IVcDJjwu4DWGtmqGgzBU5zu0d2n2PsqQx6IP5LhsagzT9AYGbs/doFnmyeyrCfiV
5EdnBE61SXvMGMvIWkRQAdAF/bbDO0KM+WF9ZsIEKQ21TRz2mYeiGsjDwyJUjo0M9iP6SKfmOI9o
8rQkHcgrfbUHFL4B6SqDiQf/8HlO1sQO9ElC6A7upKcdu4/m53beFf1TFu//bya4WxUC0rGTAuXs
awQLqDdUTzCnL3EzUfhEqgfoFxwauGJus5QRD3tkfazdPgf9OtxQVQZdEp1QNNlRvoLqh4tIfb5V
xEmmUgeTOIj/DTxWFr+m9VZH5Tar3Ucz+XCMUrJzomQBlNFs7glsFAbfXR/w0JtjVlJol8obptbT
lSdSxB6hipcSCeGGzBjnCa0BaFuhsRdfFdZgFKSQjFmzDdXCUUYgzXaKv8pP18V5BIMCOjmbkJ2W
OxV0271ee1EWlmXQRwMmWx4UPDn/wQlPtpILQ92cT3Qa8P4D7vaQV+7XAdwbhpnIcC8iJ4GPoAnF
5FmBYTp3kmnFUzxWcFkswEbr+Wtrv7qAmtt7Ld1FieQhKd7H38b4YmQ9lLS2dRhr4mQ3FxVm9ced
O0T71ITonb3+1K1l9BxFlU0XCiPun1XyDCaJms1WxiZYauJ4Y/uyxLq3prfQ0JJ8Nk2ynzrnlWOE
oDuxJc568z3RzM5Te4K7hB7tZglL1QggjHO/ON+gDxLUUP5Tm23W695gzfd68yVeTLRUU08dp38J
nIx9H6zCqMNdgDINpTAaG2dzseJd3yMvSIf/2vV/SPuuJbl1JMovYgQtSLyCZLmu9l4vDLUM6L3/
+j3s3b2qQjMKIU3MzJMmOivBRGYizTm1JC1YvZXoMzgWJpZgToJf0xoM2hsKIjVRn5rgsTVu63w7
/+TT6z/cDx0pr7bA+gPK4NxuB1r1SjXDfyYgMJxQ/qA2Ntdlo0qr2pwkA4KUKm2ysDIhRSXJPX6L
m6TxQwDMsywtDq0myz3WI/aJPMF65mKe4coQ3VDE0Vmt/pzDb8WYuWpnbtD1vJ616SlQn21QuZK0
krxYVi/JiXDByyWj0oOjDXFPV9Mrx3rM1OAxCeeNjZP9+49HwSz8CSikAh3k/OPxLOkCo4Ckojpm
tl9Xx9D2L4tYLTGgtQdLXCCnAWh8LiMq0fawRxXRz/nRTU88tNmINa/QvOlgMGPM9PjRAd7mZbFr
Yf1U6mJQJ+kJHrgTtUNIxRhB0aouwXbEZQkrXwkKoUSE8XAVXfYlCzuRUGF8AR8JF8wc9efEwOMr
MvhHN1oYVwKx12VhK/aPgUsTvDe4aQsu87mwYSIzaRvYv6L9BA6CR6Zkr+ST51gNM+Ifl4Wt5I9n
wgTjt0eu6eEAYVl66MYaQYgNg6Q/uXp6JwoJNp6W82xoPUozM4a8Zv1ZTx+SZmCh8vOyLiuR7kwX
IXwPjaI2Jf7rRvr4DKiAjd1i3ohWXu3Q66kznvmQ+0Q63y07QsE4yKzTflg2rBQ0eQkGSrICcO77
y7qt2PiZbsLNcpyOa2UN3ThgUDKQMA2tbC5OpodwjToMbI0phx7xaFxhNwfbRRSKpBI/tBKszzRZ
/v3kLoU5RT6y7EYA04y0R6fdjLW+3CdmtZlbSGxi/dyAVvvJqwYK8HNpbaZlFm3g3AFX6xnNVRXJ
ak6fvXwhUYVC/4kQX3xpqTT5qECEtTF2WGP1TXdk+ZXyfKPeDu/8iLnlJ8zfXJfbwE9qlnxkvxPZ
j1gLYmc/QnAaVlM7ywoIKkMh6wZGteNoucCcskG9AkSCTnPRmiUyseuu6o/qgvcIaa+0WgGpaWWx
xrjPsvdyPPbhyPgocSKSD2kLTsQYo6SplrIrISUbpq2jyJ7u6+7jjzLLLzgxzEIBpENDFwl4aTgD
G7k/xNsswXhfCdqX7SBjSpGdnuA4IrQxxzmDQBBdYKt1nu+iIXG7yBuMb5e9x/rV/qOa4D2GnGZ1
pkISSF+mDlU9jeWarBq6six8ZoKC/6hAdtp2ERIMdcJ0tEei1zr/1mKHtle/5bE36ayXocbJjELw
JVjTxAaDCb0M7aULvklLlbJzE7yHVvXgNRrx91saflemYQesx9e2tDaXP89a3nR6dI7Q9mpJGfbz
YtwlN7GUuAFKXMOBwgsw7/Aa9OC5frBkkH5r1eszoYLLiGoyZh2BI4ahO/vIV0um7fKraA//Yepu
das8wYfkrXdZ2dVsAFDlQM8HlS9S3/NrZifIfAIdYp2Be1Gm7g0UKmzlh42locuSVq3jP0lfatm1
FqlZ10HSVGPjsi5Y2fzLvTqRIBxhYdtdpy6xrAbmut3/sPiGy9DcVuPliQzRxzpVE9cGbMNK3wl9
nPkNRhPGFLj5BibIJUe26pIWwiIQH+OJJ/YIwVNvV1h9xx3W7w0N3RrHG5tjF92Wyvbyx1m9WieS
BJek0rjrEnPxFs2DaoHQ0KelzCOtG8AfbQSPZHA9KuYB2gwKEqbeV4zWz3VfK1tWaW5RDyzDspqB
ccuXJHsvenfoJDdb9gsEBwUAV+TWLbRsip/E+IG9l8unuBqzTk5RuExzSucgGxcN8xc+PFANhH53
QYeL62UN2ONK2UqDxECo4KmsOQ/MPIRCHECWtuoGsztw4CaGbi9rRclECZeLDLU+d9piiygcKcv3
eoumtz45WLK2mkyScMUM7NENdrNIGhQMSl9FSuhqDSPjj1E2XLHq/QD3j3lpIAijAHju/ap5AgT4
JzO086q0oLMjH61118jGwVdv14kY8XbpUdrwpVIz29+xtdYPRxJI6oqrpn0iQrhcrdNrnb28HAfn
MWx/T+b+smnLVBCujhVXBMDt8Ht6DgKphHtqtzWC3/+bEOH+TGblDP1yTnpPQPyZAZRja/C3/0mI
GN2zuo5b1AnwLkUcinV/VixmRzIMS8l5iWWDujdis1nKWJr9HJrfIr5NZQB8n4XUL0+dP9/cES4K
eAqqNFk0sTVGdwCYtW6/6XfgdbrTbiovfgWYqZe2zPSa4zNvWV6x6kqRuNTVy3ryG4SHQOVgAtlZ
cj6Ab7hW/xL1lVsXxyQ6atg0vvzlVt3riazlDpw8CZRIDxO7gixefg/AYjpX6YsaG143qH5LqVdV
2cYi2ftlqdJjFpxEGBS5hvCItHOjHTUsGrN5A26u35kbDx7Zz9viGFzVfv6ibu75R3N4uSx/NeM4
0VpwHm2rkXRe3sx8+GaWzwrIIPqabFJNQ4OJOCxPkkhy0MufvGRYgjMpwj4YnCXJaUsQKIWMBj6w
CRn4ly+rJrskglOxSV5r46KaPu0dEFMOr1JKF5kIwaW09WyCNB53ZKQbe3zI0w/pasMnyMyF4xKj
8AQgwILOUCM+Nm6x1R4ihjG5OySh9ezxa2uba275qm+Ch/iVvKps2Ok3nUu9Z2ObeZmsCiDRWGw/
VLmjTB3//HhPaXdHmwczkgSbdRHYGFnanHg7CPbRpsZQqcuNmOaOhfEuCZ6x4XvZNtYdyx8Zgm10
RA9GzYGMKJ2eo6xl0WhukjFgZVm856ZsLmX1lmEgBXCOgPlHferct1Q1mPEyA0mHjTUmoGQy2m36
OvKq8hDGe1XWw1+vEKHxbS4U0JSIa0YZyZtszCZUeh+aF0xow0SiIxb7LJbdmTeNrCm3eqNPxAmh
og6wfzrZUC9S383p4FT7sHAzZ3/5m63BW4FH7I9WQjQAHkbuDAW0UnbO/eSr19HBKLz0tfxWM20f
b+NDcme5gX9Z7Ko5nkgV4oKVpJgyySG1NY6YZ1TH11CRaLa4iS9XHFuDGhoAAI8XX2JDneok42hq
pFhPVnda4jfACNZHr+Fb0x7ZnLz+g04nAgWvX3e6khgKdEqdST8SpMRu0FkYxlEnGVjX6vGdiBJu
8+yUSTzOmAfsaHI/56EbcfsqHf9+rxyTtX9OULjPOq5uwztIIenWMcC/cJepN5ZsEWYNDfZMjOjv
CRhoRroMN87cw8Z6qtaMhDdV6Y/FC6ghnegKa3VRcNU3D1MM2KEN/ae3tL3sYAKTbMHGPnclgwlg
7IEsDTB0pozxaE3fiMw7rtrjiQzhNA2MKpgWehDLez00vCz7sNvv7exrwc/K9CsZJMGq+zgRJ5xq
o/BWrQOoZJpv1vRD058IvZIW3lbfMGAEBPqYiZabiBrsTKlV5Mu3a6bR7auPMJDY4KqlnwgQTm0w
QzMqbQio222SHQDxJyU1XIsjKA8B83gJXejMn398oA8oocPhaI2pyB/KsD1QC/M4cxdbhxZrdDdc
BWmRbjbZ7rLDWPtEmEZ1MCMIbA+wvZ8L1sd8tGg+wmGQB9u+xxTiqF8lsgrK2gka4AYxAMeCeV5x
VgYslEpZhcZyvXQvAOYet2bQwxvby8qsWALmHLGcjUYOyl5ie6EBM4ASOVbqqth+B3xaoDLgev4D
McyZFCFu9LSyx45ACpBe7soS2OVVugH9zmODVg1Br+ayUitnh3kQA3BQC2ob6CDOvxAQllPTGe3U
tbvQL+rmh9GOLlFUSWtmVYyBQruxoLt8YWGywTwAzBwndfu4fMt7rM1o9R2V4lutfSIwP2KpEcYG
mxPszY5IZpmhkrqBk1u+UyXxg0rCtznhsR8Z3TELypskJq8Fhn1ZP5PrgGcGU9u5YmNQ0X3SWDKc
t8WxCkF6We418Jtsi2B3+PyAM6vUorkKM2zehmwAxUYy31itqyWHjD5d/pYrtw1IaBhAWJASVZBe
nIvKsYgeNkmcudiQwRJFxwM3yBGjtSkJEKkbpZX1w9bOG9O4/5cWA1RxggvWgkypDa3J3K4fe6bG
pNm2ZdFI1inWYEqIhUVpXD0gCeDDniumzk1QFxNav2W41dVDX/shvc4VN6u2PPVQcNjW6oGUNWvM
H4Hjh+Z7WO+D7i6SYQWvAaid/RLhiJOYRzweu8xNXprlIVV/VF4FUthf3TZBBXIfHq270Hf8bkdu
ZOCKa5akY3xrmeEEUZ6Iz9T3etX0iyUtk/0DLWaWt0RjNt6rLrhPQ7Yc/2WLWhW5YDkC9Qc39/PB
cFLcCEebV7mWZe44bmh3AFM3/vdtsnS3lK11rTW4yCdu5P+TJbwGzIj0MTEhawIkfxbu8j5mTeSq
8007e4ZxPwHhqFb8ywrqa3fmVKrg/0jA46IZUyAmZcmCvTfa8bWuFc23IHCma6eNjFstINavYBid
csPbrslZStRgz1Wtvx+mNEdTVtfApa2M6p5qfd27Td1g+qI0Oi13U4VqP8KGE3+IOEJUiw2rkaW6
Ue6CJOLPYW5OqVcpLfZCgt6SNJ/WtIPFLAjJtoX9MeEBaVWYqrEcmKsSL2PTO1BtR/yFzhIxi9WL
Pg7c08CRs4AUAXym8/tJh7SaNGCrg0pd29ajtnGa0J8CQ/KxVk0ExFXYhMMI4/IgPpfDLdI3Q42Y
OEwATfCzIbR+K33dJWwK9DjY0KgLfCBctg8pXKDt9jn2WBhPslDWofwc5xJVNlRETcxTA/hDHBqZ
p7i3jA7UIsYG4NPBXvOAvcdG/4fmcQz1d/fcNw72xJSU6Q6LD/EeHOt+tgOm2n68mvx827HOf9SP
1WPu/sNeN3bH//tx4riJoRWDoiy8J7MFsnHjsaN7/MjQ3A72dd5L5r3XPv6pMMHGBg6HpSwnAQAR
XWeDUqu/NOC+PHRKlL5fvq5f4g1GopGEwweCsgqLYoKhaSAsiDJewABU49WemvsGmcvfi9AtDWOQ
KmCHUAg5tzF1HLqRJhPyrrIjLoB5WlfhsuXrtcb62RcSnF2ZzTbJli9E7uvQ16503/F6zHUwrDVs
8pvAV73fl/WSfSbB0U2RkhRVshgsf2jNfaltg0RydGugFmdaCXHatApSNgNk2I9vkT/vey/5hrWg
26Pm3s27u4BlITOP0cbw+eaydtIDFVyDNdO6qXSI7n7bT/Nbf/sBzPItUL4Pd9l2dJPyH/JmBKqF
shaAeLYYGfXSwHp0h2CcWr/H/E7vrqSkzqtfDNUJFcvHwDUSMaE6WsTRUCOZVa1pmwwqw7QE2rWy
8eI1cCEgF1EKTJVlO9YRLENPu0TvPi0jKtg0mR88/5F16VFv4KKm9Get2a5mxq6VJbsZvKk8ie4k
X28R8cWbniTJwtdLUrXVamMxTjDT+WBPfVWpMmwsil3nKo2VbWCZj2rtpExVo6vRipR3O04fMq0j
PuApFYkhr4VN4HviSBDVCF5Ggg9w8iExlkQ6Nn61mj9g8LCad0Q2SSETIziBoIurQSshJilugtgr
g+suxheQgVStf2Awg2MQiSCNE8NzN6RJ1FRJ5vLEjjc9yHRiGh/jaXqi3WuYp9d12rmVGr12RNnk
6by39DfJB16pQBDj5Ccs/36SSGpaHPLMxE+wuRc+OSWLQ5b+nvzKv9UV9jp4/FGbWLOn+35gsSRC
rWWxC2noAiJnO1jtOxfe8ybrTQuZZWuCSO8FxsbGYltHPzPZGPOqmieSBAdo6OCCK5cctm4tjyZv
YdixZFRZiOJX1A37MhgkXY8vERGw+HjygQ4VzG1YWBN0U/jU18aSv6IyMrIsGSev7sx/aN+gtAJf
h3l9IMN+uRBTZLaqmuME0cJNnkf0BtTZk9jIynAgmELVZUXfAdqBuAmDrRHbrBRkdyoHfulhnF46
Z1PPRwfw6yDw02zPlkHSrK0FnclcruiJXfIoAEUlhUwdjLVF4mlwNeX33rgxgk2lezO5DSt3gidS
3irdTYG+Vqhem+1JsaeFrBazGj8BxbPg7+IdD4z2819D82ap3i75bXHFKbPMX8F4D+onJWCD/kgC
gHL6GohI61sruUIPIwCgSnXoOr8c3tPIL2JJVF1zUCaWQQgFvSH9gr1MxwJ1lBTPB0v9NTdvJbEB
3u0AWkm6dbkqCbu95oLRTb7g/9o04GFNIKnxU6/YmVukDxugLR57jITurM3bwLSNfRsxeqOwZtsB
VoUV7nvoA0zKddh4pfnJPr9xwH/Bdu3bhCSjf5m3AbsvveA69F8u2+paaLZgqSY10ZX7kiR2SdOM
ljkgfcObD5YzR3eODAZoXQYwzjQD72K8eM6NoYmcosMed+bmk7WzreraLrSdojUS57hStCfwIUth
BTVUOJNzMUOSFjylqK0MTU4jNg+aetsDS/xQq1XmGXWr3ved3h2yqVWJO2Vh/nr5LNdfdbYNHUHF
DSMTgj8CrVKjTIZH6g4ENB0bP0biWfUGe/45MySpxtqpgjAYhEFAMwZHhRBztbjt7CDp8TQaNtT4
lmdMVWTbOWtR4FSGcKQJpqircF6uDfdmmyX6Tk8BQ15sgI9DZFsfa5MgaE380UiIOWgc52HMoVFU
44UJcRUDuOz7W7HNGAdsQrG1QRybuqgoH2f3YP2cdjLatbUgZAO2FFCQgFhClfPchjoAz6NGiJ9Q
z7gMnR6zuIslZrL64U5kLB7k1FNnyoggDhmBg+VIUJ5re70JP+yskRW9vkhyFlgQGKSKrg/unXCg
oaqYpI/63J0Dextp3NXtzEuaeXPZ7r+Iwa0DQgwMHkN+Bv5zrhCIq6OZdLh4SrXn/bsabDOZW10z
xFMRQtZVlcaEIjlEVHh4KcFxJn6E4Y9exf6OAxoE/x80OinTCh7LqBKjcepFXK+7Zkavw9Hyp2h+
uCxmVasTMcIV7iqMH7cVrheg/sHgZNc1y5VX0jxRZV9K9xWXvyY+TU5rz8Jl1nmkz+YAaag0tOnb
zG0WZs/IncPytXX8olCZ80ut9uB3YJf1XAxAlHx6qwQDQc/YVniOIJM+NcUNaW/H+VqNb6PHy2LW
jvNUjGAkmTNUWImDgkHyyBuTpYXbmB74rWdzi6xZotRauAH4gbHg/FgAdxWusdmPuc57rM7Wbxka
3yHT3+ND8DBx9g8DGAAHVVH81JFXAL/2/H7VVktAHwpJqnXlxNtUvyf/gPR/KuIzsp34JH0y6mqo
li80vM7DT73xtNrNZKvbq971jyJfSg2RnhjdAEVatXD1rmFAOrtsAmuuCHswwL8hC3nJF8KypERv
wdKQahhHCxARGVZzZN3TtQ//2TxVUYxGzVS4R3SEo20wr4I+OhoI2xkQChleR3rJ2Vhu2zzx4kHi
j1Yzi1OZgicneaIRFI3hYjlod/Njy2vAX1yp2WaY3IbfgPoBA/6Xz3Ll1i7xAzvAhgredrHkrrQ8
rrHAiBcFVsT6Bc83+xVPGMapPwwZoNlnR09wERCGNz1CiAVAM8HGwbnAu6gO0DNxTbd/HEyWZWzC
IsNLdNXujU12mN38gaYMUHXVHd3TbZcz6hEW+2bjyt7Za0W4059DhMl/UgRAn1Kge350tsTNn7if
XAc7plyHV8YhelQfLp+1VKAQcfgAyPQihv4RYdhPYo7H79udDVHjS+Cm+3L7UyJxMdMLJ070c68y
D1lg9AkkDpgDZwpL3PEQb+5mVPtzkD0nkpu59iQ8O1Lh2oTdMGAbHvIAen80jnPvUpawguW3pqt+
L244eyW1d4NPjEX6Bu5UkqVIj1i4Q3lYF6QpPn9Ac93oG9gY2fzgh1e0NQIbvXMGCh7JVs6KXQOd
DbUqIPFTuCTxSWDxtMvtHrggnYXpQCByEKdnU+L3Ntm01k8HyO6D9VaiZER5iPfoBgV7ltDfRjxf
Z6hids3OHI/UfmzVPXEeeJf7Sp16NpBOZbtXX+/78lOpg1qwjeRX9J1qRKdyzvBT08aPhgcte0f5
olfxSh9/Xba95aTPTA/EPATsbciwVSA0ikWYhoJPpglJ6nZFgbfEbLYsSedS4jS/xIJFCrWW5hEi
5xf/BYyvkuQRJjUA7TUfmqJ5HqkOVvucPP+9OrZOdNDsGRimEcvOvdEGoB9B01AN+fcMFd1Z5+5l
EV9SG+iyICijcY2BHU0cCc5bxUhR90NrqnyfjMd2BhUW2gKcszx6scg/nByK/iiXYJFct0UwNCMv
p2S2anSOovrF0vjRCesXymVQ7kuGdG4GeKcvrVaMVEGUiCiYNKMyJ3bWumO6iRUvD+6Sxhuo5ArK
pAie1bFGMxzTvEXNeGdNv1t6F+cep7MkWsrECO7UKe180rS0dcHA0u7VJvqh9Hn1Ckz+XxoGZiRf
SCZNcKZZ2joUvrtFqvubTD6NnkhzSGW9qK/3FB8I+RpSAIyq4FF8HiIsu3FoOMWtm/IQtE8l4Z45
RTJrW9XlRMry7ye5ZzRSrNilSQsQOcfLOmerL/QFytKl2fztLVr0QYpBYNqgghDeIUWaRcDmgCSU
JlFmdpXODbLvLUyD3gJqUBLxvt7Zc2nCc2Q2uxCA5bCIsW6vjKBvWFU2ESt7rd1gTGViZAAOU0ap
rGqzfqB/1BRyKWya2gblULOeHstMA50kZfmMd4Mh8UpfMmHwaWA8i+LpD95KYOadfznT7rs2j3C1
cidgpLXxhozYpCt+gniGWScvc6g7GDKA3bWDxeTEQlv36RUF468ikydaDeNvR1DZAB3tkWt7nn2E
5QQ+JFui5Nfc+1PLP+KEvAG8YHqv9hAH2B0/sW5srOgV6i4w7qzhOYo2Weci5/97Sz1VUbh5fYnu
RZpCJm8/+XvzGpkvENq5r9r3juxd9nVd4lNFDPZhslYj8MjnH3IcgWbrWCBYpNGzpaJ3uW2UfZJz
FhtHTUfUwUCI49kIN5fV/DqFJggW7/5QBUQpIbgP8qNaf4ud70X5XCmNC9JJzMPhfhjKfmoB6kHK
LUWCWFjdts+MbRNiiQRbJEEZe2pubAjmQi7/uEVpMTxhvPy/QxGsu60anhsKrBvAwUwPHnLyFo8S
GV9yrkV/TVsGxSyUHMU+SV3XJKgnyAA4Z80miu2pJhx61pO086cuv8HzU9ba+9oqEoQKjqnP7Fkd
ObalJ7t4jsdha4edV+YDiyLwUWNutEfbLa7eS3SoY+u3kczXpvacqlgXtnsvtybPNOZjHeTbywe+
boYnpyE4LpXwbkTC2boGwJka5VXvdn2/TacfIJZj+eDz8trODn23vyx39UNj5hOsXJiBQtvq3Ppz
4J+HMfbkAdqV7yy73ekOAOzyUqbel7bg57lj/AHeHTRLluC3sMOWof2JS93Xkxv0KYaaer9FTdsC
YYFm6k9mWHi9ndxPcyiRvRbJF2i+/y9a8GHmgGl6uviwjvSHqKr2hiULBuun+EeE4EPyQU+6MsHH
o+0IlCMTLgRkTqb2Ty7jRBXBZQwkV/V4gioVSiBeskMP7Xe0wwjtsd7lu9xx7/RHh9GB4Xmxmx7+
xVT+KCmYSpm3fEgxiuxGCZaTaOynpPGHKZPkrKuB9URH4YbaQdPZzRJYnWhvzRuneKAIPckRWO+1
uuuS+/9NK/HetdTAVDKONNW8Zrgm5EjGn5dFSAxQLKjEcTDQckmPleJpNG6lSeTq38dzEr1MDGfA
l57fYaMxkawCatRN89u2fqzo7vLvX805TEydoPwKaDwx1SFZX9hpAx/RqslxSAgztPjRKp+IWe5q
kl71Y/NxWeJiSl/Cz4lEwQaqjKgV1SGRTGjSu5NyVyk7q/gZtBJjW724J4KErz9QlSdYKgTMrHPb
AUrU7LAMKpsTXNUG730AEqPR/GVyJxlmJTaNCg5oQHjL0nEP4oWCheqbOlVuO6uS77WWA2MAbBl7
QvMLqPXn9mB2RRAUWb0otWvMVwe0JnTTyhgFVq0CAJBIfcECpIkwkwqqSdwhODpOUq9uMfCTVojd
javxHepNTCk2/2AUfwSKu9BhW2BsdIDAqtg6+k0NsqPil+o8aUQSE1e/14kg4dXMFafiY7VoBjQZ
0noTsNySD11z6SyZ+/nkkBANHXVfTB+gS4n6iWB/mT1xPoUtUr6chS7WHw7EHTdkYtEuYj1L9tb1
sLmJD+93gUfd7u2xueq89MraVpuc4chd1N8lV+JrKxqh+uQ3mUL9t1SHujZIA0re2zfF5wdj114V
9+krgO2u5pv4NdrP/n2iMuuuuuLgJUVyLskMv5Yrl5+wrNmAJBHceiKPRFKXgOigXeNOqAsejO3o
hR4Ih3q39bF6c2cwfRtKJii+1mgFmfr5rZnSANgHDmR+8NkFqt6rejfdqW+V9w4+HG9ywTjvhQfz
Cqe+syQW93W7WRAupEcDNWJK8x4KH5a5mcIPJjfZKu6wGe6sLZ6xx/QGaGGyc17M64v5nZyzkBpx
PG+DMoFY9Am9yrcY0LAT0HY0P47Vk3nrMMUj17anevq2kjipz3WfS7IFL9VO1aBOBs4buxmbmb3Y
t+Pm44GwbkM87aDeqbfUNbamN7Hk9bHbIEOXAeWuPgZOzUxIp/q8rQcS4CcA/FuDibX+w8zGjeJ+
Xr18k72VW/tg+NIV/dVztwHnhBYqlrzEbBgzEFPDe5y7zYCXh3EpzFuw/s3YAOxrAyLBq3jCaFRc
udkmQItLkkau5QvGiXTxqzcp1hMdSA90k5m9r9PpHySYADww0DoD9ba45FQqaQRzHrEjncYupo3d
WNrRWDtCE0NVGPAAPc8XxG0tT4c4UiGiwf6/V+3gpNsPWM7Vj/ylZL/4nj9NLNx3bvriyA5wLcCe
yhbsxmw0Y9YCyKZJD+wUl+deiNIBKB4vR7zVEgHm8DQEcSCafqEgIn1dJxVIr12jY/MPypqF4vs7
R7/Kuk+ZVbtgkHWLdxRIBjZtpV5pLTs6FS8YCkjRooyMyxlPzPoxviXXMfBNAReDLUHmuMl3Aw+N
7PanROu1t6KNPVxQ3xiYmhf3Q+K2j4NqMHC82oudMif5Rexjnzwl+ktseWFy6E3JQa/GvFORQsJp
R8YQYh+4ceuIJff9Dgt5t0BjvCr3yW6wGAGX842VIAABEBpdydjHdnf4jN7NZdVXjNrC2xjrMajR
4r0qZB5B3WThWKGpPpLnonBpdluaW9QUwcMGYP1bR5aZrnxgVLaXfXIMfYEXTZCn65OTE62qXUwJ
9tuRYsDNDOIeDyGwzVxWbcXpgIBtWR9Hoc2yxEGpNCqj3lQBrY6m+8Ypp+9Az5FkU6vanIgQPmIe
9Ui1AZALSLeKtcXstcNtP20v67Fy98EpsrTUFrJobHCepwmk6mIjKiFkNlAK5YnfQR1wagXvl+Ws
lV4XNh7sSOHNoKH0dC6Ia5nRKF1bg3X7MCI9BN5vbwIYjXEFkC57J70uw8fLMte+kQPAeNPAJAIG
EgTduBGXcdJ3tds42SYPyn1q1xIzWKtzQa0/MvRztWYrJHmaQEZSYsoGYJBG7RZ5yVpjU7fePDE+
e2G7Cblk/XjNOBbueRg5Zlfol5BE8zKiDmZFjOkmCH5F42PR/b58fKumAdx9ULTgUmE46lw1dSym
fOr7GthWTxXFyqIBrNMYEfblspx1Vf7IEdxymEdoh7aQA76JxLgxuxtNhv74ddsE38jBbCMqwNjo
AWf4uS6KHaVjoC7WlxX3cxwsi67FSz0bHcbITb6b+DxjX7vMj4UW7mtqvFOs0Xr5zLOHy9p+EvoJ
iSJ+CoANdLRZEOmFY9VMMN5ryVi7fTrylDXUbl6GIuR3djqWPyYzH3XApZV2xsBJl3h9kzs3YRJi
7a9TksqFQ8t3+OPFNgdlASZokJccR6cZbFZTwgsWAY+ZU2wHRko5bqOirY5lyNtni6ikZulQYmlL
5VZ0l4+m9ZM7CX1tJx19znGyXyKK5R8P4B/dfRQkGgy4ZqM+ggqh1ePboltKVkE5OUyv+mgDppLi
9xAqeDQ5jq76HHP0d1pe4eVcaZ1+0LvOkSGufY6YC+dHsR9sYh8DXHJg3zr/lIPSzpNTT7WbEwVI
4c84Yh+0F5uZzrvG0ZgxATMnjj649Vut2keAArFQj18RMLzMwkQKpk7z+luic2Y2A5aPNXTT+r9F
lgDX+NJO01EeXjbIBHNLMUCiVha+sd5GVwOmU4piPIz262VTWgmvZ1KWC3zabZ2dvLNUSKFNOdwA
sqUOWehg3pWpJJr3at4kDwmYoriNSRkQid1dFr96b0GnAugMDM99yeawiFBw1cG9xWDIMdUw/6zk
x4DzfwiD+NRYFFuo1bFOdK6lNfKMlPFcu2Fn35Zq72HNOsQaihSnYyVPo9jHQt1CxSgDnunnguZK
G3o7W/wdnYhPuxTdqYkASgFDP481R9I480J39VQbGHGa3Ne7nD9dPtMVn7uwyS0RBTELlDXnv6Hq
pxg8X4ufQr7Ud79r4AuYlj/K8ENlcoSwVRd5VhoYUnY1Pd1QUh1VK3iJU+cwgBHbvazTSv0JyiDm
O6DeWfLvc53CYCzTeDHTukC50HiMwYINjtN+ALPStLksa02vU1mCXmYQ4i06QZZCD7TeWmF7rfJj
astQzlbloL+EhB7lQgwlnesU9/DwM5hVwMqnA79NR+psKY32m5IOizfEyp8v67WSyoCUDc1F+FE4
ahFkIB+TaMYeHa56hj00Y3jIBlmhbOU6n4lYVD7xJn1rVnSi8KtDVWDHVNtQbfLavvkH14hleaw9
ImvBOqtwcjxytGJarrNZf9RZ7o7BY6z8unxa2nJVv8SIEyGCGWQ8tBrMt9ZuZX/2XdSEjclbru41
7dlIt5YzYnbDHdqbjm4xoH9Z+kolGQeJN48K5CId22PnBzkD6ifHDBxSatIw29yBtBNY0zcJiqGh
1/QyUra1KKAhr8Z03DIRI8LdZD1wOqZ6Mfly2AexudXG8RtmKq4K3h9NMwdYibm3jOHlspZrFrlg
NGEFE1N/cJfnWpYBVxLSQMt4BL6OXtxg0/bvPf+yaPafCCExTPs4M8hiKpYa3fdq9hCHy4CrbMdz
zfDxtQA4huKVaYnsiqhdJeAwyOELa+qBVWujl/OeZpN3+cDsNbvACwjZwMKeh1Xu8xOrbFRkdbOo
3S7UqoKlFB+M1QDJ8dQsqa1NH1pk4/TV+Agwz/6mTNPES/UqwP9JwY9kkRq1E7PVsNFZPLbV/+Hs
Snojx5nlLxKghRKlq5ZabJft8u6+CG27R/tCbZT061+oH/B1FU2U0H2YyxgzWaSSyWRmZAR1u7Gp
fNVslMlr4hSEkZBtOygogAb5rNfbhfagdkNVHW/Cgc5XBKDk13HWU0yOOyF77UKnCOxYA2UoxhKS
G94289EhvH5qU2e+GoB184eunm0XdROKUdS5w39q1HUKOkDLKEw3QnHj04Bq4xBUelXtlFJz/GiM
w3ub6wx3pU75Jidj6Zk1GbYGGx1oaWEeBy2V+B7Uz8lG1VgImahwn1WKvqeKCZr72diUNZ02M68d
wNSc6c7R1RmDHwq5MRleW26c91URGGWmHo3RKsHQORJjN83t/DI1lla4nKb1vTGjP+7mY9yFLoTh
88A24+FpzEdt27Mie1eiRPOmPrGAOVJCAJ8uf3HZmxd4KiQVCHQYVRUfoLoDhZ2c4mGoUkJvkpDV
tz1vuj1EoMkLoG1h6jZlP/q1Mtq3oHBNS3dMp2HlGMnuKjAsog6D1AJEVUIwBIFgqpYKfkWXqm41
DR7hj4YdTO1KPii750/tCP6NDTSmsUD1xW4iiO1uKicDDZHP+OMw2Ctbu7YmITRADzcfugz5i1ok
bg/yohhY5yJg7Ur3SGoHknDQ3bXwEBRjeR85naG3WJPRxX5V+o15qIntUm132VVk0fTUU4RvlKOn
VnMT3wj5182Y0Yes7LeXTcjuiWWeBhUlcGSDXuo8/HA841qCCiwQfpo39yB9qzDmEoNASsmrjwpj
PGFq72trrX0rcwvwkaBSBtfD7OLy95O8wnG4MhjLFpbajZ54lRK5OsqNab5Da+4f3OLUllAyK/p0
LOiAbazBfu5C8rXYKJb61OWseQBU3fiXk3WSrQseHxVsanOK4pnphB8WXr9uBOhX2+S2yyv6cPn7
yV3xz9NAcPkJbCkMRFNLagtJychtrCyo9acwXtvE7x8MA88L7gIt3KWfI+QvTQLhT2j2Fp6WoyzO
nwyAVyLzQSEGioQrPKPfFwWEB9akoyiICrnoHElYDM6UEyRINqgE/lM0v5jv+/Hlb7cOPCPaQoEB
rlmCQYJzF5xMDgqMylxIHMZjanxAMO5Ql7bPrDXouCTzXMSbFlaKpab67RHJSGQVJYUpMP/4Y381
GKg07RxcjeRaM71xDixQJqT8PaXXuHf/fp0oCuLtaIL/CxfO+TqdHv3nekBSreJGjOmW2ntM2KMQ
tKbZ8D1c4SECNAYQ/4TgbAsuYhtJXjsTDIHW3JvS/naMyPHyWuQmkCuBVBBPcpEDVK/UJiZmWXps
ivbIZNCpGOrPyzZk3rfomYCGDpXpb6DnKO4Tm4TQNp/NDxukFvS9YdDs4CtmvieY6vJJVHgePB28
d+efJerTjAPvit0i1xVzDgWhPrRvVz7+mhUh9oGViBtaAitAG2znpLlJTfJVlMXKLS/dM0zVY99A
WwOGpvPFdImZOtUAM5H1lpQfYx66rPVXxXQlhXVs2v/sYCDn3E5tdZWZctjJy9ZX2HYefxjV1Ryj
mmdlruncVpiwZl7+9zigc7uCa+vMQTYbLnZJF0CszysHB5eVHQwjusvGA1Ip76+90FERAC2MBC8i
xcKpLccw6cYuQ47sEC8aUcEF+ig0XsJx5ekt+XRnhoQbxII8kGZMMNQaefGIJqG+B5NgdT019Y+M
xmuDyN/fOyqaE9Csd1BRwxiosK5egXKvZiBItHX2ojIUE6K+d6FE5yIfPRggFgiJ/g97iccw2B4A
QrK/cUtmVFPsJO1LwI4tjw9AX8e+U05uyP66/4J5WhR4f/O/4uYSFpcMvGE2RegAU8+VXZSxa2lg
BDLwTPp77zglfhAMOZNaDzzDiiawWCT60+AcjTxImjXMr+zmOmOYEC7JMYwBwCtgKJxLP8tmz+Cb
lgbW5NXWlYYCSh17TPFb6Er283VirDinJHw5OnT98Okw5WeKZYzSqRZeUBBcOFAa0pQs0CcSaHq1
kkVJkptTM6KmUUh6LVdymIliYLHCH9xgj0St/E7XdlW95iVSa8sNudCcguNLCJbJyEaF2zMWhe+l
1tW1Sj6S5Fc0tH6M0czLniK5MVEgRx0e5FGYu/79gU8SbU1pVXDxYmlGUt4rhXFD2c/LFqTf6MSC
EECYOjVR4cACTQevBGxi1roHkuWby2akCzFNDBQaDjyCCLvWJeVUDCpH4LCjo0rHRyNZedbJnR3D
TqC4x/CoI9b6qwT/uqhMOPsYPoQLa3H1RMEwQGrXfixR2h+OlBzoLxXvyrLotpcXKAvE6EKiALrk
HiiNn99tJWlZaE5T6aX2XWrhZcQ/kz4I1XklGsoisAE+oWWZto4xhXM7jVlwTU9A+Jsa9AD1Cn+s
LDecAIlz8u2AXllSrN0xEugf8FGYjkZfCAIxqDmc28xnXpZ8KTtiUvSVROPeSor+B82N67ozD2Xf
Wt5M4ieroQ8JH7lrZrG2bwhXr8KC7U3SGJu6Y2AJ0ozny7u+WD4vCqNLhfCyDEaB0EmsvzW1qfFk
Qius4egSth6qsxHb1MWvECMpk/PUxyt+LPvMy3MbSBw8CfAVzrcC8+JmYjVR6YFdxA37D0pR1pox
b7DymaULO7EjZH42o7FiVwrIUobnbrwfyr1qjmh27mrnoNWbmv/D3QfQA6pJy+lB5fl8XQmcVwl5
jNTcTlFMApMFoGJto60sSxZtTs0s23sSz0jXpa1mY/ss557Tyu2gU2I7T5edQnZEUDHAZ1r8FXiK
cyN20hZA5ialp423YXwoGuLadAdMT1cG8fQvG3diTPhQsdpUbZGniDpEdRm71pNtm9cr2/admB7c
DEBb4Vm2sDgRsZ4N7jSw5xiIbYy1rhkbLrdAj4DKj8vHdK9X4cbkBIB2VEjMNPM0EKua5SGD7NcA
FZ2BcZeZ/5lsTdpR5qVIJzGCDvwPJnYFr0GYD3ka40FXdtQHIT9O+H9Z3W4r7bmcMUtyqAv/8reV
ORDKngR0Umg14dyff9uaKh34G3N8W1akO6bmBPiSeDxURm79iynsO7J3R0V7S4h6BH4Ulg4WVzXz
wZlAjTiqTxblj5dXJEGSY7AQViAsArLx77MxoAcrAGjHi7U0tzSLn4cuObTDryn8Mjjf23GH1niv
euABfNSSMTD1pvYVXXUHs18b35IlN6dHR1hz1kYt1BtwdCbQ4lFMzkJmL65uuuRZH/4lkv45OCKG
fwC4jucRTEXae23vxuzY6E+s3l/eXWm8PrEiXMuWw7OxNWHFsfdO/TrVd9AEGfjK5S87B8uUyYKF
U0FbKnglidDXSgq8wiIj8p3+l4qiKKzRFjrPSrJBD9izp7VEVHYUHJQfHECfUAYTj0KSVnrRUEQe
ZPGBA3xOihq9TY+XN/D3zIp4xZ6aWTK7k5DdaSztFQdmFHQrn/vMHAC0apMuDQaTTo8EQnXhBhPo
pekC/tAXfq05w0/EKg5UhxZBU84ecsVDSqBVD7audC9jryUL1yhgUhAkAOxnM8UgInWain4U0+w8
DFaT16gEaPZjGqbOcbQwGz8UYfvO8H8B6R/wc285s8dtFwPfuIkUMnRgeILEtht3IJk6NhyVLh+H
th29NGWV7emGmm14PBplwIHeaTe0zS2Xz7Phtw2t7+uQzQUA/DmQyn3dUY+OZr1hIJkrog4qkC2p
Sgx5x33tgPiIs1un6bTZtayx/FJ6mrxNagainoSC39iFdDpeVSMBi07Zsqj3SFrr1lU2UMPXaaQ+
cjaM6aEnk3WvxYUzBtBl5uiwjHp+l+lJ74P3O7LcmEAvjOQgBoUSpRq+xLUz0kNcgCgQeDKD3qEn
3OzjqKGbMR2QHUykTtUtKZ3O8pwppc88ZRA/7fsh32pNV20KYtflJnW6FhRfCeHXIC0ef4ZqnPYe
H5U6iE29zlciqewQnrqQcE00M5+bIcXxKEBV1Ya3ffhAUfSxs6fLvippzqEfBnJxZ5GIAMOYYKhN
VRJrS4FxGu/KahfTIFU3E3u2oUZZp9ch3RvK7rJN6Sk8MSlkNCOGFGipoCLSgKO91hkgsHF9jOr5
/bId6R6C6QM8c6DIwJk/P4ZOy+ahzGEHDeIdh8RCxdLn1LAe6p6vfC75Nv6x9fvvJ0d+nEqeaEsp
eLZ2mv2hTseOJN5k/yR1MM9Bmx3TZk1KQvLIWMB1YP4A1QwyCVuI1CAzjRqwh6NI5xwidl/xQzN+
RvHPCcgVczPhwCZPOOcu1AcxdulWup9kb13+cXmbv0fy81+hn28z1KLssIvxK4YMEwThYzNlfqmO
XrhMd73GiZestSO/OxAsLpjz5YWP8ruw7tKE/mASd6WXYbS/ZsqGJPaeh2tmJMVX2EGmBqorC5RL
ImtQyAerzucKNyG3HokzHJMhbnZd7FxZRlK5hZ5xLzbwyOuSZp9UjAU2MHUrrvU9v9BA+4eRIsAo
oeEikljNQKbWyVKJTdr2gFw23oaF3fvdpHSuM0+oxpqx/vdRYVm5hc3VkDnjB5x/01ADbbmWwWjB
AIb9lcWTazT4ksq7UvwcpltITE7zWt9G+llPjJJzo2oR5lFD4EijOe9SzXrr4n5TYe7+sr9KzioW
t7QgQGkMPTKx6qFCOCSsSIt6AKjZiuK2cZ4KZBsFJjEAxwqK9lCEa/zh32PRYnNB1mBLcfcKLlsA
ruH0DVy2LX41bealkBUIMQ62hvmS7uGJHeEwhuDemdCLRWxtr6r8oysCja+kN8tnOM9uzpci+EaT
Oj34KLGUrjnOauWO05qAx9pmCY5g6y014xKLyECwjptinyX2kebXNrQw3MvOIA1eJ/u17OdJ3C5q
O0WLBYsp7TuFfimt5c7j3sDTJdRuuBa6baevmJStDidqIewHkBFcVOcmHYP1I7dRYdY74sfF3ZTc
lkCRG2ty7zJXOLEjKg3xuDUmNYadWCuvLa0MOox0z3nkX97BNTOiZ4/5QHoVZnrIfTuQCImLxq+L
VaG5xXNFt0MkomCgB8kU0ofzbeOM1wlw1qVXJxxDQBEPyUbv+mQCprEzigOEUlAzs5lyC4TYEBgg
oflh82K41lvQObu8AdHn368cvIIYkjcQl3EXnf+ienBqJ1HByRtZmEBoirz1IsbDoK+1X39v6XTt
y96ceCk1GoJnAtZuh8NjFWpfLSU+rVae1bKzcGpFONha2c71FOJLUv7qdLWrVRCvY0egHWJ1Rur5
hrb9P6zLRsEJlZAleRIsRnWS1bGOEneS2OEmZap5VYHCE73N3Fz5WLKotczfYRwfFymS3fMt7Nq8
A2wdpvreANNPdZ+Ulnd5NdKLBd0wPKWQTmPaXlhOHGYpeB/Q52Bj70bLUNJOV3fdsDG6QHPudSt2
u/6vwTeYyNUMUJWj3IUUULCpKI461SOK25gQACALdCHztC8ICayyW/la34uEMIUyPSB0aOMD7n2+
hTRzWDMneomOYuHOij8PkatZ741+KPlV2Txf3k1ZmDy1JlQJacG7uShgLUbZ2C63htqhrtK6VbKy
g5KpqGWoGf+A8hooXnGURpmbvC2XdU2m6ttmtzGcwk9A5ty1ipdSzefTK3T0vImNhzCnmzCdVjxH
tlb8AJSRwYi5eM/5zhYFMGgjRB6gA9duwuKzt2O/AHG56iQr31B2xhfuUAxeOcuIhXluSQHqzXIU
0Hs7qTGAqWTmjRtyjWJYpiWgKrOm9s5MIg5aG7Qn8RxEjvgPPwHTdMiE0J1efPf8J4BZ3y7BKbpA
Wu4Gm28WHubu3rRvjHTPx8SltFk5+zLHRfsHMvMYX1+6MucWbSsatTZPKm+0f84astj7AmTqrRa7
dPSj9u8nPRBFVbxLFp9C+074mjqraihyYHxA7212zSZiX0FGAwC1kaRJYKAKsu06u13F2S43oHhD
YhgXchPAn0KqRrghzWTAQjOK6msZuobBIZDwyBx3LH+Y012SYer4zrK2M+s2l0/qsn3f7aKaZkHs
HsRvwvZqNu1JBBYrr1N+KkS/LlEdKaO1XqUsgCNhR40CAHUDE1DnH9EClbZugkDYo3rsNtO2qu7H
9GgVqKltY2untje6vpkT4nHkUtp7oa7kOZJ3GF4LKN3jvsfU3W9c+8kdjPuDqIMBSfMkHo/t/Fkl
b9087KbMdMH0u2JMEhCALTLQLl8OGBUHoDBNHjVpD7n2fEZBNKQK8ZHBvVUOfVMApf778IOeDx4n
OrJSSDwJW6smFG+lCsQUo1282nU37PTEhpDvXGNqPpya/V/7Czr0GEFF9R4hT7yK42hIbOZgiFNN
AarvWVYGoaYDWtGRtaMo2UfsIjiuUGbGfLDIj5oAxOSg38Q8zai3cVMG5TDsx4TuIBa7gtyQ+Ccu
YGsZZqXoaounoOecDm0LU3ba7Qo6bmParniF5KChawS2LhzxhdVSOOBhrKjMMgD3SqGe4KIM+YWW
JwqfM/11+QvJMhkoeAI+BMgSsJFiCGOontd1wyGfjKSTqP31kGOoewj3tUq3GCC+zXQGNEy90UL7
67Lt7zeUvjBCY14AQ9dLy+r8nDPHwBRyBV16tTduFSDOtOrdGR+o/qKDbhBtnQ9MEKw9z2WlHpR5
UFDCiwz+IpZBtaHq05jOzNPDKejCOai6fK8Vw8ZizYFb8X4ZJS4Uwy8Kc1tOcbryaSXRZfGcZUQf
SQDC2/mqm77sDGaozKu5BQ1iDCEDeDTcRiMkSEmqQAqJ9lpweadl7nRi0xSwhXiv4SQMGvNioMN6
+kMForDMkW1dNiM7g0vABtbeMQ1wcJ8vDUj0XKGhzpDkO1uVj58Masfm3OxAVbByE0k/46Jggvfh
MgYmYkyTxsnJbBrMq7julaWDMX3iRyUYZBIwK6qxa/fML4aXLFK9YYi2l1e6al5Yqj0WRhQxmG/7
kQZI60KXJGB7qgm7iRPMJ+EGuRsjZXJZGn1QM70J7eZj5Ucsn024jgGoMYA8AaIHQ5JClEjyZqYO
N5kH7al7C+hRvH0hER6yn9qkX6Whse1BvNjHTuQiZv24bF32sW1AHTHZiMk/jIycf+wSI+l241AM
6BPrwNvxoY7mByUC49bsvF82JXPfE1NiyX2C3F0GNnyY6ureB0tDcZcOVuxZDQlXTieRbSnaJGA4
wb4C0n6+Kn3qbCOCcLiHtnRgsPqdE/Pz8mp+41vFz+YguaGYmVyQf8JnKzozmadMr5e2KyO+yq7n
6avPdnluuGX7FnfWtRU9T/U+HB+Z9pU6NZTDDkq9KeYdLbdk8sw5qKMtWnB8Tcjs+1cFKBd1F0wt
gz4CL4fz9bejGZFqSKBTznwdLbwe47eT/pk6D5c3QWoH/XzgxJeCgFglHZ3BGIA9r70KeGoTRbgU
qo65cUVW3+pSS1gSgv5vkODiXCfZXIxBsJADvg/ofglIzQMlb1N4NxY/Ly/ou+MseDOMwQKEi5nl
31LlJ2acRYnQDrNFWz63gBtFjzEMV8WdZYvBSYBKnwaosS5Seba9YrZN3AG1Uo/5tQNs9qFqdMvX
efwSTXxNlvD7wcMNDYkDJAioYX6b+tbAIDLOmOLzGhoiaeu3JvTcrYquRFPZ3oHBCOko5m+Qcouf
qO6MDKh30CbRXRF+6fnb5W/z/VWIZfwG75soK34jLwZsBLwGxQCuRdM3MCAKeR6wKYCzx03JnvS/
LluTr2YZFfh/a8vfTzxB08LEyDNYS7gZzJjGt3LqXzaxnMLzCHKaOSFHPDdh5DazzI7XHld2bb+J
ze0E+rKx2CZWgrIXeuzlysNB4gkL0gfXDHRuUfkS4oINlmlnGMEdVoObyZk3yqz62Wq/RmIF2rbA
a4A2AfSn4qx8OPJqgkwMphzMwreqEfAIxYvm1NOn9HVKraehesHMr5+FR8xyfQIqfj1moIExfKbn
K8mMpFiEFZ/8GP18k1seY0J2ycEd56igs1t3QRQlfobbyO3s17KvroeMBc6sBDk/jOO0ElEkm4EH
ITCzuIfQ2RafwSChIXFajSARjOwnvNsggdiD9C9r87Vk6ntKqhMDiG3IH6KaiZTifKVVrSWJQlDG
rCa0sgdgnNx6Vu8ZjT5Nq7/LWEZX3vgSwja8C1FIR4Ef8q2YiTs3qTlNaXMK3o/yRv+BkrOfBJ/v
qd+5SZB58aYJdLcM+t0z8LLucW3EQEIciQog6mIYBYZqJ/zt3DqxFSA5+EKUBbnrxo1uy/sZZn0z
iA6DZ7wYALNs49viaZe5yuby2ZX5FYphDnwc8Rt1amG3UT8ZFaPCEKV+qG8M176y95n3Wr1V+2yz
Jr8nN2agq4zzgCeeOGszGmFPkg77rDyCEHbneMV29AowwKJ2tFuVHluOhBCXUNr/Y00IfXFOo9ly
sDQWWFfRleLGd7mfJK51906uy7WXlOTtioNxYk5wIgpcl6YNWNx0RCNqcJk7uhQCU9vUXdPelgDo
z20tN/NJVLe0FEe1X4hqrvrgY7zOtv0be7NcFQ4y3q2lYb/5TS7tpOChGukxNrIsrXuDmMJPeo3J
nivgE4hbu9Fjt22ej2t8KBIG3fMlCm+akhg21yrYtI/FDswdIMydvPjGcTdG4TKwq5LNuIXas7op
ty8rh2IpPH1bL1kwGJiwM76xa3CQQ7RTA9vap/OV/dyEB90DNGuD6sB8Ve1XP6ck5GE+8Y89wVPN
pFezevmc5IAn9x2HMG+KvWZetJ0xr33HffRXDra3phMhubnP7Aou2/HJKRQGu71Xb+zU/Xgwt6q6
7q7y9YGCBAMXGDYWI1yu6XUMqCEi3JW+7X8VBwP8uIoLORSvCYafyf5nfNVfQ69t5Tsu+/b9O/6x
K/iQUxpGStJF0vEt+4kqA+YAbsB7E2jeGAAi+HzsVxITqUFQswOaDy6Ybz0GswOYUl8chyvzjUXV
665kweVFGdKwdmJDcJZhRq26THBdLAKPzk0b3Gn7ybt7eAv9cIO+gktv9f0hef5ludM792M32mzj
68Qnt87T8xrp8+Ih33YYLBs2xixQNBMLdjwxEzvVdZyU6qmeHvJyO62dDskrA2U/ZHsQ1gDXjfgI
nE07Y2FmNhgJHX0okS4yOiQ8RGsoZwmsDbeSjql7yICjCChWUpUq1aqsJCCSjMGcnexmV38nrnlE
+7TChIUPmi6X+hiQX5N1l14dSDHx0gVPIviHhXMYE9azdlIbsLUP9q6+h0amF1h3yjZRV+576Wae
WFr+fnJxJCDs0IoRllgwEA9qu27prJwBqQlM26GmCKE961ufrc8HSHvge7HhOUaTLTR2LNnba5mL
1AwFkw8GQZFMiLlEU6JgPUzwvEi5scoHne1mAB/L3eXTJr2GUFHCaQYjzMIffL5hmV2QNqSYEus+
R5+DYjvb0gAa6nv7Js7dOeiuYveWu9UuPNC9vkIjLztdeHcAY6miOgMF2XPjzhTXI6PwSGr395Nl
7/rO2SR8TZ9Jvsg/dkT9wGLWCoCDYGe60gt/MLxadxVP2yJGPvCtE8ymGysBVhkAC5wCrhzo/pCu
RGsJtSTO30IQ8bt9CQGh89X2ZRJrWQXHsQ7tTyh04tF1kwS2P33STbOLfxqza/xoguhJ3eVe/Zls
nOFfXBcvDrA3OCbQWcIvyCJS6PGEX1DMaAkfaQjFBjOw9bWLSeq7J3aEED4VzJ6qGHbCwtjE6PjD
w577FLPZ1bTSHpJd8ehr/G9JQmhJMtNI7R6mJqU5WMD/c9Pxq6VJrA0vjfWZNxhR01YeVNL89NSq
cGqUrjTmoYHVeaj8BhOP+q9JcxnDe7ECKdu+igO0FbpO92x9r//9KK4OdW+g3DD5jvtCrEQ3yPnL
tAzhSDSFAGIHIPuKr0o+IFgrQKUOVkAUv8QpkgLtJ7yblIVVJ3YnYPfoe5o/rnKjyfYRlShw0i8X
wzJRdn4kah1zmFqftF6Ru9qmviN7jI8d1K8uGILaiw+641+Od7Kr6Myi8OWoPvUOUClgaQ9yH15y
z++d1u2xh7vGWNlFSbZ0Zkt4VgyLzlW12EoYdGupx1HXu7wcSQA9syAkgPrQzl0RwULt7M02d5XW
L7u1LVueyEIOdGZEiNJFPVp948Stp26tY+z3QeorecD9x2lLvy6vR/55ljl9SJosfiFEqLloc4wx
ptDF+cRXUVwMwuAiGt1max3W5hhkz3VkdQAqwxRQSmJzckwsVkcm4IX61rlTg/k63Dhe3bjpTwz2
bJFEXF6c1B1OzAmux4za4GZRQudhwKQPZty1NUy7rNRytiLB47KQlLOhQ/CZMp8fyRbSh+mmoa62
tX1oe3aBcVyeJLVb3ST/mU+X1ycZH0SX9WSBgjeOEQflUQnrvQeakSC7/Rg2qge2Pl99rL5Asfvr
skHJs+vMnuCYytirUB7ChnLnPskD0L7rhptmoVuuEUnJLAFdDngF5ukt1NDO45Qxjoj2agXFmeK6
6dDIRgn0q0r8bk3eXiJiAajciSUhIuqKzmZFhyXrkCouv7K2ZnB3f6fWbr0b3Wibu1e6q/Yu4LBr
DWVJm/XctuCgc9NQvXNguzpiuAXKNuFdth2C/3rqrgnaLK4gxpTTZQqOyrJIz3lcYzDgR3kT33U7
5aAc25Xkdu2rCf7Y9QVkqSusx8Ethqn8ApyOzG87n89rmGVZcofvRtEYJstzUUTEdLQDFULGlgXN
m9brItSqiJsF477Zvceb6s056E/xw3SdokiQfWRrUEdZDevsBwiLxaBQ2zgcP8AGpWfUvLHq1lLc
qfqECmdZoFH2Scjn3N6iiWuYoJHTX3p75TbS5V/1zyYIBxLq6f3ogCYEdZ50Px2trXZtb8dra69+
FfvBBfRpM7hjEG60q8ZNNnQLZOZ2vHPcF7pfE4uWRduTDyLqCLKi6dVpwm+ZnQ5Ka0dSreFbpe61
8GyAWA5MPZbgw1mTsDlRm9YbUJZACrMt3P42Rg4TxaiKkl3i97v5Xl0Vg5LeW9aJYeFTlwpk39sR
hmcog+5VvHVVb8ZxZUuMT2p3TRNUlg2e2hM+q6JWZYbpTni1prscnYsmdHUNBFlOcDmgL/+jb1Hh
z8LE0Qpbmdo+s/HN1MmjmteG1yS5WnrV6FObZGPEn5ftSW+sk5WJ4ABAvdJ0qLCyH9FVy9xfuEFw
amcPSa+vQmXKXosTayvUzy+SqlK0IbKwwj7dlbXfEPR9NoXpaYpbF//RNXOy/PB0fUI6ZZsqRvm6
xVN6t1P9sfmIuvuVPfyOi8GtcfLRhLvRhAQPBpdgI71Rvf5X+JRfKz9S17o1/qEtemZJuBvbDuKd
GAKHH0JXY3wptNt8WPFAWZHszIZwB+YW6aL/37FNvI89/ar0iy0gPR08Itu3G9Bc7PRX8nB5E39X
c757/qIrDACPZopQUZNB1t6iWJrzaF3Ra+PVQfW4de8H1GKIq25q7xWR08tR2lV3qq+9/0O5Cev+
8wOEr8hZmiVlgq+oaVDfuOmjIIaSYLqyvdKgjBagCmp2A5VAYXfbrqLKjFqgN4IsGE8XF3rhl3dS
+qT8rdGE1QAHL6rFxc6Yq72NhVhb9MW89CuOIUeV3Ct+HuRbvl+b05JnTSBGX7ZvMSjsXJ/aaRg7
MGgiwXAn7r6+6277OO2q3Rp3qtxNTmyJJwA8BGoD4SuvCtQwsII+yFzVG12y79Cxdy0X8iP34f1n
/RAFHZpX2Q2IwdbyRMlHBOWTvczAAdkMuPF5DMuyJsyZDjFWC81rF21XfzAhe3b5O0pSiQUMju0E
VmXRxTs3QmgGOnCHoEXEGl+xtk32BkjujAmZur+LS/+yNdmSAI5CQx4SPkun+Nway4k1NzGAaFau
zo9Wx54nfNKVaqfMUxY9E2PRgCUUpM/nVjimuWc8aHB/Rn44+nlb+GBWaNUXvcP4eGCPN2V9nJ3/
Lq9t8QkhtJxaFS/VYs4Gve0NNBqrrzo3X/VGD6Av8vbXVgCV+rODQk7Sd0NZVTkAijyBxCDRrzrQ
AqWZtbtsRuIWoLsDeAkwnAVDLWwhS0MtLTEt7jWoZG7YQAePYZDbLcvqjjWO/RASxp6SnJkrhiUX
N4BzSPKA2vjNrnL+7bohDntbKSDJoe4jO+id+wbpbXpg2Y+287LseHmdktzyzJwQKEmE5VMCcw3E
YnpIeoMPIwXLddb6Gtz0sjGJ94NsywLuDJ4JxJEQVcAsXfcg3kM1k+2HIoMO5Rq8Z/m5og+eWhCW
Q/PcrGPQRXhNrblamXlt+kCKQ9WOKwdZtm+nhoSDHHOEaLAYoDSqHlteuWUEngh2rVWF20Gv7/K+
ra1K8PnawuxrBb4kr58VdlfE2Rj0CouO9ewc1bLTV9YmO8joL6PCAqLp5QY9d8Gp6EkNsmlIeznH
stg3yddqg0C2fagsIwQSRF2gbs9NDCwbi0mHJkaLQU7T5f2Ogw18ehzKlYRHlmctrZD/WRL2Dnyg
GsZ7YGnahtviv3nTXX/MaMrQwHwgj9F9vSUgId9e/mCy6HFqVNjBUA8x35XBqJ3uCoQn9Z4OPun9
KX6I13QRZIfqjy0UGM+30u6HtIwr2OrGx4Rf2Wt9ctmDH3F9yTgAgsXYqIhsKukMpTfE9fkOpEJq
UBz4FrOqnYnXEi5+6H64jo8HDFtpfsjc8NSufr6wKYpHFIRhN4kajE+8pmHuq8o/GfnfVSk+zHiV
O3XBcVXiubnNaiTheXVl2MrKkZI5BHSzF3g4wOEYzDlfS7ioSEcEa6Hqf1W+48XDDEmsoXFnNMTV
j8veJ/X5U2tCFNRjonVZAmsY6rB+2OmY7S1nJhqQsuHsYcLaCEZ4532nRaZnlm11Q8du2mNWqA1U
qAR74ARo93FaWD5vOjsAv9TX5Z8o65QCLI9JPEx6qCa62+cbklQG2FEtyDTNmR4M3WuPx3cf634K
SS3OPiGE6bKhB88XRr/U4dAZIErhDBWv/n227/O42SsauULX6M5UQ7921kZOpXt4+gMF74MkDUVL
DD/QOoyb9J5vo12OFxrpvHBHHot9eRXjYG8x0XR5Z2TH+dSukI/ymEIrJ0VPoMpeO3Io/qEgerbx
i/0T4EJFUpIRgnCh41QZwAx2g0/jqzS9DwfXKVa6prIzfLoawe/LelBSHbNCmBX+MTVL3fzFdF4u
75jsdjy1IXi71dszZzV2TMk3afZkoH6T+fr0cNmKrGOEYQPMXWO8zMGQh/BhopoXY/FbD0t/4RH1
GrZvNJAyoaJobq32igBOwNaKHrK1nRoVvlYLshEbHLsIT8Nznj2ZOV7LB2vtVSIN8Qjti3YmJH4w
tXfuFARYlmSaNaRNPg7e7N+124QG+FpBfQgDGzU/7pKHtbalzDnAWUaXQXI8hcSLJaH9UOg2nIPX
WZCALNduh5e5tFbEOWSx99SMcJLt4v9I+44lyXUkyC+iGUhQXilTl5YXWnV1F6i1/vp19trOy0Ry
k/Zm6liHDAYQCARCuOs+iUvYR9B4Uw6EvMrspskqtdEkYFST1+hUli3lTC/OUoRKrXvy1yDHxhpi
DLFhUAyPiUNKI7vPiWYlNLjLk9w0ym4l8lhbU85gpMCnjBKsqU8ewvYjbr1qDZdmKXY7X0/OWARJ
yycSw1jCIXnsdMkEXbVXa9VzFXQOOolWtm8pdwq41X/MhDvfaBBodB/EnBZ9suVd4mrv1LD9p9qd
rHGL+qJbj/btsz4vEv+KAMzIPLAAbLarUWAUxhQAoUKimgh/xqj/lSXyioilfUKb/Dzhh2c6WmQu
TxyYR+RmZtOw5PS+j0+J9kzImsda2qhzGVzoSxFk110GGZpkDXvM+z4KVuioW5CQTA/tttulbuIN
H+Jvf2XLFpUDqg5gRhQ0W/HKdXoCPt4U8YcyAQ6ji0Mzrwsz9f2VRId0LQitsIA4g5wZhYafNxgV
rRnVAWAX2pPq5Y74Ldz5ONEWOwXAwu5t0Uajuke2emuCw1p+RxvwTv8m38Gr7oYrO7ow/DB/zAxT
DoCVeXbzckubUGPqFOQN2hcUN8drY5taKijrXfGEgdLIZI5s1wf6ByxtiZl5kae+rLm65fX45xNm
wz673DHVNVahAqKjNtoZkiOhu27taXN9I0FLDBJiFg5EYgAduBQB4A2xJPmsZfG7rX4MuQNV85Pa
/dw+gte2eymGs90Y9faAlBCTGGbd/SLghMyPuTSYI2Bkbov62zV9edxnWXjhIFmmo7Q6r+rZqsVT
PEyBD1lsiLyk/T3J6r6RvpCft9QeMEpqb6G5PQcM459GDW1t7I6GUttThS7zSAfv2P3A/gtcz8uP
4ryeXOO4dKRsLLxdnDauHQCjG+N2DG2qvk/lRicn2j7fXonZPK4WAgzX6JydGab440QqY8zBE9dY
qU4e4lR9SiJtZbGvL2OodSaCU4sGsTCMZdVYUkadKrJ60SOxLRRsOwq7IFuD2Fw8EGfiOGutWwNA
tjXE0ZCYPab3wFdhTnK5otWitZ6J4ay1VwtxaH0snBqLG1a7eYTSCZ2H9zDAsr29SYsqAQkDXgYs
O1ecD6zvgqgrYBgiColKqZog+MGw+m0hCzEMEKII+BZQKJLQMcctnJpVSTOk0KgSfwJ0ESFTh8A6
9AGJDPZjEKmrpiRtbgtdMj/QZOEIAg8LTGrcm1CbBrXUFWxWkWLgtqKnpK9WbqYl73UuQro86kIJ
oJQyhFpCGFkC5piAT4jUOC1ebquyZBDncri7ICxjrGoBOZkWI6y9w8N6Qst9kDvNGk/vmijO55dS
Lsa1DFGxlNmBbhaVhFZuq2oOSfh9WytpbYdm2zzzlFUWq2NKGizfph1NICvqR9CAOoYl3WFm00rt
xAQSvzN5O/0ueHyJrBdmK/btj1jyIOdLy3kQtFv0LWlmy2wzJwW09ZS7PfoRFHEvMFsQft8Wt3Tc
zsVxBwGg1eGY6xCHIadnQZqQ0sM0ZVkgX3Fb0KJpzu0d6ErEIeBRdURkN6jQto0ll+5ED4V81NnX
tGYti6t3JoXzVIYRJikGThsrTL1e7zaCoJihvx/q1Cn0e9a6t5VaaDObkeb+0YrLhGZlWYAwGFrl
o6n/aMxM36kNtts3BdwoHVDDLeEVLRAb6VS6DebD2NPtD1jcPgrUQFQRgWHCX2kdVYQhGKGvEHVm
zACBK4MxZSWJuHgszoRwJslGNRD+LqqPVj0ivYXt2gWz0IqDdZwxg5B9wEuZb5SeYqCCDD7WMRPu
yvw+Yx8V87ThO5R/V92dGu3U4sgELybP/8X6ncmdVT878T7QIuJgPvE1aEvEGrQMGiKi9PG2lNkK
+MDjXDvOrwhVl3aTDylldpLzP/J4kJBYQ2GPFZmJ0WgnV/81zsnlenJbNoAky0B2CnZR74zoI+yO
rP5Q1u7qhTM9d/zO2JiYxQAOwuXqdcgCTI0EKYU/IxFSN0GpKNbvOjFciQoWUjgQcSaK2ygWJ1Kv
ZXgKDWiofBJBarUJj5MnHOV7UKakWwB+7I0PcaUpZ8GdoAqGRCgSYiiy/G2SODOPohZayvqosZri
qPuDqVY2OHlNWcyRUHfa/F8zzygX4jglG9onWg+QTszVHFLhUYw2orBiigutzZcyOFsc1KLXSwIZ
lfLY15ZQAW/o2CZ2B4x9P3TE7qeR3UrfE/2h6vZKdl+HdzWzWzi2YGV1l56U0FfH0sqYWdCuyGZq
oghTH0Nfm53oXYudzb9k6zE8dIdmEzy2biqY/iY+ZCfV3AUvdWTdPpgLwcXFB3DHJPMFVPJjfMDg
u/7gFoEdGB+dcSoCbUXSqq7cRVuBRCIJFYgCn0gZbQho2U35d+D+iQ/fkRu95aIdbtl9b2aH1gyf
C+9rretlTVnubtT1fNBKAzsPRo9etmUghlWpE7JPGr3+b8vK3YqJlo9NpkJXoP50/r5MdmPyWI9P
frh2ccwngvOs5xvId6eCQIzKUQVJlXSo5M8mXgmoF3pNMDQoo5kMaA/6jDNx6eJquZB8WU6amX9C
8e8w4zIkbkndKduPgw3lKAtAlbYKB7zgeTBUjkMBmF5MCfOPhQCsPUUyoBwDanO7gn8bBuARelFj
mFLvJDqwh2KLGeomLfasOwrBvkTyQNmr9NQr72r/gC40UxoZ/JQX+3aUd85Umz3Zx5Pb57Y24eVD
zVHeRrq/bwH1HuqD09WK1YA5tR5eQXmBuasvqfWSVLW0dDSLGBSkd1pD3CGwDDyYGDiL1zzggo2C
XBV9KcDtkQEzxd0oSMigtXNSEAfAA6JDNjeOcWwZxCmVyr5tpEsrfC6Kc7Z5L4N1SppFhYdQtQGz
SpE5DAVbZ7ZarHj2RWEAW0V9BX+YGrw0Izb1YDmnEJaAp3ZIJ5cIqtmI70J/yNtTVKxhni7czLOg
/8jjHFtbj4AeEyEvFl4Jhlio9Mxq1Z1a579YxDM5nFcTgTVT1Oqsl+KbaZ26uvSdKx6dAq8Ar7U+
rXXALCwkKNQ1QJ2CYMu4glkVpED3gcHaWmLlEFZsw+lzbI5CVt6FovPvR8qRhAAw75zoRa6cv/5B
EQ5YOGa0lqT41li8jCgvB6rbZyvWMe8+58Uu5HCmWIgUwMpAULQy426Ij4n4HHYrLnnBUV6I4AyQ
TtQIUWxrrcaXwZzUW6q8EqItKgGEUSQY4a7QBXBp4tJEVZYFWCw5aN+abLK7InjMopWYYVGPMymz
fZxFZJ2oC2pIIAXYeiZF52ueb26b9JoenMePhMCQ0HnUWmX6pygdkBTYItKk/5MQfpJaVnLKcEDQ
AaDEaDXZ9roMz7tSnV5ZKx6zR0/R1yfn0IS0yl3QSTbm9+zbeiwllzFi+J9d/4tCcbYfVRWXDWiC
wS+fTcdQPShjbPU5MOtGahdhdkgbFAOCHo9xAhw7zSkBBT8Eoh10man0xPP7pyZeqxPMW3R1ns4+
irtFMrQMNYaA1U3bFz1/KscTY/ukBjPWEVxDXbvSZLjgbC/WYN6HszWIfNJlkTTbZNh7XWiYQviW
SJ4fr0zKrO0nd4bbztDrwpjPcBzdt1W5T7Pn29u5JoG7NvKSGfpAIKGX3/3Mkxpxxe6XEq8Xa8V5
CTVMJgzBYK0ShTzrURSZaG8AyrIx3g+d4Bix7g7gLmrqR4OtkamsCuecR8AmjAz0Pg4EeU79ygxw
yNu7dLqv1d0QGUBj2WfCGp/KojEi64WrHzWHq6pDXQHfXRaCzkrhsfzMCeUIrT4gowN05Jf6SJo/
t/dwyRopRcEHeWb0P8ncCuuDXBeDAXmt0f2kVf48IBfWiplN6OqCSgsH7VwWt6B9A8yDMg4xgntA
E3bF0C9XfGlH/+lFeqy+85U81ELTEiaZz1TjXLPuy0kkZhDXfZNT+Ko9xafxDyDki702WtSxle2r
8rA6mDB3GPLe5Ewqj0NcaFLCAM8P9pin3Ol/0DqvHOUtUD0CMNDZ/9PmKVyNQBeLnGQDZKHQaWeA
PAdbRxw96mughUuX3LlO88aeuaxAiTAoE0FOSo2tmsj7oA+tflxLEK2J4RxxKwYVTZtZjAIGq34X
Ibu2lrVfmFS5sAp+cGTUR21sZyECgO90r3qPnrODaGf7/F1+ilRzlZBjPkG3DILzw0CzIV08b1Kd
vbIvzVQ/G+COCU7odRbaRoU/xV56RvOj8ZCsRHFr68n5Z/jNpAorSKb0u9dfJVqbJXm5bYKLV/q5
bXAOpBtjUSCzbahHinbAT9Fs9uFOyey2h0r5+7Qb7mNbKUzJ09ee2ysOReEcCm5tNRhKyEZdHB1T
4p2MQrypYtCeOR8EbQXaSoy00H6jAlVdUmYI3L/gVJcnwR/T0CgaEbO2RYi3/V2a7OLIScDqmdZ2
GD2N5THzN23rlaMtlKco9laWez7Sl9Y0fwCauNHDjcI031cxDRMzEpDNg5yqMuMOXZiFYo3ExN4C
IyvCAHCgOpPvpIWzIvkvJ8Qt0XM4cOYFcp3pIRoGAM+p7tHy11QpEIQ2cb8N46Ng3KX5oSrfc+pV
2quhmJ0UmkLuUPJHFL9UvFEUk4Dj15hxWxhxQCIU9ke99DdTF1ta8YwsiSS8p3llG+BJqwF12FSf
Q0CsprljgDWWiw0FV0bGth1oZSqkL+pDPcUo1HzqgCcVGtkaRleUNhFgTNOtUu5yIXPKfpsJnh9t
1WwyGzR46p46elX3FIP9ht4pLDNZxOw0+83CPUsB44ioIkVf3HSfRHeZZKuSi4bDAjAA2V2UbqPR
JQ3i1ew1Rfe3v4m0jW685sUDbZARyPbJ+JCMpibGtl5ttPJJb9w0pmbRHRR1F7EHNT8IALDS3gwU
/KdDXO1BXI1hmq2WP6axl9Vffv+MuklmPGndJldNbfRiepfh/BAQFKnhdy2jde+un9xOk5wQkOzp
O6k/ci20UBIxERTF6jHQLRkM3NGTkH/RsbbB0m0iYGlUhuUCwFsp72rBNsJvKVcsmX2Q8ZRGd0IB
YF0UUqQOffq6C/MDsd+LXwKv2J2anwZMDcaB+HdIY3X1ix7/6qveDMpDBwKDJtsDsDszBivuXCY7
Nam3QlseGjZ6inSX0N4kue6BdgvdQm4aOqmxVndaqK4B6wxdm5heA0kq8Lsu7TNVmF8pQTs341ji
VttWbgPYlNBMDiA/Iia5p0ftpXJgYU+YzhvXYtXryA25f6BjAxoILdxo+LoUXyZK3lYSxEeHxJas
3oqt7K4C7qH59qQemJ3tvlE4equdtdGAhfnES8ncwVTzUdUqXGp/24N8R9qV5vTGSjNF6Go9ao52
LJz6MG6CrWYXduQJg0lsZq/dBLO35fzDxQJw6x90dQ4iO3yGNEORQLRvqx6ccQ8chpfMxA1na4fY
fDd+3/ZM1yHspfrcNdcVsT4SDfWygYGB8LOQnLoozJau6Td//y39uJuOxGlfagrqV6mZnmSL7gM3
hp6l3XmN4+/rTWutpZQWClmXunE3XBoAWb7Rsabpa2kG28wtZQA6IP9ofzXHU+IpVr8SNq9pyUXN
Ca0AUz6bsWbsqOL5w2mVMnnpFj2zFIwWXh6VAPDSalxBRqSyX0TZTCTbFlFt1v0XKk62kQxfTS+Z
ADWPTXBKWKMI2oewe4jjtRfmX6S9//+momh3+SmGkUiFMZfkEQw+GIFJ3Wwb2fHJt3/F3mBPj7jV
TJRZzNrVzc7q3cbq7Z0SmU//0ojB7CODXkv9i/Wr8k3nvRCMCZF8hFGgQ5cwbFjCudbacbV1/2p/
IegvojAa9+HC+dyykUxJoYLHA4k3wPGpGQjqHSq5t7W53mFOCncmpY5OyVBDShWaOgZ7EJ+ZeeRl
G/8p31IrG8wcxas1eN813bgTmmEqQWNl1FtC/tBEz4Xi9qJ1W7P5Jy7shVOMO5DIWAo1aaGYEBGy
TeIyfZMEqkbOkI/5UWuj5Edoo2Elj3nl4v5Kxago0CKBh8o/9OIIbTLdlPQoB3oEYHcEUxfVXqLv
t5W7fjJzcriH3iRL4MVAj7dlIK6zxcFVPbaTPgTDYgf9KXss9sox3ipWvdYJef0smyUDgQm9ljMX
Nk9KwrTJ6I0QFNTJFqduqxHzDZMJDvXqbeQgSlvD1F0VyG1ky8o2rFoIVI/NIURm2DMs5UH77AEA
Hez002o64ioxwGnIOVZBAau6FkBgqQC5Jrc6oLmYFSI1FzzKa2gB14X7S2l/k1tnwXqbJXk3Ekgb
bPFO97rvPDFrIGxa8/ts8tS7GoFRYDVfsKZxs3ZvLR5EvAVARIHGScKX6kcxzzNpSns0VqGltdv0
cxZLUddCrsVjAdphEYNz4Avhiwhqo2uFgWVFsNX+tB6xVEc4lLvil3+vOSAvm07pPXObfsUHLNsO
YDtQuphDPf7SwIxVy8D7CKlAzJMf0Fjv+nbyS3rGPKFV3rW/Vo7lfOyunM6ZPO5YKoKUNEGQAyhW
QidL05joP7VCr7aJ3QMwB6+/lZW97j+YzedMIhfMaq2fqKkADfVPBn4n5KndzBU64NqBfQqEAncj
wJaEbQSYpR9QWHwWO+GwBrU/h61XWmNMFHiYBlaa7wGskqLWczo7o+Qgiz/6GonJspJnAjgXgM6y
PmUNfHkzqOjyzs1SjqyI6I9Zi/bUtjDQ74JSfpWY0SgjBR2Y/oAidx9sWBGBhE8xJdUHU0h51xf9
NtapKfbVk650SPUJoHK+bQXXYf68J2efyzmQLgZkNZHm203dqp/912Tmqhs8FZvHAjia+nfqTr0d
7ehusETVHqzRfvrXHTCXn2BwgRsV5KFKFKwYoGxL8im0D3oIiqc3EK2taLu4+TPO4JzlwGOOu8qj
TinDqIb/mlDryqbiNAzEu72gy7cdxo5EHRwZM0TIZew3ZBqep7NHBk6TAqC6U3tylT0FnMxHY7Jn
ZQcOAvRIutVKdLTots7kcu+1yK9iGjaQa4TSVi6mA6rUFstHJ1iD2lpexX80nP302S3QRaMyNQyS
dOMtDF/lNQLe+YTwRxRdLmh5QfMAglYuetbqImA9aMItgSlejaSHfw92wz7zxCw5pWvtHkvanEvj
3GCqFlNQJ5A2Gm8tc/NmredpTQBnEKoWKoM4C1D1J1n8DerQ2xa3FDz+RS/H6weNOhp3gkVppFTt
qt7qtF+1YueNV4cuplkMtnZDLWoy46T/X0k6d1DzAdi/WgxJISUduPMCZJzj6Jiy38yPXSZRNJcm
jZ11xlsfZoAryppX0mGaQdHzk5/UKxZ/3bELxwEEFzDSzFyfaOu+NMSRySXtMnxP/AMoEsNu0FQE
9uvDCU1KSIg0ZOUVu3TEgAiJeULQ0KCDhnMfckhlPSjr3mI+gCa0Q0FTTNc4eW3f3tGF9DfM/2w6
cv6QsxOWTyKJDQHztMSrH3Wrd7q9COhF5Cs3/gFVNVzRZA8M98fbcq8CrPkcUGDxQEcMT/DF+p75
XdpTIDWEpf4W+ulGzNWjHqyNF1xHOpwc7siJSq6XVQI5QRq+1OVL2KIANCZ2LaGENr4Nk4B0YfuE
l57D+tosmtDSx+TltrLzsbjwMtxHcMYja6kY9mSeoBzR9ukHaFuvnSiRD4LKdoBcdxQ0KOYQf1vs
2hrPZ+xsa7tYUgaYLeB/KmoCBs8sRNBgqtvbUtaU41w0DZE06wxIqRJLhxrDCwXlMwWB31cS731w
f92Wd3UyuMXkDJbkalwG2ixPdgJk6AK0Eb2RNYCARSmKjHYoCoBxJDUu1y5LAgLWcCACZfRABk9h
dt8eqfh+W5eF9BiOwZkYbovGCcOZ6SxGPk7vWmvSX0C4E07hrnlTt81D8agyU/yzhl+y0OYJsWDz
mJln5po5511CptUgK8MahvlrJaOxcVf9aKqtSXcdgOgTe+i+xrVGo6u7Y963M5lcsMqammpjAZl4
lcfRz6C0Zj++GdGpCdZmQK9udYgCOQVGH1HmAnkxp14eNBpwR3HoFf1YZcc2OFbyXVO80ukBBLS3
t3DJUM5lcWq1kjCNbQ5ZchKYKF0Vvi3nhSn0K8dsTaf5GJ4d5lCUw1wNZkfWYoBi0M0y/x2iuIPe
H1PFBQjgDOd/0oxvBJh61pYVm1exuMvZH617CafINNZ6qpbsYmYGAv0nlRQgA1wqVmUJ6QUNpAjK
PFyXnNR+N+Ee95u9VHi3NVpyiOeiuL0a5GTIwdkFhxhhAPmLaFuF/fnfRHDblOUgFwb+ElAwxMGS
gB9ZfJeAV7otZNHm/lkyHpvPqOU49cXZ5sJWdiKSVRjmwQMgBP/CnWj4a0w8i7aHYAxwb5haADzV
5RapTaGDwHSGNxik1ymKmDWpg131454kGeqY9A2p2pUIcFHHme0csA1/QT8vZRpyILKqB1vFXFGN
54sEL9nATuSn/2ItAZOiUgCLowed043lYoUoTKssI+uRDrWiMbcMgVnFuGJ88w/xQQC8OWaHZNBB
X7EZgZ8mqusJi1h2X3UBXlhq0twb0KBX2TRzxGFF3nxubsmbF/jMYaRFxnppgDxp2oCoiUo2az40
8ZgVK8NXC3VLuNsZChAAc+AX4UHMKyns4dmxhP3ROPWZJb7FmwLzStUueQEcs2AyTHr4jv/HaDfx
rzUI2sXL7Fw8d6ppHdTEmMV3bn5qE5B5m9kvoAl7oV1vgvxf2yUiclHEsDYIhDVM8Vwuq5QKYtLg
ZW/lImBSnL45+pM9Stt/a5WQQkUkBWeARU3n3qWpHCvSOIFjArMzg3IA1XQ12MIa1tJ1RgbRjQxY
XcBbEFVCh/mlMmMvTkPaoSNiBA9kiMKrYNZAX6cnaWe4AKPPvZoCRjhC6W6nbUGWVlugTFur/15b
Kr4C0JwGwUME/Jf8kspGlIotfjup7GCyBWQyCjfI74tqxVKv/f+lIO5I9DoLQCoFdQf6zUC0B6ys
+tftjVsAMbmUMSt7duzUjuiNEEMZ8tAcgAy71V3qdVjW0Go2rcu8wCocNEoAZlewI0fZEk935OPa
+2ohskQjgoT8LpnhBAFQePkd8jj5PRn02mKv1bfqiMBMuUMxBO1ampNtojflKO7WWJUWXluXQrmj
GCrGEEqz0OZ7xJSbhmRvdQiBM1y7wmd1Gje3F3tpP8915MxX1GMSCB3EReOhFn/UuUiwEt6trSMf
BbWFJJX1BBmvxVY/amb6IJgimiIOb8YufGqO4vHhf1KKT0kNRhs30ixQGreRsqXEE9Yiu+ur6GKb
FOnSNsY013w/gQjtib4hfLTRpvi83mwmXVWM4F7O9ocfbxowLhu147w/2wqAKwc0Solu4srPOAtO
vh1dkAfrDjqYwE/ih+4aC+MCscSlfO51xVTmy/Vsjj1mZYKDfGrc6AMzgLtmPzx2mxnqWsNZJNtw
e/oZ7qU7yZ6c8JcPQ10r162uBefk0OcaUb/Bt7DX1gHR5yFy0SCduYYTH6Jf9XvxKnjR6Sk49lbk
rb29FrI8lyvBeT5DGRUlnndi3KmO7+mJaexHR9yI5p8DcB++4w/hQd8YK4dnXt/LEGT25zN4EkAh
JYCcXNpZIZTA9xHR/6CFxEsakOCwfAU0askFnIvgPA6jERmmESJ6odsUBduEOC1luzaytHRF4XIC
RhLIKGeeqUtNNJo0Td4gGs175SsOUuRTUm04gq3usUdbuJsp0spFsnRGNRkFyBk0HbOBnG+TR18H
dOT83gMLTcJOk6F6XecE0zYIKFoLzXQNPPo64sZu/SORH9LxS4WMbTe/jvJXlpcOGlM/u8w/TGoX
rARR865cGQa63Iy5zwzZd84wpFaPQ39+UKATbR+z5lFNASsmlOrz0PuPLensXB1fbvvVxTOAXMt/
hHKmUpOyrFKCOBEE2Pdd0dtqqn/r0WQZ2ueoaRbwJNAqiaORjwL6HOuTZhCPaC8k8W0AY+0yRXOL
mD3e/qwFywKYBdDOwPKICjD//M0VVulTBC42Q3gAbkGEGpxW2Coe9PpasWMhUsbIE+DMkPIRgVPH
9+hUOWKwHH1KVhCh1Xb6NgrBFjtwRIWjG+Jhr9FcNEk/Ii00PWbKGo3D4lk92wDOpEtw2vl+ig0Q
m8n12+o09IWVB+XKRi8aFzRBpZHi8cg/R2Q9bFt9gEtIh0+1kU0ZY8EkArT3/TRsak0w//UGAlR9
fqcCHg+Pci5Ub0g1kUiHVkn60dDM1cXyIZ1+so7uC2XtSlvU7UwYd3OXhso0jLkBEBIQL3oWb+J6
SwxLDfZ1sxX1YMWBL+7YmTjO7VUM+HNVhaWcfB+AW70TYbBhCNdgm9e04u7pVlCJ0PlwBwPmvQX6
FYS2QL7E6K3T99oaBNCimzvTadb5LEDvBqMyQgBcWjlqvghX7bL5zYZsm6AB/7ZlrEniLt1ayKqQ
zC9+NfvJY4C8S0A/ec5W2YGWd2mm4sX8rgFwiUuNJOAya5FoILNAZROot6dmwLROHW9uq7N4m8NX
/z8x3C6VOG2Ai8EdWDQxsQGOI27GnlHntpRlW/hHCrc9WSiTWm+hjFofdKK5VHvv+m3ReKpglfrH
bWHLO4T2G7T5qAhWubOrDNlk+ALsu9EFS2jxHlRrk5aaGWRrpMWLemEGXZ8xsudH/eUmleogUl/F
6klhZFbqIy3ftAFMlfljnImWuDZxu3CtEKSlAWM146+pfC85iGaBXh7A1WeVYsbVqQKOC7r8x+69
klemWJYWETTMFG1EuMYAPHypWSYjxI8y5CpyJiqbrmKIo6Uo9LJCuU9Y1Dzf3rMlM5yB1zUFODwE
1OeX4mbCEDltWG3RKnJSiZ1GNri3RSDxhx/hAhQRPAZAakFOQlV4MOMo19MRSCmgxUNyC92yUfCh
sTF2xKYnk5lIcfwMNJXeIZTlWyGk6XeT66rVUT9/6go9ePYbBBFsBFJcnAmNq0ehgkSOLhx6WnWn
thF7ULYrOZapoHH5Pehp/R4nA7WUWizeMRugB8D+KQTLB47JLwJgr8e61LVTlRi+lZZpsAEj2PAn
bNWUngZfDrZMm+O0ZCLqDzB2USimSSBti2kARTWbku1EAi21GyNWwI8WB9FBKVBPMAGDrRATXeHS
aI8DGvGByi9nvRmruQGCU1WSC9OfUjlwIrGgaCMmWo1nRB8AloOonYOXZPfTgcCvNgMtCtBNE7UG
tfx+yrajSId9JArpoU7S/lmPp+K1FsoXidJ7iOo2Q55pIE0j04RpGc3IwTEvgdO38iXqhl2ffLZa
o1uTWCSPLeqjAGM0RNCZS2hQygZUjEFOE1aFI6txjxnClKierCTUUSMSbcUkk5xERI5OpYO2gyUJ
TtZVGOuounKndJ2+HQ1J6lBzGAKn6YS2+Y79VmQ7GS3GoFZLC31XASI0d0q50uiuDwYJfUNYcnQ9
TsBObDNSgoK4igsTiPbFk1yFEYLXGLeXH6ivaVEBVU8wDHfofPADlJoKajggH3wOY4RaX5tg7sGW
DTaAPivyIxfgKFEBMLqOPbVT3ehPSTK0gJRRMukNWFDpppCHQrTUKY3RFyyOv4nGwLNRiUXhpELc
vYwG9swWM1/NvamUIVPCQMmbLMSlvpNZaTwj8k43Y9PWEvArSp8eJzQWGSbAMEGjnoltcxikQst2
wEuWZXvE/52sJOCDzQ0gl5s0a8bOzDNDm8w2LJDhoX3euW2Wya9hymLfqpMs2wkpIZvCj6vNUIqK
pVcTJqLQDifj2RRLGkDAmP+sdFS0u4E0x5Y2gwukfGlXB1m58YXGOAAbKpQgm8WRrZGGbZqkjx4r
3Z+2oMNFyXIagICR+03oyRgpMys0wY8mU5Se2UWidduuigXM3oeDaAOKT/yhYccwltWFCC86CZNG
Khv8AxWE5Iloef/HmNrQGY0pfhj7vNkAHkf8EwhD0ZtDpE/7OIt8O2UKfShrEcDLKfLgJoXOrlJ2
MVjJBFZ9shQNUaaWFuxDiiLUsoqw0Pt7P8vSHdivBNS3SJM8yH1tPDVSye5Tmo0f/ViPmktianhT
L/nZZtKE+gCiEw0XoBIyJwVkwENXgKDM7nUhEQ8NSYpHBXTie0lQo59cQfBk9pOBMqAs172jswwQ
imqsd4Ab6LMEY3Vls1MnbbSVNI2cGA3M48q9fd2MhiYO/OEBaSDhSAgXhfSGlip6DRrfEefCFqbc
GobUGjXDBqS0g1vvRSn/yAloAwJ4z9aMd79GlttZflTI8Ou2A79u1+E+hotVakKKGiBquJMS4E51
z2mW2pH2OQwUiGbsJy+/S6YcAh/hGLpRQ6DhrHzAfAvxF8j5anBhTCIKiZ4NcwK/j3ZR1tptmdmY
SwEDlWwKvriRAfSqJoGdopyrU+Ptv5I/ZyvQka5ThbuUBaGMwLqBC0ytfsWBbAd14NKs/myTt5wM
vVl1AC9Vc2YnRWAaxbBySS/EBGhJnAv+yvwu4lP6oDGjA2i9IL4pASTV/sJR2XXZLkPFekXThSTj
haj5U87i+VxoJ61pQW4nFKUdGg6JSgf5TbMi1ti9qqE3BLt2Ddx2IZoT0dOJ16VEVUyxcssbk0T2
Uc5DeIV7UJn6V8ATbKaJ6KaRaSADjx+F8eu2ogsRHdgqlL/Ds3jZXkNkCcKUtBAZ1phdB+gxkwJL
ELZ+YjWRd1vWQowlosEMuVtgU2qAILhc0y4LarnA4KUV0G+MxJlaY98WsGQf5wLm9T3bNLhBqcx1
CGibMgTArZyest5/TyIwHKtZUq6Im08bfxoxlQFKDOQ9ULPjtguMDbjCAV9vZd1T1b8G0RtTV0CN
FpfsHxE8NFswCmMh9BAx0OH/MPdly3Hj2La/UlHv8CFIcDrR1Q9M5qzULHl4YUiWzJkACYDTH53v
OD92F12udorOq7zVETeiK+rFkcoEAWwCe1prhU4vQ3mOq/3MJOaObxWNrHNMjKCbZ3C9avfh36hR
W+j6tpGOms4u+j2FdrQtFqQSBmDU4FunCQQ8NO76Go2XlH6qTHHRJupmhC6mqLtzHQ2n3idIlaDe
CeI5k3mzDcqtYgC7pglRZEmDqHw2SrBg70gyLmVx359rrjx5PeCeAuP9lHhz5q8vKfuBmApFOudL
FSozKK6aj/QSXtSWv9TQbP27zZy4jQDp9dExC6o3vFFvrb3StZbWdDXm9L7my2J8Ju6+P3cSnnqn
AIwD27aP8wEx/9tRdIKAz7BgH1l1JYE5BIFnbcGF+PsNeBbkw36OM3t3beGrLs0NzAayoQZ3N3Is
QOs2LIrKOFOwPfVSORPFvA0UBZJ5M7PoSdPZWQKzgLtxUXjjxZCfO8lPvVXOxL8O1dDvAeXbVRta
g8FVgCkQDT7j1qncsO7BjF6ZKL2/f+h9jxrnx9AEWkTsylwGWujZWL5ZExvAceiw9p8Q+Djlcq+g
N8sW416s0oVzF62Adn5A/R0S7EGzq/5+tYQeP8BsPTuQFxSFOz0AiPPTfldVr/l45qw9lWc/GsSc
g2OhJm9BjwyDkA3c/np5KJfqWS6idbFytvxrdC+vu4/Nl3PQjlPFZ4xr4/hCvI46/sz+bZfppiKo
cckm+DJu3DJIvyR0EW/vaiMwN1CoPNt6Mv3krxv6c8jZhlrxCD7XCFM1Fu0WWgE6dK5bFfjQWyaf
nQ27zXbmJbk2NucquCe9bQddN8jtAVvkzwtSpi2GxFIReDzW/YX5gBRSBm2UaIO+grUZoGEjvWvW
3f7xfQs++T4ejTp9fnQ/DLTQoFQl2FpwooDTNTLPcH5NBvjrgv6c1sxtHr0WsXGMAZqLKgnaffat
ekxXUGqlL+/P5OQVcLyAM7exqhyZpwwLWIKG5FJ9qi7SJUFj5cpe+8DN5B/fH+/kMXO0cjPjjJM4
bdWA4WI06wHzELC6C4ru/v1RfoUt46Y5ntXMIBEfC5e2GEaF5SUISxb18hMYnIxtdGesnuQmPTOt
ExxjbwecnSjMATFQ62JA6ysaesvDaCzMLtCf5H08hta56Z3y9ZFgRFwBykUHHVJv7Q88gjRza5gH
OvjVJ7kGsvfVPXhX9s4+Zx+nblOoO2I1JwcfQczboWQma38Eum6BzNqtddeG6HRUF9knb5vcMrbU
e2+lnrK1f+aOOPliH487s8u0cqw8RkkUwMx8mTxWYdoHSCr0t+jPthfmJfuSkcBYJ4dz2POTtgOx
SOBckH8DP8/MRJ00rROeO/AvM6PeyCpHstpWA3iAkoxsgd7E9McahSBh2SXOVY9ld2NtyAfeuTSM
StpvuDVWB9EIgy/fN2x24lw4fraZXavRayqAuHAuVC20DvstJ93q/SFOmjKSvYD8IrKbOhrf7jhY
wlOr81z4NSNDDtC6o/Xnzkw2edkuRIXuAhBkCuOmtZMz2YrTk/vXwHNQIszdk+mAhY8yugLEelXR
Yn1mcifN+efk/FnWPHGQ+RsKTK7biQv6IpF+wTVpPHhJEL9ekMP4VHwDDPdccfTUeX60pv6UZz+6
MNTIEyocW4LYzXhUwtzEkVyPLnrgXAj15nW88GrnWgr2+f35njpuj8edHRQgAUHnj4ElLcl1XTzX
ZOeeE4U5uaKg0oI7B/il9YtTXw+950ZYUchtu8hf2lcO+smNT+9P5KRtHI0yM3ydEpbzYdq39MUT
W32uJf6k14SinoHgZKL+nbvYIN3rjDSG12RdYRKLug7cS+O6Dp2v9crf6k1/rjJ1ckYIMeHXI3+C
pXtrEqNTwQ3nuDFa8xF80Llx5j0+ufXgLwe4zISU3Lwa2gBL4PYmJqQbjuZj8GzVN+1oBO/vy+lR
XNfwfMR0SKW9nUXXJTgJO8xikLe8W9bDdZOfiRpPDoEmDcQlE358bmAx9VSrOlx29fA9Fr+EkGyQ
dfLh/ZmctOOjYWYW5o0lfne6wetsa7Mcwn4b5jwa5ZnQ49wwswXzCwOp+ek+HQaQuF/k7laTMD8X
BEwPO/cfp8aWH2vGZrBRMHBUYxFjFNNdjNmF0Xwp3NCnW7C9A/X//sKdvjARNtKJLAsUgtMGHh1u
pLBb1tUJFAaePL2s22W/86rAWhe7NPSWLbheW+hMLKwzZ9vpV/Zo3Gmpj8alVZNRp5nG3XVr94rc
Ip47cPDkHtQS2h2f9eb9iZ7cOgCp8B+axQFeeDseM7TTWzIF2xG9SEdoTGf5NmteciLOVJJPOuXu
z5Hm22ejvPOnWgfQmVqsPGdvi490+JhU27wCawzfquymBFtAfK7T5bTfdTT07FiyGtq54MWBAsFX
iFP7H5M7else8jioNj30ehc5WSQHY89Dwz1jRydt9mjk2R3ZojYRqwqiDnmC9sLbUl1Y+rHXYLS7
6OtzaKtT/czAbUMM1UBrIXoAZkZrZInsmhrzlG4oD8YuQpFsNy6Ha3ctNig5Hixoe16Zt++b0MnW
M9dHfnTiAELSfGZDFq/q3B5hsypsP+LsD6K7ePs5Ofib8frMUCfX8+dQcyPKOs+PoxEzFJ/00lnX
l/Zz/soPw1XfBMOKrezrfGV8iT8nwdl8wORW/HL8HA09N6Khs7ieZtmG0O0JynWxdy+rzeeHaMH3
Zw3ntM0eDTezHDAqKQhJTYu68gO6uW4X6aEN3IV1C7mKhXtRHMrnc43MUxTw3hTnnpWBW70CwnIi
72/IPjeumw40XOgHWr6/j5Mh/joQMpkAojooYM0MFfFxVmYRtjH1AddmNOj85zbZvj/ISWdkSpf+
GGR2lOZOo7SfQSSGQNCB9reoUr4/wKnlmrp+qIkeHEDnZhaRi7YsvRgv94hqjRognhIXB96Dj0rI
deU2Z6oQp47q4+FmFhErC1A9geF0FgUFi1e6ORCxKs/Bo08m+Y4HmpmB2fRZnJpYuH5lbTMwz2zs
oA/7fQdKqD2a6+wvek824J27OUcldnboaU+Prj+wfRfIqGNotra/okeAQ+I8X/pLdtWIhX/DIIMc
b8dltKzORTPnNnNmkobXKEuXWF3feyqTHWSehwLNDxudrd63mlO2f7y6M7P0dWd3SmEgG+2JYCfl
ydqEWsv7g5y8CsAdM7GroL/jVxS4LLWnJh+2rpYx4WiE2cfFx4ZtiyjQ2d5IbgkLegG2govMvM8h
mJWcSfedWtDjJ5iO8qOtNKIucbspi6nKq2K4QwdBgF4WFF0DP0vPTPfUmqKfB2/6VPjx5hlTF/SX
o9fDNUyHK5O81OXKOlc2PTfEzDJJI1uTTEMMnN5UGRJgTrRS0Kk9s3HToTE/Go+nMrPDvK1KoSuM
o/y1XzxpsmzMZcy/WfYBHchhMixKKKucI385ca/CTCzTAJ0RXIg5MGnsuwJ+N0alTR1Q+txqGZQl
1OHu+ggt4+fEJk8cZW+Gmx1lLU8L0N8j/LHi5rquqpCpbNUCLIvg7syCnrgF3gw1O8xGRIte50yR
VlsuG5XvIB60fH/Pzs1mZhpNS1xrUBiiLa9G+nGgd954V/0bISMm4jgWNOaAaJ6DRuqO+Q6fHIK+
u0MTjp1uq3NSS6fSZMdjzGEilKioUgL38uAVIZDSoR+XAbClnxVEtc24Xqp0DMe039TpcPP+Ip6K
uN6MPbtNB9PsfbvD2Ab7lIlll+8KseHp41gvZfIQ2xtlgcF824mQGTfWObq+E6fVm9FnFplDtojV
PVa3jMFhbbw0oFvNkziIuAEG7faMxZwbbW6UfpEU+RR1af+aWq+szRZe1QZGuUdH55l1nZ58dqAg
5wnXDXqkoGafA7WsTJitF2Fm9gB3uSYXBkq7nYqv6yxBmTf6zCs0nCp6i2rXlcdAiZp/ev8RpiPr
vSeY3QS89IhPc8w269GZ5HkdRYNbQxcurc9xAp1c2KPJzkIRMC6V2qgwWZ3a+4TEK8HsneVDUNYs
QBP08u9MDM0nuGEtQINn22jEY1JUFBOz6y0DMyhH0+L6/SFOT+jnELOzBVoddUR6DEHRF9q7kK4b
kW+9yNt1lj++P9TpNxCaV39NZ9rHoxubmglIBSicr2GHwll0oCt58F5QibmuisDesU1xc+5WPaFT
jUtn6sUGHRgIZOZcUT7tc9qmGFPd62UWQi5ngzZYEgegjN+4oFgtw35ZrkSQ7JxLfHAB291b1+c5
SSfL+NVIfz7I7ACoc5hlV+BB7Kti8ZjvwfgCtUBThd4FQFSLYfOUh6IOyH31YG2TM679yev3aBXm
hoSO37SxsctDsQEPmWHtVbRgoNAHq61zTmjylG/4Zs1nNsX7Jvc7Pq35SoQgOFh/kv2i3WShf0tv
1TKZeP3Pka6eNi7I0wML56P7fl6kwOrWnWlAfbJ3nEACbsSdqR96BH1leyhsGdhA5ZkQAXDSeFFQ
M+BmHmr7K5B1Z+LCk6/U0ZPMdjpJaC+h64AzAhiy7sD8CtxWQEo3YZeszrxSJ63qaKzZxqaeyAUd
MGu2qy4OqMq019m12jj3CKTyAHL2YHDULyS8gSz0mYP/3DRnu2yYna+cBEMTF10LDnAoKg+bRgdZ
+5p0LDgz0xPlWzCE/9zf2eEhMqg02gLDDeRjn9iBrreNC3UGcFyxe9+5Bq1GkNZn5njS8/Isj0Ja
AeWGOeiRjKajeYNBI50HA9L1niNuwC5BIdv2/vymx//leDgaaXqSo7PRtmtwTk3iqTEKTykoLFpU
at0zx8DpQcC0AnpbD8iU2e2VelLltlGCxV3BFfbEKpPeKjF+8AL+19f+v+NXfv3nY8t//gP//soF
5JXiRM3++c8r8Vr9dl08fX2V/5i++K8/fPu1f65f+eVT+esfvfkOfvzH4GD2f3rzj2WlUjXc6Ndm
uH2VulDffx+POf3l/+uHv71+/5X7Qbz+8ftXris1/Vqc8ur3Hx9tX/74Henroz2dfv/Hh9ME/vh9
rdOn6umXL7w+SfXH78R2Pkz1KlCmTeGjDWzy7791r98/cugHnFoAJVFwWAFJNnWYVrxRyR+/ex+w
VZMGKuDjE5XjVGGTXE8f0Q/4gglXBKU3NBGhzvv7X1N/s0M/d+y3SpfXPK2U/ON3tEu+MUA0txpg
MHJB0Ak4FpDc8xZhwCIgS1ABBZT0bQk6KN9yQc2dcyYWTe9EPsRnsvFLO1L2MAoADILKQ5y9sEcU
MYKuV+1dl/Z9HQw0t77IxEuvDbOJILqUVOR+yEfrpRsFECYyrna1EYnbDvguCDqSvkOnKKn7vSVo
ZQSx1ca3PEJbxYJUQFRorewLyiIos/p9Yz/2edqgjWCswEvkFaKzFy4bWBEUaD3FA4+xcdfF4PQJ
zCiLP4GuXl2mSZpaoewiqiBgE2NGbpTLTxSVqy5klVXWS7M33KeG6fimFlHbQu7Oyl9jmYxJ0PDY
GjHDvIED0U2iVY2UT42R9AXokcsYtKGO9NiaVJW7r80IdH+lSdQEJSkdFTQMgy2pyT0aOh2NPysZ
60Or4mKSd/BRL2jjcrhJINbG1k7SyV1peESHZdmSq2ZMWbGSrsriwIRMPfxMV9MR4ia+3YaVVQCL
gn0pbWC1DBTIY8cVl12csBFwlt79TG0VxQvmxgBrRzL3ky3pKrsMtNtmNta+q+IAzUUpSO3rRiZr
5dv+RjhuDu6Qzr7LeRvdkozFet1JS3sBzl96S8okLsLa9dwDw/OB3VC5tl7Eljs+xE3kssAxEm9r
OGVEArTceFmQkGgYAgLVBXBMd0pUQVES/9lpegvlfIjiPtPe7lVg5VS0G9Mo7TtbpQNiBVK0910O
UA6OeTmsBHjloqBPMm9hanuXVvm47LoUosxc++IAXlDbDgvVwY574oI3m1ikDKLBnTitayolVruI
cgDVfZIFY2GyGh3wjQNG77a1gCgfiHGVaTa8WJLz13Z0jG89H40rpxnGeh1VJkocygAB6UJ0RVIv
87zw+8BkRGHL6iF9TpwO1LyNOQ7A+nmy/dL2kfjiIu0dA91iQ5mmGti4KRwHYI7R7tD11JN0aciq
IYvOyzwVmGODFscOJZjA6cDlwiFMsKIsV2wJGJ+zs5UqICczREBSjaAlYkuA+oCNcUwumueBRMVl
NPqFXo6JK7cajI1YyLYo2XIA2sJeu2ZbjIHhaHMMTWnvaWaV0TIWQtwzo7Q8yDwnKgky06kroKDa
CmiIGBmwNW+y9qbxhzLbuuBK+N5ub9GFR0bvWVSAg4FXM4Vr5bfA1132xNTQZ8/G7orSmqvAiHXx
Ak4P2ewb300uhFNYfcCMid2aOmJIl8oaDbYQI/YiGFouvhlllbwitoo+pZKPT4Rj6xcALjmfq0Ib
2Dt04H4uEiIIZM+yloRgIDBwc2Z2ifbR0U+BIoqS/t4zWztbdLnZXkJrN0kD6FvqL3afWU9dzgYS
JlmSqaDsqvyqGkfy5Gr0ioY9WrJfXBkTsBGh7eA+HUtXbS0cf8kykaq+q+qS3sDGLInVF1AjGxWH
Jloks7YGGaxPBHr6nfTRi4y0QqYShhtA395Ect1NyhgJaFPovWLCpzttiK6/bFmKMEx1LsjFox7i
LDuAKbEcrG7qYlHaNEkWII4sygUpxsa553WC5EKgRI0iQsiyDIdcmem8D/OUdPvOMHh+aQuZQhQA
ZGdp2KrcHQ5Zl8Tsipax8UwyUJAHUZFE3rooRsdcjKlBs9B2VN9f1SBFzja1JYz8gtsNr8LBAThX
F2RQN3yUxrhgskqjMBqQJr5llCTmrkkGbuxInfbRrtGlDab4MXWoNoGnqgenB86tSkngNzSVSzlo
48EdOzjIwzgQsqiY2xmLBKs+BiAsqfSl6cVD8+jaQMC95kXeA3bEHK9bOdhXgTYgz4NSWKwFTomh
YB+9pPSuJWxRBuhXA4Cq7E36HNucPJd474EnjLBXAYjIOygWe6W677A2IwgC68oHY5lETw5hKXgK
5ZAklzakJHYSGIpPaVZCEtUZ/QzgR7RerCOvBetpNnikXnQdF19jFY9fbZk3V7zOsy+i7t19kjj0
Y4QX+isVXTLC+/J7CzjuwUVIkI/ui9t1+sGyY26AVKCFf2ZVkc4C3UZJFggwRDRhIyNPBmbOvI8W
aAj43kGzCnLfIxhgl7Vq5BK6OSOSaTWOHN2N4HkBkhOnjW8yawyzYeR00fogvMF96WQXqZvqO9Op
2LDppLAfeddBYSUDZvTBFAVsr83RCxHIOmZtYHUdOmpTBdnsVV425Rhyw8MC1s0Y1zuaxiDqdcYo
T1YUynclElu9C32IqNaPhtMzCyECYxFo5jXw68XoAbGuOyt7SN1OehPMD51DyvINhesiw6iZH+UX
o19iPjiPoWtho1kahJXc/GLqSXyQ40CZwLd50a6y0re/OLFdfnNjHxVpXjiiWRFtZZ8B9+6BrsrQ
XSoiw3lWnlD30Nw1cYOyvigBxpY+bvFeya8uJ/62Vb588dIhv/ZrzXFgsNaswsaWfrkUiV3cQCs+
4/0at61fGXuk0qNHVMvqASImqgZNGiC733JeDt9aI/a/USYMnE4lu0yBqeeg3WnklV0RoHEjCObI
skfvsFcDyWdRxe9Tadd5MA5ooQw0o+Y2TamAxh5pLXtRQQvqolBWnAYNSMvV0jUqU4d0LNQmilxL
L+loltYi8QaCbtPEMl6cDvRGYS8SxjeD7UbgisziYmv0rZ8HVmaa956l2X3Fs9hfmUPGoVNiQKIZ
6REBnwvY1Xslo8pBFXVigXZFRfjC6krjk1E57ScfvOnWMnYa0O9U0rLSAPig8ZKC6USHUmu5TZ3U
Y0EqiuxSs7hoLwEg7WhoZ2X8gBvFQCuIn9NH161NqPv0Mlol0pFF0BNDAUGceGa8tFw9QB2xrwpA
sKvGeUCVwkAfIDynT42bFH1oWUl+P2aGuM6cDsF9axBDBj0gnBc41JMnBQKel1Ln8Qu82eG50BmH
amI+4hRS09ZZ6WjiKV1s9QLvvNsEAEVLvOZOpK5TN0oeZF9MIgUa7lgAukoD6m4EONQu01EeQhLP
+TzobNxXcWrXK9vqfH8nXEWB9e4iRbcyjQQaULKYPtZly69jf+DlhouifwFXZAK0Pe6OPY10l4QN
q2i7aGIN3HQS1e5W6aw1A0UzuuvGMStCS2bObqzickQS0rJAD5hINwb9icxxaZotuEF1LMDTZbU4
G0cT7sGI8nK8ikUP9caY9/QTfAQkaTWHkxh6tS8/JsohEGmNdJsHIm5yF5zfftkDpZySbONHMs0W
hEWmG1bN6N9CwXwANtZzu3uW1clHbvlCLEhZQSka4jfJx4oM3avnZgWk/3K4TkFFbe2DHYqk+5yV
yY2uAeYP4q5z70uRUWT/iyi+TMEXk4AiDzJM4FTte4h0FT2+7YnEvxxdmlrLDK9ZZWnyyapQFtlk
xBrpgusOyPEO5N5AvA/2Nq8d9pC1mcAB2wz4AW5LaDdaJp6hqyIfeZKBxmbQWZ2VL3ydQBPxe+z3
Iwx9E2H9K7Sdx8CH9GvDJf+m3o2Ar9pXNAo0r78dnoT8DSXflyeFyHP+nf/AgBiUMe8FxIv05enl
9bcX/tsjZvT1qeLHwfH3L/8ZHFPzA7ruQCTqG2A4Aan4v2Lj6ROQMCH0te2p+Qc5qB+RMaMfJmZK
dFC6yOwickY8+yMy/v6RATYRxwRFOULrvxUZf2/5+ZmZQbnSBgp6Ipie4KzofJplZpQgZtz1Fnpy
DASD+iZlN5F6iiI0u0LLuNoMxtrt7wwHt9bmalWKWz+9Mq14GSVmaENHHFwQKyt2AuLXUIO7r+pH
Szzaw0PSPRjjZVJfA8YKXUofpfqsXzsRamNgEPsKvo64v3CjW5ve/X3TvOcl/p/b2Js8zf/Vev8T
LXGisf6vv/Ifv6RmDrxSr9Vr3Ly1wOlLf1qgaXwA8AtUg6CqQJIF/PV/ZWeo9wGlFwcla/Q3T8LH
RyZofZh0c3xwxaM04yOndmyCk/gX8ikTCsSEK/h3kjP4+zfJGdgg6M09lNYA4gZ/INArb7ODBCJY
trbAMF1YrZEGkjcG0sstUKhwkKesS69E/4UhVWYudTuYGYR928IJcGuC/gLZ7gzk8kMvl20pJlqO
2HMupFRyXGbpoNJwBIT2npkjJCZLp3Ffcsvr/IUsS6hP2abqQpTvyzKszaJeMMWaVxds3v2aEd9F
f5CyQ3SzQ3IM8hQILOu4a69YBT6SoB+iEmogNBseit5GkJHWI/pD6npM1p5m3oq3o4Rn1wnroSxJ
i+A41b29AKkLvPShb74MyKQdmBUDa8ClKx8sUKSniDg4omU3YhGFNjInGQjUxiIAf3apATm2BUoq
MTE2GSKzG24x9urUBScLyhq+YzWZbrOEp2U4eqn3WYHypgp8CyyNQZS5oNCrOqDKIdpmiwscWvnO
M4TQl8WgTG/t1jzZQCgUt6M/Ag6yYYMZ3xejFe9SQ8OrkIBJQtU5t8rL3JkovBIs92dSKPujlJYJ
iLAe+N4de5COCA0XFa0YmaiXwudL2pliQDf1INCCaJQOx9qY7TW87doOOKvbh5o44B5L4gEXcGxH
iBVxOyM9pF0PkxBsyL/l2mYH5FPyq7hl1rNdaUuv0Upmq8BDmsQJuS795jDEJd2ZaWtm2F5NN35J
ixDKTf0NZy2akivwO2/NnOJGbrvEAckzMl/XFWButa99in1O8gsPcdLHmgr/0TGVYS91ZFg7V2uH
BUXqE8ylUGQIStu/dXNSPMLAUfnSrRP1Sw+8M8WSRJWPQCOyBZRxmrxpLvO+aq5H1Yxg8UfbDbSa
eatDBuPztsQV9LE0Cwrzt2m8LLoONZ3YrmsoJUYyFiAEiJ8MB/FTSGRHHxgcm6cUouJjKHvVZaui
jnsO9XCmnMVgxy7ahhCnI0cFGvDPhjEWSMso3R/inIDaI66sZgxynqtbAKuiQ5cBbL6IfYZwvkKc
2SE9kxbbsnIKKGK4meMjdzgicCGezq8lGB0QnyL7JEHfIjhbeMjJZIEyG4bO4JiTBrkxiRFsgqMk
KHE3XnpwbLIlrZm6YlnLyVIgRdoAWWykr4k5Jhx0TKI9+ETGOyCT6cY1SVYEDlcgKuE5cpI7ziyx
ldwt4Y6WNKvgTMUWyNWNKe03auswgOAZfE6WeYP+fYMFHXS5dDCkrLTBoySNmzI1Jl1ai/QXJWTo
YMQV+GQWSEKi3KKQBWkCnKLtjzaJ/x9uk3it7lTz+qrgN80vsv/AKwqYw3evqP/9nz79+uZ++v6N
H+UDz/mAWwAnP2gOLJNBa+CvCwoECt4HEFNMzHCoVaJP9OcNZZkfAAcEDRkg6h7eXAOP8Ff5gH2w
J6TedHmBrgONbX/nhpoVD8BzBtifg9vTgWAdynSzWmBjtTStqqQ+JEBRAATPzYFe5azOza8EhFxO
UBDLZXuF0hRZRUWTjY9Hi/XD2z6uX8x6xAEHwrwt3M5gVQGgAoIMb2/ItEuLJFeQmueyrs3QbBvH
v2OxRfV2sP1E7PoB1ZfrqGl6iax01jtsV5Q48stFTJt47AJHlhESaWeeayrA/vQe8VzAEpnwHWx3
4nD45bkgM2ODrw28S2anChl6fCo/N6k3oQKyHMWDJEMW71L2FpPIrfR+EnpWicx3Abqp7LoGpQbU
illC3B0K2JqeKXDOavXwUSbQO3BoKDs5CDad2c6BPIOZwGSKC8TqIwS7uGENqMQQ75r0Rim+9bkY
1R41HVuuWrNJQWnF3Mp7HvJEN2Hs282tn5teu49NVY4rwFr89LqrUFK4PrOSb30gNI2gxAWCDwv6
F/DEgQF7u8OUD5QR5PH2SJgX/bZFI1m0rUHs0Adx3cPxSZyyeuU80ZDKbvIhzLpa2pua9So9g66a
hjraVJTK0GCLEpqHjCNETb7X0o6KtUiPR33h0G5vRi4k0WtayuLQdSNovcZcZ+Jz6tQqic/s1VSd
nY0KRiY4f+CsRmjznSX8eNSRQ7E6G9SeGxTVHz02tY/aU450RKlGu74f7WZSgKqQQV5zEzxqqJVn
Xnv7/kZMFvH2MbAPUwETjI0TD8X0mEePAbK6IklqUe7Nhueg3NG41pC/Q3UqOSdD8rZejS23fJtN
HfY4XCb5z5lxlhWrWll19d7oM5PsoKLn6C0rsx5OpuApv3h/Zjgo38wMmq/TO+BNTJRot58DTusI
urYxM/tdnpFBh+LPJaSJY+1LV5LyoalKNm4HxW22+ZtDMwS+nolgFwgX+KPTShwtKnGAGfYHWe8c
QhEFek7ZhWYuTOeKpyPWlWRD1CzrWJPmjFXN1xikUA4qzxNLOF5/IA1mIxtDLBurEjsZ1xSYf1Xi
Tf/zOEIpC5b0/kQp8DqzZcYdhkK4j0+gzmP8QhQkU9FHnIh2LTkZOLrH5fANhZ+h3Vjwq+wl3mte
LTKkfxeNj8AlK1q2Lws3speRqIcra3I+2pz520EAy+/WDI5Tyr191ID2rzMh3NtA1DYQjWp3BSut
j6A+7ja1QZzbznfSRd9UdGmhMNzbUXLXRm4n4K36Ue2TFUoWac52Bhl7RV7bAixssqn1Nx8E7s9C
y3YVQ8Rlm1ijfQlzeC61IGsUCCDm0AtvIWyoIfomONqQ5kZHulmb3r7JqVp7o+/dE9B4XqUcHUFl
zKf+eA7yvkSUF03PQUBGDNSbQYeaY1GQjMSl+mA5tLkFvyHaT1pQN3Jto5On4vG6isqHDt16Ny2a
6pbOCKWjluoIJVzpgOuSJ09Cq2+uQgUz6FheL3yUGoKoI2OIsnS+9v2eQY27af01lsEKqoSJSyTI
WUBJBtp4ISg6YkEG0tmGeIygFrw0nT5H+UpUzVOTa3MdIakM9vqI38e19JBljNBoDTjLs9eZA6g5
62ZYDjweDsyGK4wg+8b2lA6Uo+iNVyX5bcsN8H9mdr/wMtuvdlB99IJ8sLvqxgIrUuDiSVDSiQcQ
BtkVqsqB9jzrix3RmIOT268vTD7Yu14oaE8nkVrbg+OvtSPusrKydjxx+iUOJ3CQ8RoiDgn+rNIo
2y0d4ltkb8ZyvMiyUt9HXp58ztoKbO04HrKrXA3OHfUi64rESftYMtTcedL6UAfIyR7JRYJCDcp7
EGNltAnq0qPrtq6TJepyCuQ7ucGcEKSS2de8t/cmlYV0ECMbceavXNDr2eVdHRMY12XPIGa349GA
RjSUD3tH0qDIBjCNVnG/b8HUBApjAh6HpCmzTUKIjgOVumrDjebRjI3ixRpsuhWe7NaZhfJB4iDP
XrskDQSCHcPN0wUKpYf/Q915LFeObOv5iXACJuGm2N7RNsmqmiBYhkDCJHwCiTfSc+jF9O3uG7o6
0kBxQyNNuiO6mkVyA0is9dsJkiPjovrqDfqZjT/mCmmxhvvKlUST+m25LyY0Y647gD/PZr2JtKm3
vAI06gU3rZPWz1/D3sHP4cOZhM3voGtI9m6zk9Oa+tUhLRTxB+kAUTHuw96bE+Ms9ndH0sDuw0yM
EHRXk002TM70mDZ6PrjNuuzANSgqyha9k2TjEp6aGu46Ab2n7xL+WRfrAxKD+EAycHt067Z5UuTL
vcI41Q+yk9mTTDNzLTKvo/d8wTvUBtaER1H73mad+wlyiWpWsqddrbOdH9ag1KGpWo0pJV/+eK10
fSDkMk6ks1Q3Jx+L8hLlc1V9y0uiN79LbeqUvySa/SoxMVG1tzZuVfHbIXXhq+PKUW3GoviijPKD
7ay6cXyI4M+DjzjsZfret7zOyRRaZSHPOrDd8itqtJ42lmuG4JXmNBThUYUqNi9gGZ60iLLl4CLY
srdeNjjV/p/BTFkB5fZJgLtbnJZc8FMNpvB2y2yXtiRZZxZ0kA66p43A0hP66yJnqoOMWap9XDRu
fpqHKo3QOdT8Ddqz8j6xjCxvNKaJcKOXdoqumbJXsRkWJcuzT0f0nVQrl6a/Lk4l9EPISUyKSddE
FWOz03OuvE95CQdYQxDYibKneN14VZ0NO8E5GmwaQlIFmcGVX966uOnWJ2F3vGFdQu/SP6vh+bjV
bSk+3Z7B8dyaYX1TMbdYhm24ZzwO4PeGfdjJ1P9GLCyfDe3odPsOoCrnFdmDl21JyEY3gjLI00NT
Az2t1ZruIdZC/VLXhMGep5wS5adRLVHwVx1ETbXDrzzH04a7U8NmzlGLxCVuU5eGRN706g+G8PwO
exEec3EH2ecE5us2K4iGiOQc7AltHOx8FyoZ9/1e4m68BeNMALEaOu8FIojrfe1sFB8BdD0YRX1z
qqEqs4s/1V4cbrp50ZxdnPI2cgFvtrm4k+rUns7pWB2k3eiBZ19HHqhdZBfLVndl2QbJmq8D1KRT
2uHvuC5AIiBFDexpspAVZO3CYtAh1aNdtW9knoXFVmhRTgecH3NETn4eNVe/cko6ZBfI2fd4ieb+
T61mLosFVKGHLWNewdty5h9AfXzzqMMoRH/Z1VWqnH6MsMKSw6+xq+j+ekob8UfU9thSTrem/uht
C7ai7Ivpo2+fV2bT9cQhKYaXLOXA3CjF2H5s8jaTb+3oDsGDHszKJ5U7nZd+V71RHFnpVMv0pQMz
RSo1AOOJENrGHwUaIpN3xZdkbLkHw1ZKd9amTgVSk20zGJeh1KhlKv6yujj/CLPC2VmSYLsqijt9
WIayO2V9hYEMSZF4GD1/+eGrIX1zjIa/U3lAbobTbqPKCd4Zyz+6IZMnfj21n1Eo3AHDOUgaemoD
kc7VvptsgzCtbsaneFo+O42EpkKDgEagiG7WWKfQyYb7zG2HU7Ck1qvdpOqwgnElzUJZC/KJhm+5
2M8t58o2HuLwEVbSoykdzM6ZKDjOuw6PZIi2M0njkNyAVTf70vLjs3GtCQQxWyn/QDVCuPVSbleN
YOLFj5BrodFBfWGxii5bYriqcx5FFUyh3zW30EeMdopXYZ/cVadHWZfO0XM0sd31nO5lPr87ppZh
EsQZXSMKxbhdC/+il96cReF3F7ee54RrUl00+c4bf+SzztsmiBJFkvtPN2urg1cQAk0o9Ur9zaRO
I8Q3+hFnSSKvMSeo1WGnhuKPWOv+hYBd0sKdcNo2K4ILZ2nyl6bgrxucLHzzQSsRKYmovfa2UrCe
YHePgFQxUwIyCl54cIJxP8Kk+iTzv61z21PdNKIeSpAW4XHzQqlt7Fqz83UP8b8WRnjvbsoynFSq
qTYD/UM2jE+BfFoOo0ap1fcdHfWp/15SZe7vQ6xL0XfRx1nxoGeD+jji8GXr9IeCEXDI863yI+Um
rbpzmsadeongrB67pKim9lXysj5n+GB/EgOfXkpvdk/uUjUalUamD3hxHbK1fdccyzFDoNQ3hKOj
re6nMy7B+aMZ++Zp9KEW78hl9DJ2jcM7H+3eX6pGo7A1mXY/pOtFyCyK5Zz3Q/MyyhRzwX2x3wro
gJPdLUANfT/I3VrqpdxI6Yu9HbRtsDMad+VmEmX6e5xM/O471G1TFduOdjJZhq8D4IlV0lsL1FUX
QVhDrY/A4UuUJR08BdbrUUxEOcOF76d+ys4kX8dEQCE3S3Rh4pxCg15OGzG109VIVG86kuWrg6wx
TVBgrB/enTlTNgqCfYjz2XugIA9y37Friuqrvilufsljf0YANLyNLPzPHOgAzI5dFY/9klbHccLR
hcKsMvth1rPcZUXnFfDKutoIgwhuH9cGtNcLsuFYxPk88/kaRIPxUvoW0sGiurgms3ZOvi6ftQ7D
3dJL5xUHY7zR3qo2eQm5PvSLf+jTrNkPaS0xvFafTlOKI7+grzcNK9YHHy1+JLO2wxbM2CEsn16m
veXm5pDlg7qgYnIOXjBl245cXTidvsr1Q8x8+NRJe34LkMsojuN0flsIUz9HRVdey6msb62qb1Zn
xl9zB0QdgJM/EnOP2HUx/lE0aVAj4Qn7g5HZmfy8AoypFO4mLov+SgENt9jg3r0D9kjsYlD3j36D
BC5iUVk2lbWuv3hY3Xpre4H6XknTfvqk/B/EFP12FQMmv84EX2CtnpgYV6ia92RcHIVkHat7pFFb
JEJ/0IEGcPQ8F72SzqEYqvVgtNOzX6nh5pJGsIO4+TmN5Rztl8gvt5avndeALXiLET4/spO3O2X8
P/5i5VtnqC9ZOGX7bk7jZzt17b9GdoCzzRS7cft4fhhnrHZr1LgoodZxJ3URfkMGMDxYhebUscb8
0IiSzHXRhoQv6fZQi8HfOUDf2yoaOwQP3ZX8JpfpZ+g23YIWc2xcvrQMqnMzpzwjnXK+i7mw8YFl
9qlSwt6MskI9FQ2ocgKPaUy3sbdHGMPPwg+0j2Sdble7/NV7RFkVlRXvtLZqBp3RHFWQVujrJtZR
qyS8PUZVdFgcb/5lZvHWir48lwO9737RwPjE6wsKyvCLHYvmCPbIh4LNY9iZwJRqR9z7/JIKBuRt
NEztozvYKrwZSJ4lgdKOLnkNoyCTsI/QR1n+6HuJRavAk1S+9ZfPehUdIp3K4liosNBJG43pD2Yf
ZxuNMan5JqhfbM92v5m+Gw6NbBE7k1bAUuY45Xu0VN529GnlLFXqv9ilP4ONxdUJEdf3adbov/OF
OapL9ZMiFPhs1jjjzA6dSxoYDBfMCa+pHelN0dT3IDuHkQ5Xw0cX9NFm8CrrURbuezE67jHIDSCg
XeXBVsXVbbI5w7Dbo8bOBT+Ebutfd6N4kpHJ/9GgEixh1UJaLRTntRmZgjYqoOGhIkHyYelDc+XZ
rhJPi5gUlTw4F2l5144VzyVrCMLizn1WAsEvmb2EXCk32Gd2xlDGfZIDQHTlqW6WYmfcSr4Wcasf
BON/e9S2cTd2FNY/oCDbb23XdQ/UrHsbp627YyU76xPglEN8rdSeOzosjxEV4Xsg69Wgr06dr34W
xEGEYbVrhYD9AsfaDXEvg8S5S7Q4csKBLY+TcSca4u5GspjvKn4EPn355JZV/4IDuCSbG6FPbhlb
JcoqbzFdQydb0ZLRtvq3FGVPDEk3UAWBtNNL2rBsf6xhIWBYJQuq4r3N/bdM3Y5p+NPnr62xxksn
KWznyUE5fU7v71q7c4cLjG10W7QrHsD6vOcBvlEl6Gjdo87TS60yJNjNWoWUlqFaozHB8Q4j0tVl
5zMAvuZFpB4nz5GfcTXyAMrV/sJeVDLZp6yr89JmW4C69FXYo/3QBNp10Sx3zlUJd9z3stX2xnFU
cEYBGO6GNZ4PmbBO2m6dJKssG1nUgCJ+GJ1VJKzo458JrPy+TSKwx096qBrU9Ksogh9DabufK1jM
kIQT5xjzPh9YNIT7npF1xwfwpxLxRwtziPFVxC9idVooXeTX8ODV0Zk7XFJdORzmri9OmYAyz7Jl
MUk/OOZqVcTFMUf7/oftduPzokMNJIJgu2rCCyut/2b1ZvkMhkHtQYDRcy+Qk2xRYfu9zmbzFHXG
14ll1T7c9LCu/ha4EVpvLKsf9JLMw3djeMqZjmK9d1TJL6b6RvyKa+pgeFmSAcOFvQ7aKrZeg1on
8WcjXichkZkRKtVcKyucOTHdCWmZF2XzFmq2lBcgozS7pkGUbocS5OinPWcoFz0OO9oL8sD/cH3e
YFXp9XPusLzEloqTwgnG7jpxY0/jxxI4eu6CRCK59Mh1H4kwa2sk2HJA4cBouMw34+TOB3K4OLFb
8YEktr7ZfVn/ASth5IDx1+KpHJ1uadKtGzVl024Cj5/trP/eYXp04sGDKjt2yVyPlUDuPIyI7Ncl
5tUQMiZh4JD8qdu2rbrh2SStYDUp/8UMeaos5kYMLzxhVAFqumYaG1naFGJaV52mKiKLR3GD8FbB
rZ17O/gxKc8tb+s8GzqsgyoKt9RZjuqgKlSdaD27iK8yXQWImMuujK9xxwV/Ma63wEwpuy64Jvxg
7AiyxUN+QCTA+szBnS6/rDwuaaBIU79L33rSN7097Xj8sNGcRfUfGQ/j+hKuFH4IzpSIFbNEZd8f
1qnu80u0ZmtxycSqwyfPgpHe1F4uAfQb4+b8SzidYYWyMwSCSDJpP8xOkZFTcbz3Tj5UvscPshZ+
Kn+sDWUkrF4ryyNqzYF46sYdwug8Fpa7oIYaWPzLEAfSpWtx5HK2otmvCapG1A/Q3mUu62+cevXT
vFqtvW9CMYCClMzSp26qTH2JrAzo247nUBwnTpp7QUOaLR9+VqhIbBytBrp2Wta/Q+SMLsnYMe+d
b1m52M7JSBx+G1ihEaWB8E19toEXkBSQ9lHeZrU0xZdFGRBLEDaJ8YQRqXP262QH6ALAmEfztTo0
0TQJ9Y9R8BX6HmLZzTIN3E+Ok98pswaJ4d6z0Arv01gH+sW3K5e9dAxWmL2ASEl5rXK7Ky614/G9
Vcho+43DuHCfmIWKngmZ9j+3qRxKQr3A75Kaba1nh/f6ZSczVmOenBZCJr3PMnZgdkRxYTOI596f
0sSLreALVaWjMczEHpeu0hG9lUmI/J6bxTfCD5LRdxqGpzpM2UbalPiFPGXE/Gtw0gx4eDERvbYr
vSPukIdi36cFh5TTj6v3PGVr0+y7tHXVnjHZFDtEQAo/VBas6qkoCn7PfECAkCerW+TqXMnM+Yag
ZjSIYrLZz5njYMloZwujI6/AOb6ujLrWjhIJT9zUOtBMwYt/dZ9zMVg4sWUPQZrWAcugieJ9WU71
uO/sld8asCO+OP20RImo9B05KzMuJo4AR+1o0FqXvfQCxMqbulDpdh4cItLmrmW24uBburPSgq8S
oQ4jZj44t/MwR2t0pnFE5ScmHq0p9P2bFRV/X9beW3rn1a2muCbsIwy6U9r7eFBMaen1ag1VgJGt
bke9N1Mdubt41bN6mIduqLYI660LN5cVP0y9QMHBd+xfROGU7Wc8OJa1NWFQHgCyi/bMqumaC8TY
FO6LPgrUsXKn2n7JSfNUqFhmfyU8Ay3HQ7fSwASsgPXttggVb/0BSfp+ZdhnhlVI3a4sRh32H7tc
7hJ2i8PQH10JuCvi/kPHSHbxmZKyugemGVHoLmsz/BJFKaqtg1njJ54l/ZThCgqPxnX64TeNvaJk
KG243FPW12broa37CKua561pkZnd3DVrf2MaWD/BiErviN+hMftgiaNm68om9baGgyHd3Z8wjuiI
pf5YqfutMRaV+fnPwzn2DvdoZPdxd7RHcl9LXFXDvB6VdiqzzQMXYLCesKCcXRxw875iUAz2Yw+S
CCnU0uBVFkNxoetMYUPyvJF0GztbaDE2bp89enbadJfCUpWdMIpOI1hq3hBpyozhRNpBBLaCPwZN
KHcFN264DylAw+eG3OyiTdxlp9B22q9wsOf8y2t8ZwV5dtOg4IMTIDud5Xp0h6Wqrr+JfuKZl7Ty
9ruyr0uA06ypoOY2q8cv9+TiTxr2bSiq8uASHX2Y3d7NtkOlxwizQlZ21cEnJMWc2dihhxOk/qr4
KsB2yjOvgaC8+ToqGkqabG7TPfQvyLrlt4Hat0Vs3jujzNU1JaQ4RETP+UmoK6fXUqK+2hT9TJxu
GYdBffaR0nf7UUgk3NiKGjd9l2Hud4fYooPurrVm0uacrtP5sRJgYo8Ut+cNNXUxd4Q7jtI7LJWG
z8r9BRfAphpKi9+hpWYMa4hsquo8ENkRbmc7Ko6rG1Nv52AkL06sG/GbEI3IE57g1mwzyl54Xoum
p+xoHbqftpas3eMgHX/vAIl967vobuIsi8rFh3Z/R/xDlS51XhW7RhbOqy8xwtz4kPwGZZtJgSwg
U8d3UvDH4OGfExMHQum86d5uiv3i2BgiDZsFvk9LeDo/WMPEhYuJfxZHkQvnfgITA3J012UtTi6X
8tTqXBQbQx/Z8Dvo3ZSsQt54nD4Iw4KDYQ57K0Ufia1N3eH31gltvdMmWtW0CZt2dgkLX6aASZmL
bDOzZV1hHVU4cls4JmUmtpypaZ9mAX0B8jku1sFWcokfLZDPNJFNNkU/CFnyq5tYyuAXMENHs701
0sWGa4kxg4nI1y8Zk+/6lLra03+FuCl5fJdGn0RhBfpaqcxeX3ov4g8DpEUTMAh3kjylVp+LX4UK
jO3spc1L8uKtq+n+8D6pSl4otqxlhX2kWq2HAflAe5iLiiY3Xwx3QNiaXOHHW1bodJk3uc664Fda
9xmtZiLLm2vU+3WT348pZ6W/NSKIaNssrpXiz8JpM80X1TUGfxdutNmAznu13gWaN/2Pvtb+vE2R
AfJQQQ7EUAQyRoeSOMDmzMO4RJR+HfpKt88sE0Ye4GP96BpW0yyoN3Prux+nLr5jVHAKbtGJGDww
7AWW46jqLqLdpSowCbPpjd45gzQFbO8LaI//mJF8e/KYukwWiOMgKW0k28e2w5GnuK7Xh8wu9W9H
Gk4AK3Bya0QFaDCF9khrBVjArKtbVljt8hq1rcy2MkPAeVSR4qLZRew3J6CLtj1aFkVxmwph5/S6
2sw0R6qk7PGoKX17h2gajvNsm3ZD2JUqrqn2tWnIE9BmQbpjZX/CEO7zk53VUt8yPH8/Q8stul+2
cbDysEnlAUkOhNKSDJDAWea0v4yUZP6M9TDn3+Z46dJP36TcGynwZvwFwbJ0NALmqT71ppBbOoBK
utvmHCri4qnSK2/4opxol+pgsF8NeFaLwZsP9kgmrDVeVQ2C8pCixWj3ONnc8sOH5+egx9jlNwle
R+xAe4/uawF9yND1G+9moKOkSe+Vmcp0UIpVMbBRDQ4GWwKJn7wOyRP85Brrg+FHnmWCmbtYn9sU
WvrSyDEYftZq6g3CqmyWaHZgoaZL37ptc+zR2FEt2JVyva796LoPLUi5Sqyw0liYm5n1DDOj1Yzm
W+NXnQQdUf58q7tRiRdN1ak40qrI2dyxoZe3Ip6D9ax1pdADtfaIFnRjlWaQJwqtm/ipwC8dPkTr
mLpQLUwsAaBI69yf+tGzzIWdYZp2tgMm8hH6Fh1lwMD1NOyqorGphJtmvwcrrLI67bbTCPTSg5w2
QVbtajQVVvvoWXp04pvV0MtUJLJi0MUZzLeV/7cMi/9NBXhf331ywEOKxuhFQtHy71ISn5m6D3S/
HHRTB97rKAzOIlWItvwksQPSLnZg3J/Wiiv0La5iXj9/i0v+S+rR/xdnw7/5H/4/SqYgPOJ/UeH8
H/aH1//+3+BN/y2a4u+v+A/vg/cvhJsu8lCMapgZ/lNairCUzBMWCps/C/zI/U/3TfAvzgREo+gH
AQLZev+nsFS4/3LRZoiYcAqSJOC4/yvCUuKw/11vhuoVHbFHXAnL2D96oX+/qySVdXGYsYUEuM/P
Mi+tna4a/2yFWfNJ6fz04fYztHwR4II2yw8vRuifu2P/GFEZf0UZKn6mBAFRLiujU5Wb/APN5br3
p1Vcx6LAr5ojLP3mFM1waKtU5Rc/jNVTDCR9nZtBfgHb2s9WJX04stF68CknfUFb3j04RUHZrZyn
J9sR422BHHkfaPPcqDkvdrM/+Vt3Yb8pR8itPnatt2LsxBYGJTuNUGrtfcMZEgSN3XPEfvYq+nY9
eFZZ/GzCaErCXM4nD46BJP16fJ7NvF6WMaANeMzd65o7664Z1nrvByjxm2G+gbI8Za6zy5bwpWJ8
3qyuA4qKpf9eLQYQtEx8DF76GUd44O3G2S0pqyO8FeGyrfs7nQEd5kzuZDVtqEI993XYHfxy3BcY
TRMvyM+uVz0G2dtsmhcLePeYZ/78NIFv7et4zkBm8PR9qF6bq1JRxk8/jX8iBFYHIhnrIx5Vj+yH
1k1sM5ufTpHbr2Kqu5NlxF/NqubvVCJ595A860BYBolJ3kPB6HBYnV49p3Xj3tYmat9mZZtdGEzB
Ed8uuIsc6qQPSIdIXLuaz3k3B5uxHKb3kbcNBys+0R1AY/yI1+/X1NU7XvT4cfGPJVWKNsWK4ISY
ttJfU868V3feiASpJfWkyqxDiy9y27bi0bdSAdsxPvEm/WZpa07yztvMBv2IvYgTYdzbRXRbVt3p
oZuWd0DhGBuLvcnK6WfoyRcfz/luKcsb8G57jrD6EgqwUq8pCsLd/PUyajAoi3JGhPhV2//M7xhC
NmXlTtX6TbsRgg0CRPKrxeBKFEVHcSCsaI+YQgXNNiyjU9SF0/sUomFx8mi+pBGfTpLN8K5B3QHT
1t4esqPeZkW/LSREQffb7SJCQWIGKO9ekBJ255QuyU02eMMONM069MEM7L/y8eZpem6mnGFIlzdo
lgl3cFRsiUA5RIUH0JRZ+Nzxz+ybDsMoO1UYoUxzpicojEQE2SGIFMIpMsCkbazEN8COBaik01s7
W+h9la+JN7qJowBkp64hDNKV3dnV8Z++d07WEjExF2iS/WJJFs8A447hcsvRrux6mDh9D/nSMzua
O0GBM0ptQc70DswYYbN0zrrq8rvFeO/3tBViJ/ZOYGvew9C0D4OOxPOCqoSgle7XYPVvoZ6bRyfy
n5WLwqYa27+VeD6fuVh3YWh9LjR2XodAFi893BNZAJ69DUWzccWC1LAKsGGFgYk2tmh61FKi/1xH
EVz6nMyY0hDsrX3gYnJaHseR36ilLtytavugK2d+nwJP7Kemm14nl4BWQMNNkVtb1apzOMCAKu+r
qOWpF7m8UUos3ku1uiTPPI5DzKJn7n3xkcBfPs+/lGGfzjrbe/eXmmGhj+Ql7qy9J8FnRmF9i6EZ
96qn1c3uaSFfKZvCqXpQpj6GhHvd1esyvEop23dhAPxYy35VefHsKyhKOYgkj8XN8pwTnrL3JnQR
PGUF9+TYvqa5/K1M+BlOZETqqn0IZU6HXVVVSd2kx7yS4BItu142Bf3Jqkr93ll1faOe1kryEEe7
u3bhHtl1+cvTcX+VWY2ucanWr75oynsUDolvVZBdShkOh6kEWEto8jXIKYt00yIdP48tOqqhWJak
IB2TfuiWAdBV66E3ERDAXPj7JY85DeM0h4TLw0NtmBHLNQt2xKL8XGeEptWcuptWqAUWAWmnAYAH
17HyFxOG7g/ZIHXchvnoPOg7jzqkku7s8jl1wSN2VRXLPYDrrQJeTeMI5YJygvx3YJXB0dFx8S3z
pXlgkO//xGXt/1m4bGfq8J4dXWAdiublp19Y0adpyy7p6WLnF1nDbZW52ww4IuJVtNPI0U49ko/X
OpS/xxGeWTSdt7VGR70346pf0DVX74Op18QN1lPeM+ZnmauerQbB6cYUsTskxRp8Q6yqE0XywYi3
0ITqLa1Fs52L1fI2HAMPDMm/5tymGFuOIGJMyFs7r7KcZ7tzP9tcDu1mstzhXUZ5QBeCk+Y2OEzm
7UGA4URc1XUvaoV52wxzZUWHwVjiFFmL9d3TrboyfpTRtmxVSCyNFfmJVO30PbQs94jxTj2NSDtO
cVw2qEAbazuwwpKSJGuXHo1M91evAHTcOGnvvrWM6E9auhwDMBL652RHqKBShdjFKbv2HUuL/5dw
mrHdlG0OuTlUKoiPY5Nan90kpxdYpf7V8iL14rb58MooEiXuTDRCFZBkPNRZmrCjI+1AOUffub88
Bn643nQ3TOe8rNqDn67lWyOc9wYRW8Irr7nE7eKd5dovn3wepLqs6Cn/IA8gEN3k01fG/2S2lRy8
t9AsOEWKzOWEpImcoIXeeyrVoUGev1kGpV8IQyIbyO83pGjIbZbGrwWU7VDYD11PhFMJdu81qDnu
Brgprt4CU6VfskfCZjzrOAzmUPm/2XPYvcPDKDThMetP290jji637FyiSMo4NY+yatJrVE7Qg8V8
Qhv6GWlrqZOagwIxh9X+vI+LoOEEz6L/Q+yyrCisopzO+nRqPjudAnUiBL3fvje/mw5xyDM6S95f
8agP1pr5b8KZ5i1jhHdDWSaegS6zvYJTwBq17kjtGp411NFbz+NUc/gv3WuBQWkXFSJ+yjM1fLLh
+IRK85pJK7fbTWuJQpxS9VPuk8JBFse6z0ZCQkaWsz9BOPyk3Wp9q7pp5sOp+0NrT+I3OQL5jtlr
4A0KvTn1DGlD51zQRlSvflmGe5l2BLMswWGGxTiEufMzLOx3fKTTth989dDEvThmRcep3qTL9yqV
R9t0B5fn0rfUNYuaAwYSTkmiDoDMhf0uucY9AVFuRlBvpf4gkmFKWeeeP26zg53K2UM+VGS/u6H8
DK2of3RrZ1e0i3/1vFK9+FC1iRBuTuyv7X7veq0vytLNW4ZS4HGexuEYVHcQOVgcEqwWccCfWfxC
tZXu9OCOcPSe9zZnFelqnuqiL6+uCPZw/S44uC3jbEPtty9qNHpVUgb60WRnu5yoYq8P/kzoiysC
QhkDIFNwqacM4O68Nm5/XIaRfmuMqo9w+hNirLVud/CI1tbJ0ml3d7adlCufp9WEH75H3MO8dtg8
/AY6QZIn9YbqbWg2TT1MduLnhoS3IpeeBc9d8Nhl/Dd3axU/ZlMeobN2oZO+4l6WERRDki0BT8W4
docJQ0yREIKdnvAVOF+lGOBw6/wSSm8895n0LlVLbE7XS2QxualPfd9OJ0g+9wMkqEaUv1YSAUVD
cAzIYmkndTdESbRKuZvCvoI4EzExY5WfXrNpKEkZI/kjpsQ+dc64PkdEsavw0gTioeQpFRbDGQKj
Ifn7PpegXD/6ReL69MdDJlXzDeOY4P4wcq633PjZ1rZHiQZYOehHrNwhw0tBpPOgkXFW9sJm88i9
XY/pdN658xzXSRfG1l9xb5kVA22Y4ZQ2KiKwwPeOwITklVXD0iaiXaePuSf0q4voXN8IQs/8hKCg
/0HdmS1Lamxb9ocKGbgDDq8RAdHvvst8wXaTou97/qa+pX6sBkrVPUqZHV079VT1JEtl7h0N4L58
rTnH1J+KMBW46tp4QMaRZNLYZaMe8MXpzosBeQRlXFljz5DqabZDfbU0h+kDeK18rzmB8sNiIf1m
NhlHzbYmufK52A4V2gewXzWhPIyNnrIRohEDsfyW9T/0k5BCru0a3UM2F98G4KQAKVjNu0hocG60
JC1/F1q7vKelhSg+tEcfF8UT6t8mJPADzu1SUGiYHdWcSJDxiKCWN1p0sJbZvgClCuHNNfkNvfnm
lBRV9iQ4BrAwcahjAzGZh/IGwBSa3/l2+iOgLXsXYatHzkWCYFUp6xK0/bdKAt5CMKStJBF62RbZ
Ksc+D1jyCt0ubuc+Focp6sHbVSHN6yahVKErcwKKrU41A8J9puX6zmlK7TxqTrjV6Bn5fevo54Cd
z0OvLo9FEtWHxDI1L0pqJtGV6vO3dq6sY1I5y6536IsvtjHvKpXPqBIWNlS94dCyb8fUeLXHYUl3
HFgf9Nr9yLl/N2JGw4p0cdN1kMi0DryYjRiVw1fNsQiVIEsPPZzbyAnBCpWjtrFTTTsP9q5qHwFM
PYyNeXLaBMeObdxxYPjeu19yCo8iafdDP7pHesLUuMgSka89lJz4NgOa6JMbSbWZkCYduT/SbdeN
3Rtv9FswFNY26cpXbYxdAv6S7t1OzR9jEiErjRmVZMjNMRm6jrxO9YSNM6hQbiimL9ACN5pe2UgJ
BQcGd7BQQOevdDLVZTL7F7fVGAf1Vbhx8+DaZKrfcrzPbhppIqIOM+ewIFsMdpyLratOIxS5UwC6
xpqeu7lkKumgrC51jZt4UgHVIUIVpK0bjaq3XRJ5MXvU2oWBig8QuGxSf1oK67FZcs3XgnLZ14b1
DZyX88ZCmB7IwP5u2oUMtxihHD50bGgvyMQXrxKltefSl7tA4F7sgvRpHDghsrTFlBdux1mBA/1G
UCGByYTdvTGWYEw3llBkl6BYTbxaH9Q2RF28M5hG7fnB2lvc6REU3+fshN2OFjQjliLpd8lQBXdI
Djjv1OpFxoXLjNsKkqNJm/EjGZgTWTTLM8ay0pPV5IegCjaDmLQbpQb3QbjoPLdN4FxrDkZO313j
NM9uLbo2Z1Qcto/M3/ZtyIWW1TjAk2rEmJLTkWznK1jGbONaFJh1d+PW7mfSgzxkUjVs8qz14Aee
ZYyZN7Vrdzc79XNvaY+NVjbY0K2aLaj91nU4uzhUcr9aXI7aRapQM33H9hkiPk7YkMbwJiCw/jRY
83KLv+M7Oudhq+SgDt3AAZTDi77tc9gYdXwjtCY8IjnZqIrfIZx4b1Ghb4y5qbY0V4SXhPkekt2u
suitC91wKEB49aE13uMOCz0Sr+8ooh2vGONtsshmVw19sHXpK3lcPUlFDGDAAfLmOQ52nTJb7o2+
eKyN+lhXLEnM6V04XRaLsGlUPraMC/vtJtCCx1R8aGIc9qZuzX6LCvVjCukS0eY6ZYP6rtrhDLTJ
qw0j248Nm3GZGo/sFe1tj+L4lKuSNgWK5JC5xzkIxHJUQXEQNohQywz8oenIynC9GXtdPrrzoU8H
kB0jGCvDYMEJi+IY0e/DI2gNexS21n1jo2/PgmD23ZFxnZ20r6Nr9bdtCskVYPOba7KqABjbp0G/
bJM0uJIMKxi3QEuYFwhMMm+fxzzxZZNcyrz5qugve3ppcVLlc9HAj5cTZoo3SXLdfd6qpy5ArWVl
zOlYYbo9KvDhJqNfsF0s7dCbdXvkiN6kWL7mXWA2sL7N0PYRj8OfTLrZ63Nxj2BOsZZqxgfHtw/C
VbE9jbk4VhkcRwEIMF2jakNaMPAUBy9PK56nMCKOb9BJ1K2ZL0STi0CU7RmgqH40sORhENNjlPDh
bYq0TLohgI4mp/kXM9JJyMy9AoQNQAIlz1Mgb/Q21A9OgxwhrWnxuEPDkd6eofwPefQZ6ylD6ybp
rPcQMS3xbsVjJab3TiK+B8tC7nSR8x2FS4owCAAMDM9j3HTNsbaJKqtgXNGh0B6EXTOwgtQZ2Ga6
LWV4CDM6enoq4t1Kx0JPVh/sspxhiWDVYuO5NXPnyjSPd4SYvTPqLZy281gUr31jJAfN1mPftpoY
ZWzObdOjMw27G8be4F24T4qDnLjLozxw93Pn3FN46J7duzNLf7/NDQXOo3ZXNz7LSMkBs+cB3VAC
/o7N1vnhzNGnjEsbf+cMgCV0GiTvq0FCd+bbupaH2uHhpJ6K93VfgO10uwdrwDuxMGhGqNU95B3a
tzh7k4y2jgvzN3gWDuAm46Jr1b1d2PtGIpRxmDKZcbDH3v4NBxO6s4EDxpIDK1xoWIDViZs9tty3
zhLhd9cdyERbgq0U2YVJ76diU2SsxPcGSdd4M3K++KENt3YGAtQYhnv0n2fRtb6JFpNxFnzcbpL0
DOJtBTh4F6qieDLTPNpjADy3Yeuwccyjv8zyvU7tUx50FyP4rgbuKzmhK8xL7F3rHWgONCs7ZIVN
RY1uWUWHl8hWu8aR6XmJbGSDXC40QUBII0qnPN8H3bJ4karYatMESs1SeAJbh50/xbZ7NFJ4MmXG
uY/MHMA5UzdzphfuLJ/tSP6OD9y4RHjvITlb0tciu7n0faldnPa7Xg9vmtmR4pLIndXUX6ouBr9q
uww0nVZ5YknyXTRWbrQxx+KDfRYoq5VuRymbQ1pM36YF2E7UTTAW6x8NgQSGPd3QhN6oNPvs2+kN
diOaJXwnGzuPoL01YXKNYWhejFpYT0vI4q6ZIJRT81Xrk/eSsfbBHa59vvSHugo/YTGST1jr02Wc
22nXJ/jg6H9TtoAGVcPFiPXz2LOZTO2MkGeV+zGVynP7GvWz50bpwrdXRWisxOILy9a/xcwanElA
uqmC9iDnHD3wD7RnLfd/Pd1B2vBGo9nj8JuxxenfhlLsYvbGJc2KXQ5VerYK36kyCsiuSO7sBXVQ
j2p7Y3eMtMssem0RhR9DzQZ7t1wUq/mTrq1KTallX1Ev7B3eVv2kRMNIMzZwWWlYTiO9yWjha8WJ
cjS4jDxZsVY8qiS46TR73A+ijq8ZIOht1U7PY0CFbkXnKAxZ+3vkR86kNRtGBm/CzA/9krQeFoDo
vAorrnz98FB76xD0Jm+0jIqnxp1YqSq7f4PEZ6EmFfPkUVbZG53J/Bb0c7KbscY+YlGMdqMjTqGx
HFOexD0lyacN8TjABac3TDD74asIyhvT4KbkePTlMocRJXzPLNPPGlbnzA35xpbEywWqUxceaIYf
GmjgztSj5WQvlrMN4kz6i9L3/RQY5wjThFcaiERnCqVN7YwDdyCwHliJEAoXfbmGTJAPU9BWPsep
jEK7au/FQFh5zMSgRlNW0L21ccC4jvmjXR2vdFeMafqUOH98VZnTt5SHnQNIgrD/cSZAyI65CUkY
yUDFp0cjgWfMjmuFHGDVN4L1NmxHvurt/hSO0XwFMxz61WB4GLtXT+9Wn+mo0BbHFsn5Lu/veiX9
2U0eG+iSuCbC/HsLyyIJNHpf40PfWTWux5FduWmfC6omFMgubp56wM+r1AkfGBpmp6HdH6vPKUNt
ZFNKzHqr7eFyW+fGZqeiCdaczZkYt7GfoQjRQKgVD4Jbmwjos1iy68Ul/Eq12Do7YwHFqLGK0UI3
K+Z+0w8KtCztv+o6LU1DqiO6ObkgEy4HunObIGyvNEh/L/GNb7WgZuE1qPy8pTXa224A74oWVNvM
Jtuk5MR1mB3SCSjWnhAqoB3T0MZrGg6SDWNxMjgNZ9xN0bgGapTuta2HHlt44vJcF1bEypoE2bY2
EvWsJvbpsXfdbUk5dRyAM+XbpbZRbueqL66BUbIwsQeFnl53zh4PmO4hzya0XjOYzNN7/9D0uqS6
c1ptq6Ptw4IK9BMWtP5ulv1Fy8mudIr46LYyQuLc4VQB7bsfprr3B5NQZDG5wYpxDr3ZGB7xDgY/
uLjI5guHTD7lDCFQ2ER/1bJW/4qobSrkvFn0A6pzzGmSjhjjfyiefJFQhU39EmVKf2/ixd7bRTe+
lWqaXlJ6z9uslKXfpRXOPpvmPgpqa025kd+EaRpXWkLWPmkoNHsWwtvAjZ9zNAeXKXWL+6gV9seg
g4CHaOZOO8vVqh1KpuilS0or3aTJsNxAuk6RNnepT7xJjV3Fiq/z2JOTitLiNGp54NOdaqlqsw5G
aSCuxdQ0qLaK97Bu7syY+UGk00sCcqsdozZRN9wQvW+4zBO4YHqJH9Kqzn2cW9+w9ecoP61wfJmI
2Dz1OPDpMwXm7QwxjfB3d9RPbrmYZwvB0OOUUI/YmTFRdxTdzFYrwlsFQeeclaG97zIHyys+l9fR
nJovlHYQoQOn9HFGzR467cUfFswNhuzZFkcACZDRHszUKY8Cs+ZbIaz5Qsp2iXhkCb4a7MEJPaAi
NDB+dI3JXZ0XX6OikW3GSu6qpX3uNENnudHC5auPsSNrsRHsaZXKM0jiBEXcu5q6gJOR3R2wL/T3
bQhJH5gNM7kizvZTmiRbG2vHGcfSxBZGcZESYcDDAxMI3N20bQfqImo8MgdwwA/jQReGeTZC/E/z
ZBVUCCr7rPgCoMUyeqXF0E1bNeCOHWlfPjSc8L3/gZHLanKsXkReD2qTD25xDpbWoq+5AN8NQ2eX
wUBgiTGbn0Sf/0itscaEPP47itcvcoz/n3CUKCnAjwPG+fdIyjNg2OEX3Nd//dCfsgzjt1WSIV2H
0BsFQRJdxM/AEGCVyAkE/xsCj4Ey4l/AL1P+tool5E9UpY2741+6DOM3x1K2RNYpMHQbpvEf6TIM
9Ss4RqHLcE1Lt4gmszj0EQzxqy4jS4IkX4gM4RRcNw8WFoWT1rfhEWsLw5ClTXdltovgbWzCudQZ
y7bZi7KqL8SS34dZnkTfvSdIfT30+PQ9IB5yZhskCzKoQQpDSSXLwYb1e9jB6X4P42n0QaavPveZ
eoWaUKvH2zDpFh9e+suohl1or4amNr/XDBkfVhQ2km+xnde+mx4at6Kf7nJ9xp83rA1uzbg6MGMe
m/FEPMeJZSQ8NVr0TB7aD1gTpHGh7bgpBABhjW1yF/QtJmiDJXEVUW3sKPgw3PHAgntT0IGfVPqG
KOZkDnmIsYKhW5f3R8xdzKPd9BIITgHASR5Iycz3BS7gnYLLcBiX7AZtq0BkmZ2VQgw5x2dl6uYV
N+59jyykWAKHzgI0yNldJfhpcguhKPM4UgUeCOK7nAiCk+lMTCnmAzEI1t40ZLF3k9xzsBupUhn0
TFpMfCGNK2G/dK2+WfBLN7JlZK0qcDsT6kkpHzEk3dSgMVyzfCDiwUNhd4hrirulORLwsi0qeXT0
8DLo0nPi/jJWVMA1w7ScFSpPOBMm1VOWUmAWtXp22xyodiBfUOuXW0ODbyBsY8+Q5VlMwkdNqB26
RRTX2TQzL6HZCQ2R2hB4yDRSvjcs6WrZV3OnMBJG4hjVlbNL2uVYRMEjQrtNkVvLxiRfZguOcgeH
vN9YZuNB/vZUroh/6DOas+kRcMqBieOhtuxrnDl+nCZkKNflDtcAs4G0PWNDOY9VgBgkwaWsNRCy
uRpvBgz2bVpgtIFPum1Y87G2/IgdDIVmhYZ9SPsNA1b0E7HaB0n/OZgwUlzS3w3YHAQDqm2Vp3tc
cPw7OjO66OhOLNEhqYll1OX8nunzd7Qze1pcGI364kK/+0Vr07vc7m9rw96lLZJL4kICRPnAMT1D
dAxvu85rE2MfVwnmIEZAO5gpH3WW7yfcvb5dCGoWo2BMP+IpTPryNCr9QAbOA2a8oy7tiyynI7Nn
urKzoSF7pa1YmZKgVM16CQp1AwsTDUFvPxhOwQcZy4sW12RWNPUhnWS1DfTCm5c03MaimDlGuLu8
4/iLoBZ3YvhYFSnmutIjqOR1pNnDV9F9EOyJFyn6NIX2MkOAOMkQ0vtgfmJqfG/aDo4cp2sd8ibj
5yexbmG9HT9aTXCclHGR7MSSxkc61wfxx043r3KbeJ/Yxm1TVHuVTvcI1bGizu6lzKZnEBH3YU3U
XSkfaxHeV+yY8PNBeDYbsW6lrl08iUQamyA1fCeb97a+JFszc18lGvYeAZLZBu+4vkK0+vV9Q2u2
CrprhyB3SYA4odCl1NIPBo4RxuWckqryS3XZMcEenYWciNrycTS0UxswLOrWbb5p+sF3ChaJdZJq
rTVANjYFxyYT7nMzkK6iyCScXqQenvGU79o85wtuuKdEIZ74Q7pNe+XNUOrHRXzjFg22WSpucmXm
ENJhxRosOLWmndBw+wFdi9s6MYqj3Vi+XfZPNRUKHa/bweBAiL10n5Y0ejq9y3eBoVv70ZUhJ+Ho
GQ/xzo7jLda015hDviPK6wBzdOcM8SE/j+Dv7Re3eI6c59whW2KmCK2MiBJ6lPdD3LH4LwNiJzq6
k3hJm2bfuXgEnfmznJttZzL2cufa9FH1J4eWus0zmK90IbqgKb6Bd0JOpIlEXsb2WdrqmsO4LRmy
YMSryd2gVgOU92yp4k5ZPGwcXHlKGNFjuMTYJ1p5tPr+W6ysBzMD/iRQoEn7Tpj9a79WgYHkUBeE
jbvJGbE4BDVEs0zWAJqvtpTVXmJ82cgyue+n4Xu+1pJj667Xz3lugFS5mPx4JQ55tpW/j4wjN3iK
7sta93N8bIxNWXLVPLyOPX9qzZBTVFHGnGncj9EC5NOjABh1zFP1H4708dVey9lhil5as/iwQ/vi
FvXnbAocONkby/mxCbCZDy7ZQiTSJUb/ojf9QfQtkQR9c1RlwdNMMYgMSfhZxfGMvYM2kU0/Fnxe
yRlzOtl1/KHZiNTtaMBSpkYEQ911Fs5nNtCKGUbkXW4jXwo7V/hsss4Lkup2AuHjzPRtDZItRsNB
OiDynlXe6JmFxKGXKBwEZR1+h0b05oAYWcx835QcSdnc0Ji46hPm8RkD9m0sdSi7hVZx/mXwCEGS
zT8sXgsjqX07jO9iOb/kOgA2IyJOaOyO5mw8dLMNrMJWB9gn96NKryZKvDyr38uFTXVhaOXQDIag
jagLQUHXTmc0M3iIUnUoR4OR4XpAgbF56JTtRT2M5ZXwskmk+FLY8LiceOzD5gJh55DCRtoOgUPD
pOofQMSRNwKfjcedJWO2aa73eGZD47ELknLbaWvvvQItAPE9q5h1zwF8EWr4vGuZaYjSx09zD/l0
2oytU/tmmd4ZjnnKK+c+LlPyDJcexDzAObzGHN7iMfxoJyfbDK52i+HqsxUORh/iDsleSK5UNCmL
DZw2aOYcawg36hY0kPU4e2UEaaSKy4e4yt8MWZOL62aHYSiAXrtp5YGk9hxjoMtF2dX1F5Flz1nZ
/g4T7VAudbaJUJVhYPe0xjkPTrQc8e7wbI363jSHAcIDcQ296I1rXH2zOWT2S0RwRr2b0+HYWfpN
SrR4BIxj53YLIRvGwvLQ+mM++9l6UqVne8TUCOkrXb7HNixRg8gbvCgOOBr9FojR3qUrWwZcJ9tI
+NUlsrgx4ZKk760wo7Ocp3OUsEcId3iQzCw3XZLvQaYI7vuW27mQFxSh5tbUKrlx1xM0dtphX/xx
qs6tdzS12a6Lx2tWLLo32HTLUtnucyQGW3OgIV0vybPl5EfsCZ/MkwxIhPEVcDT+7Xzs4AvGB1sW
o290EfYaK33SYv0iGJztWch6/A4mg6GJg35Y0rilOYd+lO6n35gMqJyMA3RnmZc6B1c+t6waiXGa
hwZGXRC+jmv3AG+N3DPWFNCnECzkSIZ9AmhYF8O1sxLRljdNyecGhlCUN4US70bFBIwWfOW3c3fD
OnfG43NhJZ9ZEuOrcop3xVmOvqCJdG5tacSAorQu2fU6+iWt6zQ/T3EFpMmEmqhF5ztL08NT9NyJ
+cHu42/jMl9FHsOOT95Vj1ukUSg16REMnoiYZlldi7fPjRFr12sYVoAcAuoENOtQ/ahkb3usi0we
0vl2ZMelQ7KObJgdBvqa2XqLYw4YeS3vu2ntthX6zdis2kTZnZ2pUx6dysd8nBgLdedc4MUp0ccE
vfyqlGmc1TQ+LpXz3JqO12jO7+Niult77QJllY+Wy4f/hSIUpxFdB8mjpSmPxrq5kU6JirdISakt
UbG1esmiM4/f5g6WEPl9CBvHy9zoGD8CVvyuGnaxPa8KkuBhnGGY1z0NU7dJ3tOpvxhGy6h/bVMt
YryxFW+iReexlURM+XlYHFKdWUxa9/fcfShRA/EFvOc5CIpjgkUoyaVXDZJIV1pgMGgDmg31UwHa
3EtneW7F/KYppg8appZNM81PIoDMlsgnZDe3Tro8tEV/5h7Ouazjk+GIP5o1Hy1t8U5nIBpq00km
GYlA49mM5BHTktgMHWHdmrK8OaGgord1N2Qorphf/aAVe80LiuGlypjiJO5taHU5Xc6BqVCZbsXa
6pvpYgO/t3ZaZnU4rYODpbl3onKPxB3+DlcZ8piSXsaukmhGsQlaFPx1Pr6mTpjsca9877XUsxr3
qJmFc9GdLt/nXdqf0si+YRadeXx7G9YiP0yTKzD8A2UXA+lo7YCx6ujoM1ZX2sF01ODbmr62/13G
qXpkraqvceuWcX+Y+45qnGX1hPdP97oArbhk8LYw58d4jJyTeX4du+8DVFuvzToKXLfdKWWdqh4m
ENY9zY8Z4VKmoC214mzYkJkIw6ZjpiX11HdM9Hf6OL+1WYXiRLfuIpMe6dwmmNcFp9C0fZVdjmSR
ULi6OMeBI72glMqr7PRdVjyNJtr/rRpDf2rckZ9qKAMHawOktfFx6VVIAWji1k12NwDN2gIjhuw+
1vF9EyUfhGwvZ5NoxNySRCHVLImT1PZmGTZ75Mk0I22OoyrUb2SU30WR9Q5DStKgTpgTEKNZN6Wv
0f8u11ccrXul6k26OHBKWuqtjl+CcqDRag+P3hvZKTEHv7DaMJxBhQXDk+p5/m4DLcvz+JnH9RPW
7m2EvGGD1EZQlTdfbkXDT1uiR7v4nGX2assm9xuZ+ya1NSdYZF/zlI5eB0wTy/difI/I20VDWEWe
bYiZGxEF6kyr8yJc492IKmo4g5/KY1un7xI9dqQiskYjJF8yZ2enmb6zZ40DBABPgpS2uRnvKvtC
attbEjFVplbIEPaRUYSWtXhakLNyDKEH3yiUQGpjiHCL9OnLKb2FZKIA6QAcrcDs7mDJsDZXdLRD
8xAN6YMtb90igRZE/2YjCHjL5/ZYVfMJEe7J1kkeQMmKcpAhcxvZZ1dHvm+I5q0II7omwmJR7GlK
2hp2sG4x7zv9bRrr4Cgq0y845C65PNoFWiLTqV+nAW9DUC8vNYOXRKKoYPUOxvmmbGXjB0qiDoRs
6aq9W+THqRzvizRgZtHFN1j5z3GrX3VLXjtKsMgunhFOEcZkPSKpfTFG44DJryO0rWUeZCLwmp9o
IyDwd9s7xeCJyoTUrlKMmZeJb0HZGZu+XaBs5v1bktzkbf3c5Ja+g22VIjKYv5rFPCFbNH2TCiwY
12M81MK06lFNWJGxDRaiB60K5FSDdkKXxQlJNHKz1sUBwXO8kaipOzFutOBTilcII96w1PfAOaM9
qZ5v59x2r2WVX4eBZvGUcbgegtsIUMfRcoJTwes0+Sy3uGV+tKq+VDo4Mx2BGq573kF9QVG1NRWj
CDt+W3KEv3dW9W7Cs5u6tNgpbfC7ippEx7TRt8wjaOke8+6mbXq1gYL7gNuZMV1MUIo1RY8zZIOz
juQSDNKc+jXgufUEfjMr86lMnWcJv3GT8w82c9MYByzhlJReJssvaxHhRhXLDTIFHDz9uO+b6qDb
+FAReRnBcLCb9gnPdeMX87uVWO+qVuqYTr8ngNETOgl5od+COlhurEUR86V9GbyjV5O5rq47b0W9
lIe+S7/KgE/hDPNwAxcGMgYDImFHI+55y9kAehRetoYeVW5g+CrFMTJHdOuQPhPAaW7Hstf2Bn0+
OYFcRhhKFEkRi9+baFzjyCh0IPAEe4FA8zpYjnayWpWc7U7iOsINuxmhve7MQFu2bW/9X2Qc/duO
8S995X/sQP8/mCMh/7GtvCWC+ut//c+/Bm2tP/BnioQlfrOx0umOQci0Y8s1NOvPEOq1H/x/srUc
+Zth6oQdkW1Eo1j/tYtMDhcNZosrzF9Y/0kT+W/RWibQFSx9jq6DElOYcsXfDKPMdFHUsdM9Kuni
Jv9gwQFDvYP5PtQdDQWEDTwIgNdSbZOVPQXuXRJGbt3tkEBXLYBg3QISRZzKkCTtlrzIdjSPJgkw
DILRVcrkPetSLHz7JR5BGdy6AyNYcZB6ZbjtcWxiK8mvMgxSh/0FF3Um7m1BJtAjnmiTl7FSba6W
x6DoQRuQkCIa4yYZ0R+C6baUwZ/CISKRevvn22pnbDeJTznfSNqOmuY2zSNdaCFSmqSYmYBqALmk
dGgKtzXXQshAWqi8ZHEW1lYERXoTXP8yWLj7ieb/azaGzZX8C9cerjzNXmUYNOoZjhtI4X/t1Odz
E1fopMJXww6LEQDj0sIg9vB3OmR8p0Udhhic+zGoP2i6LXDB40hkxeSDcurjlyG2RwpiumwOX0mX
GxAtsBqLoADezsVJ5uNA3jX9tAYqOm1Kp+sdt9mm8LP5su08bbkCpi1q5H5ooEZah2GoSqRUWUgW
FJ0DWMu8r1Bn0qDDPh9F5O5bRCWo9d0aqvBwyklRTkvPwbau7smgDB2assxU1RcpBKjDYTKs765g
YMsvZDSs89JTFA451lCbCSBUUisPO3GgsRoovBypaqns6qDTiZRA598rRGoaBh4f8qbFNhIWVVJ9
NYxh8AUs3VhOCh1XH3CErcl95ffXdawNwwXWHbkMR1hMRIdfcPIlvFoNI5GPXVeGzlto6nrC0phN
VEIcjjhw8U/ivo/52FGCvP7jn6/5Onz5V0jDesmVYQu8u0x6LFOqv13yJu0sO0vG5gUF4hSqo0Tg
t4wn6n8Ou7s6Ku0u8gTqsXk8ljBUuMk1wItdcjDAuNjpfxNv8KsznLdjqVXBLyT8CYzE7t/eTmxF
nUAxEjy3OkyaZjsh2J+gRtgjpE0qX6Tq8Z6QqbyK7jWRVTSSJvwbYbz956/F+DXiYX0jrH420znT
lnw76wL415yFhXZQ0lct4gDoYFZ+MzSsNcm+IcPUNu/pFMSBjT5yZX/TYU+XGs+eVg8Gt1Y8O+Y4
+8HSr/8ZxtklrhP8v9UZt9CC8NHc5nBPnI8SA0iYXoGQwT9wYOna9//8KX6NH+FD4KGBD8LjrLMW
w1379UNYBqrKzqrm50nUCXWRPSySr9Hsx9Kd95GEPQ04ToOIRbn5zy9NBMff7yxc3Q6BpNxahoDY
9bc1m5GL2UeEnT3bTCfm4KlHvaLgxbR2zTUMZLa+OHTd9RnA8ZgnIA+1dnBr+E5WW8ibCmgKT0QU
h+uTSq0WYTvtW7xM3BchQPJuB05Pcc4s0WoiWwCIvS4n4xCV/E67qWcl4FMwIUS9MSyD+y1AQzFV
D1VB70XtzajJCvSL6JpM15fsADxkbZUEdk3LEq8AD27bkqR3mifGUsB6ZdWz7tCA6XlHeeusT6UW
x+uahMCaLJcdpiZ4SdsGRi4Qwlhhw+UgCfKZTyKFmvk75+dvGWqcNsNJ75KYzzWRjc1bmqoIxPjJ
KYpw/XhTsX7mBEpJ/TERWMSLmyUa5egTGRMCjXMrp2CsNiVt2/qDRZRBlV+0Cys1KQttJKodxiZU
yEYV6xEbYAMCnMZjZzhU5sc5pNmp7pMKzUW8LyoVDsF9lfaFrb2XPxdIlGA1F2+qu2yqvg1GRyqa
J+eC7/tVT50uMcBqCPJdDkkgyrUNv6I91gV2GTr+6Vhl67t2TCwf3GtJOGiP5tCtq1r+830Ssjdq
j0UF0wsct6XCNbh9Fk1u+DPekdbYxD1qSRzWOmNV3WM7l/WHnaBWozv681eFBBrO9i200/VuIsCg
nB7yXMfWAs69HcI9B3CSf54wyK4XN0armGSv3TA6KHpTNRpJQAMBmyFvuCP4rj8LfW5ZY4pAhHyl
//xs/DHx/mXRVbbJs8cWxFbLw/G3RyOyA71dFgfvK8TEJeVAs7iYaf5c87Qaqxha2CFduGnGIjH4
T1nUkJe8P/8JabukV6H+zjvtnpSadbOWuKe4ih1Ir/GRFqGet7s+axj/7N1IrN9L1ZBBuSfwPmyx
24FYtMzHxMD2HmLxd9uqtB7RoTEyfCBGpw0fxonEDftSqwWYD8lzoqpVfwanuW6gP1l9pU47Vu1/
/sGQ+np/Y0Je73aDYeFaBTnJumZb5rBioqw4p9d4wi6EK/2uMpCTgkMtWsQm0eufu50xiZmfJ1s6
IYW31lx9REFdzQXXg+2RsopuYhwG3TY0k/9N2Zk0x2003fq/3PVFBIYqDIu7aTabIilKomhRfr1B
SA4b8zzj139PNqDvms0I8vVKlkx2Y6jKyjx58pzIZBI5he3oMUTlt92fpjYmNq4FHZcz1rHWoTYA
m/qmc+90pph4vC4Ka2Uut9BW6binDD9lHreuDcTo3o2CL4OgbyJv4ngm8Q9GGpH44k3X0ISJSTp7
8lD3g9xQhONCFmiXLE6bafZzashETJFSxc9B3qQHH60DSwNdOxNReaVHlKh/ebr5qHFwqCHiYdow
Q14lemtS2wwQJ+03cOOJm0cdXv4Abg67gI7lqOuvBF+/Il73ZjdPf6LC4tXLzWz7U2z8uZgUt8VD
YM2Dw7zfVIEfYTyeo09M26SU8XTGSVPlPRiIOatb2Lgk1++Ya10c0egpazcwPYxVMfd1zctdNOvJ
GGq7sZ8YusAk5SoZYSIxx56R25JblyHjFc4tHMl+qhndNm1l//b2Rr7IVrgC9rHlaha2KZv5Mkmg
HNdMH05PUVVmnv4+mfMM89AI8PlCPMpzMpw74UH3vGt6OPJ2Pa+gKfGONdPr6whsDafY9RVSU6+e
RIbvROE2Tf20xUa6iRKQ2fkc+6c+NGdey5TTA2FDsOtJR/q4kLz37cdxkW5QLJoOAsXK1VwNSksX
iz2lR91Czu94IZ3BjAYshsCAZjFXQ2n7f7v0XrrsPlUzk4XvlC6vngBfTKYD2YWlwFO4yBvXpWqx
3lzrp9hIXKo/goVHkEImzuCPPfg4ouVU3aLxMC7PYWgxHPLOEyB1vtjwYlqv2VXQnsDgyKpfplxT
7lddVgT1E/ZyM+GPgRPZWXHKhJ//AVok4fzGz6qWf9yTGLr05TR+jKswnUzGNTTl6AkRSgnZmWGS
Gyb4tzc/417LgaBqfb6n7YMdEsmYCjVf8DRFvoR2iH+A+2L082+JYVRD+rkPsRpiINzL3MC+ReRB
Ze69XY6SaExIajU/teFL4oCgNT6jcKhUlLRfo8CXVVzTN06XOyqkfKRbaIQknSfUWNAGOGD4IKlP
H7SMAYH1TBP/uId/SIJ287NrV0lyumBq0u7jqGdHRiksUw4Ny04Q0z8EBFEdnOyxW6tvJcxgzhiR
9OCM305ADIxg9dQH3WQ9/w/FfLRm6ItqSq17HFQpE0+mxdyT9d3QOs8+QRLvrfkhzLXNcdSnEfd4
0k5PTfOxrYuVrme/hCHzKaEfhui/ofhRj3Qz/HJmGN7PAVYRz05do/4mzB9O2jWRl32insy4hFXr
mEuotpxlAq/WmN6uvYdhBAE/4f+tdi9wwlQpOa/qcQWep45bFReW+0gnLrcudg98mJ6XmB+BZSFJ
kcHu4if3X7DY1iyUkjOXYpKcTR5w6DAEnNyQ/SfkiEVskVKNvRIgwUxHNSNS17qSASLTLd/a1nPA
H/a2orrSlUSrn92c8zSvOeEhM2tcmSNUUc6lqDUbDP9eqTm2MatZE54VwjNFCXWdXnKh0Fz7ffbs
bInuGfBIekYk89QLEbYeKvIRk0bHmp06jBenv5vQO2fviNbzjIy0qkBqfea7TJg15dhTTBlY56LH
6iSp3+GGfN4aK6AM8alnyrzumS2Li9E3PhZrhII5DIFuYXTxmGBaGP9dUA/YI3MoUBq7R5XTSkaO
KAgkb0tLjKuiD4Vf0rfu6ZonxI5n2prr2NwZsPhSTLRKMyXJhtzimFBgkGhY79GBzJL6UxEuc7A8
sWNW+t1QgVUYxDdm7ia8qcJWDf5YRkgpW9xa235Cy6/nedLpKHBeTEen4j5J0xymMZbEAbuFvtBK
obBXN/v7ZnZQ0qNyS6eU9uRT9lPZGAyJ3OgfGDySLYV+O3C/ip6oytsmHkY4Rto6uCzVmryxJlVi
nbKdHyAGyDA73NH8qPEd4vRSLrM000EZGZ2gQ+UxJfLz7Wt4dXj4nhwbAZmJSExdWmU2iVelY2uM
j6Y95PNjbFZIlS5ozq/PRulQ65zKADWW9wCH8739IxcHonGF6KrJ0wL+276okaH6g1cFPd55CUor
0Y1V4KKTAnnY9WxcwwOf4u7BauIuEHn4uPGqa/Yi3nP3QSbzUt+C2MCx5MMEF8iprosm93yZxpxI
XD90eDjyruMV/d6ENvUa9nArrLwZv0aMiQBaNqkZp/ib1Vg2WKeI4auB8odSDwJgQuiqnWPu0BY1
36lB1EtWrvgIgKCAD8AaBhpQlweV5TbThNbD8DVAWcVqf6SzasnzkBkbeN/IpYnHLb1pGhg32B/Y
gl0icG+1x4T95v/Wz8KHpEeipVK1zI4XVVNz8QMVPtT4SOFy1PQ4xXiDgA7p9sHKiNO0vesHa1bT
dWC0AKyMi5vsr3svsNwiuY57XAmzWzeE8JWeihF5Un3fl4acRhaaZ4n6C9s62vX31ppwJVFdz3F7
7BIgFjxZaoQd8mvTQODAP1gTpxCyPrGN6yKsl9Bk8v5xrvETrT9Q4aPIc/I4fS370HTBYNEu15w3
Q1biC7bIW657BFnk3hH7xQOgBc14Tw7xMpGlAERtWpHBmL5Nd/sieUk7ZEjDZQgeHZWMY/07FT3k
RAbnI/aa5CxE7zgdNU9jRiyKq/l3Ww8kFOY4UBe0bzD2y0S6aoi1S1b4jwDM+fpME1z2Oh1XjyVg
xznC/Vck8MSEf/296EBaQeCdGeKXYJ+uJzeZ0Lh4NJXB9zJYJTjuZFcSHzdnUS9nrPpdbOoCmvIh
w4vkIHccSJPjMm/P44SRk2ldH0eLpc899ujEJld7ukqAiu3qrio8D0k++udzrb80OTUbpLIUpY+O
ElelXntbxcjILrAHyYN+B2Lwp2l4J7W3JGH8Z3yybcsEzDapNZDfI0y/TCiD2SyGRDnx4xz6A1Ui
BpSyEFTrdv4f5ACMuB6RtQ7bb+nYgdlcldEyp39S/w3kunspEtZTsNZXcdLnacnwVA0h/tjWnjzo
t9/pBZ7s2zZ1kDYdnq7v2iC5Ly+3a3B/m6Faf9ELvlH2lZvEsopmhREjeljngyOZMBY7anuwiwXp
iUT0eDObAbX4nYu5PFO4GDxkmTmQVW16l+C2pAl9Bdb+WMJJYi+Zg5LkyqG/yHd1TPHOjx3z9+vz
2w9BlDAvXpryFNUQfA+21quynzHIaG1bRaTxGqO/ReVQ4NeyRGUWHkyvBT6ksT4gUEvuGVfZ455z
IaQnBwberCHpwOQvklhjqLVy2TsiV9SNC13Tt2YBQu0RkaTkkxXFa78evbmoSBxUNWU6+fvtm9Kv
ViJqzhyUvFu4QAIcvHy1gVriVY/p+LgjskFdBe7ngTEjP75OGPqD6DwCZq4lehhuk0UfktLuUMpy
zVxacVE3NdxN38IGMQ4jdUtesY6Bq76uNeQpA8VJRukgo/cdpevBof1v0w938eQyDl4R62y49ZDE
y5wb1TNY0X8bHctkFGBLFuxJC0ibqFg6By2gzvkPiuHuPzFuDBps0kNYaIZobjLBf8NwqdJw3jCM
HRFdy2LbD+4G/PiMp7VCS6f/ub8OLIcFkVqRZhcMDh6dQ/mCDBikaAR0rbw9ISYjrwOEDRUmXCvO
WHI+xxyBx4EmUYVhJMLNy/KRxr1cH1bDepluqPN8BuwOdearkmnewqwZkoScTjbMDJaVxO3h7ff4
6rShHevQ7XHJt+zXa9PVcbQqL+sfx9KRHbpWIK8/c9wd2KdAwfIMPSsP+1sUqkUG699+vWwKRGG1
lMrU6i9XEblWkgLz1487lImwnsn5gpa2y/dDJQDqRhvP4SryKOWlv/P99qv710R9F1U1Wl+B9Wpv
xj1SDdbajF9QDZKqiiFqeBk30B+HFIfPKcTk5cjlrNRmDZADL9BeFWvk2kAvmaJir81Q2BDccCAg
849hbQiMX249gT2dXypkWJ7CTremd+jLaBzwk9Pnb91XVqFy6XG00dAX+sPCGD/jjIHZD6l77HGu
gA1OjUrUSA55UsaF8U6EfBWoXLBAxzlPZikqgIs9jepkZnc0b7/sIYpyRPHK92a1Q7na/MSngxjm
okLDakHusJwfp6J9twC4TEhxF/dZD7SMPNtX9mXHLURxRUdLPv/GZKYRISc1F3zHlA05oTrwWY9v
L0RLTs5/nqzKkwxADNzpkgVAeC9X4mRoF0PFIfotVmHiYK5l0p1DXnQBvSJlrOJg/DGdVfT7rg8b
mtDEunxG5gKMAhuRmobNe5vzFdOBph2PQPJBegOvj6xuxkOmqooYh6BIIsniZA7HfUYPjfR3S9Am
mkTzY20MPBOs2SRBWs/nDMeawt8hXiY5ecEoeIwMvVNdI6Iub28LlEXkFOuzl3aMrt2sHu/iK954
tJ+vOrx4abduCWhD7swu7NyFbHTvayVOJ8vcLQqWRM7YIQzDuEM+Hrkkl0bdofbM0PuIp05v4kRm
eEjBdbjWsrUb9MGoX0vmdqnixqk54xzoA7D7LVVYXJ4/GFJszht49/brvswF2PQ0lWnIW2QEzOBK
DfznDyZ4ou7//R/r/w49Cg4BfYKnvbIsYCSPWN5C/TpRmi5petA12/u9hMiSLfT/l5lm9tLjnSos
3vh+fOwvlpmBVFg7F3hAYJlb+wpH+LLHmQ830TCYjl2oB8/H3FW1jEtzxMQoSjIdvNBPOIjSQ2tj
3SjwX28CY2Sfa2Z5pvrL2w/HvrxIdCt9ZlHR5w74z1f4KbNviGhCJr7Zo/KCRxAtx733xHgCB7fp
z3VunMCw6thLsQDyPf9p7kcssG4YoEo75P+KdkB5qUpQY2AOPmaBHwpGyh2azlunrokL0XJVyMvL
WItu8xm8sg0xW70uwIY4X7dmks4XPurt23yZwWhpuSlaeyaRhoPvVT5oIyGHxlw1f1kMM5iZOEZy
oMmfaVQV2Y+3vwrs++V7Z//atud6DjHNtgSbf7ng1Lzio0F68yWuKigthwwU2kE+Vtd1Wx51rMa5
+lDYvWCHmTbZy1FUW6m+YkXIHyiMV/wgs/JyMDtmOxtPG/gzWs4iP3dupmp8MviLtkw4ROw45bp/
uPaAMNRVSsSn8gYallp+6EWv9l5RGKTOXT85s2kfhzGQjyJNQRXp4NOqMJ6sjiYZpPoUwY3nyUIM
bL7GWr1O+6vCAGbEQ2S7UCMe5Ma82ZZfDiPTyz+hAxGCMhcTjkfoC68r/bhDRj05m4d5drqA79ya
sCVNpjY86TZCi+sbjhnyIJiNx4v0O6M3uAdc2VbPrCHexgyRLXdF2rkMqeERpFVz784dDeTHCOiZ
GyhV03QKOk8W88wY6RC6SBxQvJbMwUN/nj8gViNJxUgt5RYf9NzVCpJijRRVdKVII/Pk2tHzyFXH
6P8N2ceIjisvbBWg1bzFt5yZ/i9oYyRWeqpGlYe4EFFCAG/H+QRA+xjSmXb/CHOmM9V14pSaXloG
ZEV6sL+DbM1AGeElq6YMmZo9cwUCExFi2vbZ1MX1dcPICRrTg9n7MFwDbDUgoDlMe8HYQHNMrg85
kBJOlBXkUxFSXPTyyo1ZbhkIdUqbQ2cCODtHCLUGb55jV5K6SiPNty8hg6yVx22XVjAY4oKlluKI
HG3Wxtd1pRCaOioLAZjqQzfkTmF8yMIl4h/3ZtLcmpYZ3iUmJdD8AVIF3bVjNBheFz2YI67fKFqF
Efg7wtXJOKDgYDbzHP8Wh3bRtc+2m2m+vQYy52nU3qCn5ZaOLisThe1G1jt6rvL/RmcJcPRI6t76
+Cs0jS3p68Pcp5D7DcaRo+vIVuhqf04RXuQamfpD2uadtJEXfrmfPY4PdrWjLPIGWiUv9zPfDmUI
3+UvI1mZahkPsR0DFcgC73RsjctqJo13kJlrUmT6hLGxUzv8jcS1xIOlC3DjyhbyiY0IfeM9Y5cD
6PT7FLJ08DFxXINDYUevYZDQr2/MBTkw5oogBKIq6JhGiRY9Ot75cDvXncnTHWkOSq8JAy8O550k
ByEXBHXWISlBwuHI2btutD7NR/Bz8dj5LmIWIZ6pOFarFj/IQ03XPLqJJlxlUXLjiKIMpYZz6Ff4
4ZLza4UxCrSOx6b0GPYuf5Oifx/2uN2AsYK7o8Acemjnx1Pd3+eW5RRMTm6/iNlpY6DD07NiUYNu
Ro9BEiTjFX9oR/UIzDOhN5Xf95Q6cuoRQZXZ0QWzj5XBqodts6XbsZ0JeLC1i3Z2ju2LY9mVXtuw
/bzWGYy2AyJeNSyWMg2amKt0tlYIEwAobty3EokRo3YXSeT3fL5bo9BI+iujwLqMglwFTHV+djmR
W1ZnHYw9jZw9l9+ZIym6K2vzJVWrthh8XjrpZNnNIt06Ck6nRdMNsxqTGWQaC/z6ToAJt0KiKWeH
l7h3+XYakl2TupKDmfRRkDSKQxh8h95s3PQ/nQU6jEBXp9e8ui0zzlqP4bhzcyFgyS0Maa8G5Ia7
t0+2l/UTeB1cBtvne6A2eJbtSKL1j0SqlSw9iwLcivJK2swbpmMyZjoDIKqVZbxjll5svg9WvqxY
+Hp0K2yWq0e7QpOUXGzDEWmUqkDB4JNdKkEVhkYJwLQXLoTzZH6MksLkMjCgl01VFp40eP4boOcy
bwJIhN5sQQBQDpCIc5lVAot7GShtymtTw1Kge8MiZaAxIRqYhqhFOoi4jnXFuOs146lUNHGCppfI
BgxCEt5XK+240Eu/gJXR8jvE/B7bNQgz6ROm5x5w5J27q4PBsvwxVH5UjF+zrJQjbW/DJhzAboF7
hYUKwjvFEmD0ZfgDKiUoIloF08F8lcaquHcpfvrocxkxVIiDwkzTmPk4Z2HZX3fAgbwF2s1y0qw5
3cVPewgPqrguGHPFUReRZBstS41XpjkMw0dkjIzyhCJgyu+yXWbozc4YI8set/H63MHTofahIwL0
POSJMFKnpZVvkL7y/Ig1kZTgblDIvwUqFNzaClN53TWAPYOduEOiT3jNmJY8KX9o5UPcoQYlOmRd
bAE22BhrPBeqyPgoNNyFHlHivkQhkgI8QSaAbiq8TjhzDrUKwk6CHhqTCRILjHWmJYJ0cI2pSYj/
THiEgXEoAapw0kPXkE6FbxgtBzhe8mfy4xw5y3DVRXOYDIcM+a08Pg02M0KMs+hOjo4J+5n10aFN
nz3VE7Tp260Om4tMSB2JUJdkacPiQgG4jYqquN5J61kP+RB9/gHrGZIuXkN9vxWONYKm3L6eDSHI
+EXrJtXdOHHeVcd2LCjsKyPz4wmPbAaj1uE+WgupLjsEoHl6boY25IMyawRGsGQwyR2hMpzh6L1Z
gKJYRkjoLOQMvNvUZRAWrslsm6Qm3tyU8ZEeUh58QEXcCpa71GrP2O92wSjY+VxW36J3Cv4Pi5bv
NJmDkwdndxhRHYoyz1tqyLhaQnWl4wzbgEOVoj40fNb47EXIYE0mFn8nG0tvujdTpqT5lHhzxHUt
28ND7x25+scsQS8eixDYqYlxspN8kVZX5S3g5j3RjB2YooAaREwOTXXUIldcuQgcwVknsUMCe+AL
WJQzjxThPeqfG058YbVu1dNYs5fN6ioxcRtsn1uX0s0mlJ+Jzb4zlk12vyCsyoVZeNPwdfvDhLKk
VkavB6te+xMh3SfAt6shKeD+67Y5dC2Kj/xPlCILWvHV59BrIX0EmEPz9h3Prbmu2S+kk9zP0uSB
GOl69dclKWbXPW4ogleGwg7ikGSJ7X9Barbjd8Gb5K332JPMECHP5K69k5lZqE+jZGHjRzYztGjV
dXzCRM83n2rQ7IwcWtutDES4tnBbKqNqSudeR1YZM/W5jWbsm9FMSg9BKURVLNTE8DSU/RJtL2x2
lSyyDQpiHDBIsw8tGrU0DtAKOK+1YVzVLR6zXeHf25w+Y7Qcqyw6ZyN7lpCPk7TwNsvjMacurU90
WhLUHLsYkccnOogWOmENLZ4F0cAaIgtC9dsd66mty/4wD5jpodRflRKSQGMylGQrdxjKn/k5jExs
S+IBZ389z19IxDxvgASZRkjyoBRP1jKj/B8x44HIdRFnd7VtKESOcwYQxuATCsNSQvSjlveV+m4D
O2PaEFpjaYRYF2jWIriYzygFJLOJ1/SMJaiVufHV3iwdR1O6Pjuv0F4x8aa7RX9JwhcBhT5vGaDZ
juwFjV3e8c5Oz9pBYo+RMWQD25575CL2p7f2RsctR3VjIm9fd/4XODqakdEJQ1D0Q1IlrZXpnGcW
Ic0JgFJvGiwSTK9sbBN5xRz2L8xtinxU7Iw2KTM0Lmw/rZ88XE74hYw8A2HBbBgib7j71ToCnue6
Q9+QHYkccC0beusONmEsgckpc2s5JYU7Bz/wosdBW9lZgPtK7y6NOGF0ncdTteZ4dNHQ2bfZZEyh
4WATMrUreC9O8m1i5V9qfgxM6GBte3n0ExeOI5oLsoId2m3aQ9jIlxuEWG1Ch25tSjfzFynXQ1WS
+R00h+OWf63HIJGln5qcRCcvAW+KggPpX4xCvB7ga/vZLC2KbGkKQkHE3RJCNmitTcagzu5d8vCm
/BLiEMxtNKi3cEUzBTP/b0/H966p4eIdWVxVo53mPiJKnt/fxuTvvKH9eortTLPPnfo5NFTtfN3f
F+iP4G7WkCrqYmAAQwJ2DCVABmpSBhl6VBlEMu9hpxHmkdNImNy4hWMdywKdypY092sVNI3B6GoD
rfmvaDLJecJEusfx6JAjzmfsOG4jYZJMGwzYUQmzpgnP54dM6OdvKKlX4/QR6YO1TT/UM3UuEgye
Cxp7pTHCnqYbNy5k09U4trAaIpnF+pmDB+BGHKyVH8IiPm+T/QZ7n4Yvq8ZEFwcSLlP1/NEBiTU/
9xBDB4kN4AQ4xPCx23HJ7Ld8M2QyxdPfI3YxTC63vJFVsq1rguKU7CLcTUwuf0RqmORhVGXKIYjT
oWw7a+t25rkj31PPpRTtw3ZAtmUlbwEa3Dld3agjSRtKQzBaYyEM74hBg3A0v6eRGqM8Y8pe/la5
JA5s87SQ0x+ZfzkG9l5+tkXA9Qzet2dAd9noBasazqvOwzqmPTRoOa7+yUY4mOCgh0mYq3s2n9oM
6MJqnRXgs73Rgop5lm9Jm162aJ7HNce+5+YjO7VQWn7bhV6zPicIqIb6tiNqmjM2zFkIo2m/730R
7Q9j39laVUI56bYetT97yIn9Akz2IBx4bEOULUjEsFJGKdUvSGOYNI+QDrGhGN7aY87zO01b8lcO
mhHhh0UDWlfY49UYEX1E0zBjspZyPZz+oh1CsDyiU96T09od09J/KHHm+rTjN7jSODidZYxNhd6h
7JG9Mw747wj8oTk8QKJ8MGgJukPu82vhIK/Gjuh6/NFJfxXd4KLV/DH63sSXsKpbwApVhWUfPKD4
mQp+VTqYshxbncsfgUqgNx64pHD+4YzQm/8Q0jE35vizbNRW+1wirWIut3cGCuwjRKq8sQ9uamf1
t3xIBKdzWl9wum6dZeVusBEJRMdfdqAo2mDAuq3l4B+SRCC5XoUC379dRF5WE3AaaMPR8KFoopo7
Vxv/KCLjvG3Lsq+cT1PCMVOh4OvNKXKgGY/mJ/NJsnI6e1rRREFuMnXS+23dvX0Vr2pJKDeBkATA
v3gr7kUv0jNjw8VWxX7wnYLlsm+dLGY1UHacuQrpPEoGUm4bFikRYSnEW2b09sW8bFBQ2EKYoO9j
uqbFpNar/lcKabXpdDg+4IYtlGHkuWXtbPXAOiGRxVYsJ5nUefuLX70LpBldi/4EvSfURs4NjH+8
C7v3mWML1PCAa6wcuF4LnJbd7+30QWFF/m3PBcZkCGL1V7Tl7W9fxuX9C8+F6I4ygAs6/4o5MkwW
uujFlD8worShlrHLawDCTjgdKfuZPMA96FzLv/3N1su5V9rgQq6B/09bnK6Ad9miacYkgvgbGh/j
opMSEmth6h58opq67bFOJAT/hBAqLap5qz8Hv5F4DBQhUV2FXhT+ZtVpCun97Wu7XKJMZ/AsNEBF
YNHAuoQ73G6FkuGF5se9wtYbA7MfAvL1bYlOeO7Mj3tnrnBdOUT0fwO9XLayeE4B8qJMjFg0zuFN
XkI/roxtKhvdK3TURUhxeybwMkfz6xL1jRqOg9UjPJxn6GhgnolmivWjGRiPiK6ChmkZYOgI/9b0
A+Z+MV5cbz+ti7FNDSblsKEZeHShldEjuLhCMzQpUxr8WqfC99f4u6NbXB5uaaAr48knnhPQPKa+
i99tnhCYzIxODUlOH82TEXyaPVVM0zUC2iOmPPuw0YSJLNsCXqfv/0Gu5nS3K2+LRILZrtDoT2/f
w+V2RJlEYaGL0S7bQb0ifBE1RyYTAu/h1/Tfttlqg0wAhAW9tPXZTzS5LtO4TJtba6F51G9fhH5J
keNB2jQuTd8jHMGwe0WR42QbBZFeHtK2yjlqMKir/PYhGDEoeY7m2RATXWNhXvFx3doY+xR34kKS
x/KLjrL61Ht6qbObem3M6m/EEKPsR2zgVJI6B7ezRqg7/kDGydD3YgjDoop8yOwTMiogZMCzdKMU
FEBWzZ6MNgXoGgOIpifs+h3xraJ5lAGBEpy6+Qmvho7sL/7PjraxJCo+ckCxjv1t+KOeMo7qimHt
Y+M3djzR1mfyfGVN+z5J1R7w3HMXMmKEK4mvmGBEcxHFKHrpOH3T9pAZVAwoZMbOHBujjriDeBiK
m8xBnZaM1O9kN+Z2HGOx4GlSs/qIkkrXYyGGxtik8NtZYvP57bdnvVpDzEQRN0z41JBsKKVeYrTo
Bcdqotv5sCPd9Xb7ZDLUd3fAhGboM/A65QGdSEzEeCZ645zvkGKzzd5m6SCwmblmMqKwql6oqFt/
dr/tgtZa9c1ER9ucjk3ju+F7jdTLvgsyEtCFiICMWkE6uyRAOszWA2Kb7Udqm1qjsobBilOemHgi
2d+HTfedupaGNKqZWaW62sJ2jOg8C+vt5/uSqgLqDGvIZfbLZZLMAwC+yBvGBS6ZR6vto7cafQtJ
o8MaODoaMxBIjCreGTd5+yslcP2DRcBXQgzWDt1kT2a6rYvARs8E+cRUFx/3huKezDVbqobYQELe
2LiQzu13oN9LvJ8QoEVd2tKw/5xXqVo2NkKimeqPuMJ7BJqCOsz949f3516HTqYXdNJ5C62RSfIP
b9/5q++Hnu87+gyyK+XoizsvcxS4Ft+K7/f5iYmAIOXVi9GuwtKQUG4bm/Hh9xhjry6A1wz5jPER
xr1MwvPLzeSCJLroHnR3sBrP0UOd66398IuMXkAWjoiiYcy1TTrv+9sP4PLV+xapmTAXCMrB6wMh
Q0+TedVouU8JLqL0huvXKe7ckHqfi26N7uTaTBS/s8jty6yITJA4GsAKIzNkzV3cd6ad0VmLqr1n
/ChuBgzy6mp5RpE5XW/3ZnqJoobzvbda6Wqzb6TyYXZBGjJJiFYuUGiTDtQwnQdpcr1ingb059Qi
ZE8g2bv19DfO6HJUFqwhprVQk74ZHY4WPH2UTIXRVRVGxNuP9TKzgqrMwobwCw+S7P+ydRPqsJ4r
20rv+2DEvJITy04y7ME45jKsQMts1OmvATG9gJj/HJi0GxHr1D7k0nde8mVIwZKUvF/5clW0ti5L
kSnHB9Hpl/TeO1OrkghiIPifZHYbIvT2zb/+OiIXjRymJSEok9K9XNNpojU9zFXfoV3igZmktgB/
Kh9JYHvVvN+2069SMw5dihuCGPoeJoI+F1/ZdeHcBOSIdzsZOz2zmuaoqNfnoZuk7SLD9mN+Hy89
43ZXbel2qv5kDz2CgicmqUMT/xHEokHVduBqn7rSERMElNlBC7Y2Y5+6Pu8sryrEnwx5Cca/vuh1
6PPw4PKpkrst8DIYnwsX6WbUUyc1B6e8rN3cLaRPEoeQoJjUgtYBQHSejcg3up0eRulseEkhjfQ+
jlp+3N/YayjrSjcqhb0JSleFODA8JlsOV2ZNRVtrLGTWqxhtMjnPQvQcobyNrYwGWbKaV3nY0O3B
y4tm9S0GqJJrjqUhU3yrV8qFMmUkCFXLAB1fshcFVVRqEKqxHuSWREri1xxVl2LNAxK4gSqhXmXD
VaG/kpy0YS4o0lZR5FIC/lyiwu1OfmuoqD9MrdEu7k1XMB0V3KbNylT6Vqeb5jRx3ylw+eqcdMQc
/pftYe3Fyh6O020QecdQdty4mp1yfd57yEBcUt3Z5/J/gwnBWQQyPPOBzVKbS3oTMkK4IMp3pi/u
laBvB/IwvWaUeea9LVapSYRAkjPe+E/O455Sq1Il6hGx92lk3gSwS5HVgGjVf5Nd+ohlrsiE/OgV
FtbP9PjzpD9EPG6GvIqYuwQmS87LtbRsHqAx2KJwAD+gLU812ypw7zAgmoL7ZPC64bcUIQnmBYGa
9Roct7SE0aySJMZEDL+gNQYxD+vMtEXb/lPeKFX8gPiEphtKq8ilXI9mLWBphE4ve2VBSjZmJNIy
IgYbIMmOB6wGwLgwhcoYjzrwT4BZWHgh0N1GpbTYSiAFdNbgk8z693UDuHPX6J3PUeYyPHzc8di9
gW9vPdQdkcTNybZ/FrnCgB65OXpqn1qzmbL4qlmHbP02tRgzPDuNYU1/YdIOgwKpojXWzzOfsz7T
Zh2GPwEzLPVMf3QcPqOhU9T2yTBqY3n21Dob/WdG/ESURq9KOogZc/WoFPMxFoKh3dYS3MFiJAiE
C8t417nx4CNOyyMEumSxUiu7FpVbnVYA+x4tKFxAt74w0ZBYcLMWgduOj56f9QZtiA1sJfIK1tJu
UWBP4IIF08Lvha+s9HFb1oOLj/xzdt64owncGh3X0bcx9Rp7U5bh1rfGgDZcP9SGbYwZytBnZs9W
qmdMjrIwN35tatupRm1bnFbWY92EGrgYVS+BsvfpOjfNpqi9NptCD6B5eYxcpZPClvzkZU40QfTa
ubXlHHPY7ne6LTF/cRnJM3Pamsxvzs6KQMwGrG1bPfMD3/g+6nZ0riGBSZ2yt4EczOIk/J1HMPsz
p9g8D2Xuj2kXFmhRtWXTZhxVfPcGoIP6gUvsGG7um0TinUasYHID6KJ5E5nP6CRqhzbKLo0QRU3/
VBe2F19Xjh4L0NwN796aFa4/CyI+4H/BCwStkSe0zsy80KjmySC0vjVUVtusQJ7VNsBWNIPwlQKw
bH5eaILNz10NqJ9o8mFdA8+JAL+cl6kH6krjPRYh7GNjxTp+0BgMrojSbIEyKUOfIFrMlWYzZrBb
s/SqxLYwUYfAUBAWmm2zTdvnnYHv1lkW/xtCYrzdQ5iKBvyBuWrLZBVsHKbt1fxa2+eoh6S85JQe
cwo8si1SMjTD5Vl+K3QkDlk5BdI+lvbH1snd+8sbW0KVrRwa0SxNwnHASZnDbYOO9rarc66f9vCw
gYwDTmk8YEUmxHt1N5ZAC6OFdVk2XZjn0VVdJ7zTABcvfG5p6LdMf5dGK/NJFv1YnvcWxBmYVmTp
yCFI+YWst6yvX3OwPQJPp/9dbOdhLHwfOvb9WGby885W9O8dmnLLKKPcZG3tL8g0ZwEM7DWP1+Rr
ioEGtJH9mFNeT04z+aucaztuklX9uauysYWW1ZGlMaqIXsCDQ5pB3yLbdIz6La7UVg6T7zRIM9K4
hpOIrRMN717aXuTp9HZ+r8NBGEhQp5kzw+vh/DdroyXN27dvuRvUEikcdlpShnoE6wj7WxmgDYeS
GMl8sHBLvG1SioqzsB5Sw1/Mj9iQEeyyuq/9P1om3eLvEX1GMfB2KuOvPHX9fRw7z0c51ff+VA0T
iwNxh7QnFZFOiuYDnfx0EPmA0R5ZsfsoXECzxmAkj6FIgLowCsoMB0cXDmB1pbZxgk6hEwZQU09y
noAZq9y/YiwqjMqjCwA4dNeDiXBwcN1vQwTbsg02sYI9E9iPe1SViAC3SWMPMAERk1vL4CpqKkbQ
6Z4VjrGe8raS98sb4sL3gLwnjvtCB68TzD5bhA+zt+rKloP7ca8Qc10s0kbcGCqBgfIBo3E1M2k2
pIZzjoszqCRVO92HcSlhnuCwIiGT+U9ZMTRP2Hcaay8SLYT+JM46aT+wYGBJxPNTTyuyr46oK0v1
0270DgR6JUhhftbz0GrsIeLjTkOADyRZpdo/kfyQT+REF2y0iHuh++00oboZqTr8jdBhchRwVR3t
Sr5mO4/QiYazY8AJhla2RacteWq39BCigESLvQkYbS1X9J3YfVsTcF+ea3LmODaT6DBsCekG8nRb
ZgvvGK+FqzG2ChuCFeQUniRBHszoNi24L3rwuLfTXNtW8xBBC4WGsO25VAjODcK3owO3s+2gEXm3
fl82VXJKTPxmfxbby65cuOZYySGdgNxBDN3s0XFN6b06YxR1WNtEGH9XzIeIKgBKjcIMogSQ3vNG
7sD7WkB6vXUnQWiKHE4Zz9RGiUSRTV/t7dgFo8YRGlXILF58NXRKOj774FG60ZEs0gveP/L2uqm+
mFPiWBCQEloJkJ8yGLU0+c7Ret9j0ObXdjj6frLm7u0OVhjR1GfWVYR6RYy7QzqewWZOSeyw+pFg
NF0tJj09GrYbv83JNetVvge1iIO3RDmm9PtF79lrNhuyFi2OZFbO/pD3cVBOaGaTr4R5FM+fuo1N
wnBw2fvXFCFzVR8ZvYi69D9v15OXGAUKiZ4IOABZM+uiLkG6VbtzlURlflfkNeRsiNhbPr9K63DZ
Oln7yM+/+mKmtijhgWeAzBm1eaW3k2dO3/jVGt+ledzgEEGl4EHyr5FpQa6iMZi8uS45Kgjzb38x
Ok8vITn6lpbL5LxlIpzJOONlyW7CLOB5jPap1/Fq+BzXUYlef4h/W4O+Wo+kQYMEUvI/lJ3XctxY
mq1fpaPu0QNvTkz1RSYyk0w6UYZVpRsEKbHgseHd45xXmRebb+eG+kisidKZiYnqkEsiAWz3/2t9
i/0mwZ/BHMUHYLuJeCDQStpJXYtdHmcWrzW0F2PgRYaYdCmAb7y2TQNMTQ0F4K700B4noQ77Vuv3
SbKK9q5FFbro+9JLEhuKda9Lr0E1FQNwaioKDqeJaegT2HnslslJ3uqkqDekBNUe6xGDIeG1LYTp
Qc5LLxuwRhR11ZCJVgWEFJ9qWC8d6RRZ59R3JAlaOTDsgHn0GfIlKuDD4pSW95SvkYPJ1rO1ocuJ
tlgRJN4QOshe7rQOMA7uEYMsJZtmhAJ1QaB6npL4XSxBFd0Z8qSH7M8JtKkN0QfUwXK/tJ1v1dih
U3lSdTR/jVHxjZA4l2u9w/s2h9YUpSQCbOu703X+rP22LHBtxB64OchQQjAKoX20J10nn55TRrsU
xxwwi+mdUt8pmF8mokRXjNZrvxTxIR27jm7RRa1bqgp4hLvG+wIHJslOMdvehkJRXmHOC9umn7Aw
rYoQuXU/JiSWxL+Y2oKQNhznzmtismYWTo97RiOis+sSns7QfkS2sGLH0ZsAmMUjp5EsbcD4CE/v
4NAOdf48JPOkv7DjMv3roSa2I97nc1QM9CMQD9Pp2LCSaqOe+snAA2mJUV/y29GvJddH6eM31ua2
/mg8UpYmdVYYV3I0i12f13IHN2I+IY2v1iZnKHcmu4rxq5rq4qyiP5N47oS03QVQrrfhZIkRvlrm
a9nTT4YYGIgfxxh1RwqPTCdgqG3a1G8bGVj2KnrXtXM9CkKTSPqtg1hkHw1UXQAbcdVFVx5MaEjt
cJ+rImhruB1m5F1NBYzOcDbmlBpMj7sxrOH23E5TX1MPGoz4Y1GQxYFouIynO9Mru46odtslPBQA
JoOZOTrOz2jtqB0Roxn0nR4OLX+WnEoz18RDRvBmd9bIgVtOA1L8NExEOj5HXb6QUu+kE84r02jf
g0FIxaGpe73Yt6vvLEiTXXO6dpGQFUdhRUEdNlHs9fu0n9HDhUafz8ZNEFSkBHmLN4KcxymyG0qA
62Sok2JXJT5p2IkjgnPs4OKAI115t0ADCEmEdk/wXc1M8KGoBuNuaO1xwg1hmZ8NN0jPxeyQM0Rl
Irtvy2AI2z41nuZyJnWtb5/JvG2eNMPM7wtbm8l86m2EBzu6OxGh05WVQMy8pURC7zKcHXslcT4j
laHTb/F9aF9JP7dOgPfKcEGLfUBWSRq60/lXfFfjoGsJc5DgzP3RBaqy6xAdQJAK1tt+jex4FxTe
8kkv7PVIJ9kW+9Eouocxbep3kVW3dzFej2O+9M773tesUxTo4iCyWiL2OLDe0OOtToROLKFBvVCi
Zbw7aNvxVQ1p86NeO84fJFcln6Kubx8Xuqm3MVys66JridlDBGWHIhUGa/S0Htw5s/EPrNlM/l0/
3AhcBQ/C7IzDOrXZIc9sE57WWIPC94zla+1P+YdmsKd3pa33Z+hZyf3k6aQ1a23WEB3Trje4eIIP
4KCKsxFHzjsfcaa9y8CM7hCr+jc62rtPhTO0nwJ4aydUHtqes3l05bQD+ZKsYCWpiPjvKNT59pU9
utWHuidXZS8lwEdrGbXn2EzFbSBqTtkcVD4gDDVR+bbWafKEeWdasRZO67i+5m0kXmI3hc1DrGIo
xrylEBIZLwZorytPLPmVlTrLw2pq/Z0bd/XJSMbxOpkyrDPRuiBnTX3illphvwOh688HALwVP8WI
DhrnpZu6tpdd5vutR05eHv2J0PEpIE6OYHd/PCGTCnY5oAeMRQ7zYZrrH20m4IM25/6DE3velbWS
wre3Or4ApUjno88GEuv8hLczFL6onocyI1EEZ7S45dVkaxrUE+PErDAUQcvCq5obtzGAmec5tTWU
vS2OI7bY1w7TySNRS9gWYcg/WfQXiPkes+ekytNiP5kV4l1nqjidR8RskcIzIlIcSdlBmlK9MKES
9GbyP9mOhSennoENbLeYWvP7onnD0cEneZ0P9cCckaz5I+y8/nFisaF72lWnAbQ7qfBW9cFF62WS
iSKMPN9r6ZhwKqNmO49HQm66Pwyvr+4Tzh4HbUKMEBIloqe7mHLQAc/h05QBqpsH8Vuymv01qPUv
Y2c9udSagVLnMoTdywmDNpsjm+1auzZ6gvluqQ+VpA5GhUXS9VTfs6NIgiPttGikd2uyJCcaNQXs
UjXTa0W1eEeDhBhpTZv3U+AQEWDX2h9a3JscQdrUrnZcVfHVXSvnKks0+0asS/MZq5R2ztlGM7js
+S62rek8pF1Gh574uxCyRfPHxNpxYyyO+wl+WvNYRo1uh1WS90d3mdwn0+jKNowirT17veOBkUd6
8qolZbLgLqp7SBsm8PxD4nTEbc3WANQm6uqwzon42wUeTlf/d7Qc/t7s2gVqHXf4PIylGeqCkLhk
dbv3ArrYYTCzJD1yctbfx1SfCWb0y4gvJJhL0BK+x46vPRrAyV6FtTD9BKl1izA8S3fceP08kQFw
8K2h/IglkMrOvPrPkSXiTzkt6G4npKRgx12oPxhB5hyz2QAXnkZtcYqFn3623aG78rQlebE7ZCV2
1HsQUSZOJESmFyQ+VRFDE5vnEfJcc07NtAqBbFF5sfMozNI6/erXRHxhovYfW6o3RCLY8VVBPDSH
yK5H12/GN+U61jfkad5z4V+yzi2/NKtBiGQMvk7kFnN3Y/UH1IEp/4q+0Dm3++Aez4R9WFKnPVoN
IVE7Z0prEsw059auZ3fn1fpn2Dr2zZzP+M4Kqz9NgSEVt4zdMG3r4vfVNhOg1I7o0Er0wVVtj+1H
FwYRJLU8T++1WDP3LMLifdXOZJUE2nqtM5udpmWJrmx+dhZ6o629T/yRlCFBra04zhnJY6c89pPs
VYl7qUxJQeOa+pAiSAGSzJB0bWTxRzlW6pWNGkl5oK/ZRZpBnGIX2Y4oiiyhTtobdmRTUnWT1JO8
34S0ORMKZwhVavP7PKFYhS0IcuehB0tXBPu5iKc1ffIwa7KPzQgn4K84imnF5koehFQPaYUXM1Q7
vR7wbew4uNITmtM+bn6LnKCcyd69NJyCtUJOwLYfU8x1UDmV/WWr91Euh1G570pwq8Svj+N6hxoi
bq/aiJI6dKqYkOQdo86t7rOSbPiBTEWnzw4DARaJDM61WqLrKw7RWlQt/qsOCzQ6w1I3SjwUOVs8
DfD+dGxo+VaPNrFC2e+9E4u+Bl/SifQ9lMnIMCgG5oWpE0Vszo57wnIfN+lugHUKhXeC7L4celR1
PsibJicJMAWLmByjKWPh2gHfoAwxdjNdnq2rRvogDqHBYKcTqipFcCGhNetaLwEqi7TsXyHh5qQa
9eihna/fIHRm7ed3Ez3N+LzoLkPM90R9ivKIxi61nnx1n9mQeelhyCayaNBS5NW7DRdfrrRjydus
Y/pRqjJPqmDjcwZJuI1eMhrdn8hKpLRDXyZ5XJidUh7/kX3jd71XW+NU12TpZitpIyqm67DDJNN0
jxtCbjOUBITzui7JxSx+7T17KSq00+alUMV6azDXMtuvvtYt8QnCV83PVM0sbQUheK1qUrLwDr/q
Up/f9Kmo06RmkvdcSnogx0lnmyqDJ+r3thbA5vsQkylh2Yk+ySak8nCqc8SmxlY+u1H5UJq0kmUd
TkGyXKpPiOVBBSkJ/ta3UFeTWz7PtlJi2a1itXUTRkN2a/CrRVUhJx9/Nq4Tb3RG7Zr+kpVCv/G4
NeLE6XtpzYdoFK34sw9cr81uOBfjhNmNdB31+rzGZEOMRKex+COiB5DOIFdhChUM8Q5FWKLsGr6g
FYvLSrdluTzyUD1QKI0MDU51a46oAEBx5zjSTptoXTS+NIM1BBQN11vbTdWIXN3npm8Opt4sE9rA
scnpoCfkGoTjK2TxWNAmi/zK8Xh7XFnSuqg1Zfc78a85rMPA3AmiLLDCr9MKeOVkiHZYIMCr6l5j
m/OM0IAkKRMs3qViOSqj4WiaKwpcTeSUDHeVxZ4Iu5DS32+FS+LfZO2/ErXse3zTjarH9K0USIOU
ol0ZiZU2yJgE8oFGbFgK5zbLbVJev1W6vIsyenPycbKQpSp3Tow5O5UTdk/2PlHeknWWpoGsCtom
dhNcQRXtJ3qrHRFxL1jb5OtIhjJl+UURDIeVIj0ps9ggCCBk2DX2J1CAkhvZo9nQCQrNODlgdnFm
8rC3jtLW+9w8R24zjpxRZjtI9HpXwFWbn2a4YN3L5iITQYphcevmd5iJU65i6pqlA7Jx6YEH6RIs
IeTHZf6cMS3oH3XQsjWzc5Bk5RFn2zh+5tSWPlcSfzvRow2M/L2eFAMs3NlqqQ13bZPZT8kaZ8Vt
6kIdJ7wzq9xHNZf0Lt1kmjiXWm4fl7h3NQfPWrKjZ/jv6q0adFtra7M0j8qVU46pvKNm0TNRbD7L
zeI5XpTJJDTxSlb1IHvEoAOw1NCgL12gPEon2jJqnc+TNxvBF5GwlX7JnV4e9Fsll9oG7cVmrKpA
XaRLJQGOX9l86Gs8su/LRUTlc22CKBt2yCLnRd8tNqTfdK/mow1FpHQdsHXl5eCfHdfTUvqoMCKv
smvOgxeuUx1MCA3ULWqJ0S1lgdhfIt4Fjo/z76obZ3Qi5k7ZClq+XjCRqmatVuwccQ8TVzXbcrUn
QVCu8xYFFX5zinTZqVAaGjVHb8s8wbHgkwJCMl87B61AicsUZP3jZp3EmCC1Far1YC6eJN0XkFnN
OYwRwzof1VQGMVcae7YOrOp1dqqAooNHpKU9Ka04wb7yLw6X8npEmgxKIuX1pe4lL9GYFzlS6xG6
3PCwAV/aEus5maVKU0jhR1qW1GtC2UwuP6Kp5ZdXjFxQ/HL52XwCojJnQQF+NMuZKA41Ebu0qBnt
OBSl+AqNt/SYpyP4hyQMUKHyuNT70qtWT5ZOsmFukQq1PrnjAmT9el5osUADzVGdluznRZ65ZKOq
TkszZwj8r0e3kDMBpUG551Fdu6UOpCO/ogEtmp1RiJSZftOqKw7jN87qEsle4oiJj4VsUs199dw2
nMD2sJWvSEBh53ObNpbTjTtFcnlOlYrfIx5TikouXS/M2wMzXgXkT4OTjp8uYPN7cZa3Fy+5vebj
0F4RjNhZwwFQiSiKM+VPv2lPRkcMEz3QwJ1niJVuyct/gt6V65jm0JciIM/LRJqeRtCiSKIHuuAg
bMgKLjARXm19mE01btmt7CGgY5VvKw5hK6n3RUUY9JeuMMRgfrBaWyZPOvq4eEQHG4tEgOmgIbkz
qm8rxkD6D77pttjAy45twfbx0b0sOVrRyYVWmcZjDqDSkXXRxW6WKrbE8lOhEcobiDdb7gDqSwcm
QvrGvdIVLVMtXnRmXNyblrTz0bxS0L5RrBXhrxrcAFFfoSEAJncWkH25tPUiw7J7fZVWy5JmZxGO
GkfKkFY34UD3hDVwNA1jK5m9PNyA/RsVIfCxzZufMvg6RYDU8zKSt9dYDegqGXsruotTbSZUuoF3
LJrPnYF+5yBIKRmXkJatzbfYdjqWev5pqXlW/0IUx+X1ukikYqKXebXzAHlLeXC9LuVe6XYrZ93N
Qrn5kBVdIlVdd5AcUgS03cC8zWQn0ZkKKUoRQytHaBYlspmTzp5cZuv2QgHtIHFxC1stA88CibLL
0KTB3eF1SS6Q3cEOJtyeW2t+631u0hSabbLJa6om82Y+34BvGonzDOWtS7ppQWqU3jxmy9Y5ujzm
OZgk616w6SO1rcpQsuNJZAnm38WiXEE85VkxUKKfgeXLrYEexTSZekR63KLKBQJEskbP7gha24zT
UduvOUIiKs4o4Uryjy7b6E3OhseMmJvrUbNSrwu/Ee1IaeK5GCr3qGHTwoUpW4NaEccAs49zoyGT
5wo2z6bTEdrJpo2QGnpf2WLnZvuc587F7qy2thRhWh6gUgGKdul4ybZ3pq1N2fxFQCIRK33UgnU/
+UFEj+GUYgm6eFMrtmPsyuSwUcIlv9DlINvuK+hvOVJoaMthOEe9HL36xHTi7IIOioAezm09leVe
rW2U0mV/f6EYOR08S18rgVTOyuCibu/MdvKAQn85gHRQIK+3aT9VOMxNskHggfT5bcekBYxvZ4QV
3kb6H+pEGotOaqIIZ5bGTbXIb2OaoDL13TkTZ8dGAfcWwyMXhTUuAjpxVKbkbcLWlN2VLy/ty1us
Vaka35tCxFMtdX+x5Ky79fXshbyZFtcenygXYYmOxOInl5xtykb9Iuf2QYcbhmxQeVKLDKqCEyqu
JE10uz4h9LEm47q+7L43RZpWW0T63BAQzMx3GKBk8WXUjVavXIAqjnukfstUUhSFnDCV3ffb01Rq
vbjt5MPX7Zl60w7RMVuotcO4jvt3kEgXghdZqheqeIPm7pY1QC2402GHkZ0e09mijE/JSQd0paSb
6jlYvS8futLTtH4saThK0RurLfe2kAecnfhRgXKAb7+ifCAf0aYLQrApF2ijcxKfLADfjh2c9WpQ
NB1Ol+z4DRGuVANwROTrWilPbqIkpy00dXZQaAU1ft435Za65L6eKQFsIj8lXUvgcvCINn2Rko2A
35evuloHXFXQoEZ5CZtaVymS6axG3nudNGbc6vJmSpGEMqeiXZNTbYC0nvsdm0KexLZ0tdHwZB0F
xpS09q8tnm7wqpQ3QAiPwywfxsIUzYcJKth8ygYj36zs26F3dejQcxHKMD0os+9AAgafKY9r8lou
e5httzgGEwKxUEJ9EWP10RR3yDyUsJfzF1oKkk7k5N9fdmyqaBNbPhXMvUN10CNqlOWGZ8NhVNqf
N3d1qfHaYuq+cDmn2ZTqEbXZ3ZZuQiPZZdrKb9MkBBuxDVNiRvTL7O4bqhq8MO6lNKK0bxvDQe2i
uositVQ7/diupfwuUzNFng1jTW2U7U2knQ2VLwVsjfPPpsbY1gVabZdqmXrXt3unJdYs57ZLuWUb
cWqvOSND4HtsbvFNgYDKQMol1fYpglLESM8bjvweE5l8vKrcpaf1pUymMARbDoBe52PFBi/vtLUD
OJoM+T2kDH2d9o0+Bwa7HnmcEVkrRVJqq01PQUo9NqeStfr1IqlAOgQU5KZyNQWOJLexBpJquTKp
+pxjZXJPnEcGr7nSxbGQL5LrHBMW9LTZ/DdTPVpEOb+ro4CvZvntVqPdl8t5QhWLp+65FwG5N0eJ
Od/5lBPJOHZVtKJhspd3wo3RsanwNlniNgERdSD3Jar+pQ5A2oxw4I7wFcOhRjxYk/C3RaTsTOl+
/WaK/z5sAaHUZdApIRzaFnmLOivHMFfR30MqWR3AiEvb8DdvqBKvcBaTe/1NyiKduPyVb9oSpYFj
mHJKVK/DVsIkZ3CBYkNMAJ7D8qKz2koudZz1nkk0wawfE1eT6+GmGVMvsoJJkzDWc/Pgv8hnotxb
7BMdZNqW1nUb46XF5dvdlUzfAt/DWC4PRQPZ3d8pleTatlKwuVlMttVRBZVsAQkbMyptOKYYB7Rz
azuejbpkr3LEYdWORLVosZQabvOeNwmpa9tAOY1CPnzTUl72aDH+OEb5Vk8RHOrktrId5VDdjkqW
O8ltg1AJJdtktdF0Nn19pXZuwvElkCgBlMqGytR7ab8nMMryOxZSPE31CcmCvCI4T1LSbjh+0s+A
HKKcGtN2tV2Q4v992CSadJblF4rdZdbbE2x/31hCanSSq10YnsW4VEpSVx7+uX2K70MeFG8dtTEe
tQUpjm/FIJaZG0rQrcoCm0JQDSIvo/TPobSx5Taj1V3JF8HXLT/VKyvaO+EmrW0apjIW6u5i7Ni8
UtRLV76us7byVdg2JqMiVaxqJ4Xw81K8wmQmP1P3B/5Bp7Y1m+RfI9LSoyPWZzCL98qKEK2Af8yr
yek9to7bWXLTMav9gXE54g8DErb4kDSG3ecfmO7kxhzmsrzhvm7LR2osNEYohpJu6UeoPDxcjds8
nhQYQviLPXYxqhLKLr95cW1bbqLrnHg0sUNiJSf3Tfq8DQovBiP2ElDTZfRtIttIIeo6JUdsq2Tx
GJm51VEv3woQCuKzaZqDuYuHQ+n3+MzoO122olvJeVN6SzMljzBRuz5fgTMmVTyslNBvc61PKOZt
fS+mqlvGJy2hyMuJ0q8MYz6vBrEuhE24ZTGsdzVS89m5x6IE+UrWSteoLpLXGdxLsBD4XpnZ+z5H
XeOeEtMdHR9bjREP+qn3QCrvHKrIw7DP3H5pXmOzFuMc4ppb83uO2kYRujXZt8NvHeA/2w9NTBYg
TJ11tbxDHVEcOq2jV7uhrEYZd10GVehmbBBFJaeg4CT+bknGwbqulkoUTxWv0Z+ORlv3qXCHYDzC
d13pa2bl4lKORzp1FlMz/K7XTSvucWJF5SkauT5UVBYqYsG4AzjkHDDe2ydqfsnwbm55t46lGS36
qRb6tN6YQCnCXGQmKm5heuwLYqZf5CZ2IJZdjyt3CPVpRv9ldcl0bp3RFVRqON8Zt9UKxQFTUZ25
R9gaAfARc53EjZ8Wq94e7S7oe5olPsFc6dEuJo10t1Row53m5XOx7NGDoiLfpbQAZ23nVNGUW7Bs
9Mry6NZqIMr2w9pOC1InP+tG0rIQltnzXqQk/WS7lCx1NMMJ84Mb6gwDCwO0rTu3EdJWU+y0JB+9
4AyoJu3dnTUa+ryGIz2r6aEQbtk+C6dC1RKMiTPd4FwcxBF4rFkRkVboVykIBGjCOCweauLM6uuG
iqd9FxSd0G4cAYbvi8+kXH+pddfNqIFqeIo/lyt6p/yQDPNoj7sOaXNNZRh3+otbTPScAJD/hvWB
9tXO2Yg/F0Utr4iUcTss3ElPrdFd0900eJb47Kxsr6StaqbatoXmqMKhZ8SxdosyxnTfIZLhzuxa
O1iERT5FTi8K1D9NqHQpHfsqloTNZVfiYMRtr6ZlDREL8+omON42ymqLr5TvKXaB8TefSjuHA7VF
ErG0oZ0UyNFU0UqKy64UvDNQg/xOSVjVh2Sqf8nsJ3Xz6lMMY/X4TmQq0dXZehlZaU0+I4xxEC2h
EsZuC44qeaoWaQR45jI3g/fhZfVQb+v7QVDKRnMOboOgGHNdnU/R2LS6/zDba6X5h7w3aF6kqSeP
SKuB0u+1IyVKIF29bET/fWaTm6PZaJjdOvT+4mNf+1H1kva5G32diC7HlKePevnYF70NB+DS3lTf
dtnqTpffUorudJlSKsxOofcmzaCuePJYyZaDoLo4+FDmtHi2QlCosj6RKy5LetmVxHxJEw0Hoclp
desMWe2flrlHmhnpJlFwD40xxAXeUrrRpOEMDseJjtxcY+rYUuD4fHCtKlp/H9h4mEg7EFKOe9xI
1AsOVp/jRng2CzMztJPoihQ41Xuv4+O95gqpjxGMN0k7MP1p+PeWRAQAmNM0Jk1x39QjROS51J36
MLRN2+wQTZka9ilyMu/rOWgQPy1TnLEFcPz8CHenPTr9lBSnoF+QJ+FB9wLE0on5Ide1Rr/vcPWE
o9PMtIyK4o8cw+QTwOj8Spj+8IXFp69Db9WXQxQ4EX6RJeGHFl7S31BEhHjfjvX0OqbU4K4414n3
CVXM+zIbrbOfjeNhmAIGYk992f5aE6tbhR2Jie0pGYv5S2sjKdv5qzml+6kb6pcmrmGCLGiAQpzE
3ocWg+wNGEb7FuiCVe3WKUuWo+mUzb3rzNkLEuXmgdmt4ClndgK/rbQ+JXWrXXkR8zwuxWW8Mgtj
wv/LIVv/DGKfWa2oRf8be/n43PHwi3YXicHywhit57VJ9fsrav/5DAsyQfXRBngkaEFw8/K6M19o
QeTOnckxrwI4PWXGPqGh3ezaNqVCbrije4o9dnq7lLaWe+04a5pjrPDjDDGY2b2sVYkCKTZdC1gT
/Tt0FAXQiMXE/GNmenNHdALd4sorzDzMOCDRt2vEtVemVpgZ1nSbRbHxu68L7zOkm/RLmuTDGeWj
9TDNBm9Z4EbHoDZ19EuFfTanLvf3PXX7eWfqUXsGjSD+YG1jZRgxyvyhGXZ1TGLGHUe9TwNq798j
zkPEJE/Zu0oPymNv9sHJcfT5aEF6/2yWZvIUpY67d4I8PU7aGr1PMrQ73mQWdGIHc96D4GjuK9ti
Sk21ZAxR2JXNySq99OssNOND53fJfMhHvf2C9nX2QpSNFADtRBvrXZ3HzCwREL190+K9I3sJCm2h
5fW9389td9AHsyzDMagshKZ6Op6wJk/PWcBZLCSkQd+bdjQiDJntmwwu7J3DGn+zxgO6wWRxPhhV
UxyHLCLRHDr8NbStGE1kP03RNdrNIT4wL4kP/rDEt7AmO/9Qs4N7nOJ0+mrWfczpbfTpyFtZ3bUh
X8T6YMk4znf6TCwRnejM1/c1QNY7fixGyThaj83Yl18KDcLtx8wfiaLmXxx92R/4M2XNfK40vYqu
dG10h0/BgpjJufOn2cPFxvF7DdyPjs8TmnNy7UfCMU5AuxH0En5AAxVjjTYk5kC9RkSGdVgXSsF4
+/pyfsCDk/d35oRt4Rp5Tm1cU0fLjZdlgX2f7f1g8p2nGG1/Nuw8g9HG3GJSMu7DmVzn8kHXzRJC
D4pRMPFlmC+aG6wWtjMi9LKHFAg9SqKeEw37wTOwFtb3ol2msKyiwbub9UynEy10Xb+dlpjWbjXi
nTyZS7q+E+AuvJ2eO927NAvwVYPON5OgRaCIJG2X6TTYrxYsXIL8AnpFIVknPSaNIW70a16DwnqX
DYWz/jTO8EedMKAdyBAW5QUPkQpZzG+IHIAvFsNByXVlXWxy2wGxZ4Xbcir/48v8f+JX8U4xN7p/
/Se//iJq6kJx0r/55b8+ipL//0/5b/79d378F/+6S7+0okOZ8Ld/6/Qq7p/L1+7tX/rhk/np29WF
z/3zD784VDLY/nF4bZf3r5D4+8tV8D3k3/z//cN/vF4+5eNSv/76yxeymHv5aXEqql+2P7r++usv
AYSg//j+47c/k9f/6y+nVrxWxX/93+prCt9FfeC3f/X63PW//qIZxj95F2yTPF/qmbolORoIBuUf
eeY/KYADBcCn7EksA1aLSrR98usvvvVPjuUoMoDro83kBPbLPzqBZ+HXX5zgnwDkiHMJXJt8Fc/5
5dvl/fAU/99T/Uc1lO9EWvUkvrylQRge3jldfg6hGKbx1swhOJvg8cgmxIRDMxBS4c9ypPZDSo/K
7GILGdNSsg+Hvd9NfnQ90Z9tntjqlfX9d3duu7TvL+VN5B8kOIKJiMjiMnTQSxx6foQzeI6TIY32
jLvGjF0zO0ABTOAF9emkfepLjkJgfUQXpyHOOUpnpxg+bPZbigjwo8yfIue2L3O2dD7W+BOZt5b/
2GlVuv4EDPOXW8bYBYIDkwS2t4Pv58fLHGfdi2bHKu40Uy/inUySmO9m5vfpN2ETGRqWRhpnp6k1
43YHeFNmdOLkFj8hZ/xPl8Go58mRfcANe3O3rKURy+wXxV1JlaF6aa1xTI6mVWb5jl6p8I70nGe3
DdsqroObTB+L/hwDRPZffvLY3oKKQLO4+KAcKMe2w7W8uR9R1mecX6fgXILCSoyzK/q8J8NnKAP9
pibl0PzYp5j4dkxWYKs5ZuT1dWa6Ec2kSl9u//eXQ0YKoTeS5UWB8g1vYw4IGpsyyztLY3X1OLAU
LTsxoqBFOjDjFbCPiA/yeMa87FGsJ5wAFiL4W0w5+aPoMmv5CcnnLZaKHit2LYOJGoiczZiWjqrv
SIMcAoiGhc92pMhntbupE5AFg47OsGNYsYuJxrdPA/HKL/5UEOC9Un7Yu6Tzydhpkfmnouk1WGQd
n4EtGvzGDhEGKkPM2GgfSJ89DoMZRD8hxbzlA3LdMjPIIdHPQFn2F6eXiTc5GzW3ONqTSxQGpa6p
TD8poaJDo917389It7/2Vlzlz+1ELPW7yoJY+weqsp6YFSytHKF+8oDf8Hm4KpMoK8NzOK9bWFPf
vG/owmrNIjD32OlCYPiau2Loo51mNn76YBJD456HodO0Ya8tRFU/FWL1xvfrNADcP3iloNt7nG1y
nz/8/YVdzH7fsaq4EgNLnAPik6fNXlgOlO8ec4XZefRsPTpA928htFqRDVH21orHfEI0hdrP5pwC
jhqrEQ2S/LnSzYlaicKOkOLLb2V6Lfhvruf3/LvZuapp//W3NZoU+4zsSKqt6U1m85UddJn+1XX9
hh/VdL7Emf/9F3oDgJLfxwLPScEBaroL5u/H70PvL2UF0AOacHw8mWGDLm60Hm32AZtjm1IQjdip
7wcP2fjN3/9s+dnf3UvUK5gaLYxPVkCWJYvTjz+7sJZ0mkn9uB7crhCgzWO0Lqesjx1U4F2ceTUM
BCUbDQanzP50etiv+U/eNZPF/sfLoNJKXiMcQBIoqEa8mWR7LNmtqRvrdbQEOI0/ey099/bW0TtY
qRR8tBQvjKlTk0rp5mSriPaJHdSJvVsQefBW5gONwj9ptzr6vlqwuS37SdOEMPejhklnOZgzmO+b
uCfZ+TmZZ79DkO4YuKXG3mvyZ7TbshISBCgfn6PR5r/9UMe9H/79/X6TCij3kGwRbYt+JIcj8y87
Sc3JIFylU3TcfJwekgsq9ZTBc66y7IxKK/Zr3Iy8sB5Gbc63Q9PD4znaaRtUGkfPtucL//1lvXkN
IHChnNJNuFAe2wL2UT++BhzE02UQ5ngs+6zPjxocgvqsGWuMvDmJ3XuQEhaTIfVN/9T4QxX/bDV5
A4ziAohpxiBpwkolrP4t8g6LCCYi9mxHQ2uM/g68QWHuymVxvtrmpBd3iZV1/bs2pUCyo07ZPyVx
XuuErhSZc92XxjDdxl2Z1ieAl8WShQVlxT/WrpjXn0zWcg35bsBY5LiSyGKz0YRVx5CR24XvJh/P
p9RIeG4PsF5z/aPR5XhVSIPouruq7IsPlVeP89XfP52/vDQ+FC3TN5iGMRu6f2HU9YU1S+nAcBzE
qvv3o76mGFuyXHMe7KSb1iM3QMQfRn+wmyuvRQl+17SO3e1QEDM5/uRleRM/zAbEZQtCPA9hh65D
yeXNOgt5bconq+iOsPWDB5+cYeMwEORWXq8lDpQTnYrx0a3ppl2VtEL2LsG7j2WGNX+f+N76x1Tm
kfsa0P26MzsyUA62WxjYWUnetXdEOlkz3jwP75YVp732v9vPyYs3TB0OWgD91AXP9uMDNJbGngLR
tUcsrP74mE9z5kVEgM0WcKC5N5/WxV3nh7HGZ/LnNLaip5niO68/eaRyRP34HmFpJ+mGcwfLrHPB
mX33Htm9TaGNcX5MaR2e59wyHoeJYKQ9qXsUtcnAw+92KDCH17cAorL4hjUpbkN83vN8Khstsv8E
YtEBGP3Jlb0ditwgeuDwIE3dsZmu3swFEtWcmYFbHxPTGYcz5dTJ28cFoL0QPUVdhprTLxZ7paQa
aH4n+GB7Byr6scjswvuIszKa431J3exDATHKeZjpAecPvNll95OsqMu1vLmLTFgwazmieWBR3lzr
gNV68Xp/ONadV37qvYHiyFK0ON0To6vzc2kYAwkPcDaH3RpNzt5yFyO+MuuhMX7zFgtFWYmJg5wO
uLxHqA3J0ZuMYT7EkVHubbY1FaVnAoWJIli953xx0/k8l/X4Hv9lExya1B/ogNB/OaccDDF1juhL
srsA5XPX7to5bj54FjXqnVvb/ASvEvwrI7PW/icc079sIoi2dRyP/+M/DMo3m4iYPX9bS1vEbKxL
+qjj6srw6LeN887i4TVw3pz0Vuq8Pv39+/I//mCa+C4oKF8Ckn8cT70v/pu9M9uNG9n/+6ucF+Cg
uJO3JLtbu21Zlm3dENJY5r6zuD1abvNi+ZTU58Ru+29lEARIgGAuZjRSN8liLb/luyTVNJkYJ+IW
NEe+PXQH23eSdC+qupMXqMvD2ioHfRzf/fnKJ5mZWsmeS+AAncImHnTURP5hCbl4OsawFeS+wjh8
+Qhl0/3sL331vKG04X+F25wYuAO1hR5VHMUblIy+LN5YLr95fMIVqj4OlmGC4sPPN9GYZWJpcPn3
ZSa6Yd/JRScgtvWcCpWtJzNAcAeuj1kkyRsn0e+uTARsq5NIMPYnMZPeIdvgee2IR5YuHaqJcRV/
H1jTYTbMWA8Howe+fdeiCPbWefRLauCoogimPWhiUKczTw4AMDiyXlafxj8MfhElzrComoHuX/Sw
zg6+0HI92lDGb/YJXPryQEbl1CGHZTxcUvljcP48FX43FsAjfYoZFgzb07cAx6+FrD8P7ANNbV+h
PdY+l17lX3UGlLXnqV+ci81bUvnG2z+NmzxV1fEFUYtqF7IF/fz2t7YWLTYKw96mk+pF61J7d31r
DHcQTsghi7lrYeUDd9ngzTpavvvzY5+WclgCSj+VuIAFQDr0i37Bpme9sbWoXa1jSas3qbtpNxVu
5kZWvhWhLgqBLl9utEANO8/W3jUL2vtgZbb5wmQfejeNQBqDuOj6AWjCMDn7P9/ir29GDQ8CfmiP
evzrZF+SvSfBZ6XcYZatS1QUjrd+2RZdO/cx6Rq+QGM0M1Rtpv6NV/O7saG8RbXWZX+g6neyMq0q
daW/bv2+NefuTkKOWiOI9WYcOsjXlFFt1cvnwh/NAeJk6VxK36mvHD0xPojK2WQSrDpKbFc2VKhH
Q06x98bh9ZuozlchHXdGvEtN5+TwwtRmA6oVd/sRANDfk5nmPbKh6I/uVgRsnRAR9vxrxou/NVc9
Py/hCEwhBn5b98ZQ/bqRYlgNpkV3qJqyhZ/ciDEiNdC2Vb9PfCfVmMsVXDMELwztvKadnEXrTKMH
SkE+zO1FYsTpDu/fxLz981TR1VHx82lOREkRhDxUzZbTbcVv89XufOo30mm2KuoKaW67fCpj6J5+
NXmRi8fTU9PNlRtoGGt/BRVIvWYty/oalvCWH5jz9ae5Ajbw1panxuDk3rBlFTALSdBdMqWfV3ra
VBKVxK3bE4045o5uT3mliRWGpRDJJaEFbbIxrz9pjbe2ka2NvREkuV1DvZur5z7r1uyNPQ/Ky8/3
hFAxqsnMHZ0hY/MTJzM8NvrFZGDyw9rCjfHfLcWwkTb6s6agITnxYqOFi+bP0/KAuonlTufwtjYk
AtYtr9853eyMX+eX/BdKJ/lzipYHuaUuUwXAl1nZLF6oiSUR+Zmgy7XIg7CF1Nozo2Ae3i/10uTf
TbfVyrsE4KH9Ne/YW+KAKqnzEaq4k3vcgOhWL9Qrwsr4I2Rx7G/CV9CUuXKFBpgyaiDAsLbcj/1d
lTc9WiZOMfK1YWH1OXpEmesrBNxcNaJr9zBJu9I/IGpR8PF17QsSdd69ujTMu4yfvLqLB4BCrq/q
QDoxItJxmY/YymOOsAu5NqqpKr9fciuh8GHi1Q1IK8m1ljoPFfzaWW5RRnDmBTCNmNYHWQ3r+Flv
sIGqLyyHRJkJOdX8vFuge8RIhkwalM8wQZwYl01mpWWFM5xSHqPCn04FyqlWDDjBFzEjF8kJ2Z0y
bAtncG56xIHV/yNU1e0zr6r8YTuHKb+5yR7i9LaU7zQYTbP5QfMx2xWHIyuzdSwobV2gWXZrq/eT
EaVezqiD1v17oU9EAjfHu806JpK+37bFpZ6QL9K208AhhwArsEkHGla8kja6IdYWumYHORbTFNbi
vtF5ZKZRCY6Ihib1Ejvzp0GD5mgQZu8TgPuJvIBcZDLxkLj0GfrFxK/S3x2tC8GybpLspR954ilF
k++e9GegOFc4bf7dT15dNY9lu2ZWIlTFUKGGGcV1p2pvx5+adZsYIBcIDXUTx+j85t5IjNK+9Qbg
OveoSfbjDf3u5LtDa2D4hFrB3D5mE83KK9rHlcRzqO9kLFDhhOsq8WnzU96lLDR10SVFi9HE8a52
H63O7pBnwGOax1q6Vb2tXhYUYfWyFvYnx6CItG+zdZojCbhO3gMQybnl8vXOU4ta1KOL+dKK6m9e
sH1+aA1M1/zDqAl9iINcbnQJI31xPVbF2AhVYrXGhCQ48Lykc258HxUc89yYkbHSiCgShMMuhFX7
Y3ltNH5sBrTd+wEYUVWWzeU6gm/MAvzc5uE9EuMIueyyTIyegKQ/bcsVoPIR4CFVDMgAsJhsbTok
PeKfDS+OwhUWUzXJ9928Ipt3r/c6rsjZ2LADBQOQm2UJXGNrzIetQZJvDHPWEgf4gpJpsYV5O82V
vCDw4xn3bpdBfYoEkeR0K0pgfhTa7U6hpdHnY6whzDAPDGGpP7M6Jg9Zp2U3evve07ONKQj/3+F/
6hae8OYuc8D8aDel6yMSsAHeY5Sy2nGtM+APAE2wwCgU1BItwBeI67TUDOeg+UX+/XWVmeOkPgT7
SpXbjM3Pp+yjooNoPnK+tdLDwvKN+7TTbGWtsMWol55Zca+2tQbl3+95j2HUF12L++7M3yxreoCo
ZqN5kCLZ5p/lGFrGtzXcSMofr8qcZYsw+7PADMZmHiWJWheL3bJ3JhRFwZBkxehMRthWkypUz4mH
bqWEwGV+AGzZZ/etIUVx0DsKYB6CalRLVlirzZp/ZAec/FsofBu/QbV3o02OHpnRXMUd8VwXHt/T
hngBG+GRxIEMBLX61wcGKuIiaWNn+uxfw4Du6P+VViv/dpE/kJ/7IslcYPPmTGMQXFC9iMDrmnar
d/rcynZnIf6gfUOpoNOudXy3inpP29DrPwBZLPMzB0hvKlB+kQ1oIrlpl8UokymNvDI3qzOUF1v/
pqeERC8LrD8yEn2paTPQwzaLk3sr6RV+HNIuRafjkjBjSFr/rs8yfrWhgVMxkuUTtpiACIMt7fum
iIy1V+toHiWiQh04fn6Im0TVrzGCVEelN4FlvhxxTyweTQSfmIZLLTv7PCkGe532KMRU/u3YWRBi
AsrIC++UiqOq0YIMUcyFyh4buwxjNCkqycayjQ5lMbdrrkw5ZdkVE7buzvsFYbVA10uyUBCbjedd
wED0WNAg3ej6ouuADhWO2sNocMyZnEWaFtW+NaCCejzY6AvYy3RIW3NIBkouvZ6+Lztw80/bNqjz
+tjmsHS0M+qL41lelLniLtcQ+dXiWlcFD2ftq2r38fjN00YFCsdDwohtPCfCXrdUp+O1Z4JpqDqv
0Gno+Jg7OmoTryQt9hgrX12dxTnqDayoeh7U+QnxOON1lWOcq6GyXLX0j6deYxpZLEP6u3Fm/Lvv
4Gg48DSR6yy9r8E5ng03FIz6tgT2a8G7rOeXb0YbiGH3gevxlYm9KjHE2vM0xjIvBUHMWM3oEuOX
V/Kewt7JWbIAONMhuV1FvJX9p1yLO80JZ1E03T7VmwK1pd4aZlZlB/yP3dZ6bSnRH194YHSc/Roa
P2vQMy/ymJ+by3EEy6jvFzinfACdfRUPiNGmgB+KeFAxxdHps3ArNW+IaxR/KsO4WVt2k1G8tCVe
rwDVt7bgdawkUGJXZaU6QO2kKgqBC9HSJkS5QHx5L1Vng1z/BD1Ra8v7vpdqs/LRKBT5Q2pA7i6C
bnOBnQBAxKqgwXDB3tYZWqKsDK9nb5xGNc3NRleOwgPK7cyLxsQcQ785KmkK6Nc8Bc2wkoHEJNix
UFjDrUN/b3SojeWPW92Zvf4OQ4CCoUCXzkaeBHQh0gMjgLxREPuBddOnl5GqU1ddPy3RG3rINGfo
yvtjWKBnRTY+tbgxy0+rZposRoRNRlV0KwmvIXKMahvGNyFTN91aKiY0FUJiDJ3Ugjh2k+Upx34m
G/Qrz0ZUyXkdx9gjM/qGvweNrx4SMSoi4o9z3znTbe91uCZeTD6oJFDOpfrCuMd2s7m0pWxYRKAJ
tIXQCvblYDh01NkwGgvlMcMEJo9cpKhVIyYDtsWtHb/CrQh2cVNuQVRlN7Y5KH7Mmg4VS0Tr0oav
0ZvMcr2oMfOun66b1/lcI3uj5jOwQnUuvQJC4KY53JZZmcQBaJe8XA40BF9ZkMZR+rURNc6/9wPw
SyMiwke7Wc0Q9Zh52Y/DFs25LIxLpLWHDL8TgRhatdNMzU0wz0Ih996dtL7+4qfQeJ9dn+uFKIUK
azwAjW3rL2h1AI8j8yuAKkJaqPp2OtMXwFeRXZWwZlk4RJ5RTtm6+JynoutRzKiyDYxL2r0wWrMB
/Yv3EKK29XNXNyYwTon9eo8WVl9gLBNNHW/GvAZLSdoRFL7dgI1EMVKb5I4J7aXlpyVZAdN+qra+
6pwQHiCA5Mgt4sX1gw7drWXXLRTMEfEBMLJ24HaZUO/5Xps0LB1LA2DRCKUbzkRqbDG4zHEoXP1q
nDwk/m49QDmi3Pu4u9njOwvapCcP7QRyjs0uS+wPqGJ69XhW+IO6vkiUZPyu0xr1k1XqrXUWY9NV
abvKMGT1rh2mTHhnSzd6w3bhuetYm/QW4VOi8DdAHYrDDjWSTt/T54hXzsg6b/KzBVQc95Z2NV3W
LPAXxFH7oDLTWkOLdQF3jN4E01vteHnDAR6/Rs3HLbvNDPRGImIbrWQnPjr1TXjJISLl5Wv+OAyt
jY55FQ+4Ye9G0qHqI8yFVqDeXpQJfDgbhuJnXD2RNgbqXrrOGCCgqFfr9QhE3wlsDQ1xJRXY2q0I
PRRPRu+zt+nMGwfdscGgSahnIGFtqcJV7H1U2ma+HnK5kq4pQyNfVx7BfP2TWiQWjg5DhddVidpn
qZIyEpCBLeM1N7X7Wn2XNQg6uH1ts3rzGsOB5X0cowWAW3bsc6QzUQgmt5f0JPfzl3Oh5DOXMDbV
WW+uIBpMoNEq0zVQ32Q0EcmcZBb5aHo2y54iVpxnN8ftgoZyzYkgUaFioyDwi3vApw0dmbS/GmDO
jdkteWI86YFToMgCE1DH+hyPWHdSW/s6aCrGzKF0cgAD9WWlsl+57OzpbBvx+BCjy1GOEZzGl5g0
rtSwHHu/UIVIs8zEUxseJE6XMwN3IJ7Qb6VSpDbqVjW+80pr62lfSCvvizPHadPVO/igypRqoqi7
D+ZodgbvWjJs7BrMGlvEhcG5ipM4XbfjMY6E8cIeiWLey7i8pjEQ5xK9Ax7uDHXUD96UhlS7R3Y2
8KfMsnBL/Y1PmQ0grjPjdVvOiFtJkF4DZzypQVv0mqnABTUiHexn1euWh66ZTzxzPFyPrOTC07Qy
C3BIBAwB+/LFQqZ9jXyyMVZ7nok5FKNseInaVMfXcD2JK5UONlSeVUKxYmdA79FUpQZ9WdRJ58lM
ckB4g64CLYEDXd/sykzz00vowfFqPKyav8zbwWaAlzlihnj+R2F1Y5NENT5WyTMSimP8EW52V5xt
WarFWzjl2oRurM/8qSx4iZ21hohytXp/Rtuv8J4pE4i7rom75SGdTYWDShNe48FCd6c9N6YkXu/b
uKjmcHM2czsk7Whud4RWW6cdhsa3l+xipWjWZVFfNFtxv3TwPL4aOIjWOzT20UigUIbKwRAkuhwQ
qEWnSja3WdVtDnSc0sy8M2p4Gppp/rauxW5sFusRJb3FONfqscuf8tHQqYxCkjnA0fK7+gIpoMk5
38ZJmz5WdBfidxOidqzLoUaFyD8o6n/yPUbXMvEjnMvrIrJovzvkLGXRKoQuOxZiy1ULbSjimLTi
7FqlZvFB6MtY18BbGDmCRxwzB5wCM6HjlZx2w/Z0zLiOUTZhgIp6XosEr/mKZmL3zTYnU7LKxG8J
4F049RrsgEYCoAvTtnaZlPB8VKKe8LxN9Dr/IReqb8MvWa2qZd1ACkE7RQ31kAG+LB5fU+4i3lSo
eYxzj0vCtScVVnc4gjBrNXPsxFfKBtATpjWDs71a6r3vN9Nr5xUOjMSCJgA2PU9s2gbSQ5jgjNMx
HFGhdZbjNtlEQ7H1+dVIiSxHAhZ55RYPe9FUF+60oS8YrcmitoyjTJdGgsDlfatdWPxFU8UqmYkF
qWTbFTqyckLqSA/R1uQNN4q9ELNmigxJ4u/sSyVbF2p3ur8ruiVb0IVvlrm8Y0mh6xIAdezFHAw2
Xe/z2MLy+YYX2M43SdF4G7K+wtwE5ROn28QO9OUyPJu+L4dnYgmZP6Ve1+X3ALcF03Do1zF/GnOI
nwDyXXAKOGK6Tm9J+GNC5VMwcRSGY4Oxtj6gbKHKX4uiwT7ntMMzDJkGvEFI1lehXhdqbGr/btpJ
6Mzyl+KRS1+yQcKyBuGYBwVqyQxH3S2CjbQnYiA26jKbH1Ax7p0bJF3USbDoRs2rOu5hrDiP8kQ6
TCYRTgbPCLmYwo79PNDtXiur9/iudLww5/UcksKsuJ3yNZzvhamyjXh1lQYZKtvEorZmsCiiliVh
bdG/D2lVdGLYm0LNgUK3KYM4syGd/rDaAhgWRVOvNa5wIFCTL8PSlDivkkTUcWAMpipodE47DFyM
LkXThYtrTjKP4LzETMzlCISiCFz61DzwoHeiBmKd7weG9IvWj9bXGkAlaiomCDSRRGvdwvqJax33
6NDXYQOde+M0ic9bm+HRBWisdW7crDUYNnjzyXyXWLqc7o5nqqjbl+LpDNATMhD8mvUJqWWIUDsT
YIoatGSVjPUMpJHHJuRWwxSni8bOrAlWeYNA8Tq0IUegOjV73VhHTk3TohgcuppRMRgi6/VhDAYI
irLeLb4ZawMfkGjCXB5hWjSWVKRBAaJgc+iPtTzqsEQO4+iqZX9MFpMpHkgpKukgSBOQVnqLHWXd
BHOIBbo668HtzMkjTEYmlO2kH2yYYwENfSpiZ5nRKp8MfTQdewwojXqJERRTrv5Vew33RDGvg2vP
HEorXl1PM5pHSDRHBfhVpmQxs8ZUP8CJxR7pOkM5vRq7cH2tqGUQJM0rxr1pb8qRet8z1MdEEHvp
y3ZjpcY85SGGmkhAfH5pwPx/7sEb3AOFHPivuQe3z+1//29PZfb347+ihvfDf9Q/kRDUx48kBMf7
i14sxzGRDKBmMFs/khCEAORoAz1CNY4/+A8JQff/8k1h0fcCCGTSE+RXRxKC7v5lQVkAHedh0Qk2
T/8nLATDPWkZAfck7PB9IJa6wh85qrP/A2aCfZToG3eGHaRWz73MZS/WfTM6C9rDlIrujMLN5x0a
DHNy2GJgyfvBZeMKJDn75aAL9LVMwtrmAoOTlT/0xXSQHOlNmMk0eyTtS0z8FxrzW4uHIuQgS25V
gGC3/FTnjkPxaI5zPTDGRMtRmMNV9txaIPRgf917n7Jah/IjIPasIfpb40p1F8EbRCY5K8PaXTXy
Q7bW4rouqwFtnGlW/GbpxghE5hZqpkODiWzI3mfeFMZo3+tOPrahLr0qC/Rq0VI08lHu3MWkT88g
Wt2gBUW83PXY4VVnUPJN2j2WY003XVrJBF3soe1CgkTxhKxm/C2vkWYkzhsNK5qMefw44KDiXNeg
jXwsnht5PfuTLy/ycTPWYG0HD6nLfqnQeqw3w90DpoKWXKm9JCQ0Mfr9iBFMdQNdZpwjEuUEHAtl
FMRES3nQXYq7gVnLnlL+lqDPP275o75QYw1IzaCH9zSxh52jauZgm2IEj2eRwf9ullGmD+lYi3da
7CBfmW1eM4SV5VXTzbyiJX8Ysrn/PFQ2GrmBX4/6tNMyr/PPOhKeO8NfCiucMr+6MrOUFgAyftV1
7E7icXaJVFyEsJ+KOgFjGGN1KRBGlfMS6Elu6cEq1/xdafnjfdv5EA3NFqc2VBQBfirTS/Npc0no
gwHbtU8Uj2cCJKgeItCdXmZ7pB3Qyc+1TUPdijNwYqc32m2fmJ3tfsip/aPsPm2Tfdi0pjMvLCtN
UX0rUBkPG8el/NvZ+nCr5SVmJcj5xtctZ6hBBNW7z17ZbuUN9BjjdpzgWFzl1mQ4Z6004VVuFnJ8
IQi7ooq8CsHlfYkBRnXZgHuazwlp+y6cjNWYI+iNA/Et4KIkLMdkzbBi6qC86VPnW3tKQKkWycoG
bdSi0RdT+vGsa8upEECDyb/x3jTPNg8L2hYVyIgV79oUivDtoANaCAaaN3/r1YxWswPI1AoSkabT
FaCm7mtuoHIQQWUHEI4mVYuCsGpChVoxbefSolSFuPcs3Kh3INdHo14jXy+XuvMjjGebj/G8QVPs
asqcYPTotARrCRHgq7S12NvpzprXgb0U2udx6FOIijiN3PfZNM9RVrn2vTfP4rNPkycOmsKoXd44
THaWFmB1ZMzdgAyn+9uHIol3QS4gWtd5tnasgenJxfP2vbYssGDRRlLcUrpk3/sKscFwLQw0zxNq
FR/nsXoGqdXLw+Js6xLClEUqf/K9/KBnuhWxifZVWGI0UWBhmgx/j5Pw6CWVm3fVJj5Kzk3esWzc
NFvukP+xb7B2JQNfa7/TI7ymqz18ehMB5GR1ux3QoeS8wqYBeZ9xNFpIn4usInSktC6Cu96SatrI
7e01jDPaEJtSrCQ0q0dj17fKHma1pPwOfbx0r3sx6W2ouVhgMI18Z4LbmNExg2gym5cGCltRVwnx
N1oP8hHPHGfbofEHQMezSkth2TepH5bMzT9ZeV4P6PDZ+kebSdjeICmV1TuR2PKzIFEk2xsh9yNT
jygLKiym3UbZxNQNZgtTU74Qa64g4xXQukmS5CmJU+ta4IuIypg0MEfop8KvwmRxBJFdozXJ3sI9
qtl70izyww8H5vtXmMSPlLNfTx1Q/bgAg5ODaaCodD+dOig7ItQH4XxHYqXvYiP2A72vtjdgLKeA
Gg43PLIAQdqKpgktSd3GD4eb0aP8Niz9TITIjCA466nyi5HFIOWWY/YKgxnCW/yAt6h9iem1JyMa
7O0bkCf1ND9ARbgN4EaEf0AzOOu9U+BRilzZ3Dlmt3OaSr/wZD59tdt8+ESHxPr7zwN7gtzhUh7s
HMfES1NBAe0TBEhdxz4Gplm7Kxvkz8MJ/sOwK/SZtwxF39OvenozfpRWINQDKfgnHPImOxrW/6PA
8X+Nkfpueu5H2T//6/qxHf7FofftcYQJ+v8AQZVG8w/vRhFgf2KofnwE36u9z557Ho7Hyzr5jCXQ
j2TVl284Boq285fATUxB9xDrBVjEmz2yVfkVwHSmDeIeNjSR/4SJlvuXasC70Eh9LK59G/zUMUy0
nL/gablA8ZkPisVq/KMw8YXF8MMUBpSmJpPDRQQaK7+YaeOwZbLdTOkhZas5c+fsM9fcd0N15WZj
R+t5E0G+rcmu1McUjXbkeZbLDYvAvTflh7TkN2Cz0zNUntNg1M0H3B0cJmC3s1h0gZFVl1a1XdBJ
24tGfJRN+TD35XertcLVdi+lo12Q7dMaAHGLvmn+DezQOaIR9/ibQSGMl3FnyIa2BeVQnchL/Uee
2EWElFMbWkvyVMFUxftsm0JW6RJMpvu06cNzVfjaDj8HGgYofewKkZQR4fwHHvjGtOqHTBhnjV2I
KI/jBPHlbAhSE9l9ZHPQ0N2aCKmW7Xpbt+2MUhdFecQPfUBYoZ/l3z0a/JAFerI9u/tSttWD31S7
Wo8vRsmOPefxxTq5ez3l8tVYPAnOlQP482Q36TUxqbqtbMCYA9T2oZzqFhuV5JOvvVta8z1Kp8WO
dsXDvDo3KKpCfhmzb/RtyMi5kw2AHtqsPtpso7iv0ql9b3Wxx0lF2r3MFFMNV0bYMn0DnZ+HTfHU
V0lFs8gi+mrljdXon6tBo6kyP0zOej8MvLmswN5srdKnecOO0svbEMxZC8I+a0NcMW6GrdrlaT/u
qrp8r/nb521mnAyEeOjU4wcu5Qc5tu8LkNFhjgQvOhSbHyIvYB6MTeGM2KAWOV7Q5F7ZM/eYUXyB
GBE2pcSnZnKgNmYSHh6e5Yv11RVT4M4acQM+DoHZZE/xsKyXnla2u0Qa2s5HtvUiRf0DXRcjCXBA
+uAQeObOJMNM1yjiD0t5ntFfvLXQ0NiriDQkV1suUFS5piNEA3rorahInWW3brROaySQaMhPAOYI
rIoamXHNl+POFnK4o3y/UGwyoZKNfR6ymNFDEyky1FZ8kfcCxM1iHRayKA5i86CVkxk41XizuuMI
voSpifoSPZeNye7YaC1wNs4mcXzun4NgjCy9ftgA1ES0PPbwaC50q7gt8/69K3j7aTe+r2jZJshW
dsXDD3vXbw5strYfjzB4Jr4jhOJe27Qw7Bdvwh9OUqcWjZVINzkQL8NDa+zDmjtnQMtMJlT5FvlL
nVI/7TbqamCZgbJyVZy8fj63J6nryB7FycH1YNs4iX/oXXnQmvoL7PQtLm44zyjiTKhSFcOXPz/p
L+Tbl0dlU3VsknOD5/354nWlm01jG8kBVPuTiQtv5GhrSFjFBoct4uuLqHByi8srr66utM19I144
hUirO9CFYEtnp4WZdHKIK5w9PVs9ORTTdG0Z1VWSOucdCe9qlbsmLt4YbvcUZsv1KClwXsCDgux/
GibVphh68GEJFmcEnWMPK2u974t3Y8uS7yH90/H271CQ8xGxme9zy7ke2yejA/piYw44Lhg4oXY4
1pe2Zd2TjkWVvMR79N5rvL00cPdqu5vK7w7bN1p6WGbR43LXdqdv7Ee1ND/gCYOj4eyet032mM/D
OYqJl3GX7tiNdsJLn51uodcgy4elRF0Jad4rWPjIxgIrQGdlxJBCh9VDPztN58fO9O8qAIBBIcz+
0ug3nM1m65vb9V9yWhOBxRF2aKX+IbXIVvHwyw5lAuIDIOE9XOa7xDPui9W7Szdxv4JYC7LeuzFs
bw0bL72o0WRpWu2sdYT9CuD9PxA1/e8Igqjb+Y+KyP8dWh9qxv3X9bbgucy2558CJ/7+GDd51MNQ
toL3AGeZGpoKj45xk+f/ZRi26/hq34JI/D8DJ93jQ2AqfLil9ktU9Z/ASbf/As6NKJUNlRw3SO+f
xE1c4cd9DJtWvgAlBIN4nIage8p1MLJEd5ikgDvTcy/1oqzuL5Ju+2f7xetl8Ib1bY9sB/L4zzvW
unU+kn7rcJCahvmk2JcU3c1v5gIezCreIIifkj1fr2ZDT+BSSljh5GoFj6RDsxoOXu/eJGishFk3
f8k0bHBJo8lArXa3cMLTptGjHmUCpAwe9Lj6WLvZdbul50t/a6EMugdg/SR8/w5J0vsf5sdvTqtT
4YfXe/QsNnAiVxNHz59HRJ/N2FgA5bCjqeKCDs+vNdk4kPOIwBF9TPXurtONM5Btt0ho0mTXONbA
ar+ny3AljOWcfgGOpHapUCuNDLSleuOlnaoWvNwjc+xFT4Hw3lanwA9HqoK1bsijDge40MQ0HdZc
st8j2Z8HBLcXwMi+WMsYeC1WrhhDXiephR1i5x4WUJJ9Km1knuRXgD4Pc11/3JL6rGlAx7kiNnZ/
Hs7TpFJNYyrEzGBWGgfjSY1YU4I5pctoJoZVHdpqHUAQx5gzwIkpGt89sxydOmyPdeE2i+jPF1ev
6odY4HWYHEE6QVZEEq9u7odhEtJrnSJuh0PJPl07MetI+/rnS5wuU5sYQ8CYskmcKRlYJ5eAVZhZ
ik9+qIR3KdfhLLPB1jbOG+fsL+WIl+vASDMh+SLa4p3MSmcENkO9eDj0fv+c1F57PUCC2kEZrAFP
ueWh8PIEKcgSx+IsAbeX928wahznZDTVLWA9Itj+IBnxz8+jaVcIxpWF1h8KQE1XRUZtv4e9iv7J
uu5H0DmEnuO8fsbpD98rLda/4lJoYQkovSthF20aIpGSPU8tbf2d76IbjRPzcr6tznxGc7Rq946t
DQ9LH1/HnX/Tdm51bQOWOOjFdL7lGzay1INp39GcnVr9AFHxHXwweUBGT0Rz4r6bigbPvS3+1DSj
HsBzvoJPZp5xG9Br+mm3QnLfx/qS3OH1YYWLl6fgSSXaSXHzjn6pu7OyXABfyvNw7l16BSK9mgut
3CEocD4CHqT7LoCwuEkIwkz7DLS42As/qXeJtTzhMoO0kAMDDQvmnTOdmcZs7Mxp9K9sP31jYZlq
5fw4udXrgHXuw6FQUi+nMw8OkVdO1dBDnoZDhTVkAWICO0a2hluXXaues1vstGn0Lt6CFWObyoNL
nfA87UzxLBFhlNKc36GsS5GTmR1aW+UehgpRWBxktHCdkuthsoOkB4sQ8Mja56Xnl22f0A/v9OQB
h2WaKrk84xCxMUfpICYK7/s/X2BU4SjGodLC2zoJaNdELDbaCz0byKB9KiHxXyfbcIdR3POfL6QO
1F/Gk6PbFIZqoJkne+qsw21FzAtRalEWZ3W3IUbjETOulBrYtUqkmXbTUH7NmQfBny/9u00E4SOL
AhyyLSzvn1eWMAG8t2Pb00Zpimd0Ya5JGvWv8VZnb1zpJD2gDkNAI/B08thXQQidXCneBhtLy7g9
YIbz3pYU8trS+pgQZgAhfJ/F7bc/P9lvBtUxKD5BrKdfSYPk5yfTtSmu5wKlbzFm1m5A4Ym+c4C0
4xjFrX5tFXo4ltUbD/mb4eSiKIC49CXV2/z5ohp6UOVCQ+pQ4VoU+U5+Zc3gTjFzq9+40u+2ZYeO
qtoW0fVjlfx8KZr5GOTAdz0YbvucrIDsXFBfSCqHE/jgyJ6X81mO3zsxIFNYFX//eXR/+6DwG4mk
XBqwp1PW6bzJ7X3mDQo3kAfsa6SF90O3vPGUv5k01L8tJS7hw2k91VPxUbka47juD82Gqoux1fdZ
jwznigcvWht3rV774Z8f7JSNqOapQ1bJmU0qDW7rdN7ATtkW9PMPKIPanx2kY4x2OE8zn913LW/X
Ff1yBKXac2dOjJ1n9PlXb2h38+g0e9uZt3PsMJ23tO7U4jjZIZQsBJmCbWD/fjqvHLiKXp2kvOxY
7NGHAC7srY+t/zdw2jJwtwXxESHfY8tBfQ607htR329fA3xQRc4mu6cs+1M0g9VkbvczqbA9I2Hu
zwcwnlcGvqmrkTzllEmjP78ENXdPH9eEoErEwZ70ixjD6mgJJ5DdHcrNvzC65jNp+Rvv+XePBHyA
w4tUi+LQSfQEpVOW8TZ3kMZSa2+NUx1ijLTuZ339kkCFldobF/wlA1ET64cruicbYIIi1NLXK1ds
2niXxxri38Bx0ROdHge7NRacLGsQlY0Hg2IezmxCOekUX6G43JROe4Yz8nKI3eER2eXrRCG5etdc
/gd757EkN5p253vRHh3wZiEtYBJpKsuziuQGwaKB9x53o2vRjekBR/13VVaqMrp7pQhNzMyiO8gv
4T7zvuc8Z5sY8c+P7/65b1ulB6WvMgsOgScb5xl4k1gMfe2nQkJQ73QclfoabOjdvxvm5KVK+z7S
9X6ofYwUooscFzrLlLqBOEYXZpEz20dgR39dkPL29S2zxooXtPF+vCzfcRB7+SDcZL3+1OXTpad8
7kv9vc5RkrIsjKhvx4KnIkdqBjwkUQDkFupViiHfblLpujW1I6EtO4H0eDFWS9/QwvuPb+m574ZG
uk49DKYF/z0ZfIrjUax4xXKS55DOm8NLm0/VhVrjpVHWf//qbFMCGZIjdmb+bA4OtQLcVZdqqWcW
bxP2Kc1AJn4ObyfvxmQF2J5rpfJB0x/JRPmCieBeapNbIwoexDoHhUigzIXX5OySaoKDYp6jNQUG
5e2FEf2Du7cyiESG7OCjpwm9Zb5HybjsJoPJL4gTR9RbaZuQqbQLJPXx48d3WsT9vfawnnPdoPTY
eJ6cc5JpDiZ5giadV9LXss6eiRkIsZCPiGzyT1OdflGr+FcHYh2Yo5TbeZm7H/8E68zHz1nZUonN
5GdAjXx7D8qY1yvFYeCXWhP4hE39jBfpfigmw25wTdgD3jtkwdldPTbKPoeV43eD7EWYgbyJc6pL
MSW9a+cgwudZ7MNWp0vTDiSSWybGJ31y6ylNdxkCc3I80EuWy7WlDeEGlfYD6oX2AG3mCQoQvhoy
SqbJSv2uQy1aS0nqG4imHUkZRJcAlV1WF2DoY/rGvAyBUwgtphCemC4sM+VviSYSVjIaEintH4Ug
kwiGt16qt0hodtgFo32EbMcFQwTnfMyPoE+7K1WEaCsvsdd34eM0wLZH+7KfmukqNGPFT6O6Buhl
Jk5OmAoaZ5psKrUF1S6Wli5SnG3Abj7o8SxvZiHUd8Gi3ESTgu0Y5q4XpWPxRVos2RbL4EDCIwKm
Rcjt1jSvBhyYm1mk2a9XPWJZSUJ80nbSPm1MYS1U/MpRK8UtrMdi3sUogwhjsKAClI12WJsPO2Jg
//7KDyRNMhEiSCIL8sm3HiQFvCtxrvxuLJCajEtoEzEBlym+Da3knj914SM8sy6bHLjoJbDZWM8K
b98/4DSAp6K68jGtzNCxzdDpI9EDaL83lwGUfldcuMR3JS0WZiSOsrKisekU/a4+vJrPVARCc9rq
JZtM7Gdk+6Qeha/koSwMsv+K+Ftf8y91hCZeZWl3eZ7/rMruip9WHEO5Uu2girKdZCWyq8XTfENL
oXhRBVnZ9JLe2omZoYr++DM9N1PQc2eaYJaS+FRPJsjZzNPZssLKb6v8yjSqfT+R2bLk0Y2pkG3f
mJBOg2RJXKuWfw2C+aA24yVq0JmpArkGOwToVcxY79hvY60YXW+UrDa5o2U01MdOc6KFHKqPr3Z9
yU62g+gI1vnQ4pIpGb99JxS8uBgaJ9LO0/yrTnI0B44LO+x1an83xKpTgG0t6Yhu3g5BtQLlfzOQ
azPKT+3YtE5UFLBgoy11mZgAhuhOD5U7o9XaCxd3bqkDOsaeQdPQUbxbdEgSxRorlj7unv1K6Muq
4BFHInk9xa22ZisWyXD8+IauH9G7q9V4idfjBDWj9SN89canZmMuYidxtSnJYuRNPtRa7hkxsAM1
GC8Mdu7W0kigHrx2O95VN/oZ++4EycrPNP1WwMfpqH3upIp+qAwAsarxoNT6A57LC83fczeW7sVK
cwMVTr3q7UVqo45PVZUqf8DZJrVeJWOCJVK5d6ta8rR5FSik6fPHd/b3ifTk1lKk1FAymTIlMnH9
aF7f2gFLncbC5g+Lle5ARV/B7rOYx7UXJZ1CgIhrwtKUvwCB2FJecos0PRCmNRCgunBbDKv2KKrm
m3CcFydsFM3EdqJonlAy3TfJd1WtqAUKrUdUZesQjKUBJGseULK+WGn3xagWBa+z9ElJe83GRHO9
GCkWLLS/6OOib5Ui58Q7oDrWUpOYE3OwezUlINFKI69p1xAvoyHGCYGJO8T1w8e3R16/o3e3h1Ia
h0goZyR3vL09WqbqFfK+0p/anM2UIZALsh7Aqla0m6XU9urcG5sqEPfzujuIBLn+CqxhgxtkeRAj
1UUP3HpGme+0pUw8YqVVbkatOkmsftHNJHeTMLY2xDtdqpSdWZgA+yI7B5iK4Ek9ebCghCFMNBWr
hA4XEor0YqOFltyxncIrs+Kp9rVpXvh2zhwaYWpTc2c91HXa+ydnsVUeSitYK/1mVLtNP00GIVZr
ghrrMiWQStzEC1m6oCuCTZXFkgP0lakkKUTc9MonzdReprF7gvuFPkZc7hI4O/upzmpPLC3hwkp6
ZlVaNwkK+RI0VwA9nXxyYB/C2ujVwhet1ZucPBIU1NnQUzAs43ta/zE/E1u8lFUDjZg6347yKF3a
w757xyR8PnQwuWm0qk5n1CnBtxiYY+GTiHXIZvFaFCMgPADQI/KAZ+tqjNnCEm5yYSZ/f36ArA/G
UaXIiUqUd+Xk5SayFGRLXPpZX8XkfVt+FS2pPXcmrq+XJogeeEvtSeuPSAk+/rDercUnQ58cXeo2
lqJczFgiu3mLoXw3l/QPquHCE74wzGlJ3BzkLIIzzUdgDZgX4DR1rS+Xl+pN7xb89WqgExNnwSME
5/z2RoaQ63oFoIg/EqS1C3QibjJJvQQsP/+8IFGsLXMUrvK6TL6aq+XF7CHvEWbHkWQjd+pDpKvX
ehy9DJZ124fISGhqHQii2sq96X38wM4PvgonAdax71RO5pMqGzoOAyGDV8J+lZP0QfJjBiqD3eJb
3dW7ECCEYzaPsJd2F8Z+18BZ7++rsU8unEDzOIpIFPJDZCGalXmNvnZqOfTNulsMw2OtJp8nU3ic
2urKkrQLH8q7qXQdXiVLBNwn/3d6ug8LY1oAABT+YL5Es4y3LDyM9Q1m7S2A7QuDrdfyZsU5Geyk
JrIQ6cwB2ij8fM3TNWUbGZ2LcZ2qdfYvhzp5bQOoBzDNzMJvic+Cl+eEzH7ScC9TlP/4CZ6/KI3Y
APb+oEJPZhpF7atal/hAeiypXqXr4NXJleYou8zXsq4N/+TKaDVTWDJlizyZt19KTkcSrSBXNltN
T/BaupqWsmoTNDkhMJOSXXhDz17fq/Hkt+MZYzr0cs5DAwBza0jjsW3qXY09QpS77T+4lcwz6NPY
Eb/royQz1WHgQhAOUQrblaleW23pNFmOkzW91Ex/tyddX8bfEj2kKHhRT55bK8hI3a31umZEXLqO
fRo/b291Xlsvu4ScvVRQPn18ge9XZTr3K1j4dwud/PCTL0BtREHsgvXh9bFTzrLgtkH00tXYTMNq
J6j5VR3VuFZW2kZnPGRDc+FwdWbVePMDTr6LHj30KBJ549cxsptM36p0KDJzvP/4Qs+sGrwynOAo
WdM8OBUgZrW+wLXm5raSFO3Zm9d2mPaXXk0EV+9nFIqEKNRXwCcZHiezZwt0lmBs9rC6LHwFShcg
w811PFq6k7WF145idDdXE/xTZf4+VwnNW0p+bioTcoen+wFHzi8strUdmzL5bmbS7Lqe+lpWV+QW
yvrGWBqy39tDXSrHZJLvkByXdhLr046A2mEzxpqAfrAe7R76FKAbC4KhXH2iPtVezSW6U0is0yZs
CvUQYNtdJS89EgjyXwqnD3jPaZYTRlaB8fDbITd/lYMYbhvC3K/KId4OhXA79Ep+SBnJhYiHLHwU
91KvmO4yKFBC024zrDQc8i+9cbDS7YDf2S8Mrp7UzR9Vl6rXdaB+DqlvuRM93xqWj23k3eCbqvBJ
SbLsiof0lSjc6aHjdOyUVrjYslIt2ykks2SZAwOcTFnYspbVu3EQelcQsGcSb3/ol2lbVllmWzmy
SgOI5l2UqKbfF0Zwo6q5BPtCQkdJcqqjapyadKlzSROG5BSIX6q2fxxJf8ePKN8YgbRLpYpIQn2W
tU3TVjp6A9n4AjQeXJ4mt1e5ocAuCoX5iD9wdKN0Ce6iQMMTFSfNnma56UDQEvZRI+JtXouHI3Hu
P0m5r/e6PFfXYsPWc+Uhzn3YeFbSabjJ5eTKJFnREXN1h99H88CWibuRRAoE3vR+8mzcxSpmxkKR
HpQ5/BbkgNCT8SGWlHEfS0YOor0pnc5MvxdqVl0PS/PCMXvhsi1XoX6OrWvpfEXJEm8Uy+2ItsBT
EYSxBkLdW4U+W0KIUmIZpe1QmY6Fw4OIg1nxoPFoLm1jZQvt+obKO88OV2LkkwFp2Etfap/nCnws
CMCkPyDOmRrbVALA+d1SOESjj17eRHsiX9pPEiIXVOc1bBEjl30pD3USN9Vyr/btBNqEUBMnqRsv
CcvPpdlm2COTFGn9ON5h4A84HSr9TmgxP+qz+DySmg64N0xvm6BSBNAwiWG31kT2rRpc6aaguoGq
jl+1okn8ghtPniIqAGUzFPjDtsMkCUddrdOG8nGjFTgwZpgnBF8YcN4Bg7V3fdHLPnaLNUxUTx1A
SoQ4CDVmwqWqDjmtih0gWU9rWyi9Zanzx8snQ+y2+BzLbxrE312QaPeco9MnepuibA8oIHf1oHff
IqXCZ0A2RmAXczv+1DB8qnamjkO9t+Qa8LYwC4mTJv1jPEtbg4IFmUiR0wWTVwmjk5NXusmiTt9P
svbFiCbpUIsSursqM7CeGssNosDGGUNh00Pqsxel54Rct33jSj0nNqTCQeYUizX4mQT1CXPqOF7J
YfitE0fdCzrW11zREsWVm3BBR428zA/NGXkhx55rIwf0WSmAQ21gJW3oKPkiQ5/AS022YrM4ldwi
UQrDWvYFox8Tp2omQ/SMpKxuBKEYjkZuDftW4pvZSAkEhFwX2od4FqSdmpX4o8dcjb9PZXBjRGbr
wPbTvXJQY2cQA/FOIEkeCGLJTDaDQyCIedwNY3sNbmF0grr4oRGspjlVFIcefl3MqUKsUZMMskDf
Sa0Wtkjjm/FaK7T7dM1K6DhBW1RhDmkaAUCsAtWthckRU/Um7ZNbpIp3o6QSEV49V03yo5krwYZ2
eNCy7NoMRdCt414FQmIbsY7jwohIlG6kZwGMIQxDJBi9mVBJzrL9jMzGX1rCq/XsjrhZKjE4xj1i
bTOX88dn9AitC6m326Si9GxorBj1Sr6bQ+UWghUUObwF/hR1t9TsfuQm78XUkkQ5jOFOitTRYcl5
IlImwC1n/GKg3smQsnX1cAiq+FPRq+6oPA/dghKz6Z9bPX+ORM7kWIc4JIvV/Wh1D9ChjkJeEATb
lVdmbHijoCJ6qu+HTn1RDfRAo746H2ea0vE25M5Is3UndAGf2JPVN60tkGSPl2xjmv2x0MO9YRbE
3lsjxEhqUe5cU0jVm+gqKDQnwB2bDNxA64kMYKJ/rU9FEW+ode9KNfoVJKQ35e0xzKJDpPUeILOf
YlZ8QhEPdUoa90sqr8VSdvE6orFEeTAk4cDq70gcSudY8ymeE4n1BU9/xmcePQ/VmgdoYCsek9oZ
0+JWVpatpTMXTGFW3AsSX3q65E/KMNsj8ClJK2/oFTv60GmrgeZ7NAQDs2t4rUq5q8bSF+LT71TI
zTvmGbs3za98U1/TYXYMAzzRJBUvFgW/MMoPYtOYfmjd64GO/3Yyv+Vleuxy/diAI3OSgddxJNd3
JtO2CzRpq/APJiUob5Mwytxa1aDEYfpMtcGL2ZBAoOoSV531zlHNxVfr9j4tpp8j3Pt9Te8eJxLg
A33yI32I289zNA3xnZarRVPeQQyYIg+NpL4JyTjdU8H89fE27NzJdhW2g8whS4CN38lhIZgCoxdm
KmUJecfAetADovMzv8jjzSyLN6hxn0J13PZmfOlMfeZgSc+dcq+oIZWha/X22FAXxObxGpV+2zaY
6cxt1sEaFh7KbLy2Av1WqYRdINJRhf3Mo/wJ4m0/N8ZdJxmHpf1Gho/bXVIEvN/8otLVed0oCq3H
i5Mt/6iWQhiafeGHGPsB5dhLXjgCatCP7/r7TSnoYppmFlo+UhVPlVIpCEKLuOeCFx8CZCzbAlyq
abkfwBaJYGrL+lJB9P2FiahnVBETDg0TWglvb7YqRjXaYKono6bvTNKZ2WwfgR27H1/YmaPg2hfH
w0MHUlFOK6CkL4srVbL0h7bfg1nw80hADdmAJ7iYCLXWJ09qBYxFdVckTk7SjZMqmlrqYwJFF2lG
XrIBCDb6/E0unlaAqwO5iKaQorozpWU8yRdO2Otf/cHQp/JIAKewdzvuJlFAhzCmf2Bl69Jf7Uaw
grgmW/qgxn5Qzb9/1H59zaffDHBQocnHqPSVwHqUGjJAimrT18W1PHUXoiLOvTGUEEy+UI5PiPLf
vjHToqVTVVB2EgqOmkRFcUTBndRfCNQ5MwtomiTJeP6g0NCMeTsMMSWSvtDe9/uxt3XrWc5GWk7K
FnSXlwrG39bHw9dY4xSYcX7HPZx84KLeG3KVdXwHc7vXxWEPCULYNmb6sjQVJURurx3Myqewjva6
cUkHeuaekjFB59rEU82vOKmUpFGWDmVe8viWnI5AN6dgq3FwNj2MiY+/xPdTjIj3aK3XgTKn73zy
dUCBgQLR1CX59ot2qLScwLYcrgkainibaoi4lnaZPHPp9AttozMn+1cjYzJ8+0QroWBuMLhIozV3
a/cwMFX/44s7M82sNSAeI1GcaI9OnmK46HW2xHx/2twdCn1rYqTmOKHpyoWBzrydq++duh2KVpUM
47fXkutWEwUjc4yZNp/l+r6Z0x8Qs7y6DQ9Gq1/4us+9HrhSqaLjEqEnebIiLoI5NSm7a5+WmdMA
9W5KAj2mS3fvzANaz4dQMQx1de+ffHJNnC2QbfnkkCR8bVZpoqbeffyAzg5BS4BiPe4sKlpv79uE
bV2E8ErnMJ6Pep7X0JfMx383xvqSvGoIhPJEKqvFBJXkmkPb0e7SS02HMw8EgAgTIEknKJt/N0hf
DYHqZawoZxR+Z4k4TeMfA9TdSJz/werM37/6ATmoohk+uV3DBPlH1BmnMJanIU9eBgW3Oapx7+Nb
dv56/hrn5JYZajjUWkVtD6mOYC/p4I6m+VhT0f94nPOP/69x1s/q1X0TxllBg8f1YPG7Ew3iQ6At
X1iDz45BLuZvPxVhSyf3rJ/1RreCdX0yAq8P5G0NdvkfXAa6JosCosFkc1KLrcyZ+K6SyyARErpW
cTUM6vbjIc7MZJQaEXVgI9S4lpPJUhws1IkW5d5yAUUR9MeVfFDDvFisS+38szfMoD/HthY0zmmf
TmqCTOfxF/60Ym5XAkCC9/vvXw7qGMJ9efhEFq2/4dWDl6wyBYusFz46pGtybYFgmsNGrWNHTMwL
hepz17Nu/rDUGdg4jJPFVB+7TLNKkbE68W5p70OwFB9fzbnPRcUeskaOo259t82TmlInZ5GHM+dX
66lyNcbnRnxB+3JuGCQoFvoXcnDf5yEjIDFD+LK+YoDyILGCOGRHhwDy8dXIZ3atLJcGu3O6J2Q/
n3yVC7VwMyCgAHiedVPOVBMJlZeg0VW1a1TaRkhQoFmG2zXaDpoUDQfZH9svqQ5HTZeggxZO+p0s
JfYQi63WRF7Ilp+WFQTDZl+M6kNRLp5gpNtG6W1JuR407cICeWY5fnMFJ+t+G7UoASyl8LNOobr8
0qmyn4jlUVYbT5Ub/+MbdnY0DSmbuLIp6AS9fZlDqwfQV/Eyx03sissNbE7wmaBcy1+xdalJeO4l
YKfxX4OdTM35hH3PjBlMhInLemBHvQFv7/mfXBJ5vuvGEBXlyQ6jiNKuNSdu4EQKNR+MM4mRH6J7
r9jb68aF+fP8Nf012skXOgzUnCtiHnwwzxtDmX1NeIrkC9vN84Og4wAvweq5EpNeTznBYBAPUSFj
MYXZE4o70QI93NQXLuXcPM2O/b9GWd+VVxNbNoAPNnSZtlwCQdo6LL+JFJMnqf/yck5e8QpxNJw6
BhqUEiDg90z+otXyhang7JuNUglaKCdo9ptvr4a1zhxyMhfYB7S+MP5S9NovBcOl3OUItXXh0HX2
3v012qmXBu1C3Lcjo0Fu9Cbo3bCX7dkkJKH/2+JTJJnWupoiE6GvePoy6LVYKaI+8zKIpLCX4yY3
jQv37uz79mqIkzeh7UNTHISJN8GQXarKZtm7kfKP3jcMu2w+WdzQ+L99QvRz4oDuRsE59ahFIs4N
UlVFTsWXTJBnHw4LnMnSA9vh9JgfqrNBmBWraEfLbTJ0b5bIBJNBmOQXVtP3I1Fbkzj9rro8+V0J
qpArS0xitjorWkhR6l3b0iGp+5uEg/fH09z7lY6hsIshFVd+O3Xf3r1BriKpx/LmB4KxMev5CfmD
H0nRtZBGfq5c0a4tku7CoO9fDAalxgZOCKEuWpm3g6akE+g5XHE6F4snEgtcZtd5O154/d5/uowC
0ZBzIvtGDiVvR7HISVwIfOHFSBYPSwkNwByk2HM8yFQV9AvP7Ow1cWymIooj+J1yvcZUpoU131Mn
pC68MD8T6BeOk/fx8zozjEQljw92TbYls/XtRdGFzNIomXM2WqD0S+GKK7frvrgwEa1/zduyHfV2
emeqhm0IFdn6M15N4uKCwjdOzdwPWxFQuVmJ3aOZ6Mkllfi5y8FPZlgGYnsdtf3bccJiID3dgmOR
l+oDEYkucMRbzC1/ewO8yusVvBCc49GnnMwR0pJmSmYoOQrStHFMDY1kLGgX1qMz75sGHZr/AZZU
2Qi9vRYyXEgX75bcl63Z04h4y0XrijQKT4bBQpzty8dvwqXhTq6Jo/UY0LfN/XqcN7QkbqBd2msX
wFrDKMr2yz8YDuII/B6K1YhE3l5dEZWiPOgDw1WgnkzLJ8nTjwrFzmITFld74eM9My8heWEG1HFG
cN4/eTFIr47GRsxzfwRQPUnhN8JdISBDM9Su43ne9rOxFcJLG/8zE++bUeW3F9nrVbqQjpH7qBEI
2FpQuYGaA+1PMOt/PuS/hZf6N+Co19yo/+H/LK+/5T/b/wdAnWt59f9Ol/L7b93P/Fv27TVgav0j
fwKmzD9YfSn4GSgt1wIgE9f/AUxZ8gqYYvO0rph8huu/Ksi4i/77fwPTTnGePtJaPaeYvX6afxLc
lT+wYlOxgDdD8RcU999CTP0+Sr+aOLHysLclp4ffRhWMCvbbNygd8xTBRZHSvZxir6ik2i61LnXR
K92KMbEFnaRhh0jCX2YiFY+i0QirRfCO5uI2SebGlSPywuEqhLDY5HkXaGm4A/s+GrbZGl7AqjwC
NSTQJESICWXkRV5gkcxqBRp5Hr+WCelchGmT26H19LtVTD4Qjx0+6rvUHD4XeQ5ALhi/SdWIqCEd
yB2ZzMGr5zly5LH+pZGRwUqpAwZVdGfBZOjDlwEXRWsPbgJc6Laf8XSbbWn3Efsuu1W6gC8li6pt
wZ5v043iYyiBkVdiQ3GzyDSfQWOLnZuFagHdraFfrhhS+n3u8CXOhGNu+Nf6UR6m+a5KCMK0FXgT
2yBWWtdMc5UswICIdhyR10YlXU/cy6M5tsVGjav9UBuxr5g43EiAcnRS3NCFjVV7AJkdG3YBMMqH
Eap9rYNecRt4w8dEaq6rRPokBqhMCPHTYXcI4S/MBg1KScu6Llf5To8YKHRxv30x06x1JRgYdpqn
sNrVQtiOaV0RjTGiBYuPatssGzVXtU+k3n5C3kqJbRTDYxH1+a4tTPlb2RRwhOq5U9140qKv2Yjo
q5AWGXNZOrR7bcq+IFaZf2hG3V7FaqbvEJTMn8taaF/ksv4mLnOh2inalc42lFoT8ZeQNMN01U/c
TWtckJmMhpNMTbwbNcG6oc+m2LVW1nsSbgXQlkX9SHxl7FR6K9ixBT6jkrPPixrkOzOVencg2flg
tqP+IyQWnvg3Pf0Rg3xPbBQXvXwX6YUiHDuCt7ptN8kdtrh0yq+CsRMSj6zidL+QaKs5wxQMjTM1
mFI5xpNYN4V1sSVbB8VJYGZpwuQtF/cRaP7EphsH8nokeLPUjO5qCTXlCrHSPTBI5EjD2mUvjAEP
TYTZoDGf9TG7tiDGkkY4O3mVPcsdATqEpD21gdW6SjM/YJtRH1jw04NRRkVlS3Wai26Pd7d3xMiY
5+cKBWT9eRCy8qjVirntGqiFWtG3z5MwxpsYVPp3IuSSysUutDzobRrsSX0M3TDU52cxGNvNNObd
Q4Jr8yrPteCRRCDLTwQDKngzaSacQ5JT+oSKnsGZ9D4tm+xmauP8M1nxykvWl+KVIS4JmbnA+Msb
eR4F3odciTcEngjPZa5Ptz3BqfDf5Rp1GnsL8AF6LiT+QPzQttLau6aZfonBIDrzSLyA0VmGrZt9
5i6SJIGsUvp9vIL9oyi/yYLgcypOrjAY4lYYb+oSgOmkqemO0nBMPTj/SajWhE5OKTb1IG7yBME6
2NjeVQqBzB5Fshy1UKdHKZuJD02cFjeVV+Thpk+gtgVxeC0n7Y9AVLqfXdTQaY0tCUC9qqYAIQ6q
FEXCJ8yoZhRfNaGQZe11paaxNnvhSLD47LVsRTE46VogU5Vox6p/4lB+WAJd+a7gZ/vRUZP9rJWF
fhu0kbqva3BUTQd3V9CcnvArNELwXgVzybZ1rebbamlwwq2enrsk1r53HeGFyWTpjoxus4gGy8tU
abGDMBqe2ihQrgvhHv7brDsBUT0uBrvx2NdTSQRNklxZZhp9SawuuIHJNByDOA+PfV/gN5LxAm0i
UObXed92AOsFZYOz/moaSZcNjIPZN6U9TcWLPCs7TD2RPbQFsvaqd2QSnnZB0Dyg1JHc1hLvtGVC
2lQY7lh1tOYJYwYIPk0bIa3TfVl/qafIiYlrtkM6swegG+ZtkwV4uqNquLGSnNAa0PlPuQHZn2jI
orXR7kMkkpI1F4pq5UZMpdQuxckgM8Iw2OhIZRl7qDDdpVm+Z7S3pqrVU1tUxmFXEZLlFnGk/BoM
nHqgJWyhH+a7dc5kI6YfoQQPuP2kA8+LMqMuljsSWgivq2sgenQEHvW03iAkk27MTCi2pBNPP2TC
DDdj2+q3VjhL+6mLH1oVU7TRzOUjKRmZQ1hF51SYc11ULCMOxybcwrYIPd5f4kJiuqZ20YkPWSOU
90M7EX011Z9FwcwOJKYZnhGGP5inNlNNcC5aQgUJKYwzo7dyMMFRvTx0kvWETtXYFEW0YXdAusSQ
PYdkqtqlqoWuQseZit/c3NI8432cps7J5MVumuBKw+v4lX0+VDIUMLYSZOJGX0Yfe2OxJnv4AZla
XpRb4w2MOTIA0k9qNoR+TdoAmK962hCaYm5a1spHows/BWrd8JiJpCpT42EYl8/LMKYPQ5vUyD7H
4Qq1Zr5VhzZyyqmPNj3aT5c9CGYvFbUiklCkz+V1OPXXLdH2SCNl82AlFe5MbNs7KhTzIaKosQW4
1TiByjom4iPDyTETBWwZiReTkNFy4nT4iSLVa+HOFHsAkt1cgDsObkh4uE4Nth9l3xJmqFLYM40B
mqtOzEU+MTE1CzNVlwaPPVE1Sa9+XjB9kokq1PV9NPUt/Dq9lbVE3StDpA7woSMNyqw8S1XkRUYg
Gk9CFqYEt+HFcgnfNbtvLQmnN7NV3hSSvJHZYqRZ8cTUrdmqLsdON3SSN8UCzIgmSjD4ytuuGNRn
qZM1ivHRdrKso2zUd2SwApoY5qNSqhxdwogVUD/SftlAM3ALFI2JSBFZiHfoNhobVEQB+pqY7BFB
efzMsvptGEIUrgR+WFaq2zOvhTmNTjPXDXstCkFiB2w7qJgZowNa410RxR6Z6wShNN/7KoyOIeEP
D8IY3bIVvY+Ru28iQ9K3QlqKrtymMP0UVjtydpBE2rzzzFxmkH6vy0h6QHa+MbJ1nxYlwNnHQPuk
jVXkalAq3ZBQvYdRzrmXo/VTs/ri2Escb4dJ/T7hvN2Uk9HcCU0/sIgEXYWWNrmiqy5iyOrVYZQj
4jXnOPH6jI23V/Uo3zq7LKN4OTZNKPduZ05leq22cAaOad/muI0VbUqMnWB1ZMNEcTALO3WOkuGZ
oMPY+j7PLYGd/ykZ/f/j0oXwK3hrH52Xrom7av7X/wz7Nwem33/ozxOTzAFHoZRDnfc3epfD1J9I
XuMPjGrYudc6nEn1j2PRnycm7Q/IgPDlkD/Q1zNXydifJybxDwO/FKqcf3Ri4jz06ryEsUVfFUaI
Khmfc9NJjdjIoM2pWd1ummKp7bbWtAcDgf9GCYqLZO33Q6H6xChMJ3yt5p+UFEpdqbQktprNip6s
8w7TcOozMT6qTXDoDGH76kHc/ucaXqeqvKvPrLdckoGm45eH+HF6EqxEc8Zo0mz0XnlUSe9ROFkR
up2AT5qz45IQYPTxiO+KaeuIwJVX0Bv6iNOz59CQDDn3jAjNllj3tvamofaCrLgkKHiPFmEkmbot
YHSWebiHb0+5WlU2SWHOzaYOg3a77s8Q8HacSocqnPelFKUHzWi7R21OKpbYAXjc+MDf9HVQq8/5
rPtFyXJAXIC1EKvT3IhqUHm6HOwKtjz3Wp/XF2QW78W7q1xEJMtjfce4Q7zPrwuaiUzBPbPCbJMI
3ZHw3qs5b28N8ojoUpM/EYmDO0CzsHOyHrxlbMf/lHuowoQ/yzNvw2/G0ZsXff0B2HH52NY20qk5
dAo5K5eZiYxNarCCFEyqh5JFa2NNnRsbQmGj0NlZkuCYMNoAh16hfN1PofZNFMdDGU4EJYrLd0SA
l6Ar66Wf/DKD4FXExfAkVrHd21sTE8wcacCiN4Gcoklny10i71a0FvtWIToEHVI+V6qG8CJZQ6hO
C1G5/fjNJT/l5EcwESm/Y02A8QLlPdUPJQvEgzi24k0+9uEvIZm1r8ThapFjsZndCTKhdXbULOlt
EWf5FyFoHonKIr1TKMLCLghd9IYKtPwim9o9f6zai9oibuAPqBvFGB77oOcgSkyuY/KFuFZVPpZL
uZu1MP08BRt5UMxHFfug4IX6qLJ4IwAcKeEnhuwRzQ2KCazA0l9xFGeVDNRBfNGrzhjuQyWTXswi
S66LALKVLRFT/IVU0+655T/PQhmIL/NSjhUbhGYx3EIxFs4Dcz3dJkWcy9QbgnnTVonlD32Tcx7S
27XYIILvz/P/zd6Z7UiKRGn6iWixL9JoLnDHt4jw2JfMGxS5AcZmgAEGb9PPMi82n+doWpWRpUz1
faukkkqlcHazc/7zL805mIm1jEkfmzCscsYctcKYdhuCMMr3AZUCyQCYJrEMlU7Sab3uG1Utu5JE
1D0j+Va/gtZYYr+k5uKfPH8iHdgV5ZGkV4fUa0b2Z5QYbTIRzvq95mBPDuI1n6zMsLom1ALX7dJU
P8hbEF1cWmF6rgbVvi7Z0F+jyjEJVcaXzYtJded7Lsh9u7gEtNW10wfqB2GYy8E32ui1idKLYxXB
um9N4Kdn1DrzjRXgqzNZlX2sVFHi+C3daUuILBiCKkOM83qmE6c8V4zyJrddDk2VUgoOxTQZsUf2
qt5UOC+Ycefj3ZhTn437YQ5d7CszOW0gbPjX0TogXROVPXyRZELfZqMnlyMZxJIU0yzgYQKrmW7S
k2a2bjCExO+Te3nBFFxTqFPdmf2RSbPkIr2wpESjN+mWY9d7VnmUbCfblOx6b0PFFOxyj9SzqZP0
XFDx6/DWLoolOxBKZ6bbySlpaJFSrRuwFauPXUc9u5knzG3qDPrddjvqO0tIdFNlTw5HMq1qyW7W
gTTGrSkEHgtlKe7T0iVTZ1xq4ylrQ13SUyi9bbrGcpKxnIzii7eGpN1pv/KhsqK3ahE0B969NrAv
O4bZOJ/boah+9MHifg9VOmecrQVlJQ2Kw2qWzU3nhQo77EtA7zRJTGXCOzLa9Ib492foOTdkpwbf
1qh5lARtPQdNXV4ZVTQeCgdSd2r2strUYe/eplLXcVNdTI3XjqZvcmDsj6l/v0RTfrQgVyZeGWVb
QgKdwypNvUErIq7ywJ7ianS9fehMPSbVI6IuW9BUrVH7PHRZ+46D16uhs2xjO0t1qCTU4Bpx5ZY6
9wtmy9nOJj95W/lLulmtNoyHXhn30DhIUxThLGOdE11jEUHTTvqEt1RwNbuddTDyfNxWRd8fReu7
YFIw5VrHOiN2cBLDHm8Xa7y27Fae6ijaMVDUR2LLrGTN1XpYrfARUg+lODHA+HVTfDeVcWu2DoEy
VpYnGtcz3GuD+qha/Max1G12DkAm/KJofLN9HH2azr6zZ/FDMNs8kuGMI2BqeE8GocpHsUbFlRbl
ly5b5xuin9cfWljFc826+dYHdX5EmlhvJ9Xco6/xgQVrVvK6J0jOujQ1A/dkKwkMPTm18BmLjvgj
Z5PBh+vyieGNuYJDL73cSgacxXauq1cspJ2dnxW3ts7ldpAtecWen4dFbJY1VZut2m0vrYe5wKad
WKE5eqLncrfN3JyakvipmHy7ireq7s+06/lDiT9O4Baf3NJ2KY3a5sr3yqCB9bZ6r2Rkl+cUL6Wr
wq+nhBFld5pyNW7bAnsfY26Do7PM13LO9K5pq+Lc1MX9XFhaxP5KBZlIt+/5osnEnqpl/JEbIR53
qhj2pj1jOCS0fB17ZKSxna1i70ur2vZZdazVnG08VGa7TA7fhCsJP7L77tbCGafZuq1p7GnFxh8K
tDeKq0iAia1LXx2CmbIiloCum9Z90U2ekZCi12tX+9F9U0fLyfJVh7DJFadABM5LzmKxx6ICLSG5
mdeWwvkm6JqvJaOw29li4kpuADnCw/oQIbA5hAb94Nj6NH6OXp3NGrnFdddQqWSB436uEeq9VY5q
TlWjoy9+r/TnqgpX3OAJ92LI2TrXSjXIPvKCfSWU1UJkgOPddS1VoRCFeoLetu4IkZ+BaCq16QJH
JBPwGgbs2XIk/9DbFLYJ185O2+mQQcndKT20iSVWJ06d/FOfZ/gHDuMK4NAvw5ktmd6ziFqsmPru
2iS9MQkLG5GcJlW6y/N1XxQ1dllO92Vq1tPUru+lDFCjpaJCXKkA3cL0y8DylIR18xANzro3K+fO
Ge1Nlef9e43YbY8e09xAmhqO+Kcn1lT0d2vu38p8fmwGbV910v6aOWG/nWxGh3lzEf+mJfpxy9oM
KFI33SQDHNCqclMb3ZelmvvbPtURSiowVBSdLihwYS3pvinHOfEL9u3Kn5sNt/NzveT5HZA8U0Kp
jO92IB4yVIFZtAJchXmVSIu9DSer4rvfSeuo+iLfFVEe3Y99pQFmQo2YccQ7MmuV68SwQfvYlCxU
OEmNO7Gg8CA88Avo7/ie2/lQkbw26PNKUPguR7oMNGH37hvVhn9e+bpyok/5ZA56FNVzYagO8D2c
niTJ37jmDc7TVIVjtwlRt6fKHyWOjW6/rVo/uu0zBp0jJ/2Ii9j0OeqNAsilL3HcBhssrlDCWtfz
kkef1nL1SRNN3cqMlWGbL3wJxZE5Q9/HwHvd99ILeYWi3FNv62Ll95Yx630h0yyA+YjcKZZjaeFo
6bhpsykmB8G/tSoVbhcddtQShUNNV0izkDAuw8BCRhoxsMeXg7wlufT2rZd77Z2B6y0IYN23L5dU
NnMrPW13hxUvhi4mJKh4aguxkg41zKJlzOGLF6ducKbIw374MYyjlrhr6daLnTIkUqj3BvlUdSu1
Xt5XOJQ249ZbK1YhaVjXtdO556JbW/dUOlmQntpaEL/h1713Q1iF+OZXYZUlGCE7x8FXzjUq8fAg
M1c9REsNP7Fgf34VrAGbwVXNox7bxKldfSWJPOpj31QNS5aZflpKBAx1nc5XjL/mwywzeVMwMvoC
HEaFGXtDE31e5Bz+qOpO73nL1/s5yNJDg7rc2kqcZfe2hn8K3NZaO3SdpK32ZUVmLSqDApy8WrMk
XMrlTtiZPz0UUbjk27Ewa7ZAn8CBQDn8LLnSGz0GkWQeUOMVS5UjN6PNItMqQU4F1g54XslGv1lz
Hd2Y3ejl0TZVynTiXpBmSShfk9fPFSbLXwNaq+/ASssjoRNDtFWV7JHVXfINPJ2VElG2aX4pQFgF
sw6zfeyypsrvpv6yGLTRuHgb1g124aWNeJbp0j50FS/Enswp46w6DUbZ1boCn5ubxLby4c3I7eht
4LfzxDL9euurarq36BFORZurh6ZYjX21VOo6mLvhdQh7iqVgWDtwUXPSL3JZ8BvouxFdrJGtiK87
mJLt0XXwIaXuXJ11U6d68l+qwqMQw8fsBpmkibGCEn4SRgOEYR6t2BEwYqXnqc2XlLxbr5ffWeF7
hV2/Y9Xh3pHMqp/MocqrF+UZ4rhMxDrSEEZGFeOQpl5KUWd3xO4xsw18XT50ds/U1l2YwOFSOW1q
s4Vd1/WwbbNp2q5CpWWsCzvfT7bBHthLpndOFXlXWUMeIbO0qXtcLajKQmESDdumCH7YUTkfymU8
dOZCF6LN4VljVIUoXKyviuyRgz1X9bjxK7Xu7bDJt1MWtfjED2kitbYPubH2McVDflP2y8SewCQq
a/pul7bpSjJb0H2z0xrAMZ2wFkVGbT6tBCnf/+wh/wch/BtCGP0RIbx7b97r//Of/+RTMH/+L0JF
QGopnXeI1gEQAGYEqNj/hwed/wCqABa4cK3hif6DUBH9h08SM8DgRfMT2jAv/wse5PeIToCi7zo+
410fhtr//l+/wCSknP3y3/8E0ewLKPdPcAKnuwsowb/QFbEGceb/xG0aL4gYDmk36VSe74husR7t
YJkPK8K2rR1q+0z+ozpOtBLOJm3s6CG6oPueWYlrxzDLrT0OuCgqc4JoSEOhsPIj2UErYxux8O39
nN/JsDZC3a6b459hjZ/qug9nH1rYQaLvgpDC+f969lZlQH5LIyepCAq/q/O0uIqYQWGyTCj5VjXe
p1bgELkswqA7Lpv8tAhgUEeis2IQhd5fhHmzm8xiR+iUm2gXl4pO1eVpaCTOh/74ecjbB7KOuze6
WHblgi0irQJzawlHzFtbC1wI9KL3nZNPV3lkLtuUHXdbR8gWFKyusznVBWFVxoDA0mC6M4b2jrmn
uOrrWv8FEwVQ/vA0IdKj2jNdwtxQ1X24Hx6MrnasgCrCvtZPlSwGdONjl12lEXGBS+GUb5252joe
CST/87Owfn+TfDhARNIBWMLPMS/n9g9KI11ojV59sJJx5l+riKJnhbxv24aF3kmJz0tABkcwXuCW
aXox6LVPjKe+/vk0PqLC8IMC+EYQlMjxQsj7ATltc6Y5iNhUQi9sxcaFJmDO1Q8jCF/IllyP3Ie/
+b9/hIU5ZIiiHfAfNfsF5Pv1wieZp6PqApWEs8n42w/f6q5/IHvxbwf6/elyILBn9B+ehRTrA8ba
SJZ3b/VV4pKdUcUrVqb7FPbTjqbW3TKHIv6pD23EVML77+K7l4sEuuQbu8SU/mY3nPJkMynJfi1T
JMu17GQS+k25DYcsSCqzf5JNinEARJ7BWl8unUb85wf7bxd/udEOYxQY2x/v8oAnegnvRSWtl76Z
afuuO/9NOFTKHcPsWVng4H/jHH9k6XLRSKFYs4kwwQr44ytd4HNjNmOhEjkP3rEosgFT/VA+//nK
fn9/qLJZzC2wU6yTPop7Ru0OA6FhfRKURb5dIrdhwVJD3JR42Pz5UL/B9EweAbZcdhYsH9DefWCZ
Bv4MsYoxBo/RvRq74LmzvO8GzdumME0Zr6JPqFLAE2jcbTW8/uXwv3+dkGQvJmhsb+yF3oc1YnBX
5mUOh1eO/a0v22tT95+xQfrsZOOB1ESyRrMUsgG5hXnwaBrR51nAXPBWG1qY9vZdFhWbMSwLDI8/
/fnc/uUp/HJqHz4uMFCMWjJOLfDIjmmiu8hVX3g0hz8f5l+WSW4B0x3GfyxPrJe/rha+UcN8sles
q1z9GGCDGrbOS3Xp8MJxhN0idrmZQ7+DCEgVjqeMZo7/53P4/bXmFFigMTqhLEEa/espFNSmoh01
L0HYtUkA2gkfxun+cqW/TRyYeeD5yCiGKR1s+g97kdkKvBDNiaOI4DlbgidVqZeG3bbXQ/LnC/q3
14oPiBkgyyMWwh8WfeFWmPZ5Y584q+wPaxa8FS10JHvM3f3kKe/imLf85Sb+2+WRfMbiAHIEs/XD
c4x6GPFaDKj95PiUwVuI/bxHBojXRu58+/P1/dtnazuBH1gB8SKo/z98tp3hrzbAYZ9UC+kNwCka
I2KU+dkCbpRLMe+lKiYIg+Fbi62VCTbzl6f5r+/tT40rml3ULM6H72OcU8PEXrbH89W9idjir4pu
EjuoqVu9jN8XHguW5aLYauSj1K2wMHrjL/f8X08CmxXWf4jybEIfHjRQdtvZedMnnm7fMH15WCz7
BpnQk7TkC6XdHXvXCinzh4vI29Ht+1+ew2V9+rXeRHlA0xhcpsA4RX54Dujh6zEbsOObhon5xmRc
RyUW/GUq8kR5zW5AVjaVRbnzu8iINXw2HBcdj+Qv8tmVAlVsFmtTuqhr084oDyhkTbQEzd9iRH9/
OWGYwNShIuEkCYX59Qs3wybIVyb0bFzuc4EB40lE4T5gYB6vE5Zwf74tvy+dbCWMfek7CS39zb57
mG1/VKKyksgbpm9lWTx6TgunzfhbeftT4vHr/ecj52DEoyKztz46LwtBnocuXfPCwToSfP+2OqW7
WZrhTuMZiU8jxJ6sx/e9qxtmu3ZE3o85HyTBPyN4etwEDpOOnHjtpgw+K4KODmp2s1g2Newmj2IC
IuV9P13Uz0ihY0iy/VaqhdnS6G4CU3/NQGn+fPc+Pit4X1hgcC2X5CCfBMBfn9U8Nrkv4cwlIw0U
PN86vNcZ0FkIcxhVX/O3dfnj6v//joelFJ0njeTHaJa8VmIyZb8mPdX5VStM737IUn/756v6uCRf
joLJ6cVOnbeQmvXXq6owOqvBvdYEYhlwr8y/rLr4rFx5PdRmEkHv+8sBP36aHBBbVdgHFDWoWj4S
XbSc85CR4ZLYWZC9ya4kXGjs3u3e+mpVgL/1VBSxaN3mL8f9jXhwOTA1MSkjHB8brQ9X6olQCRWG
OiFWCHNUdiG7dZ5SRRhrOQ/OyWbAJzzxHK4/cj98bMzi1g/xIaQCWtv6zbZsEU9R3v5lrfz4UXJa
NAqsUSiFsXP4GGOMwEENDd9CEnUwH1OduUdwYixZcS09/vlZ/5Z9yLFIdPnZAOHe73z0PygXY1SV
UWjWQHIP+7XJNpkDxzeA0ZnRJSQrytKtv1rv3pzuoK8NGzo/Y+O27o7XA1B+Lr78+Zz+5XXAxg+a
DtsFddbPzOx/dKNj5+Ycq9SJADLegfdCl+zIW8Tp+p2R5psY4SpkRZXv/nzc37ZqKEIm3r78wxJ8
aRp+ffHBbFjPNUnDy1D+YECM5TUWpmW9jXRTJHYo1uu5Gdsrv4IKPiGXC+Ku7tS3P5/GTwuNf66U
l9NA4kp8nYddxG+PZKyAL7PRmBK3mp1vnkw/lVNxO5v2SBag+l7Oo/80Udswmrai7KEXcjlU1bqt
7Si/N8L+CKwdXo/kEx90HxAoBecXIoiBhKFzdb9zjbW9D4w+v4UW4h1Ld7WOUbPOSYvf4iev7rxD
66zmZyVXe5+6bbRHzAIlsm+6HTHJw2bQZoysoN5WWAmf2xmXZ8ZuG3thEsEUyD7Co/jSGAH5q0Bh
70x29QORzZwktpSoRtpdY9sv3ezoh6VamzhE53Gw/cE7d60noEpU7W2Nz8Q+h+GSQLVgxD9B5t5m
86xvqpKZA4pCUBEf2cOVnq3yuQxa4e0Z4DrrXz7G39d4NkZoSZBwWKJIefj1pQD6hpJckec8w6r4
FpJ//GxbaXOoV/PF66O/iVj/5SXkwVOt0WKBMP62JhlLtwhvjOYka5wnL3OfeYZf2kB+HoeyjIvL
MHYdDowik2wxvv751fupXf311eNisblGBoGNCIv/rxdbF2sT5n41JZLZyctoSdw2i8DbQjRKvyIO
Jm660p1BIImhH/w5nV8rwxFPedUHV1nQ+j8mMfEiCm1cqRqOcmxUiC02OIgxR0svq1mJZ/0DYLq9
YSAFUzngh0xvMPfSaS1mu2Ox//M1/b6auHy4l2CeCyCAZvLXS6q8BQP7GRKU22fNJpB9cUc2ZEgC
t+bd8XNy2nGYSJQdVH9z/qEQuLwdH24ooAe7F2dA4MPH5TW3UpVB71FJmsNp2pUCQgNeNPXRbkMI
AFL68lNboP6Ip0wHR4YSXh2jZalvU1yWv+mwKF4zbGLpJYvi2AyevltTLwVBKkf3ihHv8hb6DNds
Of2oRm2dBT66V3ZpYVg7W3ROHdarLiS+MDqosdbTziiW9k533qfGss5mUFkH227dKxm2sEnm+nmN
6nenaTK+O9UenWGwX+FPBJ+ZMcmNbNvqptEEqVfQZpDa2N2dquxgQ8USPUyLK8+zaw8h7rxjXSey
dh240FV/yENhP7UXQ7ftZDjJyn57QIUnP+XKtPYi9ZtNxVwNh26JcXTBNvOW1+38DG4TJSWEiD5h
vIVAqxOZ2GDYY5DM5pjciJpR53UxVMPthcNTxUzi2yucgplxBsO0vhvlaLxTZ1tPw+x4757umPUa
RB+1zECRBAhlyU+aae127WZ9jxVztcPaej2aimFvlYbLvTWl7WaSuGsagx2AkwtGirkdBIyfRziH
hjMRyx6H3uolslGtsx26pjvjqKzw9+2adJMvQt940mi32DBk3Q6zgqrYpIZh+/DPFPeCkdFTjQxF
xHNmyk9ILuRu6Oq2iC3HiM5WYcmbYdQpoYBF8zl0uvwKM2msD1oGyFGG0j2coJFNfqBE0reQoVC5
NPUnahksc0FOoaPDezhUjJeSBqITVvXo3xbS5w920ZXfzGwa7xjv+ZuljHDlseb8XNVanBbXLvaB
KLBcblaxCbHe3Qxmzau2QIfICdbOUxMqhtGSKaWmyG9jZwiNE6pH77tWeAhSSJgZsks6XmasCphr
j7wpdDc+RJI9nt+dc1x6mmJCnCZmFbDt8eiVMKoEY+mwO5jM/RJR5sYmExOKYz91jmHdFXs3LMYz
9L3ilIsM79cebohp2HnPBD1CUpLN1XJagyW7D3yKltWT0XXpMJxbRfFIuqR1jZMZvgSyN196BF5w
a6SXoP5Id0NvWnViFs1IEmTZbbvGjxg6RtNO92HwuRh9purIvjqi7Mt8o8ulfi2Ih2J7bZYblF2w
QmwD8ZVZR/ZpRpGwKdYgsZZw3K7aN/jIrOIB5YQ8uW0QvSwTuqs+9fRDb1BfxGsbdjc9SWq7doL6
MS0Bd0RZZ9VkHVxO271J/SXR3TCf2tIKziQuYcSThdbWjxQm/0U9qpjwqtCHTOcZJ7XMRPr6on/k
M/k0Br2z9eG8kMIrpr3q7eAYqTI6mWFhHFZPFdsVcexTUSpCPrM0etOW0A86t9evsuJhTtkc7iSL
5kMJvnwzmlJtm6oMz0td+TdBkE43/bgGX2x2ga9RY/Do0lq8Sa+0IZbzTOeh9JNKD+45LTRcLFq1
9sqSUa4PgSrL7VD3tH5LMakblD5MqwpscJ8YlFM0NCHu61CKN0QxdFchxOpbA9u+CKrg3Vjb+qHV
TnGVatHuJoD9nR2kuPrYoZFUMzI3DeX/qqMbPsG4ep99HY2xSoWxMQ3lHCrfu/frgc1I9lFiF764
K2hR75qsTIcYrNGcCAs1cEtvV+dmVoFAj2y1FIuixEos9q2yqGNvdG78wpuI/Kjm58boEsiN62Mx
C+scCN5fDtGDm07kEIjSRH7b946z+bkLwkpi3DWR4EVDUlzM9VP22k9VwN82Qyg/2WMvrgYn97/N
uoF1083tlRPIYl9DMkvqprYIPuhLDA9mbsRba7qco6Wn5uy146FXKabRFeSgPMxupyjsd430upML
nHguyiq8NwQsj2YZu4cxDNfPaz8Ur/7iLvdNlD82c2t899fAZe2BOAGGZp2dxaw3lSBRWyzreBeg
Q7SORmaNy40kNAFJ34DoWTdCBrdSiN46rFMTPgCmyNNalzauuyF/zJwueJ6CCXm4NqMZgd2YTfrQ
IES6LypXRzuknOOWOzx7tIhWY21BaYXewlI04rkjU28/+hlkU3L3mAYy3sXhu5vWI/F4RNfIprmX
Jf51m5B8z00v+udKm/Mm73v/tkVJ/V1Yhn6tcpLwkLxO826ydPqKKyiGXbnR5mjzpvZNgI4HuIQb
fpvkeGDthqgvoR/nKkIsYX4jLyFIxkntVInHmQNjrIRA6t2gVxSvkdlU+yINhB9XiOQ37DLzHeD4
9JnQvvK9NGsoOlJnu7pxYMxGerYVjE17QK7aGysW5FPTbd1ShRJ38LU+eNnKemNWxzlyqnvmo+2P
tXHKDQzBBiFoNM7PvnaWO2lMoCIZVNXG9dqaFAjpnKxcdLusbcaryWcmU8o99Po5IeLCfZ8jW2G/
5ujnNI3kuiNKIT+nret8N83iiwym4DZTXv/NkBV14ogU71nPrClMZwkQkJamqillGDyvq830sPXM
s5QQrCMx2gCPCsWsaRPmIEu0iUJUn8bVjDbT1KOvbwbs0DMUgm32aJbTFf3OsHG0YW0iTFPRyd+T
eNTE0YTPlKH5WKfMdI6gjqGT+CkNzt5Cen3tSIRqhqebh8Ws7L1pzWqbM4H8rAUixReYLZ+Wws3N
HZs0tgJjfyku3IkHNLR8nXkenRZtnzLq8EONES4tBz3PHlrLXTUbDdQVjwCMOLc7djlncFiCXadn
aw8a5gjck1DfzXOay/hnFRSNGfSTXHrHdhrKFTpK3R0sXZxCzvGGcmW4YyGt4kAFL7V3qWP6KrrC
uxJDbzHdz1ZW7Ni6xRVeKlfmWGdb5Xfhk6Ca9mpz2AcjJbVRTRCc8uoAG7tmASX1gTYPu3o7eG3S
OplzZlOjEVhsyPaPlHfq4HnNGkuz9pJQBkltjP5O5nUB1bBBPNzOb74YjUMFqSrWs+SAXpm/cIfK
L3WXN3HZmMGuDIPs3EUd1XUYHfGtxxa4todbhefMcbyARn2X61cCkIrTUGWsQH26vJgmYt024FPB
0TiZK9htFtklSNI1ND7dwgDVYXnEJXxPWuu0cYYZC6v2UEi9bN1MPPExV5syW8+Yz5FoYsoyGRbn
TvmzyZdvufdhammwRI3+Vi9kn6kib27LWS539iqHetfj2HxeLFZQj4HhPSQtghsQ95zXRdyyt+Eh
wJ2hgoU8t697ytHZj4akCHwyGFno7j09Mkutau+aONfuYXay6Dq06q/phLi0qgCwtv7oh9f68j9M
IhKzjWsWyCFactRzw3Uv/NMwGXTZH+iBIBdNnT7ls/bAw7Lxmd+5mvi6TgjU1QW1t9R7Vr8vQYFk
WZXztuWtPY3lQkXmkMHduZVLnZyKa3vEI2seJM8wS7ukSOuz9hrrbLi8m4Iaw8Cj4pAOqd7lQ9TE
6Mtd/nz+6uAim+DFsJxRf6/w/az5aM6l82wg5Liummx5mHACODqqNO8yRBf7yTZpctqxNPytZc66
3jIw1Syf1nIdrDbWOL27PPtot2MRtYL4JB9aR1e7wyaY7BZ6Wdt4N07WlE4Mgd6t4tbgrV9p3CBb
Bd0VM5Kij9FjOqSSFy4fz7haYtlYjVnuonzKk8yB17aZUdNtheGs333hy3mL+TIihxUnfur0Tvl3
8PwdXp2wbz8LpKOPk1HKI+xn3e6ydA6xtXCd6X6Q9LkbYa7zuUMFAFHN1rsO0wEcRBCMRJu2X+un
sRLGdeW46B/G1acAaC0DzAgME37NdiQqJE4R+cHzdfUDQhbvXU81Cp7Oc3cgWQ4P3cTWpDADWG0h
zhywUhZZ7WdM1q6BooxTtjpiZ5WNeCBEC1Z+Z0WfcrJQXtF843bhz8W+vez5Vt5QvlQFN3WFaOzH
KmhD6L1Ugi67IHk6Mrs1/UZRYq/FYWjtBiTXk4mujA7bkGjTTF6ETtnUqJG9EMOG8JLC4j8sal2S
eunkjtCpMN0MSJmTuXCCw5RnKvGXSn5deL22ZhZ4uzTEK82jamS2rxY0Gx0S2DuvJoqFHkFe/yTT
KBdZAMEbEOKstDXfyXn2t34fWqdUKMlkDEMLCc6NP4NCDL42kigsmEpdFWyH2aOoc8hDNQVWLWaZ
9bvK5uG0s3/qouV8yZp5WaXxLWhE9jLNTvFlUqa5W0l3/DoaNfQOs2yhWKvmYa7G7DR45GYuxsTa
DqN/m0uk35472yQgNZH1GLkZGSNy9fDVuJzS4IO8TNV1qHpLxp6Dn/0YTemmN6buegoxO3Wo6ZSS
xqGTZZc0djCeTNDrvfai9GStTrXPDIWdV5Oa2yyUfKw9Eyc7a+Yrorp0rGVP/2IM0EfxSMXKbO3h
iQC6HjwVIbSmYiALqmkhK8dll6kne1nxpPGRv81xWeddUs7VvgcSuYlMENre8aDaz2q/Oj3lbeaM
3EUE38dZj4i0HXJs28KZXl27nI9SGhhFpkPF+9v0XgLC1lwZdcR+19vbKX9aPTc/oblozVjnFIxp
FTK+keynuPT2VHeNQyMgnrK5SI+pZWbbBkgCBGJ5zIbCPy1T1m+LEH+DC4Y8HlPHmnaNUyNSITCI
OByWpKhqa/wZzFVuuGn4fxM5vomo3RMh5hJVUxikpPDIkT1KDFZw3ZfqPOITGrPtbKbImb5mTOpR
taWfIhtu+FL5gFEQ9u6yC70aZMSNW7/yN1OaXkcBhDNfDfNuTUWUOEZ7XPHxjw3XeMMbAeJy/r2x
amSj7qWJm0k/UmL1E736A5Fb6MZ6JfGoJ6ZoTrv1aWr4YycX60ZpyzxmVpEI4oBiepXNMGGX3c5Z
BwxC2LMJ7pDIPDB2rbnuwPczZo6XHQFZ3Z6I0vk6FCB+ttuSnxOmYluly9PSO83WDBCWmoYf3JDo
5W28Ql47TVkkZcGr4OUW+oDFZHRS6BtMCjNWwOohRTkWewWhAVoq6l29x5bimYfwrjLxwo16Wbzy
MLv9ftH+1YzU9KZjR3aTqc9w9y2QCKUw5pyIEmVdIrKmAxjGxLvpOzLHhpNlUwStK4RcVso5JsSG
sLbCqZa7cO31vVt0kMslWXMProemrcuETaySQL4X+d7GtJrXlRllG7slhodDBngSkVWRLK7KyDdJ
xz0mJe5XvifkGZdln3Q2G4kM8SexBCwijYREOoJy4O1hhVL9X/bOZMlxY0vTr3Kt9kjDPCyqzYoE
CTLmyIyctIFFDsI8wzG9Uz9Fv1h/CGWqgiAvWXF713a1kEwKRTrgcD9+/Jx/MDEkVjpckBTtyZ5U
fd1nWXlnAOpbgfL6DMMwci1nTMB7KdM1oFyoCXzNXQSofx05Gjczp2vIhBA8S5WA+3ykOX+ozfQx
hXaG75HFc2gxhZYx/kFxIllXTvRRHSQBGDPs1lba/sDhdUu0Y8npXK4pb6oPhtqpmyh25NvQ0u1H
zRb2XRQqhauUIt6BjcvuAvyxALbboJRTP1zlvcD6zk6jT/44FhzfiXHXhq16m5ZBeidXCAu3VbCV
e+2LHSjoXuTkDtABjVtzqDM2V2/uTAQmvljKMOwU0aw7GuV3HakB6L52+Ob0Uvm+iAe6BiZXF39S
pitq3PQPTI1qmTFYJXykqtlBTs3upCrGaSpMnW9WgQkgwMrCkVdMANW0FEBBvQ6qXOKkCGUz+thS
5DEp4wBU/25MFgdUqpglXuRCQ9xZ1kmIgyBwS1mEzxY1keuKPfFo8Q2ug77Kr3NZG23Xnqzmp2OO
IcOFMW2JsW13eTwG95YFo8ngTP6BKpH0oay15E+/zMabIQ3Kr02mJe9B30Mfs2QqWhZmSe7YG4qH
AI2g4d+o7izDs0H7gsVTBAY6SZXNVlTrL4HajE9KHtXe4CTdx2bSC4iCopXXrYjCne+T+ASxHN9Y
EKU2tOrL67yI/XTDfWdYkfqY19AGA+7nrb6GkonEiBYWk6sy9G2bDxEdtFrs42pIqTsi6zU1ur0d
azMGFti1dwhqaKugG8MH4UvZh6zu6l0dGWQ1dhLQLq2gKtAT4H40vI+UHLJu5SgU2hOlNp6DKaJQ
AaLS2XTZwGcSpAzxtdoSXlTbSr85NefUZPVlvBoMw3mqTKialZaV6ynN9E/5qAWfJVIbqxidjZ1U
BcZ2qia5dlUVKJoMHBPZJDnrEq/6T1GDQHNrDcEHYvx7KnprGYt5XMAQNw4/JFQfSdSMbWVW3oAs
C4Bjex9EHGC2Xa8sBW1aRWGZCCf9o80oPjRoc9CEkP7UElBlclhS4c40THGEvqGsvQtpNqzhCOau
ZAcUfW32XJW0nyK72rN1xfdaUKyp075xi9Ccxa2K92UxW5768NOqEBcohOPKlTUaxk2tSAihWU6x
mQZsutMuafchVWzX4JD9Kfsc0a2RqVt9Moyf44Dek4EBritI9EwkW9Zx73TX6MyUNzMAdE+9XlpL
gWq4NZzfZqV32LWHSPSv8TUbrlAo0wqmjkofJdjmg4AWv6J81d2WAYECOqzylAjhbGShoZ/SGXlI
lhtwMWrs1Cc7Q68I0KrJYhrsx4qy1s3LhXsM8/5jEObKjaYFnYuWTbuS8QTf2XGK51XX29dRY15h
ppqiMaNuR2jEwaoC2+6phSo+KLqSeZ0+dluK1amEPFwRe1qXOju9FwNiTm35Na4L6zlHR+9LrbTN
J+pq6CHhrR7EbqyGxXXWDShd0SW4zuly7eE0K3cjGc9NNZklmkYJHo1j8DDaeYx61hh+Ot/rORJf
mHERM0ceMX+EO8AZHTZ7eppRSSir1UbRY30tNdXMLsVnLqEmnZb3ua+UHwye6iM9l58cTyQtaiZb
QPW01Hg253S6D2zTsyqu+qmcflRgSV01xRSskihH9ZdbzYVnPtGBN4jzAEk0k4YvDe/DZ9apMPm9
loDeLGL94xgNzjocNLQM9RI3Sh2gVjNHHFUUP0KNjYSjsHmNU55+W9qoWE0qoE+So/oCMuC4b2ZY
ILEV9Eq5DirKou+pyTlUWitAxYuSdwPShH7Uo88FEx5uqLu6n/irCjvDS4CkucV42DEzALjAkZi7
kIghLDAZljGxotuo2kyFkl45Bbamozl0seuH1lMZa8/A0z+O4InXdh13XBFI1A0aBqu2svOHdCpT
UIvGM6WH5JZGpH3XR3qxt6pRcyeJbhsOlgXwWXluUtUKzYRBmck+4Z814NsVFW2LTA0JMe4z6ne/
ru5Q0M5WSqls8rB3vGwCtmfQnoc+n2ffpRHWgJViTQgfLOFcmAqu3ab5RDkm3Mvd1H2tE2Vyaz8T
nhQ3mgueKCWbyb7aUA9QBYkV8/vE3oHGTwFcn4Lx5/lNcYS8w8D7xXnGAduAavYSueuMBYjRHrho
KRmj29ejh9aac0clPvFgOVINqkwrfBK2FBFuEDZUTBltK6NPLrTS9eWnBVihIvQByIcWDvLwhyu9
4ydlJORi046a+Wj6gU2vQusfXt7332Snp7H8+Z//8b0QeVuP738GUZEfUJdeLQv3uX3+x8+8jdpx
Fr/9z//4r1p8AzH513/a/0D39W+ak+m8g5Xwgr+FjaOw7/6mOVnyO/SHkDjSEe+GRDD/6LcKkvrO
JGThP4h5ChJKMznqtwqS+k5XABGAXXFm7D140wWt6SzNaY5/rwMC+CfAzjYSKCDPcZ6Z0VKv4ECS
HbejJSXog/RK9mhQhzLJA4JdjxdOuM/gWcK3iyjG2FJwpYyVmDwDH/l1KU3JU9SU3ZUc0UkKanlD
aQyuKIJ4yj3sv1K4CpTtq7pAVNtEz+S92tv5h85u7GKrmoi6vH1h3kbf0Zcu/myXcsTQvr4X0HSj
IGz/1333s25F/fMft89l84+tyH88k0Tny9+Zt8Tfv8Sc/toi88c/+JfNy0J4FD/nZdOItP39Oeb/
83/6w19r58IiJJr/cwXj/8rb//O/0eP6x89/rJ7rb+LHwYrkV3/pcpnKO7CA86eeMSgGuPC/VyQ/
QqgKIIUGiBcezaxc/3tFWu9mcp09ExR0cy71//eKNN8hM6WpDk1BA1w7/u2/p+Dhr6V2dkXOkJHX
K9I2Z0ogf2OVwwxcEu+ESqm5jOuRTDGzPkSDaOiu2mOxtopJ/qaVjiooRCT+tpcVcZtPdjau2n6E
xZ10obVXB6eialz7+zGa9M+2rTXOmnZIm68idIy+4euZev4kiRxVmPyS4dELkezg6QHVgSub4aMG
M/JyXLzeT/KE4E1h4GsujPGZBqH6ITGNkXKOA40/dJz6k9JxzypQz0xWY6a6JmXzUe4BOwLJxbyc
cmG0kggJBddaDCFWQqI2HIQU9Uim7izFHh9Eq/VftFoZjVU1abjLD9G0RW132phWWotVTLXny0Rx
SL7Hi5eWj4xo1qMZx5gFqzlNIiQkIm7s+hCtcDisaGjL3SWAzhJoCamTHEOGhsh86EAtD0OLIkjN
U7MYXF0xfC4yobUSgywBtIQN9mql/1pEr9maS1DtPBT0GAvEGy1J2SFcvo5iUZHpCuTEwTWtES5A
XspXDZb0a7IrDO0b3/ICkT/+O+AcnXp803MRJxBReiiZrvAbvwON+g7/Bi632Cwg2feii/6L4Wtq
74C/GRBUTVxNZE0hPP0ONAitOwDJXryOoWPNfIrfR5/9TuFPI2tRiTdzfHpLoDnK3DBwJKBBCAU/
BiJ7uVWnrKMLbQa6W0Chdw0ZLBg93g1Gy98Lp/1mR/ajqPCND9WkvGo6gfS5ToHl1YydWLlHiESy
gzkB0M2ZPwGbboGgQ6CV4x/tKFdosnwt7O7KzhHcj+OnQWquo1iiBkgrZVXkxQ2ymv0FAN8LPfAg
YDG+xSzPuEQLsvVilxIJSqUBFYzsFCmqSw0KnISeVPdlZoRo9cpTm600CScLbgqWXFJdriRjhbpV
v+3THHXfDLHBVUCTvaRyEoeuWYkUkXBavGlalsVfsPI3JaD/v5/zMyj7n2+7+XR//lE0Bwknv/Fr
2xnOO10l6s7kCThf9ry3fm07fgRByFYdTcEsBCdx4ujvbae9I9+cXQQgB8MhmS/3v7ed9g7yLn1l
9rJm2JB83rLtXgT1Xi84HopTHcgm8RpSx+yx8DpW57HT4DOkS+vYUG7owQStG9MF2kyJ4YsNFz2M
4iRflSb6kdEUrRuu5NI61I26xZxera/Cdmz+NCaU4dFnSfufnYTf3VQXOqhKdJtAZWhK/0PxbWNV
I8HysTDy+LY20+mX8+y/l+Krm8z8+c4txfA5ez5YifMv/FqJljrnjNSLuMcoEA7m2PJb4kF+x+pk
kWpoeEIVnJPQXytRtd6hV8DNhyrF/Dvzj36tRFV+xx/DGYDdI0BqtA3eshKXF+aZBgA1hswVJ/R5
4R8uRKPuwTIoRunR4C7WhtYjBFWb5fbVhJwI8MvU5K9RkKogoTbYV/PPXyWEgSGErg1aiV29v+5a
3yGkoouWSHqPS+GYI8aghxfSoZNvRudZnqUwAEgvzpSpCKdp1M3Sy3S12Ix1U68luWz+isT/XCKD
D3GQqc+vRr9MhuVC54hW++GrCRSkGgrBpVcoWYWWXpTrpiuHyOgXsgM6JqCNWa70NgpuEL2RRtpk
UnoF/BlsRa1Uxr6Sq2HG8WTfIkSkcaTIC6F9iJEyEp5aIta2CsdGuqH2KqkPAk6Girw/mhXXOrfa
WwEf876kdbhrmla64JI6R8nFy6kwZCyH4iFJCleSw5fri8mhTIyqZDNJ+oOkqlCO9TykLG+H6keB
GOZq7EuEgVrH38a13O10vYy3o5Jzs5Aqq78w20eJAm5pFBCIl9hcYt1qzV/j1UIyHYQebQtTETyo
zStdUYev0QDuYpKL8RNyXCnqVFpC97ubzSnpE0vyoF9QOzheWJwoCpwuag/mDPg/fAYD3diuy63c
s/y0/xyZTXbbWdElBvHRuoIyRmFEkfkHt8GjmkQk53LQB+DEAOau7b5Ir2STZicAjPrCrB7tzlmB
BmYcwYaB9Fmf5vWk6karKo1M7VnHpeQadZbhMwx8BdZMkX+Uh0H6oQR1F791fzKqpaPqS97JJVxb
7M8RTvnIugm8YAasgz4bUiBGTbY7H3qO5pGLF2VejemcE4GlZXWggnVSWqXyIvQjrhAATDapze5p
08p+6xu9DIVTOSIAZAraIsr5pZPoQ9NXntQ2MFbQUGgkq74//z7z6nqdOczlAL4Td0o4JwZ/O/xY
ca5C2YrLEoCnk66Q60t2ajt09whN1repMKy3hm44LQQBhrKVuQq3CAERhxdN0QHfTbt/ULXoZtLj
xp25YxlGw+Aey9X5FzzaXgwIMVnng80XnDk9e70afaLglIPxpBNiBsiKxj6yvfQN/5VRYIlDz8eb
bklYt7B3yUwAzZ6CahEdDtFsFCQm/pVReB+u5JQ2DXVxJbeilhlN9dLr68rfjHH/bVCsS2ZtR3c4
lgSZAqo60Bm5fSxbUj4GQRWrknfREUfrFVQSVYT9sO1RPmW0iG+AdSS7Sp3wmEpFBMgM7k0Bav1C
HDn15XCGJq1moUDumn/+Kjir2Akaqs+XA2ZWrpvU0bb4YPkXFuR8mV7uAFhrLA1FhtKLcP3hMDBJ
TLtReF20nbhttWAz4rDbqFn/Ycy6p7AqgaZr2kqDex9E1d4vlT8GwDpwvxFmLxRY9w6QrrevJ4tA
xvxTS5bnfO31u+tIWftQ0ktv1MTTnLlv9Wq8lEadmmCkwgnSrFqOwjk2vJpgzaDzLdcMAqQi9yRp
xrPruJCcf5VT80vV0+Y2TqOTO8/hKE1jJwWAgdLz61zeiaSMnkDLVFdDY8UXgvP8Ry2C2XyQy2iY
cVN7uaW9fqGRj4Hutii9rmilFVDgbGPLRu6WIMfXYkhmoelq3NTyWF54yeNNgwSCQvyk9EFug1TH
4Vv6ZuCjNFuUngng/mssDBRzwdx4pWhKGseRcS2svvgJNNC4xVYuvUp1zV+bvhFdWDnzRzuYA7ob
Gq7wxAekd8grDh9Eoj1StKgrempQ/SnLuHmVY5du/NbXVgkU2wub9Oiwn68M3HF5feISrbLD4Rrf
DpoMuVAv1jOU8GHcBqAuWL53sd+iRJgVEFkyOoUfz6+qo7XLuBTHObYw76XWtRi3Ncy+jnuBHyy3
pVvTYtfiCGBcOB31OaIuZpPrBfxG7jOI4x0R25HgsgbUub1USO3HyrZH6ryp2Pl1Jl2PMP/WNjSl
fZiFIV6xVnpnNeD5s4xkwBTZ9JWJG/e6nRnlOjV6E5p6Hw/wYAvnyRL6l0xPx8dE4hjk7tJ5ptrw
kZKqgnEA7n8AxHalAd9Z5fIgXEkyxKNm6d0GCCk2XmknX+cINV6j0d26gNqijdZq4Rp90chDGq/e
JiCdvSwdkrsym0x3nIhrb/4M6GNQHOb2yF/L5FVymrRXwdR5Ifr+LrX03q3i7uv5QY5UD2TulFyH
SLfQDVS4IR0usl6VpBQ91dyr/fQ7vk73gwn9MooiCt9oBbtJlz+EmoTcwbShO22set/0QtwLVS3J
wfGA4h3qGgyhcym7OIo485NxbaZFg5gW17bDJxN+1MF6w/wYWpzYT0pdIz+hOStVjRXU8AN2gEoU
QKDCvrDxjsLqYuTFnBiVE9sCxTAvw9MI3KjRo+EF5S6LUKQ9P/8n9hot1dnowsAKGTj64UsG3aT2
soA0b2OHt8nNKqT/Hhqrf2EUZ1YRIDckKV1MZaKVGoy2eUc3QvE0JDRcbfI/vX0QABEaqkIvSe8i
bMiSUUUycBqvVuzKnWCY4JzVKxe+zalVQV2Ccjy1di4Li29janUA3Dfm25BcgDDXky+h3xvuCBfk
FkCwedUHbQcxVkJ+7e0vSNF57o6zL+n5HX4r9IAigXp4hpuvHn1C2xm8Wd0bu/OjnDhk5k45Fe5Z
GhR9pMNRJpR7YSRGuCNnlXmNGmMPYFlgBxCAeq8DPXw+P96JCeWDUXxhQGOuHhyOp2JnWKlmnHlS
10ieoQm81zqEyuMCb0uMTYSrdgiMZ/lYX5jP+f6zOAB00m1CDwID3MMWIzuoQXc9fFZvwrrDNTDO
Wk9iql3gT/EHk4+6Cay8dgGKV6uiLJU3WncT+Q6GX2w9wSIqJdGkHj6YuLMV8PIGsx4uZC8nPudc
3ga3wFejf70YJQHpWvqNwSiObuwGMs9dTKEJfSJVbCEMtBcCyvGkEiwJKGB2yZdwoT78nJM0kFUX
YeoV/MzN4+ILXVnjq40p+doRQEiTItTvJSCTGNJ19v6ti4k6PXsTKAjBBuHSw9GhO8ldYcqlF1fJ
PTHacXVhSfeVgMSQIs60ZpHJdzBtLkSFoz72LIJH2WvOXDjJ0PU6HFjRqj6IAr9AfCRqm9skq2Hp
A6GzpOsBCZWf+NEgoW3XUtU84g3Y3HINMJo13G4QSFkwOJ+HdLLXwhoIGyao2691o3SWS41Leu5j
2LYrZRyHGmsEuzZWsmipglrT2L6XE8lCikAIri1q4IO4HvoOFUsUYppPudGKPajV4g8RWJDmS7vE
fzjoG/uee46rIghnf9UC2w5hzPfhHzjJ1z/Pf5J5Fx3uMsSbSJwpFnHZAzF+ODPQ/obY7+LSsxxJ
/tpwYoPRrouv50c5zlWRvtS4TGkkcrMW8eEoeTdpqNmhKCpR4PCD4UbpHRuF6/wJ9ytE6hvbuRA9
jguMNNHnKwnjYdtGvDwcspKjJrTRP/CQTRIwqHv/asR+wWV/BFeOiv2en6B0PmQlQhB1rcb3jYXy
x1vfe34Ijm+SlPmOsljwGQYPidr4YGWdOTtP4aBeiWqy98oQTOMqswLlGhPJ6cf5YU+9PAcgC31G
i5I6LMoVpumHAeSbzGsjC6usspDhMtgSUk117A5928IiiO0/UK9qwGxjAR1X8eSdf4jjUKOiSuXI
tLc5ielyHH4ARwrrTA4nTo5cwxZAszCGjNp2g1p8jNVsiOoEtfz4GqugHq+gxLow/ulJePUAixVQ
NGQylQ+fUCAR+Fi1U/w4QCbZRF0vubFhlNdoTVhb8CgpJIdiNnNWzQvL8Hh7HU7CYnv57SijJ6DB
aYzEM6Jy9ntDn5oLZ/SpQWj603Onusc/F0G9bShvd6o8rzItfGg6HX07NdMuZB6nR6Gx/vJFWViH
3zMMkl6U4Hmoluuy2yqZ+gAr176wY46LQsiJQjejoUoBRj8KFVrnNLVuV6RRcVauMr0PPwzN2Lp0
EXDNNiJsCsTQPcDBNm7zHCmrETbsT1tPUYoZsA9GniDZBSM8W3jv8ZuTgsOHW8yBMMG5O0rD57QL
RPxxZHqUIGi453eOwUwexmRGecEx0FOeVXwXMx32WiUUpiDXy/SjplX5zVTB14r18MIt+zj9YCSo
iiBaaH4RoQ9H8ss6QBsozbxxihRA0jmMWssJN2VU/9Fa+aU7wKXhFmFJUjnVOFwYTk79NeKRM5Uz
8PdAW+K9g8TNhYk8OR4dnhnkN0Nt5iX9qszWtLCCIhgVnozm78cMxrQnNaHphpXVUpUu/Ddnc0wn
SHjSVo4ReiKH4/V+ZtrByHjgwCH79mhmJ+gcrR27GT3V77u3j6cBZmAwsqpZtvtwvDxv5LAfaS3h
dzGtTVOEG9sonqFkNdfWlBXb8+vypcq9WJhcR4Feow8OQhxo5MF8SkGhJn4hJR5nXTdrkfzZlvY6
gHxXBPm9JEdg1MEFKlFyE0vVFSRAF+8st1aSrVQENwW9PjcR8TYyczxzyq2WojFe+26YyuGFTz+f
LstHBf4DJkoB/Elv6vBRO2wN866kg6ij4r+yKT9o2j2d+hLnwtZxsxpmzvnZmff+0Ygm5y3CYTN4
b3HeIZynIOphJp4m172nWdJcoYqStdzEt6gjmleBNcmUTsxLssjzKj4aGAU4yisyALTlFa0LignB
viHxxh5PRqnE77rBoOXCSfbCLVkMA7KLTGreTPgwLHIZyYLgXvhh4rUJ6gkpDa2tlYdIabWOtevr
KbqCqzY940GouY4iZJiVg7M30jrBB62Dt5hCET4/5ScCJRAzgtcLWpf70+FHRkoFkYopTrxZMGSv
5bhRIJeguFpqX2pynhyKSAL+w9Roay2GqtLOprjL2yetHnm5HHPxDVoc6BLn8/mXOvE5iVe0U0le
59LPYh1laiXrwMpj7ip+BpqvqtGGseMLUzc/7+JrglqiA8GlHtbOslrRyKM+ZiWsLWhYiWd3ivMB
zQyI3L6P+WUFefv8W52YP0fnoJmh2CwgeRGq6Kt33Ae12HMCtJRogAz42dfjlS3yX5i6f4rkODkU
b0bfA7oBvcfDVSGkIsO7p429MOsmThnEH6dRU/emiPUL5+fLCltMo2NqCLwj+IiVy9HHapRCiM6J
KMIr/ZMD22ntIKbpGSWGizXWfrtarmXEv8YQsWgkteEV5Zjvxf21Zof+Yxjp+makIvZDswID787B
AJkPJS8fYOpCP06wIqB/oOGhem0msNDH3O/uE3TCcTSE/tWAfX4rLAJIHZD6+cpMt/3I/1jIZlI1
eCR6A80O1+xKrNoNkVwIl8cBWqOmpACMp1MCqHqxzJXMxzuzQ4eqqKZuWxglPp2GLWZf1cIzTQmC
KoW27VtXIb1GTuf5rWiMLUWYtTFsQXGHkUe1JdlGgGlh0oHXsazuwno/cfvg1kMa91d/314m5YMU
I/Bvwc0TdSF5vbD1raK16pUoKg1dHRUmVVG190ZPB6FHPmltBvUl0eLjUEJ/BkAYTRiNs20JPem4
2oFezSKvBnK0NYq03RiDUVz4kkesRLY0IggUd4ko8CiXoF8hkEjEpiX0EKlSSAGgpG/qGKtWafIH
mrU+ShIgRG4g3uf70K+D+9HJ/wj80riZ8G9ZoRRcX2vjVHnnv/Yx6okH4zNTejBexOwX+aZC7wV6
GTZeopb8PeJZw7oagmaH+Zi6GvN8uMvVrt1kcYc+rTpZeKeiyD3V0bTxGxBS5x/nOC7xNIA+ODyJ
7dxtDuOSYQ69XhUmvpWNaXyFni9v0QBR3XCAo39+qONcZCa2ArygcDsXvOZHeZX4GkhymFprJJ7M
8qZi2qCKIuhcjQjrr8xc11ZtgGgSBZBLpbZT6567CwqmiFZRaJMXc64K1HdGrUo8NXakDb5meIoy
L9Rdun7XTuWNPkq3yJJmq7EcVc8OtfrD+Zc/Mc/caWyZEqdBaF7WVK1eIK8B250sHCKjRo8OraQR
ZVl0kN3zQ50IYioHDdBEUP6UzxZHjRbFoTm+nGqq2lxJCH9fgcOHS23baEsZXQX7Gv+G84Oe2NXo
n8OKpP8rk20u1pFlYrocJxylIxR7tGSU2qVJeTHfOzWN1txepk5MKXwp7a7lcGSnSo89Dr67aYjt
+zGzZZyV7GBdKkmLwn7Z9piBopanyVK0NxvEkgQeuDiQBhWNT1u6oXWAUKNSfjo/BSefDYAbdSVa
f0S2w/UdakFq4g8be1M63iW2Xt3ENgoFgDX1C7L9pyabs2JuQYMOla355692ko73bmmmGez2yoyn
lZlhF2DpogkvBIfjfAwUHR2W2fppBrkudizJmITsYE4qpmEd4esoROlR8zNW5Xvi1iWXpVPrdu70
QbjCGYaG0uFbIeEphwZYIlwqZX87NTo5c1RhSKRn1Ta0sEtGRUy/sG5PfbQXAwRwAzCLlxekOHWc
qh8cUs68iBATMYOt6ZDdap12qW/60pc+zMsoO3L0knNyNCGRffiCshMpYS/7LBBJ+RCiHRHV7R0J
6I1vqBuIdbvYqPaIZG+xmkB10XovVxUA5ubOjho3D6i69/Wd7g8frbLbnV+7p04lxNEobnH0OGBf
F0HDQrtxJNmLvZTS5zqJdPQhh1JB2iLqXTNLjG0f1+XdZKjFnlcMNsKfOs9CaQ84TXCphnDiXsdU
cY0C7USyTCPgcKqqhpwoqdlLcTeWmwhizfWQ1c+pKJOHoOnf9zFKV6DBaQwAW10nZjtcQfPBhadq
G9QzaYydn6B5wKNvZ8A4nPvRQJYXmxuvwkFWewIPCqAwCDPJWUGBq5AUxssbZQ+6x6Fjfi7UsNuN
E8bS54c/teMdGhUYGrHrObAP56OD1B/KHZ/H6Usu80qFfzlArgu5ycmXnAlKIKCxjFS1w1H8Iif7
lUZGoW0CH8SuPsn2qLhUo41VyrZfo3Iqr+Jez+4adDQvzPHLWxxNMtdMOqvoX5DtH44/4IgqOUXH
LTNFU1sPH0WHTF5l7lHIR1DN3lQIjxh8YFM491pOBHKq+J6a4FPdI/yp+NtStty2UVawqnd44Vyp
dnrV6sl1AyZFz+PvbVLeWEF3A3AR59fkUS77P42xvMlVGl1qtDGM4CkohodRDu4ULAHAyKxBzTjI
ZsYeIjp4dKsPw5B8zqri+5y1Wlihcjm+ArK75Sp3q9nsj7HdJ5LvISMIdzS87vP5hmTvEzTokPDe
xWa3LiP/egicK1w0kOAVW1R/95mkPJRmtpfH4LuU9Ndhr28kEd6ryagicVMQBPGSaSGtmsWXVtJ2
nW14Ps6WvoJ1pN1XqORVH84vvJPx0WLBz+VDKEqLdW9pIqj6no2I8xGibtogb7M2jHgMx3k6P9TJ
NT57wwA1hQW13GK4ik/CSebzU1JsrBNGxG5Eegnkf3oUnXEoMZBJLFLBKnFiUGgyOi6BU131rKSV
KanFv3BCz5arGAbRAwAKd7iS0RhLVQzFY08XiGcEvhy7EkbG+/MzduLjsBHROMO7h5zypcP8Kg8o
ByNJc5q4HjgpHaQRknJ2kvvbpLzUkT2RCTASHXpaOrgSLvF1RlfrYYw3sTea9nSD5KS+RoTQ3mtF
gnJOUhYX7gonvhL5HZIJ3Ii5GGuLzCOj1NcKDE69lCr8tehFfDea/iVs8+lRiJNUq+fO7CLeUUQQ
mUwW6WWizlYooJooI3Lmnv9KJ0fBFhXa/5z4L9eCRZbap/Pc5eZYXZuR07nc97ILVZ+Ta2Fm+5E6
UXJdyt1wYk+qForYE7ESbPU2QyklyGfTmTLYnH+hl2LVIk4Dc5tlWZg2kH7LecOztpcwmPXwsg/g
FFXIAK9tK2r6HZqS4T0qlcW0iVQrqVHMCltjPVEk7q9qPbPjVR3607UlyToKeoNW4Nomq8nnGg3i
p2Ryfhj+NG2koTU+DZGJpF2C00u9ykcnvVVGAA6rqrQ6/UoYpYq5nlm1HwK5F3idKX3Xe8NoxuT6
ljKiUsvN7rsFGnWbRA7UMznQnfyKHV8pj75aO+gCdln3xayjWKzTOkNhsjI6TBzwj6r6da50Jvoy
4IsR2inUrzL3dpTACz1DtAMq/0yX/w4gxRhWWkZHIbeK7L6uxq2aw//EZEYgZVZg4PTQ28AxAB6q
6R9li0whzzcOOzOYeNTWQWlh3diZ+SUtZfl9a+INvLJxUviMcUzzDaWQNl+HIsQpkTM7+cKW2fOb
ORINqaFvIFYbYuWURtyuHbUzv2pJrM2eOq0BCqpPEoRRzT5cVYmVDKvRMovHGvTnTmRKGbvNJJQb
5kxMV3UZBx+rBP0xJBOqhwxLwY0Y0fVBFEK9rXpFbGVjzHZOZEUy9kXqgAF9qVDNtMxq+ox0vU1z
wZfCS+5aJ+4Fc/MK4z+a9pR0FrmPVCt+VcgG4sUGpeHSsX8KlHJXqCc9yHUprorG1i8kQqe2LIm3
RegB4Uib7jB813jcc6+kpm61meQOjTRtQnQpL9Q0TwVVdhHyNBT9OJAWQU4ELfNJ99jrueuRy6hG
502lMWxVxR9vp16ptuc37qkYQQnVAekEyc1YdlZluZf7xuC1tJZqGExytN0KCjJ9Zn88P9Kpb8Z9
EdL77IwGFvxwAvMumyhWDZGH+0C7lQLNfo+rBOX1bOyRUlblb9hT+Rfi0qn5hAwDrIYaMOnr/FCv
jsNUqDiIINfv5T2a56zPbq9lQ+EhDPmd/pp8YZGcmE2KxAaYFs4oUMiLbLX2haXkZsMtHK3xtZMY
hVuW0Y8J+tGFFzt1O2Momjwvki2w6A7fzFanukkKLvymXWdPPk6cnmzXilsBpVlHemWtFGAAG61B
G6D3A/O6VstmE0wkn0EnX2KjnPi4B08zT8yrebazuMJOiV7GMPTrrihaxNv1zO0CbESqRMr2DibR
Fw7Rk5Otgd2Zm7wkbosx25Y4adXsf+SBnI1uhKUrytHYThZuNefX7ollNBtlodwGBYhGrXr4eoT9
wOZ0I+WdknQHDF3eBnE8u1TgsCk31OjPj3eCLPLizPX3gIvjtLdjMagAhD1rAqcXxAPQo0CnSlij
Sm3kTbemxyntizjPt2rZa+s2tRyEq4cLSde8KRfH+mxmT+LF4U69Z7Fpe8RxTIyXWFtsaBe/65Ki
dP4HWqDyJsZIbtM2euXJdSLt1FJc2k5H2odU7HUq9QaVV4oQsDgO5x3YE/4aFl49kFMTmk7FpnDs
NZ7RN60pfk6WudHHaGsm9Se/j/fgUW5I4NYsByxgcEBSii+W6u9TM7u35G49pOJJFc54YdOfOBlQ
HQLcAD4W5OaShdlBjQqquUPUmw12g3GOu5Mo+gur/cQoSKYwD5Q4nZkaeTgVCZB3OZcCeiSj3a+E
UPF5tRPlwrucWHgzz5jwbM9MY/bV4TByisp7GXFtriUg1H3lZBszaROs4QZ/Tz/YunGkGGHdPPXR
0Q7R8zdr2cua6M/zO+B4x82NSi59FrGRzshic/e+aEbLryj6hWpxkxhNsaskTfW4EhbPVaVZu/+3
8ebneRXAZKEipgbGY2uNMVL6MUiuYUqCTRWOBmWAurrAdH8hjh/uLJ2+A2bUswIMpY1FSFEdFg0N
FX0LKyp8X2ohauy+nECC9u0WQ4AJoK24Q+qtfAKngeJuiaj7U+Q3WrvSCl9o20pBDh4ngbHGT6DI
tes2bOzRncBUNm4ZmL29CTsMA9bT2FjZutHw01gh4aW890u2yyptogFrkLSI1Ru7HquKAqvAVCcU
tdy4DXKwz8IxihZ/oBcxK7DIP5w86Z8hOGdfIqtoSXjBUxSrWo/rzm2nZtrXoa7iBdZMlNxzubfT
NUZn6f/l7Dya5ETWNfyHDhF4swWKrnZqdcuONoSOZoRLvOfX3wfFXagobnE1G8UspMnKJM1nXmO6
iiQtwTwJ+Q3dIhlhLlF3NqI7YZafQ6Os8T1iqZ6GpBO9H2FLTpYiGYurCN2ofOyMUBsx6qgUmDBo
FZS1fDIzHw9L8TplVo/K45x8yQw8AU5yGE7CszCI/jqHg/6K4VyNRncxTeKRltnqtlv6ozW0SiCQ
ZMsRbFww+FKQFH7m16dPQ5M3upfNRRZ6WS9rR2jbHewgIeuKOTUpadqct8vNpkoiBZdnOSgYqPeZ
1msSwuyNk7r4rKWePqOmlZXzjP+IHrpKm1kuv6vi0CfJi13jdJQ40qozhoIQog9HaLRfBe7N1gRs
QV/MWkVjqL5c/rx0avBYqG0naK0Wt71I9kA3ojZbGAgPW4pHHPwGv1GnYTZKoPEy16jwSkOEeZnf
zBnEctg+VlbxgZ15+uNjCqmZbhLyGmu6uYl6rAppqJC3KLC6+GlcNGRuG0l+LZJS/6JIHN/bw109
f8SqFLnQlkPlk+LQ5vmLujqN43rBcAInA7ztZNtb4nR4tnUKgVOK6n8T4puSKX9N1dIdBB1XMdU6
OFOkz0Lf+go1t0y51g9xm9zB6Y/dXIvem2PxWckwjq766qehD+9vz3Z3QNq+hMqIhNGRvfzuibTY
9VhhRjcOVXgnsqL7YM5QV5yZOqteG2hZ290fF1wA9dMc5JVnkYnQN/cgLmJLEQ/MUu5NIphRYNuB
v8bBWl49J+soxDC8Jej/wsC/nJqTTfAGIqZWR0p1HxkyZVtJxKe4nfsTxrxHsrDrUl0coXU8ClUU
remcKFvSazGpFl6BuOuMhoUDLKxfiko29nbF7NL4tbxBrYy1bXHUtbkKEzYDb66WGicKnCVIeFL8
rt18iYYgHNoj5O/OcvIyE3aD3Qf8tcXYTabeDmoyA1jAZusOUVIr6BYczkycUJ8z45D5dx2WQFYm
ElwrzisuYQsDk6JIUtOwju/CSlXPZi+0tyqatIcqYqe2doLdzdyLO5TFw0cF11Y/TLQYW55U+nj7
jOysr0H7k7gXxgZ97U0YVk1pLcVFFBMQzz8KQ4veJQaGGLcHuTKWl5nu76NsDgWiRUYj2TCGQ1wu
XdgwqadK7T9UaWDn8Hy49GHunXoK0oiGBCU+fy7n1LPoaLpOmHp4zDQnemm6P2YyTnsrhWqOT3NC
xyHhRZ9k+XVs0/ddTtMEwKOb1FbjAn94pKhintquaw/C170dA/Rg7SWC9OAMXh7Auq+G0FKz+A5h
Md0dSWFOmSl/ApY2+MhYHpHyrtPjdQVRpoe1RnlD2fbDJyuX0qWzort4qP+2EqH66axr7zMo534e
Gm+GNmcnMGPxExdwR+UoFAFKe9LjgALvweWzc6+u4msAoOX1Gt96cBea3ZUw/aM7p8JdVNLGCJWg
dvFCdaT8IUw9sMVyVCDYuYHWDgCaAyt4DXbN5YKTMUa50rFRk7Z7LbAl+ehEff5BASPwUYn12it6
isOuqKzwaPfuzJehKblwTukQbbVkKf4sypwkyL1b5WOkLLGbYSsBikfQx7YoIXZZAjl9+jpZ+J/k
4auwrHvNrH9Qz/i7RrU0G+uB2vvw04wz2rmCcE8avtP1OEcoKvpt0z9DoUgRfKq/W0bZnvq86E4R
bqi3z+HOYTdJ6HiZmMra/7xcw74vEZF1WMOpwLDQsTorwIzCOKj57Y5C8rgqQoPM3JbpKXImCeyC
CJn+evDZ0Sr8wtk+OIC7HwXMGy0hCBQci81csgwrxhH1I8Awi4ccAbZQmVDuEffDqW5ZMwkqaAdb
YXdq8DZWlQnwL9vOWoZKtTNYWnTX6s6PulOUkxEl+UFMeF0lIJDmlCMDT1F47RVeTq1sQj21gRyg
9JBWL3ptKm6rLDJu43EfFJEmfKop2Qn4n/RJqurOqxshn8BuJh8Ap43eOEw6FW/deBmWbnVzzxRi
2MZaMKMuhDtlPX9K2C0F/2J7gWZAsIAq9pUmY5omSdhJMp8Eb3TXVJE4wnvj578ZBDFAAvL15t08
JVVWho1dM4hstt2dlmKIaDZFdXDF7X1oomQYF5RsKMVtRtGwtx3pafGhFwQqitlqvH6NCm7P5Tpx
4kuvUJlV7AfK5DZCzfvM0UOr4yaN5PRzPS76vZDpLuH/hgQPNRoffBjUiRFU81JNr+i4WCAEgFJm
IOHP44Q9W5k1oFmKoj6oIOzFKBTtZUZZuTX0Vy+3oRrRqI9gnwe8Jf130GQY3UD88uR8qR/wg09J
pHlbIBnoiLoKqIZ4UqZp1R6t0jrQJvikfwAJcLUMQZNvE8cvS4nDc9ZJwZyXzgtWb091JNnnRc71
wEi1/KWoxtW9JfxJUyr/GeoRAcAyTK+VUSqvtz/ZzsZAzo/Ino7JKjhpXi5K5LRjg/a8FFRirn0E
thQ3DqHW/OkoaxuVaBsI1Sr6uHns2lKBYbGg/GQKdXKxlGzuY4ybDzb59RXKKKzneoNynrbMQl2e
zaxQljAA8Kf6TTXP5wRlPk9Vk+msgi/x5EKdDgalxHf1ORmW1gVvKn0F9Gwul7BNZq0xpi4MRI+Y
VKI8VRga/aAXZMsnHInGuwpcsuNWTtloXp+34s0ILTz1mtyYFHeUFx7hypLfANrNr+DEJB5h+cVM
HedDNOjZt6kElXxyANnSBVrU/GMca+qPWjMxc6usfja9ZUjkb71Q8smvdXuWqCJ1uX4/NRPKzA4N
W9w/wkztfaEt6UdU5EUIqzFxZjfJ4zByLQ3MoN8qqTP5iVFGoR8OBjZLtqQ2KdgXET0Pc5c8NXkf
/jWNEmrGk1N9T6J+Fm6WQmR0VbCyr0Nf6djXTPnPolOL/6ZVhPvREsnGSFvSGNjOTkJeICX/zfTO
eZcgcGT6bSEzVEiZe2KXmxMRmDVWQFZMCO/LkMU/UrvmBJRZm3yXRkfBKF6akKVWy/6zucww3yF/
fFbKpVrcBmfB7C6N1QJ70K4HIQSu9cekK/2LmRQOwEvDbM4z+OrXXKHPC+pIlZ6URk/CkwZ45xz3
Gj1qVZLFt1iyxy9FpbevQlcWXCXl9tWme4SlUv6U9TlmmI3dywWAoYqCSzGGqzOs8cjtYn0U1EZf
6zQN8bGEnuw3hTM/lrS9nTMmwQmy/MihSX5jt5X838rKMG3XRydJPHIio0FOMyNVQK9Nat1cCp0x
gOcdfVOKZaj9XlH6d+kQZ/NdY1SS7v1HdCniOrUKjiSxYrjYle68SplZ4HZWGJ8EKiW5i/pm+H6q
ne4tAn+FgbidgZ5WcsmmQISp5SdbmNIrthb559unfz3dl/cdNSrI47TDEIe5og9EjWNNYZaGQdQi
DRrGCDT0paLeWa356c9HArmzMlDRwCCzvzyKRBa12kQ51XHERh6rNv7Z9Vn9Tnba5CD03JsTADFV
NgjiQadvY5o0iuJhihmJ1CCoo7x5XKrQ8Npe+np7TtdIeOC1KJOheMPdSXd2M1RmV7YtsUGDKmqR
adIwgZUsOv3cDdqZh2T2Y72l0w/A2I+jAZ5klh9drb/ms/mG/Ah+gEwMTKtnc8mNlQaUbgydII/M
JRCTid38hNtuqRef1Ll/hCiNmWloj54Rtth12RQ3eqd8bKTun8j5lkrjY9eFfyW2+WjGmvmzr7BT
aVOtOnjld74LhSS4hWSyMlfyZrGm2lp0GUO8oJNW0+zY/lu0eX+CH/2/1ir/Jz1s57XRoWgC04IZ
QuttkzHbUQhwSxNhgN1u6Q+5QbuvtyyfQraMEoTQJlcHCfLn+47mz6pWteppgVe73OFRmOAO1q+l
aSuSvw6dMruRmo5n/q75L5YSlhP1Iw4uks+bw2Qpne7EBUM5+Ju5fYK3HoChGj3JbjmY1e4eJypl
f9twbCCfXk7LMbJ+RMvDCYZmBCZThrl1cnAQP7WL6pwEMIv7kcf3JBnK4Nd2VdzXRBIHT/m6dts9
joQOOR7atyqls8sfYUZJNFOpcIIlVQTWwyoN8niyg2ShYY0mbvOxnshOhFEcfdXdkWmrIPfEhcLe
vRzZkPM4lQRlc3yfh1OBL6irx7X9IA1Iq+JkGH2ay7Q5qZmhHnzk6/gPIB3u83AOqSkr2/jPjpBT
aSI4uD0od1weKoX+hnOkNrV3KhWCbz6uxW7aooTHmjZNUkxOgEdn4repGX6H7fUEus46aIjvzocs
BMQMRZUrgWqdIKjGGs0J9MSs39E1LNm5yRHYaP0eVzsF7L3BI6NQalx/xW/dSAPEhEPAwSgFUk5D
o7WBpkziWcai57mg8urefgPWW2s7nrrqloPMoTZ3xULHIX4CZeQEUhHXL86M6E1UddWpLDGW1ZcB
l+ROw5Ci1eKXohmP+vx7Vx23KXkCe0U1tiiDxFhELOcMH2rWeG/Fk/NeTS0sIVVkWeh3QQaTk+nL
7TnvnYnfBt1KTI2VEoJ0Y9CWruSP1gzTR83KkwAeXv46O3oDp7nRfckyP94eeHe2VELBZUINIiu/
/LidOS0NuCQ+Lv0zREOa0rc1Ic5yVzd4JsXlByS4ftwec6eiTAlGBaq79pLIJDY3QI9XboiUEydE
ib+XgvyF9Dz+e9Dx9ew1DDIRSlkadyh0NbDSqHho0Ox1I6nNg7AzuKNn3KsRR5ppnlhfDKmp37dG
Z75TFwQKcrZIAFnXPNe6A/6H/nBA+169FxTXgGWirYocXME/XV1Mizx6uz273e2LnDh6t+xeoM+X
K6qnUxmXIytqFFKGyTZ4q8e+dQjkcUr4kQh0VDMlih9lK9JcxQmbI7mVnfuH6i6Pi07BlTLU5maP
m8Ui2+J56cqme5blRDwnk90/N5aee4tWlM+yMeT4q2Ov3CJdj1trPb6XyOP8Qslk38wscZ/3k30e
kRZzZ0y+TwIbJ5rQteENeC563WKPj6q0yO6I5FaIeOcZlS10JJfcfE7wcj6hbyF/MuxhctuqtXwH
kb+THLW4yqugUSZ+i2cuWBAjMYhqmqLRWsbAig73qddoougofNFA1eOuvrPzpXjWUf3/qihRdn/7
a+1coSgfIvcL7IHC1zaIlntRS3LDnjK61SDWxs1XTmLt4ErbOd6r1DsdKhSv6Wdu9kScG0mo2jUB
pSFZpyifEDutlNSPmpZS0ZwJX827PCh5TILb89uLZVfcCrqf3N4kJpvbu0yUYRwMXlswufk9Xtv1
8AhRXe0925zkEBXOav4mjFS5ryIOhBpn6LIJzIFhgk0zbuy9/hcOzf2HrsIFAUt5SX6ycfvFS01r
WySYEyW5j7E5/mNG08qyWJlM3EurRd3mZsrmzJaEtK5ZoWhnKRKdZ6n4mzdxXfq4jfc+zuTIzZFQ
BJLTH4EI906RBqKX926t8m2xqBFYj2luSoK0HIjtrIa621WtOBtKeHAF721BAFuUiriAAPNqlxdG
0toWMnhMVEmGKEhsNPQiOZIPtuA1ZY31JHhfAyAD6PCvJtVvz/iU5EneLg0RXjOOSaC0Cc7Q4G0R
4JsI1YSXDOnwoW2a6LV1jOVhDEUizokkEtofYDvJgcq5wwZ2cpIPtzfpL+Tr5slfC2Zgq6goUVha
X6nfflvpWFIaWsIJxs70a8n5NqUgDeU+PxWRca7K7HEoxTsnpEYS6W/5KP83G5bnas4foqbComs8
jVXiGTLmkhTGq07zMms6S0p5UpEylhxo9REbptcGHw5P46pIyxys785DStFvhQ2gSEk9bpNAJMLs
MygOdkCCBNK1B5+SV73utbrxpDhd51srMPRg3datsV03GvvgFciVV+/Oy3UTs5z1y2LiaW717ccw
SY0XB9hEQdF7yphu3TluCTLkvxDX1a8grsfGbXvnu9RQknLrIZlfZsjmP0KwjY2vT9NzSnU+d2Mj
Sf9SJQWByxml1C8iM7rYbUo0VL05DNWvWZgqR2zenYeTFaR1gqoiUKdtXjD1aNjHxWwHnfNdiHx5
RPo2vy8qEGX2gFJzI2NMGtdNhpc8zIfbS7nTo121mQzgOiBqIRRvXk0RKqFVwScJUvrBrpXWj0rY
4ijcfJQjm9a3UgRSLz4UjvIWm9JPHaqMmrRHUry7u8iidUR+9Ov5vvygCnLIUQYYLVgi5x2myWv9
fuG9LJLo5IR151rhP7cnvnf7gLYnHVqjQOBMlyOOvUDribw4qJQRDaLctrwy5gq6Pcov5Mx2p3LD
4cEAvRgm8/aEJzJKLj3PWxfN3yDt2kGRNxBTAIj7apYnbpXRDK9oqNxPWdGcQRz3nqPExic7nCCv
JpZ+ZypRfbcsa+M2KcYzrez4aUax8RExQi0QFeXbyYzFO1Td/7xhuYqqr5igFWSCt9DlKrU4bBZt
pdlBPajZIy0+NZDVsXXjSG3unCWVniNJmg6ulN1PQ4wM4xmGGQiXy0Gphy8osyx2QGUmpYJZm4At
a+MgQtg7dhQqYUvRriTLUy9HMZemarRwtAOhYMsLa8mkLDo6Qb2U6SfDSNonLNicx7wY7A+NqMXB
8HvVEIogq8AMygQrefhy/LAZakdIjJ/NKVIrhGPEkllyX4KM8Lowdj5YIhmJAsbFla2M6rnZqwc/
YnelV9gXSD5exy20TqoSoFcD1Q871hV3Di393CG54d8+BLdHceTNUTPAK05Uzu1A0pr2qW8LFAMc
qfs3cwEvpwAwgyeAQ+bFW0rVZqbA0rJVlR6rgV6x/MhGxOVfzAUsC3pHhLRA2S5HEUam5Xo/sDeT
OOJCNj8UqCEeXMp7WxMQHnxBeE6rBvrlIKqNUXercBtOcaG+CHtJ3i0OgZg02+lZExaaIVOL8ENd
qicHtNnBHPfyVHpd/AL8meCWbln+oaVlpY7aMkcjttCZSpsFnnfWY25Q2/a3znTSr7qWTaWLqZK8
uIlsSBnt3KjWH8g4M8fFuqeKcNkpwp/9QM3NdaRysH2ARha9jsJAeVSZmUdUlwpqe40D09dMcQT1
stqqXhZ84iJP6/nTlbJ67aRYTv7G9Rm9aY5ov93+qHtpCrE2fWNiMJD9mzcQVEZcDbUghimhhwNx
N4geeBWgaI7nlJz61Gm94U2yNX+4PfLeu7eShOkocgfBsLj80pmq1iYNdV6hJYrfN9hB+LWZfVWa
5oPd22+xhffo7RFN/o/bB+n3ETcbWBc2ABeZdwgtZZ82yg9hqcsZ5pe3jIt0cCb3gm+8N8CArb6b
pGKbnVw3fdJnPa+sGLFlzptyqt0KXe9T3aJVERN5PC0t6rPFLH2Ozc55GFGn9CfNzrze7v8GXf/H
BoGQy3nWV3YfSAnwxJcr3jiS3Us0QYII1bdzUejDw/8j69j5rhejbOa9DHETRevFOiNKcIeauB6g
CmjSVWzb91k0Jy+S/C/yKTTYbBBMFLVIu7XLmbF3R8lZr1mtXEYSgWX2zLW4cXv/XAt4sYDo6Kwa
N79wPpsNZOJLqJRAFSkuqcOr0Tsx8Upe+1OsxKc2UuzPTdrNwdyGjd/qs/ZQaoX+nf7j8IIZtniI
M0nylh7Yxe0ftnNpkgisqFCyZ5mi4uX0UYvVu6FEoSZezMblkmxXz0kypV42vDzLaZ7h5RsMhvbF
lpvh0+3Rr0VkHCSd1jVBIgFGvrxZlpxEZKGZEQakjEPjOWk0PsehMVReAn8DiT78Df3MbqM3pV61
U1ZSf+wmkmQ9Ll1t4PQIZti1CxIUX6JrfMKMScRBWiZiPQucLjezhX7ws3duPsi05MYrKRRg5Ob+
sSbVkNJxrTg56vg8933+UEt1/9kRMfIiA3opFoWvQG5D84B7sxMU0I6gVwxVHcjItreayQqFsx5R
BGpH/d9KOvVeOiz2Aft+Z5RfEEhOOj5dwFMuN4WTinQwF9sKlBmvVtexK611Db3KD27V6/MO3RSg
5crT45bblpNlYTVa2Q5WELaO8GUpi9/itEk9Q5+su4m0x82dMHu7ved2Bl2bLaCLgMKsoJjLybEd
qypTsC7RQ7Wt3cV25velo3wJTbV5Kqul+NFY05Hf/M6VTtkQTuRasEBXbNvmwdMoof4UWwHi2dED
Bdf2bTaoLdiRoqGtSr20VqrwXeOAOZkm03mHfEgVlCZNzName61b1Z8nDJTJOPrUMleo6xYTFPd2
GNmtZgbCCcVZy+r+Dofb+nR7ua9fTkaB54oeH7guaHaXy10JPU7wLjMDHO/EuSGe8FES8VHUm0hS
yiMR2aPhNlu31Zy2Y1eZASwg02vlqjk5Awhe2epDX02GP4/SOf4ke3TUVjfsX9/9t1pUIqRGWqTZ
DCatau6mjh6sqKTxILa8vnAYZQ3QuaMxe9x2mZrW1LB0aM3ADNXM18J2eh20SAOCJzEelshPFogD
b0mmI3Lhul6XgQ+FRrDYvPoUhWl4X34+EVVOLubKxLo9k7xZtMjh6aK+TzJrOGpFXA/F9IBzsKAQ
h7aVzUogj0MAaQRJOar3MPLCe3nK6vTg0tmZ0SoAhE0G3Xtiuk0oQ80gjyBdGYGIpegxS1L1PAAj
CsraKg9u652hYNXSqFmRjLCwNo+r3seITRQxvO5EKpHOW2oP5xHHr8rlqBS0O9QqbLd6lQHP2nyn
uI2TthkdPSiMpAykEQncaFTHOwUe4cFm3LlA8QQzZVwvVkDAFo5NI63p4kXXA1yw4dlmIeKPcWS8
k5ck+6I0inxHyW45+Go7nQmWkVOgw6iGBLWlzMsKSRPu1Bo6tiTB9Yi03VTZfigs/WEQWYMO5qC/
jZH6I3W05EOmASPECyYJpsVx7uLMUB4WtER8U+hdENmZCKq2kd0OMaMnKxw/3771dtboV5GMeBn3
OITOLo8NGUlIErjQa8h1m8uOuyHwdJBo5yYP4/PtwXbuPPJO2s+szYqTXvfGb3cQPTrHRv5JD3BF
1x4JPYw7aZYGdA4xQJmlfPxj1D9hFvAesl2kOUFYXo43imrkCIPIDRdgm40Cyzm38+RgVjs7+heP
CEPnVZZie3isdEjrSiSMYs76m+mI+RSJpUPun+v89gKuP3hzyZHIQlCneQQEfAtTxZFcFFpqURWc
G+UldNoIUYLkKNTeAfsjnsUtjgg3zWxa2pfrVufWZCDZqgaYFUsPkmOHb20WVXSl0DHJ3ESXypNd
V9M97mPTP3nZzEEx6dN9gz7ECy0a49ExaYcaSV0uiO4IgT6FkuG9ksRub8VL6wGKNN8bIp6DP10g
msOUM9eaL4fP2lxknVaXnVnZapAZFNlFFf6w7Sb6N4OsUi6IgWprRHi5PEq95D0iymogJVgf5H3Z
fjOjuvh4eyrXhwWbZNI8tKUoEtF3vxxFz6MsRYyA0jIKey59mNhbuo40ARgFKtHJkfPfTopzOaB6
OaA0QvJOJ9NC7ELqHmbRlNQu4/yfscySh/gphuun9INHemYh9dKTiSVTHCALNf6V43QFG9xy3tq2
rE9WQo2THLK4aysE9m6vy/Vx42fSVlvLxzRUtg0/LVlqQHuWFcxJVnt1TyBYjXLvggXQDj70Dt2A
sdAOoIjLfcVTcrkk+BY5YLiw304ipBChnjW+UpaKJ9XpFIRFRaUc+e57uSpbH6Wm2R8yXfLMoi4O
7pjrg88PwdxgreSS0G2pfbpDhgbjwwpwJBvOY4i2vDY7R8WjnaI1w8AkoB0AYeYKoxQVi2hD2td0
HSLo/pCVzlEY925t12RXRoX6y4xko8CF7LECDY1CpKIcfN+9qa6ummu/ERzdFpdVpjFpDz3/II4s
Hc/VuPQ0udf/+CYl0F9BxsAXSC22LUa5spVyNWQKkm60/HAe53NaWMXp9l5dQ7TL+5pRIPEiIbQK
fmz3j9w3EywadaW0WYAAbWU6K4v1zxhbJN2qAuNpzPIHlRjgIPTZOySrzPla4l21e9Yf9ttLi6Rs
F4paZxGXynrsWiM8taHAKlwpjobau6e4nQi9gZgiTrKpS+GpoEnVzPca+6nwh5SOlqIkKa7KHY+6
of95IvMrRaNFBIJ2JeBcTk1B6bqVptEKTHUu79U+Ea4YYvsgdNidFff7eurXC3gzq0GZV+D+RGWh
sGyPrklFGp4U5yQfP2lTLd7f3ii/KGJXO2VtxFGqIXzcHvCEul8MPpCTB6jpVBb15IVOr4JBnsNA
jbToftEGWkhUIgCvJtODijckpI9KnPMJPV4Cxc5X5E6/l1MN1Yh8EH4nJX/DRFSf6eQpQH6N8qx0
SvXQZcNfi4Be4ShgE4Yw71+KwtJOkB4iFy2QyFeQYvc7BRxKlIYFSP8lvrs94b31pYpGcLZSfeRt
X1qre62aFyoqUiPUQIgsDCg7MB6cANqPmnKEKV0/2HaBudZWb036AEj9X26bjAagHMa2GcxdWaCz
3zuexTr6MZ4aXhRpldtCjzmjuWueR+KvAOYJxgBjE78k+mif637QXCla5sBYMNQRvT56swyTZGhz
xUVLf3juMf15ingf6ZvY7YMT2tPZNofR75cV7DlG8721OI0HBEwuXQc14XPVhPgj4+yhtajWmqXt
MoptlhO2W6lxp85a+lhOaAv8p1KaLkqaxgqyHAJlJS3tg0h59xaajF9uf5y9a+v3tdps/kqpY/YY
DaLWUWu36XLts9EZyksdpppXa6p5h7yc4TmAprzbI+9c/uC5EJJzSHkpIqzb5rd7a4pKR2+thGt5
MOqnfkJbXRFte749ys7tCDqOJx090/WO3IRWoGSnzITdHAyiw/ZRGNU50cqnyZjag2vkOr3Cjuu3
kTa7Ls81pM5FxDUSRYanqcWIJQYgbWkBcmRJWOY2stT8m0WEO0EMvAapW2cTCT5HV7cpr45RTHeF
U0n0DNIjPPPeIlKNpz22NoCMbaEwruOo0isKhVnTo1AjSwV6aaP60EnGEWZudyhuixVAA5Z3a3Qc
S00SGYqwCDaz2q8d9QNs3/TclqAUbu+MnfYHKc9vQ60b9LcNWOaiB7NrmoFkGtazY8VV0IZl9qTD
wQomJ6y+SaX4mdpT55pDHT8kNrFeXzSWWwu5eewL84cA8H8QE/0fP4v+BzpxO9SdbiicpMtzzoVW
yPKdpWCa6c92qaqnpJRN14b7hSxFMs4vVb7ojRsadftoj3rV+jUOGGdzLoGeoXNUf806eToqnu6k
jFTf1yYn8GC8pLaiQQhc8fEHPpEem0hPxEFVTo+LY31TnOUllkBVyQoJjA7zLU7fa/10HtT4eVwR
z32WvJ8r6d5Uis+l0XmzJr9rLckbFwRob3/e6+uFaI/CHQ/PagfzqzP+29dtaT92amksAYL64T0q
b70nowN4sImu37Z1FDL01WeYJHFtZf02ih3KRo8Y2RIYbVyTDYjnMAvfKUNrepYM1fNP58RrRMka
EBK8lqsKTtWHiQFRSQ16VasDyIQCEmsrfbo9yq+we/N+rukHDHciIioPm0lRJLKWVlAetyUpBBnQ
j/OjY0TDqUs6lL/wowpyta3OEc4nbrWU4xl7u9onLhanedLGk4RlwCnL5/QsCaG/c/p0eTJHE+w7
z+spNRfly3+gYyig4A3s2itMr+XCGk/gWnQXxtQRsnEHGseWpdq/ukOs1MZNIDkv9RxZmW4Gq8be
j7lqSxd9ncFPZR1t93DqPEkb1DtJzZf3sVMAunQSih95bpxp7B/y7q/3Jj+HItXKbIfptfXhwH93
mtPUMYN4xba0TY6KkRrpd0ao524qFgR/bSnx8lWfUBbmP81QDBDPReYS2Q/u2Mh90EBjPdhe63e9
+u4UU4CSk3fyYF5uZkcC1SMIFoI2Dp8IiYoPZhbVH7oBMeNKlv8xE6s651B+A21BofL2rttbE7I0
2nvodMHU2TzU6jhkqZmGZkCqOPtKMi2YFSVH/tDX5xW+GtKj1IuIRlFlvJxir4RjS/GbRluJO68R
9uNTMYtPOjyNU9o5f45kYjhc4sBjWuRnW4jCStXok8Yygz4OrVM4aYlfqyhp3166nUYew+BZoVOL
JvPcin7lbawp0kiDqciy3kVGSXiU3L8sau34M//9bZyR3Gga40GLSnSn7WdbMvy4nz7f/iHXq4vF
PDKTSCHBUEPY9XJ1G7VVzEiMajDN4i+SVdUzJAjQkSNsIGlFd7Bfr2MFhoMztpqgmhQANyWb2hhw
RjYLNdAXSepdCki9O4g8flTNUv/jRtDlWNvtyZuK6mNGITCUpyfTHP62VOQ0/8X6YTiEWjWnD/O2
y/UTZZgZjQkyc57hqNq9I5+0uSpPVtORk1rzUWVkbwENyNfrIgLc19eQ9rfXC0veeQUMK8FkVZ1b
olf3QhhZnFpDmU63p7Y3FAU8mQIJNW26D5dDFXKOogTaXsATCvnUJ0DI5M7Ges0Ks4Oh9nahuU6L
SwSq5Lb9ia4vBHJcIUg1df1FK6vqAZnf6hQBA3wMq6I+2Ibrrr68NnmLKYrAUFnJmVuMH9f1nMVJ
ydQWmZLgSFnvlGD9SsbX5adQrnNfgpXoT8I5OgHXlyZDq/QIYOISf2x9KAGcJ2obCSXA6L65K3Ew
cQsMbg4WdH8UzjMyR6jvbcs+SyfNtWInCm6+iu51PRUmtA+O/M32dgg9UFJBZIcgt212SNU3FfKl
fLbVFQCW17xg3VlhIqPXzcGE9nYIoBxeXhInECubw4yUtgKzrFYCOW2Fm0aT6Tdxr/oRmb/bQSI+
SA134g/gwQq2ash4GUhOrXP/7aCtKL1llJC5FkqXvJdsBIN0OTLcDE+GU84Gil0NPXHfdEL1LNfy
cq+rde01hdV64VgVBzv2ev78HHIfZGRWUbdt6yRsSVNpassBlSTzNJd2D4ovw9QN2ugJutX3Pz37
l8NtnoVCLpWBKwjfw9aGAiXXSTDyXgawjD/eHul6pxLvc/BXxRjisu2F1qKkkOcFI616H3dOHY4n
oRT1gfXM9U6llcjLQ72VDBJm2uXXtNsCid3SWRCba4t7QvIoKIB/3lN6O2ox/0LIX14uINGQH0I/
FlgQLajLsZyiziOyTTno+zbUvFGewm9LoRqaX48o/7iD1IaZP4pwISrDVf0xBWhaBVFTxv0Df2WM
TmWrxtKdFGbVgDCh1LzOk639NeipVntLaS1+jGffuzoe+wIDlQUscGd2DSq1RWK3b6rU/zDSofqE
V1iquGHVL1/SJWxGt2t6KJHxIKl0KNJRiJfYHskDciWtFfR/JZYla4C+Tlb5SRajAt9NG/VvRttz
B09rv8X/089vks8DRaFusDLXN1cIrk70TM1BDqY27+6aKZHJUeP4r9uj7Mhmceeu9Uw6FhRFtuoH
McEpVDQ05MNJou+bjPG7olgaBPRQRUifjGqWUngOhZH6WJnVUEztoXvvpL1GzTXU5qdEMsbHrA+7
l27JQpiB4KyOEtP1DrvcOOwbSl5rYwW7py34YoH0JJpK6agoT2jL/w9757EcOZKt6Vcpqz36Qguz
271ACFAkM8mUlbmBsVLAobV8+vmcXT2XgYghhjXb2XU2i3S4Pn7OL+xK7Kh/uGgOj+4y7afSVBbf
UnRXDeohw64zDD0gvW1mWyN5kNHs9h640FtSIuGj1TZxLs2xuuy6skMjv3K8jhgh6WoDbEPcHqzW
QSbUqKv4kULx4AVRbNGAQER28VsD50goWS7EzBLsVeHzmCk0HwhCVe/MtgyvjI4sIMxnXX8LzWd5
Ezut8141JxzI1Lor2n3o4Bjmo1Ymih1qk/1B0xEr2Wmh5U1+UqoD7K5Bb9/MSZXtEviqMIXztHhs
rQJz11ZVtK8xAcpdXOK4cjXnM9kbFOb1g4v2ewlkBKT6LkzQI/Zb0ZjTPnOtfnhjeHnLi8sQ6KUI
ypFkgknLv7ygzgMIkDgEYKAWQDSZa2jjqKaxPhXpfDQmu7iVnNa9MYr8bdMpAFpyT0AGb4t3djpt
Cc+en5e0DD6DDCIPhzOmBW6plIE9SvONpQ5XOrDUveEWw8ZavNAKr0YDdxVuPgfVitMzjCDTVMaE
JEnXJyNSsgvWB+ZkvxogimmF3PuSfUngtzqVNat2EObrlmNUdvGtDUZsF9u5+zf68ryVVeiQ1lDF
jaZZIBfV/T6v5/LoGfC5Xl4R5zcMfQH0QazAgKEgcTpio5uOCspXjFha1H7ZxIZvpsWyizjhNh6P
T5aDq4MCIB1YQc5Mg3fb6tFRZ40x1LMOrsPsSS6IKc++NLyqmptM0RdOBCWr37STGhW3StrAmhbG
iM9MpM6l4ieG4tqHbjG7x6oSwxvPNUUYmOFcf/LIe4tdUylw3ypIgWh51Z7ie83SY9pXFvrbLoQz
ux9qLdnKIl/YUaw2mUmQxgvg3U7HL00xiJrJjh5nN3Vv5rGLKOO0klir6sWucFvloOQzGXkhnFff
QRJVR8NgrAhi1kSsrBgTHHESpi4y1X2WQI8nhaz+nVYkYlCC3VyeiqcdjMD1OvHszkceQuRZrXzc
K0a49bw4jxMlMYD32n+QKaetNGqTQ2I0oQDMhvi8WEMXgFPMghIBoF3uITz38rK/wLEkw0ehRmYx
wAuuA9NxsbOmpxZ7zEE+32adPpQ7LV6+REaI8Dab258qomFv1qzPsKW8e1zkq8ABK+kb7lC8b4ql
vVbLaMAKDO8GZVCRf4tLME2jXl+ZTU0EXiU/zE4Vn6APFRtH0Pl4ydOH05QMCLCFdSXZbiunV2tz
OjamNh7HpkjfiDm2P4TWpGPs29sbgfUF0IqsbME5RJgS5QdzdU4Q3Awhyi4Tmk8eCO4kjm5i0YY3
k65+sicjOSJSAoEEzcMr3hz5TivN/i6ujE8vz9ul76BgI4NuWaknq3m6UOo5TGx16kYAq0X1B7Ct
DHIQ1b/7soqaX4pCUgaQwJgXB6Me54dCcxoHPzjnsTDHfEuq4vzw5G0ntd4IAyUXchUyT1lssTSe
1LypKRqN07+xEJrb53Omv/o2AC5ESoNbWyLKrdWd4yQC06iMpoZhjL4Ns9LvW+A7G++NS8NL9pp8
ELGB5JavhhcfLM8e7Gw8kuD+iKhOuMsGqrXzgmDMlL1ZOutmckZzp+jDtdUlf5Ju2ALCXXjC8lTk
UcWzitgaUPTpFOuz5QzZLFjWKRpKFisJj0U9epeZRu2T2yspAnjGcSr6fNeNc3sTJng5lHHU7fJ4
MDdOCrmwTy8tvoaMFdUdqi88q0+/Jq1IfQyKNRzz2DbeV2217Me+jDbYhBdWEhrvqKnJmifZ+tU1
otUu9IiWVpRarxHij9oP3WL3ia8qRrvRo7Oqi6QsymSblCTl6brO5YwjlHDi6Ro6W17jNerl8Zes
MuZfth4LIuaoWUrfRkK5J2StetTy8Z/R87w3D3CfE95ydZmaAPeiJff7yBg/N8WgKTe4CSYNSglZ
QQQLk+WhdNXyvYPCz49sKLF3KjDETQaVJYPzl731WFpfxbJb5OA4nmS5A3Du6UypVaGY6IZhYgPY
7MCr0/06Ic38vS8MbPg64T5koZV9c5U0ujbL0bkzK6XykXGmeBQjc12ZQ3Pb5I4++0mqenRKc66A
34KQFnDKXz7I1stKfixpUDI0wI0kYOD0Y5uqUuxw6uvjaBbOTiyLQ9QyLhvR3fqaoBXWEiImJK2R
j1oX7UOnkQIBSX0ENAZLtOeNk4mq9MN4/lYAJHm5T2dgT9kc+V2IZWDwJQrutFMEY24nJKoJ+eLv
VmR3x6UmNNE0pboxmim7cherBVNZGw/mJMwrVcXU1MsT5aq16j+TZuQ21aP24JXwPNopd27zSb32
emXeOucuDL9OVVlietHxpv5/+qUZADsxEI0eS2GLt85cx2+MTHgPemc315pSUhzqjLDBiKIp30PH
nN8nTimT/jMQlcRMKn23tKXxsHjmlir6pU/jACZfxuuCNMzqwClm7NCtKq+PEy7tsPgMcUzLaMvW
4cJmIfyhFXgF5JfWCQynVnGECSt8qOcme4s6e3uHzdSw6+PCuqvCwr5DhjY9CHR1N96gZ3hQVglO
ArgogTcHDL5mXoW5jvgeVifHzMo/53bp+ZGhosPSpGr/YcIh7G3Ywn812/BrldqIM6fTuDH/6+MW
HUly9qpLIh1KERmW0+nHw9nSR8cYjsOCC3nc2O1N3ZC6QkljS138YlOyUCUViyTw+rQpJFCVuHOR
WVtS92ebzsb1XMZf7Lza4kGcjavslM1jgMcVLwKkYU9bQiq8zCsnH451iA+pKnDlcdLU+GDPTXSo
U5RaJlTz9uGYNR9TtVgOpvFqLgHfwKNYRmYeobyxvlrsiNHWBq8/Li6gCyPOOy6LbuvwvDCm8unt
mmRfVXySV2OaWIsHbzLsYboWKTjKNtzxQupvcx7/+5fPtEtNwcnC6Rk4EviO1aCKFjSeU9o90JOM
k8yMspuynOubadzSwlvvSDl0QELZFyTLMUNYrcnFMqZRRNTbhaMWu0ihzNK7VnrV4JrtG4vRvse8
tzsCEtoyyTzzDZNNoydFppmrgrLZqpP4tRnNWDX9MYrnHs8wQ/OtqodT70WNr4mlIFErivpDK+Tj
W10Cuwd41mtNdTsLr7oKdR63bDfraBh5ir2huXyswyLZePRcmgtpwC6BNhJqI3/+vLZBCSMU4EmP
6ggiwUahPmiiajiAFbY2pn19CIOYkBhrYgmOCMr4q1cvofzc4y1fH72uUnezSUDUj+HWhfmk/PE8
uKQZi7wYeVMJd4OXe9ojEp7gI6JSZtGnVBzKxqu+hQDLF3jbiXZDfb0udmlqedHXYtYbzSeXncRo
ahpjiAyubexFnc45KnlGelAzoQfjGGmdb9U9TJJqgMLu52U2QFQjxz4BD8V1xVdyp1Dg3rbxl84K
eRUlCP3flwmJZtLrnQXWKmnidpfZhfuDv6H+tMy++1SZRhTtk6EdCsqqcOB8VhMHTauon3ur6wgr
EksANjUnJTnoeWPlRy+0EO9wC61/sAYNa11dnQbNV7S4vK2VpTm2RW7tambhTd63GAZSK4iSXQyt
rvJztsO7zhww9Xh5U6/DIoYdwVR590tm5/nx7yXmaCZWdczKYdqrRloFo+fjw1RpsbPRljyLVlNM
+EX6nsc6QCp7NcVohMxAs/PqCMS12eeeHu6R8U2B1lCirhwl3KP5uXW7P+l/nbYKRc3Ge1VmiIj7
VkFEX0HxBNod08NWAR4am1m6z+1GGo8Pi/fOqjOvpyg4JmB9Q36MwmGjfrccgZf0MsNLie05/IYI
zzIeZjue39Z9WlqBWXatOJo6CrdhE9ophalsqQ4Tmvnzte018fsZou7gKwIW9yGuu1D3C7wdDqEn
0EozeJ9POyUxJnyEePzpe8q0cOydvItgRRMx9kdnjOIUoQhNRX2e9Z/6mINNy2F0Y2O+btJp/q6a
+UBtyS6vTWlrOatYYdGM2X9U2NQ4yS+DV3IvWLBMXl45T/XTk4H1CMzYJQjwccUSQZ7u2KLu1Fyp
2pR8B9OZKAl107zvl/t4qdIcUkmZ+rraGAV7KBXdVddVRkfGrFO+LRmyVNfqMpQ/jX6JwbeRKvX7
PEenaRaJ4/hhPfTve6DD71RtqA9eu7TdwdRCWwtQvGKc8sFIR9jc0r5hLOYyv3+5e2dvb44hFou0
gjEAADIBp90Toje6tG/iY4cfNuSkweyXvWko9X04e4qDV2TsVbtUEdwTGay5Zj9MlZftqgny2KF0
TY1MdVj+O2T8rxNJ9fZf/82/v5fVDPBWdKt//usu/t6Ubfmr+2/5a//7Pzv9pX+9G342Xd/8/O3u
sWp/O/bFj8cuLov175z8CVr660v2j93jyT8OBUDD+aH/2czvf/Im7Z6ai36W8r/8v/3hbz+f/srH
ufr5z9+/lz1CTPy1iM/6/a8fXf/45++ygvxfz//8Xz97+5jza9eZeGx/2z3O+ePZb/18bLt//q44
3j949CJcSVhNHp+n/e+/jT+ffuRq/6DeQ+qdA4EZ5jz6/bcCQVvxz981fovMLnEj5wR3kLyiIMr+
9SPojiwFuLW8qvFo+P0/33f/7y3x7zliOP7692+kXO7xqOnaf/5+lnWQEBmQU8hsya/gRXq6tIpp
GIuiEqipxGkXJLwB3um58KcFlo/WTtGxM7T4KyIyP9xRj+4ddcLFYmn3aq1hZ5IOIedD6SG2PJd+
1MyJ4Vexqx+kO/19aw7TThuS694evmaY8X6n1KRd2xMox2fDfqkb62rnE9KH+hJJW8Qkz+zZBCLi
cWNQJl8MFmmUfnKqufL1ekQF355E/3ae50DUc6fvdFEROSXVZOzKqByuqOzF70qdPHKmTfabWpmM
G1UlbVW5xQSOOhv6D42bVu+npfqiZlviEE/0s5OzC86WBCywDgxZq1jlHHQ3jesI6OqxReNeHDSz
+Yi2zPS1NGskZzy46zt7qsrHcjaL91U9fsIHU70rIkxF4rzIjZ1pFMn9oObV56RestnXWy8Esm73
qh95+fhTII59XYjuKxg24zpXxfAI0FMnAJjz4qFz+3KnqDMlVlSxrhte+Y7vCSI6v+xA/5pZUR1n
EX9R7SyM9qBpQi6S2RJIg8XkGp8m8v+fKc/OFLnP/89nyq7/kyrAvw8neQLJ//o/Z4n5D+lYLuMj
qCygzZ6dJeY/QGbp1LxcxGtAGhFa/HWW6MY/yDWRUyA9z/9Pdv75WUIUDU6CJ6FUXTFec5Ssg3Pi
f6jLKBAB4aIZa3UHl3XXpThdDkGLbfaxMbRoHwt92XgCrF8bshXpvSYFY9H2WsOEK6V0qtHOhkCp
oE9NpDwhOopkHyvGljbtVlOM9vOHDQDtkUJzPgR80XerQ/QpdENzh2yOupH4kHHf8yOATqH6I3Wb
qCGQfVm15LpjZma63gdlqcDIQ03iTT6MLR6PnaiCwfMqLOHVlkqz1n4dvcbYqCNdmDqSr4iII8Er
FYhWUweSIpQClj0vSN0muY11thMa5eunjgNaoj9JhrCGV9FvW4lWC6Wij1Ypyu2S1PFNlOsKpLPX
EyUYUHK4rEMKJtKj43TqtDF3kXbHS7edBpcoTYKvhbdVaLowbJTdWIyof3jWGZGzMPoqcp2wC3Q1
9CiEdM4HEjBbYL1LrUhpd5a9ZCutffB6Z4zjrDK7oHI783YupxA7hXaL2rvOc7AEmRdo55wP4OfW
lm+Yz7uS0tUFkV4017Vmdn5FNvIaxI9zg02os0PNwdvjgrylUXmpfy5Odpj/PIUhq6eYmii8M4qu
C/qe8BVGW3UYeeYcnh2iFyKE881MyYoMBalFPpaq0emKcBYVpbtcr4Ii1Mod4oXYiE2xvUPhoXll
QoSXHUctCmLMGTt6rUUTwl9Q22qqglrLnZtF753rvLSbt7VjFdev75VDQo/7wISgt0YOdcUgzCWP
KYGTwcLAvsl3Jc7OR2XRX23eSq+eN7UKFI0aR88uz2iqa42r0kyt2ynKtzp0vhhOW1mdRMOg9BUe
cGWQs8FJjJgagK0ovfobwybRNfRJwkRXJ1GcJ3NeRxF9WaL5yhL6iKqpFUMHyuP9y01d7ND/NLU+
iYZQdCFmxWUQzo57DVmfNF2s/3y5kUuLG8nT//RnfSnaPbg7+FRlUCUAnoCFOohVKBq16KHzX25K
TvPpVSV561I2ggcpT5pVtIpUVjiHqlsGSWs1QdTBkIpVjB9iN//OaZhtzNTF4cPLXj5PEMNY62+J
SFkSaAJlkDmxclQk+C9VnPTVkyQr+FR5CaAQ/lvL79WD4hQwLouA3MDnfhrSQ+WZ4/HlkTubJFKj
BG+kL8liUrqRT5hnedKyS3T8adUs6FxMLm0I5D8MzEGgvzW4s73c1tmwPbX1VHGVKiJrxD63VVgS
KWZBNdjTYxgRsvMIicuNZs5S1NzmyCBBepCOIOcEkpJ6di6KLgtUNxVvFduLoVO1eBmkeC4uTdG/
02wx3eHRXb+RPk/vUvIlX/q+WJKdprglyFCx3Dm9Igg4puSWG6D9UMB52QDgn61a+Z0MuuRJIHy2
ZhWHSEdYcRdnQR/13remC623ml3WgRKZzl5FWHKjmnZh/MlIAR2QegcSaX861yaifkUbOVmga8rn
WUWAOCM99NpVC08CohCyZ5Cu0IlZRY3pAgw9VessSMOsOTp5PRxQKe03hu6c7ivpGMDP0VCRlK01
Tz9DvkFVeiUN8EoUj1UmjHlvK0ZBCtF0SZe1STXsKjiJu2LJpz8MQ3hBjSjYR05y3Rd6W31wtUh/
M8618yY3GAi/VoYxJW3WLgeyEuVxrEqtRAl7qB5euw/AqwDekKAKaZgt9+SzPadDIkFG06T4keEA
nvegVBqktzd29lnshG6WLA2DogVyxMvstBUl8tTeJRMbkB4Pv84VChzlOEfHebDj22ZomjfhOP90
0JL48HL3zpHosmWsb9jpFBlB2J62bFSUDFy7SwJHiGRCpDMxPljLbD2WVTPHu7F3HKwnbGN6mBM1
Lfd1Ndfof6PwtbypXDSP/LBrvW8pxf9vkbDnaZdayDlv+WKcbz/eFsR3oOXJ054pNQNP1MaJ/HEA
vs+ArJB8s0SBr3WXz7t5MbbSwZfmgwKOKqWFeG2sUXGZzEg16pIEQOyNHRrliPLLp8fO7uIwsNPK
/NanqR1Us118enlGzjc+CBdPhmLE6sCSVhUqgQHv3Io+CabQLg+d6OwdhpRp8HIrZwlhFbcUQH/w
BMHaSdHf03lHKtIe4yZLgjppmsLPVCRZ7SGf0OSazBuHVNjNPGvi00IeZ1fiOHM91kNo7oeim64R
g/Jee03L75FvOkueFVS6T78nRjtSKys7DtpcTVn8iI02cb+1jC4MLvgVtI3JVXBdr+FYzTJPS49a
SdALZToAk6oOWgIa6+XB3WplNYVaHM4UamhlnJ38kHKf+3qRbuqpn4cDTwAjciXUeDnAV0dTSHrP
7WdTBPOQv3ML1fgg4qjBokhQBfIR6+/bXVXPJgx7xY4/ZqVKDbjUS3F0wVpex8juFfxPT/+hs6l+
VZMTb7nIXhoJOAnklThAQYSsTpeujBUN21QRJCgAXOWLu9ybmZEcXh7vSwNho0UqpSLlk33VSlov
WpRg0BHEaT7eWF6NTYHXiwOR+7AxtXJbnASvLFNKbxowBRKtrKTTZSrGrIXj0ImA7MqvKXHetbGJ
VVjnfKqq8Ji4+p8vd+0cuEl2gJQKQubk6iEcyhF+dv8IVxuWZipEoHR1GuQ4wEV+HEbdvuYJ/07T
ljFQGru7nRJUghYrKgA0GOKeqbS+vPwp56MsCbGUHyBigCdw5RH97EvQw1QRkYsFEWG2fLSpY++F
VDYx4EhsHAbnp/1pU6vDqVyMTiQDTemE1UfcHtIrC8G8YIq96I3dI4X0cte22pPXwfOume2g1iHt
kcROj3ZZGT/iNJ12FGPQWQLnd3y5PRm8na4iZlXGdrZLwQT00Gl7CbFO56mlCAwRald1qpqZHztU
z3BlHLQ7hTrybnQQXA/Dzv2aJaH26+UPuLSsGGIw/tw1SJGurUuEkSp1q7GOo1qvHxqQr58dql27
PgyN25FZPtROngXZbKY3XlSHh94VXupXw2vTDxzHUEYQf37KT60pu2IqHS/KGhFMo0Yej22364e+
8SMbVM7Lfb60fsl/AQ+TiVISbqeDHk5Do0VlJAJUDNLdgiCkn86zu8v0akvt6NJ6glcB1QzPZmpi
q1OiKxP0JTMnCmpViBtDTOMB1ER4SOZY8WeRJRvr6fyYJeUqq4BU+yS1aNVeOjSKV8dGFKSLKG+L
ZtB+qU6xxU04P/tohZiBLLNO19YY8npKqq7FGi1Qy3D4UsHtkSBh7ag7g9hNvMv2uE9tpXwvdo0V
SnBgAZpcA88ico2EmkUUUJWuPixlPz4IzRg3DoAL4RBSSRBGAO5KkZen/fLsBFAUd5oyJYmCJTPz
h3RJ5++RZrY3lCPDt/pYOzfYp4qDWegV+bGk2A2FM92D6899pywW/+Wlei7Hwa4AWwJwXKahycyd
rlVRLxwgSc5QG175LiWC+1yIReEGbWvsJFLjveoWVuNbs1H/LBPNOKj5bF7hSJfcVXoUXRtFKrbu
vktTYQMC5oaF8Ee+9fSjclUblVipowC0ifETjO+wy+0B6PFG5+VjZ306ciSh6EkwSHJg1c48GnNr
dyIKetbDn6Ve4QfeAEnz8sW6rXrQIbPXiGsvgoNV5VX1sEzztBUpnqEuJdCZx76UeEFzgnzLaW9Z
C14fOgpqaHOy/FGMjbkDldjvO5G1CMl2LilgL913cJrf4sxW+HnslX+8PBQXRpyUwxP0nXw6LIXT
bxgcjizAJMoxx/TrAfa/dXC9tNlY/PKvrMabAp4EXnJ0SN+/01bkthN2MSq4o3aflW5q72KRH4va
mji/vI0H56XG2F6AZnmBuFBfThszoA4t6dApxylJAfzx2DsQT1jIOxfuLaf+li/GpSGUkDBkAk34
NcbqqgVWBwk36+mc4cHw0NJxp8ROuiGJf7EVKqdw+SV/dG033BdIIdh9oxydvszQt0qIBcNpK11z
4QAG283zFwgY+2OtVkORQyxNTStDYyX30ezmQInk3sdUGNnNerwFaRNvdE3O/np1PG90tQ8ixMN7
OObKMYGjeddVY3dbd7MXDG1p/umAV7xqXXcIwircErm6MKjSbp1IGwYWLPlVCiwtFPI5caQcvUiY
gTpw6i9DtQQv77ELYQGLUfJXUdRiu8ufPzv5Y4lEt1DePWq5ne2mZol2VunpPqbBW0CNCx3iHiOD
C6sTbYH1a2gIGy0bReMdId25n9yxXm4bJFc3QqonDOBqxggrIROQbONpuC7p6F2pNgsyXEe7gSAD
mk7kBy1MEHaJJ/W7oY3FcUnU+IeduNmym6C6fYfUp+EcrqaBY6fDHkvV6L7tDSXyUSAGngqeUdm1
w1LdicJy93gDjRvqSE9+5+uvtnkoomr79JJbxTAqj5rQCWNMqNOsemtmYxsGi2Y0buy7OWC6q0Tp
BSpnjjq/j7PFHHxPFfH3VCnT93pqhfdidvTY7zCLxPGJKa98G4muYjePUR/dv3rRyNBZZqNI91PL
OF00der1tqL1uBgOhXbwKi9G/FXJDk4DAvT/qal12VEdQU82nbRlbOPpHddEe63r03hXT0u4MQcX
tsLzXq2LGPMwhqFTYjUo8Kb6iPKGeuVQO3lTi378O73ifoWuAV4Bid3TAezLNEo8qsPHXm2afm9U
ieh3Kd5/70M3tw8vD+GFfSeFLJgpjmepiHnaGJa11oCPNeL4VrfsFOEuB29EVOLvtALVHgATMgJr
Fe2M5uekYU2Que99r2gVvxLFlsbRpbiEzvxPM6ull7rWok5ZjbPbUNefcbqk7B0q5hutUn8lXaQ9
GqHVkxOIrZ3a4yfo2zao1r/RVWJAWOPyXF7HJaOTaaGpYq+pNLniq4hp+IiiW7u/0Qpy2iD1EZfH
m/V02pbFS7U4rVj5Gq6a/Eswqnm0Ef1cXBzEBtJ5+0nF4rQVd07wkskL/B5V75eY6ggRb+zhX+7K
xZ3FQ1tWQHiorSk8PUkc3pss97juzbdCKNlnxJysoK3CrZTbVlOr+7pssFcAb431adrlt8jZe0Fn
jssumap8//pegVOQl+cT137VlG4P4t+utYMaIYjSJe3NNBfx3hs7529sYaoTxAEgI3imrQokLUU3
cpts4RKuFBFc2RyIOvSNLXwhwEI9ADNXyFbUq9bskLBoUcsYEqZpHKybeo7jmwy02hV0fcOPdbe5
HQpRfXl5FC82SukTWBPUJyC7pwtwQK2gGFKcNJJhrA6yAobLtTnell23vCNt3FFqMOKNo/5CGA5n
AVc4thWCc+uYv2o8Z3BnVn2VpPbbfByNo+4q1cHKeufOEcaWw/GFXSYtrwnlyO5LCPqqk6m1VGrH
XkY1rdj3cVfurXLccry5MJTkwbE/BD0IuGAt1Y3HmDqrA63AMRgOY6S6+4I3xV6roNs0aVd/qr1+
64K+lDugXkPmGQVNydNbrc0Edl4zMNJHAoYkpzSptw96FBfl0e4L92ufcUaalVHcRy2OY1UsK2oj
AhC3RRrp10Dut6gpF44AwGQQIUFlEjuvD05pgDFjfICkdxnGiBb0zU5Vw/qIWO/fmVdEEkGTg/qD
+Lm6Wk1Amk2K08OxAgP9MKDl7JvR4G6EtJdWj4UMKkGtZPisyRm2Uo5qS1Ia9gJrtFeTfB/37avd
YOkB1wwAVBSvgFCu5jHqlzYJE1qpwM0fE6d/XJDNDV7e7Ze6Aj3f5ElDVZ+K1+lGSPGxqrIcaHzc
JgvanOiaNthevP7q5D4DOAYSRb6h5UZ59qhxvUWPswzbC8Nr8B/VsQoYXdFvTMuldQYaBR6d9IGh
bn3aCoqxWWOLFuX/dnavRiXSbkJF5A9wc5v9y8N2qSnegICDZPWOLX7a1IJmDJpB6Mc3TmHv7ciO
DwqvkGMhVHNjhi41BWdCmgMC+GAhnDaVCm1wlgkVfhAL1X7Juvyq0px8D3NzM5iTN+Tq0UMZiWiO
qic8wXWiWNMSOBvAPI5aY13HqQLHqFQOJKn/cJQOu+vI+VR46I7XhcqZ0erfxq7+8/Ujy1MGaVvw
DbLifNrdcIzDNKUWyOnVF9jQuWT1UrM4NLU3bkyiDE3Pekt0TOpCUpmfyG3PVqU1uV2aq7hKtpWu
3Ealpe+rSBe7MtS0OyvWITKPRX2A3zI8uHW7JUByaetxv+JCwPNbamOd9jTyuhSaGqLkGd65voPv
wW7grNyIIc5LK1JThLNXXqsmfPNVgF7iuzzHQ40pAPYUsLnisPChIDk/FCRkbq1Fw48DhZdDUybl
p340h2Nc9O29mSz6671QgayQCpARtHTcliPybMCXWtMnJN/sY+eq+a1px9kN2oZfXl5AZ9Q5UBno
ByE3hlUo6YZ1YXCsJqTPwbUfTbvs58NS91oNDTIHfqkO/XSEJTr/CI2UaKpGRG8im4De4ewtleM7
hsgaSKyxNu27scynYOhUbwgGqy1+oeWR4iQ1OdyqTVgNt2qf1TAsoTEOH6YGhSKnpWx3GLSxxPzJ
0oYCf3o13Tjm5GH5fNnCrKEkIK94SfQECnQ6itHsjZVbD0OAOlx51/Ja2BWFG5us1kW9qgbCCjXR
lZ8vD+v6GHpqlSQRDtvgXSjVnbZaWVGa6xpkCLup20OSZjBnukH1i6ZtDy83Jf/UqoOcQlJ/SNov
c2mcNgXjIrRc7jqwIDkWP6Yu7pfFdHao8yj3opJiqMiFPXaLm27QFtZDS1aUmMkhBOW45VaUP3+2
QD2hCEsvlgF8gDn/Ii/7Y1HxDcubqL5KbTe6mpZ2eny5t+uBfWqTzLOke9LwWodDOHPR6APTaWaN
vl+iCTEeUbo74HXzxjW8jrLJwKFOKdn3aGOg8rQ6Ciw3USKjsOsg5BpFuVdaopUq+x/Eo6/Yhbcx
nOsDVrZHKp+lKtW4SeifDqeOMmU+DH0dTIXRIuasL9dDlNST38fpdNDEmPiU0O3riXv7lhI7xnAv
j+36iH36AJIsqMdSIySZdPoBNR7bbmhndTB3rQPNlwvOz9UpjzcO2fN1w+1BYQLWr4TNrVXx3R4R
Hk7eKvDcOCp2VaEP3yd7kJSDsoivXa039jk40uDl7p0vHZol7y7ZUFzba5YN1tq8HinJBOmQfcO2
Kdk1Vf0RouMWR+nCOJIugnBFikwKwq0m0qjcUam1uQwgV1rXeW2X/hwp89Wru2MBiJbGIzzJoACc
ztYSjapdDU0ZoKcyfhmNULkm9i72aqGkW2+S8x5BK0OilP5AowDdtmpLSzEBn5MiEAouLqbTaj5g
yGz/co/ONxyYPemUQHRNhn1dtFPLWY1JIuRBHfXwzrUOXWHbCEZTi3atEm7Jrl7qFC8fMn68+4jl
V8t9SpoqLXjpBUo5eDtAQ9ExSzdd1i90ioerVEwz2Fmc0mdDlyy5sMqgt1MEZhZjl6TmVdvliT+i
17YxhBf6xCRDNMacVkbAq/AX3jRSEpZeBs2kLg9GV87H0VNfC6uVDyxDol2JBFkQa7NdM0R5Tau1
MsAM13wzwpv9bJTqlq7++X6lFTICUjmd4ERd3dzZXCCC1JlQDRY1PMKAIk2PkHgw5camMgOT8PwO
lR2iyAgAjZcQWgRyWJ/dZIlq1WmqqGUwoLfiq+D/qNP3W7pflyaH1Q2ARQfIYq9DEYVEtpVNGTSN
cdR2erV0EA6UrcLbpQWHgwtgW8JkD5DSaV+8CQJvUXlFMKa1+4eYW+3Qz559SL0h3TVOHW4EWJd6
9cRL49YgP7/Goma9lqe1vhRBj//Z0XUUscux8Xr13YTHJdkDYlXpOvsUxj6boamv8KMZsyIowRYd
ijYDt2+XzkYrF5YcBSEIE2AHuIy91ZIzEOVvNPzhAjEOaFybRX5YGDYAp92rBbdYczwcpd4W6Eey
Casztcq6OFcSbgkytJ3vJi4gZeMLtdo/G5H9yrPhVvTFh3L2bqu42SgLX5gzeXWA2KVxScg8XSNj
E2YjyYUy8Ppo3iXaUIE4Lba6eGk0yYTBRuZxjHzS6oDVORbb0CxppWwBBHccsPgtPMRus3XsnYdO
JP9xeOK99GSysGoJE3tbgQxRBsDQxTGse8t3W6MPwqxN3hpLpO9K8B1XwD6j93VmbpkMXhpOavpU
OyBpQtGWP3+2OKH0OlXdx2XglN68axTdOlIMfa0ar1wwJNCkQi41qjM4LoFGrloDLCXRWe19siiA
vGNs1njJpEbuF6k6bGyH80BNulGj24inEMf8OqOeanmhIPpZBFk717e8D3n9RaV512jopPsoYeo+
AIN6y7rtrEome4r+NTE3y4bH02p5WlPUFkooOMIm3OLDPlY+RYjp3riNbn5HuT72+14Y911cNDc6
keLnHpTPq4NUEjpPcBCCReqP8ph9NqexmY9ar3p5oHWecpNMSXZnquS8W6uDP5rowx2IgNdiDOg4
GD15OyDWxvG9OhMgvHfNiFpc0IAcu8JWxsM5Muo2IscLy9UixpfkJLj63EerrnFau1au54GKLdrD
IiqkcMgsHF6O5tbvUtkXJhFxGSnpDDDgtBVM5Iq+yMY8CP8XZ+exJCfStu0TeonAmy2UaadWt6SR
RtoQspBA4skEjv6/UPyLqeqKruhvMbNQhJSVSZrH3KYbEdhYW/s9fFXky4Yx3+H5puOiy4246aZs
9/rIF+6dTTRtg1475MXnWNFRTnbh9J08yhaVXJNEKS4dhNpX27wmWfgC6/d3liROnH74JgRDp7Pk
TwEP6VYeDd//abX1g2eM70YR7Yqqf7JHdeNrGRFRhLfd0u1KJLg6J7vp2+bL63O+8E0pSxMzU4ik
IHhe/rbrLqtHHq3jNPXcgAiDxGNZrld2zoWVhQNMtr9lUsCfz+7Z0kNFGn3Z6mhov7/BJGK4qbX6
YiCmfuUbXohiWFCyjg3nTBH8bF3HpTLqsgbEPNeWiIdgCnegWOJFoA1ev7klzlfciHRsVgIM4piz
IN1JZ2sa2wB9y75FtL2r+6+u0usVY+IL1+mWREFc4dHd3BBO94oMMi0cqyyPXlTO3/LZHvb4Ivdx
MxfRXdUp665QmXWNC/rCUHSbHDNDzww9BALDs5ssX6OizuFtHIGkNhqTkrI6Shg7N0HlI/lTZHqf
ysV+Xi1poQq70nLGqfmgB5derRdWSdauDl55XXAlCnnRe+OX8ZrR890y763Vcbogi4H0L0jX8tg4
jYoLIw3iMq9xCnCjh9AtHtNUiINtZu+DXD4UtX6UXWjHhTf/evPhAfNBnZAAk8D5HHNV9LWL+wj8
NMMfrbtpiDoU7yd15UK8cES3PNOntcce4Dk9nS2lxnnyaqM4up0eQET7/V06ej9fn8qFEwqhcfvU
m04iaLXTQYa6Clt38YtjCtpuN+f5mkQDHKkpmq6MdOGE0tJhI9Ol5PCcg66dGfjtWizF0Z/XMskE
V9wQZHw9gv/1y5qV1/LBF7V5tgt0KSxdN+suWGov5qZLRBNhvYUrQveeM6PjJDNDfMTfwTu20Vzt
jFn0u6EKo3helvy+X5oiWX0hr+zcS58S1ZyNT+xtPa2zk7wFS7OVyuJomarfr400EgNw5RuFJLb5
bkr2oF9pvIPVOf2WYZBnVd6YBczbJjtMEivFCETNDiEo88rV9HJCfwu4VA42N27O5OlQ5pK7Okil
PMLBMm7ddP4xaNe8vbI3t/TpNM1mlACWPQ8zze3zCdVd6kRTnctjW6PwkeilFd2zSyy37OGZpUNS
azSn9mU+h1msVTt0MU+q/X5D1IORTfX6g/JvpZIB5LhNTYiG2C535/7ZHMph5vJo2h9eE2S/SvS0
YeEaMh3vV3+Yll1EuOonErj9L7RaxSct+xnRX7nslWn378tC95i+W86A5U7V1/Kog2XN4Echkn5j
cAN+NsdBN8fBW3r0snycNVPL+dY5AE5QJHDkvvU787tAyPe3sbjmsgtGjcZY2Efmj7wzFms/VlN6
4xre2u3ttpFrrMoA9KaN1mjs4istrlw4F+Jo1pvUi6tgg+KeF1oXsyuK0XZgiBft+kX1kf+1Kzwc
vC1cwFqZW+8s6YYHIIr2XVBjO2SF5VsbskSy/AbqhkD3qK2c5xCkoJWNeDZPjr9mh9lWm4cHeuOj
G1xLVy5t4m1j0dBiQHwKTjfxpDGUGyJUD+wOIbVmwRiNROPtyV5EoZ6+OeIGkMDOrVei1vHqLuqr
Y16mzo0ntXqsoNZdOfuX5kI8Ca12U2SiSX86FzcrWdJVQ+Jqm0+YW2XHNJXGlY7Dy8cC4Zj/DHK2
YLm9iLxcGKQUBW3OIiyPrfDzhN75NZLTxaFIJDeNYFL088evztapCXpVHVVmDhDE8E5NAazG07yM
V2b18mFiVqB1/tZ0aVKcXZsraJ0FsTo+EI6Sd0M72vBpG2kmFRaTeVzV8zXSy8vAjhF50ynobCnV
efhYpL2I+oIRvW5w3gVU/RNv0cGux7U92cRZDqpw3l6rYlDqrxvvCbjLeVhXlgW1zCivjr4S+k41
jqAfK1oe4eVaw+bCZoRgwoYnn9uMhs/KYuGs1VrXUXlchNTvKmn738suMN5ehaULvTXBNvMrSGNn
j1AwSPCBvcMwnq0f7aEZvo51Jq+8Qhc+FieKKILcAurkORxpkJL4HyrJsWiqLMnbzrpFUNGaE2jV
1juthL9TfRBegexdHBX/8g0mArD/PPaHFTn5S7eUxwx22qFz8V60xrl49NPSPDSZW3z218g7vv7g
XvpuzJEG0OYXD8Xw9BJBitjeClPlcWwtdSOiMY27QLxVoIwb3qINRdEUWAiP+tktwlK61tCM5VGv
XfYwt2kl48ZTzZUbcTu2Z8HDyTDbZP9TkFnG3HdnxPeO3hgWtz5xbhDPo/yJrkx5wILQP1YFFubJ
IvPwzhnTa2bJF74gGv60gQHmkf+eY78GHMXSvEuL41q746NC5CuZ3QwjS4VzrBrc/taQMvv8+he8
kCLRRaR2SkUINTEC+tNZi2GRRdt1aFl4SnR7HproUbR9cMjTwfmjw7D/qXozuCesUkgcF/NNbhj2
0Yfl+M6UZXplR124xmkCAo7BK5Do9Bz5L7k77dloiyPUdp3Auaz29WKZuy538ivn9MLmRZNwUzZh
8wLRPbsNZJgudjWTlBFVjHGBpPq+LqZrMdKlCQVbfcolIN0AhKfr6wqzN1OYl8e0zGF0r2t7qM0i
xHZDv1UUiHNCa4mTsukBb/WT06GCxkytzmOovIu+ZX5Y35kiv0b4urRLAUZAKOYNBKt1dhinOYf0
EtrF0QlTAWy8m/dtvWQPbr4YSZ75/i2Qz2uZ2aVPtdkjERQxL5pBpzMrUtlM2HoXiAukOrZCW3+Y
VdP98/pZuPCu0w7kkf1bJI3Oky6kzVLXliScgSf0+xJDpKe6SNE3mWqMtcfU8a7cOJemhbM8EhjE
e9Qxz3ZgsXTtqLKewonVhEfPcIeDsZjXlAkvRelkkoibsXSgcc+rD5VhSuWWqjhGldJ3Zq7nWy0t
rG/aqXzKMijbBDLVLYhy8X0YVu+Q5XL9/2LeJ1re/xWCvnAOWFo01lDIogxyLrQ2FJjyhmvGPROu
7ufIwM+gMxGu6FN1jU5xYVk5bB4NGya9WRie7pZJT3oO5SKOdWPW3yPhsjuHqN69vlsujUI0RvPM
gfOOe9fpKIWtwXAvJWIxhvWtkwAzHcxk3n4dgtbZhJvZ+8jUbT/iP28SlWXqHHUujnOZGQllPZXU
lr/E0kZe/vX5XPpAoMFBom8o/Bd8GrnqGqOAID9aufG1y+Z0J7T9ZOCgmfwfBmLbM8Rmt/Gioh05
rVoChGmawM+SZhnMPcYAeWylb+aFcCNC3flbeqMf/kKPBS8wG2EFGw0ct6P+h5/0wTWycP/6hC4E
DohPUW7Fv24TYt+uzP9+pN5T0gbyd6QPiGwE7IlUHAJMjIY933Te68UPliQFALPGuoLkQTJueFc4
RC8uL3IfKh9bZ2fjxJ7nphuEdMwGzhcims17oYohUYB3YyLFYIdneXqlUv9i+2/jAbbfSqsbB+vs
SsaduUfyqi6OKggw/DD1FIfumF3Z/xdGoR/AUOCctirz2f53fVR1SbjF0Yr0z86Y1M60+jR+/fv9
ZfidRH6EqdT8yAuoM4I+2jpN//mA5txTQhadOBrUElp6AAOYEAO5uyofnA+hiMpHX+Mka7u9cQwK
axKx7G35LrCRGcwGXOGTyFK4Hw3ZEFcdqq+9o+f9DJgQtyvD2PUi95K8m1YjCZxueTIw7fz8+iRe
HN9tDviM0KIhX6MvdToHibJkb4+slIvJwrDruhoR/Cb0KxHPBLS710ezXzTfsIonZGLTk09t8drp
cK5wyyIzNMosto3GQ7Z0xT5MKZHemdRO0rsh2EC3VT9DLUjn7le/Ltlj1OgG5ZrN1zdMrfAO0nb9
K/cd49gs9izjIfOad6IO1GNeutl+mlLxrll1AKp1qmOFeGBSO6t7O45FeKyV2d9I7Tq3XWp8B1V9
jU//cu8xRaQdoFNCveKWP52isMzaAhmBmFNTeY9LORRx6bbiyjn6yzo63XworRF3bH4LrOd5ucfH
+caqiik/praI4mm1D2Zrf8i7EeB79HmY7Hs3SJ9Q4qtiV7oHsuLbyMVHOa37JK+Xp7lWn1JFZ0Ob
2ox73R+6anLiBbmexpmvlD5erslWkdq4KQSYAA/PTgrs78hwaTYe3FotKq4bV2ITOk3Glf318jZj
nC0BAEACu/M8ZMlKJDMQMAjx6V2djxhM1j8ayv6SXn0lP6xUca8MeGliG62D5iZoMP47/djlEMz9
xNNwSCNl3EYFeZcz59VbAz5wcxvaYePWbd3jsy3lRQJWIs0OKA69vsVdSew2pb3/y1zAihCgb9WA
c0647zTj2krmUoxL/i4zOx23shRX0qeXFw5BFnjiLW0k4j4nJuah3ahSwwwZu7bb+V0eq7D5XQNQ
uTKdC3thi+YA6CFyRrnyLOMYnWxs8iH0D3WWLfe6q0jBnYDcQ3n6n27xr537y+Px1mz4QxDgZy+b
cL1RdkRZBwm755ueENrEt2+JR4Q397qxvCs394WttxHxAKTybsNBPztTa1mPFrpe/iG0R/s+zb1i
T81oPrx+Y1/8XIRC4EQhryEdfrrBIe9HyJdts3JAD+VgUm4GZ5nRCPKvEeovLSBvERfnhnQDrnQ6
lLOESA86KxQXqr9369o579VMv2N98PqivbINX67eJh+IDBCddS7Rc3GrUXhN46TCOfT24sd53/Oh
tOFcCfFert7WhqOlSjGUx+7vc/ifCKHBe3BmGPsQdtGP1S+tBI/x6NBDOblSx7s0HwAQLtExSSEo
+dPFG/HR5UbAxq2PjAqgvDftZFalb76ImA/gV3rSfCaet9NRFiczdZY5Nm3ooohFOVn/GIM1fXrr
ngMGRHsG1BrFUHigp6NESFDmTaqxpFuQP0SLRhyK1jM/DraXXhnqwrLxdm4kW/AHuN+e7bnVRQy5
CWebuLu7HZTr3U8yuCYEeHEQPg4gf1yN6GuczmfuUhOJYgbxq3qh2h+Ed0Ib17pML0tyW9TBjib0
2GAV51XVWlVovEpp4aZZ95/6fKwQWsG4NX/Gh0sVT1aqhyEuzRY35iCtWzNu4VZnt806rAhNrch+
7lffw+Pu9c/5cvpEQX/hgQA6N/7B6fTNTI5awK04uJlf/q4AXdL/N7srneKXtwdlc5NK9kZ/pe1/
FllGcpFD5dUmi0x/LQwXZOaz6kHlXZt4suqvnOyLw0HnpDONthWwwLNJFVhEg1sxDxyY9bZuXfsg
fLSZMrW5VOH6duUefrGIGweHAGBrvW9iI9tN85+bRKXC7d3a9Q6u8nE4wm9tb664Jb/+qV7MilGA
ifIqk5rBNjy7RTDrRIBuwplzWMQvV41B0g+Li3zA+NMwPHkl97w0J4oUpAK+s5Vdzg7f3Ipi6HrT
O8ytWyWo0Lf7LHKqKzf9pTmBOyPoBDpNgWL7Ff9ZuQ6momgN1z1EuZ8d54gugKtWfTu0AbBRN78m
w/lCfP4v8RaPVM7iX1GJs50oJto2E3qph6JL6SS2qxpT/EOGqsfd1gUO4Lptm1OattF3H9bK9uKu
z/RnzDi8Yof0XNMmjrLtKQlzPVr7qrEMh4eja0ZsRUdA2ZVul2tNru3qPsknaB2QuIBlpxpMc/5s
Q08FkVRhde6hz6r5Sw3oYr/Uhr9zWqhs6CaFDzOwgSsp9Ms76++oqAxTAdnIpGcPyjSHqxlk5CfZ
mlePzaKi+wixj/uwCnFA67CPiEu/0Tsva42aNfDDA4XA5tFtivSHcvzp5vUDcGFLUtgAjwZxehNz
PjtmGToPWMFD1I/q3H1cUBGKzWoZ3vqMMmsEQxE5oa662aScbknKZSP2MiPqGKO7PLi69aliBfbb
jxcQC94Da1PifmGh1zu2QPyjdA8LJhyJp1DAnlx22OsrdmnfoKIASJHUHnLU2YrZtVkGjg6dA8YO
TZrIsJp3VgRRKu6xkr4hJXJvqei9ufW7lb4hmNG52OwIzwnmcxksVuUQvxk0EmPACBB2x6i/soQX
Jhfa9LC54bkNuXhPP5Su3cnsJtM+uJuyd2Qxzh6xNQtbbN7zWHAp4ivoj59fX9Ptmj07i6gfsENA
JRFRnwv/+Uvlore5EDBYcxZPy1x9KvQc7K12CSlppRPeman5nIbLn9cH3j7Wy4G3Zgnsj02V83S+
nRWgW87dQ1Q8DftRyemxRJv+dpl868pJ+1ugOB8LbYAtg+HOQb3idKyyn0Q7TYt1qIUJz7rP2ypB
gW1g1nNrlLuUktvPHOPdHYjtcE+Tetr7RVC4Cf7K4x5Juf6OJyNIipGiz1C41n3vdP1dleV4vwQj
cr8GXbNoasR9xymJ88WWONZb7XClMn3h0qDxCkqXi4MO/jntLEKhy+T7WIfI6/0bYy6LJKVxcuWg
XRwFGRGbETYyydl6DdI1qaKM1sHw+/f9kAZPY1pYV3be9o+cfRSeyO36ZwTegrMAoBkoaM7mZB2E
sXLrCvUjaqWN5Ji6XQZy9de328UpERMGdAWpBpyDw2vh5FM6tNZhxAglNkcnuC1XDKpeH+WvTdz5
pCix8yJzF1LPP5tUjTdQX82teTBrr/YSGNL9V4zFKAtSDQl/GKXMPze5XYhkdtByo5446+FQKQqV
cVZMJtTI0Br+dM6ctnGP7OdvJxjW7zrtVRnP+GS6eygRvUiM3vWqpAdnLY6I+fF4VTjitghuR/53
T7ZRtHOdBV0z/gf5tnEsvLZbJ8X/VxRu/U3qNPwV0dn7bZEDf1JuqP+ZRwO/ZW9x3K9YN5RzDMvb
++JmAxQCaDCjFZuw9kC32iEQtsrNzDmRSN1+CEtlhgmWJrRH4Hc2Hyuhy69Z381Z4rjSVokym7VP
rDac6400U40xP3zx9v8LmyDIw6HGfTWtCj/2M0DCsdmE9Y8rn+bFdgNLygVL0YnHFnb16R0QhVW7
An4yD6Rmwd6eqzbGrLjFIGq+puL0khFBJkmtFNT+pjaM/cbpWKY39eWwdushJxnqEvK+9Za0vebt
lVL0t3NfKAO1wLyYdtWU+Z8xH2l/2I2W95Oo0ylZKk2V1C3r5uebV2ETeaIBg9QRG/Vsf85z1xYN
1CXwmp2dRJAidzQQrdhuu2sF+JcXPG/1ZgSy2X1vt/zpInD3ZVHv5euhTy29Ry3XPRhmqMEMqmsL
/vLtZKgtgecl2wDJZ2HwZI7GGDbegvRmSt5pdWn7bK0ufryumxlPqvSw4ckWBx2r15fz5a1CZcKk
b01DklrcOZ7BG70qT915OSw6Wu/KJv0Tedq8Ehmwa17uXR6tLWbdqBkAKE6Xsl1xbp6taDikjS6j
my4aF2MvXWst9066zN9crwM/bDaZ08T+GPmflQgLk3XQPujbbkjTXd7MlbVTnizsGOFbw43F6HQi
tixt5fs5aj17z+M/u/vcm7tPc7Q2eaJTMRdglNFluME6kJpVJ6O5O2TVAB/dQ4d4X1fp4tysOm/L
ZB4ot8Zc+Cii4BlQZIlIKXw9tlJihLKsVVAk0rOzf7tFhUbShioPd1Hdhg/A0DL3xs860KRB30Rx
W2r7kzlNXRYrLQ2ikLTI1F75vSz3aSbFsw+KWNJxycIx+SvsvksnM9sm3Wv8wUkjtj6nlVY7x1p8
jJBTW/4rljH9CFa/elZh5v/q0sn4CCoNQ/fOaK2PQWdZXyZnCo147sNqws6pIcfuhsbzAQbb+p1b
WTaIYW+O3tdT36RxVAaFlyxLE8yHAQ9mxIwDY20eJEpB9FXXBjKLEsaU0XULSci6NozEI/mXxKhZ
WeMTtesBzseam/90KqxEUraOKpG9WKWMV+HJNBYOUhvHzm9zCYvLTosd/UDrg6t74ex1ZQ/tjcz7
6bPj5c53mqEjAh0b6lv0vnr0DSOv4jDj1PyTina4F/lqr/vOjXS+EcMa5zg2bV0noVn6uyKcZRi7
Xub+ifrU9xDA8RawZW6eObiELdZ7pbli41Jo8zNeLG5/IAbJoj1bpX+uGkM1aOpb2CdZqz1SF/Hz
aIyDpTBuho4OZIyoo5Fyy6/L13IoOxYtNDin+WQsuGm1A/mYilrOsBC0k6LUmX6Gqef+MCZ/RBxD
BuJu5W//UFm38GX6kKBNr+XwQIVkdQ7toJxPSkXVRAxm5iOnPtNR4tuz7WO0NeV/aqdxH2xPiyd6
hyg5GFUonirC0Q9h1lXEhVFQq93YhVTtzcJqf/arxsdoCirN1IwBD3kuO420+OSouyYvvR8lsACa
WxT/mJmMVnefFdnyp+1L76OtlR8grW5bdKFGf9E7HRDpJ5imUnXEAifnkmrCab0BZzPIJB0z80n5
Bjx1n5Y9b4fO8K+H0n4rw3AG+VKI9o/deOk31H66r3UIwzAeyIqeBwreTmJHpJIA+q3+3eC/D1T2
0Ik2/aTbzvhDwjSUSaemoU4QXg1+a4gDX4tisq1jH1XucrCVI+V95bssthZF/xN2kldjVJeH+cGe
8lLEfaiKxxqEbZEE7hJ+b7tO/RZUWJ5ZnBS6AHtoTky0T383UT4FCSRzo4417pnf0Z6fPi2LNttj
g2AyfxpEatw50nKaZELJOY3Xtiw+UT4UVWLS37LiGmL9jyGi1rHHctv2dtOSskHKykv/5a8JcF2T
9uMy00WeCK8L9gD/fEJyzwg+jMaCapxXlGHsWMP4VDktAl04awbsyiHfxNtFxCcY6iBvYwc46n2k
7bS7TZEjVwdOVPTez9wQl7B5oTfuWk2fxYNv01QUiN8FMaUx/YlQaO1jvqAuiJ8s5z5s/OWDIwsz
0YUDMVebi3vXrZHFnrXyUN8Ntm5htpICjQnCqpmMmaDGLC7wh3vD88Vz6o9zvSvrysNQRZnuxzRP
5bOfd4PPJ2wsvLz80brxKPo/NZEP8yegUUJ4hXRNtx9cvAaMaKwBwE3iYUUE9VPn2tZ68IPW6+5q
7OY6kDoGvJBec5UmQpX5w2bfwt5wtT8fGk6bOqzz2NRHNRVtTTGrDuubsu0VsBEhwXzOzfBvRRV/
SHK6iscwzVwu3LZGz10O2nsIpx5KdmV31qMJyslPtCymd1Y3oOklMT48YmXJLVrjqCfu8ETORoxG
cm0dPV9xZ3YwRT71ZVH9zG1DZ0dPhHN2GFVRi2OFeBV5EHGtcxSejohR25yrqchE+40BZsqWOeEJ
9NPI+ogDRklHujeIBHoisRrkqrGUCXrs9pdV4hd67CcVmDcYvNp57PEVSz6MgGMzR3L2YmdKwyaG
2zj+K0NhIlVQmJBj6sBd/8WiGpezVY72c2iX1a0z0fCPhe6aOXYcGPj7IsjEcJNyGZs7O5sCA0W1
JviYoQDuxxFv1rueQxfcBUFrmGiEu1UV20Vd/a7E1CPUhUrQVzre/X2DfmsK1srqKWO2AXH4srbL
UxqthsIOppbc4X3qzXFQFFCnC8Otu2RAk/q2mlMvbsgGjlMXmMmajQ/QjoYnxdfnLSKWK2Ibw6/h
4LWtYglQfMD3K9s8KmkKT0+umLMiBu2VfR08Q06J1ysA8LSkijtz8tpfDSU2Ejhv8oq4cE0ibOJg
o91VRU0UnC5LZ8VZ6zdityyB8TBJ5D0pqnj5V8cd/Xfr0mlx5KJ05l1r2LxnuVUYcRAVmCRO0u24
L7tifvKmYvgqm7RqEqcJxMJd6pWQpbTVprsVnEYZN1p7aseBqaJ9JtX4faX9cERSegnvdC7Km67n
6dgVAUHq99Ir/XUvSp1Zt3lt5N8CU7ntrtXKmhIaU+Km8YtpP86iOQyihXvlOmVnJfXSygfWsiAP
E83QJGI1sjax0ap7XCvopj/cZabAOpWj/6ntPed3HvkwXP2h0ua+GkM04WsmO8WFxXMdm2HP9TA2
/vC+7Pvu99jx0B0REwSx5QzpQnLHtTv8zvQU8iqZ1GXr1Fy+WM4sf6vVsokOun5xP5XK0D/H/lde
HaxCrr8wYg6/ztVaE9G1VH/ndASdYQMjCGNDBX6347t5tD8xhnzupnD8OU6V+tKgaV3FHZzdz2IO
1C/yE8K71rdaHS/2QHjnohJYfdzCk+d8Woz8qKocCcgI9ysVg+iHj9F746QTRDDmPFnnFY6NGQn1
qe/t4EsbeuO/ZSiG6RGKf/0T5m/pJ+FgBX0sU6N/DOZB/PHG2v7Xdty2TzI3Tf9wsfE0D7ZL2QUX
VZnF/Dv1h8mtrX9KUwYfVbeYAGGkgSI7nf+q282CEGzHaayiW6Iof96XjTXf+ivbCRTttntKaAKo
jeQwRsNsDJ5xzyqreM7bHPYkIlnPZlM52U4bY/21TUvvdwkfjyC6UNE/hmfnDix+T/4e0sh4X/dL
/a7Q1rwXyiqXfW31cjMvENN3KZvu59KNULJkmrbrJw0jjS0h5vxjoyOC9iArrQDDQoiCsUoRFGQO
5QIhuG7Kf1iwUt0plFE+540hKggNjdE+rl1vGTtlUqDcBdz3bUzdigepKIUXHFvLom6JrkLm7aps
tAWJyiCL96b2l+afQXBpJEPvuOuunE2gjtwE4zNC4n2b1FGwjLFkqz7WfW8+Q0n3cZYwNdcbkVe9
xC2VUBlbOR6pcTgV0RKXEcJ/MU04L7uxI2zdsHubexHT0G2nfTmG2WcMY6NfDT0mUHPBnK/xCPbt
Y9n5uOCMvml8kziQrETSVf5B27yisRBUoubeTdfYzkHJxHOTNU1spHxOjmOd1XfeaM05PhHKeZQI
5NrHwZ/En3msJzJru0x3UTHLAIrXvOUehWONCS4R7ZT0aGoadxr/KYEoQ5h/KoJKudx/izF/xsF3
UTdRuI7LXpIFYodo+h0NaTxGeWYi2/CoYPpTe/DTVdQ3HXj+B7sfx2VXOgXl4rWKykMq7GZASM7x
/mwuy4Siug6922Zq5l8ALYP2TrpO1seDEaSUZuxMJiU0g38dp+EklWPAQ9L00zy8t/HslTdZP1VR
0mtPlDtrXufPtTNO31MgiFlSTiofEluP7XcRiT5LQCgGP+tixfZ0quvVj8OK75cIbKy92DXG/sto
0hwDKiXD71UzIbcHl5R6k5Re9oDsemfszdG3ir0ztDnGbrzMTjwDC892lV+Y2c5YM8XyrGLT58vK
VR6VLWEs2IEqBL4kSHkc/aBCjkL7E1XXrGgc/YhuRK2f1BD4/xgB0jGJpUdubdMUwY0anWmIzTSk
aoV2LIJ18EMW8KLUwRIvU5150w2VY3+tMAuZHo1haMMEmaL6Xb5kXXMblUv+KIkT/Hgqa7eOyUPH
r8jujE+9hQV5PK+NVySRQTCacLKhq62ePaVJTZrRELDQSI7DbimI2ouq/IjiUuXEk6ojTDGHadCx
j9ByTQ8iGvRx5HOHRxHhdJGEWa7ye7t2ouWeyAgnhaC1wtuqa03QaDWaqklVBP3HyiqnP3XJjbjT
5dJ90HSInuVUEvMXGenhfZEOFXcHrAIsutpmzB+M1ujnOFz6VuEPKUtUscXMiZtz3fQx6jvud6jg
Q74rfa99mmc8Rm4MwoBjWdJB3DfKTL8tJSu96wntyiQcO/O5nTqCRkebTbFXkzL6bWmC6Zn6cxPt
xnIahzhco86Ji9ph4UbHzlriSbOZiGFmNhI1HtrggN88674UXDx3uerHhggka78EhjmK2xLiztfQ
RGVgt65Zv+5kVGPIXekFnUMiqPE4TlQ/EQ5OMdccl2D+LdEquBuUR/KqVjyzYrhhiO+YbSdTrqtQ
qhhqe/ZugLP5FOat/2wbIVe21WXS3C9hl9qx8omeKaMWZUChROQRY01lm0R5GFERWLX5M1Q98mp2
O4+/uoK+0w0MsfTQzGuU7vx6qH9Og9Obu/85uWpa7MP0odwS4qa0CR47Yza95H+tT8reSRrxlOcD
QvZRO5+ClspT5iGqlqAki70WcgpRHlOEzly+m1N95DdH1/QrXxbdEOwEE4r0P6pakGBOK0U+ftIq
tCsKUhlNXG4O3gK/CQdAYt41bauXxS96i3CNKe1BUXrR9JtAmmiraJeDaBRv8+RG73OdV7/eWmKj
3kUrPQRdTTH1vC9mCbU0zlLPh16579DT9IkvBirGb67kBQGAOvSOfVj5lEhPF65YJkO1lqkPJpxS
EMBQn2pzuSa1/7LngWExxopw6OiXcoROR+EVGfIMMXgcoabinSxy+dTLqLqzUs85dE3oXBFpuND0
3hD/AGI3AQVE1s4qo6vonNXzMn3QLk5/HjeT7BXvtTN/NhBAicO6c5MOIefYW0lHZPFc+OQF/Vtd
ED3IQ87G33O27hUQv9OJ96MiRsnsEQGiQt/oFt+mGqWDN39ERkExB6wyM7bOxRVKG2JN5ujxAFET
XnUfDAQ8OMi8viNfnDEUM2lagcU3NxTDOXiVSl8lmkyhNZ5q9a6osJGhvuwdSRCq5PWhXhwxNBlB
lNIb+iubcj7UOI9ttqpKHroxGJI+r8XTMAt95YhtRf/TphWMGsBSKOFRY0Yk4fTj8ONdOfBd+DgV
fR1F8OoXP+dUUUE0vsI4A999DVT+YhHR9jLDjS33/9g7k924sTRt30oi91RzHoCuWnCI0CyFJdmy
NoQkS+ThPE+305fw7/5t3Vg/lO1KKZRll4FedAMJVFZaKUcwgjznO9/wDrCGaAnv7besx++xkw0e
VZGknpInkm+Bh/PQ6f9lah5cA9YFyRVbgBRtbw+oS2ssodHNGx23GldQfG0XJLp/sirePaqXq0D1
gKDBQHvfoylL8mLs9ZoZRCUtARXB4i5K+cu6XutV+Gc1Vyf27uOYotwaLaUrZkYpk+ka9OU2osPj
cWmlb9rP//GGD9f+/T/5+bGs5gZ33m7vx7+fiUcc98rn7j/Xl/3zr7190d8vhqem65un387uq/a3
TV98ue9EWey/5s1bcKVvn8S/7+7f/BDg09vNu/6pmT88wQrqXi4XPZXr3/x3f/nb08u7XM/V099+
f4T/2K3vFvGxfv/2q6Mvf/t9Vbf8j9dv/+135/c5L9s298X9l/v9Fzzdt93ffpdM5QBaHVZvTPhA
3gGf+P238en7r6hBCBCrUD/jxhUwXZRU6n/7XVEPYL/rsKCQ9ALMt0bCtuxffqUcMNfHz2hVv6a2
Zgz0/aNdft2uXx8Pd+Lbzz9iMxL0Qftw0qzxH5ziugFfYdFmNOGLyqoTX0ukxGv12gwkZWgPjamz
/Fd35U8u9Y5qs16LjwuS9oXaI+9dS2FIokzoTPq14UhnGVmkG4a66TvtfKemazWSZnGwwlLxsqsu
M7IffG1oaNjzNKzThsTD22Y79guZM+n6OkRuSWGkfjvm5SYfysTHn8Wh7UA7qbDT1kXfHWnkjFaE
GVc5XftyOSuyTtv9+Kvth0a+GZuZoxrQ2GoTsgefsnDfcdKQyy+Skm06pCg8ZWrLQDWa2tWA+rlZ
75ju0ufG5sdX3o8nX6/Mqb0uMUbI6+9fPT8UpQAZwV5DjqyIAvh7pM6y/jOj5xeph9exn8uAA0ea
EKVk/rQPw6HnoIjecYQ/GsnQ+I0hV0Hax70vOwDzIJFpja8mdpihDh2Fj+BAos8zSjr1mMyWp6SS
ecW869iaU3XLnI+ejJGV2nM82mLHELErXIU5Ve+LoYxoR/Z9cjLZSnKXNJPlA3elcGEYpp1oDIaO
+tGYPr3cxr+i2OsoxuH5gyjWE8Oyvnp6E8d4yR9xDFcahtcAEeUXKuPbOLZyTMgKWB7Mj/6IY+YB
q4VTlSwIXBUYgT/imHEAf8Na4dEc8RCxfimOrYnAmwW6yh2vPE6U1ji89xE1ZkXiMmtD70+58ils
1MUtkcH2x4lhKkOBn5ziL2+3fznAGxgoIeTxnhAA8JmeW6p2fkMAo/ds2F1AWBjvImyojpexharE
cB0TECOy4i/4hVTFYdVoypGcLp3smoqQY1dYvfq5UTMadEUofUAIgA5eosz6Ti16VfMLzchSL+Er
b4HbNFs6EvImC2sboF/NhHOmn5VlqnodA+WpvAnpZeEMwHGnXD6a52VqPdMIu96fDYtxvDnHEaj6
mYkSXoDpboxjm56xMyQ/CYcvImj7twfTS/CkMLd4KJx5r6OSFCITWTDZ9RkX1ndFk1c35sjxGJgS
2CW15sxxzWmwkPsvpDv+pEcbVc/obktF5zC1S2KG7UvCLbAmuXCt1KQB4rRldJNUOS0cTFZaD5Io
JJmlWBTXpIJm1JYMPXN0BuaBUprKl3YYkmTTE3rp2yUz3ZXEqN2uMA8nuQMWYGENeyILBuPjrEmn
JejCzWItvJM1qhkzslyJdloUp7fMWNwlRALjJ2fiOxNbEvY1VYOPg4ethhTh2zu1YGBbAUZsmdUv
tjsMmeIadJZzPJEw/kPGPalO0UqStgrDy05Brnnpo6CLEWlShaKeFMo0XXWjbGzpUYGCaIFQyKn8
EQhZtM3bKQteBYU/OcTfSQvygYEWot6McBS+5fteH1lkjVWqZp1fFCFtvMUOD4fJuRVNyDBJR64M
exq6uJMc+4VYOrhniPVkaTP8pGZ9d/Ctn4PMiamhtZZye0usy4xFpEbU+UvXaYEhhRpjyvZnOcu7
yvjl665yl8BCyeH26ZRJUtd2liadj4oGA3QclH0bVAUFo956badNhw6FfLAyF1zks8Nj2LUqzsoI
AihZWP7s7r8Pc6tsFkhIREoxFpAJp683FjCPwlJL+CpM4etTtcyqI9A86ujFxji6YTzmOxljVDUo
chq7ibocz1jPn/RpU1xYarfVBnspNgnvHrvjUIRnY9/UP+P9rGv27e4Hdw19Gz4WQEpy27cfcuro
bjeh3PrLaKp+5oizRSmOO3OUj3v7ols69ett+ev0fnV6g8p/tVPXGudNEXJ4Lzrx+uh++fvfzm5L
OaDSRAdmVbEnV/znyW3pB/Q4LI0zjAklBzGJ67cKRJUP6KRBRFQBrrEL1pX/vQKxDyAYWyxpRDAR
/gZh/wsVyJobv14tq0iUTkqh2EyM+Bef7vWSXuxGkzDtAyM2DKxhUaIOL9D0OypnoYdupDolQnGD
9AQopbswpyb6GWFgvcL7T6CTgrBN6ertrVc1qdOSQa8VRAzPNk2taZ4e43fNNOhXaRarEuoaO9da
i/u312MwMLUPcwZqQc6wzZerxfDjIvuZX+37O8o9RYyeuh90Nloab+9obGdyqfa6HkhDKl80mMW0
NO9KJB0SmRHaRs2z7hBdBencRGf3E+gMVWxeLb4/OSb2Q8CKdFzLV+CjCDPSMH37EQBHMfBOVGDI
q6tXZbbmWTaHjk/5l28nE6yQJofS4Y8v+lVA7e2TBGfJQQrvHbo9H2Hvsmoe1pncGIFcVEnklrGI
5SNJz0DPLLFaOYEzKU101DUKTsGxUxeWG8oGKoBOlZYXUSfpN9UijzN6o5lxWlQmcwF5MOv7VHQO
2LwyigTqK452UisLw8oqQaOOQ7CAMeVoy5S6Ig4XE6BfQRnDJ1W6bWPH+rVsr55vwphUy22sROhf
kriVas+GRDRuQL6GN7EmklseVvLByjT9wU7rdNjMnAbdYZ4o0NHM2jE/RLMj7hZrMsxdx9Ajv9GZ
AGquY6BbcWj3kvk5MuZQP9cyQFU3qT5nW5hJy4A7XaqonmIyjwbXng+fMKcTRaBMulOdI0agXkWm
VbTejEbBzWIuvbJFnYHK1RxxP2asqIN+KNSwv2euqTwy45HxFclH7aQcxDQBfAK14EEABOJSy4NS
AYIarDMga+0cYAgBHspKQMG6fdIZZLl2llVezqLQNkUiVaVfValU+6v0c+6rXadWVHxjHfvADqOj
olnsmno/10BOWUa+EbbFKaz38zK6Wdgb53YspusI3IIDehpPbRckg31qjQCpPZxK7Mc8mwwQn7bR
5GvqpPvArJKtLNJQcWdzmSfPZKPQSsiqJ4nG7tWSAsB3hykBGahCY32uUWCKgQpOk6Ajng6XRTM8
lImYazdLSr0H82aQYev2VD+GXZh7C1Tkw0YaBysIqUZ2WWfFp05rOrdNNMRPADNBFmqSvGIf7UUD
IjXU26rNuq2lS/ZJns7WcJJIjv65rqTsUq21snIFmIZj5n0Yu1uTpp5Nk2ODh1sUZzfA9218UALM
weDpMEFNS5H72Ny0QdjNNbiqQtYXb7D18XxS4r729BzZeN8peyFcQ5Xij1U6xLsqSzMpEHrl9Ifo
DZvCy9osCrBemZKP+cBNK9wIGzvzGGwQLY4KGmFxPOlJuJyi2I5vbaXmzgdhOXXvxQwhE69s02Xb
Tg0sY3W2jdrvw4L+ztJLy+K3cWmWh/qYRQ/6MJuQb5wsWcG4lW163dDpbu2UyWNllSjUaN0ioyFs
DExg1dyUtIuEZn7ozbgodEFK3+Uc6kI3eQLNjQ9zP5ef7W5RH1FfEEx0ayncIXZtX8RpYgG1N6ro
pu4t1jhYjPbJglNw6UAAkj3wy8luFkoXBUkoZ3Q4RJ60G9uQjI86WmR3jToVz07RAZBx6my4a8mG
HxT4DjXBRQGUaCBFhRGGjh3oIRWqEV4MWTPLgGoY7XnwDPveS7JyUlxieYY3nzyNkduUKftEsRLn
0mSy2fnqUFDU5nhLekrRg5qNcqMEjSEK9VzuEi11TZvawE/7uePPNV1fP1bJ7FxGFAo8YLmsdF8d
6Th6g3CWz7VkSshcZF1xb0QlZAs17spkU+Q97WJHk6AblgNNNDYrTiK+sLUYJ4q+mRXKrdaR3EZa
suhCq1BD87Q0H2zftCscLPpBQzhWGmXgZBDJMnro1dRkbsfeAYOm1DFIMAUmo9vLQiW4DPZ0P/WN
xDy0tCo5kCf0nr3O0qSFylSPoqBOGm30MYiT42M9JOf3KsCS6zjcLu7tSM8vF1YvyEvoq5qrNeVy
Yc5SoXgQNsNHOC/JyiAd+s9ZJMnXQAWzkB0BYdudDAspnEZWgWO2CXYNPn3LxvbUAlkOH0fh1PHH
tjCu0cLurMOi1JLGL0x7KI/HvmNlTmlj3vR0CRK3kgsbWK7Zpj+jpe2n/GipUuqsTQZTp1e8r6Ng
l0QgwLtGINW9scvaXckY8DhZsuqDbnGvfnyG/tnVVioHVTsJGVnh2xN0KcGim21iBAKU9iWomsUf
R8neDFqmn8VJ9/Tjy71wLl6f2C/0ccTa4E1CzEB6++31mqZYGkKIHgxL1O9iWxSxGxu9BTS4cZbe
NYATNN4YJ8kYJGgKFjcA56TQ7wYWftA5wDv8WjerGSx2q5/JfdECX4y0CILzUMzjmeYAk/DRWmln
T58j0T0VnHw/s/17IfO//R4yfJl1nMgQCRenvcIM3hpm79TsQdZjEO3preUoD3o8tBxES+qYJ+RK
k3pUJzl10aTIbQMic0UF1UTr/mtX4a966HU9tKpa/ut25vF9fi8e799UROsrvldE5gGsSJUWBuLg
31qW36Yyln2wTmngfuFFiEnbq5pIsZnKwNin9rZoftDe+qMmsg5e5snsG6RCaOg4v1ITQdJk3b9e
T/TzITtSZVFirRX/3npSOzAZTqUkm0WRUfxDSEXc48VL8jYSJcg8y6Ja+xGO8qFU5BTgXlvUg48p
2jC7mQx20IOdiap+nrcVeBhJ0bFHBYLD+CO2TpmpajnwmhU/N2lwY3ozkw4tkSFPNvbDjB23s4Ru
CJVZ9WYIO5+qDsuKAJu24ziM8w9zlmiVx7wZDUczsjP4Pzj26bQXdVLVDBg8hwoSylGwWJAYXBEZ
2scchf+1q6lrp1molrd1RiuSaavJB1S18MLOygL0U4rqCQYjvZNsa6NVLttRzp3DWMunj6YtgeeF
LLLUcETkPvfyetQBUbekSqDU7PMSdOjkD6oyPUWKM5Ev1fl0oyTIBE1KmuWevCjpET/S6yPQK5+w
31AfwF2jZcCITtz3qtmMbq2mEdo4kaGKoOvVKQmUpZc/gv/QP6WtyMUhdBLnwRJ1faKPo2EFCH1J
lYfrfa2DfkqyxO8XW7pWDNhDHuJY6S1FuD4eFdBjyNf6mIfTanZyW1kth928gtBdAFOtCvY/DGfX
6hgMe1DNpTvwkYPihgKKy4ZJvx00WmPdl5JqI5Miie4WHF38uA7TbLc0q/BCRd5JuOgCN5qPrU13
B1xa0+BUqvDeK/p7yylE/ORWgprntZzCgy+UNCFZKztjYgwjibtGl6rUlXKj1SFMONrTUPeT8JAg
mUrISk2yaVtD3A5qqGWBGUmqJ+ngxt0pVEfkKWE2gaGXnDH0hjBerZb6Qd+ZLTBkfNni8VifdexI
uAAE25+cYu8q+he9GQAD7FTGpPv8xaRsgYcCNNwwYC8CwUMkuUUQpeOo/sml3hfbaGqAUmC+wCFG
K/LtAZb1IosacrUNdIlLyVoSP7NGjCOMRgpgjqznkhhOK/54qSTy+LUL+lekfx3pVyfYfx3pz+4b
7Ov2Y/36mu+TK/mAdsA6tKLrgjS/Qc7zxwSevhiJh8XUCJWNFc/1fQKvH6xteayJZfRB6bX+Eer1
AzJPfkU3bRUB5lj5hfbXi7XI60i/Cq2CdFoVe+jQoc+5t4DaHkxlGRd0gmqAzWjthYcJSLbeNRnh
XOdDrMMUSa3NNGqLH0f9+MlcWv0pN+PwvpKsQyzFMYtTq8RBR2ZSa5D+0rbAOA1G6yRd6R1KKQtN
i2uRoKVvjUm27dWRXkxaFXd138rXJWpIT21l7KLIqk131uTBR42xPkkGNb5ocyM8BrYZe2bZWJqr
zq1+bq+sRiuHOQTE11a+mHlv3LI/mst50EjymT1dRZXaAo7vcgMLRKF1V4lUqEzEqux5rrCOcutZ
6QxXFLr8UaG4/bIkUInckU26ayYAWZFWdRBcJl2n0gMlC1vAAJ+WdYNRbrShBS9bKnMQatFya5oh
hH1OkLOS9sNdmNeW6zQjlBysH6xNP1sRoHOAdUelk6pfsnKItnXqbMCTXlbhqNwA46y+aIwsPmoS
ZeYKRJcPLRWvz2mpKIKyCnQmuXh95NhJJkM6WvRjuKmQAeepH90Y1tvjq4X8J1001tibJIBGP1kI
qxY91NU+eP39q+E+sF9Fp5FU+IbZOj4gfflIniXbf7nKXzHkTQzhiPhBDCmLrn1qmvvuTcK4qnV+
DyLqAVC+FZODtQEen2s8+B5E1ANVo5n7MiXCkH4VKvoeRMwDxASY01DDAV5bxSu+99DNA6bVZHb8
R2AViqz+ShB5p/BEFotoILhUDdyoau+bAA722FJekPj0ptbeJNDVPsfptO31TAZ9ro/K8SiN2m51
WH+CCGBeoqYxHReAfo5pmfWfzShVQWWn/YmKYMPRLNTsg6nQhHH/Wmv7aDGERH+01i5BeJW/fRCP
5eu19vKi72vNOFAB/VLws67WJv6rA8s64DGvevCcWN9QGN/XGsUJkvhIP4M1Ncj0Xi0264DjBbYM
iqycZoThX1lsa9n0JizRGdApmlZhGWC0VCh7YUkMEcp+bQ7b3pQC9DJGX2+hXEPkQKQZfw1Kcvwq
j2fVurLlHuZXWgSVlsSAFRYZ7WFTUGrQnYo7m5l3ItmnZhY/zFBXjuO4JiEt6hOlR1lESINzEYEf
Oa6zuQte3fY/ia77MwrGkxg/EGGZxuiKtt9YGStdEaEicuTMQozK5r7181BcGlToHprZkJMSZfy6
/t+AJX8EtyMjJV9gfosbHlCZfckcyMYwwxgOBGElp77mZM9YkN85cv6r0rn7F9qbhPTOtAjgWFFA
OXbXJDCF7Ny5/vEN3F8H6zX4NrRt1tVF9Hm7Drpeo1vTUeLBOLHdZmxHH5pQ9ZPH9FLqvk6QuAzV
Bf64jHZoYL+I6bw6BQHuoQpT5YiP273jR1l2UubOp1AYeHI3t0PT3zQ4t1spQkTJouxye7r88fdc
M7B3HwC8Jdk9zAKE1d9+T7McFKdKoAY6aXmaQW88Y4Rdu+mAcgEjy58RJt71kl6+MHGcwwFct7qP
goczpqF/uapx9PXslbV4iPEjRQTIXtwwsy4KB5hFY+g7KK7PTKeufvx1UfV6/4UdFNiZIGro4Ky9
jDd5h1ZMkr7Qaw2EUx1T15xn0qIGupk8R3217OAN7eDBFtt8qDTGWdkDKh7P+P+dVmqXuHFetX46
owFeyku8gb6tX/a6fV4LmEtWfmpL5vmSpM8yaWQhbDhBMxOseZQgr/Vw5pSUfDOHvXGZKkrlMpr+
MmSS8BqZ/2NetFu0VHOLRVwZSn2XhuZ1a+u7sjF2tsyVdQuQkDYyLzOSB4vi2q2XBnwNV2NKULjr
x7AdE2u1wroe0dx1q0nZ6X30ENLcc51e/mzPieMO66+MVDWu5HDqAlNFriSL7ebQbCfVixMulbUF
Yy6YxD6dyWWnN6XtY6/UutWQn4pE3SUtBfrLN1MT/Wwe6vlEr9eYJyQ8eqQRkXmrTs9E2t4i4sO3
gpYJQHXJvXEabV9CEypwDPO81kamSYb5WbLa4lNHTe1D33e8EsU5CmjIp0Y6aHyj1tmq4FDdos4f
zMw6Jzc/N5KuPExbkK9Z2jub2bCvzbXlQgxfzuxKHzwrjpEk1SKB8hmqFpw854pRrJm+Q3ovoUq5
WNquSvOHdNY+qkJVfcdqb8M8zoKcaSUyHMV8sz7X0CpO6ZXbbjZl8UXvhAEsNsXrK7sFFJPL/lDp
UqDHjebq7UJqvd7kl9s46fTiExt9obiL5hsLTV+kargJMwSzTaEUznaOZcezhXWOl5uzNZp53qKa
baMFJh70AqEJLe2qjYyWuBshzxC0ErJCY6sth2Vp7MrMNE5Km6VAAmScjNyGGADxpkErJUgWZz4L
IzBMtaSlvkFPyGPgwliz4Iir6+zZHqtbNbaOXj47KKhiKxfWUZEvgwcN7H4c1GczlK4R96w2MdQ8
FB/4kkMdP5tztGzQnVBxWJgRGVGs4akXQ8c4ba4P0yHb5SaYB7uc1EBofO6UWcnGCdtbWH+ybyRm
SnPGmdwMtRpfgcnmOrGINlpSzFuKFlZN0d0uBgtAMsSzFOkFNgTNbTdZaTDZ0PZGiVkrxVqBqN3E
8eqICii0snMUdAvEwCeTkppXh8XpumlkGuegrPlL9P805C6NHZIeNKyp7NwBcx9Xj0PeugfzNOfp
szGwybIlf0BJ5jwelTM1HC9q2bnOwfG6DOTSs1pjwaOS42xFqLZuP+q7JRwcr24nG2lc87woUH8q
MmEBz3POlVnbIfPVuqoZPWgON2YuFa4RNreGWp7SmLqVJO7UbIlPdM+AIY88MIWZCMImsXSdYJp6
Flvx7Oop5k7GsG5Ra3kcsA3zJtu+lpcFPb9cuibVn9BNsK+1CH5Dmz0UEVsWgbjrNlakYA2+XWel
ft02t0mu7hpRsWnhbSLpwMKXQ1RBMPKAjyBBwVZHA/44MiaaTshYrGY6rkQ3HU85ZrTrqBJdBLlj
tKfH51Bxl9BDNi1BYoRHY7R8SBmbmjOZ+T7+KjZbtMoejI7xq5FDOXcFvqBSzUi1Gcr8MV/io1S3
hedU7Pg2aW4bK0aCtL9t8uYWhu5q84CtomU2BGWLdWLHfO7Sjp8zgerYyz6VKus6z+Rly6RPMNvu
4QuXTXmI6hK7As67D+FN9exBup7mlMUlOcdOmlUbG8ugDyiTZh8HK4TkKIfJvM2c8EmmMeqrkyYF
ks6rQlndZWmuuRyZ4T2TJRoAa9oXOmtorCflVLPgqEPEN5St1o44vhrWeKF0PEtGQtOlrREEGc2m
AbgL7WgtiN2xYWmHddfOLg9FOowEMg1ZI93PUxRfanauIqpfloe9SsBPjfLWpMnAtqGEO9XR99tg
za5+UBYRrgt6bk4GaybSaqmEGXwsyVAiY4NXKr10mOt8ZDSB5m0E0y9o5oFIn2u7JqaXsUz94HUp
Fjl0Z5P2U5PF8UUqFVlgNMY9FLfU15W89UentX3o//ItzQzjBDG5CpUKufqsSPa0tYtwPpMysAlo
CcUPbSSlH4Qs3Ss1NFwPfR2eXyIjE4wUgBSoo6IGw1jrX4BMoLilaIOXRmyWIaNDgbdAFkwIL/ig
SuyNVQ/yLS2fh2nieF6DE2K+07HGgQ2Okbnl0Ny+HIvkrbt5bEAOMgr1Wnk9F9OwOYHNDiXdNs7R
wRdeYbENKgKGRhfaV3OjOdGVTvLadrxgIC/uyoII/hIjUmGey21VXElF8hBlVUilyUi8W8FGhPj1
TMmusQxm7m5aSCYQj6eFaQOQhee+Ui8rrT9rSutRj7PPhZWepChHAHMgS2gnJEvKIqd5M8gqqhps
OJUQt+kFPZ5SzqA8ocniMpieT6ZaTk/nyaJQCe3GL2WGEWy6IzUdrpJ2yDdqJvd+NxnTJUZYDILH
lsIYiWSPjPLWLtavSVOei7Ifs7Re7nrhwCeKHwSyiG7aiOeVfOcp9bpp1wTjJV1AzOF2NtMHfIUr
zqwWiCpz45/0nvdpJ+TFL71JBo9UhfC99vK0nFKvmJY4yPApDkxLuh65EkEzeR5Fo3qLwF0CfJ/4
yXXNtcJ7kxGb6PrrUJZWU1zKwL0EkeFO26PtBhnPGi5iYfldFx9r+rALU7SOKgW0dISIqis3mU8+
cmZ20kfFqm8TzLKstGBooXOeL7pGyoY2qdzUMNjrTdIsVxFjCTeicPPitj0KO/kRbL0EMV/6RGvl
yqgasFd2takng6ZkdKO0/ZdEzQ6VyAJ6w7IesvC5apLOi3NxjFYcaVo2TOeG1KXH+cxeLkICNwO+
o3HN3UfmNu665owE1FRB1Em0VTYvI0K2XXox26DA3AYGvQeFgawRPKsnxnbxRnvO3bxKJ281vQ56
Sf2JR827AvUFFE7PmhrbQKmetsLr9l9ZWQDnhC35pkoSAr+TJE0xjxYrek4qoicH6/OPU/8Xi469
B4spDq4ANCBYUvtwdLXXiq4OM8kv1jvFw9Hx6CG11WIHRdt2+dzbFkNsTpU807dDaJ+v6aS6ENBz
mAdeh6MRmm6cuWvOJI+kQOtTbkgGZi19wEgq9XNiCApRNJkGv0Xj4KhUs+e6am61ikynX6hrEm2H
sbkDhRsavhAVWRDHvhqLLBg62BE6qeOabkoLmUNOEt7K7E7U09IAnNLsxqADyNooWl5yuqGpHG9R
7Wu7ZYtInE9p2kiHysjTBt9xXi38TQqp2ylR2uvSUVGkaceVcRBxJi8hx/jXk5GaKxo5GMZZloJp
imF+O20DPGysCKwIPiEJwangOLO0JnYgoPnSvTmmoKCVnSbqWzSEuoDkOTyOsOK4e3l8v9TJvS5z
/rdPqnxDy/z36Jrbp3LlN7b7b7V+mn9SPP938DMpSF6t83fY6Kt//Ff5G8dA2/3j/w3rn59+O38a
ntq3/Tfe4nv/DfLlil9n9kMhuNqpve71Yv2orEqlq6UD6q1/9HqtA4Af8KKBWdNOkm3aCN+bvYAD
4ErYCNYoa+dM/iVwgPquH8HV0W5YVWqZtwOceRsXkkrMABoj2UexPTkzSz39oBWaPLOzIvUyQZEI
09kyPjZKoUSBZpQDyN82RNAYy7ICBIHUTeQSo/JY9rHYyMzFPwogq6W7qqOeqzjiscTVpSa8Gbl0
glLxnR0N0wMCzSbESgxmPdjNzRNOCt+gK/+yQfaOcIGmAuPnVXlfhzKr7rsxOSYEwGKcFj9C3e4e
gR7leVJM6TSBegZOV4JD4zqFciTho3Pl0NRSVuStuF3q4UhHNL37etb90p66qJ6Kq655euqgLu/v
h9fb4f8wxxmhpR/toaMsvv/t8Om++cLuWX9ofzt79MvifhXq+EqiXpnSL+/ydRtZ2gEONsw+IPgx
JkXX7/susthfNigZ2aZp6KA5QV7zrYmNBtYBowwN/N231jev+raLJEM7WJ2RIAtiZLFO+H9t8Pom
h1kvrQP/WTnynK4gdtZd9rqtqEdjOKDGciQZPb6PeWIGZhl+rjn5fKcHltwb881Y9jevbtufdJ1f
uuN/HLFcl0EQ3WboijrkQQbSb68LdMWuSidMjoe0bS4ruXUQ/RrD8hOqBPl9VsQSiB5U/Smruu6o
QzZ48JgioTM4mGkQF+VQBnqlnCS9aUQeMHgFrdYiUzYNsP9bTJ+i2IdyVj1pfa8jK4dbxtlMv+E5
hoBzPS9x/Swl/VbPqF28UMFiJ0Fj6MwE//gIU++m0RXUrjDfoae7CFW6BUyJ9CmKRgUAWzczNSaz
A8JRK14GZTQ3lkL5gs5/8vVO/c/tvP+NJ5HCWv7Xc8ar+wLezuk//v+jeANNYw/8cfoAV7BWcgga
ESsvZu3Ofp80Kgcys0I4uABCaVWsa+v79Ec/oFULhlJe3QYBBXFmfT992IhsFzYjEEVMobnWL+AV
3lNf2c0EdlQLOOwAyO1lpc1sdGGF6JQvZm1jzolwghaj843MieOQlT8im1pfQRroTjMF7THgBG22
TefyhAF2gVKloSP61FnzrlhqGwG1XF/ukXuLT7txLE4XU06AhZd1jTBYGPcX6tScarmjX6aS6twX
oRCX0QywWxJC8SIQ9/VZO8e5W9s0StwWGfsFoZBZ3uRA4YqgM+rhI/5TdKzlnjZFFuaHU/dNcOOX
1uq/l1b931XBUFZQ6w/Wdt+IgoTxzXGwvuRbVkX0Xkc4FFbM217C9z/XtQGhDG4lUx4sOVnbq/3M
t3VtHgCvAgPJgIl5BHNN0rTv6xr+OFQfZ4XowDJE5ORXlrW1Zk1/xGUwOPCPIbHDl8JNjqHHWo29
Og8iVW3MBBwv0sJCoamsLla3wR8e6YEsM9E1tjFbuTDxpi89cPLjp5za+8SIEGh22zRJwkM9UaKP
MbD02G1FWyy037KUtuSk5Js8hy7u4ahZF0FidPjHDXFuuPGYSZuiqRXh5caI3oG01BBfMqvXtrbV
CjCNVg6aPxzxuprhw97rUw9G0nBmorC2WHGPJiVtEh9RZewjtDktOS6SMEYmW/TVhTPbcunNVVTq
QVJOzbZAjqtxS4HDsgs/tKv9zoReB1cltyww8w3Uo2GYOn8sl1jZ9KaZwjFtrV5yB3nOaq9DHDDd
MR2CY4NW5JwHtt1mjquViYMYnmYuCKuCMX0cbTv+yJBjXDZy06FQqcSTs9Mx5H7W+z66CY2xvWm0
FfLp2JH2qYHZ8AEFbtgQddfnQa8hr+chAT/EgZSGxUVS2M2MqNuAlKTdMXzw1EmE9lEVWdN94yQJ
WqS6eSdEwQE2JPFkepJjInaJlYHo/cpRhxK5xUXzlFlqzpxlVDnQo/DDqE7WpzLqs5Q+W5pd500e
50yMRH9dyG3Y+Box8byOo0aCfWLDds7kATaPWjeUiEO+rSpZEYdFbkabCJV5eBMQ8I6bIRM5XI9C
wp4nBTwZIEVs1mc6R+viCa1RKT+dCPjqpGvNFY4eNbrPwNbvw8RW21M16bC7irKIN4xGR38GBD9g
0zUVtkabmRCNYDCqeDSnpXr2aYRX8CqWRp8Y8kTFTlPC8nDgYcKZATJQugldQ8VtCmtV9dMq8SRH
pbjNkgi37XkW9BcQTZc6sFZx52ARgJsvA8eiNN22HVDuXzRdqrGfKswQ7SyDznXYKH3oF60MvWvp
FuO/2TuT5baxf7+/SpbJAl2Yh+UlAJGiKGu0bGuDktttzPOMt0k2eZD7Yvkcuf1vCralmKlUpXLv
wtVuyQTAgzP8hu9gXURN2dvIOypJ9FRQP4334Cemr7mtT9I5cDXkKxM4yPkNJcFKOhvMzLmZ66ab
NiDtFK/XpebjlOEUuIfzJifnZtAEd93QlwGtvUme1Pe2Hhr1Z8ImM7mY1WW4Q2l2sD9gRYcisBWb
gnptSNWEeq8U3PV5GgJvliAbbWQ9Q3IgzsAd30rmklsJuVBh1y4eM8u4izAdeDdQVh5pAChhR4sq
w0a+UNDmPozqOF4qUKl6b5TlKKUd21HYVXsktn2HEmB3HchSZXpYJBAaJXI7SIurm5MFQLqMdGSi
2yQpzroaic1tMWO+vR9CQyt3slSaHfXvQqeEoRhh6A5pOBzaMgNPHMD6QIA7KpMEtaiqQoASCG3L
A5ryjVJG9V3iyGnk16ludISyU3tvUj+mjZJ3zpdiJEvyEieVnrKxSK/gNSXdpsx5Fwxmoj3pVjI8
jlUUUfufQsQ21QGE7BRE0321oN3tIg+YJ5Q0rUXaVCF+JF6EWDF/V+vqE3oWS+2qdmt+CsqJLmRt
GPNTpmbBR/Dc4V+1opdfM/gN1JKpduiuClEDmfquRFwLTWCNWq4DJc7Iqqa5sLUg/UKzumD0koUW
gJr0PTPJzGmA6rGCoixSD6aLkIz92SgyTXG10LJnt2izLDkPba2/gSIJzcxBKVl2NSOuAT/FgI03
ZdeoNpZ3VXVfTUsWYIuhXaTdqCzeMFjpAhcIwu62XeJM94E0AGaZIwuD6gWPAL9G4/wdFaiq+Yw6
KcnxHEZwW53QRh8+ArCZY5SQWvsx7WERR1E5SD6bG2VCWluUw5rmcdRG/q2tNzWmvzKWMqjUj5ep
aeY6uXkIOL03wnpT2EEUuuhlVo+p3Q6PfVlMqIUsDQJIWT3Hn2ma9bS7EoN+YDlmUU2HLx+wbS9U
DcP3pJ7rrY13bAqLLKk/qG1Z/oW+5fKlmCX5SsMzlz0naczZmzNVZ+ZPrZTgxYBFJbqlcQs9a7Ym
0fqoQoL9uFW+GiMa326fj4bhBbyum86ZjccYRw8focU9TQcEOeoUN3v8J+ezcZ7MYdPiqn0P5xFu
bd+a+p3KBYedTJm923SIgn6Oe1ONXOSXnc8xIrTFJtAjFanVeFnmjQRmDg1xE3lnTOxr+1wdAkVH
2cNMH4bOMnr6D+jEexXH+CVt6DDzxibv71QJxZlNkOghCY4W5B/NgO933sJW3qXK3EVbKRpiw22l
sQg3HbqzBq2dIbqX5kH+gJ8CqyMvCAMQ6TYj+0YHHUp/fa5uwyKXDT8wlEjfhINpcMaVeCm7iwMN
YPMcN/1nMHlUKID//loweU8s+eXpy18UG+7Lz0/hS6yc+Oz3Wp38h06NDmVRkRlRECON/ydbIjKk
LUK5QFgECxe079kSomwUmRA+o5IH7FpwfL5HlegeYHRHbi6MCg0VoOdvhJXc4jiopD9jUc8SF6Ka
KFykXwaVAM/DqQ7RVI3Gsd8OA32gcSK4Ohqbn9QUbFLC49tgjUpeLzRkINKJJHCdk42xIplTCuct
SIL7WINc4mftYDQbe2yiT2mkS2IhSbXpyXMyKf4ykA5tlG6armajiOczpA/p15iVPLS+KSiAZ3Pc
J9FGM7vYbSNZnQ6VpvdXORiWzKfeP33WUaMHVkpnfxtOefcAKB2gNa1x2fCGWp3ZaDKl/bTQsrlG
bz4ML1pzCVieaBndYFgAhKrP+qZzSWdnBMEUKYfTKlMXPw+Qve/PE5qX1wnZI/2XoZreDTbbu89W
40hoCBA0uHWgF4e8gMKD7HDRQ1NfgggGq87Xc2XMlr6O1liHrgogg7ZsFD/EeLIl0LnN/qEG6jq6
SDnFDcyhYj70OA9puMo1+rmapEin0BtaNvirDAsoR6MeNzks33QjfB0Mt0yjYQJ3U86CVNsjIwxY
+566ySJ5JfjMdxFeEICPRgM+tS6NKe49WXCmFQVuRcGkB7ardxmQrriGQOvqUqq+Q7BB/ZxykqVu
bk72l9enyWoyip4dpxjdHcoDqgyy9OVkxGmoU61ZxLBL6+zaCRcGB7+7s9fvoqwTqefbAD+lZUXR
jwzt5W3mIrA7p28559piPE9j67YdFNUrO73ljMfrMMaE9kJJSnZx+tCHKUD9+/VnELW741xOPAKS
QAY1dw0pDFFdeZHLJRVyBHkluZYRtZfZ1Gi7uI1VelFR5fcxqjSv30+M3Pp+bDLclaXIprK6X6dr
U6pjoOpWOVwmfTE6L+vw0CkKS9m+fqs1+la8RVqv3Oe5gErG+vK71VUUxK2dwHfvilja1mrcfuT4
QnB/jiQiT8TEjQXoWMIZZRrtdQmP4a+xzOP0TIO0d4COGtnuRB3xqh547m0AP8yhdTrEbjd2FNDh
U9QxxhbOYrszEln+BCn4AjJHehMh9Y/sa9l888r+rSPvP0KVnXd29Lp/6FR9K6w/ILf/V9H+F7rK
3b//D0FtetmqEtf4fvzpfyAdKip+7PuW8iy99/34g8AEE8Cml6sY2HYJ6b3vx5/9h4UwLLJZAHhh
P4kqzffjD/YrtRgOVPpbUJJo/f/G8bdah1T5aeeQcyOXTe2H7tfLuToT+VZTazpeq2MToaPGR7Bu
Esdt++x3nWLFvWiUoyQIUZLDe7XtyC0eCkObQA0vjB6cVZj4Jggb34nah6N38pPj9lmk92i5P38t
9DZFkVZHUclcHbfovThOEPO1MLRzkfC/GOyHIp9GD+m+9CxvUIaZhuHcTAOJyk31kYiaLrJ8DWqv
fMy1r0N4Cx+XhE4CEQnTE9cW6icaBaJB13I/ekvgSHz19fMSJAmtB9qZP0gIoOFAcWlUHK+f6Wwv
bU1yNCIlYo2LQGsEsyfZ5DOvj5IuRuHFXaEvMMOEWLpFnfiZ4nxUUMuo9Gb9nDtelXBc2nV5E9bD
10x1shtUnC7HIBLk1bG8jGKwc5Om+PpsOpcD5WFUSgDSVYkXx/ZNBJUU2znN1Vps48L6shoeJikd
z2JFmUH5Yj83LyRsRo7oBKiBx9kwQepU5d3YmDfT0E5+pwO9mwEiuz2VPORocEM1UKgLctBA+AHN
btOgwZeHld+WVfahFYfkNMSH14fkJ81NWKZ4XzNFBdlwLR8PHS0c47RzvMjuJ6+xckNU7L4gARWT
+uuW17fhx7xDQkdpg4McOPsMueBNVYXmG8fID+ajtsmjsE44H3kkQoLV0ixTSwe/7aDgGkPnHall
zNUk8HToWOB4g6d7Jjt+rHppROqltF3nzjpSDEb9YcRg8Q33yh92ipeP81ydPZosjo7PVTpgJeEI
0nGo1aE3aCArtP6hGZe3SLurSIidAtllyFKId8qUm9dhOQ5V5P+DY3s1YJeNM3aDj+PU8MYK+AlM
Ch08GHzo+As2/1rwONerOcOZwPGkDK1EiqqPGjA814r7y1wiow+TxZsncugq0tBCVoz9bKFkQcxp
4Rjd4iYCH9tqt+aU31aasPzIhh0xxRf8QoD7OZd9pgSXyyiHrqT1Z0GhDj6+41tJl0yMDVtp4wzg
9uLBrSPnfWMoV0Sk+gWAptpbgNZs6jACFRnTbURTBRWkvAN669lo/Z7jj5FjjVU2Xi5Z28KOcl+f
2ganweBJkpMvaTF+CnGPONjgEiUnXNBFlIniHbaUNH4/xMI2wKTcaJZgpbhP5KcFKHBnKN5URVyl
P8+vE/AVFEkF4RKG++VcjqasHs00w7cjwwsFJacyCZGPKYxy1xnSPU4r5YUiRybtqginsNCDGDR5
mWGLlmr2LXv/JYJBxHqrbQ9VbotQkAiYwvDqzLOcCm2YILA9C+WvDYhWE0efEizcn5THK+CF4NU7
2X19Z/npTW0Eaam4iCxwdVN5GRGARakJvezroescxF4H6pdNfbnEjbWxofYz2z69ftOfbmcmahcs
IEjUYNRejnsx0sEc8EPxWqOnyMIOjlJ3ukU8bUMJzHGltn+0SiqHQ2k9znIaX+SDsQOEFb3x9Z9F
AteDTimTSAj6JSzN1W4WdMZSVn0IPagZdXfOcRMMZNDqEQJg1DChNyyOZrl1ODX7oEkmSuad7auW
9K4iKtnbJgFzX24mILG71wfpmZ60fjTmpZBLJDVATPHlIKXoA6AiwV7j5J80q86usvndnNI8H80z
2mQKi0f4XOraObqDiwkSGPMZdgsj7v0kJ5NIQ84oBVsg1Bzo3FTOpzbXDBS5ohys4m2sNtgqtomz
RUibq6mm7FqF6Wo2xfshuazt0fahT32a4tnDaxnl3fTJlAdnI83MDmDB6ZjsoJQESJGFhYs7fbLp
JNpQoxk9kU7Km2iZz9pSWQ5WeFVbBYDHHG0H3BsvJLmmHp4jHZ8x0CHND4/E3PJAqqNVVWd0XfU3
NBR/dlLQ7aMQbIH1AVf1cjzp91ZFH1i2NybO4Gm9RBMY8eUufg8vpfm2hf9WXvL/e19XFQKRv+7r
vsxJ/uv7u3/7b8ct3udP/5ONIPmKD4+sk1g8A3T+VYwzkBOlewvghk2RugCv7Z9sBLwcsAYaVgIW
JCSFv2cjFixpwD6UzkTAZBBp/0Y28sOpL3YqygEUX9glKSG/nDnEuOoYImEIj284U+N5O9vBG0e+
mHwvFvvqFqtCAJul4kDhCbwpwoaoQvKxApg9OHdHb+D62wWPaaQ/rIHn21C5lBkT9AFW231HnSjs
ZDnwgmw8K/X8UJYYyRnOA7vY+eu3eqakrr8SlVIETiix6uCvXo6aY6CNKi9z4NEWvoiUDg6VaA/I
Xh3Avyroa2nDRTmHWz1K93E+v+tmfTeH2k6MrjPOWxnx/9ef6YfTjq8P8FEWiEo2IEd7+UhKoitZ
uUzouAGWqrRsF42hD1njIhQvtrHfh9n0rUDxv3+qr2652sV1NZyRHoV3l8vhB3optxV10anA+7tP
YE+FG2Ny3sgWfjZdj7+lmGtHIXFnQ7xqar5lhbpSgvodTcQ3DqefcWspgFMnQHmX1vx6IiXWPJTI
jfNyg/J6kYvHwtZ3EveiMH5Jb+pyMPuLtqMv05XXsq6/df8fckSGFesTChQy5xLWOy+/Y6MbvQoW
GxO14bHSm6uly725zXZp4RzsIN4j2Lan13U7Otmuzu33Udu9cZyoYrKs5zfdUqC+VEqEEszLR3CC
GfDBkMOozMMzc0k+qU1+qCAT4FrwHiKIV8bhRu5HXwu1va7AXrPxxrQhufcKvC/YWCEtU6qZ50yF
Q+b0FylsrkFOd0M1Yg9ZXr8++cV6+/F5eWciwGRZrtZ+3VSFiR04r2w2L7uWk1eC5a1STB2dOxwO
LyiPXAJb+Pz6bX+2s5HEaCaxikbNQ1R9j2ZjTgd4CsaC2ViMnzHzvK7KwW/M6Pb12zyHQ+uvZ8vI
6iDBBt92LeGrhbYSNB1lnBRdmrS6LnRM3HL4FVVX4rqG8uGARXYYnsmpdBBbDNo5Pnj7A2TVw1hk
N1WxbJfF2Ejx4k1WeGOmo58jM9NJSONrcEblGcZVApOuzHZOVV/Ru/fQf/VG5p48aXtZGXDvvMdF
/I2cG5WQn7w7EhQKa0KIAf3fl4O4RLadSp3leIXi3EdWfq1OwwXtoUuzDbwsMD1aSSlACPy04+58
MiualOkTRQEffOo+0fSNVMafpgnNWz1AArVzx+mqFh17SXereTjTA8OF0IYaJnqJVoNzMN7cGeXv
aDR3y5Lczg3zssEmMZWgzPduq8xbZBt2E6njhL5Q2IbbAmASbCVfjKQMJSpQ2VlbFkQ7frba0Z9q
Y9cwoiE/j5zxnVHXV0H+WFsTPY/2HP/Uw6xKZ/0U3c4jbFFyQg+7DJBKAw4+YX5wrMEPWoOucfIJ
ngdi9TiM5uU1q/zQz6FrwdUOcSrvzOxTPXcXuWV/GTXprG2nbR0jrxwl+2VS9xBWNwHysdTKd8Xc
nxly8wRKfB8nxfUQh7krRc0VRbFLO5y3gxltjTG/KEEjWmFwh1nlk1QRc1fN9E4dWba6/ZAr8S28
r6u4zgyvWtL7Ya5KEDPZdeLoO/RIfSmM/D7srmxbOu/T+IsN14nDaFuGsZ9VAzJw6oc44Y2a9kMi
zgVDp6Xu+J3lmj0lv62hXaaNTbco8MVGUppfI8ZW7LtirKu5okXk6/UjlVW4LwU/0owvU6hjAh3k
NLimnWVWtzg2H5og8/LFugNidZHF0llTSAdxrZL6ari0V04a7a0o8NsuO+DDus9HYbdpzFtE7O7x
+fKHMNoLpxLBkc2l5X2gGZcmMJJJWs61eLjswh5NN3iDzrQtMKzFJ3VXS86N2HWkWN6GinZpZ9EW
li4yrcYOz++N3mPGW1Co0yqncKl4fZ5xvEzsQfzZIHfNsdnS28ucO8Mw37c4Pk0dfqUDgnybUckP
SS1vq97Y4GGGTHp73iJbLAc6dqjRXurGsyJN9iCf/RFtZA2wm9LOXhV059mAh+eIlnDHwMLuisP+
NqDXZ9fNFZAhv9RnT5szL6xzrxj5TMgktMYOLznlz7bI6ejLyM+rzXnf6nvxqqOM/wcpkdrSgzR0
56M++lAyd3KIV30dbtsSK89wOhsiywbIwjwe+vNuDG8JjvfpvHhIKD7PAYCpexqgX2ewKbUKJz5a
PEsN78wo8vWM04WD1VTvbaWH0Z/sDajQIcPaiFcj8qgm/tTCUtNzOpDME1DrO0MJ3ufq9MYO9bNN
3gEjTBsLhRmQ8av9qQGUY3eq42l2c2UhCxkWiAgZ6hvHvioOi/UmTzoMw4MI1gZ5+fI+SaBnVY2K
EbzY9GvEKm7MEGZdeZ0Zs9cq+j6e811fgOedS+A3UnGdFuFHcabKRvAhQq4QPmZ+i+rxB2wWD2i4
u8k0e68fRT+WSAlOoASDw0aME3evVZiJiGNU5IFN+U7BArlS5GwzO8ufo6HvElXbT/xXcpQ93ODP
C0Lc8IS3VlJQvSzfqlf+WGkRj+JYopPDqYGq/ssBU41szLSMjsM8RrdxZ9/rxfK5T+dtR5XOtMh/
te6iGOun2Orc2mKzQGbh9eH46dw4eoTVaExDLuUtdWQPmN07qwY+GpVYjLTW/ev3+dnkgFqlQ8yA
h8gcWU3CIatjSe000V3JPlWyfgmxFW62sesW53mNFEPgW9ZMsRzEmRZ9nJsr3ZHONHYhJ2jOJXk4
axznUDbxPu9ZtlH/RrH6Z2Ez5zfdFPoaDn9ZjYUZzk2G/jwNlRIBy3nwI8yKW0nykxSnuWw4E5IA
vYTne0gRCoPszetj9JP8jzInfmycHjTyn+XAjoIxKbG0qJ5kx8uVx6mNfDtQ/4yJg7LirfTvJ6kW
fUBkYAwF9xB7XVoFUYrmelY7uLud573mm4nqJdQZK3XeapXOjvyNw/jLREt9dhBabQ6Cr0Dnkrwf
uZ/V4GYm2n9dzC2RJvFTDo7eoH3UhGci0G0UNdpYNWxufimyTqGJ0EN3gc+W7sSMQAbe1WtK6dro
z/qAAZG6M+ZsZ5rZAS+ifbs0520XfqT0BRde3vb54Nfj4Cdm7k18Jp8G3yIKasLw0jbzQx5LD5TP
7iZQlkndXilzAijZOcQph19k7LtmcFG3xfgn3rc54iZNcpMnQEgpddZmQt2zeIR//iBn9aHhocXn
uwlrByriXaXtOk4beHcb6nX+qHPGTdFHEY313A+a9YVRR36VdedDEV5OSeIqfXelz4E/EAXOSBAq
iDfYpNlilSCZy3nYXMnsmE6m70SwBPDI7dPwIzhjipxCqSLZY2n1dbDTnUaurPfTbe0s171AGqbJ
cGZWhIhxe64QB4tIy+Kw7YaB0y3bBZHkR7J0a6fh1lDCLacdOq7Tn7raXSzh9E7s33Oj7wP1Ma6D
26XKfCLei9ZJOaPRIRahSDDYBy0Jz7Pp0oyKR6UPtwHKPnUZPMgtIbhpHyhDuPNgIJjC75bObStm
gRPfhESfNVGvVcJG7pzDbOGs2ET7EYMPMYZDV1/JeXjr0ANQVGcrPhcvBIacqGAPdwgiX0oOf0bp
bqzjrxPjVyb9RW7fN8NMpme4utOfdTIUbw58NaUZE6Q3aZl5kBZuF8vxm474KQNvKM9bEcjoifNg
65RDzUC7bKUJQLj1PiAfCZzuyirmd0M8XOgpB37CO2WuhXjKyml+MExI6fnVYiW3SUPQ3T6CInPr
Mb8WNSNwoFvVGLdKpe3HfDivZgj2nEKdjgZonN4sc+yG5XhRkJyWRnpTkLAmDioYUsOw8eEI67P9
UkV3ohYi5og5oWDBNjWMbE/MQXHEorJ0PlvoI7TLVpdz5uvoO3p3brK7dgHz09Y3arNsm8hwxbtp
pB4TDiC4kXRnlQyQRNoZZztjSndKQyQ33rOk37++2f14+An8gGhUokRFt+6H3qAiJz3fnd5gKN2J
fEDV+4uFqFJMgyLRd3Ea3lnWso31edsGhIGa80Za+sOGyyNQtEStHpNPYaP08vwt5VpuZG2i04Gk
2lB08Lx1gGzZboai8PrXJdNdR0eiGGNaGiwZIA1sgy9vhtSRVBRoyXu6kewllIno5XXNJm6jW0te
PG0hjMdT4gZJVh+c3TaplYc6mh7rOrqt5hrhWE3dB5V0GKLxjERmI03jZ1OPXRswtauXpJzsDaDa
IyR9iNQlQa9N4/2wZP2ms0WYIwaXJI2e0raPjR3Q2fOJNrGtjtvR7F1R7FowQkDbftqaFWpBI1ZN
OCLugqC/QKZlX1raJYJWe0OjfmTFt+Qfty1LJ2/Gd47JjJpH8MIg7fF1Ifif9UuYGIUXg95DSnBx
+yj8AE8g2pjm8q5QZrS7RAaasUdpKmSBqWAXXPKD3piXYxd9LLT4RkrL667Ji409BX5jkFRU7JfY
RbPHMlfpicxqcNsowZ2MXksxSj778PO372Yy6kK6kzhs8RSJbns1BE8lZztd7z5LTfQXoGaUkGxt
ZxbVtW325wPLV6IUAdj+Nk1SGkhDcFeahqtovIGwlg4QDz50GhkhmWMxFBWCNYPPTgAhIt8iNbIP
cBrpDJI6g+MqIllTC3LgcjgDJzG5bRje1p0MUehMSznrOvsAAe4u5Z6UzG6UoDuTl+xQy9oeieNL
m3w6kxxfrIsW8R2t0BE8hxXCXJhJ9jWTJUqe0RvDWVdF+woj77QJb8U2i0rae2VE9qiDN9PQZNIr
yXu+uJPs6BCl2NfGroVYt1Fnu07lUFyEDhq/6EG5wby7UytDHMEIkWnOF8uEYNfbxrkS0YPuolrb
gUWwN0ic0az5Cs6y2rQVL1cP0ISUUtTJpneaPXtGBzZbLp7S1L6Lmx4XI4EVSXdWVx5E4p2wKS8k
UpXcfY6azAabLTWbVFrmPa32G5SaHlD8vm1V+7Zmc/adPmfDsvPrsA3eixQ7SjDUnFBFkZr+TGFH
Uyd65/BqqyD0zYyTsjTcfhx9uyK3LiUfc+RzmTwZXbhHE6qjiLczxYkRZ24XNL6Ci1LR9pT8wcEj
RNcSndTL9C61EB4uLYuWfQ3xBJn3T04xIIaHNU5Pi+RCnPRNEb4RO/9k50BYk5iZXivR07pW31He
yudWtjzbGYmOGEwOXlMsQXCyKdWJ17eqH28nNCyJ+ZHHxupzjSGRYxMRe/S6wDf0FyI+icia7QL+
EjO9msY3bveTgwBZBpBp0AEF5PsZb3EU9s6g3YCbjZZXsulnJNhNjF50usiIynQuAvaP8hzdjXZ6
iKMcxGfvTs7f3qb/FzqC/ydKHOJx/l8T2RCB+K/bhG7fPP37/3x6CdQXH/neG7T/EBrWdN2APQmc
Pinsd6Si8wfMS34sTry/4Yjfe4PqH+B4mcriNKQeZHLwfu8N4oNOzwLGM8qcVEic3+sNiqziOOsA
xUcHEh1mMBRAbNc6/jOOT8gFggxWVFX6gppE9C5tIKZcDFUjI+aiml6JQdpZVemmWyzyp8VWkwvA
ZRYgpaUOlk1o1t5slwqgqXbQbmIQ+e6iVJhJ6LgIRa5etc1dqAzNGe7BDsJjSWntlMih3YFbEahA
fLXOF5Jbwy/tkhgrj/0hgQ1+2UXxRYrkGeTAePlk6zXauYYztpYvtwSWdsT+WiqAyQC0s9uMQ4+n
YEKSGhFFkzhNXdC/oU20Doh4WSIiYzCEcSNj9jJGwYIdS6yuUD2pz/Z0BEcXUNiDHFfYbg1j9Z82
B3/9IBttMbd/vb7unj4/vei7i3/+fW1pf6igA2nMADb7G+r7fW3xK4H+pUn8bH1w3HenuW5A4QfB
Cjr4G0Dz+9riVwrQNQHqAbv5m4LRz/D347Vlm4BfWFpA1iml4WT1crLgYWxaS2Cr3tJB3ZhTa6fV
hbOx+/GruixILd3T6WgBs4x/tqFyjtc8ro1LhRxXbnvl0hyyYlAvAZtSAtD0S6P79DySv7Wn/4dA
nwvr19emWIEyud+jk/Tf6z5ebeV89Pt0Q6MFFRN0n9maiTaERMQ/002GgISAJQidZ0D6PzAPC/Mk
Q5zfz1MLMfJ/tnKkk5iKMscCk5Us77dA5z/TRxJIEsrKCDgxucVWfxQmULCZ06RQFK+qA8udLVQ2
p6dwCrtd4SDX2BrgiikPNfEHQEsiajbvVEOYv4HGTuhekYTrHxFPTM6CxUK6MMy3TdZeK6O86fpS
8myrvMP0Rt5qyXiDYZrbJcns/ueUbObbH3Y9Q9CHXpmSQq5r84Riflbmf/XHG+DzJ/+ZkXQrhMgJ
xXGEToSi0PcZqSKnAlAMt6/nuSqWwPfgAjF9sDOQHL7xI8Te+M8G+DwPhZwKIkEEJ78DPPqxqS1C
HjBPdO0h7wCLfzkj26aPLakfVW+WI90bkrnbTJ0U87f37IRbOVS3dWf9hW7DvRnn2Yb6p+Q3yM5Z
fee4nRrfBwe7sZ0zfXZQ81Qtr3C0c0Ei3yR999DJVQiVtrx0SPYtCUVCvOgKdxiC3ksWALmNIg1b
a7IgGCdT4894MF3IS7qHoPDl9+ft/++AOU5ZHBTemrXffImiF7vo35/8Pms1xE3Qg7JQOyO8JZj6
Z9YidSVA+RD16JE9z79/zVrEUkCrCIoqYN9vvJ7vs5ZfyWzKCKY8R9i/5cv9E0ytIcRVEKzTWAKK
0LM73ka7sowSrIQ18J0hDEx40tgM1w9GvNHL6qFDpHYTlMV9j8siFI9Qd9MsztyKlJuMOvnQxf2I
/kH0VlvuJ+UxSnFwC4EZAneGwPvyucaMzkeB2rVXpfiFd+1Q7IxGvoBR9BlsqOQj8fMIEU7ZRNly
XUE+TQur3+hZ+TAv8nxu0f7PDNwEKvu9ojTyZgSmQ1nvEgx7BsIVax+Im8aG2ON6WVCdsEYLOd90
qCGJaMmZFyLr4jr2An8GfWUXNdqtihCxaWMahBLo7MM8uKC6kXm/v7T+I0Qpotv26xPh3wQ3DsOv
F8Gw+MjfiwqZIZhOmHqgj0heSATwr0WFIh0iQsK5i9MAn0aRgv59FEiq8gdxh04IQgIqslA+9veq
kgywqyIMxnqL6pUMiPN3DgPC9KNEkxuxoERCuzoD9BoJkzJAMT/M+g8UdT8H/cPRQFx/C6iPUaG/
uPK6DJMZaIoDu8h8Vs0miVFWBl9y2qUZleM9IF7mTq8nLfVnx7qWNek6w1zsxGuL6tJRmFb1mGsF
KULyMsZml6WhTm4wZ+a3VfPLfuKvBmW1S+DlYLUZ7hK+MiBNRk8k/hsb/ttXJmo4fu4ykcEa2Ki+
LHik7ZcC+egsnd+C+P7qucXPj0ZFDZplLKwyg5HTWG6sQxEy8Zw87XWuImMLTZMRSZqURlRq7kLE
6kY5tf3TLs7qOn7yxW5jvbbkzNfaehOEywGa6+60S68SSKOYJruTu8zH98Fpn7L4xJWzWpO8tqoi
1UE1OGzVd61R9H9qSSxP34L5350pwhjseEQCe7BslKcyH97ledfM96lhnXjp1cK06hHKU4bOfAKT
8IIepnIZ2NIboOdfzME1DMjoLL1H5w+1SfXPmtDSDN8CMPzqyutViUvfZCHXjS1IgdqEnaG8QLx7
0iwR7m3Hwx0Pbdrq0Aj9GFRnoA7hzqgm+eyki+urqWJaap1EMZ7TbS8gjb3+RQuGEx98teYh0ZZV
q9Arx9Ik+3Np8vC8TVTn/KQnN1aLXs/0dEICmBjm41K5qASddtnVcg+gcsxYHmT+iMg/4WGdIHyg
nLaXrCtGhQZ10CqYgTCKQGIgsZcP06lPvnqVQ6p0VR03aIlbIaYiaMi5o93Xpw33ugeDFGuwhPQg
fNvJ2KzQBIfi0pw26GvPsiXPlzFsl8zHsDinP4y5y2whE3vSKxVai8cLyFT7Pl9Krl4lh7a/L6s3
isa/WPX6atWjhVski4RuTKwOl3mAq2BTVG/g+H917dWiN7UFV6AFMr0Ngw7fzvwpKg3tDVDSry6+
Wpi1aQM5HrUEcJCZPjam3D4Lvhcn7imrlbnkclzH2GoBho7PlrGEN6NIb2E6f/Xsq/WZlXOvhDID
o2ZZ6QVGAarHBIV82lRZnciJolP9T2BNoPAAfnV01eHLSVd+hocdBUBFtyQSPlsxLVjZQ07lMVJA
U5127dWpqQSGVS9ajZk3QgmbuGl3GJJV3mkXX62ebrC6uWl48BRQFAzNZJMl6c1p116toAHnnlw1
ePCEyyKR977N8+vTLr1aQMUEENguuHSDKO95p1l7uZms02b4c2Hs6GWm2RzpTcvF8SgDCu81+olP
vVo6U6u3Tc6Z48/Z6CLG18CZpxp22pCslk6L5ussmxHTpIZXgfqV7iNR9f60i69WThZIVZH2Oeok
SaZn20BBTe+TVaLHcVr0ti42WgCzYJhniR+BnLOlD1GjnfY219JDMzXMCbP3xC+led+FlbLJ2+X+
pGFRV0uzMqKkHyy8bJJ8/CxJ/SEwqvq0zWqtSIXnT49ZhwbhQZvM20Se3utGqP4WXe9fef1zN+Jo
igdFHcea08d+qESXhdSR98hje9rJKSrUxyeyo3aSrMc5CNDxryY8t4vTEipVHBpHD91qUVYPIdcN
RtmVHcmb+vS06bfuvhRdRkqpAF4dCx/jKbR9Twx+nmV5jh5aDXUFxzwII3JsTx5Cap9IaKPT1vya
mhVUKY/dgaiLO9xqbanFYipvTgtSniHvR09eSNSpkHblNcafHCTIokg+LWQTQobHL1KSgbiFmh4x
+yY8WCsw6aaklKfN7bWumZzIRjXaXD0IqwML6EbFvuu0AV9j2LtmDKVeYlFO4ROHMsVkEM8nXnt1
XGZ2rIx9LmZKppY+BNeHNnTs09bOc9386GWOQ5yrKvwc34IDlxhbtTwxDxQa/scvE6IN8T28Q9ZN
59KAHTe9iT3WSRvsmrOASpjeRTg4+rldy8j84OEUOtJ44jxcHZm0TaVkltTIV2eck+UxhLc2xcP2
tGdfnZnGMPTDZHN1KFrvsnT8q15QuDnt2qtsMEFfelAjtsJGAu2MSIGfLm1w2qBj/PPijeqhPWIB
akZIkakJwjpyhzdBHZ22PEXN+ni+qE3Y40nIo9soRS/VtVl9PGlM1lpqTW4vXRhakf+/uDuzHUl1
rk1fERIzRmr1ARFBZORYWXPVCaoRYwPGeMLcU19F31i/Ud1bfyV777/0cdjSd7L1ZTlJ8Li81vMk
HejAzJX22TpCdra+GZ0Qd06MU5SrNH7FJU0D3du+bfIWuISE+NFxiZaZZKhDuOmRXbLvjWyG5uyb
0skSLQ+BAFYm+boYRLD2tb3Zy6JU2PfBdV3jbo6OFEBWEKCH/5tC9Z/GILdoWJTZJb0QqBEScIKD
vGeP4F7tnMPDzbikqs8HGqBAReh78DQGu2/bE27GZBELo+1qUIAg/P3U9w/rn1JXr9/rv1KS/tqt
ocro5ZAJZ7IupNR44r6K2krtWuCRh/qy2TF1RlGFCgjsTC45IBlJQ497egdSHF42XUoN+BYQVqdk
zVHC+5D47g/lbP/2LjbjsPdJ6JYUy42kjL1G6fY7CH74rrmJbDE9yzC3SILGJxR9+mYmD8jF2TV9
4NLu5QuBK6HQc4qFLPVvW3Ma6a5OR/5GFemhHpiv9chgLnzz0QrZaLJv64oylpfPrMu81SDyY7Mz
NebccC+vuIZ21wRyTZ96sQ7gep6rcLl2ahHMpzW+wiHARdrX/zZjMRmKxAs5ovF2nL4UZIruabYG
at+zb1WifZnPlpVo3siVVJYuZ2QWJPue/ZoW9PsCOQGSA+4k9q8Zn+WHtREmr5PCZMu+EUQ2YxNk
XQ72y4S9Q8+eebRAbeFvdr32bfaFsAUFzhTjZxiiG9r78dANIPbta3xzrBQyt8XsroNzOBepf/LL
/8vY/Q+XG7BGX75xz2BdQAIUZquRgOIC1QXKptiu+AP5hUH/befNB85UnmCW9TqefF20q4cJg5ll
b2fcDNM5HDxOafgFc5Cud7yHWlbG6et9L30zSs20guHoQsxb0dusUFW07LvrRrH6y5dumj52kLli
801Bmk8adYBKLtzXV7ZovUIK4FkXNN47cUO7hzXodu3qkW/38rF7Euur7QP7HqJe9SSIamQLFfuW
zW0VeeHXCPJvU5xsqe29CcPxXuK+57TrWxabpTNHwh0f9JrXkHO3x9mm48U7me1sfTM8OYwzWIp0
Xrd2Gs7lrFeIkIEw2ffsmyFaFJNeIt1hJmycPSRF6080Z8vOZ99sZjnURt6Vc17zUpmbuV2jesEx
f9+EvoU1hQ18IfMo85oYKFnKDOie3jO989k3I3TMms43TZvXlNuwyq7euoBGf+ru177xD1vPbQLQ
iIVuzAKW1wMT7BtwSusrppK1guqO1dHU5bt2/H+ryso5XfSE5O26aOboDqt3CDd92+wbV/lm0ApP
48V5gb+izMdnmcrkAvIq3zfZXNMsf1+wQ+wZ5bJOea3NYp6zQC43UIktr3b1/G3mYIc9X5GlY147
Q/IDignJxwEqsp3vfTNq52GlCzd9Xo8+ZjcBp8krK7V+3vfs21E7DKWONXqP4PEVkM2HBxdnwb6N
TL4ZtcEYJDIENRR90xBRTblcH0Kwc3c+/GZdhUMtDaARxbCNI1HLgETHgbT7ktT+VhZYRB511B06
jZP0WQbAT02WuH0nuy33rE8QOWQtvirv4JNPVLbcNGG+c8OxzRDKwmgoxxbzWZYu8m0mxvgnFV2x
bzRlm7Ha2baTC8DWKAAzgDmHhbgx2PXt6zPbLKEyVEkhrrPlQLyuFwdN3JyvfwKVX/v1P8yWW7bw
AC76QF2T1a0x9LwQeLksfPS7wpUg+b+cZ1Lk67E5xQqrGY9rlOvpk0qHnR0y24zVziEgb2iAZ8/k
ctQhqGMmz/YlrQFI8PLZcy6lYsWAPpPZ+AbbMQK3vef79thXNuzvM/CyylwRE2IwoX72iUJHB4l9
9Cdk97991c0KC+o6QTKSy+vZja9lkKW3ZkzzfUemqybj90c3nI9TjDLEOtTiO1dTeUk0E/sa36b1
tANAZ+FKstr0GaSMCTdnGsCqtGt23+b1JEZ2K8+XvPZjSD/LtE/OrJi6XVdyyH1++WJ4yuakH5K8
jjQJzkOTFreBT4BD3Pfwm80wjNXlxFKFpUkaf2hI4qu+WIZ9QzXdDNUm14Doj2VWxwxSv2H0+YGs
rNm3GYZS/EWfsc00sSTGUE2honvTINH0GE2kHHa+ms1YJYVJF5ugS8642r5jY7ccQgCG9u2G/0YF
60toVTlGk+zivAoH3tUBoX+CtF5f8D/MwFvQKGFxJ4YszmtDoQVclFR3PFvshQtJjvt6zmbELqhx
XpsJUxnwAv4jCGvzczmUcAb+983/y1+wTSXq0hT6d4O/YC7F+Ahc4nhAEAudXxZgEf33v+NfZrRf
uuzfYhJ0ygk6TZ7VybTkl5IG7Ucs4+7bvtY3I3e03Rjhf1mdE9PdTFFXnJWOdoaWk83Ahf8Ufneb
ZvW6EnZe5nSoSwu3675n3wzcuMWDY9nLatJ2BQ6BTXFGXkC/L768zSzqM25wwETXgdsuP6Uq7k5I
5o73jawt+i8D40oCtZTVPqfuNKLE6ZBwWe5sPX456aCQkeZQjeZ1oNrhRnRQZ8KSt+7bbG9dEPRa
x1J0fQEJMOZKZBSSG1Rl77sIA3/h5bNHunFdy7DrC/UwfV8mBZZJO/q3u/rMNsNIZ7yx8PFktU7i
+BQHrgRptiv27Vi3OUY2lJj4IEGsmbYggQKjN/+AGTvelwGIWs+X72YpcvjuPdpX3oMPRdaiODc2
DXbONdtUowVqnBEUm6xGOob+QCCovl97Yf+ww7k+5T/M99tcI2S62i6/9koF3lB76HEDdyhLUT4N
SZdAYA3ejcFVZbtvEGxTkCxuKFDIyos6wXXwL0HYo3AR23fU32Yh4dC2krFBgK7tpaxiltJDBPzR
aV833QzgfHH5Ek7YJHskJLzDqj4D8rimb/a1vtkkZ+gwHq4dfIjQ2TvcKup6nfW+9ECgIV52Utwe
zXxpM8hwkCETHcZZKHnAHJQ0++7RtilJES7d+xZTTy2HeH1vSJP+nEuyM4azTUniY+KsBWSmdnZZ
3tgxjZ5S1fZ/GAP/sppvk5KGWMS8CAhefRzpVyBpR4di6MW+FfGXauG3vQJsBgENRlXUpXaiuTQk
Em80OuqfUK3/9vSbFTdAddcUxkNZZ7MpqwYFcHXgsd/Z1S232UlMpoakkyiB4WbJ49AP4X2pePFx
X+vJy26Z8oyMlKLEnSgU1AWmKN+18+T2xeZ+kaV+e/MqRElkZJKyLlLJrjDFoWqnxe6bbH7hYn9r
fWzEakiQl+BFoAYYDLnhG20T8WPfm9kMWI+6gNKaGO89D/x7JITpoWJI3ny9q/ltihJUY7zsCl/W
ENBKfczWPueHsin9vgDaNkkpC0dUSBPR1B5XMmACwjUahnOybybeZioBL+h0PI5N3WcR4PBXQ4fI
2J8Ey/8yoMLNBhk80FKAFVWCwKeDygxhcDPp/k9wyX9rfTNcOwV0JqqVm2s4ur8DxTAB1Z7ofcN1
i6wcepSVtVBr1HTC3hgEreRRjybdmXMQbsZrR5tyINQ2tRRheIIFmn0ZxkF/3dcpNwvsnCjfmngM
6s4hnTC3LK4zi/vHfa1vFthiKQUc8SqoaTlE7/IEeNfJUfV9X+ub8bpOHNAyDQxjM/jlZOCzODsd
RLs+KwANL+fJYQxmpkqIpFt4sYEx9PxVkfDk255nR+HHy9b9IvhyvWSrQRuPH2gUyLc4oveHfa1v
9sdrSAedGx/UFoDLj0Av8tsGRNNdgSJQYF4+e1qwKeZmaupxXePaTeyxawZx3vfom7HaDC6SSrim
LrJgAsN5acA+Bb5/X+vXGeK3BaSxoIoG3EInYLPphJx/dnZX2du+1jdDFagi02ZrFtR67Nv1IsHe
f5M0+bRvDi62yU3toHFT2sLPERU8QcKHc1N0iE0X7hpQ0DG8fDsMds1Ipnj+IdT5ESHk5kOSdt3O
AbUZrjwD+FpRTDXGz/KOes8ukDr86VD1z3M8lorNs9s2LjzJMAt7019iFA+/57kb/nQivPbtv5/Z
cIx/2fw04aTmhQtqQk3WHhqzhGdUuZmaS8oBKQWycN03eLe5Tkhhg+kzXYLaq8JVok1iFBgJtbP1
zeDtRB72XbtiSk6uCp60TSsQuftd2z9AKF++pg65VGUwtFB2uMyltxBR5e8EAiNzvWuEbbOeaCm8
XkgozxpOqDpLMnfDJrVzdtimPekgTsVQCHUWvIV1yls+Vqvo1p/7Hn6z1qYmo12EAvRzUS7zUdMM
ImTK2b6p7aoa/31qY9QHeRcPwTk12F1S0bszVDH7Krv+Ru1saBk0QZI158wDr4tzfpD/SIG83BUw
Kra5TyGKDqjiur3hcRCOUF/hWjznMzTmu179NgPKKilEA7XBTTGlYWVja+71xNt9vXKbArUCx9oB
IjXfKAMBNjRyLWxmOR32lS8DkPPy03IzJgM3RN44ns2HieCrjuCV7Os4V27b7x1HwogSNrzNbia4
gs7IH5ieeaLdrvAxoGwvWxfcOPTLJbjp5PTBu2z80RdOfdr3WTcL7kwsc0M3TBebpP3nDPzL75Me
/5S8mf+6t/uHWX+bBcVNGHsY36YLuPBJe5chWtRE50InSTZCvUVhHkGBj2LAUBFRpA/gZAXkDI2J
b364q7QdF3QjmztahdCdG5hcgjXQD0FagFN+CLhPirrIA8q+SpiShqqIw8UnEJ0MeXxLheHTAOZt
UwJO3tmEfw2WZEJd2JrmLvpUXP/Jgg1kJ9fXkA7M/S1wt93wUFDYcW6zlkztJzMaECirSahlfhNK
afrpwL3WKavwRzTt1yB2Eby3PIwF+w5dgwZmcSnN0sKtQJ20VQpcLzqd8HPzJKKULfeDXtZ8htHM
En2M0oE3rycLkMSDwL3tGhwZckbZ60IaHtnKLW24FFCe+2x+388zdEuoORinS0kALq9abQcrjjbs
+wF/PzWrvKxzWqJoIAyo/BhPfTI+XmG/sju4Oc31vShtLAfoNhZCvkP9HclHWLxl+HHQvY3Do42G
DqcvAZRNMR/GmLZQ6CSwPHrA5NGmlEclSRp9XfsQktvKEcm66QBWXxMOFXKW40JUZYyt4ozQTmOn
U9u4RjwyP+rseW4zhRZIFgRxVvXAcGb+1CJ5IHtiCsqsxzJeLXx3OJtM+IOaVPhaqwjnzpWQrn8G
9nICnxALPFxmNPOZelAm6WVfdeBjWdjSslj3B10WeQv48LK20w0FhC74NCTaq7HqkFVYAGq8DOMi
EANZsiucjUxOGdjuWDKDEGwGnyR3HhZzhNVCSAXWqlnGImNnUKV6EGDlqoIMlyEjafIOJP0ynb5Y
KLTdO9PFhL6TTSbtDDIAeDcd4HLxAqBBADEjveRGZPnnTsU9+6nDIlhZjUTyNYaKMQ/wzw45jBjL
DVvwV0VnPzSqDyoGgkEUVtFY4PeexhJpchgTThjyM1QtTVjVMdmgNlESMwYfg1UbyPZmuibrN7BM
ffA9DQuwllFFoeWBsqkcTsnk5DLejZ5fB1ghgb8/oZ5clMuRjsKWy13aiSSaaxaCkz+egpLqJDxk
JoEICzDnbnA/YsQbzGsytL5TRy10kx+4aT/lyyyKE1OayAo+CnTzWRad/hYpvKPvkqkYwsB1HCJ/
O4bjUNyjiF3Fr4nEfWdU4dzYPw85XGQu4uErqDb69LtwFlB+IL7Wb/Gq2DFJfQHsT9Sub1MeufZ7
CxJ0em6LkhZAXCcLlc3D0gvN753mPoVcZkmbEn4ZQ9Gp+EO60hJaOxBnFtAAHS9n+kFhdkjFCd7t
oqPHuMmduO3Bp7byiFTIlslj2vvcfcgD8Kx/LMFsp3e5KoMCImqKIHJYmSTV6zONGizHxx4rQzTC
OF1wBga/RMqXhLwN14xTbXGPP8c3RWhBuDqj1BFmxWoAdUj+RHHYBM9DC2qKnpBCDngKgU/Fk9hW
hWFMfupGjeyFesFmri+hPbQcdgwFaGxbVmuQyhCvHXbr8GOGqbR8Pcejyz8lPtCQRZR2mFM8m7Mu
/dnrORHPHVVEflzEADZ3lS7pZB6bkMXLF9da1gPV5sOpO/dNZmcQqOQEUhREo8B+R7Vr8wJpAtzP
CY/vuY1CG8H5OMrEHmfSJMgj6ONARR8X43x4KlKepz8NbFNBf1GiLUVfFxyB/hpUZjU/SsvMKCre
LXaFDAeIujcUZIbwKz6rgYiDLCTrBognQ1dCBKTjAtlWAjkp+DfwfbuvLBEzJAgFW8JorqAJX2Jz
5nKCJxzUnylvn3KaBPIYQ8QeXsIu1VgvitwS6LGka7573lv6zIvemSfRyCw+49206bce6pwIFYYk
I+07LPSGwTUBkGJrK6qG0V2ITFe5IJ+duLCFH5DhDvygUzvG7lCY3rTv0jIS+iacY+U+qt6lY3CQ
WUdh/ez1IrU7TG4J7bORmGceFKP9FZ4TdtEhwnaSH9t+LclQKSGi54Km2lRj77uYVVcxfP8haEy+
imfs7Vnvj3NW5my688W0FicXqWm5w01fkIVVHMPVdEa6dpT6qkFsDHKKIRR++Jr1S9oBJ1lSh+Ak
lXM6scpQUHs46AwtfWKFmTFlN82SfgF8rB+H42qZjlyF2pt5gqkE+rflgyJFqZ4GzpkYzzRklJPz
CJo8CU9RGwXdXSxgffVPjlgej4dS+bhdH5J1xbeqZKT7GQkE2odNeBRxMEBEMeb4uONBTtfDdaXX
JJieJ00Uhh0qM30sT6tDkG+s9Jy1I3nqpWs/NYHIsCVYZh0vPyL87WtTAd7P7PfUuRJJaYuKRthU
AhhaYP0gLjm0Qdg4WYEl6Mjr0ERIXW1L1cFAn/UeR/qfXbNaL+sJN0flO8yAYdxVNu3gdAvj3Jj8
POeT5awaRxr7r16u03zXQM4U3jJZrO7t2K/KPqShFzo8aMm7LMHeYsUkwKsJ43Gl7xan0EEOsdJF
NB+SLNGdOPglHpb3mNVZ8NkUHkrGisUw3Z5bVib0Byv7cX47E5MI2K1FQkl0kH0uy/sslAQqHWME
twriiUl0N35cOhjZShuNkwWpH7PTaxcUFlNymsp0fJXkUOdcmnLR+fMaclhFwCzpspUdYq3bUR1m
vBMoTaI2QZYHtqTgp3LaCpQVwVyc9G/KUWAph+6JZvoznD62/TFBpagmpAMPzvjK4jYeohE+gRRT
Ba5nyYfIllfPj5wFDjBVQ8waiGqh4DxFJ7WOE8d489gQwp3Vp57dZbmd89e4nE3KN90K3YvGl4gj
iSBsLrsR4S+So718bfl0S6CbZe/71WTjtyLu4ISr0jFZIln1JXix37qsxTJQxV3edx9a3zYzLI8k
wN6nWqaskZdBQSMAnmyCrPL3CuK/kFedDWmAF5hrja7V+K6AaqzDPjY+dMB2MsyDNgsi1HWAAWOw
g5pxLK5ATZ6aC6VG4Q1yv0T32HNA6Jr0mBvraY2uqK9xBSLuoxcJ5/UiYzfzKlVD0nwa1lKoZzxK
hkmugT1B3blQqPgVFNgkqEpk5kVVMYxGHIKS66g/MLD3mteiSZf5Ei19H9driu+DDbcV5Ttd0GVG
yaNq/ScwxGduKk+DZNBVREORPgQrxsRz6BmSz6oJ9jUuqq7Ns77DFNtrGMKkFy2DFXexI4RGoUu7
lJ+SUrXFD8VBMJuqCSRg/PzAcMF6kw1YpT7A0l4UtwuDCu1jG2E++bYKvLBnPuvMPlExJPZxQWIL
vUUqVIFyOxyfHbnVo5r1z2iCe+IE20aRmcqaiIqbxibMfOQTsBtvEiQl0tfWBYkRlUChsn/PO8Xl
De5jqYsqEuaFeD+HuDP9vg4kGqNTMtsld1WMS0L3lpcyxobetm7KLl4y1xU3Q8t6FJ52NDBDFTWT
yX5EhrMM6ys0we8dJhG8H0TkugzvYAkafAWMZynvlnXo1y8hkveePY5a2X1hgqtEVpvw1SIMik6S
bu7Kd13XMTsccEKas4eAl5x/ikGXYk8cQYi4nhnG4ZdWSYzJA8+aMkNVVlQmqKGM0h+2EUH57EEI
WHB4cpBD3YwhQD0XXEIT/Vb0saZfPaRr+PMx1XP/VEBAPWC09V6PD23gmanilrrxY7JgG1lN8CCE
Fza1E1SAIdw5Z2s6zt9m2UThn7Xcx8NNP6VCYhZQyXuDbKzpyTTW8rNiOggkNLkjCd7SSbbxD95r
Z85Y+WDQGpFAF1VYFgv0yojF6hhqy0IYB01Tvh+nsU8xZ5NsOkadIdO7ZUwRj8RbXjEI1FpoFBUY
eC3tc6CcRujZ8GZkJ5vJgB8tsbp4HbQKzuXZtmlxw+Dm7FGKsJQ9JE0rX1s4ujH7vF2g3ssOYpyN
wGrTNqpacwaLYRg6mr8Ga2+w/NCMRa9hCoqISV8jDJepmi2WYyZ0EJiwOl2LDBJgNRAYTiZlW3VE
iTLsuwA10PEem8/C3hakjfLToAxc4CzBCL0d1jFvTlm6Mhx2iy6SUA3y8AojNaLjd92Qgh1d4Uty
fQm9NuQY47zbP1okX6mLoSvuWHMKEH1bGTxhflOMbZc/LhkqEe+HEFcixywP2ISHRflXUcFVvoZ3
zZxz8a3NB6I+miKS0VPUYxeNAxxKlPKndlJ8Ps0Kmsj73MX5dEkbqTHnR8aGly6do+UeFaQgUFQ5
02n5mQtIVGrSrXZ8yzGKgXVgayTPc4JDzVNuVTpha0VYQS0iRnE5PPR8jNdHm+NFj/3BBEsIWWfm
IXyE7S9vOiiXm8AXJaibcR4k+24Vik1gLxtkFMDD1EJTLlH/g6sWiSwY3Bt/3hdE2cTl4UnGuLIz
hScylHe4Xg8fOQRi+y6LtszkeNCmwD5pvWSCqsqpSL71ZGqedz37tkiqyNZZjolwF5l30W1Me/bh
umP+w7P/ysj6h/jPtkqqddHcet/xSy96OrFTmq9gKkbp3Fwy5CKhdA3AxRb69DhAt/cD8hhDMLV/
dCXHWYuJNnvs0JE0AqbYeq0L1ETl7KsgnX2ChYig/PCYmoHgB9SUts05lqKcKsanuKj6HjmusGgW
o7ptbRdRdGuFO7Fw9f2fSK7XCOI//YGbyCKSpb1u2eIuZYHjQ23nUi83qoncTxHqiB85ICp/ugv+
lxuarYt6kTwJrPLqYsG9C277TpRBdky6KBTHUqwIw1RZs6bZEdGEgJgDTUvEz5AiFwUwK16R8hVW
DKdOUaaDuV76Rs035QAXzn1um4AfphEVc+aUah6UBgGBuR/VYxf3OTZkWk+GaNCSlZqgKV8LZx6B
CKA4PChK5O01vwzGkaLhOFWfOhYYnp36RbDiGM/Uw7fnMO/EZ563kIHbdo7c20Eo3G1UfW4HulRN
3wDIhdMszu/+LJMsQiBGrq2isKp7KY6xA3XoNLTBouxtSpbSPg4kb8ED4065sTv+GhL/kWvn/3dB
xDUx898J9pXo//f/st2X32Um13/xF8AeMhyE56B+gJkEculrZvNfLpPyyrbPC1xg5WkK7zOuav4C
2OP/ylG/WAILlWZX/wNa/AtgH8OBAqhLDtHJX6KJ//k/XpTyq81//46Zj5NfKcT/NS6hH8+iLIT0
Ly8h+ckQDcC4/e2+GlCjOXbwM5ysmZf21OCIDCssi2djH7Bmxu5t8Ot4hvM+1puQihyuPkRp/dcM
QPmvbTs1xWcdaQaNbxkE+pDkuQcvM0/bxBwmv3KYbkUwvtaipF2NfR5HtYpmKPi9KkcXWonVj9GT
hK2+PKzL5NYqm5NM3ofYXpPpMCQFxbkwmrIHx5wcsZWdM5GcLM/WJT2sWkoFqbH0/H2P+lt+SaWY
hzqdC/fTDZP+zNo5LmqCG/Oq80V+AleIHRHGflzAM3g7m2HEiEIwrmPiKQAR+sQH4/Cj3XscWMU3
MI6yo7KzOKK8+it4dcndismlDdvmQAsUF1ON8+w6cllNHfDJ17jBGeDTuzAi0x3nmToULdd1lONU
4215l6msf0r42OZHWiSHIkmflV+7I58neey8g5UWCbuPK4f/LURS0VEU9BlZC3lF2PyYmYVeNPXz
G2On/ERsSy44WscHiO11nWT6B4KGqHyRxRNOIfNF2uAWVwc/o8A/JxlfD5log3peune9seaMk+da
F56J56iPv5aMpYcZwcRj2kzy3TSAtM/jYTxhc/0VGtvPCAgnsLaG4pyH67ckp8FTmJjpFCO4WqXz
uhxh+WZVLDr7hpfmo8cgeA31bI5QV2BwVdE27zgq3D4Dv13eoNBzOgUKcj2Nnfchagds6ggmzuVt
Fy00/O5Wyd/HkOmxSrrC5G/k2PkLiAhNcqus1cn3xvakQIcUQXBQyZC5+JF1SVrWU5dpfcYlYng/
xWtKTmXfSnpLDSneBIseIxyHfWB7hvsFCcbcMbER8eaB6JTmrwqvSwLcHAIgGYGjtNXe37eFUWX8
CmbMwLWIYOkwgid8zqbxiG2ulWeZDYArpO1qXrch7jPuiECMDavNHL3BWSn+UqwFOYArudwYRuVz
RNISNC4sMh10awdQJFac/GFrPuSdzj+i2yaHNTCkEkmeIQQfDvqGAn/yMDds+olYua7GdhQIiEN1
cevG1j8a7GaVOomp6QP1XnUNyh0KxpsDx4Hi0Laue4yW5FVbiOQo82Q4oIzMdlU55LAZ8YahFxPs
du3dgPmC3MZR7yeEMBCXXW8UgmUHJFQEdy7qwxuwlxZoX6HZTYPAn0oaTxXtGqnuFc40uKqccCY7
qnFpZhwzUab5tUTE+abP7GQOjjZaV2nbNjemCdrKS/WOziL7HDhAuchgKUqXXeBqbyb6KhW5PxcB
QgVlEJU1JIVhDXWirgDemQ6kIXkVD2lfoeAWYHREwBo9ykvkrm4YJteKU9RllCNk2x0kSrfX+tCU
I3ycMPKkuri7m5tpvEzIUkVdFA6fJJwdal3S+aMYfHAntIM6R2jyQFbHvrQoh6n4gm7f+hUvI0FM
Oc2uP7LSsYI/uT8T7shZqYi2FZ+L7o7MlpxDMZMzQaz3gs17eGAmgzCvm8p7jrjloxjh5xElC2+A
CWV3jrrgjqRJ+q7LgJrDFYaqlALp3K/sougi34QYJ9WvX8m1l28gkidVWP56qvJ9O2PGgj6y7PIj
Pgd+b6fnj7++oFBTeCOWNTmS+NpCkANIusxQ7wz0CxcIPy4uDW5nQd2lpePylni8Esy9zZNGehCC
rao/0HnqLqPVulZpjr9POlcjzlKeM8PXqpjK5IJT+4DLOR8/ycJCwwtV8KEDHPaA6qpPpPHsy6/f
L8qcfnBF3p+5wk+Esi0ff71D0YrlbbgM+kLmlC4PbZ/RDyGG3vdWZeRhTGjyfWE6fFZ9wb6ooh+P
al7ZF26S+SPySNevy2CH41Ag/bAi1mPqQyb+Jx4FywX3SeXbAmUSb+Z1DN53E0WgC8mzFYtAVJP9
SO5dhOTZISbuZ+ewS+YI2t6V0VoeonksJ/IhyTJca1ymBoF0fn3HeRxfN5ait7dg006MIgwRRq2o
EHSLKYJzk9G3aRipuZqKjF8CHIHeqi5LbpfCg5Xk8qdGhG8Q9Hzt8/FmGZP1KIg7Ubjj415doD6q
Y+NvTJJ8nQi0oiFMTUfSqvE2LHC7Ryfy5BKJjk6iV6RdP9iuFNdaJ9yt5oicrUOkzrgcxoHAGnQm
xIXrboaNvGwVr5E7Aq21IAlCqQgnkaBrT21XhhVSQ9M7lSBnJaSj+T/snUly3Eqa569SVnukYXSH
L2oDIEYyOIuiuIFRoh7meXAAN6pz9MX6F9nV1k9K65b1vjaZi5f5GIFwuH/+H0MxZ04oagmIlnjJ
sRcs8UGLygrXYfyQnWWHy9TPFEivr8RRZzz/5qWw4/epj3945O5FFu3cVq+7O84SRUPzWh8pXKt2
+aRZ3ZKtmEpStZs3H5JzLMSXpfGWyE634W1NoXvkLI2bPpuNw9Ag26u5dh/EkJ4gcFc2btf/azGH
/bbKowk7XJEqzZGVbXSWU2gOtESvvBPNWtA6tVrFvV0Y8tJ6Sxr5ekxCGs79m7WszbAoRhKbhALr
Sb/ENRSvoeM10N1w5tb/tRu3QwttGYhyFofRJ/6js4ofmZut0CVXUquxe/hLkigNdzAjNVAy0WcW
1y5rPW6T0e0mT1Y7Uy1whUKFhqv9feI2J3edqZfLRXmblOC/ARqzCB+iv6vLlG3Qk8Z5NrcF3nDC
wWnkB0wmYjdZ7QlOl726SUMiZuqPfIVbGpzReaQpxjkkeo5DoFr1UEFxPlmDwAknSzOq/dJ/bnpp
H3B/OceiiqF9jTJboqQasmgwLUk2i3RrUuct9RgnDs1bdCpGmdI2kSGwBSy+NLvbhqq8V6VV7dmr
0fBYK9AoHFf/tV9d0SEDy6aTn0kVMZD6eZA0HCNitcezVPEniPl6F4PpXLjhlmFTuFbkt231mJld
E25dl5wsDuldXGH/5MgTYxS7k3OgTZf16tLyG5t1t+/NvH+p2oIccW00TTQRgPFeq9o4kBbWR4vX
D+FGrcNpnitBdySl7NnSGWBKfnHy6sG6cUQuj5r96nOZGuhFmRv35IjPLNOkuLVUv+3ZFy16490V
/HzRS9hinIbrcdlkMO05K+wZpAvHobS3IB/bNUoyQ4Ofi1TdZptMIoraJ2bFpr00WdNHeVEAwkFA
BfVi9s+1zgr0AkyMwsem1RZyfZ9tYwzy0s6SMOll8kSfnI6kN287aD0oDq/xCGqe8kPXpaUIUpRx
u2mF48Pd5wUmk3oUb3p9QBygHtt4uI7QC06EwrjTyGF/8C8uHpSmmmfs2P9nc9y+zMt6ELE7BoL0
0BMcEv3oqxuJYl1/JnYlPv1WmgdDSKinpIiywnGPWQ5U6MWxPizE/XMgQo2gFotH5mPOJD+P/1IV
hciilDLgTH4bCz1crD5rHt2iVqGum1c6PShyT83lXPdF+qIYGSNpe9lJQFmFzsgAOq6T2OUr/yJf
1n9xoj9tdg8vwlEWUK17N6vpKTbdNNA2UdMcyzYZRj2nCYXN1SNccQazs7CrdYv8iv36JWe0P6O9
+JRq+mGWgtnLM5yoLloXgtriMEvsTYxsl3W/n+38u9C5iqYk/5Dlxum3VU1gTd19zzsWFL7rBqs3
cdK2GNYYNYYw8YUdiMIsua6b2w4g9lLVtX17ldQc6gXMdDHL9NV0XQvOS5X+TeKwHzdk3zEq26G6
yjGmtNH7pWYf7bnbBYlRt3tYtg8fxvXIwFV/YPZjU1TleW2J1DbSRh1jN2sfkWfocLLK7gZNYM3P
ZFP5UKr5PJnLBiGzPq+1L45uR6Zw5kg7mAddRnHp3tWe+PDL4Uteu/belMUG5T55oVUIYz90sUgC
syx46bf2yZDMlOTBXH/Un07myyDrxPRAnOuyG4vuJ/gSg27XVwRcQ4ANzlw/26mcHmeDRtsrv2Sf
N8NuQ6/zcxbbFL9CpxstBSmY4zXTUrC2KHiKrHcPSqIbgt//gaemCAsx1aFLxHow9HZ8mjnqjqVj
vBSNc3IMEJjY1eZxdDJxPxcdEilrIxOqSs6UiSdR2VxrjN1UBRgOxb41ejssp2E7aB5jwLHt1Dsu
6ckp8VyWMxN4NGab+RRDln/VFGgEc7w8rvX0YW1t+aXWfeCObvs0GE7+kri2fZjd3vnGvWrYoy/9
7GimPAM2sRfK7h5G5H4zm7tK1gftM2nVCTnAcCL1qRDVerIa8itZuN+LJbs1ea5fYzpzgfE6fkfo
ZfrR1LkACAz6eLDC0UvWyCtp9Jntsjh4o22bgYKOuNXuWD9p1x+J7sm7cI3RMxR2Ye5ntY3Hotzi
nVsn6maOE8Yz413W6XSRaiakvTLmn3Hu968AalXkVxkdpob2MD03VJYWbfzqAFbelWTmHzbhxRdt
GRxhsW9GCKlKcDhmnpiHKciUftDSqSNC/7z7rEmLNhQk24aoNjSd0ISH15bjXTzHrsK0msa7nM05
hHajEG+tOiC3lSLflvJISB7TCYnz+KxdtUX5ks6PCxm8xMxwD2VYEcHqjtBUczd9d1N3YXyz16i0
BHmDqkrrcDHG7+kMhUyJZ4bHGkGDyLzpFtLuQ0OYffM2De0E+XbOvM5l/eMkBPp4W3WZhF2+FAF8
sfm1NmR/0NQUv5SDNB+TeXRvc9UCLizaYDBXW4jAO7nJ6uJxJvQaYZpw9rVdfvWzVBx9t/Uiwo4k
bt1uPunZHwI/7TTbhsi6vcCm8MC3y3Z4F+7c7RogOTnae95y91sv3C1YSAubgql11UNd19suU/bw
vYH1DOvc56FXVlwEnskkMk01RAoMdkADUXkE6zRvapFfk0a5QzFtqEfXKefnwbcT7ux5bkdt46xP
aZNYO+7CxbGpPRQkST7dckUdd41M5GlOrSGael28NKpqnpx65Rhw2WcvHbTSsUJIc+M0XnE3Uab2
uS4F+3jVoe8pyuS58hwzKPH57pbGNd5GSKBjoyYnKK/1QpVRdN/Mzm3P2WSkbZAU+bK3OjaXkczb
V5jnR7jYi8vlP0nN9xIO6IsPnBUWtiz3rWZ2rVXcHbbF+5J1pbcr0D28dXbZ3RZJ6weOpbOvXSvL
2ylnCLCs7aO3UeXlZbweUHRsty6qUhM9wE2i0+021rYGo5+Wo1MsI9PEJIPU55UjXmo4urWV7DzD
rYI2Tn40izPs4jz+PneoSsq+uvRcv4ZtaO57udSPUqzirxhBPhxUgmaYie/R6OPsILNpywKkBe17
XXvlLY8uiyQqm4NcbRWZZjo8Sobxh4nL1hFXHhJRQIcQzU9pBV43icgQvCzXZ4SuQykbxjXeaskL
oazITIUXbWlHQsdKxPYTpqnlSEaFxOFkjaHyKn1QtTRC1XfGm2pjNzS9LY2aLq6eoQyXMElpEuD5
d+eWcWgPvcCsnNt65N7j2SxCZ4GDLTryjqvVng+NkxMNO8bdXZFP8d2iiiFkoEW8AoP53qx8KPjB
fADn6MTRbrvqaWOsJhXYMr6IketJ2i9jNOE0P9RXlMBMJnNv5Jy2a2GeVGeORz5XelILYBJYQ3lx
57I/JO6Y/VVuWflRo53bQxmWR9lUw2HuqvXb0LL5mInq6a+rkTEJu3PQom7+h+81xS5v6+m4eaN/
FEPd7Fdgm7fSnNZdjgI0DbJptD7VZNavo98OSEqzST2ROmPed1tu/qjVCIs5+304UsT3cwJOonN2
TaIm95dgWvN6ryYQGjtmUap0aV+BoOLvU503d3E+jmE9ygZOEUViQh76jwxlgJO4xZ0mDuw4jQOD
jaeW5n1dFvfJXqgZcJd8+eYj4WQLcf3vc0ZYTWuY87Hg4K5CAv/E00B24fM8xGzCTdfCO1wv2vVq
nJvF2pCupggyWw6hJuXWHCRVbToUBVv+pSj87AbFZvbdKXTZX4+dREBdVvnD2G8yKlEZtIEYMuJ/
h17eOQIBx43eVNYeUuEMaDvEzrDHInJbOThIKDIOndyab9A5d9CpvsVdLenUfb3k8gm0rbhYqOg/
ShtNHUqkKgt6vfXhnPrz14pSrIieUfWjB3N7cRMR3ygxGeRIGvbeVok+Nxm628mpIfJJePo5tQ3S
ODN7GLpkfrAruZybuAI/g6mlvqdjbyy2i7JUcpjBG29zWcSPBj8bQ+mqHuylsgA4hR/iAGovbWzG
Z/bW6i4tLGdXed1yz+sxBnJNxk/FINQ2yXfHVt+RlT27gKu3Rl1/Ha34OXM25qHZnCPktUskWSZ+
an9W1TSFtqPexZTvyhI9Te9UyQ3gYvkyWq7NFGRHZiG/CN1moe8DGpprsres0Qm0azqRxduwc1Y7
8hhkqTBOkzAtbTuge28Pj7geEN2yxbeaAXNtz3OTjM+UJbBshuIyp4nNdldu+zmvqWKybPvcOfYc
leP6mtTTW9MppLHetBvqed9wG0XpYc4XywJBjOPqyAu+BZllxJd2HO2IJpD6Rpq1PC5WiVTZ1oxr
OFmjBAVqaOdjfhJCjMd1GdbD2hPjYari3PTxeOGalCec7e73WeZ5hAV74V2zH52m08cONZk7O1lo
Z05yaPvN/UmKa/8sisHYbQXKbE0OFJNCmYcO4qWjTilUMciHQzns2TvuVmTryqm46FqBvaLq1kHn
ISH18/xtIo8xQj5oPuToNC5ZZ1xVjdvk7jhS1L2QQLwqm1+qrLQia5AxzKGuAuIhkZR5TrnvRJw+
ziPogamlESHovWwJE/1QAt9OE90/ahDNpQZL2hPdzD3K4ZLdNzx73/TCXljGmZgOvhnL4WWp1ydV
Mypnc+EGzJ1MfR30/PVmZat03nWeSbmst5zjyV6iQdbtnc6bE2L7r+2QXObW+GxnWGAjs9EErTK7
M5MBwRIazGvNWZiYsTyiCReRmfhMf57/3RdDz22lfgPi6cKZDnMuUX56WpFJhG18ndsre98s4L/b
VO0MUqIf59ZhAWh0UTUS6IHrREhRYBeWxmwEhXIaP1i0f5/ycoeu3Wa7OS+qk4+yeRwHMhqaN9Sv
XrASdtOsnR8WbvZ1yLNmx/UhDgT00B796LD3CtHBbmwUymX9xc2bl8XLOd96MNnaEbe1KvrA6WEM
yCDQu86Ry26rlox21XYvShd0L22HoImRUtp94bxIY/g2KWA62wGcTwy5cGKiBcFXEuarr3FQ+cON
6+svw6oywK3G3Fet+Zb7TsLWUsxHMamXRjBydaOzXOwULRUxfv1BOa1zbr3pSYoWdmQp5zv8mokD
CgDJrpol23v1uscI8D6n6tmLgUQQUR/Y6aeoGO2Yvbf1T9NSmC+Mj/khUz+IrXPA72oAaFO9MEd+
TbLlnotGg6K7SZ+zqf5c4XPuCkua+4kg0ItrWJ8yRn6j2sjMtsAigOSguq0+aoLjzo6/HDgxS/Y0
loS0Mn1Yr9cAFJP70m0/57E6pY39Je5iN2oK82lDHH7Okyq/7StutsrKI1vVHwILedBX3HusbIba
Qs14KogQD9aY48Oo/fp2y/Mzt6TkrKXZHmzD+lFa7UtSZB9zhrgiaQ3rWFA0daxUCZPEwHqTjIl3
cBjVEMAXfcq9Wh8H/Bm7VWzqfnXsT6eay2fMJcupMbo19NK2fXR8bCWEUDRRQnpjyOW9f0xIVjzU
9fQNq1CV3epER1n6wpauT2Wl28App/Vg4yzEZdAk7+3SWtHU1Cxxc8hD5q7TqPOcb2MQcePNB6eu
TqXevlWTdTsk035zliXolulcFgijJxZg5sWotsv829q4jzzv0+K4Ow/Ph8O6C5y1M3egroehyJ6X
IY6WHOqvm+r4IUv5H81TddN3wxoZQ/sE0/bkLP1+stNT6/kRtUWoR7t4Z1GmGmyot2/ceIzqKX2Y
lPVqJLzq7XIqCgSeWzd9FuVSRLFhfR8q8+TxNswsjYOe8ktr+ifD9p8t4ZTh7FbnZUjOHjXh0nWC
TRX2w5I3VgC/NtGoo/1ImOa5bOjUUmUnXtO+fiOkgfG3br91i/HgFWnoWsOz26VrOGzWScNEptwW
d/C87Zu55XdpvARGNUYcUdFStl/MFP8QU+y+Fs6dY7XoL5BinyYVr3dJ3BybkVpX2hjdXVZVMcws
XJdtZJFOlu8bFRJno/eL82xgYBjH+I1AdifwDCYoUU4RZhIdtFMy7Mp1+Valpt4tW3yxubZ4M3EH
fRezN/AelUrC4JKRlEAg7P1OnhM/VTfdYGXc8JxafgUQ83DL5llQx6O+96V5Q9EBADBXzV0lxmwP
1NC+Ib0ZHxbp5mcjz7KLMqjqLSeZg6aKPigdcQBnyU7pYJBZapf4EiAW21fSTPR3t2Ngp6e0jFjk
dfmRCY/bOnM1SjNoAwwKO3Po293CKEeE1KcQsxtWWZJCyJC1sqgNub0Y4HQrc4DPA3pKZ1fuHH4Z
IVWOMcbh9GY0cWMrkkO/8yaQ5AQ0I5vlc4aM/jhjVyCFbfrhFgXIAyQVmEUwTdmJXzBkGmwA1ac6
6nTTs2l43tnW1ZNViRlKA9fvtL66cX3uZDEGk2k+iGkrdrZsy7CKu9cynR70bH+BCi2ojYb/N4Sb
R52V9Kd669cIt+CPPuksLuYmMvxcNC9TM0sUyvnTuImTHytnP3VOHCJPXoPJ3R7tdmt3VT83SBqx
RZZrCR9vfSMUekAg0+ahBzg/uGbx6PGLSlmIAKEpg2siDyvEaOAD0DqpGsKqjIto8eM7fAtPsga0
GCT+hTEdA06f45yWJHAn8b6ZvPfBt96neSnDHk5xN7fZ1ZczvibN9EOZY9TFCipFeLvZTTLWsfOA
P6PdNyXFs2Vp/hCkEB8NgWHBlfBzskglo4NNNO7WRVNZ3vTjHCWTFqdG5t+MBjKiKG1GxfGuN7Rz
cNPO2m9D9+THFldu72kUsr9PFrlEfbyI275xpygegbfnilOZ7dM5+7UMpU6aCA46PY9z5u7RIzZ4
yRjboc8B02MuoVI0Vdgn/qul8uEOZbl3ScfsZsAXsUNIeUSPfJ+7LENkz3dFzAWjz4sdYqUdzCV6
/8LpQYBgcAs7v9emzIJmMO0gl1Rf6Cwr9hOE/S51GRQKqsB469bsVPqA1qawZWRwLUDsNN969M3M
2yx2ONAe0TuBM0rzlcwiZHFJ6/IfTXrKZvvDWYAxmuqC9r7arXZdXszELRlAVRlaLhcVuTrcbipD
1qC4XOywc+kc3NN5nZ12KauHJmkt5+dmt3EXxR3sPbp48thOTjPJ4mbBjrii7h5K5wIni+3A8uai
Pw00HVi3XdunRgtU0cFE9Ylh5HtvUBoDduf2H3mbluD047B9TYHqlscBKKkNMsBIfeAfau8ycv9s
dnih1vSB8z3u73ujWf/aisXvd1DtLXh9RbfUsao8jEBZXJNFECxQJU1YJV1jRrnXG9Yt6g8GQrHK
9FvX6oSUGM+V7ZMNKcY0zbovstvFy5rpae5jxeCa0IQeTWiU6nOdpGraK+huwHtPTSJsnW42D7j5
e7jmYmsK4yYBe13v9BLz5eK4AdLyHHcYo9zPuS1gnJqtbAn6kS6it7rTm3lWtO/gvcsX1xp3zD3C
v88QT7COdUXvG4rhNcIKlM2BVfnqATWFf+dK6/vSeQ9+j1bcnWcRlqLODmMx6CffwVfa5W2HhjCO
0cxlU/Je5bp9MAoDj0hP6bAd2iZnaWjWln9C6PG0zdJ7qZLiLenlXuQpALgVh3Y1zfukcB58XdEA
T1IVChzymNbefYQ4b86J4bd+yG44ba8uUmv/r7nv7evfn8WNqocvukVrrrt0byTxj9SdrENVygNx
1Id2Zgbuy9vVy6wozq0RcX+TQYWkGyRMBuoo7T3kBRavmX9Y5/RCWBXhNX2nkP3IcXntNvzS/dLc
xKPN5Y2x90ZXax1UarFvKi9NI3l9SLVXO0Df/aE3nOY0INo+aKf9Xhv+XYqimDtSd9YtMx63I8zu
FRYsXkuaooyEfVTYbR+aKW+Ixk3zJR7wfRqLLS6la7oR6OWKlCGPT8bcu1/XZcIDprev7Vh8Ngwd
0bj0h3zY4qNs6YxPRkW1zeahkG3Vp736+WlqprsG08ShmfVLumTLzQzy9dh1Ph32WuKczMz3eqzT
MEsHThnHAI/utxYdOBe0OkjnvKGoiAut2ra9u8CTL+lAhUa67Gq0a1yqOoiIbj1D2jlHqTgE1Wq3
O9fS66FMSsGUIDE05tyUSa96RIUtAuFVSShsRe2bFSe4U6W64OR9cmu/fZEKk2g+beIRTZ866i6R
EeRK9yPWZRHoTCU71VE7lDiDdRxmNF5UTXGXyGFq0x7fkcO3xyPmkDKFdPjE2w7u6vs3GWKazw7i
AHB/o1RH6+3et1czrAvMCrFn2IGOi2+F4P45ZBxtjZ0/F/m8hBWmvh007PO2VNVFFTG0ruqYBuU0
qsir8uW1cZ2KYQaN1BnCm+zmrOXZB8Ci+IHIMtk+kIfZ30tVes3jqLgc2qD61r4ucUk8+GuTD/vR
TM2zl1ft921W4IHBzBe9dUuK5EOjdL8WmZXBMDbtF5Rt3g2ixwnHLgTntPXn7bplBeMQ4xv12xo6
rL4tkQuGnQnm0qp2iPR1uLEGYzsyc+SvaJBJclxSfbaHeDmzgTFY+3FZhH3LOtjVca/TsJ8spq6h
1q15tmxK0ANnnBb/k0sfPqt58tTOX+L6tldF1LidPi9J4z4ZnhjO/lTZ0ZIa4kFVy7qHk8jvxjWt
n9K2/kHjon3hJa7DoiqNR+rmH20asU49fUHP0CLYDsqfXp/7ESlNyH9xMTSb6z62E2r/KLNiI9pE
ksdogNJtvEFm+0473xeYxylas203daZxymOuyHaWPS0FRJ67gk1xDh/9zjF+1h0ag0bJcFibQ27X
Tbh0mz6xQ+w9Dx2Rz0uyq6jinFjkhRtZXmxxMovikkjzeVZweyb2Z5ivNrBdfdO6o32yHWMIY1PZ
4Zzp/eYXPHuth+xBmu7MOF/DR46pxJNUJZGHQOCL3Y7yLhGVpMUIa0PY5L0ZSvp8TlZarMGQ2v2X
LS9eHR8nop66Ty5A4xMSPFQOjX5O2XZpfsQK/1NI9wWAKNtP8C0w9U9JZaZh3CvJ/K1fGEFzfJTs
E9j29Z54p68bCdHAs6U+x4PJT2ONcOJa4I1Tge61iRRnXdSY3yae5+Fe1/KLgzv2Umqv3CNkyA4L
UuocHdCqqm13hfL52+Bbfr6Bg0+i2VXoa8dbmXa1u7ct4/tk+mIHTuSfbDx+d/60urx1rLDYQqei
cQiG6LnMYMg9cXRQB+hAjCtVn1th3W3N+F54nb6QO1AcynxYd9hW3RvIyOEOX5B79fR81qzHqMUN
dNP1yFaDqk5+ijRDKdTt9LjsQfRJduBNU90zlm3kbJAWx6qbb6UhI0vN6bFyEHQ442YxjGP5aBwz
Y6nbA/OPQpohKN6AaBhQ/kC9n9VkHScoOXsdywgXTYgJ2ecbWM8qGe9k1d5WNrpXnGnzvq0SBLZY
qPA3u3LaJZtqb/O8N5Dv5GngoVSKaOWBTcWaQMJI3ARd5sfHAa/rcQJ44/si/MrU+lpZYxOWMgXO
5ykVQ5Yg683JN1jyJ2MwXg1M5fBbuA2UR8bWqNeNo957aPAN3ZQ1QdgrjDnBXsONUeh6jxj0CFWH
t95iJG8agEoHayXiB/8bgf05CIrxw7HW562dbIzDCW1TOHG0zo29MXsYnNeN66HnY/cCfD7pTf60
8OH4oSXmkUbOjMVlbdup5mFdKJSquYH8tyI+yZr67/p2H6X6/10R/9CUWf0//nPIPv5t33/UP34O
v4jjr//n/xLHW477D9fn7uohYvSk6eA6+i9xvOW5/5Aw6uxT5lX/7iGA/9/ieHnVv7uuoj2Tzc6y
HBJZ4N3H9D/+3bDlP5SJGslXpnL4b1pSfhPD/z/F8b+mJ3s+VK8HFWYhxjQdx/yXBOt8oVsr1+uF
lUM4YlsMN0BA070/Y6Quej1fpmXUO9B3n+Ha2SjAaOqdbRZlxEbSUSjdQpuXpBYgQ4GpEi4wx1ZW
504QPwCXO73Ah5BmUm+v/TJ9gYv70KRavMTF5B5Mr+NVNxiN/vZ78PjXpKn/rvm3rm6r/6P452sJ
6XloGnxUaI7j/J7+xUCjmlbWy6VsN//Uqdl8b2cEMv1mHP75QU10IsmQIbsV2Xpuu2b5w0dw+NV/
/Qh8Ale6nsLo7nEu/JaqIzKhcoeOgMuWzvs3v1vrh7oDZzrOhcFc18PuEpWSRugmkjcrztM2nP14
/GpuVvMI8t20AYpgF0k0d5Aj8RAgjBIZ0BvJIfkPX8rqPneK6ay5vltYqr0c7E3biGEQzwpvcG/7
nrymoGwUo9s45csQcLnDeGWXV+PoSJ44V9M/Ba3/M1f3l0d/9VQj6FdEdLIifo+/6zvAEcQvy6Xy
lPNUJiPaZGkpoLXGHbq/rCyl/GEuS81gbiNdWnTsnhfPuk/tTgWW3mhvQACRf5Nm7vypqty6PvVf
Px3vE68j+S+Oowje+NUKkhcZNnlt2Zfcc9QH9A4mMDkUJHJ1q/sNxo8cmqJ3knt6MpdzOatrYoRN
JLoY2oUR0fdLTgtdxP9fUW8sWDKdXJwpjulK5QrvN/vgkA0K7HfQF1D997FQisWwFH9Yk+6/vBbs
J8ALfH8Tsb3/e1vOHHtJT0sZZVm1uYR9rwEoXYN310uf6ekZz7jlt59WahuE5ZkCZWmJRwyDSfVC
rDS3CNGMIBhiQHeCkyyeI88FpI0rxzhwlM8vo1N33A6UzO8EzEbEUTbuZFr7j5Vl9DWQgmJIb6iS
XdKV4w7g0X12F796l1X/niH0S3YpzaF4zIY0QsfTR7rMPJghUB4b5kfzh7kmfrLwish0bToy/rB1
/Gqsu/4SbBtsvcL2MDWR2fPrCuk3Da2ULuYF5/j4hi/I9QPi2jyYYGJ/QqPJhn0s5r075K0IJbqI
Z5F2VYGqFrlQhI0HQi4vP//wsa4L89eFqzzJ6hAYo6Swfy8yGIYBtVmr1gtxDUNoxJt9KVZBTZbt
TKdKm1toGFqfNi6hr9vWdND4njyuaNbe/vBJ/vUVQlztCVt4UmFt+T3pzNrcJCf/07wYS9NFI7R+
gjcE302QD8BxaqC5J0+anDtnY67vti96G3CMB1gsHlrTQvAuIQz4Y58oJ+Yvj8i+ImeetCSXVhen
1/WD/83mNTq4tMsxnh9lUX+0No/J99ICSQcyx2Kx/2Bn/X2d8NeUtK2riU1Yknfq179mLN7Su1og
zV+c7hvMV0obHQ6DPzzt319ZG7gP2QomKMorrpvEb3+GfKxi6hLrcTWB/GdioMjeqdKbLTb9aJ2R
kpiV895iuQwGpbL3vNL1H0JkretX+fva4zNchxHbta4JXCSW/voZNsWBPNTT+jgtajnIATkmTPyw
Q/hL6q686lDlxR9EfpQxRLyn5vgi/eKu4t8LC3klHUyHeoYYZeD/mkZ/cfv9ctL/fszapi9d8nYk
zZEIfH6PFN3ywZtsTKOPqsYqKkaEi06VDUG6QkdveWcifOgadLaj95QNfRUm1oQ4qsRIMufrn5K3
1b88KT4N68FnbFMogH5bFG5CuU5lOuWjVVnlwUtM5vtlQOMd3Y2JK549EsvAE2PzTz/R79vDPx/D
3/7w9d3429p37Xoi1cYsHxddQb79T87Oq7dtJVzXv4gAOey36pJlU3bitBsilb13/vrz0OcAx6K8
RayNFWAlcJAhh1O+8pa8kreABinjJWlBW7MbVkGKqNZg0pBrwCivAzXdWaHtLa3Xm00oVIt1ampT
kCqMG35ypGh92kv+s0nFeOUSFW/ySVvHRZbmOQ3TqV1J7ziV3HRNozLT6+8VeVJfGvVrh7LDBeSN
+mhgN7rrqNlt/ut24vEgqmLwrhlcgHPteyA4au1iJPSseo2/6V2zfO7U8aD3hvcAkptDnh7TE6gI
+8Gg8LJTvNxbeIZpt1ztJh4BETIVYixRPJH39aeygpRsPuuCZ1lzn4pBl180RHG3smq6R9ySlFXW
uP4Tzbn8cv/lP/o0Bg1+/iUYuyQd1wPT+9cR0HAZuEDCQm1YHuh4BGsoPj6wgUVXijfXkps3xQuL
+x42r6VOyce7RQk2Jam1MgyfkX6hjuWGk8IA4A6vSIxjUBe0G4Axb5MmBs5igDIsRyvYd3JKuU0q
pBNYrx9FGDY7pI5TWpkd2GfFKzZymGmbLneHH5WfGBu9r78YJbA3z1C9BQ+6D+eMcNFSiUbZ0tPx
8+4Vpp79WAZN8CxoDm6lCL5SEIffQgg+VPM1bSH6mKdjYlobhmVyj0HCkudSCRZq5o2EOsJz4Zuf
3SpqAchY/k4e/V9ZaCPaCEbo/qK4PdwFW1UGZkyiZJva3P8ExOVI5cEOnumv9Oh6iW9yWbnHjvZR
0dDHGwOz3pVR9gJ/z9azp6ALUI+sm30phLEVq0pi5u8/0+2ka7y6Qp4rDH5nTz9/N+mpZ7a+lHGG
KFVvrbXM/CJE+zzWvrIZ3WxJZ/zNx+R6mWqypRDLmIR7KMzN9sXY5sgXDnXwnEqjTquzCzV1Leke
ePKyH8s/gF0vpmXt8K4kxoknBgYaQPRd5cof920gyfVK6AeQz/qr5erxT6YbBsf9OXl7itlTKiCN
WYMGfHr7bbO9mxQC76QIujF8FoTbTguK8bVuO//o23GDkm2ujnRZUdhQV9gzEFr3QMAm1HKRbBT6
Bp86vW2eFDuOf1seCAzKRCDaospotI2gW/6ILGdx9gwo1Cl6nN/uP/2bt9/s6SHFW3xM6hqmMVU7
3n9S03IzYv3Ue45T4JZuYRXbWACZTm1aWUGjqBtCebFOEM4EPRrt4fSqDwPGVN8MV7EPQ4dBFfJl
h7Lo0cSBWbyRlRqapdxTwINjI6yIGrvUFbTUYZJWCmwPzlO7d92NVgIuyFpdW5P6/vXSTjrp5Ytl
pNEnVwcwpGlRvyli6VMPIOkJXEoPo7DPaYskALJSA9hQbVN3jsN6bzVkIAtzw6vPp8Y2qVFQhaG6
r88jvCGSPbMfpcuQewgwJVW+SfVxSS/+7Vq5GYblrQPDl4mQZ5kvBEgFbbbEe67MYgBkmZtHCvLx
JuIu2tCB8FZ5VOArKynjp5Ba0boqAkA+OT0tNx0fhbBQwbRjsFWonAozeW0i29xwz34Gt//d7RJ/
O3pQ/aoCyWxRu3sXGRZam3ySokyKhUt0mpTZ23BsTbnyhABFBuR6PVnAk3GCUqSLWkXAIEsRX+zR
D3/f/zQ3dSSOMBNUkNAtHVCgPD8cXSmnyiQbySUI2FhuaxLUQg7f+mqKj1PthOiU7Do3zeGKyI96
qScL98+bhdP1i/IEvKBhELDQr5oiznfbXq4tQUtQTy5Fa34GYmzqTxIMTfMXHmGA8cxtRe9eGbd2
N+zKoT+rhb3v+uYx9/95AihfaC9UKt7e+eaJLKo7lkYkpc9dZsYihswOZ/kyerV6UF2qTwoSlDtY
GpOCapogCRDI4PaKhEOnSvdpbYzQwRAolq162Kp91MI0HxFKrir3NCQSeAUPxG2ueDjLe9F/s+vU
rbePSLxjCVWRqXHO8kLT7DRYq1pyaYWqbwdkYtZICy1dIzdJEkuFUi51L4axlLlbH31AuR7wUrqA
Eaz2CHbjSaeoFeBtxA3uL8vb+9FgD09JJzxLfjtbEzB5DITd7PAyBrS4aIkYoJsQfoaJGa6RTF76
4h+82v8fzyRauF6DwAHCsjWC6BLG1jGwWs4AtX6oIvvga7BlVP+RpvIpVvO1lBj0sA5FC8UL2SGr
LU5ev7v/9jc5lqCQPt0ilNMtKmWzkAz/jrqcdLovObCcVa5TVdJCf99lNJWEEREjBmgUEebr61Dq
3e390T9Y/vQROaZJ+qnWkQ1fT4ZeosFGbzy8BJo27sEjlZ8QJjIfTbU7+VIoBytJqI+dJjVipSmN
TYete8IHxzunyDmOKylIh9MQlcrBk+kBpq7oD1I+eI80AYMzwPnP9x/4Nt0wZaITSgi2plJynX28
LDdcVaWIdqlGRG75ggn89lDfYGQtr704HXeVKTmZha7y/YE/ODwpXajTf5isaPRCrmcKsYKO9eH6
Fwp4ww7dQ4Q6Nfi2rfiD+vEISYC+mVrCbQvtAO3MWE8WHuF24fIE00pRptBOzKMOlAaFQeHBv9hV
9ZLmpbgAY8hXHeSxhVm+KSwLViVlJ7YjhSf6D7M9OdAfLIAjMFSfHTDD7qgVR+pjI2XVg5lUT3lq
G09+22xyaQKCuhsP+uqagv1TM2Tmwnt/8M0V2SJ6Jqgg9xKzLSI60xgbdQgu6mhPQiFR9WQZkf4s
rPEbfVwUDdLkk5zE4X8Sv5tOWoIYSh9ToKdzYc2iPENVisIUVXjB1EWHMq3qa5Df9ub+wro9/via
U3mBqpiuGm8ZzbsrMas0jOvgu1zCEn9nSBQdiOgo346G9qlShgXLhQ/WECc7Ktsy9U4KTNPP342m
FUYE9TULL1Jhf0ZhN9oNI/VLCgnd8f573SZ/pMkWakcWmhk6gdr1SAhjdn0VxeGl7ZQ/GZLUW8UV
5RfPin+j0Cn/0WkzLZxmH70cgyrMpjX1q2ZhFJrZiaC3HFyQn5XOsJe+QAyWDoi9/b3/bh98Myrq
NDQV6uoG++P63QBPAIribnbw/qZDH9fGAT+Lv43o0KeWkZ27P9wH2dJUnGZtEKIwo3MrFCWPXWpN
QnGQqzEfdYGAveUHI/INFQUPPdhAvW4RGjLHM10y61TQK/qGsMymDArzWPquOOBRgE6oigzB76au
+32T9/9Uv49ewiKfQGZRsGA5+MH356iaFhkhhM1XuZ4j4Rf4CCDc7JSlqW3yFrVYKdPOtUmwmZYS
QHJkf/83E4XyBk1qypWUT2cfZnDR86qbQjh6lO4hzJzq6nPU/FMl8ZeA6gDYEsVld6UlyVpubcQZ
PER/s5Pm7itwppHevmJWgXsnKEHg1oewaxbOlNtZ4TChIoKGG9tQWLNZSZC4V0Ouz4vI5EsD9bDq
ZPWpENZZk8vkpUsLfyG8mu6l6wB3ylPZDlNyQU11dpTneQWpp3C9C4W0cAVG3YKnpjT7+0v0rdR4
Z5h52SEl4u8wvPIuRrETZb2JkDNodRskt6V8M+Lx22jVe4QOEcXtf5ns4oVjdPEBZjOrD4GnImvu
XVgdO+DWxkoPEMMhKdw1udi1dvQoxfa3xD0hf7BN7LFZWHy3hwJhCavdmgoiBjWY6wXfuUUExy3j
9CnUDrAyYw3NPwV9GCA+X+9P91uxcTbd9JNNhUoePZubBlpcqzAVhOxdVJjAGDIMJ2jIiHKliWjX
Qs126ImX/8hcvIepGP1dkQvrodZQKdIqjuJIAYxGmGOf8XqU/6F3YsRo70sG0vtW8TevEAMC+VBA
IgSMBl/O20swK82VpvXJA64ZPuQU5KEQxzTDbeAJY5308fAIt9LeCX2InoQV5zsXwZZfqlTgXZIP
7jfwYu7Z4iMtHDUffXt2FGIcNPKERnX2eupdtWjsKA+CS4O248lIxr94sSAfIaSd2ormpJtYL3Rj
QGXL9LItjWPlNVfzw/2Pchun0M0krSbFtqfW3exurWWNgm+p+BedZbjuwuifPRbBvoVhfybLgQRX
N39g1cv//vO4BBBgbwC6qiSG05nz7k4XkyFMChH74uVg3kMC/WdMVLwXdxAXmSDu2CdGdQCxvGTl
/kG1lTYe5UbyNkIKeqjXI2dS0yDyk3O2CFp3QGb/1W4SbhJVYClUeEHA3di5JzuXvsh9jZy3GMRe
4TBywhohKH2iHeO+5YSW+Xx/Tj6IYKkrcr5SCtU0PBBmQWMgpeVUI7Kd0BY/c2oh6/yroA3/zaBS
TwM1+mRgo9IYZJtosJ7gDKDtrhSPQwQ/+v6zfHACTxUXSp2CdrwxbzhmZeWVIFltB4mc/ieythGo
wDFaWAW3wQ99Q64Wgh9q38q8FwTKi6Lv6FpOkjVOG/v9uQpt9C2wFAgWXuiDS0y3aVGCLQSBQRf1
+rOLdESSRUA3Tyi3bSO7DXde4aWrwjTaTaFm7TrOhbIw6Ae1IzY4s6e+Rcror1yPmhZIzZShbzty
EgEn0kpNX1eZAatOC75j1mKuktbw95ACOX7DFK2cbnSf1dHyDzYSOdGqLk17XdW5dFJks1lDFZD/
TZ6Q97/2R4cREDlqM+xEhRLl7DAaO6loRzmxHK8zkkMmCtTtkQBc16VovnKA/EQpJT/3uIGceCoL
lxW5RFrQ/73wHNM411eErYD5pxlC7EgrYLqv3h0LdoT6Yl24+aXBauIr/gbxkQQyJBQru81Abxem
3ZAdhOG+StqAvjtx/KYdkMbCPmST5MNW9KF+7lDSx58kDnZ9DkEoHVCTnGSo/+vtSfWBaBHNdAgh
lj4v6Co6VfOMw+Qiw8hcy31J5b8OXyER2OseOYKF1XSzhBlOJb0FIT5lDPNcOiJVwMBL9UihoVR2
wZjsehSHNlaZxujQp9WGSzf+T06GJJTToMZ0TnNpa+Y8QgClS9oNCfnSUYlZU5uOYd4kw8I1NFMm
fxtm2pVToQAZUVOdfXjyViOToSA5URXuKZNQ1gadi+Rt0xxxG0eAUN0kHlzSv3H7kElH2MpO276K
LKPPkj9IEE+9VfG7h1ecFTCj8lc8plZa0PJ/beFhbwB2zAl7mqiXw8sACzRPE1M8iIskk5yaxsHW
TNoXcyzD/ZQHfQavFh1iFGQ2Q2m/mEgPnXCWmgIVl96VjJgQpX7ZPAS2ZRwXds8HC4S7jTiO1MVE
dHn2XGTkEUqYg3dp6KbvPPRdDh5J0hGVTjSVoQRoOd1gUgbvyZLDcG8jkLjROr/Z1+CVAFZbFvRb
RA9f6yH469GNRGpKH/f3H3P6lFd7XON+48ifAIpTwWa6et7tcc3Ly1qByPWCFovYJekvr36u1DFd
xUGXLEXY07F+NRg5FYEGG5Tml0aBaDZYNEZEi+RxuWQZDmxFxwx6dBjClrDRy82Tb1TiYYp3NZxP
HgxfkdGFlX+pDQpf6LcHu/svf5sW6yQPU5+Jiwho6hwCYI2NTQgicM3SKnvfo/3lb0j6KFKCHXpp
xi54LFv7uyVQiOosmHmIpwhpo+sq37DoE+R/4SnjT1d9tkAE/c4LiWqw7NYlkhwNhimDbf0DHQzf
6/6T33w2HpwSIj0YikzKTZqqRfk4KrKrXUYED8Y+wEdPwLFKLK4LGkD/fTAgktSyCEKmAa8/G3As
CBulrl2wrxrOho7rlJvSbawNtk5l+2JhvJtwh5ej+KLpOuAhjbVyPR6GNjRvu4aXSyHh5sKON2Yr
L51yH47CKjRAnsg2+LjrUZD5zAsLGa2LsKx+3eYFABxbXbK2fatSXa95IKaKwTUq61OJbnYMgEsO
Y5xwzEuiiPYsS3XziuMRgqdVp0NtTJEGVBMyjNBEH6yqom5dg23En0wCGYPCZ6PYqBYb7cShQHVv
9Af3Hxoe5jdrqNxPXVNCpPdSGZHCKWBFXYnyDVmcjFZIi2UMLOzMe0IGKHoFWA3GJ+irqkSGXSoO
g4fZiw66FdDcgBfWiqgkOYYl/HZP4s9rIJP5TwRHDjmKpdnadktRrkdPoMdVGK0ircMWejINEoTf
ArCOEerkJu4F9TaPemXnajEg8xy1ikl3JHY3EtfWkj3uzU7gphKcYBNIlRtxHhuTtYx+k9vyRcMp
ZVsBuF3VeaXxVHEE9A1cyv3NoN5ERQDYBYB6QiOCZWt+B9eJHrV13I+O0sony/yutOqPurHOgY9C
KWgMLzwV1o/MH14m8qACoBrzuYPaw2+21xRMt+gQHATCBZL5t2r+xRqWx+xhT9AXRqKniHc1XeUA
slksnqEjrSLYq3jRoI8H9lh6Rda4XtOOeUaaZpcp6VaOpU3dLfip3yQD01vS/7PAhFM4nBMhIAgb
ndzlo4NhNZm+KKtz7xXxn2BsP9+f0A9HgpPwfxsjtHav9yGcZb9Fb3h0WsjiX2lyP7Cy0+NYo0p6
f6TbbJOXoqBMkgvLAyrE7CADEQgVFBkUB3Vh0I/a7yqOny0DIGDWVoegReheG+p/Qenu8dFGBi++
dFzKkd9tcosCvlwsLKZbrM30RFyKxJFiCrimisC76zcSAtUc2R8dvzIRUWuEdswEMrpmrbneCrhc
vi1FjxVmrFhnvLDo1RinKoEeALcODWGFagkuU9aTqeZikyHQtdBwvzklLeoRJjBXmaro1Pe/fsBM
JvkzM1NxpNHGlsgqiACj6rLwYW4KH4xCXDt9Gfok2kQZej8NbWfXsB2E7ETkfTtFdB36G/BWjx2x
6Kr2Xet7k9kXNbPFATe6fu2OCNd0MEEQbvQhsdV5YyJm5f5BZJ49GAQ+nxLG3qpFlG9hGb0hUK6O
dKJNvhWXL+c58fYsjIlCLVc0XM8c0+AWbO0Q5T5MIneJMoqCzKOKT7YuDY+BF1erHCHoPRm8f+nT
0v+CknJ5iW1N3idqif6SDJZO6VM88MrSRkenhMfr55V9HJUmWbc02FfZ5KHXNjAF0UlDiKnNNMpm
MrIUDc7ye1sdd3aaVL8jUaGDBRTEPRaYMG9SSIyIIMYQ6pUO3g06UDvKCOLIOkdivA5RRh4we6X5
+DcZgsn/Uq0/4UZh7aTAf7YGxWYh4tj5o+tl26nzLNvR0O+3bqs/cWufKzW0942UdAu7Qnyw6GB/
6DSzp+STCO16OeRRiZWgWveOkQmuN1uvvWevhontuSMIezTbkA/7UqF89kT33XQCTRsegA8Gl3Is
LEfNyTqbxAz2hY/aL5IQ2UPd+HAnKq9/ysGXPAxuZP7VlETdUPCXUYrLKxQxtHZhYd/eFTQSCP75
BfKHcsf1i7RGj+yk73cIBHfK1u9IRFi+7R6SqPyX1fW7QOcmWdVDW++ivlSWkArTvpmtVA1QvoJ8
MDEpOfz1+ElBj6OSk9YRYWh+UaQK3LPZW6e+IyIlABn26DAUr43uVT8mbRqv6ctNpbj47DZWsLm/
y99a67OngQEF5MrkwAN4OzvsBg9huQbusQNdLjzKCHyxXEfdPBv98DJajdzydDWuKGGrUmoPq58J
hPbfShMPLzQcqs9qC5M/ITh8hLFsPxcg2R8mmZ4nqUoSx9fsaAcVK0HbRU429KYxkR5D1DF6j9TG
RjcagK1PVz3RSv0ogtr4AQDc/5TmOfT9+y97E5ZMaE1Q6ETn1NJuWr8ZBhGqAbXYQdwIyQPs3B0w
N+EeBLCyLouuXKgM3KbB9tRjpgwJYhbczcSRfH+EdmDrc0Xg8wpNvdqZeTr+IIHwHgNo+E4TlQiG
lEqzY/W3e60fi3UZa+0fnGyzn6Dwyi0nKiIauLMuTMTNXqaAQAOcvjQ4oNtMZUAeEpFNapd5QZOz
jTLjmIvOWxhluoaulhZdkynZpldMmoL43PXbq0oaYjuLPJgt6scWh9wvtehOkAaVX/e/68cDkSlq
JCjwUWc7Kkx8HS9kw3aStkkfDROZehNb631eiXAhNb/NTnkpwHxTt/2tSD5N7bvgwICOhb11bDlS
OyR/0jRUn8lB5e9GmVSOHY7+Ga/jb5hGF5u+yKYAMbE/eTLqD/aYVD9Qv0SQzM+Nw5AMOHSWUvjN
yKT20JGEt4iRjZDzJd3+e3+Gbu7yNyYurW1hs/Ata/bUyGRaYYYOkyPjW7nqZaVCSV6dTGO7tjtH
1mA/SmjgveLz4y/czDclF4aeINsThQkWrz1bBW2G1hM6ZraDUW64lbsXszdRorZcqmQGQnKDu1R9
+uhlURihpkHd1eBtrz9RqXsBdrSS5bA7I4yfJWPT5qn3xGdFOAUanH+26C0hpu/3SxWm29SS16WG
DlUZlI3MU1wP3peh7UdZZTl1MCif5LTsVqrf1JuxtLLHCBPYXVC59m6wUP9DAska0QdXsnWqVt7k
f0DY4KFA0OklrbpikH9AHoImExgj6rqIPJJGFj5TN0I9bKJaPqONX6700G83Ssyt5buDVG6wM0Zn
AMbkoUZl4o2R4G1ZBBj1+EO8g5Y/OFI9SQcrcrWuQqluV1lepts2kTTsAVA5XIGSDA6lHAQnf0Q5
beL1x5rlHt20yI+h19aPIQooa4RAEaijwBFM8ijD2mhk9fP9xavcflDI5xNSiKx/cmqbVQXC0leC
uIlUJ5NUHemXFtJgkVSPQTKaSMzViM7XTO0DMf1rgeryOqyNYJPrIG+IFT8FCPdsfQUrXn9swAng
4VU9mmjxb2VFLIEVbs8inhWMAthHCmvYvl9/f6VF+LYKYrpfcaX8dFHSVkfI094YvNyfldvLjCYE
4pEIZdCRYNFdD9SPQQ7up1YdZbwQrAJS7UzzUIv882AoCyHT7X3BABNwlDsTsNr8gDWzPvPVWFcd
0HLtk1LV+hq9Q2nzn9+Iy5mPRCkdCM4c6GP0QqOLIKlOMQjiL6QRt1j//vK1Nl+ZLsiD+8N98FJg
2Wntc5SDwLHF9QQWStIUqL1rzih19DnNxqWl5nbNwne6hRhSpOW9bBogXE6amMWbQ1Z2jUF+4GD9
8UNvfAD06NqgQyvX4Uo2cuxEUQUe+7jchlWiPeNR9On+m77FGdc3MT29CSZCBA+uSZ4tyrivxw6t
VtWpxwjP6yTuDmMaWJdad5+BUwzfYeRxJehlFn9RcgMhZqr2aLpI2yYc1MdS+F8DfegeYTA0D8XQ
9Tuplq29iq7NDkny6uIpmbfyR609ujE2LG1b4d2jrWqvhBBdYSNhtclDGEHNiQFsZ1sTHM2qhCq8
Kb3AP4Wpki3FXtNBO3tnFTsdAjCq22hRTBv13UWNlWdR2najOUHSGKvRNPtzjFgWtIlYOJ5pFV9L
yb5QkeLEo1MArEEx2+/3J/4m1SAagL9HqEUSDTl1Nu+671GUTlTVsSAnHZFobKhLJ9pDlqBOlKT1
z1qv0x1oZccoBnV/f/APTiJVF1PfjTwe4MrsgMgUEQadmatO7Otn0SJxucpS5bHB0/Y/o5E4iHTW
Fxgt+l+AOa/nWjGDYZDCzHKybgh+eXb6o2h9eWEVf7SR+IzEkVywFCbMWQlaMnJZQlyNXHLAxEhg
hAnCkduPjujUQqpChHvaDC0yxPP1xP1bRPB27s/pBzcRRSH4FKomCDX1WaQZhZJqNWpiO6iZnYU2
PGGAkTwbVK3XGL8mZ3uy+EvydiGG+uCogsQw1XuIpyclluv5Hesq0Kg22k6WRMout/F/QKR3KV7/
cBRdAWlJvmKDEb4eJUHD1i/xNnckiKcX/EPOqtLHz/dn8IOcCHoY+3viwU/9ktkU6o1nV02P/mAe
qxe6hMiLQ+A5qegFn/FHK17UTBseNbP9Enq9jFJoou/Qw6sQQU67Y2R69anR64UL7najCkqqMIHR
nNBNcw7XLRQEAiGJWE6rDT/wLq4fwgL6oGtnbbgO5Tpaq0YHOzzkCDpJrmYt3EW364rb1WZ4FfY8
8z9b2qUle0qkkFWgHjycEJ7ONlVdBAgvPRfVpkSufkPRcgnaNH3Q6yMSjgCB1dRvQY1gfjPFfiBb
Q6GYjjlm3+KoBW6GcETWhS+0bn/i4dwuHElvxdzZiAq5MI1XG2ozq+x6iUVtpHhViek6sVmD1rwe
7HMbew3gm+WjYng70yqVBw298Q1chQSpd13ZdOAY1jTum6VKzAfvDz2FPIFzC8rZPCuSpbwjQeV4
bvJU38ohl9TKCsLkR0RnBZnVIXfq1FL+yLYnIV/QrHHR3dh9D9QIArn6RZPRskEePNkWmuxfclWl
lKRyr6/u75nbjSkgq/N8BCocfHOCbxgkpVwIYkpFC4yLYaePcYPC9P1BbhEutiCQ5ACfLi3wz7Nv
A+i4CRW6ZY6XJSM2hj5+1mGAUFoy1A9+lKQbvR6HbdrIYmerzacK/S8qqa79b+FBPvgsXJcycDt6
R4SDs4zRlYaGMFZSnA5fwKMXjtkx13QSIEpIYbuypVz74fpDuzHSBvm3yhwugVqgU+1V3yvE5x7t
HMUYcj6Ue+m6FckRi7QEebalrPr21CC0kOGYUSGnJjqP9Q0avpUUKoYzCmn861UIFWWtskldLMdU
8+D34WusVOOPDI2phSXxVjy53kmMTf2QPtvUcJ4ja6QGOdfO7g3HtsMVNZFzXag5Av9IV0mncfxd
Jn+Ktv+NwckKgNoxNZqTRUFilY7EedBZbOvYh4/I4a5a6yE0EBWYrOn19q9k68f7H/Q2EGHtIrYA
hBaxK+om15ve9xFI9zxfe/It7V/aBvlTEmOCZ2MVuDDSbU40ZQ8w4KdwB97lLA6RvbCSkrxTn3Jl
0HYFQsq7LjazbQXgYjsl7gvhwG3zirGQkAJ7Q5Rpwxy4fjVdrmmI1LH6VHaIdVhyou0xbITTG8TG
b5Ha+skoMD3ppnhfx7Rlpbv+lpKI9jnGs/mHZ4XmrmwLpAVDYylouFH3otYDUZxaBAtkggzNImCJ
0z0b1NpwPPcJUECOUHQ2+AjkfpPwT0FAFYVo4wEPAzyN8BFC+AZF2l+1Pj4bXvVQSQfDQlvosyR9
wgStx8zvqRSPgfWMit9K+Mg7BuqmtOmNI7fUg8Ltq0Od7VsJnen7C+iDyI83IYo2sbsjZHjrTbyL
5Unux9TgFwU2H6l7RBOlscRQMWzyZ4zNsH1Fq+NbYyjVGgWofF/l0gLD5vZMIpNAj4qGwVuuOFtZ
qG3hYxMawjG6QDnnKJUmqr1tOu1RaQvQfkH3ev+d33KD+QZnVQF8pt+CvsAsJPCU2ij93iMb1pOT
ppfblkaFr2ebCF/pqHmxQPvj+7bq5ACT1XTd+EAjjeyYFNkXTzbWxfjSY9su6yffPWeauwql3Bkm
9z9/bdUCS741XPK1ktYv95/8g4uEuYI3xTEC14oE+3pTIDSLW12kCoe0un/ykyx68do+dMwcAx/u
Mi54s8WaS5PkfVVp+tYNBM4rI0D0+0+ifXBAU+BhG7BByX3nV1ovgtRq/URDt20Ed6A9hJa0zhNx
iYJua0cvSvicNOHGkvxDMdRHNhFIgWEr6cWWmtHF9nfCly5t/gWjeZCTevkllPaljjac9RvVUh39
uvyiRtlnwyuww8HJwxRfgvRoyBJ/xXPMsMKy/QkfXtx2aax42BvXdfTbFfq+EOMznPpPcYqjgF7T
Bxkl80va2I+TcgCpyxKHfxJynIV7Knnwm6YLFRbIxtffxcimZBVFbAe/kAdN4tgfcXSJvko9fpSE
PoF5GcLPFPwqmo2pjFmv0ypnv/83ql97VVl7rUM1DY/TXT65KcOkzlL52FjqD7TwjBUy/c/oOThj
uqvr1wxZIVk/3P+gHyQPiEvAjCDF5GhTzdnSQjcG9bayGR3Nxw3OlwSSB2SLlyR3k10wingfVhm6
sJkb7mXs2wCjRyjkwqdGVlyX4wccnJqj77XWElnhNkYDwEAkyUmLcJ3xJmv37ojqENsfchDBTl8H
p7Cqg1VgYMqo4Om7GlVTorib1D8IRIcdQVz7u05HbGcwJ1vZdvYZ96v+W1tWC4fIRwcnTV+4taAY
aFy8bZD3T9ULVwtjKG3EQsqp0sR3wlv/GNKlf24TP9gbRilt1VKAUaPSfDJ9dUnO8Pb2p/SBdODE
RGZqjNnt30o2jrgq+A5PjQ4KMgFgBGBsPYy+vxRo3PKepzILRT1yGgtywJwxorvI9rW1OziVNbQn
1LbOo1bEJx3a2qOHgeem6KDJlKnsf/cA02ImESYs2NYfH7iFccALY27FXA2aR7sVyk9b8swDCtUG
Pk2j+agGrrxwr9y21SklsKTBLnHMC0Tzrjdlo0QBCtN27zRycoJW0TtBTeMbxXBBPTDQVzEnNObG
pvZcyYP/IGMm/oBTbX+q28g7IUQYrPCEGp6qMukdJQmtp0430c8y6zOWvZO5tbL3vAr9AuSEL00t
/fIMhFkWjtqPIi8NOCJyYgR5AEauXyNpRg0QW6M+hWWyQSTB3QDjcdpRbdY2DhH3j4HbvUbURZ5M
HwvIkzkPbIDuWb5eFOpTLzWYfUmquSmq8u/9QW7XLawf2sWcKWQ9XGjXbxSFQ5gDRY0dzFtSp7Cq
lyGw9ccxyv9z7j8NRIuUuhb62fKsTgfz3W01UcWOiYnwwS7aP7gBn8IuwFVBic4psf+qjPAPvf9+
txENfVmagZBXgMqy+q7fr83cyA7lJHMC0/a+qKP+XQz+Zy2PALPYVnOIsIre3R/y9rtNQ8IDUGHN
kA/MLiAXVraZjHXmSJ5lnJH9EedaXwJHffRepI3TnE58UVNcv5fcqW2CygexDtCPbVgPFjXXLNya
RjJ5dWAUL8VttLCNbwMNgyorCjnQ1UgG54BH00o9NxjN3EkHvdtzBUsvVa41T+jW/7RL7Ux7XKEG
rQ7nzKXEsbAfbrkBUA/eDz893rtjPsAZHW34KndGGcOq5NmNHyVQWbhnbFU8zCgqfnaT9qABd8+a
X5nVTo5ih65MPxVhTaPstSB2j+r9WJxbU1pRVv9h5eXFRpN63Sgvvr0k1/jRSiDfQs2Npj0Equnn
7x7YltM0t4agoGCMVHPtIh9v2dn/kwH/H4UXP1oKdFzIf7gCOVxnOwtrVgItX86RwYm8Yxz4TE6U
fhmsJMVstSkv5qgtxQEfjIl0EexxjnOLl5t9ClEMRoXDQeJM7X3sUjDyq150KdkEKmalBQZaiCg3
7S/EJZ7C/FNiWy9Zi7urbE32TRdN9fd4Vi8ABm9PZ3AJE9qIpQmQb17Z7cdsaPJISZ0w677WhplR
EZGN46glqGoUmKvc3+e3pC6wvxanM+EQPRgOtuvPm4uyCHjnxolbLf0axbG3Kwtr/BIMAsiVCOCm
x1rYPUUVBuG1Zr+kbOjXNCiIhkx0BksXjNnKNjz1JanT4Bjm5vgzsXX/88KD3obEE4Ceg5f4CPEk
Y3ZYZAH+LV2ZoyVO8HKoTOGe6041qrVmRN+wPLhgbrErM0p8WOQY6StmMMVkA6Au3AG3H4jElpuT
iBZMGrXI6wkLLcXr4gr0olwiTqpKHQL/WIvss1ynW6hkS0ptt/VmxiPomMDS9KjnjSkQh0WYQcly
gtaL0PMq8q1eW+FjUmq72uqVc9ahK9AEfbhZmPEpnrlOa8Gg0BAFgzd1ULTZnhTmqEpWazZOFMj6
NkgrDNkHXcJ5AoZHUnfSs+/1UIZyXHcrKL3fA34KRiLQnRH/s02X2EtyObdbdirgAIQCFMUieMub
3h1GuGT1ckLTxklqYRyIZN2Trhfphi5d9h2wrb1t4/77/Xm4PQAZE0zMVHjWkcya3b714HVFFvQt
hXBSUkuJzPWooHl2f5TbGAak0htJBLlT+o/Tz9+92f/h7DyW48bStH0rHbVHD7yJmO4FkEhDl6RI
SZQ2CEqi4L3H1c8DVv9/MJGMxGgWVR1qlniAg2M+85qoxGC4wg/riFhGDX4Qs2VTKsSHKbDClX7r
Ry8084dg5wIQ4BufDlU0STmaplcch5C4wQPTQk2omlbu2beWxOnymam/wCs4XJm3pYIVfFDSmUz0
7qKaLrQ+JtmBAOomSzXdkeuwdItc+1GMKgZH6Mi9Wg2UdsUgw06qGOYGXQRXSNLa0bXpZSAy2vYy
7r5Q6BW0BBLkoAsd5zKhU3/+6ZdgXZGWQBgG+0nN8HR6Kr0xRgAU3l0XtNRpYnh7WJXWu76ifHt5
qA+SPoKQOaAU+fYc+YtPUaeo+QKHKY9QPV4asrxPYdV5bh/7/jYNTcvGRBM2lSjQvDenWYuxqVcW
3jzE+8+kSHMfDcMGtBMoKixftxlao8o0LPKodwrb3gx9F6sS80tnJuG+x+V532l1fewC5QZ/EX9N
fOzsAlJQcppPGPSN2VvqEoUVjqERFmZv3LVIPl/3plwewtLfDt4s9SZivxixqwNFncjN429hq8/W
WtD/GvKNT4XQyU6c4Cc2BvIzpkb9Pg+l1r38mZanDmKmoOFou83VDC7leUO925uW78MZGdXwHnen
X0Hfa9RczOoganF+VCoAs0qI1fPlMc/6b/OgFFKJUQk4+Z/FoD7e0zmc8ug+VVT/sfct+EUannS4
Y+CdNMC9Rk412OMm1ThDLWAdBfUfW7Op0OxAK9YSguW19/Y48gyVm6MTsq3TOWiBEgDJM8P7XrB+
RHLznCraLjHZkVmZdytrcn63kzU5v/u7wRZbkJw5pFxvhPdqG5rXXtx4IAXQyr08xeevBHFxbuUS
3BKUn92sEpaA49CF93JjpU9m4pGD8JWdahj0vURGubLbl0c8ZQ4J4CJhDDsNZZ7FES9Tz8GHkLfq
fe3HpKnxQYubwglGYe2a/HCkuX9DisrNtTzhc1Ugf2uH8B6XDlPD5Hmkbzt0ymSTPEbO5Wk8O+jf
3ouoF1TvfKWIi/fqY5icHPGwB6QGC8Roi5cw3asQCcEeG0hn8tpPRQzqiHL4bPfnav64F9MJZ6X4
dpxG+BUUxRMSGAIbG1mVra/4N6jJXIV+vBL0L6Op+Vlnwrk6A/K4zxfPioye4UW6Fd4HxShDAMnM
T1MjZ27RoUORi2G/wf0NS+9iWMs7P/omNLo0pBzJZukDnm6gLDarKusZOUw11ZbaSLkOE8+zfVHN
VnKI8+0zH1hIwHKqI7BvzOfZu/NKwHlTq0JkuILQSJ0eawRHsPp+5bt/OMqs5c8yI0pctjW9IMYf
vvOj+wJeI82CmDAMJuH28ur6aJNyNZCesbQQMJl//u5ddEQOoSj24T3um3eJ73XHiprsVSn0w12I
jtrh/zLczNNF6QIHlcWFDHAHd5GCPQrNAyFS/TchZulagvlDTuTBvTzY+b3Cd6I+Tp8MxwEisdN3
Q25VLqJB5JgbOs0eouC1FEukutqo3yWpeR/J9c/LI54vQgWpBSbyrcIM6vV0xG6Si6BVe9rgqg6u
OMEfG+nP1u6Usl85Xc8qHQRoEsQdih0csDPM+nSsuNMgVGWyBmRD2eJXuB2ogm4Gs4aO3DdXQt8I
GzMwf2j5o+zL+yHEQfM+Hz4H6X1dATlUryQwzHJAOTSZtiEem05lZJ+lmRcu9c3WTBSUpPKVxz5r
ifHY1PeoVc4yfQB85mX/bsH1RagPFunlMcaRxo5Spd+gU07sGmBsGJda8TVCMdDWm0a/k8Suu+ok
VF4iw2pWVv4H34okB1ouqYdGKLD4VlrVVHoUI87dhI10Pbfm94MQwmkFvL3y0vM7nd63xuwgAEyB
w4k0ZFHtQ8ZfK61UGI5Z4KPYhGrgdhCr7OvlxXe+lU9HWbwQfsGFjlnySBnTBJuuyBg4mNIuVmhq
eX6xuzzaW8dw+VKz3xnUdAOxhLfY+92HlDBg1c2qHo9+Jm2F2nsqTNlz4hpSYYAnwFXZfxMi/wYv
+iy61/urqPwURl/G6Kh5N/Lw0zePWnQvx9jHjk5bYqqn3wOTOybFSx3/qKurtP/lN74ziQjwbGX5
lzn9mFqk7PEYwGDTxFjR+9YjLz5aV5aJnkuD+PdzU9z7w01o/egtBZOCCsb1PhIix5IeFe1BmJ5E
0SWzFfqHxkIvLNpp5W+rO/TSF2TzO8qRmG/YRvBbsJxcS/Ec2euzztCPzP/aCzGuuD/pp8cBFJb6
xQhfs+x3CkPe9FTCjKuxxg/0a2Hh4QgCSt5kSAkL4LcNPHUpXlye/7PchmAZ1NisYkxdnvLBYv8j
hhAOAbkU6MGWFmVrSV+Q4dd+NtbgX5dy4CMPn0oH6BLqTQ6sz0Z311gzdHkLkxergLRiRgsSuaPw
Pe+yd6sgjQcTMpfXH5uqwHxAvIqK/ag1L1hIUCgKkleagNheJ9pPyYwcUXqJRip9md0CxCnxrFOu
unC6Sepnc/g1Sa+WtE9M+BzCXau+CCAr8qm4jfProdlGufFVzeUHLX0xBrrHKGM4lO1WToXzAAaI
MLkpzQ6u3DOqryYGgdHriXKUQ/jXSvAkUDl1Qkg6WxVj42s0+20FE9qVYc/aucpbmw486OzCBshh
EZJLZYbEmTaMx1blI0VGXe6GCfHLRPOanRqByEN7uJOeQ8XbNWmWPMatot2GeVLcY6Kp3jZt6zk6
0Ng/vrApy+DLh94omOYzYGQex1qQRL54rBGkzRGv3qpdZjrUzOxyBqJdXtTnByUmL5wllP0Ua0aA
nq4m0Ux9cQxzRkPydjsWbQYBdlgDQ5w1R5lsbmmO/llCE8HjxdYxoOfKUiFDa0+Fg8eJ3ByAMttJ
8ogxPWuwC2ilaXgPCb4T+aAzJ+kH5r4/9bxQ7KyqH9Ea3VVx4nQDnHtlMqqVyOX8KJ+Zddzq1C1I
nJbZYBjx4wZn82NR4DOvUCh80iwhdDy8jB5psSi/L8/7+V3IL2TqkTIFiQys+3TeEd4odUrj4lEW
YGY3VlDjCZsPrqKvxc4f7C9Y+lxUGo3Emd5yOtKUqlMg+MAWDOTONn4IrBHab2t7wXTjBzuKat7P
Xms/X36/8yoIX5yYAxQRYGsAYPOEvzumlDQHWxQk07GHHf4lBaR4TesLg+NIGo8ZBe1jgDs8pjfk
+Kog/MwbAe2qcCycRvGBUpDn7ToYqQcdBjwux1WHXVQff7/8mOcBq8l9yklALWTG9S/ihBB3j2is
dbQ7FC+H2FVLD1lZ63eFOoX4ymuRq3TtWvfzg29PEQQEMrhrspklUiBDyq3ycKE9GmTM0yCZVLvx
gwAK0K2ssjOMIPsOpjkISKg3pE9LIcdRGIFp4fx9VOVI30idqN8n1fQ5KeIJxKXVqK9jjUaXVSQP
dABsHV/Kb4WlDTsVXcVv1RA/KX5XbbtGUf44QoOXopPL8XhUK5YUMjlJq6AeiupIa8NHG0kT7GIo
0pXj7aNlOHf63u6W+TsvlmFSFgBntLI6hvUEqigJxmsTAT9bgjp42yiCuo2G0hXlJsRMutc3odEj
BZ5VR7QiFBdQVrbNW/EbtLPJSWYHljEehrWHPD+EZwUs2gBwLNihSyy40chIc2tVcQyggX1Wtb64
m8zoOR1C61mrgvg20o0XyUqbT4LRqXe1EbYAPOvuAXHqr1FY0aMoxWTtajgTvFRm5TxKCjQx+UCU
C0+3sNm0QMP1Nj827XOIDtmV7FXVlZpo/XOWgeTJfAtupjdqNxMeQfcNpjCumBbBcyv2V3265jz5
0SyxXODmge+DU7Z4nLbB/Kat6agmflA8hXUebLssntzLJ8JHo5C7UveBigF3WD596RYMd1MCsz8a
ZhrctFOI6q8+rlluzMvuNIgDGTZzs2jUzjIvi3MnSUA5iGVeQsQnH4JMWbqlqU0bXQgA2Q/RHzZI
5i/JWNSiCRwVgKynL9VrZjENhZwfcRdrrsVWJADsjZU+4vmxxjlDk5e4ZbZiWW41uRF9Mm+9QKTD
9yGW1w/5ICU/LRQYL3+ijxYmZae5hcV+mWXPTl9HlqbASASrPnKRIeLRSt5eNqKdHtXjLkcT4ldR
yfuwacbv3TCGDjDX1mllJUYpWnmKjGxNn+wML8v8zmcsJGHmGR7DIrwpGjAYEQauxzro962q2WZU
INOFqa8HmTmNRSdPe+UxYMdsckt0xaa3NpPYtl/xXZyZn6qV06zPe9sK0K2xUN+94e+adpw2nRv1
COJyN2rddzONWhtpyfGpayzxUOc4FYpJU012oITA55JU+XF5sufw4GSl0s0hPJnh3PRM+binc120
w4Ta5ygexRr4ihpMIVKAuXXVSuiEpKkZHjrQmE+5VISHUBSmlZrc+bfmXEQujUa5OhPflkU5Mwkq
a4oS6ZgMafzkmda+iKZh7yXKFqQlaPeu9nbIfX3Piih2tLzTNwZ2DvKEXd449dlKE/BskfM4M2OJ
NjtWBGcuNr6kNzSXUulI8z65SmQ/uBmh/72UqbeWb56dRPNQ9Bsh3bG+kL85nXmvDZpRs3KJ6kI+
3QuaUTuDTI/88vc9Cw8ZxcSllZoMTAmYJKejQC1IAuTtxeNMDnYSuUn3Si716I2Nw5GtVT2Wmta5
JYLrK9feGUeAK4+iLhksdTVoAsvSNWDxsjOtpj5inYytXBrXzwIuIZsh7eXrspHGvRFoXzMRIGKU
+2Ansfo7jm1gPo4GlrI0kzusQ3zvMUFsfF90+OrmVfkdzPo9WbpoS7HVXI3WkB6FoOYepyzzW01m
vgkCifK+QDZrqwy4svaFsC1ASGySTBO+0TaRtyOWrStL+SzW5HWpwkJW5R+aJYtAPMlDq8Ndms5j
WSGLSv1qY0z4fUajhFGAYrXoWhnxWtFoPtpP9y+jzi0aoIS4Ap25aRqTGaedWh9R+duB6jDqLxoV
QKHogEi7LbF1qcaOnO/S6gldHLvvrxrIGEL27Edgw9MHv6438zFbqCq1zgevRzBCLmb9s70Q4WVl
vRS9vI2baJPkd00g4ICwRb45aOl+SOm+8BSsLBHaCRvHVGPXl5n+AN3DWzjnfqw5QpNvgq7fRka0
hYm3N5LehYe7QQ0vBZ4QVEh+ZsF+UDO3jpLNHCgmiCIm/DUPo9ph36g+gE/gKuCLTVfRqm1mYjzN
//q9iN2yuVWTcOMJB9Dbu8SQnNj/IfI0g7prZXlXe+MupUaCgFTVBREXI9T4y3vsPP2lwEF/zCCv
nOvGy5Z0ptcivapKPHrtZBfC1NkxJoNot1k3gjL6x5HZ2g2gmTaynlRwX+oJAcq4vBp147eglPkh
0TJj49GicDCG9l0BxsGmrkzllvRtTVT4TPMCNDmyX5S6WDMc/UujDSs2PUlIZEpMWpPvsyIsb1Bp
lSga9sK1OvnSXSAmoR0A6ZZ6U3XFqvHcOlGkazymvwFxOGYGLfJZTKZ0pjjqt55iZfdKOq3dvOdn
JBgDWvyUeek60Ic8Pb30SW2UegQrVVAt2Izp4G9H2SgfLn+/j0aZSQs0awg8aV2fjmIVotZBDGyh
+plYieUI4eoiCm2XR/ngqiOaAbGGNNJcElsGhVWbBZ6o1O09NkjGFZ2wbzJeCHaVyq+DCJ9PUVN8
H7sddTknrmoEbIxosuzUj8Nr5lfarDzPPHmnRwdwMNrkJGmgdJFuOH3tPK20yhfi4r6yMsVR8rg/
mhmq3Vnoa9uwDF7wKO7cHoCfk+WEXhjYG04YN4+Xn+N89mcYB/OByDX08+W0aKE/RPi+ZPeTZbxY
aoSjmi/mK9fg2SAqUHjcL5Bxosd81iTJrNrH7CMSjhOimzfwEan+1UO+chqfBVPzKMgasvghKJEA
nM5oFLJMFWkUjoKaT26TdIXb6nm3twpwEKYZRNs27PWDMJrGDnygsBKhv2khnHxRPMsAhs7y5JRn
qHuejq/IU6ZEWq/daX2IGDv2rLY04FZT5oG/IcVTYWhRJ7StkAq+OaKeFqa/RqtT7DBO7pUaqbJa
jkcHQZyvUdcBJPKFDnvFypDvBysy9iZt5+u47np7xPDdvbwQzi5Qsj84XQh74Tkz6wCfPn0+pGnT
NFp8jNNS2lB9yuBTRRSM+mZXSeFBD1txbU+eXZ8IznBXz1qyfDK+3OmYlTpUTCMtnhQXJafBzuS+
j5AOMYZc/WmESngYcmrT0jRpt/hh4HPp6cWhnkJzNyLv6FyegbPok9okm2DWLEVtjNrO6dNYaOx7
RTgVcC1M3Fa0UPlaIij8WxgFdWX3n28IGmcyNro06sBKLnddMGiqFwvAFUohi7eUHYArIaO4MspZ
9MmsgdKFhTJ/Vdoqpy/Uwm8YqV1ER89os20U4IMaI1+2Rebc/1Kmffg1zr1gW9H2Whn5vC2KIBjG
obhuwXOcs8jToeOh99RWb4pj2zfaZgjE9hYHhgj/wWibq0O89eF12lUS5AcDj4MOsUYnytTux+VP
en4kzOJGXLgAaCjCL9FintGr9Grq9Khp4ESQFGl2jWY4UjT2D0U0jsig0+DJ1R6JZa+WV2bhfEuR
VCGRD3jyTeRjEZP2Mi4Rk9inR6g1gZ1BmNqprdZt2IGfoi423UyK1jzVzmtygB84f0yRrIYay7Ii
jRzqhMiXKd9xcakuAWrhEukV6aaJVf+bL4jpPhAnCP45kqc2ZZ/AzocWOXZfj2+zIpadvJkKmo+K
+F0rWjZ9XMTKtZKI1p/ut5lZjSQG7GoarsDKT9dINGWdWQyDeKcK8me65B0VJxXtHq9buX7OvgP4
DJIg4C2UaeF0z7vxXbVcSMFLFDkDTcLRSNNvBraTWY70RFXFX7zUW+slz7/v5CKYx6PzMBeg3mqP
p+NNlZpVtPrFO6injR0YQ+jofpKsvNXZcTWPgmQ0uQ7lZ6qvp6NkceIhFteLd4KQooONN9xB5sS2
KbNPKxWu8+CJsVSoLG9cNg6SxdFYDKGUplMt3gW6/KjMwFrMXWJHBRH1qrZDt+tq8dYr5MdQr20Z
nH1px5Vv7fyUbmk2mL8ub+s3lerlDKvgHAgpaC4QOp6+u9KaVThYpXhn+sW4yfTAc5ECia6kXGnt
RPSsXSQG8X7yxOh3oeOMacNJDr5b8qSg3N6klouhVr2rfKOxsR7Pth6tip1uJuUepclfg54Ee+CT
wk6MtVcvjotNWckjx5SgXGt9nN6FUx68lLo3Pldot++TXNau21DVj2XWSA7nOfaralfecJFZT1LW
rrrrzGf36QzQxAScQ7wBgw3/+NMZMIw8ilq5gF0otfpG76GO9530EEeyY+W9BiuZ/7vuK3T7FNN3
ykooVwKG8145ZQW8moi6QAbN5dbTR/B0I5L9DC6InAlXiibctIpfu2VlDNcpWn1XdZC89FMXXWci
GoIYTBbwDiIFr404DW+ShAlV/Ena4Uzb/dabRN14dYVBcwL9Pir8fUWQs4u4st2S6MftpUG8qc20
uCpDpXFEAel9ZxphVE6jot9mXqjaZp4KN5IilfgtZpz1BppNYXZ/efV9cMQiDEKdfNbzQbR9eZ6U
g1BEbRnDsBkVYauiRO/pSo3QRiiVHJdh096kglVtqnjaJ/302JTJJlGwvhW7WjukET1YgsDGe6T/
aW0oahxbs1dWTtfzQ4+HhANCWkWMwUVw+nVMHxxVZdYCWHG1vKrHAMnEBOZSZIJRCatosOtOEVdu
vPOTj0otTSdKXhYX31J5L8KKqJj5GMfS96dHNMOqWzGI1lp889o+Wfsz+UgBkznrgSCAtrhX0W8u
eQkEFETWvzyqvZsPfew2fVQCKF31IDg//Sgq0DwijKK+D6Rhfut394epc9JqySgdo7hA37uodWoi
7VA/570quKVX4UyghHdjLcmHSAk0J87RjZeFod7IUTI8AntbC+3Ovu78SIh5EVtwsNFQOX2krEYD
xBhR0kF+7pl/UidJi/RnmgNT8VUx/Dx6a0LsZ9/2bUgQ7Yj3kOe86ee+mwUMogd9zD3pOIaa7zTI
nm6iIe//tASMChI9y1nklSYRRfHTFxNFZKtjGqJHtZL8rTkl5nOLdPs+FXLl8fI+PgsOicwYhk4U
EwhTbLFDoqKPkB1GRk+s4vYujK9bq8II0LKExEFcSBEdWuyujNr7FSThlcHPETKYfL2JR1INot2y
xERMMX5mod6kxx75ux3Si94+1oyKgoQkQdzE3kp0+1J8Es2gcLs6kXApyDs3pShuF73mOb6vjytH
+nnYPj8UsGPmZaYULjnrZtwJXOxBegwVtT5Q1BY3eZ5bu9ivNDumaXToRPlToA1OLEaoNoXx3pOT
tbLqORaMx6A6MsvbkEaQSJwuAgVIJQY/fXLMSul2FEP/Fq1NxSXKBsgklfkmgdOxsVox3gwZ5t5J
nK0EV+f7i6iC1IHkgWrCmU1GOvkxV0sHR7xVH1VV8A9NhGqWEBTNBi0vN1HKtS39wVuD0wIgDUdH
xCRHnQO+dxssQa6zqdM8OY5FViHDWljfq0DAja6JKV32pgi8g8pBRMWMRVqXbj1YFAkub4rzXX76
EIu4IqVGFFdVmxyFOBS2pS5EbpJH/uc/HgVyPz0eGrSQ8JfwsLSxJCFOo+Ao9wEYO1ESNn0Gieny
KG9s1NOLgjIMLUNo24gAUnM9ndFwFNWyGbPg6Fv9hsvcTuMviRJu4CptB+3Zku8j7apRvqh95hiR
agOita2k3YwCVsPtneGN6DGH+BSKdhO+yFN8p2RXmvra+iqG8Y9y8NkbcJWIgV62vWPWQE3KZE9k
vjWz/jNEqBvT774U1fccjzS3Kn6gdvzn3wsCIHcgIAIugiUrGdJP67eh7B/xVLk2U0HGK6JejXjO
ipWAFExAhEgJziSBZbyNxuxAhFIGxxjh+n2hjYbjwdDbj1a+DQTDd7HoqJzejCzHAEu3zxJZsgE4
1Ctf9IPVObO+wDeDnSWZW9wONaIeVou+yLHvIoXmBmaD4lwhvbxuzjc/3DLWzXwCIFe7PAWL1ur8
0Mj8YzZVT704WY9lbTRPAgcVLiihQYrDAv70x4MSTgMHIa4HvLUM6IMaEFVgIi00iXVymDCKuAZY
jv+KN2yTWOg2RKJrTqfnL0pKzESSqmKnDbn9dH/U6hDQFW4yVFXAB2p6pH0RzanZmNkgbVhG/nVY
psnu8ou+2XCc7kpGBZwE0AQ8DioVp6NaKX20cqyyY2Mdp9xzpAB/Qy1BcSy1cxgGU79t4WhnTwMY
XLF/SgSyOdX1+kPh7QtqVXp817QHhFtsw3zowu9qaTn6OO7jcS8puNNA/4KbleZbpQ/sSHmU0lsl
uDMsysC+Vj/ok7QdRTDrdYLGY22HXKtWmG69Jt3VSGV2UrNpkMs06vglBfjsjgmYWbMCsBg0uAX1
Vb+/PCVzpvR+RihJUKHDbdaYkTcAJE9nxJjY22If9p8yLod9KeKLVmIGuRdyUaE3h4ZCY3SGm7bq
2hH5FrWdDI3WLUIrBO2znwOlhNOhTSsNJi6l5BNCmbLdIED72CbafSU3/gH/FlpoPnPtmannKhHb
W297dR81IMlTfUQuq0tlXHn18Ar9H9XhEBq3JUemgXnr45RiuzV4Xy5P1lm/D2kJMn9zlh1kFZ1Z
PQ6DHwdqpQsPpN57RFSKq9wQwmMRJLUrFFq1F9p6k2hisRF6AphxEE3XUwXpPjJDaz80OBy3lNT1
UcZuvJOUx9Hsqk2T+/F9KkfyynI/C/RmxA6EfMxJOEFpfiw2WS5YZWt0lfLgST6JgqzWW4gE+TMI
8++C16JChoiBI8pefutPpmaXutU6cdi1G7M24i2WSp2De3j0h1cwsD06e3MaOzM4qBSffvg4n4Tc
ygf5wcv9wI10od60fuCtVI6WB/bbKFBksDeDg0+X9nSUoUiCrJ9mK40xLLbY77HtyrI5XF4Sbyos
71cxAD+AV0C7QfgR0i/vhS6VEqlJBO0hkqxyq1fq6BQovcKHFl9QBrjqYyV2YzN50meNjrFu3ayL
CnccEP21zKZy83SI91ZmSVeIrXytcPGx2+AxCMIAqWTzc6SJw6ZTsvyKOrvO6UAGhLJK6ci+FLiZ
apQ3lpdq+yAoMkeahHhLcVZzVDE1UO5sUH3Dp9rJSlV9MmM9cdTYKNGPM5OVm+tsOzMRzAIdBQ5X
4tC3xfguhgyLfrIabAIfiHVcbYveuzM63SF0KfNfD05+G2yg+B2L781r+OitXGHzkll8hRldD3Bn
LkeSJZ5+bISWGzmoGvkBwOceFqdaGRtd3UmkC5e/9xlZ7O01QV0gSAURHaT36UhYL5opu19+KG7M
nb6L74ZtcZC2MK1t35VscZs6yq740rnGg7YzrsRNtvM3gS1sLz/H8v5cPoZ8+hiD3rZhJ5byAyrB
toYUXKJ9V4pdJevAN1fW+HInESuDa5ljLyITpEQWr6wqczUlQG1tkDLt1jD9L3VmWSvZ98eDgJ2m
rMfFvNS9JaAqKy9JAU+HuCnmYRS6GMiFK68yX/An6wRdEiAQ9Ppn6Tqun9Np0/oAKdepyI566+Pe
DNcaOejcn5n53gaxjO+0BtL7EsycI8TT2uI5f8cZS/h3NYey9pKxR3F4hIfK6KUY67Anx3zOsNaM
KxejAPaaUQb4787tdUp4yuk7pgmVnxThiSMV3LS1J2DH+4SE+uHyClyCI/8ehxo4GiDUwtjzp+Og
MeKxG9T0OIjRcAiyoadTmzt5Hhtc51KDuWhTVE7ladXGjNF0BQw/PdWa6O2kDk+6Ju1ym5WQu5JS
dddjMAb2FEP9LqtW3/nFcGiDfdyFP3q8/pxGqq7NIn6EFh7tcrn4OepevNJHXwRDf78RfSF6WDMC
eimfMMIa95pMSY+l5T+MKuXeiu+kQQS1UfEJbdVHo7KQRPPPNvPbuCodIk5wIiras6czOQKENNAw
pyBTS9rnJE3Cq6IlpWvU1LeT0vhaF2t20B8sEhApIJQpqPG6S8RCrHKR9GWYHBtDDfbeOJlOokCN
elsj/3WillX/+7/588+8GGneBs3ij/8+Fq/ZY1O9vja3L8V/z3/1//+n/z79I3/zP79589K8nPzB
zeCOjg/tazV+eq0xFXob03/N5//yf/vDf7y+/ZansXj9118/8zZr5t+G3lj2139+dPj1r79mUb7/
ev/r//Ozu5eUv+aW7cuvvFr+hdeXuvnXX4Kh/RNUHp38GVpDcjMXR/vXtx9Z8j8RhScOAXnD+fP2
oyyvmuBff0n/pJ+CxDTqqSgQkpj89Y86b+efCNo/WRZIP5CfzcSxv/7fc93/faj9PddMw3/+/I+s
Te/zMGtqfutidaMmQBAEKH2us1FyXMIyhSFvg1ieBHfCYaU1oIA09CHT35mm7pPBOuTZrk1esuxL
YtyYRudKACqbIT+UQrsbSnkXIB4pDuPKiby4uWdJbUInzkSAGCQgS/GdJB88s7QEGi8iysLdEGdO
XzeWWwdK64a6tXY6vhUM3l0BdCWQVwf1Nc+EzqdY3GbepEbdHJy64YQ6FjEvsN+7Rp90z+6CGFqa
r6joQPeZADBXFxHOtf04Ex5xoZzEjeTVHWZnOOTetdMYVqC0PFGzxVarI2STa+FBKoPmaxkPXuVm
MS0Pe6Yn0eQfVPm5GKY5E0Qb9GsQNdp3RB4GH0eIcSw2nWn20WNWW5NEqVWbKsCxYelt5zfRQeG1
tQQqh0x9p/dildgFWArzChFUvmYSZbg6a5PcfPJqkFZOPsJELwap03bhZPo7QR/BeCRCm6jbRA7a
bQA/EB2JQtEBCSVZvwtLrYTa32bRV1/DXsaW1UDSUS/NoslOur79Vqo69iBRjYZN4XGP0caXk3oT
FAbc9jBWq9TONNBCtm55CG0hRlPSgpbSScQ+Os/gOwYwUhyVw+an6ZUDQBevLq2r2C+0AlkGInlS
5jqPN5nfI7eKK0rh6vLI9KpKVHA5CAnmd51ppI3rIxLu2VkgaIHTCgL1CVx3tM8tUcToDLmpI69c
ZqrTJ73U7H2xiO4kQe7WsM6LeGJeTKiJQPnisqUZuiRgCG0Ugl9H/1UNlfqgi4l1pyelWMCplVTB
8ZKhODRCRHkhSeiZ0objmPv7kD05Y99v7LN9zemN4BqVWzY1DNNF7FvLUFsSkPZuXhm4SCRhUyfO
1JlydDUZVAQBpvapZnswLAd7QNJrrTS27FIhykTJegZ8QF7mEHvzr3sX+k81/nDtFNM1CHvlqY3L
+j4K6n4ztml10+KfeLASn063FFporITmDZoYkMM9qERTAkIt6Jo1UPbifkNUHZIPBEXqdaAHsJg9
vVINOhvUYCNpE0gIV1pq1R6pRlR/lsn+PQpCQ8hOAuskHj0dBVE5/FbbkBq5MmTXY5glbuJNivvu
hvno5J6/4Lsji2FmZBwfebZTBba2iOhKzGI81KdpzuSxeW91pvapreD4SSCk28lU76zReuZoRpFD
9WunwXBx5ZRerLGzJ1i8qCnl4hQNNAP6QfptqFmxyesG3/gQdwq9NBwMe0c7KsdsRQVnsb/Oxl3E
mN4Y5WoY4izQBW1/NRW6gPqB+r0MSlwXm6IstiAsx19jhju0k4r5eH956he309v4M6IJlAPyX2z0
0w8sZAJwADTl8UVE6stTU89BYrpFdAXvZ4Pm/4/L4y3bYG8DznSYmSDOklp2BsNcSD1Yg+JGtqrY
RZPY2ECNkz8HqO05sjFgzZ3E6GyjJ3Y3kd6+jnpqPGqJP/yhQcz8JFROUMui0EVIs6R95SKH80ii
v/Ei5EXYY/IntRzjlSxikcf+PQrvO0sVU8RecmZ7EwH5vMDgJFLF6KmxxumQxYPxpAUgoMecFQ6+
KPFWXHrOTwfaa/CX0SaYK1HWvOzeHVitYI0YkLOctaLhng3a2J26sFupFcyL83TbUtlkhpCmlPj3
UpYyz31t5HOKG9Wog+2QDmhvdpyIqRQl3y6vm/N1igq6hTkHFxFliSWqczIDYixS3s0E5eI2s/r8
izBkLQA6QXXzwo9WsvWPXg29DMhL8w2IptLpBArDoGVg6OjRhnm5A0WfEFX20aYdIFdefjVp8W4c
yxx68qy49xZYL+U5AkOvClD5utuUdTe5voTvjK0VWv5DGT3kTnJdjjFUN8uu29BX7/eyWOeQBvyy
GG9SoxAbt/HLATGzxmvduGhE9XYIDVS1/F7gTr78uIuZmUva9DSAngL3kxFvJgM4WVp+oxpVHsku
mlnDRmlGzDXAL2xFJVsjFixLbn+PBTcTL0Iiev51OpYEg6/N4lEGbN6K3/tpiApsYbT6c4XlQ+XU
Y2bKpNRBouzCYVAoc/gmYkVG1I//Q9x5bMdtrHn8VeYFcA9y2MwCQAdGSRRFUdrgyAoIhVjIePr5
QddzpQbb7KPZjBeybNksVKFQ9YV/CFDcVFeDHiGm0MZQ+UuRcbnsTRG5XVDAYnpsW1Qxffieuhku
jhWVfqTNuXb1x+tF2AR+HboYIgbq5oQV2GJpVpkaO2023FsdsNL1ossZUwX8SF4fanPWrMvFaUZs
vwIyaTptij9lk7RC2lzPZpdoh0Uzl3fWErUElplsdxoKoI9I2PYXTrgtOP/nsPSb1osbPDSB2Olb
qnpXZSsWxq4o0/Yha5qohOYhlb2GJDFsAbmqZNAlma46MWlY3xQADYIsSqigCFph9hHEC/0/I1rs
69TGuupA8S89WLKgyzG0Xlpea6OeWzdTnDvlAf2GBv+RDl1MgBOZe0kva3N4/pwPour0hTg/ofhv
dnjpdiPYT7IUTAy6Ow8lNVDzSxK+/rLWE+S3w/Pfo8D+Wd2WSZu3okhRXYxFjbTZLu/K/NYeevtb
ZWc2mp+dm1wbUdHshTUut2UPzLHnYrpwRZwZ3/vZ6QUhRbd3a/VZcOmioGBxesLZldK4qXXzOnGa
+8ZOv9MO6/3SdZ5Mo/76+rxfnnbkpsC2AZfRaUJL4XS3NCUwmHKEwkf/b9iJRbZXap2PgY2j065T
HOeP15n2H21PagyAeTGNOB2vwO8XJ7pKh3HXy1uvMvL3ZpGUV4I0uvDNNDEQldOVg+mBWnbAmV7y
+dyGPLxpUv+f6nxr4e1FzztKUzOF28WMkzF6D+3BlcE8zsgc1l6HHmSFhypVCFsbETEStoH4UZX2
nm8bA+LZqW39oV7g+kBkDyvAF2QpKmuby00mROGKNMwdf2oFblP+QFniYr9kfZG/NvgK4WSAFfHE
3+EmbQm6jqV0bQnBeaeKDDa5HtvW17pNtAmqCTS7PfYXENNKDfGsHAlZPG8FqIHDqJbJD5vu1ifA
ZRWFSYjcta8U0P2QhXTamwTvw3ZP267UKeFUGjIsyZJ/bIVYimMs3CyF6SZgBaSOplxqS2xajj9n
hUrA2img+Izs02Y7eXFU1WVq6shbF/s21glkM3tERbKwvy7TMqn+ouXKZ+yJAZwpQ9MfuiqbPF9b
0mnXLrUemGlpvTNdRXx4/cM6vZh5MnB2UM3phvJwq+f06Ub3FF72LOgLuU7ahEPnGpOvU8J558aa
9fSHY+EjouIOhdgzRbcX9sx9PwLbwAYkdLiZQ+nGRdjT4Ahwqb8kMvJiWmuygCYySTgqZvzQzbQS
s0OZtAcR2VnGLewXZ0flBlEdJ3cuJEObPJ8lXMeigglbErwbknWnY+VG7K78DTdUS5RMeCoOpH4I
+kJzvnoGBS8XbJpfDUu/V3tPv06QBfS9RiDQAqx634j4kjXCy9kTvnOpc7OuWdMWHaRD2je01mH2
ijnvW61bm9gw7Vw5/5nn0Dr506E2p4JjSlUvc4ZKk0ruZqoagdMiFS66JQ5e3z6ngcrPodZjQQMh
ytVD4+10nXU3Q5C+d+1wKdXh7aDK+anCyOVhmWZQJ22shSIvjQsX3stPF9A2dp06O1fFaWJ748m5
nBNvyBwi59F5D8pS8b3JzK68pdWPcR65Qe1UrW8kmCnYaQvX2zGrt4mdym+DJnULixdreFjyRr9Q
BDjzkklrEIJfy8Qg3zdnCmSdTJSic8LRnbx93XRLOMl+3Eusk3avr/y5oUhEqRCjQQK6bXP7jlUM
I6uwnbBAw+sIqcC+g0sn7rGfyz+8PtRpGPXzJVP1X+v96z1D8ej0JS9a3VR82QzV2k5g5ZzIajxf
Oh5OCzd/j0LxaA14kWPYjmIryA+ZRuSEyeTk2V7PNOuT0cblzVRk1uIPutej61IuN+4QtRe28eZm
//fg+GaxmCBqUcTZTLEFyWqiPuGEi23011TS+30sGvONDfEpzIsElg7uRU+UNfJ94TRgz3SZfomd
sbmkeXQazf39JHQpVxIWhY1t70PFSgdUBlT7VMz5HbaA4mtrN9N9gcrr0SjVee/QU/zgjGr/WLd9
eQGLcuaDxiGFb4oz/+eVf/quRbqoGY1egMOWAkVFUY2nyeyjfdZ3j0T+/d4SffL8+v46O+WV1g4H
A47M9ia2S3tW3KlwQpAmSyA8tB0qkt+rOnGVv7he55vF1IqnsZ2nQ1bY0+Prw5/7kigdIQBGurVu
v9Mp9+hsZd7UIG7gwolJXKN/i9BLdNfpev/t9aE2CvR/v93fxtoczWpdjdLNFyccLPhofdxZ11XW
GodY6Zub2U4QnxCOQTV+Gd5ZzohzaTyJT6VR2Xe9mC/Rmc/PfP22V2wsfYHTmc/mDCx2ZK+pM1rF
XcM5ioLSD4KhS7LMl0baHoxKXJZCYaQy9+YAwyMTXmeq0a5Rm/DCGq8/6yRcBY5Otec/s9rEGbmq
RUOOL3KIm8X4ZrGLeDfNhf4mMdEAsZts58rKC2hWR3nQIll0J8dxn+NIe+FBzs55zRioTVLX36rn
9KsqMNeBExoD4iWLFS2BPnbGftLSS2Je54YC28XhDM2PSuhmWyVRO2t5y/FlJGiK5LKz9nozGeih
ZPrx9eU9zfr+vYPZL/TjEQMBfLAZystrV7GhpINFp71oJnb52VNlf4NabbFfUqe7gHQwz7xN7h4O
ROgOIP43OyeeexKEvuJtNpqDdRSyKRU2ZhcugHNHEGAsDgFqdyhwbkZxCrPQG41RlkVrr5txUe6N
hFqdokrDlyW4NK9LjbvCNMp7Yxxb//VFPXfq/j78ZstORus4clgPfYu6fd4mLnBmuzgko6UGgng5
oFCUHV4f9OzKroRvqgbUXLcFbWtAwwKm+/omTaRzzDK/moleLoxydmtaq+qEQeBPxff0jFFSOFem
w9RwrnEPgKatgwq1Dw1468Iinj1c+aYoEFAtp7i5GUpI4hNBnhMKD2H5QGmog9hYuB9z0WNLjt7E
pA/VfjGPnejr58bCVotmujrvauq5F3bU2e8EkMw6aWa9/fprcH2dbFndDHvDnTrK5s7ENPmuzYwm
hPDfX/0f3uZv420yHjWZS0C/jCcSNBGbDvaFzngX1vjcnqE0COAIUzlYYeuf/9aOwEYPipnK2drm
SvGgySwGP5yo/4e5/D7Kuqd+G6Urx0JDY4Jv3l6SQx9Xzh5cUbp7fcXOffME6qioUT0jDd7MpZ2o
XpYK33yaN/J6duJU8UWTjZ+GmfaZXxlpQ/WOnNl3ZKNph1wfLrngnPk4aLbgJrHCqTi6N6FH7mW4
XxalG05j3N/0Sb+gAYrCUkkX/en12Z45YlajDMpn4Pno1m3ueluFgTkpFUPBR/405HLC/McK2raq
P0uusH1eRer+9THP7BbGRHdKRSGJ5HB9pt/eYzvNipLPjBmnzRImWaZdI8twqXl1dhQYN4BqCZdf
3EjOYC/LLHM37NuyDF29+mE0xiUK0dnlAzLAXz8ppZuzJW+NfrY13lRqFE7EveCKHeRA59Pi9Pob
6svi3Zhpxp9/bpQv1rYuRzQ8m80CEokbdoL2dthQm7ij3mreiORiJ3e9XTYBE3YgCHNSmwGGvmXV
tPqS9oWicXSMkziI3pEfO3zMoIcXy22tdN1jthjLoSlVGSjqqB9Erc9XLZxGy1ea5lJJ6uxSr3Lo
q13Ryjw93TWDlqsVUtikm0npzf6YlhMkFb055PXccXQX491sGgB8Xt+sZ44DVuHXsOsq/bZZQbE7
CkGTE1r4Ze/0eoi+L0rt7ETnNWERN9nsO4b0/NG15qCb3PTC+GdqVvCmKQ/BGqZBypd6+gBpO8Ud
OoRuKMtJPHHB9UWgSaszQOi3zhd3sMZvC0rRCLJ0qvZY6SVy+TltVARKlqLa1YsVq5S4HLoxry/N
hk3yM+jDKEalLKlqhEjby6yzu8SY0IoMiV8BjvRoj0HvypV7smX3Ps0V7XnqTdzHuzzI9GjZNRay
foBj58dlNM3vrYw+OU4eBUqWmldgVrO9mrrZm9ROR1Tc3Gi4UCI6dybQovtJyPtJgT9dy9nCJLmA
WBmCdjEQFnGSKzWK7At3/LmdugrK0/NFQh3z29NRGvTD6XjiYSJzBKrqdFQmHDyjca8Z8XTwylmP
g7hSFuvCuC+vjVVHdy0QU7YldtvcXCVSr5ijkEW4Wh0HPx0jpZPke9Sf4vD1V7/eQKdnA0MhXoFU
CyQY6penUxxRK+g9AG+hOgI3b0ccu/1sHKYJuJJrFDthqNlt36lO8dkRaN1e2Hk/3Se34wMmYrcz
UXAm61f721c51v2MxCuG2qKHZQzlpxHfhdITQ4E2NO+zXPdiH9Ut+9bKymnZ2d34HvkeWqWt0dYA
octksXee2hduaMolG31dKRx0HWxAwlgjd1l8UJvB/JIiTzwE0xJF3Z4bUr935xjisO6kctzFjiof
CM1xiqEw+aWNB2RmtSWvqn1RttL0q6LB6QX6c3UhSHm5kRHspBgEcIvtSqH6dP4eXWYduz7OZisd
d23lZA8I2vx53ZJRVlwG3wqX1jYOqXsLso4nqL3Jnq5OuXh7axm+C72YLmAkzu0nZBI53yBosIE3
+8kFZui1PSOBWa2vnMzQP6j9YuyNWlLkU6a++YHhxG5ULONST+DsUuK+jSwb8hREJKdLqaPtVBQW
VWOSOvw5x6lGiMVr0oOhzs5zNMZIk9p17cculNwh5SqU9KpvONRWoiSgMUVE73ABHN+9/omdyVvW
9JYsYUVu8ZtNFNi1aOGV+UABam4tg7ZTq7+3gYM+0gcy7yerjguwEQhZz7GhDL7sXMCTi8tHGEyT
EjdBYffzH9cBeSYoKKTCFFO0LaYqjewEKvXsQOR3q/s8gy/a98PyTTOrKpyaZcn9pkB6+PWlOHew
2YBTaWrSACPwOX1FUk/4CJEaCBGYHoNYR3SIPOqbNmnuhSN0g9XhSoMoBMeFrUBQDCp0c3bLSGs9
j0pn2MAwu3bBK/u1McUPHDf9beqmWe8ryah/zpEb2PeZ1R+q0kWft2iyB30p6q9uYybf6klX39rK
hDlf3prphcP3RUiyPiMbAzgU34q2rc9FcYyWAgC6sLHy6W1vSeVrJKMIsyR76bBvTBP1UNvJ9KPn
0Z5nfWkPr7+PF5/M5gE2oZgcSzexzFIJ+z4Hbp54H7CIuFSFfHEkrIOQgBFYo2YNXuP0pWedY2Ud
90yYucotrbxrkRtlMCnGrbSGm860HqxWXogP1rd7cq2sY4KCJeeirsTvTsccG7NObCXFLc0myvTH
uIg59mxJNtsc0jJWnl9fyI1uxd/bDaH9Vf4eA9ytzKCFIb3qKE4UOioOuHEfW2HWelOOE7spf0xD
0fxVVp4FuK8Y/LkBR2gXl5L3F1/XOmkChhWvoaM8tHmbE/ssia1KCVNQsn7CgUcHVLXu+7qv378+
37Mb57ehNsE0Pc4YwAwbpywn8zpzkocF+unx9UHOvUTU41YFuZ8Av80gs2MOU6xkSqjrOeJm5VJj
q+E2rnqIilb9OIF0//H6iC8CPrJZVgmVgRUuCZ3hdNsg9j+Dwmo8qklRe6O5+XzntE7+Lp/iNPWX
Psv35WIVF46BS6NujioRdfGQz9ILBw8pCQuA0Q8d7ah903pD6NhWfavMbXThunz5BrldAAWuBCHM
N7bowEYsiz0lehSaWercmGpp32panF+9vqAvv31GAZtCiINrI+OcLujI8eIu+hCFuYdbmZcM4O4T
k45tOi42TPu5iA+FmOfRrzK8k18f/GXGhaQw0l9A76mdIyezPt1vwaVQCBnzyorC2dOz+3ZNs4Kh
7JpH22hv9abQghL7lqu5TZz3TiO8L6Ro6t6ml389u61xZTZuvnv9mc4tCKEeJCvYACtY8vSR6tRK
ZSmheGbSc0H6oZs34XL+FGEEGwWmXll3TWkj/1zqyyVZG4AR/PTtsQhLBGUPFyjrC0joqBWobLtD
jDl0595AbHS1IJ6qpd9lTq2qZP9EP5VTW2+yWJtan+x0giqSjjkS6Y1uo8brKlCShNXY1qHs69SA
KKPmH7ntk480YN9W6HD3fk3zx9wlbYJiUiKMsgy8qGpoK1fKnO6itDKfk773ksNkVA7AjKqVUF0j
w/RLRRvfmdaAW4AhRepnOBmhBED5osKfT8lF2LTugET2JMBL9zgqF34N6171CzkY32BbTD9K0Pe3
3iJabyccmX2cEDeUPn4yHnX2aTHfG/VcPUkgMMynnpsnSzgoNw7OVPpNDgHebwyLX8tooZk1l06e
ByWA969LN+kJZi0d0jjwgOwUogtCrtcOQpcdkhtyTgKtGuuJYnjaHb0ib6wA9dGCHBgBxvhWsfQZ
GLsqm7+QRo/j0G4W9QqoSv9xAiSd7boak43Qrt0qeaeMehsUbibcR2HMUmCRMDayDKglucMQWK5y
VJsYsQpMCaW2hPVSSEf/oNErIjFymB9aty5wAUywrKKOPmAPTIsjddXqUUtiqJiH3ulyRFGbUWI+
bCRNAieqGHOEIRFpDtTIWUmndq8hrYlLhkE1SHW+dFMiPsuB5leQqV6TB0ZuTsiQRC6q/mMvxs4v
rIm8f9FS0Qaak07fB2RQ39U0pL8no0BvUrVXj8VcieM2dFe51qcWn7hxb5dNJI6tbTaDvyxqV/vT
RGMorLHzQj6xdwnbmrkd3mttSSlHyylmhXVrkbXqooHtmxuyW3YOHLXlmtjZ7ehEmDlqYe6s66GX
GLGyS2MNNFC3TMqPGWVgf7IGjfKKGcu3VFokRVPhIIkyEjoo+yyPOra6Mdj32OcsJsrUKt69SWVh
JlbTw6lyG1ZunSjzN9oBThbOhhM/NAZnD2aJkfN2AM7Y+l01lQ0ZgAHuSrEK8TyXMeHBIPX8DeGl
+66bm/o9oIS68pemqil36qX2dq4bTBIwRpHjuivH4baJqtbej46i8fMBEwx+q1at8HlzdrLDWUtF
1L1qPlDpGcadpVPRCZbYllepVNXBz6zKlCHx0fQXDefhi+G1/KBVnbYNlEIsBlS8YXlvRbH6nsan
/tmiLoiCDM5qsz/3i3ws89aadhAABhNUcGTbod6nKrJP9YzlF+WS9HtnRPN1NlDq9ts8Td5Gpj51
1wb6qddCqXGpb7n1Xb+ykkmGaqIgPUxgltEmjwGBN3QJ41sXZZ4HRSrO52UQ1lsL9SH0SLMEAmMe
CSssIlcXfkKWcmcqGLb4eek4X8feiw323zioV4pi68iPe1pWhC4a425Q0M9EZdpIzMrvVaNF5ao0
zO9NJ5b87aAYcRrESaaMR1udNRcRVXJ339GnKr1KpCg/NXpdftKi2HhqlWSOfbWRg/Cd1vI+u1k8
Vv6sRzWlizrOp6AoMKZDM0uUXUClMeaO6yxiMmkkhzEzxkd7EvqxtRIFGqcH27xernuRp39NM2Ay
vEXy7Dmx1HT2k1pIDmDLkn8VsPYfY6DyWtC5dveM4oetIdPqoEbFwdCjlNaL5IMa2/YHpJdFuzdd
nO7CeUyL6RNVMwMNj8m0xG5OE/3dlEbDdOCjiHjq1FD7r6lscj0oZhDVfpGlrXOTxkiBXUUmKir7
XFKZ8rV2otnttVFX+focOUpQKwCUdnOci3QPQarKA7Wb1Gt0QtTctymfK9Sdhfq5NsXSH2ezKjR/
yJUOGTKNLMfP7EFF8rw15zyc+rrSfDvVYVGUqiVsNPY65/MwtfGTacUAv5Y2iaKgHnooZijboNoi
MjtXr6oEXnxQI0hgHUXhjAc3szM3gA4i+qOW28aTrgw9Zj6VLYur1hl6tJWAO3k+wKGIX8c4dva9
GhXpjW5PygF9XPWHLldCoTmpor/NrWKUq/dSj4RKa47RB9EpLcYTOn2QQ5cv3cB+iW3+FI5p5tcD
jbswd8X43KMBX/qzlQov0Iym1bC9gB73wYAEW3zr8LAYw9qdMD8q7La+0XpvPMR2an9QG295NolA
jR0nKCrp+IWmH22ETddSHdSIe9FBXdoJsyyzvyKFW8fXdOjUIBI8GqNqn1OrNTT8asSCrlfgOIny
ZVBar6AOQ2kizEUmp3DRk/QzeL/pfimyUTywtUeMU+JaO2ZaqnyVptn3V0YfVV9UeiX4hFjtUvqd
HcWcHV7nLbjPo5tU+VWpdEg1Ot5o7kcAPtYOECZoArgGndhZsz1/TItOe1KMKKqDOBWcEwpxyBe0
ieJbMxVS90tRcLWrZmc+xnakPDdoY5OyG8j/hQqqrUPQUSXtgkyK5KNRoloQVKItPxTAiPSwqQbt
h9IM3ffRWOZP8KVHPrzGzG6cSDqEDOXsDL63mA5fl6LWN4ukkrwvo2qOcXBJ8yvLau3Zn8rSfEsh
Jf+sO4l+L61Sn8J5rqrugyGz9K4rF0OGXrU09y3/VeTTnK1t3P4S8VdioK8cpFlZWME8D4RztpsN
33UNY8YwViP7NqvV+nNfyV7xJyQHu90wdxCQ3WqybjoMI7qrNF2a7mDWQnEDDXNAcCY9eOXAHJBJ
4/kXPGgg3pjvTFQv3kelO8uDU6dufT8s5uiG9kgZlDCu9xy6CuxrHwpI1XCTAmv3yYLKJJyhjOEz
qwzzF9GVZU1oUyhtgM6zeqc4FZBop4IzDtU8rwZcYqfrSJdjMBrFd2NI0PWuGxOvHSPJRLjQtrFG
G3ZzyhbitqGGNBySrhI3uVs37l71xuxTxffYBUOv4JpTyrrH+LAzlWe31fgIrS5pv8h5nqxgIIO3
drZSu9dlZVSdLxUVdqUGfO4LgtoH1cg7OOw8r18UGO1klVTbv4rJidVdivpIGphodtG3mLyVkUqC
YAVF06Kf0S3Ocm1kY6WG2aKMN1Lpk3uwY6UIVXQoHvJU+JQZlypAfYtZFyIjPDYbnatk1OscRuBQ
cX1X0VJ1YGCVcYbWXJfNzqji6cbNXLRFMgXgwM4ZYw3jJYuINcSkytk1RdV0gZ2kzTezmPofrtoQ
EZWxXdx5UG0sP5YDMPx8zmwVWpSrFAFpkzQCqS8yIiCCgO1HEYU6X2ssLLWgaoo6IPLlOPNo3sNv
t6yy3SHxgtsASZZ+qWr9sy1wmkhAhKEBw69rEXGLTkV3yJL5nCghnJQEihB5TO1HsqpvZqpIfmTP
xjU2eRmdEkO8cZ1ufGstLsZbeRqhj14pOMQ6y9HrY+ehWDyLwnQa3ZRysHxrGIxDhfDGIctMPRhx
5yKI6AGvL6PrZ6JdUD5pPryelp2p38AvhdQMvwaBISqHp3lZswzLGHVqFK64/YNm9+aVqS1aUNem
dYcYWRbkWpTdE2AnZjBB3bpvezu5gIV6WcCBPE9CT362Lu62UOxM3igHpL9DU8+7YFSz/oGzhnC8
nJs/T8xPhtrkoYrSNU2VUeloSyU5JkJr3ytxrlHeKLCwmiFKLHXzaBIef3x9pc/UHSD4wKWyVktc
WFunC20Xphzpe3vkFVLf5UI0OwWpjQtp9tmVBM5Mhg1OEIGs01EWtUToDKm+EIZY8bFANq31XRhs
B6puF1k65wcjnQamjQPytk3ocaObMqV+Y6IFHcqKJimR54M3kze9vngv83c2CMWM/x1ps3j4JSWg
z3lrNMSmY+LgKOzO0wL40AG5G9coGyUieXx90JdlOIpiK3oADikf+9av1OrHKMGP3gtnyH/hrDsi
TDFBqG813MIuTHDddptzhUuHZitlexsS8WaCsoyrrnUKL4wa3fw+eq01hobVme+rqVPDfEjLx6Q0
8me9RzN/qiz96fW5ntmdlE6R5TKpV9MQ3eyb0Y4Iu3XqxoY+Ok9NDq3RMdLh3zSCvyWD3v57Qhv1
oc0//vdd+lVWbfWjO1UeOlUw+u83w3fZ9fL7f6FY1P4XV/m3Lx0qQdv/Zx3562+yR38/yf+neNHa
yf1n8aKrPPnSMqn1jX1pf9cwWv+/vzWMLOdfXDL0y3BYAMiFSs5/NIxs7V/sxbWbSS2N/vyKaPhb
w0ixNKSKVlm81VSIw3ztOf9HxUj/FxoZqBwDOYWjZkJS+hMho9NPQwHPTl7MEJvCoiTMBdcl8qOY
rDdTsjR+3WHvQHEP+G8njc9qK5QPjpFPzynOMUGVouda1BpChNE0B4CmvAP8pXQ3qJH2JORwESR9
+iH9erLNB5QoGf4Krokbh5EUN7o51zCxJDc0nMs7vRRRoEraEA0db18b5vx9ZywfBiXR9jrcYNoV
kTUE+AXFISo2+j7SYagZVasdnMqddjmF3off3vvfn8LvmjGbm/fXk25Kw2rF/dl5Qhz7iO6fIXvp
5wr23BQEk69qbiY3tjlVu2FJEI6xIppvsO6rCw3Jfxx9PdN/Kw0bbht5Azk9JTTd2ttOPYYKpnM7
t7H0QCZ4lAKcy4NkHDGi1Mbhxm6i9EKP8rQW/Gvm6yH029hVaaQLGFesWQB6YKVgD+k79NzaK8Vq
USAePfUB26/Z8zvHuYSCOr2rfo1pnI45eJWqK5qeHWvRF/ux6OFoYrV3Byjw24UX+k/T2oRQLqJM
BbrF4jhocXJD+JDsuNirxwIQ0DFbIgRWTTGgxjSrgVMX5bFYhm7vxsu9yMeffJTQM8vpzhPtX2Vj
m/sqxVVZU7Towkv/iUn+dcv8WoRNgwywYlW29pgddZFNQdmm2c52q3afE6ocDYKG6xFNk+vY84rA
oUP+CE42Q+ah8XZYtMd8vHHrA0V0DhiRJ9fqqOn3NQnZjYHAw5Xarpq1jdP6BRWc+9dX9Z/e2+ZC
Ktox7XLXKrHxmQpk7y1i6CkbDmXtXGjpbYTi/3dV7BcSJImIc5NU6AhZI4dYbjR+UlJctvJ6uqFx
CTlVptWBekEFDXCWV71simvkZvF3nXrtHTZE8y6RifWmEk1BV30QH7syNo9xnfRHJ5tJ9UDiBtEC
AsMAubWbpgpaaKKRyrW9thP5HDRUCHdFFOn7oVvKG3L95mqqpyysLaYsqVHemLHZ+K2oajR6kbpD
quNOj3t3P8bS+COe36+l2Jzr2WwtGQB0FJWReA+qOoWCaKN/ptazs3/9hf7DyYNc/emXiDUQgQ+i
u8fcydo92GQVUd2kCLqyvwcJ8nGM5CdkIcpwNJzGdwtjvvCiN3iUX7PbnLg1QstwR83qKFK7n3y8
nUw7GAmEnlSy9O/F4Dolta0ccV/XmYUZ9FiMH1oPzRK4rJOlHhfENKsLId8/Ps7mCKb5VFdLZa32
r4VxOy5iyGnxpMVxni2HGpJ5XbpxDtTQQAKur8adogkBeaKZjoNZXBIZ2lAEf63K5jQeSqxYClWr
jrRS0mOpI4snIPQEMo4+NMZohGlZNLtZ7RRa6o27W2jcHVx36S/cBudjCfCpp/uB0NtUhkzJj+44
4MqnKsCpq7zBMMrNQTujM/H6xjt/koBAPR0nQuC7W1DiOA7ZhMb7bNtc9kBfVa15fH2EdQe/PF4R
IzsdQeZ47kFuFEfR9VkY0XoOM4GeYmNp/RUNEWBWtL8+vj4YcJ5/GG57NE5ZX5LYlUeoDPM3ECjI
2tCAma+p2yjeniZF2fqitXPH72We3+Sx6mZh10cTDUrTI8N2O3vaCbuWGKK24g55AFYHTyo7yAdX
3E25tIWPT6L6lTZKtDqwaz3tCiP7JJDP/pSoQwyIuaNnD2JWYiRN8uXDRQCFOHZO2fjYbnjiYEep
81Z1e5kFlRehqIIuAG4a86Tftf0w3xtRrve7hRTrKp9bl/gj1ZRllxeR4/pksvQTbUK0g01PWAOg
DoERtaAGZUh4N29iywW8hsp/dpN6fa5RnShKC29ZXfk4m1L88KggTbvOc6ridm6m+JNFXHGT9tnk
3g+Y+u4sezKNILOK2AMjJXXP77MxswMPkRF7h5p3vDemKu4OelLZjxDoq5SZVcsPJcqUr2OWejs9
UnDrRnXNeNe4y6pN6ynmrcxs73Fu4RDsNDNKawadS9Ax6OWbfl718tnyohFyd8L0fBQYF4lPoyGt
2xkmu6F0/Eu9So69kV/nKqKLfrma8FFybpwh0PQ++5KpxvRopAWWre1QXzUldSMr1mnQdthVORAQ
jdql1VAnsw93YkyP7dyS35WomqE5miJLuYhSe7Zp4Rr+WAtXBKNmizc2CFzlmnJc+72yrfwHSFnv
RjZOjY4xHawdQQJywa410DZLZYdZQdlFA4jTvhDAuif3sXAX3rImxvyhLMqyQClKdysaG4X9rCxp
JXzZmmJt63kUz5xBK55HjNoif15SU9tR9KUWm+ixUhw9PCqes9kejoYr5AeUMLMvmrDtrwWtrxae
aTUjQNKp9leI74uyhwg3dTCT9Cl+Z6dG2QRarVQJVDOXgFMXevUAVrJ4ivWqjFE+1IV6FE3f1IGh
deo+wksIGPfQ6lcYtCr9Ph3lsiugX9GcoBl221qzZ/iAFaHQpXUKvsN2gfL6U6L278yuJGYoe5W+
s5uCdezxtozDtNNN1DXmMg/H2rLDwkvo8kjPu7Fk1YeZsUQ7TYvoHrvYP4VuRvbkR3G2fPJmq2kC
1ESw49WjqXvf1Gh++ZY5K+DM+5pSmWsmB3Ma+waJEa97F2vs66CPXDZ73sU/rKSsO9+0RorKNH+t
naxEbKFYsjRHxdOKPTL2dfZm7DT7fZdM/bNUlbrbKXbFPmTrxOH/sHceS3IzV7d9lRsaXyjgzUAT
oHx7w2aTk4xmk4RNuIR/+ruK0i/xq2B1xa/xnTYNGkAizTl7r+1MFqu1S3zrg4KIX4RKusG3im+t
Cb2CnAfR1+VPzVLuO3E3hGck8+D8aODypZHR9HSMh6YfPmWaMukD0Br51g1kQEeOssofVWxnn9JK
FegR9NnqMetR5Q2pbM1G2Bh9+dbgqbvtScD8PE99vzGhXD67bVqrUNGN3Hd+Jeq1cDRhRII+ha/8
dUwKHX1vAE0/p9ipkbj6Togepz7ExTw9d4aM23DKZPPmMZzopEpkCTuzktkmHxOLtL7Kt74Mqp+A
+8fVYZR6sm8QOdB5zIym3vloa46ggGzadXbhmZHojeVbHrR1t5tVNi9rM860a6EW/JRMCvJRNMXE
rNnVXygsz/Kg10K/SXtr2Td90sGVAuvwYivi4sI+mP1rA6Rst87bhiamRt+tj0V6azR8vrzIZuc0
4+SGowODJwpy+itG4S1EtKcFEwW8nt0w250M2ykIfjiVnoq1LEb9XcaIfkIOlE6+L4Op/9awZS03
fs3kGdY0kmTk2lpxQ65PRxnebSmG5l1NTHrpJVtRH0UFo1bbX/Sgk29DMTLbFsq0ZBjIJq1DN88Z
z2oYhGAOZ86M0iZo6YwniXMNx4Lv8OMl8MyKfipvakard/q6ZQPVzWrjlFa8L6i8h9ViidXHlzhu
gv6wpJ8GKE69VJJ+RbVzczpLYzdbu5jI4N3H//tJO+Hfe69TeVi6mFWweGa5m4j8osyd61s7qO2w
d+KZfIhKPRVOMW4Wk34952Iq7wJMcN+ydwmqNNnkBuIu3+mNMLMrpEasghub2KCXevCMrWZ2ko6D
SneZQ8o9r5BVdsyXQ2P76lZvM/vSVva4w/nTYzrZyk44JkTaLcUu68fsWl8cFRKcmq4yk0DfdJmN
tYqr49cWqH3DPmlbQB2+NurBvLC5+3PZB7fhX7deXgKCLfebdOfMmX6HJVXcTGOdvWqNtoTzKNUK
8U9MKExJmugSzxcOM+aZLd8pD3b25oJ2v03SRZY13xE14ExPEVsZiTfWZKFKl4ZO3IsmHMja/tQ5
tnrr2E9TMOvnQd+6xCqj9AkUxGVvmeQa7FyaRrpNxwtF0dC8cDQlAYkopQF7ryriZ62QMSfPpKiC
NeY594vWTcNVMdKk5BRpCSYQu7yE3Dn3XE82zaVdZxWTKx2SfjLZ9STHSkZddOt+GhWQ6kY4HKRM
yKwh0L7ye6Ky6pJF59znfbKdXlpI1a61xESyuPKLG0/zGrox2jLiuv9Xcul/f3+nasQW+GRLrGPG
zs08BuvJrSwNNrJa+n2yZu/C53HmRk7dJ7G3pLgY6nyXDpZ9HatpWLXy2OCCondhKjx3iju1opbl
4moFsbk7y1mIeRnp0hWpRWEWcivwK5afaHKy+b4sg5axVwX70V8yrOqm+PHxZHaiOv3Pwzw5Xns4
KQMCrwu+sq4ipmuet+RmJvc09tOHJiYFu6fi+KkklZizt+XcZI10HpYmb6IZ4fGuJnRk+/Hvcuaz
PNUxE4aRMjC7fKexbQ79Qs8jqTsIkIpKiwxZZWsvmP/V1ThL/z73ek/mHso1HgiDuNr1vgUd0I39
iGa9traASj5+fD/nLnFyRu5m0A1Tax2rYJm5aaDgs9nJBwytCD8/vsSZlc4/+dJroi+GnCosZa/J
DK1UVWDuOuNCh/fMId8/+ZZ9MSaL9Nxy1zROG8FdfK5aGVypAt3ACOXqwmdwZro6dSGUw+iTFmqU
O3w2y1rv9PG2iLUbRK4LacwO1R56kpHbO2xxBmFeeHQn8uJ/j/xTE18JUNhIVFntQAw3L7mfckOE
ZnIy0Qp7eU1pqSehoWcxh94xTrE4FaJCWJejtoxEo+XXXdEqFBQizX+WflW9VDYHYUx8Q0vuXTXk
DRu644Fam5mLl7JgxrecptrOwDnva7LtXwmYFzmxdKW+N02K6StBnIgAVcp2kwRzxdnM05qAEwQa
mQcjr+s4pBcNemPq1PCQij5/KWdJW8Qum2q58ELOVftObfl9iT9RNkziFCOszZy7+UORexrlcWqj
ueGSjuxbyV6z6599jzDTnbLy6eMR/ctV9YddySkAhFKIP89Np23TNCkPqtaQ9Fb+8mWGS3VTM0zW
jlUHC4GuTsu+1ownikHgCkKL1JBvCPjaJuwoD8Ura0yD23IWwlq1ztzvSGyRG42Cy86SqVFHSFLq
b7nuy1cwnfWWUNqkizRT0lBqOAy2q9Sep5giRT3fNZ0bdP/dPHeKdgq6kW4W6rWdqPjvC+Rtm1p1
y7WF1B8kfJ69NkkRX/iG/9zfwMX21z0W1E+rroj73RFd8sOyuocjS4bTYXZLEq+xVf5YfLVj5Owf
v75zS9op41B3M5jzPi2qsk+uDb/vH/RK6lzQF2gMSZLrVRJsiiB/E4unvQYOdMOezdD9x9c/M+e6
x5//1qXKSSuo4TjnO5sgkEgvXLky+iXdm4QCXWjInLvEycrR0nLxp6FMdrTiyFdMTR3kcFpdca1l
9fFdnFkJ3ZOVY/HREda9Fu86S+JwGxtU9I2TX9etUe+nBklhQzzG+8cXO3c/J2sIUWSwAwI/3nE0
V5E/6u6elO8gGifdW398iTMLySnIKPEwQS+cMHeSet69sdRa6JcWanYkzFvRoUb++Dq/0PB/mjxO
qqtB1ziT1jJxGcItr7J6tiLlVmJlVLa9KTVLu+l9lR+U3t8ZzKv3nivl2jOq+qUvTeOtGmXBJt34
UXKCC8sK+4bf6c/xmJW7IXQ1QRJY0qgwifPPS5q6m6Ur4mMNgtAdDZv93Mf5Rmu7bVJJCn61dNYD
yi3KSkN+h2LxPWNyo4CAzSLDfLcbKmTfupc0YV+xv5zI734oeb1rkZM6DGc8v8p7BYlcmcAsXfHV
69Jm43HEvzDQzn2uznFN/u176Yq6QslgcsgiHCxMkMRlIUJuN3LJilnhK/G3SWvqu1YbxWZoCu1L
rJo+smShXzhOnxnrzkn3qhoQNy2WEe+U9GIEq0v5tJj4M8xeN9BSYi0IsasMPz4eIebxE/rDCHFO
5kOvgRXUEem4Awqs33gu3nhLlMuuVm27H3HKbDtXmRzKlUnuwCDDFBNDJE1sAyJ1MTtN1acg0YJI
ybxFTNzqG3uc7LWS9vLVpdVybBFmK8cszBVVDhkO6G4vfEbnHtXJXj0Y8BJ5aR/vvGlSa8ss9ZCJ
aEb57HxGsZ8+LAX1o48f1NmRcZwufhsZ8xE0IOsm3pmSUodtzWqrF938zRvm4Sol7eEwuDm45CJJ
nsZcVtGSZGrVpOmluz2zt3VO5tksD9JU0zvutoP8SFaUFskUlsiF+ztOCX8aCCdzbKPaYACpEO9i
A/LXYhrprlrGdo3zCV34NHlXtTaZa1Mu2b51GvwDoAounGCPz/BP1z6ZcnVozTio2SXqToGkoZ9K
osizFOaZ2V64vzNT7il2jJpeZi8zKklvns1XS5jTja7Eu/LBwUaUpi6V834Zov90LydTrj+TNwIi
j6hBD/FHE0zzgzUu8mpsu25lVsLc+sBZN2OB5YsMnPShNHvcTG7KjtqtM7pEtE5CNWnzeog96zA7
ZrlSnnsps+TMsz6NWbfi2Opmn+W6aMvsQZhU243FLOhIOcbLx2Pp3CVOprB09qseX0e663CgbX8x
nRPsznd2b1/CyR3/qz885dN4T4WXEcdlyiVUpg7eaKDD0fJgYzoyQGmfmmRTGP2allx9YS09d1Mn
k40miUarfeJgeX0IvyczPzBkVWS7tbywkzqJ1vv3Eew0AtOa8BDbRUAB0NOSZyrccjsErXlftG0d
zbFmrWY8EU9ct9nTZE925oRu24n9ZdN6Zb+abANnhjfZ0YJrfWWTbBJRo+lWbTtdOp2e+ZDsk2mo
DxrUuKmWcjrF2hGMTh7NmTdvKpcmmofTYfvxIDp3nZP5SLiNZnox83drzA7NdAlgtgqMTUK1Mkok
FqOPr3PuvZ7MPQFomKpunJTieL/si2HKQk0E2rodC3lh7jkzc5+icyuarR0y9Go3DKNYL11g33RN
Oa//uxs4mXAwCE5EDgblrsVnFMJScNbCZIXwZ7r2/9UlThMM8qbqLDxB5S4rY1p2OEBvQf3dYdq+
lB9/5i2cIsrjAOR8OxfcRBL4d3WOWyOo2uV+GOSlt3BmQJ2qkrWEVBrCNgktaET3IoRer2siyPau
ruoQKeilKO8zu5JTKAu/ejv1uZXt0Fk+YQK7jTPlhgYUz9VQC0yz9iVMyrmHdvz5b1sSKNjjMs4c
IwhQAyRZkp6WeY1BkSYJLgzdc/qMU4pVF5tl59dDtssydHyws8RBn1KNCMaS8IhRdVFz7IiZVG/W
aW7g7gEffWglFhng9hf35ede3sls4CcOZYGSY3RSNfUUjkSdY0p2DOOrwGZbY2DM2v1gCoxx0JHe
pKqMr06v6gqDkm29d7M2HoLcgYWbc+ZAGldwjCCpgfrUx5/ISYD7v+fuUxRDpaUOx3s0u1bfhDle
tafZ7pFGkNVktnm7xnBtR0gPEfW6lR8pa8ZB2On9Joj7MbQLxyGy05vhtPEaR0CvNNO95nMfG/62
c3CsD1JMa7SXC6bZMV5ncYb9NU+u2lFdN4NUYaXwz/YknOk0Y6+HOXY/u4k/bGVs5Zs+bq94g812
6DQ8Dmls3k66WhntpTnizIp81Gv/PhgLLM5mTRDzDnmFuc+MiXNKkKG71VsOi4v5U1uOYagtDouP
n/iZC/460fw2+jORuQoHRbDFpqVCONXv9liou6CkeEiKqk0th9+B2KdL0eJnPrfTaAxMzFOZHC9o
Olr9kCMr+sm07u69In3/+JbOFRpPObyjDlUD21ew9QY2gSXWhlUlk3zjpob61rke5exuKFa1VO0u
RbywgkU4fbtw8TPLlHmykOhoTlyNTet2MMbn2DH0aB4StJv5aEVmrA8rc3DSNW7/NDQtrdiDJNCv
xmb0cd3n5cqCNrvJ9eHt41/nzOv9RTv87fVOi1nLehjdrT5Wgjibwd20S6luA/IyAMwToCP0lACA
0nAvXPHMHHMaf0YvssvJfkMXqGX5i4ksdmXJKT6kmWvuKf9eoqydGUenKCXYEgT54EzZYokp10lh
Fje60Q+r2kzzh48fHjGEf94gn3pgUDEnuT8l2W5cAh0zQF/5V2lDpCUO+xyz0aT38dbxCzeIatzG
N0ZaDT09Q1oLa8tJ0xWlFdRwGLM4gqXsQrECTzW7zZFI+7Al7JFcNVZpvoXN0EKAwD7IvBPhPxu/
ygJ8QjhUmth2ua/2ZsqZOZS0f74ngwCCkLCjvXcabbijmG49FZYBOQsayfekKRODiMqhIHdUpe7N
iAImDYNO9UkEh07cyUBzqtWgBeMjPAR3WMW1W/UbLX5HoFFWmN6FeVt2GNJR9+S0P+GAHYCo1Nkq
WLoGZyvYx5U36wz0FOXCtAZwESfh7HvFrl8mBAmapy3FCudX7q2FIsYl9AFV/nApcq4mgpYgn02W
+tIOevrmdz4iY61pg6PXz8H/DnVQvPFCp5dKl4+dm4wHZ0baoYzgro4HjOcLyMnQbhPs58NMCHI0
ke5zXWGS1KEVJPYQCmz59Zr7S7/3RWFciywWTgTHU/Qr9Hntxm2q5M30WoWkQmTIWB2sssnaKm3j
1eka81CAvVwnia+arS5LynhgG/GR5uPYGpFfi2ZnadxOOkJtj3y2dck9KWQWMB3RZ7hUrXL6Uel1
NzyiKm4eMy8bUOn4Ae5o9HXBeyNUYUWLExSkIdtWteI7FP2RxCJxD1txO952gVZ8L0EGvhYzFZpQ
cyFyQFKxsxdSozCEjhisP49p4njRRBaLIHx29D91VTdl0bDE9besn5nCl7zAwtvG87A3pszqQx0h
T4QcqjE3qAN7hvRiQoSYEQAVIQNyfJ0No+LDNQb/U22K9KeG6jLdlkrKfOVJJXZTV2YgQtoSRZA9
owAL7dEimrv2HQHrIO56CP35DN7Bakvkk33aZBtO6w42vVLa0zYfCSqwrMEy10TG2nbkJF56MxJ9
aFDFGPWHMU4WjzDJzg9TM0g+xRYMlRvfKLEO6fWkW/thWXQjzOEtlOtKBghHG6WV39LOdol26rvg
6+gFG+HTcovqqZzvfYK98zAvAm874Jq0MN3bY8QyeHRqEy1wPQLfzTdUfJsv85DGb0pf0o02FNmx
wptkkekqPTgMdPKrqCH8aV2PzHqHMTXgPVtUAR96D7TQjqMPTXefFa9Y9y1YiJCdjf0tIHHlkyaU
nOB26t4hMw3ohjkLLjE+cHhIfnH6V9E3wxVqB1zOpt86WUQjO3iKU6UBG6iRYqCqCdrskS5MtS0z
zXkfXPLKGQuaDHshF+rgeZN+6kvhfa96J2dDmxF2Gk2BUse8vrLCQdDQpNx0Qb3E7GhEfROPU5pv
WJbUQ+wQwBL51ASdaMkDgiZbv+1xb2MDisMqWRxkXP2YP2vNhA6Vyqb8hF0AtuCUJ/43sGtUYXLo
NQs2nqM0UDm2c7f4R4NLlQ9uscq8TmzR6bbJWguEs2waCu23hZwwy0/MIGmYB4vBVFMPGs4rcuGR
DRSztp4trTZWhYWjZl0tPh5vXdTP2MmwQgy6d51bI6GZSSC778NADgr0HW/ZzGmg02E2Rvqvtg2n
ZsFa7IdmxmgIuoEektWNN4OtwB3z//mROYl41wqVmYe+X2p7za2jWK6TtvgeBMPYr+Ro9ODapfMF
16vO1JV3M0+oGQZ/b9lIM0MJjycOGb7D1bQQ9BmiC3TudOLQ4jBou3EvoThAIghS54GvvkG9nARN
BjAl6Gcyn/wxqhaYRtuYDtc3xxlufNm8kBKftity0IOrydTiH5J/z0hARxgC7k7vbOlZ7yKJNQAn
WV0Tpuuazj7GeuJtrIR5ak0cHeIPkCLeQz0pSCWVfuwITIVnh27DZhPQSj+Qqwyl4k0o8kyB0Gbs
WWZpGE1I5VJ/FTPM0F0nxV2TWt6dtAbjOa0QOsAISaoQQIzLUMyKAIkShVGB7LO0rwsa/Qz0ehT3
E+Hwdmh3tfHFq4K+WjsKlSMyzuZOCbMjD3b+hFb6qNgKsvJZyxctQ9KdqO/F5FZzRBSyBXWlz+XX
gixzQgkJEjII6bTbA9V3CbeWIbua60obwyn1dfB5Xd4/IoYdHxOCcL4SLKXmrd9Zmrl2c6ftyEpJ
yWHNBrJbQpZ0nc54Feu7kkcQDkFRfpvSdnheqlLe1iAXbFSq8VKHZTk26WrShDZELgNnB4dohh+U
V2Mc6d6UgCZI+9Ta1pg13xO+3S9sDFoTwAn5sCh8lUDsPMTtcuwS55CtAhF0aL08sbf7kkI4YpL+
GkmNE6IhtbZ0lrQQrex1OrQ10BzHVI//NxgYGOwa/O1QZvIzUkF+NZg69eePN0Tn9lzHPd9vu8ml
ENB3as/fQqGn+hK4d8U0oyAmA/XCSfncFY4//+0KKpOGpdE82rq+9qnLLOs+Kwzybp35UvDCuf3p
cav32xUaWRb0zGwaAGljrkdfyatqqowNrtBqa/T+JaD4mQLGL2nUb9cRRFWqOgGcE+fJK4fYPTQ3
pNwy+d6k1bzP3c674NT6Va79Qxn3V9Xht0u5bdHqeB6SnehxbDZVEd97QTvc0Wlyw6VT7s5ye8S/
Kitv8KBZUdXGBMUmCVHIfCAvQRH8hOXDvJx2+fUgJuMlk6OFx8caVya7v7UfIw6xIdaB8+zkGsm5
uzaL1L23gOJtUmKBQ5e6NILA0tuPWtZG3WzLtUYXctMYRNNBSS7uYihoW8ur8xsBhTFS/TxeD1o9
rRNPl3tJhHo0FikzR2kv63LMQG7jBFh5PUoUdttQMBY1Xxho5zpRv37+20Nr4iJDoVho28Yt1d5g
LV1DMUlAx/VqZQtiYiDIYLTNc+2g0k5/TAyDRcdPLvn8zwz107TuPje0YBIMRAc/QlQVsEIca+42
7Hkvdfx/Har/MDJOIcM9XtfESpZ81wKlXHF/86aOqTVDG4jh66IErrJlxGbaLOuqFPEXMPYtjBhI
cKa5zIfCZB8n/DbeLmOHKVEF4kYQpLXhbII9MQ7uK7soHvKuem+dIN18PM2c6/78ktj+9m6SSsRl
X9D6WMQCIBuBYCQhMG3+6UheOu++tdz3yW+s62K2nV2Q0qUwUx2wDUvhvWUAbkKMyygUdvBkJ44T
miowLnCjz8wg5sks6MdwExeYijvh195D4IIsAlyeRmawYPVqPXv38WM4M4P8Uor/9hTyWJcErJve
Ngnme5IKqm0OTzwEmiJCXuJ2ifFPfHypc7d0MilKfwBsWJliq7fTcD2jQIvYGo4b09ex4GErufDo
TmIt/13f+1Wy+f2ezLgxWyHFdhhVYEE8W4o7OuMWYCYMWlvPcBtz5XcgUhEwK/U2mINECOb2Wx8W
HyeDOTfIk3ec2yCjJ3Ph9s8c8/UTvYKVxAro0pjs2qIxtmVKYQp5uLn69XD/P+ri//wou7Sb99//
8TdcXr+NuCN0419/ePsmf/zjb/dv7Vvcv6W/Uy5+/ZP/wVzYf4eMG9BBgKdIGvARZc6mvfvH36DE
/N2lF+66AbGcOLOPc9z/YC6M4O/mMdYYOMa//vA/mAvT+7uruxYkYwgZpAqg6vlfYC7+Olm7NjR9
Em0BcNgGWEYiVP66e5jzyjdHNyYQJy6eSmx3BF5Li+JPfCkC/M9XIjlANyzKoae9WXvIXUMjVA9u
6zzf1r3u3OMLJvl8olrx2zu4/+c68Dt34k+XOjL5TZcn6KBA/etNAYDpO7PjphAp3SeYRCLNcB6b
VlzYoPx1dvnnw7MshD+QiFyPZ/jX6wQ49lWVBxmp5qYikHDKqM6aiXFFRxhvRIb+6eMb++vM+a8L
koEA9ZwQP+dUbT9QUkhhOtPNLdviLqj8r5g52xvIj/aG7DAtdBJ1MV/V/+Uw+c9qy2V9sGO8MwhI
JAqQHfDX+4TI3WiBspI1fnLvXgMt8qOsZ0FnB8GARTnpaZjq8XY+7qysTtW7FLz2YcKocyu83lk5
LZYzp87l58AgNTyjDHQYoC3dL6BqI1tiCk3mvt0HOPN2Rux6TxlVECLZJ/BgSpE9s0iWRE4uTNz1
UPgHd6ryLwVt/TXQrqAAzVBWKmpJHl3pA/NxOBeT8SqAUFCzyr0vsFhI5MN1aodqVNodfFP/XejC
/mrz6iDqLhhRZJujNO36br72hOzevKr4nuQDSfCWdzsoDxOuGUDJo9CFSMPqMp6H53EQc5jcOfde
+W2L1RsYJZ6yVPts2Il/63jNuDYkNAzX7Zv0WNSbXkrPUdt0btO7fPQB24Ib3tvUCneOLt/0qjF3
ohmPlmdimF90tzLeWrZXT3UHAh4wAx7sUM7zu05RAiXe6BebxRn7rWbjigwLCVxTQwiehEGKoy0q
gIXeOZnedByFp4KOQaBHAqPtdQLRMWPfqucrMMztK/XV/NGwia/wktrY+3PmrExtcaFFl+Y3yGh0
+FK9JL4AYuVqEal2TSSZD15Fd8J29Pv3mDzYUCTCeNas+riRqISTRnMns2u3olE3yELsW46ua3NB
fCzaQB0SOlF3WdHG913RiL3h4WUHf2uBj5G6xvlXFgXordnZ5Mh1XPZvk4hSIt0ONT7Lp1k6jQsk
sByNUCXSO3SZk3yJycUwwsUXSK6GwkV3lRNFtejWARRW+WbGqqXq02Xm+4Dzuw9zqfrdKJByhAnK
vrAwW39npGmWhZz153VPy21lS+AWepXewU5d2FIs/fcjuOYgp4D2nu6O9IwtqzUeO71rf/S6rq4y
Ebs0k3m4i2Nbm1QtkJh1XJhDWDYjGmMzo3JUdM1r4w7x3h0yi8rgkKz7QEsIBSW4AzYWlthBpsvK
mocRx7DhvHTjUN1TkaCcG5d5JKpafPa7JYsAweBBtqV+4GyWvzg0cPywaYqvBPUCKIQAzrHD/9EZ
ZbnpytR7NSrXgNjWzc9pIOPHcnDca3ewg09C5uYYxq6/VRQFDgHgihtK8P4ELMXQP1lLciR51+LW
IBUVD94CpjIRjr6iSCC+p2mc3E1OmUXL7OVXAaEsD0Bw1KuPFbTDSVw3xRqWaKnetYRIh7U5BzLb
deWsVxsCSmGCeexKOyIVkqPbpM2V1Wyp+TQN9lR3kg+DbmbJqukhV38vg2IsNtZwRMCWS+OXW+Hg
VQitwKqqmwRR1y63VJB9ynPLMsJ4LvTvagh6bzNDhp3XcWroRC/6eIdvWFJ43gtQRz8Sc2d/XRrN
7QjfWzxvg+a471aayO2RgMoaIgymmHsdqJCX6YZD0qAd0+7G6TiuQIxr2a7Egy/fKGb1z+lQ2fnK
Ya/trR3btG9gTSgJDtKW4yFxRlEdiE0bPpcSl9zWcK3pTQ6kO4XsHR0scKaa3nsi0xfKJcp6GXsR
eIfcS7qfslbzkzHLxHrOCB1wolK6GoAzaS7JvtW03F5JTwJ9STJs4JAQreKR/owfainwcIS0W512
HYdeW4uE6q4dxPeU6+BQtorki75rEbYOIo7awKtBsI6H2OcoTFcggmAoXqwhheUus+ynncxLNNQJ
vKkmALPEcJr4i7XvhTai0m3sWIe29AUw40C/0nqX+YLnsdcG7QdeTiDYtlbfd3VqIEzvKRRDgttR
8KKSOA9POcOr6vQI8CZ8J663Naaj/zMJnlWv7nCP7kQp/Zpr+foGIOi2jt0D2d/g0su+hPtuG3eg
s1764zMioZIVCDBUewXG8spNtL2svatiKl7GsXl1KhKGJjG/O43xZg1NmHX21miHa8OtP/l6Mnxi
Hdo2s7vTXeIV3JbuLPW2PiQjVIbCHOMwjvt9VVbbhQZESNrhSw5IG8QnfPiaCNMiba+rPL9hldx2
QfsTgcK2suw7265XsqifqqZ4KK2ghP1pb0fX2qZe0n/tmRtCSXIw2lsazVTuw7xU9u1Qip+JPT7D
LLjzDAZJUAJmBz3jme26SoLPLWwJcP0zMGuAsZtYqQe/ZhwNy87TG1SqzVbMDcrHLHmfdHqAJMHF
wQ/o32jpnWCVLMULuoouLEiyoOWQdWGOXx7vCEb48tpxpi+p6+0sG76rmiKirym1G+sCiKvddW/t
wG+8GNdJPt/hzzm0iTrafgz2m/XC32g2isAuL/PuOjXCVNDd27gyWfet/sYB+fZke+2aaI9tM0zP
IOVzCK5tddP4YidbyTgy5Q7D8GauIRh4xfwF13xNJ6Q4jGO3tlOfPhCEbyZLDfgotYTVSH1/28No
X8WTBjSlHN3IGKkYVD7ef88BLBG0UeUXGmli5pacA3Dpc3uvJVnz2fDBjteW3d71QECswUZVKEg9
uC6WPgnNxi42yB0PNn3SVdYk4Orz4jl12BrqeXnjtlq8zYtyczRe6It/5ajkrajy76WlN4/Qrtez
B9jCNs1D5sZ8Ucgk0IM+BdK/mpvYusuIwMCIgECeC3DzWbn2xIyc2tI3iIHbjTb5n2cx/7BhbkeN
4/ZRXx1bmkkPNV6NCEs7w3swvay+TXXgtwWqgVDX29u6BsEzBRqulK4O9kHlvCot45Gp+SrwMrE5
ArmbRerbuO66x6ElZL6qGjB4mtgFizm+mdqU3DTe4h2oid2LtNzNuugjG8ztTa45+8bXqh05IfsW
yyjdU+2rxVq/o1Q0hNI3bobFfSgneGMtzqUwsDOwLLpPI7q+pa6kXhFcWNHYEl3RK3M7ixEMh8oB
wKSvVHHVpp2oUdJ55O/Qg5786UEN6UtljI/St6+CUdGtMKuEwQ0xfDTNW8PTbuirgaIghY59QfI0
zfqtYQ17S9YPgTUf+lRdD8A/wF+4OHWDpBy3sP1vOPEva1+nZN/EYO3aXTWNd1VD/NXcm9e2Mz3X
s/EzT8cd9K3HJhEv5JU/Wo51G+fttVck93nQD5uBoA5jXo6tXvrl6Ty9u3oKjlpD3OPvg67dqTHb
Lo19rfG5IuhDW6nymyqJSfjKs43vp7eAsb9Zk4QjndL+ymgxYskLDc3/atjNYzwbMiIx5i7Li7Xn
WxszN+5aVeTU8/H/JIt27erlc7fo3+ja6iGxZqtEm9LV0VnKkB2Tg7LoyLTceOwHOZAbMgPdAkt4
QjQEYRpuy7q0XNM/u14yvnXMAsyFlZaFaepYj17TQXiYjNC3e4MwUK2LptaHS1PjE+/q3guD2vyk
KWNf0gVc6+3ihVIf5j2scTPSWvO77vMS82PnX7OnyMi197qwdeio/4+9M+txHLmy8B8yDS5BBvlK
iVKmltz3FyKzKov7FsH9188njwforvG44fdBA37oNoolKRhx495zvjN4BwzqBIWk+rlsxGOdDgay
05G2H9mHkGbcIIWTrrJ7V10GeDae9ISO4KZomFYN/vhjTJp4U4/tefAm40AcZIQw6bJUgjdd1h+z
qrdS5+vjOjNjg6RDB5fsqw2OtG7XTihQUeC8uv248EdO70yVzlXJeSM9Gr4WEzUsc2DhxYr3tJ91
/tMe5RcxnPtFG8dFNZ8Xvnc0o2Rgm4rIOi/CMin7XUsqdth51rrLUy/ZKZ8ZXJeMj6oBH4jG4ZrP
z0fx6ps8a7/LWR+hU6MK8y7z5M6BWwkMEZ0MirAZAt/ZzAMZupU2wt4u9TEeNSy+fjauQRTpPIyt
piaIoaj3zerlJoD5NqdmTToi3BmxO83yXa1DCxV7TBEiDRdYUFvTOu+6fU+3viYvIsfSr835BZvF
fNAJk1zoW8UT8JAbDTqETrqqHlfiXYDtGKDQ0tg+VXRcuWf13vBiwnsnFIb6mCjI6atWtp9s7Cq1
ospp/EeMZFQACXe+y7vIqkuIBaDH0nxbwDpPBik8L2PiBr8kCoV9PzkYjryKkdQCrXPjw9gNIv/i
eiOXKX1IgXB9FmY5XynhnGFrpLuJeOAbusHZdz6sst8SouF9GF5gbAZxsdlalNXw6eOCFLcuuCZl
DU8xWQLLdTZYZMnls808iYGCDhOrsk9pPOcHrJYAy6eu29awJO5i3xt33uTON6po+seeGMFbB8vs
WRXBO4iPekODXnzHJdAcDDU91xsv8TZJwRptgr45KXbBvQC9jtmt8B7VUueRCTLkpq+NImzsciaM
WnXb1iBuMDbd8bbOhPeyjHrFnJNCiIyXVp89sGRHjYpsCHOomfdtkFTbAlHqhhgCXie4Nq/ZktpH
onuse5oD6CLIWSnOqGeyJwI9KH9jE/7+pnDjYseKlT+EZRC4wgH6OrMKf0k5qGjMJ/uLHIzyZCLY
3NCUb49ppTIwSRj3hxAJAamfXTKRm+by7h8QpCR71F3yqhNxf3bjnujazPweiGHZJcBZmGik/lM+
z85tF1jd47TaxnbRE+VZZV2n7hpDevN/jsqKI4aQ8qDXgB96hrKfmm2zHN1kHR6UW126GjKfuz1j
8a7egiK2skMmEoO8CFLzqJoQ2pus2+VkVjY86l81g1C/iXyX5XBHcsCyDGdTdJk1bTtvLXKkJD2A
1T5cACc5UbeQwLApp9iDgFHKkhH/bFhnreCe3nmFb732olpE6CJiEeEomuShEsuJkR6bK4kH12aa
jEhZgUrte7vzX+vFdbhsZQmBPhMGOuk1kcffnkI0dYg5UPbOssru1Pp2GnmZf0nhGc2oWbohQtq1
RBaws/0AvmNHWvx0NQ6A8oGkR8pZwBWkzpaYo3pXVLWkBZMLkGZOv6VP6J8cS/ihGOK7bqJaspBe
ILEN5n3Dwb9u0AJfuGX8XEU7krRQzodC+O2eK//jMs7QsJLJv44X9Ohj30V5PyXnXM/vwl+/vQyF
/WLgJxyd3ohghjmHtI335L4++AWXHII/DgmOcATgyXiak6Xflqvl7uYZucUICukApVed296f9kO5
lsd0ESUiPYTPxuI4b3HAgIX3eZ+QSLcVZlbvSPcZIszhC6Mi8RTbFMGLq3dDlgfcKOykR18TpBtU
Hd6xt2t/47rGeFaVbHcxquPrvnGhMJEsy1lJ4NDNUEXe5FtQgsnpk2hu4MWtX+CBWHlEjJD35Hi7
xUIfSZYMAdFV6t27QhyxXXuRjziXvw+MWALN4OEXeRc2AYGdrW9eQxSTJ15lQkOVRE1XWHzxRSpu
VdveEPcdXKee2e8SMQeHLpiIY6OJlb/qpgJ8pomnuYaS99USLrT1SmI6PN8aI+0XzX5eOhEJncDO
Mp0K4Zf+zJa13iGqYIaX+cYujRMScgD833bN8JAnibeVKnkZTaQEcpmKSHXLx9x3ZHCaIxgmxHNX
vO/yKpm9JbK7gNN6NHdNRRtirC3nbanqbhdfplkzfQLUY84Nrc7lBju33nKrrLZcMYajy4R048Ba
piRy3WVn20T1UnFsKouFmZhFTOgHcQ+SgJsjF7VP0y5+Kfysqc/WjLeqvMnnxT9nQXyLOYfrhLLH
dycw8utgSS/5DqPzC1U6/JoLhusZ2ttA7yy5b3szO/kGYDUSk4LdaDKI9oVrvltszNdtYaotFDR5
ZovPNy6IlSuuMWXEQUCGCXJBYCuZHS1KumBj3YvbyJrfVtqrkfb85UQfvLrN52nhopPXX0ZMLJug
NZ+HEGBzAH51EbW+FV/HfPhItwQjd3YvJpho/MuhSquDbYIsNRUz3KB183KzKKPbJJVhPvvdwGFp
OB4ZGfXwWGPmPXIXb6NGoRongmkCutt153yqg2sMLRY6tzWnsUnqDZejPGgRu1V+fEPihIUepXtZ
hmK9XuLC2YyOZHU6ClGWbVf4rctPG30ZqWgG6w0VzyqcGytpzVsQDSb7UkBVJrs6n8PEYQ6+LZZA
vtjgMImItZP9HCjj4AQewiW4PzQhmueipc2+4kOOm1Ru4rwRFIuGsZkImdous+OHlru+sRzyK63W
i4ApRzOZYwAK7ZESlMgpqpuRlSIolLX1UZGkceX0Fk1nx+gASzV33jxiTfYrfzcU9Otz8tA2gd96
d/h2qxuhnBv0JyVBRIhByU3C52002XNfWs8WxDtanykX+cal/ls6N4xrxS7BkvAVyR3OWGyc3nvp
gMWFAIYoYdYdYE6EVPV1MNSRmNt3mftXeezcOYv/gT/ii1LKpcQF/Itour9NxfxTtKvY5UJXUSwk
1w6tv9JkYnYPihhEGpe8zuyvLTW5d7xz6rw2RX9SHPFXVW7pbYtm5irtkjnyWkT+SSYN8w4wYHEg
KursZsur0y2fRt4N3Nim5bFeTf0gJhocXZ9A5ypVhRyit29bEunRpCLDDJGG4UfIpuNgD9OuJkPv
NdbL/ApmgnuU4xtn3H3nocxEKNuZ6BYfOh6su0dv9F+Ikz420Pd3JUrLsnA54VTiQW/r3mtv6bZ2
PO3bkbA9DJIUDVsauqdFCv+jWzhHi9Tccp+6GuXwOKks6md/S5rZg9eWLRF0cufmtEIyszlDZbSp
fVGdE0uLwjDL7ieltzTAt1Abt43LWsyhD091di1n90ZmwVugzGM+uZtW2Eyg80PSiSt/rZ5mYfq7
MquISByuhob9MsjutTE8jWn7rOphoxr/ip7qLgVtNdAOCarxkOhsW6ZEuMXWd8+AQAMoWjx9VxMk
/0FGyVahmSktDltAk1u7M6ImUUSDL+trLqurlSAlN3VBlC5RS6FelgZcSt7eOjg60tpV8Qh3cfQR
c84bVgbaT2cXuNVLC1QhzdQ7uBnkZlyNL1ebNTkg4N1UbgtMDQO2sfTvY4VgvsCBhD+/VTZZh6Yd
HJbAe45b5MIBsR1iYBWtWzQUME1IrMtBrUg6/57N+SYlQMaZeX31s3La7mauAn012c2WU+Mw2VP7
NjnOoQI6ko7TtUg51bN4vk4SZ5s2uJEEVEmau6e+qfdcTFmrsXOq0Q3SMNjMKdFE/E2LpHlvc7Ul
BGrD+bGt6vaOaeibNNgG/YRDm8z4yq0fak0DKTDBL+FzDDFr7WRjMRWw+DGGTS690yz1PvXGDT2P
O8dpEcfm6aZMmRv1/s4IivrEV3kO3Pip7xVVxg9nsk86y3boRu/EJI4dQWtbXeonLy7vFj+luzzz
h9B95rIT2CMWmuSUwBoAOFo9Ij89lwvdL050p7e3a1ddgAUmgrrJuU9SbLVr8IEYGl0eLgUOD/qj
xtVs55HjrDaiuPlUKH3Wfst+4Z+NoT1CRd6WpPJ5RnNdx1z7B96xYGbwF7YTZH1O+fu2TE7OmH9M
erhbkjpjhNAf7HzdpMQSPdBYXygDym0TD33kud4ZHg3Ka+PSwAQEUzfjfO8UNm1tl7DBtc/vOPDv
S68/K0rK1SxoINi01vj0xYi21w36I7L3B5CIQ6jkeGxLjRqaRiwQxn0GuqQV1nGuhnqjJ7g8tJ3u
cCOeBESEjZdMD6O7PKYlicq5DTgWJ0Lt6CkaHFWSacRuGhtoAFMskrs+M6+yFA056esH7raRl4sP
x4+h5xbDeyOGFyXYOo0SkVFBop2wCT5PSvXTnAZOl+HXnM7XxNJciybYznX2PqbynonRMwHlpAAu
w0fpjMe18INrZhFPgl2rZTbIjBM9YPq1jMshHdFb597dEuRXiR+zXTLssbIg3ao42ElLPUwuTQV7
CuCBZvOxE9a1W1T7OHCf/dW4lTZ1cmOsSagT8Thktd7EKDNFUp6nsfrOwSXNnb1vZ+M28NLPQI/G
hr4LsXxc/C5XuYaPPhnNLXeTrWMWR7dMj3EwPxRe9zCYDPNSVx/qVt9w/n00GSxFkuGfyySd95Xd
Uz9JkKFMBTfVWt9KVZwUGtN9bKyvTLDDqZqPqHNv8Qas3Cti84R3IXu0Eu7hBiThm3VlKjf5TUKl
MdrD45pVT0U+zZsUwG9UmEayIPVUXLtEbF3LAOGXZRbLCYDXGJbBetMqUB6+5r3g/Siv9dLJfTIL
H2200171nbSel8tcEFQ5HXrL7xcgOD3E5Fl0EC5qGj6+gm44Uc6+GaBzVhZdsB4z07HOtuv2m6LX
ZbdroH1GllKXEsj3dgySGSJ35QVaXaaPFYCxr8Kx87ty6ej6FMHSgS2Kze2QZfbDuGTunSNTNNVL
FiTwrgrzexwDOjEoHQc2ojjLN0kMh6gz068ynWN1FWekm6A5S4Z3Qi6JOhZTM90BhSWuZw78gcMK
Ii+w0uwLLykY1apW9x3Tw6umsOWjkwXrq2e4eFshtN8YQWdhVSm5MQdZsm71KEzo++TH0zp03mMj
NT8mOslXzVQGc+giX8XyYcabnDFcSfYpyO9K9tUultn00PHLRAvlTRS3mqLK5gyrdZJ9Bp1EC6nX
ASFST5Zl0zrU41ACvbyfj+4wOzvGCTaFXRw8YHwAuWpq7o0lxQXxaobt7Cy6JGzs43QWo41/YXE9
fqPanl7KOp4xNI7yMLqT/5nCstm5Nl3QpBhE6Ps4miZRzs/m0Ofh5CTfCVagbbMsGUCqiQPACsz2
Stv1cPAvhsUp0z/zNP2QvdvfZnQPImsquqehEuYQikaPYFeL5npZh+JRuTRW2ymjKUNfdUukkbWR
jVtvCkYpZkXnJ2ajZChJA9WV61fNbBDXURBM17Ohy32re/Yfc5U76XftsWtUzQvE1tYl5lY01k1D
z30303Z7CMy1OGakxyJMuGc05Dyk1UodDAFURyaqnu3s13U0Um2/znrGQo66P7J1X+OudDn/3YQo
zilbxqinhbq1HVpNI8nSd10W++e4kcYNPLTGC+U4N23oAljhBB3LW3uZGJnVIjkKNU+cHVN8OU1Q
XIQYGYabTDsOxBUrP8akVMKVkh+dsrsd/R+9SwqvJJR7DTaGdEkMNBsO9gF+4Y05yiZjBWiGTQW8
qQMWi+AxIM2LENqh0T9Xi2zjTTKoatfJabj1W7PiuuZhFxpWe9iPU7BS9FO+ccWXYr8KrXrKgpxh
uiK7nneN9sk5VrM4aPS3B1G0JRL3bgVr6xGDOu4q4i+uoAOPxC4meUztbyvxZLWJ3W6BNK8bJoZ0
APpkDW6rasAY0i7GQsXYLzdzgeNnsRJiU7VVXRVjlpI7MmHN6nv3nDGo4880vJs21nLrArDjO10q
AIp5Y4d/W2sUO+1g0UoI7AWnhp+Ydsx+HXOVaMrYegsAWqZvhHdhe4HYDfZHehe7zt/6lBDjjlFk
lIwIrBhvYCBmNtZ35o3XSd3v/1YQMUimBY2KNifvKEwznrVZWOPzBvpS+pLEcLx3/9AK/b8670/q
PBRS/3cS1d23Gv6szOP//k9lnuf/3XMtoF3EyAv3v5Ok/qnM862/O5D5goAcO5sj5CJU/R9lnvl3
NHmSWKpASoKm0JbxH/8ngcry/+6Q6WCjzbMuij7cqf+BNO/P4k2PIakpmbdbPkovDDQe+sA/CvtT
YpqNROVJ1JlkL7eNu+5JZv0r4MufjbT/fAriQyb+vkAN8ZuGTTH9ajrgmDQs2gcj9/dtkH2mszzD
sg62WTHeGU7z6w+/wr/Q5/0mY/vHJ5Mu/xAE7Unrd6V47bd1zewX1HeM28LEZPKQ+EN8InP2cx5H
5zzXtv0XuvjfNIH/eKaPtMPzHXTt1u+wiqkvkoXTwqAlnr1aQdofSp2sYeA65X+/eP8nK/VffaN0
8jxTkNjLIrqoBv8gCbYaN5OJ39OOnvX00tS4dJzELG8m2PGMS2LryjGnfkcbrLz+99/r//qMPM8W
DK9sz6Hs+4fr9w9PRq7tuIWwO/rt/siURPTWY9W4F0VOTBLxX3yj/2t98u64aDktFJYOU5ffPqer
O2arloAFxaB802aaDdziAv/vP9O/fApPkojZkD2av2k5+wuGusw9FQ3lHJ+JtUq3Rmq30X/2FGI5
beLeeNNcW3CT/u0pTt06WmSxikr0R3fBaBs72yKS4N8/5fff5/IUn3fN9wRVKTPUP6+M1kqFrstE
R0N/yWKvrOmxIWT90HZWvP/3j/r9a+NRksdYwnRpmSHd/POjCoIVXQOITbRwtyeXC18Z1fNfUZ//
xVN8Rqc2P7Dru4H72wdSy1wOPkkFOEZpdBjUdBBv179KtfmXTwlMFNRUCBYZkn/+LIj3KZbbTpNo
7XvYt1HIVQMTmP/sG2NjYK9nCwzY2CkyfxO5LiQmdZXK56jruOflcTtbQBeNTvzF9nB5Lf4gpiWG
FvE2sYc2Z4vwmf/++dPwI6gRXJIZSVPjQDFnfWUbZvGeCJ9utk/S992//2C/OYI8fn1WAd0yTibW
XPA7/jitGsiKEBajDIJ5WHbgIwbLAB9hm/lBeO1nIsBjrRQy0cJNkmRBKKBEG/8VSd7Cbfzbh5cu
p+nldDRdQRX8O5RcC7mOcqzGaEpsgQ9ag8UJjXGVNNbh6LWI41oLH4VA6GnvpkIF1culZvfvmS4n
C9f8KfleTNyuB2bOsz538zStb67NXod1h9nsAfpfStfKqRTb+zBNMtswfVQPJNHCjrNJfEi48ohV
XZX51N5pQlzGXT216mQ2F17K7KQz8dt2Wzw5vF/VVerhw99nmL9R7y6Zn25potk986vBk1uzTVMu
CDDtARRM0/JTxypfI9zHq3hLrE5jVU89QueJYBQFnQIDEY0uCJIecncil5772rihTzdR3y/tutxY
Be1c42g7Re+fpFgKOFcEtZyarFkN7tO13220azbP2GVBkWambqOgduMhytGGH3Ni3PJtkRTF05RJ
dJlTnCynuHfM9mftV5XEtX15Zb0ikyQf0z42N+tgEZVHW0EzPC77yg772cNC6kyDfNVSoUaz7V75
pKbMJmMYK6UVD+/fvSsE3JqNVIY4Ck46P3S4iOVbE4jFrjF0mmzqxLHTbRV0MKKczHaHUKMDdCED
2OvMjWiWD2Yla6bp8+VPMYvZV5HB5wYNo+ixmCJj3jPqWP/I+25aN1mVDknkmnPykVo6eEBP6nwY
KYFJlzynEa+1KEoG2mIyJ+jQttUSWG5NSIDadnrXSTv/WkXNyQwU523ohPrMTBP6aZVNdE7jBmfy
Rsez9yZgAqHBjgMwgK3Q8nRJtClCegvGLYG67Y8CUVZ6lRMiuu56D1AVsXKe7CIbPPYh4dLDlVZ6
LMa4YVkj/0r1zlmajP6gjZDbSKR5ozpPvegaS9jeGT3SD+hatyYzpBjiSpt6kE9tuAxboNqxG7bz
mBXbsU+rvVHk8qNPsvbNqBbvdXLauazu/NHL/eY+MIlmOQ+B1QxD1JPCsc8Y6FubLLWDB34yW9Ai
n4wsKiiLppColOAF0lk7RcTDX7gBMD7zo28gatkr6TEQLFSBaiDr/Q7MduF21jYeNDPRKXHlrShi
2iClEpkBN2Gx11OSJjkyLgUgP34v/FXdJgkZPvw2ifdztcv2qe1nFOp67Wcz9INpvtxpu/HDmAbX
iOoWZdqClw9JipL0O2k11I/pRDcnTOO4vW0amwSptreYQtoooJGhWun4JIecRoTy8+CpSKfSvZ6d
obhJVSWIb6qE0+3KEjvy2SFV6N1Yxy4OrX62zCNia/AShvJsJ4qNnvCCYSVpdpvWqXu2q8r6llm7
+ttByPgwebZdXiK0lmXnWqpnQBUwTGYuqzydnLvcsgzikdZhDa3YktjOGj9GJG8TfOHVNVl4fWrQ
6jBRRR1lwX7FMBbxWQQytUZgaNBPQflEMvhmqI3+1yRmHxE9mwwqDzLtRrTCCGXHkdHrwSasikU5
ER+B8EMlP6EUdxA6LWWKs9u26VfDUbYAWUepEi7u7H4PYqxeHMXYd68GW7wvRCx9oKzNXlard97L
daZBFyctvoYlqTxgP2kyP+J7ZwTUMb9DrngRqmIPoLYwswZShbskhhsuUor3cnKWrwkk4QNqmzyn
Yxn3XdhMsxwRVKzYATo9liJy8Oc9mU6QATkxuPQDIgDLEPINmz+wsXddNCQVL0/JWzGhmHUBC3qZ
9n5xQSsR7yoGdlexgO8RVm4iu2s0qc7VWErKnLFKu9cSy0aKipMG52ZpRfNNti909qL0LbTEgfXu
rnJ9u7g+gk1OhdGGhWEjhxuSbGLsIRbeRukUIr0GdSb2rGUpNmPQzZ+rOWkLXwXdHLoIw6iPg2Mu
DwCp/V9B3YFWwKfg4LyALmeQiVa2Xy57wE8IQgasAGF493bXuwkJjYVzUSEylQ5HzqDIdmzNfKMZ
07vAssEWxDPelIvvPg/CaXTSr6HXBloiP2OwHgOwIDsxD8DzNMRbP8as+QQpqG2M+0yVCQg7pxmq
Y2sJUtRo1SEzdi6gsSUthzKKU9X9stLMGbc4yBtkozJDODPjJL8zpe/eOy6+nrI2qx8EsbR3uaH8
gvkefOZwXZT6BE6jILYMufE0zevyBhegh/0GP3QNK7t1fiacQct1aS64RvIYdBMtmwonxyJa0gqQ
ujK3sWgF6kORrEKFsk/zuxEYEXKJnABSE5g+sUvIr7qd49v9dFHstQ8NhEskEGbqQk+r5/JX0CG2
D0vdiHqT+sZy0oMzyp3Npe/e7kdihm2m3SlKRW9xrzyRtq9+hv4gnJUFuKQz+uyFBFmbWbBsGHKl
i7P8ooPluNuhHhp1EjVCjyvDK4MkbFcX97GnzAuclUzj7giJ1Xzwy5RXe1GePFioicl9S5f61uqL
HsoRDW5kpAMCsqovHe/clY68KN/NPCalwBqPFaLunt8lje9njrievXYwz0pKS4RdEetn9pzCCTnY
g5scVpSJbHP0vjvTnvYlyNFv8mRAYJRLmS97xIzD44gORgJVgrd6pis/M4TASBGEyKSMDyWq9W0w
JXIszPz6IXYyZOfdXLjRyhT9g92ipKs6ck7VngWboWKn+1i8xby0jUUPxiXuxatnN/aP1SSsfmBw
WG/awrZfSKxjjLKqzLhFaoUQTmZOigy507eUAeaXYNbUhRV/NpNjm+XAFFCYX5YW1h3U7+6b2k4w
Qk7cHrBMV9YAYExNImyrIeb5frxuOwIvq7BDcnBv9bHxZFQWuq+AAeRpUHItNwMOm6+18qduO9gT
Lxna1eI67npyImfZU/gVvkDm09PipCYmxbLGWwKI0Y6LBy6Y+M+8vBWPDJY8gizitVmjSZkF5ZNn
LAhwHQZI27bF0BQGjt1NoTcF+bVWKfSeTNPfCP0ZiRNhw75/V0p2uA1VltdGqwiKp5wmMLY1vFZf
lW1d5Naxxqs4datxkZ0w3krVtNIwz/MMEauz1OYWToZ+7rvKPyvBCGPfGV1cRqLSpHwOa2wD26pQ
WV8Z1A1ZxE9F7IZgZOxt40LbDmeoUaYUsm09R2IMaP/2qY8ZISl0Vm3dBlVkhP9jAIAxeAhB3Bp1
MSgZJYh0mg0fuW6q55cE4kFvo6qMO5SQhV1UY9gEmEhD9DHuew8L/rYHykow3JRTiOHs4wXg2ze+
TLNFJ2TMU/VMHzm4L3sL1M7cYQLamp493skqQbDn0nYaEQsVzU4tA8GRKs7KfFenc9rsUBBCona6
ojW4cTLYBvs4MvoXwHfBP1jqR8fQkj3D7ir0uS505xA5EsNVQ8HKDv02qH52chwuLhUhfjZMWrxN
1zEoDRsEe5zF3oStz5PG2KB9QCW9E72DSG5ZNQm5TkLLdld0nXygnhtw0nV19jxyO+iixtcOg0aQ
jEhu54VhFgGUP5Qe1clwTfwGGFwYcbpek35701zfjo3Sb6aj5me+teqbeWpnM11myBQKLHhfq07V
AyJ1YkvjNKUOzso6+GBqYTehXhQxVfXiBDfcfqD1IIKlGT9lOdgmf5kl5gUxA5uJnZ7BYW7q+nkc
l+rJlPTdGJt38iWGmPdzxjfhodNOwAePPptw4fRueZ0gS2PbJMamDjP2prM9KGx+Ii3kIwHgKYF6
Rody2zWyEqVWFtcflhITdjUMFS1af9fzQ22VwVdpok3dBOVFmNPkw/zM+2UW1Dn1/CslxdPdF8Gq
Pz2nnEiL5/bGFkticLbrOiLXHCUv3o5iXvAuMP37bIfJH1F45cM7Ti/1Jsl6L8J1tZefyWwSGUnE
tXWurQJ7kWMvT27eTiI0XRQwx743chnVY+L/9Auirh2xrprTyB4+Bnch7c+Ok/hEYix0j8V1nkTQ
Trcp1k2EvzLv7lJmJf3GQWJFXc099AowY/WLycJMVuioYRK6qplfU8Jg8fHVK4IFoGkow9pROz8G
VgK3kQwMQSjJE/jMksK4NZpy/IlKEBNHP9QUtGOFlWyrE8Isqz5jdl9Panpa6kE+jfnlzaxyI/3l
c119nK2hTA96SQDhTckkuLoAQcU40DcVkimLeWNYG0t9nwuzipH9E6YCJG2aQDJN6AbrLq6/Cn9B
Yep7HmLJ3G0QLhbmopbQwjgyYi2K62WTGrL+4RbYUOGFKZ+KyetNhodDQh3i4pD8jGWDWZLpR/Dm
EJuqOTih6kRobCWDmsIW/IhZi9hkkhQReZatR8+vR3hpcez/mErGS2FXWor7ulWaB7dF4LbF0dK8
kROYLuRU+AK/B7YUG45KgFRGjVhwwKNDbQtb37ee27X07vMmX0o+h1bFtlGO8d7KSX8H6NcpBpti
uOVEAfLCRl3dpp1a3lcdVM8SbXsV2tWc/YpVp9oIfnL/w+n75HsY54K04Xqt+62fGBl4LSIMfi18
pSjtRw/+Zht7HJnKFo+TxbVmo+rmEgngEIPuy2X8kF6Qvg6muKSAqoQuu66JSN2Yfu/Z7DqMlnfe
oCWG2DxwTn0t6Fp4lNtM4JduRbwB7mQ69K3VzmjYE8nxkLnUCAHxcZhz+0a0EWi1ZiHyGA8gAbzI
rXh3B6m2tq5nuVWLHh/pc+aXVBSD43mamVttna7Ffj/G2uVFZjHguPFxVu0keXyY1cB6aiI1KrPc
YLeSPTcMX35Lbjj3pszmb8Noc71BnTJlRPRYq2bNJ6hdbJRfazhmpARtutETCCXVmkPlNeWnyHXn
hMIbLLQrtp97W5PCH2UOM/AyapwUg+zADYa/luzLauvkXbK0pyzQztmr2vhZ5PFUO0+91cWe/SwT
JrbbaQBGiR1hmH104WvvZuqeHgRiZkhbCLHgBw2vslvNa3KcMd8Zpuq+wA/MFiIeUyenEXAqh0NV
di7eYvQKJiporEkptgLkPD6tTYIqxHwQOW7tyPN6ow/rJAXBW8k5/+Hh4y05gJF4brI1r4OQYCb+
Nxjhw2LEns2zgQT7xTC7C4ymXZoXE+7KY67Jbt305DoTRT/H2Su0Oei7IDmRiuZq/mUHhv2zz2sO
OnspuQMJf9ZIfzRXfaJI8rK40CexmpQWGsKNjaov2FReMd31TnrXG5ag5q5SherBIfI6wTyY7vFY
ibd5MFwYCbMknQWLT1VvEo4bLIxqSeEyLPiS6NgMZX2dyNLr3qx88M1TsNbwXhs06+yAmukVPjWL
Xyq0VYkD6HK+ruwd/8XeeS1HjiTb9oswBiAgXwGkYFJr8QKjhNYaX38X2DP3kMk6TKt5PtZj1dVT
IhCBQAh332trqhxRc9aYA0tLimOY4E7oW/FJFuc+Cd7ZouLhqEdEiUYIm2vIvFYXLvW9jT6kKvqE
gFL7lF3PLbCca7l4htZuKAe7voGl1xVnMel7y9MRaxLVpAilaXf+bOndTR0O44IQEzjgenNCBBDL
6lbrUJRhYn5cjghmAQ5kfR15MqRI2CvpzKR0ILIYYMvQ7pbSXd0i8b4UbZkPT1ZjGOlZUA5t768H
1RfmRgtR0XsTJoPyrjTJ51bOmAPEk/gC4NvUizBqji4pKbDkjYKNir3uTKFwsWwnYHuS1/rhyAaJ
O5hcZfiFzn2NZMewfSxuqJqmJtAx+tYmsqFiJU0NRtlNJlIYXSau8Dp2tR2gfMLkkcGSQxBqa0vD
vpILtBgXjU8i1eHaTk25YKtJ03fUgM1pnwdNDjmxG5DlhGqszZupKzgtjpTcYiQ4CIKReqSZ3Ljp
QE6EJqqiCcFtX3A1uGUNjM3AlWZtapEjJF3YQwUtWUAVxjvRszec7iOTYOdEdRU5iCJ7z4B2sooQ
O8v1Y2q37fRYVqsYhSzGqeSL4oYxeI3MBh1oLvdQJ5nQ0VidjFZQDTc6xbZGRwiNuP9Fl2uySaBM
TXWUMAqQAIoEqMrosIfDsyy6ZrNqkjvoLgZeD6Exh9gd6FV8C/Ue3pAvKqs6Tmpdj65GqsMZCWMU
NjdyEHrHI2WYKNrSrgMRi8ad2L8HxbJQJ4eVvTCER7EVVCmnqhBObqkBkMRRQmpFdfXMztSHzK/9
K1I8BfjPsRF2GqF2ruNkPJqUZlTmVUt1RGBtEAq1Uk85GMatxIoTgYCSGDK3JKrHhdy0Mt6Wg8EK
64xlmdYng1kLduJeojA2Qaseds28MsyMLPQ/Kar/qxr4UjWgauRk/veqgdu620f6fP6J/yB9xL9k
0l2mYVrUuVMsSV7+34UDuvUvzRZkESma5Y/INpms/xQOCCoHLMICNoArqvn1hX/zn7oBof2LP0NS
6D9/qfE3dQN7WUaKGWyN1ItuKHhSyeq+cR5s2V7TBqL3c5bLj026SFrmoLrhuIbm4svI/CGTv5fr
/qctBZIvPeYMY++l5iZZjkRUJWJl5mZDltmILnrVtNZEzbpNR9biOokL6orrcD7A+NlLCv7TMm0q
ZFQpI9hnolujoLRWjcQqCRDdFXq2CBfEgUb+OJSC/lmgb8iq76W4M61rRVLQSKRb14DjwQf0p8kh
mt1+gu6fvnxpZi9Zq/SwNSm7EAQY+uisy8EyDFUt3ZSalLB3+U23KUYyIsRyKHLS0+Qe3+nLcOyC
A0CjPTtJ499PomlAOzWNzPFezcnAGSK0Bt7n4Mqu8Bq3OJXcaMOesFH4kZDdsOYC4CBoczkMX1KN
7mYvXLN3CO6PDjlY/PEdA6j6z9Msv/6lnoG1NzI0rH9X/RAUSAD0E2kcDxl7779j7lnIaU3d5gXD
6dp3F9a0aRj8LhcrQy31NQHg9IxaBgokxVj8XS0DMAZqT0h+ko6lokFW9kZXE01APS4rPoF/haAe
G0vYtodAW2JBlH1NMS/tmCZVDMxZCjT4LL+Pm9xhqkCFGztLTR7JofA/nLdq0U0Nt/fQzzda34Xh
poyE9iIoW54d1fBFSTaJXD/xXa4lPTAmmTCGPgxccjhU+zit+qCML5O+qgIq+Sk/OddTKQncSJSo
W8nVYc3NlVjRKW1Tzea4TiOUztSnp+Rkcnjsl52IwW6QIZKRX8VEZV1TSlXrNJsYmaM4KXU3ASZ6
Zi012rZ+EqsoMojOycRt8LgzudwGowIdxuw1D9zQdGsOLZAJUgGa5Y2a1KbbaPlxUyZRY2/Deizj
ayzgStIFQwX9yaoq6sCpLrfv/KrzfQA23GAhZSg6Kt5J7wE9SJEUv2bc3bltDqXyOGdEGPn2iFms
AK7jZiJlHBAtxTIKDxrB6NVB3sSbVtMiYtqZFTTrGZy06spZjeGEZBacRuOQysGSKOVajI2F2jX0
BfFyPNGJWkXt0ZilWbcNZkk6JWzLYQxlsPWmFWOpnAMD7irXboNWxcvOB/oUpkqEnLOTpdOItHe1
AfyKaGQwUuvNlmOkUhvTHq3jAFdd27PNqfHXkrAoO0jGNn0WVAp1q5qj2bTOoxEqSILMYOaKU+Ur
RKe5tCDglAu1VkkIGMZkXVQggy/QU5uXJEKMF51vpHDTtE2v7D7kcDKENmSLKBFlBDXHmHtPSFPz
EY6cbjwOXFwm6jFDr1pq4XCT6JARUMgOM5mu0LS40CpVrTh9qaav7J9Engalrx4jLW8zt+GaBfBD
snIqiGXtVUKTeEbVguQ7fLCkWcMyhD1WmkFAbq0N0kfNzlNlOQrD0adspPxIyM+eohf0XwPCyBdU
686UvkdjULuq2fXnw1Tm91CBWGCDMgjOIyEIHJpkdC4bCH6zI/KmL2EKSP31iHz1bWjKqEQZN4yE
4iqp1pZbTng/V6Mfe5lMZYNjRQNhYE2p0zN4NsSZx8pqT0hMRGBx4LNfqp1ISe6IaTgTgRhJ6/RR
d12r4MM8LhbNrQVD9ohobE1oIjUJsQ6yrLMvyBI52inTEleKevlyCrMOjnJcl4CxAjxliYZJUPsT
Jvq5KtV4x1SEoLeylCL30OA2k4VPFPFGcqGXjws743aKDPeJlA3ASKaZdT5UMJcZzHZo3c5M5SfD
xgwcRHpklk6BtdCV7fd8lz6ZtQ8kzcZzO09UsNh1ES/wCCU+z/1yumVKgVELQiX1KCkZRr6yuASl
w0J5FgcKwxQjG7hqWEMUtCe8BkrtJz7qGbnqqa9nGmdiQ7QPU29l6HunVvciZsxVlkOYgy9TZ+85
EHCMZWKRMG/JZnYMjlyyb+WVamy1Ks6OdYWSD5eQf6pj8svHjdC8rBLK4nORwdgwkRNO9dBkLgI3
tJARLLLQU+Yp6VyVkOSTGLBfY5bq/QWO2NoIOteq3mVZAh5GfRysqUlSxhNu4ql+EiVV2zhpSIH3
2ozMOVk3VWBrqwGorLyqDF/XHEBbRHGlkg/hsoxLeNxRV0xEFLOy8vEEbHRr5zdlXTuzXtW4Pyy1
Fxttrur5RAHCf0e9dae6M6bb12FDLAonAyGHrh/1AlaUIvR0FRZxPZ+WQdxfzJTNqY4yKalw1Lw5
B5oRlytdacwRrQOq8UWSpqO3gNQfb2XcpQcXPc4othrMMF6Y3OIlFxha2bgzax+zGaXHdU8sCGZA
JCHVyOVcNjYGahuWwdqQpKXGbew3qh2QiCKI7g8uCbkocyj/CdvVaHUJ2D1Sd7PTmCU+FyTPsOts
O0xe1si+zWGVRHJXIeCwhhst0U2SV2E6XBl1GSF78XVVHFNNEA7omim3ZCMIU2uba4hWPTGP+sWo
DpjkleYo9FUoJ1SPz3kEhkEpePh1pheqdKx0ql4TUy1ArcGBl05jpS5vOWAG2soK+/5MVmTJWOH0
mVor6iCphikoH5YpFlwq3pJFCuQSF4alb8iQ6U90qJokZAM9RfokhyJdlUWstjcG2YrBY+MU9/pY
jeYWZeVoX0mGz4BJOW7a61CFWOsiMfQHh+9LL1y+HFIVVBn5/RFCFSGtIKoI2dE7siaOYrfxKcsq
2WGrLo0jbVKLrVwG87Vilpid2L2vXwOIIZ1W+2rOoXGqak/vStugxgeQMH+FmtbxiWX1w0fZJCao
vSwmfp+xn3O5xlyn3ZgRxQK7lLJZjYr+bBG20jcuqbmp3lPbn55PiWo8tC1YyBMplJqClQxPAzLR
mjipRAM2SYvMNlnXgNOePu8g/3dl/XZl5Qz3v19Z797z97l7T7E0+h90rarxZ/5zabX/ZckGpYDW
UpSnmkuZ978vrab4l9BMTVCq/E8VJ7/070urov+LKwB/DzdK5jVwi/9/Z5WB11JfSh28TOkn9UKq
+Td31qWk/suRVdcNneu0oVIcq8umwq1678iap11GfNT37s6pHHDeniLnInLOA+csdM4u3je3u4+H
t931l0H6w+1V+16O+LPVpVD9ywVjZt3TM9wXvafKubssnBvKvZwH/uPl/QSZx/Lf75vV4/3z2fHd
2cnz7cf17fHb5eAceo4Dnd+7/8EVGaU5ofNFcafIL3V4wO/J/l5z+rOfexcClXy9qi/9LJyHu8vM
KZynu4e745d39DfOA/97ypzZuXk5vzo6f7o5CpyjK+fi6Orq6OTs6urEPVudbK6ONldXu+Vnq91u
dfx0fXbi7q537uP1mXt9fXx+6e4+jq/Pdpfe8fHHgefXl4vR/9TM/nj+/cJpy0DFJHU8/+nT6cPl
bnv6dP50/PCw2dwcnz4Ezurk6mS12Z2srq7Or87X58sj7i6vL4+vV2e7A3e4z8vTb8+yV79LFWZS
NsgGGcuXZdowli8vN+8XgXNDHIJhvHq/iRhLNLj8tFh+3LzfvDO8N+Mym+/5nfelc/EYOh/Pj2cf
b4/Pl6Gze75kdj1efDC7Lq8/7j7eOIfyz93lxx2lEs7D5cnJ4/Pb8cd16Fy+HRhf8V2Q8XN89y+m
SUugC/yk561Pve2pt/x77Tiro/V64zqus3L5D2frbb3fP8BP+7/fBlN8/wDLAIQ/+nCKLz+n4eXb
x/HLeUZ/X67eA+fqjLHKnZPH3d3zxfPZgTe5fFW/tb0XXWgHDenhRKclY1sZ95H8FCQXJG0WFJlT
yHe/d/XTmW6/OWKGhqkLTRHWvhOknshdyhHC9+ayOo2Gk64RW8pTnF77qMxsNYjkaR6fI0mQnb7S
+ntNwxVd20nz85TcDugnu5tARGe/P9Uf191/wpHE0WTZ3pvNeGjllAOEy2y+ecGpwrmKnJeXi+eT
i+fHi7O3a9m5ezv0OX+qKX4MxWcM9J9G96bbTNUZACwabWRS3vq9SalCgl58uraorqpbH6uKY6U9
ENz6scUQFeFyaCsoutjS9mvPJ0ldApLV7BUV6QhTiairs7IhIFfez6+/j+t+WybFcdrCBGePVDWS
ad/ndd0PbV20kJFx++pPm2ESz702qFd1HGUHyvv/2JShaOzPsroEmL83RXQykm0EP15atfO1Pgdt
7E6EQMjfzNnt791aHvvri1u6pRNSJsZNyJUg1ve2zIJaOI2SNA/0mH5uN7q/wu03PTAp/9SKwXdi
aKbgYCHvLQp9Db2RaKmJfrObNz7FOJvcnG3v9778mIVLZwyLow+RegQJYq8zpR5BBp9UkwT5aKxD
Ytz3w5wGJKF0anyjrFa55/pt7FWJBQYbMcNrnKMcdX5/jj/21ibEiXgLTp2x11uzC9EFFEALwPoa
hJN61Rmoinb/shWLmKOK3JFstkGkfu+k0+ghVuB+RwqrqaMNBdmUHQxluPnbVjRNttE3EZNET7gf
4AxIQA+hYZI2r2SZiGBOTC20gwNv7seMJzatIIhexDOLVmfvuGQ00M50MmkexG97F1aK7RKn57JO
YuzAy1GXpejbjN9ra+/rsrESyojzjR6iCqzMkqvMMqlfbrdd5x/FZrNKpey+sEhP96YbzOWWebaS
KmOtjN1Wga4GBW2lj/OzMDSPUDQcon500CnejvHfLgTLowoZZwBO01Bw9x5VVnyB0IVHFXlcrFtL
PAgrJB0dg678+9eMpZwmiyXJxe3h+zLAZTxLRSFGKssyBM+6JlPeJswDU3b/0GrSHyYrFwL6Qmpp
+XC+HM4LH57bWBFoiazeBPsRDet06NUzg6pUyn2AJv3eqx/vmkQSdxyZXBZ3EF3V9r7EqJVQoCn1
5Ckn9YV+3t3lp/WD/aZBWHPae4yS76aL+Sx8nj+iC3vnr2rvkM/5Z9bq63Tbf4S9Pg9jlSJx4hGK
O3EtX6GsOCs+jE2wE5cDSp4LC8TYrXwRAxo4arbinAK1A4vv/qjvP8HeqtiHAjwkqDkvqGLHarFe
D7S1qg+7AvLi7wO+dOZrZ2FWC4EhiI0Mm5PHvuJOivVSbpt28JSeAj8Fkcg1gXT54UArf2gGKTUf
qWCmstLvjWlQCl8pzXnytDA7gusweFOvPFgIXAgbL3obiqwSYIO3VGdsRnIEnX1rZpCAS1+lnG12
TNjMdvUwD+tOjxwlPE7rYZtpjZdJpyqBSkUGI0Dxnoif7RB6CJ7Mw6OiPI4U6/jlkTJNm1l+U3mB
snRvitTBK21lwk9JoreiLQmspmsdKNOBtesP/SYFbCA0IEdKBH1vmSxijbIWn+5mxWy/jEmgPRVZ
ujowuj/fIWcqTRBoM1UTp5DvH2msGFitgKTwtCmT133dX0K4HHf/TSPs1/iYGEu04XsjcARrakSa
wQOOR+FqQhogpY77v+gK47Vo+5kt/OR7K4Y96L6pxgNw20acIKicyFR11oFVZv+qxaS3FAIcyCdU
IVSxfH9fVjUgxYYSVv3gjUmymI+mQDbIip2OmElsiiASbjKN6unvA7i8hb0vzVKI5TN+Mt+AufdR
+0FWpODkB69vrGJnItyochU48JxK4BWbClWbgkGGl/qd8vezkKY5dVMYwZn4c9H90l9dZFKeJTmj
qgsA3bXke5S2qNvfO/iHuY64H72zTCeXi8zeqOJsJ8+11GNjEpjrWE+7ncKue8jla39xXF6etoTD
0HEDnN8vd5BS5KpFkw0e6lRBjoN8ZYVr80U/TNYu8SeyWMmYrRt8hfktQlk1Q9E82mO61Xrs0kk1
m06cZjflYK5I2538Pgifx6v912wYBudzTuh4n+7NrUDtoKCwW3oKmWZgQ22dv+ijUp7XEQUSlFD7
VwZ21duZ+ykXayVoLpsRVhtlZynKF2lW89ffH2mZWHtPZKvowpH6Uhlj7FMXQHMZsCy7zoMYA5xw
EhSmwVhap91w6PP9U1MYpHO7Jr9OiHNvkQgVe1hANp3XUQoI6bkoRoqeMVSlktNv+gOLxXKY+t4x
1iFTsRSb+cC5fW+x0EsrQFPVd14fWcAnffQQbTThb2OQv4IOG53MQt6Go3pFWmM8cDL60VVFlq3F
/sngX8tn9X2248VRW9iAVJ5NljpwTS1dcuBmn6obnJtr5UBff8z6pVRBBrAL7USh0b0NVMbQSKTk
07wprs5TqX0oBWk835yeyBnLB9aLH0uVwkKlq9RO8SO+ZHtnS4kyVKDwZkIltNmu5Anibt7N3ZHR
Nv1VA9Kd7WxIN1ifW+vf5+qPlfmz5eX8w/Au0vzvo5pKdtfXjZ14xkSGU5XKk7orAxcB2hN2Ltu8
yIMD7/HHqkWLHNhNRbVZIZHpf28xEs1IXN1gWawQYZdYfsNfK1Lv937tvT5jua8vZVJ8ggBrtP1K
qYxEEeWnM0krJdbFSWZFaXNlZBQ+Lm7puGkU4ZiUB3acvSlKo+ZyGVmYMizIBJa+dy3XywCkUo3Z
aVk2rxHQ4Q15PpLr2FKJ5987uDeMS1s6tXWEI9jZNPbv7231XEJ8kZCFbNtIufTj0r+J5qz8u5f1
2Qr2Zui6ILuACtk76fgziecSWxJP4Ci2mZUwfq6FCP923JgPsCc4XVC6w5q592lT9hoYxcy4UVEM
ojYTTX4P7rdM111dNQfO+vvXDYIelBxiIagwy2S6tDcBJ7hdadVTJQ0oQFhHZqkRCUGwD8jQqvVU
u5SB4lG4kVfTbJyXQ50/zqUl9U6ld1O8wskY7qUagW19yuq0foEIn8fvVi7Vp/i/5sMqBHePP7kW
qfjPjmDvm+N+Vhs8OOPEvvzLaUBnLHJHvCMyScr+IacCv0jdE50Rc2zjP4vilJyuf+Ck8eNrgqzD
VsZ3KSO9xGHw+2QzJrvqJ6lOPdumtsDJtHbEw4ALjOVStis9Kew++t+df3lNCq7u9uKdKGzWjL1J
0UoWakc9zzxCctVqiFG6woMrDkxwRfDoX/a0z2YMha4Bg+J2/xnB/nJUS6Ac+r2NA0A1wuqGZx2c
DVaMPUhfzTtlsMrrKkVGF4RRsG66MUSK2YyOgqXHxqyaYIsCV7n/23e6nJU59GvASJaF5PtoZ1ar
RVkMEtymzH8bQcxYo0EWB3r+YwFhfAnfcXYUy6aqLgPzpeOIDqIsq2glrvXoGkfk8GKIwUX/fV9Y
PpZghkbN4ZKd/dqK1MAUR3SfgmdWYVd2UreBn53/F3OFE4EK6oWvgNPq91aSsNCltLRTTtk9rjDj
oHrUrUz/TV/oCYEmGqKW8XsrMx6QFafIlG9aST8KgFYrTELC5EAze1vy54zEXlPjzRD/4Xr5vRn2
zQaHOJpB2C1dop6HoxvNVG+0YbshLpccmRF4zd/f04+ti9nAtkW4gOMdXdsbwTlqg4IK/dRDaNx5
SjLKWy0BQk55VXbze1M/Jx4LCGdIzjtLFep+iCuh/EJX7TH0iKZyMVJyTLTiOU1K7/d2fnaJuWDw
SXO41iBP7e1d+DZpFKQRiM0BQD6UA5eAymmaSDVWtt6q4v335n6+NpXwPagCQTASKvzeCKLhMxq2
a5or4IDWrBII/ocJsmSJ/9omwTVgK/NqN3/b7PIda8qSC1nIfcvS/eUzjjFBoeQwhVQtY624MpRG
qjZ6tYBzuxqihsKaFXtBltUHIq97lwGm6TJlmI3w84g0faavvzQMQqCHYhJKrJSDfxwWZnaUmAFu
TeM0gfZBqi2liXRGSRZkHHwqD/T755ZEhEdekFWESGQ28+/9pqqjHiGF+65JnWzvYNsdZmuQJTHW
iZkgIFyqVq8cmFI/py6NwnIy2Jm4CX9anX/pM3y5ItNQS7n4LEorBDhUU8bxeKCVnxOXVhhfVQHv
rDKlvnfNjiFDEKkDkVD383BSRznxOeg3UuHhqmId8rr90RynLhVcDzmMZV0z95a1oBs1vQPZ7CJj
ljddFt+lQta2sDqiAyvbj+FjnmAYbBKQJKGmyHvvTGq6rq5D33LlNgzXFuJlvJeS4cDw/fgQl1bI
cjExObqyuX0fviAoKtAqgEj6ocqvVMBPTxWHiUcFbPGCHUHZTWmPcfP7d/hjFGmVHe7zasoXsT+K
ZCRtan5Vy038Md/llCQ7Ta8klwNk5vXvTS0d+HZkYfD40Jl/3Nqo31+G+cssNCL+r5n6RDdUzRqb
AXXsL40ulaLJiRMhB6fcaGHRtnEbYC0keixK//bAzqVjiQYRWOZvMtW9KZM2Wk2uCh6NGNhqpVLk
+NXBGr4rKkv724vO0hawZGIc/KPuF0lN0LizwsJLLIy7ctclUnGqatGh++IfXp/J9wwvTuEgwcb0
fUxBaOWZRBwRSpqcVCtJk+xsFRDVlSkqDcxDAcKfzS1fOEVfKvsSmZe9A/UIJ2AO2B2BWBv9MRwe
6Oj5qJybmZatfp8tf2xqCdaQ/Sd8Z+6tJkGCEj/F0NXNsIydvF6vYB9VEv4IVadKB44RP79w+vWl
sb2pqUQlUKx20hBO98O6VPPBwTYmO7D2/6lLBN45r5CY57Nbfv3LB8AiPKmT2msuTh2IB+O2Nq8C
qqOhJlh6+1+MHxpV1eTAws3+s8zsS2NzBAJK7Ri/EBbZWmtTGSWLJp2olPsf6NePPe2TLEryAvAZ
kaf9kP/sTzhaxTSlmF1zGc7CQjGcyLgwphNe0Hl24DP+w9siWgFjEoAq5ur7jMnO7msRFY2G51EL
ZSGTg61tZoX3+wT8YyuorFiwiN39CNA2il0WA8W4boSN+3kep+pR1sXx316El7Ej2k8qnpg41/vv
c2IMW7WwzZRpbmLomTSQ85Vhng5Mhj+8IU3gFY/Cm6wo54DvrfBXzw3IP9yo2sB84w2Wq87ACSCp
GvKlVJj3BwbvD1OdPB6aRuIvXD30vQbRo9QSyQTqMySkKC4MMlOjVKKS3xeiRHdgg/65dSoahRIy
emKs1ohgfe9eBEdMB1koXMDjNlz0EFx93g/2aTCUuMkY9nk/yMGBgAzX+qUX33Y0C3Ir0i3qbjlI
2vtRyLaPZ3VOFoJLUbU3peJXw7YVUXtCOY/AMqbUkTvmaiM9irxIT2Us4oj0T6UFuW+OzXVi53gg
mUUbXQUxlDOn0VAl4O2ogU+vdWtwOxFk1wlMQQHhqKBovjVqIMgcUdvSRUgVXsOCKnTU221xbJVI
RtwAHDpCRMPQCeBJo3qrVnrzmCFlw/EiAILkdm2hrgNz9qmkaTXtVeMPnyalBjIvEeaCHQVwhxg7
KEFxJZ3Z9hiLFdMNrhTKUR0uFRaFHhQ7GZriuy3ZeIBmwm83SeXHJzgWBcQPhW8Hbtjo8TmlLAut
oBrSbS0NSbBqK9l4KTSCWU7XESp22iYpThBPVGiDokrC5rs2VUQMcRw8Vr5cIkkKGvrUyLE4ngx5
wiPY7ywiYZBSEQxMcXGfhBheM0Z+d8NlN3nsgHqmYKvIZzkBhohXXVHGE7ZWbPcOh7wIDqnVoBRS
jWJaK/PYvAWKVMSI6JrkxrZSMR3lYPjua2nOL6lownA7Qzhx04sC7kOTttFxV4ITcePehItaobDa
psGMAygQywyHER8KmwNDSboAlR2DF+UE57ZhYXVoSoDqu2asj8jTLExpEalJw+ncGFm1MfGrhIiU
imF2hjFAVAoqYNjiBg000Ao1MawCI4weJ8UIHzHKwtyvbkZVP5ISi++4o9rivaH264RzPoM2Nbgu
y3o11rg/zsEJtmJtthKxaT3HME5UIGWBmbnAGTXhpk2EbKjV0vbFLAeAAlmUaPfADqDHTY1+imuP
8VSRRzePi74MB6frzeoiUbtBdTIbCIqDHLG5CnwcGV1V86sFiDCV42o2TCwCEPHMWC5OfWat+qYU
R3o0h9AVuB2QuQethLNdQmOuSCxx1KAseUnUMb2wh75468LUvkdUG4/uTID3OCjr7EkpteaevJ10
G1WK9hrkCw0K/pcVg2QZwBKaZg9GJNI4iBlRr00rwGegxGTRidHNwx78lT1jJN3oQrmx2qnX0UvZ
7QUWxKXpcsDDmwSjj4brcGikx4IJ9BGi1/S9MZAa2THwgedtJSK47lnhb/rJnh6wM++AcTUddplI
XQagGpoFXiw0K3WlTrGerbkZB/G6IBcL9q8PMUoj1Dysp1lqNrY6SUutaWLmnFQ7IEmDps13WdpX
xwE35WgliVJ7m8weH1ZTGc1ka9h9hSfkCGmh5uymcV/wJ7BfQY1kJbTnbicTKrsnUjbr67wX0mmF
0vNJwvCtPaJSIj+W4f2AIkK8dRlZVqqtG78NjpK5ggpJ4nEBiiG4S9YStUT90aByoljPzZyeNmav
v6eGNV4ZVT4bUND6GtExQ4CCNWtr2cO7N72RKiu8k1C7n6tDg3A1gOkRULSStYbbppH1NCtjdZbF
fI/OhLWfvSJDWujrDObfrhfjaLplI032KhIqC5UwP63kDR/JFQTGPPYUAiUUO3IOYez0Xn8BZTHU
UFfm8Y5NyDA3XTNh/TUqoKzWiqTqSGlhCOXr0UriC5wkLBk0ja7fdArWq14pphDCcFt3Z82cwR3s
oUUkbqmageYmsCFxX+KjV9wB1ihiv6xSZM+qWuzpcQF9i1pAKRibh+1j1zTNxSzK4LLA5O9JJcjw
gWNvxaoBk5voopKlHhMnAfCSQmdyI83P36OogtNaF3Manlcy1bDkm6bpOs4yqk/aMg5ecU/JPjBV
tiZv5FDeb5VpkfWO0E7od9vfqW0H21ZHdunEzRjfaFVjPHOAr6K16LLhjFoD5cMfs/wcLCWuVdY0
Fc9DxUftdEkjXmzsZsZtx40a3OaQpE+Yzg8ypTT24glESMGLRFVkuzaKulfha3ECblEaX6iMGuW1
zXif6hj++Qxdxqw1qKZeGxmFASt/hJzrKIEEk8yS7CHZqFnUX4axL12SlZWeJ3kezpb79tNQYHzs
tPCZ7nJUhR2J1KgjkwEvROD8NRL7DfWRLAhqO3KNKVabO5Fn3SuHqfZmGDsm28KuupbhVL+GoWBH
AERd84GmSvUcGP3E0hj77CQ6HsBszTlWJ9idhbnbyx1cVe7H/h04IjuXj1GksQ9v2jbJLoXc+hns
nUYAFxzTMnaT2E4uaq1p33qR+0fj2DavAM98EIc5L475xuRFuIu+jI3NeMGfF8Zy3SiQ+noRP5ap
UdZrwU6Uu2YArEwaa+PJTrFwxg6mRFgoOq2E4SWk/klJImxWRkk2VnxXEBapd0hPEhPbTyc0B6TP
UzHUjA5ILYs7R5LcJogBSyiBEpxCn2JbEIoVKx+iSby5cEkyB6TEPKmDJ28SApnGtZnHhUixg+pV
6VCPynyGpANFcT0bAUxICzFm78yJQqt21KvhWjNKpHus7/qdb836tDWQXV7DTbdxtpLCAgof9Xwz
pfxQ7Bwf5LUAEdj0T0ie6UVthUWxqabMbBCmjXbBoqtZ903jW0yDILRrYGXQdR2NGll8aKM+w5+L
8whC1srubsdkNt8a8sK1JwX4FDAsjT26djxYr+mQq/cVar5jrZ/iJ6Ju9bmEtcTrOBTlqxQqKIyJ
ucASpOLdVzbs+/FplUt+56L6TCQH2lJ45msRRyBV7RCM+pjX2Gs1MjDgnmGi3yRkaGWvr6USPh32
R1DWtEJ66dpUfQGBXHRek9Rxw8CPFotOqt3LVBXj29Om/rQxEsiyro6XDQWUaTIiDvY5V1qYe/DJ
09uhb6NX1U40E1u5KpHWSV8UxaPN/SvyJPaXwsMAWb+GVhzYiFGDkD+EEBavy4ix37Tg9N4HS8Z4
OJ4taV5LXZY9cOxE0cQFIZ03TQsmkhIj0nYnpl9E/nbsZ4PPrlrWw67oQrzPBdQlZrNVv8a9Lndr
coxwBdmWUOOGWTwhpYkyKd71RJc1D09KG0G9wTJqEpgAc7IjSNrQ6TSW4+MOoyt4Xqj+Y4wvInz0
AIWDs5NW2tDm5sNYZcGNmYz14BIarpMA09naCI7I30jznSXVlXHekk+cj8q8mtOdmadUnSZRx+nC
jWDsp8cS5HPEmF3RhhsMlqfkMhQhFpAxPoteIGRJ3gEkDtSdnulJ+6aFHDJ7B+Uu2IOMqGCKkDPr
JjcHfzttBowUqDckAWj7Kwl2VuCFfdlH2CShUnkM5rn0xy1JpApOsSb8yd5R7JM1J7UCpdxlOdG6
65TzTXc89ngfQ65in5SdiNKeesXfLeL1VASDfYszLqVtg95b9hZPEqFdCY48vjuQf4yvizKos1tr
UJMJprYpJ8G92VkwukEDW/JDnIN0kPlOcPpk89S5MvA7deuo0Sr8Q3PAtTJXAuqTnKTMQHQL9lHF
NVSgS5jEZRm+qWwG/4+981pupLm29KsoztXMBRQolJ+YMxFTWQaW3vYNgk1T3hsU6unnS7aO1D/0
n8bIS6FuBMkmYcpk5s5t1l5L92OT7TKABPSQ3ik1A7ftJwSR12bcNkOQlB26bMc6Nod7BUL86Qq+
LUOpViHUfcD/DmDyY1SACzMa3q39HhbhJK4OhV+rsxzZ+gME2w/moo2zy1qS+HtIFvf65BqVvp+v
CYalsG+PWueXrqL+neMTEbagFgbjSyQgs24eygMUZ17YAz64s0J11gukzdRZEDXGEdKFAZYwKL/C
YYY1CMvyqe0VltagR0rqq/upwdMzdBmQQRrKbajGkAMzfPGqqnpY2Rzb3NcQUOFdtBfVvBgwrjR4
IGM3INs8bbo9OYQPe24fMw8mM3XxAnV4Y+1KI++Gm8rKdDXomhgRxTFs6+GBXgpTbv+HPDs+HpVu
gFLfNPt9c4nqH+UIOI6Tkr7sLGoI+ey47N7mqZXiqnWU+slI6BH6ZuAEBfxV2aoc4mFaLZKZvmDP
Utr86Eazusj8OILVe2u3UYxM5SExhytlPpaN0xla/2wOtDJcqg1FAUdtmnn/RiOHXniWPgyPY7LA
RFvmQatdzWogLgyzyb6hAKYUnooseClpl7XIgyHvUAR9HSmo+2qdSURha3oz96exGWGaQ2TRiryk
2dcVLh3S5eYHgmnK/mJsURbwh+Ok3kOjFh9EgVd/9HukwVFVX+Sm6naoDsw2JNxpsZjnKjrF9kxD
Fratk2Fx1zGIhQ9PQQ6//T4pICW2M81YmkiXq7RQd51ZBlM9ltn1sYVrFj71tst3aYJ2xw6ZRNBD
R3SoEXWbHabqljoFErf9DFmejT5USXd/0MoiMZC0JX6DHwDKi8AGpBavwj6VrAPqQZ353aGpPvb6
2D4p5jQhHzBrenMFcXWYOxDOoX48hIfwxrajFh1mBJwbUc/VQwbbR52WIq6kjmJPzntNuVmFGDbv
CaPIpM2UK8ggjzB7LkZi1goKbExOgTa92xt4R/yFS1xlXSlpAI8hmnyRnRg4GfoigdukHI/D1/GY
FvYV7BHt/ms8KUW0TogsrQ38I1YKfSFJDfSk58diG6ntQr8YOPHpYqYtDoddDqsB0aedNYgh49PC
7aBFYESX1Xxk/reHSjPg5tBNxE0haFNNfLspzB+QHp1VX6akHt/j8aAjBlzsOc6NNe+wXHlMVtyD
AXq+Nq1mwnDhA1nH+x6dNng6w7mahsu4s2FYNuZZ/qBAoWJ6Yz/fX2lVQawe98Xe66uEvg1uWPIR
sqRsDyJRS/UjaCbgJY8g+HW5dGuTzROr2yAbTPieqba23o8J7ffpqPdbQ2+gEugQRii8Wof1wgGG
svjoDgqwLhIM7AxtWtWvOgS0BGKtOV4lJkg6Vk+GDkNppIg8pC16qT6fB8puMQv1J0Lccgqmfszu
kciJJi+H4yIXcNm0sPvonbY9JmGpeuVQLtqglf1OUPYgghHAPZPBijyZi8hrhtT8mJokQOqxrAIo
nodt2UvdwMqO+i/szfnBmZQDVHRHMikzZ0yTdGMWMTSJfWynBy9eVLWn1MP8q9rGxWJZJnKdN/Na
kl0nph37VF+PbkzL1h0jQhYBt2F/0yHsDiu7flg0IqmPw6txUIy30QyLDM7ccbqpuvxIjm2u1Duz
QQhR2NNCf+yapNcJlwH/1WOuTKJDQOEFChekSup4GK2AmLKoLprZvIIZJZ6Pc6jvs/j4Zpot6FpJ
SYxC+8zQ0xd9yvXtwt4jH2KPqAh6+jwZbsmQ1IqnQfdwm1nqpLn5YopHcVCq/gH+FIgyigNQYvcA
gO65QactFMZBaxbiGKdt7ShqNf+oxwKS21GhZiGOh3k3LZOZQtp11iTVOwOXQVlxnJWDoNUs/IIQ
/YzEgNYckBawteRJiaHJF6idsnmGdlV8KRGkUf1qmB1hWDeG2fOhmGD7hQ0oVZRlp/cLVHrUEC8k
IUjsRQufI7Q546Bwi8dWI4NdlNVXU03KHBndfeTZ/Zi/t4u4JYYt+ycYvnpTwBGChPRRneGYR4QM
9/TxHVLHgr1Jc1vUJaGOGI34bh43+8jpOg2S0sVx+IgKEjyoKSDEGdhJqL01qtSYzpg7l+p+BMFo
4BmTvbQ6OJlJRvabo6YrbzM96UeYus3+TjkALBvTo4p/UZPuW2b93J6E3ueVgqrPIUJXGb6vt6JL
zZJgtYmfio4cktTCAEk8S+ZTgRevHUu0Ue3heW+lCgp20HbmoIVAOVsDPRzZwtxMaqNWMKuHqL3C
FEnuDMPSEQDndvk8LpQGmgqUhimexFlIfKZ2cJWmeW5MbnOYYWyVEa8WRe7QWmBnDzrJzOZ4aAQN
ULEBzetx/zbClmJAoKvZOVY9mREK6ZZ6hTOEN5tZe2hwcQ5bqL1HjqyVeZiL2GLfBhQHhSeYRSVM
VymEfZaDTFBieJD4xB8zqF10oVuJ/jSmyPy4+7xHrERLYe50+1IhQVzXQxNdDMM+RuEVk3bYxVYG
nVAHpzcyCU21wO9Kq2qLrwilbgTfqiJgAZ8eNRXpNt88Nv0gYoweQWbX15C70EImNZFH8z3s9wek
w7Gpi6WtU0vdaE1Da1sclu0LROiwSJuDpP3qtA5WwaJTW5hQKK4daIdBCkJEZFrIyOhadlvNs2N+
MZtFVuotIjv+wmTMjsJiy1Vcg6AogPM76VdDDamuZ5HoLzAc+BDgU5Vw4ZpllYcBEivV5EEVvW/8
HrE2wp25WaCN1I1V6yRqjXIKafUBU1TYpCz6sSkjPFhkW+0mX8ydOoTJ3qHVPRsh8lS0wpvBjNS5
pt2hslOi89EsZ/tCs1cQrCCSEqN06+URiSrXtsLw5gDp/a2d56hQ93Xl8vFgGlFrbWkTtRvYprRe
Py7c+aDkjVct7OHoLlCOgMqn1oa9a6WTMfcG/Rh/5EONnss4Tmq0ymjnCw2XaGUYb2FHaXspDiTT
Rq1qXuwtIhgB5HH+DkVuRpyPu7ippGpYoE5oYiGYgefodupiuOl6U71neaAt3VAlRki8VGDXmmX9
BW2t5DFmeTpQ4JrNvRJO9NCFe4zlQ9brPkHGYcFcsObPe7qjYs+G/pfmTRXIFaRrUBsHsTLy7jEp
TGoiU0ImXClNOLyaKEbh0Mr2pHbJlsxumySPQzb3cv6q7GNJcUtmJlpNhy4bg5jqh+UshqK6HAuy
ADuKvvOeiKE/QnewGOxNgrr2tMkPOOSC4HdeLKtOz0NxLEpsVWi11j0UwzO2P/yp2J1AI3bhDYWN
KL9qiDYuYjjhIteE9W6nwx7+WiEmheRXV0uVkHq606lSoQwGWZJCbi3OIGsaFDBloyZb7fUIoqme
xua0b4ol4g16zIbGTSandGwvx76fkOtGY0smLqJ008ATBV2zZeD26qO5xnJOT7VO55wzhRWt0vh4
hyEgpTpbdqPkIC9HuyFxNYMb7Bv27ycTznesNhJq+N8T4dy+5OXLb/5vjpTP60vx8j0djnzj79hw
AHv+FqwnLPtzGGckfejv2XBoPoCnlbKbJiFsJqCu37PhUNFB/BWElQ1cAbFA0Ma/p8MhXvstVUIJ
dwMvo0mw7p9Ch3NSW4W8kbMD9atLYAQwOlmc/K7Q3nSAjDV9MG8XE2zIIWUZakjHzkuR4lntCRhX
392kq2/lxd8UfX5VApBq//M/VIl8+K7qCC0F+HYam+i4MGQnwgkyAjkDu86ncrgz7aO6pwhG+txp
FBi3J0oOrnXQYLVik/XnJJCXpa2FQUtrRuEqzPd1sh8QMOljnRZpNt+VGqvH96Lqn6E2Dw+OCWLv
ptGO2Rdys2kQ7hU0DwgcZ54K5/rqmAzJC5ptIYkD1FLdyGAT0TWtWKMP4yv7B5l/MEluTQuvIm/z
/ONrPykrf146ZWVdI4Sk1fiTnPW7e60s9vmeukF3l9LSwNaMWF1/VJ+mRtHPFLBPSsqS+0OisajM
60DM6CH45aja3TxrVJje7woz7i5wOZSVSYzr7s3OJPUYVuWmhxjtDERKzvOTsZUVbJBJwIZoyDBP
cMdqFJUj0in5XVOrCmnF3nSzjoynRjHC0fUFKglw+wuji7aFOb6i1zPe/fgWn3ZWf165AUhS9oHB
hWefQIrm0IE3Gipqd+zSi4uwhoJgtDrbQRviojS55FAlvKjQjvCj+XQ9R1dlZR+YiPOUAkYKSNbr
0tkhMLImfU41sg1HFBJWCVDHtWE/k1de+G10mLZQ1/+JcGAwY6BrgDjOVbAOAPBPYAfh1KtqRmvB
bTJH7SgU5WyN/t2ZqXG64OVBUNPlADoH+6MFP5DBmUktkFsDZT8jfu/yKsAKBGPy8DkUf4stonov
brvm/b3bvVT/Wx7gtayOTRxG3f/55a/tt9/D99J96V5+8YuHZ94dr/v35nhDhTjjrd90lOUr/3+f
/J31vztW7//5H69wjHTy08K4LL6375Kc7L/fGFZZ9NL+RpSvZfub/7F5f8/Qofifp2//tj3Yxm/Z
FFRg+ggbE09bjPg3rjSesaBU1yFMosfQkGQ6/0Xvzd5gkZu2bZgPYS3QeM9/sXsri98ukO+mKRH6
DYns+JOY0gy5XP9gqjHUJr0DILmBc4MhYj/6pRWZNCQfRrahwBioqYCYI7XRbKzFZZ6vusY1cjcv
btkncBVJns2XY7c01A18rLD1qbDOrim2oMoBreshohVBDNNyDtOjAU7b13rPgPNQE23l1u3tkAQk
PGf7ZZN6hSn0epvTNK/AamP4ZrJuipV62O6N1SHyqGbomWuAyh831bSKS38/LGPwHag7tLtoYz60
d/nb+KJ/jC9FMNMujvl1nDwftVW+P9OlK9ncf3iHTgzewipDglZtEQBMbr8c383H8kv9ZWEI/XH+
TnxgflUq1/xafim/9O9EDVI86Cuwieg2F+He74/vx9gtF45FVABOpFweqCeg8IH62lQHybRrVXGU
2fQVXW1KuNT752z2cUwVJ6fXCV6Pw/GMefgkh/rBoJ/2wZhZ1arUtOjvNJ+q5trKlnNICWb31eJK
M5yL6WN2bT312/wOzZZn1ZuBsXnuEFocRIHGeU2mE/klp7o57B3yCgRsDTKEvPG7JXX1K26EtOM/
Os0TW/kPOs1zE8Q62Y7+BSbIOatgnThw/35W4VeMAg3odE3jvoNsPnWpcyWrc5pe1SAuassZMgWw
rArdOKnv9NhZfxI48tNI/+JoJ0b6LzzaSR/nt8PpsrVMx8sC8Xli8RptKkOoo7WgF0ZAbc8DTe3C
Qi1sAbhFwJLMA10jN/RDN3TPeS9A3f944dOg9fsTOIX85xn5wH0eQU8cHDwIjjOH1KSGvlNGJs7R
n46i28L5Dp53uLNexrd97UgQIUkah+8oKUFDka6rW1umaeBRChrqR1/jNcqteIEKf73P38PrThG5
IcJSpPezC0qM3Sa+nx8c/sf39H1YZvPf/QJFLTGDCtNwQpGOYohjeinZROL6FuVup9sL4y7cdh90
/c3uofy9QcEKJSx1HV6Fz9ML0k+9JooLKDNuwOaAttiirLNtHoxMVJmzNRH4eVIe2rchSC+Pj4dN
6OY3NRA7J75Ja7ADMOQ6d4BJoHGs4dkQACpBrh0if3pOVkrkQi4ef0Q8+1G9Fq/VK/RSBxA/IZVC
x7h4m1+obLuDd1Q4YaFW98gLJ6HI0qCciUaH697p6dH8stjEbotcREFF3ulvu2BfubCLRxtY+zPx
Y/N+fphP7PvPYf5XHOZz1uSUSeOvbU1+GSb/zpjJhn4YLlDkOGXIqYdRsSJALEG1AFay0K6OYw0B
l9lOS7tRkfFUKbz9eGafO+RJZP7XOOSJ6MvvLtOQ7c30MFnWaW9WSuBd22qhBZTbxIjUyt3j5EUX
4hyQ/eyBTjaHP/tAi1/bYg3Z2CClYyTR0C8jk3hRRuCfay0Y9vQFqhbqygXQb0C7yXIRj6PfAoJY
mnZrCJBswIQm8HqNkepO0xwtqOhntQuQMV8dqQesI3qQBN1NyE9MERg/xEhFc1FXiDAYFiY52acF
wrZ340LLEIWF8PLHcwIC6z9yZtlJ/3A5J3t40aYGpc9EC9AmzAXAZHhcJqImtBQaTkFkA72dbha7
bGagsmfO/AkFh7G+YuPYD0BkHHPcFS8ZiE0XOY9zm+6vLtPvz+9kXMM8m9tJzvmhdlmtZuDzVyTl
oZxPbptL68lYWsvFU0VsgJbD12E3Bs0uPkOpem7I9dMuiX/tIT9tMfl7D7mccSfh1fcz8rTPuIwQ
9EKdRgvql5pqCTDKl7Z3ol1xZqM/N7X0k2jibzG1zl2r9ktj8mdf6ycV7+lNNRWI52n/kv9OrFaL
YkQyHVIteHqai0sY5zvn+fkeSvMfm5PPwfnRcU7MCXgPY6DEznJdhzfdKhK1M1/vg3DZrb5Wq2al
4bYbAgd5BULcCWaBKvYOqrzOYVtdFM7Ly9r1ZjCbG/xRwTOtnEfNMaDHvgDL79hnnfqTpO23Der7
G3NqX5rRimtYBINyctIb7N8emOG17UdXSuSloi7FfNVMoohFcV2t60sojGgaNYHf3purH9+8c+fy
meP+Lkkf/g3P5dyEOS0Y/LkT5lf37e/uv6xEfV8EAnVAKjJnwgx+xya4br+s2GTKQLOdKvPGw7lF
Lz/vBxNUOVn0h6Ru5/OG8e7c8TUfXfsyu6tjoYMfitwodtnvKhU/zEmWUAfa6h3l4GEStQsuQZbU
zzbjnzuhExPwD18xZ0dMlpq+m6V/6Yh9zoAfjZh0yL47XmvQtprSTRUUuSiDOWGx2C81zVU+VAEX
Sw4e/i+eJSfm8m8+S87ehBO7+te4Cb+WQKRWShc0OX/ySae0hqAilAn9Ly1w3S/oP1T+Idh9yZ3O
ffIT13kPPad1W9e6fBbXrac6y9vbC1VYztFdbo7iCR2F+8RZ/thEUsj7tfX7h5PSTnyxrIeOqZw4
qXlgOpT3SAQZ17qDptCdEfRHZwBQzm/tutxIucbuydg1/vy6/OheeWUlZssjS7/zVedh5r/VS/VZ
d3thL/cC/SWn9qz7PcHJ9d67fsgESErvuCZfslzNxExYrrEikSbGJW0FAcBjwZfXOQECDok/biL/
fRKDN4nWrbz3ZqMBhbq7IjU18/Cd38vd3tWuOud9JoJVGpgeMH7XcIT3DKiIj0+F9Wa57xm7nSca
Zw0cyo++slV/pQ7tx3yq4ShBLF6v9J2Tb68s1/R0b2WzQ9HixXkYbuZ4rQ/CegUSjz9Dxs3vNtqW
+23xGHNIw9VvzAuZLlOC+eox+ejWvf8I4mXN9bym4tVwt88H9/HCch5Jb4nHq5tcBBqHK5xydXCh
0nCCR57atjTToJFiObxcXdPDMIm5X64KZ31xe436Ct2Qvu4Y3qb15OMJsJazeRsvUwdkk2jc1uvc
TS/eHhaY/tzp2dwT8QYu1Ml5V+MWW/py/KdN7+yylc6sY4NwD+Jpt0lWjVt7ZIcuo+2m2MoPq9zG
j1aH9fAEEhbZ8NI5iOM62SarvuG/VH6cfg1K0h+vFqQPk+1xrV7Kw8ozhN2Fr4fUoZuGw79dPOvB
/tJyXpYfvfPwML+OXaDTc8ept5lTc48rr3XnT95zuuo8UHFeuXpuXQCU7rRGU37HbZ6J0VmFTgBP
srMsxJJ+zzOBmyr3hT8yi98thJMsVdVPkaHI1ak78LNzpVzAzl+VAYJCu9Gd/GJ78NwrMwDCtH5u
V56y5hT9o+8J94zXd85SaCeb+N/FUpy7PycbfdOhXz02n/dHTqr9zrw8eLuZ0zq1+KK4k2s7uVi/
HLfCUwPWQOHM/fBqu16jqPOXGq2TPf6n0fpptP49jdaJ7/i3XJTn7MOJW/m3tJ8Lian4I2NOWQtk
HT0mgIdO/M2Z1u2nqMRYyc2sceeB3B9bb/AHv/d6b/InfuYPoz/61J6EfO64pm/dpdOC/8uKlHzu
KCa/fClWiq/4gNrchVBc3V94YJy91Iu9xJ15w9K8GZbDEgI5F4fGpSXBRct2qV9T8Vn0wmz84qF3
R2E42971Bk9fD95L6NquhV42MN0gWR282e2RXRQObv/AX9FRdKnTELPjMWR4NVjTC4QHnPsXVbxU
/F2G+DgNwTuI1quS3fEmDa5uNLfDMRqcm1JsF72Tbu2L+lUNJrFlp0US62r7+GyQFIicZYb7gAoZ
nZmfuzbb9NvmAdyvQz7DdPAAj0J3rnvnTd6PD3lCtx9s3zx/4HnpVLy9vVENXYvES/3Qz4Ic51Vz
6JvyK0/elsht72v36Bt+7laBdAosAYgs+PFmwHieGesTVz62xqgIgVUHFaPXc/d65MV7Ho2rspXL
kdwMrqxwymHU1kDGVsXKCqoV+iye6kNH5C1IolR44bGnLzM/9CI/4beC/HruRW7KgKuu6QMM//xb
HUT+jGRG4sdeKzKe59U+LVTetMyDlGfHZboj5q1sd36Z08Pr0YWGC5r69RZShoY+D0e7VILGO/jt
avKOLp7+3ls4Cx/dFxHiTVf4YFwMD4Wzir09l2HwdfTw3lwTj7v2epFvak+9NALFn5MIylaDX7l7
wTtJHDdMsNRH00UslpUQBXgaL1o69d18NV2o1+W2Xi22XSAiD8pFQQLYmTgdZV0sY8fBPffqoPBz
zz+suovuYu7TILnmk3bXbu9YIlrnvAuqF6awdD07dy4yHEkcQxE/DPyeeaU78okD1eTOoSueedx5
sHP7G/JOOKCLoPQsz+DL5IJw2uXiITGwNLf2NvaXthgc4+542fsOnW4rETlJcE576LypOElY/TQV
/7KmQplLU3Dq43+3LZwGu/tem6WxhakY/BZD0XpGMGDwR39/Pf5uY9izlhbYCPmM/kSTCfZBcefe
kRW4D+YC3hZRuImfBzPxOhCwMmm9FQIc9PISDvQufXZuzHw2WYSZyIK1W+y63WFlPKHQ62jOnjzs
tD5eAjtwWRWhV/gq3jPxBav3KCj+85Ha5dy5WDxFN53I1vaqC7qAxeerAeirFR23K4r6wvpcOVi7
czCUT2roH92nk1ioQRiuiA6o0NP19Lmie0EkvzsIuT0iIP86+YOLRg3bqP6UrSaskoaFVF1pJ+UD
eRvHEH2QuTl3D/oEL3PbIPEj7lvI/0MsZejtXdqQ+Rl6JWJFsZf5bVAHyldpe1Msa4F9TdwyiG7l
+3LQKfK18XXM5gukzq13vA/bq3yVn6AsE7/m/ZHL2Hi5QKKRGz5s8kC+6tsr6ajiFSWPyJffwzWt
yWtlWQf85IixV4s2yDnvmHHJ/FpkfE85s9TLvcrnnLjGgl0AanXOQFr9vRtxHXnA1y4P5PXIzEW4
TtxpCX0ER5I/OU+upORV8sifX5dyn5Dvw9heDMsckyvNrokDgdCHiMVVusrxGbZwcOE/ZI59ra/b
VXaT3GhP5Qrzzd7aXbR3yhphGN8KSNh8Ojkjkb10ZnQeitsHBaMA/Z5I2eXgfCK3ZAnDy4Ly00aX
bncxeVh3IXeXBeMFKTfzcWQM5qySvVcJeoPE3N07yY0uFAoKqRt5s6vYT/3Iizw3QYs0cmbujO1d
bl01G0Lj773jMgtCtrSjf3Rznut8MgnfHCzWly+36iiQeQqL+YWWnVfcoKMltpZffeg4FnsR7SCo
dWEuv6K2uw7d2xLUT5CR5SkC6yYJYpdtfs++thc4JbQoC6/hzqGmJijJ2GSBSjHbmYEu7ADxq227
NYPbXc1WCXmHszuwhyLX5DYidZ8UX+eiW25Q61VMe7m+9l4M+InefBEChNosN/bq4DzIK7S4MZwy
p+8u+yX1XLbcngXC2bqN17slqa3KM68hlefYtuew9Q2OY5I1mMT9cs8+j1+2JBW+alfqut0qweJJ
ezVeW/f4GjIzWzfdWtthuSKuLgVa5w7wJ4H7lTsbUjnubvKf/MGb7RhaPM8wAKV2NVuPQeaJjwL7
8PGRies3yuni9v7iJXHu7w/OG17fngET/TK5Ny7cjfT2FKk/K1MsrXMnjwLLM5q0C2HjHpqke6Sv
92AvG5c0iCunGXTyS/sqZIQt7lSNP31kaskh1V2Llzc++abgsCw3JQMjbaG8W2ifsb3njGbsUhfC
69kCvCK9d/DVdbRcM5LSHS+5/QchJxPVcqbQXiQCZ5npcGS+5hhYiAAcYQblygwUbpy6Np5mpIaK
gMsSFwtXF0duzFZES5neczw78FQvvwwvP0ovxYnYM/cLHuDauARpqFX+ajOEpmt4ER8zO5Oy0D/h
Lz8yqScpHY2u+Wqg05Y1ID3T2oPG4tOYfvNQ5aKggvIZn4xPMvaQC7q8YPPxw+XC0326S+90X3Eh
t9zSACn6i3Bj8nu3mnsqnapLTci1a4iddFP1beV/VZz+HivmFpefnipWTdoxPFa/8NN1H9TYO7zX
a3reA5qZ3X7XBoqDteN1WMJA2UBbsJSWOcECIyqPxQaD5qXkNlOJEuRBmGFXQrscrxe3i9t42z8r
F/ou3YYrevgfy4CeZt5lezJFSmb1yiY2kLZQ2mHF4dyklWVnSIOUdWtgC7999ozfwq3mNERMGj4s
02YZ+haLTI6STDDiW28UbxTRw8HnVaRz6UsVh6tBGKtxg2UOstvQk+fYLUnYuiTuOg8PtrgP3Qwf
m7z04+GxCXoXSRzeOWeZW3zq3ksCC/OSsIiPbNoTs+mlEQK3umF6Mk6MYBS0X+mN5G+La+I41r8M
gZJAWZENZRaSLpXeLT8HX440qn+4Gz2uRofvK50NcuqfDnsNkKchGUt0ykTEZwjiyyM5zhmfWAQZ
68bCPPLwYJLDNsm0KraLmxExqxXy4z1u9RwLaweI1GE5L8BC+uZWJmnNTzNGAxbJVBpLnZLvhBu+
9MTRPGJXkYnWzoMXj1jBJuZQHbmE5XK1Mdg2YWrIHcm455lQr/JHzNwK7gTCGcaKmZBj2mTAS+AJ
YlQWMDo+X4Y7/WruCCw4y8n83Io+78xyxkeaz4fNbBWxmD8ffrYeAvr3V8XFHLBk8TCs9R3DJZPu
TvQChz9Xub81KA4wlS7oil3x9TkVLeCq3zbU0akeU05BBhH6BbxsfMnNNb3fr2Y3bMyb/H5Yjhu5
McsJJz9hRmiy/3QqcEr8wo2XMhiE8EV8JfJuVy3tD7HDPsRDjkaC0V7424Vveq9yIsc4BYeARnbO
BeZCsvq0pl5WwTL2CyGy955EtcXo9hRCasbPdmOmchdEEEQ54o15zA2Sd1u7iQI5q2WEXD/Ku82u
SLDDXL+T29DsTr5W/tUS7VL+X18lweJG7pwyGowCwiiiQV4tmHZnHMKzMfYfiVz+jLF/xti/7xNV
zmTjTtVFTMPspgySFhxmGEowyC1O3os0k4vdOVAm/bZngjz5/Hf17Z/By8/g5Wfw8jN4+Rm8jP+L
5turb0HK933+MgP6o9DlpLKjzHJIcKX5BmpATnoVmPjEZ5oAzx3jpGDzZx3jfBB2Uir4GYT9DMJ+
BmH4XT+DsH98EHbWiz4pVP1FXvQnvccPbP5pi8Z8Xqe5PVIpOQjts+5RrWThvNiqlzJ9JZFj1B8d
khVUd5EWooZYEZua5I0nV/MW1DF0ck0TeRiZ3/6WNQKnZ7mv7zIvm4r30nbmb4/TmvQ2/ZKeHhxI
GyCNLEZAj6UbAn+TCRmZ8/iWZ93I+Pgc7uvslZ7UOv51r/Rs+eu0E+TftPz1Tfr3jya/oSK0gMIi
9Con8LJDMyygyuvk5CdbR75O5tweHt4ejuIrSdUS8MMDf6hcsukbYIIHvqsytS7zfeShVpP79WZy
Lmte2gqS6ncz5xIowbq4LC7bwLrqHhdX6oW6G6+1u8qrSGjXIEdMylUtqSXn6urqFaY/54qsZuZc
kYqa1tN6vgKTup6C2tVJ9fd+SXYUpiNRrqAiJbEuISGwi5MOc3g3TOjr58wxrz8+biPnljIA5zpz
32L3+oMagMo1pJTqc3AeDxK2OfM3DxsS39ve2Yu3t0SA/aCWT/b/oXEfKG2QF9TlBQPhBBXSy5/y
GXn11w/ci897xCd3Pt94hQQVXL/9GOzx61n070bmJLbP4tSGfbjXwCrLx4aSj/hy8JCBcZ5Mx7+j
EedxcELnZnTuPnvZA8DLjrd1wL9sQdDc0yPjwffpxpQ8ZNluoLjiFxSvEg/NCXktCTnXhzegNsfP
u/YB9iXxPs5KoUqz8qM5duJUj+pxpo8L6gHGl+pp/w7MOjiszdv4xbieXy+ux6vWMwsUFNwFEEtD
zG3kIsQMcZKddUtzoLaAMkR204xfy1eDIh8icmKWCKhdw1TQOLi4NrwB7s7nH4/ACefXt/4eAFW/
XxsnjjpSCjA47lkbxwslpk77LkuguXhVqBm58Knu4lDcIyTpZ97MTW/T22gHIyCVu5iKkMxpS3zw
j8/ps8HuR/fyxK3vmlBT00rWVqhQaYJKFKUQ1e+2FjguWc8DEOO0y0+sieho41e8EiSQ8njw12CX
6JiiskkVsP0syqjM+YRTBRNDjehACTPbUTPCayoC/ZkW1TPIY7iAzsyFk509KaK5Gc84f1ktsDhf
WaSlbrCTkJ8jJVtZHZD1oQLgEqI7NxK+NFCJ2z9Q+wGP1l1KNFp7n/FTlrdlkXlP+VmW0yWcSZa/
JchezvdY5FTfg6byQs1Vr8O7xt7UmltDW0vi+bhMgF+3VDBbN96OZOlejMvJW0rIjyUqtnsKv4yi
ReG0pe43+J/lNJLQ8oyz1fgJS7LdFPyadinxCoOnrue4CAWF4o8qOGze3vbex8f99j0Pbq6K1CkK
h/WHjYpdvkWswdsP221BqMnsuMx5y31ffj+Q+aZuTaGgX8rfZRVI5sopL5Jcbz7ryZRs/8LptThp
kei1It4fVaY8PNqfGAT6dZfy9h7u1WXtyOpZ7MDvjynB8K7XWIzbShydStzPnfvcvb+/Ld3c/7xC
bOL121tB7520kT9eB7/uIf5hbX42aH6X+ZyPBQS9PSda32SXmoHXBdIsGIJSosCChkGatovHMwe1
z8zezy687476c7f8e+2WZ+fDCWT/rzIfzhnjxYnz9I9bLefM7ieI+LuJ+9Ps/nOZ3RMP6Z9sVz/n
KH0SRXw3u/4ejpLkE/yR07k4cZT+WZzOc27/4sRB+ud1+81fHQET7V0YxXT86BPrqJd1COkIrp51
/WUAuXNZjsvVZXHb7pQlIG/3HSSFlznv6S7EkwN74Pb3wOhFvMa9WOZrsD0OYB/Cu9dR6EELlgzO
qsDwp11JJiZxAOoNu/QTV4HWJc5TdG/jecepiK6roCyc5LqpnWs0FLY0a55xZc9e3kl89i92ecav
lpatOdTDc4NW3lMKQCuHebiTDtYcAaa7HoiM9mi6T9I1l1jY0cUZF80d4QcBSLpMN8YnVrQW/f9j
78t2G0eybX+lcd9ZIIPBCPLhPpwgRU2WPMiWhxfCzrQ5zzO//i46u5Ey5RZRuHXQ3TgHaaAq07Zi
2rGnWHuv3YgDDeyxTKRB9xpR9aLmAFoBtzcWD1jBNUBWdrwzEPKPkKMaL+Qj4BJQHlPFmbpmt3RR
QZAqomVLTQGn3eKyIze7uIm38B+1OPVb5PfJyU3uXQ9GqgTEhOjXwZHs2N4ekdc4PiGORkmFjCzI
cnlDkXFpzM/s5M3y5jZDuYxiIh6ZCSdGs3UWrJ7MZHJFwPZTskjDTK7t9eZw+Qxnlzmxmf+Ny9TG
Hb20zkmiQAM7LasLpGryxYglDfcDkjS2D+31NiZf3tZ7Il6fr5agmIJ2W++RskF3Gnzn+g1gR/xY
aiKHNqYV+sWLuizX1I5vyBVbsa2+ig9uJdLV5d0bZ3RpxhPrODgGT/UOM0ZvW3uLhN7lj6ffBkon
Jz+xYlWY0pRwaI/CQDMoEfZmeHwbi8mUK2rK+G8CBKa2GhGaIxI9spSVrWxH2PgYwXu2Z92V4Bz7
KFCVj4xFe6WaoKtB9kI1o7thAcoRYJmbduHcXZ74zL4Y0/i3Y7LkDdiX+PYZpWO3cwH291bj98YY
kxR8loN8XM0xwLZCFfEAVCi6ZZlgXzWRQpXE/SgZA2LvN+RV7bVYopINPAlCs99AkyLe8fV+g143
D4V4zuDTFgKzREHbmCH0EIVvCnEHW4gCpwPyeB+ykAHL+5g5XXXchQvSM+1WLoFvNJA9LAJapcfk
nwzxlCMBPGaLX3bjvzRWPsJZYeCrxdXzeHjSshDW5cOau3fTpvz//vfOGDXJiaf8Z+/dnPhOFG79
l4vvROn+Z4rvRF3/d4nvjHU0Jjr4T1nHOQX8mck6EbR/GwX8bcM8XcdDFAf3OTo/TjRwEkpKqYFE
bPnmoTypXKZo3INk4yN0nXmAi/IAfWehlmJ8pJqpXFDk0e87V2y/B59o52ioSCqpHeprYzPfg94a
RSAcBR+7z85e16BwXyUA249wfgPFVB2aTQHnedBQCPW2LQ5uIXQQAgYw5ABeo6Zr1PDoqaGuGst5
BiTd3u9lrINYHwFW0Sz1rYzn30DEqMpJLdU8yPjfft0tx1KjAAl735ZXIE4XLqpI8EgzJlqDBVmF
iH9iO1jEgFjjm6j+IHCgQa1kEet19KNzfOOyskXfzZnNmZR1gGsUXSgdnIzFUUndo5hm1PjbFKan
h1s5/lWG6t+9yJ/VNGNtDaqN8S9cPP3jFWuswgaLL57MRxuRirE24MXAb4IpFHv9qxJnrEccP+0l
F/jerz/ezfgz6B+MoPAeJWAA8Y8w/wyPGXgyXBA8DupjtaHZobxrfGVHy63x74D7oyIJZeEcFQPN
Z4FFi99C7VQijOUv9L6yUWCgOvSjubxl/8Q+/RanUdxOLmHsKnGdhhAnGVFSLt5csc7Nu3sXrh5c
w1Iklj3+wygj8SJZv7w89tajaqJzXQan5/X1JzrYwIYH4uftx8aH1GemB2GIrbmznRX8iV36nyT4
37aNOtVIE6OaF07SZDFO8dOdHzMV45/x0Eb3LbDv1/eoIUItEQrIP51+H+d7//aWwzG7/Tge0Xrg
/R3EeACCwJddjx4e6mmvNh8fH6glPKzMDwnPsePhbsAxj/tsHlCi56NEJ0MdXrJEgdv4XhtsDt6i
FzM6b3Z1E4v+n7W6eaU1sfX/q7RmldbELfmXKa1ZT2ESY/6lnsK3jrahyAoIbRRwgk02yXEYCBo7
2EJYqRLX3UUID2uVQiVsXpkti2gzo6O/bTmrnww5Wa5PpIoFBEN6XPnZyTq6UugFCFiqN+qh/LRR
mmUMolYrBD+nnQzokUoVtBqloTBk+tS2aLSfx0lpggz2Jm7IW+blZgOavqXGw1IYbSPPzfhbh+H3
jOnElYuDMNScEooTnUga1OECkuOZ2VoV/Q75wQqFvasMbUAeXkdQwmYPRtU5xNtnlv/MoTuZwsSh
iwtOe0YxBQTWo4q+cxdjodzYzi4SY1uYsW7QBU7oFt7V4SMCFuKyD0BGr+jSDCZeU9zVZejlmMFu
jI5/3u7GhojXNnr6VWNXm4dNIG5nhpzb96nb8dfv+2cn80urnvgTZVZXrSRh1Yqdw5MDLiw3kftC
qiMHrCBfDrgvY2MEdPJpRGvtUcc3uoaxuE2AJvAtACT6FY5k9H41pP2R5QBI6eN4eae+13Un4jEx
7Z3eSBJJMM0jrPXb6GHCK4PbiZTG6NI+WcvGRD+iTNyMTRZ/UDQWGts2LvfFGIeMhd2r1f3oCYxT
b8d8jIlC9OPx4/Bxeaazgjye+akr+ZcL8uyRTizpv+hI59TkSHp2ulH/ejU5d1snej12Q7UNM8hg
LHY3V6vLcjPz4VNs85/78E+iiQu3/BMfcSKUoJ/XZKeFScJtKXGBFbQpQWMSM9wFj5W4GqvgfTPa
p4BU1Wg5hv4aaPeViT2aM4yIp5/ji8Pz4vKK5+70FPn7r7vTyowTMW0i/1c4ETPW6HPzTk7sL7BG
s0Iy0bHx4DOeFaOQyCZaibkA8sJbggUozbH17WgTJPHSWYj5lxpAdD0SIKHt7IFFXALLeEBtvjnj
mczOaapN/x3mNNGvf+Vl+lNkmP9Vl1XxGvmvyd9EXby/1n9LP/52qF4rv6z8H+VXpstP9srfNJjL
93T/Gr+f/dAXssx/D3bMkV5mnh0zDU8pMcff+Qdjssb/UIkCphqmaxpYXPGtX5yYEghs/gBnqQ5u
NQ5eSvBi/mbF1MGkKQOVrxqUECaDVPk3LSZR/jDQ1FE2KCWgxQWt5Z9hTB7NyG9dDaJmGfNQwJis
ygZe89XJNQQRuVazwlHvSonAFw7dwqReypeVJhy8ucscxIdtJ5RhOJxs1M2vIU5LKkdXbzIwB78u
B/mZCnZPBRtzapBj+N9a6Rb0DpQ2qZVyD0lRPnjry6OMn/JlFMVACQOajYN3mqrAbH8dRUuaoI7r
Sr4dJHUn8fwdHMrAqUrdJmx/ujRINlyRZ0zNV+M6cl9/HXPi5KZlVGRdIMu3peeI2HPRoqeM0ZVE
dm/0rJgZ7Kux+DUYBTeqDJpiqspsso2pFIND2sBgXtLKloHCAJDIhT2YqMVwiOXWsy9vqDKGRpMd
1YiiKxpRwcSsTytDmrpUC6fi5LZwwzvi0PKqcPJ1EoZrV2rvwVYtrX0Cs05XTr3XqsETMxMYJXIy
Aa5pigLiXw66cH2ipFMVZLtGlZJbDKVe1ZTsfSPNlrnU8lWb1kiSshJtdpqUWMxLqkNoN6SGs54l
waPvJ2tpXZVNtbs8q7MzR1dFqmFXdFknoDGfxLQuiKqULPL5zUBrlACUfS+AcULvqIwPK73L52Rs
AmzFuWNATdc5AeGXTrTpuRcNK5meD+wm0QzX7HX/UCjSVomz3M6CHs2jKjLcR0nXCS+XTK1FB5q2
Rdv4rM/WJNHQEDZOD27N+YwNPdMnmBfq8FQDpcdg7J2yc8mkC9vYGPhNKgMOH2lr9KF9iYM6X4Dl
V1l6TL6qiyFY9ZFSzOQsv90TgzKZMRVaUZ+2aCkil5d1g7G5W17FPPgw+kZ9UNzOxmy7R27U116F
HlmDVtAFVam7NpAdSbmKdvxN318ZnUNm4vzv5MLgeLAC8TA3wIX9Vf9IBPrVzQmOKSvCG1kHpWzl
1u+hRJ+TUiczUjjd/JGMR9fVUdcRedz+r6O1vuPQFlrwTjfqVyMn6yKT7EbK77uOvHhD9dD5aEua
DM6MEppQu2BlMG+qAjM2UnCDe26ihVrfy1ARMyh31Dj4PBWh7lo0VoW7cdEDCzg7NH6rK6GhA55D
ReD7ljpXlvNpME71wuccCIW1VWBWIXpfFw/uYpUOLVHuGlRq7DiYPNQ3Suya7bXChCx8cGZ3/opJ
YB8zs9T01s4gAvpn1dN0GhP1FBV+H7kSpuF+MGoXP5R6BdbKojElvmGJ6dQiQEvFV1ZYXNnQubzS
JHj4+0mc7MJEBKrUjR25x/AteqAoK5esGt8afBDKXbfSyn2gyieL8fAQodfTUxLdlCg8eb+sDD9Z
hS4dxUQc6iBOdEpl5a5mMdivnxuCojm9EE33I5FvMwhIYSA07OmM8vlEFJ8NrCqjAVYJo3xiehsZ
NOy9H5E7iu7UnknlkXiudk3WLZvhznHRRVFdwTSIsN0FZSeK9mVI9wnd9K3dRvcc1GAUr7Lqwaut
ONv4YNkOTZftCFld3qJPv+psprgvKiw3zBidiokm1UUaqspdWNgdHiIbcc06S+9MMGejPoujcTD6
GIM+/NCUZv6j+SjXWoK2kx38ssjOkmVe73NFEEMkqNmzZFs7lqlVe2bNBVVMo16RYUa0JzmUX7JF
FRlKBt6iDpb3rzcs83QnltSG3IUoCgtX/WtBrtxGSMkzR3fT2PRdwVc+xeQXebBASd7g3g7tQ4dW
2InV7bwZbfeZKJ7u4el8JqfdKamXpFKN+aBzeGz2rsn3erNzUXTt24wvwF8bhLvSXaul5XV2nD8E
6krpUaRaX7svMRRRdBvLW01eyb6QUKwtP/qtKNIFyTccXCoFRVnYMvOXDM1On0L9NnJWrBDyHQiC
LovDeCEurWSiuwy5qmqpws76w0tlrAxuR8hH6691f1TVm8tjnXlwBoWCZDCTiC8URuhk26jkaYaR
UOXOqEB0o9oxerM6K2NnvHCwkV0ebJJ2gcxMBpusrEUHeu5xyHmN93UVX6IqFj5DYpQveLrRYmEk
m9Bb0nDbNOAsNiX4T91w5+PtAowqwXVT71GsKGdo5Z6jXV4qtFv5agjB4yVKFBt/8iQrB/8AUq0c
GeUnagMgHLJd4PkgbZGE2t6X6mpodl6wCKgV91eqa+GX/R8stTzpjiSby0s+c0N+LdnQZLiBCPmm
Nh/eJpVo0it3/dIA9iE3YzSt/KE+tcwsie34S0AYG2753lUemkU+c0s/c3dfZGnccRhh/Ad2GQ7y
11sqtRE1ggw7brjLAF090VVwsEYNrCWo+uXKog/2ibZMW6CtO23lRWb3kzLR6laliCTdtbntOXbr
B4IEx7GkNhIOXmLi26SxKO5adDWURz0V9EBWwNSr4aJ4z9EEMn4y0jtXMpXU9vDApN8PylbO0GdD
T61klk5rGoZ8bjI8KkTABED0T1TKScaqzEqDDy42OUIfysEMgR55laE9jwyZpMyslV3u2qTbJMgt
7utGVEyoQIGUdsAsuVxWc3b/k6n7fNt/T2hieJ2qUeKy65Q7vTd95K7IMaBXLboEX6MmuYl2eXXd
+NcN29TBVmGbZLBqSZCDVggPGF8mwkBQ6E/XKh0rSRC6WB0OJRHute6ZXmrWb+WR/8is/s671V6Z
I/gB0uUMa5sB8RKJVBfFnW47T4wI9aiEwmWCfsC06Jpoj/EePoBxbdwEwJXGdtuYRDJV/Baxso30
8/INmLwJ/P3So1AaERqnDHmKryJIZCYrstQqd9LBuNZ+BD/BBKu9xWRb0bWs2Eyya6jrq2KjvReD
cAORX2Pt8SscceMJOKn0VVKseF/dqYvsGN/na+2j2EPk5FgkT7VuVjA6P/y75MrZJoOQbtHUeJ3O
RRNT1/1TwgxZIfBrdarLo7N9ImGER2nVGVgENrdAF23AjAsR7yX0QC2WmSaUcIVj4+8VOL4SRBXo
Z3l5Gz9reqYiNQZ5FBkMxNxTcvi2NKSYeR65834mAI89eOgIuwxry0A/klYgKxO1dmTYUJpaYMpP
ROjb8j65w4HW6zizEioiishmVz20ntABWZOWl2c44ZD7ddAaQ/oGzj+BRzAReiPmRcZ07BEI0YBV
iUR3D/uv3S4C3yxvKtTd/H8OOFFuRRTXEhslKykQSgj2noAlQhY92sv2YthRtBWFVzfH6zq7zoks
JGHi6PEoC87D8KMiot3X7/q9chu8Nq/GMZrxn8/COKjuk11lk2SCxOK/j+YeHbSlAAPeK/mpeSNp
pD/7FD432OQp3B0q5pUaQrcebGvdWq1Nt79OU6DQeoDv0iePx4AMRAL+VAo8k2xTycx024cFdu5r
vkrJjTGsMmcva67QiiNNdhTi1iDy0q6d/JB2c/0tv3VgTvdnol68QJJq1YeqzdHc17P6hyRdpWgv
7AsVj8Q/tEAkwZzgjX7K2V38Lels4vsmbRUx18OYDs5BEX2/kAw7KQ/wMSVnoT5I3EruAldg6dqN
k81dtO/MHfIqMlHGvK88Lf+T3Dah9RCTO+dDfnX7jfNsKIvkLdsqVEjVtR/P+NbnEf0og78H/MT6
n2o/t0lKI83JHTMWRLc68HAbdtzfJ1i7Bt5uXHcfjAxky+FnhTKzSTqz5aPuONvxkxlMBLMpjJKq
HEtu7gswBdaWBz41X/Th/WWdcuZ7j+4DVJnM9TGjOX0L9dyi7XrHkQ9th5ixEFG96XO7iUEi7BHh
G8+XhzvPU0zGm64rrBNe+Bgv7BeRvqrjRdUsI9AEMXMAgUxsVbFF8tuIWyGC54fmtgRD4sIPZ054
btmTS9TqVHPaBtPQlY2OZtfocV9uFPfZT8xY//NaZrLoyfXRgnTQHQ+jSbrQ0aoH7WpKG7SasiZc
sDrQRcOu452Op2B94XZr+TmJhOrumIrXCCt0BL5cNPj2LSk1C2bmClKaSOObGbEvH89nkvCL2E1m
Sr+afS10Gj1LMdMIjcgr082uPDTob5YBMoV7r1y76TZzlz1IMgahFssEF6JriND6Hznd0ww+tuMj
Ao4tNUMyodi1YM3K9yGqXtBLXSJmB1Kg6ArFRCJ2l7XsmRoMFzM7KTJZju7n6PAvrVIFJNEIVHN+
iJufl1eojHt9tkKmqFRFshrPPpPUgyZ5Qe0TrLBJrl8yA+3N0M2DrQu0KFef1XBtILQfbqLOrJg5
M/RouS4NPfUXdN+QPRlDe3TBjWXQYhPMGiVPAPXjKqBmdK6y6txYjOd5stqJx5Akfvv384yuUnkt
m12zaQxbZj+5hwu3U40FL2fUNTtT1xiUgBadqUTXZNQsfBUiT5J9Jge9ckAWrsrXVF7mvfBUJGds
zRMGcA+R6I8SNKdhEX8ThDb3lgoyca1NUIJZwWquYzTXR3v6zArQmkkyHb4ggUVbod21z8ZORgN4
+kN66Z9dyKKLj64sLxKIj9EXqbkrVJuCqyc2jZ3uC6QZSwUO6+io+mj1pF8ZWS0q+qjny8rd6IXZ
xgggZq7Sp02cnjZRGd73iEo4HjS/7kJkBDVxK0k++IPAeAVe9q+aDxQEDzZ3rg1U/CUWpADU7d5b
jad/38L1KR67DZjiDKHfS3dhKiIdG7CDg0e9hayv1NKu9ZX/7N6Huxj3UnTawtfBsb30+m1d2p0u
WCZc0BN0D4a0qOlHLW0i2VRTs63tIRC+LsgSqaIBm/noMaTj3x00E0KMhqxwMOPCnzlXn3Lwewcm
SrYySqOsA8h7SW6rDGHE0pdWbP2ax6hKkNaXb9eE8g8mbDLaRMl6kt5LCcN+I8myLn5wHLWO7vw5
/McU1R+ZqYOh5j0C4ywA5cmSwGneIMZEXPWjeAlCAUPjvIVzGaBvrjzy0WNtI54/gIr9KgSyxmU/
HALlUIAVqRSNayIuubzwc2dlXLgmM46Px0DTjEuSh5ESF51y4IDagcwGtSGpqH5Gby4RgWNWoNFF
3XgmEnflPl4eewLk/Pumn4w9sRdqpxoejTG2Xwp65I/yu56NIqg9No8tSniCsdCdIxx/RranVEz3
0Rkpo0PstSvkmR7C3xn1042YZNtcQ05bv2uVQxWbAzhzbmPNlNHKykWb+cvrPg+JJns+sSKJMfRS
XAzKoeyTlR4imYfbaMng4lKuOKy6hMDFluRdX8+oldmRJ0YkjHtPRsERJCq3kODKUTkBkkCQiyBC
IYKCjUcXGliIZqPA8SjP9NnJUU9MSRwGVO01DMxe6mPxDBljr4MugkRIR+ndk80cVM6dgGcys9ff
WezTYx3VzIkzrpVxoPMQe62pdyr4bxrLzZfyHg6ket2/0ve6W2YqTnqYEacJvPQfwj0+t8tcw6Pu
RIMbEa/UppUVvIeYAXjQVFPq7cJZakZl9S9Mb0Tt3RfpU8IHQYMfvnvoH4ZsU6jPuaKIWLlpQ7zA
4C0WT4EOGi4Sk5FeqH5hqqTEC8vi8kZ9L/6/pzvRNZ6TKU2FkQ8OkgDUzGBnyrWjHPH8WOdzad5v
bfyY3FJlQCGQh/x6KFUkjYQOmXJIqkXO0JQi60wFzQxHqMGVl0nC8e3M28ymPj+ZW8/E8GTgiTTk
UqpntZZilXDbwajeCDwb5aEVkYWONolU1I0VN9bwiIeQkNgVaFlrwP8tgPwN1JCrixp8dPXCA49b
uO67LcFjeLWkga2yK8ZvG3pw0dawWTftRqt3Q7d0yhmF/a1Z/L2CaQWAnviKVMY5xIqaFTLTBeQD
2dA+eK661eDB3wmty5JxnpIc1RUDZgSVGZzQKUAjUgaathU8Mo+v1UETRXBVKjXij8Si0ZrUVgnC
IPBByWZBV30Z2x1iQEU1Gdo4FnaUHLV4F0U7JN0IGqL6192w04nZSJZKRJGt83bHETXx9LGQn32w
SDWLIXqK6LpI1kRfRaj/DIerLAbTe5QvkgD5coKcinLnOVd+eZhZ7Nk9wAOACigKQ3ocDXb4RDf3
vuZ7rIMjYGS7FK4d1cF0VCHNrC/jY2GseXUbZNe4rXG8deM1D+whwrPsrVaKjAknNJPMbH3LeK8M
NFtQ+oUXWyGxavhqcMLgPOwlaVEg0Z4gbttWyyxCZWnUL7rCLvm6fSKoX4XpxYZU6O+S3F5e3ucr
7pcLMFnexABI2tBXTYnlUVRx1ogQzRK9El51UwJRZIN2lqixRaVscYssMifY+IXLt1RDQsqm4OTT
RIa1UVMHNSBZoITXaD8CEOCRRY1tUpcpMwPFLKVlli2x9jhGr0OaHApZ0Mhsy1XFhaGbsmdp+5ib
SmBiawrd0lwzHmwWvsb1oiI7pNhL36qJhRfbIhY1ylty4XcixPa9dLnIXhC+FsSOskEwx6S6XWiP
mXF1ea/OXaNxrxg1qCzryBtNYc+F4itA2rhwjeiiJ7bshWKobhI3ExUgQShUomZZ37j5Zhh9727D
qplk5ngYZ4d1MoGJU4pGwm3Fcvh/erDS84es2nNmcrJtnZkrfh7XTpY69cQyTQUmCs627CwqhJZ9
/6SwW8LXeSbqdGM4q7DYct9KU6uca5yinKm0yeATz0uO1bxzRpnM0dOkN1lkGRCGbiNLyza5Kpu1
5tlat3CcjV8slWDvFktWmAb628IszqXOzgEYk9lMFMBQ0ERxAk85xMm24isdrxP1gh7Sn8Dt5YAP
lHM+2ZmHMhlwciWB6KHFQLB8AByT/mferGPdFUx9lOO7pLfy8raOn7DrcF2crlxfFvLzwAegGyID
2GRwBsTsGfCrJFGXDDQ8xFoGwuRMTwStYn9RGcOzw1M0U4kGiuCyfnFzw9uGY/hVamprlRzRUKJp
2rIvnH1bxIlJ+/5DJyl4NBXpvajYC3y+fqnG/Q/PtZuh5TtYrPuhLIoZZ+vMu8QiVITLiq5rKtOn
3VPGp3qu+kp4KJIRVMHybtHBbC0v79V5PgThuMKQOQV+A89zn98/8SUr3qlS4HLvkOvsuUvjAdSJ
FQC+aYUnptBRFoAqXxnQaoCn4eW0xqO62syt9Vwtfc4C8FG0cjCYrE8SJF2hp67r9N6BdXjKDEvX
0nMWmEldsjUtrFQHbMqgartAhB6nK0m6KgNy4LnyULf+MCO94204UVG6DEgL0/EqaQA1ZMhTTy7v
urzyHMc9dBjEyv3o4HUlF3LlfrRFIc04P2RyV8bhNGogJYUXPQ1g0YnjGOqJJg9GirU36hUjPjjZ
1coz84o8OJErooz6q4qoxSJL4tc8RCSlyqm0LeXhKW1gxbOGS4KyLF+4UfwDD6BuXWurvFERbXZU
NX0oFkVrw7XHtGjG651igMbJj68QOmQHbq88re3p+5QDkqMZd6TD08eQI31YKAm1DSdcO1W00ySu
rBO3q0QuxSBldWPJdgu8IWV5mAvO0mOf5qHwZbImmQ7GVn3LvF6yAo5m3lqNRs+aOne+k5JgOELy
J8yKANciI9WvTTzmtndqh3BXPnRM2XuxLNqcBlar++V2CJx7yQ+lWxIPLl7dO76KvCxZJCWRl4He
7rUgq7Zdh2Qh4KVXvR/361pVzMzRdj5w3aKXZe/GwTrNuh7gBTCt2Xty3e59SQ7MNA4G8/INnmo7
rIYBgGUwYIoZ4/iaBB6sDgxfk8tDExigcfSw+65UovlAl/CFVvgAYgVPnCm1jebqnum4ANLwOAQK
LoXPViR1t5GkFtkovCwnYensAx8pOHdgNnonm2lR5bcV4SmcoB6NRJoMVBRS4VikQ3R9eSnTtxBA
pQEWNWSG+2fwEc38dSly2xmNEWfGXZAV6Vby2wcCVzNmfK9BkMyUZaBq9euVNiBXqnZau489AFpU
RQ83kRIu6lYKNmoUCASqqQW4U2ARFeb+c5p/qtxl5/8o0jL9qC4Wtlxn78mhKt7fq91rNv3Jf8Pq
Fg7d88+rW2w/8E/rWsaf/kddC9f/wPVHQcuIs/1V0QKcxB8MwEtodQ5Ujj4mbhKIi/d//4+kkD8o
UwwdfihwyTJw+18KWuCiwggAMTVGZlCYn/VCv6m5UAr0459RdZ2lh+Dmos4DBm6ETRAUtXyVqVyP
/EqD5B97Ne83KEoonxqPSm9JWWjXnpoM1yGLe8tBvLaXIPHrsPM6s81JdNNXLV4zT7bs5pcZOa1z
OTO4mI9GGFNkgD0ZilAm1xXG1nPlVuJHSgJ1XVHQd5dRkG7pwA3RGDrYvKU0QWqa6IvIj1xAETNi
OlUYz2Ripw4GJjKWCnAcDl59+KdNPrH8zkBUJzFq5egkRbTwXA/02v1Qri6v9wyDC7gKFqwqALfi
/YNO31P7iElORRrnKMGamVRT0Qg/ltGNx+NAOTmVvuxYtYViGExSDu17lxWgoXA0vmZBGABPVkR2
rOT1sotd4KCSwV3rreOsksYgy6r0I8uJm27LIqmzwyyntiJ75UNcZXEikCgzFjQpYBpV4s64TlPF
y8eVjYUvYzEXoWeuk9ZXJG7whHyUkmSb1RLyAMU+VfyrPEGMx5OVQvFU22tWlqLtg+ebag/IXI2X
8i5feS48cNmxoZ8ESfgmjlM7CPiqS5tDpSEmlZylRBA5SDOZ2vNjH2eNRrs60xhwu5McHoH+V9uq
0o8eYflK0kND9Fk+9+T17SiAAFFgJFCcIk/in7hzUqb7iX7stVozeQD0cV/ybsZTO8NWfmKh4OnD
TUaqHyViXy+3q+apRyLiPTZR79/WCkAZ4HHoAB0N3ai8LUqay7aqB/6xL7IaJoG0xc7T5YKbLKRJ
vqgK0oI+PcrdWmQDi9NFbPRDMDPPb3aDUCA1DKpRwvUpgieMiqgEdsE5BlkmLQwJiG7Sl9qMavnu
qkEOKTZcpnAspje6zQrZ9SrJOaIoRFk1qZ9tcyJneFfTKphvDW5KGZSLIMjK5ZB0utlXOTkYeZg8
a8TvLQmeqNkWnm/3afLT90pj1SKQugkqFgrmNZXZ10zFY2EJxN7QDFaQMcXu6zix0hBFdXE/dBsS
kPTPZi3GY6aIg4gCFN7ocX495iT2CQHcBeQeTtRuih4rYUX/BgsULnWWJGadRo1dd4ATB3lY7BKe
5iJNI3onBQBX1jJwqJofzuny0XScBApcB1AEtVYEj7rwgOFVfp2W1rnIpAWV++gS6m47X4FTKMnq
VnfydNsXeGOEWit2ZVzW1mWtOglRfo0MwDZSl0jpodLv68iVOtTM9wL3Mdbjq0Qx2IFLwXuROKhm
C1g542KOJmm6TkSgeDYngB1ivK+jaS0qE4Dz9x6NKESSIuUAq7YqWGLSuLSyPEMS1M/VGcMxzaBg
cxH7chWQ0dF3+CzOPjFPbgpnw0gN/eigYnXv+Rk3E5UmJqFJ+oTyUL7oafKo1sOw1Jq2mbmx45Im
S0YpIUXRCKJsA1by65IDZQhR15xBf7mNZqosevHkNDGjPpx7zTlLRY8LRaUWaJt1Yih06r/n1FC0
SPONo9QUNTiY8pIt3URp35q89la52l7xVucrpc3fdLyy3Tq1shqKTrMMl380cgyiLJWlN6pPXurO
GVZSTp/hV3F7kEgtehI2wAMnkh3R8COkhr9XKcrOlCTUzIBpxEp9p9hqtfo4yL28yIygQqoMjwBK
LfGtX6b+oteLbDsoyKORgS0or2/yyCjWaSyh1iT149c+1QyzkrVqnRata3dlBk77IijxADKowJj3
8oyq+0Yi+Vh0QlU4kQR406/HU3KtU5us40eULho2aZBEj2MH3Fd5DGIwBmxwE8dzQMNvJBKwMH0M
H5FdQmHn10EDzZUzNWMGajBSdtU1TLUUnkirGLp0nfa9ZroDkO8jkA5Ix7aeuRDfiKQOVQMXCpER
MhOTW1hpMih3ohBy4qmyqGNS3WSqe6vEaTrjGZ7lC/H5OhkdhBESBEMyKr6Tu1f4YcCM3jOOzB+S
G72Wa0v1VdkqWYnei/+PvTNJchzZsuxWUmqOL+gVmJIAab15S3r4BOIRHo6+bxTAjmodtbE6sPhS
aQQtDek5rt9FiMQXV0Lb9+67977IkodUNHIvncnYpwPkULuT0wa0cB0o8yMMw3QIlaH9iTW0MOat
lIpVKqeszE2v6UT5kFdafUybfNwFwmju9DkzHvQpnm4AGNxDH5XRTavW0QYS98Zly6LDvOYB14S2
RuLidDBHq6zEaWy17GgSmu7cpCyfksn61M2q5r9/t7+xt+F4YxZGZEmJdY2FodY1h6IwnFMTQ/mv
0MMfEqdUHxRjso9ZMulP0rV/vj/mVYDCZ5lkYTxm0CaQLl8uuMxkM5uadE6tGtn+FBc/mjF1Nh6t
K0SehB6dGI+IxZouNgOXo3SC5D7tZHwuFXDZcq4Hv0uN6VZK2/4UiKa90Qx3vAvzmvesaeNjpOnK
XRW73VOOGbY/AFNsbfV12ZbfhBaXF3IRr/PWrMLhTC0K3FxbQou+KBCpTcNDMsjZ09Igu+msST1G
hjH5QVzHQIGOvGulJo8AhNPGsr+x33VL4xFYTCCI3dYhc1lqWR6WZXwWxcJizqLuBiH78EzaGnwX
lj748SiKYwmYeGNFeXpXDDCP6yLqju9vhuuwBuQZSTnwGL+FJP1ymbAYUfUxqOOzpSR16U1dqn2p
tZBUuM2iERNyAr6OIlYYnTunL42NaONK5+BgArHQmgn44DaTO16Ob460BBncYTgHaT3vy0o3fFnC
WHJM6npEp/JGKsFwBpil4J3OaB8Dt4a3WjjnJDDHh34c2u+W7VbPqamHn/tJpSTeZc1dO/MWQmTO
P8St03qFHSm73g7EbpjG5qbOdIRDuaUdExeDgCJVXS/JmsEbtdTeeL+urxSIAtwoxOoU4sCZLz9R
K7NoKjU1P9dlMHpVk+lHJ9Ftr6zd4diO+rgxp9fnm8SaQBXzC0ESvkb5rSab2wpq9tnKhxjMb26P
hhKZGy/UdTqGvAdIweV8L5mlWB0mu86KbHaN8jzZk7MLa+tOz13kEeU8+kYyGV49jz0V40J5zi0Z
Huu4/SljXf0rSbP41uny7FA4bXzSLSPY+G3LDXYZ0JGhI4PjEif7uYqyyjxTulwv0rMeh4ZXhGXq
lU1pfFQrNG2/e36osRInEycwGqK7y8VtjL4a9VIvzvNUFB9kU1Z/9lNSQ76r5DFqnfijpnf9IcYW
YeuGvb7NYKwDTMBcR1KF8cLl0BK+QzvrbXbGTUn/HFpcEIZAcKt29kR/TFn+mQSwGIgcy58dzlKe
cBRsXVrYOe/PwfUGX5I1VIewLAz8RpYN+SqCqKUV0VvEKs6KpqR7bQjynY3AUhRutWvVaouLdY3F
cAFaNlDfwi2E9LfKEC09z5JCz4tzbMzjubPmBFml2t13Ros1oCOGj7UmOeh5Q1sJPQFbGfN6pya1
/iDGjPYWAa4AbkR2XES5chdXI5FNIo2dlcXhI7WvnjqKbR2t3Jm8BE39zp368d6wq+ZjVeOk8f70
XccA3OJMHcbmCxC+zuTDMlMD9IPRuR1l9qVNBIIqM3S8oW7c46C3jTdbibMVcS2TdHlGQA0s7DKY
R/53TYrJS8eJoyBLzjyW6Ycg08RdGQzUPazvjv1noxaNnyvJdJ/M+fCUFGJL4XZ9SyEdAyR0eAC5
918ypVebpu10VbpJnp15HzvPnKoW/Uw1bMzt9U3AKHDZ2JyUgnhrLrfmlKtitmuRnk21hagSjcN9
mlTiqJv2lhvPm0MRuaruQnimUHY5VBPZYpR9lp2zssx3rQhqz0iMr4mFeur9DfNGbGWTm5umpXH/
LkT+y6HcGB2cNaX5WYahOGhgAwelr9sbIQ25c1LFPvZt/00RaLWmbuo+9OlITbuXkd/YZuy7hSs3
Uujr1bTheXMLwDoiuFoLj+N0VBozyflFQeseczC8/ewqW4n69UlBsi5gNtnIDXlUV1MstECbKk3m
Z2Qa8cMgBhs52lgc2jLKb1yztzz8ReXG7Xa1rg62JgKCNdi5CcC5GhSXTSObI2c6K8L4u7ea6DC0
qY7BQNt92ljXqzPJUPgjEjRTY6Xmv0rFVDV0OjUt53OfZ7E/2u7gg6YCf4d1cRfOobZTZih9kTH2
D0VPzbKXZn77/o+4Wkk8ZLjJOZQ2SMXVb9CXuNQJTP0sBZqDQgzQlopkSw1ytZILIWn5ToyGaTP+
0qvi1ekHBqoLVTGq86A38a3SataDOk7SgwkxH8LECW66uko2zs3lO0WESaGJeVVhPoAfq+vpTTVT
Nr3jtl9Dy37Q+uRjKxcVSqSd4iL/9f406pfz+M9gGKzhBi1YUH735RmdzKnLtSrsv+ZYDtGJvLMq
iB1NekQxIPZd6U7HzOlsCMvcD26jmc9h3hZ+KhTrlkdmuJ9tmBFqEti7vuimvRYN7THNuwaJFgLM
pp+GT5rI3D25U3J0isk51lZr7eu2HTfeipXZBt/iYEbHUqkgIpDJ1k11Yo6cMgdzf5oqJb/LlRTP
RvbIY5DVOe0tYt13JzhvhlLnfhmCksB1aTGfoSRiWpk4dUKPfdU0K79wkgGmKm9omhfpSRVZcexr
2TyxpZ27bLQcv2tl+lkhgPWdGpHnbCK9TmgQfU8N49eYuOOxLgLjrCcCcYMK89iBhA/TfqQduFaI
9M7EdureCal3z5Gl+XGmVjA6Jc2TNXDF95f5apWZGWgsy9ZaouC12j3rpDbVjuhPsk1oz2F3xq6S
DPX+KKtYe1kAojw2Lfm0SiHnSpEZRLnbmYF6mgZH5/sn3MXGwvT6oRy+zVNKH/c5tg51o1g3Qexk
pEBTTNiTxTud/OOhzZv80PQ2zG1DVBu/7noOTGBi4gg2Lt5Ti83h6/DPCZRmym3Jj3PpZ21qdGqn
4OVuHN51r5GXOVj8EmHq8OxRZ7ocpkiiVot7Sz05MkROxx0GGb5vkFOZ2TOlar5VCyLHN4yu2jMv
9XdVR3E4KxNiPkvFhx23w31QORq+IVb6RJlBbszEJWi4LBPw2QIxWJjBaQTDlz/RjOJBjR1FO6WJ
ZXlkZtBSY4kuQbMGCC4FfbNrKzr2SvjTaTkm7++Sy4fqn9EJpiiMUfheak+Xo1dBGSmlHeqnzBmT
u17Aw4lDMMoc96+Nxbi6ScGriFnxkQEbpS/PCjUIumpuqqwwTiQT+cHstcAjjC32RqWHjzlh+cbE
rgr7L99GCk0Qh52aC4CzGtCg6jvy0htA9IH5x5Sbxq3aGNWzu9BwLFAEL5lw5qGwb9wqymzu9SYP
DnOfph/StBk3QoK3Ph9MAR4N3hCCh/JypiM1VWImxzjFspo8AHBrN5IA7Yy0M72iF8XGeG+sLDse
+FtQUyRZWE7gq9dSL+gGnNbCOHHBB/fEheyhctSeTKHmWzO9nNb/zAv+memlBKe+6BqAni/HsoLe
yYeePdy3pXieAYa9QSofbRna/mxKAcGpUs+qSMTByDLtpnYbfU+WOgHUNF90SIVe8icNC0tn8BVL
yxHjaVsP0pu/kTOmafA+DWgnl7/RzvKomgNTO8lBNz+ZRjE+yrbM/Knqw4NDrfeQJ6XwymFOPrx/
xpaZvpod+HsCKYFFHWe1EgoZU2gWrsZdp+sHmery0Dhz81sx2MsaAGBAXIPMxF+cZT+8Wm9LwGed
Y8U8OV2k7RIHALWNsk1dxPW3sH0XsgZ1ZAxbVmdKjFHiRmGGeRhYpW+WxZfGHLZw4De2rkm87oDD
gH6Bgl1+iqY0pebIyTppdmTfhqoS3ph9WdzbCW5wv702mLVAsrE1Liaxbi48pVCCjJmhuiIKIFBS
qiyMvN948d/Ye2C2iwmqplGsXFcqSL0iu29G8xQT6BznUIhjXibWRznJ9H4qqxGlMZVqo3HVraP5
cq+sdp9tm5gewZ0jjl3nfUlpd8kA4/+k9aOLGiNQpsBP8i78kWXs+l3Eo4JMS6uS+zgekq9Npzif
QK7qOzuPnb8IievHKrPds4bzQbGfBy34oRSt8jE0rOq5qzKnxdFNHDpTpaae1CIO9kWWzH8iu0vQ
mFlq+mPupkLzbciQzl5PbXABqrXVgzvr4cGoh4RHQGopTbgqp/mB9TAQpBJbzn0xOJaPaxW6VMci
HZ36oIq8bq7GZuc2nfVXEAfiT7ceaGDSzgZOQKHVTcZDFMX0BiuAMr3M6qvS10Rr1/dNBoS+j51G
/WEag/ipmF1l+eM8yps4yZVun2plnXlhlLafJ7OLPxtmX5nU8MrgQ2C0j1GZltm+M6ZCvW06U/y1
uM0iDqla6RMwyviYzCGQcaK1aYULQZncu1Yq3V3gxnix2IXWPaR1gHCiBixv9qNaiD8mybbEMVt3
DhE6J8g/k0GsHGRDO/ttNuJFV5dG9lQTiR0XA3QBO96cO5ohW825Sx0wqJoKeHSQteQ5tcag+DHn
sIM6ymPhbSF15i8wJuPnMHaAXYR1XL5tYT/VlPBiBCV90ez7XGK8UrpJshCCSxQo1hyp8Y2u9sHn
gelHfZQWwykcFPuX2+M5EBtJ+bykKAjLedFvh7BofhrBwuM38qpMsSgYdHXX2kH/Vc+SsfDIS7qv
VT3L9NhpXf/NGR3rJtFHS8NmsRE/0yibH4yxxf22qkRHbFYmA43ZuiIlbI+nCAdDmDhIv6w621cm
ZlbmMFeUo7FP+9Dk3VFMo6nfTAnJ9s7sAyOH4dxM34Za0cVepSfRXRYa5YhPjQWHXU/CcdhlelD/
obMfyZG1DlfpXLPqvVCahnZqMGF+yXIET9Owiex2qjobZwdvVnxd5tlFFhabD12oqrThmxKReqY9
Os96VwV7VRPRNy3PjW5HMwH7EHZF0u+Br1vrtpzn8tf7N9lldvxy//PSQwWgeqYuhYPLS1OZB2UA
xoRGx9vydSwn6G1uPSrBbmTzIyMKQr8vzPjw/rBvhNgQpA2wfCpkS61s9SJkoq3GKLCCE75O1mMd
B/XZLRREeoPV/KobK4AF0id+SCHPq2Rfe0NmBjdhrpsfHSsuMItB6j/V5H4cSecuLY1442Vczwy1
RG5xQeXStHl917lG3wS6URZpd0qtIX5KwzbznSERe3Nu0XKli7Fho28Bzm8NavEgAx+AI4LuXS4H
Zu2QsPp8INoVyT7RBT0NQ332VZqvuQcxFD/fX4d1eLl8JKggNcplEaw11Wio9H4alXo4BXN9bBwy
+zHBtaAvteYGKtDGg6Zfok4QyZdIg6eM+h+wJ8Di5efVZmFPxmANJzkP8mDac+dlsFmfozIebhJe
hn2LCtk33LjBnyYJbiJyPAzRDH2fVEntdZSu9yLKXJ8fjsCRUuNegfzuR3HSPrqBmLy5n6aN1/CN
RYG0sEQvL0W1NW3BzNrWjaxYnlJ9srHsMZ0PWqRrHPZCu9HrPvAjaWxx+95YGWOJZEBdKSPDgb6c
KpAXmXV1IU9u3dQ3k6MoNwMMvx2sU+kl3ZBvBP5vjLdwCB0eH9gvQl1FT0Oada0RteMpDO1PcaLX
1EBDa59W7l1oTs3GaMuvfx1esBHwcXMAoJYsnhRv9XUYtksQqvHUNgoa4ShCNuA2WxnGG9/E9wAm
Eb0D/q0FwIMBLTsd6/FUdLXcD9aU33XS/sRz0N2Tom8d3jeHE6wVhpwatLbV7iZcU0UY6+NpTpoc
nyOcnixI0LeTUv0EeCo3TtMbcwhIBp+GKA3gb81eLMdBymAuphMmS9EBinJ5KEWoff3tG4LXQbiL
7Ye2FNAvVwqjDycocms6qZ31w8r6D64+/B1O499iHAr//bFe6k+rbQG11+A6oqpM84lVNhJGjhgr
OCOnXEy9p6cJXdqEMvtD0prHSVTRjSTi2inOEN8OQ4xfaGGMnoiKcN9msbGvVCvyCmKE93/XOrMA
cEMHQ4IKPM9efbnWXiVJbpwpDU6r/UkJh+FQOYnh4Tfj3KglT/77Q13BD8tYWIssVEwUOHDpL+eb
kpwVx4HTn3pC8B1UbeVLHQXJg6zsyjfaEqqCMcIAdbE4UV1tuhvNtjoGc5XddkTix//Jz+FeAKmn
DEQN9PLnZJgfq6UZDeABSn076zy9EDQWgYw57qYZ7KkdSgPqPUw9PRhxvu3n2uu1or2J+0JuUKau
oO6X2bEsXLe5oQgeVrNTDWUeik4BHoZffa8OKCyskVDWhYbg2Truo2aUF0d1ypxdlcfD0xgH7rF2
MM8IJonqHuGomLv86FLB3TtKqj+3c+b4VmUpT31bZHdzpqPFR5q2h/g3YnWNlLnLSrlBEFp+6OVO
N5aLHUjBxUgCscTlvPZuPgwKJNCTns3ot0rXeEpNUqwo6tSdE7nBPqOEcG8m5un9FV1Zgi9vsAHB
l7lDVgcR5wUAfrWZ1cFoeKHL4cTVgfe3Ms1fIKUSHo8CSx/EXl7boGKXVj0dW/osHKfc/SNOAv1j
P1fVubQS4SuEhHszVGPclCxl56aa5TeSUrdjKApaBJeda5mt1zeRebDrIUBjhQfz7EblVyfrHTw7
DOpadtzstKjp7zUYhztDRLNf2abcd82UfVB0vT3WtLjYiOuur00TQpZOQZ/6l2GsySRp1EGXlfF0
spwJRwKjlCSesbWxvtdXxtI2B4B0ESoQY60oK1NTqjKP7fkUWmW/V5pB7CAfFbd1J5WNK+OND0Jw
DyOCMt4Swi9B1+sFteEXWJ2qnnp4nLgUD5gkOPmW7v2tD8KpUV/I2lzP1vL4vRolpChLJp5qJwgv
GN+getrNlfvBybXef3+HXj+j8KNh3wqbhaKCtjrjqSEa6h816Pug3aipVu9tLf9YTdYdxhtbXv7X
55DStgYhDBomAN/V1Q6yqzVBa5xSOxU7JZzUPT2DmkdVA98LukS9mUq1PGfqvIWxvPGZ0PHgUEOP
pLC+ntBZaXpy+Mg4uTIUX9rQ/KFFqvpTiV2sd4WQGzf5G+tHUALRmEorwP1LJ+ZX69eahdNV4WSc
1FzVPDoYiGPsYBGuK3b/9f0FZEdc3W4mYRcaO5NdAUq2WkLNHsNmSgJxipzwvq2rwvHjpgsfuhKw
Cj2IKb6MSdemezNVnM9lB2vEk9qQOvtZ2sWdqwdwysuJILTvTIJeciDLAB9wsFhzx7KIyOvV5A/g
2vBrIxBo3LSm1mieYZK/7hO3wpa4zzHFqhtnwIOiGHHFC+MSb/TYLmTimwphBY8oqvud0/TmnZCp
+AT9kbdLr9xdS6Xx1HUxNMUpLEF7CVWhpCs3VSvKTyLIux5xQmQhVamHT5XMcPMIJRO/08GlWs+e
I/2bXWrGeCvGSfsWmfUnaY1ps7P0LskgDCnZH4mZJv3RQWrQ7UKe0gy3ygkOfRXz28KxVW4XGTnO
3VkXe7T4IR3u1e6jlUDFB3OZBv3G5An70hOo/6QcrXyQYz5jjSWq4Os0pa5L/q4OaL4hbN2pdUk4
FUUDHpzQ+wUuug2c/AZyv7uPwLQ0npysM3d16eI7PcZWD5SSArnuU1uOH6daBZiz5rhaMJwwve+z
xck9LdM/tH5S/uR2AIBDBlZxn2b2jZbO3Pt6Zct2Z5VpNO5cPcm/ww8Ci1lwT2tfTrPyRwEF9EtT
m1iV2XasF7uMlxNGUDO3X4FvJcx3qFOfVXUM7zslzI7NFHafW9WZv2tCkc2xjQqtYpLMBtDNlLN9
dKB6JthqTt3o2y2yzK/FHNfBsyVdGnUA30RPSjLYWzZ8b9wlaGfgU1Cn5ZVd1zM0sOcKBc18KuJ2
3wm7uqFflXPoIkM5TJyzHYUrrGLUZONoXz8AFuj9wqpFxURT6FXeUcdWmY2R4p6wGGhuJjW1iRE3
tRHX99UidwV4XSqiUNtWZ7oy50AZyk45EZ51dzgPtEddlgr+NkvDBMvcioSvLyzGI/5F5rkkcOvW
JbIMIhE7g3KqHHjLQYmpzdAaTy0iw8PWfXV1XTEU5S4ET+7yFCyf/upu1ALEoWMjlFPciug+crXZ
10A0PVV0lHZqQ/HCxA0/JV3cPXdmV/wKqzD3XEsaXmJXypYs7ZJtuURoy8+hXQt0Oeqr68oPlb6e
MEFXTs1sT14X1fGHtgmmOzQBYlcbQX3g6Ee72QytuwaDhr3D7t53c7yFCby1sSB+8gqTZVK3WQUx
WqGkcaiH4ZluyqnXmzNAJR4HG1jAGwvNG0zSAwMIJcRaBgZK3cRSdPZJjyL0PUYW+e2k60e7wqbr
/ZV+44MwMqAHIu4nMAHXKXNg2ZNSBr17SrLevNXDIvUqmrdtfNBK5/KygPYCo9gw5qhuLtr11/sJ
C/fUGVIUPaZObz61xwBizPP2wBU8+bpL4cIuIt2fQ6nt2nK2MISYlI3y4Yr3//IjFsYIdSqiXepi
q8wtqZs0NcImOgfRAJe/FUXwQJaD2UIem2UIeWF5JnV67VAV6auvM0JaPPWE4nzVXQWJyPtTv1xC
lwnPInRBdoJAnw6Q67AbWw41DKISUaPAwmePviqsD/pcWUt7lCCmBUPWd+pdW4du+NtDU6TjLXeA
Esl81tL4UHfGseDePNEss6ddVZXsoaq7+zbN/0hb4++xNBX//a9dUJHLr8VowF3sASAQ8xSs0rtE
6VV7XtTp9TgZf2dQgRdlQ1ufIjNTYDAE+KhQQqDB4N62Yj3dlwUssd9ODJAvw12E+QqBEcLk5Ta0
y96N405HHqxib212SUsnMNQH73/qG6DN5TArhGi2IZ4kOcPUbkWlin67O8HVcS9qXfsglDx7Tken
+Zpn8GB1nGU8HHLELkvj6KlqbIR//VQ/T3XibKRgK+7qcgK4SXkaKTrrvFfrRejbQJv7WMU1U7fL
A/+37NHEEgcaXlQ9ZPbs+imSJC+O82ZfhH0GoDuP3xW9HtEiJ4mnhTLcSD7fmixg7+Weg+WJIdFq
YzS1G8zhMC4SF0MeUyQpfrDEuUo24YU0DZRcCroFdo78Gwax+1yZ0vaIE7nzR0x3TKfNdp3ryN++
GMnfXqpAvLkul9flVimDULepMFEGGgy5Ay7NvQop3sapeMH3V8eCzHEJVkgMIJmsHpQoR904xhU6
AiVPvij1rPzSY72a/LjWMhWOPIZQEaVkL+yNucBUt+iPhprQq6mKjMTd6WbrfnAp935UYIsIr61i
OqQko4oJVzCKDbTprZ+L0QATg74FtNpa3eNaFAi7SJ3kbEyp8zTPlOeUKQ2fuN1xUpghyBhCaT/R
gDW+syYChmga8jtTxYc3tc32UNZqdVRtNMxW3yTYYsY0DRwhKmwc9Ld2FZgzrh9U07BjXFtgTwKo
K9JH51RNWBArWU4PqEyvMYpvlT/DMRh+RmNj/lGGWYdFd0fsbrW0IQCWahavDMS6VgmOA170e1T1
5Qxy4UKkomwF3CWuRFdz0itmMrqnLkVKaRWy8EJToVtS6UYbe3gl1vhnLIK4F6QW2891IBErRh25
/RycKtXJb1MdP+LKbOUeHYXt1z1mxUlJv4UmmuZjG1r5sc+C8BnegESxbDtHQ+CiOmpYcakDKsG2
iKK7HDTiU91jJ5sRwXwdaqfDllaqMCJU/uTQSXxX9DR7DPPs9P7Feh2sUCozHNhdEN2pzq7u1WqI
ShX7lPScQp64kSJy7rSy/PH+IMsWvjyRC9GLWFPAO4dautriphlooyLV9ByNNPmLwtzywD17r9Gc
aSvMvn4UIf9QFmEbcAlAwr28ZPQkLiYlDNJzpUX2ru5V3VOSonlo8rLzVc7GjUJM9VBWTeMpxqje
iWAcgBR7mklyffnhnNvPSC0138nt1hNhEvqt4eITTHnsc6jOmxr6JfBfzQ54P/Q02qzhGbA2NQG6
zcKqmJMzYaMN4TmIs285Pm76zpWDTBe6Sf0Mt6I6Wz1P8U510+x2aNoRgow59Yh7zOpQjWX0IIMp
+GJJEdA6yEryT9wjIwioNaenIQrcjzKv0kdl5B7azROghV/oVfQJXYWKdD+t8aXSeyN4SNygzul9
1uF5E7Zt/AN8M48gX8Zskw7QXWOObc/N43Ev+CPunLTIO9LtIf/cmE6d7TTcaZu93Y30BnBbHd0U
h1dTYDwM3XOhZf0fah3SZCrO8OTauKfemk5CMO5/SKNLIH65AVrctjKexeRsFVpEt9y88SpQqT9l
WkY+Y/8uC38hz0GKxw0K5GWhlV+OpyxubJqpJAh/bNszagxZHZyR9qbZuL4+jeNGIv5G4E9JcykA
oqzgBlqz18tREXOlJR3OHa0OcDM57jnqxfRlkENU+4KC/yOCfoS/eZYpUH7UGO+eociCLfu/lVPo
chm6gNuYmlDWp8Lgrg42fyLu2bUynAFWmtvCVM0vpSPdQyWrOxvx0B3xh/UB2YC6K53wrzqCu03b
jOqg9k1zO2tW6KsTR80dNUnMXLZHYFF6G8r5O1nPViOgq2sIgiPPA2wEcjPNWjcLcSCWj1nS4YGQ
Ez3S3KtM553M/x0R/3+Ltf+1yPn/a4s1v+1+/Czb/zj8/fPv5uXvfv74jxevueL//G9uidf2a8uf
9I/9mmYb/wI2RJJBSLhQ7lm1f3uwGeJfvE2LZwuVFA4XyeW/Pdg09V9LzkuNCVibv1kKnG3ZL/Zs
Gv8E71Gs+ODuv1BcfseBbZVQ8gcQp7JtYemgDrZfooFXoM3CI8vdqkgf1Tbea07nh6myG1Tww1zf
he6XV/P14Z87/7W/2uox/mc0PJAWdzleBHW52l6NNseTpkzJkD6WynDT9AYmWxuwz9UIFHA0zqot
kGeSKa8uq3Goayh1ufloBKq+j3JJV5U422pUczVrvL0UOhZGM/cibhCX35E7QhksJ+seKyuj2Wlv
mX7d5P1R9lXk1zPgrVNr5lYgvcT1r95RcCmwFgYEOFxqnmtaUxcXcVUih3psiZUetKD4VYkp81J8
eLAulxPhBm3S0fYm3jRXsE1oAjzui8He7BC1fN/VL2H7GWBrlMrc1SzTWFwq1H6bx66InUM508U1
MBrtm5KK8CaQXei7mW4ezNgIPGSFVO1yeuZIZyi9Wh2023FMU3/KjPReWIvCPyYuoYVdhVXI8K0s
TJojlxIPgLp3jloOc2wX2+Zwb1Nk+hTQEimiQF12RBKO/aBiZvbx/W26vvb/mWkiukVty8FY8/ky
JyHEQof/SCjcHAxLnkuoTTtOMEhm2IWHBDerj32Jjj4PRPSE8BiK4wA4HsC/8jT8unyhT1/g5pff
QOWnDwHeGh7+uZQR8IW9ff/3riICfi45C3kn236xJFlbpubFhOsDN8wjDhb2UQo6F408bODX0sVk
lCLj++NdHzIEeSSeXE081JRmL7e/laEbmlMzflTjeD8X8Q6HF+/9IVZuoyRfi+jv1RirI2Z0tpww
CY8fW59+qMPOOuAu6oW+smdf7LS94ev0JC09zHY2vu56NhcbGaiDlE/4zzq+qlTFDsfZih/j7iDm
6CEuqPI40/1kbvG3XmoZl+eIoajtcZ0TXJFzXk6k3kVpk056/Ngd7GP8KfniPhcP9h37XfuWPOQ7
9Vg8jM/6URyqAyrIv91H9+NT9VTe6s80qjH7vfVLDrvgOd6Y/eX8vve7Vuc7hWIY1ygaHg15P2Hd
WhW2rzQdnUznQxKLXQSXnEZP7y/51a7CGgBZGlbX3CvYeK8q8Oas1HrQx+MjhL1fZjodLQRSv7u2
L2OQg0Bn48wYyxX76gHS+rZSCyMbH3G532n00rJowT6YH8b07/c/Zg0cA4QuX/OfI/GAvx4pSSIY
1w0jGbvZo3f2TeL9Ze2bffu8lQ9cLRYjEaKiM+QlR8m+AsNCNPOZHTBSQvXICCRcdNSn049hPse0
tsiWtjtiAxW8egBexkTZtMCiKOhXcbGZzUYwINh4dDMAJgjHCLl8ET067uc2o99fvfGsb423DhyU
znAHjfGw/qZ1bfk4zMUh1H7ZXXAb0jhDTzcGfGszEpiZJCCEW/zlcvlUfRBjbZfjoyaj8Vay2nuR
OfPGdrxaOpdCLVtxoToCtbirizTMyj6TVls/iaGmqIzagPZoLpIQ9PE4heOqU0a3GOZsZJBXs/ky
LJHfC31YXSvkZ4SA5pjU9ZPixh9VJT10Afe4aP1aL79jI7gLaZv7/nl440vh/WKZtRR0oOStjkMt
FA1vLr60RowCfnRL8e7QWvjgqc0+0POPvVXcte7t+6NeXeXkwbBtEH/BBASBXN2vedy4HZS/6Sk2
Aw+Ftx80R0G/kKQq/np/pDUVn/O3KHzwVNB4ZPn3aimdMmvMyJiNR/NReTbv5FN6B9ahfwl4rKK9
dkRK7Zti19PdztpYznU0+s/Qy6Ca6aK5XOb+1aU2lsaku61l0P7H3vNsehYg70T61+YmzAT1fzLc
guXgkkw9aB2GuoOMjTFUjMfQUfeJ/IDn0DGT0z3Vp1SvyZL+X4b138gYXr7t1WCrFbRj7Pbi6mWw
e0f5rgWffvfPX9R0y7845PB5Vsumi6ozYhUf31oGvd+Xs42/Iirk90dZJeZsDurhBOz8F5frK+Xe
wqqJ9bwMnwospA5F3X4vszS7SabYOLw/0vreYiRGIQAneeReEatHtIQLkM/RHD+hNoofI/hK3hAZ
W5De+lxx68MsNnAO0ReNxQvk/2rHhdq0MBan4jlSDGzvIsf4Mg+V9mcc0cO+VrPv73/U+r5iuMWG
E8s9djcmWctHvxrObIYkmjG1fAYCh8cSPcvc2IGreFOrf5aVRhOtjeP8xgeSpr4sF3k5EdrliFUd
zXVSD+2zYWR0J9TkrRXOKg1QxX09iI09eLU7+DziTOq5/5e0L1uSG0ey/ZW2eWcb98Vs7pgNydgy
UsHcldILLSWluIEEQYLr39xvuT92D1LVrQhETHDUbbWZqkrpxOaAux8/xwDxEzJsp8ZaSqHBEDdt
xOGOTWOY/NwE57Rn7a9P49newGUDMJcFWCD+xNV9aicuakA0jbaNOkL3WbcvVW/z71mQThPI6PIC
yjptxByA0NTIrYoF53NhrkS3A7axjgQXZut0DDXtHb1PeBs5eLwp6o3e7pRsiSBBrnmKBMuxFZm+
odTaOfYKWDGf68hR/flzQQOl9b37DGxoPnmHIBJdKjSfuXHJqPQ2BdPVRJHDbyPgedF/p2irGLUw
YN2W7osLxwlnF+RKQKDib/Kt2HoKa12x3ygEa+2R3pmxMkDGLfUHkEgpXGP+0P+4vjPk+1/MKAph
Htw1Xh36R+3t6AiniUZANDQ3kTsFOrRFDka+bcG9kUCUMGgXZScvmQNIAvQbwKcAviE9N+w5BnDP
shosoLWt75LZ99bGft4Xn5LNvCl2xo13M39VfgwAuL/Tz9fHeumcHRuXnIfZlGi+6GFcRbOnQe9A
xxpet3BpBYGQAxRDkBJ7Z/mnmA59X8IC7pMwtcBCAxJWI7EyeI75EE/VV1plC074wqGwhItCwwDI
ZZD+kvYnEnqu3hvKEI2aFpK5vwPsCrp8bahBl6zXB6QOzXVTfB3VYmVTzx8GC50lu+sjPz//FvLx
yMqA7Ai8UnJDFzpI+gmK7HOkaVXgQOmEjzvLW9isl4aKGwfNg4CNgery7LXauGOGqZ8iTfeh2uhp
gWn4+nf3dTwMPvvWvzTP1VKt4fzKwciObEq7ptUK0OQMCUaGPpwGjAglGmgrJD6su+tTKHLHJ9E9
Us1oQUF6BS9VbB65gsjmDBnNWpujEo4GElzML91Q/+F87aGvVYbtrfE8L1GgnZ+JU5tiXY/OfwwK
lKRQpxmiHsBNj59rvkQA/RHnHict5GFJ15uhoXpPAE2JDKSKjD37NPrKqg8QL+6VnRJmu9HPNtPg
Z9TPds2m/JluvCe3WjiaSwOVrsC2rRMECeMceWl2o49bAFgXQtOPB/bZQEWKREDS0BchHcRZd4oO
ndpzNN2o6Azf0Jf0R9/sUgoQtj9syKP7eNBWyr36Pe585V65zw/NS/HEQm8Fwch9t/CsOEt1fEw8
WlGBBQSo9Yz7ekYW1mFWqUbFC7IOSM3VK0HZ82govvNlKaS7eDYhuPZPa9IyFzW4tUGjAms/+x+W
sbPYxmsBAPTNBHeYDwDGtKXZOl4IRGRKJ7wJsIOP7EoLa6Su2RkD7JY/swdrna7NsNjZd84+fcxu
0/3MfPXzuHBUz/28sOmhiwNPX3SWS68d4MvTKVFgU/1pOrdFvy13xHjEZW0sGJJBOh+jA1ocqE7s
KtHFcXo+O2ZR3Fr2FI2vfJ29OU/zd29PH4rEz/bq89SEaHIAK5oNXPzrEnf6pSMj2rhQskEaBPSv
p7YtJfa8bIqnaNZtf1QCfV56NZ4l9MXiHZuQFs8xSe0AtDZF6o0VgjR4Pf2sb6tbfdPeVLt8Z26K
LTNXxqHKdxkEKBcerUsDlB7405CWetmkc0Rmovj1qKxZR5YY+i4aAYOueBwj6yGLIrgETKUVNAoi
xcRxgJZzyxbeNZfuXsE4/Q8L0jCUElQONYHfaZuXOSv2ZHK2rFS316+nC/cgMkVg48HrBllGmfM7
yzowlgg33nkHb1p3w+emWqE14boVseCSDxUQZlyDCIeAWJf2++yynOZTPB+SxDxMybrLn8HVfT/N
t55irq7bOn+MitcSsFuoFYKBSo673DmftNyrrIOee2DbTZ9Hb6dmey+OUaCE+DWvwrlfSjlc8JNA
CQHBIFiVDZSypNViU8GbnHUdyEu0bT3PuwmqE7Gr/OyU3eTwVcntFamqdd9863U3BIsNIp0lAtDz
xUQJDeBd6EAAj3rWJmmnBmCGhToe0Iw77fXJWSP3z4KMtU+tqyyVLc5fNkKVAIUUoU0gymHSzViD
PEYZRj2JYoSi/sjNFQULCyfVziXxJkW+aopz0MylOzd56JsOghpLMOmzQ4KKDpCZADziOkQDshR5
xH2OcmhieoeMuTiDZo3KicWStVkk2UJB+KIp4GRc4OMB15OpmoyKjUOGx/ohtmZrRQi4MdU2hsY9
bYs/3cKItD/aPCEHh7BRrjGQkatZl6hTNMxQJUclaEzfs/EZPMe3atlDVTJK+UKJ4ezUCJMizhco
IFTIJJdtMkNvACSYopaBb8eqtqOnhZlp3CGDEkw6303tvJmHJfEecSxOHIPI+otuRpHZQru+tH6Q
ZXLI6A1N1OtMDyal7/ceiefVmKa6n+fqAeQZ2q63J7q+7iUubF5YRtoBTQZCikoGR6DiBSAkYS0s
FxuaOVsLSmWKhrA8sdJvKOysklxd9+AYtfRNH7uabwPofP0jLowec4rrw8O+AdWD5BZJ24xT6rAm
KmZFBT1PaRYr0no1AJ1e+wNSl9Ck5LV212vNUlZCUivFHoackOh/BZEu+IgRZUrPgD5Vu4J0TdRY
Spb6nq2QDXUKL7IcWn3SgB7dO146Q7tpKoMaUGB/4DO6FT0NSQvHgyzglAJiCADx3ED6BCoEJsQn
QU+b0TwJZrTo7YrGHn2nLtnm+rSd3b3i04WLA8O5LtLip58O/og5bUjcRNngdSsgrrJwVGxv4UTI
wLiPGULiDmEvigywIs2Qyep5rDxkiPLcwzOJa/XKtrrXosi1fe9CBN6c5/ukIk0w5Ia7yt2G/WGN
VqwRmIYBpAWWCf+QnmpzVoHZNFbbyO7rbjc3pFqPg0sWpvP86CMhKg4BmstFolIepwfIggvSr6ht
bXOFHsXybYgrL7CnaXgsSNGBvabLtm5PhgNlJnm4vpqXDgHOIUCPcDuiKHC6mo05MN4BGxsNuWlu
7IqhQY32xqZGMU6rh3xt90CSKqYyBdcNix8s+R64c9FnAtNYbWkbuUoMNqdisA8FRwWn8wy20duh
C2Ls+0DJVWPbFN73P7SJ7glwnwCdigvTxvk7HWyJqpaWOomBU/dNUT5lQxygPTLUyMuQ/BkzN064
ZEsa3zhUpdLVsR550L0tXHPvze2eOktF/rNp/DAjKo0gSgJzubRJ6Zy4Wgd1kci0fPs9QbZx8rVP
3efrE3d2+0pWpF0Crm/O1Ryvpp6NW0qdIOtv0mReCK7P9iKsePCIwIeAOAUp1NPlQWxUxOoMgo2h
WdvzdjJuxgYnf6XRO76kQ3L2WEPSEih5hJxo+TFx+53aUvhEVOKMGNErWh8ssgKNkbG7PmtnR1vY
AFs5CrJAMAISeWpDAyNfyzFxUWp6kx+3xXMBlWwXmJLZbINYoyCtm/Rd1SThdcPn1+upZRleguRQ
p80eUxEfoROmo9kW76RAmb83ZfZAVQecD22o28qKA5vbqSE6URZoucX8nRxv8QUASQPxI+ha5RcN
bne3SMZaizyHrB0lWaXe5wlt9F15zxNj4SY/f/8La8JLC3oUtOVKq9ngcQpNGaZFZNTCwbE3dU5W
baqHA89fzPE1JvprSh8ttIYPSuHPHSiWKFl41FzaUnjAgVIDZSftQ0n4OO1XlRotcrB8RRCFDtv2
q1FmvtP+UNsl+o5L+wo4Dbyg4LDQrik92+bCc/OmabTIeMwhNtl8Zdme/iDxAzMjQHyu76VLowJU
VkM8g1sYpcnTTZyp2tQWhWZE4Mh8cGZ1D/rGT7wpX5vCWTgvF7wMKN5+m5JWccyzMfNG3UCtRn8A
fci64yMUzpeIsC9tTRG0AKSMlwzm8HRErAR7A2QV4ZlBpxCgT/s17kFcwM3uxSiGLYPU3MIcnqdk
EJviladi+kTTuByfQgG4AxEK45EKZtJXMmnc7xsIBBp6OgVJWTY7uMN3ohbOyilMuhoq6M2n/S1I
hqgfq7iq4qwMZ5qxTxP0Hj7VRfsdFKPZJrPa/vP1BT9P/oFeDeAOFZfKByxRWnEQiepazAnHLQnZ
ddOtvjCP1yvKoT+ZoOs9MPEU3fdo+fVTlasr4tT9amJzB74a8Gx0oLbzyw6kW5R4+vr6x52vnWAC
xDUBoiq8Gmyp5N/gehjqkuC11LtoyOD5bQ7CoLC3xnll2AoET/N6IRz8AMCeujJk04TSIYCagLTL
nQZeqkMpTuBd0ZHjfE3cLv0xFJw8TgO40n1k4oevY2l4NJjnsvxCu8ywfZ4rBdLCqN88jszNDq5i
Vq1PgSZt/AnkXM8FyZWvNVO1EmGPA1ywMnnZVyPT5tofsEk8P4l1/T5PuQpoZKrPN0POrXuz1pU2
aCAp7IIcg6Q5GL2K+MkFKwp+8KjP4GW1rfZQKTXSmZqWFV+QPZ9yv3AV56uZ68N9oU0FCKrqbvg2
tTYqu32Zl08q0trA6xK7fwF4pPw2DF3T+xUrk2gcUM5YOBGyV0FJFoAKXMBCkhv9AtLrSK2TFsgR
m0Vw3WEyriYdbE4pD6Bod33DyD5FNiQd9kFRh9ZgMNS5KijY0BxGIi8eF4YjPvd4i8hWpCNTIc9D
+wpWLBUYWrBb0JYu3OnyjCFBgNwd7ji0KIFkVE4VgrZF45WW9xEp80OSggY383KQE0P9pCyQXbs+
bfKAUGoF0hGnDNoEoHGT+QjyChC2mvR9lKXI7Exq3QatC7z/dStnFxnSq0iwIL5CJyHoW6Rp6217
7DUlA0gj7VdNO6R+z50HzgbQEhr+1M8oR7pVABKpP9wViLNgGCT4YGsVDbBSIOAO9sgpKxFcmrZP
m8p3WOb37sLw5L33YQVgAKQ3MJ24Pk8vGsRzALEZFZIcSh/qXeRqmU+B4Lk+iedLhbEcWZF2eJ7F
6M+zKcLUnIBqz4s/o/awJKEk9wujPAwrIkSEJYRQcg65s+ZBTd0ccSKPQ5I7EaOzz/k76rhBMddQ
FzG3tTfAd80pbqzJN4xxxH8ZtrWydBTOtw3ePqgeo/yG70K56HRep5JAYMCM07tRIUHl2eDyrcO5
AERK50FsmWvG79GnuHAkzq4eNL9AMBck2UDqg9FRP7VqQtRjQukou4MEueWts/HGAueSuSs//+l6
4mpD6kGgwkWCV1pPs2xaTa+U7I5oXFmrkIL3S0tfSv2d5VcQYSH8EYpVyOEKgOPpcBKbOBlB02GE
ftjRNwtdA8pnmNa9aEodwCKMe8tEeqd9aydELBmtl4B18sbFF3wUPvDiU5EBk6VeqyFjUDrVeNQD
eg1mp3IAA3dJFx6VS1YkHwPRP+Cbqcqj0UPndgmAv4OOnIW9ccmIZQq6T1Al4kEu7Y1xQHPmiBxu
ZCQ2rs1CrepnBTrV6+tbQ74DxIzhsgQJIWiF0bQvmXHw6HEpeItxCJ1qjSb1BvopShOijz9bs5ax
BQd2Niw8sUCThicPKDFEVed0jxi1mVuVobEosXu45p/Mer4+ILGXpXsTBoBWxkYQhDPSScbb3KZq
j45o4iS+l+EdgxJR+vLvGZF2+thU2AGgWo8yNOvn7PMwPzJniVDh8lT9Hom0NNAwb0BuiReARr+C
283P5sm/PgzZ6+GNcTJX0p1VstQGAbrBIhC6jruy9U0c1BxVaj/mqz+UnUciRrImxnuEYYEYrEsA
smJRaTwJxQQ67JHAWDg2skuVjUiuTquhcJCL5a+/YzzzjpngkEeEvmBmaW0kFyAkYzhakkAZ038z
ADjMlkKEpW0sxnk0WUaG/lWI+7EIqpW+Ut451pPm/ry+/Es2pLOI5u8yywlsJBPwwO6bUb5Y3ULG
e8mG2IJH48ioPTtzjy2Wl2g10wDNgmDkYjl6YTlkwOkwt3lbexhJ72ZorE99Zi7Rxp85ytPdK8P3
SItB1ExnkaPlW+YMaEuIBh1syPW366tycQfj9hRCr+gPlaGeKgdVltXg2CO0WLmo1VjDV2cyVo73
EP8hQeyvI3lkSzotbob2y4qKUKbxgs651fpnu0zD6wO6uAWOjEhnpVHUjAy68GNgwSTGVnWVQPtX
wj/0BvyeNunA8KHwmvbDip4GNSixW0X3YTroqj/f0gBQoryBRCSK5YY0HlvRG69VVDh/uw5MKEAg
XvYhyXR91i74ZiSTgCZCQCu4gqV7jHVtHtdNyyLDQ8UYwTWopCFu5w8GqqqBuxRuXlgkmMOLHJg4
JCXOSnBg9EM9fsD2Zl/AV+UXRgGVlvX1MZ0lVT+C2iMr8n4bLUKQDGIRhBNF5HKo74r7fPJVCCf3
Pvs+f0rv9aXA8+LQwBokXlKoaMjdyAXPdEVPO6yXR8I4Ht7trg9NUi2kpy+aOco/SNe14yJDjkoE
Hh752wisF1EORffj+gRecEInOQ7pwtZNreCWAht5TCCafN9ozy0H/3VJFl4Gl1fqaDTScYKy9NDz
Fu5uALGBjnKeP7vjp2bQXylJQoO6qOJ1GxSkHyyozxAvv+kdY9PrycJFuzRi6Y5yaIG06iA8VM6h
HaqHBkf3uqpv3EWd7bOA9GN3Ho1Zuqs0t6AaWlRY1KagBgyr2OdP7YOzLZ5jEhhliDoYLQO6jv+Q
4lK44eNllbWpC00hBfiX4SFzEnIS+/10f33jnMdmkgn5xdpBpgR5CxaB7MB77WZf+1Ywv+DoOQu9
ZF1aCxtoYd1knfhE0+jkAQoRGaMVFtMnPSsAL63WXPmXPNfvVZOhl5lVwHtmsJTpbGVmN6zo11rx
cn3+Fg63Jx4gR8+YsuySpv1YIYhaWt0eIiU7dUlt5cLNf7INJO8YK61uUgNrpJbDRusbf7aTld4N
vlIcGi3ZXB/SxQvmaN7ECh4NSaubTLHEvPUgNx+LGBjgTT3T0DOfoV8FHYUYsKGlmGZpW0hupZ//
YRQ4driVKB2e3fHz3C40W8hl318HCjUzwT0k6rGnY4NAblV1HM9zXtF1Yak+UtG+DZCz40Ebl9ND
N3++PpuXLULyD3E0/pL3O0WdjpVkxv1Ze2Gc57d1NQVVBZ5Jy30ACXbA+BLY6Aw4/muUv21KtwFP
Mm+wU8TSlakEg/EK9uDQNXrQl2drSkG8oO80D3IdN8ZiE+vZOqLbE8hEkOWi8oTUknTZpdSxSasr
1oHXXwwCTSR05YK+LwS2fvWHEytZkgbpeblrDmViHxr1LmbqzmgxwByhKs+eOfQ2UF5YX7coE8fD
F58OTjrsxmQPthbDpLkJ9Zv2RZ8D1MxGsKi0PoAkvrNNVmWAisyLdTPZDy7ahvZZuFTPOKvwfXwG
ADxooYF0EPjDTjcxU6qZ9DM+I3tp34afTdjs2ofmMbl3HuoVeet23SO9g3GU0MLF8vfFBT4yLt0X
0zjMsa3DuP1pQMoc/CGab+QB9Er6fRuWd+OGPNPKH9+X6EPOd7WYfYG9FUKgOhBMp8MujNJwIXVl
H8Ym7HvfS8OJh42yyvgq5r4V6p/shS125ncli9K9r5IJsoUUFtnk3evVkzZDjD7pwyZ+mSG8cn13
nd0kp8bkcqPqVSlLW7Gf0QUGpkvXYeHoqQvOfcmKtHxEmau4KTAk2kJeHmycKN1R7fv1oZz5PGko
khMYgEw2Slts0LTc6GAR7ipvazTjCnKGoc0aH2p+Cxi+i9sSiHNsDJC+oHZ6ujlcNjeoi8XWgbix
X5IxsIpQITfpUpPX5fn7bUdyARkhej/PrnXIErQ9GYda3ehsIWBYGov4hqMLeKBk1lrqwYfSJ1J2
IWhcfRcNVpW14NDOH7YfC/V7NOJLjizNsWrQFvWyA6Qf1HvvO3+sVD+71XfkW/d9gMSk75Z+t/Sq
XZpD6a6H0sSoNqiDH6p2lTaDDykGCH08X9+DS0Ykb2EwLclBKG4dTMVbuVm2zsv3NtdX1638D07p
9wxKLkJRAcOBIIh1aKtVb0ZKHXhv7g9EPvZnRQ27bG3XCyf4+u7QVcn70xYIboQC1oHRjeHtCdRZ
0HAAQsLrI1syIzmKearNlCRYJCupAzBVAgX8Wo2h7i1x8J49N0/24FmtS0UbVm5MWCjwX2aJD38k
GsM34CxRlSClwb83LMlPcFVRaeFi9rj5PbbNm5p9Q/QfDI0RXjd0HigDxeTivQfeWvQNnXVml2bl
VG07WocR/Xt5H5QPIzjK/OyH14e2/0g2S510wvWcFDiEQdG/j34QFLrldi9zAoy8QW344BmQhAFN
MM7u9TFdOFOwIOqEuIFBuShtdg9YcShowYKashgZO9KuJwpSPqewlq7eBVPyG0cp7d5M0WR0KO08
qNgq15vAyH7+W+ORcQ4uBHsyBgzLQdWpX0AP127roHSWdvjSWKTrUM+BazJ6jMVxhsBE4UHN3mi/
1CBzecMB6IKSrmg0lNNZtjeXoEZXrYP2WB4Etz+YIhDNm6EF/eXab5gPrV9Q5fwrc/jbquRn6Typ
FGzI1oEKaNITt17tJRq+S+9u7LvfNqR9JxqgZgdKFAcg1W4tqCCvqkfnkIbNI1m7YRv2P/M3a2ME
5Vr/pnLf+0K/0e2/NUwZ5WrGgFdobLIOk9YhPvVChKaEPl83cvkE/3Ocsiwb1VhcVDHGOSgvUwqF
8S9/9vMtHF0XMSggz4LgX6bThshFzLOEdXdtPpMQzYLvyqgu9Rme9ZsI5yBwh+CCAwzxDIriAjCo
kVbr7wqlUsfQHWPlq+s2/Wsxzd0XU69YDkXprvmckxLp0C41MwQOcdmHRZeML9mgAVo+EX34qtm1
NQaAYCTEr9HN+tmoM0gnjUhWT34Jgq3KL5WWK+i2Z3zhDSu//cUogPTVHRwnAD9kMg+vM2qeQHHq
LoUG4lNfsd7PG1Yik+mkQQVpcEHjuXCW5Hfzh00Qh+C+EMo68tVukK6kzDP4HXx5/64N+RAAAZv5
1QDSSQvqTV8KtX8eDWt3fV9cGKugohYKC5C6ATHn6TMw9zSOar863IEQ6H5Is2qdljnAzR1qCqAw
Szd66bz/uUnMLHYh2BkR0UnPi4kAUznM1nAXu2AdTeP+XcGhgsLTEzfmT3FH+j+8+DG3Yin/aVBy
wrkFIl5mOMMd6ifpaiDKk1fag69PaMdq2/gPwxFYw6DAcSrUklQQHp3OqObWdp6o43DnxakeFFOT
P9jx8EKJE/9om36Jt0R+rAlz4DgCQhv2gKKQnDAuGN0mSTXcWQ6YgYyp42ECIrigpEUcKpS5C2/Q
s2cv2ugApQNSFag2lIdkuFliWW2dKq5xR5yfmZE8WODwLGpzW6h4u8V6OFruXh/KTzmrb00oCl3f
PGfnBCg6FL7AIgKMCrifxYV7FLZ4jWspOTrt7owp/zqabbKb1IQHQ8VfvNqAWGidOn5eL7EwnbU6
YNQndsUyHNkdYnsg02hg1Ln2eZzMdWoZ+0HR0ZNa+zPlfgs4btPGu3zQAIMdDTTjVAs+Qr4joAAG
2gfgWCCfBA5VGSfTEFdVstmx76xCdUNqWJU/tNNSaeyiFWwapCxNPF8/ZuJopBpWtxFtanfQA2Kb
qjQgP1Ogh+P6Op6R+wliXVT90A0K3m0LapqnE+q41Ohop2T34widR7103TyIh1iNoIRXUZ+Vlf1W
5S2aG0hGodFHCIfgX+1U9VMClsx7CEWOm3ziu6SlxXpOVHYz50r+6yr4I172qH6vHnnz/s4/vdX/
KX7rdwqq5yxJ+X+d/rL99evknYZv/O3kF6sKGmzTfffeTA/vLRQI/+s/8YP++j//t//xb+8fP+Vp
qt//z398p13FxU+DPGR1wpOOM/FPPkDxIX/9tsNbid/29N40b+3f/rtrefOWtX97/9t/V/z//d+G
Z9/xr9fNW/X9HWA7+Qf+Il53nL/j6JuCJwU8/ujng+/+RbxueH8HHRUg/Y7gdwYtFbbVX8Triqb9
XTACoMcNjwPwh4tE+F/M64rp/d1DYg+cx1AuBv73H9Ny9yu8wYz+mqa/fn3MhC5dZWitRasFfpJw
TS66UKXoOM8mZPHnJAUbZNo+Qa21iNBBYL/1qhmviSFqJ7xQF/bxR4PoUeiFp5+g6wbnvACugshB
cgzK2IIn1vSg6ghxEtYdNOuWON8a73bOH4T76xuARB8Yz1clbUD/TkItf2LVo5kVYT986azBp466
K5tvjc4Ai1R8cJLo8Q5dY7sy7Xd2d1+1/bqP82AwkyDLb3XviWnuqmoh85EDz1bMK7Mdg6mrNn2q
+bWKkKne6BDP5M4SvbLMIX02XOnYGg2D3giU4gLn0f2UHeBwfcgnh8qaBk0E5Ms9ecHDDnUcf4ml
RvL8Z5ali24Y0T4dj7Ac213nG+MQxc1rouUrVmU/u9Hame1CjCj7qDOTUvBBLRvqeAZM1rt2tWar
NcrNPrjq1tYm3tKd7Zfrx6Oz+L/Zw6e7SQYtIaQebHCwQWxql61IBCXY9bDQ/nh2TIQJ8PmDEUQF
g4vcE691/axxXcFb2vk+uxnane8SxqD0/VLmC0GHHL39msAjW9JuIVbjsB5eOQBNZ+XXP9wNe262
455uhtfqkLwnN+gohTT6vrpPNwn3Dajv+sPn63Mqv1jEVyAeQfgD0jq0lMvRsUladLbnBNQRygpU
WS6EbfwZHNXTqrahLORnmo++kOtGpWfZmU1pt5ZaY6tcL2DTKFZ91m0qPrcgdRdggWJeXzd2YaMK
LRk0m6H4Bti4Ib2KwPuhQLdX0LdRxQwSnYz3iefG62JK7bCihrHtppavq7kuP5le3YZ4XLlvE2u6
bcsMtq/LtovApKBHSuYW7xNEwv5s18E9ojCIdyf2nlB++fArx68KS9Hg/zLFN600Cxr0/YdgKIJO
GcQrAjcGb0mcNEvBjfSUAfEByOaQDzMccHg7oC85fWOg68kjmo7G2y61WjCyJc1aU91se332hRc4
ugFA9oYxgWwN1IjiZnSlG4BMQ59DsXra2i6I3QOd2h33c7uynhpVraORTs6+KbVJ9cGV4GQBsPZL
lLtyAgiodjQqINEIAh40NiJ8Px2pVnu9ASocbau7tbuyNOKh32Sot2aWodBtlhSanvXX1G4qEMV4
zT5Ps3pdZNoUeAqPb/rOLhaYVCQ3IzBwwPuLfAO6iRBbSnM/U49XSZvUa27YM/SoZraHJDXbmY37
bmTOsOXo81i4jOVXujCKexgtXWgqAgmnLKJBDZpzpUphdBrLx7rs1HXWecWzo+fFNjWMBnA5iKyF
ZgKCNXA6T4ao5LTNBKXavjYBRi2qhXmQUTb4JrA1A2hmQmMMnTiyyGevqykd2MzWKbgDg6ycin3s
oOORFU28VmP3RzGQG49mFABIaC5xjy1qb4gA92iHguUMbgGcNpB9BdrNljnPrDlm0PZj49rGFkkD
c6g07ArSq9RPHZo+VDY69tYuJECnjejafI3Thr2BEY7aa6+CcLWfjiz+dv3YyA2g+Cp0n2CTmOhC
wR+2dDmYydAqPdP7tZIZw7iekcV8yEGnu62stnxwLJ4xXzXBgQwazmn8zsvMckPiGJPmz1AIv3NB
5wjso+4odOWweX6G5EmyyH8kOXJxTUIDAPEQAkA0D8jZP9QbuTM4lb2FD4hvR4KWZG0AMmYE/iBQ
+klbF4bW+q4DvSor15Qdmwa6al3uBdmkd4EZm+Dt5dYdTlyxGRPeLZQMzza9+EIwiADWgkc0wBfG
6dkvJgPiNSD82VZoHCW+WdnaSmPtHGhNrfuDNg43VIsNMPg1PZa3KVc52BygrA5eI2TTlnq4xME+
3mzic0SJAK4XLAuI8E4/p0aJikO8y96CcRmIWyMtV0VcDzhbmrtwyV4wJbKMcO5CJRAqXaemVA4l
+JInztabk3e1mXk4GI2zKiH5uGBJdrDYBiDyA301qGJUQXwv3ecaul5GZhXxFvmc7+ihzTe81NJQ
N6oCinSV+QT+H/bWGcAT2bxowgKt84EF7ViRxksDZ2D0/vr5+ehaOZ1ogNiQsUPsDEaVM3nqwYAT
c1Ir3sac5z9GYpj3Xmft1IQoQQ7wwgZOnu5JCnnLSmn0Zw2dxP6Qzxz8MmjzrmOl27fgO0p9p4dK
VTPw6qaY23LDaZ4/MFzHKw3grN31zz5fM3w1+DcQ7CFuQgP46ZoRXF+u3mbxtuud+TbLPABGOqZu
Cbr5wuum5IefWDSw0YH9CR1o0POQAcxWkXhQdbW8La3N7slt8iRfp4B7bYuSaRbYYHjy1XLL9j2N
DWOt51qxpZB5qtZNlVtucP1r5Mfwx9eI1CA8Mag64PdOR47aN/59r8db3jXskQ5xcW+OVntfp6NR
hCQ2097PLCTwAm71yo8KRyvza7M2VzMSP+2azzl/pujVd3f9oLRsk7N0rIPUIF6x7nlv3HZ9k7+V
Vm7RrVNakHgtGw0hYFPn85/eamJqPZwEDQ1iCO3lsJenyIonBQYT89RZl93kiOwN3+Yd61ZWCRKj
snbyVevM9oo3KDkkutNtrs/oha2EgBtVSbAaIdcq1zTsNndmF9rAW290+jXUe+dN3BN7X+qFsbB4
4nhLZw2vO3SmwrUh+yh38uZqb7tgq1e2KcrvYWf0aYhUQ7vKp9ENR1NNUUMEkRenKP9fH6T0uhS7
RpDfiQQKeuNQ3j3dNcSFClkOnc1tNUFFE80LbxR0rYHBZnh50M+HSlmpq5LxOoI+KV3wexemWLze
wEeAVlQ0GEt7NmtqUoBsMdnVNLFu425S7yrsPZAJeEvnQ34wioEemxKfchQhjDwtVZC5JDscWXfL
1NTadapNUGY2KJgX4i4EFUWx4CIujg+VAVdDdRzUzdLbvTR6XB9dAULDBNKmvFU+Ozj6B9UBhcv1
dbw4PFALo5gJhQ+EoafDgwqyzl2qYXiISkLLBIey6mRf0AgV3xhlbD5a6ryAeD0fHFwfml5RIwWH
mmFLN7GZI2WdYEp3BQHE1QEpxLpVu2Q9qKW3EAOdnw9hCmcQFEfYrzLZiWIMzWBw7JM2h/qhr9rA
AdbZTEB7bxnVym1APVG6M6ISJV0Y5fnEoqKJqjfyjkgvwvbpxI4zyT2482QHOuFqp7gZ2iz0fjw0
jng5ZnUMbuy5XHp0iWN36hBwIMCvK571OJ9nycbcJZo2ucmOpvWI7LSuNxzP0nkqfTYP5c4pEyQ2
3Dpp+p2rx9oNmTyFIfdXJV/omC5lAGTZM7gJJF2FPjqwxvATchkILnqswNjjbZlr03Aw23KbNnh+
2ilrAxMeJGirBkBJolg7r82nmyJFbGYnSreJHZX5fU/i+7Io1ICnGt0OddvdMDRqv5ZO3qzaSoVm
3GjY+wzMJ3fEdLsdyk3FjlTTGBJEXTs+JeWdNsbGJz4Z5EYFxwg0WXt2M04uCTKXL9H4nK873CGI
kERIBdkKS3JNg5nRZtZVbzt2gAPoh7nRfUAQKnbI+iWppQu2xGMFj1rEAajQSo+WMadOUzZVsssy
KHKxznt1tETdazXKiF5NntqZLJFWnMWNIt6AVLgQB0DRBxft6b7OiM7nhHvJLsnjH7VmJFubow4i
HFU0/3/uziy5bmRp0lvpDaAM8/CKM3PWIUVSeoGJkgqZmOdpXb2D3lh/oP77Xx6QzWN1+6m7zKpM
JpWYADIzMtLDw11t633rBB7m316Md7DhXAX5GJzJ1d7ffXgEIj8Xtbm2uEx60QGKmklH7jV2884H
ZfuhtGW4tsdJ39h9fM6t4328wiKEj4sgAbIZiAKdvjHM+MwowhAl2WxsL1DsKLFf0rsruLj/UAmV
7TJXC2YNLXJnLH0Wp+rYjC0S0hlOYK59EeZB5UdO6qxNs052NV+T/D0I7m21t9eliTzh52fBB4np
DEsRttBp4s625DPPPGelmxTJsZq7q2yU7qEMDfRcPKNasd6nfT2mykvdJViK58F0m+XKk7Q7xztz
vr9f2DMFD5lCKqkG4Oj8528OXTeJrHQQnjxkegUiUA5rLVWmb1ioGdeVMNRuFY3dmTHnjXkaOucx
sYHEzAJ3huWxFFRRX08AYQfbSOQm0HA9JGXtz6zd94sJThziTfjA2QiXLHv+W89tlQxNpEOfqSj5
ojwLDXkyfDGpzRls832KxlAsWoShHTqCl0kS0pq92TtJdEjyurvoAushUe34Mg8Cda9xjVqZHR7W
UaEiApOZ45mm0PebdB7dnG2wSCsop55OYaHlbRy4RXTI6gF9waDMt2VglT4eZoepc+oz9IZXSb3l
9JGNgooQfsEcF3HJbJq+HYc8OiCeKda97QywX8dwMwYi3EeZq9zgOFlfqGEVbTmt4tkCWexF09DM
2WLC0aht4EetlC9qW41+E+fOfmysYE1KG2yC3ooutQmd2baIWv7nKNwpAZ20waS4qwD89YfVNV8M
u26+ntmUc33w3YsRZ6lTzsDUskwQxpqo26yODpQ9I7917XTj6uUIQyULd5FTXcLRVy/6oWkhNvGH
gxzVM0nihx93tkklJGA6i2jK6WQitd1qLkJEhyHQys0Aur0u9MFw/bzWHmFeRbcKTDSMDYfc3FuO
0lzpmeU+a1o37tTOFXs9L7+1fTohS2hLv7btfmVD2di7iuFdKWZYrB3y6wts7pHaKC0KkIpiZiQq
/Q+Dn5s6Rrar7emch/RHcQbrTnJ8og3p9mKRlmkhIyGGCNtHM9oid5xtpnIUGyUJjbVeBzQG0Bz1
4/MZ/SgE0ItEVPOQn6badfoxTS3CUhps5FDareWr+ZAD8/bG2qusf8gtns8T0Hf4Ph4oL2SjxT1C
hnWrRYjDH3QF42YZqOEl2t7JVkeeaBeTiJ+5FX4QQ1EnZ/Nx6OJNMFujv43bXl6Z1FlYq1qt2WvD
rKQvrPIct+h9Vs9bYblKvKbWT4Q5HUWZsPJTwik6BL3d7YFExKqRdb+qE+7bjZp5N4re59jH1cGZ
/PrD9wO/d1gyeLAuxfCaMOqKSHejQ6257bWmKfljn3vV3ecL5IPQSdDkmCABmGPZIq0bw1YAbiiE
MoTQN3moBtfj2Cl7xVHiL3ZQn3NI+Hg8aALcVuY7/eK0pRM8rfqW79nJaGO5db7VbRxJKYyZvtuc
K0F+NHskGRQ8Samofi0CdYyOb+g5jObUWnop+jZeN1Y27Yd4Ql1+xK93eA6VMN/8Bx+VKhi7HD6G
utTcw8PcroLMig6i0MUuipwSV9kE1cZgVK4dqVpf/oPx4KXPw2kgUouth7Ox6aWdiA9WgUWOjhPr
VYDyh48qLpTNvD8n0PXBaf9qBWlTQmdXLI8JI0tyFyfn+ADOSYul1kb7oSZtbPCiPSgqspreqOVg
rJ7Y96oiziQbHwQ18nEkDWclI4C3xaxGQWZz/NrxoeDd/KC1hpshqr4Prd3sP/+wH4/E0jEdAC/q
WKe7X1C59uJSJAeti4INjaXVvpLUyh0njc9s9w8uO4QrAHZy8dmzZnk+jFE3aDW48wGpT/ESG1N5
GMfS2ZZTVB6k3RaHcMjc6z6fghXJUP1sdfXZG9cczhYJwOxdAlV0RmjN14d8kwwXyDhngTZGdJ9Y
wUq1a85UQwk2RupN4MadhgZpqu1Z++EqyuhPCW0D+XInKPZeqnS7zz8/ZLh3zzPLMAKRc9EFnFoC
xqZi0OxRTspeRqWm+Y0j8r/TxtRuHQS+px20ptHcN0Vs/kpQyi93thn0V0PZW9/qBoaciavCvZ0N
1XUzVCPd/e2gP0WK011YfWc8jmYfq/5YNMkdMg6036ixGIWPFSSIRfyta7IjoEZ72xZT624pcKa/
A6Stho1eDNa3ITRqlzASrbk4ontTTEe91ZKbrEnqTUBScUxNs7hTDBFFkJhTvNXpuR4TVHhITNdl
YGPCIMNei31jypp1Z2dQm0wRugPKTEYNBk95NkHOOql3bYTMDgdcnEKtjGqXQa0m+Zkbk/uYppIT
Nx3QGXWLMbl21UQ8mcpko/iSCorOdm/Qtd46lOZFm6f6OsxK+0qttOJ6KJF2XRvRkD7rNdGwqsLB
3lFs5NnGIWxjfzRFvdHcwPtRjnn9mE6K5aw1K+0sGn8b5b7hsYVfx2GqrSeZat9SNQvv2yGXrq80
duz4pdrIe8XKC2VHsQ2NlqkNcz/RIuuqd4vfvYweQ0dxrM2QZNpz2UjEBPSRmusNAHv/UqpusonV
wDZ8wGGY2WHkGPv5ezu36SDr0e9F2F664DrZKm3JwVZyMPGdNio5PrlxF784Qu+ajc1J883MnT5c
Y1MzfoP4bTsXFLzNZN120rkpJvoOrFgG3qFSHO2gVJWBETmqVjdTk9ee76WIzdNLIqtgl1m5+1Pm
6cD0JTkEH8Vug2tvsKt71PaprVTQHrTNoAST68s2czjqFDx71or0pvvUlJRM2yB3403cON20SkSX
fU2NYqCxzfKavSny/EgzqX2YhAXCFNnqNa0HxRGPUkDuoC0pODhd130pMmxlV1WNt6ifTK32oAZE
k32VtNEVRtjqnc2km34cDLQM2IoSDz693KrYFVIN961dGuMqSMfWXWu1fZ2P9vATB0j8UBrTCTo/
xLigXOe6mqQs4FT9JaYAWj6uEFBw9TYsnvW+6F7COsZeoFCdMvLrSqUB3pL5b48mgnvDmtofkyq1
gcU8GGuzGQueJOyj26gJR2tVj5b1YjV9pa6CoVRpuYPP07MMBdS/waru2zKmpdsNyEFXWWvZP+pa
oAE1EoJ+4A6L3Dnavt6zHjvRTgI+Gr7hyiJdhXL+OUmUtKsJcpB5UPtce7EAS+Nd0A/uHcWlUPez
ODejVcyVZu01wnyUMI8vsnKkBSGRWhuslDDraHTXzey714Ot+qgDWi347hjKjaEnxoXg+Mip8JaI
hlVlbFgbk1P52RlTAcPfK9hJpqREtWpVUeEMlbXjuEmEbA2/H+lo92VkJ3cpIqZ3GIuMmW8MTrgm
DFQ/83pInxQjQgEz9/QIkWI4nX4WdPXB6wfjcYqz7lcPBAyPS4ZduEKMOEBGNtaQ/ZoCRYFQJpL2
W9UjyUQfmVF/DyMjq3y9x7Fqq3lq8LOP2uaxHxMbI1XAUNMPjQTJIZ5bpGsB2RQnUGmO5cFDceax
zkR6k/Qlki9uiVC1H6aNdYzUyeDSXXjzPTerhjth9sWDrIueCW1Zuiiop/pvUU3WLzXg8uNPRTje
VQhLK/AIIhyr6A6wWOqykHcE8BBNA8uYOtbaGP7ogdumFUuvow7SNfFVhy3wSxdk4sUZtV731Q6O
iR9UKj2GRjx5x7GmdWRd5xSQLrkdGQ9J66BXMPYhCHlv16q2YecNONSObbyiWJ98SVV6aawiumwm
+aROltluixgWDxeaFglSTFcLdV0ofblOYZ326wCWW+8n3VBUa9ZCLu4KYarbVCudbJ/rUxde1Ipw
nDUVK+VLOxl2tJHRVB1r2Yqj53beS8/HfAjT+iq1vCeujlG0tlsOmxW9IC5U2Ky9QlpjGjcRC/hb
0XaF9IlZ3rOahMrE3VYf6XXIUuyE3LjV5aaNpXyIEBX8hhK6eOTHVw4MKI95muIxuJjCzkNnVGGz
0Cbp5n/nZqC3PiKo6dcUPuTXtsYwiJdKBtvXxkEp1p6iZCG+q+QivqitEQ3pybCO7tjmu2Qo9Kuk
jE3W9qBYqY/GiEIHf+9VoV9aQcBiEnEiWRPNLKRMcaRvRBxvxiorkC5wyK+mtO4cfyhFg6w5pCUa
Er0+FDwermZNnWvfui6sd5iHYGlma0WqrfJQ6S9ZzAbFe6NwunXW9gXOw3kzOHRn5s1N03oQhMfM
zr+lJQ5IBQki7WuosGJPKgCc6buO0d/rixASqF522rMiLPfaLSbvv5R0/79m0Wuz9vD/mUZ/KSv5
8qORb3nyr3/lD1GeTlj1L43r6yw8DS3+DVOeG/tf3NxhSQOegRXM+Od/MeXNv+DB8zdnCW5wYc0l
uf8XUR4SPRf9+bcxkqKcg4r1ghv/GVf+FUv/d67LEDZXiFkm5rWCz8lxmtxbMqb+EDbdHWmgvglz
1IbjbvzVJbL/VZZ4LmAjYK1zG1GAWDXrdaThVtm38EJ1zO/OXBkXfYPz06DIg3gMHYO0FfDL06fR
BpmkIpjiuz4pJr9SjAtNTZPHwcIgjM1X7VMty2ip19Jt4U3NphAaHeOat0fT4rsR9eiu1G66LlO3
fhiMpNp1lVkeyPxUct9guMo673mQSNi+mfK7P5/rbceBdgpr/XluLtczKQDYEPfr0+ceoqBpnU6J
7lAupxam7rKsoRNAq9U1pm/xl7zqwoM7uc1Fo3feXeZq4TbQ42TXF1Z/2dZh9bNNu/qxSIIba7hI
Ne3350/4Wng9nWfkCCGl0qwxk7GWAD/As2kOMU+Yaol6NNOi+1sGmbkSlW1tKIxYl3hB0cGklgC1
ba2sy8mJt7YmfEquyVrUqA2aqdl/ycK8vnGyKd/FnuTYVnp8y9QUsyrZJfvcDdXbsmnDK29QR4pD
M71y8IJzl9/TKxGnFGUh2ENApNRPOA7my/mbK5pswWFjpcBMzbD71O/UyjD9sUWM23XTYB1KMfQr
S0zHGpsf3CMa9aUkD7+VtVY02AmNHB9NmOycpIjWIQ2kN1YT42sY5G21KqdC+ZlGihusUttjuSfK
Thms7G7CG+t3NtakH4Jc9qGw7o3O87kRuFdlKZvdNJmE0rKpNJTBJyNeYeqZXw6jQWXVLYzkCa0p
l+ivdJi0T/rTFA3mA8eMna1yg342n6ar7HtApWet6c1v5qvU/KThVk6PrOvdwHHSM7IzWTybzdBv
grAL2guys+rMejnF3QCcYRJSxCfLYftTjVuEBTW2yjqsZX4/adAsM1KtbeMW5jn20GIa3w2zgBZM
g4zJzbHKIdEodko0iV0yVR43qTwMfNjj14UmoGbh0UU+mD5mgZo9eEb7kI7K8+c75JV/+2aHOMAO
QLczgQ6Guvre8cDpB0Qo7OI4pVBqWsMebug3d9a2m7tXkBZRdXK8atcP5GlW12t/j16uXHH3Si7j
CuvGDMrHhVl62DuRifkZRe+1xA0Uzccmww2pNH4NtMHtdLPfp2HPXqns+lJLY21vmw1sfcPNLT+r
pn1Cf9KTULvhOhzG4rZyuS06Isr3VlGrd17Sa0f+hcJcRuUj6ZZ7BvBZlCWZfWoOlGQgUUCbAxZd
QGnDaBvQuYbgWBi6DxPuOuI71FGCmgBs1t6+sItuFTbRVvb5fQmv/vOpWGjSzOMzD6iPg7/MnY5L
t6xCl43dmLF5DCazvLACxeHr9hd2gjh9GYwJeFog76WSdZte2i5y8oPpW/BO1vw+Dn1anFzF8dif
KXm92xTzYwER43hMKZES3yLoNJYOsXMwjrk2PtmNrt1YUpiHz19+PipOluE8CF3nczuBDmWco/9t
ZBsF7hqSvPLIrc3Y2XrvD3ZeHdqqObP5TkHo+SNbeH/SLkJhf6Y9LQbSMVirTeihxylKw5WS56L2
S3Sh1jVcjsc014czp+T8A0/fjEBNdwKvBwEdGt3pm1Wi7NpEM5pjaNYbtcMPu9ZWTWr/6miBq2Ci
UilOz4z5wVIGRaTwQ6oETwcA83RQiq0xAHxXHAeP285U3YsRGnbV7tKhfnHAUSbP2bTYEKqR+FvX
0zPg3ft3RgEPMBFGGQngO1tJaadmzQVwOPaKCNd4toxfYmAQIIumv60b/YVH0i+g0XT7z5fRcg+h
1k/1Eiq4BlmZxWotIriZtTXXbaO6heU/3aiFXKWKll/0jm5FPmXC1E9qOW2KIM+3U5wGT2Bu3dYa
43Jftm77g+Mov4uCUj/zRRbSdQgqwB+Bnc5aILEF1FyUNuNOsrPJiG/tZhq/tG5nXaRlr6/StA7u
p7727QGV0yaIjW1SeJdOPdBrN/S/wLC4STmZ3LckLVuBpCDxyOnXqco6QsOF46EozhGqFog0jwup
nEyUp6XFHRbOYpsoOo3eCpatUC86WOyZr3TtlWZde8a41lGQDBt92yuKHyTTmSlcrB24L55JkxpI
NDk6vKY56XyT4wRhlkWQscfbMWsoC432XqeA4yc9MqlFolnbHFR87yHy8vnSWUSg13Fp2qHW5wBp
sFVPx9USCm6mwFLd6KVc13Ve4wGLGD8CGc3286EWeTO2rvgQw6aiaQpwm8VwOhTcG61xpB3fYY+o
3Di9cpVNCs15UG9XedD6YjSHb58PuWw34Yrh4QI108s5XmaBktMxU65ccgyq6YhF8eQbae6Ck9QT
xlhGpe2dZEo3wEfpwShbByNk+2egAlXlTqZdqFOl+UOvdMj8Ru5OUdHI9z9/vNf4/u8oOdMpPDJ0
NL00CrtzJeT08axBRBnn13hEyedrrtHUG7aVpF9j9OB1I6Wph6P0VQC0Zzqd+6sglPWNbFtaDZBS
v3Tokt9MgxmtZY8/tmuPycqmeFr5IqvFN7Or48Ns2+VGEqa2tIubVI+m6yo2S78ZzOfWneZOlna4
QEwzOheN54dfvhwsI3hdCEaw0BZBSdYOIE7YTUfASHvlGbK9NEC0NsU04OdWClPZJqlWX0TuS4tu
tQmncuV5mDiyiL7qY1Ab2LpP7c/Pv/npRuOTz/dfGmBZhrrBslhsNPgOXdwGo3aMmtj4ZblttofW
7qxwbMo2QirDN5fS7FYL1HOZzrvvwchwdUizkKqg/2mxFlVnMHMry7WjDPCtBAEMV8PoaWdO+tMN
Pb8f6iMuOgs0v5LKL98vaEK710q3OhLiul1lWE+YtzhrWueVM6v3dD//GWn+mMi/zgTnpYoMFd+Z
QpBXRwsO8LOVa/QAZN6lrlFW6gfwQ+G159QwFifdPChtRjMtk5SR3H3Z8+iWxdBxGrRHiAn51laE
fmeX2N/pudLcRwSfjcDc+LHF8myj1l2zcgWmUdhlpRAmhnBPMSuC5+fU5yLNfAk9We2vDzbvYci4
+PkttvLUD5lRF0F7hFJPAiJ17TvgeXsZBMZ0yMciuAxivFs406hXq0V2wdESAR0gu50BVghuYdvE
tMKdNUX6RVI3L3no/jYzJV412XhO2vZVT235uDO7A0chhN1YkaeRR89o41KMojpWem9tp7IfUj+3
1XDnlN3WrQoovFOb7kynMrew6oZj17kxqLo+ie82SjArfmZ90LRJXGEwHd5wy2perLJJd9bc4ZuG
Rf5bz2R6ARcaWZQylJdeAUjQmQ36OIXlXQndzTZmK4ubKle/q3FcPhIYIEUgLeHcGPgP0uHVVzei
D7xj1xTuVkR0U7eaVaPiZ5Zg9Jm9km0qziTli6TldY0RHjiv5tjMElts1HBQjDR2RHl01OjBG3P6
XcbSvOhzt9oredHcholQ9l3f3ln5ND0FOCp+C0b0rmiz2xJ40VK36QvRLVpMRy8eb0bFFBdZY3lH
txj+Ib9k3hGcIlDgucBDn10SnqI2S9tJKMUxGc1m741JQcFDx1VnSKx1M1nT5vMA+n7bMx71OD4Q
2T3NMacrJ2oSC3JZQFVO19VnmkN8CKzxqpIeUMzY2AfPgpT9+ZjvgxpXMWI1JQvoQYjdnY6ZOi6A
TRWWx3ygDlTpUl+LxhxXbOlzbLzTm9Lr5MNPRceRDmYWwTt0T+k6G4Wh8uimbo7WRhTe5JTbVlLE
2UXSBueaUd6Ph0mggR2iBp5ISWJxSjqpLQR5SH5E61h56AuoK2EgRn9UcT7VlKg4wxx9d/7NFENK
mbjC09XL7fb0U9a4RleykyAffWXvJ9pFcY0W3daWte0XNmLvUYFRWqV27ZlUc9muwOEH0oCGNXTV
+da7PJqQ/LGLyOZVpaf034ZSDi+FVkyPTWbd6KVl7IBuVRrUVf1GKaWFXnthHRIUYzeFprS+kun5
2qU49BzrCEsMdm34ptIPmHvtbH7sehi+KxoHT+DW1T4zDWVVmsjOoS0WPrUoyCUZGhvsZ7k1yiaj
uNmN/T7pm/Yyn/Krf7hi53edLXnnbAPj6EV8LaoAz7mOZRSKhEbhMpDblBBKkpuM+8+HerchF0Mt
Unj6s7Ip0AgAbqEOKyWpnymPo6DUe0+NKJ/1sdHOpHav4MfJ6cFNCc4MgCw3B4dNc7qIzE6LcpsW
jyNLVb0YMBBtV0ni5c92Xs46ctJYGY7IaC/V78pq6taEiPyG1nKxqqpU4NTtchYq7qQeaD/fKGmR
7BSlqbZeNMlt0Rv2Ma8l5FtjyPzRoo9oUprf89ViY3cK3uZDNRU5ElxTdFm607oc3PyiSbNzL7q4
EPJis3MoJ8CsLKB/AGMo40zWb+OjMtEpRjS8ojo4rjpIBtssVYa1N5j3ojMaCuF4n/jm8Pj55L4L
D/MDmFSIeAxOo1clojf3wqTvwOfjKj7CqhAg0Ypt/k57s9+SsDdfxz49Z1+6AFH+vLKLrRFFGYpF
XIdP51bNKAJB202OhiztC7cLtga3XWumK2a9Vu1DJTdvsg5j+cJEJECW5uRbYjgHjb3P9HhzfGmp
pCEVxb18EagwonKAS8LkWEWj3LWeJ3ax6eQRnIhg8tv6N8YUUJ/Dwd3ACwjWEkC1LjqmKYitL11Q
uT9EdG463h1EIMbE6rlgBcoC+fD047S1nsHTsLKjhi7BE81ZyXrqbbmxYkX78vnML+pjrxMBIs/l
cO5AconWp2PRkw6exZ3hWNR67OeuQCp5pNLih1YdGptOpuFFa5jZVkPHYl3mir6Fqdxe0OMClUMr
opUFmww0IYvinaZR0Ye1Ayuq1kHiaM89OHPCt2pjmOJB4OXizKH97r5DlREi4Xxe2zQiLvtdTE0J
0JQGczRdXIOyIZNbsE73TCxaNunPW/SVXDsrAhCSlk15RAPL1fsuP3ZK+Ft2zr6X7lM+M3wsaUH2
sZTGz4UMvhj0FvlK0Go7KJbj1xigZ5WotMB8Pm8fbSC0+jDsghQOXXQJfUJ+wq3Ry/KjknHtTunD
3MSjHl3Iwn7ADHO6zsZbbOqUS/QrHvS0b/fducvIDHS+ic8AOSxTGzhnPmhnZ8/TpRMqKDcrTd5/
0cAONm0ztWszVv9OLbqzU6eudiGc2q2Rde0mBc5K0+4Mer64DfEA8GMMVKvA9SngzcJwb+EsIwpj
KnpqdSyazl4VU59s8jp6zCL1R1gXygpNTnMd2SXwrKGdk/5cLLw/g8/sf6TZZh/3Rf6uJo0V2XZR
H8NB/tKV0bwCEE8fPp9m6903nnPf+RvzkvA0l2x826q6qejt9gi86u4Msw+3E5Vpn+lA821EkpdM
ys4vNT3Mt42EE2XKvt8oQgQPdjHFxzh3px92lMc3mRsNO0OLg+fRK8JvYa3KHY6wYquLod1m6Htu
3aaxtqLVp61Ma1hpgDb7pudCkmbhLV5mYKdtV18Owol3jiaeOztJdxCqvI06iurGjseae2avbMZo
9C6nacivxVAmvhM60UM3YImt1nqyFTqcv6DsTF+I/HtZbvPxshtlvescs7wKt59/Q32RurBvYfpD
UmeqQEY4bU6XSdppcW0MxnQsPfnTGN1+pXuKepGknrSw2Jr0+V6PpGYk9X4XhGPxPRT1t7gFM66S
WL4Uedpcd0VVfHFFA11ZiHqrFCL3u8i1L4sMgp+V5v2tJUZv5XVWBnE1wLKxzUf92ugQLq3xu99P
5XTOTvfdGkRuDSwXMIAWSko7i1KEkSpO2rtCPXJ3QCc0GpQvkEaDu3/+ASmzIO6DmiL46lJ3xZZq
7w1BpR3bZFjng9yEo7OBeEoLcLV1teZeuPYe+9CdJOzFfeZ3WXanpbssfAzr2yxDadMYr91e81sv
24TNPqmah1j2vtvL1ei0PpvNL4z+0eLEPxMoP5h9kFm84A0czNlGSzXQHlYa+j+Ne2ydHFO1PMYU
1M1J7U19gCBlNJJZHuuQCkZuQVKmVOhXYZRfm2VtQu8C3elG2lOKqJ9WZddfTML9CdGr2Fmt5V2U
lLS/dCpFBldRk1/YQootpxC8Q+jOayu0KHXqer/PIy85c3a/1tNOAjA1D2ofiOEAsOgA+qcLW4vM
PhFCU45DbIzbAG4W5eHwLpm64W6auuK6UoT3WNs42hh96/i9g9R4X0KKzaG2hdLEc1lVx5K+cj00
fEJKRAVpsNeQQpP154tokdOwCenf56CeKzWAh69wyJsU06EXD9Zgqx9ztP4Bm3O4wMUkV7GiK2eu
Kh8OBWbI7Q+lZPbG6WcJoTgnITyPo55GAfevMtl5ECI2Mcvr+PlbLfPHP6/Fe8Fu4593nQyD1Wj9
1BTGEfJFu4/NUFunI2Y+wlAvuf/6osrlIUEpYTdq3mPjjfoeWigOVjKc1rrG7lCj/J9l86/PRLem
CzILT4y4cPr+Zu5RwJsq4yhF/ze5dJHpu84OviRG75yZ1cXF4c9QHMJMKMAQZa3ToeDdw/eDh3Ac
tPSr4qlQ8TNpr21FxXAjD7tzzRxzNnq64olAtPrBJXCo7yzr5aGZs+KnzDuipJ6/2ApOZxo6FOtM
ml2CrUysPQ/IdtVrKbL9FLjKL9fq3MmH+j7FyCdF8EhpKDWhcz0pqhMcJimLgwYASuktj8YzO/T9
yQP2QWWJSvFcqF7in303pGCKU3Q/GQI5lUnvfxp4Ru/hCRkU3PT2UGXynMvuMjVkUjjlYIyBuZLV
Uys+nZSu6CZP69Lyvm51+xDllJ+QPC629H2Pt1UDEyRrB+MHYblYx7S+3U5wqTcm7Lc/0/WPyJnX
8meV1/nfzame8SvB8N9ix/+vCSHT1vcmULxTQr7Jux//Y/Uj+f3rf/3PTP44YXLOf/MPk1Nz9L/m
iizMM5tLBUpD/5I8Zn3/xWUGCiXSvwD9sxjyf0seu38BUHGcgcbOFMsZGv0Xk1PX/3LIMrkNzfbR
5ly4+AdMzmUcNUFBuYTCnQSgRJhszj7ehOzcdfAqCIvgmBYv1DNs9UmcA7CWG+R1CN6TJwZ3oH33
dAilapNRmNCCDKkiLfzceJKF+EMLHxqywzdTcPcnSpxQKvloJ8FjHgyCwCzqRA0clt/pYAH+hbOK
oXLs6bxejTcebdDlzqXtDCaDuc92+jkbk49eT5976mbBuvkEPB1RjRqtMHNTObZ/59/zr4A4APbn
BlnG4Pm1Ztkf+rnUGSlbDAKpvneNzIJaFbl+54R+GlYr04pQLpdnPuEH7wODiNoSbdZgRUvqS4BM
T0ipLjjSobtSzK9F8mwXhU+RxreldmawZXLLe5F0Qhag7Ifwj7pAJhz6fIqcriWyy25jV7dGda61
ernA/7BsSZ+5vvKfJSmtb2KRDWIM74tAvXL1GzW01krbbz5fd8szaznKIhybpe52YziF90G3CRTf
Np6CW3vbUT93zlkYLD/ZPBSiQaiCsnNnNO90vWl12AauF4p7IKpqFcfb0tLj1eev8/pV3p7Br4PM
HO9Zk9xSbf10kKE3jAz0XtxXEGjWI/LgBap2h+ElP+gvgj6GfCUGX3/qaTOgBcTbfj7+crm/Dg8y
TD+ngTGfs4hKemHAhNZzcd8lX0ezvBd9vofU8LMvizMTt8RlqQHPda9/D7UIGHhdR47Wl+Le63zq
u86RBpTbcqtfDdfpGfrxhzP3ZqjFzM39OU4qGUqzu0MlJriQ58pby83L20C6RseZAhAkoFfe/ptw
rtqt1npJxduQnLmjdQnVcBO56arRNNgJ58LS+801z8/MhiEAQkVY3Lrr2jIK8InwfhD6JvYIrs2a
rqHPF8NHg7BvqRPOtDSqyadrsRUT/DwMCO5zEf+t6PvJir6Cf5xZ8u8nBxgJCVSXDzeT8RejRG5G
jULo4p7GhejB1AT9nk6g/EMok+XGMKhtkRFQFnx3GKrDWBmFa4l7lwvzOAFbaU7+z6hYaA7MgyAq
QWpBx4e9FDatvSSi9hgSVftq0yY3IpF3nYh2n8/LB18MPUGwAhhu6HIsPYfScrIny+rlvZastC7W
VpWpjGdm5VUI8jQQQal+M8hiWhqkPwYPCOF+fX37YOx10/eeulvaIFfh/uV4N63GtbrO18WFeVkN
fn6vX47+l//gPcm0yLNt6A2vqfibPYXqdi6EUst7A7mDWXDmJsyaM2How2/5ZoxFvBV1QtFbLZkx
M9m7I36n/Zlr1bkRFrc4wDqlEU0h7/sGi1hhtesGFeT1f/KpuLhR16dG6ywiXF8jKuCmrbzP4mof
0UDJDe3/boTFQdugpZYOY8cIBLiaooPIznyoRc/L6+6Z5bX++yWWOYnTelEvB3lfbfUdote7aS39
h3TlruXvoOCEkF/vfjq7fn1Dbf2lV/3g6K7O9Th8OF2o3gNwzMzu/83eefQ4jq1n+L94T4M5bBmk
Cl2hS1KnDdGROR7mX++Hde2LFlUuYbz2YoAJmD7iiV94wxadZMTj0LXykhz6rL+Nlgy2yTVxzitD
bPUKooRGT5zMycF5su1kL0rpyiu+BSWu99AK3EI8msbySk07v7n1Bg3XcNQ4vD9gie+Lm3on9tVD
9mA8hkcr+Pn17sbyWUfzJX/IdupNtWv3cTC7v/4Pe+avn7HZlTiSiSjJlORgmwfwzYSxxpV9v+2w
XXzpZlsi5riMZWYlB9jg+/Bu/i2yoDER7najwPJMd/bLIA/qfd77q/UcgkxP0e6aAN6bC4pBPUW4
18ht851Ll0rJNBrJITKb/dg3xXdJbcLf70/m+odcXMhIMCOzAUDtQlWig9RMHG/Co6geQ+y7c+l+
7jWvmq7pz7z5NX8NtNk8Sik5YzUwpQhaeZpdI9JwbYg3Nyg8SqSd+QuE4+ZSnOIyXxDjTQ8PP4q7
fKfcK58xZx5urKDxFw9bSL/0cs8O+vvIz70et5qP4018J9/f/B/eGAJ6un3U3/k1m4/ty4SYYCnS
gw5NTkuLx0m5Jqzzijc6XzkaePjYUZrVwDFvKSJm1SdLamXiAB/f+i0WaTgo6dS1LgYfqDIZ8A2+
Do2x/KmnMf8yL0b3XWRafqr1IX0wtUl9SaIsuWu1OYK7N0uA2qt0CH/aU9NwOy6rTkKRds1DH6by
nylS5p+DWciJa9Z5/DDKaPAS8Sga8kE29wJl00ECl66KlcumVhjj5FL5EeML+UE1Q/7ZQHDP8UQx
VUD589rOUMMA2Q20V4DNcRKlfAzbCWUFyN76y9IU8YMtJBN9/8metGDqjKxy7by1Ope2Lnz7BIhi
Qv8ypl3l9JMBX0APgXCD3qu+zLY8VfwttT5kK/AVce1J2H/ePz0XdTuDI0O1Dg4aNQOdOuf5lThb
ZtKEw+gce+FEjt/RtRMPwgkhFoq8H479nM2Jj1RcnSL1Qe7q9Y2w9T0Yq6z3wjnsP73/iy4yBrom
FKdAxXGgaXFuLo2i1OsySdLhgD/B41y/VLrxx8lXXZBHXqcrkOKLM41M8gqiX1sERAdbOimF2Cwe
p0hmMNm1lM6VrjIQ10jpbJfDAeEcsdPJFXSE1c4nWK51NSoqPTnaucaOmbu8/mrao/YLfdNOeLZe
yi9A9qXBNSaQ+6hWGtZdm8bpnyLJoufeaQjy1C6jm0/BOG9PfTSI9FUV5VPYheS+smpXv0JbLZ6l
aar/dL0p/1LF0n+bC3Wk5xkOGixRY8JUq+jtugnkpS9rmH1G9mI2DjJ5SqUpsyuUKbqPDLX4aGfO
dLJjW0PpP22SEhQMOlEBwoVq6baodD9ELco4LiD3zNhPiHPEgC/yRL5SjdnQugl9uAvpKrBJgeys
NcbzybOkBsxpMyRHCTGcBxnqpisrUFuxUa0woB7z7ptpCenODiuUfsMIulkZ/UTkZAxix6yuJBiv
PcfztSS7wB6HVMkASnnxc+rK6Zumyo6ZnNW7plAifwpD+0YC0hhUnRLdo6gJ8RjO76Gta8vtZ606
afJKf530XgSisYfH1ginO9TYZG+pculAXzwGiJyVFAZH6xCG+U4a5+pBQ8dhJ0+NsstnY77jjqx8
gdzaw5Bbjh+POlIaaacF7x+/i+Y/1Q1MZwg3aeRQyN+qf44dSpdOp8hHx8rXa6nSuz+DjTi+W1eK
ep/gyPQV2vVyqymthNlb3ukfR9wr0aiRu/IpIv0+lvbcfu/NZX5GziT+xEunHMVca4U7RwqqJHM1
1s9dUfBOzwQp2uCh/qUckWhpPkLlJ7K0ij57MFE1StylQXjU6x0w40CXpi9xK1rLpSCT/B4qVJ89
04572YulpsmfJDMbGi+RpQksusBGA2KY81lCzeYZNUxUAeR0UDt3KKzsizokzU8UMcLRVepa/gRO
Uz6MUto9qFnf6+5gOpIf5pmF8vX7k3xZ5FlRxtwF0EK57dje5/saUFeOzHbqHDP6pDvMOETQ9DL9
GalxpIe+tfQnIiXpvgAY/gCOoHJrUTif3/8VF5cf+DPIEYg3UHHCcWATIy6ZDqhfH7Kj6FMHpEAB
qLq0rOf3R7noVhqrx4j6ivailHGRg8mRkkhGUpTHMKwVt0F0AUE7afAxVbnJ+GivcALal+Y+hC/L
s91NT2MRYuyEFygykKPxLDh3u/d/1RvfDoJoVWOEVrjm8+cLUHVRbBTaWB7L0bZ3bVcZwQJh+so6
X8ZzdE2QueD2orTCU7OpFhSZUGIUTqoj/tDiPjbl8NGWIvPGXpP2es4OXdUUH5TI0lcfX15YvIOC
IjIKr0fmIMA8Y3IbBMW8CcVfFzvR4kaRJc1figxUNfz9HnbDjWmGxk2Pjs/NIA31fWfgf2enmfAW
WhMBkUbiiRDf0/encN2jZ5fh+m280sorHOqizxjZkdFYoqmOYxNFvjBRDxS6TIE5M+IrF+8Wc8XB
wxeHQr+lriZ/9uYZAOSlD3qzVEebbuq9E6ZmYNWy48J0p6idl2DRhjw7OgomkTVep7fvf+nFZlmH
B7AJpxTmBE2V881imoALZ7OrjwSmkjeZU/goI/Z0BVetXkQKDEN7Y41GIJfRnTsfpkbBS6C31Bzr
pY89ZHXwS8mWbgmyxlyNq5Nup5P4vURFaPKqKw+tlireoOjSjZrn8x2uJYVbTxni/N2kIg+U4Ggs
AQzPlmZyMZmlOJ6jL+fZcqTuprq8xoxeL4zNjgDusvKD0YpEwmFzoWDaVwIMHJqjM/XYNRktMqCy
E3mGMA5dveJcEPh9f2ku+hwk82Tz/xrWRuzhfM5iLYx5q5fmmEkGYJJECW/sbtECbKKYIwn8CZEs
6W6WK1e2/1sfa8GjJxKQV5bRZrU61RnUqFnao5Nh22WHnR26YlnyQEcJyUdkpj9UtnrNPuWNrcjc
UvSj+cbXbh8OuS10aMJae0xF1XnzlISePsfGlXvr8miTTpN+giEA7wCM4HxWFdSxgJekyjGaELCy
pvhHh0OO12MU5r+/fpezCKOPNQRJxPm6cD3oIzHUZmxomCBztBwHZU7e92U/S8gxoO6h+oakRVc2
zRZYy1exRSkE0f0GpAXI8fz71MjuZXOspGOaTFWg4yEhBrQYnVD4ZjfedY59r8T9cXWw7UIbGbTB
eOlCvXbD7JpK5+WCkl2vMkiv+xgF1vOf0mpCT9DokI5xR2NLSa0/U9L/t2DV/2olvO7F84O5gmXZ
M8jnAlnetq9yTS5EF6fRqbUaJzDVqncrFW85rbKLADXUaP/+ql7G7cQ3r5AAohsYsluQrD3Dm5CN
zjqKxPwGYnkfhW3mpnr8cQoPxpghMVmCue/ByGQKSpjqDpLclQN6+dGrt/NqLA6UgOOyzvxfZXLK
UqSZmmkdNRiBXqnOy91MeEJXoJr3OGDIV16JN1NpsMlrlgcIQt0q9xYlzxevpX2MExlpyHhR1a8l
WIpnoS7p4La0dF70eXF6FM0mY/EktRrjXZjk+q+Od/8fl1PBcsAQB83/L6jUZpMXTT4NllE7RwTS
HVeOJGmVTfzz/kq/6i+cby2AwqtGAyh41eBtPp/luZXbPAn14pSE9UCWPhTsKzvtbup2URbPyIfu
Fpyuou87vddH+JLWnLkwkit6qcgkum1hDz/kGiClB1t/inxbH53cqxOVXhfp6pOcV8aODDn7shSW
VblGX1PjjhUjktzIDO1nErLyMy7v8KXojbSOP6qT8Gdjyp5TEpEneOKt7Hf53JP0Sslwq/YpIiF5
FkqfSJvV0ksT4XxNoBRgf6JYNSpGhlkXvoRP1YuOK8upchYEGVunlCVXIKDPLwvrPvIB0hliJ9JE
m90au5qnGTGbyeMMSqYX19VLLjfyr/en/I19ZqHPxWZCOAoI5pZ9EGuDKYamq0+RY/S7xkFi01k0
KXdXarGnox3pGWGOZ1qa3hkDBNsorbNTE3bX2nqXdxe6OqCC1j4lKgQryOjvE1Y1dWFBc0tPspVH
97MZ1S4ojvbaZbL+MedbbJXvAc5CTLFSMzcvrWyg7dhmYXoaQXTfNIls30cWEjqWgg0QzlPZTWgn
Ikh6KX5R+tFy2WjCf3/SLy8TBHwAO0NYohLhbDnQVZib+lKZyUl2WueBZvZ0GqdWfkTE86jNU3sN
QfzGeNTMIaMCtia42YacNYjWrFqm5AS6UPIRXRluFnV9iQx52hlRfK0bdwmw4B1eKUkEunSDSY3O
15K0Huv3hLXE0rm7mcUqbir0KADebuK11DSUSkcOn1OZ8BOdfFeFtuZL4aC6OtJX3mQl5QEzCXEb
Y3njpyQNV/pgl6He+gu5x8mkyNu2U1LqqJZRDUtPtsISGMhreTPDI5M0IRudLZM3DX1zKpOrZfk3
9jldVnCNa7IMcm67ARuML6H3pCfKVIigE2TuqCZea/i/8WhCq1z5aWQAxF3b7pQZy5M+2CZgAovS
lSl3yo4u6bwzKMruI5iHu3qwNDfLzPbDbPTZnYF4sl/GsuaPIDeu7Ph1wTenjrow4A3K/2BurM3F
3ihT00qQ+E9J4TxN2fwHAbGjGUZfQyt9FNXw4/0DdhlyEgciCw7fhJL2RfPephBiJVWVncbFqO9N
KTJeIFF+oWypXPmwy2QS+COp66piSVa+VSbpotBAo0ctT8bifMsiuXt2cLt5TEdY160ixgBz2fG2
6BQAvXZiBv/4O8kYqAVAucTmzdzsJbtHbDij03myFku+K1rKfrVsNgEGl9ewh9qrpP35GsISWm3i
VyfdVSHr/FCbNfDixQnbU80RrW/kIUEgykYQGNC9KIJal7Laq0pt/LYYiPvtQ4kypNv0afW9rPK0
v7fCHLLNiAMZBqu4rWdQFSrjoNhN9Dwr0hIFpraoO82sIL2qydgeRxxDgkHuYy3AiCV/hMehoyzd
mvJ3ZRj1PymGkzeDUrf6nYlfxfcpC7vaTYBFmxT9qIYhkdaXIWeZiMCPWjv56lT93O9R1dFPI1nx
D1vtdZohfaI/T/2s/ygjJBy9mQMaFKaGT22XW+MHrS6dcQ005pcQrtHsDqT4L06ZohxMmtG7Dhrz
JxEBHy85jkhDgmO7Q74CUh0CEugxNLox9K5m1J3pDWNuHURlNA8WDIxVsEHgODP1KgZxqHQUkouI
en4z1yyDu7YVqFxRwbu1+l69i6huHqtGCv+QAK+E+6mXLZfgYviyKD09p8XI8qCvenkBP2dNhZeU
Ff9GBjIzosK9QgtklBDkfabU6C9HVRf3noz/LUqX3RwTYFajtXckmk2sAi0BrF/n5amNMulrY3dy
55W6Aus9thrNcWk0zbY/VqlKd8XQGsOn34YyKRGjLvuUoLLALMP682KEphrMAwmmN7Fu5rPUVPRI
agG5xC0duUc620FR2RdabIZ+Fps5ouBDW37mpu4qv4fsYrn2oEhdUFGLst1ubOZ7/IecHwlF3B/h
oBdYlESxzB/UVmZgoM3duDKGP0icl2qY+L1uJLeJ00vATNFZP/FGqAhl5jZ0WccatEeH4LJ0rbwi
N2VjlF9RTceSp6JCLU+TCLgCDKQ6pOQIQL3zIiOZfHVBjsSbkGgFgT9Oj6/usk+myFrNhQKgl1Bu
raz1lqJNXhxaegdVjtPOL80luoMKUDwAdZq/p5RQTU9dpsK+SY1+kV0hWVrqRj022kIpi9+2UYSp
O1FTP7ZO6LCMdhR/7Dh4X3G5shCAtptnqZvz332f5x9a3UyACcM4uJ/kRnV8yRTRj6YT0WdalpLp
23UpPy+AmitXiOSkjzr817ypcr/VgPJ55F3FJ6tCnKUx53iPpkzcu7oKbZbahJwUXiPq+VM1k80z
Rdliem2so6scqaV5Nzvom6MLNbWfU1GjSJGp8rdGtA6cvyVpX5q2tYTbCoJ0dwkH4wEBz7bzUnuJ
d7VuSmWQdnrQzl12mlV9eKyVZJTQNojwck2UBRMqA2gZI5hj8q2UbPMpWsroB9yNnrMvYZ92B/Nt
XWjnaSht80tIN7wl5JGwZbCkZfpGF5WcHXsH7FDMSEv9Ns9Nh1KWUjV+KGWD6UYI9f9qbKe7H6ZU
vbHFyDTMTexluBr445DIH7JRNn/FrQ0dK6567bOsLeMTy8HOiyi6YV0g4cbhVlGlfYLWOwrfkSv8
YZPc7I/LRJh/zMZFwTeoc5Zfk5IpTz3isr8iFSVNNzfr+uBEuYVyv1h+WMak02VDJAuxmyHfz5EV
BZGulZRom3r5MximKwrpcUidW0cuZug8ofhl0qvw9QJatAoa4HOkZ2bjsbHVytXg6j9IEZkN+PGw
uSsyvZNJ7xB4djtbmSt3imDte6o9y3/UoQmfidbGQxRK8yeUzOc7pyRad6UxNAknqc9RRoqb+Xdq
O3Deo6bHynUyuPVrpBMlz0KJlyUL8wTl76ppZJf4JY18fWHvccclauRyT6YfSztLPshjWik+a1di
k2B3+udWMcL5SvnmMhCE80So4FB2e2UknL9qXdpJSpPNzSk0BSo8wlC9yrYR93VooKe55Pj9OMw3
fWRci8q3Oh8UjlaKPDk7XUkTg4pNxtNOppZFc96fMpLr1At5dm9ivYwCtNqN0Zcryy4ozXZ55k7z
zJNWj+k8eqju1F5eCvEkQjl7UPVURcURj4Q7ObOW77x14na2BC5U6BBEuktttUWLvTC6J4dr2vKZ
kB5YwdgmpzxCNMlTVeJPoVho31P0zuN9jIebxP4WeeapE1VkpAeV6GOP2Og1EvIlII1ZpzxNRgSg
lwR0kyvoepaqTq+0J1WtYd2ns/lx7PTvBW6Pj4bTyEHVVqWnNWWyT7Wx89uimLyxsPKAeIRzYFod
KIJO+6CPA89njhJqLfCChEegPsKCGfY1wPk9KlJqMOqLfdtNUf1C3Sa606kvX4kHLyPPtVYDCJal
ReFyq8Gc8sohVma0p2FhNrO5Qhs2RvWjL0zjSknqMpH4e6iLINdRK0TKJas9zX0cBVoyGr6zLNdM
MN/4INjHMCZU6n20E9Zf8Vfha5L1eMYksjyFUv19HJz+KbLtxtMkyfjzfjD7xvdwIGAx0ONb/S83
G6EGFt9HiVmd2lWnf6K86xoYsOz/8ShEsGtCRDC7Kjqffw8WvXZjDlF9iieeuC5HMyUzlX9KY4Cb
acJshdi/shg54eejzLIU0qEemk8ZL4VX9Xri1R2gi/e/ZSvbSL+XHJIpo2BGR4m+wfkwS9UZ3ayG
w6fK/eY3rnAXt/Isr3b/xEHpXQVQbPfCdrjN3KEVkISTyXCyZ7jYrfjCSwIp4C5nrDS4k91k9/4X
rgnM3znHOiIFfYASaOBzT296BwQCYGn0aPxk1s5TpxGZa3X6I8/635KorpRct/tvO9YmvwmhNwtV
l4ZPQ/FBN34m6fH9b3lFP733MZv2kqqMVBEnpu/ecRvXcTu/Dwb/9ofuQfx0Fe8l9vZcbb66i93M
l90rBI1tSYDsbfUfX+WWmE/0QDa7BSoIlgWqNp2yppQV/FKqmTLfjJeaV2equFOyGkhZXaadHGQV
2miAyWYLsftJzvWAnMF4ymWxlFeS2C0J/PV3cb8QC9OoRF51k8XKLYR/qWrmU1gk05de6XrchEhl
LSlebvtGD72y0sIXq0IuCbYVdtqVGroI1I+owNbmrnfa9qlpho+jIvIP3dx2/tzIkY+mbvby/hpu
9sjrT8W3b+0wKauq02YKF/JLojpzOjmLJfn93IAomUgt3x9ls+s5ygqFSS7DVzlg1EnOj7XQB00q
ht5Ctyi2PyaFJCMFKHovo+x2E5rjf0vj/T/L9T+UtTv1vxuVfPpe9t+7/pzdyv/xP+xWGQ4rmSSS
wxwawFr/Zrea5n+iWIOe51rQovHHCv2b3ar9J7URgCCwbFZ219qu+je7lT9wVacCDUW3dW3U/RN2
61aA0UaXfxXFW9GNKAXAZjzfJ+moWlld2O1hMCbzsx1Sc2owWdxLM8yEzqYUEidIcQmRqbdJ26f3
LTKa3ymMqN5EeSyQJNFgL20tT5Hu1L4WacsTIYC1B5OJYG66dD/+mt3nf911fxNYNxv79QeDeKA7
SydPM7dEz4iskc49IF2gnoufT8sSDBW2SRVyKjsFKUv//fFehQL+vnLXGQIwZEBGolZygedOhYF2
L5fWYUgc+ZPeOE9msczuVEhj0E/25yzXEUQrczQ0rQT0OggYt4SIT/Jp2W4tDQ9ZFwkvzcfQMy2n
/zCMkQjaLm+omNgCScfU2umzbu1T3XButVi9plq3zU/oybCTgNSita2Drlrf5L/iL0o6JrdwgWir
QT7tFP3ozmmUoBMs8mCmjiSnrbiVRH94f+ouGkMM/Bry0WQEfEHB+nxgaUqHYimn7gBcBbEsSU32
alQn90Xf9XdOp7eIcUj9LZ4U4009S5KPQZTwbbu95in61i9hfJpDAGZov25D0FxRtTrMm/5glIa4
SfNK+4Ba7fAhIey/mQ1dPFP4UHadkNtby0gBtogMo4yKstaVOXljMegZrMKQFPFWg4DzOamBUSly
WS8HAvuehkE+e87Yj6eGHbS35nw6tpPAQGuSYb7xNj1ymrKgSAhlQ5Ln2x4b6o9jNuaf6eKrD7no
h0+2lOfwdh3tSqB70YRBdJTriV3DUwIkfruAWmEpeQ7U92A3Y/KATmv9M65xNTDKRDzEGlow2tSa
e0SeywMKTO2dOZRssXkplZ1cZdNOq8xlx39O9iXg2icp4R16f0K3ASU/ke7XqwAM1E6EMc7nU+qj
Ro8ooh70RGj7tJ4xflN55VMnu8YdfWs6oJlzhCzuStCSm4NEmTZ26Imoh6HRHUy9i6RcXMhvYOa7
Ik9ULwVydByQn5VdJZLlF3Lwydol/ZzmgVO3LbxgJVEF7H7MQndW1BjmPY6NyudBw8bk/YnZthWA
BfMLoboi+o+C5BbyIIzWWLpY0Q55sST7dgjxWNWHei93c4OET6reN/ky31LfKn0KN1fhSBcbncIE
CdJrs9CAIb2J9Hs9r/sc69uDpgzG13wGpXZHM17gfFLq8gFw9Ky5opyyDLASTiNuk5MT+xbecqhQ
ycL4VgCzL/2uVpxbJayN3J2kKTxpem79dOQYQa1JGPeAnSzhIbo14IRo2hMS7Mix/ExaU4eOgt9p
FIgCj2uG16BXOGMqblva9DUEhwbexLhkCmoB0zAufofo1+KJqiwKTw0n/Tg4jVG7EcDCDn2kPvtF
vdn5ZamRCF1UR6PMs+1MHC3YaAtgIWX5jW8S4NhoNNXGr/UZX0mgS5m8B0q80K2s63zYOV2NumY3
FvU+GlCO8mzkzeDRqCsWbsnBFAfKsFYa56bFwmPuFbS2oqVN72nySfS0w1bL3QIAT/aQopgL/NzC
TNhPwgTIbCnqY2q2KOg7fZT5utJq9O1aVQ33Aw7qk99kSyrd1saIW7zctdWuUYv4qRal3XmjOhqy
V4oxvxaQXkCM2dN05bn0UORZL5XNxReVuhjTtLcOZjE5Aa0a2cVPNdkNUq1/q0D5P8st37xUhnFA
zif+NcW5fuWyuAgeUAshgQFohegmNwdx1d8voYIZSxFXnXWQiibbqwsy+CUVcneIyuqmsNTxSvBw
cTkxHkEf+u+OY5ItbS4nq06XuVNj+yBJCfq3cZ75RhVZO0qb16hab3waMsNg45CIR25n60vCHZtK
xrg4h7aKQaPHRrRDKJM4RajRrlBpkL9/vbzxaTxjBI7ERYSNW21q0Jt9FE62c8gWWhdLo5sc2ux3
KefqP180ol24Z0wllO0tLavRAeuEhRweRsrqt6iwRX5US+HNQIPcH9twupbkbvEd7FQqAmuKS8BH
e3+ToRV1JluoSkoHPVerm0y0qwJontFl5JSW6B/vEmzp3GYql6DJG/3GydL6ys7ZZtr2+iOgtfKw
rSQd+t7nWzV0lEG0lWQcZtDq2DpLoD5vs6aRWx98kx36xlToXGWhTmcQMLUzeh2bEF230tJOS2eg
u2Xhe3eNyXkZSgGkQ3hnxSxiPY0QyvkP07QCdfomdA5G0pseHnS3deiUt0pjKgcNiud9hdux62jh
4MuSRe+1msfHwYzNKxvwMjAnnlsJ52x7kiGQCuc/hNuvMfGBzo55V0g/Q2zVcEZw9Kcm1rpfPZMx
+8rcwQFq0nz6rlZcc57cJ4iTIaMqKV8cPI0/xV3eualmRJ9SNEvhK1v42j1kkGFOmsoHoqFlWci7
yjJVPnkumOY617XIS8B1X7NcuDzD7HF0cqCAYRIDG+L8i/q27iaS9PAgxRiPomipuf1i0rqLy34H
GevaGX5rPOaNfQ7OGwvDTTzTa7kpF4sZHhy1vcmrVdmXcgc+2whk2f2VHf3Geq3ALG5D9g3WHNuC
JrUrocZI+h5KW88PFZqDT2oYASwPzRrf5Tm6jRshgdBWWz9uu9HXJvICrVd/Cm7mh6gDf4fDzLDP
VSO/cVITx78YE1avCJHpRe5b2LcWWN0gr5sF9FfSfAEkcw0g/Nacsd3Y9zr6SYSc52tUEDrIvZRE
hHlR6SZm+G1Il19iUH/QrA7+6R3LjGkgvADhUAh4hVP8lbhho6w2I06LBw08jVcW2rd4rKHAGdrX
9wd641AzEmU9tgKlenoo51819qIrZsOJjlXcdN/wYl++awaikW6lT6PkzY2RSl6ZhiIh0R6GxY2w
N/+GWR5WPwXt9PoKD/KNaIEfRJCwBgokkfrmcOtlpyRFXUbH3GytG0uqxucOxq03tkDu5FR0QdfI
+Qf663VgO6H9RFpSX+nrrdHAWebP3K8gZUJ+Yheytc2kxGlqC7Qlj3RPx9saEEdgJPM/JaXzthlo
t5BUUCECaLQ59KVohZk1E3CArIv9mADMT2j+Xjl9b2xbXI9WAiuZHJemdv4tRVtZ9AYpSHdiaUCd
igMAG6qgzeAr/fz7/e30ylY6nzlyT55Qql6r+KKxzuxfGxdXZFXC2SQ98mL7ZSSX0Ydx6nHjBE7Q
Kvs27oxHPR9oJIY5lk8fQSbjcd/Wyvw8NmMrB4vTzadcrZ3nwZaqH2pZ67dm6DVWs9cKE7uiXAU5
64Hobm/e/+3r+d38dOBuHPDXDhIg9fOfbiqD5NBLT49Cxi/JpAMHqeiEzeu9bOQ/Eass3PcHvAyk
6IrR5Vt9IoCUbp8xI42zJRZaehxt7MObScLCNkdKug4H58omeGsoao4ofcExWNP682/LSyMqtF7J
8L6YHTeeMJFFZt5wZwUnk3/+Vasy9irKZgLF3lyTrZqahiF4nIl/U39pqmhv4ix7G6vKcGUCX9V6
tkvGGFQEFe5jbdvCmmJwt5reVcdMb/qPttmqX6LFtn5grqx87ZVZ+6UNvfSQlnGleAZ+M1A2JcAC
RYbmBfDtRDoNFdOepS2tirGNqp9ZtuiZF0kpjWI0OlqVQr3REAcuY/chrDEm9dmS2hKMIhHPZWZU
OudITwF051371ZRq80fbhiYAdG0aSm9oO5A6KcYkqSvJyvgkdY11m8ZzkX+IzGH6IIuIHv0SmSOZ
3dyamo9TiRbBKItHr1gWFf8dZ1Lne5neqeXxeNofAZgD0BrUsOx2bSqni6ubdfNVKnSYvmoYx9/k
etIAlqdVmweNpVaDiz4McqhjpPFsNf0ulaiYukPlmMKV+jqPvGKeq8dWqgXkD7DrhPbRgB5xYWZS
4yepIz5oTSct8Man6REL+FMnhWEa5NY83+ddLX97fx+9eiBsFpc2LYxI6rDEDVudF1XL9SZT2vpY
REWMNz17dcS0dkgnUCGGFfqKvKRIzMy2CaVhsrMfodnOGBfmbfuxGtqRG0NrrM8LMTvdsrKTd+CW
09gdwknc0rjSbss5qj/l0WB4Mu38x6yNK0i8vdY9DrBD89WMYviYmKnzU8DNFx5C8iNYO93KfjeG
nCTIZ+eq7Y1xp0yBNXbpl2TqpGtp0CsJaDMTpJPMBS1nSpgX7kOQkTpwOu1Rz1Tnp1F2PMMtVNkC
0ea6HvgVGOcg0QYXfbW0qeW9KY1d5+LfrTqerhTVrsA/qfNyp4DXj5hD+FOyaAj5Vduo2Eto8tdu
ypEsAZFZPvBJuNHqNTG8i1UILkvI+FPD7vJIwQ2mMMrHjgVw0X42zSt91MtLGGIQ+c8qCYpE1za5
rPsqtcLeqY/ypEo7xSnDu1gZfnbYaAWxPVv3Vgb94f2ddnk5UhpHQR9xTEqdNETOL0fER9rOGUR1
VKha+w22Mju10K1Absf58P5Q6z17vpJkdWsVEUYMbcAtfbQdkJyolLQ5Rgr8LVMRfeBM03LlCl5D
pItR1nKlsk4i45x/EAVkozPipjlOCHr4Qraf4l5qgigEKBR380vZkGQYQzYF73/dG6krfSmN/BlJ
Ierc2/t4VvQ6gRkjjoKw47tsLfKDVcnxw2whEVAtkvJcZ10emFx+fmZm9iO1Uuc3RijWTdIW4ZUH
/c2fw5HBGWHtpV286N3QET3mZncEljft9aQ4qjjjuKHRjz/mOmaPy/b80a6Uctcalraflnn4WISZ
fKfWSXklsH1j6SFfI6mDxMzKQt9Ee2YKG1OfZAFJGaoABq2xL5d4nb+/BG/cFSt0BCdYNjLqy9tc
q4lsiCfJMB5RLlEesIacf6LLRtDs5HoXrI5CqNpIEdIblS7uCn7rHKCMEydeI/c9tFw55yEy5Qzc
lC31rX0Lp7or3DhMlp99LkTvGyb0JM+Mmtj0l1nFEEGW5sK3/4u9M8mOm0ny/F1q3ciHeVj0BoiB
o0hKJCXGBo/U4BgdcMzAceoqfbH+gVn5UgyqGE+1rmV+KckDDoO5udl/AMNqbsxkqPOzpmyc73Ha
GZHZaWUQLXOTnaISHo/+gfogfQHpSMdiEgy9e1TZ9oY/2CKdp3tQhfHeHFpOTawO1LlKFswgArnH
LbC94o08LHLIHkpp1vsK3kmYMBXblSKbaVmo6mKK5bDDrdm4GEVcbUBlTicuFH+QHiCAkDagXQYV
zjymAAaz4aYQj6d7oXvzY6GmIQK8VxRhulqXNG2moTqvny0ZoDmDWMELadLOW7+uLpQnghszCbon
kL2n/GKPc9+6h+u3wScLogkD0bepoh76pHVcOd8rmYiwVulw2Zurlng/J7uPQ/NPSxGPsA2A46x+
pW+XEhqOU0iXzvd9qiDH646KRisu972VNCcS4PEpsj4Vcw9E4vjiVgHnt0vpHRAqBwj//XoyRoOX
tPfzGPuRyNRwLYvcv8apU52osY8vWuuicOGQB2DkAc3haFEjUH3qegOLKrsAxzxZYWNP2nYQ9KN0
lZxqMb9LbyxI1GMLSlJZuW/m26dEqa/o2r7T78s2mHcWxckUOSJNruqhsTdmHqu9vg4TlsmhHzIY
D0NT9Q9onwTXoxTNiRD/w56vRJJVk3vd9mNmb18HGt+Wrd/TrsyjIcXOsqLnEI5jaexUY05bZxrn
E3v+pxywSoiDYgNLAdt1zbq/3Tf9BsN1s/aXezzttcslcGSY26nCpkN0+xZ+zxZBo+q+bmSx05dc
v8d10NnQS6ov+7G71hh3XDqNrd/1tdada3q9XFHpVxvlan9NZaeQIOpXcSdcCGmHvf2p6M8wWvaq
5b5J0vIxq3pzra6CXTO09YlPbQ213wsAIoMqg9rZIjRoJx9FRmVMJGC7MO5tr1/OmVLM58WM0oJT
QCsQ86Bzx6im7RTn3Yn67fiUo1BnxIJABpJEjP6OHxIoiU7vOVju3WHWL7rGnG+RWHn+OJO8fzyY
vuQtnxqHgdJrC+m3lz4jbMYVt9DvZZ2Xm4H/+VXqdhkGdpXvrLaeLhpVDp9K0Q0nKhxrfUlvdxbe
JXf1tVqEtH+s8jDjNgjQDGGherHnTedr9ucS2C74fcw9EOKz07zZLMuiP8tWUDl3VT+Nmw4ZBSTK
9NLbMsPU9aj2B+gvy5TUD2abOGcTo/8mqrBqwZglCz5ZXgVReJHz8msy4fNENRQ0RBrT/gtiAU+O
sxS3fgNyYUcYCPjKUNp+2YtTXQZgSZaLLvXEtIvbPD30QkvPmxRsQ2QzYnzsZozkoDnV000ReNAE
LCAr6kQZ8tosebNPqxE4fCrEzPBx4+ryNtj9YlgncW7+kLW6uoRAo/ebzKmmK29OC4EkFrp2NxpT
ixKWlV3elR62VTiUl6hjWOjt9NG0lJjN2QqYchh3msSHxlbPWtln69AWBg8KF6kWTlLKTSaHKcCA
bCyrS63rgE3Mk8jgEZVq+LwgYiF2gdk58Epi0YUGbmVpRL+nPWOSggyWLVX29HGIvtfbgVltIO7A
qU/77Z0WeaWVYzVanXrwrCS5rOuyPzOcrEqjTLhSkIGqKg3LpFefuNZkZwIBsRG+m1vNka00TYUV
oH+cHOfEykNrKYYzAd9jWwwqSEJUBgxnA4wcWyGFQmnoBXlVb3xtTF5s5lLd1m/ybDcs9E6iWHrN
TT4a9BhLd7G7naEb9onL+rvPgk8RrPJqxsPBx/f/9nUzv6iHXPjVwzCoZofyGXmGN5dc4Dpg74mS
als6fnumi8TuQjSD1Im8866PTW5F/xrOJp2U1eTg6PS1EYNtez8dHgInH8/yqlTbyuvyMyhnzmYR
Tn+ujTkSq77JYVxYVTRWbnaXeOW8//jNv5f0QIHlnwMqIBgr/OrtXgz6lCIJVk0PmJN2T54x+iDm
usTJYdT5WRGJ2mF+NJm1+W3RFy5GwsvFjcTJZkBfrejuSmvwIj2fi3++pP9Fav4Hc8nfXtJ7P5Ln
vunf4DTXP/9fOE3QmMw/QDihp4Ab8eoiNf5su//7H3Rb/sF/Bb7GMJjzZA2pf+E09X8wk+GaxVwV
NKIPyJy3/C+gJv8n7Jy1i2wzH3deP/6/8CF5va7/nkv5l9YfQecA6IJLjfU2oCAJFAk83fiW05C6
LkHBo21fgIjMZ7VvnlEAaSGCnqt4qID7+LPR1L2mY1fZeYjrdvhCttrkPRp+FCfpdJ5WfR4x1MSV
cviOKc/L69b+b5QRZVxZ/ns88KvrzeFn8f/+U/44Mr1Z/+I/w03D7OYfnIeU7evhsBI9/h1vzj98
XiEiUky2mUMQif+KNzMATAwpiDsvtjlkOP7Wv8LNMf8BqpB6a22EM8BmjvQX0XZ0q1hVHrg3UVLz
b72iSo6izaQ7OA/A+J8Kb/IReBDz15FCE2g/lpKa25nf3LbDBNgtiuE6jlPvM5CK5HnsHM4hJ8j7
p9828fafcf477Jen/q3iWn8P9QNqCxST6F6Ann8b/emSxMyPU/vJKAf/ckxTdYFrXRFNuXkK4bA+
2r8/NJaCoe6tRcvqgM56R6cYHYOZEm3KDnW898vzBTFq33W4CyM5QbWMAUuRntKu++OaQOVwLCEo
wFu+fTz86meJJm92aGHgVHtgYFG2FZtTguNH5+N/Pdtv6xzdvh1vGMZezNmh200buRMXYqvOn/VQ
25waAB2BJd8vdXQnU6DhC4tx6cEL0agJXUhFcahv0ui72pyNoRXCrj5xDzyaBKFewKOxh4DqzZWd
csx6KGhuxE2WmS898xAw19I3z0XW2PXGZSTp7j29qcXGKwdnGxu1VkcgSCqxGeD4BZEpqE0ipK/E
EtVWBb+xYe4YR4PTuAn1KVfmKGj13IqEOZYmdfUIhjtLMIjCLDrPbyxPxtyzx8p/8bsRdAB3kMkJ
rdko5WZJBeVcUzvuU1wO2MFDK5SMY4J6CSe4S/s2XQYr6vmAVFjEZr6AwW97c1tMnvG9rtoCVKTV
dj/aKnUxd2A61GwnP4tzdKtiJq2TXsUoohXzFLbkl/tpdo0aPUY54+q0pLmPkrRb1qGFAHqwT2Nr
CaKyZpaFd2pPc05wIATQ3oH6b4xOZu2lpYya8UFpZFdt0DUi6jQbm8+h1NUUwZSuHcZCKbDGpcXj
c8yCFRAxZVTfSxmbbQSwqSk2ou/KzzMwq78bnL++7DVDrlQ8UqJ+jF4JkgDr0rJZXhJj6faNIbm0
97N2opA7Tjy0jiix6VTRSQK5ctyvmi3Kx1qP9Zfaq8toSJDrTvFxjIJGtSeuS+++zte1yHH+WjNw
rzxKuqWXZE3aFsaLPpIDWawGsjoMhgTD1OoFkyhXlV/SKUnv3S6IfxY1k8mwR6v30HuxYW//Lueu
XTPgDz5pEAAx1Ie3SaltGkFKnnl0KdwdGhTjLja6+qyZveWEls7b/MeHSlKnK8i0GCDX2sZ6u1Ti
x5kwe1k+kR2LXZ62WtRnfh7NcyoimwFj5LkTJEF471dQlsuHv3nSdfl1YWo/m0MZ0MlRyqcv3beG
UVpPKFPJEIM0uuMTjs0O0qEnmjJHrZF1KeSMKSLAacIpOW4d+CM2qhm15pNKe+t2ZM688wd1imZA
IfDbGfb6QLRx2VEGTFxDjuEzmJabs9fV7lOlErS5Pbe5NhHnjuIlnS8D5B6+fryBx51trntcd2iI
vCI+0Aw9uu6gVIGd7aLaw7x2JoRWyzJi3u98QbGiWFXc6zM5ifsYJdBbZt3TTmss1JypfNy7xe3c
0IlH9W2yO/1EZL39ftkJVBwRruLHgVhcm2FvI8uYRTPUMm8PTu+SZA2iqAdSdb7U/feP9+Ddm2Ul
LgGrDSgitKD43q7UlNnsVPWkDt3YlJFXmTnaJVZ8IkkwzT9+t3whr56m1Ho0mY89pbraL0pceq3n
Ic3yl9LABH2vOQgzh2nXDPKKRg6olVhzez+U8KHzLUo00oyEn9ZBKJfEUvvSVQVza8Mrm90weiBs
6DaAg/YxB91WDuZO573ZLVQJWSxfJvSD8s1Y0zfHwAA8BR3E2UXdQTbi2sYD6nxsbcokYXA27alY
sx8LHbI+ymyh0nPpoZa3T2bHmFFv6bpDnGaWOPMdzuAtLWRtChdrnB5h6GRqnwaJN4Zuo8WfMBaK
832mktzfLbZXBPfl4NnXJrowYOlzgSjGIt0xQ9zA0sZ6ayMC8ANlLFlTuJXecC6toerCuZq6G+Rl
6jxqm9Gp96M+O/ouQBUl2Kxo8cfJrv0HtLv5w1lvFlWUl8zMIoExAzBj3uLaLDCmM8cTaRbNfhzY
11Xc0m1KhXAxDqtMb7numX1lZ5YEpX2b1IvIzwqj1F0UFZ3hho9+KKLYNYr8TNlNcgF3HDY3HJos
2UNdKR2yTQsOxzeSQo+sWm/izaTXo7OvoRsEYYBsP6/MLKRxG8h01boBhtvsvbam469ZE0SCBWEO
IBy8lxlOxzjSYvN88atdDZ/pDunUN7Yymm2QwBYipboGBYzOFHIV4tdH9HDNDvtkJ0etXIzk2jy2
xePiCv9znpclDBJp+gLIDFonzDbc4B7w9/hYVvpcRDSYnDukdJqSAWNQFmE1OujvdLFnfx0WtIo2
VhtkmzlbmL7qRZ+pjQfxFeOQplc7Sw1NcWfUsELAWMdee14kQTZsFq+QeGRb0Nb2mVsmj70K1Ndm
WcT3fA6EdaGsTF2OzLjjbV60lb8d+lH7MUzTqhxl0W/f6mkVPCyNmfyaSnwMtrFCNCMKptYinF89
zJfMSh7rLrGN0AHX7qH8ZOa3mmd3yC4gw7brywTNIEZW7l5Y7fLo2l1XhdCMK44nY0IQu9bNdNd3
FgK4cPkQuKwS1213+dBOw3nBT70b49a8mBgK08f1Kky/NaTH6qidRwbiEvLDFmmnOGpdqCsQpxaV
3RcJjYADRauf/sipMf1PoC+SG9FL7cFpW4PqQJ/z8UqaZpZd6dh+dJepM8JA9Fs4R6GcA/1SaI1E
nHAyp3xXBt44bJcurjNYHtl4L9xCz7ZBN9nX5aj7D0jOBk81uCcMLQ03/1Y1YIPD3AISGppLrH1W
mV9RJnZ6cZPOhtGiIiP9uwxi+k880IJfVtYZX1tUhqbQcRphnjfawl9wptpd+5s0MTY5GtCfl7wA
1o6wvH1n8E+WtL3ltO3pmI2RVSg0gPjxk9oythRVGIx2feOIpr22JyFzNlD11OFFoX4gMzQ628x3
CtodfTCHVju48FLB7FhNH6M3FZceGOHGvGPKnT4Oquzv58WqYBx5YvistX52SLrR4VGSAIV3xO7w
VeRlATcufMQsfT12N46TG6Ceem+4BpEIeVzTRg2HuiFnq3os25tQDHb7fRgRLAwDf9DdUM8d76XO
YfGFcNM1FPzbhWHvHLftL88bxo3q8jmG9agV14yaui8psuKYrBfzeBsbDIpA9hToCOLZLW+TPkFt
J8883oQsjPbOquYEMLCVp1PIXqKiJrVB/Jgd8F4kROkFUYK1rMJFUeiKOC6sW+WQ1zYj1tTfhI7B
eYixBmTfMndptee6XUQFohbzJ6hpBq1qnB/jEJAvmt2ArM0zZ6TCvgrKqeUyYBrZuEEeLBgvSFmm
tYF4UDVb0DXFFMUqq+vtUEy9E8qpcr+6E2iUkMm6dqMot9JtaZV9HWl5sSCelMriKc9N+4F5D76P
rdYU+HYWxrxssPsInjpUadtt0GKTG7VZgLBrN7o9UxLhBypivrqQGrE1uVHLKpXStpMYmfNCGwlT
JXAGmQqZDJsBM4VpI4wYM/i0bFt0upbaY3CC4QCKTFOiI50A+vMis+ZabsfazB6gypbVFi1d7Udh
VNRQrTaWHfiwEt2vRYw9cVThErCxzc5o2D83Be9XuX0bJUtQVqFeytKJBrfvrW1aFzpKcJ16mqQG
i9h35vJ87OdmhsPRNOauSLzaP7eqciBpwjfswGkZBLWk2dKFAPsSZzcxea03sfDp6U19E2RhprkB
7OJhdj8joSe+lxLQIUrjSXdpZnX6Webgi1efcrTa0ri5on1UO9Hc92u1i6gYVlsUoVNoN60aMKXL
W4SetCy+6wenvbHygimFhbrPL9pCi47pbewdzBz9jC2UsuV5gOO27MZynqAYi+HBn4YaIL/WzP2m
NpW48VLb/SEpI9rQAj3mb5jMGXd50rrf2yVefpWWmHe+FpMDC1cpVCM63y03Jph/NLCQErrXy1EY
e8ieXG+dNhjwthvnut2aZgM2WyhtRo908A9zlXHrtfV8vC9SpFm3PAXTD7II/YAmLpZbe6zt7wLJ
xzhUCHrJcC7G9iXr5/amkxUyrhpkn2SLtVb8MqlpZsucSemR7clhI+WsOpwgGvFD84ruR1fyZ0Pa
Evkv7grzpSgye9tVd5K5ZBFVKvblDia887UdtYbzdfEyZ9+Z3lREy6AhNQ0Ux7t2wCckWwcpNpTy
yExXve/XADIXpnbkCOwOQyt33JdKVrOBjlXvwUpyYwV33G6JDRRGDznQxYeR2Ve+Kb25/dwiLKMA
OepVt+HETA5IrOVPmWpdIjJ3y2eKpex7CQabxMV4Ei2Wrs9unVlgIasQPs13FTrFJts/BF+NDFlK
q5ymZMupmNlIBlrTeZm04xVs28fAUdVNJUX6CIvQsMOx6pZmx/TSW5CDsuyDKmQ+REpUQbKT+th/
nqXvJZuJqjNmjqeNkj/nkwkE30kSGsY0IaOmmq6LrCxLr83eCUrmqsZYbtWUK0FSI02lRoqmFRhO
dB0HlAgu7FaZ87ZcxERPa6qzbkvUTt1ZounmWTlnfUQkxteQanDl5dPovphKUkY6k0MWTO0xFHEi
w4Uh3WGohp5D2igne1OXw4QZVuFOX22+0zyyTFrxfJtkYDObsysIWDpUuM7wN8IFcBnBV0074Nxi
1jfu1Al1kTWi2MUQVACndkUZ32DpVT7XeuWiNjgNls/0uPDNUF9itiAZYzUhUyMFHZ5yNKdKQuhM
Zb+PDasctmbvZRYVg1aT/Yc++JpIVd1CK+uuQTVDF2Gk2WKXk2uDeRCiBeWZtq57JW3cKXpkoFH6
nsxxvAfLXJuRVlXYfRh+g2WNTX0R0uvJzta8UlAS1+Blna4a5T4GmnSfDWrtXeWQR/e9qUgf+ri4
bVTUjTMyXjDGZQcYzHuR81zcdr0FGTXjaD/XUn8gk4CNunMX/J8u9GbwH+LY6cT5rMq23vSLTO1L
c4UEzVtRZ3WcbWqvV+0dbtt5G4ratsVO00As7/OyIk8ZYx1/T3M4OREtEOsGqcYctTm0Ktozs/Pa
m6LJze7cNkmbkHF1mlRSocUZGfZsLttZaxJoF4s7ydDs5vaWJuCg7zx00S6bdja+lVUZfNdr0kFk
iEovt/Bp8ybsdWqQSCATtkRjUcKx9WyJ/mWb5sM1Zi4cC7BlkPQz3SW9UYGXh1q8yHE3MWamUm+a
et64TO/b0Ckr7abr9GXaKWBTOieJP/zwsxGOs4EavlwFNrX+DK+RMURcDXNkCT4b/R/6uTKsZ1se
jAbt0ljo9bnDHc7dqUFln33RLyiILSnpsuP+cqug7iCEN8xWGnnB7P0MXl0ECimzr9z84hvKmBz+
vlk3Z3YmGTP1DfJvBRmLPCws/SWoxIyqaJN/VnxqgHm4CEPZ8t3PBIX/4ube1ZKumMbP9kSUhZnv
+g/cYpE5iMdmGC85jPtnU5p9EToAcG78BuGJ0I0TLd0UdVE9mqS0+Hru4jxNIxsHPIQPkhFHF1Pv
xKNojbS5GuoyRa9sWB9scos2uSjRNb3x48SrLmfHGdDKwrLtSaOxieEYN2SdbXCSC4GAZb0hAVU/
+qYk+WNygt+YNowpskUMPAY6mCKIwyZxhq8JHaMXM5sAlXjcYcEh9L1zkabJ/JVAwO0mt1LL3g9m
hW+PQZ9ukyQrYyBBbZpUlrfxXRlgSAMqv443qBp7l5jaIXYYd015t6Q6NDhMxA+6PaK/GruFBoJF
8h12Im8euZwnj1pVy4Oj7B4f1WJ8HOLOakKUFrSrusjr6nbw+wG8N2DMRtHHNvsby3CXe3sYSsCt
HlIfFAXO0zB7gAaDOHEbXn83peFqkd6+iKmV3+fYC+ILQESxfqlrJqjODpgVKPsgy7/xI5qvpTa4
X7Kpnj47YiYRebhaXeWWhgeh9OYACdbEZTzixXN1V2IPxVspE7/ZmPhlueeJlyb7shL48bgdYvs+
kIgJmM4yf4cr+oLhfCcgAlnZZU9Xn9pA+sumz8gmofRTLjNzZ7V2OLeL89DUPX3rtBLBrjOg6SJg
6iUBoBrTk5s6KWvitJr1JZT5KLjjJ1b7raUZxjxlFJV97ab4H+2RtEi6K9sXXr3Ns5we4zgF09fM
s3oNKI5fSlRga6/YtPPSlpeJ6dbuFj0ox9v6fTN89iagDiGCfGN7PjCoN7+KBRZKaDWpQDrUH6W7
NXI5/ErlYNm7TK9kuks0L3XRtmyXDOSP7Y7nTowwlR3TxsaMQa8ebJ+Z261g084cIevmPFg/L6zl
/eBlXJreQyxi7A0cSRp5Qa+pN850WeFewck75LtEubKHQD/FNZWSX3sRl2YOP8vMRmdXmZmT7ozF
nroLMVlLth0VJvaUNJMuL1DRCPLDoknVRFlpzw5Sr6JB6dZXE/66pVEqQEVxnH+hASHtx3R2mD+w
Id5yxnvxxl2hrW88xh+I8y0zk9uus7B8mvALNKJJL4f7GjDVN+5HUxPiolk8JvTrKPJ01Cl3cc0V
J8gofKKhpBe7ycH5XReTbsf8m60q914yIUoQiJnxTEHVt1YWVfUlT7rs60BYZVHvehmDJoS/+BTq
tGrPkO/inh03I4WVoXpbIViczg8SSRXMmmjL3GWMaGWoa7X6ahR2L6K4ICguQbWv90srL51Ls4hr
lCpy6XzzQW+P0Tg41X1ZzLqzZXICce3/MN0wHcA91hNNxupnHaTIoqV6av34yxajh/kp0LoVi7A2
zNe272+Qt2WZ1NwtM94QhTtuAfP526owTizyrnf8uggdccRfEC94Rbb8tkheuDRo6F0/TchKbAbf
is8qB+9w+EPUq312ii9whONbUQ00mtggerVolh33qhHq7zoMzOOnJWgRH6Q+53KX6tcwC+UOQf3H
xE/nnTYt2YlW6vsHNfEIYbhBNcteHsu5NGNnp26Xy0PgdXIPtbi51KgxoqZcoNfnfXf3l2+Psw4p
CFgtDCihdx/NUxxlGH1BL/YQjMmyn3J4XHreqr+a2qwN799XwcLrbYx4lTPOwrLoaZRadWlWnHdu
0jWYmWj1CaWEP3S8bSKEckQH5Abq+e1S2tBRdHtCHlC3DihSC3UzO7K//3jb/tDBx9YN4UZ8US1G
cUd9dfo/XTwthTzoSNXAQIB7Z6O63tOGjT5e6U/P8/tKR5/XNGE+GuhSHjRfdOcWTbuNFdS/Pl7k
XdSt6A5AQ0y7wBOBFH+7aWrUfR1mhjwUo8h3TeXjUSlM9TSr1vo0+ot2/vF6f9g+DzMc4g5cHH3S
9aF/+5yLDi/J0S67Q1YEJi2J8sdSaGWUMBk+8T0dgUb+OWuhQAVmujJbCIu3S01cJLxRtO2h0IZ4
W/aVeUbHV95QAhtnmoLNj+RQct0ijP0IPQ/0SDfW14vRmj+dQYgT0XnsjsqXAKMB+unqJwxe5hgN
MNX20vtyHg8oImNMF3sDpXSQZO6+4MhC1Zii3NzGpoJ3pOiNb9y2rQM4kb64HYfK/ubGnULL2UbX
EyOhYIKmxUU0ppMezOfShMsT5a40sHMrenFWK6u81jwpfhRWqd34zlgvmwWf2gecoCs/DBoaeNGM
FfPdQFK60fIYQ6KPX/a7XLo+8soNZOZFdL1a+v32suug64N49Bix1HB5XHpZUU+lsesytWwSLLS/
WWrqnhmsLLuPV3737aynBoYk69uHa3acC+Iyr1jD9Z/SMjWuqmwyvrJUfmKVPwQzUzYIBKuS8Crq
+jbCvEqBBE+M/mBx3T1Qc6nrwTXKna2cUw47f1gKQW8whUjOWKt20dFSloHQyRJ3hwJjTki71G7A
k79mqpEnHurdQA90wRqiBsR8VnzHvtEcAUNcLoex8baL5vpbqrFpmxvjTzdLM0xJT/m9vns2eAHI
uFoc8sDI3nGm0h4V68q3uoPouMo4hfGFWk9H4ippv3wcFn9aiU/QXx8OFMUrYue3gBx8U5OFEsPB
72lzxGk+7rDIMCLfhLr78VLv0w9PtRZHHsURA99jTyRvpoMV135/sONkgWENVtJonSmCJ7BE1TIk
21rBJgX8/DRx2fqmFX1/pqWJs9HTyX088Wss4uPfMDKSIb8G+W44KTCdAnDgb+NnLspa19J6OGRc
d8IBuPDZNASof5nMM7g3+5/jbI7x92rcz95Q61sun85jU5Y6XYBgn5mt/vTxT/rTu1hxMnjMrTWP
fnQSaF470ru2hkPf6+kVav76NukddUGb9VSAHXuHrk+PVzanAOqn614cjd2lW4/DaPbTQfPcWYSM
m7EuoesCjH1pvfkG2CzXAL83p0cfnbIitAon2DdOxVgaPZ/xE6rk0xK25kx72xsKEFi618pfdvLa
VuNme0GHiStXw0a9uFzdH41R0x6LLNHvP962d5ltfRTXQ5hHR1gYkMPbF2lOSOcVqTUdxkVKhNwG
zC38WJ44rY6FuF93jHejA2fi8vcuCxTMC425lPNBGkmz1ZTnflrqBVdvqy4/J7D2IlV2XpiUyvjk
ZWlziwktOzZP3RblG7HzurK/BORmn3ETmc4+3oM1WI+C2YG4SI1sMlxAPO3tHhhmk3fpks2HyXD6
EEhFuU2UeFIx31gyjNWJY+xPWw5nwvTZCSgkr/TW37JGQIN9HW7PB7roTOHiKdvWYjrFj/rDQwGP
oe3CiQlZ4DjvNlYX66lZLwfN1ddGYAoxYE6tsNIX7dpsjf/BU62sR+gRJF5YoEcZwew1YA9BNR9G
V9cucFtkgoyt2vbjV/WHvQPDDidp5XyhEWy+fVVlLVB7Fs2Mis/CyykG7aWsqlNqBMfCwYSrCxQd
rCooAdbyj2s9xxx9FWTGIc685qJXkFoh+sQ0Gm2GGyW9pH3X9OWqC8YsvLXjQ0UvL0S7pbhKHano
wVCXzLRwri0fvU7NT0EHBcZlnzOEk2MmT4Tw+32hCEbkhsIIYUwQg2/3xS2dWsaaYRzqXKS7WpVY
BvV2cuIzfp9jWYXNsVdZHzjeRwVKo/lW7+KFfMhkEO+zQS83cxOrTdCN1okHeh++gOZITfZ6zPBJ
rj/lt48k060uwDLJOfgOfWfI9SYc18a9Dmw1XTAltjYfB9a7MoWYZSnd5YMhFRxr6M440AKy0YMD
z23scdWGIIzMi4sP5aIMWsXpvEdwrv728bLHTBo2E1l3bhM0PDhMkIV6+5yIfdFgbTrtAEjIPCMr
dNqnWqHneVkR3Z80KEfX1ZzXSL8Ak22ZqSbOt9gsVRYtrhYcWpsZbYQrCV3Bj3/a+5Baf9naPnCA
l4HMf/vLktENKtzj4kMHjOILn3byUHppfmKVP+w7agpcsV0oTRw/Rx90DEUo1rpMO+QjlDb0FdXG
FYZiVJU06lPqpuke43hxIgX/YVVCizfJ8Q1M8Rj3aigrxvqKoQI3GO1c4F78M8dm5SkrumRv9NLZ
5kGRn2APvw9pQJHoBencXeBxrfyc30O6ndUSQBstnxuK3/Mgm8AyFw1947ZK9pk+949//QKDlZsF
vwewPy/y7XrK1HRkcCb5TIxRInKuXacAzU7khPdhgrgeuFaCBBIgfMC3qzAEU2bTufWz6yw/YGa2
G70tTx1mx4mH+73LJZePk7bdyjB+uwizFLMG3eM817F3TWJyL71kscLEqZz9322aZcBY4f5AUU+R
jUba25Wkxd2upk59LjtfXSIAYkeTEPHNx6scywWisfcafVz0SHP0zY7Sm2doQKV6YmFJxxKc4BiY
iLCZQ5ZeKU9zrrB3za7pmAdDOBZYemxqH0AHzkSD04QafWmQ+J25Q4rawgyvMKQFCCQJ9lNgZPVe
pnrbhekIdH6jVcZwFyx+8NjomkGhWTaFyXUdme4TH9VxfL8+E3HN14KL6nuA95BXPddntm40trDO
qy3sQHXRLfYNE/NTijbHcXe02rFUPkDBIJYBq/WdUWysDgpk5cX5iWd6F3jre1qPIWoOeJ/H+hvU
Gp2BTk75rLJci4rCguIcQP8sxuHnxyHxfiUqzxUfvnKc6BYfJcKk7cWyYJ32LAre3ai5XOhqruUL
ZIPNXy9lwyS1cFmlBON1vY3xUipwmsWUPkt9Mi+LCmfwRUEdJru7J9L7u2srhSAcBpgrnOSkvuP0
MGbcugdp588SoRoYIna3qcD0A3lFTmvj2NCbqWZqPbRnGf8cLDltrMYar5I5QdArY8ZxorB4Hzdv
f9DRw2sCQcLW0/Nn8CYMqYxSOxMFUp0nHvxPy0CnhFzJwB/XlvUE+q1+aQy/HJrayp/TRuibJij1
W98aq5eP3+RaHfx+c2F3XYR0yb1r8cDd92iVKgU6NXboEA06whiF3l/RFZkugcQHX7vS4o6J7s12
metl28dJdqLn//6LpzymCUCi1BF8OL5jeDbIUeBq1TMTIe+qMitU31Yfrz7NKkbzCdXTx8/7h139
/+ydSXLkynZt56I+nqFwVI3fARBBBskgmXUmO7BIMhN1XTkwI41DE9NC3qcvEqQxLH/7qyPTe7rX
CYTDi3P2XvvFgJvTUqjHDWI0pzr12VBcWBH8s8EZxzNT5NWhjNdKTRXDIc/EemZtXqtpSbTeYVWf
4qyOv1cw4FBrNSQqztqwq8mTP8SaoM3MHB0uIov0cYCAbuUhcFj8hTWfiprp7t5/9jdeto0hiFju
P+7ILfAihdwekYDangRS5Jtcsc2vzhryZNAkOw59dC4+7Y3xICpQjFTXkynUk5dzK8sHOwEb3J3Q
5i13Et36fdPY0oucUj3WAqrH+8+39QCzJ2JNFvRA2BVphdubAY26qWwDceQptFvN3KdFYepe0kF1
8vrRiR8BtDlf3UVVnvoMtlCCiPgy7jpCT4lXLG5byUwNGvbMg8nxGOSbNblq0ODTUr2hysyCf1lu
79u6JFpbSMf+bfXIFM7sGG9MUdwiFAT5+nFZbtsEggDNXOu77uTmg4Yuw+muKy0Mz7ys16NwN0X6
pXNSoZFpbso2QzLR4oiX/mQWndyBv1AviYv8y5Q2fhFGAYYNQtmgQLRFuSX5ZPUChdnJWrrc15ws
C1DeGn/7UeMQ1nG+OvSfBDr9ze8OgRzHq5Etp4Kr3l5NlnCHjDM58/m8WioNvmT2OxbM9Za3epKf
L8irv6BVIZicaN8o3S6OBc4KI0+1HbyM9pgaUj0gHJvyHep1smVtNz9zUn71QfEXoEvEHbWej5jg
L/8CcnW45xjqeOpjRVzP4zQjyh2R/hQSmcGqt37/g3p5yWHPpT9kwEfTuRwzJbczUSuHoSPJdMG1
VH9DeljVnjUsktBO07gEr5Lu4mSNaXl/1D9kmv/dk/4ZljWDMiyOwtfVNAQa/VCb2vLQz0b1sbCr
Hh7PNKIVzQi51PzFtpMr244ISxFGPKoHCxM2J7iU/NkzX8nLM9WfP8WEHYU5e6VsAox7+cb1BLlT
KaiB9YtToCAuF19LKITV0h3+yon1ZyielWs8blaVhsZmqB75aF62Fn4GfB0XFf4L9ClxeIno8dzF
fLNQ/hmL2wGzmdskGOktgNgIlSInJll9cOsksn1zmbP7Kg3Rd3IsH5PdpEft55HwjDrgrOeaiF/H
yPDnLG9uiN8NRQC+a7hE04aLwohq1YAoUzZ3pemGyr0bZcBczUT5rGi0or2S2fXZEU335f2J8vKD
/OcpWFdw4RtUDV8hH+bEaqEmq0xPGJEw9Z1euxNa1/sNDK2Pi5zUG5wczc/CKMfjnNrlmTvYG5Nj
FSys9VFWH/ptLydHMndKTp768jBqVhd0CqKrhMMSfgRSQ95/1DeHYnPTKFzys23P9qMs+x4mrvog
Etzag6MArApzFFAdfoX3h3L4qzdfH5vo2hxea9nWFqRh5PpslKSEPBSIHYME7c+vLsx0H0JmCzeM
okbfKO5VTML2X5U3/vk9VyKdS/mRBVbfLLBVndpjhc3hQeZN+5iyc+z4/xZrFTQ+LHmXnuvIv/VW
qWoY67WCAver1kVVxmYOcPNBxfUXYJxxrsifdoLY1NozX/fLpXt9ttW2y6bugGqg7bOdK6NG6nLS
GA+iYEn1wa+le8Ntmu+YzjHzJHEZf3v/d9zYpf8ZEnIGhRVO+LzXzZA4H/twTBb1wUnb0d6Pjqib
HQ6g+OPkdtNDKWu0viTfZx9GYdQ3rLnljW1Gqd/wbzyzk7yeVGQoAG+AuMaBmA/25aeCwnDkvLfW
fXELJtQi4E4lgERzXyeHGmtgmn9OWoncsKz1x/dfxMuTzp/3sJbL2DtXSsYrGc6iVHCje8N4IOxo
vMqXMA9UF5Xs+6O8nksCFD/9GKYS7IYtUhT4xhJjuHMfdKVxfFW6OikN4ykiXv3MVHo9Ek5d5iyr
N8d5uogv36Uuu6lnrUtPdHm1QEtFsTdbZQBslfTn7jGv3x1HXpUYRoQiYvV6vhwrpivfDG6fnerI
LX9kkpYaAkJ9F0UIYNsxqo4aTqwdxlLxVZkswbLfA9MqSqSOmC18e0AOmyjNuZPQG+9AoBMi+AAX
9xqa9PLvWpSmhrtq56fJSdPA7ZLBr+YuutATuqLv/7BvvQI6COQzkxgF4Wj975/fw5tSxiZkeFh1
srhQl7LaVbHQDu+P8vqoBYwTUhIcJGqGeKRfjtKHHXADsqlOgPqMm5YaD31ddcIlYibI4aX9A5lD
H7w/6BuPhicbCTD7pwBJsn61zx6t7vVc4kWpOTdD2+2FKA9zmf79GYoiJzTXVZfCcrRd+uxYVaSc
04Y7QB6S1Q1aUlUUfV9mYXrmgPyn0fpy84JSRe4S7XsOyax9L5/IQsg1tMtAxVq1I6w/bm89OpES
XxthJu+Y6Q3Ndsskbj3VTAAKOSKcxAOZbVv+5MTWJddgK8N+kCsAQabRoN1eL7ggOf3iGSntXPMm
Y+k+6zJus72aWtqVmahAwYGJEymk4agglUbazEoKwervEtm/40mZm18kJYfaa1h78C6t9yGvtw2M
Bchhv8P0G34UtcnfiBxi8FswXJ8Rfo5Pw0DkPP6mtKwDV6ftcECyqPxc1KIWXlHXYq+q8BZ9ygkj
zlmHDMK2UnnMBA1Q4aF8nhaPvBj9urNxUdM1CNMne2yIvVJKQ95PU0ntrArbSgZOp2EUJK9+Ab2W
tqZyTcxIpPpFlakx9hUVclaKw1bx9azXHyNqcx/7KJa/KxPDL72XEMu3tPPmZC4Olvq2V52fpQHB
10eCXR2t0pGaV/RZQU3c7tMyGPMUH2a5GAVGM7mYlq8j2McJhiqk3xXOSvjAhuZ8HYF1nqtibkqL
iJbYFTnArZkunDr4pl7OljpDOltGffnkwDEdot/w3/f4RBfnc1mBMCmpdZeHKv2ZJR81/C3vf3wb
JsTr0Te3Oa2sYVnZQ/k0md5xxtf6WH0Sx/679cEM/Vrzk+GitoP+4v1ht4fm7TNvvvnScOpIKIya
G/RAFvMR/9yVorQeSZUekm1rFv7QjWeWt+3+vx11/auerTSZhbo+7CeeFReIbfN+vyK8zXntPT7S
UJxZs7enrZfDvRL5YsJU1SzkIS2pB3le+LP6G5Y/hq149/7rfOMqxcJpsznS7KcuvL0E5FIfWVrK
9kTwUUUqFWqd68yYfyUE7tzX7mrXThR5mWgDeh6dAKcmFPXnVpjDHo5KHDRan+3nwawOgjPEYeli
Z9eV1K0itZdXFBGwnda5foApIc4cJN5Y/mlJqKQFgggHuLuZgDF+SqmTOHMqp7bmUt8iZ7cq7cwb
emOrpgyEkJzwPQQyWx4H2NTJmmWXn5oBAy8Jk24wLyOeh2g2/x+G4hRm2H/SMJBevJxlkTAmnPcG
pwLCwy8LK7ICLe/dAxSr+czX+8Z+Df5thXkiYlj30JdDhQZGyNHMi5MS67h2aY9xAona8npUlib2
2j50P/a1nD++P93eepl/buxoraiqbXdsCCAgreywPA0moSskQBMxPYWGvyROfOZAu/2GUJLT+V2T
fsBGs6dunlAzytSVllueKoM4TXvBNBbHcXY5iQEc7tSm+/cf7Y2yj6UCFyLyYe3nv6LhKuShTiLP
10gEgZ2ooaOSpWTHdvpI4VW1w29KTh5Ey8HyioCFZCdQMpxZOLarI1drMFbIZ1dUPmBm/eXPagyz
DKmF8rOm+LF6uqJHw+zD20LRkjug1eG+4E/0MLBku2Y25JkD2atZRemHN8AVH8Ihgob153+2TAo7
jSCjFBrdGK37ziT+pQlRQS1P00ONJPDSnbrqzO/8+pE5L8GDo2XNHY2K8Msxy6V0U85S+inqFjj6
WKYbr1bJniD0s7vP8glGQDcUR7tpu52zdOc0y69WIZ6Z8ycvntFXhd/L8ScrjzFKGPpJhG0fzKaQ
N+linrvJ/MELPT8Zck9CakpjlMmMU2L75Uw0WjgJFOaJan6neVFJsi+ezc69ruooH1YiiJIHApnl
d9Fh3QN9EgGIUSnxVH5cZf1trDjWj94lB8ivSIjRgsKYKx2f1GgSrTNN6kd4Ks71UBnDcSzDcNdj
oCEOJ8dYW9FxXz1S4W97zqrHsCT0o7a6Ig00Zpvhd82cxgEIIu0Ss3ltkfY7YvSJjHH5oeiTHuOa
D3G0S1IbHg1IPEiuc31pfAug3BcnbLF/hKSYXkI/cw7aPHbqhWaNQHpKDnWRpwK/H0nGrTTTMzF2
NWjO8NPvehGbN0YSjZOH0ra+q6pCF15bluqtMpj89TKVxlVkiuJRZomAYsfE9Ysyxr+7gA/uPSxE
40OHs+4CnRJIyFAWynxuaXh1fNBxQLHMrnBXttptUKyMME43UorT0obhDKppLOAEV8LiMK9ZB06z
CGC1qUruoXm74wFDLAbaRuGi4PdtXCQBYPfkg6Eo9tdap47vTdIWH2cyQG413slwVeaucubDQqXO
1H0x5wTOHIrHJrmsKv26zQYLDEGbshpDr4FbHCPzkI4/2jJrXc8GcgyQmxIb3t4V2qAbjUtQcaip
n+MlrU4ilbnj0ZStwsCyo1BckB7V3fRR1/8kk0r55A6K2V7JUod+oRkDMWWJ28rrXpH94peVmtgX
4zCCZ8lDJ33E524t3tDAIPPK1S859pP+08oxCnstGJHQW0JbhnuZTxkiqmnE0Q6rB6RfpZfY3FwQ
S+YeZHua+Fre1Y/wipQ2yCoCva1plPMFMnqh7SaXUC/fVmoTALkaZu4nSG/lTNnQAeIWEif6CT6d
NP2knao7ru3RMcVIMHhaVy0/3FDO17qTFKEf1110HLIeBos7K1DJ1DZbPthE/ylBlNXK5TBZwPnB
y6THSB1kGMTEGlTQH0CmBFo2uN+tatA+JX2XZ7ukn52feVQtxwKrpb4HBKZ05HpNKBhaod5Js59/
UOMGnDCqJiseedn2L5ENWPpYgMMPZVY4I/rBKnOv+7yKHqoOBJWXEohNap8bck/L4gl0i9GmniX6
9qNZFbXrq4TUovnMB/Mxm5Ym5OVXZr3DNquAXyJ95jMJuZV6LHrIEEHq6jK9qF1iI4OpKSstIP5v
Ur7OCtL0IFa1qAnSppfzMW+IQ/RJchhPsq7q+Ragt5J+wHYdpg9WHZoKCsRmmPACa4nSfTTUMHeg
NaRRlV4OyyhH+OjlbOXHKVZR1qDuVaxLG6mB4ldtVH1JsTN2Xk2mlQjSKFM7lBdUtjyyvIYLRB9Q
RLhThhCWZqv+ZVt9/42Ybv4RzYznCcmR3n0ODQhPFmlwxn4Jw+6mUJRYxXmc6ivZO26uKAhomddF
Qwgqcx45YRSN7qa3M+HipKvUnTZdVH1GEIo9pMPlZHQ1GdxZW4+7UHHiNa9WmbPrwlHzX5SqrJtZ
pCTIxaFugu6ZNOtIJbZ9FEYnGp+mknUNOC7FPylDrneyhqQC7gh4GAqnRIIsUgt4z/PgyItVOcx/
gigo3hGdZCwHOr+lejWIdFZ2lPr0G7uTsQgKpYEALAY0xAd4T83HSI5KeYAoXWc35Pq6yV07GTYO
EopiB23oqis8uWUD415Z8sc4Du1bJ3QImKsN0suxUBlR62l1YR95TmPZK3PJehWOVnMLdVX5PfQ1
un5ijw0YVLIIIUrkaXicBICVK1lpUXSJFN291GLOSD6TPu98tTcqPciMadD3cpLENonayhO/08Ku
2GvVCO+BTjb8hLRyCptsoHgwLpE2AlkL1QhL8TLxDeES6YBJVPzhXuXI+tGGTYG+Vad7vNf5ob+7
mKUJbI/yEaCdnkQfR7UvGq+hyP4DaUJo7jRFZvMui8Pw0INNsT1gOfnjqDVYPPQ4XtSAfD+WrSnT
y53u8ncEtRsl12bC3wfHTcsSL7ab+NHoEtO4WGsQDar/2voQZZDariCsVtc0pCAitE6Go23NfjbZ
LZUZcKxY7HWh1PMvdkjdxuuAcH1e2GZ/N0PW9h71gggBP7QfFzLbnDyEnQO7DW+0W+PiX2Ry4Qxa
9E0uLdIUfXQ6i/Wp13TfCHNqSMQbiuOgQkD12nZJRNBQ7qpX5FlsUtQh92hvDTN91B6QLnGWXcbt
IYQvFlHs0JfPiMRcnAxh03+dRVX/drrSeGAth8ZVGZH4lqVz87Nueo5nlpKkvFnDjquLua3tEz/u
Uvt1b0s2vSrOPit1ohUB54uBKC2o/08iz2wtiHlITvG9pu2MpAWnK5JY1p4ZJ8Q7UmzKR4+tRUuC
cpwo02sAJHwilyp11wOvnD17cHPYugUqhWCZHOOiiriT+U2rhl/0yupK+m9K+gVfu/lltvqmos7V
JfquB8b0g8pt5AS6dLO7SRa8CNNttJvWUPobmHT6p7QsrZMdQnL3QKcMNw5pSJGvVUryk4VDFH7n
QlHwDGITWOLCRdySIQHbIZxnMFacJCnQ9U4NrBGdvEsVDF4SxbGwsi+tmdZWIEI1Zc8z1FiBE2b1
jjcNidhnec0tvaxYZL25LtQfIsndr8gKihifYDOYHMBS+7InOZ7dodb033HaWbnfqlnyWBFoWEBQ
SPNr0efLAAGqUmG6yGrSA9Bc8kfbjfHEObpq0n1Vzhms1gyyFuiOAWpZmSXGB452oNJq0j6+L0qS
D1cZigqYGlUT6d7curnw6kUZ6x0rDdUijjh8WF25wFpTjXh4aEqleGwSZYkugZ6pF+mcAKvEhj9f
GWORWB4kRWzIepH3X00R9Q81XJZ7d9Li5nIQg4jYfmz9syid+iPyuvq+JFAyA0VQcyLMuXbvy1Cv
VA9gQXZnOcqj1Rh9SSerYEWdpDIQA54nI792Kh1tJzVXgSVWaa480M0gYakE2HzNyUSlBJuMyRMg
wgK2GKX36CIc9DKF2FgL4wurt0jhki06jA1aUVw+e6O8t+l7GGAU5kVcdHNG02zKh4nlwkqMXyWJ
efpdHhnhMenVieaSkOD/OmyJX1jV2WVklwpwiX2mfZydwk3QwKbmFyofqn2dOE6ZXWgQWXKPzmjo
fCpZaicf6Mo0/5g49w+eIWd7uBg6KEh7GgLdQM+OvjJxeIItf5rhh0xAOfsLDhx8TRWslvnKTRc1
fBBUMZdDFmt19bNULdiC6tIsw35wIuvUOko6e5Zc4o+GaHS4TFNHfvfADfAb3Xug1RKXhHJlgar9
GhNGQ8WWWFlPjefRCoQjqwc30XLgbYDYph3oDh0XVuXwT8RchHx6jmnxQWpzPN3mYVubv/n9BvVH
FqKEAx6aqOpVwzIT7Xq31fObmEUD8HevGx+Lpp2KS8VMi/bKyGUc7SeSCa2vNezfGwD41udEE4Ox
R0Ci/QZ1MbeBRZxQFvRMxS4oJjxq+24whiyQeSVqGpFDs+ByNIZrhG6uvkt7jhojq/IDiJl6CFQq
UkmAC7SvMExUgqKaqzQ/Rm3RJYpZdZRHXcsX+34WBDNeVIveysBOnCnyHT5gNaDjKVMWLp1sHKPP
pl9DOtuKj/6weii0UKkPc9FyiGgt5L8e/UIDm4soikejt2b2irnJsr2Y8yy6gTWSEIpLRTzQQm5y
cA/gTO3tkdq8Hw4V3jMK4uo9Yu+Jk7pjd1/HPp6aA9cYIEU8cfFU16p9W8+jouwVoAOz17W9Pflj
qSW6b7IQ3ZtmzfoNoG+0d13UW4Y3Z233i5uy+hkmUX9iiVaqfaViynHFVETo0yz9kGmKmP2RAKFv
SqgsHa+cy8S+TQb1JuWyyooxx6RkO2Nrdx7/xu6DVNOGO0fRKPUFCJ/21mobVe6lxo0tMAp97jyi
rtTwus60+qZA4wN/YYryHnIBAdQ7Lc2LY17g4vDUxtJ/yrhh9x5t0Et+ODbaLuoUnBAVmPe9iBZV
eP0wJuUPTmDpzpFd5WNFBFxdm5iA4ECBM/PdqGFP0+eZPTdtl8jvRtSfXqxnXRA1RdWitnGNxh/h
xXGtsLIoI8i+WBKgk9TuLzBJTu2F2unqhZ1DMbqpKxadLGk19SZbNP2+cIfG9EUbEQM7rF1ybjuq
YgU5wbAP0lTld1WbsxJarUQDXrWd2wZVp9jksNETCH1ztFUbWtYy3AwW/4dXJXQl+ajE9Jh1uvjt
Oov7cTYnLT3kigX2TyEWndtcEX5Xm2G5K1JFJN7Uq+ZpBLcpoNgqTrVnuZWIetNC62+JUjXbW72W
y6MZNlV71c4TvPhwXCnfoIC5j7Ph/J6M1hp34+zWqt8XK6tQd2bxKS9lSoYe03TaTd08g8s358Xy
dCjH7o0DO2wJxqGZpmAiZO42H3BYA16e2Pg0JGzST0oCly4tu4y/KxzYf9phtPQ+AFMVCgLILr56
Q6HRnOpF/Avub2F87iUtKLxq3XREeT2Pl6FLZ+yCUqj83UCx42BaSvPnGqxbBxXocjOorcgFpb/S
w1IvRy79OQfvFvtVTYOTVYucDN4tN04eNmlPVZo5MdcVPSlpYWXyyYViD5ksJQhiNyiDuOPCaM9c
kKlNsO8I+zMUBQc/jK5HwJOojvY+zWvARhVeHWDASpjewjq1lQOM7QKeJNhN7arVihnCrjFScDeU
ePiSTCuNUliFjZU9zIq9kaJbWPt6dOrwkOLdi8yk9U0BCuhS0cbS2OkT7X7c7wU4SliByX1Xt+s7
aE3tq5QJ/Tc2xOEk42m+RYMw3SVpMYcHAQy74cBVK7ewXCIirYxq/IF7jODiWMrqSLpRAVgOTT/i
JmkYj2OcdOGVuyyod2e7sy6bwm5+LSHU2J2O9VfxhkXEReAS8fUZqGR7HRsUprzKgn/m5WQ+fwJF
POCq7vuZUqbiqt1lbqadeQfGxIZiOlUFd3E0KZejLjn4oggQ15gXIbyGBnENftHO8CnFoKbHedHE
Sba2PXp6prF1gtyKha/H3CI9W5rd5A3W2P9YlgqWRWXbBVfJOHGuJTiU8Fo3BHWPgROV6snY6j6v
cSNfFij/N65RT/Guq4imCMzUtu/CWFi3aVIvT0Wn9MLn39X8jvPMepoajs2ey/t6ANLYQfZNbP2E
FTnTGTKWqRdWufGdMl70KRshWnE7T/TRGzn4d0D13Pq+gZmLI5C814wLL3kSLD1g4Xe9KiSxkXxO
AmIzbE0KGkPIOlKzIXMe6MobC1k8gEZiJboLw2r7761Mk9/v18Vf1b5eNClpUW/qo8owhfo4lk9S
Ge8o/9LLMnzLGTmQQnrq97r7+f0BtwXZbfNsUwOvS3DkHek1T3VGD5x+XZncvz/CtouxHWFTcjbL
OlKAcJZP1ES81b+mPE7yzBivam/ra0ONg1QW4QrqwM1rS2qTBo1WPpWH7kIE9oVy+LuEjX83cJ8N
sXlRcunM3pF6+YSOfNcWT7F2TqC28RG8HmLzprAQatB9eAruLKyQpe6RV/+1CdrdcuV+iO4XP754
/7fZtgP+/DbPHmqdHc9aECZu2Q7yfPkUOwNp0BfNQL3oQlTlRR5dlso3XFtnei5vzrdnI26aHno7
d62dMaKFjSgkGK8716zbtrK2z7T+98+eibofazlVpydVUfdCEQcLNnEYXmXdGf3Jqx7WdqRNxTfE
9ZvYw1w+4aY4oAj1Z7tlN8qDoT2CkfZVrdun5a9WO4cx2mS8/numoNCCbLMqiM3NfKfIutQ08son
+xNCjqvia3JVkTXgZRfiE5fpLEiPINk/zTezdy426c0p82zozXdAQX22Et0pn0b3NMgvnN2jqQ0c
40mNbpU8vhDGw/tz9M3149mAm68CYXNpzK1dPhV8cW7/FVO/rwK9fn+Ut3/MZ8NsPoWFRpxdANVi
CdH2H+/vgUEHII3ODPPm9H82ymb649GIjYEyx1Nhk2vAaSRJzrRP3txBno2wmf76LBQk9LyuGpJr
v+NSr618Cl+SpnXOX/XmsvtsrM0HoIiMWCWNsSrHt/fmg/0AyLc488q0V6OQ6Ewjj3muuYSLWZtf
plmqSOiL1J50S073iL7Ap45WhKE9XYI5XrW1TR8daSQZxCyVuc+ZKvuZwqsPBinQrKddIb3CtUTQ
Vsrok2IrUIbWzpk/dOPS5at0gU2Z4k/wOivjmlb3fOUx9KFeGXbhTxSjdKy5FsjMtwm3ismZtZMk
6BvD+V2s1z2vHlKQF3gQSO8Yjc7+oEnXAK1qLuW1O4fLzwxnAD3xyZh6D0VNX1/RobcJDXFcSp6D
QjZ5sbaPvVFfHLy/BqzaUMfmdua7WD+vF22tdWtdVQErzGq1aLx8KLuhE1ms27eTXsIYNyvPOnU/
oi/uB4p6h7i6JSPl3E746hd/cQp6BSsr0qJPNINTUOGkHDEflvBu5sXV9EijczlpZ5VZm/UFHTqw
pAL5UHFKbpOr7INzsO7R7tnciG8IPotgOf8qzuwdby5qz8RomzkdamNn0t7nnDd/Wtxvde0DVHv/
l3tzoX42xGY2zlWXFvQA2WlR1nmK9kFhHir9fdaOPwRV3nI4ufHjnzH/f9Llf5D99ez1v8pTvT/V
w0n5k3d5AXj8v/7zRbbq+s/+O1vVdP8lqHZpMEpQdQL0+b9Zl0L9FxKc1XxEIDgVVn7P/8m6VEnB
NAlO5X90/imQgnyFXTX08f/5Dygt/1q75MAMV5iLCp7tb8Iu14n3v5+7YyNHRmyEZp9/IbvRFuMB
jBgBL0S+mw73EvBlo1d+l5rQL5+9nft//oXPIyxfTs4/wxAVjsRaW2MlzW2PvwiXSqGz7NwofZ1/
MVRWctH21S1uy/JbhJPoG5Rv/QB3Tv3WEB7zV2K4dXgOTS6mE9gQOhyRzTcPMb3tzNKMjqVKXJ6W
OUVQyOnj+8/4+lW6FrQztKYYQgBZre/g2UE0Vm2ax1oUH+GDhT4dKQIxKI/574/yciX551HsNeF5
zXrmf69/xbNRCM6IQndO4qNKr89TqAwScbXQCXIKNXh/qLceCDWWukrgbDh9G/FONjRMa9jqRyD/
w6NL2XkPHgK92N8Pg0Wc7R41BYv/5sfpQTPO0P3joxyLfoexQCXSJevPCDY2jpk/L25FcwIZhMWH
/GuzPiZjV1HRUeMjrJr62BEyRNdNzfdVqP+aOgnYrIM+aAyDs59wbgejXCoufpb793MRp9eK9AHX
t4rhXv6AI0F8oYIc/Rh3gNxipzAB/9v5mVP0uk2//K6Z5WgYMVpyRHG21n8qaZxGDD0+Npn6NMFm
8Vyr/mASpgThXlp/P1PgCzBPWKrQYW1ZMpQdtTZxrfiY0Gy6GMjq9DAeN2fOJm9MfbwGKhYypj5f
8ubNYfodudu16dFYZAjLJG8Cjiq/JpU2+V9OSQGwAP8ksqQ1A3LrjCmyVstp5RTHHh8D+i8mD2XQ
TjuzYrz6kQQTgUs39jSTr2ybfBv2TgEIuWbFWFAxWVGRPVkRsaPk6zgfuNeec/+9+qAZz0EOvBJS
mXvb8WbN6Ka2i5MjUYhZEKdEvimGU+z+9uWhBcaBCoANGiUenpcTvKFx1zh0c49SN7UD8WIjheDM
ODPK6+95JYYw39AYsUma1mZ1qlYdYGuHBVI7UXqtFCpV7EY+JWXl7uM+0u9QIn8wnKb7XY9tdUed
rUTjUJ3Tr71+qSb6RltfPXDr6rVZvhIznysNh99RxGIGKqk8hUpyTjv6xiCsw9x9uf5j6NnawvJO
r4Ym4QNzUbrswrJF9GZbzd9+xhz3n4+yeRQSRcIuN+b42OsZAVq6AOcwAbZ/f368+ozZUtaPi3MH
nBlEoS/nhzvj51a1qjgWii5IjJlAHcbKsKPc55ypE749FE4LhIursnD9759tlmrlTE5lq8VxLjTr
k4GfPPT0Zuq/Zqve/8w+ti4/L5ZcwS7GCoh9f725bvW9S9uRD2HX1RGE0r1EMndopNDJu5h9TR39
vIHB5pTTORzJ66nBsCbvEVsUq8g2fRRStxz7iI6Co0Vot4sk9OigZ3/9ozEKbGfgIiyITPeXb9KJ
y7RG81Ed6e06tT/qxItcNyiGqIL1fRId3p8jb7xLcJF8wjgU0S5vLYDE+ywdt/r6iONKc0gtJDKB
dLGBvoazOLeRvThPszJYR1nDIDnzQ75eljmMcOZWDex63IU3syYimK8ypN0cqx6ReEAgpB152PfT
H3GcGw9EVELUfv95X01UTj4Cfynb2gpPdDavV89IBGqiojtGtFY8yJ9Uf90U0UWomWeM7a/mC0Nx
ANEE29rK09g8HTDn1Lbqqj+auqr/FlOi3dZqh+rsr5+I8w1L1pousIL5X04YNBO0kMp8PC6DNl4D
3C32xdBFhwhczvf3h3r1e3Hy4HbCkY5vfE0XeDlU5WatQNQ0HFsHZULOj3Q1ka7lL47SXwqtd86c
4N74sSAecvviwKpBv1nf8LNVJcJUacZuNxwVnQcCm94H5ZqNQUaMffn+o736DtZHw5ZqczgwWTc3
QzH1Wqlmw3DkNKSdiMFBJReNxY0kdeS2XFqy6SqXyEebxuXx/aEh+fAcLxa0dXCwZnx/+rqPb2aK
WSsih+6k3zUjIt0P0paK2HXOZDofMAwj/1hvp2jkm0Vbbsg+1cVV0WKuQzqLN6rYp01djD7xKd20
I+lOtXraprlT4TkMqYfdoh7hJGqISVUOwApaIzDbNEacb0ToPMxhDL8qVqlwPp4NkV9mBLbrAeLe
qrsoNOw4XtjUTUfRL9FkINQJDazrVqn50KZLMft1WCzf8lJPsnvstdzG9KTurOuSaCqKhJEkQuiT
lgx0rlW0mOYesO+Qnoiwmvq9MeoCgCw3cvcuS83ut9m12riGlCnxDUD7Whz00iUlY8ijuglIgi1I
KGwIFL006N9TkBdD9z0qFtsOULA60Y3jQHjFK2oUaIg7Iy68OKfRd4O8p75RVZl/7Xu7NXYpVwMi
zmczOWikoxknaSBtuyWWsE7uYuRH8y4pF+eh4zz/TSFUL79Y3KyP9501VdHFkk3h8C3Pmky5Qd6f
2gfpYHoBtjdDZv2QTprZoPMFEHG3EDA17cmPtk90awlvi4vSyQ5ViZAtCOXgLJeNXdPEIy65onKd
jngdRmL3+sMo0qTwynZKnX2oK/KTMq4Si1pt0u8t4tiYuDab5MgOJarjG4NB1g2ylORUxyoltkY1
y9jvuUIfFOKe8El0HSLkGtlh6hVZ2P0MJ9362E+SGxnf7/jfnJ3XkttIloafCBHwZi9py4JVJbXc
DaJbBt4jkQCefj+oJ3ZFkEFEzdzMxKhbyUykOeY38ZPameUseWd6P4EButPWBcoYb+OOK/oYRMGY
7yZbqcxnpegteUgnB+zbxms5mPuICNE55QAdUA9B+Nz5B2UIUGhK6ogwASho1e6+ciYQtaXilf+A
NUBWmy4/1nCAF8TBbLGreE2bGBtZ4Kiq/m0gD4p+Tvh/6ndKbLnlMQtUXDqBXlfoVId2JA4TvrzW
wbGSTL0PdEoGh9YCt7x1vRSjzw1ZUjoR9ICKekAoqrXv0w5LOwO9RleY4FhB8e8KSsgAn1Ja3Lt2
kvW4bVO85x7tzMF5qsdIQnwbR61uD56URnyIU2yY9vBiK/nQgq5q281oWEPxiCMD9o61Ys1AjR6g
22PTFln6bGG9qv3AnhfjaIxkk6h6FvCZAee1bg9ulfK2ft8hmRQfrSSolL/tPqf+W6F/1O9KXS2z
Y9/GHniMMLNfKd9EQDsAEWvqzH2gT2Z7EWxkJ6vK5jiJoKvu45R/eTMmbpztp6bDd6jqAKo/eAQD
9s6GU4gLG89UsJcYzb3YYSHxlZJUlU5t03Qpcl+V7n7BADfN+w31nqb4NGm9HfyYtK4Iv+C1rUso
rxmq2btCVfNI3FdTauO7pbiD0f5dZbXVvaWc9vFJqXhWjqmTU3DoKqPrgk0SYSLV7KZIlj/6Ma07
XLoi1BKLgzPEolHZixJH3A10BTX3UVE1pmMbGVb2eW4ApFsLyc6obzd142LB9jjgtXzMRtbrvrHz
kRubIpssP1T4IipYfeGj/CLzxJvu8IIys1fTbixvq9SxpjxwtJAisrOwj+8awDnW1m4iF7vJMZDF
d6yXp+FlbApnJt03gLYxtI4L+RNL1bL/lcaj3r95aRl2fpKYE5kykYxxrBqwPD9zXc1HHFYra5o+
jsUUAExRkT/sH2r02ZvvWTmozYta5kW8U9kEyb6Fw+c95KMwOFi6muEebEBEyeRkjEctEXmOaa6m
w48irLMOQCXD8lcOBF9o24jrOXFBfxPJiq0pB+MpCB3zu0afxPs74FyHe7sFVLW3CxgJmxIrTYnA
fRp3xl0CGXTcpUCZQFtXkaVn2wFDE2BQ7mB/6TNAFE9ceE6wcaMkSneKHqZ+2Q5esyeQdMEHtL33
KY9ylzsaTbwfnocQCT7OyjQ8enkLoGrA/BQozSBda0/okJt3kdZ76qazJogeXoS08abT1QjmQaGa
v4oOJ56NzK1a2wgjLbO9zJL4G68ADnWeZyG1VikieogAoIIorg2aQfqId/0BBTH1ZQAY420hzZjM
VJSK+RElpeh7nct0otfJRfRUa17BzQkALd25shOq31kFVHu3iIt2x7qU6m50B7PaOm1Y/ehkGwDD
ycVUbeDeUsMaFGA1L8WQT80djMZYK7aDUqfdIUAIdjw2weRFT83s+htugPAYEPM6cEr7qHRye5fr
cxfbHcjOtmpjGLQPervBv6CrAcFv8mzw4A0liQYeS2B3DPImt6zXGogM9qRIJL9VHmEZlzk4p1OE
O9iAqpTVmm+icMPmpamzhCMWIyyxSww5xhtugrb0PXgSHPAGFOzOtGq7hlstteAoMQ3XH5wm6pXX
HKxStslrtfrGQ2Ij805NFPSEbL1NEg7YK2eEbt/ooqv5Q53BoAU4hjX3DxGp9RN4oB5DxxjX5unI
/WIl206kaT/bzMai2wZTYBXHodY7e1v2EdystCdq2fZ9qeob7my4Z1zm2FoDEgqiOwUBnugASkUC
PMSsAV2Btu5s9ZEylhw3nkIZ49A4bvJr7PUkvucfjz+EZtt9aptqaAArDfPzE6GPk25dODm44g0l
zPY0ttg1ltnkylth1LW3d/Dlsz7UYdDDHms1Okrb1oZL9TgUWfXDmmOTe7BEToEwapRQFBnCysLU
mWMqj3WpGeOzpg5heaimgjsroNIqjnreJxyLIgHkTiMuzXeNhNZz73VK9Cl28sbcGGXpfIDUGLu4
Pdd1CUsi8H7EsYYLZNvoko/XBZSFm2oK/6ZFXBd3I2FgcciSmQFhhF3SvD+7INCnVDqLcBroZp2H
4EZhVGDjuWukm7JTYuVLnczOEcEYHm6HwVeDfZQaZ2MhtN+tRVUfG6GwNzpHPHtVDt7QwCOhxRQH
8yNtrZJ0dShS7JmaTMV2CQZDd3LoR+DozxMOTER/qvpFDdTpIW7Nwr89q4U6BkvHwtH0oR3jYppE
Nni+gK1u9zIEK4ehe43vO2Fa4k+KnT5AYwmf4dzpxd0wwzc3KRBJ2Alhrv+EJVycavTJXxsiqDVb
hSuJqUsKh6QkCjkUKBc/qVJxmqaWgZqbBBs8BdJ8MPs4WKksXBsF3jviG7Q0UFxffM8pnpRu6hhl
6jOM7GsxHFIqifvb63slJaU1Q5+LDh21hKWYO5ybToy6JZ91SbUkpopxVJsE+LiW1V9E2ybvTkkJ
00GPIqxIQ5CS8vnnlKMXgZ1UJzi8lr5N+FC8C0q9BSZd7d47NTaNSSEIWXdk1ZaKP2PrFOWUmepz
ojZknjjJ6xr0NlpSO6WWTrDNkgEw1O1BL/PgWUaYWhACQIAS9MXeCJ08qHUt9J5NMXgjtFKrjY+o
EqKSNxluUO3bviv6lwyPnfI5m8W1Vn7AOURhPi8U6nFo5OXg4UCL9nyBRaSrtSZi5RnbYvdBOpV2
GnOFRLTVEDBIWhLkXdIGsbky7uV2JQGnC4GSHQU+Z6kKighCQHWlnG27HXcPvRiuZsmzc3t5L0dB
l2BuSmmzdxQglPPZqXowDnbpBs9Bipn9aEJJd+YI4/YoF/cbOiFwMil0zS4htrlAsWU9BRLV651n
UWboiNG62hLq1KjEZPrK+buY0GKoRUlIbbMe7ProPDtSaM+1WrgnykRruJXLUSBpsR1o8NOToi5/
vmxuWOW1WUjvuUoUeJWIG8F/8bqVG+ty2Sj4U4lkC9LB1pcF3h5ymKllTehX0My2IyR+ckGzVvA+
x4Tm0+1vdGVK+CNQF6RLBMBguc+d3tHRzvZmbF+oNqeCrj3GfsI2V57Vi3Hm2hI3FgKbqI6y+c6X
bpp0iLKtxgNOQH2oTUP7VhjRtPLMXZ7a81EW28Cu4zoU+BY+G5D+hFkMIOlj7w5z0OBjkmSSVyaR
K13KizFpSP25gvOf/1EdnOwp9yIlj/wOBummL5S91v5UnFJgEW1NB5QZ1lSfrm0QWlBU5rHeAWQy
r/UfI6YDRPo5gfChjGQC+S6ZPyBZoMd30hr/A/n5PvxP+LN8uURyXHw4ypG0/Tm/VHax8Jx/zB+D
jbpMlDRUIz/OHcy4EDhyiPKHNafQK6sIYGa+JRDhmYVjzodpoyF2tbiP/AKZeD8pq5LkUStOmGLg
rolZ/YghuVzTmr6ykjNMh+ALqC3hwWJUCn1pU44i8p0iKO4bq4j3SQxnoC7R0Lp90C4ihHkdMY8i
ROCjXaj00sHQtKqbIsj9LSQgRU2fR7SK4w0GvIir6WW8AkG79uEIe/CVRm+Dd3QR+DghTg9WqUf+
kBvOl9C1tK+pZ5b729O6Ogptc9R+gFVqS9kpFcfsaoC27MPqq1v4hZUdnLxxUqP3XiCs31yDhwMw
u3At5Td62+xhTnWxX1tGfa/jaro3xqRZOczXNgQPI/5GZBr4vy0WreraSAFZF/sAiMI7D0wIbM6k
eHYyhARvr9y1DTF7THF9EGrQCDrf8RnEMPI0GfuW2rx1mUceWKQIKJjiK732L7cHuzov9h1Yz9+y
OYuXKykjp3GtMfaLNjNPaijr71M7NECU9bVuybUdQdzGfY/KC+Hw/FP+uDCKrMhKo8tILzQjpIrS
9EH7SfGcqP94e05XByJ9ogXLtUG/5HygzIzjwoDL6QdB0VF+xH3xkwFPvNu/f5wZuMFjTELoXpgK
k/abhZIkPsqJ4rMz2gOmJVOVvdO0jWsIzBrxGMeI/wIPeD6fqYaSPQk2BPICYhdGGgJrjht9eO9s
aHXPErDo2MxfaTFK20Uj5ZI69d1mGJ6yulefcjvNVtBXl/uN8BQ0EvpMuB9gZHM+F9o3qtdQPPHb
MEu+TnFfHyxRAkbKIMeuHKS1seZc4o8Nl7iZC6l7Sv0+1qdX4IgImrcqlvEQf1euh8sth449hWeQ
HyoIg9+8jT+GEvQrghAWoN/lRvApUwINU+vYeW9yByB+rgqQFvMgXiQ/uV0ZZhPnid+ncevsNVt6
4q0BCNVvvXRyjZV48+qk+FSgQi2gDMuoVg200LGEwZ0nJQVq6tdopYk10ej55jxrLmLVPtsRco5m
sNBveaU/lk6f8wtLcC0EqLNQmwR1UBM9W/1do7rlk3Bl8oSio+Ij0TO0MJlzN1h5gq9sFGSdwEMh
G00c6i02itUmdWmOdeI7LU0/KohTEG9FmZSftRB1vt3tgzb/bRcTxiJqzrJ4TtRFLGqGJrxHpUl8
WPXtgaIcRRUbtrpppsmDnYjuMSxa/a7xqDDdHvnKB3XhV5JC8h7P/zk/EMgxxF6WR4mfjFm2Q5Ij
3gupjyu79NooEB2AQQF/sS8gG5Y70A6pu8SPgct9ttUErir/Z7xmznf5TqJjR51jXkaS8uXGCai8
B9bAOiqGnD7YnVl9SNDQ2toBMWJFB8t7/32CcB5BL51wMKrm4obMnVFOIf4bftWC1RxdpT9kLSL5
HfXJlct4/hLLPQJqjpySdA/jvEW4URRw2RIziP00bMWBMxECO3yuel39hEBJv0umfq3AcO0Q/P5g
vAHo1y+fZ0k/MYtRm/GtXjMPOXHvg6MMCiIqTrtyW147AVRPZpU+bl0sR873YRN3JGMD9xhi19kH
O0I4vO6U/EF2hbrrNSuxNk1QeQ9t6vT720fg6ixnVhFTpTq/lI4eaOyZ2Fck/qDZ7TfD6xLA5i0m
Y7RHg26tGnd1i+IUCjuI+4Ub7nyiUZTXo8sYvisQ1Asqo9pFE9JrRa8Vj3hamF9vz+7qtvljvMW2
yXEkTFXaMH4uEfhNnOxnKJR0kw9J8kDrPX/S0ixfSa2vrSjuQgDP0O2b7XbP52gUWSQ9WNU+0oXj
Y5BErtz0kSi+BhEklZW7c8HWI6DjkfhztMXWoQtCfz7RE19r2srcDbhzboAvBC+JSIZjkRQRqAj6
kmPnCrQYHaP4DONgLbJYMHb/8zMgS/w2vEKgf5EfenirezJ2eImlpDxWoBr2o04Rd5/Vvmkg9mWI
60FhA3ugCV/K18bSgxcRV+FdXhnJ/dBgthzZhVWtXPHXdgA2XKBDiUJ0cyl27bqttINERV1NE9E+
LRPZHgotpV9J3VSkR1k4//DYVys55dVNgLQnOCjSCDRlzzcBpdAgEAIoj7BafyoL49OUBOq+zmxl
5e649rqQKRNlzchsQHnnI9Wu0gRux91hDDMHLiiSnT326uH2Qbp2Q5GKAzz5HZosYbZdiYpnK8bE
LynU+yrCBR8QMG2fdMRZ3ian85CaN7s7DfnaFVTe1ZXEjYhv55Kge4uVNJtUrdpCS/zUS62910I6
D/XeeJidd1b2yvxXLR8ZCtjoMkFaxJJgsZQ8YCImDE/9aWh+5h5btWvr6WdbG/pXKhXjMYrc8Wvp
lvlPUBvtCqzs6hkyCH9gHYEBtvR5K/8R+GVqWPMnQeo35ARHRUHU/wFVTKx19KFqPqRV3H12cqxb
NrXUfgy59XUsevNQucL4gEcp+JXIktPX9394CAyWZ+v0hTCeOf9R6Tg2dDIJkdTSoNTTaNp0CCoM
1HQ59hQWsuIbTe72TUE+Y2VBru05WCCYsav4jqGkdD60NNLeK1Xab04ZSGcbJegEb5BIAXLV5Kos
dgoQ6mGjqalT7pDo8cTK0ZoHuNgPHh5rBmQw0MuLracYQUQy0Ca+PqXaqQYc9hfUlORZG5Rw16qR
dfSi3ngfbf/fqxT4N7QHCh7zmT6ftldjoKBaVeJnWHCFG6s0keMEWqKceup690ahrTHZrx0xk8oX
uRRhP3Zc5yOGYzSkACwSvzFwitjKXJTeLhtQAto4cYbIx+0tdW1ZTVyW4KpQmSXyOB+unwI1dzOP
JytqXMaR9T9tGoI89KI4OqDX4/2KyLQ+3R71WugB2H3WtqKKaeuLFwqihUAyjYdAoNvabaYwQ/NF
BwJ0nLl14mAIrf3r9pDX1pXMFBEskiKEvRbrOnRJOSaQB30xGMXJicJh3FVN2Eegl8309b8YDKMR
oL40sEnbzlc1Dt2pG4uO5N5qsk+WoBt5KIc4+weVCSSPbw922SUn7GAwLC5tSHu4PJ2PNnhFW3su
q9mW5DFKksotWmbhHoDQtLU1BGUzU3uNVbyXnUSP0L53KFaHrVNuFDxE/ouLm44JLwS4T4oNix01
dx0w3cxToEAi/RrkXeenZUQXjXjH9Y10qE8YigT2BkW66slyKVmu/IJL0s28INxVgIF5qbjDzxcE
t46mttC68Ju0Nbee1qrD09RbI8q18XRCe1iJtwDnXjqtM5+U2NGQstNm8UCJitvtj3Pt3gSRQdWa
lIyO4nwS/nhH+jCJatRUUz8xI/dAH6Kcafdh/SgqdzwIEXnfzSHPnquytNf2xfzdl1fmTCg1aGTi
grmMA9tGjGGGFrFf5HTDN9xa5pcOAbwvSmclzdYeWySDehG5m0lWHTLNRT0gU1pDwl2JWK7dMmRT
VDEgD7BRF3sikXmWppNIfU2MAJTjhmr4FmVyEFHTSH3y0KVh8EtRMnVaif2ujQwNGYtRns3LMmjH
vAqF+8xHP05zNmFVqNFeIOD0hgyZiksC+MmtQHt5rbd77b6BjDo3aGaThKVnkzl45WhKhZfDKrMn
bajl1lSL+q3XY2cl77g2R+h/bLHZt+DCjQtZbVQyUQ30Yccah2BAEpOiln0PzkB5bPPoU1L06sq6
Xp/e/4+5CM9aywXYXBWpr1IZe5Rj+Aa0rXjEbzi/v32Crr0VVC3psDl0HOBtnp+gEpByrQJ+84Oy
xrlX6uk4HWt8QZFk1nET3kihNCvRztUxZ3NKCjgASJYXSOAZMFrGKvVlATpsY3YThhOccMg2qeHt
y95Ze/av3RMElHNw5bJjljValHhFnRp66g+xpe4DnJXirV4E9Z2up/ajdGKE3VpeyZ3iNWutgqv7
h4iKssocbRvzn/9xR0UIDIa9zv5RwuahVAPfTgZAZLZ4VeKg3Y35Wp3jaqKM1MD/jbi4oAsPEyt3
SFK/0GEAmIReu7aqgz0AlubBaTtUUp3ia45G71Hv+ukYo1G7ciVdS9WQqaRhAZQLyPYilqZmq7Vg
hVNfzwvrGHtqtXHtoF8pN179rLiVE+b8S748X9oMU8epxl3RjwonPVjU9rFgsN1dqPTRUw9E5tB3
4yyEMcIeuH1urp7QP4ZefFUb8Syk+jSaGfSylI2HycVftRsD/VWdmQZxe7SryzkT1udDQ7tz8UXD
uO0bs80yf1SQ8d/gZ05kVdUSj+vbA12bFrht4GoePVVMg85XFFlW+gHxnJi5lVZuEtsaugPhbU5B
oVFh9fwXwxGNz/wwm+L04vap9ArN79Blp9p0HDZxkdWfgfG3vxQ7ENl/sSfJ7eZG2typMRZhYzYk
kVJMCledyKpdC+NoO5VDtLInr66gy+3Grqd9suRXw21qy9CLM7+jp4F/MVLw+tEoou6DbB23Xfle
165SQkFI1GAmccNbBKdKS0/PE03mY0qSfuhMXA4aHGq/oOhhutuWEsJalWkxIm8cLWMXSxfaNjOO
a7FDatupVNT0TT+ZQIRbqJm/aJGYniPZah+g1Mi721tk/ip/hFnzeCQWRJlwT3nnl+WlDiBSPE22
5Qtbae50JUjte6u0sICyRiPFTjQGTC9rh2qT2emgkVGyq9eI5ovz9++PmJGc9G5olC5zAIx5gxzN
YMvHWEBuaD5nDxMWXu979edRyNowxIZIAhV0SQDN22pye5cXQkZa+SBHJ90h4W3v0LVdw/4udum/
Q1k8hzNWCDWUxcGzqwLBdc0NfMvrzPHQgfjKtyF0gGlrCpLilXN+uX4zcoINajvsU2w2z68Vx6id
HIay4w8eeT76Btg/xXF1vL1VLrcmLzxef1RRSAku6oOV7oViREzBx7W6Pjluo393RqO5rySAUC8v
1G+3x7tcREgsFDxR6WYh+XDns8p6xZg64Xp+NLpptQnaBgljb8hebd6elYN+eQygmVIyI+sDagjo
6nysRrcyqDdt4Bcxpg2bTkGLW6maaq+2pgWFB6aWvU8QgEHHWYnQrU8cc1pZ3yvz1Wkizu3gmTxs
L16hpLJc8MxsmpLC912pCbGL89Ld9wgirqT4v1sH58ceLAKQG54icFjkrufztY3MokQq01MTaHW3
iaCxVceED2+cUihCzd6OWwPLlMSkcdxkWdwd1KZpzGPVj6Ny51VRZu5sK2zbnSJnzk5iRMn4V5ep
RXNQklgiAlB0dvrYTEbT79zYs341bY3UWUkTDIOTKcv7fmPXFZW4KPUM8akZQdgdgLhkzS4RmcDL
KkvwaWpHTpO5SfEwyktA8kXwMTXNQN6paelinsGFomwkPafjCHEu2Lawh4xjanbDScs7W74Gno1Z
RiI8Uz5pUqmbZ3xgmmbXelUVb4YiNo37QrfKBOaP2eWbMcjM/DPcwHE6NGYTDNsxmYb8o3Ca0Dw2
IX4e+0Tv2mlHdx3CipvZw9+2Vxbo0hsciH2cI0i3qxJXkXs3DwcsEtzJqF8RvO5h6zW2pdxRWgnQ
zdM0GR5YV9XcT6k1WK+iiGWNC8w4Su+AcUXbfI4gwbmIPreyN1C2q+vOPDWKrEFbqlr/V9LDyf42
6ELkLwp+FDF5YpgGH4caUAvc4GCIggfXiAvxEgy6Or55RtmOzxYXVHg/yUabTRPINI+K0yOq1KHh
br/2+eSWK0/N5S31HzQqjUl835egnt6JSSFKozpFVMb3LcifTaWH7f72rXE5ChbZlJJIRcCSW0uJ
iNxqcxyjMnmCKSReq9zs90mkr3nyzs/w4vyAzPfozMGMoQm9uOADw2xRpZ8veDvTd+A5yo+NSgli
XwgFcIHZFp61c8qk//Le2YH6Y+1oKrA3jGVtTrOnuAHtkZyUOpFwEUdpbiK3tovd7XEu73qayOSs
1OlxdiXHOL8f6jI1VcGrdZJpxyHrSz37leHY+4ndL6Jdk2m4MN0ecv4rz5eUIZkR06PsQMB1PqQR
6eCtayM9KelU6qA36iDbFxU2kU+Tmk3uu3cjUlXExWySWa1nqd4Ul44Oa7zEmpAa3j7rR+0QzD4X
tyd1uY6wlAnAaVPr/I+lH2IxyHCKBxH4qWF2x8qsorcS+6g7xFnCPaQYR6wMeLn9GZAPBpqC8iUx
//kq6mZiYlEwBrjtqfrRS2jiAYl5J26O+IatAWkCIsyMFFlCy/ORpoltx8nJk6Z5MqbIxrMsXFNm
uLJ4tEx4/Smzz+5n+vlcYFS1oEHz9KQFwvgm63r6FBm0po3KzQ+KWhUrhZP50TvfgdTXgWSxL0jP
qJycj1cM2jSkWY+Ln8ysR23Ipn4X0BT6jDdr9MBM1Wcuhf5nO2jDSr57bWhqy/NeARIGXOp86DQL
c4iKZn0qNLXt76oio6rgth12Tv1oODgUJWXQPUhtmLzjJOx2pTd6uW3ISRH4ABaD7bd3gYwN9Qne
mC1Ppl6MDxT8UGUHoH53+zRcG4UKP2dBnwdZplPYAYyjbWXDKZ3iaFvnSvxzqCrMsG4Pc3mTAOnk
KiFk5AhQsz1fzEJXStwF+uGEI/xjFCjONu0QIeic0l4JG39zNc63zMzmARdC6gJJZantiENVbTRG
Mp4A3k7IIAxh9FbbIyRXJ5t0/Ll1ObkvePE16p74w6pfhtTu8EAvE0X+HeIgIHY1avsh1g5CcfdW
4MgnS4aKhWMDHfF337GQyihhIzw7ixsuC/qKk4UaUc94IgAaj+g7qHeD1okT5ivTu18QYMLEl5wl
drW6TNRDQ+3F1CjjiYi2bzZt0th3RST7H6Xom4+KLZv28O7PzvHTSO/gkvKGLLIgHOobmVrJdOpT
0T/oLf52I4CXnTs5a57MVzYynsxzpK7jtAtv7HyHBU2qhCY27Cd1VLW7LpyibZhma4JQl0EGAQZX
LOV/G1zcEpDhxKoxKeGQn0Tdizs9MatP0sJJS6nrFNluTA4zId6JMeRqp4DD3Kgbm+iJLl/+uSwe
Dl7HoNVg7au4yLe6SX/l9rf6HSAtDg43jg7/yeIevwhkwqYXiYJZ2SmuKCd42YSAQwOBXqpG+mKi
xf5NRIOVbzx6HMegkQ+DaspvZhJmD8gmtI+9VTb7sJS1b5v5O9Gc7NaZBTmDwsFaOpATzj8v9aVR
x61KO/V5QZEA0xV0Gxx9pTdwsYkot0B2BNSDKiwiiIvnTcOSp5EhtDmc/tQNcoHa3g1Hd+XIL8SY
6ZqgeTVHqbBS6OXyTc8nk5DzlqneCT+bdeY3nkng+jPpatE+hZNVq8+FIKW9C2U3DrO0tlsdMwUF
sIc6LEIdp6Yk6faQZ6ZhM9iyp3wyjfka9/PiyuZHWr8tzhH548JYHChbG0A5obTi64pew603kn0/
Cx8pevpODvTv9ZhrMlSXqVbCmFish5xIwFQpfNChDZak2EcZuAauXH+XH3c+sowwD0I8Nv/5H22J
rI0qqCZ17w8o22xrT4+OujWsCblfjsKNB1iO2BI5cS6z81FUM221Bon0mVeuPZS4ue5Ugb/m7cN6
EYeZ8ygQ2akTAtFdtmLrPMZCzW4YhRwHUR3rH2FMd/ipzea74Rpq/XIrUMQysB6ZazHUOxbHwpIJ
yWdmaD4iGtDmjTRPjxbKbUjVZMbn2zO7OpYJ6tgAnENvd3E2yqDF0S3tNF8pZoOQBvudUuHdQGd1
raV67VORSs2EE2q7FHfPPxWgwUxoU6/5sgtt1ArDYBdP9Zr/+sWTwacCpOCAdpqLnUudtgm78U6f
WDyAdeVOimKkPiOUD52BskRjlNVBs+N6pSZ/dWpUbtHNhPV9kQwPthu1lA41fxrH9oBwRHMfpWKt
RHd1FEIKbe6bENwt9oUm8G6OSlPzI8POt6It6kdDhGvdveujoLQLgJoE2150MWzMgRFbszTAPZ21
DRIEBRSlfSezjjuIzwS2hlsI5T7oOuebIbXwfvNGl33XYFqBJS6G5UjlrMTBVzcDUEedNiEZ9RJ1
lo9pYfckGz5QmmmLbffJVmffMOMjZM/ZYv19eOX/zOr/xluW8SM1sQAJ8IWSqvtWhPR7hRdWO6sQ
a6CBi3LtvH6AvxFkIDG8wCe0blMKc1Q035AgknvdvYvD4s6JvHpj1NNf+Ft8w2rqlaZXt7Km124M
VhPjBsoHDkn2+Zdrs8bqkpj9YTpWcNRFP+I67xV3GSnje+NZJjlD+GcWK7TjZY0p7dgW08QmieBX
b2ELuQgRGlQjJbo5t+/Ba7ueCxesD88IEcniHlQpOLd5nehgmz2gmd7sl5lh6Xl7lKtrR2Y9A+fI
5pfQ33gwhTU2te43AUILYBF+Bskgdm6YxivzWaLK2IqIxFLYhuCBXAdNi/PPZAulrWaPSb/AxGOL
KVlzh7KPvs1KpzhKenqwnKPhWfRaf6iwiDpQ76zusMqVlEEdfaWwcLm8hGHEkTMBcI4H5oX5IxjI
cduxzMmc/MHCpq6Yiacl+kArk742igdubAYJ2sTw83Xwxyj0fpqw8gLdL1jWXdj136yhHlY25eUg
XIvsR5RwaSCADjofJOtRSewHAyM+pVIOWtgDBnM7c2WnXEQcoI6glwKzp3dNK3mxYAG2vlrkRY4f
15iSu9Yz1BUPd+KxRElmbbNcTGkWG/EMiCSEG5y4xZXvDZGW9Elr+ch2mzuZm/T+cyPZ3d7810bR
iQM5yXR3+EbnCxeMosdtprd8q0Ee0tZ772CmyLb9F6NQtEVfBKMJe0k1dd2mqxAopJNqABMMBsWA
5hcGH949CkCf348kBDEaZudzqRB1NydUsPwQif8dbDht33cYh94e5eK6oCU3y7JQYURd/yKEHkav
azHCdn0ta7sPdUbXKDbS7rstcIh+/1AQbZBD4fPQO1gEZ26MNXnDD/Fz0RcbbHH7IwLFwTb2kua9
XWhmNWtJAwMnJiL7PV87yqZZXuU5nUYljTD3TMVmVG1Q4Dn2rbdndWXLgfogiKYYbLHtFkPFZdmh
n0NTM1RBvYsAKRDN7cb3vvrzhBw6LYwESHGpKdVE1PtiI2ZCnvk1hhtzbwjvB45Ow3urhxSDwQhC
oeaRot+9mE7R6aMRh3l4MhQNKfNK/16W6fvM9LimCSh4/3g+QHyifrAYRNRhTN1Co+YsizfQpNFf
ipM2b+/8MBwQ6lPoQ0NExJ97MQidHRH36VScepUmTtPqys7RFbm9Pcq/ShBnRRaSGnoOpKGUJqmI
LW42tSAs1G3h+rJBrnKHpGf4UoM7HLaCth+SGIVeOicWpM520ZjK8FM8loP76oD51R9Cmibycxar
abEfixp/Y5tIGKktYJyY7qZ98FmTssJs1UDsa1NqSm9t9KS3jfvZo7gB24iiMtpDdjtAgDEirzgC
ZMeaOPfGMduUrhoqOx1ZrQGpN4L7Q9BlrY19aiLNfYn5inHIPdnVB0DQMj+GoF2HB9G7dn30cCU4
xCpOaeOGTtGgv415OckvOKPSK7brwX0IMVOt72pkFKN7iUTnr4zr5CexuKEdJpQywyeviMz4oHpp
L7rNYKK+t5MV0Jy3YSAFeQ1SM4qOo4QP99gr8dg86dK1pqNHgRnYP8rbCBq2gfdt1oQMoaT1qFnS
PxiLTVwWOezLyo5RrDZ1JChbryieiEqG5lCbyfSGkq3zNdVkhvlXnWEsN0yK+c01qYPsXbRC9Q82
gsndXQzBQd+6GkL+WLBje+6hcVPZ+t4GjFH9aHORvgJ60bRnpyGKPBSdBfUBjeioOyUamqkPY1NJ
eRzaDOvEFD/u+i4g0e23Qawq/Sva5P1XhYI1sB+edStDiVMJzJ9UUkN1a09DNv4CeOegeKaOcbct
hrzCvctOAudtIlr0DnVvVv22yPupP+IXaiV3ne3AWNjk5SiVZ153EezNxgxfSpYo/sdzZJDuETYT
0aF2U+NLZBWmsQWMnFV7T6a584qgZaY8FH0QvcEK9rJtZWOYvC88ta53vZNIlY0hen0nhwgxa8Qt
hfmIwGSqPeQyGGNy3tFLXroyTMc7sylSJEWiSgFR0Dq1u83xGBi34BaS6Be6lp2Lj3aTfw/Ctniz
Q1BkG4uwsd1WoUzeEMYe1I/ZJIznEQlpmCzsNM17SCf419uxsJQSJeqonO67Ts27nd1S63m1JjNL
dl1kKvFJMzMlOSakyeERwIsd7SeldPX9GHUCgMn8GT7XldbqB2odurVVk0RWh6FMKvUI3EX8L2dn
tuO20W3hJyLAebglKXW37aY8xHby3xBx4nCeZz79+aoDHJiUIEJBLpwgSLaqWLVrD2uvpXpKZsWN
S+/emRHrHtG7j5N8/Z+gVYUPy6q5TzBjh3ruJ3Gx/m9Uwqn3O+AdQnKthejS1hoFDWlG/IwTJKCy
+VNRmkL2Yq1VM6AmjvoREuTE/KjIVVdlbibp3e8Z91bxTCOL1HM65kp/rjpd/uu+k7p65BkWFvOt
vLlg3uhObJ9DZZKnKZeq9hJRwjr3Tp08G4mkfmuhBT9I3a6eQzExD0YZEBNhMvnjzlRfGDEK6u3F
qHvzOR6nAllDRTuIWq5CV2FF9LhgAsDt7jtp0KLAiSoP7aUhD3rH6Gbr6SpZzsj+xX3y9/3tu14T
oCVqmOwc8TgR33ZNjeTAiT2lw8WpYEINW7Ny5UhuTvetXNeQRXUHIDOz1tQrqF5szbTGCI03n+qy
SEU5uQqaWIvb1JGCDKzgI3YzmElQnIbwufhbcRa1YHpFCoERZVPVfYAFu5rPedMjq5hZuQFPVwof
3qNlKGAfdKV1ojgQqJRDtz9yYLiPRszYXzJntA2/mCb5vTE784NTZ4QIyEnSH+ANt6hZ75NltdPm
pTZTjelKdK/rLIadcBzn9CsdHP00g4M6R+ZQRgcHS6Ss28ecTiM8GkKKhPhxT26RQ3gZQuJtBY01
hi+W9SNVpuaJSajwT15ooBJxD11zi4zlo/cGZCYklKAKLMaR+Jvtvkay1kZrbZpBWSvzk55phZ/a
+pf7R+x6dcTDlATekiMharE10mor/HFqbgVQTUpnU9K19yldUN+obf2cZ+r7PNEiyOYn7eGokkic
pBzwN/EMEebWsDbAzSprvRNMUAq7EVi3950sVQdR/5VXYO7YJMckzySjZeBta4Xsr2kmU3KCdgjT
T7DTp2dFr6XvfQwACuqy9ev97bx2q1xYyug8JwI5sVduUmouWRw60wXvCw9k0qZ+SvzoxjDPH5zL
G6ZI8OguEf3jh/Zt1yhi3+JZHi6FsYyCQyn7Ci+q9r6upOHght80RYUZ1CIdQ8aAtrsoxc3iTLE+
XNokmi2P60ZJx4iigQBLbhvzfH8T93PUvBTU0WnOMfelkHzo4vf8UlFZ6ryX1cWaLkxYFQXyVmgo
eejkGDLoiMpYvW7gP3spjdZSUbob5earrTO4ALoRDVTfLpQkemYsjI4JUgnJUS1GeN2NRxDTHzad
M1rsusDcb3+ePUl9by72eLEkJfG0KSXYo432IVEdWk5G0wUjo7ePegOOL7B7GUw8LUX631ujaC3r
1kLj9YKbGmLXgFfzo9AOOtj7608t3jVOFGkYQJN9Rg5hVitnxTpf1IGWsKdJ1Xqxpc5JfERv9KOh
yxvWkLsjt4SsmFdkXy5cimRVqJ2tlzmcl+cECYKzFCbJh1qNf9w/U9ffjL0DRosYKBNEiE5st8+p
kDwslnC+8HJLn5awQ7+Bmrnql4WtFWe9ThCgyLOpjQ+ywRuGabZTReYZF6O9Oy+OvhKQE5CqF8oP
tU9JXXJjRZr8QXaqi9I0+fMkguD7q71ye5DEiaCLYrl4Q6yd27PWtk+qMVouJeoMn5Nxjd4jNuM8
91UyfuiKLJMOTueND0lxkqxWzNjohAPb7VWQhCGdKjHI5r9GVlo+Q7qQfg3DPnm6v7br0Itngzol
H5JaPwQtW1NmGSraahXLpZPt+L2aZqhLFIl58Dzd2kHeJXhHhGjVVamt0rVIIaVZLnoYL98gC+/8
SDHyJ3lIQ3+AkPoACHZjAw0VjTOuLS1RqhTbVfWr2SlxWsoXJXdMJC/qQQj9IfjdztLBm3hjAzEF
WR3PIVGUJf79L941HPuxSrpGvmjRFJ6axtafde1Q9uuGFQGop59HzxBfuVuQVuR5XA6JcjGmXn/J
JqitKYA8qM7JS8H/GvEoHl3SGfqG27VMZdfRnm6VC6wO/SnL+9ld4ej27x+5N37FrcfHDNVduD1w
/DQPd2asJJJsK5QvqAMtmg/tEeC5impFB9h4ln9Isw2kvQeU/Glp48Y5A/3vIrgu7FpynpdWVjNP
DZ3522LNywrzBvQ6p1K2BsODN22yL61ayrknm0Cm32Vh2/5lhYnZv6uaZLS/UjCrZa9WEjqVmhHH
6XlBLOLBGbm3rQRPR7ApCtjUY7dr7Nuyz8eyUS56kVgBuU0PQX6dCFSiony/v6E3bpdw+1xh8kJK
YbvDMbcFTiSVlUteydboKgagWbdXau0jheK2O7V5qpoPH3veRBrLlJAEreG+S2r3phrPczlB/Jyp
T6qdgGNa9e7gqIhfvj0pVLPhEGYbGeRgYG67i5mqjGXWm+vFMavxR25045mDq30uV4pBy9ya3/W+
bF+URdYPoKzXHoT8CCApiTYUa/iRreUh1IAMxZzRIlTqD3CuKt+GDMDutFD5u//5xFHYL1Kg70l9
CUToeW1N8eD0aM1gCmmM6VXjqLxL1MF6uW/l+uUkIhC4SQJOkss9b5DVL+E6zLV2oVra+qUxGedi
Lm20V9voS5aY+d9Ob4Tn+0avlwZNDhQQYFhhKGWUYbu01IR3vypV7UIXxvHQhUm+2U5sPBxQCyQU
XwkJMtroe+7dpU71pQpL/ZLLdvJhHnWuuj2Zr2ZjHWF/r48FZRdApzhJgmr+frugYrYcxO5W/eLI
8Y92hcJdHurlPMXdUT/vhpcU5H6IlvAXQJt97BibVGX1RjMuoNczqIZA+pXpKUuhen1R9BLqtESf
aqaPJDVR3pnxunZ+YzbVRXYauz2pyVwv35Nkdhx3GXXR4Zp1OX2OrDH52CxZtPhLKzV/W3jj5JMF
TiR6VnNZKxBWkpOYESXk4HxlKBLHBbPShIw/5d1yFOqIDdsefi44c3iU9TkDFJu2GzqsWhkivapd
2i75p+obzbN0VLhCBoDUpPtzGeOXJWuflkj68fDRFKB8UllCEgEI2xo24YFGXGpRL5pTmR9WXZL+
zI1WObgAex4U3gExCsojwKA9dvblujEZ9Xa1W+PCSJTtUTQ3ghzlFj9K+/6TYnXdRY71/GmB5Nab
l6n+aIRT4ldmLx14meuTS/QKMgJXDcAJt71dL0ncAN9mY1+szEKRKpckr52bipL3mp0e3Vox+Scu
Iw+gYP3bmurNKipCemkXXbLRmCvLgVYC/YT7Vm4sCEgxOSMFLEuAQrdWFkRfa8nODUIiCseFkURP
I/LYvhNzdu6bun6GUC9BTYRGAK7zqh8tMTLkDHVnXKBhkvwlGvqvppKNXgQ19uAqdsxE4KwsqT9r
ef0o6gJ88RuHNO6GHH7fykMFrE5kFdsp5KwIYWk5yY6aPH46AHQYIPoow4I83yXh1pg7zdSNxiVZ
6+Ep6ozyQ0widlbH6igX2D1EgqER7KDgZEeEBh6znamwVEqyxzUPDEuy4H8q6qfR6ZFNyxFe9Kp4
0T82Ybc83/+Eu9Pyr1VSHVw25b+rmJOnLbe1EiIefdWYzqaKlp8N3sPMJR9XP903tr/1/1oTau3E
YzR79d3ZhM0jNFsVZsA2L1ElHc3uXaLn+UuzlMuTGbXquVfD4kOKSFbtGq3c+LQqrN9pbpUHb6Pw
n7/4139/icDCA/CHAmNfsjO7UMph18iDdNTn+mVoQ8TPwkKuVcTqV+03wqfuf/dXf+sDM78gsiGB
stmjoIl8oZxYJ/h+6Dn+YEQMRdY2kU+FPGoX+qThGXlH4tT7VnehxttCRbwNcA/0EE2YrTugpetU
wyzzgct1kfw2tnqmbifVPvJu+3ramyUqR7hQ2tLMFuxqEAhiWVJVtkUwt4uenZSWuVPPVKv869pX
UKkhWJk+p2PjpaORnqCUKfy4iRBrlib7Ncy75tksZ+nj/eXf+s6CUdkQlVkxDbhd/to6YQO7WhFw
zZVT34xJ7kpKRWl9suUXgPX1H/cN3iKQceA6YoaTwgG3WXyQXxJfle4cEGc4LGDHYeC27B1vrdXl
hXMxvUczVPYyyMEHBF4R8KMWXf4mS1l5sOxbZw04N1V36r60d3ZPDdzDEN07XGsoN9ffkmb905by
5VnSR+tLbSTmmeN2JN8uTtL+SoHdEKUg1kLetV04w3W6xARLHtiFtnweItlc39dQu7aeA9+c32r5
9wwc7IJc0RAtLgGYtn67v/m3vjYQEmb1eJWYy9z50HpCNtWYudW8Oq3p1lOp02SAOuyn1ZZj/95Z
B6N6rPT2duzBcgJRs2hwEK1tl922WmxmupkHnZSPX9V0lV4KOdVfrWWsfUbmpeeYEaPz/YXe+r5A
wMHQQ64niptbo/MMf0fbR0Vg8RKdkCeWnmjgo3mXy82zos79H1Mm9QeHat8ofFuqaONQcqGOig/b
WpXyPsx7ySgCLU2q72SnCdqW1vStXavpSdaixrOT5YTK6OpKOlEyY/O1B91v/aKsfXwC16s/VTXS
1Pc346bnodhE8kb5k6LC7hOE0HHgs9GSLW3UTkepd3wEJqbEs6l7eBJgmNdQm0x3TJbI19UOgmw6
nMB0QGo2CymEHKcH7+qtk0hVihiMIpjo6G23akmXelLjpgigILcml+RLMdmdQUhsJ3LLKwOSRDnY
iFs3UFDSCqY1/twDz5W+ikMGV9DUXWrlbADGfXGQU3hBs6k5zwZ88o4tmd5YzKEAFkzL0QG5dSyh
lhBZO+EEhbntqvNkissSRnLGtkDQMKEAh7M7ahqKpwB0AdcssfHK4fKasB7caAKoYSIt7uJUWq+V
suZd2rXLPwxawn83t3b1d9hH1Lxkdcr/vn9oxFndeituHdUTmj8CobB/jeMybvU0ROyEAZuJvg9z
Il+1vNWPuASuAyyRX2hiBh04O3diuyVZOhuqIniXe5gdPiz8o8EjWA/VOyWnDPXz4VUxFIvSmTh2
GNsdu2YdHJRVTWRpch3YYRNXzfqkR0kzPRxWsG8w7UMWI4LHPae/VpeFXiYwptsZAnRaWBU+Qp9H
s767BAOHw2tCO4UTTaeOCaXt5kmq1rFaqOcgR68SpEHs2vaRGEgGFyqX+FshlUUOKAchA7cRUK8/
72/n9YXCPh04TjP3hpLX1j4QEAPZkCQLUOGwPjqILK+nUh3l6Pdaamt4KsEP/dVJVsLT0vddd5qk
ajmanru+VOJJFd0BKhqUWMSP/CWgaGLACok0ZYGVLPkpZ8J4cjvUPzJujLKghtHYXJYmV/+4v/hr
F8aDBjE9W49pju/WrhUlUUWoAuUXIKPQs0DRRqe5s4vlySgw78dgw45k7W4tFsfBgSJXJkHYveAl
GVatznzxVs/Xv6GKXD2IS8YnPdeaD5C2Jb83zugcfOYbKwVTTfOeegsVrH2rVZIisx4GCDFNfXLg
ABWzQ4wVlIuDRrGToNpMBc27v7s3/IKIR4kUaT5Tyt0drTTO4yJbod+D/iJr/KEYrew5b7RGc+1C
Gn67b+3WCnWqSG8sp2Iid/stG5jiqtAuSC7NSfPRqqcSvtqz9BUWgimAibU/KmDdWB+VHZE6UxAX
wh9bixUQdpN5hTxQ1F42X9ZebqZTzwhd/U0xuvbh5xY4r0B4g1CGinNfxV31lOETVSsDLV8rX0bv
MxiLFiVtaA6fdBhsvz68n2CRZPIJOEbE+Md2dctsZ6Vt52UQpmb+vPaa5haOuvwszQ68a98uqDnf
t3jjYsCpIBizINgB1rF3hTlzDMk6lAGFHxDF9RxeYDICqmAu+bMxDs57J2dI7OCU3nglqSThgKlI
4I33AyHUKmLQ4WsZ4IDUrxLa3j+aJl5e7q/tphUYaRSB0KaOJP79Lx5OgXlpSNEYDaq5qk6x1o0e
7EpHYeKNOyB6TmA2qPaD+tidSIaFacU3cwVtP/nwWU/QonCnxEjV86rasXru1OVRihj2jOEGYE/M
1ZKY0DDfLk2LozYZgAcHoAONz1a86l+gICt/rnFofMmrwTT8R/eSYioZHxUxMdG7r9+m5RKFVCAq
KP9M6TTU+nCmF3vU3b3eS6wQQDGYDKMAycB2WWWk62ls2lgpLETU1Xxy4e8KfRitoBFdVe38H1Yl
KP6RBxABx+7bpUto9RAH1oEpTdpr3CPgq1XLwTNwfcX4/+vi9SGvgtpv5yR7SYKBuc2aYMrL9F0Z
rvkpjMaRd7ZQkWLqkvn3kOq/cnCzrz2lMOtglAK0mO3a7iUcSMDYNacOrFkaL0aUKu+gTZ9Tl25V
dlTuvr5qNhIU4lQy0gG1yc5YMpDDqVHcBK05/jXUxUAL4XHNZdglOHnipjkMDO9PR6OkyuKMUxuk
Q1NqoLeM5velo/J3un8qxI/dxvCEJsCjCNAYibryGwu9rSinoBWoKsKIY21F76jh/qPmdRnMUn1E
HHFtDg9MmwDiMQFb2juQpdKhjcvWKYir6I+5sS1PkrtPpjHaXp8vR3KW17Hvm79/i8GoC1+xMPVN
KUflNAdKJZlomYRy7YVy2kOutpbOh3IswFDXUVM0p6l0piOK9uvLgLNEbhpMtRg5349K2yWjxWXW
LNzwQnZLu/3eK+u3KBsdwGe0t2u5OT/4NXnUGGUQGgiCemWvfDoYGlJ8jSO9xq3V+e2sn+jgeXVc
2rxvq/JoxPBmDcwrGQxYX23nwSBiQki7VqTXJFdlsD1pzyxL0q/PPPgmfJT4hwOLV/ecZhcB31si
CNxwX4mFKEyu8oaMkxbqavpzJTFoEoWq9Xcrw4ZycDeuLjrWeLdF0sTiiKW3XgWCbg2GfaGsyFyl
q8+D9EkfliMxmltrErAb6Ia4EECztlbmqY0ge7CSYJrXyc/sRQEXaUvvpLycHg0SRK8QFAf3HdAm
xKtbU3lspCUznGnQVHP9DsB8flqU6WiYVyRTG5eCFZBRIp97a6GJBf8SiuDtwxFOIziBKa/8xgQa
IDYtSSkm9kUUlj+mMsmgyeikSIneD1o4Vy4TZKoTHqz21sYSx9K8ZvvoTu42Fn63MMpm9NYoOYbV
aVCbCjLOWDfG19Qxh/9wWJDuIZ7Fj1JW3K3aocM1WMZINl8iwgVwrEr8vir7/iA4ubUqXgTuN2k1
YKrdN5zapVjARSC2kFvp6kIDbv+d2OrqKWEi6f/JGJRHFOBI7fbkx2EfwsihYwyBoJGqgZNGJ3Sv
289rUTDudt95XV83nIgDto4QD/6K/TCeI8PkFMMSFYxLrZ8SzV79Aja3R7tWb3vH082EsXgTdhHK
lEROb04S/NhFAxtCaIDAdAUE8i9ElpOLahbpwTm8sS5FPHcC1e5AQbOLFxhm7VbqY0VAt0JoRE5W
KZ37oqqag6919biyNBiOIXUjaACAIH7IrxcvLcPYaKldtnk/Nq5cMxTnKqNZLb411knkNmAIj4Yf
rh45jHLH+F4kqixzd8vMlSw1aYooiCpdCpjVks+SIWlA0triea27P+AZ0w6izBsLpdcE5ghA3Y02
WUqLJE1QhQr0dE5OfVvrf1Q0mT/zcqS+FAL6PDia15eOE0nAR0+EpgjPz3Zna7ty5nmiQZHN1D58
p7K6vyQ5Wn6Dv81Znu7fg+vV0QuhAwMpFTEtOePWWFPJemyiqRIUsyRVnqq2cu1P9SI1rt1bceom
BlQUB1nq9WeESQAaFPIDhpjgYdgaTR09N82izwNnNUJm9+YmdvNF7z8zsq+5fTpDFDKCEn0MgkBs
C5k74yXkdyJC2tM6VgwqZ8VI28GZVvSKnBTpntlqzw/vKGgZNHIIAena2buSrlnqk7RadDDBp/xk
zjb5Jwc58s2GBBGhIlroX+7b2x0XesSkdEDG3mDkNFV2x2VFKaeT1Gp+xaeGniL6d3aq2X7cWw/z
GQB3oFJN+wpJJFiNds+B3NWNXNvm8loy6fKlTWBwZPw/OYi7di5MLIjcANgNcRWlr/1n6tc0zkro
z15lvaNewvtzSnUtPzj4uvC9v0QOwoy40FSJxQCFYu/eUPBJc1vFxvIqtB4zT1PSRmWotY0LN2m4
K74zdhYcbI21/BP1al25kNSZHyKSQy2Ysin8Q4kq63Ml98186spCUyFEyMMMfFmXs/1ZKUtuhFrI
6HYFUkkvk2wWyzsd4H//2o3cEK+aiiY/033WpyfG6av4LOdhYV4kAF2m76xy/RLpMXIUTTiR+rmL
bkXRh9S0uvg1q+2uPDk1rHVeJLcyO6WTvD3LSDIsL6XTFF+zLAYiBaeWdjTrsvMab3sHVpyonwoX
V2rnh1dVqZM4t+XXZii7lzCvnZNS5Ol5ddLm1BaN+igOHtJK4Dy4VA4ejmrnMJSCEVipmJRXbWp0
T9Fq4ySEb1xgd+nRubg+FqDoCHd4tWkS70MeOhOjCcRUeZWzvneHCNTD2kVHr6fYoN3hg2GPCRcx
SADF7G4DdSuG0Kedtdee4nHsJe0cnierU06Rkkmeugz/9KliVudlRF71vr+4cb3YSBFgQZgkaAi3
zleTphEKuXx+bYyy8EupjD6JUb8DL7hz8ZwQyppQ7FC4E6Mme+wcF0E2oV9VXh19+s1MbMhYbdlt
yvhnVOYlrO5Hmc31shgwYbqFnEOw1OyZxqVymMy2lJRXwLr1c5eWXxfw8QerumlEPJa8XqoI67Z7
51Td0KdmwyxLj7zbECnxGX9xRNZ67dGpjQMTh/mCJwtmsq2VPq/hi6F3DolAGVbnsV47w0V4i/q4
1heHSrM3PhVFNLQOmGhFtGm/KGDbTbiEo/46x47yxzCv5QsD6sk7EAvRa9Np+nnOlvTgLb6xRujp
MAviEZDVnoBHMpRu6cNWfyUpluAnacOv65Qg/pnDeP9YFM5ZhHmD2wYdLU1W6De2+2lMi8LIpa2/
pjQyvFUyMh/qb5RH41b2Q5pyBzfs2jtiTzTgmMmzqIvsvFVWmFMUUpB5TcNs8ufQKDwLtgjmrMbB
rfto/nT/Rl9/QBER02wUeQYlmV0Ml1QJorIwIr8SC1tQSSxa3b9Yki0mCpzOat53aDgi5JYX2dH8
4bUfgzCWcVOQS0yzUZjZbm3PyJI+rYrxyqBcBcORHP5gegqwFDipp7mNls86SrferIxHpH03NlmM
PjLsSgUAsPwuzErpaEPPuliv9FMn5B3C/mRRdnZRIrLdkpmihz8qVRM8NeMUeDQ8zHalQE2bGpFk
ql1WVEIsAg/mG2+2luTZ6DbjMv5z/6te+xrsMQhNIgw3AanA1uDirACqk156Zfd1t+/L0pvt5qj9
sId4cjkwI6YAWBh9D2P3HEDprmdWZkpIUBhBqWer3431n5Mh/2P0zHjbSf8liW0mmuTlMinGs53O
80HCI87n9jHkJzDjyCUVLOH7SAxNMQCfRDbBoJvIGZhzaE5fsoo7FrmlY0NeUsOTXjwNThaHPwdF
CTXXkmG88u/v+PU9AgRJI4aci7SWUvV2x1ddbeIsyaLAaUKGDaByVejTd/WfZo04c52iaqvHc3NU
ZLlePom6SL6oVJIUqTt3MaKiQ6O0SILKXMxnhOO65aTXRS27XayaizeOsvmnpi6G4dar1n+FNEb/
eX/l12eNVgaFVcbyMMUs93bl0JLIVjIBT4vRp3ntMiU9GWUzHZzo6ytLLUmU/plo5MDtMVbpbIVZ
Dl4Ysi0olqd0ekfvyHadEXaZzjiqFdxYEy6RSirxACwZ+wuLs+qbNOqLAD6a8o9MK/WT7aRHil1v
2cj28LIo8JMKA9Iq7frdoYm7KdJXOO6DJLVXU3Ubdi9z25bC6NMwKMnPqtTl1XfKqS5jV6rnYnoX
NYs9+XY5xIFZy6PlmYVeaV/gK3T+juiSKC7Ej2XvpZ3cVP6iOJH2gsex0oPhsFtbRLWZ15e2gWgd
bD97kcLSUQ5OEaTKYHo0/yXPgqXn4HpfP/UAnDQYZSAoBG98Vaycm2hYnLAMLEnVPWmxTX8Kc5PR
Rf0o6rxaEEU90FvAeAk5Se128dkQroh9WWEV9IqTeNMYS55djfHBzOCVn8AKd4UzJeZleVi321aF
6VAq+VRzYYvk3LQaoUS7mJIbhmE6uYDhx/PAXOHzg5eUURT6qcRLjImxzN0LpGnIow1g7oLe7CE7
kAYUmXVlPv0HK0RKwCVwgdBZbxeXF3OSLVFNUzVURq/v+oi0s354ToO1CC9LJ5D3FFLQrZXRDI2k
gZE76KdQe14XM33NCW18Kj9HTcer40dUgk8j1mSADx2i3bbNKzJeo7PWwTp15lMHYYI/RiaStlL8
8AOCKVg3GM+geicQcNtVUYnJtCROm2BQZvU73yab3LFTq1PaLHPiNhPcW+W4qo/Gt8IsE5eos7wh
CXcrlPu0VOO6bYJU1RBb7Rfo2qdw/SPM4uLsFLn0oJIlk5cYBLRAKE2udVU8T/pGVCLKJpDtvH62
QWk/xVnWn4bMerDt92aKzRTYTzrGVA23WzobyqAzyY2pRKmf5TSHQiDRh1NGbeh9mpvZp0ePv0J7
mi8lpiIZqdu5c92qU0cKtSYAnmyeqsIoz4UiPQgy/XdVVAi5AkD+KaFsV2U0g57ko9ME1mLKUBbD
3JRP5no21OVI2+HaJbIgypC0yeDtZEpwawryRHOC6akJoNGGm0itpo8dWmoHPv7aJW6t7D4TLa8o
lIq6DRgTMbzEtPrZ01K1jV1iuuhvyZj+Gswx/fofPhb0ncJX8cn2iV1jlYaC6HcbrJEdvZtmvfY0
cywOIv8bO8hxB8RCHsl4nrzziIbeh0zOmW0w9LnDVU4bP4yTxb+/lhtuipCER4uMhjdlnxCHBcCA
FoLGoAvTzNOZjg3sBkYrSxm0j//BFLgcQLIQJcAUtD0SABcjBtfWJohGJ/qSt6v8sijx+2hJxoMn
6+aiqCkAhxXY230pN6FsZ5S91QT2IkMt3THRCJ+F7S0J/YX7i7r1lchC8bugZQR8e7sowpheG4u0
RbU0kryiVsuzGmmf/4MRKpGimkD3dR/BFrI5mF1ctoEiMvu+WCe3X5Sjy3QVJ3MQaHNxXemtUYTc
+fN21OAKHEYOHDf1palN+IOWuoVUomxeoqI8osu49ZWYC0VAjygWEZRdCmglVLWcYWFVSTinxIHL
IJ1LKekvA8Iuw8GZuPWhQA6CRnPA11Ow234oDRli9GXXFmlwrX5KIrl0W2M8Gju/vab/t7LHhoUO
o2ltqrVBlyStT5m/9Jp0iJjLjH4+fiboIIh5WvrkYAC262EGsV8pTLZBKyXjSzqtuhd1c3j6D1aE
Jplox6OLtjsTkYqG7Yxge1APTeq3yvKXAqPDgQ+69WlIARlEA7ZKRVBs6i893aRtJimasi6AW0v3
o6mfnuLFeDxIJ3jm5ePjgBC8wv4aTmg7g111AYAJ+3+KNhrOiz7nrfr0H7aMAVgx48Zbvk9qpT6C
cSMs4N3K2nV1nWyWTUh2S9TU/oMhYLVvM2U0Q3bb1jtGz0BXwrahqOaTGljukNDSfNgKQA5GFRlU
lCnV7s5ZPhgzQ/hGF+R6qp3Culu8zgKK8R+s4EHxAqJ4uYct5yPYaKM1u2DNR8VL00TytXp43MMR
jAhyHoENusaVRGNq1qtqMDVQVeVHNUnkv5iE0z5Fa5+9wPqV/nl/VSKe2iTplJVYjyD7YqiWzG17
sO1yrKzZBoy9Iug9PFdx30hfpnhByjuclqp5LWH6Nc+JNdlIE+h9Hz0colM5pBIM2QYpCNDp7Q+Y
CrZ81sc6yNqOEm0cRcrPOkdQw2M6TPrdNNThyANevyJkPVi0+YMzsw8odCeV5WLRuWZEMINXlpJe
nMExrE+agRqri+JmcVQOvrZJyih0m6mfUXPZOxB5YFA0BSYXRGhSxr4j5435HTWxMfoq6a2k/Vln
aXRQxBC3a/tttzbFb/rFaUXdNM7UfPugh0/gQ0ZxzDfjov99yYhB7x+ja/8o3AmuXujAyYC1t6Zs
e+10CRLZgIktyZ9bUNR5E9UHD+StTeSowm0hFJfYza2VBG7aUe6aIUDy/VuhdwPkVemHYVVfhrQ6
Cm5v7R5jj8RmCuPH5MhbY1WlrBkl3SHQ2qR7F9nrD5DNQowwPOK/v7IkvBcnmhkE2lo8MVtLkkbl
r+7nPrCrWvLT3CoZSNI6N1mX9tHvhN/iRQYtrRPOXM1eFEtTJaYUjUFYdpGbpcg6pigxHFi5sSCi
QADgwKwEenrnkOE5H5VELcegg49EdSPohOcsLEo/M/Lo0ZCdFQnQCgmpkOLYj+/pfW00k62OgJBM
lBB6qBAbD3p1pfYataTWdf+gX/nLN0Q96DiyEeE/dqeCuMlou0KfAtWeeAYGoIalt5iz2T6XK/0s
v1y6pvRo1Y3fkD/UhoNA5HprCUSpiOO8ADWTiW/PCvSE/xJEBiZi56eRUovXITv7NK3GEd/CVeZK
hZiDyaAed5u+6y6wAty0xs1UaKB8i8VTiLPITuz0bEuNHqh5a/3ItTB5tPtJwwzfzJtEaQr5gd1d
sCOklfuitYLBZjbiiQ5QZDwpXJrYl0Zp6U/3P+eV3wLPgLIBJV6SPZke6HY752kYs6ivbIabR9nr
Y8V0ZfXQO15/NEGORROeGTnu3j5tkbTB6B0tXZGKY7Tcb22o2zyr7+wSsbisOcLbi+u18fsqabIg
lgY3LZqt4uf84vdrJbWUPlu0QA1V3Y8rIE/Qr7ZnhP1kdGkaFT7YhH4yRWBYJ9Wjt+Dq3KADBY2N
yJuEl9nrRZoxGI5isNZA6vU2OttTi4lO6/r8PW2u1nDjohhSf41LKT3f/5xXtxPTgEbAplB7Jo3S
tivXlXiK5bBSAiYZ6ho2eC1Wzk4do5LHTR1nn2fXsD0jRjP5VEud3h24h6utZyKLx0JAIIimKCJs
f0DTSjNjc7JxWVAjpD4MPdpnJym67zGn3s80rfg7b9Ph9xCS6ciNItM5qlJfnTV+gRjCBMonKDv2
U1N6oscjtEnGpWb2/MssxeMr9bTou1kYR2TR1x1SMX9GQQakAsn4FR6tanXcUaiaF4K20XoO11Gy
3Kwxnc5VrDS1vMqJp29Vl7QFvI1zPj7JTpc0r2argCpu0CIrDzKbW/tPk5IpXxoRuJD9AcgWiypv
a170qFugmM8LZDqW3+quOemVabhdqPzonOisVPnDzRw2A0wjIZfCsUeUdvvpV2BtEyyD5sV0FNsb
Ezl0ZSlqn5K2Hw5Weesbv0GY8cx4yj3CuIOzBX7u2LqM5ay6YI0AxvUm71AW6p/v36hrhTKWRXDC
gQJJCdHx7kT3E3P3TTRZnKd+lPxhHaefad5QiSukYv00gVZZXGsd8ssyZcksmDLC7NxX/fC5Swtz
ftIyNT4iCb5y2yhH0vGhS8Lrz9skXNAvHm4so75rqti+THKrB9VYjK8zQmq/3V/7DSugKATwB9Ih
UZDZWjGTqEY+eXAu1jTMyC2VXfW/0TAX976ZG1+T28MQBgkQycG+12hWsTWsUmFDplZkrqkuy+fJ
UKazQsv5YEVXAbSomgE/oz8herN7Umwr1VdrGGX7ktv9+HU04vD9qIzIfVi57Mp6OHy7v7QbO0iw
AmyA6iOgH30XQpRS1aigOu2LaYU5AJ88+67a/dHQ+60NfNOxEKVUCt67mGwYOy1y7My5ZEU5nEJ7
GDylsgqaLvIRhPnWgvhQhAoQKokAZXskDCOyIqvJnUs3N4s/9XXtUdVYD+73LSsCUUOkwK6R72yt
xG07zwPExxejB9/WU0DxUxiOnx/+OFD9AxkV8pBQlex85azEJaIdWfQRQjjjqaymwZW18EjX+cZa
iCA5BZw3UbvdrcWkZ5QoNmF/PWm5NyRW9pLhIY9gsFcvP/f0rZEjkPOiWbDdMjudFKv4P/a+Yzl2
JFvyV8pqj3rQ4tnrXgRUSqag5gZGXpIAAiIioIGvHwe7+vXNzGvMubMes7aqYlNEIhDiHD9+3NE2
udcLu528EYfWdK9kdQlJ6GaQbNCFwW/3ED1wxRW1Ksc+5CdgapoPtl4fUKlWhyMao2DWA92zKneh
S4kOa0z+KFFi4Jh7TmVm5ESgT9HxQOl18N9ZW0qLPAKnamtD1wMGQLJVwlIgNYzivrLlaN/gbEnR
VGk2MnSyeqRazOjG/I2hK6vaMqsaAfzHcX6chtQAH1TqGk4JLBgisGvFpNVrXkXwkNJiKdVJhp4t
h2SqQX/0GXrIjik1GraoVKYavo7otV8PyFssIisQSX/uKzmdkJcoo7mW9FSxdqmTM7GExFATeXLb
I3so1dGBa8VUTxCymgDEEAkwdFZ5cddI+pvSgG/58ZsLD6ERisDQEgJUgNTtLI3vtAompJAm3alq
0QRNDZ/hItauhaEXCw9KVmCvg8OBo/UyU+sQaNgZH+1dizDDM7UiRlkChITvn+XiRJ1HgeIGErI5
DDoP+GpJUlR4jts7m7V0b4L4Soou1te5Ngx+1Of10/fjXT4V1jYEuizkvJjE88vC0YXD8F1lR9uU
BUJF8QPyP8ZvPxXIpbj0QZyce6bOBVMMuCLL49iruyq2Ko9ZlAewfJfWBh+kpaGKa1Xfy1lE+dUA
cxjNE2A/nCMgBZWl1qxqbQcmr75HJ4WTkARmqA9xpEkxkVu0Bn8/j/Oxc5IjAfoD2gi8akaNEd6c
nhdj7TQ8Q8/JTq+KwvIMi4sPvR8THpolDvlQGNJgBKDvDOYVwPMLODobGh0igJFhHDp3aJ7dIX1V
zd0NjrMr6qEdb/jg5D8yq8yeIECWxYGVqe0LiKuwysizIR6AFTp17bVO1H7wpqilpZODhEw0M5eg
DoaKCNzsNFgd3UPGoFZDKLJWk5emulW6vRga/qxZRQxIoqWj4fKsalOfQU658trUYM2tE5nmZ6R2
1qPoWg2aMSOwLiLTznztanijBN9P/NdtfPb4UG+ZCX26Db3T85qaAqWfFq2x+m6YCk7EpMQ76vSG
TujoGG9aNz6UdueNYGj8qFhXP+uVya/dFucvf1bIRuQ496SCEaWf3XxVogmwcJizk2iWhn1TKRVa
+9U4c8cmy66gsBc3k414C8LYM9EAmnrnOkBRrzVlXdXOzolhsNcjNSM6jV/ModBJKYmwLNVDbOOq
+X6eLw4KG5xF6BeCGwIFQfPiGSurkI0spfs+Ze0T1JxygoqV+vD9KBeh1zwK2tSg3zfXks5FGAwB
QcwuK+m+7qQstApF3kD7NQug7nwtv7o4I0AkxkCQNwcuNRfJTncsHBbrImknaA7nDhhD5vA8ZLHl
RpLtN22XXDkfLh8MyNCs64wbRAXAeDZanJQDizmP91XfcRfiuTBZybl2oxTtb7edQEsNxAZow+Oh
ZtmOswcbBiAh4Cnt6cDgbyCqIujy/pqm5eV6wFMAKAM4gfIissbTUSToVDO1FLijqih3EXckS0Zj
50rk+otpmzMmXB4gvUOp/Qz5FYnFrKxPMkxbpsUeZw5/sacJTee0LhPZ+371XRzi6NTHHYgnslAH
gpj/6TMZUdqbRY97VzbiCbItHM5bQvpR8W4t0Y6FcCC8hq394gFxR4G1OVOS576C0yFbnBXmlDXZ
Hg6vfBkZDdqWx0bKsbuaqHv+/vl+8c4cPNt8EWNQtJOdDpZYQ6zLMS/2EqvjrYMC5B3VC+b//igo
Pqi4f9HlcjGLwEgSqZGsYj8pExziCknyJaazK+/qV88yO48Am8S2QiPZ2bNADKbkZVbs1daOAlgz
m68xhBBefvdZZtlM0DPnYjOY22ejSA7PYmpEmDGuw0aTqw6JO3Gt2enySMcoEDuERBf4O6jSnj7L
ZMmTyuqy3LNcm8IChua+M2ZTUI9ds9QldSACNeJ1IwrzmgPU5ZLXZkoyDiRkJLOX8enQUa9wyuWk
2DPF6vqjWhUmvYEttDrsK6SS5d2o8vbN5JFBf7uY/8W6gSSTAcMMIFxnq7Hmea3Qvmb7PDF722Uc
HckWGil/f4uB6Q+gHEHLzL0/F9TPU0gkTXbM9lE3lShxoEnIKBoeOrlpkd9eLmjzw/2FmwvY/HkU
qNGCWYlo2L7kUxsAHTH3jDbsSsR3iZPCgQxiFFiXyHgQ8Zytl7SmWitJOdt3NOsX0NjNgsSSohC5
WOqrPTe9ooAlI4SwbHcAudjv7F6/KXHmhd8/7+UdihottjrIqbN4//nqGYHBA6e02J6DThn2ojRJ
AaFTX5OqyFMyWEh8P97lpp81U/AKZ+EwAMRnq7WIdWPgFeV7UXXMg+/eoQS/6f/hoZDTzpUc9Blf
WJCUaq7ndtHyPcygY3fSHOqWTpS4mRpxv5jkevH9Q/1iC6LBBkS3uQ1RBph7ugWRU0zVWFl8j52i
ubidND+FsUvg5PD3sycgC7BojF+/H/QXM4nwYIY8Z5tsgHing+LYjkZeGmI/RKrjRqqRG66K0NK+
8sZ+sUKAbAHBhv7ArDR+9nAKmgEHY5TFnjWl/JmaJTsWmVk+1Gji8FWe/rYrI0zSIemAqxSNLzKi
5NPnstWqN7Te5ns4tWqruWwa5P1ge+ATXglVL0oDGAnHCuBInF4IWM/SrqoSsDyM8WRAYTS/jnPR
uUhDYMwt1MxBi3peyPfm2KDdo0uaJVYte/r+Hf5i4QBMniU6oFqm43o6fdYa0jfdNNF6jyOOaT6O
a+iIaQo0SVYOU7hYmkCqjiVExq4peyuXYQs6c9FihLtjjgDPq+QJ1IagvNoa+1yAK2XhfjJ4WRHw
BHi8mrRKpEuHwxNsk6CIXX1ya5isUO4LWt+W1gTHdZIxczI/FbNmYo0ufMhtNIMq6tnOWi6X30/U
+SJEjR1LAe8ILR3mnDudTlTbw3UXOln5vrPK2uumbBVL0R4SaY+wTfldnGgeDOrJAHHmNA36IqeD
qQprFWui5T5htYKuvhwKO4P8u9kLRpk1SzAMTl2kSmePVOdcbYqyqfboUDFdw5CcEEvt3nA4c8EH
bK5cOeeLfR4OrVdIsJFYoEY3z/BPBRKuw7TQtsd6n3LJChsdV0zudIoPM/HO7e0hD+uxt/2qMmNX
HUVy5RQ5P60w/Kx/NjeFIvkFin06fNcJBYqwvNknXRQBboXXbxXJXfD9MrkcBfsY6wOhnokc7byT
3qwlDj/euN2jxc3eCvikF4uhEP21APmrLPIzZAEVLdzdM69pLqma52GCWedS6bRtvwduA6akqtHB
DmuoUKwsWA6XQW5P9Fk3JKEckkptu8njjWlUOUxxGhVyMXJbC0ALam+5OY/TO9Sl5SmEpTsdXLvr
hQH/JhmaRADGKSVtZtpTGEPu4i2z5OIuhcSFRIoqoeimtWPnaYQdBRyuZeleM2uT/mZMhIediRc4
KyBtNUO0p+9Oy+ByP4hy2DNHelE7PQkTRs0rO/xcgB91OyjO4BQEZQdDYZufjSJi1S5SPgIy7RTF
rwYDyuoCfm+jN0nQ6HOh9AO4Shoap/LhohuX+1zD7g+pEdt1gF5mahJRAeUjg53UkodCk9b/ZmY0
82uwkrFtUdgFiHKW7HFh90DjJr7vHBuxdqFYN1LRonD/tY7/68fw3/EHQxIAn9my/uf/4OsfDLIj
aZw0Z1/+c5sCzarZZ/M/86/974+d/tI/d/yjvG2qj49m+8rPf/LkF/H3/x7fe21eT77wS6j/jYf2
oxqPHzVkMr8GwSedf/L/9pt/fHz9lbuRf/zjzx+sxdGFvxanrPzz728t3//xJ/DNn7b0/Pf//ubN
a4Hf27/mr+3Fz3+81g1+VdP/AssW1ZwveAmBz59/9B//+o7yF5D9r0QS3gCgQf35R8mqJvnHn/Zf
OMoR2YI7jWQF0N6ff9Ssnb+j/gWsFsjH7CSCwA0/8Oe/H/vkBf3nhf1Rtsii0rKp8XexOv9zICCt
RAMmkCgE4DOKfIFXd6qIIBxmjRtwOxoPfJuaJLqNAoqSwiWAwyKGa2hVTuG19tP8/P1Bfh54XnGn
AxsYeqZTI2S6pArKPB6dTOmrjZ1MGelMasJyWC0XyiBdYyWenq7zM2IoxD8oNMAB5oK93+VQR277
stqwyMndrOnMYDDM9MoDnYkNfQ0DbiXEmcDawTF7rpicxnXcgpXTbmxTqolc2QmouEZ+j/6vbtWk
ch8YWa6okBcbAPSpVGRkMPUkBz3Y6V/TIVH8Xq9N05tUUYXSpEaw6lEYRInUyVJ3HFJG1iw2lL5z
J0Nbnt5Ccb8Zx3ulG+vHrBP9e5cm0rMlQejamIRjkHSg3U1XSQxw0pCMR1qo6r3e9uK5iRVrHSfD
m1FT+QDGfO+p3dCC6BPJoiSRVgwvzqRIvwfmfk3SHDQgMEdejI6us8hRVepCVXq52WS91QZOD4+C
qB2uMV7nM/dscaHgiw2CPoqZJTCviJ+CBpPKYM30dr0xpuShE57W3oAAyEPNjK45Yn7RRi7GmgnD
X8px2JGnY9VtjHonj+pNNKJReJRdNS48EWkBha10+yOmAVcNdCbUqFik7mhUQds1CFpkiK+hX6oC
jPSayXSZCvYRS7qf9DaAmJ1WD6RXb4zager96CaQiDeKBxu8zFYUBApGbq9tlGrfpSu5cXl9hA4t
SeQXPX2k3apmbl660hS7iSX7cab64HtCM6wNpI4SOoVKwrH6HutoR9l4QGMnWoI2FC0UAz2M5kfU
PIwTXffpEYdSkCurCC13XLkprNHtzUCzIdvY9fjPV5iT7WyuLsr2WME86ftD4gshuZhcpPkzaIg0
/5y5CXIfaP21Um9YkiohvgxMu5QDmpUfacZG8ISUdKMmNA8KJ2YhiD3JnZJlNym0cAMjSiSvgP3K
mlWQ0CwimShN+4QqaNDpH7isKzcHUuIVXVkdaC2n+4jCHAf0xvUgpbnfJJrmKvUAz5peec+50Swz
KHKuHdZZW1OvxVz1ULwK9te3WmbyZTakPd4SfNPUkidXAo2vXOFiLmY56llGY27dOF1ocNOUOW3N
ZmPUtubBJjgNcBaNq4lPhquXWvfp9AOObyvvCO0K7SmuS3VZaoMMVxcHFjORKUgKHWjPAOfKlRAi
wmUH2sGlQVs3wkGzGKIafxkKer6uo3D+/cs8q5f9a++D0Ij+DGjLzczt0weQ2sSYBeuaTTH2uksb
eBPVsWOGDR91v7b7MsztMVsjqB8IV9pHi6rXpBB/ceuAHoJjGtx00OrO++vhPdXJmZq1G8kGDypy
JLqWsskIbSO6Jibzy6FwrUIBTEX8eX4dlHoiRD217cYRsBYa9FHxCzWTnxOUeK7N7K/GgswYkjKo
u8wWk6czKyuNXRtwfdzkXG5uCsj9ekAEtUPfNf0ak6GRLJls1+qrbJMoMveFWtWBAWOUBVBDcDxb
ZgZqQ2sofRbqlbLhV450unChJohbEXoG+CcC0dNPF1sMbfloe93EVaT6NTBXYphyAj5LzW0X4vGt
Z8W27aK78ykSqeZpPY0WRtn3QalMZmjm/bQA6ohOjKmT0esyqu73S/MyCgK095UuINkE/eEsc4Yv
VgK2msY3bGgAE5UVHA+yIV+ZU1WG1phkS1pP5kZBAfTKyPObOZkboCfokAN3CSEDJJvPsmkRy0pr
waBpDa9m27fGjHsxygq/lQlh5wFoA4caQRC4S4hR5iT7p/uQdw7vxED1dSFXQyAXMNyjs2js97N4
cesCEEC/H7JlRHY4rs9wKTOGu1w+dtO6GJVQ41W1aCcZQIRiwTMSHs5fo/3/XAO5Bt7Pf/07qL/I
NZZ58lr/sX2t6uQ1z0+TDvzi30mHpfwFE2uQp5Hlz+pPWFh/Jx2m/BfUpsAxmxvGsO7xmv5OOhT9
L0gjgcGJ0xmgC1Ck/8069L/m3BFgsYN+JVRdkcT8+wP+Hez/Kw/8ddZxulKwweCirKCmCtwZYwFg
OV2PPYQki15Oi2M1yJWrCIVMsn3b9aZGIL5khz9Nz9+j/5xqnO7uf42GOvvswAFBbbRknI5m0rgf
cokXR3RBZ0FxgCnWrtcoYVqzZRBvJcD8rwmc/mJMnPtoGMYUI7857/4oaJSobTFkx260dkPq4G5t
hpDXqS+jTzFM1WydOr8pSjdP61ftHakk8OeLae3MzmmZkudHdTKmRdfYy2ZwHhvJXuepqfjfzyou
lpOzC/OqosqKooAGPAFVp3OmIqL80qa5bB5B7+wC2/C01LOzd3kgygDHEfqegqdelk9tfKtQ0Lxu
7GanlQsD0kmRK8ee2riT8upMhEZem7zb8bvN7gfxmAAH65ZN96npS5v6beM1SZDTO73emck6hzW1
4aedayUwAQnt+nmCfk0ZI56tXPWurZZ14ukbemCJP2rvI7vTu9ukRMfKbrKeoaw48dC2w8g4arD0
VQ+yfrQNSmoFctaqClrLoZGlMEu81lqk4aAupBgdO+AXakc7WmqhtdJQnYeCLLN2zsP0aiZeYTQu
bov0WX/M3lTuZtJ+Mn7kUrFNTe7CK0+wfQ/Xdb34sOXn0b417FeBquYIrcCSH1TxBha6VzOIoKkf
XfQCB2CIopG4DWpt2bGSUBzYmniKpkNUejUkZHswOdsOTwxgaXyyaE4U7VFK19WwMs0J9yQnjrKW
+QqmwfW+TF01gvm6y2LYLzkB1kLMvSpb63CH6Z9bCSJDYSx5MKsE1erKMvnVKsG9NjcFfjEMz25/
6HNVcYH489inhXBNEx6nej1G3ghVaiyESA/sOtU2ZS/AP5DEHWv07spnuDhusBnmYjpou+BpXcCr
o9WADDWa+rGxX5uxSdymryGsxHuHABZRr0RjvxoNfAoca+ivxybUTo8bQ1KbloEocsxb5z5KeEIs
swW7uqOboUquKctdHDRgjlgAjmcGh4YD9exwi3qrk1ptyO8GRL0EeKenN9a9xaNl0xdr00nvx6q8
hqx+cZ3/E7bMERKARJQZZlMGtLjN4NjPAcUYxaU8awreVaPx3FiLpOjse6dBhpXamfAVhEukSkyI
JqNMDB4v1jJP7tKiO5h9aZO6tbVl0WTMRw0HRQp6/H7RfZV/Tz4fwDP0bapYcSDrA/M5/XypaqAD
QY2d25JvrTbE27Y0t4Fpieo5yOlSosuLMVsowbCUe59HHipJCfeljwyL0AFNk3Qgt902Cyq5NCi2
1VpZiaWxsoB1kxZMVeE6W7PFM7r4waoi+D2l90RHFNdkBACMtDIDmVBAwTKR3qVNvWILgxPzpn6L
b5OVuq5e8lUcJGHkC18Fe1kiqkUU6kVH4/n72fg6iC9nA1xaBGag+59fgDFHIW8UmXNr3/ejq/1A
4kVVwrAFKqB9bvRprdl93hB1n68xEUNBIhlu54FwSMtI9QA1BUm44pZv+zX9YG94DosTAAnff86v
ltPvPucZOFTFcg9gI3Fu6ZJv9JGAm5Esq4Ct2UJalDhGPxXM7RP8+YLo0D0pu3IzrlrfgijbTaaG
qJRH22TpLFCAUI/aUpvbPIOULZzWZ7knCS9PPJ54U7ahumsP903iwQqpF2RoiFG7uME6m2RAYIi1
sNbRst8rh+E4SqSxCAfoIrwBmFriiTbMofM+7fRhPRlBHW0dth+hvMSem+ZYCleriP6U30SEBfqC
h/TAt2ynZi67rbY0vBZ3fwXW5/MGiBhtTUA452a509WeofGiiJLOvk0f5JWyU5bTjm7qG4jgE2Mh
PeoPNSkOrcBqJVlG4oEYDZlqt3MC6OLSxu1fisEHXmQztx6WVb+vqhA6gaXiVrWL38ursEVykgbI
lBPhl9yzezdtvZEicXYjTloor+i+krj1hq4hvVu+4N6xbF9KVoJj0wX5i7iVVu3SfqQv5qOy7W6K
QNrj4tEEoQcUjwqb9Dg8bluZGPqt0y0Tw8N+EGyh6Z7EAomiMRhy7fDa9OWGFAm5plb8pZJ1OYuI
WtBZBHGh84boER4uaoGY5zbaRtv0oV1py+Q+crmXb0TiyoMPjTXG4NLtokHNKUixNZdtkK/LdRoK
zzmw5eCrgR5A7EZ9BHCeb9ni+w2CchLe5M+fEdgFkjmki6CeOSr8lU/fNNfZIKZIjIfcDtMiZMqK
OgQNsSb2Y5yrOP/XGY9I7fhFvIzjFU+XuXUwuwMtl7KzQldFzZ91595uVnBGteKtMbqy5o3RAkYJ
4ge3g7gjoA01n+MuiTypItqhbEglE1Uh+nsmiPOKBphP1fRbdh+PT3a1gzwhvg94MR8JTdyxd+3W
Nyy3h0yiAn9YL1VvYQBZC2/sV4zeoJRQ5V6UhnkSpPGisUrENomLjlfiaLucrTr5Hvxbd6Q3U7bl
IkzofMgi+kupReB72Oip21qOp5b3pnbjOB42ZgdKuR2IJgTcSY92Tdo31MA18zZr1zATZNmhk0Jz
fBsRK5olOknAQzdLIizNz1rEIYZDch2PiA+jM9AJANn01I0KIuGMhNwZlmiZZCCTQ+LZjonhmVAd
6BOFVNamGGAiuO/aLbSvgs5+SK07tRxIQTFb/W+GMmg/MoFgYauDYosU6myrR4Vam9OUyMdSbyrS
D3QZmaMG8wC1didhXbk5zkOZf/UfQ2oL2SAu/fPgQi6obrI0q46AZ97rCqGblmWUyMJCVwO/ChSd
giHQIgITae4/Uef0cKYjnq5u1EjMGqyT+JaahSCtIsD+L8sfKCTMcf4qobrsptay7DptEwvhgc3h
6VNcLRxurSqmRVcm+7y2OxOHkEshUUVohcL5OYEPfpd6Ch8w+ajY0WPVJ0aAwBEIKywitBZE2TgK
Gw2XqlQcYEp1kwrrYJisQDYiH6xRv+ZncR7r4eMgrIFsE6Iu8MQumsJVe4gLWZ2OUdWH+tS6id43
xBQimEs13gS3RzKTva7cy6fo4vxaUGVEn87cDg76/TkVdUi1xkJTkHxsU177clbLbqfEtTtwrLzv
T7jLJ5wL9rOnAGqf0DQ8W95SnOtJzIr22Ai437LIbwZUJFHFSZBZvmgaNb1MueZvjFD5/FhFWwHk
IbDIMauAQ88W3lCpXKs4V49ZtmK2C8emRH93chgOw5k0d3W6aJ0bK34ti45onYMCCg4F+QbmGIaT
Ec6eDXGnN8eIP5TyfhjW5XA78oexfhMNVslwm+SbvnlLzbXebBAtZ+U6mxb2uCjFdpwW4EQoOgo0
CZI4aKXohfuERp6m6Fy6tMQig1+7XiPDs3cTGATToqJk4Acrxa7fl+3WMBeF/CwLHOAwTBLTQh+3
mfTJkHNAf8mt1ZREUmDh6tWfzPjYOkeLPQgLmdDCwgexd1IcqNqPnD0Yo8+Gmzr2emhUl25nHXJ5
6RjrCu2G5adjUcQDG9PZ2RYeuvCkPJTTjnT5Cif/JPmO9GjTe3W6UZMjMmzL9CI8U4pZlFaq/gFt
D6N7VdhNqR1ScZcjvTWbFVXCpOdeNy4p5go+GTJE8KRNitoYL8DrsSNPM7YjC9ofCYPUb/mqKJhT
4wW+c64TE26GueImNWE1KJlIdhbV3Jm45CD56Uvkz6Z117V3CX40zUy30m4hqjXYD60TKJqvagtg
FGmExHk+q2vua6h6GVc4TBe39uzThWK3/YW9Yj+dnmsiLfvYMtDRnqRxjoTdRC2N2w0pmcbJaEiV
C+HTa4zgi2gabA9Yc4AkgIMUkO95rABn8LnZW9aOk/ledqDdQDd28mUBwXe2zsRnLd2AHKajvNXG
B61ZxdoqKkMl2urioSkCHCj18CzZQW5ti2ELF7AUit6ZcbCRChiHUXmBfJCuEw48AUFjtepzFBpJ
Za5GNNHoFBUIzOy4EnC3cLxupVqbkhTaPaK6aQ8ulekcnK715YTMpc046LRARSun5Nb2aupKwuVV
Ka+GGmYigW74Te6z98gMZcydvHIOXba9mTRS9buEPrHRIEZeEZFCJaHdTPqBWzABrB4sbRV3blrt
ci2wBhjUX5GJhoDAxdEBBvssqj4XlYD4neUsdi3AZCg19ZhqK9R3ES10m3xp7CM/d/vPriNsO3Wk
eoIksYIq2wipDPSHmaSLDvK0GpggKF1q7mBtebLJ9bf5i5imJC0eUJIqOg9OKhP3VFi2Dq6DiP12
vGHTilrbpNzuGLC2zJXbElGzvtRxN2vjx9A1fqY9QX+PWAz/QlVjWSg8QEuck7846SucPhxgPmDf
snBMbxNQt4eF9Mb3Sr21JA8uinHnleZDNN53LXyfY0HU8TXWDxrvkCht9SmUzB28XDXEAbJSuEWP
A6HajeOrjXoXk5EwHaUUXdjtpvOYcKPmKEvA7JgrtavShoL64MUGAb2sMsMEPt3xXW0wP2rfFFRQ
qZQRo7qTnXGeshH5YJstZFwD1VZFck2Rw6cEdD+RDcS0vPFB2bTqVmih2hNTvtHTY/Xae7Gy79HG
PLXElra5qZNY7IwI5uC9l3ahUb1rONuSrdoOi7SBo0ZvbMpqXxsPShwtshjpON+Jxn81ssQ12jc2
GJu2SZeJhj84CMKHN1RSC+tDNhMi0P9XTwnEOMKyqskkAqv5gbZHq4hwrgeaxeZUKKrCcVJ9s8KZ
mY1E0u8KvorG5ZB5vAWu17b7WBvhHv7G83dDu1NJ1XnSEBoZKt+ImRd0hI4w7gKE+QGzyT1eZli+
PKhvEg+g+VZEgSx79Cjdt7KnvIN5YCN5EQHYZA5znQzctG2WhLgPukNzM0xIgQMIYYCX6tI8TJYj
DSIrZHJKWOGLbDXmHr9vsjVg1QBtQZM/gKLGiRYvZQ89ZGHvGrFbYtfX27T1EyswF45X+zgfkucs
JuwlXjsBu8lepT2UEguFdMfBh0fWAjSTetcCSzWXFnCXY/ICu41BIvJC3KYUn27UcZe56ZKv6aNO
5MgdD5Xu6Y/lFY2ms9LkHNpYX7VJbe5lQAZ9hhMxxPJF5pTqkcI8xu9SGDIMYFMjQUwItLFTr1Ug
ByyXKjYocK04b+HV56xzE8BOKsybRFfua8na1HJ25c64iIWBH4Lg/MXyBnfpXP0GReMihQ7dcKRJ
3rqxoTIvK7s0/M14Cyxu0E7Bw4HpA+Qgzm4mrUkjYdNRPlK45xButA9yIu91uUOSP7028rTvqXPl
zIQL7fmZCawSoCXYWBgeZ+f8/Z/KkeAHSSqlo3IsQCydXNnyCnkBICqdcBIEovSAfw8aukgWpXpD
pTDBOp0ecpyxQOH50v5QUu8Nxw9vZsiihRqTcowpcweQn4Rwh+4mNXBmrMfkozX3U/+hFE9WvZbz
t67do3GQ0Yey+5zsAIXxjrrggVgTERJBpSGjXmu4iDkVoPDEErCk92gSlKNbjWBy+gyRFF2l1RLO
JAM4U62bpy52TI825hFmHl6Sr2zAygEoGQt1DUBjgUDkUPtIJl3ghR6gq1AJRlf4XVD78Y19iF7Y
Z3SfffIn5hseW6OOgp9D1SgQvul3z9lj8aY8i7WyVF/Gg4R/G/s+clMQiGSUUUjPPPyvjBeTEmTT
sZMWI9ydrM3QH8rQ1ha8eOuyH2OxHdQ1mMtSt5XprumXUl1CqRk3DV90xi0VG5k9QfVNbLDBJzVI
xUrJ1g5AnHiZp4tSC5wsBDMDF3aJRvbOxT+7o3wnnjNOiucRMDdzLeCdCk42HIEkH4j1nL59v2CR
6F4uHnBfUK6fEZDLbGRsQGO083Y6JoqnicVgLqCcqOuBMgSR4yOoxP+vm56aLlGCIzDoxsLWXxyI
lel+x+9K661lN8Di7WnbILAeia6EXUp44icQZ09JjPSNkpi79TF/lp544bKb2kVwDYQgJ+ZtE/m9
4tHCV3fR7fhkglE4BowR46A/dQ/KZ3IsHwqshkO84Qt8oJXYJkGGP+C85HCKQn/2Jtq1geXjMy7L
B/5qPHQhC7KSSIab3eK4/zQqAp4VUGXF9FLFazlJ8QEXyc5a5JzIr2glsBbmklekUu4g0xTwVfIC
UbtcJ7lfL5tPIIG4OBVSPxvbDB9tq20N33Elvwiz0PTqIN6YBJeJKwdo+MuI9EoB0GBDUVd7AdYi
30ab6E7ugXcA9ZHf1WUcUmA8FBQyIrZs1d9oi25hvtc4rX0WqG/qI11DAMQ4oBdDvxNgWz1hT5Xc
p5OXZX4/rgxgqIo/lQsZNavunVuHsVuO2m3Cp9AYNk7yf9g7j+XGsWxdv8qJM0cGvJkCBK0MRUqU
MieIVBp47/H054Oquluk8opRd9wd1d0VVUptmI21l/nNMqod/h3iIPOhkNnGQfyaPce3+te2t1te
yW36VJY2fxmFy18QvXRhjYHeIDlSY9e6E8ROmTs9y/Vrq951ws7sbvNepFv3Uo9baAIG8f21Wxsr
M3Waia692wcrECfdAwg46an/qf3qbuWGKYZd8ZtMO2VGGbt0kIRuXelO4jtetyziVa2t5OYuTm5F
c2moC344j51MtYNfAWT40tYjZ4gW5rgQ26WnbT1rUUU7RVpq0tJTNpK0NPNt0D/EtFj9td7+VkPy
qaPCiLhbh+WqVm+RgFTq+57SJHIxfeYftoZtFqs8XzQ9oc4G9RV7Do1thog9UwvGd0wir9T+H1sg
KKHOkx7oaBhwiZdUH1WrUhhb6XRACK+1jZ4v3MNa0I475h0w8LZNfJCqG11u91mOY2MqLwT+48DZ
p8WrxFdO7A8dKS5n9spClU9mvnbJlKiUakDeJ5AO0ouVWaMraggXFTljjcG8ck4x6vsQaoDNkBng
uMEo70M3AqNOpYulYjoMi3Rdbtu74aY/AaVcWm6/59MIS3uSnDTYtsNjETtwoCRaxE/yXn0cI9vc
0yWPuj0CYxEdc4F6hEp4GVp2nTlyuMI52fwxPQEEdbTvaeoomq03DsLSSb6gl1mzt/ey4abNfVI7
feca6XxAtZE75AgvLpnXiPvo9/yh349f226tRI++ejd2rkJ43o/7Yid/rdb+Jr1p3Gnrr8KVdYhX
gtvsxr26wNrstnjm5+4J76fse39T3MnLnrik3AEMLKM7gy3pLWpsomaD0e0Yrpr4dmr2Q3ybqlzH
Qt2jJE/HVy3ncOgpjL9cwXiQOHIkRzV4N06/F57m2Hgr7rl8/1tOGv4k7pmviS/Kb4EYmezoExu+
7X2dpgVzGAoiYoy+Vw76Ql/kjmRry+mG/Hap2py3C3k5/YaPIlq28JS9wpAsaofrjZ96vjvTLn/x
oOdQs562+ktwqHM7fMwfKYWEbfGQlHygXTafmtZPa98LjioBQEPh165fO4IWo6SYAsNuf+dudlve
hy+0TbbmXbu11voh+uVzPvfb6iZ51H6MW/k2foU6TNg19jSF+X9h2EZPisJYeaG2lNB2I+00Zf5U
gY8l3UPt7cz6rrcWwjLOt0m3HoeboXtom32o3vrqMgQdrC8EZVFIy9Ak6BAeFomwsuqVpSyEdj2F
qzBYQr+hi4EVhv6NhrVeE7gXae1oEbvFjp+tzJ6RBYKtu2OzL9pbWV6P7VIeD7J6G9dOoCO16gjZ
jdDeJg2KexB2tFsrPEGh82rbuAIA/MM3y6QCENKsPwE78gIBYLYIG3lDMx0mdFLusfLOdl0qDbbX
DapbNtjzfp4jfFzPgpYP5ZreB5i6y+F0hMda1PdCfPBoKDtNaBIxq3Kbi/HP0RSu4TzfrDTOZjI0
d8g5wNdBFCNOXPQsrahQujYw40NUe8ViGtNXTc7avWLEFVSpHyDgvHCkSgqaHHI9iItgyEBnZxyp
OsdVk8Ky57TSrVFYwQYKnMICc2359Y9/9lh48nSD5u46JknQBC+anOXQilETpeGhmKyc0U7LNtX1
ZkGx40y93G4+X+6NPfz+uczrwVRlJjnDIBA7Oc/y48JKp6JOwoMZTv0uKcebIfLMZVwHNaI+049S
p6IaIyV0R3Ni0BKYxpLWcObkuAHtuoqakfupbCFSvTXqay1tvcK4Ka7qsbwBj8+uFIEPhLXAvMHG
oTa5eDJ1KpTohCnTUf7Wsp5kg6BOHoV7daUdvZW5Td38gXlpcPS3+S/lmVDPUDT8lsSOgJG0alcg
saO9mi8RwqFdkwCAaO9SGi7hUgiXcbwgJdG8hUzrRwo5/4+teqd2a+uQRjtf2mWeo5U7srwycaLK
zkYGTksL5c3J1cwO+aiN1CzbiiRiyejT6smvF2V6m8k0bx8E79CT7kduWLr0BEhExh1/qwh2+Jq7
4wNkgdKAyTNHCToZnUKLxAlJl8jlOI+eG6IfGCvDCSMnwHWCJBBtpf5aGjGDXi4fMawPxjpvgl/q
RQyIcZmi/ZqIx6mobuArxQvFGDQnCTgoC2GQbb7a713G+VnEZFepeK9K3u/IivMNQ5H951vzsmeH
TQ2sTiD0bG0c6y6FmyiFA51PNjvKcigxxUnuVbXvVl74Q5LxQcBWuMvXUT9YV+ZJl33gt3WhWRGc
UM5HkOf8i8iUAgvXOsyOnSUsGwlQVzFEkx3qnp3KoUwzS6+vDFQuY+G85KyPScHEhOMNWfq+1BZU
qaklpUyPUR51bmXsRjgwFHlk81EaLz9/rn9YbP6Q0D8DaTybAZ3fHxJfWlhoGs81Kl/CICPBVsxf
udQ+jUl4LTO9TM749TQRgDaQDs7HykXrRikVkea23x+9KablltXk2jIjm89v6e2wON+4qPvRR2c0
NJOQL0mkuNIPtVTq3dG8pelG69UeHoNZ19AWJz5/kj7HpOgN12ay1+qFL7oa+Q6A1uypDTd5touC
g2DB3tphaB55q9zSHC1ZJporp5Br3XZYYJGnVI9FvUj8hVSvBmFhqes6XjQhFJZdI7kGhaK181UX
nkQ1rS3PtTRG1AvpN+UkU+uBVAmumL8IH9NH6YSjvai7SujgXkiFSzg7xZ0t5nYZuFLpoKAmd07b
ODkjw+QO/n4Twja+i4xl/1bEwxoyBacDelMuS8VFQy7aNela9FZxv+pus1V75SFfTv14lTNeDpVp
wgO2hxfxVxWFNAgTsT2K8eRYenfPjM+eLMS2u6Z6abX8HjWmaxFpjjjnLxY1T+bMbKN5s74l/++a
UJkR9FkCD+EIZSGiDBwWY2oELiRasF1drS5g29MS6oZ1hs2MW+bFtfHyx9uexb8UINqz8R3ijuef
i+hPftBrQ3ZMBPWUhGnoVGrgOVGZlW4TyfIiyn/j3plcufOPXykhGDwmimAov6L8cb5s3Y5xFXZF
dRwRKtw25koAi6cFmpNKvnClv3jB+UG3Gi1ghCuJCnAQZgW/88WERmy9vspZrDePpSit0TGNGAn8
Dvp9LmRodErIkE0WI6SkyK8kgn9YHeTpLC8ECpDS9dJPJ+e8D7JwrI5CJlrMLKYFgsu3iNiXCy0M
b8ebvowihoD+icncy+eR4+NjRiQPliPygFCvCb3ndy6rYeF3+HMf67TeodM6s+ct4kWr24NVX41T
/Lbz3cxqtMVQVJpR/ZeNbKsXKyB+Wn0EWtGsaWT1zWaA/2e3sn5SZt1qKGkjA+bYvLKdPmBBgYBz
l7xiGrmgUhT5/EYD7sYQCiZgaToCcqvExwA8dNYe20bYZRVyqJ3MSHpoDAEaJMJAIERNKMUb3fKB
YBaJuGwmcWn0qn6smbN//ho+pOdcHjIpCqc9g33sxC8GdFGRCIBxffEwlo3p+MP4O+jKeqnnRW3L
MdN9kgED6DqjTOyjiMwNRXQZPDehzLBLTdVlY7a5m+qke4VyQK+mdasUxFsRXbnUDzsGuCoqBYgj
8WGSqV9caZdNvT5kenG0CvDbU83ExCpKCY2c+EdQgij7/Ml8OEBnTDbCimxQCT0m+SIOWHVbSxnk
rONoDAqQcnAridcmV75B7UOcRWsCCA19GwYBIHEvgnuvVUpey0l4LAGrhXZqyV8VaTjUwbQJyjC/
0VXQav44MQRWy2Kna1yHJSTK7dDq957oW3to2+gwTsB7BkPbdnrc3xVaqOxihJJtfXpRzZTRbhXp
91aA52A7tdJykn+YAHmFwHu1/EDYcBl0S2kKy8mA97dGtzuzVCepRtAGIolKowpbIfbyg4W7S6Q0
vIBpUleFIdYPePIsvMbsHibDTVAtOgArGJEr3htlM9414ZX09GPlxCMDhgg/huOJw+nizdShappt
nUTHqUkjx8fR3Olml2gjkXJHnGj5hVHjbds23hPMHyH/4FEoWr/ERrxFK8pVsKF6xlDBmSr6AJVs
VUvY0uqVU1u+7MRDLAKGJAOnIQ9DGOziw8eUxm8tMwuPWi+EK6XvlHupyQXX7xoZKUG2U+vloAmK
zGZADvS0aXHpCNjQapM7WEWFez/7mhZJup1QpUwNNOditV2FSV3fqIK/azxJXn++6T+cuWxBmACI
Ksy6enxr58FKabNKCLS+mxFd1kphU9wwW7N9Eei6CR3dTszhmtPNn9YkQKKMqc3Com/P8V2m0WOC
JslmVx3kqPkxJfWvNEieEy/epKbHIcjcSxCD5ef3KV1KtfHSyfdZbMbSWXNEOb9THDrwJ0+a4ZCF
CyWDr3w0rBZmzinLbL9qbV960dJbeEhNuU11MDtgM0Obp0KN6qO3W7phiLEHfJ4xdUQ4GaFZLxQq
tXoEV+BNtj8BxZBfjQb476uO7Guu7CoafnB/5O6+QyI2UddRZo/pQR7uOtA9Rbz2xn2TLIzRzWJq
TQqhU52UTlc8pdJrX7o147tW26jW0gp+A/tNAjqD+sqjo56qT3q+Np+xxuyzF0XZ9RBtZo1qp95r
ptuOTMIA/DAm1V29dd70Z4bfQnHAzcJOy0U2wN6+VfV7o3ry6N/pz2qCXXx8jySLXR1Gemb5svCd
Cldb7W4sFqNpC1+Jugy8Qm3jGUtojHxOCDjHGeQKjnOAkCupuBKWP54CWFrxWcmwQmVytIt4mYgj
ZvY6Gu61ooCcGGhueiFma72T9128+Hyb/CXwcZY4sE3mL8HiNEBX5JL6GmppKoal2h9addnLD7lu
e9N9XfPyxNLRaldLaBRoL4b53SpuPV5i7h2D5iVot7XyVVF/SeqvoafFVez94lci3AYeSsiuGj9j
GA3mrc13nsgM5kkyn8axRTD42e9kp2ktG7nmZciYTIicxmOiAaiiAzPSxxuvPfTBbS6vfPOltYBI
FT/lukIQj/4FbwjPH0dCLagpC/bzs+Vtx6CyNdg8va45Y0ZfnU7KUDcbfIFcpcdOxOkB0Kl9S+uk
pylHYzlGVLMDHsEszcrhM0Qo5I/0JEUVfDDSRalvC8ovSfsZCoWdSXvrZaCYquB9CQD5M7oF/kuZ
p6uOSx/pZ+NyaMtQmHpPpL96AhVjiyHGLTWnScyAu/uqfYM60NOLr+zo1AFWShzZfKiKQxT/VBke
x0h8FsPGhBht+Y+W/xBWX3P9IIKYCV5ysDv6rsSPZoJQBNAtjQ4eF6NaGytftcVX4FPAmIdFooCe
YMe2K0FbmODS6USXG1O2p1POmed4gW1ZDn0W5mjtk/xbOg7Bggm4pALuim9kmAqqY3DBgdsWD8ID
U8HuVdkh0UF/PlzlmaNWbk9EaGwVGAf9GtBr8iIHycchKS5i87WXT4Ll5j58d37NousXbez6ioM4
l96ujGiNWY5FbextQ2CM/TerpiW5kY1NOS6jatnPbLyxAhCCIMX8j4fxvqkAocOPq4dnMRiZx31t
868Dc1xQuJgQGqf+54QrUei25gpyIQPaSn604i0CwZm89ZsX39wk0zej+z6xM03IKybpxjyrbgM3
Jo6xT5iKWqu8dTGZMocdeHhCIX9l3U0lHGOQUfGGmmyQt3ECcOAmbd2ouNMBimT1azzPkwc7rjeZ
9KBy8ULxs5MeuuToDceIYWONq8GwM6uNzomex09ZcJt5d4q0kv1VkG5Vf+VFN3G7jZJt2c7lvTKt
QUdm072U7XRpkanLVDuM/TNEPqV7ahG82LT5/WiuBnVZhI9VDDXwILX7lsG/9yzzeUzDRrNcy7wB
yJ5qa7R1EIEIgEFtdQaS16TF1Pm0vwgkBig4ajzkyEn3PmSveZOj1tQdJgaAIdjSJGpsA4Ga5SiJ
xyhK+s1U6v292pSqXac+8tpyuPDQt1wFIl2UspXpC8fD7AoBYq6MSX+NTmkcQ0/BMaQeIxS7tbpH
M8oeG2+e38q5mxgi6IcZCJYB1mrSYFiVg08HpkMApKs5phJLjPHJekZdQLILIy1By6KXSAmil40T
Jjp4zylfxR3QrM+D68fyk5wIxuFcB85GmW/oo3cHv1AgriMFQnKUPbHf60G3KJVsIateZ0+dxGHc
QWYx/dehrREMEv1r7krSh3fCBcz8wJn7OFffc27+7gK0VuqMSdOSI8WbeuMXe7oB47Jo1N9hDXSw
aZAQSiqaw9U49E4WTz8hjTNzKtjonz+L+e2f7Y75SlDIkRn/oB0vXaS0/ZQEVoIqyXFKxK++NnF2
j1RcOanuSkfmxiKuf77ix/R0XlLHrgcIv0b5d1GAZ6mS1JOs0vqs+2Zh5lnvNLHxQyksc5+qPsSJ
Vt7oVZaCh60911Or+2qQHxUOw21pjiD69PTJR9YT4iD2laKadU5TxbYl/zIGDi3Yz8OVp/SG6jp/
TLAMZskvkn4waZcpdTh5YTyGZQwMjv3RSVmw6gZRdnqv7RZSHzZugX2vLfuUSzpo3chK/X0DxMJn
3NhmSbdUfUtajaLYruRWtbUSJaAYL4+l79X6Ustya2UaMwcmjQBj1E29qqVCX+OPi1VnEP4YM6O+
GaV01Y/yNZHzOXO5vDkombwSTYXGcSncXo/F4OXqFB9lSBU28kyPoxhdye/fZFY/W+TirXu+Fsty
7AGkqUUGHZORLkOpKsDR8D+qCePP8GWEcxJasQkiYHptvZTtfTYkuOwZ2CxhSeFIGIYMJvwgfGfd
eerkiEAZFhMq7CSxnAwD3KUU6Vmw++a6UH1oCYVgLK0Fb1e5lsp//IrnZrpMFwtTNiCLF19xEZo6
yjmTcNAbgE3oPE9uKXY0B0y/3wQFRcvsU9f6N9owt3d9v4JWa+oAtHrzyga9lF/lY5onFzpgyXmE
8UF3ubFUb6RMEg5tmay0RulWZcNTFCZ1k2syJAW5GJcTqDw1RtZXGpV7K2xIEuBJuL5GEqalTFoi
4xqQ8Y8XhvXYrC1GXxORivNQlxV9FiVVJRxKa5ycxu8PylRuyA+SBbEN8m/WfO1abzF4vEN04nci
fQTHGEFJdVgdIj4XHPN0ePnHQYgqnqjH29MgtlxqolQt8o6jX/jHxDOxpqae1ZV25SVmv5syb6N7
VrUoYtN3BnUQHZWfcvS60HeaJrmRsBvyG4UpqSrizuTXTUquoP/OrGBclmMmOgO8iLcL/q+qyv+i
3vru3X1QVXnMs1nJ+i8xyFnx8e3n/xJTESRD+UJDZharnwX+1Fnk8y81Ff6V9QVEEl7tUPLwODOp
s/+WUxEk7cv80yYKhNabLCCn4t8qjoKsfkGKZ6bsm5R72An8IxnHC5iWxuyaWQJjbNqvcJnEy96h
gT+KFoSD9jSYuXVDf6XeWFEqLLIIyo+WDN0a7ansESFHeIt5jB6JmsnDBu+qyiGYYKHT4F9jB1I1
XcmCzutZrozGHwpYEFcJHIiIXATkdChE3w+F5skTg4o2GiV0qZfSnplavKwENbkSLs9Pmb/X43XQ
i0aZhK7veSAIOka50+h3T8iftW7SQ1lA/Fm6UqVf5HZ/LcPwEfVrJGxgql2ku4FXxJKXBd1TYYBv
zAQrB7UbmAIsdKs/4NwGdz0y0TqTdWXRGHXnCGXVXukUzs/uP4cdF4GaBc6RDD8BqHGiXgS9MI7U
2rPM/CRowriuZVl4GUtg+wiAtc9jJTZAAtJ2L5c5Go8qCK13X8j+r4XeC+t8fAh0jcnmMC1hjM55
cLG+oGr1JOVzT6mBPeXloNhaeTD3ithId7lmdICpI3mnlPVwFw3qSxsDxv38Gj68bkSOCKyzfwVw
eabc5687a2JhqhO/OVWy7AH0pIhoKkO/ssp8I+cPmlUQMZlF1vjCLk+XYYj6UgqG5lTqSrWRwxho
bIDXYBUhCP35Db2lwudr4TAIy5KvGMQlSKbzO5qKrpewtRpPo1RrC39ooyV6TBLDUdPadrIWBHZe
BOAfG+FF7yHQJAwo16GQhc+e78mpEyrJNauv8/R93miM2YE2GaLIkFbWLtJ3lbIpStuqP+mK8K1l
6Ab6NltHg/aAspIdhMW1edbHB45/PPNZMkXiIwSF84cgmxj46UUynvIhYkgOdXPhozqN7k5oXNnF
H5aiNpMkti+SJqBcLwfBTamNtZbk3SlpofGkIUytCeF82C71P9OZ4zGyFMbOpsJ6syDbHCvf1WNZ
UUZF4PXtqRWydDkYlrD1Wr1yvErTDvmoi65kVAa+hek1Yu2fbpLUk67wjJlgyn6+ctS0QaHG1XBC
flVdI4MpwGDPk6WqjdcMpz4E/LnWxWkPCQXZmsUUzpcacJwKrUkeTp7q3Rh1/IIva2IPRoi4V628
fv61fNiYLMb5SeMB6Rudh3q+mFHIyF122L3GQwErDLpP5sSoGK+LMS1uplBId20GAPAfr4qmMKkw
sZczRr54j9U0xRRKgXia4tR7jXs46mHFCCSUhbXQzhqao6D8/nzN+bGdhQUSDKomYGr4eFEgXnwR
XIXadVYpnjofSqPVe7Ez8Quu1E9/WOVN2V9FZRSYwBup9P0O7Xo0hhpvOul1YLmBVje2qQze8vN7
ueBdvX0IPDdNJHiD/CBzOX9tHq4RXaF1+ikqzFs81O3Ch8vSFBhKQBmsXElBVQjV3GgdJKcBI5JI
HFFQG6H9kT4Mp88v5w8fx5wpUF/NPH9yuPOrKZWgwNMm1U8m8LcafOGUDwsZOfzPl/njXc8wIpO4
jovMJf5rjA3kbeg+n6CzM4rsEfXahbfmsVddhSGjLW/KH+gL+T8B8HrXwGd/usn3i198KbgsJVZa
1fops27V9sYw7vzgCmL+4xKyPFv7gAJAMQGI6flz7JQsExMhap7RnE1WyYT/WxobqNEmWvyP9ykn
MR8+eSUgUP7ufCmhT1U1iFvrVPZ678Yy5F7AtMWVHtKbcs75Rye/WZbNO4MMXr049/B+r0Laa9bJ
NLs8BoqZN798XFg9x4sYGSy8nMGEredTCf05SVdF0wS/yyyhO+5Lw+wbX6rqV7FNLUpjTw/iBfO+
7GeqZajCZc1sU+YhFEv5Z8Zhswq0xPDgTsUJIipKM+7Uouz2QEbAhJpAdYGyYGfWt0Iurv2wZK/U
6iy6pSCa9NvMw/RaoPsYDrh/hNtA78ytu7ey41040KS4pNXUG6esTnK3SD2F5mB9zZ3gQxrL8InY
TZ0AhmUGQ52/zAwPlUo2a+s0zvrDsSdBV/ea3JC3shXS4ijVsblpe9iIkRfP8mJ1kv4j7MUckGhZ
o69BnY4xBjyX80uYEPhD6FnwT1ovWxtMq+uFLMbxWujzzI0DWv6fx4KPDxbVNJHcHZtYzClU/Xw9
2mBlKlVNfBIrP14YE8omegpS+PNVPj5YVuHXY5MDJghVyPNV5EHyhkiu41PASc0wVyk0ZMlL+M19
p+0zv6t2fkYbQimZ646+X1wJCH9cfy5LGbfPvvAXd4k4nJpMGMKekPYO74qm+yqUwJbDnCRHTzF9
7YcBCrmSCy/gAq51gC9G4PNL5fZB2Ok0hLBMuOSZDklvCkGgR6cEUlaPqiPHa7UzsE5yB2UsHqPA
h0g+MnmBopA5ejkl63KU1Ct76w/vmpkIKjWAbGSQsZdvwStUrRB4C4Dkp9UQNgCP2rxeff6u/7gK
rVVppjTjz3axg/vJt8rSYEflZZO6dTIM20KMrmn0/HEV4q3FqW3NIOrzHZX0qZFpZhyf9AacfN8H
Bdwfo74Sd9+4COdxd87lJBMOASNwvpPzZVqvw4OyE6PTKMQm6np5fStoFYRGv9awXsfhkb6nbFuj
aj3nfRncJqmVPmGhKf7AYxgBEM8bXCVD2c4Yut+G2IILGnqDWbIwZeNvKRbklTooOE9oTTW6SRgj
KOLBxvM6iany52/mD18BNwPecr6buVw/vxl58GkRem10Sieapq3Bt443HsNTQWL+OMqqI3j5a4p7
btGN18AnFzOgt48AnDuaQSSOvLXL0i1PoWDglQzlOak0l2fH4FwopE0lwiqICylajcpgrPuyFZel
1mt3eeeNh8ETw6Ufe8H/x7eAGsrcqMV9SL18FjqdH6tPs+hkJaKxQXM/B3SsZle+hfmJftg+5AZv
69Biu8iVO8sYqqabwtNk9rHjxQNKY5afbsI0nTZTrg1X1vvDQ571TXnEgIIhHV2mzTSlK7ZrVZ+s
vvtaGBB480DW7F7Sx800KPqL1HQvnYq0Tpf30UZqRYioYlfvlCqP3c+324euzDzuIgMjzTRnFJl8
cfdBmDJ7HbPm5OPbXSKf0NRbCqXU9a06WLHr62ceHFYKvgrKoQhm9GspXtn0HzqS81VwlqM3RXeG
evdi15cC7zlWjGZuGZiQ9MvmmfTU3/QiM/ZehEGTZuCNcS3PliPOKK9Nq4yPniD/yizsbMbmgFeG
daVhZswJ27udwVkw9zIQ9JoVecg3LhO6vDczYFfdi8Fpf+O3RfSi1zVoHg/KCIIbhonEU12BjLTB
4Wi3vpmUL3o5qg3anBNSH2OiJHdl1nrfAqmZRUmMRLvVjUCp7a4HNo58R6IDHvQ76TFVB/BDwhjk
9w3S6MCmGEa/IEvaDvbU9NljiVse8qCKluzrvpYeaLcBDwgBoz7KdaEMEIFKFHGq3C+/+WES/EDo
Rn1M0jyCoTnV4FQGyjRQJsXEsF3WvPLQ9UL2LUsr6TSaFnKVWot1hq0qHip6gGaC77LYTEB6gtja
5YOe3QLO9n9gF5FxKqEy8apMSCbnUqD8BLALlTGKU/lV6fBid2R9UF8lyy8f1ElEfg4bR5/ZTiGS
zE7sJVSblOBHYRkpHPqe5FzR2nmUb1nVo1DnwGvSqLAmpvETQk95UERfxSz1/ioN/jvCYCTBR/T/
FoZ/bLvvSXs+w+AP/HuGYX1BBIqimw4mH/48qPhbEd7Qv4j4GfNNMN+gj0r+/a8RhvYFFV1a92/+
ARxgc3fsXyMMSfyCHPycB8j8MTLIfyIJ/9ZCffdlkrQgoETknHnmFI/qRRFQG2rRaIXWgG0BtZOC
gdsNCugZLW3VddjW5iarh3Sl+1W+lzul2KqFVyyTUZ/2tTJ0uzaOE/hk2cr3QbubeRnfWFZTPkrS
kN0YGTmfjiz5Wq3qaRdKk4i4jVZ7SHsisIbgdnUlhTmvhecSn3wXHTsa47TnORfOD31RrTSkrhX1
qDF+X/hpZrqRaf5AuVvYvHvJ+78e0fsu/JwL/efB/b0SbiZ0wCw6bpc47jatragvWu0op7CKgmAw
OXJQism0IgUxFui3RTsbeVmJNF0J8n+4SVakbprdGWXk885vMjCLfDBT0TtqIdKsiGr6u8RTQZpo
+njlVPuwFJvMnJEcNMfnU/bieUbsm87q0vJR6PVmGYz691QPRGz1JO3Km1PmfPzsgTKrwgWBbQgx
CdTMxcll5KLup/pYPsaGuEz9ekPfeGlOzU1Wim45pEsMEmxN2WR+7HTqMxH6QcplJ4LM6X1HEYre
Gujmeh30zXZM92IFBq5TN6lKOyQ5am3wNOAEraSzmke9g5G7qzpQHAHCTK0sXTnx5os9vxmVnvOc
eIICohC7SNjNYYz0QE5ibJF6tGtE8CCDl8l2OoLBDlXhWpPrw26E7DOreNIAYlrCzjjfEkWPUFJE
m+IRNJK+mrwBvpowwPJPvWxTDL31EAsG0IDq6g45L034Dlh5noHy5QFToMl+vrIRRQOMEo7O1qAl
5BcZ4gWyl1752i6BBixDFYcOJwM3cOSiMV/Gu5aIVEh5JMBYfWw9CZaoEMRrlRnUKk4NJFfMZAHc
u7Y9HwyfXwGNqL1AtysV38worSiC20xxBRyi2vL7P4wDqClZWADheYZylPXWy3p3YcVQJm0eef5T
6Pm54yVNe29IoMu9ArCpBHLb7SS4iAYSDZ8vfFGt8eTnglAn2+O/TGuUiz0mYQQrBrpWPTUq6FYQ
tcyoYBL22UNZj8+V0j1GyTg6hm+Jc/702mD+0CtoHKWqh9JOuw960iegGN9z3NHjVv7lS0pj06t9
xasX1A5Vc0HNftV39SJV5srJlCkPqMlmpQBA0OcvUwALpvr0ZJ9KTb718Brqk2KRm9ZdbSF1nqmO
1mR2KKjP0t/0+P9mKf9L2Hy3fz4ALZ4xrQnr//n1P8u2aTP2+DvIxfwn/52u6AAk5n4yjAlezX8M
bIBcmF8wsZ1hGHMW8a9URVK+zFkN02BYlbPWBAHg36mK+mVmp81m53ShIChL/yRXuYgB1NTUAgaV
hE5ngr7OZbnn410YhpLYPEVtRBJeKWlyN2ShIToarcPVzMazo8H3Y3ca5e61bCs0pk2xBkqo6PGT
VzblXTIo6UEasc+tqR6vnJbnUf/tAsGUACLEKptBzqUEBr7juljRMX4qIwRAYLVvUaExwQmmpXol
IJ6H3b+XYnjCXIPWP+/r/BNqOqMHdDc1T6MwIsbWV77ri0F0RQ7vQ3o4n/2w2OfJFx/rBynmHuyw
UIHvPVFAtytJB0ScwiEdgDY48IVKCGxtAQ2q8TjqktG8m0rhNq6SXRV4COtIfkbVHU8u4tnaMTV5
4oJkxYtoHOOl4R1iA+5Z3EXFOvIZZhd14K2CttSQnLfEa92CuQD/z5k8PzIgauTVxEpxJgBfPLKR
vLAa0zo4GYYQ/DQ4EfY00mqHFIuqPCws4PvSdlBRAW7VsVh1yeT4Yywu0gZDnQrBrKROKyiWj5ra
RW4X++FfL/W/0YnoZH0WnY7f0/wiJvHz/45J0hegCPjvkk3xGuc20L9hYPIXFNLx3qPbTSZyHpdw
dyNxBTkB35rc4SwuEUI4PVVadByfSAP/A1utt3HU2cYi6WKKwuSdi6Agu8jHEbvg+O0G5bEIy1L4
CtPNug8Hn1I9pZ+6iZMOZMzkZd+zLsZXtkxLbVnBnIQE603FzyL0UMFrNM3O5QAnU1Msq8QxJf4E
ThpyPEuvi2WPpUaRofBlWAgY9n062XWi63uVsh4fE1GpY8ePR9lY4N+YH6NJ+FZ1NXJZmdznryJN
13FWPmaK9H/sncdy3cia51+lo/eogEkkgIjpzcGx9E52g6AoCt6bBPBas5ttv9j8wNKd4jnSkK3e
TcTcW6USZZgHmYnMz/wNnE7tjpbQHC1dsCFfmdkwVZtet6PvuaxcCmhFYeNVFzWINeZdVt3EFlF0
3amh9pU5jP075+YvhxklSWjCVPJoAqHTcRLJNCxsTJHWeMj0OEA6u2/8PBfD+tWWuvl7QV5nbL+c
zoxiQKihcbiQvF4SkFeRWtYQm9VVTIGoEO2miMpmO1ot3qzwtDfWkL9nEPKbfcGjkIYuwvHUkJyT
MKc382K2IIg/SL2aaPmUw5fRcjU8ailQ/ki5UFPAuom3w48wYpUNR+Wr1qpg5o0lzemqC3CNFYV4
ygu9ew700sOACnEWx+8cBdMznEpxL2LswHyzEtOH3pls6LqWNZWbuAJiX0yqaTf0QaHmcT2n5Xqe
jUmu0l7NnR9VTiFXcK2T69Zo0WoUVjUh3oivi+ZB511LUSFnFjj1XTqr8VGTyJn4Wttbj3Ysmx8i
TxPiawG9YyVAg+SrP1ywBaSAhJUw6IMuk3h8x2GrCmJmlONDFxY/grk8DzXmZja9PZThePsy2P8/
e/+dzhSxF/oe+AmQIiK+8+ZZ/NPo8JkA77n9t3Xcdo9Fx8++l+2/bfhi+e+HIuY/r4PI3w7y8wB3
7L/IhPEcX+rRy0nMQv7LFVH+JYkcyZs4i//Gj/8MLE13iStJnSWFLs7XBeX4r7hS/wtEPoVuUuzF
WIHCsvMnB/hJ0Rz2P0WjxZKRdxXJX2r3xxvN7CFGDbEMv9QDrOmhiew7o02uKmpWWl0/qwopqnm+
D6Zx2qUuJroi33Ru3azgi6hNU1jf3974x5HKz88Dxdt14S9zMp5cKKqBFj9NQ/glT6t6q4USif7l
hxTh2LWWYuyV9/qnt8c8ScqYQrw2KPOQVC6dY7RhjiehtcxCm7TYepikdm4bzSbPVfMxnKJ61TVR
tmnqUfhFDdi0LiKASu/ZKLIJX4VngmIndzFnM4mMvYTQJ4uQR0XPlI7u3WxPKw+Hg6iGNSWw+JLa
gRiAGCy2ruDHzIe3n/zXgTlmAFpQrgGlx/+PH7xpwwjIsWXdmVJD3NZBtUfF2P9ZwXDvtWrbopBh
G9W+LsWXt0dGHO/oodnBLDC0LNYZRO9CozgeOxmETdcgym/TVbpCT3F1efn1cMh9xw93oDEu7Ctv
Y191e3ctD/IQI93dnCPffaVtsOZYe763QVGeX1/+XLVv9sW+W900+46fehvzYN50K6xK+INPg/90
I9fowH5pzr2NWDv8dvJNfZlwHyPRx3GLtsuh2hhX81V44X0Yb5GKSVbTjXkYVpoPqdAfVs6m2Tzd
8E2fnjp+Ovr9mnny4/Wtve59RIu3QHR8UDQba4WQ5qZZ6zt9V2703bBttvmP5IDGzlr53t7b2+tk
V+7BxaOlOH/Xr4wD/c/r8Vo7x0Bv41yYl9pe36Efi2gzInR8N7qnL9/f3dgHbWutvP18I66sw/Kd
+lXg/9iflyt04n1nvXwMb13v6/N2n/n3+Yrei4+z1A7RtwMC4jvvod2r1Xu2iy/Q71eh4N/riZqd
R+cX2OBpCzRGQzCobS273a6vHzCnO6/9chfeDt9i+O3dKnLRFtmgV4eD2T7cIEK2MVYoRW3nfbwp
d/zRDRfq9nl3dTatIBb799NK7cM1geCKX9gkm3RNGOdnTHmx/Hs5Gb5a3UbI9a0wpSk+eDfI4cZ8
vVZ7bR1uC3/5u/v92xv3pS1w8pz4jzooOaBy8Hdw/bocV4lcEdpaOUBkL4S5r9yzcagTWNHFTsVI
DZZTspguuFSduvri7x+QbI36PDq8fNVO6gtQmHZX53EHQ5T2ZFxMg2+MFS5xQwloQBq1fggM5Tfm
WJ69/GCg5RCZsBadnjeUngtFPoejgddIoNmlroMi0c8CXrwzL2x//lCUS2swCJ31P7/28ucQZ3Tf
KWO/mDqfzAzOPUuuAhzExff2+I0O5mJMJmTdb+m1nGlCuxBFdJd00YWbP2tdd28E9hpRvitLMy5N
e75vERxdKFOht5mpVpqYTOjfwwhrTqEenKR4LEvvtnZiZMG98z7vPvU4UgQtKMbiWyzUF+hJ+xIy
uT016Jj2V14pd7HxkfTBBc/p3SAdt6urETHZOdpJvGJRt78Yu3SLydJGiWBTRtc0SxA7rjYBYmel
g3inHPYZst5gRNZCdOeJHV9bGcKQdXYH2vBe4VWmcFt8e1Od3EAvhyFgCXSNXpA0MDGPpy5P3N4z
zTy61VOumi4BwwiyBwjRDx0qxzlIPcO+Aci5BdoxvDP4cQF9WTEWjBtw8SMAc38KonQxopjGzgg2
COmNfu2p2E9mVa1EY6EH2XbdXSXIElrAhW8/9fHt8xI2cfdhkkqARnZyGuTaqnHbES70ddKaz2nu
4Q051Pl2DhE6B3azSjrLRpWNXq8Hn2b39uC/yDQBTvcwmFp0W8ViNXaSeVWix1O0t/WH2khRqxXh
XZK76bnRIzGgB1q2Be2BNZ1dXpZVeYjnuL9MbaxljPw8Am2CvknxKMRcrMNuzvA4rJ6qpGofcqd5
rxR1PE9UFl8+KQVjoHUIybwwUF9lb4ULaCUjfnjojfgLkHuE03Q8/2LLOS/a+Eufkj7H0GmzOXtX
85BQ81VoQrmaJg5UFyoQAF8p9y+//2psQ+WNa2Ive5sV/TpTKthUw3zYrmOnghvYID3YmyGtpnTG
/jGOoDM4qFkWWU/St4hT1L134ZSc+BjRng/C+OxOhbrtlNnsmgZl4JcvZYnJoy3Q1C4miJqdTj4X
UuG0bP3arUVy63RV8EF0V3OuposkPPOcaLgHMtCQyOEumYhJX0ejnfitKoazGVTwGn3G7s4Jgytd
DpBaJuvDy/75o6Tpocz5538sf+eprKYmRlL3pZryz1fX1XNx3zXPz93lY3X6J4/+InbmPwdfKthH
X2yKDiGD2/65me6e2z77exCcz5c/+V/9zZ9l74epev6Pf38q+wKc2d1zSDj3OplZAu7/e8N/9/yf
/7MJ46N61fI3/s52hPyLHAL4D/p7AECpCP0r2RH6X7qxND4oQL5QD/mdn8mOsP6yXc4g6pPAswj7
+XY/kx1h/EURC9oKiGiKIzYMhD+oVfFRjvYyvUHKZDQIaQMu7RdkEo73MowizxmsvtnMblenu2xK
6O8op5IfYxtY8zbqA73163Cw5FaKZvxgDpn7yCceD4FbItI9gMfB0TTqBWY9cqbIDbghyc7b1PI+
20GPvmrX5R6F79hL7R3tWoVMzDwM16PptDVBgUmSRYPX/dpl0HKxzdQn1Ma9OrgsXK9FckR10eL3
V2qlD5Idy5FUV+NF1xlWsHKN3vRDBxGHazUEyT4edO+ik9l0FUK4exR2Uv+gULb4GUX64zxPIHBB
k6dfSq/ILBweMoXJQRbpVzGyF1+6enA+eEWu4l0EWKfEmSTCZVROIeYPgRJOu1JZPhOxhXn7iHay
8T0qcgPN8TnOP5kdS73Sp9ACytTNOX46xlAHazdq8Uo10C34bEdyPi9Q4ZUHDVwYd3N2bYoGu55e
ec2ZGVFF2eVtoV01mQ2p3CuT5HuUpBqsCyGms0ZW9O/0oXMkFrlTm2EpBPDLt80OoyXRaMOwhl/R
xqsuKCwwRxpkq02SWRbiCkVfUdpGAZfjOw4HNH9786toCyNZlTJrbuHehosGCx4kSQeOYK2nguOz
Njv3ukktvMuz0I1mv85bNE8pjevmRtNE88kqbe8b/NYURRsrBY7U5sp4HIBWNn4YAfVap0sffoho
h+wDxJVAy1dJjt+oWXSoX9SidldO3s83sqVyAG5pUtXeTUTSrkInRXdFU4W5pw6mzLXUFfbzJRHN
h7zAzxzgZuKEvofxVrpyO2MiEHaKWNv1o4eRlhCaU5/VbYXwUWbrJJB1UdaozZSI7/nUqSpz39U4
NI3CQ46DIoM7bCIv6rBRixsU5b2kMe9dhZtWMXYRdbnZBZk5ErzHZmFNvrTYY7BrpxbLmnb4MKbN
PKDek0ysudfn8myOiqT3E9rYj1k46UgX0Nc6r90+aDaTdMvcN91goeVL28k3dl4hGws6y7105lKm
vlCOO63MKjCQeMo0iT2y087zPqmxAF+JuLHtfekir4jsEnoY0PNS3MQmYYxfi270vlSaiXO06NyM
+WlFi7qUNw38PFPTVp8a71szd3ynukcQKpqq5nK2ChAdsZHo+y4fcPtVSclra8lxwfvKCIlW8AQU
LUduX6efudXQjevAqSUUOA8Rjue27+mcEKuZ8vUPAwSf5SfQLtK1gRDbgsCkOLvKLK3MgBIH9icn
L4vUt8SYAI31RM1kCtF8bIs4+5GBp/uat12NT3RTBc9dVWFBxhuoruzBnJN1VgG59fu2xLEWlC1y
26nXZCSBsRF9clPPVL6yamn4zhjpoQ8/pO/9NDbCGUBOguJvO4sEIWzDnXXwAwUCw+myefzCTlrn
DJvX2lyJLhKRb6UDxhuVAFe5sz1tvgHcQXRY21Ger3W3y/UV72iPeYyrAX4ootbRD7J1VbLryAOw
Ms7oFW7LuTTVdtJCjiYJptHaT16K1BuQS45DKxQNJRb6COjSiSrHRLJSWoO/GFHwNqhJs7b6kIrP
pd3g0eW6Y/zR7Urvexno/WduTkHCp8ftsKPbgdJG2XfdgzdOkjA2G1K576vOLDbW1LdYoWiJozBX
MsKKk0e3kic+ztgfYpnH4xY3WPF19AT2Lzx4fxc5aRht8kob1L4p+9nahdlsdHeiidghmjbZ8qYf
+7g/MI3aYwGdJd0q1WIv6aVZ/V2PVeczfLBNcpmvqcDfijobOYTrPsFDsnRydmbe7c0Q6Ug7ILJr
5phlpS3J8tke4kl2Eqykne9i6uIXc1lcJorEoM6Dg83Su1gbuOV0A0hr44UTstCGWhl5f5WG6LXw
GufVcC1q/allbN2mvmMlxlna9Durp6AWBGoVST7AkKq15SL89BJsg9i2PETZKjSLYjgabWN/xif2
+9QW92Nq8ZJWxMHmoxHeDF19macTtlrT3mqjQ9thpU5CN9FcmVH/MtA6H+Npk9fR52ZwtXVn1/Xe
adRDXwRGvEricW9JDMeK4o4+BEdbbaMK6l4WkWX6WW1vdOzRnP7JzWMMQgfISB6jZTpmBg0yeypw
zzwr+WRPVrTtMh3uVwIiJsAKBvUmlWLmPacZVkPTWTxX6ZloLe0MivpDmIp8ZYt2jZdLuVfp3ixz
3tSpOaQhyn5R4e6bMN9m7nDXgsUYpHfmUQkr3QQTyvHbPOhIzipnOvD3PwVN+KlNBCicQtxnaXw2
ONG5m1oX6TAhhO3OHmfttBvqEfCtzretQnEbZeOTrSXFJh+i1vOVbQygvIB0F7iFFDkvatNtNGFu
URjgFZ3PE3wos8I4VwYu6nmBuJQtrvtIsWs4cXREAhfNnWrluvXnRsObJ0mfS+mh3ZLt+8Tc65P7
sWoX4tpM5DyR7XycdeHrsrpuTcoxMeDb2c0vOYsQ7R/zeBONSbmJZiDtUYHMdwk2pTOWQCbrnuLS
vGvqHKQ1L6Pfzzq6ptm2LuuHwUw+c5z6wD+jgwbLYFjgCV1XcgbEGF6JGprdltDnvnbK87rOHs0s
+jQiePrUlIbx4Jh4cgqzX+Hz4NF0R5hIc8fLFgz3OvEi9BrL8XaI+J60X9JN2deYoWkIYJzDGH9y
BVJJpTMYl8owplU3fhYVHgleIp8Zbp246VUUN7ipdYPt4V8UEKLlxmWCI64VBfXOJdxYm5X2fUbP
DpWXzZzNwZlZNdV9KxxCE3OmSbVot96IBP3ywrpLdLSbMq/Hx9CUiFXqg/jSN8N8MafhOq0pCmZ1
v0qL6dYUapsn6N8VJr4LLmsI5ucmLyqyoasmHMIDaKerYkb5V+sOTVZ4zHz8bY6jyxmnlRkOrjWG
V5q0D90kb5wu8QkwYpyR9TX6U/emjXFcpPCtkeEmEg4uiUj7Lo4H4WpKMQDS685cizIwV12a77se
n3UtvZya8DxN5Y1p5HcFhMDWwT+CEzXUvRuTe8YmN08No/X7IN17NZvNq3fhtMaEZGVlX6MUu6qm
/UCQ8TnGpc2LnorKvRDZbTxdaX3Ddi7v+8k6kwHLjycvQaDmx2gIWRi9WeGsbvrwIyge3zGoczaY
T3jftbK7mBBKp6wYXMIkOde7ZKtlFOHdKSDrfFaGhauJMDZ1lGKnE43oNmqc62hwYanQ9HssozcJ
DeT1sAyFDcLXwCtvBMxfYxdYSFXDzlqHqfS2g0qvbQSOMk9uszbgZDbnp7SeULRP7XlNk65fTQ3B
iD5334s22paofKyTuSdELgQyd/mVsltcmJtinWYcJ238OVeoj/BoyJSqFI05u34ktMaEo3wczaWb
J/UJArkEYvKV/BbTu3DWne8W/jiGCuqItKDr3E2k6WYL6t7VC0zl+2bCFSxPv6Ixh2FHIjM3wfEe
n0CaWTpmgKVUYH6CXoMIS4dm1VZ9jPWHanN/iGOBAb3MxVNjJ/mjIXK8m0DbBtVGOoFs0NTMcyps
6LcRahVF3KyRMzL2thywtfFGyY3YIfS+AgjdnldubmByNLYWYrp1/8zcpsPBlIETr2UcoAE4Vq68
TcI8/5HZhkcZTkd7Ev0XdAt1t1bhahzD4qOekcxfaCPh1bUM4u7GQQshgk82iPvKDA0X8QlPZOT3
ucC1Yxqr77xaKCiPTdYAl0VwDhGQAl3i1ejyYOvK6cBzG1wNt0qZbesbXTddZ1qFSy0USM/G9Skf
1Z6rR3fRagphhiiR8AFzpOKzM72SgmvRNZfA0stMeVamsfZJzaV2RWAy1efpJNNN3k7OdwOahYSQ
0NOSRqJt/vbnRYbLmFOvLX90p9WDo6rD/2t1BoRT3io03P3n/2rb4zrDy9/4Fy5Gun8hcgi27h8C
wc+2qvcXtwLAcMqLC/l8KVL/rDS4xl+AxhCrBwilI3m39GL/qTRAuKYOSTUUjC2l1j+pNICheV00
wyxOgNADcgGRgY4mZKTjQkNglZE+saE4d3URIpOnx9IP+6TpP4+iqzIKCUmVdtuyhrJ+o8OPkXeB
6ybJnvzLm24aOgEW5G+IEG4OcDXNhz1YXtwjM9woMWsLGv02Lb3yI3xSFzugHPoViWQa29S0ZSBv
RWQHwRZZD42SnFEUbkMD09bKsd22KWLzyKkmSLls6trs76hQ6KQ6pqbfYB/QPnl6p+HmpnkJ195o
cN2RJZMrlLEUO8g4+BsGorc/G721MEsTiG5rXVFGJEqpsktbBdzHaRxDXlKiI5YoeloTKxk7UbtN
Yju90yCK4b2YDFW21c3BkAcdslMmtrKdmKpM82quxs5rQhLZV/voN1CY360NELgFU81C02k+Xpta
KwaTOXMSRE/CpIF01TQwqebKO89To4nXbw93Qgle9sJCK6Xj8fIPOgzH4wUxlWxhdAI4C+eDWJlD
iGIQIllCfdPNnDBg7uI6Oi+LcsqeZq81HoZKtZ8n1bIFppgK+TszcFwG4xNx2C7cbADU/ERaJ5+o
DbU5CcOC4LtNaOethVaa676cNRM/N0vNCOaqCFflzGsJhOpixJkud8L3Poa5FNj/aRcJ6VJW5kWh
9E8bjRd26Uu8Ki1LWfSzlgVUDiJkntEZjBE3uE6LFMPCNOqUvhWBFuAEDtQoPR9DaT3rRlavjVEz
wfGklTk/WrTRvI9seVDVO4oyUV2sUrevZk5mK3DuRGep6F4F8xQ82cPYYjWlUz2y3+t+cnScPAsv
OpVKcMPUGFHaOH4WPXGjKYZNhA4y7m9fZ2iS+UZGFtYjb++nYyTXMmlomDBnKOo4NARetturSbML
K2B3BJTYImfsJMambmZcinzETrTIybTII3LSqbdHPX1pGJVXBmtctN0X5xjz+PFyV6GpLyPqJu7i
KRalaC5asgzwGPWa/dtj/fKEyNYCquZ1QUlWB95/PFaIVEJmphn45UBmY4XAJQ4D+24qBvcMRw3b
PO96WPzeO2/FMRyBiaUHBsUC31GUa8UvGBBauq6Vt6Ek8gln6Y9Gm97kQULcXnhB+9GYmnbbgRGk
Nv5/6uf/heNoGVZKBAOoSdNhOeWQzCYdjdIUNsPq81z7hq3Gy951q34VI8r19PZoyyt19MpRk4Ww
QpGeYbnvTuYWsr45zLOThKtZS/t901TOLugta6cFmXfTIneG7Yg1YxQ7ju9sIfNFe+F4cLrlFPoN
IKuLkerJ4EGQ1mZcW+yfNhirIvRTj3rsXduQ7jxmYOFaD7UdPvfOtWcHxEAaAqdeGYOWFZhMVqgV
BSvRdtKAyplC57lxxmQABzBYWPHqRZ+Z1/WoSSLuDIZdgslhP5fzrSrbsdwFLHB+W84F2YVUxkQh
H6OgerqrOl0icBtITd7OwRDPP6y4rmy111uZLmKdytHnD3U8aMMzQg5z+EEJNZCYJpObpJdCxaa4
iqn91LfwiOXoh2ZY4sarMit0zlMdxU/kdA3lYiqvsnK6asMSENXojnUzbcM5Nufe740ixtGYnEcO
B0+EuahwIHa87EM0Z5S2ozGcjZHQNhIA/a15nD/3rhln63CwCzAAaRVKMnmnjzT3UGWZwkAr1K3o
ippLkexISnOx53uE3ryNtLEMBj9l5ORbVkRdcEELr8nwMTA8jo5Wl5pbXkVO4ib5gZ3r4Dtejfbo
rbt5wLgJAXRNw+W5d8zA3mS1mY/WDf6a9SR+FJYsVLOvqzzT4nVpYZlrIlYo6sjxeyuYCOHDacAv
PIxzzX32tNxDFL5RKQVWaVcOSUEZOdU3za4q08fSDX+GGEe0qNt4htLaZyIbp1s70xwlz56XZcWZ
ZgXEJFRMktokjygqiVdiOEfYlxj6iFaP6JI0XQnV9qVvJm6RfRLmTG7USKNUZ2Yvc2+vQpVTsQiR
DDlExaBpV6RnIbePhvhpe08SPhU3xC7VDxjFrncXNprC1bSvUKz5TF0gjLjTKT9h2J2Ok35JVBib
eDzQVz0fxqktt1ZvTpTyUxnbZ26HGxRW29CZxw8Uocd96DlBuq2Q4eNzGWmGPWKVJ8o+i5yieYj1
3EDgHgY3eXOmhb2cv7mFhtbKqmLJSgSP3FKkO2W0VtFdtLUZGXJXFXRcKEWqNJqR8wlReJ21Dico
PALmcyXdwdqNbZ5mB1Vxr4xYAXdx74ZnbqjZTr1xEk8kD45j5f1Hyvrz1Pt1k+jRAeywFrF1XSMf
t6lpZRUC67qO9jH9corPNId6oZ+VQzjIfDXguzBTHB8zu8RXGxlQx1r1qpMk30LL1bqxJpEcoNRW
gK0od1PcH7VUN29cOTGz5H/1LL6ZTWjEBxY3qjYiMDrICWGTotiT2gSkulJj8nU0oW1ubYpQ/VVl
0gu7mCfXmC5l3lO3psClAeNOTVUjPxHow3gxlY4R7VzlGOGlYbth/NHJ4jDtL4ckr9x2g95I2U0+
m0OMhyrWu8D9ljWU2T6QqaY4KM5g2UfwSY7q0BByx8CLPrSDiOO9FG2l+rOcfqg8DKmTWuHWHenK
mtfNlGmUnfS8c8rbkop2q62z1uKkoMJjiOzLROIK3EXL3XgVz5qhf8ydXu/PHT0vx4PWWF1wqQUR
lehRCfE0dYgCvHchHt/DZFCAUzlsyV/AjBMnnoRnQWFHqebiQlJPdFRoWLSHNi/r9egg3VCNzvDO
BfHreCa6TyCHFuvDRdji+N5PFh3Dfpi8bRqoaA9Gvd2XDh6CrsUhPc/We6zb47tweT5zCckXdfgF
gngqb6cFchg65XqYq5cuuB85bsdomOkdBe2F27vGqswDd61J6z2Nq5Oc4GVouQiJoZSEsPUvWkx9
SVyRmTMJWh+10VnKUTH605gF57oe1Z9ALEyHDDVHfFGbxvbDJFf5NqkTLBplWRjvMJ1+iV0JKgHA
wNuS6BYB9zieeCO0tJiWTfAjopl7lvSGebAX7cS3Q4/j5SW+cvjeNsgAECUO/f6TUQKtR8x8zJof
KRdutVKVprcIohNX4p/gNsXWq4WWvjPoaaoDphkYAiLJLPGSh51gTCWw5aqkHPSj5i0b/IyiVrpr
TD0Zt+ToCoJKnOJFjdnHTH4aTN3BDRD++/ynj75AXT2b8AfUNpDv4wkebVkHrhUtgU9EN9TaVWOI
oZtfZK7VXNbkh2G+wl7Uqt95pU63uEQw3ZCYQaAyytt8KoyJzeBkmjWi8RYQ72QVRKiD7FyzN+4K
TsdoV7bgd6iWDotpNQZn+7ef+zhrWLa5jgUj/0OGCGCHtI6fWzND2SPD5WwnTOj2mWXWZ6Gpoqug
IFB6Z6V/MxaFHQD2Sx0HpMjJHGdmN1sJaeqWGNu7wLwIAVBYHzeVTMbNnz4WZKxlO7GXF/uR5X16
lYJlvT6oya41dIRCByzyCAIkLDX6wrrVVe9YmR+nJS9HBRcswCuKVosYuHk82IRLL7C8MNy1SeMe
kialISCKhg55H/h07HS5gh1uvXMk/GZU6BKkJbCSDJP85HjU0G0Jfi2h4RqbdbelaaqDlChFmVhD
3Geam/qGNqA59PbEnqAgeViItw50CXocQN2QIz4e1gXKYOF2h+mPM6f6Lk8GRWAPpytb0ZmQtIxC
LQh9Y6YXu8myKi/9dtIdtfL0Jgnfsyv8ZUtRGoH6yWeit7nA448/TdgPQUgpON3Rq9WUX/XQqD4O
fY1J41TH3Z9O+ctBRcIrUBJgpZd3+dWuShrUfWBj0H9ymwE8K8RZet0ggMWU5mvXydvvvYzd7J0j
4vhYZsqRmyAB5VTiLiI3OxlWDDUI2jpodyodMc2xTHWnF62CV9v32orajXxvxOMz+WXERSqdQgnJ
NofhyY7WU0OzesK/XaiMjdnk4XVBU35XmF31iU392RRJcZd34XgREs7dvr3FTk9ElpGiF68TJTkO
p1M9ZADWelbLoNtNJUlnmqG6lMZl+5AJE+pDAUJAaZWzHpN0fGd9T5g2y3Ob8DvIu9HOXhLwZbu9
WmDAploYDeOwG/pw3sVuBx5jzL2nZh6QxY8FfleqS32azPEmG3q1lwCndikIOUDTLoCzHrhTH5jQ
dt+ek1/2OdsIRXWWEpVojpqTfV5Wksuha6adVo/o/Np9tdPa+XHIsSJ5e6RfZp+RICGjDEfxHm2Q
k/fbjuscGcJ52mUx/ktjYerAhVo8GBNb+9JpUXth4Ei+0pywe8+W/HcPKaHQU5pncBp7x7NfirBo
xOxNO6pqxHj2AOTJysJHj7n9/vZTnrhpstLuYqYKZnYRBoFzfbLSQkPYk96bsWMGoCBmBv2uril3
6IClhzqTrV+adKhMtw6vRm8ydl2bSLivjX5fzZPczln9SeRm5YckamDejByIRRo9FxoGXW9/1uMV
IdqGrEEICv1ocYenEH08LV2e1wzkJms7hqN2lmmjmL9qWgb8sA+D9NqpnPYup/1XgnGi0/xHG4Kj
Hv0lAf6c3UDxlGPoePhUueOQOfa8VTTsD4VWFbd2PTxC9hp2VBAyv42Ud1Zocbd9+7mPL7ifA8Os
E2hqI3/48rK+ehltQH2pBB+1dYRRfM+0VOXryGn00c8tpwLZJ+TwMaZd9OHtcY+P22XcJaFahBER
cmFrLIfjq3ENMy1Dp5n0bR+75o6iu7kuytHcZRE+dzCussN/YzzWmBeb5Iqq3/F41WSNFHsopdsB
NAIHdcJLLaGL08zJt8gY9XeO1989nrlUwT3cg7g7T44SzapAorm1Dny29K4LuyFrA39m064vK8pu
CFS9EzP8dkTKtZgDwZ3jHDt+wLKzvBg5GH2rBBovwBLM3UTZcAODLVnloyjfEZhdduQ/Rcy/F5B1
MxYEMcf4KVUwE9rQjpXJhAoQbGGE/ZziV9aDnNz/xlAAXEwGIxQCI338aItAdC/MYN7ChqcfPk0a
OH/krzZpMAbaH10Cfz8XpyPCNAtIG2m248HgD4WTcGNjm6jRvmjtyL2QdYMRJdW6u7f35K9TuDBh
efWIa7kInZM9mSspZ5XY+tZENnPjRV660hES/JC2tfNH0fPyVGAhF2VwlBdJwU5jjc4DXwrjXN+m
eBxtbNGLdRMmGKUosn1I/4CbFFbPf/58C3uXlWOJMKA5nspeRkof3E7foo/teGCTRfkwCkhDB+Ki
/L2L7fQE5xGhsCA3vDSFOJBOXjnT69MhGmJzGztaX18bpVNPq7joXPQZx6a16nUWmQFOkQJTuQe0
RkbrJ38cfAEUg9/0MH49TKkgLH1unndxRTl5YPzPtGke8MA2Z62lPQeGpKhwN6spBGBaDnpbzEn2
50u7ZHocNrBAcOM4ubmcOctNWzFoLR1M1QjfDyG33fkUOyCCrMle5/3U/PEruWhnoOiBvfji/bKc
Rq+P79LpIZVhXh4n8vOgZ2prTItmU+62129vot/N6RIosX3plyCJfjyS1sZjD2AYm3SLYNyEUHMg
byJGzNJ5N2gLdAq3x3eai795M5G8c9FydqFlkb0fDxqDH0jsubW4naZo3UnA2n09p/t2wWG+/Xy/
ntssGRxK8BtLQ/N0z8QWhVxNTsYWhVzTj2LNulJOrC6CUYvusv/N2Xn0No6EafgXEWAOV0qkbMmx
w7S7L0RH5pz56/cp72EtyhDhncPMADPoUhUrfOENKrC+6+O9MzV2KHGfZQlsyFqUODfLQRoTxlNL
kLHK0k1PepT/Seupu7k+klik8xeCCFCwuJmc8N5eL2JdjWnaz4uPPUj3IvcFuD05K5KNl/1yGCoP
VO3opMFEhcF+/q2cpc1Bm+Gz2MqRPtM1ocS0U0tV+3Z9Opf3C3UVEDUESRSReBvOx7HBvktAWxVf
zvAyxNLU8RfKwH/kCKT2EGCdQX1r8BNwuxtP0uUWEVAdlLNUms4UkVaJoq13cR4uk+KTlygeLluS
X9Tav7mKpvsoM7dqhe8NR2mSDiX28miCri6UgsRBQT+PDBAExZ5TXmXeKCTAVSfsb+t4ttr99aVd
jyjK6zrmRlR1KNEREZ4vbSDVGFiFSyfMvDCadpS/vWodJ7NCo84Mx43lXJ8ARuNdpzIG6gVc1Frp
oVDywSllB28jaZBva4LCg5SXQebmYAiLD4Zlr4MR6kLtx4KQHXo+NYNctYw6Bqt6NTqo8HhQAuvr
4zKE006uSnPj0J0XFURpmclxMQtEGGVmdfUK2jHKLcOgd96kdAY6mRVsOieDbzz3eXJivBaxvSa4
VVvTeOHf6g9eL2J8CG42+weXhYu92qbETgitYggcZtOOgmrizzR43bRrlo1dc/EdwWCg5iPAHwAy
wGWcL+3kDAEACK3yxtacvw9JVkVPVd23yREhr/Tp+hZ9bzCkKXjxKIFxFFenXwOypimxTpxUFckp
sNPCc0papJ3TVh+fF/VGUYsw2JzIQqzmhWC9Xpt65S1KhL4I5PoBsHxQIpOA4H7x48MT46Xm8PH4
MJq9ulzS3gxAgnH2QnrqPmmS/V9aO8m+i0DwXx9q/ZRTVeE5AD3DviDbXqMB8YZCizywAJ8GXXc0
WxOQrKp7wlwKMX4t2VXVsmWOvfJ040BQzhHlcKqJQnx5fbfEtkaHOitbz6qc4kky2CYwPZruZhlp
8GI8oJwstQ98IHBysKNWN3vxpMe1Gy1SDtlXp9uXlXARP7wW6PZSOScR5m28qL85aYfWE818VUd5
rpgWJ9vVejl7IQCdGxO9Ur/B3XaLX3/xCfjj8AkiPobErFLJON9bXaKHGlARRFoHFFZwa+xdvYFF
BWhruZW7hqqD0m080BdHR4wpcIZ8CVIBeX27h5M0RWk5evqcpf9irXf8loDhtqzk9qObWQyFOCUS
rKKDug45tATJdWOOR0QNDMnNcsE/G7L6FjZ1uhGXirDibXTDZiJwo36LOyEK0OtmYbwsNcKIyN22
uqQ/JFZT7WQ5GD96ZMQoNAtN2qTU39dwujhbMAgwLATbWi04TGoKYzG2Mp88gJQUhNqp6dTF/+De
FIOKngdnFIjSq7zFm+BeM7peq6GTe2qtanvHWGq3BrbzHKFS5yJmDDWg74uP3nriHhe4OjFPEkYR
fr0ZNMYqQlGSnkFhVO9lbHoeuIdmT1Hz+uPzo53DncAhEKT+1SHAJ7lDZ4ii7qjO2h90BKZ8l2BZ
Ak4/7r6UujwdAhLUX9dX9Z1j8AqIBHkmCm0XPcgIE1atQSsqNoZ/Wl8q+CoVNmU2fX7+/4wk5L6s
V1va1YHT84ICt6Fx4GI5vFlMiavFaaH40EnfuMbWQTGngEn931CrpbSCSAp0FOY8206ruwTWbuUO
kCJ2Zqp1AMOC6EkaQgTjmnLciHRWMDpudjE2IHUwklTt2TbnO6ZJbLQX+mX0OixQBdVovHVQoH/K
rGkCXpynQ4lcVIu9o2nCaTDt2XmSh2B6lHGZONWq9J+ateHNEONXCOODVjg5rSxtrNA79wQ9d947
HnKkK9efPSCLdHTKjR7ki39Kkc2wwix745q4CKBZCp5VMBwgN8nMV6HQYmZQrR2+eDtY6bHiFvbt
JtDu7CHSPGWalY2aw0WUKcZDmY+SA0mCtha4AVtVcbkOjFdDy2s7Wttar8c+VShlb9t9C69vCnft
CPI/q6Ytk5l3XjGGJ40VYmF8eLHmb+6KHif7PohBtNXmlN0rtTLIh9aEGWeVyFW6dpn1j53RGfr9
9YP17jKTYYKhEH2zNXRjUbJxGmR2HE4k/Z7U1j618ID2Zp7BEErtra7AO1schX/0scVzjaXO2rZw
aIE2LqYyeBXkwAATTzP5S8nT+AItYurcIWt0fwaM+2dIxmFfoctR7yVZr/+Ws5K2GOVWHRwLBMm9
QZ7i0gUoXe5De7J/Xl+Yy7uNzUCySA2K7wF+5vyDtOWQU5QeIFENJKbVklaKR8ZYKjv0kbRgIxa/
/AwinqCJSEUIg7VXAa43n5/DppkVODdPS6G5gl9ZvkPU4JIJuojZSsqH71OCCpqVWPByhInLz2en
VOjJDAsCAXTyVMR/qbZOf7NuWaSdzRcqPz6cUCAUQxEfgsg6H67T6ar3ctJ7UJXTw0KH7ZscgrcO
1DBJdtc/3OXthAoqhQXyRSbILjsfCxDdbM9yNmNe0bd/1UHXgAxb47fro1wG4YQub4dZrWCrj81o
xsvswTQ19q3VRS9KIyc1yY2q/qu11pLuFa1UgDVLQ/8NhKi2L8DgemXaagdZj4vPddwGWw5dF9uW
OAeBNrHWlMUpjZ7PHjIemDaiBF8J2giJZ7KCMsLUcSbh9K4vwcWepbyPiCn5KuVpzPFWV1aImSMG
io3hl/HQP4Et070wB/4lz3VRw0jtp43n8Z0BhRwxLVh0C5E/E3N/c0iiMe27CGVJ326N4k7m4/+n
2XB7bCcy7qPekqaNh+7iTSB+E4agRN20NFjZ8wFJ4LKumBPVx8CsfFTj0Pwka6n2L9Rho7g5+FCK
czJtlGPYO3J+08bSVlJ1EY2I0YW1AA0p0chdbTNCPUfL0kH1wyKqvxc0Mx+w4Opf5LYr5106JVDJ
e6iuTaLWG1v8ciuxllBEXxl3HKRVzGVFY68H5qz6tFYEt8lAodnQjP42zHHK29hMF+8f88R2Huk1
yh+0xVb7ttJwvtKXSvWhXxf7GBDyJ1b0X45gzd6AXneTjcrHzwqdA+5bZIh4cwFtrj6vM0hkDKyt
YYzpfTpL7bivs9aC/baoc7JhVvfOZgIOih/yawf1ogA/aY6EDFan+SSx8V5XZ8QSaxuDCEWrPmvV
2PhymGb3AwQ2JBDU8u/103pxLbJRwKRCxaK3QdC2OjxhsgRLX2WKv5hpjlG4FdwuDm7o10dZwbxY
RkIINiufkX4RwLbVpSCT6uSohiN0M8nBt3oqxts21oOXNs9Cc9/1iK9BAGuzyMsWY6p2JZYGP6g+
W/rGL3lnvhiYCF0qLkJyhtUPQV3XaCt6ZP6UhsZ/Naiz2yFr642U+fJKEoAjbgcoLMQK63fbbCa7
K8jL/KyJ/+kqJCNXdviyIMfzu8AGIX99fd+ZFW8o6aIQjiPyXB0TLTXDgdxE9wkWfke2pu4Nyd7q
34itcFYH4MMREiCdx+VHLLq69lqJF2PpWt3XZyPEdLhELzAv2htH7dLD9flcrB+FBpi5zAWoI/Gg
uBbeXOld0ZDYwVf04xHMNiJaQIRMtBOelLZ8DpJ02F8f72JqjMemxCJY4xmhWbQaz1Ljzlo6+g5T
FHyVhcIk8H9MZvSmQYXr+mAXdxqD4ViPI4yorgLDPh9MsnK9bJNE8We1mD9D+W+/5tkCPFlboiPJ
GQ159Jc3wp93BhUlZMT9iO9kiLDng+a91MBoYIaAPKu7anDkk1laxoHr1fRMp51RaYEae32ml8fe
EOhyglTQUUAc1w0IPEAdaymYqpI24ZOiSs1OjzHlUUxEIRJ0DrwyRxpgUPTS7+XSODaFvfVUvvNt
xZEQfXkq9kBMz2cuF2MoSWbFt80jw6vlYQDrgHxjFgVbHceLY8h06duSr2GzQBNktY2qXlKDBs6K
rwZOej9Oc3haEqhc11f1nU9JsMyxoMqIo92rEP+bwyFNTmGbLVd2XUa6H8VBskvBkvqSHOunEK2H
E0SOrYb/e6v42rQCJAw2ZZ2Imr21xJbNl5z40jhtFtkRnArKHjNsnuvze+fwA3159avgmuZxPP9g
dpBjr0sPglg1kfe1pEk7PNLbfVzV8Z0Uqlst8PfWk9eASBdILCW51VfTApgmAiqHqEaqPqpdSSei
QBsVeKyz0wJE03ozTfzrk3x3PWl1km9xLri8zyeZq+ic1IDk/dHGtaLuUpRQVcnxZFhsG0O9s56U
S1TuUyxCAN6p50MBXJ5UVN6JZzLcc9wqI6Shw6k736Fc6vvQsJqN5++dFWVEhhMOdwI2dT5ijuLX
WAdEbWMYTvuwSRYgzqp1gEjY3Klz9GPGy3gjC3hnQdmWjEVzlTdqfcwjq17Mnq/MFZ6FO3PQEx9d
ucg1k3zLBfsi+MZ0lrAfBX3A4qzoKkCs5ElXUyeQfQ0+p59qVbkvprDca1XWCA7f4rf2gr5wgCjY
h3eNuEd5PMi8ReH/fGH1Bu3UuM8BN8VBvgdU2LmtjnkG5s9bpfH3dg11BxG6EVkAbTofyuntztRS
IFsJ4jm+XU/LLumH/FGNEINSpW6ryPne90ND1BAFccE3Xx2IFIR22M9cMKHYOOYMhCLQg/wGpMOf
jy8iYRJ3C2+CCHvPZ5ZIdWqhnMWkorlQ/4xz3pvPCvqZijur4fJyfbTLdSQV5vnhARKojfXDuyyN
qqUOF3VF3uxLupN6MSnjAdULdGcy2pHXx7tcRyE7QYkUDzJCGnm1jh1YAmQdkJTsI9m40TPQDZG6
1D9MO4g+XR/qneddjCW87UiFyc9W57xHz4H8v0fDY7Iqo9uZo5VlSFrGVlMfkF5IQt/oYLA+mI2a
pvkO4HeBuGCjlbT7KK4F4e31X3R58SgiI4b/9NqHW/vTo1Pc1aWUUhMOg8CoXV7ENPw1mfqS7w0s
JnKPSjogTmuIU2Vj7Hc+NDkxTU4BXwHYLP77m2fZUKxKmYLBwNEcKgNPiK0ei0i1fZjA9c4CerwR
0l1eQ683LE1OgjoDEN75gFm8jIQgheMjDJn6/TzEL4E9FLfUBmUvqaX2PteCwB2Dody43y+rXJxR
iuFgbwFT41mzmmtkdVpe9BN4zqiSA9cI+fjoeE/YT/bVz2XQphPCSliMGYV5J0+AjuuhQvF/mcYv
ulVPXu4s6sZuvFx/yltCu5qsCz+ndc99gP2txWZJWKSX0clQ295L56Y4RWW5PFSG/Xx9q703HLA5
cP8C/E+6d776APl45gDr+hJdgM817qe4s9pYXrmKNSxenelOdrg+5OXRpg4i0koQpsTS68oLH9Ou
FAibvpZGOGnnLSqb8AtNoVDuhFugE0Wc3rN8DwQIkTNazOgdg9xbPTaLQjKvh7yoyDY1GGRWqAi2
vfpp6lBAN9uh2xtLCmk9z/Jf3J4vaGZYu3yim2qUZrkxdxH0rX8MNxqoBPoRlDHFyX9zuvIUdFav
NCrtlrw7ZJ0zpzv4X1G5caguPys2kOxqUlzhSLMOruVWHYYsorqFPUP0JZet+GRm6L/ngAldI7N/
Xf+k70wLeAKwaFH+1v5XQOPNtNrULMJIB12aTqwxSg7Ggx2V8tP1Ud7ZOMyGJ0Fk03AKV3u1sruw
Wijm+2WW6F+6Kcpy10nH8dQXda+61we7vINpG4likkznTAhvn3+puU5nEuCA+mAbRT8jyTF+wkQK
l1vKwVLr8U5M0iFu0K/Y+HTvzJJqJNchb7oAYYr9/GYtO8XqRLQmUqKlPxnIZiAR2fY1hEFJ/np9
ku9sE8aiKUc4JiLd1Xa0FUoEk049y5ij/BhxWe4TDUkEWCC421lptIFCfnc80QDmM776RZ/PrbXN
ycZymJc2XYKbLLGzo0WwcmvXqb5Xqfx4/4/5kbcTAQqg9ZojSEjbmE03676WJ6bnqKBoyzSwdqlI
xObA7LZelIvLhlYWh5vABeqK4AidT1BL50iza1v362axGr8qOuuzFE81gIwAUzfZbi2EM61GD12p
avtob2Wtc0DvfPTkAhluwMVbV87FfuIngXDnwmVXaYBtzn/SAvK0MUBc+wXp34lfPXvFBEQjs+Z0
I66/+LwMJQBwJhxYqqTrtytK0ACmKar7NF6rh7Dqp0O0TJHXJXAYBvjPG9vp4tphPLBmokiJ5xy4
9vOpGXEQIBSn6X6nIsuJnDltbneZkTbcuAwu1pBbgBwJWBolc0qGq7JTikqVVQ2peuBoJn436clh
dhrV4yb/dn3HXkwJfBn3Dh+KZqnB1X0+pcmWWuGoXh40eC2f2TTGEZZCtEGeuxyFP5qWuLhgsFVc
B5jInaiAu1vjoJSSlntxmqhq6AZThlrnh5eOa5EsHIouBkvWusWzaJneTWVnHwLYTb/pLyEtX8yI
Y2EP8GHsrgVVVWBoGQla1fr0ZWiwGqVW24c41WkfyU23RxxJuwu07pTJUrDR87hcRXJYAGWAJIS4
2XpXDGmP8mxT2QfdnCePuudyCpCCuLm+I1Z2Y6Iyhkk5yGeBPBQyAasDPJgWUOCyQz9aGhXT1RTE
dZtbmM49HmEJQqODO/RAzu45ISypCrEjONAnjbQj5AQc6DonVR3ekNbK3LEpsm6XpZqh4fzS4j+k
AMX/UfdG/hdHkubzWC32IyRg7ckI8BUgHs7mr0Bo+1OQmurnceo72Q37wlZ2EP9VjFKS0PidTF2F
Vjsk4vvJlqef0aii/1hTGT51CbW8vaXOKU3FRnWWIzUs7r9UrzrVLaw5QLIZAuNzOCJkjbEvFM4H
uRy64S6oLG3yyiw1/zhaC88Y44XoS9Bk489cXSKQEhbFkbuw1ZE74vKpu5vA6MKHsh1GlHhzSxp8
06hjdHAVJS99C7kKJKBTObE8c0Sh9cluqvbP2Jd5caDDa2OzKuT7B2Naxj9aCKNyH06cRuCJWjz2
u7kx0lxHtDpCmTvTkymvjn0xoiqQmDSjUbPqRzM6KEaCNJnb2WETFHvVSfv8sWgzFNnDJjSCv5o+
9YlH4IG2ZSzHWn7bYfZk7+wor5EqRhe+qVlCHecol3A0rv1cG50cKW6b5oXkO22UTLcltgHT37yq
jZryG5Y/XEf9PH8bAktLF5TtncY5tLTn9f3GjuQOehvEvkIryJbpUcOKvmwzFM2iVNEQorCelIek
0rs9grpK5kahvvg9vQk3LJcYVmxRek2Hr8T18dfPDAE9AaBQWoBlQVQvbus3EdKwtOUM+TjxAhOL
sc5qfwZDj2WGLdW+pZbdl+vDvUJ7386X5J+bi0dNUOFpM66iJEMNImCdVnIMtbwK/NFR88ZfpkZF
s7SgUbhfojweb3W1Uo1bq63tzkOwSz1Ni9w7B9TwVeNg6Um8+ENQywHSpY2MG2Sto5oUYiWW/ihb
zBpcMNGTfF/2chp8hrcGe0pDf7R+QOhXPtJb1WoXMS3+LnEWnnPC8OFbF1pK6an1qHZ700opWxha
Ollu05odqmD5qASP+VCW7R71ziJ1RyskEqKNUTTfW+BIFnoNUkRPFi7el0qFx/+YAme/U9B5Ll3x
6P6Sh3jQvaZOkuLBQexBO4wINis3aqKm/xQ9SQ1M3WpSLJdbI3GeRkutPrXJEH7nS+XmTkG4D5Hy
Nh7uLUNavHGsu/gzus6pfOK3TvGv1KB/81+YSOFy1y0zCJJAQ/EcnQU8mexdkcI+RlQA/PmktO34
FE/owh5mycGWwkkn7d4p8RP5oy1OcSCfBXaS0oVxdM+gISa5SU87OtqZBlxK6jVJ08z7NG5y9aXu
wnqqbjC/izAyQdM2RkI0CRXgWsiadW48mouB3YtZSvuhcerwScN6Z/qM0qDypyOsU04UzZQQXZzK
oTlqq1nuBciMo7TfoFL2cn0nkrqtjp6QbyHJoiyATi+V/tXWb6N4VLnyyiPKSgruGzW1HGwqOnHg
I6ksw85F8dxpfGQ3zC8ZBij/nJBr4akqAp72tAQp7LaNCrSso7zT3yx4sPyS7SJ6CEsechT9dRT2
MH2tdC/mQISai+oQpF1UCWfVxShLLR7Z44hkF7mMBmw14yvB95LL8mmQwrF6Bmct5b5h5wEekvJo
xBiQFlojo0WG0trd0FhK6nazjBbKTsZzZfJLSKbpvZQncexhVmoPCLwipmd/0+dWX76b0mIbL2qT
lb/sNtKQ40Nvq7214xC17x75LdTpuA/U7MGZ0Ur8G8+BU3ERmW0yP+AyVCrHucctD2dnNfGdKHMa
lPOxDUO1HWBg+4PenrWbsypA8i2qnO6YLJFR5dxnBoLtc1DX8T5eBvxGlCgJ8cSgDvigq1jTIJ9Y
FMF308wH0y10wEG3cW+Vs5+EnO77IAuR4WdtKCwFsZYcg7aRUK4Pc6OdnxFAc3pXlafF8o0Yzkhq
UIl5bsaxwGckmlJ8CPRevp0L1MxOEiH+s2TkQrnebqax5alUm1naRQ1i+l9T1VJfliYPeoRUG04f
CjNSjZB7nuF2spe1WJr3QYYq/N4qbUPa0dlAc33Xqrx1WAGUOjYwtjbnC6CNoRpG14zKWH6UC5Sf
flvYj2NlM2slJrpR02MNBNgzyZ4JXIz/prpo0y9Unpe9hE2RfTQSO/zdZJnyqerDAZPQPpXnfY3q
5UvH+QlvUHziIycgr2tpHxiLetDkJLHc0Swh3qMypb0AoI8NBHb7eM/TqWHChPbf/LOIB0d5bBFe
mX9WTqvxmRR1yh6mNMpiPIqC6UvY21ayU+Vu3AMnpjHbDVlxE5YIR+1xLEJaCsuZyIC8jWaW6maI
6mZf8dENfuhS1WmPcacsfPBklCMf9nV+Y4zSrH6xkAGL71qE16gbVUMZfwm0Nk/Uw5hZsXXrNOz+
HjeiTmvqPfWfNPcWfSzmL+hfGn91/iPoEH0B8upqKKRmGOYmadditsUzdxPWShSY+AE1LV7FSbUk
P62F/s23MQh0PBACE+WHU2RLiX6Mlsi2/ELBpqORrHa8mStov/eRU1vaaQmkXNlnXVINtKWRIoUY
Y08Yy5a9mv2hgTY4J/4sg2A10PrKk63aOvQI/CO4GMbRpHlDKMUL1k2Ib7ha2rbVj0GptcxrW1P9
LQd0An4PVRW3+yhfuvBZ6rXmP12p4acU5qTNh3lU9XLnVFF86vspne8buFMTBSheFy/rFOmWmoZE
8DcMxNBuXztOj2ktOqi+LGgMExX4PHqBxJGVmMbk/de6QOP7HzGYhusO3MPqiPLbqLhTIit/8GFP
tkQF1iEGQGnR8Kf/Dc6HcuUqj0/0Xh2kGi9SKZ2y7KAswYzZkEVvDs8+o8XKq+sbSfq8db+vr3eG
FRbSwIuoH5jrTkQ4AzLADcI4poSLxbONt5Az7yiMNL81DO/NB6MZlgDhH0AHHvYU+XSoopzbTJ8k
Y3lyJsTQXDsdl3/GPC/Gri2LAeeuAD+e9rBIQfsLjx8cc9xuHGULsr2C14Vj1eo+H/p+SDeKy6/t
9LPIiY6KaIGDOheZ8xoOrZORpRMN9qOttCH8Ta3ss1tU3Jxmj1x7SthcoqWfFaX9VS9wBfLq3Kqs
J1ufNTKBie7HnVSEsSxSG0Wv3ZIOdPCJJCuB34UnnYbSIeYh2JtxyX9r0y456mWlGJ8LPdW/2Uan
dK4SozN6i9lTbm+gy1+BEOfTE+wo6vSCuHFJgXE6YKpBqA1HnH2mys8KWb7vTTLpqmuKx2TG6cLr
9D7BBjScggikd/u9mYtS28+I1x4le/6u09v5Cx4uA1OKqcVXvR/+4GuqbtFMLwIHqjJAEFV40Lza
FDbPY2adjmtjYd97HM15rkZ3qlp880KMeVTVndhQGFrGifxgYdpX+gIE91FBF3qUiLeLzjYwGioC
4si9idr1PqIPGpjysaPm+ZUmVufVwNARVE14cnDqI3a9fpxWRqlwsEElwc0gYhet7ovaA1PtKvy9
zCNAD1x9aG2V5d4eSC5OVqUl9gMAbbRzhzC2j5JKKWR2m1m1lp3SWylGMzguOtZzOrQLVmVtlg1f
ksTEtiQsDITsprGPVZzGeHxM/q3CC5Ae1cYc1mVoeF2GyPv/t+R9oTbQZxjrGdpkH0PMyW4rAqJH
6vDOXVNP1t++GSVsFdNiq5ByOSpFWGrCGjhzdsz63DpaXwdqT/m3yqzEODRJ44w35WgN9lOYzVn0
JXW0zr6zFSSgt2JcsRPPDhVdL3RbgbIQ5iKEstonRYrJcipXOd6UmETao40CcQc5KXyOaYs+SXWN
w29Sa3hWKajiq4946LSGr4dzgCRagzjuDR8vfpiTZGgKd64bIztMuZq9TKEKC0RLKqgH5DfFv5Y5
aqioBpWzwWsU78P5JAScmb4lXMNXmPX5Zg/bNupVuZCOltkjIhmHP0ejm//ylhhPvIWhNytR/4iK
pfF3NjBpur7xX7WDVsODHTFEtsB7ghzi+fDqEFcFStvpaVi0WtlHTjjeZV1tUq0h9Mj3U5yigj1p
kV5/tiiX1rz8RvuExLqBi06V5tZ3LTTK0FMtAtxgNyx5kP/CfCy+ny38Av10IeXclVNptZMbAU6T
POxmrGZ29d5Wu6cR0PodEpD65E46ZgjQWSrIkm4RVfof3cBh0AVXhpRN2Clm5yGuHoUnOlaOeupn
dbTduU0r6XvVkSont7o2mjjB82jKkWsoHYxgOQpa+XB92S6AAJQNBb5Xo9IL0Jd/nC9bMS4OhTE5
OY1mOC04yc3dUWmX8YEKenmgDpCcHHrjrqyEf6rJVo6wirqf13/EeufwSKJEAfCBUiYop3W53hGe
n4HZD6eioRN0mwXEIsJdU8HSZBiobWpaYuLwrTSj5ktGKccnPS7lzP/wz6AjLvh6XAQ2MITzpZiW
ZVTsDOfj1JobzRtNa9r1CNlPeJhGuYLJUNx5RphK98OUZ+48ZOXGJn4tq7zdxKwEKE+Zsgs4RECP
q6/ROBEluTiqT5hghPZBiDIsbjvYqIkuHYbSbhxMQ31HitX80uvOVnEA0MuHtJv6ZnHRy7aOdRai
RoF9ktT6fRMPzb5RajPt3E5W5+7GHuQ+8SEct3clln/Tz4Bv7ByHsbRPhR6gPSRZWXVsnbBBmt9u
6sr0Daw/DgEeBIV3fcXXPQamSxdeTJTHVagvna/4qKgYe0nYykm2+XuSbQmbrij9FtVdpW+0GC96
4mIs6gcADPi+9P1WYyUJLqOY3JQnLDt/TzDPdCxLczx4BpzDDlVPbdSNG80q/abo8q9jEEV7rHP7
71TkhltAcZtnbx1wc9HLdFfY+q/CBmvZjZmC5tjMSXPCDA9XuK4bsF4r0rrbyQYlzJ3axlgRXl/x
V/L8+Q4TulNEJexvLo91uM11YspT3fUnJO1ssiIjq7QbPE/bAVvFDl1NHQvaIT61shRKn2dYg9Vj
jdvFHtvILntZIgpULw6Fjsc4cqTQK5ysOZHZqRal0Ubp/6AYP06+ZS5ZcEio3uODZ4a4jBVpmpjf
B/xOeLO0Ih6NBygu6fgM7YtHl7y2e5H0MpYSv0ZlqNwNA1c1hRt9sh8gEdXhxua7KCyx/gCtUHoG
ryRwnKsdUY2BpBfhUJ40U+se5siQQ3AnbZXdKHQobbTAhB9sY7Q1DnV9V/2G3THZvpIkeJ/bLZv0
CDlC3scAPvCeS8zov6wKy/lmWhQJZ7NZ1W4HjKY3sdmi9bb6hpBOSDMEz4XWnHp+bLoCAEA0ls3J
stjBj23Jy34fR1SHFQX53VOdKsaDvDRGcJDUzIgepUHHvb3XzBTZdCx7rG/Xd9U7hwtMC9ViYDx0
ni/ogGqDW2UKGoKrU6tOkzmAoezxmVCU8rGv7ehpHJ3giRhfvW0Mo05cGWWzSkBZp29hA2hyY5u/
c7SQV7AF5oS37QLiM0V5MI59pp1aCsnUexZzdC2lWA56Tb9/kWlDb4x48ZACtxS4WXql3C5CwPH8
o5T9kCmBJHcnbRzCZjdWVjHttC6P5T0fM8c7t9FHtf2kJPxPnl1SZt1L1IzA3KSZZmx8kcsFYPr8
CDQZYAld/JrR0oNQrszmZLSWGd9mC02wvRzqg/nLCse42uNIrEu317eBODBv9iVhAoAjUMPiRKG3
uKZfwRmfuDFNWgRYmAw7Ze6XL5JwASKsiJt6Y8XfGY1WjEULnTybwEUE9G+SK4iRBVeDJYgBylII
40952c1I7B01HNb+XZ/aqu/J1BQYAiDM6ely6F4PwJvB0tkcjCpddG/plobaIb0R2pKStpEJXM6J
rQMIhkQE9vqFrE7lGBPejlTx47xcxvtBac3o29jT1L5B8DEINoov62xe9HjIPGDIi1QeDqZIod9M
a5aHqA+MxMQMRzcUnFixNEtJEfvAJtnj5hsPoySMTnOFQAxasTr3w97pg+yXJCAvHp2eKMV/np01
eLm+tEu9R+hsoYmKdaeJg3RS42hqD9iWKVux6+oe5NfT0EcqhsYYBGva36tfP1DDtvTFfG7x9Hyi
LeUkFBN15OopltzjUJ7/wMgA+6QgQa+mKsoMh+VqfKl0NWk3Qjex297sffFb+AnE81AsRG98FTz2
s2wUZaFHn4rQahU31ENzh2ew8mNsIutzNE0WVUcn20CDrI45owpOB39x4oSL4eoJK5KOQGEchmd7
LII/QR/lXwLJXpZfUlG35R5XznHekFVY+WGIviBjYsgHVJmDAGDjfNWLHHQNJXr5eebbOLfVBBb7
VOllYeduEWQqMhJanpqHoA1zJI1wIs2q7xIv/bKfnTFsPKrzSFxs3AarHEL8KvBjQmAPvA/ohFXk
XC16gKNcOz3L6eJ1VjabOzbH7agmuoFmil4cg0nnJqIKXmg3EUCoZivCFJ/4zRbg9kO2lHcZ7hs4
DHKp84VJrQ6XmTlQnotaCWNE//FxODSVtEgvGgY2T0tXjIUXN0MzIJU8t9HXAEBIfiygJMjpUUN/
SHEBlxs58gdcR1s97Fcu3PkP5KKgvEsHmTydH3r+A5uyCaxU7kxgB7WyIEHWQx8L6cpG1YxNlJxL
d3ozI3BOrd2JClfpF0vZJQ0Fm2fZHp3BbwAD0HgCTKXzxBVaVnxWCy1sT8E4FbcL4sXjvwZUiB67
tUT5HwDfmLeYKIdj4DY92vzU/IoAidOdojfd53zKo45W/lzF9j6rKsnu9mooKTdKPhujPymzkz8G
TlGlvuSESer2lT3Mz3bdmFREpA5tqmYgFvKSLDSkYxnERrPr0Vv5gmZ4rCHNjrsuipX5nHQPdOlV
/blK1ZAmdCYlo/lUtBPao8VcUwDDMa/qb9QpRmoPQwPpE78qe6HwRG9/5INmOyMbY8JkOZ3zY19P
D6D19fwpKAuz3aqBrU8Zm0lw1MmFLbCKJgXX829VSSXgOL1Tnsd6HO5wtcspOsxzsSuSSsl3hZ5k
Ku7F6f9Qdl67cSPdFn4iAszhluwkqZUtWfYN4ZE9JIuZxWJ6+vNR5+ZXt6HGXIwx8ADDZrHCrrVX
yMZdwh6+MacRK9kkXdtqCFYv8AHWmfF55qCNo/NCZbeaIJ4Ku/p6tBNV2+1Tv8T3o5zSQwD8TGqa
BO2o4vxf367igzHE9YXd5q8PBpwEGGOJs598HgZttBsTv57uaQrs9EC/rAy9CmYdf10+CH/W3pDo
85cdGujD10f+aUXHJ4AfzyuvokDPpwP9+dlpUzAXpjl9akYvDTayHUQAiAxNNkJhk0cuycXWt2ww
vGjRm+xpRJH+vQhEeWFjOR8DGIb8GBNGIwjbKWVfo1vaiVpTT8pjppOmZYZGUc7Hcpi7vW632S+S
QdOo6F3t9eshODnUGAGgkA8SGwA6JOeTHa0gtLMry1p79A3Sy8gXGdL5mIlO2Bu4gzNi0H4wSPyq
g4ub6cdbfZ5yvCsBDKgxLQjQ/skxo2cQ87pAFk/j2q0BsbbaYr29zMSKgs2stMea1NMyXIIJj4o0
sKvleZocrlv9HFjEtmfaJMbjqA10FrgMkTBtst1N/xJFnc7iz4xYcSSPMMaFfCS0Kd33iRnU0RSM
cXGcGpW2oU9YOiHyzTQR4bl0Bp3qvOpu6jGpS0LAWIXbfqBXU/rCnKNS1ycUj3T5oaRlRtJsTA/P
VcwsUzvfAdnWww5cRROk+7S5kt8ozOoH15qXnzE7YPzo1G3r7gnXltUWyvUSoIjQhdxLL7PbaOld
chBSV+ne+9KjYoiIGWzia1xvCjaHHvuSPfimcB9iPymPlaD7up/LwFkjDDRTMVQMWH/d9a30Ng2I
qdp4A7ZVUSlNF3oAvav2GSa7kA9V7PflDe7iAp9aSMa0VGtniI2KhPsyoyWMb3S+81DLPyES8erQ
S+Puew6zgUuoFMv0w3FL5+d6n/fhnSn5AO+mcvcqG0pBr7Mj1JhIJzwSoJeOB7+stPF1tOfukGeT
gEzlWp12HEdKvNBvxjnduoLeL8dUNcDlIHhD2uJ3N9JaxdSoNmHBJHNrtz/9MfHch1W0tDzAeNaM
K1iBjkyjOfCSj5xyK6KKs5b20I6VfivYgUW7W8alw268VBxvizezpKe6sfofnWuM9REZaAHIARvw
D5oz/6Eay/HVrOfJD7F+GKpNUtVNsDFLmA+kCprFZimS4AApiUtSpJe0IqMgTSEuIBvzr9M2i+e9
M5I9Syw0TeHRX8R3rpVFsJm1lcvjFlbVRuaSwHbYQ9vTxVttSRHsm6Vp5og+LcS6rvZlgHLFSeOo
I4QONx7H7oLiaramQr/yjWr4py3KJN9gc1A3M5vm4L9ILp7WUSWl8pCXpVob4v06eOWhLYQpIjaE
4cbwCMJ77rGYgTAwA9xhb1EG7nzPRCjKX9KkzLmLJ7MerzQnWJzQ0TTR7D2l9SW8wzEvb0AZeucb
KpRkOC6t7pDaPKXm+7LMOYtrbFCxj2bpOzkNWxKVibsaymI71XazL73RNr5pUGqWZOdmqbyC9VT1
5m4taqioSk9/mbQGg2PNwH4XIU3s1DvhQ+so78q6JK1s66RAuNEicvk42LUoHsxFzTh45qUWXyDA
n2+SqFtonFOE02cE0vt8TED0hQriZv0TzBdzAwvO34om1Y+zXqcvtVKr15lt/9cDmUW33uuRsK4Q
qn1yNoFQQ+FAwPWUF3RbyrLIvvnCr98DT4JU16xn4wY4O76vyOW+REY8P5AcBy0rNw6ajKA9J7V2
6esSwwPLeWQyL4YRKh/78zJ0WaAoP9fc8TSey+EO6iCCro3Eqjw9fH0y/eVwxujWgBC5eqZCuDkZ
AFeWi3CnLHuqJp3SqCuS/F7SnLqyyzZ+tgbdPjjWTLBjv3iPU4B8Resz7cIN9OT6xfnIosQxeWWu
czafeq1NopuKwKjLp8IpjZyM3D6bkz3ri9yHBC6rfuUYnetdqAf+9tTV0A6rJqDs/yfM/c+lvSgB
cO1iaZ48Aggfaxxa//RxtRwg2Bf4BtJsuXC3+ksx6oLswPZGC8vl1jq5aA8NurHWquon6SVVddCq
KZ+2cL4Is2/r2tsYKvX9u7kdX6tEE3uayxJmLNXcbYeY5+HrT38++1yd7gzYD5NvtW34vN6aFM5j
YxjN09jVxU/ZN+2xnGMnGump3+R0cYiFSdgVxklTF1bdX5Y6NQnaf2AFZF9n9ZDHKV1Mbf1k4eB8
NyhL30yjo35NgMvhXDjcbUUvnr5+3/PPjQUu8BMOB0x1XDk/v29htBhTzo14GhRkzCYTnILaWJd5
OGXNjn4RNMOvn/jxHie1l4U5loEmlu3lbIGPbke1IGv7Mc8WOK4V0QagGa6fDoeEk9VAAu0UuwWP
I2vXt3alsX/HadB/ZzfQ8Cjx2/U87pO6vVZ2YYk7MAoO5Tg2l2d+OQx6NpdySUOtnq3g9+yVCp5u
PmP/FxlxOVsyVFlHLbf5+sXOpg4WA7Aj2KSxWl6ztT8PJTqTGjLDIJ5LTxTLJpBOe9DgPe6NZtAP
XkC4WOgBEcEdrLxL+Y4nCAWTdcX02LWoKGjyncZR5KIfrRKf+mfbSced1HSmDJUSItuijapuyA+Y
gVn3FrTEa41Iquev3/0Uo1+fv0Jl/El/HMHNOs/+Z9vAS9+AstzpT6yW0Yo0UQQ1JfTg/MGlPHsE
t7LDdtE9uRetW31TTVoUIekz3gssg5L2Yem8fv2TzpYTexdOlSsasaqo7NOZTc+91QrkxCLPiicL
7cIB88YlhtttOwe8guLjsHSXnBjO1hP2dixdI1h9u0zwz8/jsMAmj0HC7ac21mL/hkByjJ3aEkZ5
3Qb5YYSt+v71e56guow8uS/r8NJ/XK31Tu7yqUZNoKZkflKTVn6TrVY/eZkh9mlBdf31o86HFKwf
/j0mFxzM9E8+vxzWsjCJxyB5btKm+16P5o8x892biut9GapY5VtXa8R/vaRTxa4ORXQW2ZgBLj4/
tKPJB9WtjZ8yaSU33Nn8iID1mjIvdu7c1vNu2oqyL2RlDxcA0POh5cko9unuAogxuz8/ejGnesoL
lT7XYDMH9FYQYo2hS+7jDqHahXOQhg7/u08bI45WTFcoVvSQ17n7+XE1k5k7VOY9UX603SPsibGl
2lryckRqWdryj+6h2v+2IK9NkR8YGLNNlOAidGuFLWu4HrJpKPveQLxhNtpvv23zbCezrHwY/aCM
dxZkkC5cNJHB8gVlSq9bP5dWEeIO2fuhxDFR0q5P43bTe86Q4cuENuNqHI1aYR0fGOrdyPyguMsd
sr24ZeW2Md33a/s77Mn8sg9qlFVGS8ZrX5syK19aUaQFVLjMXaHyIVm2idLbd4MNId/UruiSaBbS
GkKXXfpOdgp1C4W1DqMorbo/vrTnMpyVbPpbp5faDwHRWd3BgpSvaVdrb36l5HuxGJbYIr9aHlyn
jO0oGVKnP+qWcp7sqVzeYQ1z+cRqzgjzAWg5QulDlGhmmrEKizlJb0fLxNt7xAlUXPelqJ9UbKj+
qqrk4mxqOhMRIS7Q2hKaT1Wo+nLRIzvwx3Kru9OSHEjs1iPNR5r62k6GFuxVIpt/R+HnrIoCreq+
8PUxfa64uWt/Omxi6wdY3GJDWVlPOycQtX6DT617TIRVaCHAbv8v/8Bfp8gc3wN3GK2t3ausCgFt
hhdtnFvze9011XUnOReuUWpZ/hZnNCU2c2qoHxZner1FxoUpAACeHOA8Q/AOG2jXFM78vbsxVefA
FSaMrnbv5iLBrljX6XM9+NyWpp2v13N3tMEushdHirLdxNz2pkgSFV0cpolaLUzTavAix66dQ1dX
pQHJHu1CqGol7L1DqI+6bWewk8jFSW149Zw2j6+xjBrMYbuYcbbkEfetoPlZmhByQqdNqleFii3f
zMmg9sPsp9bzhA+qjXym6OCXUIqmIfXpbIWpGXBBxV9rmTZZXftvgPeB+9520GQ3WIz0L21iByLq
TeGJG3zXqnoz98ZsH0sfEeAVZPzslyL32t3VSaZxlR8sNdSboRnFe8Ix9T2Bu/ezLKqyCzW9qXYw
sQLnTmSJf0uih1dtyU+JvTfg77rZAN3NHjnKDTI1j/mfhhnKqgwJmXJ+s/n38lE543SnNBiiG6jG
NA0Um5sKS7enK5bVlvFWoH3TH/J+IYY69DLXffJjQH8IZyWIU4dH24HLILsImEA+tioUfdrOW5ln
bXZvd+T87YKeQOKXepjsoA8xc07HkJ866wKnZlpIkZNqFV6Hw1jUYSxhRx0awuV71k1eTlvPw2k2
hCBiObci7fq3rhrV+8p8+02CpaFFI592OsohkD8rjLCyY0XGXn01zVWD+cPsuqGdicm7ymXplFc6
hs0D1ViVvTmqkuXvuPN7G0hAmW5kKmG+t0ha40PeqKAis4DKezM2M7QOwh/b7goqduEAbmC99wgl
v3Gj3OrG/j2W85BfDz3Oss9COYVxqNoZ5yr6WVq+b/OpdEKiZJFTMB8RQficFgdMribai3WHO3SZ
Djk+RllGcgE0+WGzGhxO7A1ekm70wY/tKy1VIrn2vLiyGUETB1dflGYMgldkxqaPO/vOWyZvFhtR
O1m2o1x1AQrtonlDLpyNoXJihKUhogBrwVjLJl1DE2a6qyggnJeeqBN1O8TAaVFp+FUHsdJVdWgn
pvs6xi1KsNjuulvFqCpn087Q/2+sJjUWIvMAKXALNkS5mxyn2Qpp0kbIbYTIEUR34T4FLvSIAlVE
arvR1Ob4Thl1rsmwQu+35X9gtnsXIeyfnMSIP4toqhfLMKQ6DAEf6C7uZ29CR6EvGGlnNX65lefI
X80Ay/UO/Ys3UEt1hRnNVmOl13Ova3jopH0xeRtUYLW511CRrakJU/dvPQZCC72i1v5oqPUHlAyB
0xLPFnuXDHBOacqURL7nQY+mAFxl7KcJX17T9BBmhvbZT9J0upKkDFylLR4DmxxnEgzBnUa6/yZ5
kN0DdmkaOkRWo1HpHe0nBQdwi7I/d6IiYyZtndYu/xheRwRiOsZNHzlYM+p7kXXj0ZuzMvjPVRbq
jbV8pNiB6nBK00tcD5aQkXbPJUZjDeeVCrZTYfih5uqDtrXddNhkRdJdSkY5v0JQsEIpB5SnyXjW
FAo6XWPgetxlkRZytAddXe575cOkX6Y+Zcft+9GMsmEe3/BWbsdwXPLkkonyeQFN6WyuRDqEfnQI
rM9FUAsQW4y1UT8viEL+aXku7Kd0RKOW1lqEtkq/+q9FLapqbvsgF/SeqaE/P9C2RpvRnK0n2ADJ
UaaOaDa6jafo5MzyCTP1HIVzrcYL5d75e/JY6DMuUBsq+9MU4qWTpSmT0Xoa04DSbUnTHUeKf5cX
S3nnuvXzf39L7kJAwhhRnV+64bjOlWVK6wkypPw5zcIJdZGoaII8NEfKwa+1bfXiv6Ip9PDxxcd+
m44NTlcnWF7dQFsSQ1o8O4rrSJgELc4hdTncI9LtUdDPjRb2dNcQD0r/kmXP+XyGxQZzDI4WUMMZ
/SQr9QrkbPCf1NggpYLKCk+bSPmos5xUblRuZwe5AC5GDXKk7+MYI3/5etT/8hOgQmILwaVwtdQ4
uZtBGeimQeXVcz/lWjiPOT6Lo1FZXpi0QUOLfKnCRB+9tyrQggEXAWe4YKlwPs3YCmnrYXagI944
vT2B5OpD3nrymWuOtaepOPa4NRn2tZ2QrS7Nrnr5+pXPHkjONbAtH93mAGNP/bycWl0KDU63+WwQ
h3HbjsgUx8x2runstNdIRC5Z9J5jtQCH8CEcQJ0VMj3lHXg13q6IMONnp666lg6S23NQBRBHQqVp
SU2gdOa+jIvvfbNdBd/dtMb6XoNQeMk95RwEWX8K780mwrpGp/D53T0HsWMrhvjZrtSIRY5d3fl+
22BJUKHFMYoq25lGpW3GRI9/FGvwd2Z01s90VsZT4y94Snz9Lf7ygxwg3JVYxreg23xyo5wt2kA+
+9s3A5uEo04r5IcqMB2MMgfBFEZZMtu0MJmAx8wFW/rE4EKSB6wGx2z0f/qhueRVdrYi8EZyVoPa
j29FB/bzEOVxELSdkRZ0YPRuCok98H/1shh/2uniHNks3mZHWgc0+/pVntVOc2FITqcnboQQZmm9
r1MFEd3JJwpmM3YKVXSPWps16TW6lq548JrKlwfEXhjXYliILPDr73CKm/BQVgW6PfSP9FVOTXKr
pMpKUfj+Q47Lxu++59a8l/ytuTd1zoCtO5Wd2llj2XYXtv1TTJL9D28rOGOYMILQn25AuuqgrGkA
+dBYgn9iglJum3ohekGYwRhsnUVoPwp8HuxIunJOr75+7zNofyVqwm3AFYd/Wckdn782jL2uQ2ad
PNZVO/2aTA09brWQFmrJIv+BFKvfB3aiPZJGKdC15OqlUcMS+hTgl7Crs32C37IaX+K0CW96hbo/
/xYSNm0J16F4NMpsvl4d87bcosQhxlnqxlrzPkMVBEmMJ4ks97G/5K9Dt8TW4cKYrM/5X5SHxwPS
Ypm+HkuI6U7OBJEZlhoBix/nQa+uunku7+xu8rgHQlF67zC0++XZk3y2Kl/7A0CZIDp2LmzS59PC
BdeCScyeCTh3ymcLcqT+ohicR0VUVR25lRI14ghbf+n03p43qa0qFdloldyQbCdlbr8ehPMFwWGI
whMvBTQBkHo/fwuFvamYWn16xIOjfMzJid4tngoiM67qfWGN2hVDdKmuXgf288DDoPxIyoTKCKR3
shkSGmQNTZmoR9kvKgjduCJBbiwc7QpkR+y/fsOzfYZATsaW4kfH5ARnlc9vmMEa6NrSMB59vVBJ
iKsEWEUp438zgg52CWFZF24NpxsrJy3WMRyDPI32w5kLfzlJktShdNnLEhymYalu3XTK5jtoF8MV
8zh/pZPtbMFwPVbYUqT+hY/6t1dmV6fQga1+HgBCdKNRd3qrPy54X8U7MK9hvksUtudxlRnGVUEL
r7jQHj+byLw1BH5GDxMPkyvfyTDDLyllPuuPhH5k2LP0izwArSg70v3Bs46gSOUbiGBcRnYdp7+/
/sh/GfP1LGFLB2yhsD7ZUty+Zc1UnfXImVb3IZq77nuz2vnmPU5DB04vsa9SUCokA14Uo3S7sMGe
TWkLjQ+NO2w4WcVwrT+/Ps2GRp8103xc6P/0GztrNPsqN7Bu64I4yS5MsVN5z1rNcSdj4zJ57VVT
9/lxMq3wn0Kl+VgJrP82bTs46Az62h6PUBH6eq9kjuVHGae9hSTShZZZO/mk/QOZxLJArIfBOqgK
nlmSBRnetMFQFFY42Cnkpai1G1ne9HLWGw+rUCfd0SsTTlQLh1tS4yk/bEyZbpF1Y2kTEkyCRVLE
VRU27iBTIPGsaQYMOCY/czaTsxb9fWD399kwif5Ca8CweNdPuwljQU29RtSuvb5TV0k5ZH1NN8l9
LOYJyGmoHwUuVDa6Hsy5ahVTzqdZ4d2orKm3curHvd241S/lp/MbDjLDHu6ofulHnZ0t6GRW5sY6
G8lLO+15pbY5OCnWNY9GBdi9z7SkC46kD5TKiAq/0vYMeAPKiP1EsG16s9T2CbtY9iSMprpk+XC2
yfNjsMKDD8yFgMC9ky0Q7lvaLVO9PJpmlRaYpKTxJpuneYg8o3G2aJ3HUOSxtfl6Uf7tscid14QA
ah7/tOZAJOVh+lIbjx5uK86V5nYkvpFfC2rdts2gHSW0qJ1s+/5Co+ovi5HzjF1gPdG4ca7//X9a
oFOHkBNen/4IGS3/1+38ZZN2mkkgOtLB9sJbnoo517UIe5EHcr+lsj89zcCNqmBZBv0xRjPyI4Ej
pCLFvawC6CvSDUyBRdxA3x83qWo8c9smIw0LoxLdlQHH+Oh33jw8YJLjvg1mbplhqy2uF05Jp286
txfzdmzoRjwrCNpphEVN5m0wNGoPGZLmIazzpgo29pgViEe6YeW+G3Ofhdh1BuUl+dOHTvh/Fhs0
ZaY09NTVIg0W/mlwgCnypB2tpr+pRjwpb5NYgowvg8BmH2FGFj80uQ2sSX+8LKO4WNz3BoXWeMQI
OL0LtAUvq2oEU9sp0o/1a30KCm2P0AhmdQ19e7xprGL4KUxyeLbZrGm7eM6t6sIt4LQa/ngLyj4i
ptk70HKdTJBcFPViQkJHJFrk8lsftMa9KNyW7gydJRHmsViya8Dj4b6rpKoeLfA2FRrAzukr4vHq
gqrk5PjipKYyR3z0QYSlw7qupP+ZsBTeQdrS4TzmjG2XI/9d8iXSc0NaG9ej/6eHLKb61czcatyM
M0rAUGhLaV04xM8/L5f39S6G5IO7CnvG5x8inS5YJscVRxHbU6uiqh7l+FY7MC8jeks5noWz19Ey
yCSd6bCSg+ttlsrojzPM8f5m9LveSeE14vhjcI7UFF2hpgKjM6LaKnX/j50lE9ZcMHeOXtPNBZ4z
SV1FbgzL+UJRcLL/kKJn+uh0IHVzzeC4PBnVFLe5sU9i8wikpeR3vTayK3qxo7EBkm6EitBDxM5u
6VBsvHy99X14KH9aJzx7zbSBusZ64Qd8Hkh9CDCSVNK+wYPOnqDzQyIl0jvN0MDjX1iO5TdByHnK
b8EbDOWczIshi4p47KQM29zsJ5rrIsb0tXeTN7TdqFblkPjOLoP7yxHu9PlNqXSYuSaGfbBP4YXr
YFpFqd3AE2t/mL6qn2Bq4pKQl0HfHbU409cukzmXhBt2Ob28rC9lmKppaiMjqKz7fvLxfi6UmJMj
5kPdtZ/i+bbFDzLpI2uAKEpLiln4Vko1V7uyIOgUb0vuCn0+tMkuMYxmekHakb32AzzaTY9v37vm
wTc51tJOkZnI2n/3M3KBr8uyG36XMT2LkEpHcsFhYpb7OuDWtXc9rbkpagfLzr40uaXnSKYPmKmh
h/BiATs5xIgv848NKD0KZgmivHMLZw5ugJq0dj+2nnGVN0Gd8YL2MG8vfGE+4OcPDMjFWUrv6MP/
5+RCXY6AnaZa0iOeN824oRGiDrZOe2ePjfhy6PPJ+P71E88XJ4w0Hgh4vGovz+YzfU+Pk1akx7bO
bPU7GEbzJ7br/rAnujJpyBhaDA6INq5MLwRC9yK8k7BxRIUrHNqOboUlWIq18EJ33dCT6zzPjHm/
JLUzbWxRmy6OXEH2OmvNmN05iV97BwWVyLqw230opD6PHRpEqCuUbWxdZ0EApT47OAFr6dHsml5c
jb2oGgPrCTytw0A24io1xzi7DlpVB/DCRZ2aZdR13rQbCTZAtD7k8ZGzvze3td/XQuIvaerfnawN
7h1Qbvy+bbOA5jCa8EXv8KCev7UNbjPbLrAJLLfY5a9xdM2f8yUzqj1LRke/7rjdkm8mmU+kQ2oC
u8bIyGITSYC0i49j1fN78LlA4Db79bc9uT2xVSG7AKjlBkGjia3z83ahyEVukz4Ibjwo538a33Og
l2a43hl2/KBrfK1woD0CNJNWwaXPcVJAfzwcoRnaF1ovfJmThwfenCwYM/s3I9czDuJejGgJyPet
/vHSWiQvXKQKDzOywPgFUORkLxIHAfcfxx8zEiQwYBoiVzONXzi/9H0XVoY331sQ9Afj2hD5LF4A
ACGphIVfDGqKUqfRXlmkCzZNTlwmd3Gb6tkGD0qfIMcFpdcOHUQevCZGGtz78WJJZjWbXAdUgLUR
lVxQ3+E3W+cHOXXtP5MxQZq4cMf6GPPPs3RtCbHcUPnRvzgdlsURrMZGd24m1ZQ1zgaYIgZ3htOq
LUSWVu4s7vN7pxRVvk8drXyzNfZKOsa+0y4NzlMQ+f+0Xepm1zq9syysCAbWfgRdixRAAH1VO1KW
XDrFCddkG5BniOlYd37ba9uaricVSIXyDIFeWXDYOr6w2z3M/6TcoMML3J9OyXX+2Wgnv7718yyR
G08KyRd0/Bmfzklk9lVnoRF9psVZWQ85ns/DsUdqC7kjnZYmGo1sdrY2/AuuAGVjGtBQ/KXad5Ue
j8/4ZTKs/C7vsSuxjbgLvFw8VXAmISVM7tw1+CM0bfy9FrSwOLDAFYjv9XNbvLmxhc+FZOVoL3BH
Afb6ahL4ObcoJmIbTg5OYcGMYWGlNd2/WZb7eBo2XJRev15aH3fh0+/o0ZZAsEtoBLTmz2srK3QH
3xRl3BTN2k11887/RZGaFO+LNKvi3fBFlYa9ES9bbKHnbDunq7h18FgAG+UZadKFXTxL85byOjfu
uw8+tuh66yXBhn81oSsxzPtZZ87gPSdpzlHr6GNrcaov6fDWyMJL39t06LYV+qQ42AattIMo6AWn
v58s03MAQJWhkIBA0KSUnheuKH/ZXfhNJEK6cOl9zAs+jwDqIb/wy2C+cWFCSoREgXqwNNtSt6w5
U7+xuwEJQTCoTN6KXl+y8cIPOK/ELPJa1zY6MJBzpp2g5TPR6B6MG+UCs9/mvZ7cdrbqMQ8oYh0g
QZS4YmGnvHS7r7/+Wsl//vgUYCgn1nIMrz73pNJPixowXtXiiFPlmCPr16rHySxIrNOdxruwk57q
7NlJgbWxKkDGZjPfTkGw3tE7i6hU/8ZIyqHjAuQnVnKIibEmDNwaq/pNteQgRKM1NnmEh5TmsBFq
mrEr9d705aZQsxxv2llMe5+ALzvUl0QMj1VTFeYV03UsC/x9qz65MEznH4hZsTrM0won3+HUIEA3
cl+k2aDdoIX0jT1mhjoKzKXxy6cabQOHgTO8Gor98sKD//J9ULUwVDj38eep5IDeUD1pvciOfirU
BKESxOBFVwn23DCGJme41Ag+Xwv03vEioopCa8m2/nktwC1SbSoycexFUJOUqmNGvhkooeMHqmk/
u/f12Gigbsr0H0WAkHz8ekKua+1kQtKYBKUklmvtCZ2QHLhheQLHheCmVZW4nuL1qs+2qj8q2ia3
ZhEvw4Xa4gOA+PxIAitW/wTckFjbpzkFdIeLptQTj9uu4eEtNdFweESg18kbTa+79q1I+kxG+dTB
RU1xpYNYUzmp/2Akc/nDTYwkxql6wFP7GS0q5q6mPpfupRbpX8pbB/90mEK0rfHGOMVwdW30msDt
kmMbxNSO4awN+fI+jL2602b8T8KuzFC/5GvTPi/S5n5NfVodmPvYuE+rpq+SHQoirT+6PeKA0DXL
VLsLqsKFaDAjojtok+X8o8WG1mUbxTeodolXDskFdOF8LTk2fCDUB3TbMFA42XIq1TaLpKt9rCfD
uBaJgB806FmqHbK0gEIdahan4haNZtVc0pN/xDSffGuHc45b78oyQK/2eXqXliNywsW9m7EYmwdy
M4c3x4fpV4WQ/SEce82YsIUsve4T/9PHscvVhb40fxq12DgeN6oBhsr8PONr3XGCq6r8tdhwAV8E
fdXllTgFBcVRy4L6R9vO1sFx8yGJ8V1N1+t8n+CutQ18YJtoWsoKarHntXIrx0Cbjq2BBOS9a7Um
6+7TMZWy26baIKoknJu8ptM0Dm7lHSeL7u+3gdiDK8ziGnsnSwz0QjbulTRNapgMMSatfrFUFbcZ
xIlulIBv/xwtPZmKnd0Uq//U10v3DKVh7awo/yplgBZ+ukl6wmsg9rVgHe6ij1Hum6RwdKZWfk8S
vDgjKFI4Qu2MBhLTdVZ71S9RG7amrr7+GX+ZX/CG1gYaLR56HSethhy/6RUTSI4+O2a50QLJ7cBP
Fx1GtbTH/SJdf5N3Di7Q//nBCOCY05A8oIadEqUwyuQ6kpB7AbNA5ZTxpDd0Q1rzE7QORmFZiiOS
mEt3ow8/oZM5TQFOP42dwbbOsuy8tKSSHeLlZuV0e17UicHtdjOWp0VYF/7wR58aEYcDvvHBdWz7
y23XV1W/jeVoa7DZbTyVx0z4N0LM/nag0vNWWM+Id0uALzuq/qDE9VvHmvN7nOfYgElZzvKW4tXw
DzFwxHyTBrNwb4bZGfpfxUzqwJ3m4Xz1tLR2/muYWlATrR0xg3FiDLXHLd0FHPY30s7jatjgS3XJ
9fbjoPo8KqsxL0Ut5xhKZvNkGqwtA8+q9AAqdS2QP9PD7zZWn1fzU4tFzSsrljIBS47gG3eD+gde
54M/bZD/LhJiNO2Jal9VQvsNgRbD2q+nyl9+HVuQBbCJ3fQqojgFEgfYBmnsowEu1IJKDzuLMb2y
jYx7RrDkvrdPjFrejqly4xezmUqKbPJCshY/ImSG3wLUv9YGe6vM/jXMTZfZ/3kyg/9S7iDSQiXG
Ovq8UfYe6O6EcvU4OKO41n2B0KLrwFiSK7tnouzJaSaX1oZgXXUX6sTzGmC9UroQ8czV8OKUCzLO
/ZIP2NgTRSH9f4migcDpddkByoGCneQ2mX2hzDpHvEncBNKlCPfX3IRTAY3picYUsVkenQmF/Y0q
4sw9BPHo77usekRTsvyb45wW4h08f3O7EUJzOwb1o45vYHNhAztlBX8MOVgehTIqy3OUGaqq35iF
7I9iGbQ5i+A/68MGuM2f8I1xJsN+cHA1u1dY42oRNvVO8aiWdiBahx4jeoxwRHqbktygQ198butx
sF1cD+Jee5GFZseP7EJaeiUxC2sOqwV0+rBASXMvlc3u2ZdkE4Ypjo3wqo2iiv08iwqyDEqrzeQx
qfxc/BSWlVZP0IJ9rObpzF7b0JJrHMvZL3FUxaQQOUORja9Evee7zNVI7eDoMrAa0YDEK3ycAYAi
9lTvR4w6v3qGa1896TTr8KEolvhnnA9eEv4fZefR3DaShuFfhCrkcAWYJUsiRccLyvLYyKmR8ev3
gfZigiqyvDU1c5hZN7vR4QtvqODPp6uizOzPkUV241bKyHVP39O3tkqewltArqOK9HSFqL7eH4wi
ieAChv4wCxXEtiI1qwb/p2znt35mo4ugGsEPE1OlbqVLiWysaekWiOD4IentpNbY9RhG3mZPgZFq
Dp1mR//h97EiHZpBNeuTlA7mHJuZkBxgA9nAWRU12jWGiOh+JoAz9i37snKVXm8at5TpO6+VibbK
3kTP1N+Fg4JeoJGqhHbImlqYsje01X6aCe32d6fhMihdzNthKqRmYoOUq3s7lb6aSMMjERBqAqnk
27fY1UuLztOcxhE5A6cwlm0ZA+FxAzuZ4FEyc6V9C40OxpsPv/OAY5KEPlpI1DEDMO7dnleRBgNz
tdM4sCgvc0lcbqsmLOmH2ICgx2kGXNeaMzw2LEqDOK1RST8wZIjqQ1QppbUTCHQX3siF8mb0ufl9
SqsEvyZ5SJzxuxzJMjagNAfUyXT7qMjbfWJia3AIdAV/WrdB8/ot5CG554e4RDxyyAEc02B7h7LT
LVxAFNQhmbRMzeNHR6IMslXi0VppowFLQxP+I30b1NltHG0oZqV9us0opYSeHiuaayWJhTEGgup3
yhDXtyC/iRgOcjXXDqJmi0sfMQy5EWmWPbLzmxHjF12PwRwXwnqsA0hHHgYtvNaYiGibOqjEW275
znfIYdhxSlrRt19ub7Dr64M4bu5T0/+b5VUWqULQWMQyAEcfCSUm2a3aMVs1FQovSJ/Tu23reyIW
7xzUi6jhXQhwls8GDkX/YvEup4QNadIWmA8kdhmiFlzhW4Tzh5yAB8Rn0aOEGcHhLPRUhJ03tj3L
sLLRWQNRkQVS1b0ocDHyB0LuAFFUTAIchJt1Che9axfBlIV3DsP8TS5+sU2jma4klElImQTfl2cB
wVF6dm1vPFoD6m5tUlivdtqMwlXhWr5CX4f4loEvfs670LrTD71Op2jizRAugD3QenmvFoNjJIRj
iqM9smnsPNlLtVJ+aXS5wFWntwOsShpLC2n15yX8E3VtRHVs+O4wCmxtLJh1MDnJSWE20nuT3RA/
kLewscfiU5n2iTjOsj/jFlJjirwGjliqJ5BHPvZVN1BwRjtcCz1bctopQW4nicZXWZZ0+1eiiOS3
nuQRbk9q1CWekmlj6Kn01M8RfK3BHdGXs9a+bkFBxG6ocR5yeShULL662oFFBOg8AtCjq5URr7hr
JGU1ynIefFfbQjz2cQhKwU3BJmqtF2D5cBw0Bb7v7e1/VS/jduBmUBDVsOg9oC93ubx0ASnNVnJ+
GERXGICKGk6BMlnyFlR0e4Krir2WMfsrkXo9jEabbWD4FTu5xLWKS7vZjrpQDroS2qc471FeNzEU
c/GTu5eELJ8CSlT8b05AiNcIaBc3cohMdAyDXBygzhs7O02j/wqK3bsR0tK6VOXiOU3+UZaLK3CG
rxh0GFFbZfzFmJQQit6vpf6QVsgWREPZeb6s5h4U/36nEJi4kWZ1d7b8fOX8fdzoOACkA5RJfEa1
2FrUp8q4hIBtV+0u16fsbFhICbohzYPGrWUq+nd2wPICfB+NuwhHeKrCwOMvN4DVOBIdPbndlRg0
UgfLI9ltka0qV6MyhGxQB+Gqf4z85zHnCgn4BnYdviGXYwZq11cV7jE7APjGV4SZxLQq7SDJn3TQ
adheSSI9Zw3R1p2BP1paXkNSNRAnMyzscmDkFxw875V2VzS1WFm9UUwbON9R7YKosO5VK66WlmIs
rdXZqWHuFS91IIQJECkn791n+hCuhsSM1w5hwAYP8DdREurfPsvvZYeLjcN4MC4YEDDUbIp6Obs2
c3pIo5O5Eyhnp/guVWPQAl2eEfcvkMn03rPayZyezWgsDyKRSvMxxbykfKkyQc5dTUrwA9cUNUKf
S5KQVms0wCMxNEBppZqx8d1WUvlnxY02rNURtaeV2RfxOY8hqq158BxnF9m5ekRFDLXLJEcz4DEX
jtnvnCjNws/OOKGhtckbH7r2mg2n+7+iIDOUnyFtYS4PtLabqfcquW3SX4ISFHz3KjDgIGexUYUI
VxaU8vI88huvarP2l4qmXPQgI+CWbrCAsYKvCSlvu6/BZK0qPNOCPVZ0XeVp+mhwn3PLqo89sfA6
t8FueaLSQEmqvdUVFeAHTSEJykMI5PkY5GCVra4TZyt2kuL37Y/1wd6gPOhQPnKIMeWlm6yk6KRD
yAHsxyJQprMaxgo4skz+3Q9iap/SMVHvHPSrvU9be9aNoIZDPGMsRfCdqCPWM9JonwglfQJBqogN
WEX5hxQ1UbG+Pb1lyIDByv/bGBpi3YQNixOeFUVDDWEE7YNNp0ZdgdIhEvnDyvYxNwWKWa7zGnUr
15Gye7SWDyYK2GiW9ER7hDx7Ea4YUW/7GRxoDvngg8JQ5UOglNonfVK7X7enOf9RixM3czNtYNfE
J8hGXp64FHM58jVh7nhHerdSixhLEpzN4jvf7oNxbFDNtO7AcoKxXUxJcWrUnYvI3gUIJuhfO7nr
jUMmdLm9d0NevbKomaC2AU0P0wKuksUNGUUqBhfY9uyAkPvP9GL7kxzYKGlkeTlhXpvSO3P6Lr3T
k1nsl3cEJ1uTahA6xyTzi2EV0vZWdIN2LGMnWKcJzp6mVmFkKjSt3EGcT3OXZMb6I+Whvrv9EZcR
+fvgVEVn6CjMJAxZL7+ijhpgUte+elQc9LTggjuJX3m1PXViPyL/qr3WXdxvB6vUsOCSjPyTAy83
xWTYkB+CcLLHdWA0vUEdHQvFT3Hd9c9Jktvq6vYPXdwZ77/ToY1EQgpEkLrV5e9UAsx8MH1XjmK0
5C9q7sexl9RD63FZp/lK2CJ6vT3i9Wehwk0raH6kZ52qxYiU4mSQD0I9YlU2Bc9tPtafQ1VKx9Vg
dUoDZUxWvqMgHAZ7zar1L7dHX+TgzBeyKP1B/j4X2ZcVs7HptJJ2gHpsZwH0elCMX5ZvdJ6Uozkn
YeW5grHqbOqUpn0tmdOdfXG93NR0qS+TRs8iVu/W2X9BQpmlDmR80o5BiR1NV5RYYxqZ+tlBC1jx
Sltvpju35uLmep8wf0O6iNwd9ZvFRkQWsnUwndePPjY9g5dYevdZKmLqD3pUqS+3V3dx0v8/GF1Y
eFcsMnnd5W7Cwk9W6zI3js1ImfhpsBrpDwoRCBybmjx8wl8uJAZr/p2mgTS2rfCXBQnOXs6RJY2l
jL12pGWRvEkSqAiPeo510FGp/Mec4X2OIHtngSbFmUWoLueoIkDRN8DgjrSNiG7jQZKOZufLz+hq
AtcLIXitirod7vQfr/l17NmZuD8j/U1C68Xzp4aRKdTC149lMDl4JehI94u2tUrPiLRhledZ/V+N
tAy8cwlX2skI1lC+1O+3v/DHPwOXrln0i/tcWXxiqUD+aJAs/dhpkoL8mZZsTISekRgLculBaULz
YMZj+WsMI/sJ1JIP1zS6x0FYlnzmjwAWg9dR4ZiatJYvPwIe6U1RETDwEeq22isjGj9bhDMCYDhB
hIhmB0LrZUoGM4fqkiDP4vT9NF8oYbqDmlyNdx6bDw42+nC81zSJ0RJdMvF1oedpIhL9WGUJyDAR
hRt0t9V1bDnJY+OX4s69fX2sUYEjCkK/nFFpx1wuQBhD4sF913+ZKugGGO1k5Vc5BeSeU6MQd+6Q
60uTSITzpaM+T1yyfEkdPwmlUi2TozKUefvciHjStkPddyvNlEJMMO2os1Z5WFXfTayDvjlyh7bV
nVTk+m6hN0Q2wuVNme+Kh95QZZQKYyyORVtnb/ye1ov7XhNeUmT2tPX9QH1IfMx9bm/4qw/LPc1u
n9UzKRlBPL9caIVHqQt6hB0AUgz5hrasC50aadCmrDclfe8707weD/0IALQzvhx867LAWqDjP4IR
9Y9FMoT+vtHa/KyXoM0QRgrqZp3ow/RvjSvQ7AzJgs41EG7QZWCdo/yPGpPtHGujKdt94RjRtkot
XINLIx/6rTyZenJnWZeF5PdBZ+I0uSw764pfE5r0TdIiC06pogYY/GBnJr6hyWRP56Ee9HglakLU
g1o56ScKCLCJRwe72VmmOxv2VVOJat31ZijdOVhXex31ImwgSKIAzQI1WYQnTjgaJZQy55hZTfs5
ERhmIe9kozBESq8/d1VCtkqDMz3mXZaTfFvRHZbZBzsAFjvILRkOMR2KxS/olKwqtHEMTh0OXAc1
iNTvfoG2pt2IIPESJQ3udU3nP/GvlGP+FjQS2eBYshCmL3HKg48fAFIfzhE59Ul6KLQ026elbXOa
Bwy/E3sq9VUY4c3sUSag13T7iF3dZTrkFEQdyHWgtNG5vTxiqdKBq0db6xQC+ok3fWKl27pMgnBr
0EO6c76u54oD7jzPGcdj0Gy/HKzTmij3+yo5xZLU7Esw2OfJqLQf8PS+OajEbRDWBLCO7BC6PLfn
ef12zt8U7VDiMCBE+nJsrUCB10In9BQjg/MF1V99i+WXvG96SXw3Q6NAvQ7kQuNLQHT6PPozoFN1
57B/cPBmOWCqZdDCZwnNRUCYm7j5oMNuHbUaf1FBb7hpXqMhkIxnGgKoA6CZTvQSwaKfLWMHyd/p
Up4MrlL1cY5HU6g+il6dpjvb/j2HvtyFaHqAL4AP8V6dX2yDvCnUvLMThyiOp32N7bZRrdDfszo3
FfKIwTn+wz7+0YHcPthmHVUeBjr1OgRdFuxsrFpQ94p7P/bQ6ojRmyuG7CvWZrZ2gNIj6VTHR0Rx
Y1oCm9Zyhj8UoruXBpud6YRDYNl79Kaqch3CXni78+Xn+upybsjEOAr3q8oztlj0OE4mxWo6Tphp
SwKzPc3yTOR5qSRZDSz5KED9X9ERbkBj5iEdVQgclkgeLbm7Z0hx9Y7q5lw+BDlo6gg2LGveLc+O
ZcKVPoLlMugUp1rwJTAVYa1ruQ86N7NtcFuBKeLX24vwwcA8alSooMKRiywLDibS+IXPFXR0DKFg
0wKL4xutgKTbohKO21oydecwCKXpzrG7vl6IyGR6TbR9cbFfFqm4CHDQTYfg1DSGkiGJr1QeiOlK
wZl1iO8U2q8j09l0A+lWyhwkefIyw7NLUEodcuKnNk2D38Bz6mTbdLHWPPdS7xjrEXWg2QfGBNGY
AUctXtFSk8qVpiSVtqrlSrpzrj66dUhX5ufsHc2wTBykIGj0qjPDU9Tn1ueS1/ypLWR4WYqGyimq
55VL93DYZ5nuw5eRugHoXdhsb3/9d2GxxRF4F8WYibUUyJaYYPC5yDU1gXPspTYv93okTbaLK4OK
LxC8xWmdRUWHmF6UCPQTO8v4Fhg1eoelnsbtbiik3P/sa2Pju5Ke4kwM2joETl1ZzyrOWS+QpMLM
TSljVZ4/DvnriKWC4eHMbjRPiHKNkdvqWfBpCsL0t9USeFDszrVH4SDtugkSLY5ebTlqQw/4ho1S
o4F6Fh2EBFVp1I9986AoIl0bLUjITVhK0ej5FZCLrVE00rZNbUTTDR/Rfei6su+s0L0pol+xElaU
zluMdpJ41GKv7tj3+IvUNV6UhlKH7gyqBLrj9LHsEt/mL+DEu/GxgTXXr9pCCquDrEyy9lMzUn08
1I2ujusBYy68M0K7ACQYVdMzxp/aj9LJFag7SRx9vv3x3rO65cdD/pqXAwU3CAeLKLhri9RQK9M/
Nno+/jfmfTVtQ1syTbBpbaR7BcYNkEdG+IJuVttZ+6bylAVYpTtZuknqRnSu6KrmSUefNXA7u2h/
IUNZRV7iF3V5J6B477ksfu6MA1DI+ckX+MmXj3yUD1A6Akc6hlOedStIm5CNisAfZcY2wvChU7u0
eg6aWra3EugqgTNPTyZTZ36nuyXCqCRVote6ypWGVtbXbO2W1lIdB+7Ua8rb5MvsAy2Vy59KHyev
VibH+hqRT3lYKQ3CY2u4yNmzUeLpvpZAuzBwncFpQzNUrdjlXaLzD5RZ9mnFerll2I3VugHBcO/8
zxHNcjEgAJMjgrac3/7LxZApyGBw5PhHWtma/JOHDrcRF35jGNCiGkv9W05zDLvgfszlJ3jAzsGJ
ZKk4wIeSe8PzO7xSC6o+93LY60AX2AYmWQD1uJrJBC5/mNlYemGOWn5K6KCLZ02E0/cY1kr0BOTY
2EHrqe+8w9cjUo2l7EZgTwMWcsLliOGgNWWRONkJVpUq4+ND33XMrE64QT3SYirugWs/GhAhIK47
upPUoud//1e9D9AU3QS/Lk+Z2ds7XkA8WcaWNnMJ5knZyrVf1rvbZ/X6maWUDp6Wd/yjynMaSJkz
KW15Qkq8Nlwda/Q61SbFa7M89rQ2Q29R0Ny6M+x13kR8M7edqPohYb4MKzIIH7YRWfmpdyrfeopQ
YC682Bmq/3AmgpNMC35yUE+eO78TDskmsDC1Fe2dx/6DBefEk73RgkEez1nsqc7qIlUQwZxQAsOd
pgbzxn0Yfjd1SNdFVZR3wukPxoPzSqsGaU96b8vcpRmCXkLMSZwKfIK2WeH/cHIQXpCT6i1mheHp
9sf94DFnarRi2TaIDV65ZuboDvXjqFUnH0sCZROPIZQaG0FynyBZGzeCeCNcE+Mo6kNHPZlHqSvS
6ARPqknupMofzR1+D9fjO97pXULjr80to4SCWUQnToHv99tAncpHLVG0CT5n8Yx1LqDg27N/725f
XmUz048YklOMuNZSlIOOlY6SQQsYM9JxyPRD2XijQDY4u6m0qKXHohU2xgwBQ8uYCYE2hE/6LKMU
mLvEu33jqXFlI5Ut55KGrLtiQUxHtNJFCDwhxa40HXfdIJdzT24n4BEt10gI46vVvmtdkXSbUMjw
Cnsb2WlQmEVtvDiDdc/v/IMzPCMnaLgDI+Y4zSHtXyvr6LGkDWaTnirRpmc5TM0NbGZYAbHWH8py
Sva8e/vbi/tBYkg7ZKaYECqakN0Wj2YGtzoX/mSddJQ9T3xO0AzqoP2oeqFuTamOv9JRbjah07LS
QWCWh0pRJNXzQTJlmBcq4z+fLbpEKg49vFmzfOa8Sn+twug0kVWjAnkKIiXBgXnEnDjDfWsAYmqr
j2WClt2dyOF6S8/lZKg2NDCAVi+JNgg59EncJdYphb0iobGOhCuLMH6OYnQ7IHeK4U5odZ2dMKKG
PeJc8Jslci8n2eOaAvCNERN/mr6HUaN76TRFpiuqvFvf/sTwKvjTLg4Q2s1IGM3vH9cW87wczTeS
iiAvdLilran9GeoNWh9w8cEWv1GGqYd6E8Bu7VCtbCIVw74+QZY6CNtA/8zJTp1vKMpJtexyoqrx
AeVRCSMFv47TnVGYqfyb81abyN7Enb0qEsB0PxvVx/rT8CeQaTG2vmIH2z04DDJOhABGG+ItFNWH
vTygvnAOGi3Qn2Yl5sQtDShsLIQSt9pPClRQIg6DWo7E+R3lu3QFwEoaDxh0qJ/UIKuN1kO0SUaA
XzdalYxydNTPEjkaD0EZDmdy3G7CB1HHgtPINH+DMQ520NA728SVYt/6anVa9zQH9MlOgE3ZGP0Q
NqsqpvK76jmPKeI/ICPdQJKHcPR6bAvlz5A/G9lNCDl9r+zFdLSlyrHWqeF0b6GOv+XKNgr5OWt6
+VUZDGU0XSPXO38fx0XpP5phYIOZjRTjmNl+nSMImCpfjTypRxDhiv8SFwNkxgy+vFgVWqP+Jh41
tC85x7B4KAIDu1YoddXbhGnIT9FSPtu2slI/cJ4lBGXQkJjcJCnG6CwKGq4a1urfMIasjpEeVKNH
H8k/ZQkFKfRVk8TLOsp0q6JK6wdUVYvYi6rBOplo+H/xg747J1bi/+oSR0ldqu95tu/UIPhWgs77
TWlS8dfIWFfBK7z6SfOyhDzATRFz0DxMe5r0Kdc6v3+K5b54QwKHLGpUYsq/leaEGACk2I8g7KFi
xDVSLyxXkVPLDVrzef02QRixH0IljCss62x8iLAQc8INSWKgf7Inv3GO4BDwBJDkzHyw1bH/TLmz
iDfwsvMHwjTb8YSJZwevQogsyxiN1dGc8qZZQ1MKGjeOzRJfe2Jz62ThOma5Mio3PwzLKn62pdon
T0wqXE1jZ7frCRT9AZBzprp6L7f962hDmVtNE671a+En1e/SRxKTcE/uJ6/wrTb93NI9VHFMKFDB
17tasc5YdftvvU56+wo5d+gebDmRKs8qWz/chhnGtRRkxk6s/KoYJ6+E8qk3sAuMhm1Ot+2naGiH
gCVX5Gwd4xM5H68AR+AoapRh1dJux11vCBVyMadECDuaAYpeLFcIjptqp3zrcmwPvitlpavPAcLV
7avG8n+jglN0b3poYajpYkSgFvswSPtHuVNE8SPogekeacVOaFX1AudEjMZr61dbB3H/pw4j3Xyq
kcGcNhlSB6NbmnZzKOTIGdyZvaHxiRAsNZLaeS51XxgPSSDkAQJLB+NuFHhve/3YkzWtfGxDnlA8
NLID/2G6bnDaGEwPgUXKkymx0qz7TKyws30yzi+ZkYQ4B8pls0+nqifWbJpxclPQj7JrBNlkrcZJ
r6wTUnpBwfdNanslZXLdeY2o+mcxTZOyJ/2RtmYXG84WCiqYtCYwMXGJ2jHqNrnTYJGoVumIBjHi
FsHenEChnTu9dMQT8/WLz3EcD2STqUAeT6lU8wV6RKCs9azJfjcSLjJ3nsqrgIFXGxjHDGqg7U4T
/PJe1yiXlNhRjwBrVOPooz+aQBXxEYTrYDYc9AmO1tZP/eQeoOHq+aJRBd4X2TDCbQC/87//640G
hBbYHQneyUxz6b+kCM4NJYtopeIEVt8J/64eZwONc9JEun9z/ra0TZR1bJjgqdhoVXTFpiin7C0k
talcfzSMk9qI8U6Aex1t05AwaLkzM9jzgCguZzdRWUI/TMVVBqHnNfqg8lM0FPl/UESUJ0XUw0E2
a22rTEY3eshR+ZU7dPq326/2MrOiyQ1khdoltzql8Ss4NV3ODOpQ9qqOWqG6WkkXTGmL6E0q0ngj
5JhUasK+bsAvpUfEUWTtP7ekIDNgKUTtGpKZc0WrywrAn5iJpa8Qcyt/I8fq8FtKW7oUieDhPWBF
qt7JJ68LqQbyggSkzJiElnzncu2xokNoi1viVGtR4aYGji+xVQWfqroiNsBEsHzqsRa3V2Od1m9l
ATGYcvcIqkyn2PuvcSHna1ZcJ9chGIVtd/lj0E2jYqjmw8nuUcwcY6XxEDhoUHIwGuvoNNI9uvkH
54oeIPkdWCFQBUucL4hpa0pbbTwZZQoVugqNXaYl/ZexKfx7HP3l5TFvMBr8lENmMUlI+peTM2Nb
8gM7KF5bQ6jBytEaBwnJCk9Ox4qbx7AV4oUGZPb79r62+WP/jkUZVlfgCdDUJ8qHsnk5bNiXiMMJ
tXy14Yv5z36es584iPXXSQuDbRl0RbDKcvKtTxpeQl9vj75c4Hn02Y+Cgw38jZ7v5ehEd35XosD4
ShEIofgsL6wjKmTd3qw7nGpuD7a8ubDto8QFdJSIHJV4bRHkW1MSayb8p1e1b+QBLycndMEtYjRK
H01904MyDO8MedVOo5VPWo5nIExYtPKXNVBQln0BBLo6Z5KG7rM763Np2CDlVkxYVmXBDnRkr3wp
5IFYnXh+clYAZrS3IlBpfQo7UEYP2SwLAZ0QvpkbDLEdb8Daqo+G5ps8sFog1V6YoRZHht05G2Sw
UONHuisNXnmQ5NHtfBSh3RQpOvP19pJeb1qmh+4NqdOMPF4yGtrYj3qymebcBEN2mtGKj4IM4Zw0
w+hJQ20+DFES/rk96BWskwHpIc20deo9qFPMe/qv5y5rA7uc7Lw4Yz+OTlImELryWisKHgKjtYx9
iJn3Co/KDI72KAzrYCsl3k+1JLQtsttdCQ+4HcstCe2wc0binJ06Ss1wuv075+f+8mjNAqlcVcS3
qCQuy/WRASQmqWr1dRR5iVwy1ZJmq0ETu3MtXh8ixnFYVrJwio1LPVylKQIqzpr62lV1PG7yyfrP
AHMWeUon0+b490lxHTIfkliO7/LEZkmp14isvUq5hHVVEuTh3sI0a7zz8nw0qb/HWeTIgNjjtJdx
2CAbqGzIKiARXIRSRn9F3wco2e1pfTQcAteyBqgQbs6yPYd3k1UO9qS9RvS/CdrK6MEwovSXHCb5
vero9b6g9A22fL55GXIJQIjivLHCSCXX8JP+ey+Vvul21DU//+uUqOvPNJz5fMJGWDwoVSWj9EoX
+RwMlYIpbNtMPJx027woFurb7cGunpFZkWWW/aG1KxOkLO5WE4VSxcaG8awVSStWYZY7b6R+yJLb
rT4+ghOLzkYUl38m6Fj9nQNwdQvNgwNBhE5M35cX+/I+AC6gTQkViTN5E8aBDpRqDYaf7bixH6T+
timTfK/45rT/90mjMUAMDBxu5rxejgsjBk4iNNNz2AifZg7GP+vcaoPzhI/yuUDOl+pEK5uRqxuV
+c/PGRAGCilgxlC9A3W7GN3C6k7Sygo+VUy5VOsT2GtDLv3U66rct2F9ryp3dUTm8Qiu2bTAexE8
upwt6E4/zAAWntFXtqVD2CtZuRlaPwU/gzKGs7q9uFenBG2xGXw1S1hhr7HU+1JNFDkJvjACFUGT
UTvJ9P+cqbznxHUlMU07fsbbzaElLEltGVTqepjy0mbj2Y4okPzAGVxDdreyA8zuRNd+MlNqaTu1
NR1/rdG6osram1VVbXPDGQ+pFRmpm5p9Pe38yGhQZTVKlFAw3q37kLx3FNOhMqtUnG07LHeFLAsF
jzGpzbykm7BaReSGvN5tcnL6ZgtFHzEBPOpMfO9F/DOMamQabq/s1YdEVJUXwyKmn2ESy26JIJaz
GsQHzpMpWeAxBuubgv3ktjLbe2oc10PB7KegincRHH+0vC/3TD+pAVS8UJyR127OYZg4qtdH9QmD
P6Pd3J7Wdaz1rlIPLQn7E7Kjd0GJv8ICELcRyaMqzu1MRtv6Q53urF53NA+pk0b8ceQmrmeEy2Rs
Q60tX8H8T1TOp4Fyh+LXGWIP+TSF+UquLek4ylmlelZVD8AGukDHe1APpl9xYNOLwE1S/WMQr+3o
HozlRmrQB0I3Oqyr5wqGTXYH0XJ1v86eF6jhzJQJAuWlpApHXCSRmbVnxao7pP1wTEHUvmxfBlUU
X0fVKtc61tjbmLrzne1yFTbPXw8eMSeRGvlVjK44WRX4eDKey5BqHqqCJa1z/Gb11hORXNXbLAym
ey4MV1f6fBppH0Id4oAClbrcOG1l80jCWT4rldIOW4meJqiUMsZygXCtf8pxmNmkdfLPTwnj0kBE
WYFoADrOYsMKYQRRpInurGoYi7t8VfkQatPehqHzvSNDxhvZVO/VVK6OyRwdwv+iYStbRHCLYKcL
BxE3qBud85aqJr5eADlcp5PSbOP3Vlqub5+Uq6yerqUFfASlPB4PrvXFLEEbgWvLx/DzCFr9Iapo
RithHz9S6/sUiWJr6pHyPMudPlGqM3YtU36qRF//287i6ULpiteLTheAZ2pmlx8ZrZTQMEqa4FZG
WLGxRtLUjaOig5DW+Mx6Joq3xb/Fle9j6vSVMGoiTAEMcDkmyoQZwse+hBGWHTeQYcC2gswS4dOY
tT9ur/PiszIWAAAsS0yg5O+55+VYVmVUKVa3DirMcv2rHzJ/3aKIjkeONcov/zoWZpYs5ExGYMRl
cpsFqWQHVh8ebN9A+7cbDETFEVoWq6a0QXTdHm1xJzAzaKCEPnCtOSdAFS9nNispmkil+/sydfRd
6oz1ixyP1QrLIXulqll9x3Xig/F4tIAlU3l4z/0ux8slLuNYD809OnSda8Nf33VygWhNUwlnG+P9
fS8u+HhEuvvkVYBVjMUMFRVq99ROxj6vjC+RXSkvPNz1AeZp7wmj77a3F3Te6n/livOCUtsEkYzA
wMztWAyXNEGLuBlOHgmokBW6RborGXKx1tpEcX1ZGndR1kxgqJx06ztatrk9/PJGeB+fy53lhTdD
hW0RTGYmwm1Sk9p77HjD76FdpQ9BPsjfKSlk3+1OaugsOmriaUZuP2a6PG59AKaHbNLlOz9l8dL9
/5fQhaUeZc6CmosE09BoLg/Usvc5cs0ro53GX6hqWBuBNuIzJb8ElBYKw7sEmdfft1fh+rxCxEU5
nYfHAQq1FFabaE/UhHPmXoIYfgD7h9F4mEWvVlHd4xfP33P5vXlV+ery/NntxTWUweYhPWKoMtfL
Td9GxYonD/dbDD225gje//bUFu/p+6rCk2NdwQ6SLMxT/ys2QoNNGMmosJ2VUdcoZcb1g41zqafU
sliJke6wx6qKO8NeT5PuL+Z81B9mfNmStwMkB+ETf9D3VhSG32haZa45tcNm0GrZQztTuZM0XE8T
WQYiW4gUxLZUmi+n6Uy0vKSg1/ZdqmNx3UfqytHD5uT7uW+4Fdngi9SqtJlur+71xmFYUnp6A8wU
7PzlsEHuy/Otq3MddtFWCSpjb9fEg5gfmsfbQ300Q9A+NoUlXi9zeTxIcP26azJ9P1ZC/lPTufzq
xxSG8Ls3p8GlRDd9woS0GP51ZSmKkGajTEkwNnseXU4RwcXKxxDA2ZvgqT5VKtpBXi45xmOTjcqj
BBTWE7YZ3Xmtr/bPPCqp2Qxpg/S2nK0FeqjO2s6GDqVbL4HVoJSkQpP6qesoSblZott3Rrz6lGhB
yGxWxuX+4eK/nOeAO7FvD6qxj61RxTolz8JdNMq+G6alfC8YId7hj7u8B5BK/OtzLiI/ejoqNjA1
Kpqm1p8yA2LIvhQmYjAQkHrHHYSTOC6QcGE8Ae8t5TfEq2qYV5rV7OW8G3zE3yMDcYJO7RH6AG1h
Ck+dqJ2ioU8C7dZ5nI3rwkSCYq2BZ3oJ4hnTrMmjfObxHmpPRYtYggEd9PRcA6NoX2Qt87P11PlZ
9VWtzX587DNJ2C9dgcLt2gqd0tjpY5WL1aj7vvoNYH/UebrNvjxMamGlG61r5WLViXLqvgD/U7VX
HjcF95UMUwhXBkWUuXmS+p8LQGE4hObY/6wLRQm+5IUiBSs1i9qnUstzMjMm+4THQRY+VH1fnaR4
GOgCR2ZqraNOr15Tgq+flppZr43uT/jjaY6060Wg/VFxRHmTja6WPNh8eQFoXYpit0wRoXQb/Nz3
/EwdNFXZJtUaRdmoPQRtHb70U6aaT7aZocwgoME/W5EcnKCxJN9zgkXkUlg+18Iw4BD7RhN6Gj6P
hYdSoZ19VpQcAHaf9Po3lEMFZUtFmap1MPqNtrXbnA57Nki/RKWn6rqXKkNZTRoyAy7/v/YBXXAb
7c5MOC5Yt7R8+B9lZ9pbp5J14V+ExDx8Bc5sx3YS20m+oAxOMUNBAQW/vp9zP3Xsq1j3bb1Sq/uq
8WGo2rX3Ws8qgjXK6jivnPk2mCOEEyXIQP82zJiJJzRKDZKh/Nz2b/Ny4bZuQP8/TXIQ2aGZq/x2
IJB5iM2wX35WwiN+FtnLBCVFGD/LwCLCBf1X/VXUJeQlVASDNB+Muoex7NVNXd9zLHSNH5Ujt/PY
iDD6sURVU+51bssmnWcDgekiex2djX40b+gOolQY11UiRlNaA8bxsHrctQEZM3Fj97W7t/yO3XUw
re7g5QjP7rDhowac5YwSHd2TqA4L+GKdFKEozJ+9NZf9rRlA9t9JJjv+7zEqRJ54RGNNd12jnG0n
nMb7DQUV2B1rxnATjEBpmbOo0fLuMk+jlQv9rav2AWiwFEJLNj2Z9aBXK3GV496ogBHyFNNblwt5
Las2XhoZbQ8umUvbd2YK3drummxqfkCKKNVXe82M7/2i+HokPhqky322djUJPGqDY0PqLl1k0Q1T
p8hmyk3xSeZO0KaVsc71JVjbjkj5yjfXihW7qMxEoVgZY7rNlfGJrxE5Z21383nB3AK5PR+H4Gel
bCOguz8Hw56wKLVGMZt3/lyVBq3xCqHedZylvJ8mId/yWKsF2BjBX2j2MLB9Uv68OUcNBfUegaYV
nP3R6GXSFWv9MshCukxMemnsSGSVM3/bWKtnOIeLOpOf3ByDSuUQwlavCy+i6xZ5bDcLBzyb4dLH
PdTr9VJP0h1/0RErxl+z4fb9fV71DGMSIhDm/hgqr/MSt5mGU0u0Ax20dV7WGI4zQHwjWkxoacrw
+hs6A259Vy26xlPtOOsvQLaRTuuCJRsy5VoYyPghRu+4s/Z4z1jYDVPQedbzMCztfeEZfrgXQ6i7
eLU7ryAyrir5MMZt+tT6BLJCxeyiIc77cRK34zWXCSCQgqdoIX+3GarT6kAMYwa3DGSRLPtzV0Sn
EtTAYwuHGtpjIPgHImcZ4ynwBVq0jldlD8q7Pg8uAXwYHHz70hjXNISmVTXiIMZP1a7OJl2mq5Lm
U9RsxpAuJC3BHiv0RBsxKJpT6AykSCpi1OiybBtMZgIjbfcgSQxwb6QU/re20eEdiBgmpKM7TWhv
ancud8HMffgxLKUWTDAmMSd67jQIWHiVsNx9nTnxQD9L7HtvmASRk0MBDRFhE7l4HP9fDMbgv5da
RD808sTP/uBIL7mebztUTpH+NU8lq48D/PJSKpF/3PwOlvwcLSwcdZ5HT4YxO/XJzs1SHuA6baeS
15RpW9Zlz1rUEh10OBXfdBWYt4HEhJIaWz/d5nYViiTf1mnehZOhT1E0dl9qAwFyvKx2H6CtNhT+
uMj5PRj2GCSdP0q5y5qeJtSkg+IXoSMtvdQu6KJr1GbNIgSd3sjBEbjbfkOkFR2IRYZvoobZsBLs
JDykbVTVXZ4TpQmUxl4fbEJWcrRi3lTfRXmln9BB1g9lkRXb3oh82d25pTTcB8c1GBvGFMzZeNIQ
1n+r9RqDNTiVrB5qvXmXVS0k0BrG2n7rM6W/mrn0qj326sjew6kdbvLrOI9kXuV+GNfKt+Jl8nHD
zdcW1EFam38TtAh74wCpy+eaLvALdD5LnvQWLIC05MhTcWHhc/C2wjqZYD40iUPgVL2XneCUnKm+
RcCVAfM+OjM3N64gRN8C1nJdNhy3uZ29xX9cst7EYiq96MxwXHipP7plcxoyuYwnh5Of2hGzOJm7
oYsMkprKCXliXY7yxinmGuO/X+RjWnTEKCbeyJwy9gvlLbceiSt3C6demZZmO5o0VZuraM7xi5s6
EpHeh13rOzcufsRf5ZChZMwBe5MtsDSqjMFVjB/Dxg1QwYZFXe44+E8vU9j0X5UD/2tH71YdOdGa
DHxA8/txlnvVQ1Nk/YTI3Kzn2DKqCX9DxMM6YHmYPqKEI2uK8s+6W7s+oMYip/hrVNnBdtfWbogK
tSSIL7Y4s7SxHilh2HHaDgQsKT5G7FaWCliGIutn4BbtAoR/UbfKCIfvhjCX6sYxl/HFaugnxVtH
MsAns6nxKs1DGz473ijHxFqa+aU0LF2dJpIR26Nt9Zm48E84UdIbYx7Eo51PdyFz8/IS5uPyK5gF
Xsncl556sjpV9TsxDibN17pxrCP+1Wt407bCvSxcS9mHYgvVRy+fyoIfyJkwHZ0sDMk9zIaM/ond
f1inHt14PlRWGStqYOcFooQqDuFmZ1Uqe3/eRd2I1IeqcX6Z2U/Uvgs1qPFFaFSeXrX4ADdFIL5E
7ogCkAGHXaa8z3OUeMJ3w9jGApifdNes5cEwwzWIh8mUxWWy1talhepk7bGulnyHbN3LDnUwOk9F
LrdupwgRImltWqnLomhbP4GA1vJQaMrIHSGrPk0n6jSQcob2gmMTRdVHozAWZy9QQ4ZJvwXhfSks
dBMt0vjbPnI6cR4tiYTaWS23Ok6VCF/yqMUrB1x/9veNbssuafI8k+yvoT2kVT/x1KMub9UZ7xTu
NQ93R/4skQkN+CUnXEMtAsfUXynwUOij7TjWICOo2Hvfam4z2NDZQfYZuYFFlxXlqQKNwYe44AGJ
6TqCcW7XAtGYTVhb99F3PWs557z0iJhbmX0OttwYYtsQ1gSMOup+EYFUYSDxKAW9gN3mvNhgoael
5gOoqgxWXo3jg3hNmq3Ya82p3o2RwF8xohzeEDtvlHS1hLgeuwRGEyoaTLz0qV/o2by+1GVDb1+I
XeuGuYkXvQusezxM1YgnrcGeakYKNNbq5dWl0psOU72N1Z3f2d1waRpbpSNIrYZom07x/Y79ptVn
T03RmDL44i8INq95bBtiOD+bvZUtCaYzxQdgY0/cL4PREarsjLl14mQ/WVWsu17pOxtnT3WyvbWJ
4rGDfsACnvd7oeZhETE6ewQgV/AjVXZgA5QHMZONz1046IEuRziL1JrrstsT2RFEu1FOxkNFe935
Fub8L8c9RqUswbzpG2kPPs+4V71rURqwcvVpOPRcVk52090Cwx0pU5ra+Ci7bfkcDlGNSEBOqgIj
C5TRGBTrd0hxCuDJUG13w3TJrk6uO6OGt6KOJ9dZyzp9gPEYRAkygH65dceGcoYmY2ncU1lTenlC
tsEnImeMr9ipnezbtsjhg4Igrw7GCDrtHWviv3UUmC7Rg6KBzOn3VfPCq+jDTEq4J7TD521GjGUj
lk2yyXD3ZrP+vpplD39vYvzTEHl97IXRH9EgB4eK9+LPU/YCCkWSvOecmFEE5Y2DH9NJGwp44NSl
Xopr8i5pu1Y+SPuc5SxDcb/M9rHyjMHeE24Fl9enJnlEFSLynWAJD2J6ucUv5gw8Bd8S+Y05IJpL
QXf4n91octsb0PjWT5pr7d5e8zW/DbyKh6eYfRrpNE9AqkaDw+bHPigL+2LrpdFAFqCk71a3nrkZ
Y1Umtdm1d+EysyjGBoFx+lvVY3WIuy10fzNuydyT1eThI3jwbL3ppPaefQWuI27ZQn7jRuMQGPmZ
UeyVuxk1p68QsQnfqCRbvRhC+MHVoohZ6WpcVAp2UnggrLFX5yIg/O4E0slUe1pD22X1F7vdW0QD
Wrt89avHNQqn/LE3MljXHAmBJLoTnmp2B5W9M29407gAjoMvCN0Dww3aJK/eGvpp4wI2Lz8bUet+
XEZnu6mawmY4vtWaFrUIfqKSHA65nj7//eV526HBNYMCiW4USh1EJ3++O4KTPUFnXXmOlH8OgyZ7
AeZ/lb0txXsW5jftJzC2+J6uKjPECO5rZRVxRtrEA+KfdMHgb1V8e0Bl16QfGkwDWf3OPf2XLjzX
o3PJWAyVL3rQP38aw/qeOUDmnfw+Ko52sZX3xrYQsV0P/vpkD0QyBbwoF7uYCBqds4AacJp792zi
43/5+21+84BR1JBpwUOGk4/a69VEgLLQjlSLmo54yPk49JONg4HUNFSkCBMbVv1v42T/KPMsC97p
Nf7bpWFi8HyhQnjozf+8DVYvOgaGpn9yxLWu4/iyp1QY9hEzEkrVrJ2+BNymS1AZ8/7vv/rfHgEj
AGjJJPEgFv0nMOf/GuWOi/KjCVb/xDgEYl4rnSBmaciuFAJjSuiLEG680F6xYksB2Y7hNILEVeya
H2Ae1/qd1flfXkGAkPzrymtknPjqbXecoJ8F/JjTus3joV/aSKaGNszzpOu+oJNW6vcMav9y+68M
SgBYaK1par8ay44R0P6qW7wTTHA7BcYgDosHKBg/SX62rVUfxoE0KWdzm49/v/v/shWhjEPQybft
uKzXfz740dLkE2imFJFS4b7ORPmdrutM3npknCZiSq95GVvz3183Zu8M36+fHh/d9X78/yO3m0xc
+2dkmkBT+F7XkZPvZxvD2mIHS5fSThGJi6ULEvG6Re9pZP7tdl+nTvyfBbz39eVXQ28qAD56iiqM
fy38tUuo1+VeLipokzEfsp+i6MZjSxXfvLMRvx07gopC2oEsBtUeaqA/f3qL5a+mwcFcdaLTEJeS
RSnhoE7UajQubRmXaL4TbXNi8ovZv4UpXf/n2QlfMgYDRtYYxqPXa143zU40Er1xAlNoo9eV4oRg
6KYK2u0dDc3bb/sKfCLvAHorIFr7NTVxDBZokRvrykRPd947LQxjdsiQxlmTu7W8mZsay85ANluw
j2RVyoeIPnu+Rzke3iyzNb83lnuTH0guZESmJe7aq7KGRf/PB+CDv7WIoQxPeS+9gz1QxMcuVf/B
r6PtotE0lQQu6+0+qKWqL5NJUsHFbbFYXBrQFiksazoWlVUMO6MZkdD/xw+SAT8vJcs/6yGa+Vdj
yigc2YLDqTzX/Uw/1i+xXnMWSC0R2C+b2+1mUGXDOxd980FwUUaG+H1QaKBefbX8b6M7Mn+oqrPX
WEYeD76wPwxBJS+5EPV2GuvCmuihrGV+FCZuwf+6HHB5Rj8wxyxSTQnH+POReKa02XNdgqsWfK+q
RTwejwzdaC/VljyW+CqRjGBcwG3nz5/+fsPf/na83/8U45BCUO++Kox58ou9MYU+ZWIghcbuYSXZ
sNASMYrljBGyOw2+WmQizcn8/fdrv42MCJgOsxxc8XFIn16vBg7HorVv1uJkElL4SLz30B5MS2lO
XiWjagSNUX+jW4m+ZMwblT0tNgknaT/NjUMjgSjn1FXd3IpkI6mx/m6FurcvxEgJ81A1g3P0p0p/
+fsf/WZ/vO4WV90UM7urLejVB9S3i0Hvz+0pmXDx0qT4spK9sre94desI/e9EMi3xSeX87g/nF74
/9fKKWvWjGal359qAejepbH6m/ifaq9aayzfGZ6/2Q2vP41J0pU0ceV+vvppZkf4nO4Q8woXyWQ1
odrCKun4BEFauih2Szibn4tind8pOd6uk9xRlEQMXRGKsuK/2hWutAVWxtk6DVEz6zNdVXunnHa+
LSi9vsqcY+sAdB+TdFQ3WVx2xvgydDMNZ3QN4h3pz5s7juMPhRg8E7r+QBJf3YV+NWi0KOmcLDA1
zzhglzvXEU50aiJ3bv+bg9MEQ4e0mZcJeyNq1de/nHCOxWs7ZDg0t9A6kss9WMeCFy88GTZyBeI6
BgzmK7bT+h208JsXOWSVBdmMhRN/En/Bn8vOFaVbtBxyT5uvazu2+XZunZbZVGfPd34f3P79u3l7
W7kccgWLbGKOcK/rXEEwsKanNp8GjN9pr9byHhNjedBL/V599eY95pcxSke2ikoCEderetJz8bkX
Wzuf7MIsD41rZ7sS4FjSCFqdRPPYHxpLqP/8JK8aR2b51/uJUfX6R/1fUYcMJFBIkudTNLVLmOat
X8/JXJtMehhcuvVRbFK+lLLR9envd/bNEo5endUTvOFVQ0pt8+eVe7o1AQDF7YR8LHt2N2E/0K61
vZ2TzeZ4XouAqDayuYB2wIOC7/D3y7+92/9ouDgeg8oFMfhq+5qaZjA4nbgnQhAjTPZmkMe1W3dn
tVT2rhqbF2lBmPv7Rd++Tegcr1QYqmePMu7VilHoyihX9tJTV/TVuba82UnIvQuGxKC/lB3/frU3
nwpp51h04G9fLWdvbJlLlDMQsILh0st+aaA29EywhMiZH/rt8kJnlzv8ny+J+feqzkM7i2721etU
tOQ8hfWiLsjzLCadS83srS4pEFC2a3HuhVTv/MrrPfujRxbRLYKygzvhait/XRoSTdJmvEjTxSTq
3DrkChTuqVcMDF/+/tveBIrSLEIsxYKHn4QLvq7yBkb/flni/IfK0/Wnwhj9Nilo3Ra/xKj9T6E3
6jVKNhpzQDww1nw1eX+bW+Yp5T1T2qX42bXB4sckjgfvKbLfPuzguvZzOuNMSs698+fnBP8BVpuY
zEvf0JyMbUzQsY2O4CEkFu3YjOs7TZg3ny8qexROV26+hTDnNbuKiEQguTpieFtrHZzHYHM/kOT2
W1tWfhCZb00PpXTMYzkv5eHvD+LNVxQF17bHVQH6j9D/+t//35qFBNtTDaFnF+ItZ3+KG8dBouzp
zG9uyDTL36mz375g15+KoJYGF6Ku16ftTTnk1GVtd3HCbnCfjKAz631TY2B5501+e0s5WTtkJTFr
w7z+GhmATYq5rG/0l5qKplh34N/mK2t6qp4bbw31yUB0NcB6Npr5p5+53de/39fX1ydK4gotwAaH
mAzl8vUV+7/7OhfCHNgK8wt83earU9kumY4eWHj7Su3Ihq78jvd5O7jGXIv079d+vRz/c+1rd4H9
72ovfHWCqrQ0CCDh2h27a1wMgCQZgTBRDPrti1qa9knng37++0VffzPXi/IGc6hESswx4tWOy8de
hms9FJci47OPCzRNH91FkgSlNOGeJfN18c4C+ZrSwD57BQUQ1oqNgY33NXIVuaNNyspWXohRzXeg
frITgGd17wSFSn3t10eY+H0yEdpsJYNCrBbgqXrnbv/Lk772EhDCE4rJm/1qsSjRtciRadUF77rz
HDGnuzMAEF/C2UWg5mWlPkeBsaQeFJZ3vqZ/Ntb/X6+vN4CDCEJQih1sK6/2/REFjwWsrLzkTBPJ
N2ACjMlcMMyKW9J9HocaPRezt4Eg3q3fthOORSNLKmEwOFfLTGDWYK97cirLPYp9JwXF5B97xNoX
Rgnl93nM38Vw/9NKffVH4/zno+DVpFp5fdaeWg6c/tBu52GJyg++Bo+bGguy1RiSHkSkQrWAmwk8
LBNkLbW+L0shfo+Tcw05KCtQtgMbyufWluMLsq7l0dGFqI9GaftGbPtsFjcRisXiK46WWu+zqCuy
m8YRpNzPDJtv0Ns04imXbv6iC7OKdkHrL0/AsOd5n632cFwZ56L47oXxO+8zbUGecLJ8ZVJT9vKO
AcV0gxtx2NqY7l1bpuM4TePnlRl9tddS9iA/YTeY9gFzgWvxJEyv+d500tqxqhr5N7nJdfzQ2dEk
eSuRwiQE0zr3k4Zu8tgpT4yxsVqTULvGGT3z6Dpt95IDOr6z8m361mrLb0kys+dHwfgJ6tFW6N9q
sXoDNedQyVPlO5wUI5a8OXZdVVwMmXnubqqDZd9lHp2mjRSmve3kYXaOooG8VF1bhD0grJnrzx2i
l/JusJS5HB3QEB/w6FxlCcEEjGLxNgV+t2PSk4DHCoxdMciquR3qKju5MAd1HJW+nB5WX2orsTom
2lSDyOEAjI2jSGVAvDsgbPoBaWE2y+Oisqa9w/4juqRrNwIfzXD2LysG1izxpommcFRs6lT1Y6fi
tYOVpEh3nWO4SOE3zK/Ey9q21FVaMvGcUkFM7VcAnK4Zl4sCpuUFuf4xAT+f4gLp2Eu4QKf4MFcO
Kfeqtu2P0bQO4kNLbOd627NO4MaeZRMk1abRqTSrci5+CRM1Bp43jLuCGcE3vJnjw5Jv1TXMOFjH
wyaKIE+Y4edAjiYn2gcL0L2Dlbm8IsjuVwBN4VjtGf9DPgNJa9sJycyhuZfONjTHpZGm2FHZkBRn
tVL9mlchf5pm75W7mZl8fe8GWV/dbGHmWgdj9qR1G2XSoS8z+eHTNnlbf4pmpC5e4C3TQ7HVjnVD
F7H+Geh8MmOAE0xODuXcj7xrHAg/hYIQypdJatFfehUpNIGT03xD3hGK36ge8urBW5pA//aY9FW7
FrdgBo+s97OjI2RPhvRUtQgU6E4dFk4enFK1s95PTtkUO9eRQp3WSAv4VGJDJdrwDfQp+NtxTLNM
E+U2dqySJ+3OtNlRHZjWRz5cw/mU6Rr5RjDnQPFrZ3F/Mo5d6lTMV8VTVbSuHW9TrdQjQij7OcxZ
9u7HpVS7satN63ORT2jNMgtOcboGrCxfyjVbOEoTwuRHJCts7i/L5yaRWOyaQxJUW/NwZe89NrXI
q3TKTe+RVpyuHsEFm/Vj6wZ6jGs6n+OpEwW4zVkY9WBAme4WC7cMWrg5rZYtar+zXI/fmRNu31qr
NH+ZBAoURIAjvfmmxgrcrjmM4QEOcGSllZPJ+ZBZSzYhTSAWNtUe6msMCzP/oBspMZytkV5MDFTJ
/Ais+9oe1Mq7WcwG4xp5XaDyyYDJ2oscCB1O3FmQ77uNjpWUgYmvF3/ndKdHSWtbmsPWfDWYpCAE
Jc2Q78ObpUr4Hob+hhlqNu1MSSpWYmqf3put8vxMph67icPG8B2Hby9iFPi+iqGLRRdrcvWw27ol
8PZZ23sdsuOl0ruu3LIvY7EuQ0Jjc+wYW0XdlxnTqkyA0w5f1qjno804zz47hYi+lhMoqdvAFlFq
5jD8zsaQZYeocw0zmcU4NUc6RkCP4pom7rnf7KI6oDCluml6AmF0UpIugOQTovpHK29X99yRfJqf
bMC7J+ltU/fQM8Lu7RhuXW6lSCmL28itpvU8sbGfDbrtVgoEs/V3Vz38U1Sjx0wp1QCJZaO1GKzI
nfM1b6DjHPoINfSBE1sZpCHiFDPJ9TUixLdGeDrxiqYDiHQ0t92nqGF7e3aL2m7v+2kMxjPBasiE
yt7uG1y762Acu7wXL9noWRiDWbdnd6cay9Up0FLkxytSSAIzmcOHXyJhR88k1BZbYq5NE5CfDi4j
RYbrkycvENCfkLOHy7HIXZKhkGkr9FPlRO/nblUq6z6MpT8vF1pfGxrqBmUGcqyuaEf1dTHzvjgt
gAxu6jCqqptmHvS5AUFqfpwj7Z45L0H0IzrMmNLVV71FNT3Lk2MBeE8539vNqZ9nVSYLMaVR6nFu
+aTJPHt0wTu6x6Fbg/w5oyRd7q9isq8sIN0P5eTG7Yb9tT7nKz7qLx5djmWXQww0YfUbjZWGAOqq
z6i3LHmeQuB4kvS4YmeWnrC+c3QwgILasru5OmJOeNxJ3Wxqv4Oc54+97aEBwnk64n8stv6gp37r
+ZK1W6mbDdxd8GFT7TK8TH4evOR113V7umCuOprw434BlEUPDJrDR2WQuSWjYIsBcJdedRSImjhZ
HDavGYYfdEqXPvXD2n2JOv6UJFph7+3RiFtuqn3hWT/73Lfam2gDk4zuHlF2/Qzbry9PZEla+e9s
ymwXmmTWPusay9tRFGAIkrBu5iMgTDc8OUbhPdUWvclp16wmPQE6wPkl8Fbt7YZ2MJzjagTSxe7u
2vWFrPvlexEUBMaXnmEal1wCFri4U1CLhLAsN7jJ5tA8AK3gENa1gHsfTW1Gh5WxDuAtk0iiPayP
rv0hWCdE0naSuK8ggMqQaDQl/qFmP7X218fpQwzKoiIeFVD8zkUmh9eCrtcHVihRpKYQ3S6fSUg4
XWOOKpDM+Qi5oLcMs8dVHjZPhlOiyuyNyc32Teuw4UsJ5gxVjb2kdtHa+SHYwBTuqRFnBIlgDst4
tkAe3rYrWunEWMQw7SxRiyn1lfKedbSsIun5IztYojIod0sX1T/kKq9G7mhGuKiKOtiHbj5TxoRd
RoUWSVS7jhE92mINxh9B2RVGRU1tTr+DLkAq1qkSa+JsFvQP59wOy9vB3SxbxX6zlbdV29feaQ3C
Iq2zpvB2xqYd+JZO66+xtQSjl7R972Q7SuAV9VtQ+S7KUyMovpHOXVPr5ou+q2ihkoWALHJKizac
ww/0Y8b8rglaMI0rrMRDQ2I7JR0TrehgqDFokU52YkU6JwmbxJ3TRxWAoRglZ3CPl6fqb4eCjslH
OkjlE/i0rT3qaABgSoVhy3QBL/fF6GY07kAb68ZOZkbm/RHmKxFfQ1F7xg4vGup96SFTm1tPz8kC
9EDjjUVW1sa1zI3lp110YomDvnPcHS83IrXQblYak/SyExacxv9WVW417AhRWCpWKlp7qbYDgBey
IIheKGMUiVyc8bZw/NH/EPT4z6LYRC7cXzpis2HyG+iCk5y6jDRzo7RQW9cu+GlzCaP2FqV5P9B4
zQxZJh3FcXOzAJwveWdrA5EFUutrxU2T/4FoismjeHSlEVw1v8BTSr9pVkTUw/hZD61XpVYH0GZX
BD4ZHo4mBc3fSmP9uWxQ+FJsKctJmtWA2g6MR3QrsnrDtO6wE9j3fbSMD5sppuoGe0U0YC0Yo0G0
OImActxsjZV/8w0vH07ZFK2sW3RG7I9GqCrArc619sSFOordCBAmh8MV1kYQRx1YSWZBW+7s2VEn
KLMlM5FUjXUr0lYsNbh5MFa3OWFsPxDi94zXVRTkB6Oq52PhRLqHl11VVayQ4Zg3y7YYToLWvxhS
i+ZUs28K6rWEFLLsM5cmPlXJdevOhRz85cBLJD3sS6U2k2yMnOpurcfNOHij1dAx7HOZ2IDUog/z
VFAuuXneWk/NdtWM1mubV+c8G8AA6Goaxx0C2/7oi7owd4CxOOBZqIJJlagQX6Ze15lMmhkFGVkR
ezKSHSuZjNpkNsoAvFirquVHaFCQxLUKPb0TUVSbKeYyr489TGvriXrEVsftaqbeZOQPoAKNIEMB
yyyRpKUr8e56ZCQRtMB44FVWFd62kXC3HXcZb3JOot8cq37zPze+TfV59aGIy7g2o8Rt5ONtmpTG
9lM3umCx6sRuqcMt/wzlNdtHVPmiTaclGp6CzJ7Ls3S74rNVrMG6q1d8sSpWJZb32O6nstvpogWA
Og/TUB/HWfKfX/vC4YVGk9FQ7AzI+hHXTh5kcl2hfm8K3/uabSs6z8zejHCHNpTKmTSRXgNLVpuC
nM2+YSV5xRrRxQVhItWNLvxgvDV8u7sNbd3YRzESEseXjJ+T+HKQuEu85NrkuTVrlczzkH3xQ+Q/
sY//LIWR43EnUZfIpF90G5wFoLhgBwp5/rZOruI3OLYed1QgGXcfwbX/RIp3jz7WX+bqzJYe7iCd
b20KSix6GVhBqgwVhK+Gn6rqyq8S3K1+auoOS56Z4S9sl8L5iQ9ErrfBiJr1sFit+AYnY17PJtFF
KwE2XaUexmxQ58YdrC7Nl8ZZjpWy7b3VQ+BALZzL4tx0gSA9Za22tjzMW5R7qSBekI3MKSa0EHQD
jfAzaSjzcF44f32Xm7B+9wVEnbgOCXw8OBPPVrORNbtIe+aWtpNDsEHcO4WUedxvIzYg6nNkkPaI
zy8WyL0fLFtX5h5BaL2dWzrMah9sXa9TDjXekqAF6R7XRiIaRVvhR+uukRUrqelt7nNABLverXNm
9TsL4bmVSqewk4mBfPMMnH6L9g1Ruv4nG+3y+CgNJf202Aj2ScXm5e5+DYowiN3C28IEqrm1fctG
X+sPbMKLSlm5G+8005zm5OuZKMwk9G/NglkGNnqcra7OruLPxyvCKiYSUdIrPhBL7I+wk9F2xxs6
k9yNCcFsWvCcwlooEv1N7TjomF1MIegut1M1jA/4RMby4Put7R2uPoPz4iO4iq26wbbjlZslD5sF
BhPVB/EltxUfz/ehYKFInSgrw30p53LFRCCLqthlTt7oD5EvVfDERmsFjyDjKfdjBEXDdyvzxvJe
YhS2bsKRnmtCGrXcbjE+Wei/1/XqTw1k9IOVlX2s7XTeE7xNNRmbckWqPYy4Ynb1ZMhir0thPo9I
Ns1kmHIE1BlZ8Khd10W8+KJUJuc431Aidq0iM9p3uoxve7qO50LqZE4Q8m/Caxfy//rJg7VVvGPm
cLFAR813pW8JFsuwRtOPn7I/DAH9iI8Nb+5/jBWhyYrKAZyvhywa/dJrP73vlGNYVl19cTqz3QOn
ZyEyDDygcVCU6jACDJ/PsIJ857327nX8/GejkAkuxAMkAQz5IutVd1PBaa6FzZVRhVDCcdKuDfpe
vc1MXAgTR1bQ/BC6wsDxP87OY7ltZVvDT4Qq5DBllCjJsi2JtD1BOW1koJHD09+vdScmyCJKZ5f3
wJbLjc6r1/qDjoLDyq50e92SZPmjdUG2ULy+QChQ/DMoAgKbAxlJGXdWKamdwepNS0keMhf4Bdf9
NB1IGaYFWRAh3krwx83DmFQUrWB+/IidkJQA8BVodBosjNvZ9oukM4cHv4jMibks5AfOl4MyjGno
6U3wGHVWetTTKb6vNUQWOMVSyD+JQF6ycSBWoBu/vd30RaLfACMFSpPKJMp77ly9tWSDtiYolIOD
/+o3va38nWIaMD9Mo3uAfLlkV3/RVRY+InvgUfDFgKo1q2bgoxVMuTEmhz4si3XY99azhTz+08Q3
sgRkLqpvTmzGcGnGZcnibP3RstRikd59cHzneiyDzcO4Mr30UA8g2rfJ6FbxF8NqxwEG5juMoQ1w
8xvBxKzdcMgxVRuJcHZOjmLKqFbwg+yxHb1tlXS5d4qVQZ32CaeTubPsNA4xD8OY8D510bJD7lzH
fe/2VM0LJBSOmSSHGIGyDPCS95//c2rkQ5YBO0nitzqop60JmzVbmWHNMQ8zi/teQPN9JCsjQNSI
ZMCfAEcsDnm79hZWzez8ev8S6ueSPQLeha85X7DydYw7whC/GYgTJpsQDb99H03hXhNT9c3rRmOL
VukSzvX9iPhnCmkWOAZyaNiXsVucOTCibqqpiwYnfUvySDwjUZFAxVcz477qiyle+ZKcvwrDrhQr
kztzX7mgXlxc4sjkCuieCFbhJbMwK7MdJD+KhDnq4pynyL7M63Ox72m9GnBmiCwPmxWs4Xbj1EYL
D69GDmYVlq1DXAjBJ9iIfKxKEsexDpE3LZRXdyjjPyXn/O8Mwk++MkIwlGs9Ddt93af9AkJoXqfn
Wx0pPc4AkkHT7Xf83j8riBDEqqcyHF/YJGVOUIi0FiZm0DBXGIbV/YpKJxp2wEA1jNZ4DyprzA7T
/8xOyb4xN/X4MIqiOLaxpn/UJkZ+G86hgEQ5ml3NlMXms28Dmme03vBCyFs/ANP2vuq1FamrMhfZ
vcWILsHjLmeOFg15B3Ma2fx33mJuenWXK+3wkkY+LK2kDf1Hj/cNMgNk0aKVGIz0g6pQ7zNA90yJ
EgOMNncFbpMu0ztnGF4icqBfHdsdvyWwuE7amMQbNr353+3lOTtv39sDUMh8Uzy3uffP+yjdrhrm
cXgxJwsefl4XgHDT8U0XjlKiEa4Q8vle/ZnHoFhAS19rGqSDrA6iKIZ89XnT9oD2BSHi+IK8e33X
uoolZams34VQ613SWua92gXuW5abzdvtTstOnZ8TUvPTxI6YmozE98xazjSQ7jUtc60nX5AXKCts
h8itKoFuLMDErrRFaR66GYLyJhDL2d0diNIbM3OcXpJWq79pg9s8SCGsFo0IhHsXSsRXViyNga6l
7IAu0lzvjkpelwA6Hl9w7MIioCEM1jD8bFsAxmqLUkdSoqZ2ezCvtgmtwAMt5fD/bJf0Tad4A2/P
Fw6P3yhq9WLt1qan7IqkMlFHamrRLITH18bUQv0LWLuBGJI9G1ONzJGBxDDdRHXzRejFc14nxjEd
x1+3+3Z5j7Er/mlILuF/zhwYmBITPI0vHM+SwR9jOlyh2lO1mfPmY3t0B63S+n270YsBBSlC5A9q
Er6GRNidN2qV6eSmkTO8WlXEw9sLe5IpfuJZ5S4qQOmgGQRpc2EW35lm/+4JVLQA1smjX5NwqDmw
oS7FpKWOI95ABBvI3k3InW8HLyV6iEScfS5KFOHvAz3W78qQ0sfOnUpNvc91vfX2QWjU5WHSTo4t
qlMQTs5ns8zrHdzz6bHs9XXZWOvU6aD3+rYTtutssEd1P5ZGovCStxD6Jm/sITaDYVL4Epj+cNf4
QVmt7bDO7VUgYvRYQN8Yn40gpOSByWd17CLUMDBsH/tvsRca/h+SGMH0M48H8afoRvdx0DtI79hg
hjVMad1NFgZt/krgacZDBSYRUC5OUMBj51Nlis7xR8DabxVPBcg7QQyZS2/Gwd9rFaQuYAUWBZSY
vMUvinmkvVOrd1DasUhTVWOOTeTH1g7HGqkXW8qmm+DHL0xAhQhrx/WbNy3vPRNwRYH/rJ8rmKfw
gkk2WV31C5vxIuqSbQIFki8msEBAU84HISDxXvZF0b31udb2q4iHdruOkcjISRdNvbl1tKT742HO
7K5Lt1afAq/vByQzOhPDX20qKrBKeKZmC2MxPyXkd1ng2tlEHPUAD8+/axCwKwy/F29O02VPwdT6
dwCLgkleaKQUPjzwcFQ9blEM5SD3zS4zcgQ2Jp9kY0wrNH75fuv+NgOjDzaUSHqkBBy3zxZW3/xw
on/A+CQUiDchggb6ef9qowGg4JTtm5JRCq68vDwCx1N3dZ32vytOxOIhRVemXwDvyzPv7KAAYCcf
xLRuv5sCnTebIWBIvc1UXg2UTuu93tjOs9G69XfNiRFPyzj0Oa5yp3iIp7hYmtT3h/d58yxsUJNk
8IBdO3NMYeUjdkD23HlFXYnyhzW46fB9ioPR2liV7TRvtYELmJv1Fkuu8N9czVCsu3EM0UDSzSb5
mQVG5O17k1N2Tzm3fnHHGNWWRK+1ejuZHV6xzdib+YZiix5jh1HlNo/81q3uTL8clJ63A9S1YY8R
dQToGmtXBHK0ROvbzSDIbyB7oHpv7iix6JOfV9B6Ai3eKmYXJvukYCUA8m/LdtsHvo7RfRopzdMw
hF7/TFXB+8szzhV/+3gczZcRYw7xxUL4gHa7aoQgvFLRfa+ebF/13D8fXMSsX3BaNhhYwH0EEOdT
G6mtU7pT4L2iRIEuhYP8zCueeNmD0CNhb7HCKJZ0Xi8WMfa8QI9ZTjxbeVXMrnIAAwXiFSRDhzwq
QTvEofncjHlKzTOwA6nsQ2XkqxZohb+73dmrLbNXyW+Q5tLnHGBEQSby1V3+xq3Xs1PISqqN3j47
uaai/jxiaJD6yyhGeRD8u34tOB/g1JEqAe6Npv7soHCSmouY20+WRJAkrmrNOiGC4XiHEu8JZ0da
ru9wKJ2wZYwV9QEjEqVYt8ighAdMo+zo4LkFuVO1i5qfGdXppeBqPi4kvN7p2BwuhsHXzu40P4zV
wsCo7q1N7MpcAagRPxGFrIqtP5rDz8Ea/ZcSHQBlc3s+5sf1e7uQ7iWzgdf7nJ4SVh3glSEPjorl
C/A4BXoNVed+ibqw2N5u6iJT8v9tAUrn0oKAPvdrHnsNnIGmKG/VIOqHpm7Ez87HWU+JdG0ttDIy
tpmbeda6xmk+vudtYN83llN7C/H6/CyV3yH5z4YOJYg7e7b6E5MKPubJ/tvYDa5xN+Gd+C2ts5xa
ao/qjSnBQOs8aCf9MYu4Kj94aXFX6fT/3TcI4qo+m+pJcxPhQAA9Dr6qxvApEP3pCr8/xZSuIehS
iVsY+csOyxY5uLmOydTM04mBztmjIHx1RPypPZiJJTZ91vefshTu+6oyuJ3VwB4LWJF2vb8967I3
ZzuP3oLA1HRYjzCS5wnmCAgNshdNciyDVN2rda8+FmnrAwhoYgucVt9tm9iwnnFErLbkxvOFyb5c
4O88IZMQm8cgIPzz0zUJR98F/5kcg27sHxStcPYWwPVt0prK0jV5bZxZ2/JxRBSI2sN5W7VDucTX
ovQ4TCLfdaGVfa8ds18psMv2EO+m76Recaxv0mTpDXp5fkhpexuqpFTugKtz3nRb9gplaC85upMN
2r/y4hc1bMttCTrmMNVeefIV6jG353b+ZmIlk74FXeNgryNpk+eNDkNG2aYmOY6CFmxaEEwIAUca
WgvrKIqTYQXESluiN1zpqXzYUyRHz4Eoc5blVDQ0pqqoyI5g/uxD007NKytrIprFSYEnj2F/ayYl
+PgyQkzHY2DJ1uB/O9u0ceP5U2tM+RGkxYFCX2Cse7IrW733Ubu6PaxXtgzpGSSrSa1J4YL5kp3Y
rKjmZsfC97sfmT94W81Eywb3ZHGPhrf+IMhLfcctS3uCwL00q9ebB3T0ztYmj3w+qwx+gFyOzay2
QzY8DG3l5iuoJGRxs7ZwvpYjfPlQ86kWhjxYNyX+G/bCGXltkklrIGqtQrcDen/+DU00kK32k/zo
wyU88jfqTeIgndoMKsqmXjwGq0Ep6g/mxuR6RrSIINfG/p0ldt6qyCKv6kWUH6fRDu5sb1DtLVLX
9b4QtR2sh6Ip12ruwdgpeWDdnvRre4mn07sBFxCd+bLmxRonbNb86IzgtdY9cFuQJvXw10d6Kt0W
E7q8C2v64iFNHpK6j8PWJQkhGSXn/Q07IOZOZMQnoehjS2q5gika9U24bSwEcUAtpgAJA035NHRE
CnsCaOvgVLDKQBmpcbrwxrkMEOT3wI7m2YgoCmzk8+/RrRAz3iaMTqMfGEAdi77z9xFbhbPFFCAy
Q95Bw9ZLRORs1aGJxabCVbddR2TD3IUJudgGnKJoqstARZf1lNngjGrku51uBMSJcfN7BNHwGPa4
vu7beEArpalVPFJyYFDWurX1OL7PHbAhtxfF1W8gG6zy6MHYYz5BxohTOkX76FTV1rTp4XncKSJK
fyZJ97NXJ+ctMjIUUHM/nNZBmYQL5/vFLmQIqGhxbbMnqIDO7rOiF31hoXR4ytXA2bJfypjasF9t
uqbxvmuU7B+RUIsWQtKL1AakLmpJMmZAIpay5OwAKrAgneq4Uo5o8CWbAmd6dR0JnnGp7kVvmTk4
yByXowTENI8mkIO7ZkxwDw3U/rlnYS7kkq9NAuVxmarni7hxzlflwIMEJo0TnIwBqZBVmEOqGMZi
UlEaidWVkY3OY+An1V0xusWGfTstrIKLsILxkLUJWSbifTh/fGuWpOHaE5LAdhS8guLxjlKd6zF1
zPTNVkwbNZ+oTH8PU9Ifby/Ai1OJpjGntdmWPIGocp73HfQuVtAWK0Ab6uIONaSamShJJpXReLA6
4e5vt3dlxfEcpWZFTtSl8C2/55/UrzFFWgfCIzoRYfUvrZo2PMV0dW1HlrqZLN/8HAashtuNXukk
a9sEgsjrkNyGHP9/Gk3cBEXrXo9PHqK/zzC/OVZKzUbavMayWlliZ13rIxZISAIwtlwz8uf/NDfy
NLBhlSUUqwMXbVFlWutkHeCFhuhs2gGIYENPvYXD1eJfPYvDYUpyl8tKO6ZoF7e6InpY6YObnHID
fzc1D5FWaycV7kxCvuX2gF7roefIQBQEg0aEeN5Ds605UmENHDsHi/WBZPWL0EakwKfYAXNnJTxq
1fDL7Uav7BJdR1eD2gBqBBTBzxudQlsx1C5TjkqreGIVeHFyMvrc2QSp1W2I1o1unYP9fHBi21nY
oVduUmJRsrA2YBGS0/OCHgIPqh5btn8MCgz7VjqUmwreU6WHyDxrPghUG/fEFOl1lHL9vFkLTERJ
w8K/XiVN2u9vj8XFZJMipybP+5ZJkBH6+ViEBI6jAPd/RAxcvbdHC9RnVHequ0kbgAcL032xf2Rr
rCseIHJdzz0kKl0PkrpVw6OrRN7W7zJ1X/rJoc1Ri0GMe/Rebvduqb3Zzezr5dAM0CaPbZBEfyfH
r8OVU3Z9hp6v/StKg0b/H3qIZhovSfAxRCaztYVJkUC3xwyPUSl+BkoLN6lxktcauBodzKNvH++g
rO1Z4MFI788rbRSF45h0Y3xUmzr6Cho0O2ROUO0Un6r5moDQje9vt3i5YHg+aiTGpKkonrOzcz6y
g540nIiPttpiN+F1GphEldRHJzJ1aTQvjgfY4jwcGU64vJo6zwG6yDpq5Fzjoxtz1ilA/f1D3jmN
2AxVNk4b1/GNey0EbL273cvLhUPDsvhOToKjYi6Ooo16YtW2FR3DAVTZehReqmwUM0q0LZj8+g2a
Gfy+221eHEuys5QTMVpngwDXPd+KUBhQEPXb5Ng0TfHmR5BjgA573idHGdxXf0rHP75RZRgWpGGy
ZD91GVGT5aJiS6IV/hGxw2xeiyaKTCUxkiPBjf8jq1yktLPQCPZK5lu/0AOMENcoBx06d8jbvR7r
YQuJoPzwecRn2Ih2y8AevMQskPRxpcxgZsVHClNTt61iKwm2atKPFOkU5/X2iF/Ea7LPxKsygkRn
bL68IFuPtSeUBLaLivawlw/1r2okb+tyX+4ij5TBCsie+JHnAZh3WBvJ8fYXXFlnvJ3fA3apZzpP
MGZROLnJRM4JJYJW/yImEe6TgNLQGmeEYKdOaap9NEiV6UyuIArj7KuLsptGUWNQDCs5TmVb1Zsy
8Mhf264oXhQIandQar3fkG2adh+3RtBwG/jhAo7pyrammE0uEagQKrLzMDXFVUKxsEY4AtN0lZXQ
nPSpq5Tut0pa2dtSjOjdExzTYmFXy9z9WWRD113OZO5egIRUUc53GHRPArjKT4+ZGcf1Ns47fbwD
P5ktzOqV/lFy5WVCOgL9hfm6slsQ9lkW5Ecvqo1vVuPCBISjvq7hDr0yHMHzAAN54ea5fAyBrGMd
8/zDTofU0+yyK7UBAx8/zo5Y9A7Bz8Q3RbpHOrQlAaUYwQuhZGVuVK719pfamugvaOi7VTBzu/Ye
hfVm2iplHy89iq5cGAjmwJqgHsrbaB5tIQ+uBaiCZUfNKMNwK2AXrSiLuN0D8t/VsBChX2kNQWC0
rBl+SBLzomthAnVoBTMKo60tvwA8R9WSnKeT/LFg9EULZ/a15nj8E8mABocNOTuzqYlVhVqBqIPi
1sEmN3hjrcl31f8peJR9v31YXFm+jB9rFxwPog9zZyqtbnGPwYMCIoZlTPvQx0no4Md58na7naud
MqSJGqoQRGmzhYR0QxFzNBTHUSTiu+ZBc0KWnip5oXULJ/CVOw8xBfI3OD0jfDZfHCiMouGD/MTR
dqcWAymt7B6giGl36YS5U17b2isK1/EunYx2QVbuytHLPYN8Lg9X6jvzelYOSN0IjTE/qmWGmYFp
V6z/xHf2NYTWl7aJl+yzr5wKnHZylRD9UpyfhdrDCDjUSJ3i6KiB/tUL7HRT8wpDhyxNnkJflMGW
ehRQztuzea2faPiBNeF5z4kkZ/ufR6TWlE00GqU4oqhQrnFIiLbCSIqNMdaA9FGX3n+wPeYTLLpO
eQGcNr85by8dYS+VY6odTUrDD5gD1IBbTCrv8HwhptYwRZfqhRcLllbkXicFRdIGMavzJhXTJc2O
A8UxQEl1F6Zj/ZyEDU4E2VADpr7dv8tIiYIgRRtQkWjTIxE4u0VSoymAeWv6MdbG+sXJy/6z28Nj
22UZECQkA4VV3nWaBls2VVIMsUrnHrTAkizWxXKSdUmOAjJgxA+EbuedNig7IpegGUfMzdQ76KfD
CdsjSAdul2M+aO0xK4uX7BwvEMjESmR5oF1QDpViYbPO52lfjEFi6kd8pNJTHHYIBqIR+7kdax1m
1TCUv9TBwI1ObaZTLqp4MwQOVmXYI+KzXaJVMFbh8Pf2lFwscT6KpAwlWowJyZTMPqpIklpVW8s4
Knka/erqKPVxteg9Hf6xH2R3VVQB/rjd5uWao00079CTAl2GstH58Dc81uNisI2jyF3nZ4w136cS
tQX4Y6G+vd3Uxbkvuyd5A8D1pbCS/JR/djBExUleoOaxG3qzWSO3kqebqleW1MeurSiZu+VIJDg0
59nUwG1VsxwDC2O0VDxS1jd/BB1uIXWg1X8sbD/SVWsYS1fAtclDahQsFIAGnIRnA2kr41AkfNGx
adXEXrVWB/cwqtFlob7ufBtaD2mf2wN6be6kkhzRGWf/BQy3akrKGEFlHKEhmI9K4JjlPu0H9DGK
zl3SobycPSomdIwogcOJ1s5nr8BTV8mS2DhWkaErnxyUMoxtU9Wq/ft2ry7uUl5NgDOYQUo1iHrO
dgHMVAAzk4VZsaEiUGw28j3uJb76NeQs2+UuCueb3oDlgYStky4s0svFQ+uci4j2y0ho7h9M1lDk
YWtbRxFp6MMrArmvvizv0BCqNgEUTGXl2WO5u93ny8Vz3qp+PrhpUkZpqiu0qo7dS4jiy30BHwpe
hm79F8OTXrjcro0xUSzHLWG6h0bfeXsVKgc97oX2Ec32dJu6ergllRitSjuonxAmKdexj2AzFjDt
/9BT+kpyAMVWLju5zP45BOIuwE+nnewj+lU4cKamGq3DfKqrbeEh7haOAW44Hx9cWdkiV0d4e5Fi
7wYHm8UqtY9lmph3sND8rdliZbkBUmiDj03s8tftFq8tIoqMKhEh1T32zXknlRGIYoJF17ERtnvq
qkHPdkOE/c46DnTI01pWUNRtapSGl3hA15umWVCTGutf/vyf8R3oUWmhcnUEjR9iluRXeBdWVA+r
SqvvcWhi5MHoL7nNytPt7EkKwYF0i0w2oXGM/fZ5s8k4unmMseIJSQ/1zkLqZwDmVvx1Kak1qzSF
CQxU2NkgVhKgyGZ/dD0DIiQPLel8LuTOea/brlEhHivi1EaBjiBT3Zy0SGu3/Jm/Fqh6v2nVaDw4
WRUutHwx3pL/4IDJpbTBgM+hC0YxWDVCfOUpDuIchQbN3JZ9V+yNPorQYBHBIcrSauHSvjLaIJvA
BiHFCNR2Xm4ohXAh3dXVKazg7FRFUD4iCVjtkX9yt7g5aVtM7cUWW9Dyq9k3ysIevgwdqZ7L6qC0
UTbltJ/PtsgDy8tROjvZKHC0KD4o3l8bVO70rBrjZO4dgiVsU21LqQldojy/U/A7t+8T3EYXzuuL
O5BPYcbhMUkIgTVXORVDYjIBSX2CMYXxaTAZmE2O0c9Y662FjJN+cQXKtiguACsjrwds8bzbQRUj
VVab1QmapfDWAWHty9g7rbbF9K5+rMZWCbYEsz5aS3GYY94kdedKTH5IP4UR1EhzUOIap8GU1D1n
H9QSnJMCnGtjxflshJbi75BVtBGTFnEzrb22mKIV+qwtelow9511WCTTS1pDGf3giUXXSLlw24Ix
kv7Y512bUgQoGswBTjqyqZupkAZstldtIszb7ptWfCKuEwtU2ItLjzZdmJvIzrCJODvO2wQSCRDT
CZoTbqMOfZV26gO1pGlCDk91xcdzw7JBidSXnAUw5bNDCmyRV/lW15zQajFPoqb4yOGv7AJHVQ4k
DAG7dG0Zb7V4yrN16Bot6iLYJX94qOkxZVBZDPCoNJ93u0PCoxhU0Z7ANYXPfOn3No2CfWcO2VZt
K/3Ob/QlMNfFfY9guQWog/MZaWtrjvMZghju2GC2p7REqXtdsKfBkFgIzLSjah56J3P3ho6z34qc
07fb/X2nuZ3fDTLbw1uLX9iXWfN51kUN5bxLT2Snw7c+UbM7d6haZ13mQQ5duKzHHTbCaGI1Wdg/
DppX/QgbxKuUCu2v+7bWWnhznVL86VF6f47xq9q1yLjcIWEcrAzxOSx2qqJ7dzG8vn3UAvVeiCAu
z1t6wIMF8DhHPIfe+ZQlo9pVOKqkJysZ4+8N3KzHBik3fWUik7FVUi3daC2FBTjB4aqcDP3+9hBe
2SkwX6ipkJIASD5nfXiNXxeBWmQn4Rrh5xJVtU+hgoUqZoVoGAXCWcgpzd3cQRsinw1slglDZlif
T1mbJilm9Vp+oohePda6k9xhh9GhdDlNHW5xZvHseUH4WupO1q78blSVdY5s05cE2uqnFOGll3Gq
hhadOBO68eSUR1L10wbsvbdJLbvZAFhUvlDDTNpVUadtsh6syb+rDD17MWCIrZ1xQo80M7jfoqw0
H5Mk5CV1e1h1GebOVqYs//H8hY1MjWy2FQfFQ7ZV6NnJA4eMXw0Ws1gI2FWRrxqr7n+AlfLQ3U8Q
1KFOZwRbTLQTcS85/MYO2xa3WWediH7Vk1C+eVNoVjuIaaa1GgQ5DwmUGaNVyjY7ANdBN8rRQ/tJ
6GmurG/3ZO548j5hTBN5FImXobJ5vkJLajxVgSU4YU9UVVtTjxFpFIidrHWSxnej4xXjBvK49Yla
RizvF825R77Wfw2wBP9S92b/01Apnm1wqE4RPc0me6erSrpGxeW/2x87201SYNkEnYwpF5w2IC+z
JwAQcMClpekfAE2UOwr32oZsQYECqgFFqy6dTYfi1h5lEsRguyba3m5+tpnemyfXAQ0ZKxKYz7Oh
iv20BvTvodhpJPm+yLHCSbSMjIfrhsTq4QdFCsiSUtRm3yIfRGKPGPF8asTkO1WuTOlhRGbIBsPV
6/ZXzJddVQonO/XvDKVkWIdpvEh9ngWn701L7hbXLHVIHlzzpsfEL5ogRdU/Uz8ha5FFawMIxpuC
8Fi8zs3uv0ANx4UBnmND3pvl2cPjDqSiBjL8vNnMd20KryM1fFUdjZXRJ8XeHfP4a1j0ORpQMBn3
duWw2KxGdz8lWQdPTlBy+G1XqG3fnu6rX8PGABoCuthW5/lqS8dYSmLED02thFihDJm/7drUeDUV
hMBXeA/qUmPLm47UZ2PO9F7U8Rp36Sl+JtXdLJyts6v4fXAokJMhIvFKKDJbfrbo207N1OzQZP3f
yK677ZRXqHAVvkHWiBLTytHR5lRDHbms20Mhj7N/jjvZNIR0yZ0kAyej2PN5SfH3UytE6w5KSGrX
DrViXHE6/DK5Xd5uN/UuRT9viyIBChnkloF2z7qJLFXedm1S4DsQZveGkUK7z9M6+gJDrihe66Eq
vgeqo4Q7CKugW9ei0YJvSkMC+MEkIaFvgAAW1gqAcvm3tzvnrTXCRNupqFyML7c/9tq4EPySeCc+
4o6VB9Y/b+a0nJouSmpx6EdtfK3L4BiPVftk+La/cE5fbYmQlxDC5e02D3lRPC5dJQ/EIVBUfTfZ
gYMgLo+4bSaCPtnd7taVlcaRQ6/Y+BCA5iglD4Lm4BuaOGBCD6AYcbt+uMfpI/jUK5WGinZnZC/I
EZjIlEyZ2y8s9Ct9xZCBxD4Jbde+TOyr8UQiLRGHpszi5zbM7M/1VPffNbU37j7aUxrSiG+5wQBC
zAGGSlF1Zj3m3YFIHv3jBmdRJVese8KJ9ElR7PCJNP5bqwdLqebZixDMJjBRNpUHA4bi8JzEVuad
6viIhiIt7EaPWct6Xskn+8JQXpzj5Hdh8pE34ziVahLnC7RxIzvS1ao9TE6qbYdG0dF/r6a9qozK
uqmq+m4IytPtMb24pSXrlwqYCx0OI7d5hcTmUe0I2xKHSgcYvnabtNwWKLO+qgNOj8iaFc7nQlQW
KtJ+gGxYUqXNn9ufcKXbwM9gcvFKlJZos3ukRmYz1OH43FN6cZDI7gWW9vo0PcRuj4FLQSpqlbZ5
t7CaLifVJpHkwEbRiIMviAlqnsRWjxbYocDdPlxpnZJ8MRpE5m/37vJiYu0QsJFnJuEsiUXns6pE
AmgUxt6H0MO05q2HmoDMF+CV4lhNnjasxiiOUOn2Ik25T1w9b3Y96mXBynXTvGjuRIub79fbH3U5
69JiSqLRgSN7qA2cf1MFdrHTe6U7pC0ZPHKVJdbiZjLcc8rkxsr3huSvH/v9FicbcW80mI/c/oDL
wecDJLRF0kM9Z/5GV1o0eVsr7Q+aGhh/jFEx2pWSmtOHdxSpYIB4MnUkwd4ySPz3yLf7aqyF0x06
xC+/p0Z6JJnjbgFaikfYc/2dFHddjETkgj27FKm4AiwnBgHbQgZiNuORaJCDtfXhMLJqP2PvJ8Sa
yVDblVZKTUpwlv1r5DQGsoTNYBMgan65yzEjGzeIcZDaHFiu0ScrUkIAhLxXeGmkg7U2rD4mtEvq
2tlkGjTLNZqoaDPC5PbxJ8DR2yTsqvEHdZwKolwSA5YaskZ7aDQ197HgHNwuW4WTnz7Dhg3FS+IC
2aMeMALWdrqmfQ08O+efQoVMvCAqXKGnSorTfDXtQmmf2VDuXR6NifZDw/nB+zt1Ws2jTjHgDbVR
19uPkmimrchuVfaq08jF85oMIcOixtmwyJSiOaHFIY6+aD1xKK3C+AlTpYakmeXlqK84H7R8g1aA
ba1FiVUhdd023YtBNPmJmFP5m6Ni7d1Jr03kMhmWYgUTEnnFLhv+C4vBezRzLNRWrL3GRWPdmbx9
B4LIXQeW1j16Q6RXKxxKqjczHpPXpCOLj4e572FJ0NVAqn1kKod9gbXvqwKLi/HCXsFcTQjmYxSD
11R4mvTB10GcmfHwN4mjsCQFTeoDbUtMAe5NfKZ+prXVo/FfOYbyhLR39xKjGFt+p87bffaxVfc3
vCCFvuqcKZieBWyAcmXoldN/1qGEKCsyPNGLjzRdsg5sP022ZilK914rG/wtyzjDBa+O+hCzFivK
qv8YJKSHS6pa+bqNXRJ7mC+4P/w0bYuF6Gb+CuU65NSQaHTiDViD1ixPMiHRaxNbVgfX6NVj6GJp
v4p8VFJXcQaCTEfCflwrcWY2TyBIBt1fo7AjF5ho1efU8gKsS/ymHTAoJQu7yxp6fx+HEyo8K5sn
DILSniGmpYNYxr2zbSm/FsIwJTFwlLPrNXGjgAxGVB8cBMU2Nvaz3SrT4wIR/bYFweoMX5HpK3DK
qrJPNbaZcJJ07dAklfsD/N+0BIG7iJwYRs/lqucCggDjze69DjGcrNHtCmV6nOBj30SGclR6dKsC
bVy47Oa5fDlnEM+46KQFHbiD2aMABnFMdJ3XB7Y3E8X9M/QoPoKepMLefc40ZOcrl0eykxbZ13Ao
w52fAoZaWDtX+owkBGAMDn7eKPOnqsdDse38GlvBerT3OEB0T1lVR9vUKLSFpi4SABQvaMmhbkIc
DnXi/OzXQUITcvTmIav08kua5HgedMHIyZAWYamtOxGKb7dvtYtIBioK7woGGXA7+YD5dSNyp+lL
vTyYWmh9KeKsuAcOrjzpRTb9VZQA6XxAuUvrWr6xzta1bUqPP4mSlRj3OSot7nI995rRfMCRh9Qu
IvD2DyhFHVq4Ngw/POHrYGdFVl2tCW7HX32MvsxmnBolkt4m6sKdezHuNsJkDph7YH88CubE+Clt
aqIqx3qoqdLcTzxYdk1qKhtNb5W1PnRLqHu5bWfdJ9lP4pscE7m9eXZv6mxAClVoPlSdZW25D/rf
capX2m7C1bGgwlDHX4IQ1amnPEsQcPrglINtZNTZJDKahH90vsrMsQ4HDVedB99iE7cIqSE2UPUP
lWUhvo7EbvbZ9ApF3d1u9sogu1IDEt0cHvkIgJw3a5WD4Xatqz/gjOGtM82NqmNKoPg7DYNcPcY2
eoa3W7wIGaW8BcA8eA2yJDmHc44hhrqK52sPTjTqR1dY+U6bNH2PyojxGxtLDwMfbH8Qdjb1vUlq
TyzAsK/MM9wris4wNzm/59yfoK/BTemG9lBBPfiWDa3xolTwHHDnU+6SbFDvUzson4Qq2cy3+35x
agEgY37RHoUmQ45ttq/1tsn4Q097SMZmrFdYpE6veuUhBB6g6LpQf7w8qmkNOBOKB7QH0HQWPlKQ
7Au46doDm1VK8yqIOsBF11chMe4m51y7gwiW/y3RxX/BXlPv7wd9iD883OdfMeuz2YGkR8JDeygr
PzhZhc2RKZzJwKPGH6bvyBKba5EFQQUjLQ+Khfvq2ogj9wDqHek60MOzMRgzpPfzgREfWp8KEvL+
WM7oIAcpYzjRwvReriykMYEKAu+Xj+A5CjvI7Ey1S1t/CNU+MR5a1cXBpMiCe+wO7QiDCbP57SvJ
FD2lftHmC/N9uZXJ0Vk6EB0mm5Ks3Hj/vFGMOBwLfEjtB2XycYUKkEofN2Mbjc+OcKINhQtrQQ7g
aosStwKzQJIrZoeHa/WtV5ArfTDyTGxTDNDrlarm2hfhVfa2U3T947PJ+54UEzeylCGX9+Y/XTRb
RBXQl3UeSg3+pzH1/8fZee3IjWTd+okI0JtbpikvWxJTuiE009303gaf/v+iBuegkplIohoYNKal
BnZGMGLHNmuvZRSHAvSyimBS32wYu/I1GShnloEQj6LNmu3cVlQLtXtHf8qYavw8G5n9HRb65VEf
l8bP1HKCjtDKkn1Vh85G6ndxamVzCVwvcQ0ahRcFnGmE6L4tFrjKqsjsjmo2q0TG2VJXzGnCYLhx
bi++I5VuTiwOAXJdkBqr4quKBhWhjdqw0qyWMkrJA8RA2VMCVPwhh/3oozsLrhE3SJOXiXGa+St7
dpvCd4cM2ZNlpcqxbriZtZf0u5he5kGrMi3IlDj5oeWj8fWDDhjLRBIGkxJSs9lcHSBvVKzR0kX7
1Ke9/lW1F+NzBkxxlyJzUfu3bV0EcdgCXWTheUEagdE+P6xxgWf3ErN9Gkx0k6yozx5bXnMUdUZA
Cxq5oK+nzVYV98q3BGfP+aFgDM7IWFmNEkZwymjWn7qit6JdNyXKa9tY3vcReYUDxE7DxuG5fGZA
08D3Qq8EV8AM/MrFLnHi2gqAnSclNPNvaEKE7X9tNXU0jqxdUubz7cRMf4aWZPspwB09QBAUxh51
qaTaZDy8vDoGKRD0JGQptN7XvwbNKa5W7IqnVq+co1pIJdRI/JewbcvfXhbkGGimIUMtGb8rwejn
H7jqiyFuHW15iqghFA/6YpOcj2rY3OlTSWUX5nN32s8G1BANlDXtq7oQziAiU5lCAD1K6/TH7SN3
4bL4RbCDMKUquS+ZaTz/RbWZg8NGsuupnvsIjiFb6/JdmJAiPaEQBoUgPN1usoviMunvSjJv9/X2
D7g88zhKvBZtS1AzF5htUbgiolk2P5kodACWBxKzo4uR2/dLk+jmMUFlevrNaJixWUxYZeU8egzI
0WAnU3vr3hnna8dh9Rb5QvR5gJJ2ecodPoHzlA0dQH1fQa0RephiqqLszzyU2XCIoqVKofDLM++7
lkJ/7u1ry+oRtGBpjrbh0deHhU8i+SkkPSW4DHgxV6/zLE3AIjt9jnrhmd3zXCokjuC8+s65dysF
lkXVKGKT0vwc2dphCSnw5v7SOE31oPRxD24On7FsXd/VkWG3ODIESHgMgoYLJGa4lB6cXx4inRTy
hD9Rwu7uY+Ac7b61YSAchSVeLA1N12M9Cr34YNIp7VPcfMviCccvqNc6uqka+6I/N65R3xV8BpvH
AJzxf8fSie70epzzoyfyLCv8XJvK+gHqLlVA4BzOO4hvwnzDn8k78i4NfPtBZCfQA/Ac6lzr83NU
5pkSxkpqPOeI0d33DLoIP0ZnbOt5kB/83A6jSXRKEATAi1w8unnvCbvLweI4uYKyIYp4c+ZD/eA4
u7xEw/owFmVl78pk6QsfdAs4rGbuwEnevrErf8ly+Rmyd0HF4YoY+kAjuzEqxX3OLOSu/ELhR/tt
AxkCg8FMVm6YuzxumKN3AfySFiNjoue76+UWk6iz7T4Ppj4f3Uxo1YOphIjGVnG2a/Jk3juKZu/V
DvKljS97zTZjt/Q3KebAxiafznfRYzI0RT2PufuskOlDR0Tpij5UOOkPQJ4j5T4l7/P8OBHld6Y6
4XC6vdMr3yh3GlwBjOu0EQjq1m1jZsHSUZCQPisdlHMmMyZ7PJZ1XBRUC1ohlPsuTrbCgStrZogG
CnT6nDwNa6YEDYdvZWrvPZOOp80+N1LUOGkkib1tJulT1E2IIYH//mq0k6ZvXO5rKybbRakGJCWV
yYtYZIRbi2LTM9e0Pjijl9+LNDRebFULujIeD1TQ3ePtXX6bQDq7V4xV6nQ+CSIkXed6NhVVoGhe
FiFe1Cwy0r1Izc79D1BC7bWyTIi5I2v0JAnfONqvpZqJ6DS3NR1K+jDJl8LNre/oteb5N5Br5rzL
rUhYji9mp4yC3h7CtvYXddGGnafW4g7BlGVrcnF9I2VnGo8gyW/exvukg3p3TNvRVSq314xnhPWq
g/BSLd0ZXuu9DGoilI37uP5EFGJotZDeMADFZq2biqpeLHpJSewpQv3xoHUp8uxaNT3a6bggp5xq
34bR2iqDXLg+FkbEBNTDRE0HWMv5Cud4yWtTAds2OKkW+Xqtdc4rvVttUHdOCjHOa1+ALqMpFc40
u/IphtZu18kprA1M8fp6sGg5xiz7qpwYLuj5L6m8GWVE6vwvAhlCVLs9ZVn2daVNo31UFDHd1Y0z
dfeiROPsN2zDHoJ2t8/rW2P8/XmVg2cQYBO1kSnIAZDznwDBSYksdKM+e3CLRns+ch1BuQrY2U+H
xlH2YbRkT6lQ1eiBuq32o50Y96Pba3TMrE0V6nDGDhr+Kf3UhriAhv5X5Sw76Ne8MISnP5mH+zJs
9PIzwm72vMOg3b3WURzbh1wz0OClfhQbX4twWqy7eR7nk1Vrw/zghIOq7tKuHca7yCqq8RCZsRHv
el2NPneE+PER5HTPH+Qe3BiusYA0h2tt1NWGBl3h7hERLHuf/EExUaGFLZGf082vNRlnX/s0FLNs
r4DHR7hzBHDcHcxpyrWvgKjnhzbyovmzZnQ6tKeMLJv7CS1H51c6LcurGoNU87W4YELn9ve4uBDM
5OGn31IoqrHO6pFALdSJoWqNnyHHVrWjpY/N56gxlE8dMop7qyia6p5gcqsqukrbuH34KnkETcbI
mOSXB/XdpTeWaCo6q/aeXaNZdpWSdQ9dKWH1pZjtrxmCiR/soGCRgI/KhXTAkv5kdfRLD2YRmK28
56G03H0Iv/TXobemPREn4sS3N/Ui+sUYHN7I5LA4CCTXbiabaY91bR2/gHNbtPvMSkCvAdpWDX+h
tSmoyamVu29S0Ut1TAeVbacXarZPrDh+krc437j5lxvOLwLpRBtZ7sF6BKgLXdrfDI+9lG5r/Ucg
bf+DFJ1WeycVvrTe2WovXLh1uQW4PWa1aRoy+nn+hYn25oRBwuilsoz+ScfskZZm8mhPs7Xx7l6Y
gqKNYTLmESXZLtnKuakhHkPyLFt/bsEwfhr0ZP6kNG2CgiojL7e/7NqVw15GKY6+AWkwzbh1tDyK
NhoANNlPuZc0yqHvGu8w9qFl+8LmevtK3XsPUO/ComzG8y+vFM6X279A7tuZ/ySkkozCVFy5OvZ6
PmKe2qFu2nx4UWPHrvY5RPv5c9SIQvy5beiNzXFtCcY2D949WRO0Vl+wiZj8y5CpJx0C3b7rFsN5
nicUPvZ1ERpfRAV5jd8IrY5J4qD/2EWTXihH3l1q4D7j2bbyqg0gvl8QU9LILfJhQsfRrBAId1OL
Hj1isrb3sydfR1MLQMvPMPKM0dkIRC+OPjsGgyuMbhT9QDav1qG17UBplslNqiP949A52md4jrTH
EALUf4ZW2cLoXLHH4yaHV/A0NFFXx1EbO63VUEx5Gcal2uVmWPzhpdKFnxnFl6Ku7A0XfnH8qUQz
9iAhScyNE/ieH/9OSa2RcLR/cRdIMLvEDnlr7Gz5Qyo6vN4+FBfPhbTFcwGij7tN5/TcFjgYL4Vu
rH9Rm1Z/0dJZOXpuGj5pUaMfu8Ga/9HjWWx8wAujtKMZQwDqg9vG5iqJmpzInVBghmXSWeTUF3yB
tj5ld9pQg68D4uPsxqzKft9e6sVFk1aJ2mBHobREc/p8qaGodPS+e/Wl1hYQhYqViF+gDOOH22Yu
vh7IKWIiTosUMcJBn5up6ZGZaGNoL07romCrl2bxRPxqf9UnRzvctnVxMrElDyS3mVVRwzu3xejd
rCYIE7/MiVk+cgf0I3owy6OVwNSEJlBZ/7xt8NriZM0QqRBQZCRm5wZrNaEOlo7oYkPBpfqcXpjl
F4BWD9CvTFvn5A0ffOaxSOl5CXji2SAQkaubzpAtQ4DCyj4tYWS6+7SlPLyfvXSg3asx77s0jeHB
Fm21P6vazk4AgGA1jiCssPzKQygE1mAPgZJo7r8ZIJXqXWEzUqUyfj751Nkc5TdCBE7HKAwSUP/t
5oKjKFonH38TuIVFecyHGn3mMR+Kn1M2ud/a2SBGVAsB3h8p7qQOAMUqqErc3uc3rqnzleuWxPDL
uRF2ex3Yh7BtgGeItBc7s9XOI4do3QWNKtI1cYiM2E2eLKSIPlNri9DGjCLzS2rUSNCnJrE/HdKu
GB4ZxK71hyyZXUpNqeXMflFkHWPocIN5iGHoevazmuCLKw8tXfTpucjhquh2AqrhlmnqRK+Gb1XH
9v0iEtaSfdj1s7Lh7VbO4G2Uh/CFiIJLg8fTz4/UCHcYDKVtHdi5ppxEVYyfoE1F/R0g0iEOu+y+
tsJiY3/XRf//WcUHUNFk6ouG57nVWc9gAoytKqBlkz/MBMj3I8rVT5In4Fk1yuVnRiEUHTLVepyj
vNglAkHt2x/5ysrlo8K4CqgjMqeV7+3nQq1URiCDFkSdDy0l/IiTm/8yhnr+ZBii3/MchRs9TxmI
vztYcuEky/yPsh317TVgQjNzktrG6IKxstvDRA+bEahKPMSx/iMWw/JgIZDpl4UYN5y+dA3nhjHI
OCSzUAzLsO7zHffQxB60rpoCNnd66DsjesB7KYe5Vv8UtdttuOHLdcrqnOyi6DRSvHUfBew7Xqmc
x8CbgLc6NpMujXDnfeXExj4y8vRrh+Dx18kbtsp062SBLSY2wTjXlwoBZcnzlTIIoOVz0ougDr3x
cUBBnJqg6dGky7UfaqhmxzrPCiZvGsLMVHHFvmNI6n5W9K28ZeWu//dLCJKggqAaQ9X//JfE89IU
1dTPQTgL/e+egOPeMto06JrG2vi86+jyzZZkJSDphGaUUOLcVjYmip1bnQi8cfbIyZNlYdZxhBVx
ly2OG/t5DcqRplmZeH5i1ct/hlFDVKIfaXA8xJUX/yDK8ordEKbNZ6OGd3Gf1LOhPGbFVPy2LDgV
/VTXStPnk/bRbhpC68ftG3ltv2DtoUMvC9uA4s/X4LqioSBgzQF7SmdP1GBOkGUV9R2sWO1GPHJ5
IRxJgk/iIRs/FHbPjcVjUy09Y5qB4yQhZC9tmB2WYkHDcnR6pHIa3Z22BjjkJTu/hKQ5PCiEKG8o
hNUltKIxBxM6aEGBmuBON5RxT6oYCV8VqvsUt7F2VzZwZvaZvkTURbJ5I9u5smiAFlSw5Q5DVrd6
0XNo62zYbfVgIrk4pLpdPReFUP2pVu1/kqQav93+opc+lvYmeQKsL3zQiwkkPWybJYY7JFB6NzzY
TlbsOowebK31jkpUR3s3hu79ttGri3xDBwD8s2kYnH9ZUgWIkoFABDXDqXdhqeUPxVD0n6ylrw8l
x2nj7l0eWwAQsmXJyUVM4OIh6T0lXxjYDSL6TCemjvrON6JB+yrm0dI+ljFzzzmwskUqj63EN64W
tyxGW2adEThlq8VMZXiUwiaoBlofv0+dvOpJIyNzSpsD0gbOlyJRnA9rxHhUI4iOoFQEJ8AtOv8R
9CprWIMMOwD3oSW+CYv7nQCOubOiShX+0BVQOFibFA4XjwpmXWaqKM9LQpB1ClEoUJxazIgE5cKc
gU1eTAcUkcR9mipW4EB+9eR0urhz0V28/+CZ8qRVSuugHAmH1zkTN1pRYmOxAtio09+I26WPngid
r2atl4cpQY7oX9gDvQM/HxV26gXnO+yK2RU84lZgpmaJ23Zo/4D3SJNP7ljFdy1yqhsrvLiqrJCg
hICc+iHIxlU4BJ0O4x/c1WBWlOlHWVfMo6IVcFS0lsZPXI4/WmBoW6PkV6zCciDnIFElofoi7/K7
wmVWLFMODFgJROL88OIo3FWaNuwLmeBLsaG/C7XvtqDKFxcWF0zeRtca1Qn8sfz7d0Yp0+fIFupK
wDxE8afubd5Bo6l/jKPj/Lj9HS+PrDRFjVSW7HCEK1/kZqpJ1jQpQWgn6lM9xfWdMcfmqTVQkJpM
k+SmH0nioPrbwvVfNU1rGKSbZO1ZD+lXYz1ocxJHJwPuQfEtTzrzm2cVaMnmDOE0EMoo1lHzCkZe
yonJnw1HdeGFZRX8DTeKs5KvzfkmiyaVc7VtfDLTuvrHLcXwOM9O85WhV9Ui+HK3dE2uGgSvyhCh
LIGvGSbN2VMmr9bj0xxHReyPOuwfTOv8gsyy9BU1tzYuzJVTJKkssUQBmWmOVbSS961RLJHhBaJO
oo64iWBipwyov/mFiQva2M9r5pAngT/yDVS4LlSONrKNwnBCWp9GdrAa+pe+qofqvd5OefPRJxSx
RGpt1Pe4nZcohrx20egMF5qb8A9r98M8mse+h0R0Z8F9Yu3trm4ebt+UK+vDJIkRoZjEwern56XO
7JoANolOtTUwM2/Eo/K9zat5BoHU/HXb1pWjAgsl4wpo1lGLWo9/xDS8DQc6hFObefWeJmL2GaRZ
dteLPj2Csf77X5hjHymbmiSc616JwnC/JXDbp2ZYUpgh09581NO2P0aatSjMwTED828sSjlZoBnU
iVaXD+LEodXSPD7lepX1uzYqkvGxS0tH37dLmWZovWRo69w2eu0LUqeV6Q67y2t5/gXH2FSWjJZj
oKS5or40qGuWO/S+RH9k8tfaepKvPB04tzfUEQwHF9gEIJ9dXHhFfEI8ly4i/RGlPLbeoNwt6dzU
LzAuvWQokmzMlVyuUudW8Cxz99/EzM5XqRVtQvZcJCe31dEaAONq7ap25qXWxNY1vGoL3w2Ol7Lf
Relbr7QMzaEmOUVlrD8AUjaOwNGHF8grqo0bf90U8wwqxiAmWHmztndNYdQty4JNu9rPlaofkFWw
v3pq2H3cl7GHuOr/Z0w+Xe8eYHWqXaVR3fhUp9PU+JUzit6PdDtV7t203CroXx4UrNE9lNoIBDfr
efZW0QZPMVha7Y2m2A2RC+FPgZI3kuVu9WmBPOSpxF28fvQ6vMEo8TISsHMxV6c1USxbtsmJim1y
r+WDdwLRyCRQrFRbCulXvh4FDzItJuep7qwfh9pmgG+K9eQ0sKwfXm0APQkdScNQ5eZH0x3eBGrB
OE88i6zln3+8Rhdz0U5LfBKFYT4jJKW85P2k7ybRbWVy15YF+schzZAyO2tWbBhscpiDlPi0xHPB
Xes6E3HsYeqiHQ+DE284sMtnQTJuMX8B4SzUdOuDknIuB93O0lML/8IXe6p+TLGtMOsxaK/JNAzf
bh+QywDt3Nwqxhd2FVtwGcSnclpAEIEoLHh8psn77XZ289mLmCF67aaaWa6MH3S4bX1jseuMRklQ
1fO6KD3ZYzJSD9BHPyR6+qJM7YK6gVlsHJtr9nCbvPDcfIq38u/f3fkyDBmC5P07ea07PWVeqnyP
XGdEbVBYf1pK/1vVt6sGGdthIE82TNYDgFWvVyXPR3IahRd+V2e9fKnsqN717pI/ALYePjapBKcX
w+DMpdF3goEEFPn5Aj1zMJoRSN7JpKBs+B1z6OrLIOJmOpSDXi733tCoztOUzEu6oz+3RZl8bb1w
7UiCZsDkAEPP7Y+K00chffqTW5sTzcua+Ek4TVCUavUXu7HVObh2OWGYkphkDbPrgcc8VxIj7sLk
lNft+C2fBmodBqjABztayi2i2avG0Idij6liM/J9vjj6pCPDV2p8qpSwGz63/dg86FUt6k8zoMSN
Iv1lCRlIMxNQjNnxaFASW51VNA60CWhreiroS4X0nOHj281zYgFG8pbeh/8k/+0C5tnp8dTxp8WU
+IOuZc8zidhGYHzl+ZJjWYyfgbO+ZJQqyzIfx7zm4miVbX02Im+myRaH3nEKOdkwhgxxck9pDRjU
bRdxKY7CPsgpaaBtumQ8lV/l3Z0N+yIx8qHPTmmph+m+CXvxw7TDdmd3mWf6Jn6ff2qC8nKXVHVQ
Tk1J7NBb3iexDONLr9dbQH35oc9KqPwk0LNcXCII2WA4/0lGXThMTIXpqSysQuzGlDKYb3Kx726v
/cptQhTUocVD7k2pYGUnmmFIsEAannSznknQVYjjl6XL4UMRTFEPTed8vW3xynOAVyTxoCtkQt+2
itn1jOcdvvjilEdF+CQErVIEWReIH0J9+StpPOVbF2odg1yusyFeeGWxEkSIc+Yuyyb9+aZmdlxm
8wIXpzGWp6ZTe7HT7KRB2k8podCyN33zla8IdSBlaMl/RY9v1aUf1ZEGKYDek54Ww3SoGgZJfUg4
7H7jCF9ZGRRklAQgQSXhWyfpc65FoBPr4lRnphr5GWjEvdkmEuZoNaiJ2t3WvP8158EANiUmMCRg
AdeDf0NqWC0kX8WpTUL92Dr0g0W36H9TXYwee7NM7im+9Ts6yaa1k3054JdLekw1Rfy4faKueA6X
Gj/xE1k1gIHV9R0bPVoE3/YUt7qnUCpN010CLx/Igc45JaqDZqKRqYfbVtdbDhyWkUM8J7muyjTr
6ubANT44VEtF0Ixa/TBVZvuYJgO+s57Gv53Miz7KuC4NwiRBjw0fRSC0Mri0I28RK6WvZrhPcxr1
D9W0tLNPv2V41mYv+WBkLw2Sycv+icwD1wweANOiAr0fPTAg2y7vY0gY/oZGSOn2XbZsdfbkR3rv
8KQx+npEfxSgwbrK7X7ng3Mqgy0Cd2oQLlme7imkFt03xXOieG80Zb5seKFrX0+qMsk0j47xOuQO
y4qQytWWIM47VzsilFjkzxBkGD+dwXP3UWbM/f72gZHfZ71C3lqKPlBo8bSvvl8zxpo3lyifMNC3
+LFNW6NVrfJpGkkRd9VCCg8PX/GLss1yNyQe/Na3f8D6nsgthsSA8rMMnIgvzre4seq6HutUC5j+
sApfH3TjW2HRjFMiz/zPqAzpl9H08u+3ra594P+skpcyTiKbKavbGS2DNS690AK1abTSr0tyLR/l
FHNje698URPOAJmFEs9cTCSJggmGpE7UYHEms7uz+q4d9wP06cldkurq66hP9kcVJlibbF5IDkzK
FvBinO+o0heoRXuVHhQ6QgtHZBBpw/uI/CTp4xBS4fMpy1XKr9s7egErwSz7CeIANW321FjVFYwF
8nJjmIwg7ZbqS6yaxV6F4KmEVraZ+L8xCHGTqb1RmPGhnSfm/PTW3oger1xYmuNv5X45qrM+TanR
aUPWDCZ1YSdvd51rhw9qTEPLt3J7a/Z6HTTIFQO/dmkEgqNFxed8o9EvmhuEao0gC8XiPaqa0uxr
xnd7L2vh7rM8ajed4VTPjedsFRmvHGAcBDcGeAfo7DVxUFIXXk2j2gxGYQzFHgR+ah68PtpiMrty
gHm7GTN8Y4tHheB8jWWuN2QvhglYyGo9FA7S+A5N2tA8TWJJf9Efa7z72yfp6rbK0TZa13j6NZ6+
zRR64UnI0qYpEnddVIPC7BmrMf3QMJTnfvFybT/OZnjKp2ULwnLFIcJpJTHJVOJoL6z8EQNIJV2H
mfcFUtA/NbCt9m4uCz07wus/Pc7KVIqHbvSmb1YfkQykFsQ7H3/FYQwl46DqiEtcJ1yMztQjyFAt
YJoizZ6EwpiNDxtc7X0uGPfXnkvdhSvx9rZfXTi1OrgZ4FVjjuv8SycR8zJQk+pB3cZ69kkJ52Lf
qcjYHox8nJxdlCSLDIDLytpb/MdyTiTWTrd/xLXjRuPj//8I/fxHKDp0ZotW60Gjav1nEFXFr4Ly
yMEurQ5dhMLYWPSV1wcvQfwiSRsIGVfvQOPAgxchuxXoCkgMXuV8hHdO6K9pT5PwIPJI/FXMnh1u
vAvX7PKcEB1Tswflvwr6e5H3rjZmRhBXbfcnhhw5fIkLVVGOCTjM4hiK1P2tyxmuj+8vjzy5vAHy
jwhxtb9TB1S9No2AEnN3YFTWO4agG3Nft5fksFjzlvzQtYU6nGKZ0b8JEpwbhDKdDl3bmYFbad1z
5k3jS+VUKVMrTeYikFyWMWB7ylZbum9XDcPiAMBQsqmuQ7cMBeLSaSsjUKZKOyYoT/rTlLUvnjox
FVwnYYWOqNDj/F98WUAKEEFRu4B8ZHWNCnMeNTNqjcCujO7TLIb521iM9Hv0poEJhKbsDHEs3Lxb
4xzXnj5gMDKDxHsBKD3faa2Jq2RKVMApBpDOPep2bn+nzmY3AVNu6+nfrFMyR4D1I8NRVzfH6vNo
Au1jBvYQ50FWK8sXJjfd0C/1peautrFxqGLaUHe3T/DVZeKYKRHT2b4giVj0LK7AafI6uDFTr5pY
6D8liVdC15BTxtndNnftGMGKQBjFSw5+U3rN9xlAaYrZagszUBPzk6K4aFsDFz6yxd0xN5blc2Uo
4tdtm9eWSBZL4QnKOsLylU0tUtpwGImkPHVufxhKs6hH8Gn5kUJctzXFf90Y8CSPjFFOCZwvEE5A
VHdHh2PTKM7fqEbp+W6ZRpCiplD7+Xh7afKnr9INmd8ADaP0AP5vdTuiEJFwze7sgMHV8Emvh6rY
V3P10rTtSanT/E7DK7qPUP/qfhGG9Yb5K18TTwSynheOMvia6Rj8EAJGTmUHnZhn+04ZQzuCB9Gc
gracl/Yepg8G18wiEVvy7FcWzplF7RggHoRL6yZRmE6Ozfw6li1zktS/xj5M9aT3+zr8hyDDTv0o
0qlwTXOFJsVcJab68Rsr+WipYgKAJBtZHasUrvvKLFQnqJj/vBsLDZVCZaa3EXvWAl0sruJIG3WL
lOHKk06nShJPElnQ21mZ1VwafbB7OkEzGWpyaCwjG32t8f5R0mjQ/dqejI2vfG2vJXpLOn50CdYz
dMJYVD5z4gSDMkXDsMvnNP5PPaRFvFfHIVSORik65c4zlwql5dbRX1v+ZIsk4tq6qWRLoKAEJq4f
glnXhSqgSwrStmj9pZ9sX2nmuPWtNPyGHnK8NY587XC/N7iKnZDJ6ZVchHagDkqVHnowI9+S2VPH
+xC0yd6F0rT0tTRSmsPtS33FhZDA0ygEZQi61lsVFFu9m+e8bPjCZVzXSGV38NYNQB12ZtQPG8Of
MkJZeRDAs7SUwXvKAZGVvzL0Gb5qM7SCKGvN0EdeOjH90h3njbrEtUWRYAEcgxAT+MjKU0F+DO0L
k9wBSp/NAvEC3Idf47lGBSiZDdEGH99Did2AUUsS+K9Pi6nmzNwshhVUAibaxyR2nW4X1jaNz7Qp
3Q2+uSspliy1MAzBswaAarWJjhmlKq7eCuySWSGeT1BN+tSr38uicH5Y3qB+LkRbfoNXcN7wQldN
g7ZnbIuCzwVpjF3m1Acm2wxm3lyQ7IbaPZiZWaYPOoCj9lGHYouR8lgkfyn8+wcZGt6kEoG5Q9LK
P9CXlpfo3XuOxsTYZX3vBEYMLXU8julvdWzMnWicdgPvfXkfAVMhvsHx4bkhJDw3pSPCMZmJpgeh
GrXTTqm6+i/YaGxxzHPDGg6umjArrTYl3djbh+nS9ejUfthhBvF4bNef11XmoZ9IJIKytKM9pHBR
sYdczNS/S3mI+8Xq4/Gf2yYvrwsm4SPiVkrGknXpUjOKJpqsEYxuUwzPkWImxa4hh92pShJvdZcv
fQAIbNTXoXwFVXIRIKnewlh8ntiBPlbJfzVHaN0xyr1mi2Dp2j5CcwH7icSrEeief8FZ7zU7gsY9
sNylLY9Z5iTLPhWOYt3ZRuXsMzuct0hQrpwa4C4UQ4FwSk5oeX/eHVB3cOzOylovoONqNMeuqWhK
pU1qS6ROFz7V7uj+zdxvs1WqvHw1yYIpt5AOS/mYNcsVmyjo6YIZDavK8nZwmUfHhO5mcnS7yPhT
dO6yF5O2JDtFjQdzD/tqtlWDuLLh73/DujXV6B2E2FGUnEpLzT5HXZ+kh6xGQnXvDnCYmwT74Ydd
oUz+wbbLwjvaE6tv7E5uP4ywj514cpb4CRmg0dg1iZcZvo0uOVx8ad36qSj6n2HaDxtu/9IbSutQ
bZjQOVCAkBvy7msngsy5osJx0kNLexUUAsId4YT92vYmmJu5TL8QolbQ8BfGhiO+cmO5rURIFP9J
peyVezKazs5z01aCmWrMk6kwb11kjvK9Bw90d9s5XPusUhSLCIF5/wvSmJzBy6Wcs+gEO0vrw3sS
ffHSUOyHJf+uz571etvclStky4aCpOVghnYtKw0ORkVnKlOCvIxRaoXxZxaHgs1PDiYa6HPktwIs
WuTM9kYv94pjklPrmIVMkdx4FYJ1QwRLox3GJ+rswj5m4xQ5d72TWP9iQyn+QlFJFkx5Rf6Od8dm
NOq0amIrOWko3t7xyMywUjKqlbvL2N0llkKJ/faeXvuEPCn0wuiuSsKbc4ttMSZeOhvJqWdocTom
AATKO0+0VnzPFIHTPhSwA3+9bfPad6Q3RABPP5e0ZXU5iiyEkd4EKaz30DVMizrvCgXBC6vqva/2
YLWHziy29IWvXQtqv1TH2F368iujysJ4id640SlmCnb2U7zhg54YxdeuZWTx9gKv2kLSnWQfgB11
9vNNTanPKaCKQM3nU/NFzdR6F8Il4+2rYVLLjTNz7WwSdvH1mPkANb+qD5UOfIkOlEKnTO+LP6qW
VdFdnydNuf/4okCJEKOze0wfrB6wLl7azsgKL8gTZzyiAOaEO6PvI+PBEkvnvH7cGkeDVgFitoTN
q3NpWNAmaIrqUQ6aVMg6O6nGa/ZqmRy61Ij/um3t2h6SzNJgZ2kAQuTfv7t3c1g7cU6kEVi09z/B
ywQECFBUmx1u27n2LPAQvwGucJtr2g05vuVmQx4GdD2s4t6LnOSFRon7smjAWKFAc8sRJBRUg38i
Mrx2w/y1UIDqCGkrVVto3lebqqqjy2BMowTZ4rmFrxhI1zFgXz1V3chg+uw1R7Y4uUPuJOsORdmV
P26v/9rNl2R7nFPJO3JRM4jirA5TPHg81OFLyFzbS0bO8lxaS07zwaYr1BbGxm280sFEDAKYJKQS
jHpALXT+dc1SQ3k1TLxAi0SbvVRVG/odQp7GHUIuJvqBZVhErg+9mq4/0S8rPoUWItGnEhqIv29v
gCZv43maS4kMVDH5A+kgZcDz3xJRdh1rrwqDIkc+xW/Z7nuG5usQQgatf1RHL7qLtKxHYlVYdwqY
4GJHWqodQrpmYpc7TbZvrHJr7ubaM4BYE7cNlTewWSsnEnW6tdADDBmpqgpzP3d5Mz3UmZow4i2i
4V5BEPbh9lZcNckVRzqak0BL8Hwn4OcdIr0ynWDuF4jVFKPpX/h5k3swzNkgNIsL6+dtk28zKKvd
B7bzBr0DvkoudW6zhiSjLKbBRvW8drUgVj2EizkZinakyNx2PjMWuuFXqVK0uzgeI5hADfVXtszh
19BTYejNqrh88JpwLk+GMiDocvsXXnEQ/Cw52EYOTwyweqUSp/JCw4pC+jh12vieKAZvJ8ijg37U
lXTya90qDpaRu9YXq+6MrSz+ykeR5FuUYCAZICBcnYN5EZnboWd+EnNnvVB+H/Z265Y7MyV10GxL
bMEhVwtm+JNqv4xVOQBw3a49AqQ5HQgGmBRFFjffzdRuVD9TVO2+8UC8HvOGHPs+dCRRMjMi9nK8
vd/S4707ENI87XYodqF1hGxmDaBGm8qNiOnCF4igKqTo9CGcdqNU9qBhjODKbWuXi8XlyY67RCLK
Xuj58Ws0R2rxVPpLXSXlTgx5fHDMuDh6SprcW25WPXh4hT1TU+1GNrT2gSz0rThC6GNgGjafc9P2
ILpoiBf9xe6j9Kmdm4S6TGzv+tQzHB8kR7Gv615/6RvVuLeF2/uoT3T/R9p59baNhHv/ExFgL7dU
sx3bspNsouSGSFt2Dnv79O9vfF7gRJQgwnuwQPYiAUbDaU/5l7UqzWJ78StkXYr/AM/AZ1refkWk
JmaX9OZjgMHGsemQrAhi4r0gFdNGxzRsjdm9eHDgiVKllVhTCYTS4SCcT7v3SK7F1PLK5un8p6qT
b4N07U1H8rE8a81NMifu3e1VvthT8gCBcyVWAqiH8vv5mHHrKiEY7uRpEEr8IexG+6fX2d9jz8tX
aqYXn1MCOOTEIE/xaZcNpckITLUe1PRpTkWC8bIWlNXWKIbJRugm7L5DCm3XDuy12RmSN0J0Kx8x
+fd/hUpd2Tc17Z70KUva4n4OOwULoAGMGfZt4ef3f0nJC4OZDrsBWOD5WH3kNk2U2OnTGCA75Yaa
9sMAp/HTKOJ+LTS7Ni/oPoj9UqRh7RZnUzB6HppaytksUR+qLRo5rtrdAyFNVrLJa8tGrI5mHbeP
RDueT8uMet6AIM+4dEq57Tv1KR6S5GAlmK3sklBr1/ycL48Btw03DmNSPdSWtsGGkRBpNixaTJn2
ixUn7hc3cJsAr7yk5fSLGXkDoFVraleX1w47lCMI4J/yN8Ab+Sn+2i2TmlETdR1W0OujH4WVmrs+
a4Al46bX7stpcr7biqfFmzwx5+/0GsYvOo7Xu9v7aBH3cgvwK8Dc0KKjIgSQ7PxXdJll9dMc88E7
dXxR+fJWVP1Ow7FX72tX1D6p02xsMcAJNwilrgk+X6w3oDnK8rLqh136RR9ldmBRu9kwHc02E/0H
FFbNdgeYLaksJGPVLOTG763AXYklll5+MrmmN4kaHaMCSHkDVf/18ds2rswalMbRSePKtf2iUtJP
hlEhkLSp6rIXPUFWhF9LS5HwoyZ92j6IwIKWYSu5rW2mwE1+YzQpWr/vxeBZPrBLZ3hwciubHp0g
1k2fekn38/ZqLWNkfvdbggTTFiQLMKlFBWtwSmSi+6p7jnEQ3Ypp6rBNiHrhE3sZ7kY0+CY6jRJ8
iDxN+RSnwjsknl62mwHDFHWjmiL63AZtuLKLltEjnG2N2i1tHAI0UIHuYjNTXvcCofT9cx9PHb6d
RZZFm6xV7GNYxm276822/gchs6iZfHfE9rMtbbMhmK7dZAPKqxxfUwuO5kaNdS85amOiaCs35sVO
l1VHOC1ArcCoQ6Y93+mx6Eyhtkn6rE5j6W4iQ0fssrOS57zBSHorkqEx917Qudi3u0HdHGwEw9YQ
Kxe3jU2Mg4Uk0hdg9kmrz3+Ea4kBoYK6fbZzIDkdFMqfVlKpzc71CoqhIu23henMX29vm8upUzhD
CZRGGxiECzeH1urqulfs9hnkVbcfq6C/t6dktP0WEX8n1jfCypOtMpXua2k7/cqdfmV0WiRQZ8DI
EtwsCZwisIexU73uOfRUZGvbQe32lmMN+oGSmhr+gKnevpAYlrTG+myUylno6q4U1i4umjfoKOhY
iUhwLnpwIqQIzwvQPuuKHexdJSKD0Nzpt9towabSlfrb7U9+ZTzpbgX6AEUg4G6LA1E7FHqpfiXH
hlQ+9MepNuONV6Tli5Zn4o+NLFB6uD3k5eXAC03nizNIBMksF/HH5CYCNfmuOIaEua4/iWAKFZ+g
UjHQeOsC7LRtI6o5dmVuqrt8VOxuT+hbl8LvwHV9sXRomY9G2hkxpqpmFanjykUhf8JZUkG7nCoH
OEAQxOD65V75696dxBB5ejXER72Z8vx5bKYQ+FTdBV9SRMvWYOGXOw/pIr4yDwv7j3Lj+WgMn1jj
UJVHzykmnKaVIeJP+uiwuD5VrfsNgWPDR/rBfpiqWF0TKHjzoF/MltYSmRvHDkbbsilZJ3mdwD6N
QEzFyTHtR8PYQDoX8ctoBxXwx9Gcui8RgI5i63RpUj5HfWpmfsXl/q2p0ylAys5yv3Ch1eGmmwMv
xCKNdGyfqTkZSDNNFrBgt6RVVo4JtrqWI/Tx4Ka6oN1gFUShM6gCv1GFYT4X7PMnFDaT19yDpe53
cVy8Qk/VvUNlDV29dcZ4HrdNhYzBLhBGlodgABpcM6FF0zhvAuVTImI9eY1Cp/0Z4H8xf7aNBJRy
GHrsnBl9Ce6RKtU/Z4oTfMFMyzMe7Hmckp2TOUH2B2xKU35IKdwb/xSxCvHLM7La2FqRGQZbaEt9
9ZC3ZjbQeZSJD1iHqtzDALfGhxLep/Ng5E3xPBpNGW+s0ZmbewUnYOO+T5KpPrKFQD6O/UzBcBBe
BsRHCRsHtqhaRsr+9nm7srtIV1GxpKkOuPQiLFZxvIyKJD5abTs8TLUYP+s4+D0G1DE5fWZT/VHS
ypoQMtXinG2WrVWCL38BlBlwNqRw/ALQeuf7m+p5x+kmikGntPtYK1n0OYrydls7KjTSJsN6LVZU
89mMy2APNHcNXnU5PqcYTAUqB+wib8npzmpnRvxcDygKAnvcJ8IDw+YhmpVtdDeVlCivnm3zlLhd
9dQhyJRtPXqq6crL/lbxPj9nJFzcsfwOSUtY9lAzy55m4enxMS7m2fHxJY3VT25tNI/D0Deur+l5
/si77JwK7F8fEOnITtB7Q/fjzONvf82Sskw+awENnW9Whpj6hyRrFGvNveLyTXBJ1qTSM1EnDcjF
ddRU6LIgzlAdNZyVHiY9gdka5TxNvkI9TUFQTRW/bu/RJTuQwMyl5UlLgpI2DLLlmHGOL5Hn9cWx
b2Zt2CnqUHyO3aaod6KXDN4ssjAW91OtiZN/5sgz8o1eKMPToCUVppeKEabWt9u/6e3BP1suGSby
DSg7S4b+stZjzQUiDkOuvdSizrznMoi69mUiidcfQzVphm3fRJ7tZ4XpRa+TNVrKk5OWE5ZSqugl
njiJss8I7olho7Y9fiN6pbTprq+nIv2C6cVQHtp8GrzPY9lN4U4grv5cIwM1fkTxNB/3ZWCE6kqQ
86bfuJgUbQOU4njX+GP54BtVl7pdYRov2KPP9+oUzr/cThTGJ0cPwoPRVl7yNa4qzqUXDbH34KFA
kN2bbdd+NexKZNsII8NH28xM82udRdWjM1CuOGBI1ymPWpH2+T+eFcfTx9yh3LmpCyf/mgV63K+U
aJYkbIn7goHBgaI0xAu5JEVE9lAkTp51R7VB3Q6yqCEQjVWFCD/2Q+PEfj4rXnSXx9aARXvWVX4L
BO/THJqhsUtpYfCvR7stV1K2i7uG34LsNQaMIG2k88T5XRdHSd8VeT8ei1w42h3qeOHzHFfiIYBa
sUmLLP9WBUYM0dbpx8/z4MYrocvF6eUHMDYAbMqyl5dMHyRCHxxvPJodlow+Dizm79yuY2szaMAV
1DZaw5tflgjousliGYg8YBoIAJ3P2YjoNpsYIh1ViPE/1aF/mOYw2Us/Ej8hLff80U2RVtOcQLw0
JLpPlE7WYLyXubL8FZS8ZamQ5pS3+PLjqFdGS1JyhHyFrm5XVWa7VYpRf1CgJYWbXim08V7tkaMW
6E4VH4zRTeLZ76vcGKWUCJzDUZmN5Mmy297cKkMD11vzMmr2g9XAE7Mmbc3s9fLi41dTR4ULS8bM
BbgIhjVYH6BcJkqpTYlNaKb3P3k/8nknOn1+Dtr5l8OPTIHH1s5OaRSEv5KheFWErbwTDsyJAn2M
xhFRN5A4lFjPl9GMzbArU/kBS9PZR4n720Qf47OKgfBzmjWl995aOuO9qYlDeIG/uazpzLEkc7Xu
dOQ6r1H0b+aXsnHNgxvr4aeomy1/Hj3Oh9PV1un23X6R30oQv2S3gkKmqva2o/+K7ynZ15Sxe/s4
N337pQ/SJkZfPNScXUDP+sVosn9jGJpfbo96eTTJtKjz0jpgdGhk5x8Y887RKxvLObrwpXof+F26
7x17/pa3TfLUVfG/t8e7yGIoHxDRS76eVONfAmUbp6+bQYms4zwDBskrffzctXW3kZ707772zoda
TG2201pxRWId7SLHU8+NavxeVOAg26iKhj0igPEh9fJsNxpjckQLYI3xeRlcYT1LmZC6PQA9AphF
ySIUqFcndPiOIyKK6b2Zl2VzVwf1nPqdV9V3KDwDvbETN/9VtIOwiBnwCbjP2sp87ukc/TTmPnmt
8KLqNhivxvsijaa17snlvjMkgg/VdBJgHGvkDvlr3ylQ/0eCUP1YKgNC6urYbVW7Hj4jWYJ+ma7M
2SGgkyve22XAwUrK7EnRKOpxyx6K7RljnRChH3E8VjeB65SbJjKdV0Gl9Y5CQ3h/e+O9kbTPogwk
B1CkBVWGNbvsQ57P02vi0Szhrhwn7lXtkBJWGH6QZrbmlypgl4eoVZGUdlV7vNe6AeBtGzaewosM
DWTTw+BXNklsBf0Bm2jtSBY1Do/G3CmYWU2m+qfUY3c6OG3R3nWaOgUgxkSV+pU7OiLfBLqabIVu
ZN4OzNBgHbpWw39Lj9Neo45kuqmv58UkeSzOHG4bXbHSV6uzzAOaAh3CU6oyfKIgWBffwa/qX0xj
VrgZJBfJ7+NyuI/afgoeagBnpxxtl9e4a7rgcSBNFn6NUTjS1cXQWn9uf9XL44zuAJAryoM0HgDw
nH9Uq2lEJ2rNObb0y6JtkFuBsiugm9P17LpgjV/1ppm8XERiGcogVKGlx9L5eOCCFAgDqnXUOlxd
N4Ywif5SWhN+rVrqwamcZj5oU9zlPul/L3ZGz3V9DwBOuYtiR2+/DwKsOmJrM/QG2fvddgBzND/2
MKtDAiTVKOs1OXHb7Q917ZcT3Ep4BtZsPCyLL5WXcIbCIW2PQQjKz6lyPdrqc2MeHSqm1ufQ7JQN
IHBF/zdPu3SX0r5yX7SqLSrfLlDe3sWgTA51SbEASG0n+tRXgU90PxRPiA30vSL7xBcP57X28mX0
KMncuDsiEoLl71J9PUzjzq7w9ThyJJAbi0Xkq4VjPDRClH7tKd62GKvvXo9aP2/Iu1utZKVsLgdU
NeT1i9sJ6yW3SIeuPU68nK+aF0TfBTBYhJxj8zBPXf2lbvp+jS8vt9Fim4FoAkIAJpQgaPkWK22m
zCgMi2MzYrqxRe4t2Dqla9yVYxNsR7du2nuux/wuDwX+Zre3yuWTTApBS4DHkYKzuxxcmMKKXSur
jzl8+ju1gt21Ud2AuJUy5KkI1fTH7QGvvADQbXmkLDRIgdwutiYyTsLOp6Q/CniK/XYMxKhJHfYQ
W4Fo2ER9GZIq5Ok/t4e98pGpe0jaIu4icOzkz/rr4WnTap7dqBuOLolSduIHYNrpOHj/bYewKZvf
NXUX66mYrUJ8coKpXbm7ro4PX0dngjQ4lmFuVysFYZjoji5+EilAECyXO2MCfjt5dZCx42xY3sqE
JsdBKJa61vm59tklRIUVppXJ63s+f2PA/zLT0v6Y4LFSAUNMYndvun3wahRI/KEzqlD9HpV4pbBx
ZX/JIJMqApcRdIXFctPo8vpy8pj3DBxLH2JYjREGKz/1IOY2HQJvLcS4cvnBGwJSIHumPMNLAZXC
To2K3TscR9eJx4diNIp/ueMzY5s6dtp8QPM//Z3KFuJBy7zg11A7vbKtq7EPNrrS2+YHY9BT5aAU
tYJTaminJfUxx8595FU7kKmmmyB63sf27vYefYsKzm8CyXiiEEQlnAR2Wacb9EQXYirmY6LFw6sO
4dHYlmiL0cs3gvJxDNPkJQopT29mlKSjnWIT4G7nvm/rD00UxYJmKGJwvsDBBYwd9qaVP3n0hDco
W5XeXQlfofEHpy6ND4Um9PRUdnY6bEQ2Ov+qc6t9hWbP+YupQ3sHQwwIkg5ziF/07YlebgooMgiE
SJ9IiVlaJFpj5mil4SioKBhqclfzKP0Tkn0+5dBOt5yKfiUcu2x7Usbi8EmbAElwtRfd81bDfttT
6/6ouVWazX5XjAmtYLtqet9wu7y75xo0U/zN3Nn8HnXx8IGzFHk7C4XdZKsXFg6nVlwZX9He7eJX
zZ7tn+/9JtJZivuQ4p/Eei4OqJKj4j825nzUvUgz/A5TVPyvvPihJz/eo8qMqd/tES+vBEaUWk5k
umA5lpWweiy9eVCG+diadeIPZqY/hKPyOXBLLiihduqvgpvocHvQy6WnUCJVW3hdKUUvWdbC7XO3
hv55FLqYtkWRmn46wuxxM/VuGJ368+3hLkPG8+EW1w+ONHgCBoN67Ce03+HZtN8RZj7lyaSvPDCX
kYuEw1J3IbElq18Gp6lrjlpWl+qxzKdm7/RD4OypPVnZz6aRVi6p3qCuALQNXUgxp266icd09N7J
DSXLoZCAypLUPsASdJlid3HuOVMUWEdHm+rZp1evgwMM1V2D29rKsbqyljIS52oHmseVKz/+X2+q
GbmVKJCwODZ9Nh+AVEyoPloZ3rx1Y9+T8+Ta/vZyXhuRB9QBGMAGIgk4HzEKahPP5FE7apUCBdRJ
o4M3mmO2CfMu3M5DsxatXNk/sjQltdaAAIEEOB+wDhutAa6lH4t+HuedmVu9+6Jmpoc3j64H5kqe
Ki++8weAMFDy3KTei1TnOx8Oezfd62tPO4qYCyZXEHo54JxY6ytV8MtoRKIJ6W4QiMgMZwFPUaJy
BjSU6sehFd1Ga0waQZk17HNsojdkVeo98kfJFq9V6sjvXkJOCAmVtDxC63uxhH1oGGNFafaYZlX6
EKGmdG8EIE86yJlbxIxWYaNyLstvCgMDZi1BDJt1sYRxRXERx0Idv+XC3IxRMh6E13SPRRZGj1qQ
eBsPx+JXfE70JyT5vU1cd9MOAbBVq4YrF65U8qFKA7gFoou8Qv46LyTZVWFgZXfkSc4+zbWW/i6I
/u9Mrt3BL7TcnLeaorvKyjm9tompTqP1KOtuF3XGbiinWIrJHen6GgdvcPvYV+QNZBuBs/KMXR3L
gpqBmDN12mXOTAHKTOFoqkdLVP33KlHqT3gcAojuNStcecCujiVxFOS6YNOWBW+BSkOkj8yrNPLx
dx+E2OeS0/bmD9G5mM/f3rjXVk9KhWKXp0oS3WIfaYnpzTWV1CMCOd4dqvioxiVFs/cadf5Gsx9O
ZD3H/9we9NoUQYiAB3rbwsvClSjNruvqWTvGKMa/YkihPuR6hfEhjRc6qP9hMNnFQLuAgulyf7aN
W04BjY6jSOek/KCiO7kzXAVV4VjJrJXPeeUqpzIDPg5vIXBWF4nn4HaIHiVc5baVeNsU8SeVRNvT
v1fVoGw71MffaU8l30aLeJMrgPCDJVxcPXOUR6ZQMuPoKG61hahgFDCX3WQrlSd8rTacPVtaW8Gt
X1lCYGRUrnggaS0sG2KTU3dDN5vcP3Gpf+PZzrQf1FKaOx4503wvfApgEZaCtIAAygJ1kD/mryvG
JTvw5smmvhrX2f1Q9H/KBoZHm1EhZ3+mxpqb0JVTwYBS9p8jQQC7OBWOW5RjTE3raBul2v3qpfzc
HTVIqzuwpwPK3zpWpdsWRft5RVj92tDEHg5+vgD8+bLnc40zK0FuIzGOiqOUL6C38vTgGFPuHgCt
pd/JkAYYtvnwX+IeG7UcpBkpmlBxX3xkO0zbIuIOP86KnW7rxsm7nRbPwdMcutVR7TJRrxT0ru0h
ae4mtWylnMliqiFWTqrRGPqRsrHyEmP342wr0SfpPrXnPF35sFd6crYjj6REa4DUWDbCRq2ENgZT
+QVxrvDBjbzc3jp5S9mgUOYHArR432spqmVt3j4ohhPGz1GphA/UU7SPt++kS7Ac7lgEXuTxkocA
GeF8lV0jC1OY0dlLHNqstehbw/TjYow/inoeP/CqtPdNMpVI6tsDDHVrRCavHOvf4CapWWM5IzYQ
7Ne04C8jKGrMFDakXBNnbtla0mrAcI7V1i8BXJDUj4OSsAKw1iMIIOrB+qB8SsFW+fGEZ/zKu/d2
N56HNGw+sllJ+eHULR11QLGlEbZdLZu+/IM+NAj8yLIe0bhxDpGW5h+Luuh3rR6bvt2F9cNgJf3K
RXN5+FwdEjs9J8kqv5AfpjSOjXHhji8ENEm3GWMwcCPlkVd0KRLPd3U4kE2l6msWMZfPBvuR4ixw
JlpcsA/Ot0NRtlmfeOXwMgVG/2d2vfYeTlCj/AN8nyfYMkMnfPdLBcKU6hVBOQYOFxVLc8rxSWoj
95iH2iGqU133mzYRUNhy92M+V8GP21v+8rDLNBK3MtTyeAPeTudfd3g0x0OLsLODm0Er/vR9b1Ef
tYOvA77in24PdXm6sBUG4EP8JO1h2crnn9PMQx7bIq2fMdea7ztzLO67Sjjpzhvy4MHMguHYR526
i9rUqDcVepf/WEYbCWTStfgUGZP4FaeaaFd2+EUeBOMC7KlB1xaMC8C185+l10HVAnmpn/NOr/5A
Ix7hOtHLEHe353+xm6Q/FHkkSipSRX9JZm69uDC1oJueYXW4w8EsIk6M2ZKiW01Y/Aln297/30Zc
fPAgsVtzQjX2uYOp0WwU18zugrBtHmPwMIc41g+3x1tuJulTQQcIgAGgcnbx4q2q7EaB1BTnT2Vh
pvc8y8aTMIKjFqXvpga+DYXiMCIt/EEZ83zRsiqfirDM86fYCehxmXgcA/HLxAkQLbblbmv/0BCQ
mzaphmjL7WkuryM5Nq0TiPYUuMF6audjd4016kPnZk/jSE8qziobGmDu+qHdaSWqWK7xp0B8+tvt
UeXb89c9LNmtbxQF7nRa2kAGz0d1Gq1V9VENvnY4RuQ/zaLsT6DdgrtqqlTvKcE2Lv+I66Blv2jo
VXmbag7XNA0WM3/7DbKsT7gn9Usuqt30svpgnpWvaGkH0bYqPJVMpAIg/nugmlkCubKrAOhOWJe7
29NfvkP/MzYUW84PXW5aWOfz12gz6z2q96dk7Pud24XJplQDay+iQPHuHCt1/q0I3p4bs6gPatFG
yW62a2XlZ1z9An/9isW+65tmaPoGB8TJEM1wlxnlCLo1Nub61Y7j8c8wmwnyHEltrnlZyvkt159G
FltdNs8uWFFZkOOrlRrKVwhfOIeXk2m8NiXZBM8+toG3v/Yi4nj72MDqSM3gKcCKkp/hr2fBii21
qsMhOgEkrtWPql7oij9q2M1uiUDCD2bTuukfYtbhUJRFs3aRLK7K/xmemENKx6L/ueTfObNVEtdW
4SmoMUP0yjw5zkVRfUs9MPpEWYW9EvNeO1zQMngFaBaaHLTz+RrK5IWDcEL8MgZ32M4U93cg2hJj
23Kl0Y81FWfc9ok7JZtWQLjaUE1WqpVY+NoS4ytEz04iiHiKzn/FXJWdJuYyPDk4cN8Nhhdsjamx
tpUNaPv2Al8fSgKWyLFJa+Tf/7XAipUx/myFJ20c0i+1LpVydA/2j9b2zlredm0w3j5ia8h1FBwX
F6ahwY63Wwx28fEcnyg0mtm+zKoSd3cttvT35cBvmwfjdiDVvOWkL4uvyFs+zI1bBV+jqtZAuaRG
NO0HpQnnHVTcwXnfI/s2HCh18u03AtlSHE1v2jEUUmXJqtC3HBw93aZl6b5M0RD6YTC9X/iX0j9B
lDT+QLFwyfajuBZmvVoqX03iNL/0HMTzsj4sPntmlK0ZyVw5Fy4ZtyflBpjeslFk1oh3KhglfgU5
Em2Y5/ygATa77+byrpl673NhxM7eSJUh9V2B1fjKubyycwgVuYhk/sP/FmtZ0gEDQNWEp1abkrum
m9oPXQQUAx4Sz/ztI7HMROVKMhi1cNoLwPiWTlMWNRlyzE7hhRV18eyEivM7Kos63vLvq10+JHW8
mVOVimY3z6rYVK4E2RVgc/pt1ZTvtquTPwiUKOQ02TYDLnJ+SINwzMcs09hapTYcYFZQQ8ojxFrL
se0eNL7BGjzk2nqz1pQ3IQA4F987T2OlbiIrP5l6/2/o5HO+pcjqGZuGu+/OmZX4GEDZ2QWB4d7V
xtrw15Zbyu7J2hklgbcM4q9bKdRzU8viAEsmKzG+Z+6AmHY0mz8KLv7ft1f76lBUV2Hmq1L/Uv79
X0PZTtg1hlcnpy6OlGCjouFT+Mi0DqU/qlm1ktZdeU8J+elBazze9LEWmaSpj8nYQlE4ZXNn1B9F
aeXqi53Y5fAPdVzH28xe3+e/Ak1rDrVFCeb19myvPKgu7zgPqiy10pk+n20J8DkIMzc5laE5AYpA
6Phfck3zs2M0Vr/P7TFaAzhf/cASyCZ7IRSxF/EqCngscKokJ7Owp3Fjj5aTEbHRvTsGyah9vz3B
a6PJIplNmVcC0hejBe1YG2NcpTiHjUFOab4KZ+eY526u/4yHwXz/G4PsD6mzCn5LyrGcf8+sy8EP
qU5yEiZ2Zf7ALVls20bMd5UjojWUyfXJ/e9oi6Az0OFRa2GcnIwWWY7XqZrr4AOQaeu320Zr2gfX
BnvzzJKUTEp9i6lZAODNXsFbuCjToP04JlnibuYOc9pXHUK3tXLrXjsZEkYMFZg75wITRqFPKFM9
xSddMfrct0okc/QC9JKfGxThDuHgesIAQto3vxEHHtr/cDJoDbJlJAYPJ43zlSzp2ouwdNJT09TO
j8aZnIOWDOlOKI3xGgNOXXtmrn5fZC6loh+WAUs1i9a0u1gHNH0atFqdt16KdoCvI540bHK1Wm2B
Xh2O2j4aJODheULP59eXUd+W6FKf7MiA6drU2pxuGtXJN6071Cu2Q/JjLXIUOg8y84dhS1FpEehN
QdsUbZZkJ68b3OqDOsWz8WGA2rESvV65zjyYYnQ2oSOxeIvr1HC8sK8rIz8F+Whney02rWT046Ge
9lalzPODcDJzTfHk6qAIwyL7qCOysAy8BiNyql4aUXZjUCB/NoLZ8ZVuHJptK1LD3muI465ZTV5Z
Ppxc6XAig0ZRfpmYhAgZWnqlpifFqiNUYzQKoGZNzh2UMQTZAu7N7Yv06ix5qyCrgewH13a+Xya9
HsO5EenJqqbhm1eMd1OoG+WmrLS8pcQ9tGvJnnx7lpuGdhlUTVYUoM7ibdIAoycTAjWnORfFR3Pm
tqXEO9vdxqq4ZZ/omINqV9XOyd//KqMujCIrYu08jcue7gwjzcVcITtR2s6rvVUiJOOkTW48ZTMu
8pto1I2488MyUN1NreS9++X2x762uuATZPrgSY1++fd/BSGIxvXImdj5Sc9T8dvtPeXJ7g072EBQ
Hw/vHwtpIBIGGYGAkDwfy1OQ7Y2DGm/NsLIeY60o/iE1CgI/Udsft4e6dg1ISQtadXQ7CCfPh1LM
llAE4ftTEYTauM2n1gl3cLrWrAWufT4AXiCpCI4NrpzzcURt64PZOsUpjFzrJ71rF1PJrkC2o8AL
9/acro4lUeLURKQ8zuKdQPzKxpjby09uY2V3qO+IF5ydHQfFCGONXXd1LG5PMNo0XC7y5bBDcw/a
aHaqUtyv7tN0aA5twRVx0CCXf749sWvHTydOIxb22IbLSipaAJEnLNxJ0z6xcf5QLd+FNXJMB0RH
/G4c/9SmMd7fHvTqDIGlgLkk3kcX63zlYCPMosvY+HXamI9Zm3W/J6vup63Vgkfe3h7s2pVGrRah
KvI0aDnLpZOgLU1l5ydZkTmHujDyyY+1GgSHOush9t8FnPn97UGvzZAknb4VUrOSFnI+Qw/NZSU2
cWB11VrE/ugBbxXG5H4oQ2cN3nB1LMnnRlSCmoC5GIvyn60Hc5CfPGugDW3DDdsJa8BWSjOitYbg
ta/5pgLI1EC6Lg93bDqxa2c2eo4UwvM9wkNZDhS4rndaXkfuAznxO/twMjGHpg549P8PudgtLgDr
Eku24pQ3qJM8xpnRf8exqq42bqV2H4eKptHt1bs6SakDxaVMt2YJGEmqtm+GrBUnW8WXC+b5+Bwo
sZb4PX7u95OWFJ/+w4AkSlxiUjTJXDShrLmZS83LxSlyovwwsJy+bcfqpsvr5gPP07xynV2d4F/j
LbbMYIV5ZoaFOA0Vzx4zZBEpPZp/iL2LH5lWuiu1TXnIlq88ZXuqjSBjQDgu7uqpYbuETS1OjprX
+ba2Rx1enHCrldDw2lkgQpCi48js8P/zc1eOndeFFHDwG+6qb5lmKHdNmIvXdvLeh59825USfUsA
gckO7935SHMrWS5FL074Aib6LgOn8aPKotUQ8NpSSf1AKbWH3ddFFzoskgT/GnFKnDp8zUUVfErm
pruDZfexqGpjJShaG26xUAMoXiCjiTjVrnTg6/PC80WhKYL6vx6WW9tp/kPKCRMKiIHc/azdIjQh
bvbmTjeLUw0Qwdw6iWPs7SCvq09WradrOm/XdiI1CVTToK5L95XzdYuUokrDaBCI01vOS6J0MYJ2
VWmtPHFXEltCc4JLGoTcJMs8bxj7NGgmqzh1SOAHH1w9UrtDVtrVoSRzeWwtXCw2dRAJFSJQuSbi
fG0V/x598eapTiPDFZfQaDbU11CkYbPPc014fopcgbr1ShyYbl9h176r/KASbCqbg4srrKhtBIgS
rTiNXZ4MB13Rhmpf9OoacvD6OGR+cPdQK102Aqs2p6BPqnBCHFYpf3mxNpQvHuWfd0qzvB1wqcyC
8rEURl362ibOOIk57jgJVZwrhyivH8wRmaWscJ4jIYLiPzw6bH4ZypIG0WI935h1OQcKWaA4mWPQ
V342BGI7hdl8V1dtZ28iy1uDel3do4Af4BGAGaRddz5iURlpWTWKOCnKUD+4Ym42BTitf2faggdO
a/OKXVh2P+q8fLc3y7Wo0/pr5MWRr9tiMIYsLU9zk7g7ZRymu0xpcj9tiugwY1j51SsDZfsfBgUC
KmHv1LaX9wyiOmWIpbg4oYGGDhH2gq5fDhCUE0KZrco13m3cwVx7kq5uWAdjcZxVQL5YiwS3TIeS
TnnIhePSOzkoXeq4O4l5W3n6rn7Tv8ZZrKY3q1QkEpugZah2MFvjX9gHalJ1iqb8Lkaj/CkN2/bx
9ke99uAiS877ZBN+AuE730MxamUg+GT+MOfKeEjQmlP3lTGWxiNqqda0cq1eHc5AJlNW7klZFoEL
WUPTjbWXntBA0ZWfuFh16ZPaWaXd+7JbnHy7Pb1ri4eil0r/BUYGMKnz6bXmyNsbtQWkoZpCnaZl
BIRV7dlrDrHXbmz6A5KRRdEVhcDzgWytsgTm1dnJSUX8sxV6ON8JKITFvoQkBS3PMrq723O7OqTM
/EykCigPLuY265OhTl6bn7DkyqOjZ4Ft/7cXWts8hC1GEpsMFbV6Jb5YwsDerlVmCBYDkuyllSg9
9MpRY0fBEHAOrR/NDGp3TzSVa380sxfzNjezTD90PXKnx2zINAc10Lo1LDTwzCHqfEfA3TrU1f/j
7EyW5LaZdn1FjOA8bMmq6m5RrdGSyt4w9NkyCc7zdPX/A53FUbEYxZAdDi9sh1AAgUQi8x26RLxd
SPa+PF6VvR3GuxTwtTQkpgh++yG63o6HBvHfq1nH6+cSTuPoL2m+vMSF531+PNbekaUvBJSIr0C9
ZLObef32pTCU/DrAxWxPapLU02e9N9PIV6nEB16W/uW6a2EfjLu3q8GicYSY4D3AAkmFniyEQzu2
Q+59hcTcKyLQ8Fk9Qv3t7TGZAiElLKmm2xJXObe9ktZLce1QvopOuoiWfzFaVpH1jcq/rE5bnh4v
6d7UpOYLNQ0Eku4K3k5egR5eBJtaKfr5Y9Kvbf7UVm45BY8H2tsn8vAYtgTI3mFGuMGsNSt5lfZZ
biT+qLVieHbVZeguXbJM7sGNubuQyEZyVEGpgKG83ZZFPWIHb4NwK/t5fhJIdYXuii2bL3rhOEGa
zHP0X5YSX3DZfKeUtTUeajOAZaqulFctxfvsvFYR3RATyPmPxyu5OzXcvGRCx57c1tayokYbuOfx
ayu9oP0zJLivCsRRp0Dv58Q+peDpjszzZIaxfZDKxZQi+5IVsjl6RWZU2YKc2nV2sA+x1LQc/Mhe
u5OzugvsXPp/b4HbRc9FmtUfqKvW/3s8672zzzOEYiyPVV6qmw+KqxLRnY7BVcVMXvhRr2o13Ns+
hslUA7dSO7tBOFM49tfHA+8tNwhjJg4glzC3yb3SJeWa5PF/dStFPZOso0ttj71nn2gGd186EGzr
QZKwO1cSLrwmpTLONmdX69oYnV4prn3pTOkl82CrvlGUemi/K+maIHnY9jhM+UjMZUdJ7v7YRAKJ
ZSMibNa5yWtrkljQ62pQEYittHBCHEkkOsfNyz9nN+kMfzRA0h10w/YCBE0Fev4Qwe85I6q9dPai
dFTcUyQncQHPujl0bQLfJ3gzaXJUot4DsIDoglMF8Ilju+VU1R1yy26WUndvJ+2rNScv5qRTdVeH
OX6bOG32V5uOyZtUddqvelbi1mLpxWdtWKyPj3fY/ZJzf1I9Y9Hp/HPB3MYqTcyVswIavCpR1+AP
rjih2xdpAisIfUu/BlMCYt+buw+Px73f2Yz7U9SZ6wa2wiahGUFfiNFxk6vhjPWTnptReubgWn2Q
i2GVn7rODvLRHVyqHBMOC41ByRnZxBF1nRGaQsiRl3afOf7orPmzTlF0+uIpRtv6tJZs580svC6/
LFH2D8+Ezot9PZ3rI9bgfUjjp/AAwNmbpsEdH9Jx4LpbgyOuacPLZoW48qOexCreFA0uNedotuf+
ScGunheCUriB1Wem8/T4E+xsQn4E0gewNSjZ3kuqUxoorYKGvpOSwSKiXfV/l8Zg+XXW2WdHYCuA
uyagNTbxchX2xL/MY6TGeaV0hxo/99mA1N2UKizoVgIalmf0lw5bra89gqJzcl1n10agwqy14kIt
D5nBx/PeHUjC32XblLLgJqhWiwpuSYuTa5NAs0VoOBPTJXfy9ghXczDQ9tpo9da2mrRhIMNrngVF
CnSUUZSoDz7k3lkCtYOSnYS6E1BuV85tVTXL3FlcuwyNN59Kl6o+mWhzTZfGhniPSqHaHLm+ysfi
7aXMroETCoEGjh3KmreDNrRqlTLWxTVGDyQJoRDP//O0PH43V+WcP4GqSGbfmNbxqVwaOzv4hrt7
l4mQEEhSo70VodWFNWhG0+DuOA7VV8dIprdj0sfWZY6pD/l5l6CYHVepvZ5TqrWmr83jZJcwD1zt
R1mrfXN6vKvurxDWg4zIkJ1H/paB9pft25tqGkVenV7TySq/5ura0mvBk+5sF5yjx2PtbSxE2FEx
pchESNsclaSrtU5b0+zaQwmaX1Fn0ZEKb9vZOyr+7I8kzSqkO+k90FKgAdknHbOKTXs51SBn+38x
hqiPuip7y0euTP0OaAH/3NQm0lzvGkfJAPfo+Tt1Tqo/lbH/e1kXJz7YOntTkrLF5LAcBCohtx8q
jxCiK/B5vvIzpvyMSuuAzjh9ge4AebYX4xH5w5SFCwdYyOa6KWxw8CWa7FeRJM7yyaumXHxHT0qk
PqaMtXiXuckYwQlUm+FpVPr4fT/Z0ZGozt4F/+uv2FzwqjFizVA06bXvO/V5dHMEAgsS51M/teYb
K7f0EGTFMB48ufaGlcFBGg6BK9wCNlKauNZQJ+nVSaYyO8VxbL4gl6P+Ac4KN7p1QE7iLeTV9UjW
fW8jIakO5kjq5dz1DMQw4RLf6OlVgI8PAVOSv+gOxlFSb94+gpTvjkYd/WcJAjjuJmP1kgWa+jSn
V3TD8nOzzN5nT9QLJbxZfH586Pe2E9EdzJbE59Nfut231Vg2plVnKbypBGFHjALq3ocEmqZB3MWW
HnSOAQi3zrJc+DE01EDVEtP99PhX7E0YkRD5IOFJAm7/9le02jCsI4S4qxshghSos9Dqj1UhJsc3
xgrT28fD7V1tSDbTu/5JJd/eMjoUsX7KuUJrCj0/Rkv9Og24IKSIJn4B050eDLc/u/8/nIwdvwTx
uDEXbS0K7G1tI2vPeMk53sd6XYFX8LgVR7fY3iH5WVKSqHGZ89wOV3S9q7daFV9tzG3yt4WuRh3S
j/jciKc29ZS/nKiZrHOitHZ9ebywuzOlRAGgg/vjrnTGNbjM0KKA61v29AkTJOmootT5yS3RfHw8
1u5HhJUM/0+yE+4Ks8sE9rZlrKTRpgCzMyts6kH1geknp8SZnd9uYEu6hQp2G24u6iabCK+YYkHt
TYmvq2mW8ykp7Ng7KesQHwT4vTUkeaecTmGC+2QT4J2pB2+vDOm16xvxPm3bQhZdlKxogl7XB/1g
WnvLSOkFZCEIXABbm6PnFWMRDQ3p+kz/CZOm1bS+K0tlnF13Sr+us3F4d+xO8Ceg0eVKJjO/3Z9G
RjHUBiRyLYt4vORj4tWBklU98qCI85we75LdwWgsy64aF+aWyIaNQFwhvJhcE91oizO6h9Xi60iM
9AjXIR71eLTdxQRChXGb9DXaojXtDt/6VjjJdaJF8YqlQv2qgdg8gcJJrUCoglzx90ek/AiySWrQ
8+q9XUwNds6SDrxvkOQt0dzp/7XaKPtYNsN01qYxOVjOvQn+Mtz2ZmptWxkqpJ2vFaZVp3KdecYh
UXHmfSz+Xakm/Pgv05NcOAuI9l2Dcpjh2WNUxOdDTvEfgHCv1mJjf1cO9uJHtTX+h1BNe5CqMcmi
NKO8Xc7GjkSj0Vi4jnapLUGtNMsfXdZH3hOZvvHyeHJ7jx2OgCVJ8Qh7bCsHOspQ00TF4pprjXrW
qfk918DsQztRPcV3ja5CWFv1/BWLnu+Ph977jhQ/IRJDeSdv3WwbzOlyFfev7Lr0xp+5Mqupb8dd
FprajKdprObfHo+3dydR62RhiTDUWjfjZVnRWaUyQ89w7OYHpdW+PBVVVp5HuzKeSWe9Zy9q9fX8
eNi900/Ji7+k1O4dZxqxFJhtzgCQcpj1l3miEBW0NiSmMq2V4uBs7A7GM0N6NMOB38q39U4lulhN
clBqY3eFAc0JsZxxOLeOOcyX/zAzsKi8BADNACG+3ai5Kso+tXIsa2KoEgifFh9dJadh1FnJf0ko
fuLvgMyA7t8yHIs5LtYRAbHrrAzN+uzg4vPdrpPyAxpDlt8vuBj4+hjrR4zn3U2K4A7gC6m7te2I
zrPjpDyJeZCmTfunWbnuOxLZ9WkVaKY+FxTWnYP9shlRgic589TxOBU8rrZQq4xk2KuVhApVv6qh
XrnfNLNLMLNY305FnR3k3ptD8f9Gc8gppEIboOzN1ZulCsgTqy9ebXXCdzZGkVn3Fxx4onOtxW3Q
QdZ6sza2MRzs1PuBYdexaSjOctSgMd1uniaJcpGZc/GaRsnyJk6rLwMftoNkE2nPIptJO+p8/r1m
M7OlMkkfHdgIHxQ9pttBCzirkVXG5Wvsugtgw9zwuksuzJl7xIoM3P+mrjq4HfcmCkAPaSrkNoD+
biY6NnGkpxyVV6K9djHyzntWDWy3YqzXPnSLnQeIzx8NuokDPyeKVgxsch5VpIubQeNkXKAN1eVr
sxjdeRSrZp7jeFhfU/AmRzxuk1X7pWBGnZeGimHSQ+ZoYnawiQNdIyLALJZ3jjUQNVI4PYIOXKjz
0Yt/ezQYyAOpTWuBWhRncTOrxtCifCw675xEKLZEi2l+wot89KXJ1/ve7auDm3h3PPJDKeRs8S7d
jDeluqZMteOd06p2Ll3Jzix5CZ6BDc0BFPKD4bYf7ef0ZJ4hawvUpDa7UyOCuomie+fcrZu/hNI3
57q3xROF6iOW/84nAx/HvHBDIU3cFnC1zoKO2ZrYJRSVdapivQ9Kvf9Nbgsbg9YsbU1ZxgTpuO2p
Ws2URkY5e+cZA3M/Niv7bCZYKuhaWVxsBTWvCp78EyI8+kEQvZ8fI8ubCbEKbvut6CZuhYUe2aN3
HlPDu9jaNODhFx/xlI5G2Wx8PfZAaQy9dyaOaSEdPvuS2DgNPL5m73ehnIvcf7wxATHIbfPL0z2b
NKMujdY7owQrzRYnkxoJcgKu1Q9n0Xee/3i8vVlJVBN1ENnA20rLwKlrWhPLvHO3OulFrLyfKSfq
l8ej7M1KIootGlaYD2xHUSO1bvsids/t6trPGVS+xG/10qHDbyzk8qBffndeWAAB4gf9pkm3uy3O
RXXWaJh7Lbuso1u99vbSvMK6Tk+P53V3iMlNMMNA/4ZQxZbffK040+zeyDDDala9CVSbO3Ruy/QM
4uhICefOEU06fhFuuc1QKEEZbbP/FLtWlE7HU6iLm/RLTl/2yfIGZQ0KTXf+Mouh/0D8F2ejc5PE
7ysret/bnf0jLroBNyKkV82Dvbq97OQvgo8Bdow1RtR9M/t6zbEbiKbs4iVd8VIYXflmJks70XBB
U95etTcLGt8H5YO9Jf91ULnVfj0gIq7aGkWaC2q27aXX2ugUKRAKxhTP7t//uvQKeMMjWiLVy2+H
slpWV0kYykwqgeoNxqf4cvdLSf05LY/0hvYmZnHhSQ8Y2qlbrckhygbFGHKsPzoBoZu3iWtT+3Q7
+wJMvzmSQbw7knw8+RCUUvV0YLb66COWI0tflNkFOrR4p6IUBjcJ1ZcUvYdLkTq/CV7S5GYBRsTM
kF3kipWB6JfvBgoiGk2dW2AxGx150mk+o+RRnpqYrOzxd9s8c+VQUBeg0pCCSbjU5qToianHpTdG
Z7N0YvfLCFu3eLaypGpfzJxGcpBjPaIPmKVbGP+MzYQX2eNfsPMteZJJgCr7h1bmJtFWtd6InXRQ
zno0Wf9ErZ1qp7kw6g+RJarqIAjtfElKd0xTBQ4L5G1TQlDjFT5Sr5JJZNUMpKYUWO70jsTbp8M0
eYiVtWt9AKq8X2MOBi9PEhigzdDcbj9nmWeoErkSYTAVTqAXa3+qJ324rJBxPrBnh1MftwniJXV8
MN3tyFKa5ecpkX1KOPybPK2PbJyiQNaEBeYO65N0lfhLeEb3DpYYfD58LzsvsPWiDdMsQTTx976s
bLjz5pOvQ7iSoC9u592mTuxEWIWGauG6bYAJZfM3ribGeaSRexBf5Z/1a6r9cyxgx7i00y7hVXo7
lgDBQRkjGcO4G/Xk3I6IlSAlvDQvuSH0/uQ1WZp+cu14eunTMnbekjJ48dPjCW+DPD8C/BQoOQIg
T9VtnmokSp5lXjqF8Cqq58jT449eurif0rrzPgJF6S9WoXufHg+63dKMBM+e95vcXJKnczvznl+z
OjXgpaQBIfoDdjjlo4sHuao/K6m29t9LwkjyewV+anC3o8pf9UuIcrPE0FFqnsKpTdfsq7Y6uXWa
gFda30wbNnHAs3r64/FMt5FCjgloBaUE2ZfmoXo7pqpU1qh3+RKWSre6Z9SNxvGEN1qm+a7opiMD
hZ2FBSxDtvfTaIzX/u1wY00VtZy8JcSDzX4arT7+kpnc2+OiJ3UwLKk4SpHu9w+ga5oXCCfaZGPb
YKxoqte4iVhDbSVS+JbWgw9rul57UWNVsZ9HroN3PWIEB12NLbRCfk0SMvCdPHpAZm3RBXgmtFYk
linsY0354rbRMPiiEI52atfyg+42DoQ2oIgfoi6y00trJtqXSEEz5gWoYn9kSXkftcjciBwa0uoU
XrekBW80+6ockzls0iH+Ezpy/Car1B/DVCmfOVTOe1SP009cV0c1rfsgIlNG2eNEOUZaxNx+8TUd
iq5RmimM5nK+6MKITzHI6a9g1LS3ZZKkHye66a9mtHbvFc1GUezxBt+dOIBexPUIZahZ3I4fjcCU
LYfPQF1r/IzGvNcinTuinoGihr0GSSzyr43R5D9AL1ZfHw++s/loDNKkIEMHWb8V2EqQyxyimcnn
yaqcMaDJXltv1mGZL2N/mqy+wwhQbQ+e9ruj8oiT8kASY7+5I2ZUkRCYcKYwqRJxXkxnCR0MCU66
mtUtZfa+fCJmHnmAbXGBcsOj1y21rU15Rd2VvDU1sXqcFAFCoNm/SNIduC1RBZqdeB+KaBbnsZrj
i5VZ7xWZ+WlY0T39hwUHrcCVxTuWh9Ht16b5RtRE+z5Ukmj87qGplSRqQq2fpuKnKBHNp15JvMvj
QWXqeHtPMnFg3PIdIp13NoMi+tKvWu/OXPit/aQg/VH7yHFG/zweZu+zklbS+EX4gOXdfFaY8FJ4
OkeVu5tbopezIEGnKmodzLpw4sDoMu39gsdwfZAH7NwRspzoyniGYvD2CJtLPkeZKNjFTl1foqKP
PkxN+0fZFeXBzt07rIxjo95DuRYc4+3n44moDno3zmGNg8ofXbMsX/Qqc5+VONeni+Msw/tYbz3e
XpCUDwL2ziy56yHJoYRHqNx+xWjF45Ka7RLqSLL7HKAp1Me0at8Yq6Yd+YvvREWqswQEuBTUrJzN
VW8kubvGoltCrR113iC1cUrMXn/hiQ2ISRT/6Kpr/GvP6R+mkdZ///ZG+lkER1gc4Ts0T29X2eYR
v46as4bmGC3RhZwSBpsv6iaKg3kZvORtOYpBPTlAaY8UTHa+MFq+QG/ojUl7rE1mNRgp9Mds5jrG
pUbxsZJL1rfmugjw0i61hTbFeFrtFbXxUzGWRwzXn65Jm7NKWIT6yasal9Ptwg9mFk15q/CVPXdk
pNKzlFNswE1+LXWxlsGkLHmVBA19mDJAUi1WX8pVS+sTBQhbR+g2TZqzKdXn/1LLXDRhJvLqNOiT
o44HV9dOXHF1Dh29WVjgdxnEKtUWhaHPodpOy9U1IzNw1Cb9zY66jNt0gGEqGZw78sDNdhitvLe0
pFhCSgupc9ZWtTibBqoCsEOKtHyarUE9eL3tbH8oKNI+nvYhD3O5S37JdBE1rtNUX9bQoyyEMWM7
ju/W1FHflehav+97LS5xQ3CM5iVL7Om7aFV8RB4fgp3jTo8UqRJgIFQgtn0EE5a/0lupyk8Y4S+p
2SD+iDAFbNAKHPP8N6tGco2JnOS9oL5wy9tcESmkQ/DFhRrmdrW81saAb/QipTBfyrgojuBeOzcF
7zWpi/JztK11GKYMIo+QcgtdI56eUtecPwlUjL+qxqA+z+48+oOXLQevl71vihQhKTY4RZrBm5DG
jTlXWpGoYYpnRtC1nvmmq5fE12q9OAO2Q6IQqPNHxRX1+8ho4oNLeG/OiPpI76ufxevN8MnkJECH
NS2kCOn8XQyr85bOUPImrzWtCsiwk+pkL9Jr4/E+kn/uNqCQanB4KEbcF3pdRU/irB210K6NKRIo
R6z58K7lpkZ/IHKV3gz02hHRv4+H3YujqGhxexAYuCk3h3Y21FLoCgczUTLjhOqN8dld1DbQFNhj
CJqn53amu2jkc35A8tnL82i9cWhpMFKw33ZxLZVuRzp1azhSvhLBII9OR12g1Zw/ci8bUj8dIaP/
2aPqlLylWw+EMoNRj75hpP22AZk8wzQCafngUYXm0ab6ZJYmB2is1zApW/w0M1zIoDol/qLW02mZ
2t6f1LF9QhHTexlShFiiylT9zkiOkEJ7Dz6AgFJYUdajgczdBjW09+PUtfglpTI235fBrr/P2awE
XReLZ7HMxslR7Aqcy9BSRV/FUr3xesoo2hRzIh9vj53TAE6QhzYwBiQetyjXhBswdSedb4QW2bNF
Ze5MtFmnE5qT9Ts9U2Hll2XSHBzCnV0J6IUo9xM1eA8KT+yqpLu+hIundCok5moZg4zKTnyubLe0
UBHvMDR0o7k+paZG1fBg3jtRnRokPR6a0cgKbV/7hkLlbkCEMUwW1bzU0dr4rQtj1S0c7fdzVelc
QrsbQTYMITcn0KzmdqT1xx2GuW+4dClUN05k7U8EvFe9w8rU75Y0K5CUMIzm6fEH3j2FYAo4hiRx
tLU2V6hSVmanqBpfWBtFMJqL9U7TsqzyXazl38xK1ZygPtTvrcLkiT1TW/etpoKL9vh37C24dFbl
vQeKDEzX7abP1arRrE5uelPDZa9cxCmuFx2DeqEcTHknHaKUQzFFCo+TFem3Qxk40QzwsNSQx5b+
sbHz7qwLTfv4eEI719jNKJt4EjctsIyeUXo71771cx5dS0d3L1rrogapDe5np4zyF1Bd7cnAlOPb
4+G3BxfeMVuUP/CnbBSB+naSZILCmt11CbM28l5dJ2+uWTOn39SlECk3ie6VPjrO5kF+sp01BlcY
/tAZ4VmB3ca2+VPQ82l19D5DgJsrSHiQOp5viGZ5yoq+Hk6LLWoKrXXzuendsT3lGdWvAzrOdivJ
3yDTTygevKbvYpanTZ23ZJoTLm46QqygZ2qetDYF5ZFnnfObIC9yT7qZLjJFoAao5G/fmrmHRDWs
QSeMyfi/FEXaBEUXFaG9etPHBWdXqHvukbz8Nlv4OShVXtaaz2xv43LsDmltlqUbZuCPAq92F/Bk
fe98rsysfYcSqNOdf3dDQbZGZxgMN5+XZP92QzV1x6dLajdcIkje6tAPH5NZbUNrUDpxapWu+ox/
QLke3AT3+5hhf9JDKbnhDroZNhusyjLzxA3jVLdeNGPAVpsc1Ps4JIN+KsrFCZbImY/C0TZGsL4S
bCXbwtIPYQuiqYzcRq3eYw/V9oDMjZN43qmwTcxyHi/rzmZlINoDgPHxJdi+Y812iPoYgfGwcCjA
INc+XJrI0l8KiM4HIWF3KMARBAXsQe5kprqqMYU3pW5orUPy2rWWDiOuqYNJj6uDzbI3FPcZD2O6
hy7EztvN0kErc2BaemE9WM2rpubTBRiU9W0anSOLt52TwFxk/1fiI2jw3A7Fo9BDXL/wwkGJx/ft
6nD8kP0OpyhOPnT17L08/mB7OwPVEbDqVJclCuR2vFmrUJVzWi1MRdZDNVizvyM9GQ8WcG/bA6Ok
6UsBSiJwb0eBKQTMhKwudJ0KS/Gl6DqQJk5vvdTQh6Mnw4rKp9EQ7hE8Q36ZX58hcuNL8T+JN/lZ
prsd2Ik68KhDZoS13murj4Hi8sbE6+y5sxQtCgAg6k+FrS5vB6y6lSCyikPU7Db5+/kTMEqCqYZ2
0B3kpSrZO15s6+E0NCbcNNOpTm1e5Ze2mEd0puy8JktIRe6vek5/6fH33Vt5R4otUiAFdr2lI0+E
g8Y0YyN0kg6fwLlun8eSAyKUpP28CMX1O5yADx5/e5tKRlY5afj/2/MC9kahnJVooYFQ/UnQtvuf
6Kvmz8dTu8v1WFk8vygtWxI1S9J3+3HVsnITgPp6WJZe+qakSXO2+w5HNaXXz/TYHaBtSv2uiXFh
z/tlrU6d8I6km3cWGDdEkyVmj6FHJWPHLzUb3UIobS08LZwtczTjM/7ZnRkgmVJoQTEbc9afR/pX
sR7AseOMBI8XYWd3YRFOXZjmt2XfkbyEMQ6j3almOExx/CoKV/sjrnrnkiCQ1QfLOhc/DKdUTq47
HFWld0IVNQVZ3Ccqyg9xO3Puk6pbssYMhYCi8IxA3mAFHayeq9HNVp2cm35S9fgglOzEYgRo+OZg
YxjW3aB/orjx1AllpHBGGOwcWWv3CWaFC/XasJ8fr+1O8OAdw1tGUk1l8f12ggg4xPVU13qoGGlZ
XfpWn+zT2Ma1aQGwRRAzSHhQWO8nUynF5wYn6Jdyqr36908TiiV8XJaaD71dZ6wrWrIjT8cb2cs9
vxdmfnad2lwPttLO90Sigy+J7SnS9tvj5C6T7namMMJeePG/FQWp1l+tpjvHnTv5QzIeUZh3jo6k
E1DypB3HBDYbaHVRZKr00gjHSV2/51NGG7BbP4qxdp9AF09v19QrDspxe5PkvKhc43LgLd7J1McB
V+DECPMOQ213Gk3wRmBiNWswzzyMj0Dgu+PR4GUH8QCn/nG7h9BxI3sdEWcVqSlOTmTO0L/aMkD6
M38igRleHu/ZnXhAcQOCMsNRSfbk7/klHGXcBOmw1naYR6OOkA41Y2/+M0kWdzjjOq3N8XPUeTR7
kbtPlPkyodV5BPLcCcxU/cFXefB4pXSa/PC//AjkT6o66XM7dBvTretAK7Sk/jIVg0OK0YpGfWul
6Tjq595Ly/QPgCNoBwadXi2Dn0dzdpT+3i8KzyZMx3jcUPm9E9ScPXw9lqqxw5IKe36Oq254k6XW
GMSGmX3M0H366HaZ99U1yv9w/TM28G4aSlRE7skrwwopic0VTvk6zgF3CTqT8VBlTqCoVT2+ndxe
jAHlNy32O7DuPx5viPt4yWZHfoebib43umG332LV+0oTSmSGeJtXpr+WxfQ0Fqud+o1q5Aeh6j5i
ysGkuiVAWPAU8sf8+uFTnZvQLK3QKcVydtOkvGRN4jwbU/eZBCT66uHn9L40kvJpHca0PIhgu8Oz
xpQ74fxA0L0dXgyitrBzMkPGW96CSKOTVljRpynRUJdYovpdMgCHPU1OXs++2fECPki3dlcbWWS5
CkTqLbrFQ6vMcVaH69gqij8WNf/U6VP1Iub56KDvjQSdlcwH6ArZ++agt2uVNnbimqHSJM94R0R/
x8JUL+Y4J79Z0QMfIhETSF5id8KX3YQwrtumRMHIAqridfUHdJ7Q7rqAGijmD0Uy4A55wp/Yu4Ln
VONwRfX36+9vYekKxOWHCeSdGZkwsjS3GtsKs3Uywjbv5k9q0gx+0uAk9Xio+8xVNvxAdNMzkUZ3
8r//soGzJTOGavSsUIlRXQtglgPdjm2j/PZ4nPtrAalNKjrUxbnV7+70FWuM2qwbJ+S9nFw0d/6I
CvSY+FmkGn4VrUeFrL3dQu0MmQPCHxWezcGMa+7CZmC8yByX2e86g9dQP5Xlsz2W9cGGub/XmRw0
ZFkE4BLadk6VpnYanjlOWLm5/RV6/NSGHj4uxT+LO5vtd31CKd1vo74yD26/vWUlwCD5KBvplPpv
P5/bD5OlZpEdtiotc9+1FDeoK8sKlCJPM1+rsv/9/nckVSK+0irljMib55f90hqN7laxa4dII9X9
s5sbeeubfR6/H9vCm87QpY5qZXurC7CG7UPaDZxp8ynHZnSNcVFsMv66+dCM5ficOI393qqH/HkV
sdoFuSvKo7rg3h1KPCMfNsgq7ixqiJsZ4ovsIKc166AHFcmDtc3yt6mo05Nm9ctynlC/+TwP6m9a
TXBtUxEBG4lPCKkbl+ntKusVnmAiEW5YRsoQJGuunEWRiMvUqDj24YZ4sI12Tgv0CRcdBKnDe5f4
D7padZrKeBR1rRcAeu5bdKCKvybD1Q6quzs7lt0jNQnlyt5Vd52ZR6zZLFTm7No444qHEGMEJWTN
tRF2kXNELNodj8oj6RnqZrSkbpcyHfPIdiIKkGU/NjChFe/dahf1/1Z16d4V2XgEC99bSmrJaKEZ
MHKgut2OJ5wRX25lsQFYluWpm3tu4xTg52wsyhG8/67VSHonBRZlbg+dDpXt28HSsqi73Iu9ENl0
69IXQvmjcFPsXstmuaRW2wamYmREWWcZTxpKo7HvRJb2jaKscQCbuj8u/BTZ8ZNaULRfNoHBFuTY
9EE8risEdSEfJd/KxdLG8yr6/MXWFuOraTZxdUGlofz+OChtlZVlmgupCxQ+lhRgTI3NLaa3bqxj
dOuF+aqrUGzLsvMnx+u+d6oYc382i/HF9IrhrESVMvhW5eBdaHm9mZ8Wc3S/lbgLvXcU9+gcE6Y2
+w9NN5JhnibybNGz2r6H4qaus6pVUMHUdABClZVlRkB5rO+DJIsLw7eLSM1P47I4H1uLh77ft8tM
93DAiA8dq6ktT5biDV+wMraM85CAAwg8Y+BdZeSV1Z5sDeGpCAUR67wihmUE82xiAYwA1nyCd7Ks
X2Wf51mrc0UJJitKjSVAB1Wf+yBNPaRygsLUc20IZmSr4sGf1kJL12DsRhG9S1e1zL7R7WrH77Gq
N+JS2uQIz/BX0qTz69S2oq/KoLe97keF4cwI0uTKEuP747bt9GOs5CI/28s4KTZKr8U0/WGabSxe
Z/ymh0uC4bT6J6WFanlfi6oUL0ZtKt7VmhLHfY7UhSai33EFaKPvNWPUPVVwA7G70tfYK97UbT4i
i53Gdvxiq7WJY83oRtoHy21AvGb1MNZBIuLZXn0LXlaNRqHKCq1Ztv4YhLrkg6+Za1q/LK0Od8tb
3FY8dfHUFG8Xtx7N90mMhUCIi7MpnnSzy12EqXX0vnyozsVzU3tq/lLCOJ2/AM2Yi6DU8jY6695i
m8gHtkv2LFxKvWcDy43FR1/Csi5K20XuGTMHrQho/8QNnjCx3n2cBk1f/0GySDdelcnCMBoacI6f
l2ctRftOmaHW+aNLP/LDYNvJ+o+ltJm4uJikJK/9gFPDZc4Utf/oxGW+PmU2itAnqPySTaUVkAhC
0G1jPL8Af129oM3z2b3iAVnNP2hrzxoa7zYvwze5jebw31gylFV9mvppEdZ5gm9tBlWDHW3na8ba
5LnvJmWcFD7oLGPQg5kem9RkruBsfdEHhPTwhI6Uvnr18qWOTjiV9aL3c6OKlRRtJLS03q52SXtN
qeZ+etYhDfG/rbmoahHQEbIT8RqtvdO+CgUKGhaq9mLk2kk0pbY+z/SzMH1uwYMq72JDNtwDo8/s
OAnqqbCbb0s1a/mbdLbN6FIaOYC/8zooafxszchvNGdy6RY9Fcqsbj/52tJMyQRHeAVZdypaDmnh
l11U229Kz4FMvNIkqV6Q3O+8D1otjNQOtAHL3ndjFMfdP3G0ZiJATSTttHNiF0PXBZhxA/oxvcbO
0HeOFAKTN00scUBfIkHiWasS+nWnwVq18myl67yeSwVEqj8Piud8V9A/kvhErXptxyWt/EjLes+X
dKPi/zi6ruW4dSX4RaxiDq8Mu6to2fKRZb+wHEECBBEIEOHrb+u+uE6V7ePVksDMdPd0v7Ej8XYy
UsJpp8OcC4Cba8negMm0CQzbZyMvUYHcy4ciX+r8uQHFGcf5PMr80Va1qu5C22CUGjcBAck1DzNX
P2YOkuB+53UbX912Kr8MSThs1lMXGfkjV20h60mzee3Qz1KVxnTIk7Q+rli/36F6ShqBvJwYYzrj
rmotkTeaqsbeYTWMbk8+PfLwclThOBzUrmTuHrwmVey5oE35h4kcYeV9St1J+7Xokg856tmk85+5
5En4WUgh9Ru8Rr281zBSZF/ISuAgg1UcAncvoE4lcHcYjvWqi2X3MuvUpvcLNirjA03qI8/vFhGa
WfaHAHkw5sTA0+PCqxp6Cdgl8/rHUqiE/F7tqSsohEBdTktuqb0yKVN1ye2Zk3s8XC1/S1hN6Cek
+yYh7euSpTgLcF1a3C9LdhYvWA1r6dZntjrPG3EwpECZaU32G/h+SkgPe8k0fElmjT9UtOvMbjoP
cNRjQOvIJ3koez5ni0rOu1Qe3L/hBWnqoXBe2aHW5SGvZ515dVvyM11uwciP133X/vwVBPxD4oM2
BNRTfW4ZvTNGOCTnhlWeuKRkAkIoJ3rNfp4QMBx3tFW7vXiTzv7nLlFQhhZiJLi51qL9MN0siP6w
xnayPY632IkSxsKzKrG5kZKlTH9gLVRW9/sSQjCXzcPe6h2uU7B/cC2KQnZB2eH22sm6kwfivSDp
nBYsXJhmkJFSMdDZOXlDDVTqK4wxxPEOpVwaxFRb+Cj/8AGvD4qFP/YGQw70S/JTnq2I2GAtJGjP
Tb0A28T6PUzLwfv6vRtgXlqLO57aNbnDv93Ur9EFt/63EJzquxQTqr/JJF8hMa8qEdZ+K7v18TT1
bDCZHu32s6qT2j1Y8CAfFr2GheoNDADb3sMmXZ0jvxZn5sYrSBUEiiY7sitTVbCuD8C066uF5Md8
AcZcihEduwA2qWUla9lDpoZppVMQCr4E4Nr7tNMWwoOeV1y0SDoVK+KZJLroJ0WRRD6xs00K00Ox
TNaRY+U6GfakrQ/bG482tLcwFhG3JViNYqEg3x3wbHNYcPC1rG8E2SWx/8he6R66PRXLxOBztnyv
atGF+6L2unSTL3jj7iF8b7vv9jiT9Qs5u9zCbvWwurhp3cxd7w+DjaJ+U7XM1ZjinCIsHskU/9kU
iuFHG8s5uZ5xX9dlgmJ4bSScKes1/mSHk9u/Q6sUn1AA6e5eEESj4pugS8noIDExxyGUHFlzgy8N
nilS0zr/KZquCBckn4Bd+lUk8VTlgDrp59cZtgUXBK8oA3nZ4Zfrjr3E/JmsYREP4M6w4Dpi52OG
M1D28Y1sUFD+wa20+8kIvo3wNcBSZsgjnKr3GDf1QlWCRxUcshIHyGvSqk9kV/3bFra+NlovJyo3
ApjurT0P9GfE2wfmw/xbrQdY+AQ5fWoKS5PIAenH1feKtu36LOXesut2tHq/2p2hAU/hgYE9Z7gG
XbDYiSBBK+cceCgiXzt8Vpvtz07PVYN/DXLnaxDHnPXyNOeftbVwk25bsv7QxUzedBFSyBpJc2aX
ldvttSjIXH3yW3R0ggjEwlWHmVR0Vyy7lOxiQ6Pso2dck1uWWCg31Yoyes+33b36opj9i1Jt0n2f
d5atPXaG6y8lAOTkSwL3SvdbccRxZCI7iwFt3/wSYoXH6Yuzyh7SlNs/DAtwbNhKWb4eRhQviFyO
Zd/teace4FrIxvCxCHSXihTOHLLxho48MzU6YXhxorVDJKUfAgmZuOK2JdVN5ocvEUNbHK8SLMCK
ooCv6a8WpdJDk8HPdmzr2ZJRlHJ5nU+8kEPWJPx1FUr+YW1r5mveWRF+RN4U258Q4Ss6hIbVeJsX
maV+hOEoMoIWB+byBxpM231OmBLuzeTwtINyl3h+i7DNgTknTyh/RJ8kgWQfDM2MRjFX6Ndn1XxG
eVvTewdyshy7NpS2h4Fwm15WvK6R9wWhzb8Z2i0MZx3GwyuBdkVeFUW3PLggZgZNwFnal1yDQny0
mXTuvUxAW/VSWLdPCLwg3Y0JkAZooiIhV2prUlSj4nmN16cqfDOZcmkQ1RUQCdRluAYfz9Om6zUr
SVKvaO+6WvT2rNIvG9v8X5ru/BwrfJKvrEg6M6GElXlft+cZPsU5ZB2mqBJtAnLeY+jWMcLcQA7V
phQbWTjhqA96mS8jVRmSrpOWNPImsF/efUf55NVEUaWSK8g0H+c+pqlORiewEAauuuX7lRXtMT8v
mhXkG2t0s09Opkdxpa5MxRCWqtIXuNas7ukI2oJRkvshfgI1sduUNAwljhS4zr4rGkV+96EBXLGk
4Hx3I4UrxLeiPOsr8qI1pD+8CJb3nHm2TJ2rV/eCyaJxI3rGlkKqqbJ4l0ssjmJahEkzmx9S0VKC
Y13Q5h43CKSufaVbXQ+UKXshkPKfY+06LvGN5gbcd+75PCLBxzUDVu0WdY1Y1DJ92RLGvwmdFueF
p4WMY2O9DSNrxYx8HQTdpHceWXX1lG8ajqFUMqwjFqwi4Wt0ukmRo7eJMOwC3uMpjhBaLHLDXBW8
+RqBokJIAYV25yDtPTLDbZ/QmmzrQzX7JlMvyVmg1LoB+YxZDmC+Bh+xnW1635gtK8dZqaP1GIkX
0qCBxdr5o4pnBj8uXEXwGyy9/LsaVigsDOYhPNUcBvjPmJ338teCJ8pHi3QBvG9nZjDDkRL/1NHt
kJlm3tavYYb6dKTWYgjysN96byGSx9nTSfEeymL1d5maN5A1+eKKu4xYo+9lXhCkvrWB7f2aHt0r
PBar/xA0Hn5U6GXT3qsTNpa7DbLFbkoWtgmnuNADqwNpfyKlLqVDYsG5YCN1i3Avl6y4K+JWfuaY
twCUHFmn7sKeIJRMZXtR9zAOCe0otThMv/oEBqdz23k+Jj74dhBSnJ8syyATyhYPZcNG59w8MFEG
3AdYEesp8Ek6hqzQSy8+ooRvfmWkGBYhy3cgHt16EWtrioFwuatBwVpHTjRKaLiKdmlKxOSyZe/3
ltcBAYIcZS5y7Mkex57WfZmb9l93HuT7vsDAvG/Kpf6X6o78qmMT+eAorKiKTssMvzWHpyr5UCak
W3U26Dk6mkyyK8nW55JU7w6E8L/Fn/wcFuSChKHuTv6DITceo9OKa2CEaFxg+pF0n+8iTS3SZgUU
xHmxrRUUn0BURlOu6PaRRl9mfQGvhV+VT5zqGUhm3ys4XHytNYaTfs19TSfPtiaBQq7Z2OCwPYqd
W2eZHJPEHAnu0sZ+3h3X3TADxXhMTtjt9Se32TGpMhB4saPJTPriCB/W4mWY7SByzdeeR7tnw4rh
ZBmc0F3Tw9Fx+bT7NOi+hvVhvJ6YQT7VbPmQnM+VPy9YrkdQNvoC84h8LWzf+tLGdywCY+5zs4pA
B5SHpTaBTchXm1MhBteU7DfGM4Et4UQHffMfZ+/xRKZHNmRqXRHAdnbYJO7Ckb20RWSwR0i78yUp
S2bHNQREuu+QSz06uNE8YW1ik0OHCxI2ieSQ//KD1uk0I5BKwlopEVfDcUePUEvRY2iQNoBi6eHn
2m8EY3Gf+A7Maex2uLgetc7/JSuCnYfsgI3KgLds08MJV9kvJT5ZNkHrRZbJpMHHcVkDLPUYQIum
Z6vlX+Wee9e3XqI6LAca+pHUa/abF6k/RyuyjI4UwCM+C6E1SjOEVC+28Mjn2utk+SlyszOs9bI0
6THQQu1e2c2N6CgNuUQMJ0+QWgEFhaFuhYHOY+NhgnlVfcIXlmFlpG1M/c0JDNmmJZ5g7q3NG3jy
veqLKhY5budYeHjlpdBXOgpp4OwPWJV1h8EDpkeLBqeNC2aCrKB2xnf80cHlyCxYRmHqP03ysaLK
87AOOWsUMkECzk2avbHlaD8m2+qXXGn2w7PWjZ0OsNVJ550+2xNgC26Tuf2qSNDrRRc1Cu4CxY/q
FXQ3wEBELN5hj5ptWKWoJMZyYAc3HLO9wEWpMt4f7vBFTwtVNuOex0Dw/3Z8gjmTxJZ/Aae6HsKl
xY1ZJGLDt4My0R8+y2bswfESO717qNGDNsi4+BDU166fFTuxh0qyU/WNpDmBgaDgfMz2Nn2u18Ok
KM4p7Cghme7ygdS0+1MWYsUuGy6+9zVfqrWv5waei40+xWf0PwYG2QXyRPtQIwW5z9ENuM8QL84Q
CAR8LIWTq4CsFBt8S01I0PRIqdzQrJsvP9UzFL34RrL8gu1+IFwZT6t5rNZ9/YWOIcfmjbLJHycO
Vk1+0/XrjqLMB2EXifk6bZd/KTXCTICfwg+eCytGbjG19WbBZtoQkbZyvEK4TPinpTH+eBZpoe6b
s15fV6pb24slo08WRXq/xBYy3/vNKHzI3TaZALtgZzmRnc8I9nSGDtTLrUJzX4B5LNHH3xjAxGaA
xTv28LAQXs893q0oBg5AYrlAzraJSwncKVyAH2JoEYh67ZEcGlHXxTkvQwmDajOQCju8E5oLTR82
4MzrlIJR6b6mZ5yBa9Zuw6AI4+fgkrWdFPwuMfNLw9mU25R+rtekTO9ynBg3YDF2t7+3JIUyWmy6
tI+ZAsR/N1vsINzmNSKWtEMvIEeE7OpXWUQK2AUuTRBZ7LkCKowp2QwqHA1mdJmXTwFsetb7HR4P
0FrXVX4l/kD6RDjtgj9impLcoRfx6dDyJPo+LeCQMYAwBdeU7YhrukkPh7ihXSvs6ZilxO9u1p0S
+UYu8KckibsZz7LECc4RqpXeUgoR4Kplza4wX6cUNAg0RwNWHtNuwER+rj0I9uW4cmV3jF+ddtV7
U9HmvDQH8KBhM5byHnCoMb/l6isQCglmz4GStuHj3lbw0Oxju68tXoBUZB9w8P+bJhu/Rsw07HMb
c/cG+doqBylr/FO7QfDG00KBrl93YpNXA4Q375XmegUDdYpGDGdMMixjibn+V+YSBW6H+wvv1dph
BN6RrY1zD2lPMjlMRX6I+ZHfyc4odd0hu3gj0Fzy4SRY51Z5JeJlrqx+06xjpg940+i4Yd7j8B4B
oTOh0gMyLMSxNFPZ8OYTR8IMDvDiTHph9YbbDte9nJpuTdgAaiF8yVXSvqckael9S6LNXnKlOPqb
HM3bhO3kQ/eoKqp4+kBtFSIHQ4x3DQRZX1bsbByjOxZIRhnHobxk8YTBOY60dUO3YPa9wxLK/KJS
Q9RkZZV9Qc3tyDjzdH8/nK1UHz9sWx5WZI6W014qjD6dK4ovG9DStZfIJP7FGmR0IDEHlwAWqK0E
HLES/CaRS14Mti7VHRIeox1Iye0/PPvkr7XdLnuGfuAf/C4x3OyCxq1PdenBRSiyfvhGgUO4dHQj
dDLs7MhEdyfaYWuO7bcoojwmCccT1N8YzmdhquJX+TH49EfE+HDFMMAJiOJN3O8tZu0xtEs+j06e
9vvKRf2zBh/4b85W8ZN0CRwB5znRWZ/GMvcTigu6KnpwgGEHhyHLI0PG04RQwkOMDHgAfmZMdb2s
WPi0nYfmg6Gh+oxn2wQc5nJ/K1UjGBxPlg9n2+Ws3jiGnWxoZbQl2te6sQM+GxcXwvYTuOHRonzN
MOnYe1HGxU8WN/TTx6n8DwZYsx5abJvxaQaVES81gJ5X5ZsPl4TK/aeRW+THlfGobiH39hU6ln0Z
S23iizpQ4aZ2FzY+rACFw4QxC49rhYFDN/AzARWUI5GP4Gs/SzrUcELQg5lV4QYJiGSfNNKDTN9Z
KMn6ym8LRjVYIuN7XvZ6HaIp4zO3H3Ivjt7X46HSTgEqONZmbLRqR7qdMN2pYcB4AZaQk0uZHv53
hppeTyRwcnfCJoyNuwc5AmLugCeOmxegH7QUy8WWO77BHb61ohdqXV6tqIGp493d30XmPXolVzs2
cJg8yt5Ysb9EtSo1wkWc/geqPV0HsNzx73xiMBrJtulqkGxtX71QqrmqqOYfnUi2e5doYx9JXS53
a7UcNdr7zP1HK2fygUJZ4UEtmT2M2CtC3rdZF3rHomq6SzvDEnqowBwlmOzMcg+sxZm+AnV7r0po
xPtcR+2GMz2WB6iQmB62Op/lyFBo7jENKzgONLowIz+QMjPoAMHJoLRcPlC3TqTYIQCuCQj1FKBy
GfmIJVGR/HfAqElNFXgn9GPoxOjISGJe0U+Lsz8LJGj2bmE5Fr6xcv6vmFusCLNcxCf84HF5qqpk
cfdrODHq57wiP1v4MCW9PgFCDx9BwE+IyKa4uxHS/V2GFgh6u3pErVG12feoQzL3gbdqHiywiXAh
WJ57Sz12PFOwct/npU7+K0k6/0RSwdGi72HAqkPssKgL+JX12BAW6b0uiEDwZbZUDwV60nMoyrD/
FzWZ/3ncwKHHEM0+ldgjLXrg/sL2Hkar2UDSLPlOfQJXddZhBBwgo450SpDHBn6vED7v+by328Bt
8iHQYzngJyY7eBydNV7E0Z3YIpxKE1e0ekFWdV9bCXce0ZFmHbFCbo+xLVqQiRiNcT481Q7MSFLt
vMfKkzpHpyvMAqleQnFfWZVkw2kPIESyPPeXBrld2Lj1BmlisBHjf6jvdmiSZu7fm1M6cglVl5wj
8KJzvkuI3vPnBOLR7UJqgL0o12vzCGNslwPC4et7ZuFhiMY3FxxoAeZEJDqocF6ycsuw2lWnqJTy
zHA2GhUU+s7g12+FxOt3aZbFqF7EffnbqjbCvjwzK/63pFnKMQFdir/Pc9feVkw07cVWCxA0n63F
tSuXbbkmG8iFq5a7PJ8NtkmbPt8dQEDwHifmZI1OdsLmkGoHdLN0xfyGO/oC3dfsbnNmrEIfkmdf
qW+WeAV2jUb24ItjYwPvGv9pxUIwTs7GAdt+vOhfsOmk4ZW/OZ2hSCDDfMOBR9AckMAuOteTunby
upojn/hSKnMR0iLGPNhWsh4IQpfe6nKrvuFOxcuJWAqGt29zJPRFbasEBR5NCdbSdXiQTBsglC4x
oU+AWK29AcsHnJ5QT+EiaNpucGm9qiGnC/rHDsPy1s97B9M9AWT6W47TOo9e58i6EN4iPAyvHn5V
JGP3nB7daxQJjjMkb0Afzz1+LHCVnv4MoHDQ1eyQLUwLCXl2o5kOEV1dNf8seAdT2sJvNo5pkyz3
Ddx3vpllgYo5azXmBKhLum2itTMSbT0kF9C5pTDgZue5JgOYheoNy7n0HGBfwOJobV6+74p4mNuo
on2CQSMa9zRz+hH8hSBXkIYZv2+bamZPCQ8H+YotM5XcIDZByc9ieYL4l1n43q1WgRPjsFx4qNRK
zTe8EUfe68rAOIOicwA2P+eODntbnyD8Cl7QaV1kg+u+Wc/2QtwMkiupii+dnpd88n5P8KdZvaaw
hiYCDXqKbdSnD4FdeHYAYPgbjuHCWT93Lg9P255R/upQ899mkvPwCvtAfOWwxGr5VMDr4Vepi4Nf
8LEQCopQhLn4dBhs9H1nPjPqaYas215dvhxTe6K7v4mdoyTKCKuUvtRl/cOLwsBGmuPQ3QQc14tb
6uSevpaQL8QxBF4e09HWGpcyfGMCrkETP6cr5wERhSd4oz5meqmuO4CrrFc7CJ3HIIE89CVaVoOw
J49fGZDviKEctk/VXQ5GvXnfGghSsLHUnf5FeoMH6lWbG+CltBKv9FgSPsSzUPQBYWtdcZHIeOhe
4lmfycXU4pQTXBS5eFhahOf1RQ4K9VbFPT1BNRerGcReOvG4rBu2Xj++JPewd7GqvzpY1fvnDG8Y
QS8DMq96jdWBuI4J0ket6FSuGIzRTCLZ6Yl5GX7vgaNunSg7N93m85sD7oTVo9ODCwPz3ja9slqf
48yI/mVP0H4TuDH2I0IgtExIcNu68azDjn1js2zPZ1UHfkcSawfAQeeg0uUzBmqNO419Qr15m+t2
Hrpa61+bs/oON1r1jrDgEhMlUj9/ROzcJc+ZKzHsHtgAwIlpfyIcVr41rvrG4NIB67FN/kfOdu3x
iqi+4BYX11gysV9XTba3zPiyvqRyM4AKFv+jKX3XoVZts/2zFRl7rlPkskO9IWrbl0rF5N52aysG
6HKAhVKtYVxjzqr7G60BVYFt8vVGVNUhQ9EDuJpn0vxWRUnKC6p/V34RTZD5ZUG35kdOCYP1Ysrq
vjrXOr8hjSxeQZoXD8C7gOuVgn/JIUW9AN9o9z5Zl/N3mcPd/IA0AvdNSc2kW0nPi9uF8Zdi7fL4
iXL4Bi0VLEImMP77lFYLLNmwPlaNLaYSEDkNrX7SfQEM0NqP64WQMP8CjS1/tjR8gtC820fWICii
t7rbUTxzrNf1R7JDYZaovJk0MQBHDySd2zE6c16RqFzqoTYpNwilRY3qF6S0piNenU70uF31hkYS
o4Xx8UxxbEsMCwicsJ/P2R13x4oNXwxNHfuBBoE/Q+maYgSrdXXTeCcLTGO2gDZTEtZetm1d/sGt
qwbUjWnuewE/pQzjWRt+C4JthcHNcv3bLHgoVRUX8xn7pk0P+RxbQL7Z/ZlWvtkuyO7SxbsK7f7X
Sc8ANqcGyHRjlvANzrkE40H8AICqLE0eGe909x6gACqeabGf70vUdgfSyH1ymze7UQhzdOdwrUC9
0scqcc3IVYLT35ocfKGGmvhazLGZLyptVv2kks3VoPuW6u/SivQPJLHk6LGNn6ZfAroirO8Uq6Ov
YUuxOsnbs/2LAEacnNlTNu27P5Zr5RowrxpN2CMkVeweGqsMficEao4SzyoBj+GPyVRMyC94BTEA
Su5ZdklNerhhrRE6Mjk0v2rEUpIwf41c7AktTo5ik+D+z24Z9pgAaSqAbGMBtuR8DNqrDP+c6iAf
R4Em15W2CIfH1GIW9Oh7dVyWrCJugEBo7/ZhgwSEjXOTIVNh6zxaeB1rfKp6xvS3NZCdXWwXSsza
mDnkx1L1cYxxYTIZMprJb/UGEU3v1tLCX0RF2vanJTPEDV0BdLSA0UWH5qZEMWiTpTl6Da0/xGCu
Zus90Vnney9l9Tcx5348h+REc1dGuERCioLkIQZb0t8IIzNiOErtDfLOCOQzroVodQy72ZJ+DlTa
+y3GkF8+JgOAXyneotoBce9Rdct5MgHVq+98g6g7IqOaQDtA+dEZ2kFyVNoVjWMCIOUj1QmKFwp1
EQbpoEBlSESu6vtaLLG+Ndj5M6OpNAl3G2HlMq34YarL6cv2BOlT7Utf77R6WjzdPsvF628YaGYM
3Em6fyFzVt2h1ph07KJVmETj/gHV2y250zwS3mPTWtBpXvX+JYDG/UV96J5LWUiHPkav/wxaSgDO
YGDFQCwIfQDd8cxvTSjQe0He9omm4fybJis7ew/xXNFz1fEHKqi5UwAa4cACruujM80QC823/C+G
dg7hYZHzr6LhjI5aZaDe2EG2rIeKK22GrDX++7Zwf4d6Hx8QKZqC2ywXso24nT6TmOK/QJ04rFQn
WTtu7RZgw+wWfPHNnELOVmfCVT3oj9BNpi31fU4391bCJb4axDwLP60ubPcezJy4h+PoVsKRO7EV
lhoVfcmJY+fDiYDGf+sOGWWPrXx40+YgwArEKWf6LeSivhzY8oGaAGk97WVHR/1hdLVSjCaJOhpA
JmzeehM7NOO5X+V/VUv5X9yHEIAwsi0vaZsu00epj2Nri3b+20ISeGnbGUQrzaoNahE167cZLhgg
Y9EYt3Dbn6ttZHzHXYBKDpPCfIGACIdmK1HQfECN8KV2FrEN2I6FGIO4ywnN/mMXPeoL0OrtGOB2
HNcJEg/Qxok4zfaF0Wz/XnIgFIMrM17csXQz22MjCAerlVspw7gu+QISDfrKCdyP2a4Hfk5ITk1V
8R5o076Dv8drPFV6WeW41aoEv1BQDA0+wgX7qjBG7M+ms6m7mwEWgSRFXKtSgX45QJezySyEbq/b
zLDPRPFx0Ttw/IgIJwIBgtjTtLyZdTYMDwJul/fIohFmqCIrgS8mUCk8HgSj0oj6R7JrhO0cpu3K
JZAs8D0H3lcnW3pjEN1j9g9wrBlMDruc3tBtt+PWGPPHM0ZmfOgWEaSA+SHXtRh+ftWNWPIRFHG1
DN2WFOmwpXPzs6o8zBg8iOvRE4Vle8G65dIg+vxxK53+jW81+ZvKIOWkMISmt2JvGlBnkFCCnZoJ
mlCEPWkLhSEVxy9IrDGxQ0CePyFJPn49cJzEsM7J+RDQi/sp22n6C77m7jHAb2u5uiRtvzgsm5R9
vm1W32ob0c1W3LB8wEGhG5Z24VY4FPyEMZaBihRIlpoFGgUBmyYMCHPzFqsA2MbkZ9HdSjnL+eXY
SrLeBQg66qEpT8fhWtUUFoGFa5Vf1kSmKAAW+aWjivDVBWu+dek11DU4Pp1tx3OEXZAaWDYfAm8o
1PlVP6eNA12gu+68lrP3883lGoonQxF5XckWDQmjLS3uMARhlc3itFcD7kqXYJEd8N8lbrR4hm8o
BCJZLtdsTI8IcBVgrG16UvlUohff/fJtWdc2+RExQJGrACi2DXhDxZkh7E3u7g4FsjpHaFSB53lI
j5oRMbdQZJfwpmoutgHmOThX1e7m4PfDh5rlESUbKjmCd1qinIiapz87iFr/0srkGz7CfFTXDENI
8/E3UZtpwHF8BZdK7aCTucXfVAQ3NYQ26ZeV1A4CZaxA0b5MwK345uDvdIa27Am2uWS5FG733xgz
eh3cSuviUmI2A02DFGR7tVZ7XAFdw7K7I0G9vrIVjruPSM2TyQXzV4MsW9BZzRU9FlBMChAvvWGH
JUlG5U79UBiLUId9xj3Qtgxfb5KoP+dW1/barmYu0YGsLOLCSUr9WHs8vIGr9fxsONScwIUqXfSd
/pDZJ6B190s1R0o+xa0w3VjborSXGjWi+Zc3snnDSuzsLx4cZnNPu/b4VeBcA//gORA5WSMcq08B
2MInjxOoVaLe+YDmST9lMqUPNDvKC0tO99TJJYO5AErCs0CSwX+QSB71FDesNEAU2B7FEwS+oMkS
XRSfZVNGMmgF79J7xL6WXyutuk+8VIGN4Po5UiLPan/FEmDBHwjkHyew5SUFP9bOyc12CrBK7UWe
Tg0oR8w0JX0Llpj4H6eiZreIn/gZK6EMRm41BDHX/3F0XsuN40AU/SJUMYdXZcm2HMZh7BeWJ4GZ
AAkG8Ov3aJ+31mNLJNDd99zbovLUPX4gUBc94ZC4cSKl5trGqculHsloB+U5y00wm4Badw1pjGN/
wG4uAqI5IBODBiUpzQxTNKJQt4Siyn8kRKb2GOM5srsyXfvfULGwwDmzbYO0EayHGS/23i3y7EIc
rlH7yV+KNztEPGs3NfPFWknfjqh6w8dlbpytmYricxGMfTcR9zCga/ZVN0N8j1C9PIOi2D94omJ8
Boy5mdAAuZJekldNdz8VAdxLO0/BfizC8n1ULmOYmZtw5wDd2o1C2XmBkxl/LxPkJI1BGT/50W01
d5sTUXab6au7US7JZci79LVDMr6yGab+O6Qj3dSQB+ZS6ip8Krxpeux6d/zpKD+l6Ein+VHzyzHo
V2H9UWqK+tWE47Ixqg/+NitvKtgWWW+VDJu7Rq8OdRc2vF2QOsuDbhykRO6SJozZY9uvTbT+dkcG
72q6wfkmbH6ahO7HljV1TY3k5cnI2eokWPa3wfG+GCN9qJZWHVc3bv+qpfbPJguj8zA67dvgDu6d
DAaBjBrQEoWtyndph9QXDt4DAOW4p4+en0FP/+TtJPk8+GXakmQiUbtUFiQzQbI02Xqq8/Qb/x0R
H+VNf1L66MTKPMLBRW+3F/pYeUh6YuHXntegOLW+NMekTe6lYgDuBTbYEOWLwBzq+hOQN72i/R7S
tH5u68RD3uSu3XZpcCgnO9xJsh5aZ/yCUPjbjDMoQmvvOhDFDf+VRad+tNwPauhes57gzG2hIHHm
t0IJ2ivSPsetSdTU7SDlorfktgNrH8aDv23pNR/CPIphxJXp/0TR6kWHyq3jh3Wo9XkeokEy+u01
JHzSAY8U0xXfOk83MwNo76Qdh8PaTd24z8vKEmaj3HgbJVX403ireF4xgL73CaaQvJP9Yyda+WeG
F6e0IsXhO2oC52OkofgSvQheW9G4j6jZ3ZMz1M1FSzEPOyev/IPkrrh3u6nZpwyi71D1qZJH6zX/
OjBLQJtuyTdJoKL9CDmE/u6lV2vCG2k0mT1z1vrLrWCjNnXqlpcavfiYwEgjmJG2/h61Nvk23PoX
D7n0X9pAHMVXF51Ew/KPzKypc/QBUmJ5ILWyfZOuoYpPtL5jVIZtvZGr+uFlxvkOcZ7sKQMQbyfN
vC5dvU/RB6Cia+Xtx6EP3hLelVM1TwVyxsQgs6h+SO7tJzf2+VGij71fRXozXSyhhPcL7YUzt0Y9
9NoB1D0t3APiWvyeyrW5p0RmaTBnV/zkVkH9weUcI91l3sURhH4CQdisYydd4RyXOanvnBYyG3BI
tMgrbrP88gORPy8Rvpy6KMU1bqvlZS17b9n4g/YOk/KKLzFl/mcx93rBcNHbM8WamLCOBNkPsgOa
z4U4H6BhNyj+9nnm8/NlVjAa0ZP3xUDAvGBIUtAqNuKZW7qan1MikD9BgLNEgBpbpme3CQSzyBQD
E8cIoTU2kdgGppn3TXb4Y1TbFPu50/4DMKW6M+CRdx4Ax8bE7fq4kBuWb8HzXLEL5xYQMsk56mr6
yD2jwu4pVZVF0WeC+JbJoXiuEL1BSx2xMG6WnfwabdaO+K1AiMwquj/5OMjdABqXbCITpjQNYcFW
CrfMrYYYDMKHlDLyqoTBlhTh//qNrgKB6AfJ+ta1KZ7+FIcXxrHo5sS6SCG8X5RXDRu2oEXNeVVB
dhNWVi/XJ4oSN3j2jVN4F7oxJkVrKsT4t2v07GyYsTnvfq6HCGwcR/tnNgHDnyot5+b3NAbxeDT4
D6uvqraNQ8OXZP2evmUNt8koqldIyLAGTqlat9nDmbD2WQ+1Wmmm2sgliWhVPbacZW2rsOOPmyvv
gt2jsmd6DQPId9vKieeHYQMJShpblsJpy5ra5KXXtjZvIsrh7bYo+MV6KGKdxU+Gjeveg2yAo/dh
KJMznpj1D/HYRbPNbTPmp5xeoHtqG4qGA1zQsjiHvHebZL12ItKxOgz0GaU8DjGzumKT6ElNmPFS
ZYsfWsPlTtx7Zk0+W6SHaB8WRWdeR7+54R61r6zFtRDCLQ9Hv4fqKHDRrWwS7Szawx5QNgFjMGum
cQ0LUArnvu6gGNk8hyRDd9s5pTcoGG/EJb1dQO0WufPnKHevLUpTcvKawWR8nog5+jeHnMcwdV61
O5mzl7Gy46MZ1kkcQdEKM26SCZbXp4DPRtZmOcmQ2IFVZPTMziFOilm+jiLmYk5GYievYDH9yExj
8J2K5aBYCN4itx7b84TTLkYUoe6+BCADKS3tMs/bQHoZ+ec1YOa+gPqr7vMgNtmOv7sYHFQ0L1l+
8o3kYPjRvHyPGG6dV9tzUn4NsdMs9Ads66bvkYNsnE8Csj2SZ1Yq1+o5Go3bXxWKrnfGSt15RxI0
ekj5oEec4UmoFMaopW6Ka6TQ9IAiB8ffB0g38bHustb8i6K2GlBqIJB/4GrI2o/OH1106NnzmJD4
i6ZenQrlFtelwQXL4JwdM962wIiUHdclWlDZaNK4OnxHGArfBvp0JxPiju4cyI1sxe+R+MVBeH7h
/8xNEYsHFE/L19sPYrDXDIkrecXZgsHAafOOvNu1S8unGnQ4hoNs/eyEmzLONqTL2/XcWAx6j0Na
DBlqf+zTX6yCfzTf8Gkl8iSS0S52WzArC9oD09yueCatJywf2ebBgbwmDkhFG6mQGRAbzPr+UeQT
o5CNFLqS6dagW4ThkT8wjU+uE1eQyjiTx/qMlX1EPY57pPRNNHdSEuxEBx3+dOpkdL+DMsowicwG
z8oeZ7HKkDwxQ92ig7I+HY+dpAjaK35Dz93VZgjM0bfs2PTPnO0JVfZY9MyKWk/5/pdyBI9IPFTC
E+ygjum9NwLvlp7IzsqoX/HZhMt9NjG53XDSiW6X8XXGI/TfbRiy9UWr4DEYyWfue+l0vn4KIYbK
x8xN0MU1Q4r+H8xnIy9Bwo/BrZSDbm98Zijyokw0T0cYxjn7JpF77v/1uguHc+sxsN1D+eYZz6y0
+jjG49zck7Qg0mOcMLg4ybhbWSHSZlm2c2OA0G06B37whes0KPfE6M/zUwnPJA4DE0E8rS027I2N
E0ZkuJFRsPOWppxpoNTrXkhPRTykHqk7O6fKZ2/nljXP/iFh4i0/qBmNbtG/xeI7lzDVxTgfuF48
BIS+iAtxZ0UD42oKR/QI2xUp61wfUQvfTtGzzDW9XTv2d0EwpQrRdTBlsNNxIKxhWmKs+0MsyA+o
TDTlP6IVnwjwretPD6KybXwMazSht3lp2NiGsYH/fpOH4QqWHt/X3QwmNN2wZFtuWRKo9Sdu43I+
y871Q045XK0dyXRhibkhVabcWz6U0Z6ykBzbH53ukBc8vwvKuy5TDpywLx0UgH3CVFg/mrgsyy/l
lpJXlV7fW+tdF2OVzQ4UQI1nDmPpdkqdW2xGTX+s+Uiseo8M8/pPB++KZxnS8to/dUk41NGbl/n4
mzc5yxminVuMSUFHJXWdXFol238TJ0m6FfVUpodQmgkDM2y+sx6zxa/meyLKscKudFTTU4yXFGcr
uTTP8Ty5NER+1SzbuSbWhzdj8L3hV0fyuotbMURkiA5Fxw6RxzHt+qrZMhEV5X0cViL4jNeOXaAs
ORrbQ6tCFjpsFEdx7mBXx4J31lGQZvdNHLnMJGpW6gUXgfe63vuclxy0cI3pnUUA6M6gCyMCtvba
7kF7qqouMfcsYs6M2NFtwAjmlIdpnd1D1DKZPdX+wqZF/DF+Lz98UcnuxIwyFd5pcq3y3beenfT2
dx77Xf7RViR5+fCoOGjNBt1xHaCZ2F3VbqahiqCDSgMjtLChId+HE/MFjzZyHsxl8FMGVfuZbU7q
vjUuhhsykqp42A5kpBbPbYJQ3W7qZOmAjpEE640VfZF+94QGDpLhvMiLnPBAMrMPQV8Gs7cnsD/y
p8ckHNv1jMNatb/wRyB48Ff44lkppp73bgJMne+UkPRrzbyM2QvGbcPCgZmpRbbBKwzg3Hnsxr7j
+fIrJKNVhhKzaCaWY08F+ydcI20ugckIoxBTNKKYxDpVP1YnT/ufuQArCDjXqlRdEISMYCSJQNb1
uD+CjD6n4nPKd3kyI3dS8Ohou8ikqo406wobRB029e+aILH8KSL0ovkHNanzf/582+nJMnviySHc
gdksdVrhaIxbOsTDiYfQ3wlPNiHj2GKS73gc6vI8gql2jxE8Qv5cu/iuDmsZxO15tqWhEFpJgKrP
ftGFtMwxrkIsnskaOkjIoHbfU2u4k4jaMxQ+0zyoZjrUyogS77hJ7XTMQ8eV3a6c0ApO2DgR5bPb
1rY7Z6yidq+b3v1r27qunsH0w2GCUeXduzTwXJfSY1BKqY4d+Gc3pkn2G0p9nMWmHiGqdxoqLE52
UaZi9ctZqmy1JytlPL6HLXkW7Sb3CHbaSFJLyHhB02GQn0yyConyDRP6rcVboninGzlNB4X0qj+b
nmE77kjHXT5ALqYWswX3j/vqg9hwM4mg6PpdG4CfXZVnE1Qv6zry6BAOBg0TqFkwS3Kr7MDlz8E6
MTxHrUq0QGKcDOrnofbKGziGROojqDuLd3a9pS+PGfXSeOpiyv2SCrCsxOfKqAOytSic9CMYOwIc
townM7Nsxjgo6z+U+BJwl/hZupYQPTa7t76JNSkdDFtfkIBGf1vCblNwoaG2TxIAy75LGDAyKwTX
9a5LRBT85n7RznHGY0bUalYw0J5yAgGKja/DTB+KtPD0FdulKPaJsSr4k8VOPA3bwGmC+VCS3lVS
ksAvL/yCMuq/GV6xNDgg+arcuiJgIrTBeYcX14a1B+ctC0GewJigaAhnMgTLDe2kWEKdtUN4q5ml
ehPxtADdh2NRNgfTmzj/ZzKOM4hRudTzK/brxB4548k1pwFaJIHj1IfuzUOGsRFYkL7Ec5Xf/rJr
m83OTtUTtcTYT7wgUTvZ+JXc+7m8B7bB1V1ONz6gj8eiORXd6MCgsGuDtAYzVL59DUw6BTepIlJ3
2IppqURc2nKhhsTH9UW2SN8fdYgP7WTSpe4MT7ISyw8iJlDwDsoODGZsOOEyOrZUPfmOraqeaw9i
hjA+Vomk4eWrnsNjE44RNCUgk+fjKxuWDEC+sxKj3Zx5dXjP577a67jkvjoEZprSX3hSObF2TmIM
u1Fk4dlXxfbbT2iw4FMF7sItpoCLivtyDBkG7sFMSWYIvdHN71yvFRjAeM7LHn7EMIPasbioXu9N
3nvDB9XnoD+8GTs2O4O5qub7mvJBnijE4n5nR8zj9ZnnvR2SnaWqwlU7xVyggj5qMsmrU+G1SI5a
VKOEHs3KlcVUdUtmeKLSZTjoarDmh+c3Zp6BS+e8DRAfFPQmO3tgjYbTgEusNMQWrWP36Ma82S1j
/mHlEVZ9mS8/YPBF/rTSPtuvCkJFfIckzS2/KsnCxnPHwVqskKaOm37zsXb2aPsIHgrz5FLKndMo
s4Db6YSW2mEBwvqb/DKsThRrU+DxpsYpjDhiWF4IfxMawwCA51BPQm/IwAhEivoIpc3tzYUb6fuV
COOh3zNujLsWvmGYIn8XkBvRlKdg8lX5xm6FDrIc2iFc/qSr7O1vRgKO+Y1wF3kvIw7W+F8+VrP3
11n0MFUbRNGg9h5qSOp52GdOO7VH7RQD7/cwp1OccEnJ2YQ7d+lIlNjGule4W2rHFPWxZt5PLIOH
p/2E2l4Ex2WSbfLcSXJR7og41ealalUSXnstsvalR2Itf+oOtOuQz2uqrg5qXLTxRVCyg4f+vvgO
Gf5n5xB8mnuEW9TdTSzRLrZOHrCa0UUCCt5W5v/Ri2OpWUk/8dvbT0Djvl8mm/j9DaG0LOzquUIQ
PDt/Cpq7TDpr/RGGdZi+4GnDv0+bXHntzlWcyKc0KyP3pJlwBfu44wS6MzwX+kj4kw/poxxChJOc
/RQ7u+A5v9hCO/MtZGClBwmJZVg4lKwO/Ce4nDU4RS6RTwUfij+O5tgnKdwMsve84uQJbVxcJh6w
KNphIoibM7KU9lZyqAMmO6NcC7FvEG9Cw50LTaZ3bO/Iwb+6MBH9L/JimnrczpgnSee3WizBnZrd
dhG7FR3r/05twY4M71viw8QNvIal3UBr+uLv7FOOKHZLRtlyBKOci2uosd6w5nr184OsBxmeTMDo
KieGgt7iMiwrJi986t14w1MjjNgPfGuOpSl2GwUSMEvtnXFit8GhXUVjKD6alRCADgdb8kAN1rpP
E6452++x4xMu4XGyjg+m1FF7yPUyhgqSJHWib0r1nFwxXMC0ZEMTtfSZMDLo1VBX4pMGIlx4ooGX
lm0QgLYPO9BLSXp3gZFjKu/TJS9aevO2Mv6nYFYVPOuKA+ucL0gcdy0sMCZB7qyJpJLKdXdDGyU5
s8RStuVlRCktySxaOcwIZtHMuImL0flh5X9Mn6c8sv1xIPJqeO0BSG7nW+fH0Xtj6d7/EpyQqLcx
amvMXJm3xNjvWiTUdww1DkkmESzt+9Slfn/QtM/dJ8iAzeDwSCspfs/KmdQz4KOgkMOiyGsMfeFN
z8KSZIyO5ubrDtyybp6TZrwhLK52Kf/7ZMQxOUX1LOJN2ulMR/d5VwPX9xKs47CachqPlpiXYh8Q
ehGS0dDDX9xXMsYFnAbL0vzogkClj6paUR9nM/K3zgnVm7tjqds4/5xzPl5F7RNy9h6bkjHTpWY2
Xu1DPvs03VaLTIOjjJP+c7iFAeDxTC0oyeS783cyGtIcL8z6EJzo5Uh1oZ5mieB9rHACfmVJUDCb
p8dT1PweukP5vpJOMFOxAc9WFPYRRCfcWoaREFZCic+abFPzijRl2jc0Y/TRTTcO+fwAiTCvt3+Y
EWo3pzhPvNYw0S7ctLX9o5v3sor3Nu1chtCZ8VkVAs6Kp2VqHR9Pu/aMvXJvdohSwuDvALfsqmHK
EdvzgJ6grMKhgR/2wQhK5lrFNUsDLbYYQk3/vdhhVSe47a7YyiIiACGh3IE0KuRMICi7Z8YwTDYM
BWqEFp0mS/8Q5H6dvi2qS6F6A5U4wYbjK9f0Hx5ZPRtGY0uIFybR/MoJLtNdgQcueVtbnPZYLYuM
Y21fuCWblPqwM9jJOx0LDGahdNt11zlZnQRX6XpUHucq0OxujnTnWfUEgzPm4QuNlc/uarayxsFr
mTr+fF76mgBqJrYMoWVj05g5U1n4B0LyHO+5btrCPIeWCfibITvB/ekkiKCHjKCS+g4vMXmukzN1
SbaJ8jCLiFaIVXKdR1M1l6oYOiyisgjY6nLMbTCzTLH3Sd4vQXRtDmnb3TaWoo17ZUNrH7Z1ab66
dFR8GLnrXuYkFcUjjjhFK9h3lDK7FlNIexSTQiDeACdi8tsRugQIgHKXk1PQQGHkmDyqPqZtxVaQ
9eseBZgZagLDTx8miijo92Q6Tekjk92mOHHaoEgx7xNe8tkpqt6fttceU0M+Pbh/jIhMxHABu8Hb
KCzl8gYbO2gXcYwMl5GEYodfmdarPE+YT4NdyT2ly20hW+aZMUuYvJc6g1Qy27gt5fppiMIgGI4d
UR28AtB3xqPlB+047VMNYwoYmJeutycsCGqucaZkeFpRpZj/A62kIGhiJPcythLYnGSKujh5hTFN
/nCLven3db9aSKaBNqx9rBgKOMV5vNVlBYUEpsB2N06mg1GC3YzGRF4YUtH7XdWcYleAuA/N+I9O
GLfkFtXnRl61UVkvP/rZJRLswEZ2t72j67fO33XQqfZZ5dfnnjh4wVKNLAwaOz7RdUWD2OHXzexz
rXKneSHgJYnmc7z6gaovuE5MecWgUx46mu/qL1P0KWFAVAHhGWyohIl47vjqztFI+6rM/HvBIMZ9
Kdf5hblEEh+driv+5BIedbMu4ejHTF2dQTSblePLP4gxXT8CXoo/2URkExuEiBfb0FL6d1Ww9PM/
ynv3SQZtgaA55qm7C0fsShigtPe4DMyoDrXI8uosEq89NLXNfZyay/A8uTesA3B5ir9cRqodSSMz
kTKQQ4CVM4bl8kdP4mB7zbmFq18Tvk7HpStP84mhkzf48xvnbJz4GyfqIvveT5YKY0Or5NaHjtHc
DUv1xvU6KPyJOBbXftq6vTvQ+ATTrSMIupDtzfiBoGlzDbzkLXjM4a7B5g8DVzzRGLEc4mcuHudX
XecQ4Jh+/Mscxnl3hHamMZ+IBvN4Rjs62u1YeTjgczxgGcOeAmndb+zq7dDs2r+T15KBH4NJvQLu
+IAOxKB6P4cmYc1G3cGdncJR6epSJq3vkn6eNt6+HYZyvC8gGfVzyEo0/wMA1wQfsglG7zFLGGbc
CXac9ncF0AEpMXXUeP0HI8wgPJOPVV/UoBfG7VGbprA3xLwe0ywnSJc/VlTnss4yA5Qqu8j/BanX
9s62LwmGO8PkxOUh91e8W5HrpOI6FPXEsLuxdDwbJN9kfc+rsJkfAIkIhZj/T4snZzt/CkBFSZyo
Tbpe0kZE5lNwWyaGcpGhJlOVNuffYP+NO4K8kbc1gaAg1SEpTFryBPKuPFcOs9aV2sEURcsQNm3i
Zc8Xt6QNFgmoCeS9rm7SahsGawX+RRwbE1Iw3aydPnwGpgH0WcL43q0GEdxRRkXOnYTFG+8EdqgA
TrTqqvEjCEMtLk4Kpc/4PVw8KLh0mPqTxww//BapJg6OBQrhfDZVhetUpV31CHS6tFRcflzt3bCn
YKCumTlVknmNyHghRKaCeY9SzqnC5SfT1QAol80SqH1St0t0qMuUrB2PEERMhCUGV7WDEzHfNM3L
vEvowjGUlrP9sYiyZILqzT5hSxJU8urpee1uJo3oiVXk07SvGynn/YAEWT7N2Zz6O4cbPb/a2t7M
CHP5VeDXuUrQRBx5LvjzPqpD+6JLGOt7XxDIdbdwRKJpVb13qfEyUSJTdDAqX2MsU88M6XBzktjk
+Eft4ZwGPGdi/tT7VXauOfKwJo1Q8o/cPcWwSTjIktMNfwk2xE0olychwTgWjFGEwSkuZvMIPFv5
v2fyJSTO0YB1PwKy1faYuiY9AB0TlZZrgoqDGrik36b02CEzMUXVy4KSoeztvGd7LwsKpEO7z8k4
B4TSbsveMRNJFkKk1Ned+4/ztAZO0pjomvYiC2DW4IiRLB93LtOwdT8sVgaMNb3mV7JYTw3bJdHd
J5meGImLeGyS265DI1IeUiYYuMUwuirARpVPF5Yw1nzpmUd0ynEN2zgiyb3LRXdaF6e2z4R44Kai
tx7sm81BjEmmacvAPnZd5f/Tvt/9xRPqhMc0TOTVzygx92UxUlU5LT0KrTItIXj4wIZlXGGF+RmC
sU4HSbF1jmVBgrTJRE0AxVr4/G6kKtxm1k1kqkMGw/ICFl9i3sJFfE+EYId7HGbbPfB3+C9Yvdpv
1/Wq4lTy5TSHuu9DZgokNNpNTJEiLvzw5VCKeC1+qHD539JFOXbJHBbC7og8gAiiaeXFZa4UIVbM
+W+/jqbXmBPut/CCxN4X2sT91XSOfuMvGoJP2VTD+CvMGQEx1DZVe3KLqe/Oed0jjOpOyWyPiEw+
ikwHfAmuxQyPKtJVe0XaBAh6XjTjswfSbk+C0TRRJm5dyXserfYX65Dr6LD2RfYyMgr0dyqgut43
gFETTwHWS8YFYZ7siEMFrZZsGIFm6QfHab9tZUK55eGmKipoDfXeYx1D9atqa0KlGGxlQ41Bug29
0ts5Aplwk6RwlTjOdD1FJ6KJJQEcSUlZiJtA8SLZPZvGOrVFidHNbpmYkX+JIlDL2dNEhjw5jszs
LSWKBaug3KqOCW3QLgXmqgFaN6UzoMBtUnx35X6sCgGBRixceJXOYP4yrxPhn5Fk05/94BblD2Rg
SJAYtfmKPkhwbLLO3hmtjFteaseKE1PO5A+jp/qSChK7cGUEudoHcRw/w4ib8hANM+Es+D9dspeJ
B24IEGCZ9LbuibEjqAUzNRwtfo1HH5crY8BMF4QPVKvAxRca5W0npH79hne0P2YMvS0lVkW8BiGF
yrlm5OaU5y4NAYwzX67hRae8/sjwbvIonanttmZBX7kwMZxqKipFTN/UuWCOiotmh83TKMII7Hz1
oDOnbUcEmAs2lcQ/Ztoxdeh5YP4JwlRvSQSdpUeFTXUOaZU12TEfEufcqFoH94ws8VcO1S32hdYq
f60Y+ZD5R7fgbQlhTY4WgZHxfli7OMAFKwwfdBvrR4cFyfWWdWDtn5kHB012Yol4xBSPxRHo64Kl
JQ3C7cYtWjdiIgIMsqvauGKP8ZQO8YlKAGF0misH5Az5iN1W89q/cBoA865FPiw7soxWWEuEZz89
WqPXaxuH6slkc1Afo5sgHiHaxMdoUQOJrSnegOKuY2VX4B9avqjqhAwiaZLptdy9FkMY95dEMXZx
310lQqP3mAtzUACcJs3XPEZueV8N2HePVG2NYQFrlP2xKGx32egm6mjmkrQ7H+PBzxwuHKGUnvk9
IteD1o/yiR0ZEfeEOC2ECpvvqcZKc6TSXNudLEOOQsbyWMJlFXm8YtTOwZ0kx9DZrwy67DdRKGj6
v6zuWqzUTtbkNYGDKnNYi4otN5EwEjq5c/g/4+YV5U1x08SaIwM+hBO8eHZH2yBnunnhSliiLs8W
a+GYpWze6yFdT93gjvJn7awZsYoeAUnToeht2+O0gNTdjXNEIMXgua6/8fwpvZKwO6ImaSiRAxgu
mpEQglihxOV9g8Lu2aaE47TCLM31tYLXL2b8WRBfu5AS1C3VzicwLN2j+5Pa288e8Tk8IRcHO2Z/
mthdeU1sES+7uLETC2XyaSzcF1aRTNWfRWuNgpAlihAfwmZc/wOIihUIe4/WqDt7fUzUlGm79FOj
vKR7RnJMwYtaeeNJNQabeJLJ8YIRLUx+J5bYh5+c8Ta/J3Si3y0p3DhqyricCz5KBiNNQl40eEbx
x6siFk9zi4YW/UHPj/TwS/takzn3bxjx/+FLVjXxA164ckwO7VA1O13MMMU4hKy8D0BBGeeUM5Ef
XgOkc/YIlSf3pGhsfZyrdAkPtutr+6PwWBiKkJom6qLJNc2hhLxMH5O+CXHaKsa6m3IFqWUWTP5r
xUgSReOk5nyBx0oIl5Cg9OUBXoduM56X+jlCEle7wniVOiy5NxKIUlfcnTJJ5/FhUaW6KJ51vGbx
Ko6Nui3TG1vtPGe6FMm+9MPxftWrCwe+8mbf1ZClOKY7PZ5LHyv+TnpjhQHAFmChWeYigW7Y/aUA
DU083C+Y0OmgVtHft1LjoWsnCrbXXnAzHr2JRmYT27AMvxqD42pTMfD/wxUrn5IBB/4R61j5LGYR
kINwE4uYO/dLD9GEBi825HigTc3uEn7F0c2xwrNC547LkLQVjdN0Z12dP/UEFPD/T5P8GFgmN+/w
Vbj1F3P20d8ABq5XUo2M3DI9iuFNmdyRy1WHIORp7AVAvQaL0cHFkK22iZ3EVzQIs2BkdGnhxpJI
N2z35tdiJwxbt7gGgKSIHW5skJuuZNnTK7tsCXxbutgQAuL6oFakGM9fEZPV4rEuHTliWRaEG3Jk
Nr156vrew/SO76g85k5EHTuKCTsCi71adISVVSP9MmAjWFKCpLHbNcWx73w1Pmgq3fGkq1n+mkoO
YSarzvIq7TT7+9GuxDkVqHd6x0CImoY0bUdvazbCnAgOn5jW5+X4msoijA6NP8/jYS5n/TtPKbRv
TbF5aUsRElA9AueRuBP5JOuA0c54idfgowbyr/dVZf1qs+QlD3FQc/Fv6OTnn6lUcbur29Yvd4Q+
TGhdykuO7doVGAJVcd9IW78ZIieAJNu2+gI0lPWdIgv33fXI0bkjvsh/Ruev34nYWVHzPDlckmQa
cZgD4gC/rXbGTJktq19fwdOSvyiqMj4HxL7NFyC7Tl/TKGzP46BgSgmMSN8wXhOqPtXYqgGvSmWv
QSOx2BcVElw+TaW/R1QY93CFFn+YHmtGOiyBUrfYrgy4lyCj9O9/HJ3XsqtIFkS/iAgoTMGrkD86
3vcLcdzFu8IUxdfP0rxN3Jju25IwtXdmrgzmuTZ67zHPz/ui81EeEgGPe99RWJDEQCiic5lgZNmS
Uyz1sZzd4AQgcTyAMBwJH+gswrmtOZzcka2s7V3eGotUd0eXBWE4TOkCu+0hdzOac0asdkx+qyl5
9pTSDvaAydZXJymEdZu1iFVXBLoikwgpgBs4AZetx/wT/dXmkjXdHMm7KigS6wlpCvUoXHw1nu2g
d4fT0qeV2ucYwa1NYUXRf0ufgKKoOPEB310EcaxgWFL7SDqS6TdqEERe+jL0Ed2tRfofhM2LkLfH
gGHCLqE2b4dJOkmLhdwULIhcI9ENV9k09bZLIGsDHU/H6dMREePGJhmy8XWmE4zdrzOq7TRaMn+q
rmbhzdhEVn9fKjqkDmNFWeGJSKhlDmNhSzBhc49xZ+1L5tlhYHcRr/jsGBzpu1KXaQ6b5meAeHCv
R6buS6JAxmJBxafPIsYDE74ZhyJoLmz4AYvBuZt7XBM2D39tSEBu23UtHktPVj8Jn/F5KBh2yPjz
RbK0nOcX8KCjYuFYrei/0gDdh3mOPND5+MHdrpGswtOubLa5XMPuGBg8WzzWysg5KxnJ8zIY980P
8/qO+mLAOg6WtrfMFhC5PCkglbLEXJ4Nxyf4LwTMh1tMk2jm6YKBk1D65LRbJ7Ma+bVq2jLOtA+G
2SEfmMmZMtkNbzv4dYSILaiIYFF43BQj0YxYeLBdNxIczivaLT9wYZqE50I2L+Oe02UVbkt/dgEb
t1bxMfiBfgVjzg6xA/n2hlciKS9U21nDZ5BKyvLsOVN7dhaVfQeA2b9tXOQGlMq8+DF22lwyVani
bxCurehoYS3NQT+EdkrJA6IV52HglfNsRhQu7a39hyYaR5Sl5nc7Yt0vXkdKE8rXcVz72xD1t/4K
fc/vH/BD6X8j1L4irpzV+Y/TVNecYVSrGi+ELr873yof6sEuMegFArKcKe0I47ozGn0rfJssERMN
m5MxspV6jDIfsVHya1/MXOQ/k5vY1rdNVJbAolRG7rksEmYZxq9q6whJLgiJ0DsuA6uAE7Sb2XtE
h5P2U71yEuHhW7f+clPZmQgfJbl5d4ujfynPTluPv7MT2d1h0lHV3lAYWSHl5D7yZKPxnW36sF9m
lndmsLdaBGyXNqNvrf1z1Xl19ID/Viz8lY3915Z55J2FHwr7gzzr9NSOVaLPQ17PkkiE4wzwXvHm
PjCbVMlLRz4hiWd868tOgYd9WrADtkgO03CKCnbuzy2AXro23Mk/lM0AD5zzPcQl4gkFzohPbGqB
fxtC3s03c4jfk1YxSheOZYTzkuRdEZX7wQ4xhUXIM7EHJ3oHdJxKzin3LPdBaVoGL4kRI9arvpyW
GBWMtWKto+UxMymlXhzdxzk2bu5/loty2jRuU6fWm7pLavzZPtw7PCp9RtKHQwFIRJW4f17LyuDW
xnn1DnGvsA8JwoSEIiTGJ1/zktoGWStWykW6Yvz1gaMh9UVsZmDT8mXvan5nzDVD7rBaWYfW3+YF
MvMl61nsCb+evA859pP7HXL6PA0UJLAGpKWm/HE94w4xB52WmAF3BHaIZIzOrBocxvq17i75SOXk
llhcAme1ZaqKMxs9awM1T302npOh17fK90kSy/47KhsgEWr1VI4iNWL+B+e7/lqJywQBFtr7XWvS
GrepngwiV1gmaAAtI00/TIJRjVG43dDowXENEi+ugVlVFlNrM0OnA8MpuZYqrxru6VphYYNwm8rY
L7WBZDrQ86gwnytISSU9I4xZ7RU6iBnqiB0iYSk24Zhwcvh7SE9dMMR01zY9GxxHvHJiDyDxuw1k
sbKEzOJm/rQRvJb+OQZTOXRc1f5QGJBSWsFIwaM4YU+3sedkfCD1OfH25gWZAY4M9YvGZvID8h1a
Q5TP2jA62PDByD3jdPaNvxwdDsfLhj0Mac8ebtPjgH0Vr2AFQ2XT4xhytzAhp8+sXGGKlmyuqFrx
6qC4zVcJOkOSVMDW68/txzoguF/tRRK4lK6fqtVMB64YgDwwD6zHHs9MwoGt6M9uFNnEKn1LQAsu
J++fG9msNSzXrfa5Ka1v7PW4vHwVFffT0vGQS0B5dWx/K/WG0wJArCzoImMXKoa47K47Y4ewwzUu
Aj90G7mLeOtEZj8P9dw2OwRp/NflVAt+iXleflmU1K8+QUAfJBdSzUbU7kQDD5sTshOQ92owcIFP
TLVeP9uyr77XQGTQRBFpKMurPVJtyTgmbO7KIGCDzm5147hh/ZRpiQup0hhu+Whz8GNgqh750QIT
Z1A8enJweW7t7Szo6Ac3V7NtXWbdQ193IiXgmbNwwOo2ZrFrIkC8NMauVewwnr1MTdA/8OqsABT6
PNHJMzYU2we4rt9qW+OZX7J2fZ/qABMgd2adxXIOwvvcmTkoMGlPBCOFZarN5AhMopA2W3g7CSG7
fULyJYzpdK4dJoSCDTje/+5tHsT6BUOgkAQ2cU+nCIbA5f05+3edj0HWr/byLGXpg3PDbMUxju+b
M1vK7tM01Hx47WSRczPklG0aNe57IRdYu/B6w83VbnmgdqaJyNgqwu0F25A8LrifT/Dtwv5sKuTg
TQbXgrxsFuJv1eRePrUoNSZ4ELCPcynQlaomCX8qwrQwTAKCv3vZBeGbY2oW5xVn2Cd2nPxPnKzX
Apt84Ma0xqmTu7WVsD4GqHvrToRJ9ZinTvbVTVfyIIk7a9/w2sli1Q1cXdBwkrvAqckTc3pALOSL
4G1skojDtEyjpY2X/DqK1E3DKakSQZvu2tkdWPoVeY+Zgu6wV9ylqO0EYa5RbBOp0+xgDdmOGA3+
rNVK/2gCUgIlPxSnJKjX95nn4BRHQyU/lsVSGaJTnr8SDtYfVe2LkBiYN92HwJLsuHU17L3Z5q21
yRlln6PBSVjgBhPsICRshn63wLLOIgIbIrmq0j8XcmjfI8NW65zw5f1gI4QjAkyOEX8tM3mW2Fjz
fdVCR8AEME67ZkrkfeAba9oNfp1dRL3wSHaXpMhgdfjd/Tw04Y/JuV32BDIia0OHkqh3wCMRGGdk
CvbQqL/UEQTMoWu3IDpN/qLdre8rIKuIUc6vk0kHR5+3+MMxn4bksaxdsBgzBv9su8AubuO2HTVU
KpXbXrXRrhBcLLb2ziTOrK+I9VPEGXwp7/gu0a0HKiFPSF98AlJA6bRvaHNixhqW7qYt2Hdvw8g1
/Amr/mc3QUzrN0g8DmdGQP2E3QlSk09hAVQ7FzezEkAKHcyt9wJ3lNyHA7B+okDsTNRDpbDGbmhU
4u5t1h7oBCpzGt6kfh5+20Jh+nZb1f/TM84DKkJaPVL8OQL2/FkdyCjepnY6Fd5d6QC40bisWkxv
rKhdnPw4Ohpx0LC9p4+KDIAijEzDwgKZCOcS/TJJfsRb3bFLwMQwjzTB2hx1P6Rv2NHvDVOkfwSX
iqSJogZ/GCWbV06fhcsRvZnQVTsrcywoRuBsKMuM8q6ITLafuf1XrgIV7sLMqYAs90H23fFg+iIy
QWVXO7ZRxoSdsbZbmpHEqmI/+RtFXbAmcZ31cmzPq3Ld8MQiuCNvG2Gr5etXvpq8y8yLqP6jnscw
1Y6DaK6VUOo6yoBxqxkpumiK/pMOhrEtS9nUJ2SGJHMQXZNd3BrbcXw9zEHsrxbiaIYQAInOSg1F
vObsHKYqc8j8u4n+QpP2sB44XbNcDIDzCHS8oFueL7etNbYhmK1z/+STsugDkj2Sro+coztB5pQd
zWlalXot7YJ/jjoK093nCwuRjays8CtKoFpxKiNjsGnwXJcPOi0HGlnKpPyWrFyj4yTH8NVSoTb4
DQPiNG7dTv9645ERq6FH8sNYoHlpiWaq38HpC9UhGvr2Bdui8jcTx16wFY2s6cpJ1SJfRxoOXzTs
bswEbjSYo7O4cK1TSnXMISJY3e38trHr7ShH9w7NZxp5FLB3DTfktcr+RjsqH79TZFb7z8KvLnhL
DBW8HYLfB+0uwUOq2bi+d7lGdi5cu9OntgxrAuGg09oqZpmVV18Teuc4bJuMvDFnCpMSx904pP6s
C8MNNxcuafk7TyMIQD6KVV3yZnUjwCyDj5ycFL1/M4RYMClVypNiM3p+R7UUVKdB3IfJ9RjYUQCw
AuTMApxwblkWWEC0NjGyWwacC2tIvew6u0oU1G5RuvqeR0tW//kI3erosbil+GNiq7+BIpQ2z+Tb
W/PkFIF5MlhYWVUtc8gN3gbQC7lWcw0Vfi3E88r2PeM1Hs3ZK2znaHnPhmJuL7YzCnGbUQXO464o
PGAK5AWSmwkvH/VGNXG4nQyIJ5E+Lv8vQBXqnk1CAfGoK0q17ajy5qjqo7Bs2LUnw304KWOOfdWq
G17vvGrI2+n5l5UY9UY+/iNMBybBYDY1Qr2mpmjkrS79yN/aE//F79VUtN4HqVJHPkrYrnzbWJJZ
u0LKwjxEM9Z0z0O85WjdwabboRUl9l5PU3rgNJ7LuNICoZ3Lb2o3NU7e4QtPOItQOEd4HhOjWd4B
7QEimVbL3L+SlgKEkYYqme6QBFp/107s2D+nlXuk4jeD47vH01Dlj/DGUEi8YKreME32wWbsjb7P
Bg3hqFnnFYsoPFd5dCu/W24QdXvx1g7dOm8tX1EDuUH3JtOtE9sp/iEWLO5JkbkYHwYK8Lq31g24
TNilsPbwcWRz0f9qdF38RLLGjrE6g4QmOuG1pyZTY9dhKGmoVwBG7xGdQT7qbphIGbtqnD7eI+0U
Knx1gXWRfMWKkXyGIsjsJ9iGM/gvptwzUBol7yYcKMOlQq49sPtoGlz4mBdOREuA+KwOW8lvYJw+
ag7GZ2Gd8tkKihcOjBjlAfNXyp7juiDI8hJK1XgvhMBccILs4YjwYYS04gGABYFBIsk2rHMYAi85
XojgwHHfPmKNqMIXxD86uRx8lfm2C4x40HWemaMP/OCideq8JFFJANEiLbArpyY/+43N7g3NIgWv
ktcclqKRSz9e3Lm6LP01URJMaGePtYWWfh7J35DqJS5C1mA20HmwFY7WacUTmZFitGET3rtDSnOk
uw7a3CEjYdWk4Tt3/ysdVNtP7qnC32H0xPLBpOLzCp8qPJz/0RyP8VKyUqDLrZJqrimtN2wsOORK
UhEb6fFuPguWXP1t06LekwxLxts+siIcgTYQPkkiLSKeqpDvSSCAlc4i9OARs9St60b9Cyan5osZ
ViZfER/za5IDG81SiBIlJV+bf+TcVMi+rBJoSMuyZNlpadPsERf2mm5H8AdDPIF5hV6CfHDLtlch
zPEr5VXci+L6OPJJc8W9VYutX3h9/ZSYbnD23lozp44L3lXwKXo19H/Z8t4Paz/cl1HDosAPM5SI
Zl7AeSR1H209RCWuujzX7XbmfWy9+ax0g49xtF5TEjeEKVrr4EleFV7DN7yhGEKEtzS8rDOrG7fl
ta4IGAmOrFFnFXett6yEjMcyR55UPYpaaORyGQU11RzTQJlTwhHVU7cSXwjb27ay1avpVXfFua2O
/VCwLbZuFYh07wFyfukdJu52dQgNd9xbKzhebUYH3hzQuWguD8XoR59ZFsq/EAsxB4I1mn/LOqgp
eximDiQBQPdnNQY15Zt07zTYcZrljbkWT4fJZ+fiNVilaPjSGYeRnqjWMWGDSfKaupLs5HQ+cCEc
EsRI15z2hUNOBONLYlwwz1fGgbmPMJ2COu0RdXe1ydM8DnAWFofK7nOqPuv+p4oqu2XOtjqMk1ak
3WPKYa3d+Zj8L32ErL9ls25rloqd0CBWSXvjcy6r+9n0PgoSpBT7DSIOVDpo1YyAs6zFelnWAliv
40bddKyDoev3xmbpjjmnF1VM66tjHUuy2wzobgGjSwQ4PGOqGW02gpKU0zZBBnv0OUdCFIV9PAyY
V6ec69BYjXn3/t82U/RLTtRWUPt2i8V+OXES8rJbIdrug8m0Hg7CCXygCMMEoD0V2bAlptWRyoGg
tneDRu8tSUnIhi5ds+zrIVL5qc7xvENCcSI2ntw0bPkCLZdDgr5U3zmcENYb3w9mfzcmUlx7PvK5
aI/Cz7yHZJq97tPPqZGmPMQM0wE1V74llIhBY6vQO0llh0DZAMtTV5ALa9SMS0LAOJCcqLygDzhu
R1kadI+ecaqTF1S5BebWHda9w3KsewjmdfiL8L0iYRgTOvXN0KZmO4krC5vt0rqdLZb1N2xrkTes
loDDwwyen+IbAhcPlQi7fO9w4Lg2mbSF99Fjmid8vuTWl+Pa5NtQerx6hxtvcvN4Bj5RHZEf1qdV
pH20HARxJI8DNhF9wc+hXZR5d7WsGyxN+EPqOuGomQYWOixMPWKfqiz2PE6sBxyMnRO3I1HriHa/
Mqh3YeDJOW4yJAXc1cplMp2a6T8zhOWNv2DUiiN279EhmNygh54E2yfgKCk54camDhRvcOIA8sQw
7Sx4+wNeBLoBV4wksoIdWNEzgyzC+9oES2m9Z3gQb9RUySUO4OWYPU2CFKH2Fr4BTpSchAEbreP7
Siio3mPFA5E8TiCK8A+3jzzg7GcqQpL1UfWSAx7aZttwVlrInFXdlcHs+7UFCKEaPyiuw9Th4CPC
EdskrwlOuP8QE0XBb7iwwMAcJdxjW4f1vdN77VfbXOkhaw8zuY8i414Ka+DlP65igatUtPZN3Tlm
+q7tPOoebQKMew7MHTO98YPmxelqPz1LhO7qbLMoO3i5q7BULI2wHzvkQzwfTiC+POd6peSh0PT+
tX4LB8UNiXka4Id6F1BNknAymRyW346Tdtu1S6F8UxRJeRAagps9m2VOvG2NHUJuF36FcndlqXo8
4qny3DNBmYY3/aiKJ2Xs2T54EwWcGzgYLFnQ1QBpzMImqMPOfLKSA2JygHA4pIn0D8ncTVcxZHDX
Jy9Tyy9NF8Ffz5HoAhUyw6AgaK8+DErO6ytmck4bvrMkv2rq0vFWOVbywAMHQhbG5RGsmAu6deOO
nPJP/+8I+bC14QWJB14l4meUKd3Pdk+gZAepnCdn3WWN9WUNJHuFUGV4X2a5/0bYo7U/EVeb8Ek3
PCexUvIqtClSXjs/dnx7HT/dZbYtVKOr9WGbZX2Y4AYhurzRTAA45OusU6ccMK98waPjgcZCFLU+
h9XzbkBdGQVAsHCIS0XlBIV88l346TZ/AE7VJ6wDxao5a0emeutx5Llg9RvSW36i6pNIZ0npxtDJ
mbqHdridBpCeMG67eb4ZnYxSuU3m1ik3ND9585WyFwo+vG4YBINDU1LRxcoVrzozET/LxO/LCQ+k
lsezp6aHO6xH60L4D2zMSJDlP1gHUcgzwE7mk1Lh0hwriV9370keuOeME55/tF0/ua2YJNcHr1sx
fQxyXVIKQzKRnpiCcWNvbITK5Nxfu7gf8BSs68HO/c6+n1wg5DWwNKwATg3XSlX9xCm14dOSfywj
4T82bqnO15DsumuvAgGwDPchAGT1Jwy7tO2MSwq3ML3iWxKAzplYcIAI14ZpOryUsx7mn9Gqh2bE
+KWkeWrDrLJ2Si/XC12IgNGBk9RLKkqaoTeaC+kLRc4Sn1eHg7uDhpi4D47Op+gUdQxrt3Utg/NK
tYV/wV3JVjDkFh/fWWJO1SGqXGuJsyEaocEYNWxBp1TjbmBpwds0vMZg4yrwguXLJMkAn5jLdxnX
OJKrfrUAebv3Plgv5Gf6pVn3bztjEYK/zmy3uNpVf8cuMRj2LUMFLoysYnDH0FguX6NpJhaLqtM/
he4S8+DPS094e5wjinN43hJt87U/P7JJcRz8d1d/Fa+c7A4GpqzZwLFQQ8ynVCsWvtHNI4WdQ3XI
ZgTFWNMhcrbrMaDvQo88Rcu86Not+D55f43kMi7Rz+htgsWprYeGTjKz8d2BqpWxh7+4tzVxcAhg
FMJvtW+lz3SACOeMw1fyMaZ0rvcKjMDL0gPYjyGoS/pTljlDfltmmcp9nTvWmSYlPCuigMqzQwrl
NNWNodPHBdWepHAKrE0UdBSFUxsowqmttisYnWDvsnX7tqPCJMgR0XDHOuhqzoRGu01JY698Gwu8
PoIfnEB0NoEHY2FRN3sWMEjsUMav5DNBj2QsR1jjbt8tiiYat9NblrrtQ1qQx477ZGBSwOGu6EW4
NgQbB+BcHI7WbKPqjf6P7OqpfR1Jfot7JF9bxH2QOlg/ARbe4jssbxS0xTVeC4JltKTVhT5TtFf8
OaCB0n0K+uzGlSpP4R64/fLaFL2FvXmMrJuCVqXgktvuGp3z3G8rgFne8heJbsrfeZTNj3WUy/aM
VktWdiMRyB6LyFmupGJbs0kMZzykLqWWFJkvHcOFRjJlEeVwzHGmkQQtPdbjLmmz9oMQ4lrd82s2
zZkMHUVtJgeHdkJDJFTAZe6a34IjD++MKRjqmFyfoKlAsMLe8qJBn7e6RFPT3VBJxIE6qXzaR0p8
7R35+3DjTGSrQsC5NibbvD1XwKRB+LANO8qeCgpYgiyzthNeKBrQEUyfVpyB8ohKGCyv1SgJoQyQ
G47KU2UaY2W/dlBShNM+jSn+nSDStfUcLkQrebwh9j2wPvAerZa9wEPKN0Rdepaw4vEIsB6kVWBS
7VC8vtqayuFNp9WEt0B6y8EydX6Lbi+8Q8ET5KztRWdYQ4Bx3kWeP9GcwgO4cMm++mFzT3DWPgS0
2oCsbBs17E2Gof8ZuTJ9oUi16Y5NGVoHXY+0kdh9qM5lyL7xcUHuLL6IyU9w7sJgzX9VYVGICheU
Cx+B1O3fZywbZ2n1Np2ZC6n1ubfS+qJXUrmbRZUunGNJsD4OST13ZzNBx0YFi/xqLydrgbRjqG/g
TzRkHYfPubXoeGArMaOm0avip/czCLzlDMkHIHsG7fMf8MMJLxO63hO/f8bnC2Uud6ULigA/wVhN
71WVtOSpJZqhoKOYDSR6S7Pjdai8w8hbh2QOxU7ORpkKEClRi+lSN2hVD7YiBcXugvwwjah5u9N9
AXcQAWTl+AvGl1ZLPSTrLtEadK7PSkZePGimD9lMh13cZVn5PtZh4e5Daudz2tVX/940zpjsyCn1
PmnFK4R7Rcp5xESDwMFO18UOUTjRf4SQAN4AEhn7u5aluNzgq+n+g0mXsXlKrqTDgqMcwthMgsYK
qoLCvoIRb+MbMAmPkbbxEgq76B5bTmX2kUFBvPvD5CAPF6E+0j/arA+LjTsLDxpebNLUq32D64ji
sUV1YfSUyTpUu1UUirXwKP6xEdWMd1x5vxyp9RmjKA5km2cxaJRZ2f+u5mcaKKlVdM990E2PITwj
P7Ysjf0Hdxq5UUPx15WO3dNRNJXVrzPkONhjTnbhHmSLl7xM4ZCdHRCX1R/5JRf+HPFXgZMvH3qA
hJrNPIXd7mLPhwn+xPLmMczav4nj9vkxxO/EUpAAM8h8p3mZEx//zOrlKfnftKcLdItcNo83ADFC
yPLEiXYrNH6iCo1nngdAIJy0osxEn3QBSgg7AjAgZJMmu6NkwXBLGxfzUWZJkYOtXHKaGHO8pDdJ
mBf/BhngMQvAn40sZcLCIaRw7dokvM6hSM4qfV7UOl+0QSyOW0ppk9gea0NlIkGze8G7ZnjxmzBp
N0M/NvmhmS0PJES0pHdIanxwoSbK9RqnFTfRCBNwo5KVzIDGwcpzCrPLNyfsKeUv9ti7b9REB+JR
VtA+jtNg9YfWI6V/oKbgejK0ENpPfd2Xx0Xh8I9NJVdCfamjbgDLLt+4e+qKAglOWncmn7xkmw1t
CLt4wv++BYboE0cNgB1gsqfC4Wir0KTUEXgJ3XxOXSb/WBfxyIAVMkVbJmbrC18002PW2qAcE8+b
6rfSJCsyk090/Zm5HnSqJRkZYxwSeMdEIcWRCr3J7IO1DbqzrjK/vXDUW/g/Csv/B2NvhFg1CHlI
ojCk4DCo8d+mxOn7E32CpOYMrLGEVTpf2Fs45u4L2PUQhTggVwWXJhXwNgqMgispDHVku9GNH2nY
SRncuByTzWezLso6LVRx3g5BTRSJTaP3FmBiCeJ88KjagmGwUsKgrXbAAhhkHaZAujABAdiRCg7c
P5l30FEJu6/AtPMyKOrJjiDQM3h0qpjEtdrAgwhrDyz0EOoY2sVcMho60VRahB2W6RobssOdp3pz
D0pIeLhjo+E6dxGn3onCTeY9jAN6YnDgw+VuZztUG8plYZLywp0u1FlegVa4c5lNzGIBaXKLdYuM
MKltpI16nzWdTpxhMKTt2GCRPgilmF5h6Y70TjIGfE6qRUzuMBPzWIe0ZmPkp7ZqkzDORFQsD+MT
SCu6KZhJLWJrtujOatCButgMw1fa4ij1wbGb/o7bNFtvTDl7/xVWydROS8ewXsrC2F8DxURdnKyd
fB102TCVk+WnmZQnaRaTn64NAj/jwA6GY/DKcJzSo1C4Vk/DiB3dLaU9hrdDpXlBg81wXjPdR3ds
qsucd15WsSdvtL40oqUcCm7KvFcraLTbUuf5/eLoMI37VtG1ZxVTk5158ZT3NWMrVZCOjMLbhTUr
UW13dP8V0DcOjjQlfn0Yknu2IFZwhoi58LAQSfbAy8zWG4TswNnpNceDmbXA5gROGC6nvrc+iPOL
n7DqqdckqdwfqAOq/jphtd/NSHkaJqSERTyTbFE0UGdT58GnvxLCkCcsrJjw9RiGhWFLEQ/OiA89
cQZk3cQdaW5t2d5eZsrcRMxNDQVq7FbsfBvJxWu26Wr8Ke48qD1bR1vlvmWR58Z1l7veIyp6Oe0W
qpyuEvyskt26gvrGrWrV3S2HBlr/NjONhs9cMA3Nh2wvmaLcZHwLypajmF1QK0XkO8I16szcFLsm
xJS+hX5AUnwg5fvniTl8LTnW0s68ZN03dEncImLRZrrtdCv6dxfFbydVNfmsDC2EExju4zuVHgCa
AryM93aX4VqnqxnHDmit95ouqCgmegE5Iudp76NUzePZr8PF3pbCRSAp6XF+MB7L7uNQjMt40kMe
PoE0YG/gsbWI+E+faBzO+c7pWwKns6Gggim/iRI6FEmEZuEx7H2JlUeQujxRFY4ZGQiZoOqPCsk3
lxnC+sZjnMDl0krdLr5O00d3lniq2dt9YPTB8OP7xCp3bJ4yRPa08prh3W+TaD0xrU0zfNE2Aq0e
Jqt9VHzT7L9pA7Sv1CS/eqKJw9ybSTKmZATOTmTc0nrf0ZjZ3iF1hTeQeH0uuoDQDsiFFu70Sm9N
dVODZnMOifo/n30JQ/CkLTD8kY6sXbQmnjrkHliP/3Dpi3u9cCjcOlRiTLFQkLs4fRlgGzEGkIyy
kkV3slKbDuJAeSAnOBOE9C1H8PLynIoeAnd9nIUr2f6Wenis4bexMR59Mlxvvk0vwFcNoiK4ieDM
AhOLZDo53UOYeXiqt/xtjbF4XZcOqwt2ni5iKC9EDQMprKg+XuEMcGHnM7t9B3PNM0gF3e71osNH
DpZeuxvXpbnphsqet77jkV1vVw4kH4xFWXpANZhZhZdiOEcu1Lwthw032lVjMLw2ZmI86DJbQx0y
uX9sJTvnnVAi+CUkPPFwnHh9bLqmEe/FLMIb0JPFR9hScrGhomWiL08F/VerbCbqvqVugSpcHDMb
H4GMCccZ/QfMnAltebIdwt2ohqYl9NiWJxeTzXQ0bbt4B9YzNAdxhES4XUqc1gcaG9rPlQ5P68O2
DV3rFlS8inkmmY+0ly4PESFfDBZWX7ZfloVNN47AHnCGDVqshJTwWaw+MlW7/8GyXcvTSKHA7QBg
ZdmIxIz/oFoUwXb1XOKya0Ci+0gPhQ52bM/a+jzr9RpdAMCEbZUWuAh5jyA7Xjd/+JFO6n9nXU/U
O7TGaiVeR/1zNjdkJUipVtkpaxzrkXS7IpQWYrm40M+Q2DeczxOs0Eb02j+0lGilJ0p6q209Jdg1
YshHSX2MIoAkN9o1YGjgEWBk81hox0w0dXaDcmsek5yL9Eic0/BuDjIaP5XPKxRLHxydPSd77HGr
1L3/TCyO2s46nTJ3R/yIGAFGVa1BY3g0MUFWY3LJB/bnENHdKct3cqwC2jPgFJnlOkKQLwFTotaP
aJ60f7Lsash/yrIkomjVSlC+Ao4fL9+G8+PKyZ5/Ds7eHoW1VM62INDh7qiJon8vaD0G2ppxbgUE
QTyQ5ij+xVuCVVj2AUSMO0770d+EjXTEftwjBLUe48LGZ+xnj6Oq9D11G1aa9wEyTPJMXxw5SyCN
EcFNbhKMMDemGjr3j1PIWuxnXlB/LV04n91IifYpCntoVhqBZsXYIFBNuAKb6Ey8Qp1pJUiTc9cP
zvMYBTW3JWqFs6/IU+kz3RHLP1qZ7Z+GLVB1vWGqcEf4JkAEHcNu3SobQjdeQmu4A9emrVcxE4VK
TM6WgX1j6TIopzmWLbZj5fRSA5ixb5OUXfZvV1IXcDBYEvlOwVh5H1yAhC/iAdJTcsz48cW3Ckbb
OZkcNx/7rW6xqqOUrl0SXhXeP4boHgP/wk90TpaAJtmt5Xgj/kiPLdyv5RccwEPuPcoSkkHZJwhY
BIotrLzJ0TFclOeEtCuRDoF5lCeSgEaf+LbXSZpcsVvHQcIqd9qKBVos6BQ4JyhxruXzGptcXkJ2
kv2Po/NqrhRXo+gvokqAJOD15ODUttuhXyi73UMOIgn49Xed+zY1Mz1jnwPSF/Ze29H3LWBmeKMR
Rc8+iYCv78FuaP3suoa9M3aXKTuIiZ/4AXU04izbq+6sHUf75zVQJTM5qbFqTZC6fHoZR5lDYoLy
gec0JuFsYkoP9LgAQBMMld5n0LEkHynL5PkiUkR4zIhVGPyu8DgAiiu7wGdB3IwfImu9L4N2Jnrt
cScCxmdBeIlsP5K2q/PgmXPeIeFssYxaYRPUd1MrCeI0a4VWH4JNdOpZUpFr7w7+dQQbPB8pMWm2
WycMmS7ia6l2KpylOiAxCMp3P2f1cU4tJflrlIIw2YxDkup7oiYQQcOV1hnqgrzS6QsjWUXzXjAo
0MfBQPFmtFvdwBSRgs8KOj1gd7NbE4eedRMYUk1fEFjJ6mGFU5UdmKTF33UDpBTPInK0QzWQkbmt
XMtCihaJHL85aOcPZ53mjzSw2jm1qg3kPTM1vHxIKYtdB6Tkpx5biZxR5z481951nU2Ft9uiLdQM
mla0CsVmmQSe+XwcZ7uvCL6JyLWSbX0aHHIs96oLyXQVQFicc6OnbrxwM7nTKfTpvp5x0kw3b2FF
qzskMNmziGX9ZsVpQCiZFMTthCJWfygeOFH6mkrs6C0MLDYxggaktSVxRscqksTMY/AEdeoNyj6h
vQ7L3wFju1uE8Ohd+QUWn5MRuciuiCMIm74Pozcq26X8jDCqLxAG2mxynnVfI3PJRiAruHzRa7wB
7NWgBHHuoLi3yAP0vhvzPrvGZDojwnVkWlyX1sr6c9Xk9n3xQ3XxV6s8E7hfdc/u9IQbPYkOjd/7
D0NI/4LlO02c7VQAtbhw36zQJykB+X+6unaec1hVjGfW1qzDi21EU6D+HiEOXEb4ZPowKkZgFzYT
4/KVesX0cSOZgpqx68TcMY7FDkxDKhnZuFWSnnFRBw4E4DZABTokk7g6ndDhdiZ9sL3T5USyYsQI
jgFyJpPaEn7G2QnGAvJcunWLLny4bV1QLeVZBVlyBOi1QdgbXHMvTsgQh2iD7J30cHpixFAAXm/d
SzOtQX6cwyqXe9JveHl0D+QFciIPwgtz5hC20BJxtoMvcex2TtCsoXWNJLdYMyTxXywsU/Sr7bh5
74p51Xw+mj8bPeZ6XPpXsvC6/JdGn3NT54xuTNVATg7uZZaZ5xruFSg+yHx46/Ml0xCtMCUfgjny
aBcg17fI+rI4PjY6Bda/cWc+JywUGRTVdVfNfucREB7I+p1Gd/4ltF+7gGgzfAgMyPRFsEhyaOId
iTA+KLwX0rdXsrpsCbhjj3WxCncexyqOmqxtjqM2Jvgto4yukmXkesCGjcvBwPwZkH2zqWH7ZNni
Z4EX/OZ4RQ2Oc1jzPnXBSBwipK0//RR4Pyk4OXRFHJVwSCPGRcgshHhPGbwSSYlikGhy0ao/c1aQ
Wk0pQjI8XSZBk3FLEA9sE67LJ1RAJHn5bu0/mkUrEtWgjVMvNn3AObYxMQQfbOcdvAeviDKxX5A1
3UJPtBLHFUDrK4tm9ig1muriqBlpIANL/h+JDLQPV8jYeeIiZy/Koc9rQgS6ikqGBeFAQunQzfIP
KhRoJWzM8BguIXN5SKtGldeo6tTBZ0hBrIsp9byjdPQ4WcmiQ1mu85ml2zgi9OL8aeGy445g+Mz1
HG+haiT/skEYAhebCbR0tPo/Y0YKX1LG2Tc9EFgLNIg/0GPJdnDxiJ/9ilHZhgDy3PnmHEbKH/c8
hHuKRKI/S8cNkJSV0AfvmkbCo5P+aOpTNqOKRQQHqPwhpd3+UzGryndBF+SvopWP8zhH5WOXz95d
EIzFvF065ZMRswRgHKPFEf7J6FmC+mAdyEwc7EPGEYFW84U+fdAHdqsraQbrSJlTlktOJVr11FdQ
/lZbY7+s6B+hFCEAhGBfF7+C1puy+9Fbi7/u2kh3X1VYG0Z+M4e2Z0v/vn4XCxrCY7X67bxFnUr0
djLSE15cRn/9tg7cvN04hW6QPNSVeO+mwr4b1wTmUIXWjfZd7jr+tUmi+INnYjJHOKYqeZ9KgNzb
wOkZkAfBou+rhZ5iF6L3IyZ6bhNinkzsLdywsfcahZZwujYa1umtMxYEp42UuGtIOKl2gEpIBmXw
5c+7xpXpW70InFd+ASYDqxH7xWg3R+jttmLu++oeb0lDRVvXqHYWdxFXsSjCqlucp8AxwmQUqN3y
itrvVeD8E88TFqzsSkBaW/9hbD7Ahe5SrFILT+Icl890vskH+D2Ga1ixmGmNQZzIrUqEgxcxqVD7
VruemAFEdo2GI7ft0sYZ7tY6GNvtQt+TvUzKdBxic6CiXYTEDCPhxJgPrBmelBmZcWfiUnKojwJv
XO+M/Iw3jQmmFAasoKB4wCe3T4510+N+bcuqjWCmw2ZqWWOYJGd2lrf4d0xrGU7WmR4R+londJGH
Y8OjqSh7323EMSXQxK73uI5TFrLGwW7fPXltZtwDnVfbvC21WEnu8v12iA5FFvf4yHWKR7nXeJyf
q1aOfLCQ5YBOIDIecVuyzI6WS7ciYzzMxOVU9yastb7Ls4Hz8eomsiFZBaV2OIGz45yTcA9aNR5Z
y4/jN3uoWX3EbEjzty6t0DITgQIrYev2hNru8q5d6zvBsB41WcUEF0xYGA/gokyAO35ihF4e3Zo/
/pKW+J1ArLGqQKjbjsq55CNz6uMqqjR7MiVazQ0Nv+FfqqxNgdgl5AWgeZ+6u8Gdy/kzTxqPADZn
kcQ0iLLeRq3sr2TRyPVFwJnzL+1UAody3GUKziON8LzJKEGJDyWPghlDrRfKXWnAMB0t64O/9D8W
b0ARuIjMKCJRUnFJ11CAErBBdFLQQy8dK9VxG4++t9Ifg9TeuRA+ISFoYevd0KAh3kWeM5bPIifz
r9sYTXjufbdwcSH3GgA23bN+0ONz7vl9fU8htfRvytL9MtsskmSnnBnXoI8QF3aJboa/g/LX9AHX
vHdXu2P3isxbVCffeNDBNGYQwcCgIc5m8akEy9pjFtS4tWATlJnhLp9HOMiljWe0Jma6EcEaQFGf
dY46FhtQEX4XvF92D1hUl0SyUHJuhhSQGFJUEUFA54uRwdE3EaruDBSvPi3R2rNuIzGz3KLYIgwV
VDNupIgykADZAGgfq3Zr2/u58WjTawNMmqjdGe1gQehKdC4GOYYfLmPb9wblL5oXRDj3aZln64Mz
TaL6A2Kky55qDJeQdsDErMjBuzIKXkb6NLODtWC/mt6hZG8UlckJPXz8gTa4PUMrQ3WPLk7w0tNO
3U2VQcU43Ao1Yh2ZOL2ycDDBFaAuvgKB+NLdWjO782lEV+DtTeUO+inl4cUQVkL4eHBGMh12M9fe
d9ghpz96Wo0pDkiGi5vODXW+c+u2jC480aRTQPi75TPY9pPNSNntlKYXgCTSL5eZ71tsrWKwfGfQ
FaDagD07XLu2TdbxpMbVrX5WFS7Ohf9DUL1krpmfSH6dxZ3jCfVOZSirkvTmOQe3CZ0Bbcm2zfvQ
fZ8rOS/Fke+iSFhEYx9UTBaJOP3Tpv4YH0o/yN8yVqnErBW8fNj2bgD1FxaWUcr6O6qH33GeJB0W
e6/DRAkKr3QPigqtvGf9HMd/eHlXHxguC320CyZNxI4O8+bbHypLXDL+pi6owAB4ef41FAA7b2cl
HVCuPO/GOilU4O28sGSwN5Zxj4ZyzDJpXix/WZ4LxSnMGcrkWb426zBf0igHwWC4W0i3yRssyq2G
GQ8kWN0etSLXX7Rhsn+vMJZeeMIsKvopxJnltZpGkER1CeU3AUL8jQ9LyVMQ5mTUp5Dt2/eSzUlL
4hTfOmb+xUVoZkAMHjxU4u+KuPgHpAxEBcK66u2BpDFvQGQRtzOjkKAaGFGF8g1EpCayrZwc/zca
fdkcLcIj91zcCECUU2QYPWuFn2e0w1SeSuDn6T5XbovvE3Hc1aZtEhGlhMti77s4/yhdnPgs2hmP
Ub/mxTcveffHYnOHJquF/8H+iFy6BSpidEy1R2gzW7T2ow5ilwjbqU/eVlONT2CmmFw3uB2QtxEs
jcOjkVP9TVUW2X+F43O/tIpYzF0ydtl8wVxSPdfRGP6Xgh+xZLJ7NkQMG0LGytOhLrZIw+f1LZil
d+4XvJJbx2druR2YyLascLiKjixUY6TA9QglJauVfGnCbilwW0Gk6tzyVjG1buWzuLhFqqM5z2fG
hcSMnsNhQlZTtVNVHbJh1t3OUpkRBQmRnURhhMbk/c4ta+M0ShokMl3G7BI8JWJGajO3I6Fk9A4j
MeXOvlBK3XuFM6L5WP38keuFTfwUeR4s+S5QLO6bWZtgmzmcTgdSVObwGM/BjQ0OXDsf3uPiRhsq
uzDp0O0IjJh9Yvuvws3AroUAhDD8koYw4T/omZt6fvVaI8zhPaeQkxuLUQVqLPZor3+2Y4QcYIPW
fvXuJ6zE/60ZqPBtZ6VTbKuFWQ5EBLJwKqhuyYvr+TireOaXNzZ7VNAwAOnGmUP08Ekzt0HCG1jn
X5+b7CqrJiouzZq06cnRSX1fFwRnY/oz0+Rt5mz1ye6WTHV2E4ayzxmHXHLJNES+NyqH/DqKrs5v
FtqoubckR4i/i/JInsKnG4Pccbzug8cGLneCScFsmR8r8EY6T958F3PN0VQeSsszYO9q/pzwBiBf
nVVUHkcmZ88QAsOfCRkfOvypcuWnjYdxvifmhyhP9LEAm2HxN4SADZjwN2HqtWwa3fovLovwnqhc
BAw+Lo+XwHrkD6OZkOIxdBh6mbO7ipX9JgCW8aF21UBujOgq90mtc+YfFbdRhBTckUXXHsapKK1B
hE5qwgg8DAEhFXytQrFcIyq/ACSZG8hpAxG6cGhWWOGzLjQi/MEVFUp+CPKfT+hxpoC4Y6S5myrr
GT/gZ7TgcES/YJfO3B6Qfb1oKFKSbgnHXYXbhcpzvotakrkP0orwAlki/p4CkJq7sXT99oM6csrJ
tOes+PKAZLyBMRmJBUnqf0E32WMtZ/8NS0bwL+VGJurCpSPAI04yF0HnDxHaArvzDCw8jClz8x/9
9bScZpGD62sJAHlDk82hj6GO29jEgk1IYDymNKnVKr6CCV7/oEpZv7Bl+n/AGvPLeCFrHSZ4WOoO
ARKiW5QOpruMMJf1tI6UDFv8JFiXIkrBDyKi3ZVPPormE0kc480pSHP+yNw410+op2qBzIWKy9yr
zNPrHbRCZ9nhFgzwkxOhAvvPvXG3upouiXc7AAzYoauqvk2rbX9uATTBNgj8vLzG8KwcgMzEojwr
wZ/KNzGqTIbBaO05PkFGuPcAXAtshVMXPK/tQMoGMv2MBOsRXxtvA4nIGVfob78Vzg9GeNc/BfDJ
xK85HWJub9QEhKbgS2t2nV9V+cNN3f6bt4Q8mT4vly0YnNxjFbsUJ881BcjqIiae6y9eFsSfQ+zJ
00gsCgvSXM53Osp7ec4J5YTJRs0PzR7LEekqWcTavnlzyryiEcvomsmyxRC/96eKsB05Tt4Ady21
7Z+587pg5xt3WI8sbovlEjLXYvcOcbn+QUcc8UHkvN/NZ6UBCR7xFfj2cAsHWt5U4UzDNi9u7E/g
FqSJsNYycfTs57znVK5S4xnD3g9kKQRj0BUtabWbHK3KRjQO2blJQjl10VHVG0C8aM7jw+06BwZT
kqTlyeGmbvVd77VmXZayBV36eusTtO5tVwI6p5eSSj49wNESz00CenMjbt8yg81qyI7Ye4qIEUfD
iVomg0VJZCtxJ0RYnYidJKuCFmk1J8A9CAVySvvPfAkwM0SctKcJlSu/L/KzJ4A0Ov6GPZbhnUm0
oeSJO/IAWS8t9+wvSK6IU+XAvpwUpK6QI/e39RZEd6N02ZfO2u8gNQ7Osheeb/yndJlWbhuc/IiB
0E+/Dqm34ERcM3M/Ca7nyGttdEily2SKhWy9ovQtJXm3aD66Z/qJDhMvPqJ/YWV8cyVjwJJVMGfj
He99FaDLFe0rwgyCv9Fz0L90TmFjgITLmO7HRqnHnD3hCj8Tw2jWmfW74X1P6K5GuMaM5ZWLa5NF
HyAUmLYx1AScr0QVBCc8N+zAAcnA3DO0f0iu/MjLjz6nTn3u6cKmfQdpuR4PLE8yb8/36mJ2T23I
bqkc/XVvmO9E/a5r2LToI6qOgfNRZCAp3WevyOnyTKcc5zg0/tIdldfzKXgZuwQexQR9SO4s4vco
lS1pthyUCK1g5rQTWRYH/2b4LjEpUKR2IDQzgPNqONhorOzc84oxWS2fES4uy0PeYq/iWQZj24xT
y2VKUsI9y9CRgejI6XYEkKC+WHJ4CGHpq4ejqUHOn5FMorDKCogKW4VT4/VmBEu5nx2DTaKe+vvc
ocAl23Fht+PM3sBsOBmoGofSQ+xHyEGCUwg9w3CxDhfGDhMMRyd5a3Vy0eTfAqvvw+SRqToMIItP
x+6DUK7z7ykfyEyhbEjB0yWkUn6EhSjvowSOAYnMOGcwbCMFH3y5ZVjKcR47JvyWCEog4hk0vLue
eTkjhjodf61JT8IJk4fwQvIG6YttESdXt3DC6M2IcTyVZIAUGx1OSCNIAltQkzGWv2kDbLdKUR9h
dnr2ju1rGjwDP4Lgy5Q+fKhcQVBVgzft30rK5bBDQGnlVtxsCiddpTNMIxXRhTtIVy26Kl+e2nSB
4joq0gYogOowPFC/jPaxJRVpX9KgB/sEEId/14dRZ/YdQSZyM43gCA5F7lFxTeSp5ecZLNo/k8wo
7LAjAtokF/C/biU/7pTqAKw3xBYSVU4sn7L1bCYLkDDLKdh5kyXB6mCyuuQ4sLlhpRsYruiHFj1J
4PNt9O10Koq+/9Pn86BQNJH3fEv5BufAvd2Nfdbe4Z014XTSpPH1l0J4pYuOh+v0wzUt7oPKwhxC
kmUqvhrrzWw2DZ7FLUJ3AI4dbcyXCdpiQnGwmGVCmAne5TMWZXMEJ1aJN4kYvHiG3xF3DzMgrJVz
n9rCzjAX9S0oNYux2XmsnpktrpAW0KvhGd4YBm35i64C1AcBudohi/uUijindsenVCS9fsAzQQ4Q
G4Abo2UlXGjZNl7PlqEopv7mW6kKMu2ygoGiGyn9a8nIHTgFaciZtdEls3OS7AaiblDpcvyzGS8X
VrPxXpZhTRvFUynj/OClhFzCZxnBDT8XlXCjG4DF6efnCIk+Mguj2mrYFERYLsmBBqOUZrcuTfRH
OWWR7ozrrP3vluS2YleiSH7Acja/ZE6c2w1+VwY9M118uO0hF9/XDCSfq45Cmd1kby9+6KPSVBj3
nxMnyehmLCHtB0Iz83OAaHo5tpBq5adDt56T0YL6J99OTp6A91uzEi5lP/Xr5yotQtwtL3cJSFd4
tkU9C4fse8jG6pZ/FVltHnzGW9yHDEDRsIeqKGPWpUhKl2FTxS16FhFk8Nhkyoj4YQyQl1xDKHJs
BKsYfeSOu07JAxndTkiaBfHkzQMHYCwRdSaK/SNGesBa245jSZIvHiSQZQBTQQPd0b81o7fxWDhC
bkfHlpV/Qx8VGqcl5zI6fLK2AKgVRDciSaQOSJ07x8zecj/WiWp/GAbOTG9iV2jM642Xucca/BEq
vRJDOwZ5yM9rOOyR3xfJV+OGkbeXczonVw/UykiypTun8foxc139pKjhZsqoXpS/CHfBj7BrUYjM
FLt96T7kWXTzTtH8vnUVPr1n9o6+/Gj9wQHi4cnJze4asXZqP8/gXPbIhYvxn6SHkDFL1RQ2Rjdx
+aoH9raqQsvYxHBsqXT89DEkHt1F0ZTlHWa7cpm6B9ycU7HnHCzrRwBREi0hiLvkLlNIN546lwb7
O557uE97t5dzzPIYWWeKV54ljf6rKCe8m/Q3Lj98bjY8HiNTrEskYC5/LFjzkMBXfSsy9m4NuyJr
We21Ow/TdrSnyId9w38R3PBXNI+rTl4l9gaWiqxYsuDYsFqevnsZuh3O3LR1DrbptHsMzUDNvIIF
TCERBWRs7HoUYRHhV2FsBabpihJr6zlkqLDnToPmDhV4lBCulq2ShQuqlik5926nBNwuo+3y3RAb
HBwnqVmRQuTFmfxZ5NTNCC+9NNlNsmkXxJU2qu7mwngNuekpHfQUwwD5dq2CY2MZRQ0IH7gE4keY
H9wOePZcVllRKqDu1u2E/bTPQFkGUwvUBTBz2HrHNV+7+QEGbSCZuEHIQfAj5uj3zMij3PdVtATH
EY9Nf2jRZufztlJDReI9pBvxQnYQyZoMp7zuLPy2J1c4k0XJmYelxwdg0sQTg2dQk05AcvhMb4aZ
YvUyQIKIgdDkR9Q30HDhMRygCpq6OFVAHmSDAYPDkPS0KXB5a4kOysVmYTfefhbDMOhXbRDKkrfU
aWKJbEDq5bbJber3WMnpaNkfMwmL2l2QYy3hb7Kt+K7Hpai3uO16u5mTWMjPIky7PL3y3gQ+tugC
XX6DlwBk/oa4EE5pRsKCDL9EdDHUMg0ibhPmRkPB7CR5DazDZgBP8IrwFtAxt/wyHRf3x8zsw79j
X1GIf7pGWY8Ud3bAFyOWliFhEgXTUKjFpJlrgWwebGMgT36bjD4Sw4WVwqXSTFpPVobZze0ofE51
okLIvMI8gwZvYOa/VUg5/pTUcdMP+gbGfkQYeeFIGoqBkiIhtPRcedY6zwMhGHRV0vLQS9dorfF/
s1e/D0CPy6fQh6AzwtQF6IQTtEnH55Hyy0QXptk9oLgtrs8M/E6N3bfMHgKIQTZ/AE7Y2PDQAFkz
Zo/v16tALNYiEOEWbD4+6YXsA4t6PczX6VDUeVB+xtQB0zXkyRuOtu7IpqiSKLOs0es+Ok2zO9hj
K1wS+JxegitibIHR1brLQrrSjTJ6Ztw/TMiAU3ScXV954MFsGJKonkD72lejns8lvRVqUD6kaleh
V2ORjFqBgVleZs8oZQ1zfjUVJBsZ2obtgg+i3dU1Nf/OsdFAacT8gm4trUmnQzntbXp/GdITAxu1
nAI2f2LHSku8ejxA0UkQqvzNKc+Qscq1vGv8gRBbr1vfTSm8cS+qorbYwnvcWxKzCDMlFaMiwG3A
XLSd0+lMRFT8r2984pRbFYf9P+QhSn3R2rgtXwkKuK1GxqJOhCsb+wv1HLE34+xDV2jyvgoOzPVg
IBemd7YN0Wqs+/zJmVjmcSL1uxZPn8Vosobyuwhtc0UbkgPUK1a6KJeqnYKoVDMmj8TDzBaCJMUw
bors2vddE12BLkwNbuYSHVtCiL23ZzVFqRYkCZElQZ7xYAVOk6PebGa1cihCbkTKG6YfztBk66kC
2djzbLt1fOUUQCY1TOHwN2Xr+CpKMbPyxXGGUt5tqIdrifyD2RR1AkNxGrZNWISN2szY5YBKLJp3
wAF5SrxSpKM/LpAA9bT4FCJ7qhuNAIUGJb2QLhNMj0jF8+zcR2oQ12AuF7UnGSL93U8yDFH/0gPe
wy83b3mIuPJL1wlTuVqB09rFir3AoS1c508SqvLfgKO85ttw+9+jsy5Yqsj8q7YWpdc3sBgs/uTw
skJo41v+5qSFecaSXHnnleS2v2Wi2waUE4Rx9HztmpEYmFiPNV9urz30zX/DhAYMGmkUrb/IzUof
G4hPyzGuKmW2bHhv4TWNCJp9QJozITNdUJ9QGady57ZNZJiBInL8NXjsmg5DRyzV4zow2X9hW0UK
B59P2nDcEo+0YWGgjrRI0PLSvngDoeD/p5osPyGpBnOPcSt7lWZMzCXXPugLcnbgouvQEQ9LMuH8
JVq0ep6EnJpDpRc3JGEpkkTpgbo1G6mz/sXUc8FwmsPokCNuro9h1iSPoWS1fZp8pl3E7pQRttSJ
qMi90xsNPEqmsdj4AQPox7SurAY1PkrMDf0QMpBJcmer3QwLAhkAMjgzY5nPgePi9B5tIGkT6gRz
DxnQ5gEuL3E7jg5wnLqIhwipxRpDDEWknWPdxaRiFCgFCqbPsiOqp8vYQxMs6jw14QyUEK5N7m8Q
pSWoMnE63U5rTG0Ho3mNv+IEI9suiB31jO4IaP1Y2+SXqUT+I51c3NWMyRnE/R/S5UQK2X6xrrcD
Ee89osRqGWCwDzmjNHC89Z0CU4E+bOjFTSc9xxEZSODMihu0cLjCGgiQm/Urt40uKvvXdamBA5IM
oGwETXaeiCK4zZlw/yEFnCTZXM5aDTuhW7Nc0bYn7R3iNCwRc55+UvUtmhCvNnkd8Xqoi1UpiVc4
G4r32hna75zw+J8cyqZ7uSU5vzodksstW8b6YviVsl2KlZxxjUvexmvj9tFbwjn6rOaiLdF/cfgK
NPideK1A6rZn0nimA3s/PuUwDggi9FtltwHi857iBnDsDPw5/mZs5SPngFJWHoXKfe8kTJj9XYVY
f0KWSyQujmt+jCDY4spzShGeKPUW1pQRvz0J1SLBqsqrE9HkChvsKsQfRHslqr8bAAlKtuM8KcxN
GgW5UxbMzEhgWi92nAL4Wwjt75FaDcmZb9AH2uyifd7VQhUsOtqIjm52ihhI91D27nXAw5htRn/G
V8XNWz8sXWYn7AnWhUrkufXOX6Hr3K1rZ97GsBg/8DmC04mcsCj2QUIduR0H99YhZkn7xzAMgnmS
MWT7rJ2p/+lWgfE+GixhSIhFch1eS6/W0zfOO8azwIf1d2IXXsrRk2besNwT/4g9Xf6xaa3HO7PG
yDE3uo6Tvy4SngJO3dr7pzAj6XvTANzhNEUN7x2QkYf1/WhCVR962jp/6wdGdS+yilmEE2sXHZAH
jmR8EOV6e2m74dUmUFj2rFFvKEFEFAQkUbeToAb/hW43r1MfxxFCt60dJIaJJE29T806WN31pIHN
rzXuaaA2floR24toCbOzM4H18WPHPYdjVBLnUnSUxXqIVX1FVkZGKMCJ5m/urEyjMwr7l7CRxQdO
suQ7hoNn9/XC3Y2aI6IzHaYAZ3smu8e4pUrcJukENb0ZuuQTtDb2I7BNmtVcExuGQQlLPESPCrAP
usZxpwKfLCyCqspqW0hc/gTcB7dQQunIZ8Q/LBx1RhDzTDx3+FS52v8BGDABOped/1Wm6ElO2C3o
iP0GsQ9hX0uw18QZ1Y8+tpGC+zsTxYMrMOo92KxTNwoq/ANMVCHu8l2pwvUMdX0GUVjNIBNFFbX+
Lptd/C6tLXpJNW9G0JjoC4eTmZoZsBk0DffoRigE+akqwosGUCS7FFux2ODuCMdftqPl2YQdVtVL
06v8VI90CdfFpAZAeMcEYLPSAKl96ox5cODsXs60FBIxMFGu2nmwEhtGcBIxTc8eg6k/vTMWTcVj
1bJH+A9bDT7t/Ri0wEYPE2LqLLln+UeI9JFFg98P+zzAU0r/4U0q53MukhdnFioDxhTFY3dXj8r/
zSEeBHuVpnm/XYIy+exxTPQ/64K/Wu6Z5Q7uVlu82wR2S7/6Mmmpr+OAfQB7CVKCihAoNMa7YpGj
uUeIt/SH0S4NgkIkMc68U1RiMU+75+CCNDGju2d2vDgiFKxcsymW0otgNARe967hvDZHXLht87Dg
DHWwTcbwnrcguOr0ieSvzGPyvTK0QXWzIB5mcQrVAX85iThQx3S5LRy52qvlYMxOKwc0Oi9iAxM8
yIiMzuhHBppJGUy3oAEdcWhgeSu3qxLz73SNOonbt6+6A7Iit9q7KBKfVYLJbBdU5AcxTnHK3zkJ
Ad593GqKVwYSyE2Z7HfyN1O58V/EC0ytHKqJSMBZcy3j/dGCbSDBtVuemtvxHzSmOupWTcGpdRkt
s9UCYXNiueMlP8R7IYYEVyj1oWlThN4BBt/0RILO4rM4l52oryodh/GHC97L7oFC8HnlGPZuEJ1G
vni3ev0ZJUQSv0CZum0Ul1UCJygXHuvDzTGeHuwK6os7Lgm9k1QJokuq2PE9WNIlOyYJpv+N6WdM
ZXTkSNbp5QWDldSledGUjJBpdBlW2zyk5t3WKJTcZ0VTz26hIko9f0xDDKrcACCkihWyM0UR1Efg
DWGoQsBE7fJE1eORCxBChboH7qj+9QA6ljvGGGH/OrmC0Ddm4gYBUeAE56oAkvTLZpS+Hy2OCX3y
E4ZDSKhqi/U8XafNkihnfE9TFTaXxiKo3TJZbQXxVqaLHv1m7sWeQaXgbiCesvnPc1kJHpCvKRin
aZ0yAvXheL6gb5/K85RaRmbMYyKkTwnSTvnLR4D6OeIH8+87UouHgxtTYMBQ8LD7LAVf12Eiuf1G
i+hma7aY+1IStLsO0clfJiT4vkkJkHeIAWcXWDxRBshSnbhNX9sqXL6oK5bpl4kIcCaiyLrqiALO
wzLktDKsNmjN6/Y+Seo+v5LWEOQPbcPyZxcBMGRljdejZrgDtNvHsIkNEAC/50NXZQAewmFCj9Wa
iKgA3Gr9XYPyZeh+zZWK89exmDL0/XwtHFpLzjKeayaKnadMu0HXvdJpWKJHEzep2EA560AQhZHx
oN9bDCozEIsRzzr/JPSj9yGMlv4nj2ijTxihRnWaQuVm71x5rvPExNzGzzLJTX+ijCFZ0M6Bj2fc
d7lSKtXL+mlGm53ubzsf9yQUnre9zlBu0VOzzmbXJMggiSV287hSFKeUOT0xs5AunA7RkTwwm7ZU
2B5hRuGlTTDc7LXK+uovQAK4FnMaZB9G2uQ8S2wsDJQ8crEQjUy/Pc2kA9GcsfPZnXI8YTKx+m9M
3nq/7RhMkz5UOFyiQTR5D4zCiSIpcp7V3e0G07epq36PPNBCDLzhRLEAbMDSIBMCvln3bndaJzHe
aFUGQ5WIkHuyslmKFqhACIq0q8P1EgdYmZh5zTAjzRQKAyDQksfTMxdKtsWAQKUrw/mPU2flryWN
0hTjVKpQbCLFhtwME+99/h9p57EkN7Kl6Ve5dtcNG3cADjjGpnsRMgUzmYLMCHIDSyporfH086Ha
xpoZFRZpxbmLWlxW0QOAi+P/+UXJ+Ygksg4+ixDPF9D5wbgzEDmgVGpYUGsIeVTzkNbsfongjV7g
W7e/oqGEjWRAwaejXEaK/wSHDAB1I8KynALwB8JrJMgKNrFPDxmt30b5HVJI6N9Qk/Nh1ofESeJi
U0G3P8Lrp7kXOeNAziw6wy9wakwCg8hSuXYU8XXbHmD8pZ2XHk9jZtN9zSS9w9MQYDNNCt0dsBVN
X+fZbBZLtcE31qHbWY9YBQ1Pg+m3X8iszH+ZjZ1888mbvTHNocPEsYSYvxo5zJG5QS16BRyFeVVP
VV1ua3wYjK2XpfHR63Is8CT85y8ROrVnA258CL0Z+slmQLJ4n4UEZq28uoB/hYlb/b1JqFbos5vJ
I1Ja68UTlvkriaK/0pq6zl3POqthZ3dOJXC+lAnRgLCP6d4Fudw40mRfHKGeJhu6yNmthpmJ8xEx
x9UKBiOeygN2pTmbXoV+cbIr0ouQR9LIiH32NVJRaBxl2kEkZNox++0cT8goqhDy2ko3ghsBtz0j
RdFnF79qu2ycNWma9U/qrCLamkPuRhQwOa6dcW66ty2kQ4GSyqYTrouSZ60It4m4VrheeuNYaYuw
iP2qIywK4qoWcFTgK8Z+v2czyH4OfWV/Mwb228UQPDNuutKpvru0+Dw4fFlO8qsHIL8NDJyvtt1s
V/etJfUzZ07gXJHER3zDBG8WM4yc97Tq2Fe5vRmRW1/XQKDY+/VB+lxXDaGUJuc1ib4FTdutpOXy
y24649MAI/hqrkrzI57Ki7sOtkwNPbMkhHDC0b4evNjM9pEfIEKbwlTf1unsfc5xwejWHT4OsBuL
AtlIZFKkwAJB3uvREXwwIM1U10Omzae+b8PHypechYFNgBamA8F4L5s+x5gDKrm1CjEnu0XUN38T
PdX5OrTIul45I7dwOqwSRa3dj+PLICZ8MrmM0vekZ13DzrZyMOHQy64VZKd+3dWqfaStVn2Kg6m4
i3PisVZwZgDOVOM2jymuj8A0gTv+kkkMd4ROmLO3kjYtdq0gn3xnGCTQr+GdE2Cpq3H+inyqetZ1
H0AiEYs2uO1lnu2om0g0Z90X/VoYlFPbXEXzsB4ijb0VZDqxAuNLHuJEhN+QPblgREOhog0axvjJ
42LrUjX62WtnGe53L277eMNMICOr5Er25OH2w8+Q6Hi2NBGqW2+RKaznIDNA2uYy+Vx7EzyVzBjU
h6CUubnzqJyqldvEbKBBDZBEbBD76srDnOxYj6OL+Njh+1M1+EwNDjQIQuwNeLN3ZSQfyEJkn8KQ
S74G9ImYVEVn75upTY+qM9Mjxi35l7a1IFZKMdkfaDjEn/zcwQu6zYHrr/sszvbpiNvfZqSv/QUa
Djck362g8g8zJChqh5iy1zULnDdN2ObhFS4PNMcb5K39tZ1zfdY+hG/snSb6XDWLEXumsqQcINgG
kpV0BW7G3B3Jk0xm9ztZ7vWAjZmqjxm3zWfLMQhdRgCikQNV1uOEWmjcGiixvqZh2H8cNCI9ymtT
UbT1mT0vRCxQMCzl0s+GgOm1Qjoq4EQGgTdsQHuaeCsgAUHkbMCBV03nLfbrdFtAcwpXvmjWLw11
J0+wHh+47K6COujaNeBQX9IXhwmwhTiB3zO5xslBEfwlVnMyEGue1I3GVq4PSYaoGp8rWIBtmL3L
2CrvtTsHtxBjynGD/30cfImb0PoVQXVyVnC4GuD1tEWEkYXFa4RVw62IhsX8f5C4E3PrCDTBKlN+
wPdXTh8Ba2vcP2Bs3YXjaGbXMh5xMsG0I8OqyKxw9oy5uBRXeR0vxEs8KPB9qmoRbA2sl/tbrCpp
Jto1DE/ACqnu+yozfnaQsfdq+en4tQYD0jkSTb87UyZhv3cLgd3q1UJ5TWo8Cb24rJ6TMXO/eXUz
cIqyB6JTxQtkOwnTxlUJKPSD3dnYbHJBw6pHY5qW7kk9xDeOc7IaVrVpZiPRBxjIQQ9FRoiPTpXu
SSwuUAhVgR9eqbLAaUQPVO/bEP8xxaauhl8WCUbBVnIVauliN8YiSiiba6Sc8ojBOj3c0eEkWkfg
1fRzDWzQMSPt3RzAQyh/xYlGawSzL7oPXaS9J6hqHN3I1oI7esK0sYToudsJOeSHlHDcGHf9wn+B
qI+s0w8Ga1+2NC75OOjJJbmES2bmqBd9dc7dzSyzL3Wa5eEtBYT9ke9fwQov4/AbEuTic6Yz4OfS
t4PsJsBhA2DeECAEEa2kZlf3unj2ScihfE4CdWejcsJ+Z3SGL0HQckrT47DrTSjNwN32Djn2K2Fm
JbweEOvNQKdLr/oYhSRE/ab+aHHxRZuvjOobK508DMfxi18jqh/yZKFYQFS1u/hVeyiorY6b5C4X
IT5QKPPaR4+4IaDGuMivIbCXPfiTS+zYUnQCdrijeUgxmacfQq940TITQ4Ndpc6v0yBc4P8mgS/Y
IRImr4D+K6dRFcK2tayRWUrATH4/Yrj9PcCniLCbuYqqddgmwUsDnXRk4ebtvS6y0aCJwWJdmUmH
eiW16paEA8//yQQHzsFpOAdcj8UzO2P2HMx5nW9U20xfJdKLRxoOrVoDr1dYfeOHde/P7TJjyKw7
uO40XJNUa4v13Hhi8aPyMc+QQZ8EGJOM81FCdb5DDYiwQnQYafD6BLCbq/oSnj5h0wOuoiEej7wM
bvvTKPHuEjRWKVoSQxWb1DOsO0kBRlZLlOlb0r+RKvE5zWJj1Ratw2m0KMZaAibF2hhqkx421QlS
IDl7w7ZODKfeQtLm7bMNuS+pHYHZhpB7wD2q0rpi/vNoZSarg2Nqrm/Z2INjtBCeH6dskUpR3OpN
jr1+vAA9yGIrSlp0Q6nNtaxDNHBVo7ohsCXq+8+EGubPXLz7b2MYJ8iKGmJyDKCGcp2DWWarkEhx
sQ7mTO7NlrBD6tVFvFtbefICZb1+aXDeizkcFyVDZEx0rD3MvPFjiAn0svrI/cWmot0N2pNYb4e0
HV5DXLEOc0n/deVYoLhb4uIi56rSCMv2ATXrx0Z3XL1gh8dwv4Y0erFs1AtYcRJMfxM2Rv4ErzCE
q4NAHp2Wn49fwpJaax3mIJUbvBrlNTsXF/oGEkq6MaALDFdICYJ7xFx0tSyQD1wZI44dkskyFa/R
GjoeGvwo4Ayg1Y1JelAM37KUjs8OZVSzlUQH0CWsINsAd9a1saGL34dP4MsB5VZZGJsRJaS4b8dY
jhsvT+GZTZo27XVLwugn9LzNFYaBgvbgDN2Rdi0tVlrYZtxt4272sV5gSlgbnHisL53R4htZk0DZ
XocaMftumS6K18sq2tLNxnODCyhulfAGazK5DNepdgayZy5QxIFPeAmSOj4WFeVVqm28IbRNuAEk
JXJf6aw2AgtErxj2Wg5Vt6b45OhAplw9uWSVBbtKOuPXJhoXx5faRDBMy9WGwQDdg9iutitewVpt
bAtMZCgrA7rx5xhDG1xiJBl6qyqHfLmxkwQvHiEiyCE1jtrY1EWFfG1LTKbXbOHmxxm/IWgyaiA7
qoezRRBra080873FVrYJk2G+lmMcNbs8c9KDnqZQrUpctiBgUC+kV21TeqRIo+Tz92R1cQ0BPcSq
tOZq8yvuYjSQZgub6zoz3Aa3QkoZsEd7sP2rAKgEaftI/jV+Q+ndPPW2wfES9PknxyX+ZINswvfu
Y/bnr104hPSKikrLTZX7A9dX8ny/AQzgNdKNTQmoRC/PesQbpqw36C3jhyiprQFaA3+4QbA8sy6Q
kpC5rSlyNpYywuNsZ7C+g8gKHtI+t9ot6U72vncFmUqjSro76r0x2ptcKaOVzUEkWP0dbjqNkcjv
GDzFr7LD62Vdl0Zef8KnXT9moqOzOMxmLfaqgxkKb7nmckcPIcK/GwcqMB6zil+RneY/EZfLYp0K
H80G0ZNy3hq2ExooulB3sK1HBpgK9xSc9ijuQlIv+w0HZk0lg7PXsU80Rn111zqvtjPrGm2MJSFi
BuGSTu10/ZXfKRsiJBF2+U5T8f60ACCDTQyPnAITWcsDciEOXFXQtkOE1f7UQDQ1kITpYqaEKs7f
9wLVPbYUKnuBMUTrrmxaewugAiMERI+LXIrTwifwtvJDBSiHxiqt8+FThqGhu4KQQ7cFbg6pytCY
TWDJ2I0Xu36iR4NMRVeNUJnLLM4mTO+BW7sfM8yqeNvUUCw2Er7GMWF3/5GzHT1PWNBG61w581Zz
5cQfvwjUi9XF+a1oSDLZ2IVFF91SxdfMtaDR4CFVPmBsFn6cLW0jNOjS6Rco7fhTIGf5QjlZ3mjw
1nhTYvGHa5XdZtsUt9GXkA/8RJMKplDSAe1HYYFxfeXlNpzybEHavLJrRpo4GbFTiHmSe1YYnkbU
uv1QYvlOtHP3g+ILDJVFWcbpI6SZ0IGjqoveBIpge97IcOrYRISpeu/ZQ4uW79qwd9yVKachQW5T
C9fvV5mmD92tZzlO7YcoMQv6yxCtmq/kAPCa3IQeMwB3EwnrOsCnv6N1U0wVzCNgZfrs+WyCeK2l
kdEBjpifS4xGa0X7lrjAkV73JFgplQy8xObUgwt7vdh0WKS+V9iHtIlnjQ8mtBm0FIodrHrwTdek
eYO3gEP+WuykXfBiOlJket3xzVGAVrHC+B+PLGwsn2NCoTHJH0q3uyW6zrN3djfFau8QaJh/R9Nq
uvhFmGUz4MFYFs4WYwdMEm8sD2dW6v9AdpjOh6l0UPECeo7tXag7t8mvtEfmknOLXp8GxDYKdcQL
Ga0Sx51tk6COsLdYEY7YqITk1q0E+L5Ybg/c8NH0jZRqnjE/pPj0Z3so37TusPBkk8zslgOfE6px
b2LyA431KPOC1AnITgSuIrRavMAGjNpj0sdnDHNIBl6HIZJ1LBdMth/UP+Eh9nAYW8U1vFQqiyiX
aGgdZXE/p9bb2ESW3iuo9eTd11BF0ob9aYX+2vhaA7j9cmy7fgHLrZt1jNUABVVGUMu6jXx1oKlN
gk9XmBIOniL0fBMVCGg2ItCpte57p/61UIbJABjseLE9qRU6fKjsZJ0nFpajGJDbXMfG6Zd2EFoT
hJ2NdISg9VP5IGlItuiwxBWUQlMBQZT1XdkZalrh9u19c9Nh2uH0DjpPpEYL86hrQdFc24IVN3Rt
9GWEov81ICgv2o65lYM7cVkjcYy+mLrid9B711wa5isEU1T5GARTlJVjhYV7MKvO5p+GvrOzEuNv
7nUuJKC5RXE4OlSraxxA/XqL4xEB8YUiVSTqc+8Isg59BSls5tw4tPChVDYJBEivzYwn4djgM8qK
q18hIOy0zmalulsd1+YzNR/MrcCjMF7NguTQ7WDDeVkphbGSLYQVX5N9gp6kzGmorBE/wj6KTE2G
u2UbbnXTLlNkEyObMfZiGOcIBykJedf3YzdYE2AWY/khZ/3Z4UZLMxUehUl2Xm8iBIP7SZZIlZCm
Pkzww0baWNRwJqBPWSIAZ3sg/4xLMARv3AhygkO6sNbOVVPn7U3sN4GziXpz6Nda+YAR2K/wb+Or
o1ZxXvjfYBI1Bw9WKEUqIoufSlbWDwzCeqaJMzGzS7PFLH7Et3YVtZiXbpC22QdPgP7uclDqRwhj
4Es8W3LVwbF/xGJp/KZyq7wzHQJtdxE9HH9LVI3tbRtC2DgxrcXayKrpW29sE+HxWlV8YPIZnDpd
k6oBqoaXqydWOG3hWaB7f6JZGsc/8jQnmzVvcuMeU6cU7zdX1Dd5kuOv7Dq62mcRAY7XHpL7W9HW
ydEN2ZDJCMVIcIPfARxE2M3wl2Tr2O7Kn6PsAMdDovPDjOtbGCXT9wEHY+7XsE2alZqCKFoBDHP3
4TqM6Syvg5O/ARP97ITm8MWc2+LBV3wo8MUcICI38K0nQszCLncaxGucqZw2fRc9JXJBWKPMmnpM
1jXzzSZzDvndCGrDbQ8RAcUrggA3GOJXUWDaKpOoR7NgYOSA7mmODt4kXWcTwiX0diUN6nJFQUCn
AFNlhUhPclhjcD6EGEUQsIXyF/kcyW3u8J3L30RMcjW2t3xHZEOx9KPl1gUat+rYijCzLE2lF08F
94vy7EWWPGe40XD3yqHDkUfxkSvWyI3diFR3BTJZV+vOkeoBG5/xFf1i/RpzY/lOLzfouPDN4zFF
W/xE/7M9YttdP494lOMyFErsdaTl8MSYQPIi/gPlG+xLKv1thT9peVUJN8RYo/Z6Mri6kkbQTQSv
n3gqBx2Buf33v/7Xf/2f7+P/Dn4WD0U60Wb/V95lD0WUt81//tv+97/oKiz/7/WP//y3aykhbGV7
sCpdAE84qPz599enKA/4l+V/hCIKm7qh0VxaWXvXY4Vf+mH/cHkQ9+0giguC8GxPS9NWnuU4+u0g
s46UxiwiOTaFmB7YjUjsNKrgsfa1vbamGf4+vjDh/vKoy9/626P996iORXKLRQtKWiejcnXvdYdt
6dFz3fYxVbHzbFm5YWzJBotQdE2Q9nTqiD21I0rqy4M75wZ3LZyZTZevYp+8V0glABCwSY9xU08f
Fn2ZfqSs8j/g3Orn12VdD0iZLo959jVrk+sMTvOu5S6/6bdvKTNyfp1WpEcytJBKz+B/P2ipRl/6
GWHaFMphlw+S+JvLw555z1IwJMnTwvOIZ387bA/RrFRVlBydanzKfIDlXiewdKj46OCP3EkPiVxo
SNBpU299efCT+bt8ZAbXNDU1Qj1pybeDT+ZEmzFvkmNqVhSiBQqXGyjYaXd1eZwz71YK20Eb4po8
qOO9HcepuW4yDA9pkHFjGCH7OgcSwMrQty8DDo/7nMiFL5dHVfytJ1NYQvmkWHNc20aJ8XZUTbd5
9HM3PjLJF9tRRJkT0QFlDO2waMvw7vJwZ18my4Upa6PNcJef89sEQuRAQI9RJkeYQ3Q/ZawOoRXi
fXV5mDNrQwpPODDNteO46nTCyLkZcbRIj34xovckT6cmUJ3emctxA3+qCk1/d3nIc59PCqYnbH0Y
t2r589+ejMR7SxGtmhyjwTajp0EnVHMGI03bYCjt4quuAtHj4Mnl+Oby0OdeKilLLBC2WBfmxNuh
gwYneoyxedpyAqePsd2tsLoN+j+Yob+PczJDdZ/MWkYKhQiEOwTeVfAM5a3akn+G1CCM8Nctgujb
HzwcYJfpYLFscoK8fThZ6hm02EqPrle0/cckqcz+0YHKtPmTcSzPgbGqeY8nLxEFnpuNCH+PI9cv
jL8bMQdPRQ3/8Z2JcvZrOZLuhrYwSjt9IHrzkIq6PDtCQF5C79UYbDE0JX7x8gOdnZCeKWiECulq
8+RrpanygdvC/OigovpMARHKrSUsDx++uHG54SmrkbDoYqrVyyOfW32Iaf7fyJZ4+8nYw9BjwIk7
Yh4uPko3xVuRrUciOsEY+FvTgnNdHvHcs5rCxLwH9rrJMng7IoZWMRmSTX6MO0i9PiXHXVuP2aPA
2BjjxoJmJpBR8s6o5/ZOkylJ899xUAOfjBpV9lwOTZ4fiVTxaLCIufyGB2F5dMlt+H75Cc+909/H
OpmetHaLEZEbXzOy2hfPaBdTrYpk4hEB8WOP3vzp/2/Ak+njQaUXVh/nx0ynNQ9nOFG+RVtUPsvG
tL9UOYrWP5g37F6YEANYcLE8eZ8hGZJmSdTdsRhSe0/rTLV3OibYbj2nWuGe5sZOdXv5Mc+tRlNL
m2PXlMo+XSVQw5G/1l16pBncVOvaJ1x2O9K8fud1np2h/zPO6ZpQeVzJWKcpvqThK53YCZlDaD1G
OlH6ExGwQ3RNhK/7XsF2dor+NuzJ7tni9RH2bpMee7yqJOhJ5sNLqmj67cmkt6N39rZzw3H8ae25
0uRTnkyasMVSY46iDPKe8HcJOqlrKsMAg+ks+nT5w517oZZktStHO4IAkLdLnuOwDJC5Uv6a9vh9
0R7c5BbUg1Wqgz231Svu2d07H/HcImR7UULxPxNuxNsxnQwAX4UcgAPdIHeN+VF5jcrJvSWrKwBA
zKv6w+WnlMteeVqfWRZaRTgspmdq8+2QE3aFrWPYHEu6DV9deAd1318bfQEpAybVAg8hXAUPGuka
Grpsd2pYgjUv/4yz39WBtIVnpudqtfz5b8XN7LW1yiwdH40AW4wV9hndLe46SLG5cYC5Xh7t7KfV
FMNK0tLj274dTcUGgYRTGB99qMnXiIJLyPWIjJ+cDASwTCt9GD1hv7PDntsJLBxFl/rNthBYvx3V
xjJtQWOXSjgUiAmmvtk0IInj5vLTnXuXFDJUwBpFlJInEzdF5Q3PpE+ONmFAt93ol91uTOZKwkyo
/He2t/ODKVajNs2lHH77UH0xEHfhTfERN1P7FRto40YUgYNVq+i2l5/r3OKwLUdwz6cD4NknQ7XW
BMfKsPhqUmgy5Gn8rMewmh7I+4BOj0CweueLnZsnwFm2wuVAC0ucLMcqK0TmIs89dm2NWXNYjMO3
qXGAWToLMTEBfvVY78Fj8GS+/KznXivLAWW9zdVbiJMKRzd+xYEoKfZB7Mn5jEq5nXNlDRuN28M7
g8mzoymTCG5CnpmhJ8/JiejnE8yvI/TWel0Ckn8ypYvHh1tZewMx1YZNoEPx7UzDs42JMi6QoaMf
GkSCt/QNFY5HRKzR2gLrfUmMyrm+/Drk8gtOdynqzAWEAeChhH47zUheLVICT9Mj+nmI2r5DdppR
zz8TBOrw12QCaVdZj71HXiXun7IlooR7n7kLScO4/FvOLWOuz57L4nLAx04+TTsMQuJgHh/TghhH
DAUFxiTFIJrwD8663wc6/SqxOTZJWXCVzUTzdS5xadmYvZTyuitgnr+zupbd5/QNu0xdF9KCqZDV
v33DolFwNHUFCkFfqFhDlDXgHtWOS9sHvzfAOWI9IWlH9xgRNevL7/Tc4NgHLUfecr01l4X42/bv
WCAk5Ezpg4t3FMzpGH36A+kOtvGMte4U7ys6nvEdnqtJ+yl0IbXtL/+AMyuA8p75D/aEOkaePH1X
DmHd8LsOysShCtfZtHOu7FblL1CoQuufPy7bP819TjpgkdP7dNrj7wCE5qHF6epnTC+xXpMVDiM7
BeM/2rh5g8NNHgz1B6OGrfcH55/pUmNQaNChBSB/+7rNEQFhUtneQcKy1wtizdYKgF95j5Mks8a3
YTE/KVL+8nfOpnNbDW40pu24sHhocp0s5IUdVsV0Pg5O79Bn6ztTssUEs/dQZpCMd2DGQf6EegjO
ofYG40D1jGRCEJy3NXwP026r7YfxQ4BjD0kj5dRZd9OIluF4eUKc/6F62X1Z5+x2J1PSolWIxtT0
Dx6OS8UehI5saqH66QE/D4G9yURTTPaaDppux7m79sVC/QijaKRzXvbK3wcVxxUh1l7i7pkNei9T
Eb9Tv52buKBBHqevyepVJ++zRpg4+KXQh8FAtUnSffchIoLiOwYq3fzPyyaTUpgv8tcefIqtJThi
BoIk7YPVY4FMG2ymZ1hWg7w1+jyocBZthtBel530oo+XP8fyGCe707I6FSvTsrkInzwmYQ2jSQXi
HeCz46rQteRNDKnkxm/ncGA+NrUqfqH2T782pUyfRnzH46vLP+FMMQA4pHjXiGswNDjZjomkVwjE
fe8Au40eLZ4xaIvLwv7c+TOyGLOP9Vd8uxN1fXncM2UPVTGWVsqyWDSnxSrJ2R0SP+kf0MYMcE04
c/PFQg7v62BOoj1mwVH+zrMu293p68ZpWEqOAk3n4aTUmu0Et5fS9w8JtsrRTdnTY4uTwvRI/EMO
i6qxq+kvoaHGgS3sv1x+4nNzmjg9mgAeKLVUJ6PjjZZLNGLGIc4Mc9qgsEsh1Jq6suKr3m7r6Z2j
Ty5/4cnjYuPDW3Yshw1Rn6z1oWf2ELbuAxU3soFJoN3r2U8K+RLEo3jqq2J6jttpseuPKlh1oxlf
aSPH/jAjTJhXkxdia2hfvANmnyt7qHiAmIW0rL8fyiSVEDpVWsZB4bnxEtRzf5fwbmitYt8Yb/qm
z7Doax0MCfMUkSltb+8hDfFvwtpoeV2XP8yZqchBLNzl8iJBZ07ODd8FpiKJ0jikPi0DLoUqtn/O
aQRXDlSq3lC4j+Y70//MVOQWLi08ZmhBIQ99e1ZlriNIYAy8Q1e51k1BbDzRtoRc643nVAk0NaKu
mj3gR+BD/IxS/+XyM58p93hccFSQbyFte5msv5UmMiW5DkKGezCGJCON1CvRHE89fKnL45x7t3Qt
FFZV9MUt82R7kTD3KqQR3iGNMnhT+STFBzfsyeVosEbF+r/o+8fLQ57Z0Sz2FNAbxgX7Pnm0UfZe
EZJocIBL1dzGgzWE+zYyE+hwBA6uIU/RYi6CgV3n8sBnn/Wv3gnKfnaX5Zv/9k5VB4XFGwbv0GAy
fZOVfgUtysSx2BWu+7mXAdYDfzAi0DvbmSWlo09mUU/7esLTwj/gfezdGJEZfEFGi4IG0BYvYkJP
5e7yiGc2MU4qruBL34tD4+R71l0BaddvvUPCZroLMJ2+TczoU1KP3efLI52boVSS7FwsSVP9Vcn8
9jbpz1ctFZw+TLUdbVAikStiDNNs/sFXQ6YKx1fQqfzbLomNJzh7ZuiDXTXtXrR2Fa7RFjhPloFP
6y4vDPn18pOde4csCEgRfzVlT49cZ5RdhHqAebI44yH2oYe4NqBZoWDrCZT651iGpaTHawRfXJCo
t9NyDMMoJlwb8AdSG2TKYoZJFA4YnAiNJOXys537apzoDnwMqkwKireDxdg144MdeQfNZNwqmjQL
+Qgzyj/4ar+PY74dx+qr0Ur72Tvg5jQ8pR6Rd7vCQoCCRc/in6DNNvtx+dHOfLal26I9xXuU1Gxv
h5ST7okdsfTBMM1X20+8w2zNhzqpnMfLA50DLxlJu9xCOblxyH87UpaP2Hhg033wNFGSWVuLO9Kf
Ahdf3zrfY45C3KvyENoWRqQPaoBXbzZl+vPyzzizndmgAVQriiLUPQVrWq5yZD2NzJsWO3orduTn
gTTHNeNl95L803ce+8z75ZIMUApSI1DznWxmBbGoUed7xgFHfQrwWQePiR9K7GxMr/vn03SpO5Xi
Ak4unzgZy0sqP8tN2z8Yc46TOvFfE4m50YKY/uOXqIijkwBtFJzgEG8/JSZ+hI/F0jjYuoF9i6M8
nM46U0ZzRaxe3nyWMfTrd64VZ4oLtoxluVuwBWjtvR0UsY8f1O0c0BAioOo5zAO9leZIVokacKzf
EFtihndlGETkU4/VexPnXH3H+C6sD5rCUIFP5i+Jm05djX5wRPAi+53JRPLQBvRLFAFcv0epAvMa
WCKCi5kTBpSMaf4FETS20sjCiXj459+An0Lj2KNQFPbJwnVgh5i5awRHZCcoBiX+sTRVc9wnErjz
sZrlp8sDmmeWDvwXmMpUAxyT9vLnv51d0N9K3KRcPoA2cAIGF1HHjEtQdTUNMnQxHSRSMniAwmmR
JV6WsX3s076fiU0jYWkn8N6MrwKyVHAk0LOM7nE4xYR2oBtW7zzHxrxJZnaAs//M6T8cRk7Qu1g3
hvyom0VuxckiEqib6QAt1S9td1tC6Qg+YAjW1t8uP+252QaUJUAOcLrgpH77sAH2V81gd8aBWHLf
TWBkVt74MZNT/mnsc/cxk252PaaO+6EnKGl7efBzmwbXG3wO8fVjwp1MtaqBbR55cXDEBr558SPM
e4h0y5tVAsr5zljL33Vyn4LJ5FLauSBcXF7ePigmEKj41eQfMJHgiojTgl9jRYFzEQbMwx1phcjc
FfLgBnPwQQwr7ODt+J3JfKa6pcPLrsXuZQLHn+C0ltl09dQulzpMykhwJeoqePbzUDyxkafDpkOU
fje1asx+/fM3zZm+NGB4AcCJb58+cDPUOW7rH3xc3rZOg4CWWFe0aCJU8/7yWOdOQOV6cJEA7uEd
nwIjVaWgF6OaoYYPZ6waysz/IAzIkxjuxOODLEiC2mndmniMKSRRhBTCW0YlWY/lO1DUuWu00iAk
tJxozv6NFJUTlCpJ6uLe7ujoQ0c824NZes5eT5JkQt/In10CGojUcHB2yZT14qREkja1MbP08NZa
RWNQeO+cK+emAR/DATWgv0kh+fZrdB6AQddr/1CaGQbZDoRncVUQ2y5WxCqUciXwQcRTx3X/YP5p
21MA8tSw9il5I3C9SpYELh+iVCPfc5ux+yjCJaMtAL5fzwZsqy3J08Q4X54T5/ZUDQNOkSir4I6c
nKRhOKgAf0DvYCU4O2psiVaiS6OPeSyvsVcf3vnsZ4fDcZQ6bLHvOb1+iLlA5dyGTHevzj47IwDo
qowNcz26OJjccPJF/f3lJzy3v7CBUjnTxIW4dbK0cVkYSi/u+KY90c2ryHdIScUZIrkvacWhqKvs
DDFY0qWfa7vJd3bY6ufLP+HcdsrT4ptLrYJz91Le/3ZwFQiymnp0vENE5MNVT5HUYmXq/ujisC/e
KeHPnRvLcUGBAD6gTmGXKAFJd0YeV+GLcoWMD10Oh+D4IxPQWCS518ajM7d4UusSlucfbDEOoI9y
wAjgIDsnN4jJKPA47zg5hhp0JyQS98kJHDve2iQO2lsnGVg77eQfJ0vvghAS/E4VcDuv//EbB5CE
8wEq6XCInSzkRkJQqHElP7SLNGw0S7faq6F97Y2qit5542e+LrdOAeQE/gj8c/J1s2TGGovYgOOc
1dF1ghcOjpNEbe6UsofqnR3qzAJaugxUHnTdQFuXP/9tKnW9GIm1iaJjj/T+caGgrSY/S+96lHEE
exXv9dHPrJ6/GqmwLVDX/I3xgR4uRo9ZRcfOSiyEznE04khdt3X6wQmmv9z0JuebyGb7BhVAGN6O
oiPQ9p9/zQWMWTALPOL/xoYkNzwhgwPegLG01iG/FZ8GCJ9HuxHWOzvUX/2sk3rE+X2wk6nT9kiD
utGMjrjqed8jOMlin8Wy29cTtvmU2rg/rCglMBBR3MGf26LHOX41Iu5CaYEuB/TZUs6rNorZXCPR
nep35sC5CUf/ZjmmIG14jvV2DliJDa0/5BdOwh6xWapDbe8zq8U3HBAcF6XLb//slIPrLthBaUNa
J8ORj6cg2nkMVyON3qUm8VO7EUtqXCMh+oQfbKf7dnnI8x/BczDndmmgUPK/fUQ/DIMAFkpwzE0P
ZtUKtZjzRCjOhK8A9tTFVS+w8blusRn6kGeeQzSO5yZuuOowb70W1C7AWlUCGYncqvKH7uxBvsNz
PvcVwGKWgxPQDqDw7U/MeX6iV+GqhxgvxFhy2aQ5kDpwZdSY87zzDc4OtvR/YXYuTKST94Hls5s1
jhEdJfmcwcdmNtp2NxN32u5nLN1+XX79y451ugSWBoK1VMJQzE6KgqpXk0vQQHzMqjxMN6qBr/iE
W9z87nFhnhuJSQyVREl4MycjwUpX2KpkOH1WBh6cCVD3K6YN6MdMgo+rNYwnXB9MSLOAzfF47Vtx
uYXPWhDIqKorDOX73eVnPzfbFaRrTk7QIq7bbz9r2pZdaA0iPuqvcVT3Nyo3qnvph5FPQITdvLef
n6vJOSshsf33eOoE3m7sJrDwqYiOth3L/pq8rS7bddaI6ls44W0FyuI/kG8RrB2nJR+IGxBK9Cys
ivAPdlkH7ikwP0w3vv/bJ1/OEiooDMrMPKumFTG28WbOe+uHooG6/udvmUPTdoBOBbXgyXye28Gb
EYrGSHcU9v/N6GbkRHbQ+lairwgsoDQT79QmZyojAFROEQvQaNla3j7fSAiXKYssOmbcbfM7zx+T
di+xPLzDJzVIdlE1BNO+K/8vZ2e2GzcOresnEqB5uFVNnuIkzuCybwQ73a1ZoiRS09OfTznn7J2S
Cy44jW4E6FywSJGLi2v9A6KX2KWMFdrz70/63F3KAab6SFc4wLz79AcIFIBJCciNtE4u1YqyF8gj
0eDZSEuDKqon/OzdSNHxB0Ysaehplf0XEFz4aMyeOihFUGsJNH/kD5rmqkjndB+tWut/DmLCpLkI
uKfKvjy+P91zMYsSDPmmQypqrHvRLdk9SMIuOSbogWU3LjJ8OzwkrH1Z1Uq/en+wc9UxwDG8Y2Cg
UU34fc7+mNgwCgX9ipIgLg04KbSl8dJSd7AORllza1SWPt8kskBYAaGVNHhVZC/oQGeB5P90TOJC
HnEujrC/LUjBYPLwEjld6NRSlVdHU4zcn+bdxDNZkmpsL92JCfGPLX2Y8sv7S7Ds33XUplzDaSLz
ZejV9nLGzs4yizuzjCRqxWZk9vYNippuvROaE28aze/RRkBhNL4QOc6PTHPw/478u3D3x9rrUa5j
FOqTAfu+snZ0dp3+ASJzAIR91LxPZVAC1ApIiKrdX8zZ9xzSbjBSIFtOV9nG9UXjcomPE0SmryAO
oxu/Q33zpeevwh7cj3/jzXrz78eH/Y3xXBIU0/NWH9cAuUghUiagcw2571EDC1PC+FWCCsbPXgyj
RFghy+e/mK1Pi5DzBCvPXL/t0Lp11BhTcq1R/v8W4WDzrcNh76bR0UXb5yX+R2FcaPjlvT/dc8Ua
ggW3/BKygTktR/2PD4yakcPtm2qPCpmu6dZHePwakQekbWJderg1QoYv/LT1boHYYmHseVutYTNs
jFbNCATowvwhgVbHf5GD0cmhFc6+N3lxnv4uCxWjBR8WH+WYwKTDO2J4RoJQ/uPnMnp6fxHOHWjK
g5YHmmcJMquxXCRc2MV2fIwLxOI2de+N/bZpYQ95vaG2BYJLf/O5bfY1VQNI2O6Spv2x6hS94C3p
RXpcPHAexhn7WT8V439mmfeI+FJV2OraxV7j2XnaVGQBVy7he7W30VVI0axOkmM2p/ORfo7SvwxB
Y80PEbCmdmsjKXup477sn3XoIrulHkThgqtxtbYIDiEg7PTpEYmR7qnNukVtcvbFxrNKX124hs9F
K17ODGWTeXJZnC5rbZZV2kIdhEKbdGh7YJ/ylVcDPg/1aLXFvvBy5D/atEbK6uNbaIECUwmiVEDp
83Rka84kDzYu3wS5n5c+T/w79Kl6xNTN5LmZaCJcSLPOrSvFXm7EBafK5zwdMNIKEzEFKzlijgDu
2sR7Rr/JO0fIHbIxWXoBgnQmw6KhiX4+j0S6B+sOFQpiYhHo4enMM72767CpEgSDeELurJy76V6p
HIMQr1i0jlLsUMX+/QU+M18PyOFCMKQtRUv8dL4WYs31jHXWEQUycytMwdtBOv4/EyjHb+8PdeaY
8DZiCy2obtgwq5sHyyK0j+wyO452hUPsPNuGuNGoBWEt6I/AP4egmpoLG+jM1qWy4AYLiZLy9Pps
ugojkaqzU55LvbENgjYJkEg0vP/Qe3Nu27goDpEBzvXCNloCzep48hRyfB4A/EPt9nRZPWR3eg3r
1UeAtYsTmZ724mupGrhU7y/q2flx/Jkh7yGIoqcDTW5kunE7gnW2MXjfFIWH70ROOTna+uhcF1+7
2nK7Df160P3vD33ue3IuF2oTJQfDXwVbOzExeJkKIBbxUN8hAmbv+0xIhP1tcysNbboQhc6tKfCR
hXXDY5NDczpVeFpNgU0WQIMeid9rw8kByXqiGC7gVM6VUhBIAGBBi8niWbt61qH9VWkBWniP4BGH
6wx5dOTztOF68iZtgwBP/t0skUM6xG2NgPGg/UOpB7GZ2JUuenmOi6rX7MkGD1erv7CvzsULeI4W
OAgS7DfNh6ac0ZdXnf8IWijQbxoMQuMr05OD+p7hzKCFjWarB4AUVnOw6U7F1x//5mQNVOMgWvHn
6pt7fe8guwdaFpMXvF+SbtpOQPb20+g6G0xW/oIY7AH/ARVJ5DDp95x+c94kiYW9WPTYwS5/1YVl
1hhxuVgxbFMxa2noSqrHt+OMJ/bX96d6bruBWeBaX24eYIOnQ0fIRdOhKLXHyAORtbG0RvXI3Xvd
r78YhzsO4tqCAlnDcSMsi0qUQOknzel4lYvWKzY2BbpLCJBzkZ4+L6IN1Kk8Y10grBH0RWMDOCL6
g3KDHFZ5C2oXk1pVpz/en9L5oShEkmbyvlz3rKpSaggvM5Sl5flVX+qvedQOP0THXfoXI4FrAAZF
OksZ5vQjmehV4bSbRo9lmshtXtX404pev2MPRxeu6nOTouJGJWL5VG+EDJrc6eeSdvOjkaINPpVd
ibV7imVtGItguHBXngvrZCGgVXmZQo9dfswfiSz61J2FDrH26CYxDlOpPuD57ol+xggB7/PrgLbj
fBNYc33h0y0Han1xBUs8D3TSZ3tdcbEK6rEOgOAjT5P2hfMhvhWe/iqUGdwZWRIh0O4u2vipaO5k
LtsL6ciZefs6+QiiH1QC3vTbtQg+rIx7nidlUH3TunKcNlMfiFvT6YtntwnSb22A/OOFsHrmKuOx
xsWydLG5SleFgBx5win28+RYeH71tNzTQC87tJhdLbcfyBqyC8Hl7IBs2SWE8yJe71uJVnkvnIy8
Fqucn2hgR1/GLv5mlCo3uEiK+MIE3wYzcFAUKRekOyOuYd7NIqxbI4z1OCGo9oDqIvcVSZj18v5x
fPP5oI7w5cCDUJ+lnbpM+49ta2V6WWk41h47xMq+BZXhy7AfPZGE3mRJBOcsP0Ul0/mwVsZq3FVq
gEpHNhp4SRzhd3MpRJ7zFRnD+oDv/YDFUqoj9D5FH70Ll0Gp3xhGQDgAQX862WJkYybYmhx7vuaW
p5+9zVukdnG0Mh8Quaw/GusYj+clTWL4sksMPx3PgANJpRR5ChcOew9PQlh6iP2r0D6nAI6Kjx7F
ZbilLkhpzOfmXaWwmGXUpjfkDcLpPnI0yVBvcfqprvLWaQ+1sN0NBr7ehXPxdgNx/Hm9E5/BfIIU
Op3jNNaitJ2xPi7lk+vRDG7zKEV52B2odpdNRuUxGdoLMMU3kd1iUF7RLs8+oq2z2rVDVLcJyq31
0cDEydsmVKgeiinTp20jL76Czg4GaJdPCdODZvvpDHPhTKh9FOLYkO/8VHUtvnqCDj+y3/r40Yx5
mdgfY62ytT7128GcKnEsJmxcdmiXI8ML2BCt0vfP/Ztwtgy0ABhI1JY+6+oVac4ioy01oJwihP91
yFFjxX0630RebCIC6qsLKfq5bQIL3aemx2MAEPTpIo7cBi2QxeoooVxfSzbHNdLv0xDiL+rcenWn
fW1SuXt/km9ybyb556CrbWI4KUaaVlYfy7ae79gZGoav6Yhtt4/dy0/VFPFrgk1m2GPXdCGwnts1
SA6BbQRkaLneaoGxhfFH9BpqQAVVB56r8Pvt2KOgvaW1PT6+P9E3l8UyUdJttPgWpYy1pljkFx4I
dlkfkeVvvuZYNaOGXlfVpSL42QWFgQ8T34OFtT7spmZ52typ6jhPtCeDEmupOJj/bfXodaw9fUKj
1Uloq4mquBC632Q5v2f4/0emn3a6f5q5N2Ps9aoj6vL+T+FTPHNnAK+mirHSUH3wfbbEiIUdllzR
ApbWvr+/xOcOjOGxwCBFDTQBVnHOVsivC9wQj4Aibk1T2Pcm1tNYHmBi2I9m9fz+cGfOCzgbpByJ
qTQQ12UmERC0OfsoHdW2pBoxlhhl+hQlCR75d2RC/bsBU4b9+6OemSS8Ol4AjA19dl02zFEzqQLl
V0fg+t5tqtfRAXJddQPpEcvDHEmQ5qNpDvAlLmLQ1aAuPO6Q1XcVQ9stmeOxEjLfjUlrNlct2rfy
w1fx6Tir+FOj0TIi7FodEaGOsOWBZ37oVW96eEpT/Hh/Gc9sVh7bfDc+Bsjida6oypSEIK3LY2eJ
xoDTHahrQ7XdrwVJfWzyDGoytgE8xsJ2cXp5yLCQDA7v/4iz39KBBkX2we28LsS2qjFSir98S4TV
KS3l8yGWkX9FQjIfZglu/v3xzgQ8cGi+ASKPMd8kO8rQYDv3VnUUOVYgmiTKhR1t16t5DqrqwrY5
OzkwxSga6hDY1pmc6TTYqkZxTSBKFeZT9fxAT12/brvEuMf9Mr5wHM9OjhfWgkfjhKxFgQwvxmt2
ZnJ13rd3o7K1LhRqSKqtlo6BdeEYnjv8aE9SHqTxQ1N5mf0fSbkrTK8turQ+cjpwxs1wYJkjT/9q
+Ep94VKfd5HVef99/Puh+gcaBi0Pijer7DF29SrHpZ0TYhv+p0AY0LxQzn+uvPKSYsi5rwenAu48
PSadQHM6P6NGmHqYcPiREn3zu9LKUu2mxs1r+kSOPEbPutLoLV7YM2dXFdYq+C6Kkfx3OirS/5Sr
Ye8cM6Hr30GS+dZB6mP+ajSm/72J8k+1niAR/f6ynrkyDdR4ieO/ayvrcq8nbSCTVlce9ahLfwS4
kYZSmcLf+kNq4EhaOUESJpNv1lcJBtbJhTzv7KRhgyETsAg7rbGq9HrqyNAQ7SoKdNCjKErCPmgi
P9Rka+xUMiN2XfSoW78/63Nf2IE485sWSexZhXWEC2SCuy7BYGhLEE3+vOGOFFdZswisg5f5i2ku
xArgXIQ73rGn3xZGm1XhTYhYn2EWT9hWNNsWfvKXWZf9tSNBlG5yMxYXYNfnvi17eFF/oE9BV+Z0
VFyWIgukKlJhZoSu9YQuEGlQ/GjomCqOg9J2yrLlr1wm+bf31/fcZyWN9qnWufyhr/Yy3jD4RHaI
lDW99D4hWY6vGyYEZSiEmLZmW4pt4IhL2mhn7jWiy4IGYFSatsbpfNteR8AjjZkvyd6VY7nDw4BL
77aaYFRu005gxJLjkoyrVxA5D0nbe6/vz3vZNyfFrkVdFlAAUE02NB2/018w572hRw2/oDJnP7tJ
+zL5TP/EH/fvj3Mm3jPO8k6ha2G8QdqYWWK3jYfUUINBCWZoxaTUdTu3eY1jG74EV38xHAxGysmL
vMEakEcNxqQc72ZHZC/YSTX8LfPOjexohmtWFwj6fTwqsW//d8BVsJ+H2eW9jHq3ItJi+ONpY6i0
oHsULY9ArNywexvT6jVvhvkChOdMaGBogDS0URc60Oqoem1t5rmHrpIVYxcUugpz+T2uHepnEwzB
PzkK8xc2zZnDwogLqBolPSDzqxFRKR+ljZHpsW3a5LNuJR4grRH3U3ya2v9wqw8w8nLxt3n/o547
LX8Ou1pj1ePvZ9hafgzi9qUWtXdb2TLHS6bumxcRtbcAiT7jK6Zu8Eqtm937o59dZsrRwCoQMiNR
Oj0pXTUBjpJ84bkX8RHs4W1TxtOL1O3pYEtv+Hh+zXMB2A5PNP5d72Aku3MtG/Li6Cr52rU13lBW
bBy13nAuSU2fibrA+ijoIzaGNNf6kWIoFVWBnqABX+g3USPKG6uNRhV2WqwOqUwlxsBJtDgUfxwP
vYSfP4ZefVKsAPMU/eXiaLQZtBqvCbxdoNnOoyQNvLCi53Yt9yTIcGAcRLzVFQoend5/bmfHulQ9
piizKfsbsyl6LP00L9jmmomBWd/g+XT1/tY5F/wodNHGgw8BjnS1dSoVB7LQQH2Dbp1uRwc6mg8x
4JetOnUhTzg7FDkgr8DfkK/VUBGq4MpItOwIBLm99pu5u+5rmJ8FauIPfzEr2qhMCVoWN9jpgdDq
ycknvDmPmOJmBx9zwHDMlX2felwkfzEUXsqLRiJF/DV5wZvZuMbijdDODWaJfT7ZezexcYZKCq8e
L8SZc+cB0Zf/GW21UeSUj8g/Io1oYlCHY5sA2vXJiAZ7kxZ4BDS4HkUhEsLeQThddSEFeovt5kgA
DkRIBHUD9stqWWfAl3rcM3qpSAgxQx8KVDxNc0BPAZqYB8Z6NO8owznfSly8segA5X9T4PZ9icNx
bi8hTEbIg5nFG2aVG5iNmjBlzMpjOXTDvk9y75bGfLtzHVyhw49/YfDsSMTAXuakrAIBhtKwrQyt
4ErB8iEtVWZsRNoBqm4kref3Bzu3xuBw7EWLEr1PGhinW7dwOqFNVZ0d6ZvKCZyvkQ+7SZ/Vri9a
jHgt11DDpsP/dboxcFq7DzBXE1tQX83X93/KmaDE+5DYiwEGrglrgGAcZMnYFYjLpXXh3VXpYAUb
TxtCJ/oVlfnyzUvz0v4+c5PR/MY+EO2YBcu2Wms6YS7+swC8GjCnrw7QPGPv4ZXrPQ1Z2yAMkPpV
/vHbky4fCBmUqpcMf5UySLNGdXUe06Ovquwmmscan+lgGK+gmer3ca9rH5biBuGzPE0dhltUclaR
EEkHHRPPCMHfSfNCSMP+NUacxReoq/7GzeLh0oBnUmkwM3xIUgSkM9bNKWuQte71DJgZmbtR0hzr
XW4Mhn5hKc9tGZSpeQDz6OZCW23ezojdMTZ8lrLX8q9m1uH9Xdb2EN8OtDjjQyN8aosRGhPjR0fm
xNCaWvBrlIlANZwemzQFLWEaUHyqIeBh3VM3T5BvskQBkDeP0SMBR9tunKDy/vngMVn2DdcaTzTE
HRF0OB0Z8SEdqeFAHWOD9vjGwx5L0Zl2EyjdqTtaG6Oa5X7qjUuh4k0MZOClagQoBYgi1ZXTgbPK
99N6LAcE8WX7qa77m1ihQ4wVfDl8tCS2JJWLIi9NDoNm42rD4vKE1XSQeMfc7qZH/CLHhxRTqU3Q
T95Ho+0yFC1hIg4AB07J6ayadnDG3si8o6L1OexqDTzAzkqc8bassIF7/9u9CTfLtKiCkTWDuwE3
dTqYyCwyqswunnxY6ru4i+f/7MGdHpNOr38s++xSPvvmgCyTMymqUe2H6riWcJ+FVXStzKunIXHK
nd12bYJzVlDeFoGYnxEhG6+R2gz+Ypq844Gl4aIEJWr1+aJIutUIQf2pCVp3W1W6podwT0A+Bm55
hQuuNP5qRAe7FL4SQqerFo7gJGY0w4unUsxDOMLx/VR6Kv6UYHK4F7U/XBjvTV7EupI3+4vixiKh
u5rhZLli0Ea/fBrhA+0mlWo7qTvjD7otao91a9KEZT5mPByC6IMWRlwYvOJh2IJHJq6/eXKWVZZg
nTxl34TRYoM5b+Ql86I1GYgUh5yLEgXXIsRCkp7TfYqciKbczjJejLGZ9nUr5BOlPqgBsw5B2Uqe
xNhp+xyWwA/qDt1dprqvwKHk9/ePy29JoD9KMvwO4H6/9QgXgCPx9vR3VLUEKaLPzbNjFq4mQksr
xv4Wj2WF1roKEJoKazgF6Q4tDB2eRJ7FVhd62NQPn+fCnu2rWPm1+iUlmhzbUgb+Tw/nvFcvB9gF
vwVbcOT30xogA9jWoL9vB7f7F6yu84iBsd6Fhl3295ZwVfrrwtSWuHI6NazNQMZApltC3TruSFcO
Io2M9HkcgDvfg3SQzxjbYhNN2gu2fvL0eJejEu1cpVZjW7vGHfXC2lVpVcy3ky4M44uXakkRzok3
JNupyuIJpmc6i4M21Xl0bwCprq+zmKIHhpVo7FyL0iyNr3nOX3pubzkXkBOr6MZdD3CCA78QzRfF
yqVo8UdrYQbQF3leM70ANa4fTBWkKgwMrBWkGcR7t+ovUMQgr64XEeFSgBNA/SiQkjyu42k6VFoB
E+/ZKVLhHLRu4iEWAoxv3Ju5HL141/RIXW88YDHGp1ZBHAvQOJp2TlQbFTbanl3u2yz2n/Uk0Yxt
FExlFgL/6v1Nk7oiwak+aauHEvvLPBzqOf7sKLgfd44vLezjZTBUh8RvjOqxs6Movm1RNZqbz/Mo
RSM/YQtbHmyLHsvDnCEqeZXXCnNIbAk0gcOv3Y79gW5Me6NnVdlh+Tsa6ZfZiIdPlduaPgRGlb26
XYLpYW2383e7QoNn22k9Z7LwimafTdPYX+HKmUeHOuvNbjMWcY19XNFk2V6JYFQ3oz+3VOAGa4rc
+7ovi185ZbE+9MyobXaehZPgy2RPCMp3eeFlm6LMnTgc0eK0s71bDFH6DR5I8RRMLNltRaPc2zRO
WWSfRINet6JYYNOaD6XTONqt1UTes0d6lOysJig+N+2sJBIL2JAfHCTU4l0XTIV9PeL8KrbSBDe5
m/t2EDscZwsZymIMHpBXNUWoD04XHEDq5VE4OVDVN2PcWRgJC2uSezg9Kr1uNeo0KBvM2kPHZRZd
1SgPlCHwqzH5HjSD8HeV4Sb+tlOgW+8qXRcFkttuGfQ7lD30dAMWd/Rue7s2PJoHqMttmibKoAdN
o//Tokzq3nqTGTTfeT3Z6t6pncoGAzDnN6ZCR+CbSDizd23Vjve60yoVFk6SBmjVzm183fTmGHAB
to2zs63aKA+aCrzsk56buXsvUumC7kVaf77qUj8LQuknoNjLuYKgb4/abapoyG16PRuq5xhlNLUZ
ueZffbfzpk3j1uIL4XNZtcyOR8y9zWS6tdCWKO69epj/iWeZoJUta09gLoyMCuIPhd5GnhmKPh38
DXeWOx1izGPK+3nQNaMIrZzgKrZaiYTAJ5vEJPqO1Y2hrpsmDoxPtt5q1XWEL/VYbyzVVOV3vOy1
eD+ifZi8GL3bVJ873Stkve1kEZm7ITIFWlRemerZz0hLVGKGg9F5tbkph7R0vulAD93bsgZide01
dVzTNOL1sOHoKfld9zWzivfmbFkCn/pU8/pwKF07uhkGd8StpE3jvIXd3Rd+JkPsRJB5bCMzT7am
O0VU1jFWOoopifUfSdzqDzPNwThsiQvZdUpoNvZI/pv/RniG3doGSgFb2OL4jpp9q1vf50SbhhfD
EhZwlF5X2Y9B9M69rVlJc+co7qaQCIVwsu/H+Ks20RCMm9gxZbvtAxdwzmDWpf6Ab3H2rwLq6tzr
Ou+iicqeG45aVs4b3Fqdw4zMsxHqree+unNlPTbIYRhs7wTnbHeacR6OhDUUkEC9rgtrVI7ijdnE
mJM2Xld3KG75SEvYpRgBHM2pgWzurH75GGOXmy7Xyi8dwEU/TNzaH68qmi1T2HdxhDWvV9XlTYMl
VbfXE5lcz1ZhGdtW4mQeBpOcJEp4Wqb0HUlVXW5RqPU/99qsNWFnu5WxtSOnTg6WnZk2VscOLsT7
FsZoft3DXOrAImDi6DwhTFL+inqbc12ooku2iNL29mf4eFLdFC16tHco0md9uc/02XZv0jZKHp0i
m7ptMVtOgli/iWe418TOd2jo2bDV5snDJBbdx76Ow8bnHb0x0c3+HNt5JI9FAHJpQ5vIzHAI1JfZ
1aLXtvT2TbEnC0CkSyhC1Ne6N/srfahMHm0tXJJNOSblfNsNRaQ+w79GMKGAoXtsaR79x/Vmxz/i
apr2o4G61S/pubG5cboZqBdK/0V3cMRcfdGDPHA2tdtmzs4abSX2Ey2nfiPcxh73Gs1NENw5Tpjh
lIN8vCrokiTbKrK9R9xZ0+l2kAvb2C8cW10rGSw2qHVah8MsZXXX5mC+dsJNR/e6Mgb2Myxt0w3p
I9btg51WqTiAZerdXaRXYNI74WnGXd+jN2RsOySrjNepRKbqXodmCpXeGbPCvIuXQipogJj1hAU+
qk3Ea0Y8qmwQdXqAp45H87YQyVxu3s+GVu0MGn+LHxJwFmpeVKPWYvc0zyMVTPn8ksVO11/VsSy+
N6hMq8+RFXHGfa4RXK2Z4rivpbREWFbK/6BMzvIrqPCRt1AtQaplzfbD68DAnNo1XiKrwMuYoH80
ZJBXUEwuiVG+SZUYirc7FXDYmryo7dNUCfJClsRSmC9ExerYTTK+9ZK0fZZinvqDMLz8ksHJ6sXC
5FxqpECCEWLkHb8uG+RIZeUktslrUNiJE2qeGO6NvjTupIZMWixwFPBqgYPCKA1x4fOuKgdLX5fq
IsWK329CZw2wq5yBzlCrZa9SirHZ5JObPpWUpLbuWBSX3gzL0p0k1j5A4d89OYBCsK1XJb2ujX2H
/lT2EidSe8jgRMlP3B11vTXgM/hbJ6aQe6ic3gk+lyX0712jy6bftfFMUpZbGcwCOGXNdQQo/7sN
GrinzCuD/r9oSPza3kLVV+nPQUt0fQ/PpNSv06Dt/mkq1y2Im35Z386AHPsrcr3KuoB1fbNxIOsj
McLTjMPIY3dVd+qz0e2QlHJeZrLldrnNjfhLbibt7aD1LZu2UXV7odb15vMx5kJfX5iTi/Dc6hXW
qsqfTAq+L8utpUL4EUN6ozRKJ2EdxOqSCq6zfhqxOJRGlro/LFi2zmqO8YDc6Jyk+suY4YS2F8Ko
1JdR63Aqd3jIDDunNWZYPXw9Z1uZhf8MOqM3NzRnYEtNSH+MRZjB6Cy+JQ0ifO4BJunc3puiUsYV
Ztdu8DDj7i3wK1/clatQWFYi/k0nETmk5z3shDGsEfpIfwhusngXocNR3gd+UZYbE+hivjOVaTyh
MTkYoWs3DdhJQReNR47Iupu6TObku90Kp/0SV2at8FK3RlVvQXnr8UbDzVvzN8h1Rtl1aQMqDes0
MjE8hrSp7Twzd7J+I93e8PaoAeNAvhntzkM7h2BBgXxX9k6/mIvXsqKJFmWi7x7smSvsMYjisnr1
ktbpPli7IlYtREGedzq0GGpXq5CFCnGWDu0wPdEviHfpXOFYlKT+vTdbr1g8ahf6XOsrwYX9xgMZ
LheFVJOW1mmElG0yGkMi9Set5q2wd6c83k9abn7RC6eID7o/91vTL6wszBNEO8LOrXP7wsZfHzZ+
A8q8hGhKILTb1qqmQ6xrcRFU5lPsxtbG8/P8ezXUSUgF3yblgMp2oRj5pvDye0QONugJ9AOoDJzO
OheGcpqsM588m6wilZD3i6RN90MdRaE2uPMBdQ5jU6Xyp5Zq2a2h7HjjN8UlQf0zM2flOfQIVlBo
Mlf1tNJJSg54YT1FMk2vdZhXO7tvp68Ar/RbJdVw9X4C8Ns3/s+ozcQXEisX1KKuym1xOvF28tTg
DK79NGVB948nC/c+4N3j3kKn8fQwVZkfbKXM5+KA/ZfGE7fV2p0yezFvowF82h6sRXShoLGqntIs
4UehKQuPgXqtvSYWxFjwKKhu9hMwoGRjorW08+tG6eHcV8NzWaNFsJ9bK9IfL6zGsrzr1aCDCd2G
W/OtnGmXT+DbiIxPSeJHP8GYtOUWcU1x1STSCnZJnUzzNo+y5CkP6vaR7mm2g3irGx+8bZYFgPhH
FAZoDJFjuRn+qOjYQVpnzjA6T6rr/S9Za3qbKEhcSRLYeCSdfp2rw/tzP7PmOP5Q+aeis1BqV8Gf
bqSuzajWPok0/S8b7PpWt2vcp0poV1vKdfInTkTmx3BDy4dGIARGsY2S8CKicTrP3qAkoZfKferH
Qb+y9QRfjmGexwcK3HboO3l8iYxzJrwhYrUsKmIPwFpWKxuQYxe9qJynqu3mdldN7XyL34s3h8hy
R/fgs2S+sTKnHzbwgeqN3lrThfb6OiNcJs1UKWDTGFjEXU8nraxG6kXHpHXUAA4S8McNOXq9GXlk
bfUc6mGZWtV2Gp1Ljkdv6nbL0OBGQWiBX8X7aAk/f+wrZVFgw77Qf0rHKB8+ZRU74iEpbAc0SO6Y
aod+WN7eQ/W2NpOrfGvX84IfNhk65fc1knfJdZkN2lXvRmr+D/N5U6WhTtch3XedZ4y/RnuQKsMp
JzEeZugV/kZA5rqDGtSJD18SVCBpVaGnT/cIgPrpXJq2RqCqLlhGwRWeOUpmYTLaBWiJIM/vDRBF
F9Lpt3uHEQG30Ufy6UGshfTd2I4MSY36qR8gHc22Jo+jJqe9TMryJsC+6qqz9OkguNoOBRfphaCw
bM3T4MTXIzB6JGnLeVndUTgSSpu3sfsU9Ik6mH4tt3ESjKjRjvP+/WBw5j4k+HIk0aAFKEnD43Rx
E6qpUzQK98kdWhTdFPpN1zIwVBLWjWvLbe+rgiqWMj5hKF8FV5LjtjPpawG7S0Udfzg48XO4poCw
6/7STT/9OYgi2X0xGe5TM5n918SNml0ipmLvJcIIZ5ilB6+wPyhXSnBiUBYcGhYS74jPnQ46+hrs
SyHdJ1JE7+DW+vCaeR6gkA7+zscar/9vLDQ8KOAjnLd+PFEitro2y90nozaznwNqimGF6v91V9fV
hW/7Nvws80JYY7nxwY+vYm4TAMvS+PJPhdtjb8UNHPax2W6mvL5OnVjbxDNKjqYTpxf27/mBUeEC
OA+vbT3HxKImZPeO+6QNXbAd0766wpsCF6gqQExb1bt+aF8ixygvxNu1kgiLi6gOg/IAJ6dE8vT0
Qzq9Sh07aYpne0Sp5Dv44sAILT82aP0qvQhrh27Pfiqtwd43pd14W/ZWbmCOI4by1k4MyYYfBFXk
rreynYXjyiWzzDMHjp4iGf6CoYXQvO78pbWs87ocredEyOcoKvK902fJxioKc5vHWBCCxbQ3djeL
sInHYtONcXDIKN1t3z/5b4MMVlWgMDHqQPDAXSegMtU7lSS9/4RYVwLwqB+/dE2vvUyDo12qPr1N
OUBAohbBy9qmu7+G1AEwF6XLC+wppwNxGxlWex0lTgboXtd+zobM0ddsL53q5dSeRlH6RODdqf3Q
mycJON0M2Rx7xez26XNrWjQvaMI/KXwqOh5VtkJ/UY3/vL+i5wZEf26xSVjKTmt/J8oSQxLbevbc
d870CIC32wWtqR8gNExHJfXX94f7nRyvJ0h+ATVlcXOjZX06Qbi3nlCeFz83qS/cb3WZm2JDPa3T
b4tET0NNUBpFYOufbkyi29bCWjGcPGkcBDnvrne7HCTlkKpi7ww40R8FVNcLS3LmwyNkFhDHyUEg
X64yoCkYJyuNOv8pam2xrR0Sr2yUBdWwfPhll8oP2yTjgnl/Zc5sbQRb4ZfxtoDytaZHa13RzNhr
MyoaL8CVcvNuDkbnqGtZd0mu9G2sY2/9lpUk2yQ5WX7LH4mWVjhZkaCb9qx7abZpuro/lG1XhBXp
+62b6OphMpTYxDmkko/OktEgUgA8w03xDe1AYFLQDSopnpEU86wQlFK1GTocQcK8tC9J757ZbIwG
mg5oJhRl9JBX88RvS01Dlz9jm6mbm0o2I86FNkK8X7QMY8edLWtn2sYFal+7Ih987wWq9vhZ0ION
QseM9P90hBC920n0zbRDh9LPvueyY59+cFl4S4Gt9jBBotD8pn6XYouJW4lMXtOJS2dTYze6JUue
oh3C1JfwE2++/pKpIOvJE5YXLGCO01WZ87LF5ilIXkszyu96Ny8OflnSJ2d5wr7WrB+tm95ZXd9e
uGLfxJqlTEQBgfwUeSoYGacDJ9VIpYzC3kvG/fBCiW6+7XsxfhVFM75ADblk/3F+PEBc5OFUp94U
iyrPqu0xN/8Paee1GzeWtusrIsAcTllZkpWsZJ8Qliwt5pyvfj9UYwMullCE/kEHNNA9s4orfuEN
f7wqSfdqjF1X26fxJkUwr3AFqswL1amvBiSDQTue5gxP5ewDLS/ugsDr9T8AMew/Y9ubt2lMd0zG
93CttfqilfNJTZTrCdsmzvBn1mbNl1KR/bIxVOnNTsrGXGddUZPxqD4tcM8J0kut9OP2NVYGy5AO
PoTn7B5EdF3/TLWhENtAG9ui3CdKP1QLa008zmoe3fQTBxiuBI+opZzGNZUswrJGjfkNVICPeLDq
VD6RFFjewFp1fWob3pVN7WYnJDseb/SSbhBtwYrkTgoN37nOhZqsEaFJrXWvGEl3XecN0jCppcvV
vkytLj30kkBoKIZojQAjoChjP1aBHuxLrDvbbSe3ifRSew3wRwqVWryxm9p/04gVfGx6aqLzrlWC
9D6KkYH3VzBA0yHcmLlWFoWb0jl+pH8rDS+OX1u/NIPE+IeiB/ovYvMwfhv1VjSb0EljfwVgIX71
69oK3Dy1sN3LcQzdOaJAZb9r+8G/LdSSUkWda/xPV4ZMMoL6Hl3Q7pAJ0wjurTBs7tGq9Pq9lHrJ
Tx080+BKE45pPYQWbUAp6vPLQa3Vh9GpauX3kIxYbmVRlIQ3LS2ASxNNyMAd6SjGkyWImTxWei/L
B7uvwLq5YwVuel2ZWnjlQHm1L3Rha41rCanEOCUuIxyUg9ypD3RK/OK9SqgcrapCKenIjGp2H8JH
1mnSB1F8hZ+QJrN8jvdoWA3+LpWSDaZrmJGOfFDnS+sggxqwQ6pZuvKSpHdWQWdl5YNZDL7cbRq9
yKN0Y3po8vp4AQnf3vZA2l9GKZT1t8hvw24bJFR5t04haR964I1ZApHJdiiYmx2QqG7hAT65Fqdy
1gT4Jr6Ftzov6ymOkIMkl4c3roh658ddsw30WmynrNotwd8hvovlthx00UIKcDKyBUkMEC19VEou
PAPH92JmIg2QDK3+1+zkpERgAl7RGgSdckd/KXssQedgP0H1M3N2NbbxNA7OPz8npQMCD0RZUJoC
NzgR5Y5/wJD0gZEkqfio0egTd5pd2y9Sp4wEYkl5A+c8DC/Hwis3od8kj7xOw0JcfxJygbOldkAr
ksyLbvMsIKHdpqQkLtEr4b2yC/C0Ees8HVLNRb/kWsJQzqaZ7uRLoMn5hU01kUomATch9xR0z3Kv
2C7qPi9l83VAwn1bjENxyFU738Woj6KQWOCAcX6m9dmlSBsb1QlkGuh+gr+dezk2sUBv2OqdVxTb
rBEMURu70vRGL4Dg5tHkhHoHacsrhJ6HSUnxeEVlScpHXlnnlUpR4Op91T4YmUjeAd0Y3xRGQ/4J
gYIpniR6UScvqOOx1EH3hkDtvFcZV6h9WI31RRUUMrq4yLMU7aKU8mcA/u/L8jkgsCTIfxwWwpjj
AZHEjuPAyRya1oZ/Z7VOe+PZkJBbuasPA8ZvwvVyagZJmesHrcj/qHUu7c8v5ElK/Pkj4HQRR7Fz
wQYc/4iyVXIa27HzmhSNWq49c7TdgAjv0a/b4aIbbH3jm2H01vXCe1f9sbuJjVROXCOR7e353zK/
P/77KZSq6Q9RM56TpOO0kfuxbp3X3LEb8+C0bVq6bYMpqet0qNisNaUYaT9m4Z3SDOLu/OinW5rl
R0fl/48+mwiEuHSjQe7ztejSYG1W9iBWmr/s1nt6VhnHJqyCgk4NYk62GjS175y6YsJjNfqpO3By
zLE2djyN3aUZOONCm+er8cCuwH/GEghI7uxOylrbHBxnsF/7ztBQc+2xOx+GboVDjv67Lspg4f35
6shC3iAy5tACj5/m+Z+krJ2QvH0inNdYlMat2pfiV+rb/WHUw3iJTPbVt9FJp9QwkY2IHo/Hikoi
whLn41eM6q1+lzVmfJlpgT26Uiw52PbGhvb47W0CVkAhu6Fsg5jRbDp1Je1sKcy8V8lTGrGq6F6J
rRzxlC9csV+chsm2gEWjU0mjdpb05Xh/DDgUeK+VnGerLPUcUBG5tDEx7N2r5RCviswrH8KwrHbn
P/GLFZyyDOj7UA2oS89WUK0R4NSL0nlVsHF3dqM8hrhW6fq4kXvgdwtRw/zN5NQjR0kCj4giil9z
VrsZqLUUK0J6jXVJr6aC7BC7lWr6b14uxUQRdeIKzfFezn/kF1uHSx4BCCpj7NKTujNuKlSYDabX
KwVCE1m7J1XsDxJGBhsjapbsXb4aD64KxBhSOMacYpd/jgXNwDJW5EF6nfARFxKsnHWbwaLaSHYQ
XunMwlK7/atlnHSwiIMmiow6W0baTqHjIWHyKtDcFGtYtd5KUs0wXaV+6C3s1i9uT8YiU+Lof/a/
jj8vNjq/yv3We031vFFpJOvAy5R+lBdul692C3EH+T7de7bL7MQ7bVlo0Wh5r1YimsOodsMmiqPg
gr61d2UVY3woh9FbeCS/GnQyIKeoDQ8PzMbxx/WZlzlR1Yg3iUxhpcdlt8FHGkMPXyn2Td7oP3I1
CBdO4emg6KVRzFRpoKKmMecbdF4rB55sircm8KHHJkbR0iGClLa1e1FcpWrp5C4scH19/mCcriTj
ThEQdS1oQHNjHirWZS98izMR1VrpFiwEIQklo4/z45xuTy5QNJqYTvA29GmPJxVXNDOpssZ/6zvL
udKGZHDDzjLvdVVyNt8famJRgPcgN+AHHw+ViCAKMR4MGKpLrgZJDR/wlgTbjJTFt6+VTwNG2C+8
uROs5ngoUVR+Ba2Dr3K09EciVdKhHxSOQutf2X6Vbc9/2RebBG0OHgfu0EnMZnar6F5uJU0Af6eS
K2MdWH394khafEicMAAzp6ko0GZLwuzzNItJpIOCTjitC8p8828E31KmepoFb7LcdTtNDb21hkuq
GwyRdk2FuYZn2KtPgDz6jRPJ5sJV89XGIbSYSmETe2uuxe8FxWAVmhS8UZ1rDzyT4Uq30vjeGtvg
cH56Ty9tsgIq2UijcxbYrceraWR2a4xmkbxVfawVGzkJsujWRjJffaRCVd+JHNL1kvDUV4NSC+Og
kUwS2szWNMmjCAh7lr0pHSRfGR/jO+pC2tXQp/4ekY1+4Xb7YjzqBCTOGHiSys0DjdQxxxL4U/am
lZbhAmUO0BbtqnrdDZ3+EVImXnjxTxdwegVpSKGxR1FzXs8EGBSmounjN3lQx62dCeuxDTSMgZR2
/KZ3DMsHyQ7JYroRoHSpFh+vIGFE5nddHr1JHp2ChyEqSf89x0ukQwZd4OH8fjn5simPg/0+CVvR
/p1PJSqTIu+0oH6bZJ5+12gfuQoBKo+vpLX/h7HIzEBITKUOimHHXwZ6LDflMWjeNDkzQAkga7Xh
TYTgUUnBUgvi5J4hCac2O+VGfBl54vFgrQ5nufDU/s3pq+pK8wJzVeSdcdO34aF1wk2gptHC2Tt5
h0DLAQYGn6ZyDJw5IjPLbS+NRai+yZFM+IInXiFvVGqFC3nf6ZpNpD7MxunUU6XTpuPxT2DmRG3V
kqepbzU9Cti1eIxc+L3X1qtYdpaiwGmejlJ+1mvC2sE/RX+ZHvDxYEplwHlpnPhvbDQa4MfUeIQX
Gq7GPrYAgAbpCiKbsxGRmv49vzVPqg3IhCKxMKlcoz8rg1A6HlrrTS1pyrb8oGRq/gkQOrsksxru
ixC2UVyK7m+OeOBDqCv9BW6T9pOaDN3CXM+twia8s6WhVUohnbiGv45/RJBKvZeNRv2uaWC7N6MZ
eqVrBI0oqIsNDfImgYz2EWL/+qOkJz6guEFT9klnlBE140T9U0eg3w+xrGTydmGG5jtuomjwnCFU
S5aMgMXsx2kBAiJ1bKjviBVp963uaX8kkFYvVLxLHMwU6Gw91aNNQSZ6WYRpa60cQ1ImTmM2BRN6
+1SOUf8MC6NZUmQ4gZBOPw4A6eSwxk4FPnw8c0ppx3WrjOq7XNbOj4DO04uCD2ThqpWt3XRwBDvX
qZFVcjvK9YlLd8L3122Zd/ta96HQ+nrhGwvrOX86ph9FIkwkQFYzsbWPf5TVEie2kam8j0PcvxuF
kn0YMVVVnVW7R6xsyfPsi/3DAaVGPVlhkn3r80gcYlHiK731HmaljBtFl9aoIlpJ7RZ+JW6yKk/l
K8sfZFePw8ZeZzzV916qty78wORvOhDPbH21TsL1+c1zOhOUfqdknQQITPc8L7HjDF2JRvH+Ro3x
R4pMj3Z/2nZXnoV2YxKW7+eHm9/HVHrprcPNZ6uRkMxrlZ7TVFAhVPEueATcUcYjppIK6bLMq/rQ
aWl7oXe2vzk/6Pzy+hwU7y4q/OB2qfwerzZ0OR+OGYNmI5DVWvP1HS0vB0Jgptw26J7uejRmDpWA
0Xt+5C9mlzuaujaF7gmsPFv2bvQLw2gk8Y5OUfcrr+1s7YeBdqk3fbTubX9/friT2YVBhOYotzSv
HRoksw8lUpKDIAzDdw5OlbgawlpvvdYMFRIdSedS10Kh19DbpTxz/hQhBcKsTgURQAWnBWEF15oG
14jovYw5OlBusrVwSs/A65d377s7lsFobcIsJxSbtKuPVzMvLbW10yZ6B1oRDG4Bp1XaxBrVD/D3
0gbhjjL/ZuTO91HHh3qmgQsilpjdYZAkQxrlbfJuCJHuS8+2L2EDe4cxAMJ6fgm/mEqGAoDLQ4OI
zZxzN0LqziM5T979WA02iaNI295X1RRaIgWChe862Z7Td+E4MmWYmGPMdUioQoaKhO3YO+hFfxVE
vbZvaEbthqGVbhM85/4v4yFUYxNkAsydO+bINaimUAmy9yA0BIoQeVbUB1ntjUtRppnk5rmuLUAn
T87+9Imchum6AR86X7rIpycvRVbyboZhf+eFRb4ps9B0yyYCcCNXan1V6MZkk5x3S0HTF2vJ84IO
EntnSvymf/9PhDYYJAwCque73/QZdKa2yPZV0YUBne7EvD2/cb5YSwYjLeEeJ5afUzXSVAuSWKuy
9zGNtE2Ge/0GSGG/a1FlXHVQ7xbumi/H4+WkdTphyeYTm6hq4+dJn703ZWjuKUhEuAWWyS0PV7qv
eOYX2gGnk4m6kkJdF3z0ZD40m8yiTyzRJUr0PlqdfF+IplhTYB5uKeQvYcdPQ06CKLhNJM6fumfy
7B5VcvCdBEvxu7CLHBOeUY3RXLDNZ6dSwzsc4+GMhXIBcqrVbkw4h9uqHYuFFuLpBPMjaBDweqBD
QmXrePdQlRzkcMg4nNYY7owoC5GbSLW/Vp9H+8rJvovWYSQ8uoDDUjSg1DSvZ6Nr3Oa1NKbv1aD/
qZqi3guNhysfrXVAqrQ9v11PlxNoGJ1YypKTdflctgqKUBNpntS8a5HuXQfyiHBN6AQHXWvfvz8S
SELCDpr7tLdnsV7gYJNZS2X77nVqfjWqjr/pWhFsMZsvd+eHmr2/wLqQtAQdC4RBQQZsbsczjBVS
HVKifog00+ELV+qGqpp4ykVlHhLbEGvPl6sl0sqXo06QMu45jQB72kj/XDMdQM2u9mvlA8KDrm9q
u1Cfar1udiB0tDctV+PnBpEV5XuX+fSxFENo8ZDM8/zP8086syCilVr9GNRBwYUr9bR7gSb3nZ9U
nuKGUdkuvPzTM/tPEvrfiIj00Xqe7oB5OdTs8Y9RRap9+D1dJNFk45MaWtJClWd27v4bZfoqYgwo
vXN4XlJTmExTRfuowfEcEFwBJtlJUD+zKMVlclDxDf0ebo0hP6vzPFGkmMTbs7vN7pvekRJd+ygy
XLY309+TXTEEUDiCBpDUSMBxfqfOjt9/I3J7w12gSkhue7xn8iJFJVCN9Q8giMGmckLzEPiolUqt
Lm3OD3U6nyRb9AFok/EHbbnjoZrOCSZnLl+4shjKAYTYGKyNKvMQEZcTqBNa8/rtEVFWIyHWdKAb
/HU8oiLsrDNAzghXDyvnorGdu5Cs11mHpQ7Rt8LAbWFnnh5BJMeYR555Hnw4DMcjDh4GpJGOdIfb
KOiq/WggoiAEIg0fVdzbG/zOxB8NNFz65/yXTg/R8YlgvEl1kBwWavYcSOxEhm86cYmwKqhP+Yfo
G/+ASpjtakUunkUSKbdo3eB4YlX6pTnI1pLr9Ok+QrcSrhMvJUITTMHxh9eq05q1nIXCjQwd8AmW
jjfMMhRuPVtiiJwc/0kHFZjLNBZlr7nZZ55mnSRVVivot6CfAmIbFZ82T0T+3dVkIEg27B9oVJzH
abX/uVCtruiHspV7dqyXjNHGQXdfXcc1Il53KVei6YKoq8VFo6LAsXD7fIJwj5aUwYnjpsohfQru
uePBvcL0u3zU2Eoe9KVhO1JFVC/9OBe3QaIhRBbbVi2DDQdsuB6kQnYuFA9pMlhIY7YqQmGmbpFm
Q+2qUZeQBfYKsUroIowQ6LdZgq7aCqmFWndBypqY46LyEfwxwiaT7swy99MLI5RaGaI9ZnmuZsoD
cbHSI5aUux7c0KBf6ZqwX1EqSl/8xEeN0RytUms23ljaWramCDTCFypR63g5v9tPThmPzeSNRDRN
2RiZ5eOpoaJcaHGvKcI1naQ6pJWX/ND0Iln5fp7+JhHsXyrbLpeYAbMUgq4RKhncYZxw0mvSiONh
WwOhGb1KVOH6UIiqQ1dkQ7nqWpT4LuO8teILuFLdJYpuebIpaIIs5REnNygUmElxeOrMwU2dI29M
aF7QezrNR4lKdQYX4GtNHRssv7zKnLR5NXVhLNzaJx/NmEhbotlB5DSVfY8/GqQ4QjotekqubmR/
M6zcblL0yWncds6F2vf6zgDdvzX70Vw4AV98LVE3ZtU8vRMdY3aXkh5FhhOhpegOZbC3alFEe6Gq
o7ivA63SrzKi4GQh1j7ZWfTIKUZNAqAQrSCdHH+tIvQmbCgUhiBwdd2tUSKsV0ppKImbdCJfSbnk
/CgBsHgLV81nfe3ouJPRgIGcmH0gSaD8Ho+MWFLmJJoGxaSW2zq96Eknq3KVN5oSP9dw/UEY641S
720cAYN6ZdnAd656M0ibH1ba8YRvyajRuCjRfbxpmlHyXaVUgaEnUtLka9up9Z1PsAqPL6/QjybI
RvDNhcorrL9+FJvNWic8lg+WRrKK2BI9O+/SqTnNqiullhLglyVV40ZPEjm4NiOKLGv0qct8HQNy
/KakN9Eddx4u8GQ96FxSyD+ej4j4WSbvUZ87p1kb6qMT+24y/PzeRTIfZDbpUdPV2qj46rP2E7kM
ye0HN7hxFvbUfB/PB5klkbWP+7chCfWZ1M3VlJWQLsrgYC/p/8637mwYbXY7mRaU7Fz6/Baxt+7l
n8Nh6UvmUcZ8iFkGlQnDIIlgTRAa8K+U2pWGtfkmHupH9f78wsxvnflIs1ungEJuySUjKTfRBSpc
xsb44V9gx3J+mKU5mz0kKlj/DN6d+uz9SNfhWv6JU/3t/zbE7BYLOr32JC9Qn7moV/rac/2NtD0/
xKeLyb93x3y2ZsFXgAWRlhd8RvGnuC522wDWgds8tuD0/waSG7w4B7GWDkjFGUsV0blWwPyczrO/
JJCKqO74vlDsSn1feashuZWr2i0l40JRXfRgrg17I7SDokmuZBQAcg6SfDlWW37zukOzw3xAnK2C
YHx+WuYh6XxWZjeIDHg/jHv2kG+9Jt1dlf5qyoX748sDwXMx1Z/pncxJm6pP5IcGB/snch+SC+W3
81usxTbbn/+SL7fpP8PMTkM2hIHjRwyTfUT77G14kQ7D7n8bYnYSJDOvtYR25XOzEZtpmw7ud6Pp
z/X45ytmJ6HWoJOP8TTERX4lLtRDcYiWTsJ0A52chH/GmJ2E0tdzq9QZQ7lJHbe9ApOF61r5mpdu
o62iv/Lr/zZts3ihEo4s1Qm7P/sYL6Un7SLdLS3+nJf+3wn755tm+9iKFD+XEJV+9n7nV+ou+23e
drzbF225rZ/8R3106xd/wZxlacfNHsY6yvrSDxhzGFbSs1mspXzlPJiP/9vszV7GNBcxCo/MXrfp
9/9tOu1wfogvH1+KpsTLiHdxTI/DCBx2RkB6kfpslReZ9NPWfxrd6Grdr/9tmNneljPhxeHIMLm/
cYxdGF3k+SrQFw7pZzv63+1Nig/diNTHxFsALNDsAa4teOdlLI+/nMr2U1cJ+ubOA97YQhOHmL7N
0gxlQpSwgr2EWUe6jtBq/AiiUifswAphoeown1wAGeCuJhArUBdax7N7aej6UgtrT/llRzH2b3Kf
3pREyIRrheaShvYLkdQ0i8efP4nh0OFGDIii6pydhNIaPydy/N/CSBzd9cIgxtXZs5bCwvnLQfRP
0kMeAG4V4Mxcrr7pPWS5ddX71VaqXfgrsG6NfEFiPNrKimZV9U3HLgA1wOSIcUHKT1z3z0f2n0JD
DFw1EGWc/9aKxFhx7lJ5ZUu4WVnGiAVwWOdLooHzA07ezJM11YkRvdBwlzk+FzV1KrBXWvCnUqXg
cvSj4MbE0/AHgsb2zZiN2VUMYH+h2HiyfpM/mGIzqQjT0FqZHcZEi+VeQngZBU8VFApVhx3GAOrq
/Fk8WT1U8adOO0BuanCgvY4/TcptBNcTJf1TSoWTr5Dgzn46k6XyDohJsvDinH4STJjJYxP8IWnq
XJTUzqkHYnyT/MnNtLkqsW28SwtjaeKm1Tja+ADgJxiZgqAQlIY51FjykCrSI9N8DPys3eaSafxo
rUDZhyJ56uzW3EvYVuSuJCntamzabiETn/fBAIbQSLTJS+HgcPjmDtiGHEeF5Av7sfB5FqC69nb5
x+plgONp5jco29plEIC1HmHxPqBImaqOawoRSe9RzH+2MOmfAMvZfFD3R4MPiCn/MId48xx6CLPr
4qmW0D5GCiSqrHRnNHUr7hKkO6zLsk51ZU0HuqxWAiFkx5V1dt/PErWF/B0P32bwVhXqeVHtmhCy
zcJ14sqsLhK1MvI16W7dJqtBUNzaD3oV6t+0NmJK6YvAdQQRxf5hTo93aRE72Bp0kf44tKZ0DUoY
UeGW7uxzaSdKu0UEJwMEdf5knBx6m6YepSmOIE0igE/HY5ZsYN82E/sxV5g0ip6eixSGdYHGvHbw
wAn/0DOrWHiBT/cuZx5YEV9LJg8e/3hQT+3aeMwr79GvfBpfZahXMU6alQZHvKltaxd3mjIcgqSV
U5gBauqt1Q4O88KtMM8oPx2H4fYCBuFEgpM8/hntlIbpUKwfzVFU4zWKKqJc40Buagcf1FmxHkvq
eRsqNDmJYJh4xkKwc3ItTaoiU4eFahokjHlpSQ5z3QhkNXsaoyHoaAqEfb81Cm/w3bQxxdLFdDIc
cw3ejs0FAgjA6+yCt0Vp4bZhRU/xGMfUfKoUBrwUQit3I+b94fzOOpndidDCiwlYmbcZeOjx7HYR
JDLDb6RH7KaGu7jRmlUea+kuj0Tn2iO1pSEO+zUFO3thT5/eTZ8FQrxzpj+A8s02NVUqA32YuHzS
/FK6LhPHudLb0LnOhsZY8dH6pRYl6p3i6f61rvgfqlInC3HZybniRZv4ghNhkH+YMwYdI4l0SRRE
4zw24aTLF21ytYv+dp2RXuiF+BWgW7b53pSj7U2bHgwUcRDm3XPMjqF3U0TRGE9lnqW3FV3Quy7p
9PYO6fDxo1Ot2lwnxliE154/ekv9nvmCU36mv83Ggl/Dczt34kQZvYhau+ufzMyyr7yYMuRrlatO
vAq0sKRrAJon2Q163e2yAVHc7676Z/mb55AmAH8/Qbl4raD0aQbDU0dypKz8ULUv0shuogutxYTG
zcCuX6eVmv8Mi8q8SNsheNUyrzcWbrd5CDz9DqD5kCsmJCOl6uONLxlK5wxNIT8VVe0NLkFCXu46
tY5LhPCEAFnUJPkCAuZ0TIDHyAQw7H8Nt+Mxmz7B5QGp/icHa5R1rbfOzVg4SI9E0hqUz5Lg83x3
gwvD6QddE5IOGdG52U0SGfWoVlVePoUjgiF+W3c/EPcYt5LjCNUt2Oho/CbV3/Pbex5YabAQeKGQ
V2V38dbPjrWIDC0HMW88aQ220pPMZfhs6IO29CZ+NQ6HB9VABqOfNHsXkqazgxLdH+7JVgouRk+K
rVWilqW+sGXnFzIfBCKTuxhkyESLmf79PzF+VQ8OMm2N8iSivnIjxcs2HcLdri97SxaGp4eToYjq
IQQAdQVuejyU00CdxGRJeULgPLvSxtK6bDrdozXLFoWNEK5rPxtf4xaJo/Ordro1YdxNPnQAYFiz
OYpYqRwLzVJVfsI8zdqmcWnJFwURh+0WhK8PWoON0rdHhPpPK5gtSkA4h0x0USpHVSuLJ8uPqq1n
WvXWUVJnYyNv4loQKhcgGienAcApzC00GEG9YPM1m1uR0r0f0mZ8CjM13pUDZaUUeO9K5owcRCKb
mzxrXs5/48keBTM84Rf06TmftDaP11NpIwjoZTo+RZkj3USxpm+1asgWHpQvR7FBY0FEhyA3JxR7
AleDBsvAJ0fp6/VQxDqWQ36/cGHy0/m1/wbvCE5NmDrcePFIhLUyywKNNh0bpDKCR08qJQT9ygHD
UlPLiui1N4ugkl0/gh1huADRCid0tTDw05exbI1kUoQHQf0XnEU17M0utrFZqWMfl9swxW1mFQO6
cl5phVhD5DqIMXgvmhN6bbGSfLMrHRfAdSPxRPemOa60sfOSm0rLGujEaV/V5o7Gd0OhK4SBoqy6
ofSNaO1h7Dr0CO9aeXIpcg/fAJfOPJXfXVWxSfxVWI+aSbXdxjLogLMLWH4XbnZsA/4ok5Z+vBbr
eWvsG0yAMekYMrVQTNcHIR1ZVCZRnnTbDpLGlRPiUHMNh0MruzWCQn0RbYyisqNLdMn87CUI1Sz7
iT6cH4QHDN502NCdKXu4Kg1pPwjfzRUVGx/XR8qmkFxVzWPMaRQta8lzpNqkH9gZRXGgsqGEz2Oo
4mnv+h6KFao7drlvNmRK1Cv2iWwM401dIYW0I6uzow9wXg7mE7pA6fHGM4aGsieWheG2xBgreINT
laabALcYElP8C8GYyIDO24uOF8Tbknyb4UfW15G8LVD16VZGMbbmk4Z4UuFqRqQm2z7IRvnWFrpf
X6kiNgJcbLS8iYQba/4kExfW2Im6lh418XWteDGAl77B23kPhdqS9kJodXuvg4NJ0C7mvt84vRMb
t1GJR8svWabQ0q+UMEGGYwVrSddKNkmaiYOiStk7qtn5pFyr9sHGi7XO2BoCh5ed46SSvB7Uqq9+
4itYpbuBUNff5dTlh4Nv5nG7znvNC9dt6otqbdmS0Fed18XdZSO0Ut9h0+J0q7LQsF3SvTYvL7Ca
NO2fkS019svgDU45rsIWuMuml+JMrIKy8Y0d4i2JDzvBtNst8RicBcOuMNmNR7ts3YH/72DdKuBT
opUT4FiCwAwwZ2twVbOzo5LNjoXWBkGLAnM+nA7r4VbyJWm8oCMl6puubdTgV6tWurHrPNAkj2Mb
a7jFi7jv3AQdvvGPCPHY2+CF0iQpQV01GbhRfKvkB+g4wKctU/NNe6NbOTqcqJPq2tY0sZz/AdBS
n4itZotwiysqo5JTOC0DdHHXbpCRcrXYq8oHfoLdHXqy1ngfFq0jbxpd65P7DAhq/l6Q5kcY7CBt
cjvYSmHIqwBVLKBwaofEl8r2w3SnGPUhW+WRZQzpSo6VskKnnqg4WbN0WoAT3Ih5ynWu+xYeynHg
td7vgp+EMY+EtZpnrONKR4SjK1Kv/6O3fe9BzdEEos1JykXwI4y8RBygdwa2ucryOqwnFyk5VR7s
xEcnUwcxQBgUpCIcDRcWasPLqqRCUvZtC6T9bwp4Iqj3kRoyH2u1ICP6C1fCDjYpDCTn9fx7cfIK
I7nxn8En2RjV0llMw8eEWLzF0oMSVykYMBlI4Souy/6HGQdcOHKaBwvP4jy6gaoMrJZrmxwQ+ui8
nAHKB3hQKSW/Qt8q6rUnVKfcNlKg9W/IqRjWx/kvnEc4+hQXAski6AanAZjw+EVMQ4wRnDIqGa5z
nFXj5aX/Dm0htS+jsuXOUaPQalMWfqyrna8avfLr/C84+WAQT5P5uQPQFub6HJ0CpD/PuXji5xzb
tmfH1/y/vWxXd6peYOf37bE+lX0mvUbgvfOXWaswMhxqK3xuUG3dZ7nRq2vq0nXr+klhFwsx3Mnc
4upBLk3ZW0cbC9mq47lV9UHCua2JnpUuwy0N0Jtzjz9tfdsFSbLDkFD9RZgbqevcirPn81960uEA
CU4hAe0GoP0oAszzqUA3JMyTk/oZPXnvITdDyhfbSvR5jn+ylOrNJhZY26/w0FTfsnIQPfQm+AeN
tVJHvVfuWsuT+oW69Wdj4d+QBeVEUgOmA4IM220+JVUSwJAUpfyE5lyrBTsfBSl041ObyOSWO6vv
420N+FmnoBOOFrXE0C/tF5FaCVC8qo2rDDlwGeeblVOktthTEExNscaCjTtGy7tFBcyT7UlOTFUf
aa5J3RWw2vEiOlI2CM1L1ZceQUBzl1hFpO673CESIkLylzKOkyrMpDRP5EhUDJR/4rgcjxcU7MRg
MOSXJBx17Zryu9qvPVur8m3QFwn4qU5wPexUVapDxbW4gsStyI1O25aGhfvk+X10soeB/BIsA55E
OHr6Scc/py9kVdS6FbxUlWdtlDjqgcyhrmuESrVWR7/deqNRrHopShd6VKcTP2mB8CdyQABHjVl0
y+JLQc6r8EJaRrypjT7yybnn6Ei6wt9OvlkLQL+ZMHriT5gTv2ienCd1V40Joe+LNVrRAT5ZcDAr
R7oP/Do8mI0afxPOwngIfylc95/OI3OzqVRSytqL++pFqTMPqyOzTZ7qIPHKdV1kaulWowHrTks8
faEHcTqvpECT1v50/gDHz6oQHW3c6arvX4wA45mLInSk9IcfpGO4tlLkuhfm9YsNPT1pCODDckd1
fC5ikdIgS7q2K18kiE/yQxBWxO1VYac4ngxCDy+oECCrl2G/kaxBAdf92kclMljZWRAtFSnmDzqp
3yTWzE9BPBnk8zQ5/9QOkiix/ajt/JcJnroeDNM7VNp1aWkrQU1rf/7snM402QU0QCrHxC2MeDxY
76kofFeD82IjmfAIBUG5DXMTnW0Z9cv782N9do6ObtZJYJ3YFfYBCojgeo8H88y0dsymlF6SOhXk
VejjWlWwQn7WoROa5XEy3GXE9skVklayhPsr4gNPeUE77yrXJPH/uLuW5TZyLPsrjNp0d8TQxfdj
orsiRIp6U1aRsl1VGwZIpjNBJhPJfPDVMRGz6Y/o9axqMbtZzs5/Ml8y52YybQKkSEnA2J7SoqIo
0RfABXBxn+faEYI/1OQCbWCC5eBdYTJfUdtpNIxtXAXRIix2p2vfcW9mSF0DkDqahFXfOavGsn98
IXtMQ8o/FAJ4QwENgig17eDODkU2OsrWvULxAwI5decGZ2P+awNGoQOMgmktf/7S0QBlAdxRQFUn
sQyFa+VZUABO7qz2oZKfVj+goS3Symr5amfu+40TF4HulbRBhJoBXDNU2RBiphoLXwPDDS1pa1XK
QS2SNWaf8/kmvJoBJv0coZRKa4JtvcazO+nYm4p4qV5JgMoExI5eEMgDViOfcRVZQ1M+b3wYwB7h
iBg1vemFa6OXyq1tF5r5E7rP3kVDeR3BJKOKicZVSwtiYJ/C5VMAjnM1jtqVxabcnsS2fQMWhEjp
9iYn8mzU8XBqkOCMWDWC8HDmqglkU46W1s1loTRclGoPjcbCvgmmtfhxKWYfYBGd6si9NxpCE+Sx
R600oHKQaywfUj9cRlPEFFYjFA4g9r4JCuiDWxdNflmq+9zvrIFOfMojqHp7kK5SIy2dCmIgUdX6
PncRBct4uimMms2B94AyC+82ntTnJy7EgZXBO03wJ/Tiw+SRV4Z2q9yrNERhlI8Hi/fVRXXVQSsD
91ysAdrYKuXn1ssuIPoyFZCoDQc8fP5I31DGi9EvHCrpYDpCK/NCa9503M5isZ61FpP55oRCsb80
RFmwabjucB9DnZOXBkcUeBu40chb1YLLgr9ZXsIo6fpQILtAVFq80NZIst+Rz0N1DlT1pgwHJXYy
X9c2a6BtLqmzRiO6sCu2266J2qk+U0RqV7RUoeTDP013AKITcKLyylYTymmoA5MnrMcCfdpnm2sO
dIY7B22S3x/frz0mYqPQfgDQZnhEYTEq6ilQaGvr8qYaj9ZR0/2lAZyWhl3nPvo+Rs5VYNdOPGuk
Xsoro+sF7yb80XhI1UNfLWyQn4AKmZFd9+u/VCeFKnxoq8ISja3j+srrAGcDKa+UemS/UF4iCAlY
AoTFcOXwHKnR0MrSL6w3DW82agq8ci1ocYPWBlZwe7VAV+gTZ2Wfq5AniGUj0gzphcMpb2BQmy/Q
OLa6hjypNa9sMV18rKPy4EPDRfQ8tsUp+bWXbIzyF8RZCV0CGSnIXVKsGri4HBdFTvkhAG4aq2EN
KW6b63x9wgfFdsMNBl7Yrm/WU7/U2aCNxvLaX3E0mvDmXDjX60EViIStBcdhbPlxI5qdRws+8SI0
BVt6k+h2gneh1CoWeCEfo9tQeTArtmIACdXb7gQwx3l0Hg1iBFAAQ+OfwsJSOUm5IMA2wguAEDYq
6RSroRAWZ7N1DcDf60Fx3RPwYF65zfW8AzCn6a/V4np5YufUq4cKIrgsks49kGOw2+SdK8R+flCa
B+XfAGY0aSMvZNVCn/vp5RTRr1PGs/oCEGATnm7KM4NEQTGbPJbguAMVmMJDQD0uapZfaE4AK2av
7TjvnsfosyMu7M0cbuTSpIrXsL3gSIJctficikXbzYhaRbRRrjYpT85D5HRV0I+lEsQtiF/0KzjB
mD0HRA2wJUiNgaFPxbhIt5Jni5fTWbgD3x3FlWa0tEpzNJpFgepiukSfbvhy852yExam1sLOo+f8
KgIy/c82OhR7bbvhcZQoTRABm4sTeokiUOCMIXQe1CThcqNFkKonxLCMNvl8IerVBRSRUnnRvEC5
B/xshYbdmQIq6TL0xaxzXGiqNlAyKopYm3VUB6PFmepEmNnBZFBzq1EPoGDIzZksnSvXa85vRAnO
j6C6XNxCgVhcVCC12zWU6b1FG9RTienKzaA5IFkJiidSB3FDVES6uLEJxKDSnPf85dSftIFxVmy0
Z/G6cVkPwsZ9ZHPnVJ3fAWbDq0coCEjLgtWlHFjk8S79lSjOe9N4XX7wliv/Mo9uNL84djM6bzQg
cjaDSunyOLMPDoqsSETekNCwhyaa50gQimbLoDdDK55rB7GKy0JxzruAVBu0Ucy4aOXFZHlihxUx
kDAXkGFVHCp4uJAaJR/2ebXhw/sShT2UtKPWbBJAyJWRwoxaypfitKdj1eBORPQIHYNVPcad5ANE
OUpBzxH5mncdw4FQQG8PURncbjZhaF94KCxDbKfUmBR7QXFSWZ87g1IwaVUa+VKEWraiPX/ZYwlc
Dwg/aAOUS4gMKTWtcYNCtxWiIqK3jCdl1L013KuoWUAwZbCanrjAihBMhyJlACPCP6aCeABWJyot
Cx7avrjc7uabxUUnFs4pZVsx1pJRUP4NYYv3HwqA8oxERQ5bY+57vZVYO91YhKPNLL/qI9fNARBT
NeiUAeeBDl6T+RVSKH87foLVw0TchN+4QjAQKFBVU2Enebs+WdgV3stvmpOf8Urn202xWdwAHU+c
uCwHuEnZhKQIwHJCFpB8bhGAWrn56kz08gugENrhKnqLDgBTdnxBB7hJWSHwTSDjFZ3SFKXRnU0H
aBiU93vTIqr10BUtaE8Gg9p5uenUO4u4Mr9arCsIU8+przkasJ8Ci1NFH6GhoPocDxIyf8mskVfp
zqfLcj1eQugXAudtYeAjSl0o84J7Dgx+/zevag9OvdV04XcUVxwgSg+FzQ0YOELWIim148ZAVoc/
dealuIfepQBjC4uF0nnJ26BND/J+PPvcRez03htE8ag5j2Y3yGKJRnHTmY2KAPQbuljHtiPXj6PV
vwJn7SEdPPzpr/g8Ej4qeW0nUj7+1OWjQITiY/RX+mefvyb/o5/e+pbXjwLLirrMV78p/UPQ345/
ziImfeh4gL1d/xxbwbpnhbEbHf9rOlMshAg9CO5Fj2KPxLO+lCzmSUI5K5nX49q3/vbDCB3pI5qf
zYX3w/ZP1+O//UAFGD/uEUoWc4yAy7DmeAzK+WLhDeHjwYgAKVd4dvaHavkNFCL8IP8k+UmH2mHj
U6vfm88BDh3/zrG5p3yhxSdGuNbqy803AJsHaBb1ZaMfXLhdHjSbbyDh4D6Bzyb5gVjCgN8TDwii
QosHhFiys2aYW9/bGqkXt9YSy7U3iVWOpNF0GyH3d5dcKL8BGF456dXzfW0vpVVrLT1fqr6BAkVB
BIQHkx957eXKG2qZgST1SnIDvrvdB/KiJg+w/YRUg/w2wrfGj3zLoZ69gc4PSDx677+v/Qc4t+bi
i5U3yHVF3EDe9kKB1oxdp8j3c9f8DLn3+eVrO9wdJw8jt8Kd1/XkF7KXYZ/AzruHVIHmD9I36aFM
aX95OH+S3s1EbO/8kRSQnY/Sd8O9L2/XnsxqO9bur6SVShPL/pL98opbAQtGzjr5w3q7qHs2w2t8
9tF2mMfDiMmvfPbkH9QGPsuHo5Q3VjBkfCITxt5/4cCemvE8wsHM8jj07JQQvcs4srpUW8yzXTa2
QiejlTz4uLi6lLtr5s1YkBFKyJqYsBOrmwaxpTtZOIc9i2d0aK703OtSbbPZUIzlPSOkNF26/YDn
7phHRldKiiZMnnBdwrh0BI+2Q9TAwb2Crpu7pf/0z3q7xBOgct0pX3tj4HOGMpORy5AN9PqbDMoq
VQPX4ob5smhA7an+XG/XgQ3oS+VmAMNRn/S9CCIH+xdY0slIChB0N68v0Iz2EG0DV/qWbdjU2WeJ
gXt9x0SYMZauHsJe2cfXH7cuGzGxd0WoOEeXy13cPeEqZ5l6ZmgTZu6YLyyZFxTWNECYrdU7TZlm
uoTvLZ+5GZlk6yheqUv1gQVsZLm569Bl3lhmR8MI/emeqoKCXwMTh+7IfZ9DgGbEiCnIzco+vv48
95GSzXyIjYxUQpm0YF12PzqME6MzSglh0t+1CTMA3+1xGvaMCdJ8Kct95AEYIBsHU1ILVTEH17s+
8XeboXWAHZTzrsvp99yKPDbLCCU7aELUvQ2jQCxy1xHQlv3cj7lOJAIRxdubuTscZSAaWMh2wNvY
Y6HDAwyZ/S8/NChatJSzWWhcLT9gKLI9JG+QymVC9+ny8di1ch0WRtl0aY8oPHpMNECKPMuW2XKt
7/CpgM4Crn3+31SG7g6KYkC0XoInSffQdZnL1gwbFHD3f/79n+GUPl0GazZmmMEVG4oZy3ZNkofA
akfzUcQQdGfwyGciyN9ZYSRJRWp5lkSUdOn3LRgF0+y4hz+ec4Za/Air+jn2xkxkK6C9RCZ5HX6J
7FevP43nYjoWYOAjm8KM5DNJTUQXoApcgvqj3LIYxcLTjBCtoFgoImpCCWm6fHtgeZfnRw5n+TCM
M3o7YxjY+z4s7QOUDcigO+ZHjqLWpKw5+Qgc8qx8dru3n/AsZQ6Wl/99u1EJY3Gt/4iOJS+Czyni
I+kWoOtTtvVP3bNvtxMIKaOmTNpUmuT/ex9fm3mQ7Bnf6cyZeEQuEQX1VO2Tcg50ZVDXWvGRJKGR
la1Pts8QOc09wBcaWDkozbkun8cWgjIZaWIMitKzj0+dzzSofMzz+Q69n6xxrh+xSDEnKIdXlz1t
EAiYmzubWYFyu5C6RAmuT47wXK2kzQI+HFqymk4djVCDeMzYSul/uwtMSbB/vOt75trYaen+GjhG
Z+QKkYga0E1QfR3CupPIUsbTkyfymWpyC5adfE9PPuinr2kLphE8m9nsErlogGzbYeNdmtQDSHf9
PcuPhy4f5cTHXORYuTY5sjKyNPGKAbl7bs3ECPYUhjk9noETiKCAFQhZ/lJtoS6z2gK2heyXpMYW
2mRBIJG7H0nsep95lFGmbSBkGO1xmG/l3lvBWLKMqgbU4/MJH8LPLJ342rH34pm3s2Ov/ShbOLHB
hIOyM48ZfBYcL90leiDJPncCY9TlcyfgSOSSRBWlE2qTjRwufFlcmzAuH3HtLxFGkylTDaDujC9h
70vClTL1tYkiqizxlrDjtInuHQQoJfpk25/+K7Jy4z9dLwSXvbSoftQnf2t5a4kVlEmgzYs7PlS1
AoA2G6BrhQLIXBkhus6orss+vl4pxnwVLlDui+6J6MKwsVk4ksPraGhqgvRaRLJ7CiWbJui6bMkz
Ogl/CadTnxOuQtTALe7iIR0ptpgJH1aXxZC+PIbBkK47YQNV7eizgSgjo0W+cSaeua7YkPyF0ZhN
M521gWN8z6HiS1RNPBkJVYUR1DRNl8fpe4yeHmHI4oxcwoumgYPc+/R77ClJxwCGzsZ5vQTqwTKR
3SAJbpwuN/rWeuRYrquY+gUDM06zAs4ShTNbP/EZoDXZx9ezAy5yy5adpQnGkTY/yMPCcncWslGy
WSaTpr4I2sQRmVAC+GjPa4BuPJa9HSiG0Kf6KGQrDYXB+kT7n/5D5B7F7NPviRfrIfj0n96I+zKv
qY5Dl9ePuIZK6gFKqQ3QZd5GFdCo3dcn/M7eu+AmkszgJ5giGyx3wUJJLQJWk/6ckYXJFZ2+ZCIj
pQM/TMQ9SSVAl1z9Cf+2Z4OgKYcBsnw2ZMOlfIprBk5bKkP7e/e7bkBqtBDnfoQyJyXSJM2Jde/e
2XAtZ2HWkXyBLDZCy0G/Zwjq0/bUN/TDlhDpBIYJ6rBR1YtybANhld3V0KOHqMzurzpUu5TlfR/5
U1ZwlboHtQJ3aQ6Arr95dxGn13Vg2tkEjkUkWswJEP7IrmmiqxkwD9prP5B1eBPGwSXyFRE8Cbgv
zZeqxXSv1XUgv/IJnIQ20TBgliQCUABrZK7zjEqyYVQmpTvXGxEoik6xZEAQAtqbcckFWKQeHLqz
vbOGzJN9U0UTisLbmXIMTDw0P6M6U7bhmgZOQZ/FY547C5iqJFD7bV3+9lEKK9nJqJnXp7oNf9Kc
c50ZR0RBMY2o/k936h+QOpRDzYaUB4NnR5/yrxbyCDMyieFCSBi6870XORy6P4U5NWIOXAB96pcI
5Xm5fjwcIwES4QnpKqKPgwmxDHNgeCjRDqlHkHfU50eXR2fDONeNQ+lEbqkb4NHfe51+p/e+c/5v
OTo8VgCGqecf/QQASAuINCDRoedI2oji+LJ23+/OVgn5OvoHcPKA0p89/4kqs1UgoCV8mTRK0jAt
D7/YqzCTvydGiPif+M73UbKm5j0k4FdfVkxlZdslPzOCdXYwWalImVnKqX4hXdV+PuD6fxnFThwI
2dYvFoBYpTfNtLLlUEJJkhGlx4IYEmnPZ4NEFU3Wbn1j+0kwwAnbd0O+jMlv6SbILyPgNoGXDEQw
QImi3R5hcOrx/AHqgi3UUShHlPpvov0m+vyhg9feKPEXWIbwmacbZ4YpB7EGhFcAARFcIjDVkNR7
VJ147kAt5lL2wH7iUx3obdTDCZXVQFZDSfzRh/q5w3URqvKRNj2TtwpCfM/6VI7wK5jYZbYTWMNs
00kxQC0zWvrgOKANJPB2gCW+dw9fMdDn5KvcvYVcj4AUBnAkFW80LAFVoZIa2AGE1QtH5dGoVMrM
b/dKHWLSc96sHc7tvUm7qzltM+9+uwNB8NlNYNAXkGbefd11vdYXYLl8I/vZDOjjbYHKm1xPSUg0
4sl0c33mLthYBLu3gBpOpXeCTsDrKskvkWJiIaAgaZz7b/7OUXymxEWl75iEbjbFxH43kVp6DwYH
zI6lGRePJn0+c8oPyNeQKxYSBIfjLD50tb6O8ptqPboXTlaAvwvl1oXLQ37PDDhSzlAbjqDc7nE0
EJ48I9VOnis1lj9+ZFKpddRZabk2j+WSuGMP6zMPeEuEYGwSM7uygo0FaFilxr9kwHvQslym+ERN
ZPu0YtdGUra0g4RuqMvrc4ugKSQniglvx3UANsh1qTUDB64TRqrGTH3qdJnQ3lgjVDxlhBLVzgBv
L/heeQRh3enO9oIFwjrkiKF+SNrE4SAfScoBNR3SpXrJhzABFfeoibLtS2DoeaG1zqZIW0e4Q9oT
tgJ462SyJviAkhmZuybyWtqBQKhXOr4ID+oz4SpG3XogMQH9CvTpXgMhQBEO6JJngG7EXHm21NNd
9yjcWIFywADnaoAs/LVdtpY9zUDJ1qd8xwApLp8GE1kQdzxyYlU1QY8e/Qn3XbFgU3XKBnh8xyHX
I8uDs1eJfZrI3LiLVxZQjeLAzliQaPkmQAG6wh2DJxJdaqShe5aBf8LUbE4DVwTl5JE8WRMZIU94
P9DHRJ8RcHgumSwrTDzNQJpVBZuJuMgDgIdiJVUPWL36bOghm04xNgDAqk+XbjQqtqQzAfw8A4QT
qRlwT07EMmF19H0lQQLONQMTXjAYdME4o0QiAk3sso+vd130l9ZYfjyAe2yCLI+A26ceY+B869N+
N6UcFEm5hPvZAN203PYWMDtjIZuNJgoi3lNFHM5dG5jN2WSTbTzqdn2mUQqJjAfKsgP5QJuwavqA
X1SuoIn6JsCSWFSG2FVSKKpGEknSSBQQwCyA2cmzLyLvzcBjdQuQ74XE7WYTBS774aj4S6DlmZv5
6R90bw6ZZoB7Bqhzs4kUPjQ/Rxbt6eG+pWttW+it613bXcJpN/0r3dlnQTyUHhoDEgXhYA4fa+Ir
arFgiORR6eZnH14vvlF9HXNXdjybQASj2cJTHmYzTFRSA7eGqg+RRAgPsUTaRLpQm62hhRy6NSZU
6bZyOkyUWp2LGTKrZWATExpvRvdwbbEJOEFgdqhQICYUVMRRxkDSiOXEhP0o/MtF6hXSCrl0mAlK
W9cOusE5VvYPjfb06XZZQDn3aoWYiepzUhRCKqyJsmkmV/toHP2Zz9YDnGiRoNid9CyiNUc21Ovl
XAq6csujKEyk6b214LIEMYE9l45yF49kjQFNjvRX8Ahrg4/ZOJn+oxgiaSMjmirzBlw2j6gwSfnT
xrkU4SFhWDIRRkgZ9Z7DxwssHFJWCE0ilQp72Jcm6nNbVOYZOrn3PLD5QSGPjLuMn68/Zu/6R0cw
cJBbcJ0oxeFopac/8zbCxIC7zQglR8pE7WefyVpRiZrM6cpNIJlGuQ6ifjCJ5Lz/kom60vR0QoWJ
nE+/u9ZMMrfQL8jQAroMI8i2MwprTGBWpAtIX4Hcny+SWMpfslnT1paRsHPSfbWrNne2+SpfJ6hO
WSx/SCy6QzmIJvxRMFc/Cne6lde7O41WuiWgZaEpJaxLtNZN2l8ev3/fbt/TlEldc+87TKYIbGK5
DERyFLf1mSpTCyjiSpDFRBlNK2AbuZjQRMEwZYZLXjcTcB5t4QoVjMYEbnFnBFtCzvQyAf53AcNn
5BCSkAJLYyKacMHc6ZOen2YmFV6v3VzG6CAieSAA+KpPtg+kDOR8SUejaCKJgFDg4T6Rnu9iw4Ce
/GAFcbbuxPwxgVT0LojVyZZM3JD38OtuADApbRyydrMFPHUevt0zcCjH/Q/4KKQlA6j+YTMhbY4J
DbOFzBHVXWhCcSVxKw4aUCZam7QFWZ1/vrWQG+zZfzlkf5qwBhPvPhVeQUUmQXxoHBNx7rYQmU4m
ORuqBvwBF3zCsytMMshE24wLxPKoTDLDjE3iK9SPdK+fz1H41WcqL9u3kNqi7tM3YNJu6ScFOrTZ
5Gb4XGBF7ZqUcgYDDwMckFLgb784J35xNOfKQtx2e0KTNXRH53ACuNnvpJOFdOTsUDwl108nvt4C
130I0zqjlDxxJpBc2k6AulD47g8YKujMnY33+pnfW8tcm7kHgnYmIpn3XIHcMhHHfM88ZP/L6oQJ
H8k9oM1kqibuLDH4NwuVCnJSLYKK+pv3wKMRfFsHHxeUhhkYgPkIptES9pE80SDVxACuCkRm4FDj
kQrRTeBwNyMTVSKpu+jKchGU+ZfcWQinbAjgs9TTTDcWYTF05GjHniPpKajY0+fZo5hCN5VOKpq5
m6CLrNGMDEmwUtnEbGMk0iiTNXAyP2B7eep5v4gjtK6RJm4iVrinZJZM1OK3qVkVRW2yS7s77yqc
jPU6SgSryGwooKLURGrbFtQhLe0EdL4ngtzbGL13oC8eVOPq1O+kgGr6BrxgKJo9Ddn7DQ2fA2W3
uobP7mroYf32eEWHan6/7ipfmeJxaQlEj6S7aaKZXC8Olarokong8uOn/wZe3NravZKo6M4+PqVk
7Z6Xr+v1P1Sc/XXPxaG17zRwliaT8eZZf99GvOgZOlQ1LRHeXtIjXuz/6zrkE2zYSpCRC8Pkp/8F
AAD//w==</cx:binary>
              </cx:geoCache>
            </cx:geography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7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8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B2_716DF7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3872E1-22A8-4F53-9197-65D3FAE23920}" authorId="{EFC238BC-DCC0-1CED-0E3A-2ECD1C56CAA3}" status="resolved" created="2026-10-01T03:27:18.4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spMk id="22" creationId="{B9DE7C74-FE08-CBF5-733D-9197F0116DB9}"/>
    </ac:deMkLst>
    <p188:txBody>
      <a:bodyPr/>
      <a:lstStyle/>
      <a:p>
        <a:r>
          <a:rPr lang="en-US"/>
          <a:t>Coloca o número maior e match a cor da legenda. Inclusive, falta a própria legenda aqui. Coloca o degradê de cores pra facilitar a identificação do leitor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5T03:25:26.472" authorId="{D9926F30-2829-1069-4C8D-95762BF4A26B}"/>
          </p223:rxn>
        </p223:reactions>
      </p:ext>
    </p188:extLst>
  </p188:cm>
  <p188:cm id="{8506290E-A1F5-4232-A13D-E7F5CB405316}" authorId="{EFC238BC-DCC0-1CED-0E3A-2ECD1C56CAA3}" status="resolved" created="2026-10-01T03:28:45.8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spMk id="11" creationId="{C582C113-AFE1-B682-E466-00825BA114B7}"/>
    </ac:deMkLst>
    <p188:txBody>
      <a:bodyPr/>
      <a:lstStyle/>
      <a:p>
        <a:r>
          <a:rPr lang="en-US"/>
          <a:t>Essa imagem aqui fica muito out of pocket. Vale pensar em alguma outra coisa pra colocar aqui.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8:08:22.977" authorId="{D9926F30-2829-1069-4C8D-95762BF4A26B}"/>
          </p223:rxn>
        </p223:reactions>
      </p:ext>
    </p188:extLst>
  </p188:cm>
  <p188:cm id="{31990C27-D0D3-45EC-8675-F2087C6D8C4E}" authorId="{EFC238BC-DCC0-1CED-0E3A-2ECD1C56CAA3}" status="resolved" created="2026-10-01T03:28:55.5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spMk id="6" creationId="{6BFDE098-B84C-64BB-A467-E837433CCD1F}"/>
    </ac:deMkLst>
    <p188:txBody>
      <a:bodyPr/>
      <a:lstStyle/>
      <a:p>
        <a:r>
          <a:rPr lang="en-US"/>
          <a:t>Why? Explain it.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3T18:42:29.584" authorId="{D9926F30-2829-1069-4C8D-95762BF4A26B}"/>
          </p223:rxn>
        </p223:reactions>
      </p:ext>
    </p188:extLst>
  </p188:cm>
  <p188:cm id="{C24F67C6-FC6E-4506-BE2A-9DF9238823E2}" authorId="{EFC238BC-DCC0-1CED-0E3A-2ECD1C56CAA3}" status="resolved" created="2026-10-01T03:29:22.5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spMk id="21" creationId="{C37422E5-29EF-AFE6-DA78-B2C96AD956F7}"/>
    </ac:deMkLst>
    <p188:txBody>
      <a:bodyPr/>
      <a:lstStyle/>
      <a:p>
        <a:r>
          <a:rPr lang="en-US"/>
          <a:t>'Partenrs'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2:44:14.705" authorId="{D9926F30-2829-1069-4C8D-95762BF4A26B}"/>
          </p223:rxn>
        </p223:reactions>
      </p:ext>
    </p188:extLst>
  </p188:cm>
  <p188:cm id="{02C357D2-497F-48D7-8631-8ACF288B68DF}" authorId="{EFC238BC-DCC0-1CED-0E3A-2ECD1C56CAA3}" status="resolved" created="2026-10-01T03:29:48.2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spMk id="8" creationId="{E725361C-26E4-2699-3BCA-B5A212F03AF4}"/>
    </ac:deMkLst>
    <p188:txBody>
      <a:bodyPr/>
      <a:lstStyle/>
      <a:p>
        <a:r>
          <a:rPr lang="en-US"/>
          <a:t>Remover as letras maiúsculas. 'Japan exports and imports and trade terms breakdown (%)'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2:44:13.903" authorId="{D9926F30-2829-1069-4C8D-95762BF4A26B}"/>
          </p223:rxn>
        </p223:reactions>
      </p:ext>
    </p188:extLst>
  </p188:cm>
  <p188:cm id="{F2C76E18-7003-4FF5-939F-1C3B00DFD9C1}" authorId="{EFC238BC-DCC0-1CED-0E3A-2ECD1C56CAA3}" status="resolved" created="2026-10-01T03:30:01.5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graphicFrameMk id="50" creationId="{A7090C3A-FB4C-9059-C3F6-92BB9BB58705}"/>
    </ac:deMkLst>
    <p188:txBody>
      <a:bodyPr/>
      <a:lstStyle/>
      <a:p>
        <a:r>
          <a:rPr lang="en-US"/>
          <a:t>Aumentar o tamanho da fonte pra 9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3:46.895" authorId="{D9926F30-2829-1069-4C8D-95762BF4A26B}"/>
          </p223:rxn>
        </p223:reactions>
      </p:ext>
    </p188:extLst>
  </p188:cm>
  <p188:cm id="{C27C3154-FC05-4E88-AA22-888583F70826}" authorId="{EFC238BC-DCC0-1CED-0E3A-2ECD1C56CAA3}" status="resolved" created="2026-10-01T03:30:19.2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spMk id="34" creationId="{0722A552-F855-8268-599A-77332B6FE7E0}"/>
    </ac:deMkLst>
    <p188:txBody>
      <a:bodyPr/>
      <a:lstStyle/>
      <a:p>
        <a:r>
          <a:rPr lang="en-US"/>
          <a:t>Pra padronizar a estética do slide, troca essa caixa cinza por uma caixa arredondada bege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1:40:03.364" authorId="{D9926F30-2829-1069-4C8D-95762BF4A26B}"/>
          </p223:rxn>
        </p223:reactions>
      </p:ext>
    </p188:extLst>
  </p188:cm>
  <p188:cm id="{CF1EABF3-52DB-4C34-8300-A1C33946BACA}" authorId="{EFC238BC-DCC0-1CED-0E3A-2ECD1C56CAA3}" status="resolved" created="2026-10-01T03:30:47.13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graphicFrameMk id="12" creationId="{919CB490-460A-A0FD-FFF6-85C071B94290}"/>
    </ac:deMkLst>
    <p188:txBody>
      <a:bodyPr/>
      <a:lstStyle/>
      <a:p>
        <a:r>
          <a:rPr lang="en-US"/>
          <a:t>Dá pra tirar os zeros depois da vírgula no eixo vertical. Fica mais clean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3:50.856" authorId="{D9926F30-2829-1069-4C8D-95762BF4A26B}"/>
          </p223:rxn>
        </p223:reactions>
      </p:ext>
    </p188:extLst>
  </p188:cm>
  <p188:cm id="{4C22630A-9BDD-4847-A4A7-66A179A1D309}" authorId="{EFC238BC-DCC0-1CED-0E3A-2ECD1C56CAA3}" status="resolved" created="2026-10-01T03:31:04.0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spMk id="20" creationId="{7F8B3125-E22C-CC31-069F-40C2AA0568F0}"/>
    </ac:deMkLst>
    <p188:txBody>
      <a:bodyPr/>
      <a:lstStyle/>
      <a:p>
        <a:r>
          <a:rPr lang="en-US"/>
          <a:t>Alinha esse texto pro lado que a imagem tá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3:55.554" authorId="{D9926F30-2829-1069-4C8D-95762BF4A26B}"/>
          </p223:rxn>
        </p223:reactions>
      </p:ext>
    </p188:extLst>
  </p188:cm>
  <p188:cm id="{5EE4DB98-6416-45AB-8B82-BE7CD4A1C998}" authorId="{EFC238BC-DCC0-1CED-0E3A-2ECD1C56CAA3}" status="resolved" created="2026-10-01T03:31:37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2265" sldId="434"/>
      <ac:cxnSpMk id="19" creationId="{70353CDB-D688-A04A-3841-261D150806C2}"/>
    </ac:deMkLst>
    <p188:txBody>
      <a:bodyPr/>
      <a:lstStyle/>
      <a:p>
        <a:r>
          <a:rPr lang="en-US"/>
          <a:t>Vale trocar essas caixas de fundo aqui pra padronizar com o resto.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4:00.703" authorId="{D9926F30-2829-1069-4C8D-95762BF4A26B}"/>
          </p223:rxn>
        </p223:reactions>
      </p:ext>
    </p188:extLst>
  </p188:cm>
</p188:cmLst>
</file>

<file path=ppt/comments/modernComment_13E_88A84A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642622-A874-4413-A5B6-6D8B6839072C}" authorId="{EFC238BC-DCC0-1CED-0E3A-2ECD1C56CAA3}" created="2026-10-01T02:40:59.267">
    <pc:sldMkLst xmlns:pc="http://schemas.microsoft.com/office/powerpoint/2013/main/command">
      <pc:docMk/>
      <pc:sldMk cId="2292730568" sldId="318"/>
    </pc:sldMkLst>
    <p188:txBody>
      <a:bodyPr/>
      <a:lstStyle/>
      <a:p>
        <a:r>
          <a:rPr lang="en-US"/>
          <a:t>Fonte errada. Mudar pra Montserrat</a:t>
        </a:r>
      </a:p>
    </p188:txBody>
  </p188:cm>
  <p188:cm id="{1D3EF5F8-2B3A-427F-A2F2-0A639EAF9C98}" authorId="{EFC238BC-DCC0-1CED-0E3A-2ECD1C56CAA3}" created="2026-10-01T02:41:26.174">
    <pc:sldMkLst xmlns:pc="http://schemas.microsoft.com/office/powerpoint/2013/main/command">
      <pc:docMk/>
      <pc:sldMk cId="2292730568" sldId="318"/>
    </pc:sldMkLst>
    <p188:txBody>
      <a:bodyPr/>
      <a:lstStyle/>
      <a:p>
        <a:r>
          <a:rPr lang="en-US"/>
          <a:t>Fazer esse label aqui ficar horizontal. Diminuir o número de labels pra ficar certo.</a:t>
        </a:r>
      </a:p>
    </p188:txBody>
  </p188:cm>
  <p188:cm id="{4A522624-C282-4A6B-84E2-846FCADD64E7}" authorId="{EFC238BC-DCC0-1CED-0E3A-2ECD1C56CAA3}" created="2026-10-01T02:41:38.657">
    <pc:sldMkLst xmlns:pc="http://schemas.microsoft.com/office/powerpoint/2013/main/command">
      <pc:docMk/>
      <pc:sldMk cId="2292730568" sldId="318"/>
    </pc:sldMkLst>
    <p188:txBody>
      <a:bodyPr/>
      <a:lstStyle/>
      <a:p>
        <a:r>
          <a:rPr lang="en-US"/>
          <a:t>Não precisa de legenda se só tem um dado no gráfico. Pode remover a legenda</a:t>
        </a:r>
      </a:p>
    </p188:txBody>
  </p188:cm>
  <p188:cm id="{B12EE1B8-58A4-484B-8CA2-812697DF2954}" authorId="{EFC238BC-DCC0-1CED-0E3A-2ECD1C56CAA3}" created="2026-10-01T02:41:43.8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92730568" sldId="318"/>
      <ac:spMk id="9" creationId="{25EC19DF-3F06-F470-3AB2-46C4A35194B3}"/>
    </ac:deMkLst>
    <p188:txBody>
      <a:bodyPr/>
      <a:lstStyle/>
      <a:p>
        <a:r>
          <a:rPr lang="en-US"/>
          <a:t>Falta fonte.</a:t>
        </a:r>
      </a:p>
    </p188:txBody>
  </p188:cm>
  <p188:cm id="{92B276F4-3ABC-4612-9C6A-444D003223DC}" authorId="{EFC238BC-DCC0-1CED-0E3A-2ECD1C56CAA3}" created="2026-10-01T02:41:51.9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92730568" sldId="318"/>
      <ac:graphicFrameMk id="12" creationId="{24AA255D-E0C8-385B-2D2A-50CEE66A7891}"/>
    </ac:deMkLst>
    <p188:txBody>
      <a:bodyPr/>
      <a:lstStyle/>
      <a:p>
        <a:r>
          <a:rPr lang="en-US"/>
          <a:t>Fonte errada. Mudar pra Montserrat</a:t>
        </a:r>
      </a:p>
    </p188:txBody>
  </p188:cm>
  <p188:cm id="{A0FD8233-08BC-497D-AD4D-AAA82F085D28}" authorId="{EFC238BC-DCC0-1CED-0E3A-2ECD1C56CAA3}" created="2026-10-01T02:42:15.6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92730568" sldId="318"/>
      <ac:spMk id="8" creationId="{6C3BF312-0187-4C63-51C0-6F43728DFDC9}"/>
    </ac:deMkLst>
    <p188:txBody>
      <a:bodyPr/>
      <a:lstStyle/>
      <a:p>
        <a:r>
          <a:rPr lang="en-US"/>
          <a:t>Não tem por que escrever 'gap' com G maiúsculo. Vamos escrever com g minúsculo</a:t>
        </a:r>
      </a:p>
    </p188:txBody>
  </p188:cm>
</p188:cmLst>
</file>

<file path=ppt/comments/modernComment_17F_208979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2AD2E6-2848-4412-AD3F-C8F57F587270}" authorId="{EFC238BC-DCC0-1CED-0E3A-2ECD1C56CAA3}" status="resolved" created="2026-10-01T02:53:51.17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45880500" sldId="383"/>
      <ac:spMk id="9" creationId="{7B1C636B-CEB3-551C-28C3-23FE278F3A39}"/>
    </ac:deMkLst>
    <p188:txBody>
      <a:bodyPr/>
      <a:lstStyle/>
      <a:p>
        <a:r>
          <a:rPr lang="en-US"/>
          <a:t>Se é mais de uma fonte, colocar 'Sources'</a:t>
        </a:r>
      </a:p>
    </p188:txBody>
  </p188:cm>
  <p188:cm id="{2AFB4017-701E-4421-A3D2-8D4A50673D54}" authorId="{EFC238BC-DCC0-1CED-0E3A-2ECD1C56CAA3}" status="resolved" created="2026-10-01T02:54:06.3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45880500" sldId="383"/>
      <ac:spMk id="7" creationId="{7980F114-84C4-923D-7C57-E30623F05301}"/>
    </ac:deMkLst>
    <p188:txBody>
      <a:bodyPr/>
      <a:lstStyle/>
      <a:p>
        <a:r>
          <a:rPr lang="en-US"/>
          <a:t>Colocar 'vs.' ao invés de 'x'</a:t>
        </a:r>
      </a:p>
    </p188:txBody>
  </p188:cm>
  <p188:cm id="{A13F97F5-9862-427E-9A83-8A9026789229}" authorId="{EFC238BC-DCC0-1CED-0E3A-2ECD1C56CAA3}" status="resolved" created="2026-10-01T02:54:18.2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45880500" sldId="383"/>
      <ac:spMk id="8" creationId="{57EF1B78-F139-B89E-82CE-9255A0BEA2E1}"/>
    </ac:deMkLst>
    <p188:txBody>
      <a:bodyPr/>
      <a:lstStyle/>
      <a:p>
        <a:r>
          <a:rPr lang="en-US"/>
          <a:t>Colocar 'vs.' ao invés de 'x'</a:t>
        </a:r>
      </a:p>
    </p188:txBody>
  </p188:cm>
  <p188:cm id="{741EE235-0C30-4D14-845C-A2091D198441}" authorId="{EFC238BC-DCC0-1CED-0E3A-2ECD1C56CAA3}" created="2026-10-01T02:54:58.8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45880500" sldId="383"/>
      <ac:spMk id="6" creationId="{F6FB2BC1-F39D-7082-4837-01C0870E1ECB}"/>
    </ac:deMkLst>
    <p188:txBody>
      <a:bodyPr/>
      <a:lstStyle/>
      <a:p>
        <a:r>
          <a:rPr lang="en-US"/>
          <a:t>Coloca data label pra mostrar esse dado na ponta e muda esse label. Citar o dado no callout não faz sentido. Aqui é pra fazer uma análise introdutória quali do dado</a:t>
        </a:r>
      </a:p>
    </p188:txBody>
  </p188:cm>
  <p188:cm id="{B90713FA-9D21-4030-9DF9-702CCCD08183}" authorId="{EFC238BC-DCC0-1CED-0E3A-2ECD1C56CAA3}" status="resolved" created="2026-10-01T02:55:18.91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45880500" sldId="383"/>
      <ac:graphicFrameMk id="3" creationId="{A23DBF2B-C66C-2262-1D3C-C19E7F57DF40}"/>
    </ac:deMkLst>
    <p188:txBody>
      <a:bodyPr/>
      <a:lstStyle/>
      <a:p>
        <a:r>
          <a:rPr lang="en-US"/>
          <a:t>Padronizar o label de data. Usar o label em inglês (Jul-20)</a:t>
        </a:r>
      </a:p>
    </p188:txBody>
  </p188:cm>
</p188:cmLst>
</file>

<file path=ppt/comments/modernComment_18B_8B18F5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3F34E0-9AB8-4F1E-B0E3-61DCE5587FB8}" authorId="{EFC238BC-DCC0-1CED-0E3A-2ECD1C56CAA3}" status="resolved" created="2026-10-01T03:31:55.60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3668765" sldId="395"/>
      <ac:spMk id="9" creationId="{50605A59-6404-42A9-39A8-51A5DEB34A1D}"/>
    </ac:deMkLst>
    <p188:txBody>
      <a:bodyPr/>
      <a:lstStyle/>
      <a:p>
        <a:r>
          <a:rPr lang="en-US"/>
          <a:t>Mesmos comentários de fonte dos outros slides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2:51:43.680" authorId="{D9926F30-2829-1069-4C8D-95762BF4A26B}"/>
          </p223:rxn>
        </p223:reactions>
      </p:ext>
    </p188:extLst>
  </p188:cm>
  <p188:cm id="{8C071742-1E1C-4E12-9675-10B5109ED095}" authorId="{EFC238BC-DCC0-1CED-0E3A-2ECD1C56CAA3}" status="resolved" created="2026-10-01T03:32:34.26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3668765" sldId="395"/>
      <ac:graphicFrameMk id="16" creationId="{1998136A-7CE2-A814-7E64-D677A7A702C3}"/>
    </ac:deMkLst>
    <p188:txBody>
      <a:bodyPr/>
      <a:lstStyle/>
      <a:p>
        <a:r>
          <a:rPr lang="en-US"/>
          <a:t>Como os gráficos desse slide foram feitos? Não vou mexer mas acho que tem algum outro jeito de fazer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4T15:34:27.027" authorId="{D9926F30-2829-1069-4C8D-95762BF4A26B}"/>
          </p223:rxn>
        </p223:reactions>
      </p:ext>
    </p188:extLst>
  </p188:cm>
  <p188:cm id="{57D82E90-DB58-47B5-92A7-44C4242BE10F}" authorId="{EFC238BC-DCC0-1CED-0E3A-2ECD1C56CAA3}" status="resolved" created="2026-10-01T03:33:03.31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3668765" sldId="395"/>
      <ac:spMk id="7" creationId="{FB50ED39-6C88-66B1-0542-D6FFB917A392}"/>
    </ac:deMkLst>
    <p188:txBody>
      <a:bodyPr/>
      <a:lstStyle/>
      <a:p>
        <a:r>
          <a:rPr lang="en-US"/>
          <a:t>'vs.' no lugar de 'vs'. Tirar o período temporal. Colocar a unidade de medida em parênteses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8:56:42.851" authorId="{D9926F30-2829-1069-4C8D-95762BF4A26B}"/>
          </p223:rxn>
        </p223:reactions>
      </p:ext>
    </p188:extLst>
  </p188:cm>
  <p188:cm id="{0BD6F810-96A4-41F8-87A9-A90D9699DACE}" authorId="{EFC238BC-DCC0-1CED-0E3A-2ECD1C56CAA3}" status="resolved" created="2026-10-01T03:33:22.4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3668765" sldId="395"/>
      <ac:spMk id="8" creationId="{8690AAF0-C51C-1B02-FB84-C9D1E9C8F05A}"/>
    </ac:deMkLst>
    <p188:txBody>
      <a:bodyPr/>
      <a:lstStyle/>
      <a:p>
        <a:r>
          <a:rPr lang="en-US"/>
          <a:t>'Iene' é em português. Vamos mudar pra 'JPY'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1:41:55.428" authorId="{D9926F30-2829-1069-4C8D-95762BF4A26B}"/>
          </p223:rxn>
        </p223:reactions>
      </p:ext>
    </p188:extLst>
  </p188:cm>
  <p188:cm id="{EEC51DF9-0D1C-4DAC-A2B0-B53A70FEB91B}" authorId="{EFC238BC-DCC0-1CED-0E3A-2ECD1C56CAA3}" status="resolved" created="2026-10-01T03:33:54.19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3668765" sldId="395"/>
      <ac:spMk id="8" creationId="{8690AAF0-C51C-1B02-FB84-C9D1E9C8F05A}"/>
    </ac:deMkLst>
    <p188:txBody>
      <a:bodyPr/>
      <a:lstStyle/>
      <a:p>
        <a:r>
          <a:rPr lang="en-US"/>
          <a:t>Aqui não precisa de período temporal também. Talvez, seja legal colocar 'Exchange rate (JPY/USD)'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8:56:48.935" authorId="{D9926F30-2829-1069-4C8D-95762BF4A26B}"/>
          </p223:rxn>
        </p223:reactions>
      </p:ext>
    </p188:extLst>
  </p188:cm>
  <p188:cm id="{2DE554C6-3BB7-47F2-BCB1-E48B34F22672}" authorId="{EFC238BC-DCC0-1CED-0E3A-2ECD1C56CAA3}" status="resolved" created="2026-10-01T03:34:15.02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3668765" sldId="395"/>
      <ac:graphicFrameMk id="24" creationId="{48C386CB-7C2E-E53E-BDE1-2792699F53A9}"/>
    </ac:deMkLst>
    <p188:txBody>
      <a:bodyPr/>
      <a:lstStyle/>
      <a:p>
        <a:r>
          <a:rPr lang="en-US"/>
          <a:t>A parte pontilhada não faz parte desse gráfico?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4T15:34:35.122" authorId="{D9926F30-2829-1069-4C8D-95762BF4A26B}"/>
          </p223:rxn>
        </p223:reactions>
      </p:ext>
    </p188:extLst>
  </p188:cm>
  <p188:cm id="{8007E16D-DB36-49F5-88FD-02F25F9DC7D2}" authorId="{EFC238BC-DCC0-1CED-0E3A-2ECD1C56CAA3}" status="resolved" created="2026-10-01T03:35:41.07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3668765" sldId="395"/>
      <ac:spMk id="2" creationId="{D03A47C6-227E-106B-E1E1-74129B576DB0}"/>
    </ac:deMkLst>
    <p188:txBody>
      <a:bodyPr/>
      <a:lstStyle/>
      <a:p>
        <a:r>
          <a:rPr lang="en-US"/>
          <a:t>Acho que vale, nesse slide, colocar a razão pro câmbio ainda permitir carry trade. Teoria econômica mesmo, ou colocar a análise do FMI sobre o diferencial de juros não explicar mais o iene japonês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8:56:57.729" authorId="{D9926F30-2829-1069-4C8D-95762BF4A26B}"/>
          </p223:rxn>
        </p223:reactions>
      </p:ext>
    </p188:extLst>
  </p188:cm>
</p188:cmLst>
</file>

<file path=ppt/comments/modernComment_19B_F55638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7BA4B6-AD3A-414D-967C-BEB7AF8B7269}" authorId="{EFC238BC-DCC0-1CED-0E3A-2ECD1C56CAA3}" status="resolved" created="2026-10-01T03:36:04.24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16068581" sldId="411"/>
      <ac:graphicFrameMk id="16" creationId="{769A8E9D-1084-17CA-569D-8E46BE767C04}"/>
    </ac:deMkLst>
    <p188:txBody>
      <a:bodyPr/>
      <a:lstStyle/>
      <a:p>
        <a:r>
          <a:rPr lang="en-US"/>
          <a:t>Eixo horizontal pode ter menos labels pra ficarem horizontais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5T03:23:48.851" authorId="{D9926F30-2829-1069-4C8D-95762BF4A26B}"/>
          </p223:rxn>
        </p223:reactions>
      </p:ext>
    </p188:extLst>
  </p188:cm>
  <p188:cm id="{8450D997-A361-4339-8034-F0D2482C44C4}" authorId="{EFC238BC-DCC0-1CED-0E3A-2ECD1C56CAA3}" status="resolved" created="2026-10-01T03:36:27.01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16068581" sldId="411"/>
      <ac:graphicFrameMk id="16" creationId="{769A8E9D-1084-17CA-569D-8E46BE767C04}"/>
    </ac:deMkLst>
    <p188:txBody>
      <a:bodyPr/>
      <a:lstStyle/>
      <a:p>
        <a:r>
          <a:rPr lang="en-US"/>
          <a:t>Colocar esse gráfico até chegar próximo do subtítulo (a menos que vá fazer outra coisa aqui)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5T03:23:45.353" authorId="{D9926F30-2829-1069-4C8D-95762BF4A26B}"/>
          </p223:rxn>
        </p223:reactions>
      </p:ext>
    </p188:extLst>
  </p188:cm>
</p188:cmLst>
</file>

<file path=ppt/comments/modernComment_102_46F13C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E1CADF-8B0B-4A01-8C87-CC086C7FECE6}" authorId="{EFC238BC-DCC0-1CED-0E3A-2ECD1C56CAA3}" created="2026-10-01T02:46:34.864">
    <pc:sldMkLst xmlns:pc="http://schemas.microsoft.com/office/powerpoint/2013/main/command">
      <pc:docMk/>
      <pc:sldMk cId="1190214865" sldId="258"/>
    </pc:sldMkLst>
    <p188:txBody>
      <a:bodyPr/>
      <a:lstStyle/>
      <a:p>
        <a:r>
          <a:rPr lang="en-US"/>
          <a:t>Comentário geral pra todos: vamos usar Montserrat nos slides de conteúdo. O texto normal da fonte japonesa fica feio demais</a:t>
        </a:r>
      </a:p>
    </p188:txBody>
  </p188:cm>
</p188:cmLst>
</file>

<file path=ppt/comments/modernComment_126_7C39D3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FD0963-839C-420F-9199-B64ED6624945}" authorId="{EFC238BC-DCC0-1CED-0E3A-2ECD1C56CAA3}" status="resolved" created="2026-10-01T02:50:03.94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84164392" sldId="294"/>
      <ac:spMk id="7" creationId="{DA3FCE85-BE03-FD41-0B52-EFD0C20513CA}"/>
    </ac:deMkLst>
    <p188:txBody>
      <a:bodyPr/>
      <a:lstStyle/>
      <a:p>
        <a:r>
          <a:rPr lang="en-US"/>
          <a:t>Não precisa escrever 'food', 'energy' e 'target' com letra maiúscula. Vamos mudar</a:t>
        </a:r>
      </a:p>
    </p188:txBody>
  </p188:cm>
  <p188:cm id="{EE9E8A10-E17B-4BDD-B1A4-7AC66E3CFA23}" authorId="{EFC238BC-DCC0-1CED-0E3A-2ECD1C56CAA3}" status="resolved" created="2026-10-01T02:50:22.02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84164392" sldId="294"/>
      <ac:spMk id="6" creationId="{01462AA1-49C0-487F-299A-3E659251DEA9}"/>
    </ac:deMkLst>
    <p188:txBody>
      <a:bodyPr/>
      <a:lstStyle/>
      <a:p>
        <a:r>
          <a:rPr lang="en-US"/>
          <a:t>Remover o ponto final aqui.</a:t>
        </a:r>
      </a:p>
    </p188:txBody>
  </p188:cm>
  <p188:cm id="{AC8C8932-9495-4455-95C9-C768C1B13700}" authorId="{EFC238BC-DCC0-1CED-0E3A-2ECD1C56CAA3}" status="resolved" created="2026-10-01T02:50:42.05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84164392" sldId="294"/>
      <ac:spMk id="8" creationId="{F125D135-2EDE-4575-1A3B-1C5027A801B3}"/>
    </ac:deMkLst>
    <p188:txBody>
      <a:bodyPr/>
      <a:lstStyle/>
      <a:p>
        <a:r>
          <a:rPr lang="en-US"/>
          <a:t>Mesma coisa de letra maiúscula. Não precisa ter aqui, não é nome próprio nem início de período</a:t>
        </a:r>
      </a:p>
    </p188:txBody>
  </p188:cm>
</p188:cmLst>
</file>

<file path=ppt/comments/modernComment_127_501529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025F64-417C-4E48-A55C-C823BD737AB1}" authorId="{EFC238BC-DCC0-1CED-0E3A-2ECD1C56CAA3}" status="resolved" created="2026-10-01T03:12:47.03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graphicFrameMk id="14" creationId="{725EC9F7-ECB3-1C1E-FB5E-431F5E413E36}"/>
    </ac:deMkLst>
    <p188:txBody>
      <a:bodyPr/>
      <a:lstStyle/>
      <a:p>
        <a:r>
          <a:rPr lang="en-US"/>
          <a:t>Fonte muito pequena. Mudar pra fonte 9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15:38:37.528" authorId="{D9926F30-2829-1069-4C8D-95762BF4A26B}"/>
          </p223:rxn>
        </p223:reactions>
      </p:ext>
    </p188:extLst>
  </p188:cm>
  <p188:cm id="{B73A1681-BE63-40DB-A6C7-5DD097E1B758}" authorId="{EFC238BC-DCC0-1CED-0E3A-2ECD1C56CAA3}" status="resolved" created="2026-10-01T03:13:43.05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spMk id="5" creationId="{1C9B50B9-3B9C-6465-84E9-93D445BD2B30}"/>
    </ac:deMkLst>
    <p188:txBody>
      <a:bodyPr/>
      <a:lstStyle/>
      <a:p>
        <a:r>
          <a:rPr lang="en-US"/>
          <a:t>'two crises' mas o callout do gráfico é sobre início de offshoring. Se for citar isso aqui, a gente tem que sinalizar as duas crises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5T03:25:11.847" authorId="{D9926F30-2829-1069-4C8D-95762BF4A26B}"/>
          </p223:rxn>
        </p223:reactions>
      </p:ext>
    </p188:extLst>
  </p188:cm>
  <p188:cm id="{E72CB07C-591D-46AC-9CAD-1B422A36D0F8}" authorId="{EFC238BC-DCC0-1CED-0E3A-2ECD1C56CAA3}" status="resolved" created="2026-10-01T03:14:39.82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spMk id="7" creationId="{B9AD7037-9F07-B9D5-6A43-796C2D376B49}"/>
    </ac:deMkLst>
    <p188:txBody>
      <a:bodyPr/>
      <a:lstStyle/>
      <a:p>
        <a:r>
          <a:rPr lang="en-US"/>
          <a:t>'vs.' ao invés de 'vs'. Não precisa colocar o período aqui. Colocar período temporal entre parênteses, junto com as unidades de medida do gráfico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20:31:08.663" authorId="{D9926F30-2829-1069-4C8D-95762BF4A26B}"/>
          </p223:rxn>
        </p223:reactions>
      </p:ext>
    </p188:extLst>
  </p188:cm>
  <p188:cm id="{EC4D3E91-B243-4E2A-9E9D-EBDA50D2AA46}" authorId="{EFC238BC-DCC0-1CED-0E3A-2ECD1C56CAA3}" status="resolved" created="2026-10-01T03:14:53.38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graphicFrameMk id="32" creationId="{4586CDEA-2811-711F-EEF4-2E957332A3D0}"/>
    </ac:deMkLst>
    <p188:txBody>
      <a:bodyPr/>
      <a:lstStyle/>
      <a:p>
        <a:r>
          <a:rPr lang="en-US"/>
          <a:t>Tamanho da fonte do gráfico muito pequena. Mudar pra 9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15:38:30.840" authorId="{D9926F30-2829-1069-4C8D-95762BF4A26B}"/>
          </p223:rxn>
        </p223:reactions>
      </p:ext>
    </p188:extLst>
  </p188:cm>
  <p188:cm id="{2251B95E-E7A4-4594-ADE2-BE23C436A260}" authorId="{EFC238BC-DCC0-1CED-0E3A-2ECD1C56CAA3}" status="resolved" created="2026-10-01T03:15:41.55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graphicFrameMk id="32" creationId="{4586CDEA-2811-711F-EEF4-2E957332A3D0}"/>
    </ac:deMkLst>
    <p188:txBody>
      <a:bodyPr/>
      <a:lstStyle/>
      <a:p>
        <a:r>
          <a:rPr lang="en-US"/>
          <a:t>No eixo vertical, que unidade de medida é essa? Vamos tirar esse tanto de zeros aí. Se for trillions, vamos deixar quadrillions e tirar 3 zeros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15:41:30.222" authorId="{D9926F30-2829-1069-4C8D-95762BF4A26B}"/>
          </p223:rxn>
        </p223:reactions>
      </p:ext>
    </p188:extLst>
  </p188:cm>
  <p188:cm id="{B1212DC3-25F1-46E1-93FA-D03A31917DF0}" authorId="{EFC238BC-DCC0-1CED-0E3A-2ECD1C56CAA3}" status="resolved" created="2026-10-01T03:16:00.58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graphicFrameMk id="32" creationId="{4586CDEA-2811-711F-EEF4-2E957332A3D0}"/>
    </ac:deMkLst>
    <p188:txBody>
      <a:bodyPr/>
      <a:lstStyle/>
      <a:p>
        <a:r>
          <a:rPr lang="en-US"/>
          <a:t>No eixo horizontal, precisamos diminuir a quantidade de labels pra eles ficarem horizontais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21:19:24.937" authorId="{D9926F30-2829-1069-4C8D-95762BF4A26B}"/>
          </p223:rxn>
        </p223:reactions>
      </p:ext>
    </p188:extLst>
  </p188:cm>
  <p188:cm id="{3A4022B7-9FFD-4EB3-8331-4C7E77AE5F6D}" authorId="{EFC238BC-DCC0-1CED-0E3A-2ECD1C56CAA3}" status="resolved" created="2026-10-01T03:16:14.97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spMk id="8" creationId="{C26109D7-3069-F87A-3EB4-559B2C450606}"/>
    </ac:deMkLst>
    <p188:txBody>
      <a:bodyPr/>
      <a:lstStyle/>
      <a:p>
        <a:r>
          <a:rPr lang="en-US"/>
          <a:t>Não precisa colocar o intervalo temporal aqui. Colocar unidade de medida entre parênteses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15:41:37.581" authorId="{D9926F30-2829-1069-4C8D-95762BF4A26B}"/>
          </p223:rxn>
        </p223:reactions>
      </p:ext>
    </p188:extLst>
  </p188:cm>
  <p188:cm id="{41A121DF-0531-4519-AC92-D983249C3E58}" authorId="{EFC238BC-DCC0-1CED-0E3A-2ECD1C56CAA3}" status="resolved" created="2026-10-01T03:16:50.88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spMk id="33" creationId="{52A5BDD5-D39F-E07C-A353-48805DF9DE2C}"/>
    </ac:deMkLst>
    <p188:txBody>
      <a:bodyPr/>
      <a:lstStyle/>
      <a:p>
        <a:r>
          <a:rPr lang="en-US"/>
          <a:t>A cor dessa caixa aqui é muito fora da estética. Vamos mudar para o bege. Verificar os meus slides de labor market pra entender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21:19:29.331" authorId="{D9926F30-2829-1069-4C8D-95762BF4A26B}"/>
          </p223:rxn>
        </p223:reactions>
      </p:ext>
    </p188:extLst>
  </p188:cm>
  <p188:cm id="{4BD1209F-4A6A-420C-9DF7-EFB4E59EDB87}" authorId="{EFC238BC-DCC0-1CED-0E3A-2ECD1C56CAA3}" status="resolved" created="2026-10-01T03:17:32.97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43564072" sldId="295"/>
      <ac:spMk id="36" creationId="{AC158C49-A699-58FA-FF3E-040FEA37B559}"/>
    </ac:deMkLst>
    <p188:txBody>
      <a:bodyPr/>
      <a:lstStyle/>
      <a:p>
        <a:r>
          <a:rPr lang="en-US"/>
          <a:t>Ao invés de escrever tudo assim, acho que faz sentido colocar o número e embaixo o significado dele, igual o de 60% dos external assets.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21:19:33.307" authorId="{D9926F30-2829-1069-4C8D-95762BF4A26B}"/>
          </p223:rxn>
        </p223:reactions>
      </p:ext>
    </p188:extLst>
  </p188:cm>
  <p188:cm id="{6CC57E5D-3102-47E2-801B-E49376C790BE}" authorId="{EFC238BC-DCC0-1CED-0E3A-2ECD1C56CAA3}" status="resolved" created="2026-10-01T03:18:29.522" complete="100000">
    <pc:sldMkLst xmlns:pc="http://schemas.microsoft.com/office/powerpoint/2013/main/command">
      <pc:docMk/>
      <pc:sldMk cId="1343564072" sldId="295"/>
    </pc:sldMkLst>
    <p188:txBody>
      <a:bodyPr/>
      <a:lstStyle/>
      <a:p>
        <a:r>
          <a:rPr lang="en-US"/>
          <a:t>Como label dessa caixa, vamos sinalizar que é sobre a relação com os EUA. Verificar o slide 41 e vamos replicar de lá, colocando na faixa bordô embaixo algo do tipo 'U.S. vs. Japan relationship'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5T03:25:17.428" authorId="{D9926F30-2829-1069-4C8D-95762BF4A26B}"/>
          </p223:rxn>
        </p223:reactions>
      </p:ext>
    </p188:extLst>
  </p188:cm>
</p188:cmLst>
</file>

<file path=ppt/comments/modernComment_138_AB791D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85E051-E41F-482C-A8F2-9C7394DA9860}" authorId="{EFC238BC-DCC0-1CED-0E3A-2ECD1C56CAA3}" status="resolved" created="2026-10-01T02:55:53.28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76841380" sldId="312"/>
      <ac:graphicFrameMk id="29" creationId="{8AF838F1-70DE-54EA-3994-3D5410C10437}"/>
    </ac:deMkLst>
    <p188:txBody>
      <a:bodyPr/>
      <a:lstStyle/>
      <a:p>
        <a:r>
          <a:rPr lang="en-US"/>
          <a:t>Tirar letra maiúscula. Colocar 'projected'</a:t>
        </a:r>
      </a:p>
    </p188:txBody>
  </p188:cm>
  <p188:cm id="{923BF013-9A54-49ED-9CF7-E7A9A624DF89}" authorId="{EFC238BC-DCC0-1CED-0E3A-2ECD1C56CAA3}" status="resolved" created="2026-10-01T02:56:40.90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76841380" sldId="312"/>
      <ac:spMk id="41" creationId="{D337269C-9A15-E814-C976-8F041694221F}"/>
    </ac:deMkLst>
    <p188:txBody>
      <a:bodyPr/>
      <a:lstStyle/>
      <a:p>
        <a:r>
          <a:rPr lang="en-US"/>
          <a:t>Vamos usar o bege como fundo das text boxes. Conversa mais com a estética do slide</a:t>
        </a:r>
      </a:p>
    </p188:txBody>
  </p188:cm>
  <p188:cm id="{5F648C06-E615-450D-A086-EA4D21267DFC}" authorId="{EFC238BC-DCC0-1CED-0E3A-2ECD1C56CAA3}" created="2026-10-01T02:57:17.5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76841380" sldId="312"/>
      <ac:spMk id="36" creationId="{076B70E1-2284-433D-162A-027CDED690ED}"/>
    </ac:deMkLst>
    <p188:txBody>
      <a:bodyPr/>
      <a:lstStyle/>
      <a:p>
        <a:r>
          <a:rPr lang="en-US"/>
          <a:t>Dado show. Inflação tá acelerando pra caralho pro padrão japonês</a:t>
        </a:r>
      </a:p>
    </p188:txBody>
  </p188:cm>
</p188:cmLst>
</file>

<file path=ppt/comments/modernComment_140_792770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40BFE6-98C0-44EF-AA1F-1D80F3AF303E}" authorId="{EFC238BC-DCC0-1CED-0E3A-2ECD1C56CAA3}" created="2026-10-01T02:42:35.6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graphicFrameMk id="11" creationId="{BB81127B-FBC2-ED23-A20A-39CAF56CE758}"/>
    </ac:deMkLst>
    <p188:txBody>
      <a:bodyPr/>
      <a:lstStyle/>
      <a:p>
        <a:r>
          <a:rPr lang="en-US"/>
          <a:t>Fonte errada. Mudar pra Montserrat</a:t>
        </a:r>
      </a:p>
    </p188:txBody>
  </p188:cm>
  <p188:cm id="{C2F254AC-3662-493E-A67C-8D7FA9602C03}" authorId="{EFC238BC-DCC0-1CED-0E3A-2ECD1C56CAA3}" created="2026-10-01T02:42:45.1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graphicFrameMk id="19" creationId="{FF7B199E-D1F0-40C2-A173-7D8352FCDC70}"/>
    </ac:deMkLst>
    <p188:txBody>
      <a:bodyPr/>
      <a:lstStyle/>
      <a:p>
        <a:r>
          <a:rPr lang="en-US"/>
          <a:t>Fonte errada. Mudar pra Montserrat.</a:t>
        </a:r>
      </a:p>
    </p188:txBody>
  </p188:cm>
  <p188:cm id="{63A1621D-3DC0-43EE-A620-9643CB2C7C23}" authorId="{EFC238BC-DCC0-1CED-0E3A-2ECD1C56CAA3}" created="2026-10-01T02:42:51.5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spMk id="9" creationId="{91730CB2-7981-9FC3-4CBC-47BE67C086EE}"/>
    </ac:deMkLst>
    <p188:txBody>
      <a:bodyPr/>
      <a:lstStyle/>
      <a:p>
        <a:r>
          <a:rPr lang="en-US"/>
          <a:t>Falta fonte.</a:t>
        </a:r>
      </a:p>
    </p188:txBody>
  </p188:cm>
  <p188:cm id="{F3DD1F7A-1566-4AB5-B4F6-5013632E22AE}" authorId="{EFC238BC-DCC0-1CED-0E3A-2ECD1C56CAA3}" created="2026-10-01T02:43:19.5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graphicFrameMk id="11" creationId="{BB81127B-FBC2-ED23-A20A-39CAF56CE758}"/>
    </ac:deMkLst>
    <p188:txBody>
      <a:bodyPr/>
      <a:lstStyle/>
      <a:p>
        <a:r>
          <a:rPr lang="en-US"/>
          <a:t>Vamos diminuir os eixos desse gráfico. Não tem por que mostrar o outlier da pandemia assim. O dado da ponta fica blurry assim.</a:t>
        </a:r>
      </a:p>
    </p188:txBody>
  </p188:cm>
  <p188:cm id="{CDF8CCDE-A896-4EDC-BFFB-CB7EBC0AF851}" authorId="{EFC238BC-DCC0-1CED-0E3A-2ECD1C56CAA3}" created="2026-10-01T02:43:41.2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spMk id="8" creationId="{30D5FB39-8A4E-FA28-B7F8-79543A35A880}"/>
    </ac:deMkLst>
    <p188:txBody>
      <a:bodyPr/>
      <a:lstStyle/>
      <a:p>
        <a:r>
          <a:rPr lang="en-US"/>
          <a:t>'composition' pode ser com C minúsculo aqui. </a:t>
        </a:r>
      </a:p>
    </p188:txBody>
  </p188:cm>
  <p188:cm id="{70517D55-A46D-4601-8B01-537D7FE75234}" authorId="{EFC238BC-DCC0-1CED-0E3A-2ECD1C56CAA3}" created="2026-10-01T02:43:52.8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graphicFrameMk id="19" creationId="{FF7B199E-D1F0-40C2-A173-7D8352FCDC70}"/>
    </ac:deMkLst>
    <p188:txBody>
      <a:bodyPr/>
      <a:lstStyle/>
      <a:p>
        <a:r>
          <a:rPr lang="en-US"/>
          <a:t>'Government' escrito errado</a:t>
        </a:r>
      </a:p>
    </p188:txBody>
  </p188:cm>
  <p188:cm id="{C0ABC26C-A79B-4416-80E9-E89B09CE2D84}" authorId="{EFC238BC-DCC0-1CED-0E3A-2ECD1C56CAA3}" created="2026-10-01T02:44:23.4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graphicFrameMk id="19" creationId="{FF7B199E-D1F0-40C2-A173-7D8352FCDC70}"/>
    </ac:deMkLst>
    <p188:replyLst>
      <p188:reply id="{584970DF-F329-44B9-A325-00E11080A495}" authorId="{EFC238BC-DCC0-1CED-0E3A-2ECD1C56CAA3}" created="2026-10-01T02:44:32.848">
        <p188:txBody>
          <a:bodyPr/>
          <a:lstStyle/>
          <a:p>
            <a:r>
              <a:rPr lang="en-US"/>
              <a:t>Ou colocar (-) Net imports</a:t>
            </a:r>
          </a:p>
        </p188:txBody>
      </p188:reply>
    </p188:replyLst>
    <p188:txBody>
      <a:bodyPr/>
      <a:lstStyle/>
      <a:p>
        <a:r>
          <a:rPr lang="en-US"/>
          <a:t>Net exports não aparece. Por que? Tem algum erro. Net exports é negativo? Se for, a gente vai ter que mudar o formato desse gráfico pra mostrar que são importadores líquidos</a:t>
        </a:r>
      </a:p>
    </p188:txBody>
  </p188:cm>
  <p188:cm id="{897C5F5E-16E7-4810-AB60-921374325473}" authorId="{EFC238BC-DCC0-1CED-0E3A-2ECD1C56CAA3}" created="2026-10-01T02:44:48.0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spMk id="7" creationId="{7ED001AA-60B7-BD88-7866-0C3D1F6DD308}"/>
    </ac:deMkLst>
    <p188:txBody>
      <a:bodyPr/>
      <a:lstStyle/>
      <a:p>
        <a:r>
          <a:rPr lang="en-US"/>
          <a:t>'component' escrito em português</a:t>
        </a:r>
      </a:p>
    </p188:txBody>
  </p188:cm>
  <p188:cm id="{AD604C33-1B8B-4837-A7EB-B7FDFA3E8D80}" authorId="{EFC238BC-DCC0-1CED-0E3A-2ECD1C56CAA3}" created="2026-10-01T02:45:00.6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spMk id="5" creationId="{03B855DD-A5CF-5B5A-3FB0-12C25272F0E3}"/>
    </ac:deMkLst>
    <p188:txBody>
      <a:bodyPr/>
      <a:lstStyle/>
      <a:p>
        <a:r>
          <a:rPr lang="en-US"/>
          <a:t>Falta o callout</a:t>
        </a:r>
      </a:p>
    </p188:txBody>
  </p188:cm>
  <p188:cm id="{1F9A65B8-2E8A-4020-97BE-8B76E9B07932}" authorId="{EFC238BC-DCC0-1CED-0E3A-2ECD1C56CAA3}" created="2026-10-01T02:45:44.5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32627820" sldId="320"/>
      <ac:graphicFrameMk id="11" creationId="{BB81127B-FBC2-ED23-A20A-39CAF56CE758}"/>
    </ac:deMkLst>
    <p188:txBody>
      <a:bodyPr/>
      <a:lstStyle/>
      <a:p>
        <a:r>
          <a:rPr lang="en-US"/>
          <a:t>Domestic demand tem uma unidade de medida diferente do resto? Se for, esse gráfico não pode empilhar tudo</a:t>
        </a:r>
      </a:p>
    </p188:txBody>
  </p188:cm>
</p188:cmLst>
</file>

<file path=ppt/comments/modernComment_153_C4C91A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BB81EE-B63D-42AA-B4C0-FABFCEE0C9AE}" authorId="{EFC238BC-DCC0-1CED-0E3A-2ECD1C56CAA3}" status="resolved" created="2026-10-01T02:52:52.79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01513938" sldId="339"/>
      <ac:spMk id="29" creationId="{AC627FC3-8A7E-F3BB-2780-575C0D0CA96C}"/>
    </ac:deMkLst>
    <p188:txBody>
      <a:bodyPr/>
      <a:lstStyle/>
      <a:p>
        <a:r>
          <a:rPr lang="en-US"/>
          <a:t>Cor diferente do resto. Mudar pro bordô main color aqui.</a:t>
        </a:r>
      </a:p>
    </p188:txBody>
  </p188:cm>
  <p188:cm id="{FE13F04B-FEBE-4239-88F5-96E53AFF0EDE}" authorId="{EFC238BC-DCC0-1CED-0E3A-2ECD1C56CAA3}" status="resolved" created="2026-10-01T02:53:10.67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01513938" sldId="339"/>
      <ac:spMk id="24" creationId="{38F19655-380B-178B-4A94-089AF8013E8B}"/>
    </ac:deMkLst>
    <p188:txBody>
      <a:bodyPr/>
      <a:lstStyle/>
      <a:p>
        <a:r>
          <a:rPr lang="en-US"/>
          <a:t>Padronizar o tamanho dessas caixas de texto aqui. Falta alinhamento</a:t>
        </a:r>
      </a:p>
    </p188:txBody>
  </p188:cm>
  <p188:cm id="{D7368995-73F4-4429-A652-E900077C379D}" authorId="{EFC238BC-DCC0-1CED-0E3A-2ECD1C56CAA3}" status="resolved" created="2026-10-01T02:53:23.93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01513938" sldId="339"/>
      <ac:spMk id="5" creationId="{5FF95B39-394E-B7B8-9CD8-0B2BD17FBE14}"/>
    </ac:deMkLst>
    <p188:replyLst>
      <p188:reply id="{45264E73-879F-4E01-A7C9-7C28E232D8F0}" authorId="{EFC238BC-DCC0-1CED-0E3A-2ECD1C56CAA3}" created="2026-10-01T02:53:34.529">
        <p188:txBody>
          <a:bodyPr/>
          <a:lstStyle/>
          <a:p>
            <a:r>
              <a:rPr lang="en-US"/>
              <a:t>Escrever 'vs.' ao invés de 'x' também</a:t>
            </a:r>
          </a:p>
        </p188:txBody>
      </p188:reply>
    </p188:replyLst>
    <p188:txBody>
      <a:bodyPr/>
      <a:lstStyle/>
      <a:p>
        <a:r>
          <a:rPr lang="en-US"/>
          <a:t>Texto em português.</a:t>
        </a:r>
      </a:p>
    </p188:txBody>
  </p188:cm>
</p188:cmLst>
</file>

<file path=ppt/comments/modernComment_157_E52B94D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DE5212-225D-4A4A-88CE-2EEE6DB1248F}" authorId="{EFC238BC-DCC0-1CED-0E3A-2ECD1C56CAA3}" created="2026-10-01T03:37:24.6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44838608" sldId="343"/>
      <ac:spMk id="6" creationId="{51C85480-6584-E183-44FB-891D0373161F}"/>
    </ac:deMkLst>
    <p188:txBody>
      <a:bodyPr/>
      <a:lstStyle/>
      <a:p>
        <a:r>
          <a:rPr lang="en-US"/>
          <a:t>Subtítulos desalinhados. Vamos alinhar tanto o texto principal quanto a explicação abaixo dele à esquerda.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12:37:03.596" authorId="{FEC916CD-E851-18DB-8CA9-049897A048BF}"/>
          </p223:rxn>
        </p223:reactions>
      </p:ext>
    </p188:extLst>
  </p188:cm>
  <p188:cm id="{42E209F1-98D2-4EFE-AF31-B882DAD8918E}" authorId="{EFC238BC-DCC0-1CED-0E3A-2ECD1C56CAA3}" created="2026-10-01T03:38:41.6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44838608" sldId="343"/>
      <ac:spMk id="136" creationId="{8BE8CAA9-87AE-3C24-B500-11FCFF34EA71}"/>
    </ac:deMkLst>
    <p188:txBody>
      <a:bodyPr/>
      <a:lstStyle/>
      <a:p>
        <a:r>
          <a:rPr lang="en-US"/>
          <a:t>Não precisa dessa seta aqui. Fica melhor dizer 'Cabinet members don't vote', não?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1T12:37:15.936" authorId="{FEC916CD-E851-18DB-8CA9-049897A048BF}"/>
          </p223:rxn>
        </p223:reactions>
      </p:ext>
    </p188:extLst>
  </p188:cm>
  <p188:cm id="{55C0DF4B-0DB1-443F-9E0F-E59AFD73674E}" authorId="{EFC238BC-DCC0-1CED-0E3A-2ECD1C56CAA3}" created="2026-10-01T03:39:17.967">
    <pc:sldMkLst xmlns:pc="http://schemas.microsoft.com/office/powerpoint/2013/main/command">
      <pc:docMk/>
      <pc:sldMk cId="3844838608" sldId="343"/>
    </pc:sldMkLst>
    <p188:txBody>
      <a:bodyPr/>
      <a:lstStyle/>
      <a:p>
        <a:r>
          <a:rPr lang="en-US"/>
          <a:t>Dá pra aumentar o tamanho da fonte pra pelo menos 12. Esse slide tá bem legal, mas dá pra distribuir melhor as informações dele aumentando o tamanho</a:t>
        </a:r>
      </a:p>
    </p188:txBody>
  </p188:cm>
</p188:cmLst>
</file>

<file path=ppt/comments/modernComment_158_BBD0BD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55B179-20D5-4E9E-B2C3-F535B70D0579}" authorId="{EFC238BC-DCC0-1CED-0E3A-2ECD1C56CAA3}" status="resolved" created="2026-10-01T02:52:16.928" complete="100000">
    <pc:sldMkLst xmlns:pc="http://schemas.microsoft.com/office/powerpoint/2013/main/command">
      <pc:docMk/>
      <pc:sldMk cId="3151019385" sldId="344"/>
    </pc:sldMkLst>
    <p188:txBody>
      <a:bodyPr/>
      <a:lstStyle/>
      <a:p>
        <a:r>
          <a:rPr lang="en-US"/>
          <a:t>Qual slide vai ficar? Repetido com o 16</a:t>
        </a:r>
      </a:p>
    </p188:txBody>
  </p188:cm>
  <p188:cm id="{534DAE9E-84DF-46FF-BB4E-6EB52BB493C5}" authorId="{EFC238BC-DCC0-1CED-0E3A-2ECD1C56CAA3}" status="resolved" created="2026-10-01T02:52:33.47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51019385" sldId="344"/>
      <ac:spMk id="9" creationId="{B3D19732-6B1D-4B28-C117-18E9701835C4}"/>
    </ac:deMkLst>
    <p188:txBody>
      <a:bodyPr/>
      <a:lstStyle/>
      <a:p>
        <a:r>
          <a:rPr lang="en-US"/>
          <a:t>Usar vírgula pra separar fonte, ao invés de ponto e vírgula</a:t>
        </a:r>
      </a:p>
    </p188:txBody>
  </p188:cm>
</p188:cmLst>
</file>

<file path=ppt/comments/modernComment_159_8FC642D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0526D7-D59B-46F6-9ACB-3A55EFDE3871}" authorId="{EFC238BC-DCC0-1CED-0E3A-2ECD1C56CAA3}" created="2026-10-01T03:41:10.2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12135133" sldId="345"/>
      <ac:spMk id="3" creationId="{581D7037-9ADF-3475-9B29-93FEFF86212B}"/>
    </ac:deMkLst>
    <p188:txBody>
      <a:bodyPr/>
      <a:lstStyle/>
      <a:p>
        <a:r>
          <a:rPr lang="en-US"/>
          <a:t>Vamos mudar essa tabela aqui. Não faço ideia do por que o NT de Macro sempre faz essa tabela feia</a:t>
        </a:r>
      </a:p>
    </p188:txBody>
  </p188:cm>
  <p188:cm id="{814A4BCA-8101-446E-9443-3AE1BA8C8061}" authorId="{EFC238BC-DCC0-1CED-0E3A-2ECD1C56CAA3}" status="resolved" created="2026-10-01T03:41:32.97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12135133" sldId="345"/>
      <ac:spMk id="5" creationId="{CEF01372-919D-CFFE-34AF-578C9407DAC7}"/>
    </ac:deMkLst>
    <p188:txBody>
      <a:bodyPr/>
      <a:lstStyle/>
      <a:p>
        <a:r>
          <a:rPr lang="en-US"/>
          <a:t>Sem letra maiúscula desnecessária. 'December of 2025 started the hawkish cycle'</a:t>
        </a:r>
      </a:p>
    </p188:txBody>
  </p188:cm>
  <p188:cm id="{C20FF73A-CFD5-440C-A8C0-E742E8CB3F7F}" authorId="{EFC238BC-DCC0-1CED-0E3A-2ECD1C56CAA3}" status="resolved" created="2026-10-01T03:42:52.07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12135133" sldId="345"/>
      <ac:graphicFrameMk id="23" creationId="{D8E9A0B2-AEAA-0D95-8325-7D10D8383C02}"/>
    </ac:deMkLst>
    <p188:txBody>
      <a:bodyPr/>
      <a:lstStyle/>
      <a:p>
        <a:r>
          <a:rPr lang="en-US"/>
          <a:t>Ajustar a fonte para Montserrat. Trocar a unidade do eixo horizontal para data americana ('Nov-25')</a:t>
        </a:r>
      </a:p>
    </p188:txBody>
  </p188:cm>
</p188:cmLst>
</file>

<file path=ppt/comments/modernComment_162_5FFCC2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BF5035-69D8-4707-B9AB-B3972D018E2E}" authorId="{EFC238BC-DCC0-1CED-0E3A-2ECD1C56CAA3}" status="resolved" created="2026-10-01T03:43:37.12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10400437" sldId="354"/>
      <ac:spMk id="55" creationId="{006564A2-EDE3-4304-C7ED-166670560B1A}"/>
    </ac:deMkLst>
    <p188:txBody>
      <a:bodyPr/>
      <a:lstStyle/>
      <a:p>
        <a:r>
          <a:rPr lang="en-US"/>
          <a:t>Aumentar o tamanho da fonte aqui. Dá pra deixar tamanho 12 e deixar tudo padronizado</a:t>
        </a:r>
      </a:p>
    </p188:txBody>
  </p188:cm>
  <p188:cm id="{3578A99C-6AE2-427D-913B-6B5023575F7D}" authorId="{EFC238BC-DCC0-1CED-0E3A-2ECD1C56CAA3}" status="resolved" created="2026-10-01T03:44:21.15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10400437" sldId="354"/>
      <ac:graphicFrameMk id="3" creationId="{EF43F453-61B8-E36C-F68B-F1BEEA1F5B5E}"/>
    </ac:deMkLst>
    <p188:txBody>
      <a:bodyPr/>
      <a:lstStyle/>
      <a:p>
        <a:r>
          <a:rPr lang="en-US"/>
          <a:t>Legenda em português. Mudar para inglês. Pode escrever o mês por extenso: October meeting e December meeting</a:t>
        </a:r>
      </a:p>
    </p188:txBody>
  </p188:cm>
  <p188:cm id="{6FEE3B8F-9CF9-4B5F-83E0-AA524EB9A1EC}" authorId="{EFC238BC-DCC0-1CED-0E3A-2ECD1C56CAA3}" status="resolved" created="2026-10-01T03:44:53.50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10400437" sldId="354"/>
      <ac:graphicFrameMk id="3" creationId="{EF43F453-61B8-E36C-F68B-F1BEEA1F5B5E}"/>
    </ac:deMkLst>
    <p188:txBody>
      <a:bodyPr/>
      <a:lstStyle/>
      <a:p>
        <a:r>
          <a:rPr lang="en-US"/>
          <a:t>Mudar o label para data americana para padronizar com o restante do deck</a:t>
        </a:r>
      </a:p>
    </p188:txBody>
  </p188:cm>
  <p188:cm id="{186AA6C8-E2EE-4D31-853F-11A65C149D37}" authorId="{EFC238BC-DCC0-1CED-0E3A-2ECD1C56CAA3}" status="resolved" created="2026-10-01T03:45:13.90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10400437" sldId="354"/>
      <ac:spMk id="6" creationId="{D5E96978-D1A0-B4F8-B4AA-383A8BCEB2EB}"/>
    </ac:deMkLst>
    <p188:txBody>
      <a:bodyPr/>
      <a:lstStyle/>
      <a:p>
        <a:r>
          <a:rPr lang="en-US"/>
          <a:t>'hyke' escrito errado: 'hikes' é o correto</a:t>
        </a:r>
      </a:p>
    </p188:txBody>
  </p188:cm>
  <p188:cm id="{47CA2D35-2A5A-47F9-8732-70C3E0B18CC0}" authorId="{EFC238BC-DCC0-1CED-0E3A-2ECD1C56CAA3}" status="resolved" created="2026-10-01T03:45:42.89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10400437" sldId="354"/>
      <ac:spMk id="8" creationId="{C22EF864-EF89-B094-B84E-A675B08FA9F2}"/>
    </ac:deMkLst>
    <p188:txBody>
      <a:bodyPr/>
      <a:lstStyle/>
      <a:p>
        <a:r>
          <a:rPr lang="en-US"/>
          <a:t>2+ fontes: usar 'Sources' ao invés de 'Source:'</a:t>
        </a:r>
      </a:p>
    </p188:txBody>
  </p188:cm>
  <p188:cm id="{1EE1CCFF-E55E-46E0-A59B-CDFB6D7257D7}" authorId="{EFC238BC-DCC0-1CED-0E3A-2ECD1C56CAA3}" status="resolved" created="2026-10-01T03:45:51.59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10400437" sldId="354"/>
      <ac:spMk id="31" creationId="{3F008B4F-87BC-4149-C2D3-A411E8725799}"/>
    </ac:deMkLst>
    <p188:txBody>
      <a:bodyPr/>
      <a:lstStyle/>
      <a:p>
        <a:r>
          <a:rPr lang="en-US"/>
          <a:t>Não precisa de ponto final aqui</a:t>
        </a:r>
      </a:p>
    </p188:txBody>
  </p188:cm>
</p188:cmLst>
</file>

<file path=ppt/comments/modernComment_180_1F5C5E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24FC48-A0DC-4AF9-BF48-206DBC1DA75C}" authorId="{EFC238BC-DCC0-1CED-0E3A-2ECD1C56CAA3}" status="resolved" created="2026-10-01T02:53:51.17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26147139" sldId="384"/>
      <ac:spMk id="9" creationId="{E696E518-8B42-5258-5601-E5B15924EBED}"/>
    </ac:deMkLst>
    <p188:txBody>
      <a:bodyPr/>
      <a:lstStyle/>
      <a:p>
        <a:r>
          <a:rPr lang="en-US"/>
          <a:t>Se é mais de uma fonte, colocar 'Sources'</a:t>
        </a:r>
      </a:p>
    </p188:txBody>
  </p188:cm>
  <p188:cm id="{63CAD4BD-9F5F-4614-8F3F-CBB98E5E6E1F}" authorId="{EFC238BC-DCC0-1CED-0E3A-2ECD1C56CAA3}" status="resolved" created="2026-10-01T02:54:06.3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26147139" sldId="384"/>
      <ac:spMk id="7" creationId="{689430F6-7EFF-F1FD-066B-13C9D0D3111C}"/>
    </ac:deMkLst>
    <p188:txBody>
      <a:bodyPr/>
      <a:lstStyle/>
      <a:p>
        <a:r>
          <a:rPr lang="en-US"/>
          <a:t>Colocar 'vs.' ao invés de 'x'</a:t>
        </a:r>
      </a:p>
    </p188:txBody>
  </p188:cm>
  <p188:cm id="{E642013C-65EA-472A-91D5-83011BA4EB4A}" authorId="{EFC238BC-DCC0-1CED-0E3A-2ECD1C56CAA3}" status="resolved" created="2026-10-01T02:54:18.2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26147139" sldId="384"/>
      <ac:spMk id="8" creationId="{9F3A7382-846F-EA78-0175-98E1BFD8BA3E}"/>
    </ac:deMkLst>
    <p188:txBody>
      <a:bodyPr/>
      <a:lstStyle/>
      <a:p>
        <a:r>
          <a:rPr lang="en-US"/>
          <a:t>Colocar 'vs.' ao invés de 'x'</a:t>
        </a:r>
      </a:p>
    </p188:txBody>
  </p188:cm>
  <p188:cm id="{7FCA53A2-FBDE-46A3-9197-BC1A67AA8706}" authorId="{EFC238BC-DCC0-1CED-0E3A-2ECD1C56CAA3}" created="2026-10-01T02:54:58.8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26147139" sldId="384"/>
      <ac:spMk id="6" creationId="{550E219A-6C72-07CB-6FF3-FFFA3FA376E0}"/>
    </ac:deMkLst>
    <p188:txBody>
      <a:bodyPr/>
      <a:lstStyle/>
      <a:p>
        <a:r>
          <a:rPr lang="en-US"/>
          <a:t>Coloca data label pra mostrar esse dado na ponta e muda esse label. Citar o dado no callout não faz sentido. Aqui é pra fazer uma análise introdutória quali do dado</a:t>
        </a:r>
      </a:p>
    </p188:txBody>
  </p188:cm>
  <p188:cm id="{C285E438-944C-4697-AC01-4A637F0AA718}" authorId="{EFC238BC-DCC0-1CED-0E3A-2ECD1C56CAA3}" status="resolved" created="2026-10-01T02:55:18.91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26147139" sldId="384"/>
      <ac:graphicFrameMk id="3" creationId="{8C8E52FF-C1B7-762E-D374-63D57D51ED00}"/>
    </ac:deMkLst>
    <p188:txBody>
      <a:bodyPr/>
      <a:lstStyle/>
      <a:p>
        <a:r>
          <a:rPr lang="en-US"/>
          <a:t>Padronizar o label de data. Usar o label em inglês (Jul-20)</a:t>
        </a:r>
      </a:p>
    </p188:txBody>
  </p188:cm>
</p188:cmLst>
</file>

<file path=ppt/comments/modernComment_192_7B7BD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F40BB8-3E0E-4897-A6E8-C9814514E864}" authorId="{EFC238BC-DCC0-1CED-0E3A-2ECD1C56CAA3}" status="resolved" created="2026-10-01T03:27:18.49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31980127" sldId="308"/>
      <ac:spMk id="22" creationId="{E5388176-7723-AD31-5706-F22B0DC2110B}"/>
    </ac:deMkLst>
    <p188:txBody>
      <a:bodyPr/>
      <a:lstStyle/>
      <a:p>
        <a:r>
          <a:rPr lang="en-US"/>
          <a:t>Coloca o número maior e match a cor da legenda. Inclusive, falta a própria legenda aqui. Coloca o degradê de cores pra facilitar a identificação do leitor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5T03:25:26.472" authorId="{D9926F30-2829-1069-4C8D-95762BF4A26B}"/>
          </p223:rxn>
        </p223:reactions>
      </p:ext>
    </p188:extLst>
  </p188:cm>
  <p188:cm id="{7917B601-334A-46E1-A56B-8CDC710C2C25}" authorId="{EFC238BC-DCC0-1CED-0E3A-2ECD1C56CAA3}" status="resolved" created="2026-10-01T03:28:45.8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31980127" sldId="308"/>
      <ac:picMk id="11" creationId="{40664CAB-DE7E-E03C-C6DB-A14BE268A93C}"/>
    </ac:deMkLst>
    <p188:txBody>
      <a:bodyPr/>
      <a:lstStyle/>
      <a:p>
        <a:r>
          <a:rPr lang="en-US"/>
          <a:t>Essa imagem aqui fica muito out of pocket. Vale pensar em alguma outra coisa pra colocar aqui.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8:08:22.977" authorId="{D9926F30-2829-1069-4C8D-95762BF4A26B}"/>
          </p223:rxn>
        </p223:reactions>
      </p:ext>
    </p188:extLst>
  </p188:cm>
  <p188:cm id="{62FF6F4A-10A4-4928-9855-E8955090F803}" authorId="{EFC238BC-DCC0-1CED-0E3A-2ECD1C56CAA3}" status="resolved" created="2026-10-01T03:28:55.54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481989" sldId="402"/>
      <ac:spMk id="6" creationId="{5457FA2A-35ED-5E6D-B399-7D5608E94544}"/>
    </ac:deMkLst>
    <p188:txBody>
      <a:bodyPr/>
      <a:lstStyle/>
      <a:p>
        <a:r>
          <a:rPr lang="en-US"/>
          <a:t>Why? Explain it.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3T18:42:29.584" authorId="{D9926F30-2829-1069-4C8D-95762BF4A26B}"/>
          </p223:rxn>
        </p223:reactions>
      </p:ext>
    </p188:extLst>
  </p188:cm>
  <p188:cm id="{6FA50558-CA83-48FE-A893-D46FDEE7A45C}" authorId="{EFC238BC-DCC0-1CED-0E3A-2ECD1C56CAA3}" status="resolved" created="2026-10-01T03:29:22.5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481989" sldId="402"/>
      <ac:graphicFrameMk id="21" creationId="{9ABDA801-CD81-5D23-54F1-B09FC84A2F4A}"/>
    </ac:deMkLst>
    <p188:txBody>
      <a:bodyPr/>
      <a:lstStyle/>
      <a:p>
        <a:r>
          <a:rPr lang="en-US"/>
          <a:t>'Partenrs'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2:44:14.705" authorId="{D9926F30-2829-1069-4C8D-95762BF4A26B}"/>
          </p223:rxn>
        </p223:reactions>
      </p:ext>
    </p188:extLst>
  </p188:cm>
  <p188:cm id="{718BC577-F640-45B4-9E94-AAD5AF9179AD}" authorId="{EFC238BC-DCC0-1CED-0E3A-2ECD1C56CAA3}" status="resolved" created="2026-10-01T03:29:48.2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481989" sldId="402"/>
      <ac:spMk id="8" creationId="{41632310-7287-E2FF-8F53-2CBE71D29CBA}"/>
    </ac:deMkLst>
    <p188:txBody>
      <a:bodyPr/>
      <a:lstStyle/>
      <a:p>
        <a:r>
          <a:rPr lang="en-US"/>
          <a:t>Remover as letras maiúsculas. 'Japan exports and imports and trade terms breakdown (%)'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2:44:13.903" authorId="{D9926F30-2829-1069-4C8D-95762BF4A26B}"/>
          </p223:rxn>
        </p223:reactions>
      </p:ext>
    </p188:extLst>
  </p188:cm>
  <p188:cm id="{5F64C0F8-8948-4425-9D02-F57085CF56E9}" authorId="{EFC238BC-DCC0-1CED-0E3A-2ECD1C56CAA3}" status="resolved" created="2026-10-01T03:30:01.5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481989" sldId="402"/>
      <ac:graphicFrameMk id="50" creationId="{672FA950-18FF-1E14-1DC3-0A94487813FC}"/>
    </ac:deMkLst>
    <p188:txBody>
      <a:bodyPr/>
      <a:lstStyle/>
      <a:p>
        <a:r>
          <a:rPr lang="en-US"/>
          <a:t>Aumentar o tamanho da fonte pra 9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3:46.895" authorId="{D9926F30-2829-1069-4C8D-95762BF4A26B}"/>
          </p223:rxn>
        </p223:reactions>
      </p:ext>
    </p188:extLst>
  </p188:cm>
  <p188:cm id="{9A874EF1-C97A-417B-B2E2-42E2EDF6499B}" authorId="{EFC238BC-DCC0-1CED-0E3A-2ECD1C56CAA3}" status="resolved" created="2026-10-01T03:30:19.2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31980127" sldId="308"/>
      <ac:spMk id="34" creationId="{4DC02459-C3E1-0410-08AA-990FC81BE658}"/>
    </ac:deMkLst>
    <p188:txBody>
      <a:bodyPr/>
      <a:lstStyle/>
      <a:p>
        <a:r>
          <a:rPr lang="en-US"/>
          <a:t>Pra padronizar a estética do slide, troca essa caixa cinza por uma caixa arredondada bege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01:40:03.364" authorId="{D9926F30-2829-1069-4C8D-95762BF4A26B}"/>
          </p223:rxn>
        </p223:reactions>
      </p:ext>
    </p188:extLst>
  </p188:cm>
  <p188:cm id="{534380B0-58F4-43AA-BB19-C25EC1898909}" authorId="{EFC238BC-DCC0-1CED-0E3A-2ECD1C56CAA3}" status="resolved" created="2026-10-01T03:30:47.13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481989" sldId="402"/>
      <ac:graphicFrameMk id="12" creationId="{EE3068B2-2648-CE57-F3BA-DCC5E366639B}"/>
    </ac:deMkLst>
    <p188:txBody>
      <a:bodyPr/>
      <a:lstStyle/>
      <a:p>
        <a:r>
          <a:rPr lang="en-US"/>
          <a:t>Dá pra tirar os zeros depois da vírgula no eixo vertical. Fica mais clean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3:50.856" authorId="{D9926F30-2829-1069-4C8D-95762BF4A26B}"/>
          </p223:rxn>
        </p223:reactions>
      </p:ext>
    </p188:extLst>
  </p188:cm>
  <p188:cm id="{0E856FE3-AF65-4C0A-9802-8D450D55B3B1}" authorId="{EFC238BC-DCC0-1CED-0E3A-2ECD1C56CAA3}" status="resolved" created="2026-10-01T03:31:04.0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31980127" sldId="308"/>
      <ac:spMk id="20" creationId="{BE6EE85C-ED85-53BF-B9FF-88AFB9487963}"/>
    </ac:deMkLst>
    <p188:txBody>
      <a:bodyPr/>
      <a:lstStyle/>
      <a:p>
        <a:r>
          <a:rPr lang="en-US"/>
          <a:t>Alinha esse texto pro lado que a imagem tá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3:55.554" authorId="{D9926F30-2829-1069-4C8D-95762BF4A26B}"/>
          </p223:rxn>
        </p223:reactions>
      </p:ext>
    </p188:extLst>
  </p188:cm>
  <p188:cm id="{A416CF9A-5474-455E-8B41-A9E10E2D0D04}" authorId="{EFC238BC-DCC0-1CED-0E3A-2ECD1C56CAA3}" status="resolved" created="2026-10-01T03:31:37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31980127" sldId="308"/>
      <ac:spMk id="19" creationId="{78E59892-BCC1-9E8F-6070-3F014018B04C}"/>
    </ac:deMkLst>
    <p188:txBody>
      <a:bodyPr/>
      <a:lstStyle/>
      <a:p>
        <a:r>
          <a:rPr lang="en-US"/>
          <a:t>Vale trocar essas caixas de fundo aqui pra padronizar com o resto.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2T19:04:00.703" authorId="{D9926F30-2829-1069-4C8D-95762BF4A26B}"/>
          </p223:rxn>
        </p223:reactions>
      </p:ext>
    </p188:extLst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0.55558</cdr:x>
      <cdr:y>0.31853</cdr:y>
    </cdr:from>
    <cdr:to>
      <cdr:x>0.63763</cdr:x>
      <cdr:y>0.5355</cdr:y>
    </cdr:to>
    <cdr:cxnSp macro="">
      <cdr:nvCxnSpPr>
        <cdr:cNvPr id="3" name="Conector reto 2">
          <a:extLst xmlns:a="http://schemas.openxmlformats.org/drawingml/2006/main">
            <a:ext uri="{FF2B5EF4-FFF2-40B4-BE49-F238E27FC236}">
              <a16:creationId xmlns:a16="http://schemas.microsoft.com/office/drawing/2014/main" id="{67A57422-D492-4A06-1907-2E5320CE969D}"/>
            </a:ext>
          </a:extLst>
        </cdr:cNvPr>
        <cdr:cNvCxnSpPr/>
      </cdr:nvCxnSpPr>
      <cdr:spPr>
        <a:xfrm xmlns:a="http://schemas.openxmlformats.org/drawingml/2006/main">
          <a:off x="3059230" y="1477920"/>
          <a:ext cx="451799" cy="1006696"/>
        </a:xfrm>
        <a:prstGeom xmlns:a="http://schemas.openxmlformats.org/drawingml/2006/main" prst="line">
          <a:avLst/>
        </a:prstGeom>
        <a:ln xmlns:a="http://schemas.openxmlformats.org/drawingml/2006/main" w="28575">
          <a:prstDash val="dash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0.57247</cdr:x>
      <cdr:y>0.5</cdr:y>
    </cdr:from>
    <cdr:to>
      <cdr:x>0.65452</cdr:x>
      <cdr:y>0.71697</cdr:y>
    </cdr:to>
    <cdr:cxnSp macro="">
      <cdr:nvCxnSpPr>
        <cdr:cNvPr id="3" name="Conector reto 2">
          <a:extLst xmlns:a="http://schemas.openxmlformats.org/drawingml/2006/main">
            <a:ext uri="{FF2B5EF4-FFF2-40B4-BE49-F238E27FC236}">
              <a16:creationId xmlns:a16="http://schemas.microsoft.com/office/drawing/2014/main" id="{67A57422-D492-4A06-1907-2E5320CE969D}"/>
            </a:ext>
          </a:extLst>
        </cdr:cNvPr>
        <cdr:cNvCxnSpPr/>
      </cdr:nvCxnSpPr>
      <cdr:spPr>
        <a:xfrm xmlns:a="http://schemas.openxmlformats.org/drawingml/2006/main">
          <a:off x="3152229" y="2240647"/>
          <a:ext cx="451816" cy="972314"/>
        </a:xfrm>
        <a:prstGeom xmlns:a="http://schemas.openxmlformats.org/drawingml/2006/main" prst="line">
          <a:avLst/>
        </a:prstGeom>
        <a:ln xmlns:a="http://schemas.openxmlformats.org/drawingml/2006/main" w="28575">
          <a:prstDash val="dash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0.57247</cdr:x>
      <cdr:y>0.5</cdr:y>
    </cdr:from>
    <cdr:to>
      <cdr:x>0.65452</cdr:x>
      <cdr:y>0.71697</cdr:y>
    </cdr:to>
    <cdr:cxnSp macro="">
      <cdr:nvCxnSpPr>
        <cdr:cNvPr id="3" name="Conector reto 2">
          <a:extLst xmlns:a="http://schemas.openxmlformats.org/drawingml/2006/main">
            <a:ext uri="{FF2B5EF4-FFF2-40B4-BE49-F238E27FC236}">
              <a16:creationId xmlns:a16="http://schemas.microsoft.com/office/drawing/2014/main" id="{67A57422-D492-4A06-1907-2E5320CE969D}"/>
            </a:ext>
          </a:extLst>
        </cdr:cNvPr>
        <cdr:cNvCxnSpPr/>
      </cdr:nvCxnSpPr>
      <cdr:spPr>
        <a:xfrm xmlns:a="http://schemas.openxmlformats.org/drawingml/2006/main">
          <a:off x="3152229" y="2240647"/>
          <a:ext cx="451816" cy="972314"/>
        </a:xfrm>
        <a:prstGeom xmlns:a="http://schemas.openxmlformats.org/drawingml/2006/main" prst="line">
          <a:avLst/>
        </a:prstGeom>
        <a:ln xmlns:a="http://schemas.openxmlformats.org/drawingml/2006/main" w="28575">
          <a:prstDash val="dash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075DB-9123-4F4E-AA86-63D9FB3D7D8C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9CB91-A778-4716-9BE7-6978F6C40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7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CB91-A778-4716-9BE7-6978F6C407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0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CB91-A778-4716-9BE7-6978F6C407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42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CB91-A778-4716-9BE7-6978F6C407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00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CB91-A778-4716-9BE7-6978F6C407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9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F4E7-88A6-0767-3A92-FC87759E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309BB-480D-8568-5107-A9413986C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01631-C152-160B-B24F-037826D5D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42CDD-8A87-72A8-7C52-C893640B2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CB91-A778-4716-9BE7-6978F6C4077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81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6F98-BB93-235F-1031-3584D86B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EF1C2-919D-7D63-1C6A-D48CC1403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096D8-B01E-4110-F0E3-CA0C2C2C8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26124-6C15-862C-09E6-96830CADC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CB91-A778-4716-9BE7-6978F6C4077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73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9CB91-A778-4716-9BE7-6978F6C4077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0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A5</a:t>
            </a:r>
          </a:p>
          <a:p>
            <a:endParaRPr/>
          </a:p>
          <a:p>
            <a:r>
              <a:t>Regional hiring conditions remain uneven</a:t>
            </a:r>
          </a:p>
          <a:p>
            <a:r>
              <a:t>Active openings per applicant in July 2019 and July 2026, ranked by the latest reading</a:t>
            </a:r>
          </a:p>
          <a:p>
            <a:endParaRPr/>
          </a:p>
          <a:p>
            <a:r>
              <a:t>A5A</a:t>
            </a:r>
          </a:p>
          <a:p>
            <a:r>
              <a:t>V3 workbook tab: A5A_Vagas_regioes</a:t>
            </a:r>
          </a:p>
          <a:p>
            <a:r>
              <a:t>Range: A11:C58</a:t>
            </a:r>
          </a:p>
          <a:p>
            <a:r>
              <a:t>Chart title: Active job openings per applicant by prefecture (SA)</a:t>
            </a:r>
          </a:p>
          <a:p>
            <a:r>
              <a:t>Callout: National cooling masks persistent differences across local labor markets</a:t>
            </a:r>
          </a:p>
          <a:p>
            <a:r>
              <a:t>Source: MHLW Employment Referrals for General Workers</a:t>
            </a:r>
          </a:p>
          <a:p>
            <a:r>
              <a:t>Definitions and interpretation: Seasonally adjusted active openings per applicant. July 2019 and July 2026. National total excluded. Same geographic definition in both years. All 47 prefectures, ranked by July 2026, with a common axis across the three panels.</a:t>
            </a:r>
          </a:p>
          <a:p>
            <a:r>
              <a:t>Vintage: Local package dated 16 September 2026, not fully refreshed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9BB19FB-2183-D047-7C0C-C0739D3387E5}"/>
              </a:ext>
            </a:extLst>
          </p:cNvPr>
          <p:cNvGrpSpPr/>
          <p:nvPr userDrawn="1"/>
        </p:nvGrpSpPr>
        <p:grpSpPr>
          <a:xfrm>
            <a:off x="6151672" y="749509"/>
            <a:ext cx="6040328" cy="5906947"/>
            <a:chOff x="0" y="0"/>
            <a:chExt cx="812800" cy="8128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AED1CD3-818A-3652-1754-2F13B7736B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2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9396B5-1039-EACB-6840-B40425B0D5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5">
            <a:extLst>
              <a:ext uri="{FF2B5EF4-FFF2-40B4-BE49-F238E27FC236}">
                <a16:creationId xmlns:a16="http://schemas.microsoft.com/office/drawing/2014/main" id="{609FC71B-415C-45AD-2CF4-48013BE6A08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6146874" y="277792"/>
            <a:ext cx="6113328" cy="6625928"/>
          </a:xfrm>
          <a:custGeom>
            <a:avLst/>
            <a:gdLst/>
            <a:ahLst/>
            <a:cxnLst/>
            <a:rect l="l" t="t" r="r" b="b"/>
            <a:pathLst>
              <a:path w="9122248" h="10000758">
                <a:moveTo>
                  <a:pt x="0" y="0"/>
                </a:moveTo>
                <a:lnTo>
                  <a:pt x="9122248" y="0"/>
                </a:lnTo>
                <a:lnTo>
                  <a:pt x="9122248" y="10000759"/>
                </a:lnTo>
                <a:lnTo>
                  <a:pt x="0" y="1000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7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A2E0DBB-3200-9B64-0AE4-AD232BF15294}"/>
              </a:ext>
            </a:extLst>
          </p:cNvPr>
          <p:cNvSpPr/>
          <p:nvPr userDrawn="1"/>
        </p:nvSpPr>
        <p:spPr>
          <a:xfrm flipH="1">
            <a:off x="4432032" y="487318"/>
            <a:ext cx="2547143" cy="939259"/>
          </a:xfrm>
          <a:custGeom>
            <a:avLst/>
            <a:gdLst/>
            <a:ahLst/>
            <a:cxnLst/>
            <a:rect l="l" t="t" r="r" b="b"/>
            <a:pathLst>
              <a:path w="2547143" h="939259">
                <a:moveTo>
                  <a:pt x="0" y="0"/>
                </a:moveTo>
                <a:lnTo>
                  <a:pt x="2547143" y="0"/>
                </a:lnTo>
                <a:lnTo>
                  <a:pt x="2547143" y="939259"/>
                </a:lnTo>
                <a:lnTo>
                  <a:pt x="0" y="9392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2D1E1-C6AE-A939-A668-8F98286FEFF4}"/>
              </a:ext>
            </a:extLst>
          </p:cNvPr>
          <p:cNvSpPr txBox="1"/>
          <p:nvPr userDrawn="1"/>
        </p:nvSpPr>
        <p:spPr>
          <a:xfrm>
            <a:off x="409924" y="1813024"/>
            <a:ext cx="479490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0" b="1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JAPAN</a:t>
            </a:r>
            <a:endParaRPr lang="en-US" sz="10000" b="1">
              <a:solidFill>
                <a:srgbClr val="992937"/>
              </a:solidFill>
              <a:latin typeface="Shippori Mincho" panose="00000500000000000000" pitchFamily="2" charset="-128"/>
              <a:ea typeface="Shippori Mincho" panose="00000500000000000000" pitchFamily="2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92E922-38C0-3291-D09B-82E955B016FF}"/>
              </a:ext>
            </a:extLst>
          </p:cNvPr>
          <p:cNvSpPr txBox="1"/>
          <p:nvPr userDrawn="1"/>
        </p:nvSpPr>
        <p:spPr>
          <a:xfrm>
            <a:off x="409924" y="4015001"/>
            <a:ext cx="5304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João Henrique Nóbrega </a:t>
            </a:r>
            <a:r>
              <a:rPr lang="pt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| Catarina Rahmeier</a:t>
            </a:r>
            <a:r>
              <a:rPr lang="en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 </a:t>
            </a:r>
            <a:r>
              <a:rPr lang="pt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|</a:t>
            </a:r>
            <a:r>
              <a:rPr lang="en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 </a:t>
            </a:r>
            <a:r>
              <a:rPr lang="pt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Davi Mesquita |</a:t>
            </a:r>
            <a:r>
              <a:rPr lang="en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 </a:t>
            </a:r>
            <a:r>
              <a:rPr lang="pt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Eduardo Motta | Gustavo Schaeffer</a:t>
            </a:r>
            <a:endParaRPr lang="en-BR" sz="1600">
              <a:solidFill>
                <a:srgbClr val="992937"/>
              </a:solidFill>
              <a:latin typeface="Shippori Mincho" panose="00000500000000000000" pitchFamily="2" charset="-128"/>
              <a:ea typeface="Shippori Mincho" panose="00000500000000000000" pitchFamily="2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FFFDF-AF3D-1A63-C484-B779FF8C73E8}"/>
              </a:ext>
            </a:extLst>
          </p:cNvPr>
          <p:cNvSpPr txBox="1"/>
          <p:nvPr userDrawn="1"/>
        </p:nvSpPr>
        <p:spPr>
          <a:xfrm>
            <a:off x="370882" y="213278"/>
            <a:ext cx="5304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Macroeconomics Team </a:t>
            </a:r>
            <a:r>
              <a:rPr lang="pt-BR" sz="1600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| 2026.2</a:t>
            </a:r>
            <a:r>
              <a:rPr lang="pt-BR" sz="1600" b="1">
                <a:solidFill>
                  <a:srgbClr val="992937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rPr>
              <a:t> </a:t>
            </a:r>
            <a:endParaRPr lang="en-BR" sz="1600">
              <a:solidFill>
                <a:srgbClr val="992937"/>
              </a:solidFill>
              <a:latin typeface="Shippori Mincho" panose="00000500000000000000" pitchFamily="2" charset="-128"/>
              <a:ea typeface="Shippori Mincho" panose="00000500000000000000" pitchFamily="2" charset="-128"/>
            </a:endParaRPr>
          </a:p>
        </p:txBody>
      </p:sp>
      <p:pic>
        <p:nvPicPr>
          <p:cNvPr id="13" name="Picture 12" descr="VRB FIC FIA - VRB">
            <a:extLst>
              <a:ext uri="{FF2B5EF4-FFF2-40B4-BE49-F238E27FC236}">
                <a16:creationId xmlns:a16="http://schemas.microsoft.com/office/drawing/2014/main" id="{9E60465D-B721-EEDF-BF9C-73A4E1AEC09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6635" y="6203583"/>
            <a:ext cx="1308180" cy="654417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6F24D37-371E-1F14-432C-176C4ED70D11}"/>
              </a:ext>
            </a:extLst>
          </p:cNvPr>
          <p:cNvGrpSpPr/>
          <p:nvPr userDrawn="1"/>
        </p:nvGrpSpPr>
        <p:grpSpPr>
          <a:xfrm>
            <a:off x="1654892" y="6400800"/>
            <a:ext cx="1122407" cy="259821"/>
            <a:chOff x="1910352" y="6307426"/>
            <a:chExt cx="1554207" cy="33795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2D3115-602F-92FD-C24E-C375DFC75B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2805" y="6307426"/>
              <a:ext cx="1111754" cy="298275"/>
            </a:xfrm>
            <a:custGeom>
              <a:avLst/>
              <a:gdLst>
                <a:gd name="csX0" fmla="*/ 158066 w 1111754"/>
                <a:gd name="csY0" fmla="*/ 150130 h 298275"/>
                <a:gd name="csX1" fmla="*/ 83332 w 1111754"/>
                <a:gd name="csY1" fmla="*/ 228832 h 298275"/>
                <a:gd name="csX2" fmla="*/ 31084 w 1111754"/>
                <a:gd name="csY2" fmla="*/ 203039 h 298275"/>
                <a:gd name="csX3" fmla="*/ 31084 w 1111754"/>
                <a:gd name="csY3" fmla="*/ 298275 h 298275"/>
                <a:gd name="csX4" fmla="*/ 0 w 1111754"/>
                <a:gd name="csY4" fmla="*/ 298275 h 298275"/>
                <a:gd name="csX5" fmla="*/ 0 w 1111754"/>
                <a:gd name="csY5" fmla="*/ 74734 h 298275"/>
                <a:gd name="csX6" fmla="*/ 31084 w 1111754"/>
                <a:gd name="csY6" fmla="*/ 74734 h 298275"/>
                <a:gd name="csX7" fmla="*/ 31084 w 1111754"/>
                <a:gd name="csY7" fmla="*/ 97221 h 298275"/>
                <a:gd name="csX8" fmla="*/ 83332 w 1111754"/>
                <a:gd name="csY8" fmla="*/ 70766 h 298275"/>
                <a:gd name="csX9" fmla="*/ 158066 w 1111754"/>
                <a:gd name="csY9" fmla="*/ 149468 h 298275"/>
                <a:gd name="csX10" fmla="*/ 126321 w 1111754"/>
                <a:gd name="csY10" fmla="*/ 150130 h 298275"/>
                <a:gd name="csX11" fmla="*/ 80025 w 1111754"/>
                <a:gd name="csY11" fmla="*/ 100527 h 298275"/>
                <a:gd name="csX12" fmla="*/ 31745 w 1111754"/>
                <a:gd name="csY12" fmla="*/ 150130 h 298275"/>
                <a:gd name="csX13" fmla="*/ 80025 w 1111754"/>
                <a:gd name="csY13" fmla="*/ 199071 h 298275"/>
                <a:gd name="csX14" fmla="*/ 126321 w 1111754"/>
                <a:gd name="csY14" fmla="*/ 150130 h 298275"/>
                <a:gd name="csX15" fmla="*/ 305551 w 1111754"/>
                <a:gd name="csY15" fmla="*/ 74734 h 298275"/>
                <a:gd name="csX16" fmla="*/ 336635 w 1111754"/>
                <a:gd name="csY16" fmla="*/ 74734 h 298275"/>
                <a:gd name="csX17" fmla="*/ 336635 w 1111754"/>
                <a:gd name="csY17" fmla="*/ 224864 h 298275"/>
                <a:gd name="csX18" fmla="*/ 305551 w 1111754"/>
                <a:gd name="csY18" fmla="*/ 224864 h 298275"/>
                <a:gd name="csX19" fmla="*/ 305551 w 1111754"/>
                <a:gd name="csY19" fmla="*/ 199732 h 298275"/>
                <a:gd name="csX20" fmla="*/ 251980 w 1111754"/>
                <a:gd name="csY20" fmla="*/ 228832 h 298275"/>
                <a:gd name="csX21" fmla="*/ 179230 w 1111754"/>
                <a:gd name="csY21" fmla="*/ 150130 h 298275"/>
                <a:gd name="csX22" fmla="*/ 253303 w 1111754"/>
                <a:gd name="csY22" fmla="*/ 71427 h 298275"/>
                <a:gd name="csX23" fmla="*/ 305551 w 1111754"/>
                <a:gd name="csY23" fmla="*/ 97882 h 298275"/>
                <a:gd name="csX24" fmla="*/ 305551 w 1111754"/>
                <a:gd name="csY24" fmla="*/ 75396 h 298275"/>
                <a:gd name="csX25" fmla="*/ 304889 w 1111754"/>
                <a:gd name="csY25" fmla="*/ 149468 h 298275"/>
                <a:gd name="csX26" fmla="*/ 256610 w 1111754"/>
                <a:gd name="csY26" fmla="*/ 100527 h 298275"/>
                <a:gd name="csX27" fmla="*/ 210975 w 1111754"/>
                <a:gd name="csY27" fmla="*/ 149468 h 298275"/>
                <a:gd name="csX28" fmla="*/ 257271 w 1111754"/>
                <a:gd name="csY28" fmla="*/ 199071 h 298275"/>
                <a:gd name="csX29" fmla="*/ 304889 w 1111754"/>
                <a:gd name="csY29" fmla="*/ 149468 h 298275"/>
                <a:gd name="csX30" fmla="*/ 476844 w 1111754"/>
                <a:gd name="csY30" fmla="*/ 76057 h 298275"/>
                <a:gd name="csX31" fmla="*/ 471553 w 1111754"/>
                <a:gd name="csY31" fmla="*/ 105818 h 298275"/>
                <a:gd name="csX32" fmla="*/ 449067 w 1111754"/>
                <a:gd name="csY32" fmla="*/ 100527 h 298275"/>
                <a:gd name="csX33" fmla="*/ 408724 w 1111754"/>
                <a:gd name="csY33" fmla="*/ 169971 h 298275"/>
                <a:gd name="csX34" fmla="*/ 408724 w 1111754"/>
                <a:gd name="csY34" fmla="*/ 223541 h 298275"/>
                <a:gd name="csX35" fmla="*/ 376978 w 1111754"/>
                <a:gd name="csY35" fmla="*/ 223541 h 298275"/>
                <a:gd name="csX36" fmla="*/ 376978 w 1111754"/>
                <a:gd name="csY36" fmla="*/ 74734 h 298275"/>
                <a:gd name="csX37" fmla="*/ 408724 w 1111754"/>
                <a:gd name="csY37" fmla="*/ 74734 h 298275"/>
                <a:gd name="csX38" fmla="*/ 408724 w 1111754"/>
                <a:gd name="csY38" fmla="*/ 108464 h 298275"/>
                <a:gd name="csX39" fmla="*/ 451051 w 1111754"/>
                <a:gd name="csY39" fmla="*/ 70766 h 298275"/>
                <a:gd name="csX40" fmla="*/ 476844 w 1111754"/>
                <a:gd name="csY40" fmla="*/ 76718 h 298275"/>
                <a:gd name="csX41" fmla="*/ 482796 w 1111754"/>
                <a:gd name="csY41" fmla="*/ 149468 h 298275"/>
                <a:gd name="csX42" fmla="*/ 563483 w 1111754"/>
                <a:gd name="csY42" fmla="*/ 70766 h 298275"/>
                <a:gd name="csX43" fmla="*/ 621683 w 1111754"/>
                <a:gd name="csY43" fmla="*/ 96559 h 298275"/>
                <a:gd name="csX44" fmla="*/ 600520 w 1111754"/>
                <a:gd name="csY44" fmla="*/ 116400 h 298275"/>
                <a:gd name="csX45" fmla="*/ 563483 w 1111754"/>
                <a:gd name="csY45" fmla="*/ 100527 h 298275"/>
                <a:gd name="csX46" fmla="*/ 513219 w 1111754"/>
                <a:gd name="csY46" fmla="*/ 149468 h 298275"/>
                <a:gd name="csX47" fmla="*/ 563483 w 1111754"/>
                <a:gd name="csY47" fmla="*/ 199071 h 298275"/>
                <a:gd name="csX48" fmla="*/ 600520 w 1111754"/>
                <a:gd name="csY48" fmla="*/ 183198 h 298275"/>
                <a:gd name="csX49" fmla="*/ 621683 w 1111754"/>
                <a:gd name="csY49" fmla="*/ 203039 h 298275"/>
                <a:gd name="csX50" fmla="*/ 563483 w 1111754"/>
                <a:gd name="csY50" fmla="*/ 228832 h 298275"/>
                <a:gd name="csX51" fmla="*/ 482796 w 1111754"/>
                <a:gd name="csY51" fmla="*/ 150130 h 298275"/>
                <a:gd name="csX52" fmla="*/ 643508 w 1111754"/>
                <a:gd name="csY52" fmla="*/ 19841 h 298275"/>
                <a:gd name="csX53" fmla="*/ 664672 w 1111754"/>
                <a:gd name="csY53" fmla="*/ 0 h 298275"/>
                <a:gd name="csX54" fmla="*/ 685836 w 1111754"/>
                <a:gd name="csY54" fmla="*/ 19841 h 298275"/>
                <a:gd name="csX55" fmla="*/ 664672 w 1111754"/>
                <a:gd name="csY55" fmla="*/ 39682 h 298275"/>
                <a:gd name="csX56" fmla="*/ 643508 w 1111754"/>
                <a:gd name="csY56" fmla="*/ 19841 h 298275"/>
                <a:gd name="csX57" fmla="*/ 649461 w 1111754"/>
                <a:gd name="csY57" fmla="*/ 224864 h 298275"/>
                <a:gd name="csX58" fmla="*/ 649461 w 1111754"/>
                <a:gd name="csY58" fmla="*/ 74734 h 298275"/>
                <a:gd name="csX59" fmla="*/ 680545 w 1111754"/>
                <a:gd name="csY59" fmla="*/ 74734 h 298275"/>
                <a:gd name="csX60" fmla="*/ 680545 w 1111754"/>
                <a:gd name="csY60" fmla="*/ 224864 h 298275"/>
                <a:gd name="csX61" fmla="*/ 649461 w 1111754"/>
                <a:gd name="csY61" fmla="*/ 224864 h 298275"/>
                <a:gd name="csX62" fmla="*/ 797606 w 1111754"/>
                <a:gd name="csY62" fmla="*/ 74734 h 298275"/>
                <a:gd name="csX63" fmla="*/ 797606 w 1111754"/>
                <a:gd name="csY63" fmla="*/ 101189 h 298275"/>
                <a:gd name="csX64" fmla="*/ 765199 w 1111754"/>
                <a:gd name="csY64" fmla="*/ 101189 h 298275"/>
                <a:gd name="csX65" fmla="*/ 765199 w 1111754"/>
                <a:gd name="csY65" fmla="*/ 224864 h 298275"/>
                <a:gd name="csX66" fmla="*/ 734115 w 1111754"/>
                <a:gd name="csY66" fmla="*/ 224864 h 298275"/>
                <a:gd name="csX67" fmla="*/ 734115 w 1111754"/>
                <a:gd name="csY67" fmla="*/ 101189 h 298275"/>
                <a:gd name="csX68" fmla="*/ 706999 w 1111754"/>
                <a:gd name="csY68" fmla="*/ 101189 h 298275"/>
                <a:gd name="csX69" fmla="*/ 706999 w 1111754"/>
                <a:gd name="csY69" fmla="*/ 74734 h 298275"/>
                <a:gd name="csX70" fmla="*/ 734115 w 1111754"/>
                <a:gd name="csY70" fmla="*/ 74734 h 298275"/>
                <a:gd name="csX71" fmla="*/ 734115 w 1111754"/>
                <a:gd name="csY71" fmla="*/ 18518 h 298275"/>
                <a:gd name="csX72" fmla="*/ 765199 w 1111754"/>
                <a:gd name="csY72" fmla="*/ 18518 h 298275"/>
                <a:gd name="csX73" fmla="*/ 765199 w 1111754"/>
                <a:gd name="csY73" fmla="*/ 74734 h 298275"/>
                <a:gd name="csX74" fmla="*/ 797606 w 1111754"/>
                <a:gd name="csY74" fmla="*/ 74734 h 298275"/>
                <a:gd name="csX75" fmla="*/ 934509 w 1111754"/>
                <a:gd name="csY75" fmla="*/ 74734 h 298275"/>
                <a:gd name="csX76" fmla="*/ 965593 w 1111754"/>
                <a:gd name="csY76" fmla="*/ 74734 h 298275"/>
                <a:gd name="csX77" fmla="*/ 965593 w 1111754"/>
                <a:gd name="csY77" fmla="*/ 224864 h 298275"/>
                <a:gd name="csX78" fmla="*/ 934509 w 1111754"/>
                <a:gd name="csY78" fmla="*/ 224864 h 298275"/>
                <a:gd name="csX79" fmla="*/ 934509 w 1111754"/>
                <a:gd name="csY79" fmla="*/ 199732 h 298275"/>
                <a:gd name="csX80" fmla="*/ 880938 w 1111754"/>
                <a:gd name="csY80" fmla="*/ 228832 h 298275"/>
                <a:gd name="csX81" fmla="*/ 808188 w 1111754"/>
                <a:gd name="csY81" fmla="*/ 150130 h 298275"/>
                <a:gd name="csX82" fmla="*/ 882261 w 1111754"/>
                <a:gd name="csY82" fmla="*/ 71427 h 298275"/>
                <a:gd name="csX83" fmla="*/ 934509 w 1111754"/>
                <a:gd name="csY83" fmla="*/ 97882 h 298275"/>
                <a:gd name="csX84" fmla="*/ 934509 w 1111754"/>
                <a:gd name="csY84" fmla="*/ 75396 h 298275"/>
                <a:gd name="csX85" fmla="*/ 933848 w 1111754"/>
                <a:gd name="csY85" fmla="*/ 149468 h 298275"/>
                <a:gd name="csX86" fmla="*/ 885568 w 1111754"/>
                <a:gd name="csY86" fmla="*/ 100527 h 298275"/>
                <a:gd name="csX87" fmla="*/ 839934 w 1111754"/>
                <a:gd name="csY87" fmla="*/ 149468 h 298275"/>
                <a:gd name="csX88" fmla="*/ 886229 w 1111754"/>
                <a:gd name="csY88" fmla="*/ 199071 h 298275"/>
                <a:gd name="csX89" fmla="*/ 933848 w 1111754"/>
                <a:gd name="csY89" fmla="*/ 149468 h 298275"/>
                <a:gd name="csX90" fmla="*/ 996016 w 1111754"/>
                <a:gd name="csY90" fmla="*/ 179891 h 298275"/>
                <a:gd name="csX91" fmla="*/ 1025116 w 1111754"/>
                <a:gd name="csY91" fmla="*/ 179891 h 298275"/>
                <a:gd name="csX92" fmla="*/ 1052893 w 1111754"/>
                <a:gd name="csY92" fmla="*/ 202378 h 298275"/>
                <a:gd name="csX93" fmla="*/ 1080671 w 1111754"/>
                <a:gd name="csY93" fmla="*/ 182537 h 298275"/>
                <a:gd name="csX94" fmla="*/ 1061491 w 1111754"/>
                <a:gd name="csY94" fmla="*/ 164680 h 298275"/>
                <a:gd name="csX95" fmla="*/ 1041650 w 1111754"/>
                <a:gd name="csY95" fmla="*/ 160050 h 298275"/>
                <a:gd name="csX96" fmla="*/ 1000645 w 1111754"/>
                <a:gd name="csY96" fmla="*/ 116400 h 298275"/>
                <a:gd name="csX97" fmla="*/ 1054216 w 1111754"/>
                <a:gd name="csY97" fmla="*/ 71427 h 298275"/>
                <a:gd name="csX98" fmla="*/ 1107787 w 1111754"/>
                <a:gd name="csY98" fmla="*/ 116400 h 298275"/>
                <a:gd name="csX99" fmla="*/ 1077364 w 1111754"/>
                <a:gd name="csY99" fmla="*/ 116400 h 298275"/>
                <a:gd name="csX100" fmla="*/ 1054877 w 1111754"/>
                <a:gd name="csY100" fmla="*/ 97882 h 298275"/>
                <a:gd name="csX101" fmla="*/ 1032391 w 1111754"/>
                <a:gd name="csY101" fmla="*/ 117062 h 298275"/>
                <a:gd name="csX102" fmla="*/ 1050248 w 1111754"/>
                <a:gd name="csY102" fmla="*/ 133596 h 298275"/>
                <a:gd name="csX103" fmla="*/ 1072734 w 1111754"/>
                <a:gd name="csY103" fmla="*/ 138887 h 298275"/>
                <a:gd name="csX104" fmla="*/ 1111755 w 1111754"/>
                <a:gd name="csY104" fmla="*/ 182537 h 298275"/>
                <a:gd name="csX105" fmla="*/ 1052893 w 1111754"/>
                <a:gd name="csY105" fmla="*/ 228171 h 298275"/>
                <a:gd name="csX106" fmla="*/ 996016 w 1111754"/>
                <a:gd name="csY106" fmla="*/ 179230 h 298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</a:cxnLst>
              <a:rect l="l" t="t" r="r" b="b"/>
              <a:pathLst>
                <a:path w="1111754" h="298275">
                  <a:moveTo>
                    <a:pt x="158066" y="150130"/>
                  </a:moveTo>
                  <a:cubicBezTo>
                    <a:pt x="158066" y="198409"/>
                    <a:pt x="124337" y="228832"/>
                    <a:pt x="83332" y="228832"/>
                  </a:cubicBezTo>
                  <a:cubicBezTo>
                    <a:pt x="42327" y="228832"/>
                    <a:pt x="41005" y="219573"/>
                    <a:pt x="31084" y="203039"/>
                  </a:cubicBezTo>
                  <a:lnTo>
                    <a:pt x="31084" y="298275"/>
                  </a:lnTo>
                  <a:lnTo>
                    <a:pt x="0" y="298275"/>
                  </a:lnTo>
                  <a:lnTo>
                    <a:pt x="0" y="74734"/>
                  </a:lnTo>
                  <a:lnTo>
                    <a:pt x="31084" y="74734"/>
                  </a:lnTo>
                  <a:lnTo>
                    <a:pt x="31084" y="97221"/>
                  </a:lnTo>
                  <a:cubicBezTo>
                    <a:pt x="41005" y="80025"/>
                    <a:pt x="62830" y="70766"/>
                    <a:pt x="83332" y="70766"/>
                  </a:cubicBezTo>
                  <a:cubicBezTo>
                    <a:pt x="123675" y="70766"/>
                    <a:pt x="158066" y="101850"/>
                    <a:pt x="158066" y="149468"/>
                  </a:cubicBezTo>
                  <a:close/>
                  <a:moveTo>
                    <a:pt x="126321" y="150130"/>
                  </a:moveTo>
                  <a:cubicBezTo>
                    <a:pt x="126321" y="121691"/>
                    <a:pt x="105818" y="100527"/>
                    <a:pt x="80025" y="100527"/>
                  </a:cubicBezTo>
                  <a:cubicBezTo>
                    <a:pt x="54232" y="100527"/>
                    <a:pt x="31745" y="120368"/>
                    <a:pt x="31745" y="150130"/>
                  </a:cubicBezTo>
                  <a:cubicBezTo>
                    <a:pt x="31745" y="179891"/>
                    <a:pt x="56216" y="199071"/>
                    <a:pt x="80025" y="199071"/>
                  </a:cubicBezTo>
                  <a:cubicBezTo>
                    <a:pt x="103834" y="199071"/>
                    <a:pt x="126321" y="178568"/>
                    <a:pt x="126321" y="150130"/>
                  </a:cubicBezTo>
                  <a:close/>
                  <a:moveTo>
                    <a:pt x="305551" y="74734"/>
                  </a:moveTo>
                  <a:lnTo>
                    <a:pt x="336635" y="74734"/>
                  </a:lnTo>
                  <a:lnTo>
                    <a:pt x="336635" y="224864"/>
                  </a:lnTo>
                  <a:lnTo>
                    <a:pt x="305551" y="224864"/>
                  </a:lnTo>
                  <a:lnTo>
                    <a:pt x="305551" y="199732"/>
                  </a:lnTo>
                  <a:cubicBezTo>
                    <a:pt x="295630" y="216928"/>
                    <a:pt x="275128" y="228832"/>
                    <a:pt x="251980" y="228832"/>
                  </a:cubicBezTo>
                  <a:cubicBezTo>
                    <a:pt x="212960" y="228832"/>
                    <a:pt x="179230" y="196425"/>
                    <a:pt x="179230" y="150130"/>
                  </a:cubicBezTo>
                  <a:cubicBezTo>
                    <a:pt x="179230" y="103834"/>
                    <a:pt x="210975" y="71427"/>
                    <a:pt x="253303" y="71427"/>
                  </a:cubicBezTo>
                  <a:cubicBezTo>
                    <a:pt x="295630" y="71427"/>
                    <a:pt x="295630" y="80686"/>
                    <a:pt x="305551" y="97882"/>
                  </a:cubicBezTo>
                  <a:lnTo>
                    <a:pt x="305551" y="75396"/>
                  </a:lnTo>
                  <a:close/>
                  <a:moveTo>
                    <a:pt x="304889" y="149468"/>
                  </a:moveTo>
                  <a:cubicBezTo>
                    <a:pt x="304889" y="120368"/>
                    <a:pt x="281080" y="100527"/>
                    <a:pt x="256610" y="100527"/>
                  </a:cubicBezTo>
                  <a:cubicBezTo>
                    <a:pt x="232139" y="100527"/>
                    <a:pt x="210975" y="123014"/>
                    <a:pt x="210975" y="149468"/>
                  </a:cubicBezTo>
                  <a:cubicBezTo>
                    <a:pt x="210975" y="175923"/>
                    <a:pt x="230816" y="199071"/>
                    <a:pt x="257271" y="199071"/>
                  </a:cubicBezTo>
                  <a:cubicBezTo>
                    <a:pt x="283726" y="199071"/>
                    <a:pt x="304889" y="177907"/>
                    <a:pt x="304889" y="149468"/>
                  </a:cubicBezTo>
                  <a:close/>
                  <a:moveTo>
                    <a:pt x="476844" y="76057"/>
                  </a:moveTo>
                  <a:lnTo>
                    <a:pt x="471553" y="105818"/>
                  </a:lnTo>
                  <a:cubicBezTo>
                    <a:pt x="462956" y="101850"/>
                    <a:pt x="455681" y="100527"/>
                    <a:pt x="449067" y="100527"/>
                  </a:cubicBezTo>
                  <a:cubicBezTo>
                    <a:pt x="421951" y="100527"/>
                    <a:pt x="408724" y="129627"/>
                    <a:pt x="408724" y="169971"/>
                  </a:cubicBezTo>
                  <a:lnTo>
                    <a:pt x="408724" y="223541"/>
                  </a:lnTo>
                  <a:lnTo>
                    <a:pt x="376978" y="223541"/>
                  </a:lnTo>
                  <a:lnTo>
                    <a:pt x="376978" y="74734"/>
                  </a:lnTo>
                  <a:lnTo>
                    <a:pt x="408724" y="74734"/>
                  </a:lnTo>
                  <a:lnTo>
                    <a:pt x="408724" y="108464"/>
                  </a:lnTo>
                  <a:cubicBezTo>
                    <a:pt x="416660" y="82009"/>
                    <a:pt x="431210" y="70766"/>
                    <a:pt x="451051" y="70766"/>
                  </a:cubicBezTo>
                  <a:cubicBezTo>
                    <a:pt x="461633" y="70766"/>
                    <a:pt x="472215" y="73411"/>
                    <a:pt x="476844" y="76718"/>
                  </a:cubicBezTo>
                  <a:close/>
                  <a:moveTo>
                    <a:pt x="482796" y="149468"/>
                  </a:moveTo>
                  <a:cubicBezTo>
                    <a:pt x="482796" y="101850"/>
                    <a:pt x="520494" y="70766"/>
                    <a:pt x="563483" y="70766"/>
                  </a:cubicBezTo>
                  <a:cubicBezTo>
                    <a:pt x="606472" y="70766"/>
                    <a:pt x="608456" y="80686"/>
                    <a:pt x="621683" y="96559"/>
                  </a:cubicBezTo>
                  <a:lnTo>
                    <a:pt x="600520" y="116400"/>
                  </a:lnTo>
                  <a:cubicBezTo>
                    <a:pt x="591922" y="106480"/>
                    <a:pt x="578694" y="100527"/>
                    <a:pt x="563483" y="100527"/>
                  </a:cubicBezTo>
                  <a:cubicBezTo>
                    <a:pt x="535706" y="100527"/>
                    <a:pt x="513219" y="121030"/>
                    <a:pt x="513219" y="149468"/>
                  </a:cubicBezTo>
                  <a:cubicBezTo>
                    <a:pt x="513219" y="177907"/>
                    <a:pt x="535706" y="199071"/>
                    <a:pt x="563483" y="199071"/>
                  </a:cubicBezTo>
                  <a:cubicBezTo>
                    <a:pt x="591260" y="199071"/>
                    <a:pt x="591922" y="193119"/>
                    <a:pt x="600520" y="183198"/>
                  </a:cubicBezTo>
                  <a:lnTo>
                    <a:pt x="621683" y="203039"/>
                  </a:lnTo>
                  <a:cubicBezTo>
                    <a:pt x="608456" y="218912"/>
                    <a:pt x="587954" y="228832"/>
                    <a:pt x="563483" y="228832"/>
                  </a:cubicBezTo>
                  <a:cubicBezTo>
                    <a:pt x="519833" y="228832"/>
                    <a:pt x="482796" y="197748"/>
                    <a:pt x="482796" y="150130"/>
                  </a:cubicBezTo>
                  <a:close/>
                  <a:moveTo>
                    <a:pt x="643508" y="19841"/>
                  </a:moveTo>
                  <a:cubicBezTo>
                    <a:pt x="643508" y="8598"/>
                    <a:pt x="653429" y="0"/>
                    <a:pt x="664672" y="0"/>
                  </a:cubicBezTo>
                  <a:cubicBezTo>
                    <a:pt x="675915" y="0"/>
                    <a:pt x="685836" y="8598"/>
                    <a:pt x="685836" y="19841"/>
                  </a:cubicBezTo>
                  <a:cubicBezTo>
                    <a:pt x="685836" y="31084"/>
                    <a:pt x="675915" y="39682"/>
                    <a:pt x="664672" y="39682"/>
                  </a:cubicBezTo>
                  <a:cubicBezTo>
                    <a:pt x="653429" y="39682"/>
                    <a:pt x="643508" y="31084"/>
                    <a:pt x="643508" y="19841"/>
                  </a:cubicBezTo>
                  <a:close/>
                  <a:moveTo>
                    <a:pt x="649461" y="224864"/>
                  </a:moveTo>
                  <a:lnTo>
                    <a:pt x="649461" y="74734"/>
                  </a:lnTo>
                  <a:lnTo>
                    <a:pt x="680545" y="74734"/>
                  </a:lnTo>
                  <a:lnTo>
                    <a:pt x="680545" y="224864"/>
                  </a:lnTo>
                  <a:lnTo>
                    <a:pt x="649461" y="224864"/>
                  </a:lnTo>
                  <a:close/>
                  <a:moveTo>
                    <a:pt x="797606" y="74734"/>
                  </a:moveTo>
                  <a:lnTo>
                    <a:pt x="797606" y="101189"/>
                  </a:lnTo>
                  <a:lnTo>
                    <a:pt x="765199" y="101189"/>
                  </a:lnTo>
                  <a:lnTo>
                    <a:pt x="765199" y="224864"/>
                  </a:lnTo>
                  <a:lnTo>
                    <a:pt x="734115" y="224864"/>
                  </a:lnTo>
                  <a:lnTo>
                    <a:pt x="734115" y="101189"/>
                  </a:lnTo>
                  <a:lnTo>
                    <a:pt x="706999" y="101189"/>
                  </a:lnTo>
                  <a:lnTo>
                    <a:pt x="706999" y="74734"/>
                  </a:lnTo>
                  <a:lnTo>
                    <a:pt x="734115" y="74734"/>
                  </a:lnTo>
                  <a:lnTo>
                    <a:pt x="734115" y="18518"/>
                  </a:lnTo>
                  <a:lnTo>
                    <a:pt x="765199" y="18518"/>
                  </a:lnTo>
                  <a:lnTo>
                    <a:pt x="765199" y="74734"/>
                  </a:lnTo>
                  <a:lnTo>
                    <a:pt x="797606" y="74734"/>
                  </a:lnTo>
                  <a:close/>
                  <a:moveTo>
                    <a:pt x="934509" y="74734"/>
                  </a:moveTo>
                  <a:lnTo>
                    <a:pt x="965593" y="74734"/>
                  </a:lnTo>
                  <a:lnTo>
                    <a:pt x="965593" y="224864"/>
                  </a:lnTo>
                  <a:lnTo>
                    <a:pt x="934509" y="224864"/>
                  </a:lnTo>
                  <a:lnTo>
                    <a:pt x="934509" y="199732"/>
                  </a:lnTo>
                  <a:cubicBezTo>
                    <a:pt x="924588" y="216928"/>
                    <a:pt x="904086" y="228832"/>
                    <a:pt x="880938" y="228832"/>
                  </a:cubicBezTo>
                  <a:cubicBezTo>
                    <a:pt x="841918" y="228832"/>
                    <a:pt x="808188" y="196425"/>
                    <a:pt x="808188" y="150130"/>
                  </a:cubicBezTo>
                  <a:cubicBezTo>
                    <a:pt x="808188" y="103834"/>
                    <a:pt x="839934" y="71427"/>
                    <a:pt x="882261" y="71427"/>
                  </a:cubicBezTo>
                  <a:cubicBezTo>
                    <a:pt x="924588" y="71427"/>
                    <a:pt x="924588" y="80686"/>
                    <a:pt x="934509" y="97882"/>
                  </a:cubicBezTo>
                  <a:lnTo>
                    <a:pt x="934509" y="75396"/>
                  </a:lnTo>
                  <a:close/>
                  <a:moveTo>
                    <a:pt x="933848" y="149468"/>
                  </a:moveTo>
                  <a:cubicBezTo>
                    <a:pt x="933848" y="120368"/>
                    <a:pt x="910038" y="100527"/>
                    <a:pt x="885568" y="100527"/>
                  </a:cubicBezTo>
                  <a:cubicBezTo>
                    <a:pt x="861097" y="100527"/>
                    <a:pt x="839934" y="123014"/>
                    <a:pt x="839934" y="149468"/>
                  </a:cubicBezTo>
                  <a:cubicBezTo>
                    <a:pt x="839934" y="175923"/>
                    <a:pt x="859775" y="199071"/>
                    <a:pt x="886229" y="199071"/>
                  </a:cubicBezTo>
                  <a:cubicBezTo>
                    <a:pt x="912684" y="199071"/>
                    <a:pt x="933848" y="177907"/>
                    <a:pt x="933848" y="149468"/>
                  </a:cubicBezTo>
                  <a:close/>
                  <a:moveTo>
                    <a:pt x="996016" y="179891"/>
                  </a:moveTo>
                  <a:lnTo>
                    <a:pt x="1025116" y="179891"/>
                  </a:lnTo>
                  <a:cubicBezTo>
                    <a:pt x="1025116" y="191796"/>
                    <a:pt x="1035698" y="202378"/>
                    <a:pt x="1052893" y="202378"/>
                  </a:cubicBezTo>
                  <a:cubicBezTo>
                    <a:pt x="1070089" y="202378"/>
                    <a:pt x="1080671" y="193780"/>
                    <a:pt x="1080671" y="182537"/>
                  </a:cubicBezTo>
                  <a:cubicBezTo>
                    <a:pt x="1080671" y="171293"/>
                    <a:pt x="1072734" y="167325"/>
                    <a:pt x="1061491" y="164680"/>
                  </a:cubicBezTo>
                  <a:lnTo>
                    <a:pt x="1041650" y="160050"/>
                  </a:lnTo>
                  <a:cubicBezTo>
                    <a:pt x="1013873" y="152775"/>
                    <a:pt x="1000645" y="138225"/>
                    <a:pt x="1000645" y="116400"/>
                  </a:cubicBezTo>
                  <a:cubicBezTo>
                    <a:pt x="1000645" y="94575"/>
                    <a:pt x="1023132" y="71427"/>
                    <a:pt x="1054216" y="71427"/>
                  </a:cubicBezTo>
                  <a:cubicBezTo>
                    <a:pt x="1085300" y="71427"/>
                    <a:pt x="1107787" y="84655"/>
                    <a:pt x="1107787" y="116400"/>
                  </a:cubicBezTo>
                  <a:lnTo>
                    <a:pt x="1077364" y="116400"/>
                  </a:lnTo>
                  <a:cubicBezTo>
                    <a:pt x="1077364" y="105157"/>
                    <a:pt x="1066121" y="97882"/>
                    <a:pt x="1054877" y="97882"/>
                  </a:cubicBezTo>
                  <a:cubicBezTo>
                    <a:pt x="1043634" y="97882"/>
                    <a:pt x="1032391" y="106480"/>
                    <a:pt x="1032391" y="117062"/>
                  </a:cubicBezTo>
                  <a:cubicBezTo>
                    <a:pt x="1032391" y="127643"/>
                    <a:pt x="1040989" y="131612"/>
                    <a:pt x="1050248" y="133596"/>
                  </a:cubicBezTo>
                  <a:lnTo>
                    <a:pt x="1072734" y="138887"/>
                  </a:lnTo>
                  <a:cubicBezTo>
                    <a:pt x="1105141" y="146823"/>
                    <a:pt x="1111755" y="166664"/>
                    <a:pt x="1111755" y="182537"/>
                  </a:cubicBezTo>
                  <a:cubicBezTo>
                    <a:pt x="1111755" y="210975"/>
                    <a:pt x="1083316" y="228171"/>
                    <a:pt x="1052893" y="228171"/>
                  </a:cubicBezTo>
                  <a:cubicBezTo>
                    <a:pt x="1022470" y="228171"/>
                    <a:pt x="996677" y="210975"/>
                    <a:pt x="996016" y="179230"/>
                  </a:cubicBezTo>
                  <a:close/>
                </a:path>
              </a:pathLst>
            </a:custGeom>
            <a:solidFill>
              <a:srgbClr val="041E42"/>
            </a:solidFill>
            <a:ln w="6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3E3B8F9-09A8-08C9-BC83-6832DD8839A7}"/>
                </a:ext>
              </a:extLst>
            </p:cNvPr>
            <p:cNvSpPr/>
            <p:nvPr/>
          </p:nvSpPr>
          <p:spPr>
            <a:xfrm>
              <a:off x="2509548" y="6593796"/>
              <a:ext cx="798267" cy="51586"/>
            </a:xfrm>
            <a:custGeom>
              <a:avLst/>
              <a:gdLst>
                <a:gd name="csX0" fmla="*/ 0 w 798267"/>
                <a:gd name="csY0" fmla="*/ 4630 h 51586"/>
                <a:gd name="csX1" fmla="*/ 4630 w 798267"/>
                <a:gd name="csY1" fmla="*/ 0 h 51586"/>
                <a:gd name="csX2" fmla="*/ 9259 w 798267"/>
                <a:gd name="csY2" fmla="*/ 4630 h 51586"/>
                <a:gd name="csX3" fmla="*/ 4630 w 798267"/>
                <a:gd name="csY3" fmla="*/ 9259 h 51586"/>
                <a:gd name="csX4" fmla="*/ 0 w 798267"/>
                <a:gd name="csY4" fmla="*/ 4630 h 51586"/>
                <a:gd name="csX5" fmla="*/ 1323 w 798267"/>
                <a:gd name="csY5" fmla="*/ 50264 h 51586"/>
                <a:gd name="csX6" fmla="*/ 1323 w 798267"/>
                <a:gd name="csY6" fmla="*/ 16534 h 51586"/>
                <a:gd name="csX7" fmla="*/ 8598 w 798267"/>
                <a:gd name="csY7" fmla="*/ 16534 h 51586"/>
                <a:gd name="csX8" fmla="*/ 8598 w 798267"/>
                <a:gd name="csY8" fmla="*/ 50264 h 51586"/>
                <a:gd name="csX9" fmla="*/ 1323 w 798267"/>
                <a:gd name="csY9" fmla="*/ 50264 h 51586"/>
                <a:gd name="csX10" fmla="*/ 80025 w 798267"/>
                <a:gd name="csY10" fmla="*/ 31084 h 51586"/>
                <a:gd name="csX11" fmla="*/ 80025 w 798267"/>
                <a:gd name="csY11" fmla="*/ 50264 h 51586"/>
                <a:gd name="csX12" fmla="*/ 72750 w 798267"/>
                <a:gd name="csY12" fmla="*/ 50264 h 51586"/>
                <a:gd name="csX13" fmla="*/ 72750 w 798267"/>
                <a:gd name="csY13" fmla="*/ 31746 h 51586"/>
                <a:gd name="csX14" fmla="*/ 65475 w 798267"/>
                <a:gd name="csY14" fmla="*/ 23148 h 51586"/>
                <a:gd name="csX15" fmla="*/ 55555 w 798267"/>
                <a:gd name="csY15" fmla="*/ 32407 h 51586"/>
                <a:gd name="csX16" fmla="*/ 55555 w 798267"/>
                <a:gd name="csY16" fmla="*/ 50264 h 51586"/>
                <a:gd name="csX17" fmla="*/ 48280 w 798267"/>
                <a:gd name="csY17" fmla="*/ 50264 h 51586"/>
                <a:gd name="csX18" fmla="*/ 48280 w 798267"/>
                <a:gd name="csY18" fmla="*/ 16534 h 51586"/>
                <a:gd name="csX19" fmla="*/ 55555 w 798267"/>
                <a:gd name="csY19" fmla="*/ 16534 h 51586"/>
                <a:gd name="csX20" fmla="*/ 55555 w 798267"/>
                <a:gd name="csY20" fmla="*/ 21825 h 51586"/>
                <a:gd name="csX21" fmla="*/ 66798 w 798267"/>
                <a:gd name="csY21" fmla="*/ 15873 h 51586"/>
                <a:gd name="csX22" fmla="*/ 80025 w 798267"/>
                <a:gd name="csY22" fmla="*/ 31084 h 51586"/>
                <a:gd name="csX23" fmla="*/ 141532 w 798267"/>
                <a:gd name="csY23" fmla="*/ 16534 h 51586"/>
                <a:gd name="csX24" fmla="*/ 148807 w 798267"/>
                <a:gd name="csY24" fmla="*/ 16534 h 51586"/>
                <a:gd name="csX25" fmla="*/ 134918 w 798267"/>
                <a:gd name="csY25" fmla="*/ 50264 h 51586"/>
                <a:gd name="csX26" fmla="*/ 128305 w 798267"/>
                <a:gd name="csY26" fmla="*/ 50264 h 51586"/>
                <a:gd name="csX27" fmla="*/ 114416 w 798267"/>
                <a:gd name="csY27" fmla="*/ 16534 h 51586"/>
                <a:gd name="csX28" fmla="*/ 121691 w 798267"/>
                <a:gd name="csY28" fmla="*/ 16534 h 51586"/>
                <a:gd name="csX29" fmla="*/ 131612 w 798267"/>
                <a:gd name="csY29" fmla="*/ 41005 h 51586"/>
                <a:gd name="csX30" fmla="*/ 141532 w 798267"/>
                <a:gd name="csY30" fmla="*/ 16534 h 51586"/>
                <a:gd name="csX31" fmla="*/ 216266 w 798267"/>
                <a:gd name="csY31" fmla="*/ 36375 h 51586"/>
                <a:gd name="csX32" fmla="*/ 189812 w 798267"/>
                <a:gd name="csY32" fmla="*/ 36375 h 51586"/>
                <a:gd name="csX33" fmla="*/ 199732 w 798267"/>
                <a:gd name="csY33" fmla="*/ 44973 h 51586"/>
                <a:gd name="csX34" fmla="*/ 208991 w 798267"/>
                <a:gd name="csY34" fmla="*/ 40343 h 51586"/>
                <a:gd name="csX35" fmla="*/ 214944 w 798267"/>
                <a:gd name="csY35" fmla="*/ 42989 h 51586"/>
                <a:gd name="csX36" fmla="*/ 199732 w 798267"/>
                <a:gd name="csY36" fmla="*/ 51586 h 51586"/>
                <a:gd name="csX37" fmla="*/ 182537 w 798267"/>
                <a:gd name="csY37" fmla="*/ 33730 h 51586"/>
                <a:gd name="csX38" fmla="*/ 199732 w 798267"/>
                <a:gd name="csY38" fmla="*/ 16534 h 51586"/>
                <a:gd name="csX39" fmla="*/ 216266 w 798267"/>
                <a:gd name="csY39" fmla="*/ 33730 h 51586"/>
                <a:gd name="csX40" fmla="*/ 216266 w 798267"/>
                <a:gd name="csY40" fmla="*/ 36375 h 51586"/>
                <a:gd name="csX41" fmla="*/ 209653 w 798267"/>
                <a:gd name="csY41" fmla="*/ 30423 h 51586"/>
                <a:gd name="csX42" fmla="*/ 199732 w 798267"/>
                <a:gd name="csY42" fmla="*/ 21825 h 51586"/>
                <a:gd name="csX43" fmla="*/ 189812 w 798267"/>
                <a:gd name="csY43" fmla="*/ 30423 h 51586"/>
                <a:gd name="csX44" fmla="*/ 209653 w 798267"/>
                <a:gd name="csY44" fmla="*/ 30423 h 51586"/>
                <a:gd name="csX45" fmla="*/ 251980 w 798267"/>
                <a:gd name="csY45" fmla="*/ 39682 h 51586"/>
                <a:gd name="csX46" fmla="*/ 258594 w 798267"/>
                <a:gd name="csY46" fmla="*/ 39682 h 51586"/>
                <a:gd name="csX47" fmla="*/ 264546 w 798267"/>
                <a:gd name="csY47" fmla="*/ 44311 h 51586"/>
                <a:gd name="csX48" fmla="*/ 270498 w 798267"/>
                <a:gd name="csY48" fmla="*/ 39682 h 51586"/>
                <a:gd name="csX49" fmla="*/ 266530 w 798267"/>
                <a:gd name="csY49" fmla="*/ 35714 h 51586"/>
                <a:gd name="csX50" fmla="*/ 261901 w 798267"/>
                <a:gd name="csY50" fmla="*/ 34391 h 51586"/>
                <a:gd name="csX51" fmla="*/ 252642 w 798267"/>
                <a:gd name="csY51" fmla="*/ 24471 h 51586"/>
                <a:gd name="csX52" fmla="*/ 264546 w 798267"/>
                <a:gd name="csY52" fmla="*/ 14550 h 51586"/>
                <a:gd name="csX53" fmla="*/ 276451 w 798267"/>
                <a:gd name="csY53" fmla="*/ 24471 h 51586"/>
                <a:gd name="csX54" fmla="*/ 269837 w 798267"/>
                <a:gd name="csY54" fmla="*/ 24471 h 51586"/>
                <a:gd name="csX55" fmla="*/ 264546 w 798267"/>
                <a:gd name="csY55" fmla="*/ 20502 h 51586"/>
                <a:gd name="csX56" fmla="*/ 259916 w 798267"/>
                <a:gd name="csY56" fmla="*/ 24471 h 51586"/>
                <a:gd name="csX57" fmla="*/ 263885 w 798267"/>
                <a:gd name="csY57" fmla="*/ 28439 h 51586"/>
                <a:gd name="csX58" fmla="*/ 269176 w 798267"/>
                <a:gd name="csY58" fmla="*/ 29761 h 51586"/>
                <a:gd name="csX59" fmla="*/ 277773 w 798267"/>
                <a:gd name="csY59" fmla="*/ 39682 h 51586"/>
                <a:gd name="csX60" fmla="*/ 264546 w 798267"/>
                <a:gd name="csY60" fmla="*/ 49602 h 51586"/>
                <a:gd name="csX61" fmla="*/ 251980 w 798267"/>
                <a:gd name="csY61" fmla="*/ 39021 h 51586"/>
                <a:gd name="csX62" fmla="*/ 333328 w 798267"/>
                <a:gd name="csY62" fmla="*/ 16534 h 51586"/>
                <a:gd name="csX63" fmla="*/ 333328 w 798267"/>
                <a:gd name="csY63" fmla="*/ 22486 h 51586"/>
                <a:gd name="csX64" fmla="*/ 326053 w 798267"/>
                <a:gd name="csY64" fmla="*/ 22486 h 51586"/>
                <a:gd name="csX65" fmla="*/ 326053 w 798267"/>
                <a:gd name="csY65" fmla="*/ 50264 h 51586"/>
                <a:gd name="csX66" fmla="*/ 318778 w 798267"/>
                <a:gd name="csY66" fmla="*/ 50264 h 51586"/>
                <a:gd name="csX67" fmla="*/ 318778 w 798267"/>
                <a:gd name="csY67" fmla="*/ 22486 h 51586"/>
                <a:gd name="csX68" fmla="*/ 312826 w 798267"/>
                <a:gd name="csY68" fmla="*/ 22486 h 51586"/>
                <a:gd name="csX69" fmla="*/ 312826 w 798267"/>
                <a:gd name="csY69" fmla="*/ 16534 h 51586"/>
                <a:gd name="csX70" fmla="*/ 318778 w 798267"/>
                <a:gd name="csY70" fmla="*/ 16534 h 51586"/>
                <a:gd name="csX71" fmla="*/ 318778 w 798267"/>
                <a:gd name="csY71" fmla="*/ 3968 h 51586"/>
                <a:gd name="csX72" fmla="*/ 326053 w 798267"/>
                <a:gd name="csY72" fmla="*/ 3968 h 51586"/>
                <a:gd name="csX73" fmla="*/ 326053 w 798267"/>
                <a:gd name="csY73" fmla="*/ 16534 h 51586"/>
                <a:gd name="csX74" fmla="*/ 333328 w 798267"/>
                <a:gd name="csY74" fmla="*/ 16534 h 51586"/>
                <a:gd name="csX75" fmla="*/ 368380 w 798267"/>
                <a:gd name="csY75" fmla="*/ 4630 h 51586"/>
                <a:gd name="csX76" fmla="*/ 373010 w 798267"/>
                <a:gd name="csY76" fmla="*/ 0 h 51586"/>
                <a:gd name="csX77" fmla="*/ 377639 w 798267"/>
                <a:gd name="csY77" fmla="*/ 4630 h 51586"/>
                <a:gd name="csX78" fmla="*/ 373010 w 798267"/>
                <a:gd name="csY78" fmla="*/ 9259 h 51586"/>
                <a:gd name="csX79" fmla="*/ 368380 w 798267"/>
                <a:gd name="csY79" fmla="*/ 4630 h 51586"/>
                <a:gd name="csX80" fmla="*/ 369703 w 798267"/>
                <a:gd name="csY80" fmla="*/ 50264 h 51586"/>
                <a:gd name="csX81" fmla="*/ 369703 w 798267"/>
                <a:gd name="csY81" fmla="*/ 16534 h 51586"/>
                <a:gd name="csX82" fmla="*/ 376978 w 798267"/>
                <a:gd name="csY82" fmla="*/ 16534 h 51586"/>
                <a:gd name="csX83" fmla="*/ 376978 w 798267"/>
                <a:gd name="csY83" fmla="*/ 50264 h 51586"/>
                <a:gd name="csX84" fmla="*/ 369703 w 798267"/>
                <a:gd name="csY84" fmla="*/ 50264 h 51586"/>
                <a:gd name="csX85" fmla="*/ 470231 w 798267"/>
                <a:gd name="csY85" fmla="*/ 31084 h 51586"/>
                <a:gd name="csX86" fmla="*/ 470231 w 798267"/>
                <a:gd name="csY86" fmla="*/ 50264 h 51586"/>
                <a:gd name="csX87" fmla="*/ 462956 w 798267"/>
                <a:gd name="csY87" fmla="*/ 50264 h 51586"/>
                <a:gd name="csX88" fmla="*/ 462956 w 798267"/>
                <a:gd name="csY88" fmla="*/ 31746 h 51586"/>
                <a:gd name="csX89" fmla="*/ 455681 w 798267"/>
                <a:gd name="csY89" fmla="*/ 23148 h 51586"/>
                <a:gd name="csX90" fmla="*/ 447083 w 798267"/>
                <a:gd name="csY90" fmla="*/ 34391 h 51586"/>
                <a:gd name="csX91" fmla="*/ 447083 w 798267"/>
                <a:gd name="csY91" fmla="*/ 50925 h 51586"/>
                <a:gd name="csX92" fmla="*/ 439808 w 798267"/>
                <a:gd name="csY92" fmla="*/ 50925 h 51586"/>
                <a:gd name="csX93" fmla="*/ 439808 w 798267"/>
                <a:gd name="csY93" fmla="*/ 32407 h 51586"/>
                <a:gd name="csX94" fmla="*/ 432533 w 798267"/>
                <a:gd name="csY94" fmla="*/ 23809 h 51586"/>
                <a:gd name="csX95" fmla="*/ 423935 w 798267"/>
                <a:gd name="csY95" fmla="*/ 33730 h 51586"/>
                <a:gd name="csX96" fmla="*/ 423935 w 798267"/>
                <a:gd name="csY96" fmla="*/ 51586 h 51586"/>
                <a:gd name="csX97" fmla="*/ 416660 w 798267"/>
                <a:gd name="csY97" fmla="*/ 51586 h 51586"/>
                <a:gd name="csX98" fmla="*/ 416660 w 798267"/>
                <a:gd name="csY98" fmla="*/ 17857 h 51586"/>
                <a:gd name="csX99" fmla="*/ 423935 w 798267"/>
                <a:gd name="csY99" fmla="*/ 17857 h 51586"/>
                <a:gd name="csX100" fmla="*/ 423935 w 798267"/>
                <a:gd name="csY100" fmla="*/ 23809 h 51586"/>
                <a:gd name="csX101" fmla="*/ 434517 w 798267"/>
                <a:gd name="csY101" fmla="*/ 17195 h 51586"/>
                <a:gd name="csX102" fmla="*/ 445760 w 798267"/>
                <a:gd name="csY102" fmla="*/ 24471 h 51586"/>
                <a:gd name="csX103" fmla="*/ 457003 w 798267"/>
                <a:gd name="csY103" fmla="*/ 17195 h 51586"/>
                <a:gd name="csX104" fmla="*/ 469569 w 798267"/>
                <a:gd name="csY104" fmla="*/ 32407 h 51586"/>
                <a:gd name="csX105" fmla="*/ 541658 w 798267"/>
                <a:gd name="csY105" fmla="*/ 36375 h 51586"/>
                <a:gd name="csX106" fmla="*/ 515203 w 798267"/>
                <a:gd name="csY106" fmla="*/ 36375 h 51586"/>
                <a:gd name="csX107" fmla="*/ 525124 w 798267"/>
                <a:gd name="csY107" fmla="*/ 44973 h 51586"/>
                <a:gd name="csX108" fmla="*/ 534383 w 798267"/>
                <a:gd name="csY108" fmla="*/ 40343 h 51586"/>
                <a:gd name="csX109" fmla="*/ 540335 w 798267"/>
                <a:gd name="csY109" fmla="*/ 42989 h 51586"/>
                <a:gd name="csX110" fmla="*/ 525124 w 798267"/>
                <a:gd name="csY110" fmla="*/ 51586 h 51586"/>
                <a:gd name="csX111" fmla="*/ 507928 w 798267"/>
                <a:gd name="csY111" fmla="*/ 33730 h 51586"/>
                <a:gd name="csX112" fmla="*/ 525124 w 798267"/>
                <a:gd name="csY112" fmla="*/ 16534 h 51586"/>
                <a:gd name="csX113" fmla="*/ 541658 w 798267"/>
                <a:gd name="csY113" fmla="*/ 33730 h 51586"/>
                <a:gd name="csX114" fmla="*/ 541658 w 798267"/>
                <a:gd name="csY114" fmla="*/ 36375 h 51586"/>
                <a:gd name="csX115" fmla="*/ 535044 w 798267"/>
                <a:gd name="csY115" fmla="*/ 30423 h 51586"/>
                <a:gd name="csX116" fmla="*/ 525124 w 798267"/>
                <a:gd name="csY116" fmla="*/ 21825 h 51586"/>
                <a:gd name="csX117" fmla="*/ 515203 w 798267"/>
                <a:gd name="csY117" fmla="*/ 30423 h 51586"/>
                <a:gd name="csX118" fmla="*/ 535044 w 798267"/>
                <a:gd name="csY118" fmla="*/ 30423 h 51586"/>
                <a:gd name="csX119" fmla="*/ 611763 w 798267"/>
                <a:gd name="csY119" fmla="*/ 31084 h 51586"/>
                <a:gd name="csX120" fmla="*/ 611763 w 798267"/>
                <a:gd name="csY120" fmla="*/ 50264 h 51586"/>
                <a:gd name="csX121" fmla="*/ 604488 w 798267"/>
                <a:gd name="csY121" fmla="*/ 50264 h 51586"/>
                <a:gd name="csX122" fmla="*/ 604488 w 798267"/>
                <a:gd name="csY122" fmla="*/ 31746 h 51586"/>
                <a:gd name="csX123" fmla="*/ 597213 w 798267"/>
                <a:gd name="csY123" fmla="*/ 23148 h 51586"/>
                <a:gd name="csX124" fmla="*/ 587292 w 798267"/>
                <a:gd name="csY124" fmla="*/ 32407 h 51586"/>
                <a:gd name="csX125" fmla="*/ 587292 w 798267"/>
                <a:gd name="csY125" fmla="*/ 50264 h 51586"/>
                <a:gd name="csX126" fmla="*/ 580017 w 798267"/>
                <a:gd name="csY126" fmla="*/ 50264 h 51586"/>
                <a:gd name="csX127" fmla="*/ 580017 w 798267"/>
                <a:gd name="csY127" fmla="*/ 16534 h 51586"/>
                <a:gd name="csX128" fmla="*/ 587292 w 798267"/>
                <a:gd name="csY128" fmla="*/ 16534 h 51586"/>
                <a:gd name="csX129" fmla="*/ 587292 w 798267"/>
                <a:gd name="csY129" fmla="*/ 21825 h 51586"/>
                <a:gd name="csX130" fmla="*/ 598536 w 798267"/>
                <a:gd name="csY130" fmla="*/ 15873 h 51586"/>
                <a:gd name="csX131" fmla="*/ 611763 w 798267"/>
                <a:gd name="csY131" fmla="*/ 31084 h 51586"/>
                <a:gd name="csX132" fmla="*/ 667979 w 798267"/>
                <a:gd name="csY132" fmla="*/ 16534 h 51586"/>
                <a:gd name="csX133" fmla="*/ 667979 w 798267"/>
                <a:gd name="csY133" fmla="*/ 22486 h 51586"/>
                <a:gd name="csX134" fmla="*/ 660704 w 798267"/>
                <a:gd name="csY134" fmla="*/ 22486 h 51586"/>
                <a:gd name="csX135" fmla="*/ 660704 w 798267"/>
                <a:gd name="csY135" fmla="*/ 50264 h 51586"/>
                <a:gd name="csX136" fmla="*/ 653429 w 798267"/>
                <a:gd name="csY136" fmla="*/ 50264 h 51586"/>
                <a:gd name="csX137" fmla="*/ 653429 w 798267"/>
                <a:gd name="csY137" fmla="*/ 22486 h 51586"/>
                <a:gd name="csX138" fmla="*/ 647476 w 798267"/>
                <a:gd name="csY138" fmla="*/ 22486 h 51586"/>
                <a:gd name="csX139" fmla="*/ 647476 w 798267"/>
                <a:gd name="csY139" fmla="*/ 16534 h 51586"/>
                <a:gd name="csX140" fmla="*/ 653429 w 798267"/>
                <a:gd name="csY140" fmla="*/ 16534 h 51586"/>
                <a:gd name="csX141" fmla="*/ 653429 w 798267"/>
                <a:gd name="csY141" fmla="*/ 3968 h 51586"/>
                <a:gd name="csX142" fmla="*/ 660704 w 798267"/>
                <a:gd name="csY142" fmla="*/ 3968 h 51586"/>
                <a:gd name="csX143" fmla="*/ 660704 w 798267"/>
                <a:gd name="csY143" fmla="*/ 16534 h 51586"/>
                <a:gd name="csX144" fmla="*/ 667979 w 798267"/>
                <a:gd name="csY144" fmla="*/ 16534 h 51586"/>
                <a:gd name="csX145" fmla="*/ 701708 w 798267"/>
                <a:gd name="csY145" fmla="*/ 33068 h 51586"/>
                <a:gd name="csX146" fmla="*/ 718904 w 798267"/>
                <a:gd name="csY146" fmla="*/ 15873 h 51586"/>
                <a:gd name="csX147" fmla="*/ 736761 w 798267"/>
                <a:gd name="csY147" fmla="*/ 33068 h 51586"/>
                <a:gd name="csX148" fmla="*/ 718904 w 798267"/>
                <a:gd name="csY148" fmla="*/ 50925 h 51586"/>
                <a:gd name="csX149" fmla="*/ 701708 w 798267"/>
                <a:gd name="csY149" fmla="*/ 33068 h 51586"/>
                <a:gd name="csX150" fmla="*/ 730147 w 798267"/>
                <a:gd name="csY150" fmla="*/ 33068 h 51586"/>
                <a:gd name="csX151" fmla="*/ 719565 w 798267"/>
                <a:gd name="csY151" fmla="*/ 21825 h 51586"/>
                <a:gd name="csX152" fmla="*/ 708983 w 798267"/>
                <a:gd name="csY152" fmla="*/ 33068 h 51586"/>
                <a:gd name="csX153" fmla="*/ 719565 w 798267"/>
                <a:gd name="csY153" fmla="*/ 44311 h 51586"/>
                <a:gd name="csX154" fmla="*/ 730147 w 798267"/>
                <a:gd name="csY154" fmla="*/ 33068 h 51586"/>
                <a:gd name="csX155" fmla="*/ 772474 w 798267"/>
                <a:gd name="csY155" fmla="*/ 39682 h 51586"/>
                <a:gd name="csX156" fmla="*/ 779088 w 798267"/>
                <a:gd name="csY156" fmla="*/ 39682 h 51586"/>
                <a:gd name="csX157" fmla="*/ 785040 w 798267"/>
                <a:gd name="csY157" fmla="*/ 44311 h 51586"/>
                <a:gd name="csX158" fmla="*/ 790993 w 798267"/>
                <a:gd name="csY158" fmla="*/ 39682 h 51586"/>
                <a:gd name="csX159" fmla="*/ 787025 w 798267"/>
                <a:gd name="csY159" fmla="*/ 35714 h 51586"/>
                <a:gd name="csX160" fmla="*/ 782395 w 798267"/>
                <a:gd name="csY160" fmla="*/ 34391 h 51586"/>
                <a:gd name="csX161" fmla="*/ 773136 w 798267"/>
                <a:gd name="csY161" fmla="*/ 24471 h 51586"/>
                <a:gd name="csX162" fmla="*/ 785040 w 798267"/>
                <a:gd name="csY162" fmla="*/ 14550 h 51586"/>
                <a:gd name="csX163" fmla="*/ 796945 w 798267"/>
                <a:gd name="csY163" fmla="*/ 24471 h 51586"/>
                <a:gd name="csX164" fmla="*/ 790331 w 798267"/>
                <a:gd name="csY164" fmla="*/ 24471 h 51586"/>
                <a:gd name="csX165" fmla="*/ 785040 w 798267"/>
                <a:gd name="csY165" fmla="*/ 20502 h 51586"/>
                <a:gd name="csX166" fmla="*/ 780411 w 798267"/>
                <a:gd name="csY166" fmla="*/ 24471 h 51586"/>
                <a:gd name="csX167" fmla="*/ 784379 w 798267"/>
                <a:gd name="csY167" fmla="*/ 28439 h 51586"/>
                <a:gd name="csX168" fmla="*/ 789670 w 798267"/>
                <a:gd name="csY168" fmla="*/ 29761 h 51586"/>
                <a:gd name="csX169" fmla="*/ 798268 w 798267"/>
                <a:gd name="csY169" fmla="*/ 39682 h 51586"/>
                <a:gd name="csX170" fmla="*/ 785040 w 798267"/>
                <a:gd name="csY170" fmla="*/ 49602 h 51586"/>
                <a:gd name="csX171" fmla="*/ 772474 w 798267"/>
                <a:gd name="csY171" fmla="*/ 39021 h 51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</a:cxnLst>
              <a:rect l="l" t="t" r="r" b="b"/>
              <a:pathLst>
                <a:path w="798267" h="51586">
                  <a:moveTo>
                    <a:pt x="0" y="4630"/>
                  </a:moveTo>
                  <a:cubicBezTo>
                    <a:pt x="0" y="1984"/>
                    <a:pt x="1984" y="0"/>
                    <a:pt x="4630" y="0"/>
                  </a:cubicBezTo>
                  <a:cubicBezTo>
                    <a:pt x="7275" y="0"/>
                    <a:pt x="9259" y="1984"/>
                    <a:pt x="9259" y="4630"/>
                  </a:cubicBezTo>
                  <a:cubicBezTo>
                    <a:pt x="9259" y="7275"/>
                    <a:pt x="7275" y="9259"/>
                    <a:pt x="4630" y="9259"/>
                  </a:cubicBezTo>
                  <a:cubicBezTo>
                    <a:pt x="1984" y="9259"/>
                    <a:pt x="0" y="7275"/>
                    <a:pt x="0" y="4630"/>
                  </a:cubicBezTo>
                  <a:close/>
                  <a:moveTo>
                    <a:pt x="1323" y="50264"/>
                  </a:moveTo>
                  <a:lnTo>
                    <a:pt x="1323" y="16534"/>
                  </a:lnTo>
                  <a:lnTo>
                    <a:pt x="8598" y="16534"/>
                  </a:lnTo>
                  <a:lnTo>
                    <a:pt x="8598" y="50264"/>
                  </a:lnTo>
                  <a:lnTo>
                    <a:pt x="1323" y="50264"/>
                  </a:lnTo>
                  <a:close/>
                  <a:moveTo>
                    <a:pt x="80025" y="31084"/>
                  </a:moveTo>
                  <a:lnTo>
                    <a:pt x="80025" y="50264"/>
                  </a:lnTo>
                  <a:lnTo>
                    <a:pt x="72750" y="50264"/>
                  </a:lnTo>
                  <a:lnTo>
                    <a:pt x="72750" y="31746"/>
                  </a:lnTo>
                  <a:cubicBezTo>
                    <a:pt x="72750" y="26455"/>
                    <a:pt x="69443" y="23148"/>
                    <a:pt x="65475" y="23148"/>
                  </a:cubicBezTo>
                  <a:cubicBezTo>
                    <a:pt x="61507" y="23148"/>
                    <a:pt x="55555" y="25793"/>
                    <a:pt x="55555" y="32407"/>
                  </a:cubicBezTo>
                  <a:lnTo>
                    <a:pt x="55555" y="50264"/>
                  </a:lnTo>
                  <a:lnTo>
                    <a:pt x="48280" y="50264"/>
                  </a:lnTo>
                  <a:lnTo>
                    <a:pt x="48280" y="16534"/>
                  </a:lnTo>
                  <a:lnTo>
                    <a:pt x="55555" y="16534"/>
                  </a:lnTo>
                  <a:lnTo>
                    <a:pt x="55555" y="21825"/>
                  </a:lnTo>
                  <a:cubicBezTo>
                    <a:pt x="57539" y="17857"/>
                    <a:pt x="62830" y="15873"/>
                    <a:pt x="66798" y="15873"/>
                  </a:cubicBezTo>
                  <a:cubicBezTo>
                    <a:pt x="75396" y="15873"/>
                    <a:pt x="80025" y="21825"/>
                    <a:pt x="80025" y="31084"/>
                  </a:cubicBezTo>
                  <a:close/>
                  <a:moveTo>
                    <a:pt x="141532" y="16534"/>
                  </a:moveTo>
                  <a:lnTo>
                    <a:pt x="148807" y="16534"/>
                  </a:lnTo>
                  <a:lnTo>
                    <a:pt x="134918" y="50264"/>
                  </a:lnTo>
                  <a:lnTo>
                    <a:pt x="128305" y="50264"/>
                  </a:lnTo>
                  <a:lnTo>
                    <a:pt x="114416" y="16534"/>
                  </a:lnTo>
                  <a:lnTo>
                    <a:pt x="121691" y="16534"/>
                  </a:lnTo>
                  <a:lnTo>
                    <a:pt x="131612" y="41005"/>
                  </a:lnTo>
                  <a:lnTo>
                    <a:pt x="141532" y="16534"/>
                  </a:lnTo>
                  <a:close/>
                  <a:moveTo>
                    <a:pt x="216266" y="36375"/>
                  </a:moveTo>
                  <a:lnTo>
                    <a:pt x="189812" y="36375"/>
                  </a:lnTo>
                  <a:cubicBezTo>
                    <a:pt x="190473" y="41666"/>
                    <a:pt x="194441" y="44973"/>
                    <a:pt x="199732" y="44973"/>
                  </a:cubicBezTo>
                  <a:cubicBezTo>
                    <a:pt x="205023" y="44973"/>
                    <a:pt x="207007" y="42989"/>
                    <a:pt x="208991" y="40343"/>
                  </a:cubicBezTo>
                  <a:lnTo>
                    <a:pt x="214944" y="42989"/>
                  </a:lnTo>
                  <a:cubicBezTo>
                    <a:pt x="212298" y="48941"/>
                    <a:pt x="206346" y="51586"/>
                    <a:pt x="199732" y="51586"/>
                  </a:cubicBezTo>
                  <a:cubicBezTo>
                    <a:pt x="189812" y="51586"/>
                    <a:pt x="182537" y="44311"/>
                    <a:pt x="182537" y="33730"/>
                  </a:cubicBezTo>
                  <a:cubicBezTo>
                    <a:pt x="182537" y="23148"/>
                    <a:pt x="190473" y="16534"/>
                    <a:pt x="199732" y="16534"/>
                  </a:cubicBezTo>
                  <a:cubicBezTo>
                    <a:pt x="208991" y="16534"/>
                    <a:pt x="216266" y="23809"/>
                    <a:pt x="216266" y="33730"/>
                  </a:cubicBezTo>
                  <a:cubicBezTo>
                    <a:pt x="216266" y="34391"/>
                    <a:pt x="216266" y="35714"/>
                    <a:pt x="216266" y="36375"/>
                  </a:cubicBezTo>
                  <a:close/>
                  <a:moveTo>
                    <a:pt x="209653" y="30423"/>
                  </a:moveTo>
                  <a:cubicBezTo>
                    <a:pt x="208991" y="25132"/>
                    <a:pt x="205023" y="21825"/>
                    <a:pt x="199732" y="21825"/>
                  </a:cubicBezTo>
                  <a:cubicBezTo>
                    <a:pt x="194441" y="21825"/>
                    <a:pt x="190473" y="24471"/>
                    <a:pt x="189812" y="30423"/>
                  </a:cubicBezTo>
                  <a:lnTo>
                    <a:pt x="209653" y="30423"/>
                  </a:lnTo>
                  <a:close/>
                  <a:moveTo>
                    <a:pt x="251980" y="39682"/>
                  </a:moveTo>
                  <a:lnTo>
                    <a:pt x="258594" y="39682"/>
                  </a:lnTo>
                  <a:cubicBezTo>
                    <a:pt x="258594" y="42327"/>
                    <a:pt x="261239" y="44311"/>
                    <a:pt x="264546" y="44311"/>
                  </a:cubicBezTo>
                  <a:cubicBezTo>
                    <a:pt x="267853" y="44311"/>
                    <a:pt x="270498" y="42327"/>
                    <a:pt x="270498" y="39682"/>
                  </a:cubicBezTo>
                  <a:cubicBezTo>
                    <a:pt x="270498" y="37036"/>
                    <a:pt x="268514" y="36375"/>
                    <a:pt x="266530" y="35714"/>
                  </a:cubicBezTo>
                  <a:lnTo>
                    <a:pt x="261901" y="34391"/>
                  </a:lnTo>
                  <a:cubicBezTo>
                    <a:pt x="255948" y="33068"/>
                    <a:pt x="252642" y="29761"/>
                    <a:pt x="252642" y="24471"/>
                  </a:cubicBezTo>
                  <a:cubicBezTo>
                    <a:pt x="252642" y="19180"/>
                    <a:pt x="257271" y="14550"/>
                    <a:pt x="264546" y="14550"/>
                  </a:cubicBezTo>
                  <a:cubicBezTo>
                    <a:pt x="271821" y="14550"/>
                    <a:pt x="276451" y="17195"/>
                    <a:pt x="276451" y="24471"/>
                  </a:cubicBezTo>
                  <a:lnTo>
                    <a:pt x="269837" y="24471"/>
                  </a:lnTo>
                  <a:cubicBezTo>
                    <a:pt x="269837" y="21825"/>
                    <a:pt x="267192" y="20502"/>
                    <a:pt x="264546" y="20502"/>
                  </a:cubicBezTo>
                  <a:cubicBezTo>
                    <a:pt x="261901" y="20502"/>
                    <a:pt x="259916" y="22486"/>
                    <a:pt x="259916" y="24471"/>
                  </a:cubicBezTo>
                  <a:cubicBezTo>
                    <a:pt x="259916" y="26455"/>
                    <a:pt x="261901" y="27777"/>
                    <a:pt x="263885" y="28439"/>
                  </a:cubicBezTo>
                  <a:lnTo>
                    <a:pt x="269176" y="29761"/>
                  </a:lnTo>
                  <a:cubicBezTo>
                    <a:pt x="276451" y="31746"/>
                    <a:pt x="277773" y="35714"/>
                    <a:pt x="277773" y="39682"/>
                  </a:cubicBezTo>
                  <a:cubicBezTo>
                    <a:pt x="277773" y="46296"/>
                    <a:pt x="271821" y="49602"/>
                    <a:pt x="264546" y="49602"/>
                  </a:cubicBezTo>
                  <a:cubicBezTo>
                    <a:pt x="258594" y="49602"/>
                    <a:pt x="251980" y="45634"/>
                    <a:pt x="251980" y="39021"/>
                  </a:cubicBezTo>
                  <a:close/>
                  <a:moveTo>
                    <a:pt x="333328" y="16534"/>
                  </a:moveTo>
                  <a:lnTo>
                    <a:pt x="333328" y="22486"/>
                  </a:lnTo>
                  <a:lnTo>
                    <a:pt x="326053" y="22486"/>
                  </a:lnTo>
                  <a:lnTo>
                    <a:pt x="326053" y="50264"/>
                  </a:lnTo>
                  <a:lnTo>
                    <a:pt x="318778" y="50264"/>
                  </a:lnTo>
                  <a:lnTo>
                    <a:pt x="318778" y="22486"/>
                  </a:lnTo>
                  <a:lnTo>
                    <a:pt x="312826" y="22486"/>
                  </a:lnTo>
                  <a:lnTo>
                    <a:pt x="312826" y="16534"/>
                  </a:lnTo>
                  <a:lnTo>
                    <a:pt x="318778" y="16534"/>
                  </a:lnTo>
                  <a:lnTo>
                    <a:pt x="318778" y="3968"/>
                  </a:lnTo>
                  <a:lnTo>
                    <a:pt x="326053" y="3968"/>
                  </a:lnTo>
                  <a:lnTo>
                    <a:pt x="326053" y="16534"/>
                  </a:lnTo>
                  <a:lnTo>
                    <a:pt x="333328" y="16534"/>
                  </a:lnTo>
                  <a:close/>
                  <a:moveTo>
                    <a:pt x="368380" y="4630"/>
                  </a:moveTo>
                  <a:cubicBezTo>
                    <a:pt x="368380" y="1984"/>
                    <a:pt x="370365" y="0"/>
                    <a:pt x="373010" y="0"/>
                  </a:cubicBezTo>
                  <a:cubicBezTo>
                    <a:pt x="375655" y="0"/>
                    <a:pt x="377639" y="1984"/>
                    <a:pt x="377639" y="4630"/>
                  </a:cubicBezTo>
                  <a:cubicBezTo>
                    <a:pt x="377639" y="7275"/>
                    <a:pt x="375655" y="9259"/>
                    <a:pt x="373010" y="9259"/>
                  </a:cubicBezTo>
                  <a:cubicBezTo>
                    <a:pt x="370365" y="9259"/>
                    <a:pt x="368380" y="7275"/>
                    <a:pt x="368380" y="4630"/>
                  </a:cubicBezTo>
                  <a:close/>
                  <a:moveTo>
                    <a:pt x="369703" y="50264"/>
                  </a:moveTo>
                  <a:lnTo>
                    <a:pt x="369703" y="16534"/>
                  </a:lnTo>
                  <a:lnTo>
                    <a:pt x="376978" y="16534"/>
                  </a:lnTo>
                  <a:lnTo>
                    <a:pt x="376978" y="50264"/>
                  </a:lnTo>
                  <a:lnTo>
                    <a:pt x="369703" y="50264"/>
                  </a:lnTo>
                  <a:close/>
                  <a:moveTo>
                    <a:pt x="470231" y="31084"/>
                  </a:moveTo>
                  <a:lnTo>
                    <a:pt x="470231" y="50264"/>
                  </a:lnTo>
                  <a:lnTo>
                    <a:pt x="462956" y="50264"/>
                  </a:lnTo>
                  <a:lnTo>
                    <a:pt x="462956" y="31746"/>
                  </a:lnTo>
                  <a:cubicBezTo>
                    <a:pt x="462956" y="26455"/>
                    <a:pt x="460310" y="23148"/>
                    <a:pt x="455681" y="23148"/>
                  </a:cubicBezTo>
                  <a:cubicBezTo>
                    <a:pt x="451051" y="23148"/>
                    <a:pt x="447083" y="27116"/>
                    <a:pt x="447083" y="34391"/>
                  </a:cubicBezTo>
                  <a:lnTo>
                    <a:pt x="447083" y="50925"/>
                  </a:lnTo>
                  <a:lnTo>
                    <a:pt x="439808" y="50925"/>
                  </a:lnTo>
                  <a:lnTo>
                    <a:pt x="439808" y="32407"/>
                  </a:lnTo>
                  <a:cubicBezTo>
                    <a:pt x="439808" y="27116"/>
                    <a:pt x="437162" y="23809"/>
                    <a:pt x="432533" y="23809"/>
                  </a:cubicBezTo>
                  <a:cubicBezTo>
                    <a:pt x="427903" y="23809"/>
                    <a:pt x="423935" y="26455"/>
                    <a:pt x="423935" y="33730"/>
                  </a:cubicBezTo>
                  <a:lnTo>
                    <a:pt x="423935" y="51586"/>
                  </a:lnTo>
                  <a:lnTo>
                    <a:pt x="416660" y="51586"/>
                  </a:lnTo>
                  <a:lnTo>
                    <a:pt x="416660" y="17857"/>
                  </a:lnTo>
                  <a:lnTo>
                    <a:pt x="423935" y="17857"/>
                  </a:lnTo>
                  <a:lnTo>
                    <a:pt x="423935" y="23809"/>
                  </a:lnTo>
                  <a:cubicBezTo>
                    <a:pt x="425258" y="19841"/>
                    <a:pt x="429887" y="17195"/>
                    <a:pt x="434517" y="17195"/>
                  </a:cubicBezTo>
                  <a:cubicBezTo>
                    <a:pt x="439146" y="17195"/>
                    <a:pt x="443115" y="19841"/>
                    <a:pt x="445760" y="24471"/>
                  </a:cubicBezTo>
                  <a:cubicBezTo>
                    <a:pt x="448406" y="18518"/>
                    <a:pt x="453696" y="17195"/>
                    <a:pt x="457003" y="17195"/>
                  </a:cubicBezTo>
                  <a:cubicBezTo>
                    <a:pt x="464940" y="17195"/>
                    <a:pt x="469569" y="23148"/>
                    <a:pt x="469569" y="32407"/>
                  </a:cubicBezTo>
                  <a:close/>
                  <a:moveTo>
                    <a:pt x="541658" y="36375"/>
                  </a:moveTo>
                  <a:lnTo>
                    <a:pt x="515203" y="36375"/>
                  </a:lnTo>
                  <a:cubicBezTo>
                    <a:pt x="515865" y="41666"/>
                    <a:pt x="519833" y="44973"/>
                    <a:pt x="525124" y="44973"/>
                  </a:cubicBezTo>
                  <a:cubicBezTo>
                    <a:pt x="530415" y="44973"/>
                    <a:pt x="532399" y="42989"/>
                    <a:pt x="534383" y="40343"/>
                  </a:cubicBezTo>
                  <a:lnTo>
                    <a:pt x="540335" y="42989"/>
                  </a:lnTo>
                  <a:cubicBezTo>
                    <a:pt x="537690" y="48941"/>
                    <a:pt x="531738" y="51586"/>
                    <a:pt x="525124" y="51586"/>
                  </a:cubicBezTo>
                  <a:cubicBezTo>
                    <a:pt x="515203" y="51586"/>
                    <a:pt x="507928" y="44311"/>
                    <a:pt x="507928" y="33730"/>
                  </a:cubicBezTo>
                  <a:cubicBezTo>
                    <a:pt x="507928" y="23148"/>
                    <a:pt x="515865" y="16534"/>
                    <a:pt x="525124" y="16534"/>
                  </a:cubicBezTo>
                  <a:cubicBezTo>
                    <a:pt x="534383" y="16534"/>
                    <a:pt x="541658" y="23809"/>
                    <a:pt x="541658" y="33730"/>
                  </a:cubicBezTo>
                  <a:cubicBezTo>
                    <a:pt x="541658" y="34391"/>
                    <a:pt x="541658" y="35714"/>
                    <a:pt x="541658" y="36375"/>
                  </a:cubicBezTo>
                  <a:close/>
                  <a:moveTo>
                    <a:pt x="535044" y="30423"/>
                  </a:moveTo>
                  <a:cubicBezTo>
                    <a:pt x="534383" y="25132"/>
                    <a:pt x="530415" y="21825"/>
                    <a:pt x="525124" y="21825"/>
                  </a:cubicBezTo>
                  <a:cubicBezTo>
                    <a:pt x="519833" y="21825"/>
                    <a:pt x="515865" y="24471"/>
                    <a:pt x="515203" y="30423"/>
                  </a:cubicBezTo>
                  <a:lnTo>
                    <a:pt x="535044" y="30423"/>
                  </a:lnTo>
                  <a:close/>
                  <a:moveTo>
                    <a:pt x="611763" y="31084"/>
                  </a:moveTo>
                  <a:lnTo>
                    <a:pt x="611763" y="50264"/>
                  </a:lnTo>
                  <a:lnTo>
                    <a:pt x="604488" y="50264"/>
                  </a:lnTo>
                  <a:lnTo>
                    <a:pt x="604488" y="31746"/>
                  </a:lnTo>
                  <a:cubicBezTo>
                    <a:pt x="604488" y="26455"/>
                    <a:pt x="601181" y="23148"/>
                    <a:pt x="597213" y="23148"/>
                  </a:cubicBezTo>
                  <a:cubicBezTo>
                    <a:pt x="593245" y="23148"/>
                    <a:pt x="587292" y="25793"/>
                    <a:pt x="587292" y="32407"/>
                  </a:cubicBezTo>
                  <a:lnTo>
                    <a:pt x="587292" y="50264"/>
                  </a:lnTo>
                  <a:lnTo>
                    <a:pt x="580017" y="50264"/>
                  </a:lnTo>
                  <a:lnTo>
                    <a:pt x="580017" y="16534"/>
                  </a:lnTo>
                  <a:lnTo>
                    <a:pt x="587292" y="16534"/>
                  </a:lnTo>
                  <a:lnTo>
                    <a:pt x="587292" y="21825"/>
                  </a:lnTo>
                  <a:cubicBezTo>
                    <a:pt x="589276" y="17857"/>
                    <a:pt x="594567" y="15873"/>
                    <a:pt x="598536" y="15873"/>
                  </a:cubicBezTo>
                  <a:cubicBezTo>
                    <a:pt x="607133" y="15873"/>
                    <a:pt x="611763" y="21825"/>
                    <a:pt x="611763" y="31084"/>
                  </a:cubicBezTo>
                  <a:close/>
                  <a:moveTo>
                    <a:pt x="667979" y="16534"/>
                  </a:moveTo>
                  <a:lnTo>
                    <a:pt x="667979" y="22486"/>
                  </a:lnTo>
                  <a:lnTo>
                    <a:pt x="660704" y="22486"/>
                  </a:lnTo>
                  <a:lnTo>
                    <a:pt x="660704" y="50264"/>
                  </a:lnTo>
                  <a:lnTo>
                    <a:pt x="653429" y="50264"/>
                  </a:lnTo>
                  <a:lnTo>
                    <a:pt x="653429" y="22486"/>
                  </a:lnTo>
                  <a:lnTo>
                    <a:pt x="647476" y="22486"/>
                  </a:lnTo>
                  <a:lnTo>
                    <a:pt x="647476" y="16534"/>
                  </a:lnTo>
                  <a:lnTo>
                    <a:pt x="653429" y="16534"/>
                  </a:lnTo>
                  <a:lnTo>
                    <a:pt x="653429" y="3968"/>
                  </a:lnTo>
                  <a:lnTo>
                    <a:pt x="660704" y="3968"/>
                  </a:lnTo>
                  <a:lnTo>
                    <a:pt x="660704" y="16534"/>
                  </a:lnTo>
                  <a:lnTo>
                    <a:pt x="667979" y="16534"/>
                  </a:lnTo>
                  <a:close/>
                  <a:moveTo>
                    <a:pt x="701708" y="33068"/>
                  </a:moveTo>
                  <a:cubicBezTo>
                    <a:pt x="701708" y="22486"/>
                    <a:pt x="709645" y="15873"/>
                    <a:pt x="718904" y="15873"/>
                  </a:cubicBezTo>
                  <a:cubicBezTo>
                    <a:pt x="728163" y="15873"/>
                    <a:pt x="736761" y="23148"/>
                    <a:pt x="736761" y="33068"/>
                  </a:cubicBezTo>
                  <a:cubicBezTo>
                    <a:pt x="736761" y="42989"/>
                    <a:pt x="728824" y="50925"/>
                    <a:pt x="718904" y="50925"/>
                  </a:cubicBezTo>
                  <a:cubicBezTo>
                    <a:pt x="708983" y="50925"/>
                    <a:pt x="701708" y="43650"/>
                    <a:pt x="701708" y="33068"/>
                  </a:cubicBezTo>
                  <a:close/>
                  <a:moveTo>
                    <a:pt x="730147" y="33068"/>
                  </a:moveTo>
                  <a:cubicBezTo>
                    <a:pt x="730147" y="26455"/>
                    <a:pt x="725518" y="21825"/>
                    <a:pt x="719565" y="21825"/>
                  </a:cubicBezTo>
                  <a:cubicBezTo>
                    <a:pt x="713613" y="21825"/>
                    <a:pt x="708983" y="26455"/>
                    <a:pt x="708983" y="33068"/>
                  </a:cubicBezTo>
                  <a:cubicBezTo>
                    <a:pt x="708983" y="39682"/>
                    <a:pt x="713613" y="44311"/>
                    <a:pt x="719565" y="44311"/>
                  </a:cubicBezTo>
                  <a:cubicBezTo>
                    <a:pt x="725518" y="44311"/>
                    <a:pt x="730147" y="39682"/>
                    <a:pt x="730147" y="33068"/>
                  </a:cubicBezTo>
                  <a:close/>
                  <a:moveTo>
                    <a:pt x="772474" y="39682"/>
                  </a:moveTo>
                  <a:lnTo>
                    <a:pt x="779088" y="39682"/>
                  </a:lnTo>
                  <a:cubicBezTo>
                    <a:pt x="779088" y="42327"/>
                    <a:pt x="781734" y="44311"/>
                    <a:pt x="785040" y="44311"/>
                  </a:cubicBezTo>
                  <a:cubicBezTo>
                    <a:pt x="788347" y="44311"/>
                    <a:pt x="790993" y="42327"/>
                    <a:pt x="790993" y="39682"/>
                  </a:cubicBezTo>
                  <a:cubicBezTo>
                    <a:pt x="790993" y="37036"/>
                    <a:pt x="789009" y="36375"/>
                    <a:pt x="787025" y="35714"/>
                  </a:cubicBezTo>
                  <a:lnTo>
                    <a:pt x="782395" y="34391"/>
                  </a:lnTo>
                  <a:cubicBezTo>
                    <a:pt x="776443" y="33068"/>
                    <a:pt x="773136" y="29761"/>
                    <a:pt x="773136" y="24471"/>
                  </a:cubicBezTo>
                  <a:cubicBezTo>
                    <a:pt x="773136" y="19180"/>
                    <a:pt x="777765" y="14550"/>
                    <a:pt x="785040" y="14550"/>
                  </a:cubicBezTo>
                  <a:cubicBezTo>
                    <a:pt x="792315" y="14550"/>
                    <a:pt x="796945" y="17195"/>
                    <a:pt x="796945" y="24471"/>
                  </a:cubicBezTo>
                  <a:lnTo>
                    <a:pt x="790331" y="24471"/>
                  </a:lnTo>
                  <a:cubicBezTo>
                    <a:pt x="790331" y="21825"/>
                    <a:pt x="787686" y="20502"/>
                    <a:pt x="785040" y="20502"/>
                  </a:cubicBezTo>
                  <a:cubicBezTo>
                    <a:pt x="782395" y="20502"/>
                    <a:pt x="780411" y="22486"/>
                    <a:pt x="780411" y="24471"/>
                  </a:cubicBezTo>
                  <a:cubicBezTo>
                    <a:pt x="780411" y="26455"/>
                    <a:pt x="782395" y="27777"/>
                    <a:pt x="784379" y="28439"/>
                  </a:cubicBezTo>
                  <a:lnTo>
                    <a:pt x="789670" y="29761"/>
                  </a:lnTo>
                  <a:cubicBezTo>
                    <a:pt x="796945" y="31746"/>
                    <a:pt x="798268" y="35714"/>
                    <a:pt x="798268" y="39682"/>
                  </a:cubicBezTo>
                  <a:cubicBezTo>
                    <a:pt x="798268" y="46296"/>
                    <a:pt x="792315" y="49602"/>
                    <a:pt x="785040" y="49602"/>
                  </a:cubicBezTo>
                  <a:cubicBezTo>
                    <a:pt x="779088" y="49602"/>
                    <a:pt x="772474" y="45634"/>
                    <a:pt x="772474" y="39021"/>
                  </a:cubicBezTo>
                  <a:close/>
                </a:path>
              </a:pathLst>
            </a:custGeom>
            <a:solidFill>
              <a:srgbClr val="041E42"/>
            </a:solidFill>
            <a:ln w="6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AB5C4C3-6264-24FF-0944-D68F80533518}"/>
                </a:ext>
              </a:extLst>
            </p:cNvPr>
            <p:cNvSpPr/>
            <p:nvPr/>
          </p:nvSpPr>
          <p:spPr>
            <a:xfrm>
              <a:off x="1988732" y="6314313"/>
              <a:ext cx="207329" cy="323795"/>
            </a:xfrm>
            <a:custGeom>
              <a:avLst/>
              <a:gdLst>
                <a:gd name="csX0" fmla="*/ 207330 w 207329"/>
                <a:gd name="csY0" fmla="*/ 40731 h 323795"/>
                <a:gd name="csX1" fmla="*/ 207330 w 207329"/>
                <a:gd name="csY1" fmla="*/ 283452 h 323795"/>
                <a:gd name="csX2" fmla="*/ 166986 w 207329"/>
                <a:gd name="csY2" fmla="*/ 323795 h 323795"/>
                <a:gd name="csX3" fmla="*/ 94236 w 207329"/>
                <a:gd name="csY3" fmla="*/ 323795 h 323795"/>
                <a:gd name="csX4" fmla="*/ 18841 w 207329"/>
                <a:gd name="csY4" fmla="*/ 174327 h 323795"/>
                <a:gd name="csX5" fmla="*/ 134580 w 207329"/>
                <a:gd name="csY5" fmla="*/ 16261 h 323795"/>
                <a:gd name="csX6" fmla="*/ 207330 w 207329"/>
                <a:gd name="csY6" fmla="*/ 40070 h 323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07329" h="323795">
                  <a:moveTo>
                    <a:pt x="207330" y="40731"/>
                  </a:moveTo>
                  <a:lnTo>
                    <a:pt x="207330" y="283452"/>
                  </a:lnTo>
                  <a:cubicBezTo>
                    <a:pt x="207330" y="305938"/>
                    <a:pt x="189473" y="323795"/>
                    <a:pt x="166986" y="323795"/>
                  </a:cubicBezTo>
                  <a:lnTo>
                    <a:pt x="94236" y="323795"/>
                  </a:lnTo>
                  <a:cubicBezTo>
                    <a:pt x="16857" y="323795"/>
                    <a:pt x="-27455" y="235834"/>
                    <a:pt x="18841" y="174327"/>
                  </a:cubicBezTo>
                  <a:lnTo>
                    <a:pt x="134580" y="16261"/>
                  </a:lnTo>
                  <a:cubicBezTo>
                    <a:pt x="157727" y="-14823"/>
                    <a:pt x="207330" y="1711"/>
                    <a:pt x="207330" y="40070"/>
                  </a:cubicBezTo>
                  <a:close/>
                </a:path>
              </a:pathLst>
            </a:custGeom>
            <a:solidFill>
              <a:srgbClr val="00BF6F"/>
            </a:solidFill>
            <a:ln w="6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48DC9F7-001A-715A-839E-7E371204C07D}"/>
                </a:ext>
              </a:extLst>
            </p:cNvPr>
            <p:cNvSpPr/>
            <p:nvPr/>
          </p:nvSpPr>
          <p:spPr>
            <a:xfrm>
              <a:off x="1910352" y="6314701"/>
              <a:ext cx="207329" cy="322639"/>
            </a:xfrm>
            <a:custGeom>
              <a:avLst/>
              <a:gdLst>
                <a:gd name="csX0" fmla="*/ 0 w 207329"/>
                <a:gd name="csY0" fmla="*/ 282403 h 322639"/>
                <a:gd name="csX1" fmla="*/ 0 w 207329"/>
                <a:gd name="csY1" fmla="*/ 40343 h 322639"/>
                <a:gd name="csX2" fmla="*/ 40343 w 207329"/>
                <a:gd name="csY2" fmla="*/ 0 h 322639"/>
                <a:gd name="csX3" fmla="*/ 113093 w 207329"/>
                <a:gd name="csY3" fmla="*/ 0 h 322639"/>
                <a:gd name="csX4" fmla="*/ 188489 w 207329"/>
                <a:gd name="csY4" fmla="*/ 149468 h 322639"/>
                <a:gd name="csX5" fmla="*/ 72750 w 207329"/>
                <a:gd name="csY5" fmla="*/ 306212 h 322639"/>
                <a:gd name="csX6" fmla="*/ 0 w 207329"/>
                <a:gd name="csY6" fmla="*/ 282403 h 3226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07329" h="322639">
                  <a:moveTo>
                    <a:pt x="0" y="282403"/>
                  </a:moveTo>
                  <a:lnTo>
                    <a:pt x="0" y="40343"/>
                  </a:lnTo>
                  <a:cubicBezTo>
                    <a:pt x="0" y="17857"/>
                    <a:pt x="17857" y="0"/>
                    <a:pt x="40343" y="0"/>
                  </a:cubicBezTo>
                  <a:lnTo>
                    <a:pt x="113093" y="0"/>
                  </a:lnTo>
                  <a:cubicBezTo>
                    <a:pt x="190473" y="0"/>
                    <a:pt x="234785" y="87962"/>
                    <a:pt x="188489" y="149468"/>
                  </a:cubicBezTo>
                  <a:lnTo>
                    <a:pt x="72750" y="306212"/>
                  </a:lnTo>
                  <a:cubicBezTo>
                    <a:pt x="49602" y="337296"/>
                    <a:pt x="0" y="321423"/>
                    <a:pt x="0" y="282403"/>
                  </a:cubicBezTo>
                  <a:close/>
                </a:path>
              </a:pathLst>
            </a:custGeom>
            <a:solidFill>
              <a:srgbClr val="0072CE"/>
            </a:solidFill>
            <a:ln w="6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DB3A11-E1A9-28CD-2F6D-B50B734EFCFE}"/>
                </a:ext>
              </a:extLst>
            </p:cNvPr>
            <p:cNvSpPr/>
            <p:nvPr/>
          </p:nvSpPr>
          <p:spPr>
            <a:xfrm>
              <a:off x="1988302" y="6357689"/>
              <a:ext cx="129148" cy="236107"/>
            </a:xfrm>
            <a:custGeom>
              <a:avLst/>
              <a:gdLst>
                <a:gd name="csX0" fmla="*/ 114507 w 129148"/>
                <a:gd name="csY0" fmla="*/ 661 h 236107"/>
                <a:gd name="csX1" fmla="*/ 18609 w 129148"/>
                <a:gd name="csY1" fmla="*/ 130289 h 236107"/>
                <a:gd name="csX2" fmla="*/ 14641 w 129148"/>
                <a:gd name="csY2" fmla="*/ 236107 h 236107"/>
                <a:gd name="csX3" fmla="*/ 110539 w 129148"/>
                <a:gd name="csY3" fmla="*/ 106480 h 236107"/>
                <a:gd name="csX4" fmla="*/ 114507 w 129148"/>
                <a:gd name="csY4" fmla="*/ 0 h 23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9148" h="236107">
                  <a:moveTo>
                    <a:pt x="114507" y="661"/>
                  </a:moveTo>
                  <a:lnTo>
                    <a:pt x="18609" y="130289"/>
                  </a:lnTo>
                  <a:cubicBezTo>
                    <a:pt x="-6523" y="164018"/>
                    <a:pt x="-4539" y="205684"/>
                    <a:pt x="14641" y="236107"/>
                  </a:cubicBezTo>
                  <a:lnTo>
                    <a:pt x="110539" y="106480"/>
                  </a:lnTo>
                  <a:cubicBezTo>
                    <a:pt x="135671" y="72750"/>
                    <a:pt x="133687" y="31084"/>
                    <a:pt x="114507" y="0"/>
                  </a:cubicBezTo>
                  <a:close/>
                </a:path>
              </a:pathLst>
            </a:custGeom>
            <a:solidFill>
              <a:srgbClr val="10069F"/>
            </a:solidFill>
            <a:ln w="6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">
            <a:extLst>
              <a:ext uri="{FF2B5EF4-FFF2-40B4-BE49-F238E27FC236}">
                <a16:creationId xmlns:a16="http://schemas.microsoft.com/office/drawing/2014/main" id="{0765EFA8-5424-3404-F969-EE14E8893DFE}"/>
              </a:ext>
            </a:extLst>
          </p:cNvPr>
          <p:cNvSpPr>
            <a:spLocks noChangeAspect="1"/>
          </p:cNvSpPr>
          <p:nvPr userDrawn="1"/>
        </p:nvSpPr>
        <p:spPr>
          <a:xfrm>
            <a:off x="2858011" y="6340937"/>
            <a:ext cx="1375653" cy="386148"/>
          </a:xfrm>
          <a:custGeom>
            <a:avLst/>
            <a:gdLst/>
            <a:ahLst/>
            <a:cxnLst/>
            <a:rect l="l" t="t" r="r" b="b"/>
            <a:pathLst>
              <a:path w="10039746" h="2818174">
                <a:moveTo>
                  <a:pt x="0" y="0"/>
                </a:moveTo>
                <a:lnTo>
                  <a:pt x="10039746" y="0"/>
                </a:lnTo>
                <a:lnTo>
                  <a:pt x="10039746" y="2818174"/>
                </a:lnTo>
                <a:lnTo>
                  <a:pt x="0" y="28181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6" name="Picture 25" descr="Prévia da imagem">
            <a:extLst>
              <a:ext uri="{FF2B5EF4-FFF2-40B4-BE49-F238E27FC236}">
                <a16:creationId xmlns:a16="http://schemas.microsoft.com/office/drawing/2014/main" id="{3FD3E8A8-2909-037A-29C0-3A4530E1145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52282" y="171064"/>
            <a:ext cx="1207920" cy="92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0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3ACD079A-8217-426C-3F97-8D939E9FF7D7}"/>
              </a:ext>
            </a:extLst>
          </p:cNvPr>
          <p:cNvSpPr/>
          <p:nvPr userDrawn="1"/>
        </p:nvSpPr>
        <p:spPr>
          <a:xfrm>
            <a:off x="5867401" y="228604"/>
            <a:ext cx="1600200" cy="1600196"/>
          </a:xfrm>
          <a:prstGeom prst="ellipse">
            <a:avLst/>
          </a:prstGeom>
          <a:solidFill>
            <a:srgbClr val="C0504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3D65E-A5F0-1EAC-F97E-4CAB0204E175}"/>
              </a:ext>
            </a:extLst>
          </p:cNvPr>
          <p:cNvSpPr/>
          <p:nvPr userDrawn="1"/>
        </p:nvSpPr>
        <p:spPr>
          <a:xfrm rot="19845471">
            <a:off x="6292998" y="1553980"/>
            <a:ext cx="1434508" cy="244841"/>
          </a:xfrm>
          <a:prstGeom prst="rect">
            <a:avLst/>
          </a:prstGeom>
          <a:solidFill>
            <a:srgbClr val="F2EE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Prévia da imagem">
            <a:extLst>
              <a:ext uri="{FF2B5EF4-FFF2-40B4-BE49-F238E27FC236}">
                <a16:creationId xmlns:a16="http://schemas.microsoft.com/office/drawing/2014/main" id="{189F11C3-57AE-DBFB-C381-DF1F7358C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4080" y="3858"/>
            <a:ext cx="1207920" cy="9223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E95CDC-83C8-CA62-10EC-C1BE0007D7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1524000" y="-511628"/>
            <a:ext cx="13716000" cy="766167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B4A889-6FDC-7CF5-9645-49D7CDE4F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711" y="885262"/>
            <a:ext cx="2317750" cy="434975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rgbClr val="7F7F7F"/>
                </a:solidFill>
                <a:latin typeface="Shippiro mincho"/>
              </a:defRPr>
            </a:lvl1pPr>
          </a:lstStyle>
          <a:p>
            <a:pPr lvl="0"/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section</a:t>
            </a:r>
            <a:r>
              <a:rPr lang="pt-BR"/>
              <a:t> </a:t>
            </a:r>
            <a:r>
              <a:rPr lang="pt-BR" err="1"/>
              <a:t>here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12B6BD-2243-6E8A-90B6-66164D3AD53D}"/>
              </a:ext>
            </a:extLst>
          </p:cNvPr>
          <p:cNvCxnSpPr>
            <a:cxnSpLocks/>
          </p:cNvCxnSpPr>
          <p:nvPr userDrawn="1"/>
        </p:nvCxnSpPr>
        <p:spPr>
          <a:xfrm>
            <a:off x="304800" y="1828800"/>
            <a:ext cx="936171" cy="0"/>
          </a:xfrm>
          <a:prstGeom prst="line">
            <a:avLst/>
          </a:prstGeom>
          <a:ln w="57150">
            <a:solidFill>
              <a:srgbClr val="99293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BEA35BA-DE75-6BB9-7BF3-042F860E9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7572" y="1211264"/>
            <a:ext cx="5091997" cy="508790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rgbClr val="992937"/>
                </a:solidFill>
                <a:latin typeface="Shippiro mincho"/>
              </a:defRPr>
            </a:lvl1pPr>
          </a:lstStyle>
          <a:p>
            <a:pPr lvl="0"/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topic</a:t>
            </a:r>
            <a:r>
              <a:rPr lang="pt-BR"/>
              <a:t> </a:t>
            </a:r>
            <a:r>
              <a:rPr lang="pt-BR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8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3ACD079A-8217-426C-3F97-8D939E9FF7D7}"/>
              </a:ext>
            </a:extLst>
          </p:cNvPr>
          <p:cNvSpPr/>
          <p:nvPr userDrawn="1"/>
        </p:nvSpPr>
        <p:spPr>
          <a:xfrm>
            <a:off x="5867401" y="228604"/>
            <a:ext cx="1600200" cy="1600196"/>
          </a:xfrm>
          <a:prstGeom prst="ellipse">
            <a:avLst/>
          </a:prstGeom>
          <a:solidFill>
            <a:srgbClr val="C0504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3D65E-A5F0-1EAC-F97E-4CAB0204E175}"/>
              </a:ext>
            </a:extLst>
          </p:cNvPr>
          <p:cNvSpPr/>
          <p:nvPr userDrawn="1"/>
        </p:nvSpPr>
        <p:spPr>
          <a:xfrm rot="19845471">
            <a:off x="6292998" y="1553980"/>
            <a:ext cx="1434508" cy="244841"/>
          </a:xfrm>
          <a:prstGeom prst="rect">
            <a:avLst/>
          </a:prstGeom>
          <a:solidFill>
            <a:srgbClr val="F2EE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Prévia da imagem">
            <a:extLst>
              <a:ext uri="{FF2B5EF4-FFF2-40B4-BE49-F238E27FC236}">
                <a16:creationId xmlns:a16="http://schemas.microsoft.com/office/drawing/2014/main" id="{189F11C3-57AE-DBFB-C381-DF1F7358C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4080" y="3858"/>
            <a:ext cx="1207920" cy="9223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E95CDC-83C8-CA62-10EC-C1BE0007D7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1524000" y="-511628"/>
            <a:ext cx="13716000" cy="766167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B4A889-6FDC-7CF5-9645-49D7CDE4F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711" y="885262"/>
            <a:ext cx="2317750" cy="434975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rgbClr val="7F7F7F"/>
                </a:solidFill>
                <a:latin typeface="Shippiro mincho"/>
              </a:defRPr>
            </a:lvl1pPr>
          </a:lstStyle>
          <a:p>
            <a:pPr lvl="0"/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section</a:t>
            </a:r>
            <a:r>
              <a:rPr lang="pt-BR"/>
              <a:t> </a:t>
            </a:r>
            <a:r>
              <a:rPr lang="pt-BR" err="1"/>
              <a:t>here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12B6BD-2243-6E8A-90B6-66164D3AD53D}"/>
              </a:ext>
            </a:extLst>
          </p:cNvPr>
          <p:cNvCxnSpPr>
            <a:cxnSpLocks/>
          </p:cNvCxnSpPr>
          <p:nvPr userDrawn="1"/>
        </p:nvCxnSpPr>
        <p:spPr>
          <a:xfrm>
            <a:off x="304800" y="1828800"/>
            <a:ext cx="936171" cy="0"/>
          </a:xfrm>
          <a:prstGeom prst="line">
            <a:avLst/>
          </a:prstGeom>
          <a:ln w="57150">
            <a:solidFill>
              <a:srgbClr val="99293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BEA35BA-DE75-6BB9-7BF3-042F860E9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7572" y="1211264"/>
            <a:ext cx="5091997" cy="508790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rgbClr val="992937"/>
                </a:solidFill>
                <a:latin typeface="Shippiro mincho"/>
              </a:defRPr>
            </a:lvl1pPr>
          </a:lstStyle>
          <a:p>
            <a:pPr lvl="0"/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topic</a:t>
            </a:r>
            <a:r>
              <a:rPr lang="pt-BR"/>
              <a:t> </a:t>
            </a:r>
            <a:r>
              <a:rPr lang="pt-BR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74EA0EC-23A4-49DC-447D-2413EB559D87}"/>
              </a:ext>
            </a:extLst>
          </p:cNvPr>
          <p:cNvGrpSpPr/>
          <p:nvPr userDrawn="1"/>
        </p:nvGrpSpPr>
        <p:grpSpPr>
          <a:xfrm>
            <a:off x="313374" y="1851221"/>
            <a:ext cx="1766245" cy="3454210"/>
            <a:chOff x="520836" y="1851221"/>
            <a:chExt cx="1766245" cy="345421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BEADF52-B0A0-B79E-8B8A-E8F776684B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26836" y="2551878"/>
              <a:ext cx="1754245" cy="1754245"/>
            </a:xfrm>
            <a:prstGeom prst="ellipse">
              <a:avLst/>
            </a:prstGeom>
            <a:solidFill>
              <a:srgbClr val="992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F3D65EE-B36A-0B7D-D523-BB536531B9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56" r="13156" b="1510"/>
            <a:stretch>
              <a:fillRect/>
            </a:stretch>
          </p:blipFill>
          <p:spPr>
            <a:xfrm>
              <a:off x="520836" y="1851221"/>
              <a:ext cx="1766245" cy="2460902"/>
            </a:xfrm>
            <a:custGeom>
              <a:avLst/>
              <a:gdLst/>
              <a:ahLst/>
              <a:cxnLst/>
              <a:rect l="l" t="t" r="r" b="b"/>
              <a:pathLst>
                <a:path w="1766245" h="2460902">
                  <a:moveTo>
                    <a:pt x="0" y="0"/>
                  </a:moveTo>
                  <a:lnTo>
                    <a:pt x="0" y="1577780"/>
                  </a:lnTo>
                  <a:arcTo wR="883122" hR="883122" stAng="10800000" swAng="-10800000"/>
                  <a:lnTo>
                    <a:pt x="1766245" y="0"/>
                  </a:lnTo>
                  <a:close/>
                </a:path>
              </a:pathLst>
            </a:cu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45C68C-A4F3-5777-6A56-DD880ED21DA9}"/>
                </a:ext>
              </a:extLst>
            </p:cNvPr>
            <p:cNvSpPr txBox="1"/>
            <p:nvPr userDrawn="1"/>
          </p:nvSpPr>
          <p:spPr>
            <a:xfrm>
              <a:off x="699402" y="4490720"/>
              <a:ext cx="13981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>
                  <a:latin typeface="Shippori Mincho ExtraBold" panose="00000900000000000000" pitchFamily="2" charset="-128"/>
                  <a:ea typeface="Shippori Mincho ExtraBold" panose="00000900000000000000" pitchFamily="2" charset="-128"/>
                </a:rPr>
                <a:t>João Nóbrega</a:t>
              </a:r>
              <a:endParaRPr lang="en-US" sz="1400">
                <a:latin typeface="Shippori Mincho ExtraBold" panose="00000900000000000000" pitchFamily="2" charset="-128"/>
                <a:ea typeface="Shippori Mincho ExtraBold" panose="00000900000000000000" pitchFamily="2" charset="-12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B12384-04D1-2A8D-F36D-DA980FECB0CF}"/>
                </a:ext>
              </a:extLst>
            </p:cNvPr>
            <p:cNvSpPr txBox="1"/>
            <p:nvPr userDrawn="1"/>
          </p:nvSpPr>
          <p:spPr>
            <a:xfrm>
              <a:off x="604315" y="4782211"/>
              <a:ext cx="15883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Economics</a:t>
              </a:r>
            </a:p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6</a:t>
              </a:r>
              <a:r>
                <a:rPr lang="pt-BR" sz="1400" baseline="300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th</a:t>
              </a:r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 semester </a:t>
              </a:r>
              <a:endParaRPr lang="en-US" sz="1400">
                <a:latin typeface="Shippori Mincho" panose="00000500000000000000" pitchFamily="2" charset="-128"/>
                <a:ea typeface="Shippori Mincho" panose="00000500000000000000" pitchFamily="2" charset="-128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712DA9F-5A66-155F-8122-E4F771F0A556}"/>
              </a:ext>
            </a:extLst>
          </p:cNvPr>
          <p:cNvGrpSpPr/>
          <p:nvPr userDrawn="1"/>
        </p:nvGrpSpPr>
        <p:grpSpPr>
          <a:xfrm>
            <a:off x="2666481" y="2051367"/>
            <a:ext cx="1893468" cy="3270348"/>
            <a:chOff x="2912098" y="2051367"/>
            <a:chExt cx="1893468" cy="327034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E78435E-7376-7CE3-61C9-4C8B6D3263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00676" y="2551878"/>
              <a:ext cx="1754245" cy="1754245"/>
            </a:xfrm>
            <a:prstGeom prst="ellipse">
              <a:avLst/>
            </a:prstGeom>
            <a:solidFill>
              <a:srgbClr val="992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6BA423-7A08-E454-3C20-20C3E054D8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56" r="17156" b="8772"/>
            <a:stretch>
              <a:fillRect/>
            </a:stretch>
          </p:blipFill>
          <p:spPr>
            <a:xfrm>
              <a:off x="2994676" y="2051367"/>
              <a:ext cx="1766245" cy="2260756"/>
            </a:xfrm>
            <a:custGeom>
              <a:avLst/>
              <a:gdLst/>
              <a:ahLst/>
              <a:cxnLst/>
              <a:rect l="l" t="t" r="r" b="b"/>
              <a:pathLst>
                <a:path w="1766245" h="2260756">
                  <a:moveTo>
                    <a:pt x="0" y="0"/>
                  </a:moveTo>
                  <a:lnTo>
                    <a:pt x="0" y="1377634"/>
                  </a:lnTo>
                  <a:arcTo wR="883122" hR="883122" stAng="10800000" swAng="-10800000"/>
                  <a:lnTo>
                    <a:pt x="1766245" y="0"/>
                  </a:lnTo>
                  <a:close/>
                </a:path>
              </a:pathLst>
            </a:cu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CD3572-B147-1E15-20E9-4EFEFAD60F23}"/>
                </a:ext>
              </a:extLst>
            </p:cNvPr>
            <p:cNvSpPr txBox="1"/>
            <p:nvPr userDrawn="1"/>
          </p:nvSpPr>
          <p:spPr>
            <a:xfrm>
              <a:off x="2912098" y="4490720"/>
              <a:ext cx="18934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>
                  <a:latin typeface="Shippori Mincho ExtraBold" panose="00000900000000000000" pitchFamily="2" charset="-128"/>
                  <a:ea typeface="Shippori Mincho ExtraBold" panose="00000900000000000000" pitchFamily="2" charset="-128"/>
                </a:rPr>
                <a:t>Catarina Rahmeier</a:t>
              </a:r>
              <a:endParaRPr lang="en-US" sz="1400">
                <a:latin typeface="Shippori Mincho ExtraBold" panose="00000900000000000000" pitchFamily="2" charset="-128"/>
                <a:ea typeface="Shippori Mincho ExtraBold" panose="00000900000000000000" pitchFamily="2" charset="-12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AF06CF-3C68-7070-BCB9-A96EA928B8FA}"/>
                </a:ext>
              </a:extLst>
            </p:cNvPr>
            <p:cNvSpPr txBox="1"/>
            <p:nvPr userDrawn="1"/>
          </p:nvSpPr>
          <p:spPr>
            <a:xfrm>
              <a:off x="3064675" y="4798495"/>
              <a:ext cx="15883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Economics</a:t>
              </a:r>
            </a:p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2</a:t>
              </a:r>
              <a:r>
                <a:rPr lang="pt-BR" sz="1400" baseline="300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nd</a:t>
              </a:r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 semester </a:t>
              </a:r>
              <a:endParaRPr lang="en-US" sz="1400">
                <a:latin typeface="Shippori Mincho" panose="00000500000000000000" pitchFamily="2" charset="-128"/>
                <a:ea typeface="Shippori Mincho" panose="00000500000000000000" pitchFamily="2" charset="-128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B8332B-55D5-E71B-F7BF-34A5FCB600D7}"/>
              </a:ext>
            </a:extLst>
          </p:cNvPr>
          <p:cNvGrpSpPr/>
          <p:nvPr userDrawn="1"/>
        </p:nvGrpSpPr>
        <p:grpSpPr>
          <a:xfrm>
            <a:off x="4851637" y="1939851"/>
            <a:ext cx="2394728" cy="3377651"/>
            <a:chOff x="4898636" y="1939851"/>
            <a:chExt cx="2394728" cy="337765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6C242C4-2356-AE3D-54CD-DB81C6255DE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218878" y="2551878"/>
              <a:ext cx="1754245" cy="1754245"/>
            </a:xfrm>
            <a:prstGeom prst="ellipse">
              <a:avLst/>
            </a:prstGeom>
            <a:solidFill>
              <a:srgbClr val="992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39C4C17-8976-9B62-7A63-AEC92855F5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06" r="8406" b="4272"/>
            <a:stretch>
              <a:fillRect/>
            </a:stretch>
          </p:blipFill>
          <p:spPr>
            <a:xfrm>
              <a:off x="5212878" y="1939851"/>
              <a:ext cx="1766245" cy="2372272"/>
            </a:xfrm>
            <a:custGeom>
              <a:avLst/>
              <a:gdLst/>
              <a:ahLst/>
              <a:cxnLst/>
              <a:rect l="l" t="t" r="r" b="b"/>
              <a:pathLst>
                <a:path w="1766245" h="2372272">
                  <a:moveTo>
                    <a:pt x="0" y="0"/>
                  </a:moveTo>
                  <a:lnTo>
                    <a:pt x="0" y="1489150"/>
                  </a:lnTo>
                  <a:arcTo wR="883122" hR="883122" stAng="10800000" swAng="-10800000"/>
                  <a:lnTo>
                    <a:pt x="1766245" y="0"/>
                  </a:lnTo>
                  <a:close/>
                </a:path>
              </a:pathLst>
            </a:cu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BBFC0C-7823-1608-9E3F-DE4B4D56392A}"/>
                </a:ext>
              </a:extLst>
            </p:cNvPr>
            <p:cNvSpPr txBox="1"/>
            <p:nvPr userDrawn="1"/>
          </p:nvSpPr>
          <p:spPr>
            <a:xfrm>
              <a:off x="5359261" y="4490720"/>
              <a:ext cx="1473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>
                  <a:latin typeface="Shippori Mincho ExtraBold" panose="00000900000000000000" pitchFamily="2" charset="-128"/>
                  <a:ea typeface="Shippori Mincho ExtraBold" panose="00000900000000000000" pitchFamily="2" charset="-128"/>
                </a:rPr>
                <a:t>Davi Mesquita</a:t>
              </a:r>
              <a:endParaRPr lang="en-US" sz="1400">
                <a:latin typeface="Shippori Mincho ExtraBold" panose="00000900000000000000" pitchFamily="2" charset="-128"/>
                <a:ea typeface="Shippori Mincho ExtraBold" panose="00000900000000000000" pitchFamily="2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78BDA4-46A4-B9E4-A373-649CC8F06783}"/>
                </a:ext>
              </a:extLst>
            </p:cNvPr>
            <p:cNvSpPr txBox="1"/>
            <p:nvPr userDrawn="1"/>
          </p:nvSpPr>
          <p:spPr>
            <a:xfrm>
              <a:off x="4898636" y="4794282"/>
              <a:ext cx="2394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Business Administration</a:t>
              </a:r>
            </a:p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4</a:t>
              </a:r>
              <a:r>
                <a:rPr lang="pt-BR" sz="1400" baseline="300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th</a:t>
              </a:r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 semester </a:t>
              </a:r>
              <a:endParaRPr lang="en-US" sz="1400">
                <a:latin typeface="Shippori Mincho" panose="00000500000000000000" pitchFamily="2" charset="-128"/>
                <a:ea typeface="Shippori Mincho" panose="00000500000000000000" pitchFamily="2" charset="-128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B21D47D-FB23-EAE0-C27D-8910B5808452}"/>
              </a:ext>
            </a:extLst>
          </p:cNvPr>
          <p:cNvGrpSpPr/>
          <p:nvPr userDrawn="1"/>
        </p:nvGrpSpPr>
        <p:grpSpPr>
          <a:xfrm>
            <a:off x="7294565" y="2001804"/>
            <a:ext cx="2394728" cy="3315698"/>
            <a:chOff x="7164319" y="2001804"/>
            <a:chExt cx="2394728" cy="331569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29F7BA-CFDD-7075-C1BD-F7E91FF2D6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437080" y="2551878"/>
              <a:ext cx="1754245" cy="1754245"/>
            </a:xfrm>
            <a:prstGeom prst="ellipse">
              <a:avLst/>
            </a:prstGeom>
            <a:solidFill>
              <a:srgbClr val="992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296A162-3119-9625-FB4D-FDB74C31AA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06" r="18906" b="6772"/>
            <a:stretch>
              <a:fillRect/>
            </a:stretch>
          </p:blipFill>
          <p:spPr>
            <a:xfrm>
              <a:off x="7431080" y="2001804"/>
              <a:ext cx="1766245" cy="2310319"/>
            </a:xfrm>
            <a:custGeom>
              <a:avLst/>
              <a:gdLst/>
              <a:ahLst/>
              <a:cxnLst/>
              <a:rect l="l" t="t" r="r" b="b"/>
              <a:pathLst>
                <a:path w="1766245" h="2310319">
                  <a:moveTo>
                    <a:pt x="0" y="0"/>
                  </a:moveTo>
                  <a:lnTo>
                    <a:pt x="0" y="1427196"/>
                  </a:lnTo>
                  <a:arcTo wR="883122" hR="883122" stAng="10800000" swAng="-10800000"/>
                  <a:lnTo>
                    <a:pt x="1766245" y="0"/>
                  </a:lnTo>
                  <a:close/>
                </a:path>
              </a:pathLst>
            </a:cu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30364D-B26E-3CBA-27B8-47D25D356187}"/>
                </a:ext>
              </a:extLst>
            </p:cNvPr>
            <p:cNvSpPr txBox="1"/>
            <p:nvPr userDrawn="1"/>
          </p:nvSpPr>
          <p:spPr>
            <a:xfrm>
              <a:off x="7593684" y="4490719"/>
              <a:ext cx="15359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>
                  <a:latin typeface="Shippori Mincho ExtraBold" panose="00000900000000000000" pitchFamily="2" charset="-128"/>
                  <a:ea typeface="Shippori Mincho ExtraBold" panose="00000900000000000000" pitchFamily="2" charset="-128"/>
                </a:rPr>
                <a:t>Eduardo Motta</a:t>
              </a:r>
              <a:endParaRPr lang="en-US" sz="1400">
                <a:latin typeface="Shippori Mincho ExtraBold" panose="00000900000000000000" pitchFamily="2" charset="-128"/>
                <a:ea typeface="Shippori Mincho ExtraBold" panose="00000900000000000000" pitchFamily="2" charset="-128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3223839-4534-40AA-DA4E-4E683131DFC9}"/>
                </a:ext>
              </a:extLst>
            </p:cNvPr>
            <p:cNvSpPr txBox="1"/>
            <p:nvPr userDrawn="1"/>
          </p:nvSpPr>
          <p:spPr>
            <a:xfrm>
              <a:off x="7164319" y="4794282"/>
              <a:ext cx="2394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Business Administration</a:t>
              </a:r>
            </a:p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2</a:t>
              </a:r>
              <a:r>
                <a:rPr lang="pt-BR" sz="1400" baseline="300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nd</a:t>
              </a:r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 semester </a:t>
              </a:r>
              <a:endParaRPr lang="en-US" sz="1400">
                <a:latin typeface="Shippori Mincho" panose="00000500000000000000" pitchFamily="2" charset="-128"/>
                <a:ea typeface="Shippori Mincho" panose="00000500000000000000" pitchFamily="2" charset="-128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B92BDB-99BB-D595-388C-DA118EF828DF}"/>
              </a:ext>
            </a:extLst>
          </p:cNvPr>
          <p:cNvGrpSpPr/>
          <p:nvPr userDrawn="1"/>
        </p:nvGrpSpPr>
        <p:grpSpPr>
          <a:xfrm>
            <a:off x="9621748" y="2045172"/>
            <a:ext cx="2394728" cy="3272330"/>
            <a:chOff x="9348721" y="2045172"/>
            <a:chExt cx="2394728" cy="327233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021F80C-9E37-7406-E87C-BB23F096B93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655281" y="2551878"/>
              <a:ext cx="1754245" cy="1754245"/>
            </a:xfrm>
            <a:prstGeom prst="ellipse">
              <a:avLst/>
            </a:prstGeom>
            <a:solidFill>
              <a:srgbClr val="992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B0BC2C8-1476-3512-A1DF-DDA92F4FED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56" r="7656" b="8522"/>
            <a:stretch>
              <a:fillRect/>
            </a:stretch>
          </p:blipFill>
          <p:spPr>
            <a:xfrm>
              <a:off x="9649281" y="2045172"/>
              <a:ext cx="1766245" cy="2266951"/>
            </a:xfrm>
            <a:custGeom>
              <a:avLst/>
              <a:gdLst/>
              <a:ahLst/>
              <a:cxnLst/>
              <a:rect l="l" t="t" r="r" b="b"/>
              <a:pathLst>
                <a:path w="1766245" h="2266951">
                  <a:moveTo>
                    <a:pt x="0" y="0"/>
                  </a:moveTo>
                  <a:lnTo>
                    <a:pt x="0" y="1383828"/>
                  </a:lnTo>
                  <a:arcTo wR="883122" hR="883122" stAng="10800000" swAng="-10800000"/>
                  <a:lnTo>
                    <a:pt x="1766245" y="0"/>
                  </a:lnTo>
                  <a:close/>
                </a:path>
              </a:pathLst>
            </a:cu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361C48-EBE2-7187-E421-442452B58060}"/>
                </a:ext>
              </a:extLst>
            </p:cNvPr>
            <p:cNvSpPr txBox="1"/>
            <p:nvPr userDrawn="1"/>
          </p:nvSpPr>
          <p:spPr>
            <a:xfrm>
              <a:off x="9631411" y="4490718"/>
              <a:ext cx="1829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>
                  <a:latin typeface="Shippori Mincho ExtraBold" panose="00000900000000000000" pitchFamily="2" charset="-128"/>
                  <a:ea typeface="Shippori Mincho ExtraBold" panose="00000900000000000000" pitchFamily="2" charset="-128"/>
                </a:rPr>
                <a:t>Gustavo Schaeffer</a:t>
              </a:r>
              <a:endParaRPr lang="en-US" sz="1400">
                <a:latin typeface="Shippori Mincho ExtraBold" panose="00000900000000000000" pitchFamily="2" charset="-128"/>
                <a:ea typeface="Shippori Mincho ExtraBold" panose="00000900000000000000" pitchFamily="2" charset="-128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BDD980-A50A-8456-14AD-5AED023C6DFC}"/>
                </a:ext>
              </a:extLst>
            </p:cNvPr>
            <p:cNvSpPr txBox="1"/>
            <p:nvPr userDrawn="1"/>
          </p:nvSpPr>
          <p:spPr>
            <a:xfrm>
              <a:off x="9348721" y="4794282"/>
              <a:ext cx="2394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Economics</a:t>
              </a:r>
            </a:p>
            <a:p>
              <a:pPr algn="ctr"/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2</a:t>
              </a:r>
              <a:r>
                <a:rPr lang="pt-BR" sz="1400" baseline="300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nd</a:t>
              </a:r>
              <a:r>
                <a:rPr lang="pt-BR" sz="1400">
                  <a:latin typeface="Shippori Mincho" panose="00000500000000000000" pitchFamily="2" charset="-128"/>
                  <a:ea typeface="Shippori Mincho" panose="00000500000000000000" pitchFamily="2" charset="-128"/>
                </a:rPr>
                <a:t> semester </a:t>
              </a:r>
              <a:endParaRPr lang="en-US" sz="1400">
                <a:latin typeface="Shippori Mincho" panose="00000500000000000000" pitchFamily="2" charset="-128"/>
                <a:ea typeface="Shippori Mincho" panose="00000500000000000000" pitchFamily="2" charset="-128"/>
              </a:endParaRP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D806E3E-19B2-141A-8E7F-BA394C111011}"/>
              </a:ext>
            </a:extLst>
          </p:cNvPr>
          <p:cNvSpPr/>
          <p:nvPr userDrawn="1"/>
        </p:nvSpPr>
        <p:spPr>
          <a:xfrm>
            <a:off x="350044" y="300215"/>
            <a:ext cx="57943" cy="706873"/>
          </a:xfrm>
          <a:prstGeom prst="roundRect">
            <a:avLst>
              <a:gd name="adj" fmla="val 29453"/>
            </a:avLst>
          </a:prstGeom>
          <a:solidFill>
            <a:srgbClr val="9929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B62F56-EEE3-0CF6-9BCC-4D00EA8422E9}"/>
              </a:ext>
            </a:extLst>
          </p:cNvPr>
          <p:cNvSpPr txBox="1"/>
          <p:nvPr userDrawn="1"/>
        </p:nvSpPr>
        <p:spPr>
          <a:xfrm>
            <a:off x="10631368" y="300215"/>
            <a:ext cx="121058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4000" b="1" i="0" kern="1200" err="1">
                <a:solidFill>
                  <a:srgbClr val="992937"/>
                </a:solidFill>
                <a:effectLst/>
                <a:latin typeface="Shippori Mincho" panose="00000500000000000000" pitchFamily="2" charset="-128"/>
                <a:ea typeface="Shippori Mincho" panose="00000500000000000000" pitchFamily="2" charset="-128"/>
                <a:cs typeface="+mn-cs"/>
              </a:rPr>
              <a:t>日本</a:t>
            </a:r>
            <a:endParaRPr lang="en-US" sz="4000">
              <a:solidFill>
                <a:srgbClr val="992937"/>
              </a:solidFill>
              <a:latin typeface="Shippori Mincho" panose="00000500000000000000" pitchFamily="2" charset="-128"/>
              <a:ea typeface="Shippori Mincho" panose="00000500000000000000" pitchFamily="2" charset="-12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A6E9CA-E0F7-928E-2D1A-1B8A2F1CA189}"/>
              </a:ext>
            </a:extLst>
          </p:cNvPr>
          <p:cNvSpPr txBox="1"/>
          <p:nvPr userDrawn="1"/>
        </p:nvSpPr>
        <p:spPr>
          <a:xfrm>
            <a:off x="500584" y="222764"/>
            <a:ext cx="20361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b="1">
                <a:solidFill>
                  <a:srgbClr val="992937"/>
                </a:solidFill>
                <a:latin typeface="Shippori Mincho ExtraBold" panose="00000900000000000000" pitchFamily="2" charset="-128"/>
                <a:ea typeface="Shippori Mincho ExtraBold" panose="00000900000000000000" pitchFamily="2" charset="-128"/>
              </a:rPr>
              <a:t>Team</a:t>
            </a:r>
            <a:endParaRPr lang="en-US" sz="5000" b="1">
              <a:solidFill>
                <a:srgbClr val="992937"/>
              </a:solidFill>
              <a:latin typeface="Shippori Mincho ExtraBold" panose="00000900000000000000" pitchFamily="2" charset="-128"/>
              <a:ea typeface="Shippori Mincho ExtraBold" panose="00000900000000000000" pitchFamily="2" charset="-128"/>
            </a:endParaRPr>
          </a:p>
        </p:txBody>
      </p:sp>
      <p:pic>
        <p:nvPicPr>
          <p:cNvPr id="35" name="Image 1" descr="Hanko">
            <a:extLst>
              <a:ext uri="{FF2B5EF4-FFF2-40B4-BE49-F238E27FC236}">
                <a16:creationId xmlns:a16="http://schemas.microsoft.com/office/drawing/2014/main" id="{227C4B7A-DF3C-4A75-013E-4C03716AB8A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 rot="21180000">
            <a:off x="1787895" y="3501299"/>
            <a:ext cx="493776" cy="816630"/>
          </a:xfrm>
          <a:prstGeom prst="rect">
            <a:avLst/>
          </a:prstGeom>
        </p:spPr>
      </p:pic>
      <p:pic>
        <p:nvPicPr>
          <p:cNvPr id="37" name="Image 3" descr="Hanko">
            <a:extLst>
              <a:ext uri="{FF2B5EF4-FFF2-40B4-BE49-F238E27FC236}">
                <a16:creationId xmlns:a16="http://schemas.microsoft.com/office/drawing/2014/main" id="{3BFE7EEE-6917-A09B-4859-F8C3408A1E4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 rot="300000">
            <a:off x="4262416" y="3508380"/>
            <a:ext cx="493776" cy="816630"/>
          </a:xfrm>
          <a:prstGeom prst="rect">
            <a:avLst/>
          </a:prstGeom>
        </p:spPr>
      </p:pic>
      <p:pic>
        <p:nvPicPr>
          <p:cNvPr id="39" name="Image 5" descr="Hanko">
            <a:extLst>
              <a:ext uri="{FF2B5EF4-FFF2-40B4-BE49-F238E27FC236}">
                <a16:creationId xmlns:a16="http://schemas.microsoft.com/office/drawing/2014/main" id="{A903DD2B-A562-1A49-DD84-3050B0CA05A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 rot="21360000">
            <a:off x="6615986" y="3508379"/>
            <a:ext cx="493776" cy="816630"/>
          </a:xfrm>
          <a:prstGeom prst="rect">
            <a:avLst/>
          </a:prstGeom>
        </p:spPr>
      </p:pic>
      <p:pic>
        <p:nvPicPr>
          <p:cNvPr id="41" name="Image 7" descr="Hanko">
            <a:extLst>
              <a:ext uri="{FF2B5EF4-FFF2-40B4-BE49-F238E27FC236}">
                <a16:creationId xmlns:a16="http://schemas.microsoft.com/office/drawing/2014/main" id="{3DB46A53-8E10-EEB8-A6E7-30CA72BF271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rot="480000">
            <a:off x="9013040" y="3499184"/>
            <a:ext cx="493776" cy="816630"/>
          </a:xfrm>
          <a:prstGeom prst="rect">
            <a:avLst/>
          </a:prstGeom>
        </p:spPr>
      </p:pic>
      <p:pic>
        <p:nvPicPr>
          <p:cNvPr id="43" name="Image 9" descr="Hanko">
            <a:extLst>
              <a:ext uri="{FF2B5EF4-FFF2-40B4-BE49-F238E27FC236}">
                <a16:creationId xmlns:a16="http://schemas.microsoft.com/office/drawing/2014/main" id="{738B50ED-5BEA-FB2A-D752-0B75C1294E6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 rot="21240000">
            <a:off x="11423540" y="3492367"/>
            <a:ext cx="493776" cy="81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5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—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800F869-D857-2B60-1183-A31C8B23A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F685ED5-0C96-0B46-1F54-F612A2FC1D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2E14141-D6BA-ADD8-D348-03FE934A36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A1A4F3C-F7ED-D0BF-7C30-100EA0CC4D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85E921E1-0071-A506-93CA-E19F011E4C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156EB94-C5BE-4B51-C437-CC2D56447F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49070FC-F147-BBF3-4F7E-1C06CF9146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4ADDBB7-688A-D052-900D-A705C8363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6041B96-FE75-1BA7-8ACC-B579A7F95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3257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AF23F5B-90CC-9191-DD54-3282DF253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771C4A1B-2D7E-28C3-887C-68358A20F4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3D80C668-D7A4-D85B-CAE8-9E4F9FA510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85FD47-2246-C5C5-8C7A-B7A5C8B2A7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B21FE8D-5BB9-6824-DF88-08F0B0873E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BD0FBDB3-DD81-24EB-FD99-F7DC37F78D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B6787FD-0867-79C2-6DAA-0BE51D11F0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F3FD10C-4E7C-920C-D23F-8748DFB191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FC080EFA-48A8-D5DF-EECD-67A5FAC554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CCAB2CAC-5FFE-7E3F-6CE6-2F49015CFF2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A7AA7D5-2EDB-1E39-D197-287803596C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46CD525-E358-F3B3-2755-CA71078672C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3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E9BC52B-4E37-6A7C-F23F-D17A8CE1DC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662246A-33E7-B6A2-79C7-0D03843EC8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5C50068-381C-7925-4D0C-CA1D918D1F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A861DD0-B865-5382-7504-5974124032C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C6751A6-ADA5-F4E3-C950-4B41A8A49B3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776085E-26C8-5A11-C051-0894928378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248FEBB-CCB6-3CCF-6FC4-266057E8428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81B30E-4ACB-4B11-3FDB-D4A8B61FF7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E0048F2-C5B9-54D7-30F7-4AEB9F57610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2DD327F-E603-990F-F7E9-4D7981EF20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6944639-A11E-856F-12FA-A05A5A695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2DF684DC-E2A3-ED24-E690-F153D15078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7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239A82-0324-B99C-E98E-BDA4CF90D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A1A087EE-CE45-17EE-71A0-85CEE6D31C4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4A006BD5-E25C-B33C-E078-960320920C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C6E346B-6B1B-D25E-3661-D5FAF4FB6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991B261-76B3-D0CD-EE76-0AB9605E2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3288886-5603-C47A-AB23-44C1E2AF8F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E9296D68-90FE-084A-12A0-CA944891123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91CF1C0-E962-54E2-4C5C-0580A0F9C7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7EE39E4-C680-72BC-90A2-9440634F93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1F55280F-98D2-41B9-A47E-DE3B0F4B1C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8603F89-0C48-653E-C90F-47C50BB8DD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E5551CE7-82E2-694E-DF02-51DAA283EA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29907999-7E64-F9FB-CDFC-9D7934F6E46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D7E6E502-A0E8-5220-33A0-46EB07A213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E909403-5D3B-06B0-D528-0A99886580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7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—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040CA8A-5F12-8F78-BB11-2D8FB8309D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3C1231-1DE4-921D-0088-C6C5F852ED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65C3DD2-CD92-9C81-06EF-2A62C2AEA2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18811A8-2FDB-0775-639C-2D9F7FBC44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5EBC330-B409-2FFA-F0C2-D7DBA781BB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52CE1EF-F49D-A650-94A4-40C9404ECD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BACEDCD-AA21-80A9-1C6C-CDD9AF840E2A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0E3E948-5CEF-72BA-2A61-5790A820CD5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D652F09-8D6B-2C9B-4E83-1AFAEAE9ED9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C600D8-2411-1FC0-3260-CDD2A9E873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7D38D403-37F9-1070-5058-0237D8D15E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2CCEBF6-557E-4A0B-A242-7445800C9F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5021BC6F-4CD4-C4C2-4DB8-5C830CB58A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2D3ABBA-1D5F-AB85-4581-B1CB2D7C0E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4F7883B-34B0-6E85-309C-AB4A2DD6E8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E94839F-7F49-D70A-5470-146EB79509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481076-CD36-07BD-3782-864C77E1BA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0E46376-F700-D5D4-925C-58F9EEF37AB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7DBC7B66-26CF-5D29-1FD3-8EC372EB869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25DC5BD-8088-1E19-3490-B46AEBA4AD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B1031FB-288D-2815-78F3-91B0B97EF88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1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E1D2C5-7AAD-179B-4DE3-C25945EAFD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1DB18AA0-B74A-7413-61EE-92E55641EF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E2FB8066-30F9-93C0-34D4-0C6BAF7D3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DE06A5B-CE08-CBC0-921E-55BB906E8D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CE75959-2944-87A4-426D-D110DCAE77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49728FE8-6188-6F99-2A50-1D56F305D75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38AAB933-4F9D-17B7-8877-183A0B9C84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B9D9040C-1C65-4407-89E0-D7DC4BB0AD1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8B5F3DF-8900-7D61-6B43-CF33172688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C94E1E10-124B-A5FD-8FCE-F0C32F4F0F6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7EAD0E19-3C5C-21F9-83E9-CFDB087F97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1B740AD-B213-307F-BB2A-04924EEA538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63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0FCE2AC-9E71-E8F9-CC0C-D37B5BBE00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C7A1B1AE-98FC-51DF-994B-3C29632B2B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442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FDC1B0-B44F-8C95-C966-B314CF27ED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F0E5F52-050B-AEE9-5981-0A6E90BC9A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DEA7B3-4A2E-4595-EEC2-57765CFFD8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95391A6-1307-64E0-126A-961AEB789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36936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boxes —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800F869-D857-2B60-1183-A31C8B23A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F685ED5-0C96-0B46-1F54-F612A2FC1D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2E14141-D6BA-ADD8-D348-03FE934A36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A1A4F3C-F7ED-D0BF-7C30-100EA0CC4D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85E921E1-0071-A506-93CA-E19F011E4C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156EB94-C5BE-4B51-C437-CC2D56447F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49070FC-F147-BBF3-4F7E-1C06CF9146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4ADDBB7-688A-D052-900D-A705C8363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6041B96-FE75-1BA7-8ACC-B579A7F95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3559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oxes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AF23F5B-90CC-9191-DD54-3282DF253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771C4A1B-2D7E-28C3-887C-68358A20F4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3D80C668-D7A4-D85B-CAE8-9E4F9FA510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85FD47-2246-C5C5-8C7A-B7A5C8B2A7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B21FE8D-5BB9-6824-DF88-08F0B0873E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BD0FBDB3-DD81-24EB-FD99-F7DC37F78D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B6787FD-0867-79C2-6DAA-0BE51D11F0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F3FD10C-4E7C-920C-D23F-8748DFB191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FC080EFA-48A8-D5DF-EECD-67A5FAC554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CCAB2CAC-5FFE-7E3F-6CE6-2F49015CFF2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A7AA7D5-2EDB-1E39-D197-287803596C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46CD525-E358-F3B3-2755-CA71078672C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43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oxes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E9BC52B-4E37-6A7C-F23F-D17A8CE1DC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662246A-33E7-B6A2-79C7-0D03843EC8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5C50068-381C-7925-4D0C-CA1D918D1F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A861DD0-B865-5382-7504-5974124032C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C6751A6-ADA5-F4E3-C950-4B41A8A49B3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776085E-26C8-5A11-C051-0894928378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248FEBB-CCB6-3CCF-6FC4-266057E8428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81B30E-4ACB-4B11-3FDB-D4A8B61FF7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E0048F2-C5B9-54D7-30F7-4AEB9F57610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2DD327F-E603-990F-F7E9-4D7981EF20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6944639-A11E-856F-12FA-A05A5A695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2DF684DC-E2A3-ED24-E690-F153D15078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2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239A82-0324-B99C-E98E-BDA4CF90D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A1A087EE-CE45-17EE-71A0-85CEE6D31C4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4A006BD5-E25C-B33C-E078-960320920C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C6E346B-6B1B-D25E-3661-D5FAF4FB6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991B261-76B3-D0CD-EE76-0AB9605E2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3288886-5603-C47A-AB23-44C1E2AF8F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E9296D68-90FE-084A-12A0-CA944891123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91CF1C0-E962-54E2-4C5C-0580A0F9C7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7EE39E4-C680-72BC-90A2-9440634F93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1F55280F-98D2-41B9-A47E-DE3B0F4B1C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8603F89-0C48-653E-C90F-47C50BB8DD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E5551CE7-82E2-694E-DF02-51DAA283EA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29907999-7E64-F9FB-CDFC-9D7934F6E46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D7E6E502-A0E8-5220-33A0-46EB07A213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E909403-5D3B-06B0-D528-0A99886580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39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boxes —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040CA8A-5F12-8F78-BB11-2D8FB8309D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3C1231-1DE4-921D-0088-C6C5F852ED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65C3DD2-CD92-9C81-06EF-2A62C2AEA2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18811A8-2FDB-0775-639C-2D9F7FBC44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5EBC330-B409-2FFA-F0C2-D7DBA781BB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52CE1EF-F49D-A650-94A4-40C9404ECD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BACEDCD-AA21-80A9-1C6C-CDD9AF840E2A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0E3E948-5CEF-72BA-2A61-5790A820CD5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D652F09-8D6B-2C9B-4E83-1AFAEAE9ED9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90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oxes —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C600D8-2411-1FC0-3260-CDD2A9E873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7D38D403-37F9-1070-5058-0237D8D15E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2CCEBF6-557E-4A0B-A242-7445800C9F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5021BC6F-4CD4-C4C2-4DB8-5C830CB58A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2D3ABBA-1D5F-AB85-4581-B1CB2D7C0E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4F7883B-34B0-6E85-309C-AB4A2DD6E8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E94839F-7F49-D70A-5470-146EB79509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481076-CD36-07BD-3782-864C77E1BA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0E46376-F700-D5D4-925C-58F9EEF37AB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7DBC7B66-26CF-5D29-1FD3-8EC372EB869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25DC5BD-8088-1E19-3490-B46AEBA4AD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B1031FB-288D-2815-78F3-91B0B97EF88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209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oxes —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E1D2C5-7AAD-179B-4DE3-C25945EAFD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1DB18AA0-B74A-7413-61EE-92E55641EF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E2FB8066-30F9-93C0-34D4-0C6BAF7D3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DE06A5B-CE08-CBC0-921E-55BB906E8D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CE75959-2944-87A4-426D-D110DCAE77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49728FE8-6188-6F99-2A50-1D56F305D75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38AAB933-4F9D-17B7-8877-183A0B9C84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B9D9040C-1C65-4407-89E0-D7DC4BB0AD1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8B5F3DF-8900-7D61-6B43-CF33172688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C94E1E10-124B-A5FD-8FCE-F0C32F4F0F6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7EAD0E19-3C5C-21F9-83E9-CFDB087F97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1B740AD-B213-307F-BB2A-04924EEA538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38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0FCE2AC-9E71-E8F9-CC0C-D37B5BBE00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C7A1B1AE-98FC-51DF-994B-3C29632B2B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442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FDC1B0-B44F-8C95-C966-B314CF27ED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F0E5F52-050B-AEE9-5981-0A6E90BC9A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DEA7B3-4A2E-4595-EEC2-57765CFFD8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95391A6-1307-64E0-126A-961AEB789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31443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boxes —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800F869-D857-2B60-1183-A31C8B23A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F685ED5-0C96-0B46-1F54-F612A2FC1D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2E14141-D6BA-ADD8-D348-03FE934A36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A1A4F3C-F7ED-D0BF-7C30-100EA0CC4D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85E921E1-0071-A506-93CA-E19F011E4C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156EB94-C5BE-4B51-C437-CC2D56447F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49070FC-F147-BBF3-4F7E-1C06CF9146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4ADDBB7-688A-D052-900D-A705C8363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6041B96-FE75-1BA7-8ACC-B579A7F95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65489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boxes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AF23F5B-90CC-9191-DD54-3282DF253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771C4A1B-2D7E-28C3-887C-68358A20F4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3D80C668-D7A4-D85B-CAE8-9E4F9FA510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85FD47-2246-C5C5-8C7A-B7A5C8B2A7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B21FE8D-5BB9-6824-DF88-08F0B0873E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BD0FBDB3-DD81-24EB-FD99-F7DC37F78D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B6787FD-0867-79C2-6DAA-0BE51D11F0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F3FD10C-4E7C-920C-D23F-8748DFB191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FC080EFA-48A8-D5DF-EECD-67A5FAC554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CCAB2CAC-5FFE-7E3F-6CE6-2F49015CFF2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A7AA7D5-2EDB-1E39-D197-287803596C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46CD525-E358-F3B3-2755-CA71078672C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80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boxes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E9BC52B-4E37-6A7C-F23F-D17A8CE1DC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662246A-33E7-B6A2-79C7-0D03843EC8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5C50068-381C-7925-4D0C-CA1D918D1F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A861DD0-B865-5382-7504-5974124032C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C6751A6-ADA5-F4E3-C950-4B41A8A49B3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776085E-26C8-5A11-C051-0894928378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248FEBB-CCB6-3CCF-6FC4-266057E8428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81B30E-4ACB-4B11-3FDB-D4A8B61FF7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E0048F2-C5B9-54D7-30F7-4AEB9F57610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2DD327F-E603-990F-F7E9-4D7981EF20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6944639-A11E-856F-12FA-A05A5A695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2DF684DC-E2A3-ED24-E690-F153D15078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49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239A82-0324-B99C-E98E-BDA4CF90D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A1A087EE-CE45-17EE-71A0-85CEE6D31C4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4A006BD5-E25C-B33C-E078-960320920C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C6E346B-6B1B-D25E-3661-D5FAF4FB6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991B261-76B3-D0CD-EE76-0AB9605E2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3288886-5603-C47A-AB23-44C1E2AF8F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E9296D68-90FE-084A-12A0-CA944891123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91CF1C0-E962-54E2-4C5C-0580A0F9C7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7EE39E4-C680-72BC-90A2-9440634F93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1F55280F-98D2-41B9-A47E-DE3B0F4B1C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8603F89-0C48-653E-C90F-47C50BB8DD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E5551CE7-82E2-694E-DF02-51DAA283EA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29907999-7E64-F9FB-CDFC-9D7934F6E46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D7E6E502-A0E8-5220-33A0-46EB07A213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E909403-5D3B-06B0-D528-0A99886580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31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boxes —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040CA8A-5F12-8F78-BB11-2D8FB8309D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3C1231-1DE4-921D-0088-C6C5F852ED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65C3DD2-CD92-9C81-06EF-2A62C2AEA2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18811A8-2FDB-0775-639C-2D9F7FBC44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5EBC330-B409-2FFA-F0C2-D7DBA781BB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52CE1EF-F49D-A650-94A4-40C9404ECD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BACEDCD-AA21-80A9-1C6C-CDD9AF840E2A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0E3E948-5CEF-72BA-2A61-5790A820CD5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D652F09-8D6B-2C9B-4E83-1AFAEAE9ED9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310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boxes —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C600D8-2411-1FC0-3260-CDD2A9E873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7D38D403-37F9-1070-5058-0237D8D15E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2CCEBF6-557E-4A0B-A242-7445800C9F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5021BC6F-4CD4-C4C2-4DB8-5C830CB58A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2D3ABBA-1D5F-AB85-4581-B1CB2D7C0E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4F7883B-34B0-6E85-309C-AB4A2DD6E8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E94839F-7F49-D70A-5470-146EB79509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481076-CD36-07BD-3782-864C77E1BA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0E46376-F700-D5D4-925C-58F9EEF37AB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7DBC7B66-26CF-5D29-1FD3-8EC372EB869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25DC5BD-8088-1E19-3490-B46AEBA4AD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B1031FB-288D-2815-78F3-91B0B97EF88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993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boxes —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E1D2C5-7AAD-179B-4DE3-C25945EAFD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1DB18AA0-B74A-7413-61EE-92E55641EF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E2FB8066-30F9-93C0-34D4-0C6BAF7D3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DE06A5B-CE08-CBC0-921E-55BB906E8D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CE75959-2944-87A4-426D-D110DCAE77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49728FE8-6188-6F99-2A50-1D56F305D75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38AAB933-4F9D-17B7-8877-183A0B9C84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B9D9040C-1C65-4407-89E0-D7DC4BB0AD1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8B5F3DF-8900-7D61-6B43-CF33172688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C94E1E10-124B-A5FD-8FCE-F0C32F4F0F6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7EAD0E19-3C5C-21F9-83E9-CFDB087F97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1B740AD-B213-307F-BB2A-04924EEA538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85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0FCE2AC-9E71-E8F9-CC0C-D37B5BBE00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C7A1B1AE-98FC-51DF-994B-3C29632B2B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442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FDC1B0-B44F-8C95-C966-B314CF27ED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F0E5F52-050B-AEE9-5981-0A6E90BC9A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DEA7B3-4A2E-4595-EEC2-57765CFFD8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95391A6-1307-64E0-126A-961AEB789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43859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boxes —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800F869-D857-2B60-1183-A31C8B23A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F685ED5-0C96-0B46-1F54-F612A2FC1D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2E14141-D6BA-ADD8-D348-03FE934A36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A1A4F3C-F7ED-D0BF-7C30-100EA0CC4D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85E921E1-0071-A506-93CA-E19F011E4C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156EB94-C5BE-4B51-C437-CC2D56447F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49070FC-F147-BBF3-4F7E-1C06CF9146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4ADDBB7-688A-D052-900D-A705C8363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6041B96-FE75-1BA7-8ACC-B579A7F95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29407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ree boxes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AF23F5B-90CC-9191-DD54-3282DF253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771C4A1B-2D7E-28C3-887C-68358A20F4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3D80C668-D7A4-D85B-CAE8-9E4F9FA510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85FD47-2246-C5C5-8C7A-B7A5C8B2A7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B21FE8D-5BB9-6824-DF88-08F0B0873E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BD0FBDB3-DD81-24EB-FD99-F7DC37F78D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B6787FD-0867-79C2-6DAA-0BE51D11F0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F3FD10C-4E7C-920C-D23F-8748DFB191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FC080EFA-48A8-D5DF-EECD-67A5FAC554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CCAB2CAC-5FFE-7E3F-6CE6-2F49015CFF2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A7AA7D5-2EDB-1E39-D197-287803596C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46CD525-E358-F3B3-2755-CA71078672C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42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ree boxes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E9BC52B-4E37-6A7C-F23F-D17A8CE1DC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662246A-33E7-B6A2-79C7-0D03843EC8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5C50068-381C-7925-4D0C-CA1D918D1F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A861DD0-B865-5382-7504-5974124032C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C6751A6-ADA5-F4E3-C950-4B41A8A49B3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776085E-26C8-5A11-C051-0894928378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248FEBB-CCB6-3CCF-6FC4-266057E8428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81B30E-4ACB-4B11-3FDB-D4A8B61FF7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E0048F2-C5B9-54D7-30F7-4AEB9F57610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2DD327F-E603-990F-F7E9-4D7981EF20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6944639-A11E-856F-12FA-A05A5A695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2DF684DC-E2A3-ED24-E690-F153D15078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911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239A82-0324-B99C-E98E-BDA4CF90D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A1A087EE-CE45-17EE-71A0-85CEE6D31C4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4A006BD5-E25C-B33C-E078-960320920C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C6E346B-6B1B-D25E-3661-D5FAF4FB6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991B261-76B3-D0CD-EE76-0AB9605E2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3288886-5603-C47A-AB23-44C1E2AF8F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E9296D68-90FE-084A-12A0-CA944891123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91CF1C0-E962-54E2-4C5C-0580A0F9C7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7EE39E4-C680-72BC-90A2-9440634F93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1F55280F-98D2-41B9-A47E-DE3B0F4B1C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8603F89-0C48-653E-C90F-47C50BB8DD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E5551CE7-82E2-694E-DF02-51DAA283EA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29907999-7E64-F9FB-CDFC-9D7934F6E46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D7E6E502-A0E8-5220-33A0-46EB07A213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E909403-5D3B-06B0-D528-0A99886580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93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boxes —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040CA8A-5F12-8F78-BB11-2D8FB8309D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3C1231-1DE4-921D-0088-C6C5F852ED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65C3DD2-CD92-9C81-06EF-2A62C2AEA2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18811A8-2FDB-0775-639C-2D9F7FBC44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5EBC330-B409-2FFA-F0C2-D7DBA781BB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52CE1EF-F49D-A650-94A4-40C9404ECD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BACEDCD-AA21-80A9-1C6C-CDD9AF840E2A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0E3E948-5CEF-72BA-2A61-5790A820CD5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D652F09-8D6B-2C9B-4E83-1AFAEAE9ED9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267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ree boxes —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C600D8-2411-1FC0-3260-CDD2A9E873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7D38D403-37F9-1070-5058-0237D8D15E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2CCEBF6-557E-4A0B-A242-7445800C9F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5021BC6F-4CD4-C4C2-4DB8-5C830CB58A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2D3ABBA-1D5F-AB85-4581-B1CB2D7C0E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4F7883B-34B0-6E85-309C-AB4A2DD6E8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E94839F-7F49-D70A-5470-146EB79509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481076-CD36-07BD-3782-864C77E1BA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0E46376-F700-D5D4-925C-58F9EEF37AB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7DBC7B66-26CF-5D29-1FD3-8EC372EB869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25DC5BD-8088-1E19-3490-B46AEBA4AD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B1031FB-288D-2815-78F3-91B0B97EF88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345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ree boxes —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E1D2C5-7AAD-179B-4DE3-C25945EAFD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1DB18AA0-B74A-7413-61EE-92E55641EF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E2FB8066-30F9-93C0-34D4-0C6BAF7D3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DE06A5B-CE08-CBC0-921E-55BB906E8D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CE75959-2944-87A4-426D-D110DCAE77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49728FE8-6188-6F99-2A50-1D56F305D75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38AAB933-4F9D-17B7-8877-183A0B9C84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B9D9040C-1C65-4407-89E0-D7DC4BB0AD1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8B5F3DF-8900-7D61-6B43-CF33172688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C94E1E10-124B-A5FD-8FCE-F0C32F4F0F6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7EAD0E19-3C5C-21F9-83E9-CFDB087F97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1B740AD-B213-307F-BB2A-04924EEA538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608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0FCE2AC-9E71-E8F9-CC0C-D37B5BBE00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C7A1B1AE-98FC-51DF-994B-3C29632B2B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442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FDC1B0-B44F-8C95-C966-B314CF27ED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F0E5F52-050B-AEE9-5981-0A6E90BC9A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DEA7B3-4A2E-4595-EEC2-57765CFFD8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95391A6-1307-64E0-126A-961AEB789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318442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—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800F869-D857-2B60-1183-A31C8B23A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F685ED5-0C96-0B46-1F54-F612A2FC1D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2E14141-D6BA-ADD8-D348-03FE934A36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A1A4F3C-F7ED-D0BF-7C30-100EA0CC4D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85E921E1-0071-A506-93CA-E19F011E4C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156EB94-C5BE-4B51-C437-CC2D56447F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49070FC-F147-BBF3-4F7E-1C06CF9146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4ADDBB7-688A-D052-900D-A705C8363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6041B96-FE75-1BA7-8ACC-B579A7F95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7937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AF23F5B-90CC-9191-DD54-3282DF253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771C4A1B-2D7E-28C3-887C-68358A20F4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3D80C668-D7A4-D85B-CAE8-9E4F9FA510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971" y="1809750"/>
            <a:ext cx="5492042" cy="442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85FD47-2246-C5C5-8C7A-B7A5C8B2A7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B21FE8D-5BB9-6824-DF88-08F0B0873E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BD0FBDB3-DD81-24EB-FD99-F7DC37F78D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B6787FD-0867-79C2-6DAA-0BE51D11F0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F3FD10C-4E7C-920C-D23F-8748DFB191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FC080EFA-48A8-D5DF-EECD-67A5FAC554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CCAB2CAC-5FFE-7E3F-6CE6-2F49015CFF2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A7AA7D5-2EDB-1E39-D197-287803596C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46CD525-E358-F3B3-2755-CA71078672C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287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E9BC52B-4E37-6A7C-F23F-D17A8CE1DC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662246A-33E7-B6A2-79C7-0D03843EC8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5C50068-381C-7925-4D0C-CA1D918D1F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A861DD0-B865-5382-7504-5974124032C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C6751A6-ADA5-F4E3-C950-4B41A8A49B3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776085E-26C8-5A11-C051-0894928378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8248FEBB-CCB6-3CCF-6FC4-266057E8428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81B30E-4ACB-4B11-3FDB-D4A8B61FF7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E0048F2-C5B9-54D7-30F7-4AEB9F57610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2DD327F-E603-990F-F7E9-4D7981EF20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49"/>
            <a:ext cx="5506036" cy="4425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6944639-A11E-856F-12FA-A05A5A695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2DF684DC-E2A3-ED24-E690-F153D15078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728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239A82-0324-B99C-E98E-BDA4CF90D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A1A087EE-CE45-17EE-71A0-85CEE6D31C4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4A006BD5-E25C-B33C-E078-960320920C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C6E346B-6B1B-D25E-3661-D5FAF4FB6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991B261-76B3-D0CD-EE76-0AB9605E2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3288886-5603-C47A-AB23-44C1E2AF8F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E9296D68-90FE-084A-12A0-CA944891123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91CF1C0-E962-54E2-4C5C-0580A0F9C7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7EE39E4-C680-72BC-90A2-9440634F93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1F55280F-98D2-41B9-A47E-DE3B0F4B1C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8603F89-0C48-653E-C90F-47C50BB8DD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E5551CE7-82E2-694E-DF02-51DAA283EA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29907999-7E64-F9FB-CDFC-9D7934F6E46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D7E6E502-A0E8-5220-33A0-46EB07A213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E909403-5D3B-06B0-D528-0A99886580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12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—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040CA8A-5F12-8F78-BB11-2D8FB8309D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3C1231-1DE4-921D-0088-C6C5F852ED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65C3DD2-CD92-9C81-06EF-2A62C2AEA2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18811A8-2FDB-0775-639C-2D9F7FBC44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5EBC330-B409-2FFA-F0C2-D7DBA781BB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52CE1EF-F49D-A650-94A4-40C9404ECD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BACEDCD-AA21-80A9-1C6C-CDD9AF840E2A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0E3E948-5CEF-72BA-2A61-5790A820CD5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D652F09-8D6B-2C9B-4E83-1AFAEAE9ED9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25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C600D8-2411-1FC0-3260-CDD2A9E873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7D38D403-37F9-1070-5058-0237D8D15E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2CCEBF6-557E-4A0B-A242-7445800C9F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5021BC6F-4CD4-C4C2-4DB8-5C830CB58A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2D3ABBA-1D5F-AB85-4581-B1CB2D7C0E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4F7883B-34B0-6E85-309C-AB4A2DD6E8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E94839F-7F49-D70A-5470-146EB79509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7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481076-CD36-07BD-3782-864C77E1BA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0E46376-F700-D5D4-925C-58F9EEF37AB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7DBC7B66-26CF-5D29-1FD3-8EC372EB869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93816" y="4454889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25DC5BD-8088-1E19-3490-B46AEBA4AD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93820" y="3842114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B1031FB-288D-2815-78F3-91B0B97EF88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93820" y="4118806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298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 —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E1D2C5-7AAD-179B-4DE3-C25945EAFD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1DB18AA0-B74A-7413-61EE-92E55641EF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8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E2FB8066-30F9-93C0-34D4-0C6BAF7D3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DE06A5B-CE08-CBC0-921E-55BB906E8D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CE75959-2944-87A4-426D-D110DCAE77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49728FE8-6188-6F99-2A50-1D56F305D75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91227" y="1809750"/>
            <a:ext cx="5506036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38AAB933-4F9D-17B7-8877-183A0B9C84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B9D9040C-1C65-4407-89E0-D7DC4BB0AD1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8B5F3DF-8900-7D61-6B43-CF33172688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C94E1E10-124B-A5FD-8FCE-F0C32F4F0F6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10576" y="4454889"/>
            <a:ext cx="11373437" cy="1780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7EAD0E19-3C5C-21F9-83E9-CFDB087F979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1" y="3842114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1B740AD-B213-307F-BB2A-04924EEA538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0581" y="4118806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91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0FCE2AC-9E71-E8F9-CC0C-D37B5BBE00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1">
                <a:latin typeface="Montserrat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C7A1B1AE-98FC-51DF-994B-3C29632B2B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7987" y="1809750"/>
            <a:ext cx="11373437" cy="442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FDC1B0-B44F-8C95-C966-B314CF27ED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F0E5F52-050B-AEE9-5981-0A6E90BC9A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DEA7B3-4A2E-4595-EEC2-57765CFFD8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12" y="6354762"/>
            <a:ext cx="3957638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95391A6-1307-64E0-126A-961AEB789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661739"/>
            <a:ext cx="9372617" cy="34502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>
                <a:latin typeface="Montserrat" pitchFamily="2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6453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3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8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93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44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80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0C500-271D-38EC-5145-B85B0A1977B1}"/>
              </a:ext>
            </a:extLst>
          </p:cNvPr>
          <p:cNvSpPr txBox="1">
            <a:spLocks/>
          </p:cNvSpPr>
          <p:nvPr userDrawn="1"/>
        </p:nvSpPr>
        <p:spPr>
          <a:xfrm>
            <a:off x="11684137" y="6504602"/>
            <a:ext cx="463700" cy="3148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20375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2B3F97-32DF-4F50-B282-AC269C1ABF02}" type="slidenum">
              <a:rPr lang="en-US" sz="1050" noProof="0" smtClean="0">
                <a:solidFill>
                  <a:schemeClr val="tx1"/>
                </a:solidFill>
                <a:latin typeface="Montserrat" pitchFamily="2" charset="0"/>
              </a:rPr>
              <a:pPr/>
              <a:t>‹#›</a:t>
            </a:fld>
            <a:endParaRPr lang="en-US" sz="1000" noProof="0">
              <a:solidFill>
                <a:schemeClr val="tx1"/>
              </a:solidFill>
              <a:latin typeface="Montserrat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C3E70A-0703-CAF9-58F1-4508F6CC89D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511745"/>
            <a:ext cx="1101725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2D1318-3CE6-4A7D-757B-51FBD56A8303}"/>
              </a:ext>
            </a:extLst>
          </p:cNvPr>
          <p:cNvSpPr/>
          <p:nvPr userDrawn="1"/>
        </p:nvSpPr>
        <p:spPr>
          <a:xfrm>
            <a:off x="350044" y="300215"/>
            <a:ext cx="57943" cy="706873"/>
          </a:xfrm>
          <a:prstGeom prst="roundRect">
            <a:avLst>
              <a:gd name="adj" fmla="val 29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7C331-3F00-3392-CC8A-042A66779A6E}"/>
              </a:ext>
            </a:extLst>
          </p:cNvPr>
          <p:cNvSpPr txBox="1"/>
          <p:nvPr userDrawn="1"/>
        </p:nvSpPr>
        <p:spPr>
          <a:xfrm>
            <a:off x="10631368" y="30021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0" kern="1200" err="1">
                <a:solidFill>
                  <a:srgbClr val="992937"/>
                </a:solidFill>
                <a:effectLst/>
                <a:latin typeface="Shippori Mincho" panose="00000500000000000000" pitchFamily="2" charset="-128"/>
                <a:ea typeface="Shippori Mincho" panose="00000500000000000000" pitchFamily="2" charset="-128"/>
                <a:cs typeface="+mn-cs"/>
              </a:rPr>
              <a:t>日本</a:t>
            </a:r>
            <a:endParaRPr lang="en-US" sz="4000">
              <a:solidFill>
                <a:srgbClr val="992937"/>
              </a:solidFill>
              <a:latin typeface="Shippori Mincho" panose="00000500000000000000" pitchFamily="2" charset="-128"/>
              <a:ea typeface="Shippori Mincho" panose="00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000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0C500-271D-38EC-5145-B85B0A1977B1}"/>
              </a:ext>
            </a:extLst>
          </p:cNvPr>
          <p:cNvSpPr txBox="1">
            <a:spLocks/>
          </p:cNvSpPr>
          <p:nvPr userDrawn="1"/>
        </p:nvSpPr>
        <p:spPr>
          <a:xfrm>
            <a:off x="11684137" y="6504602"/>
            <a:ext cx="463700" cy="3148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20375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2B3F97-32DF-4F50-B282-AC269C1ABF02}" type="slidenum">
              <a:rPr lang="en-US" sz="1050" noProof="0" smtClean="0">
                <a:solidFill>
                  <a:schemeClr val="tx1"/>
                </a:solidFill>
                <a:latin typeface="Montserrat" pitchFamily="2" charset="0"/>
              </a:rPr>
              <a:pPr/>
              <a:t>‹#›</a:t>
            </a:fld>
            <a:endParaRPr lang="en-US" sz="1000" noProof="0">
              <a:solidFill>
                <a:schemeClr val="tx1"/>
              </a:solidFill>
              <a:latin typeface="Montserrat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C3E70A-0703-CAF9-58F1-4508F6CC89D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511745"/>
            <a:ext cx="1101725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2D1318-3CE6-4A7D-757B-51FBD56A8303}"/>
              </a:ext>
            </a:extLst>
          </p:cNvPr>
          <p:cNvSpPr/>
          <p:nvPr userDrawn="1"/>
        </p:nvSpPr>
        <p:spPr>
          <a:xfrm>
            <a:off x="350044" y="300215"/>
            <a:ext cx="57943" cy="706873"/>
          </a:xfrm>
          <a:prstGeom prst="roundRect">
            <a:avLst>
              <a:gd name="adj" fmla="val 29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426F6E9E-2DF6-DCFC-FE87-2C744AD0B038}"/>
              </a:ext>
            </a:extLst>
          </p:cNvPr>
          <p:cNvSpPr txBox="1">
            <a:spLocks/>
          </p:cNvSpPr>
          <p:nvPr userDrawn="1"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Appendix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7C331-3F00-3392-CC8A-042A66779A6E}"/>
              </a:ext>
            </a:extLst>
          </p:cNvPr>
          <p:cNvSpPr txBox="1"/>
          <p:nvPr userDrawn="1"/>
        </p:nvSpPr>
        <p:spPr>
          <a:xfrm>
            <a:off x="10631368" y="30021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0" kern="1200" err="1">
                <a:solidFill>
                  <a:srgbClr val="992937"/>
                </a:solidFill>
                <a:effectLst/>
                <a:latin typeface="Shippori Mincho" panose="00000500000000000000" pitchFamily="2" charset="-128"/>
                <a:ea typeface="Shippori Mincho" panose="00000500000000000000" pitchFamily="2" charset="-128"/>
                <a:cs typeface="+mn-cs"/>
              </a:rPr>
              <a:t>日本</a:t>
            </a:r>
            <a:endParaRPr lang="en-US" sz="4000">
              <a:solidFill>
                <a:srgbClr val="992937"/>
              </a:solidFill>
              <a:latin typeface="Shippori Mincho" panose="00000500000000000000" pitchFamily="2" charset="-128"/>
              <a:ea typeface="Shippori Mincho" panose="00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463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46F13CD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microsoft.com/office/2018/10/relationships/comments" Target="../comments/modernComment_13E_88A84AC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microsoft.com/office/2018/10/relationships/comments" Target="../comments/modernComment_140_7927706C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6_7C39D32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microsoft.com/office/2018/10/relationships/comments" Target="../comments/modernComment_158_BBD0BD79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microsoft.com/office/2018/10/relationships/comments" Target="../comments/modernComment_153_C4C91AD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microsoft.com/office/2018/10/relationships/comments" Target="../comments/modernComment_17F_208979B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microsoft.com/office/2018/10/relationships/comments" Target="../comments/modernComment_180_1F5C5E43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svg"/><Relationship Id="rId2" Type="http://schemas.microsoft.com/office/2018/10/relationships/comments" Target="../comments/modernComment_138_AB791DA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chart" Target="../charts/chart3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2" Type="http://schemas.openxmlformats.org/officeDocument/2006/relationships/chart" Target="../charts/chart51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microsoft.com/office/2018/10/relationships/comments" Target="../comments/modernComment_1B2_716DF7C9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54.xml"/><Relationship Id="rId5" Type="http://schemas.openxmlformats.org/officeDocument/2006/relationships/chart" Target="../charts/chart53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2" Type="http://schemas.microsoft.com/office/2018/10/relationships/comments" Target="../comments/modernComment_127_5015292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chart" Target="../charts/chart5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0.xml"/><Relationship Id="rId2" Type="http://schemas.openxmlformats.org/officeDocument/2006/relationships/chart" Target="../charts/chart5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6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3.xml"/><Relationship Id="rId2" Type="http://schemas.openxmlformats.org/officeDocument/2006/relationships/chart" Target="../charts/chart62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6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5.xml"/><Relationship Id="rId7" Type="http://schemas.openxmlformats.org/officeDocument/2006/relationships/image" Target="../media/image24.png"/><Relationship Id="rId2" Type="http://schemas.microsoft.com/office/2018/10/relationships/comments" Target="../comments/modernComment_18B_8B18F59D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chart" Target="../charts/chart67.xml"/><Relationship Id="rId4" Type="http://schemas.openxmlformats.org/officeDocument/2006/relationships/chart" Target="../charts/chart6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microsoft.com/office/2018/10/relationships/comments" Target="../comments/modernComment_157_E52B94D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microsoft.com/office/2007/relationships/hdphoto" Target="../media/hdphoto1.wdp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5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8.png"/><Relationship Id="rId5" Type="http://schemas.openxmlformats.org/officeDocument/2006/relationships/image" Target="../media/image28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9.xml"/><Relationship Id="rId2" Type="http://schemas.openxmlformats.org/officeDocument/2006/relationships/chart" Target="../charts/chart68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1.xml"/><Relationship Id="rId2" Type="http://schemas.openxmlformats.org/officeDocument/2006/relationships/chart" Target="../charts/chart7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9_8FC642DD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7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18/10/relationships/comments" Target="../comments/modernComment_162_5FFCC2B5.xml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hart" Target="../charts/chart74.xml"/><Relationship Id="rId4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chart" Target="../charts/chart75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6.xml"/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8.xml"/><Relationship Id="rId2" Type="http://schemas.openxmlformats.org/officeDocument/2006/relationships/chart" Target="../charts/chart7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chart" Target="../charts/chart79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14/relationships/chartEx" Target="../charts/chartEx3.xml"/><Relationship Id="rId7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5" Type="http://schemas.openxmlformats.org/officeDocument/2006/relationships/image" Target="../media/image19.png"/><Relationship Id="rId4" Type="http://schemas.openxmlformats.org/officeDocument/2006/relationships/image" Target="../media/image5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microsoft.com/office/2014/relationships/chartEx" Target="../charts/chartEx4.xml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1.xml"/><Relationship Id="rId2" Type="http://schemas.openxmlformats.org/officeDocument/2006/relationships/chart" Target="../charts/chart80.xml"/><Relationship Id="rId1" Type="http://schemas.openxmlformats.org/officeDocument/2006/relationships/slideLayout" Target="../slideLayouts/slideLayout3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3.xml"/><Relationship Id="rId2" Type="http://schemas.openxmlformats.org/officeDocument/2006/relationships/chart" Target="../charts/chart82.xml"/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5.xml"/><Relationship Id="rId2" Type="http://schemas.openxmlformats.org/officeDocument/2006/relationships/chart" Target="../charts/chart84.xml"/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7.xml"/><Relationship Id="rId2" Type="http://schemas.openxmlformats.org/officeDocument/2006/relationships/chart" Target="../charts/chart86.xml"/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5" Type="http://schemas.openxmlformats.org/officeDocument/2006/relationships/chart" Target="../charts/chart90.xml"/><Relationship Id="rId4" Type="http://schemas.openxmlformats.org/officeDocument/2006/relationships/chart" Target="../charts/chart8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2.xml"/><Relationship Id="rId2" Type="http://schemas.openxmlformats.org/officeDocument/2006/relationships/chart" Target="../charts/chart91.xml"/><Relationship Id="rId1" Type="http://schemas.openxmlformats.org/officeDocument/2006/relationships/slideLayout" Target="../slideLayouts/slideLayout3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4.xml"/><Relationship Id="rId2" Type="http://schemas.openxmlformats.org/officeDocument/2006/relationships/chart" Target="../charts/chart93.xml"/><Relationship Id="rId1" Type="http://schemas.openxmlformats.org/officeDocument/2006/relationships/slideLayout" Target="../slideLayouts/slideLayout3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5.xml"/><Relationship Id="rId1" Type="http://schemas.openxmlformats.org/officeDocument/2006/relationships/slideLayout" Target="../slideLayouts/slideLayout4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7.xml"/><Relationship Id="rId2" Type="http://schemas.openxmlformats.org/officeDocument/2006/relationships/chart" Target="../charts/chart96.xml"/><Relationship Id="rId1" Type="http://schemas.openxmlformats.org/officeDocument/2006/relationships/slideLayout" Target="../slideLayouts/slideLayout3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9.xml"/><Relationship Id="rId2" Type="http://schemas.openxmlformats.org/officeDocument/2006/relationships/chart" Target="../charts/chart98.xml"/><Relationship Id="rId1" Type="http://schemas.openxmlformats.org/officeDocument/2006/relationships/slideLayout" Target="../slideLayouts/slideLayout3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0.xml"/><Relationship Id="rId1" Type="http://schemas.openxmlformats.org/officeDocument/2006/relationships/slideLayout" Target="../slideLayouts/slideLayout4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1.xml"/><Relationship Id="rId1" Type="http://schemas.openxmlformats.org/officeDocument/2006/relationships/slideLayout" Target="../slideLayouts/slideLayout4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3.xml"/><Relationship Id="rId2" Type="http://schemas.openxmlformats.org/officeDocument/2006/relationships/chart" Target="../charts/chart102.xml"/><Relationship Id="rId1" Type="http://schemas.openxmlformats.org/officeDocument/2006/relationships/slideLayout" Target="../slideLayouts/slideLayout3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eg"/><Relationship Id="rId3" Type="http://schemas.openxmlformats.org/officeDocument/2006/relationships/chart" Target="../charts/chart104.xml"/><Relationship Id="rId7" Type="http://schemas.openxmlformats.org/officeDocument/2006/relationships/image" Target="../media/image66.png"/><Relationship Id="rId2" Type="http://schemas.microsoft.com/office/2018/10/relationships/comments" Target="../comments/modernComment_19B_F55638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6.xml"/><Relationship Id="rId2" Type="http://schemas.openxmlformats.org/officeDocument/2006/relationships/chart" Target="../charts/chart105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8.xml"/><Relationship Id="rId2" Type="http://schemas.openxmlformats.org/officeDocument/2006/relationships/chart" Target="../charts/chart107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0.xml"/><Relationship Id="rId2" Type="http://schemas.openxmlformats.org/officeDocument/2006/relationships/chart" Target="../charts/chart109.xml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2.xml"/><Relationship Id="rId2" Type="http://schemas.openxmlformats.org/officeDocument/2006/relationships/chart" Target="../charts/chart111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15.xml"/><Relationship Id="rId5" Type="http://schemas.openxmlformats.org/officeDocument/2006/relationships/chart" Target="../charts/chart114.xml"/><Relationship Id="rId4" Type="http://schemas.openxmlformats.org/officeDocument/2006/relationships/chart" Target="../charts/chart1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6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microsoft.com/office/2014/relationships/chartEx" Target="../charts/chartEx5.xml"/><Relationship Id="rId2" Type="http://schemas.microsoft.com/office/2018/10/relationships/comments" Target="../comments/modernComment_192_7B7BD05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18.xml"/><Relationship Id="rId5" Type="http://schemas.openxmlformats.org/officeDocument/2006/relationships/chart" Target="../charts/chart117.xml"/><Relationship Id="rId4" Type="http://schemas.openxmlformats.org/officeDocument/2006/relationships/image" Target="../media/image22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microsoft.com/office/2014/relationships/chartEx" Target="../charts/chartEx6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21.xml"/><Relationship Id="rId5" Type="http://schemas.openxmlformats.org/officeDocument/2006/relationships/chart" Target="../charts/chart120.xml"/><Relationship Id="rId4" Type="http://schemas.openxmlformats.org/officeDocument/2006/relationships/chart" Target="../charts/chart1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2148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40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0613-671F-CB2C-5779-38D85BF2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E9436A-C563-EB04-F8B2-4DAA3E66A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SECTION 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CADB-5464-2021-3687-08FD560496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Labor market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70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AF7CD9-5038-4347-0937-2E40AA4475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Hiring cools, yet labor shortages persist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80512E4D-3EAF-604E-CDFF-6FC7E94EDA6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212570245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580A7-AE28-C3EB-5E80-636F06C937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Fewer vacancies coexist with persistent staffing shortages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45E734-283E-CB76-87FD-7D0831FEC0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Job openings per applicant (SA)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A5A3EA-723D-9E89-B4FD-13742BAFA1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1"/>
            <a:ext cx="5602288" cy="241299"/>
          </a:xfrm>
        </p:spPr>
        <p:txBody>
          <a:bodyPr/>
          <a:lstStyle/>
          <a:p>
            <a:pPr>
              <a:defRPr sz="700" b="0">
                <a:solidFill>
                  <a:srgbClr val="808080"/>
                </a:solidFill>
                <a:latin typeface="Montserrat"/>
                <a:ea typeface="Montserrat"/>
                <a:cs typeface="Montserrat"/>
              </a:defRPr>
            </a:pP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Sources: MHLW Hello Work and BoJ Tankan, July and June 2026. Negative DI indicates insufficient staff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7EABFD-DC01-EE79-733C-C19133CB256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Vacancy ratios ease while firms continue to report insufficient staff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30D311D4-4ADA-5A93-E581-B3385CCCA1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7170287"/>
              </p:ext>
            </p:extLst>
          </p:nvPr>
        </p:nvGraphicFramePr>
        <p:xfrm>
          <a:off x="409574" y="1834367"/>
          <a:ext cx="11374437" cy="4401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658831BF-1D31-0F32-B192-E66979B69792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Labor market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4314B354-646D-DD73-9C72-18566C4DC6E0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FD03784B-A131-EEF6-FDE1-98FC47BE3F6A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672ACC0D-BA45-FF62-DAAF-9D4EEE595740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06911DC-B095-95A2-1E52-DF22841730C1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Monetary policy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CF13973E-8A47-70AD-BFFA-6C4FDE46E5C5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14886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ACC48-D924-1E32-D3F6-62B7FA10F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>
            <a:noAutofit/>
          </a:bodyPr>
          <a:lstStyle/>
          <a:p>
            <a:r>
              <a:rPr lang="en-US"/>
              <a:t>Higher participation has offset demographic pressure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059F5C1-847B-B587-CBA8-E8C927367AC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1"/>
            <a:ext cx="6750368" cy="127319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Force Survey. Shapley decomposition, Q2 2013 to Q2 2026. *Employment as a share of the labor force. Accounting contributions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A0C82-8E3D-CDFD-7661-4E2505AC41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anchor="b">
            <a:normAutofit/>
          </a:bodyPr>
          <a:lstStyle/>
          <a:p>
            <a:r>
              <a:rPr lang="en-US"/>
              <a:t>Employment growth has relied on bringing more people into the labor force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D23816D-8960-A98C-D80B-DA8364422C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Participation gains vary by age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A817507-22D8-9F2E-0D2F-9B126686AFE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Female labor force participation by age (%)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3" name="Content Placeholder 22">
                <a:extLst>
                  <a:ext uri="{FF2B5EF4-FFF2-40B4-BE49-F238E27FC236}">
                    <a16:creationId xmlns:a16="http://schemas.microsoft.com/office/drawing/2014/main" id="{DB786A9A-C6B9-DAAB-34B7-6CF6614C3433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2137440060"/>
                  </p:ext>
                </p:extLst>
              </p:nvPr>
            </p:nvGraphicFramePr>
            <p:xfrm>
              <a:off x="407988" y="1809750"/>
              <a:ext cx="5505450" cy="44259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3" name="Content Placeholder 22">
                <a:extLst>
                  <a:ext uri="{FF2B5EF4-FFF2-40B4-BE49-F238E27FC236}">
                    <a16:creationId xmlns:a16="http://schemas.microsoft.com/office/drawing/2014/main" id="{DB786A9A-C6B9-DAAB-34B7-6CF6614C34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988" y="1809750"/>
                <a:ext cx="5505450" cy="442595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2DD297-E682-7A82-F25A-57E4249CBA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/>
              <a:t>Participation more than offsets the demographic drag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267FBF83-DD49-F027-A005-D3A4D77B6E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Employment growth contributions (million, Q2 2013 to Q2 2026)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0AC1F3C8-B5B8-803D-6188-5BE2DCE25F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016073"/>
              </p:ext>
            </p:extLst>
          </p:nvPr>
        </p:nvGraphicFramePr>
        <p:xfrm>
          <a:off x="6291227" y="1809749"/>
          <a:ext cx="5506036" cy="3574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32021B-E117-1651-769E-E7199D52136A}"/>
              </a:ext>
            </a:extLst>
          </p:cNvPr>
          <p:cNvSpPr>
            <a:spLocks noGrp="1"/>
          </p:cNvSpPr>
          <p:nvPr/>
        </p:nvSpPr>
        <p:spPr>
          <a:xfrm>
            <a:off x="6291227" y="5514508"/>
            <a:ext cx="5386423" cy="720853"/>
          </a:xfrm>
          <a:prstGeom prst="roundRect">
            <a:avLst>
              <a:gd name="adj" fmla="val 20000"/>
            </a:avLst>
          </a:prstGeom>
          <a:solidFill>
            <a:srgbClr val="F1E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A67C4D-6982-F950-C72E-4C4CE6A975AC}"/>
              </a:ext>
            </a:extLst>
          </p:cNvPr>
          <p:cNvSpPr txBox="1"/>
          <p:nvPr/>
        </p:nvSpPr>
        <p:spPr>
          <a:xfrm>
            <a:off x="6652718" y="5644101"/>
            <a:ext cx="466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Further gains depend on removing barriers to work. High participation alone </a:t>
            </a:r>
            <a:r>
              <a:rPr lang="en-US" sz="1200" b="1">
                <a:solidFill>
                  <a:srgbClr val="992937"/>
                </a:solidFill>
                <a:latin typeface="Montserrat"/>
                <a:ea typeface="Montserrat"/>
                <a:cs typeface="Montserrat"/>
              </a:rPr>
              <a:t>does not </a:t>
            </a:r>
            <a:r>
              <a:rPr lang="en-US" sz="1200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imply a ceiling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4A6C4F0-B295-F809-91D4-2BF528F5D608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Labor market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C8880A98-30D6-EAEE-E2DA-779373BF86D4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668BFDA-2876-7AEF-32E5-0807169A7BA6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4C3CF9EA-2167-D5E2-FC62-E0D758EDB38A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63B3EAB9-A0CB-EBF3-E8CA-C767A561DA22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Monetary policy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AC48156-15A3-3DCF-5707-F27E64DA52B6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91785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FE6B-DB9D-5762-FFB8-771EA946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809BD152-012E-B4B2-285B-E7CA38862E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Labor shortages remain concentrated in specific jobs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C1BCC94-0DF3-9F27-32E2-A18251908D2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1" y="6354762"/>
            <a:ext cx="8083129" cy="132491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MHLW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Economy Trend, August 2026. Shares reporting shortages. Employment status and occupation are distinct cuts</a:t>
            </a:r>
          </a:p>
          <a:p>
            <a:endParaRPr lang="en-US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9B3DE0F6-6385-88DF-204E-257515239D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Sector and occupation matter when assessing the remaining supply of workers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F7A04EF4-CB18-B367-B16E-18EC2F28424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Specialist shortages exceed clerical gaps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A8453B2-687A-4A5A-E06F-C4E54BE0AE6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Staff shortages by occupation (%)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762F787-A80D-9217-608E-648514534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Hiring constraints vary across sectors and employment types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E478471-464E-1B23-65C8-DC2AFCC2B4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Establishments reporting staff shortages (%)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7EF67758-7E83-337E-5D39-7E1D92BA75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7068398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C7425767-3823-0B41-5D89-AA910B2CAA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8586610"/>
              </p:ext>
            </p:extLst>
          </p:nvPr>
        </p:nvGraphicFramePr>
        <p:xfrm>
          <a:off x="6291227" y="1809750"/>
          <a:ext cx="5462623" cy="1780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1F2999-FBA5-8C8D-6419-70D90FCF4AAE}"/>
              </a:ext>
            </a:extLst>
          </p:cNvPr>
          <p:cNvSpPr txBox="1"/>
          <p:nvPr/>
        </p:nvSpPr>
        <p:spPr>
          <a:xfrm>
            <a:off x="6722581" y="2213593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>
                <a:latin typeface="Montserrat" pitchFamily="2" charset="0"/>
              </a:rPr>
              <a:t>Clerical</a:t>
            </a:r>
            <a:endParaRPr lang="en-US" sz="900"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DD04F-734D-4E55-9E03-79549A25F3E1}"/>
              </a:ext>
            </a:extLst>
          </p:cNvPr>
          <p:cNvSpPr txBox="1"/>
          <p:nvPr/>
        </p:nvSpPr>
        <p:spPr>
          <a:xfrm>
            <a:off x="6096000" y="2912570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00">
                <a:latin typeface="Montserrat" pitchFamily="2" charset="0"/>
              </a:rPr>
              <a:t>Specialists and technicians</a:t>
            </a:r>
            <a:endParaRPr lang="en-US" sz="900">
              <a:latin typeface="Montserrat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6EF1E7-8CC3-8194-110D-D3BF80A8570F}"/>
              </a:ext>
            </a:extLst>
          </p:cNvPr>
          <p:cNvSpPr>
            <a:spLocks noGrp="1"/>
          </p:cNvSpPr>
          <p:nvPr/>
        </p:nvSpPr>
        <p:spPr>
          <a:xfrm>
            <a:off x="6357378" y="3921776"/>
            <a:ext cx="5396472" cy="2247860"/>
          </a:xfrm>
          <a:prstGeom prst="roundRect">
            <a:avLst>
              <a:gd name="adj" fmla="val 4700"/>
            </a:avLst>
          </a:prstGeom>
          <a:solidFill>
            <a:srgbClr val="F1EEE5"/>
          </a:solidFill>
          <a:ln w="0">
            <a:solidFill>
              <a:schemeClr val="accent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taff shortages sustain pressure for pay rises">
            <a:extLst>
              <a:ext uri="{FF2B5EF4-FFF2-40B4-BE49-F238E27FC236}">
                <a16:creationId xmlns:a16="http://schemas.microsoft.com/office/drawing/2014/main" id="{9B9EAC14-B24F-DCC6-9D95-67B95A758136}"/>
              </a:ext>
            </a:extLst>
          </p:cNvPr>
          <p:cNvSpPr>
            <a:spLocks noGrp="1"/>
          </p:cNvSpPr>
          <p:nvPr/>
        </p:nvSpPr>
        <p:spPr>
          <a:xfrm>
            <a:off x="6722582" y="4336368"/>
            <a:ext cx="4724782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/>
            <a:r>
              <a:rPr lang="en-US" sz="1200">
                <a:latin typeface="Montserrat" pitchFamily="2" charset="0"/>
              </a:rPr>
              <a:t>Reported shortages reach </a:t>
            </a:r>
            <a:r>
              <a:rPr lang="en-US" sz="1200" b="1">
                <a:latin typeface="Montserrat" pitchFamily="2" charset="0"/>
              </a:rPr>
              <a:t>50% for regular and similar staff</a:t>
            </a:r>
            <a:r>
              <a:rPr lang="en-US" sz="1200">
                <a:latin typeface="Montserrat" pitchFamily="2" charset="0"/>
              </a:rPr>
              <a:t>, versus </a:t>
            </a:r>
            <a:r>
              <a:rPr lang="en-US" sz="1200" b="1">
                <a:latin typeface="Montserrat" pitchFamily="2" charset="0"/>
              </a:rPr>
              <a:t>28% for part-time workers</a:t>
            </a:r>
            <a:endParaRPr lang="en-US" sz="1200">
              <a:latin typeface="Montserrat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328929-2CB8-FACD-6E99-DC8E917F43E8}"/>
              </a:ext>
            </a:extLst>
          </p:cNvPr>
          <p:cNvSpPr/>
          <p:nvPr/>
        </p:nvSpPr>
        <p:spPr>
          <a:xfrm>
            <a:off x="6924717" y="3812326"/>
            <a:ext cx="4261794" cy="259439"/>
          </a:xfrm>
          <a:prstGeom prst="roundRect">
            <a:avLst/>
          </a:prstGeom>
          <a:solidFill>
            <a:srgbClr val="F1EE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992937"/>
                </a:solidFill>
                <a:latin typeface="Montserrat"/>
                <a:ea typeface="Montserrat"/>
                <a:cs typeface="Montserrat"/>
              </a:rPr>
              <a:t>Regular roles face broader staffing shortages</a:t>
            </a:r>
          </a:p>
        </p:txBody>
      </p:sp>
      <p:sp>
        <p:nvSpPr>
          <p:cNvPr id="14" name="Staff shortages sustain pressure for pay rises">
            <a:extLst>
              <a:ext uri="{FF2B5EF4-FFF2-40B4-BE49-F238E27FC236}">
                <a16:creationId xmlns:a16="http://schemas.microsoft.com/office/drawing/2014/main" id="{84B6A25F-59B5-8D80-E040-C5606CAEB9E4}"/>
              </a:ext>
            </a:extLst>
          </p:cNvPr>
          <p:cNvSpPr>
            <a:spLocks noGrp="1"/>
          </p:cNvSpPr>
          <p:nvPr/>
        </p:nvSpPr>
        <p:spPr>
          <a:xfrm>
            <a:off x="6722582" y="5214959"/>
            <a:ext cx="4724782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/>
            <a:r>
              <a:rPr lang="en-US" sz="1200">
                <a:latin typeface="Montserrat" pitchFamily="2" charset="0"/>
              </a:rPr>
              <a:t>Transport </a:t>
            </a:r>
            <a:r>
              <a:rPr lang="en-US" sz="1200" b="1">
                <a:latin typeface="Montserrat" pitchFamily="2" charset="0"/>
              </a:rPr>
              <a:t>(62%)</a:t>
            </a:r>
            <a:r>
              <a:rPr lang="en-US" sz="1200">
                <a:latin typeface="Montserrat" pitchFamily="2" charset="0"/>
              </a:rPr>
              <a:t> and health and social work </a:t>
            </a:r>
            <a:r>
              <a:rPr lang="en-US" sz="1200" b="1">
                <a:latin typeface="Montserrat" pitchFamily="2" charset="0"/>
              </a:rPr>
              <a:t>(59%)</a:t>
            </a:r>
            <a:r>
              <a:rPr lang="en-US" sz="1200">
                <a:latin typeface="Montserrat" pitchFamily="2" charset="0"/>
              </a:rPr>
              <a:t> face particularly widespread shortages of regular staff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8CD5B5-B906-B6AF-043F-2E6B7B9A9126}"/>
              </a:ext>
            </a:extLst>
          </p:cNvPr>
          <p:cNvSpPr/>
          <p:nvPr/>
        </p:nvSpPr>
        <p:spPr>
          <a:xfrm>
            <a:off x="6365781" y="5921717"/>
            <a:ext cx="5395371" cy="277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988F0DAF-BDD9-2143-B7B8-E017175F340E}"/>
              </a:ext>
            </a:extLst>
          </p:cNvPr>
          <p:cNvSpPr txBox="1"/>
          <p:nvPr/>
        </p:nvSpPr>
        <p:spPr>
          <a:xfrm>
            <a:off x="6163902" y="5933206"/>
            <a:ext cx="5842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Montserrat" pitchFamily="2" charset="0"/>
              </a:rPr>
              <a:t>These pressures may sustain wage growth even as hiring cools</a:t>
            </a:r>
            <a:endParaRPr lang="en-US" sz="1200">
              <a:solidFill>
                <a:schemeClr val="bg1"/>
              </a:solidFill>
              <a:latin typeface="Montserrat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2ADFDA-86C9-66C5-B4F8-3D4188390488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6357378" y="5045706"/>
            <a:ext cx="53964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100B9343-4D3B-E43D-9178-44EF4F5E8689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Labor market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AB86D80A-A527-A223-63D8-DFDB6593C143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3825C19-B1EA-B059-3B31-7DECD4C09D86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3CD3923-C0C7-E199-C6F3-C48D7E16A390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1BCA49DD-78E5-8278-389B-D4675973AD8F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Monetary policy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9720023A-176D-BD33-CDE5-101579A69E9F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419266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8E4AF6-164F-D60E-B261-789EE40E8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The common sample shows more moderate base pay growth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DA34E-3079-93BE-AF5E-E48016865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1" y="1196975"/>
            <a:ext cx="7433201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Common establishments show a smaller, sustained pay increase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6F77C4-F349-0988-6B50-6B3D60F454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40233" y="1196975"/>
            <a:ext cx="3544128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Base-up isolates increases in pay scales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372999-D6B8-D3DA-05CD-481401ED91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1" y="1473667"/>
            <a:ext cx="7433201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Base pay growth by survey sample (% YoY)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90C0B5-3AFB-DD6E-1268-3BC75CC8FC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0233" y="1473667"/>
            <a:ext cx="3544128" cy="241300"/>
          </a:xfrm>
        </p:spPr>
        <p:txBody>
          <a:bodyPr/>
          <a:lstStyle/>
          <a:p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Shunto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wage settlements in 2026 (%)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A22F14-6B97-5B08-7B50-8B1C280CF5C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1" y="6354761"/>
            <a:ext cx="5402591" cy="203023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Sources: MHLW MLS, July final data, and Rengo 2026 final results. Identified base-up covers a subset of unions</a:t>
            </a:r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4E28D2-3F7B-6F70-9AF1-17CCB4354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Negotiated increases need to translate into wages actually paid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030186E4-8001-536C-9084-750CAA6C0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65002"/>
              </p:ext>
            </p:extLst>
          </p:nvPr>
        </p:nvGraphicFramePr>
        <p:xfrm>
          <a:off x="409575" y="1834367"/>
          <a:ext cx="7431141" cy="4400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12A95F4B-2D29-9762-1BDB-0BEFB7D25B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267844"/>
              </p:ext>
            </p:extLst>
          </p:nvPr>
        </p:nvGraphicFramePr>
        <p:xfrm>
          <a:off x="8238297" y="1809749"/>
          <a:ext cx="3544128" cy="4545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807670C9-E918-E730-9A6D-518DB366A1FB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Labor market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D015967-B191-31C0-C1D5-7D5E41DFAAFA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4C40F85C-CC73-9E5E-608B-4EB66DC9C577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E983931F-BCD7-39C3-29E0-AB961455EEFE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5EF21D2-2FA8-B51A-473C-C462A9D4630D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Monetary policy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2A6262E4-D68C-F423-D863-E5F684671545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56073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FC3AD805-A6E3-3E11-C8B9-5E2111DD56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6952273"/>
              </p:ext>
            </p:extLst>
          </p:nvPr>
        </p:nvGraphicFramePr>
        <p:xfrm>
          <a:off x="407987" y="1809750"/>
          <a:ext cx="11373437" cy="442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DFC732-024C-71C0-94A1-754933CA38A7}"/>
              </a:ext>
            </a:extLst>
          </p:cNvPr>
          <p:cNvSpPr/>
          <p:nvPr/>
        </p:nvSpPr>
        <p:spPr>
          <a:xfrm>
            <a:off x="9221139" y="4708634"/>
            <a:ext cx="1885002" cy="1036274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14C8A-27CD-94B6-8D4A-4F4F2CBD10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>
            <a:normAutofit/>
          </a:bodyPr>
          <a:lstStyle/>
          <a:p>
            <a:r>
              <a:rPr lang="en-US" sz="1700"/>
              <a:t>Firms respond with recruitment as well as pay rises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C70CC-E1DD-E4DF-B5E8-756F5197C9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1000"/>
              <a:t>Recruitment leads the response, alongside pay and efficiency measures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35D4D-9CA6-9AB5-8419-78D1CD0643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/>
              <a:t>Measures taken to address labor shortages (% of responding establishments)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96CEC94-5F2C-B430-F24F-E7FBA93623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1"/>
            <a:ext cx="6453626" cy="203023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MHLW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Economy Trend. Measures implemented in Q2 2026 among establishments taking action. Multiple responses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6CBE34-C40E-B584-A000-AEF8560E0D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anchor="b">
            <a:normAutofit/>
          </a:bodyPr>
          <a:lstStyle/>
          <a:p>
            <a:r>
              <a:rPr lang="en-US"/>
              <a:t>Wage increases are one part of a broader response to staff shortages</a:t>
            </a:r>
          </a:p>
        </p:txBody>
      </p:sp>
      <p:sp>
        <p:nvSpPr>
          <p:cNvPr id="11" name="Wages">
            <a:extLst>
              <a:ext uri="{FF2B5EF4-FFF2-40B4-BE49-F238E27FC236}">
                <a16:creationId xmlns:a16="http://schemas.microsoft.com/office/drawing/2014/main" id="{4CD529F2-4AD6-E0C1-D4DD-06876788A714}"/>
              </a:ext>
            </a:extLst>
          </p:cNvPr>
          <p:cNvSpPr>
            <a:spLocks noGrp="1"/>
          </p:cNvSpPr>
          <p:nvPr/>
        </p:nvSpPr>
        <p:spPr>
          <a:xfrm>
            <a:off x="9642203" y="4854218"/>
            <a:ext cx="1042875" cy="2412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99293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992937"/>
                </a:solidFill>
                <a:latin typeface="Montserrat"/>
                <a:ea typeface="Montserrat"/>
                <a:cs typeface="Montserrat"/>
              </a:rPr>
              <a:t>Wages</a:t>
            </a:r>
          </a:p>
        </p:txBody>
      </p:sp>
      <p:sp>
        <p:nvSpPr>
          <p:cNvPr id="13" name="Recruitment">
            <a:extLst>
              <a:ext uri="{FF2B5EF4-FFF2-40B4-BE49-F238E27FC236}">
                <a16:creationId xmlns:a16="http://schemas.microsoft.com/office/drawing/2014/main" id="{BF2393D2-D7A1-0C5E-F2D5-9CECD1373225}"/>
              </a:ext>
            </a:extLst>
          </p:cNvPr>
          <p:cNvSpPr>
            <a:spLocks noGrp="1"/>
          </p:cNvSpPr>
          <p:nvPr/>
        </p:nvSpPr>
        <p:spPr>
          <a:xfrm>
            <a:off x="9544433" y="5112528"/>
            <a:ext cx="1238414" cy="2412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9D9D9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9D9D9D"/>
                </a:solidFill>
                <a:latin typeface="Montserrat"/>
                <a:ea typeface="Montserrat"/>
                <a:cs typeface="Montserrat"/>
              </a:rPr>
              <a:t>Recruitment</a:t>
            </a:r>
          </a:p>
        </p:txBody>
      </p:sp>
      <p:sp>
        <p:nvSpPr>
          <p:cNvPr id="16" name="Work organization">
            <a:extLst>
              <a:ext uri="{FF2B5EF4-FFF2-40B4-BE49-F238E27FC236}">
                <a16:creationId xmlns:a16="http://schemas.microsoft.com/office/drawing/2014/main" id="{64E8BBF2-2434-E564-17D5-F4761CCF0D7E}"/>
              </a:ext>
            </a:extLst>
          </p:cNvPr>
          <p:cNvSpPr>
            <a:spLocks noGrp="1"/>
          </p:cNvSpPr>
          <p:nvPr/>
        </p:nvSpPr>
        <p:spPr>
          <a:xfrm>
            <a:off x="9264841" y="5370839"/>
            <a:ext cx="1797599" cy="2412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B49A6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B49A63"/>
                </a:solidFill>
                <a:latin typeface="Montserrat"/>
                <a:ea typeface="Montserrat"/>
                <a:cs typeface="Montserrat"/>
              </a:rPr>
              <a:t>Work organization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AE40F06E-1563-3A7B-53F6-C618BB346134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Labor market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F0ED208-CAFD-01F3-0D5D-0E041B9AA13F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54A71219-9788-39CD-688C-9A590EC242A0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27FF3F1-8811-12F6-C5F6-F7EF050F046C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7DA7130-480A-4922-B95E-98DBF9F82A37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Monetary policy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9F927DE5-F8E3-9E3B-F63D-F722343CD79B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400110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6BAED8-A44D-A146-2652-94E41AD9F1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>
            <a:normAutofit/>
          </a:bodyPr>
          <a:lstStyle/>
          <a:p>
            <a:r>
              <a:rPr lang="en-US" sz="1700"/>
              <a:t>Real wage gains have yet to deliver stronger consumption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08C21-BB00-43F2-2B33-22FD15862A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1000"/>
              <a:t>Regular pay gains trail the rise in total earnings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D112F0F-DB8B-7C59-F554-F551A29B99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Household spending has yet to follow real wage gains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25849B-75B9-F3EB-7EC3-C08250B3C4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/>
              <a:t>Real earnings growth (% YoY)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8F0623F-04BB-DEB7-CDEA-3D0D5CC8FC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Real disposable income and consumption (% YoY, 3MMA)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45082505-2B97-91EA-9F38-98DB5FB8B1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1" y="6354761"/>
            <a:ext cx="6558729" cy="203023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Sources: MLS and FIES. FIES covers workers households with 2+ persons. 3MMA is the three-month average of annual growth rates</a:t>
            </a:r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DCBC0D-7A0C-53BD-ACB7-399CF3BE2C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anchor="b">
            <a:normAutofit/>
          </a:bodyPr>
          <a:lstStyle/>
          <a:p>
            <a:r>
              <a:rPr lang="en-US"/>
              <a:t>Average pay is recovering purchasing power while household spending remains weak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1F4D0B63-E640-5FDB-2916-D03858FE9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356618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60B2B511-7CD6-A36B-C303-C082D5BE8B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7912358"/>
              </p:ext>
            </p:extLst>
          </p:nvPr>
        </p:nvGraphicFramePr>
        <p:xfrm>
          <a:off x="6286500" y="1809749"/>
          <a:ext cx="5505450" cy="438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7861C79B-9123-0402-3CF7-A816AF95107B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Labor market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C9C96CA-BC4B-9FB7-ACD9-5FF4F8F20BCB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5A547F19-2C03-DF06-F182-B355135FCEC1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A328AC1C-26D8-25A1-81AC-588DCED46F67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C1FDC57F-FA09-0F5E-83BF-819A78E7F9A0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Monetary policy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899BA3A-6FCF-D4A5-D658-30A3A636DD83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51106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9E5BB70-8D39-1E06-13B1-785641CECA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Labor-intensive services are not driving price acceleration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BB90FB2-CCDC-48B0-DDB4-74BC5519E5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87520" y="1196975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Price acceleration is stronger in less labor-intensive services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3713408F-A032-7A4D-2ED5-FB2E0C8A5C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87520" y="1473667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Services producer prices by labor cost intensity (% YoY)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5193C9ED-51E5-BE29-4AC6-0329B89FF3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3712" y="6354761"/>
            <a:ext cx="5602288" cy="203023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BoJ SPPI, 28 September 2026. August preliminary. Business-to-business services, revised history</a:t>
            </a:r>
          </a:p>
          <a:p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FEAF16AC-98D5-CD31-80AA-50EC25643E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Wage growth coexists with uneven inflation across business services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06704725-088E-9435-5C21-B1517A46DC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448746"/>
              </p:ext>
            </p:extLst>
          </p:nvPr>
        </p:nvGraphicFramePr>
        <p:xfrm>
          <a:off x="4287520" y="1809750"/>
          <a:ext cx="7496493" cy="4425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519759-88D4-3542-AF1B-5AA1B4DEB30E}"/>
              </a:ext>
            </a:extLst>
          </p:cNvPr>
          <p:cNvSpPr>
            <a:spLocks noGrp="1"/>
          </p:cNvSpPr>
          <p:nvPr/>
        </p:nvSpPr>
        <p:spPr>
          <a:xfrm>
            <a:off x="409575" y="1330325"/>
            <a:ext cx="3648075" cy="1137577"/>
          </a:xfrm>
          <a:prstGeom prst="roundRect">
            <a:avLst>
              <a:gd name="adj" fmla="val 4700"/>
            </a:avLst>
          </a:prstGeom>
          <a:solidFill>
            <a:srgbClr val="F1EEE5"/>
          </a:solidFill>
          <a:ln w="0">
            <a:solidFill>
              <a:schemeClr val="accent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A1C1D8-1F74-620D-DF9A-9FAF16690AED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3362325" cy="421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6" name="Staff shortages sustain pressure for pay rises">
            <a:extLst>
              <a:ext uri="{FF2B5EF4-FFF2-40B4-BE49-F238E27FC236}">
                <a16:creationId xmlns:a16="http://schemas.microsoft.com/office/drawing/2014/main" id="{0A279E02-4C5C-48E9-70BC-65E203BD37CC}"/>
              </a:ext>
            </a:extLst>
          </p:cNvPr>
          <p:cNvSpPr>
            <a:spLocks noGrp="1"/>
          </p:cNvSpPr>
          <p:nvPr/>
        </p:nvSpPr>
        <p:spPr>
          <a:xfrm>
            <a:off x="607695" y="1511445"/>
            <a:ext cx="3257550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17171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Staff shortages sustain pressure for pay rises</a:t>
            </a:r>
          </a:p>
        </p:txBody>
      </p:sp>
      <p:sp>
        <p:nvSpPr>
          <p:cNvPr id="34" name="Watch the breadth of pay increases and growth in r">
            <a:extLst>
              <a:ext uri="{FF2B5EF4-FFF2-40B4-BE49-F238E27FC236}">
                <a16:creationId xmlns:a16="http://schemas.microsoft.com/office/drawing/2014/main" id="{3B68EC98-7FD5-8C8E-FED2-5EA6523C7D3B}"/>
              </a:ext>
            </a:extLst>
          </p:cNvPr>
          <p:cNvSpPr>
            <a:spLocks noGrp="1"/>
          </p:cNvSpPr>
          <p:nvPr/>
        </p:nvSpPr>
        <p:spPr>
          <a:xfrm>
            <a:off x="600075" y="1995144"/>
            <a:ext cx="3257550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66666"/>
                </a:solidFill>
                <a:latin typeface="Montserrat"/>
                <a:ea typeface="Montserrat"/>
                <a:cs typeface="Montserrat"/>
              </a:rPr>
              <a:t>Watch the breadth of pay increases and growth in regular earnings.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1902A04-B6A5-DDF9-ACFD-C871C9E15DCC}"/>
              </a:ext>
            </a:extLst>
          </p:cNvPr>
          <p:cNvSpPr/>
          <p:nvPr/>
        </p:nvSpPr>
        <p:spPr>
          <a:xfrm>
            <a:off x="1779270" y="1196717"/>
            <a:ext cx="914400" cy="250389"/>
          </a:xfrm>
          <a:prstGeom prst="roundRect">
            <a:avLst/>
          </a:prstGeom>
          <a:solidFill>
            <a:srgbClr val="F1EE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992937"/>
                </a:solidFill>
                <a:latin typeface="Montserrat" pitchFamily="2" charset="0"/>
              </a:rPr>
              <a:t>Wages</a:t>
            </a:r>
            <a:endParaRPr lang="en-US" sz="1200" b="1">
              <a:solidFill>
                <a:srgbClr val="992937"/>
              </a:solidFill>
              <a:latin typeface="Montserrat" pitchFamily="2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88120E6-61F3-7417-3098-FFBE116A8ABA}"/>
              </a:ext>
            </a:extLst>
          </p:cNvPr>
          <p:cNvSpPr>
            <a:spLocks noGrp="1"/>
          </p:cNvSpPr>
          <p:nvPr/>
        </p:nvSpPr>
        <p:spPr>
          <a:xfrm>
            <a:off x="407987" y="3093959"/>
            <a:ext cx="3648075" cy="1137577"/>
          </a:xfrm>
          <a:prstGeom prst="roundRect">
            <a:avLst>
              <a:gd name="adj" fmla="val 4700"/>
            </a:avLst>
          </a:prstGeom>
          <a:solidFill>
            <a:srgbClr val="F1EEE5"/>
          </a:solidFill>
          <a:ln w="0">
            <a:solidFill>
              <a:schemeClr val="accent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Staff shortages sustain pressure for pay rises">
            <a:extLst>
              <a:ext uri="{FF2B5EF4-FFF2-40B4-BE49-F238E27FC236}">
                <a16:creationId xmlns:a16="http://schemas.microsoft.com/office/drawing/2014/main" id="{97FA7974-9C85-46A5-109F-4E787984D190}"/>
              </a:ext>
            </a:extLst>
          </p:cNvPr>
          <p:cNvSpPr>
            <a:spLocks noGrp="1"/>
          </p:cNvSpPr>
          <p:nvPr/>
        </p:nvSpPr>
        <p:spPr>
          <a:xfrm>
            <a:off x="606107" y="3275079"/>
            <a:ext cx="3257550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171717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200" b="1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Real wage gains have yet to lift spending</a:t>
            </a:r>
          </a:p>
        </p:txBody>
      </p:sp>
      <p:sp>
        <p:nvSpPr>
          <p:cNvPr id="42" name="Watch the breadth of pay increases and growth in r">
            <a:extLst>
              <a:ext uri="{FF2B5EF4-FFF2-40B4-BE49-F238E27FC236}">
                <a16:creationId xmlns:a16="http://schemas.microsoft.com/office/drawing/2014/main" id="{85AA1A2F-029E-A66E-DB58-6B5C128FE7A8}"/>
              </a:ext>
            </a:extLst>
          </p:cNvPr>
          <p:cNvSpPr>
            <a:spLocks noGrp="1"/>
          </p:cNvSpPr>
          <p:nvPr/>
        </p:nvSpPr>
        <p:spPr>
          <a:xfrm>
            <a:off x="598487" y="3758778"/>
            <a:ext cx="3257550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  <a:r>
              <a:rPr lang="en-US" sz="900">
                <a:solidFill>
                  <a:srgbClr val="666666"/>
                </a:solidFill>
                <a:latin typeface="Montserrat"/>
                <a:ea typeface="Montserrat"/>
                <a:cs typeface="Montserrat"/>
              </a:rPr>
              <a:t>Watch for sustained growth in real disposable income and spending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C96DCC2-EE39-C008-13FE-8A97A9F02DB0}"/>
              </a:ext>
            </a:extLst>
          </p:cNvPr>
          <p:cNvSpPr/>
          <p:nvPr/>
        </p:nvSpPr>
        <p:spPr>
          <a:xfrm>
            <a:off x="998646" y="2959078"/>
            <a:ext cx="2469931" cy="289636"/>
          </a:xfrm>
          <a:prstGeom prst="roundRect">
            <a:avLst/>
          </a:prstGeom>
          <a:solidFill>
            <a:srgbClr val="F1EE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992937"/>
                </a:solidFill>
                <a:latin typeface="Montserrat"/>
                <a:ea typeface="Montserrat"/>
                <a:cs typeface="Montserrat"/>
              </a:rPr>
              <a:t>Income and consumption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3D3F2B9-358F-5871-A3BF-130448CC2A56}"/>
              </a:ext>
            </a:extLst>
          </p:cNvPr>
          <p:cNvSpPr>
            <a:spLocks noGrp="1"/>
          </p:cNvSpPr>
          <p:nvPr/>
        </p:nvSpPr>
        <p:spPr>
          <a:xfrm>
            <a:off x="407987" y="4881588"/>
            <a:ext cx="3648075" cy="1137577"/>
          </a:xfrm>
          <a:prstGeom prst="roundRect">
            <a:avLst>
              <a:gd name="adj" fmla="val 4700"/>
            </a:avLst>
          </a:prstGeom>
          <a:solidFill>
            <a:srgbClr val="F1EEE5"/>
          </a:solidFill>
          <a:ln w="0">
            <a:solidFill>
              <a:schemeClr val="accent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Staff shortages sustain pressure for pay rises">
            <a:extLst>
              <a:ext uri="{FF2B5EF4-FFF2-40B4-BE49-F238E27FC236}">
                <a16:creationId xmlns:a16="http://schemas.microsoft.com/office/drawing/2014/main" id="{6DF32E3C-EBE5-D2F3-4D89-A65B32C54236}"/>
              </a:ext>
            </a:extLst>
          </p:cNvPr>
          <p:cNvSpPr>
            <a:spLocks noGrp="1"/>
          </p:cNvSpPr>
          <p:nvPr/>
        </p:nvSpPr>
        <p:spPr>
          <a:xfrm>
            <a:off x="606107" y="5062708"/>
            <a:ext cx="3257550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171717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200" b="1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Price pressures differ across several services</a:t>
            </a:r>
          </a:p>
        </p:txBody>
      </p:sp>
      <p:sp>
        <p:nvSpPr>
          <p:cNvPr id="50" name="Watch the breadth of pay increases and growth in r">
            <a:extLst>
              <a:ext uri="{FF2B5EF4-FFF2-40B4-BE49-F238E27FC236}">
                <a16:creationId xmlns:a16="http://schemas.microsoft.com/office/drawing/2014/main" id="{614FFE1A-F6B4-A6A3-A0C8-DE35CADA1CBD}"/>
              </a:ext>
            </a:extLst>
          </p:cNvPr>
          <p:cNvSpPr>
            <a:spLocks noGrp="1"/>
          </p:cNvSpPr>
          <p:nvPr/>
        </p:nvSpPr>
        <p:spPr>
          <a:xfrm>
            <a:off x="598487" y="5546407"/>
            <a:ext cx="3257550" cy="4727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  <a:r>
              <a:rPr lang="en-US" sz="900">
                <a:solidFill>
                  <a:srgbClr val="666666"/>
                </a:solidFill>
                <a:latin typeface="Montserrat"/>
                <a:ea typeface="Montserrat"/>
                <a:cs typeface="Montserrat"/>
              </a:rPr>
              <a:t>Look for broader price pressure and confirmation in consumer services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5267289-A7C5-F79F-73A3-4AB58A6CD083}"/>
              </a:ext>
            </a:extLst>
          </p:cNvPr>
          <p:cNvSpPr/>
          <p:nvPr/>
        </p:nvSpPr>
        <p:spPr>
          <a:xfrm>
            <a:off x="1558131" y="4749526"/>
            <a:ext cx="1350962" cy="250389"/>
          </a:xfrm>
          <a:prstGeom prst="roundRect">
            <a:avLst/>
          </a:prstGeom>
          <a:solidFill>
            <a:srgbClr val="F1EE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992937"/>
                </a:solidFill>
                <a:latin typeface="Montserrat"/>
                <a:ea typeface="Montserrat"/>
                <a:cs typeface="Montserrat"/>
              </a:rPr>
              <a:t>Service prices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0F74766C-AA89-4207-25F4-FCAF55FAE3D4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latin typeface="Montserrat" pitchFamily="2" charset="0"/>
              </a:rPr>
              <a:t>Labor market</a:t>
            </a:r>
            <a:endParaRPr lang="en-US" b="1">
              <a:latin typeface="Montserrat" pitchFamily="2" charset="0"/>
            </a:endParaRP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12C73567-5A47-5DBE-AF17-C930A8D2380B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5BC8815A-4C8E-28F0-223E-E2F10998CA96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364801BC-01A4-D670-EEA6-B1839F5983BF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839AC75E-026E-DEFE-B9E0-CA7BDE7483E1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Monetary policy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7DA80AE6-8C8B-73E1-2072-3614DAD848E8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366051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3F48FB8-6E26-CD24-238A-3BA77D1A4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SECTION II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B90AF8-56E2-3D39-1971-B3E8983E04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Economic </a:t>
            </a:r>
            <a:r>
              <a:rPr lang="pt-BR" err="1"/>
              <a:t>activity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03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05629AB-1B7B-D1C8-1561-DEB64A0885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Growth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uneven</a:t>
            </a:r>
            <a:r>
              <a:rPr lang="pt-BR"/>
              <a:t>, </a:t>
            </a:r>
            <a:r>
              <a:rPr lang="pt-BR" err="1"/>
              <a:t>yet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economy</a:t>
            </a:r>
            <a:r>
              <a:rPr lang="pt-BR"/>
              <a:t> runs </a:t>
            </a:r>
            <a:r>
              <a:rPr lang="pt-BR" err="1"/>
              <a:t>above</a:t>
            </a:r>
            <a:r>
              <a:rPr lang="pt-BR"/>
              <a:t> </a:t>
            </a:r>
            <a:r>
              <a:rPr lang="pt-BR" err="1"/>
              <a:t>capacity</a:t>
            </a:r>
            <a:endParaRPr lang="en-US"/>
          </a:p>
        </p:txBody>
      </p:sp>
      <p:graphicFrame>
        <p:nvGraphicFramePr>
          <p:cNvPr id="22" name="Espaço Reservado para Conteúdo 12">
            <a:extLst>
              <a:ext uri="{FF2B5EF4-FFF2-40B4-BE49-F238E27FC236}">
                <a16:creationId xmlns:a16="http://schemas.microsoft.com/office/drawing/2014/main" id="{BC845E12-6717-2A46-21B2-87A2F132BA5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758840483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Espaço Reservado para Conteúdo 15">
            <a:extLst>
              <a:ext uri="{FF2B5EF4-FFF2-40B4-BE49-F238E27FC236}">
                <a16:creationId xmlns:a16="http://schemas.microsoft.com/office/drawing/2014/main" id="{7FECDAD3-89F1-E86C-2E33-48A50C621E5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0465710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EB7DE17-2CE8-888E-A38C-49791FFD3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Quarterly growth alternates between gains and setbacks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8669E14-CB97-399B-E536-98EBC8B64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6063316" cy="241300"/>
          </a:xfrm>
        </p:spPr>
        <p:txBody>
          <a:bodyPr/>
          <a:lstStyle/>
          <a:p>
            <a:r>
              <a:rPr lang="en-US"/>
              <a:t>The output gap stayed positive, with both labor and capital contributing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DA2BC03-8B03-B317-013C-28D53A2EEF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Real GDP growth (q/q, %)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7F1F8776-608E-BA80-55F0-CC8759A60C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Output gap and its components (% of potential GDP)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6A41A75-9EB5-A1EB-E867-A51EC966FA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r>
              <a:rPr lang="pt-BR"/>
              <a:t>, </a:t>
            </a:r>
            <a:r>
              <a:rPr lang="pt-BR" err="1"/>
              <a:t>Cabinet</a:t>
            </a:r>
            <a:r>
              <a:rPr lang="pt-BR"/>
              <a:t> Office 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187EA767-8D99-7082-81D2-B834AEE3E4B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472407"/>
            <a:ext cx="10704513" cy="535236"/>
          </a:xfrm>
        </p:spPr>
        <p:txBody>
          <a:bodyPr/>
          <a:lstStyle/>
          <a:p>
            <a:r>
              <a:rPr lang="en-US"/>
              <a:t>Quarterly GDP swings between gains and losses while the output gap has stayed positive since 2022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FCAAFBA5-CCA7-1196-1A39-865F5BB8FE0B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B56C75F3-20DE-59A6-BD59-6E3D33FADAEF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4D42EAB-F50E-F832-4AE4-6AF2CF643006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5E2C5B5F-0CB0-9867-D53C-2EAD768A029E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1595CD2E-01FD-7AE9-AE2C-4AC021B6BFE3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6B352F85-ADDE-C781-CDE4-AC221820C06A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56865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F7199C0-8B92-B3E5-9859-9CBFA27BD9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Growth is modest and volatile, and wages were left behind</a:t>
            </a:r>
            <a:r>
              <a:rPr lang="pt-BR"/>
              <a:t> </a:t>
            </a:r>
            <a:endParaRPr lang="en-US"/>
          </a:p>
        </p:txBody>
      </p:sp>
      <p:graphicFrame>
        <p:nvGraphicFramePr>
          <p:cNvPr id="15" name="Espaço Reservado para Conteúdo 12">
            <a:extLst>
              <a:ext uri="{FF2B5EF4-FFF2-40B4-BE49-F238E27FC236}">
                <a16:creationId xmlns:a16="http://schemas.microsoft.com/office/drawing/2014/main" id="{5F59B1C1-7C52-6CB5-ACF4-939E29722238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266325634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ADD0B3-6C18-C93F-AE6F-6F2F438E4D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9DAAF40-5CEE-E704-D19C-E0927EE0FE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Growth swings </a:t>
            </a:r>
            <a:r>
              <a:rPr lang="pt-BR" err="1"/>
              <a:t>between</a:t>
            </a:r>
            <a:r>
              <a:rPr lang="pt-BR"/>
              <a:t> crises </a:t>
            </a:r>
            <a:r>
              <a:rPr lang="pt-BR" err="1"/>
              <a:t>and</a:t>
            </a:r>
            <a:r>
              <a:rPr lang="pt-BR"/>
              <a:t> short-</a:t>
            </a:r>
            <a:r>
              <a:rPr lang="pt-BR" err="1"/>
              <a:t>lived</a:t>
            </a:r>
            <a:r>
              <a:rPr lang="pt-BR"/>
              <a:t> </a:t>
            </a:r>
            <a:r>
              <a:rPr lang="pt-BR" err="1"/>
              <a:t>rebounds</a:t>
            </a:r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668BE38-1C68-38FF-07F1-9834A5E370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Real wages have lagged productivity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E72A163-BBC4-4B0B-7F59-7BD205C07E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Real GDP </a:t>
            </a:r>
            <a:r>
              <a:rPr lang="pt-BR" err="1"/>
              <a:t>variation</a:t>
            </a:r>
            <a:r>
              <a:rPr lang="pt-BR"/>
              <a:t> (%)</a:t>
            </a:r>
            <a:endParaRPr lang="en-US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6C3BF312-0187-4C63-51C0-6F43728DFD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Wage-to-productivity ratio, G7 (1996 = 1)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5EC19DF-3F06-F470-3AB2-46C4A35194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OCDE, </a:t>
            </a:r>
            <a:r>
              <a:rPr lang="pt-BR" err="1"/>
              <a:t>Cabinet</a:t>
            </a:r>
            <a:r>
              <a:rPr lang="pt-BR"/>
              <a:t> Office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26A5392F-5228-A92E-6CCD-376F72C433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713913" cy="345027"/>
          </a:xfrm>
        </p:spPr>
        <p:txBody>
          <a:bodyPr/>
          <a:lstStyle/>
          <a:p>
            <a:r>
              <a:rPr lang="en-US"/>
              <a:t>Growth swings between shocks and brief rebounds while real wages lag productivity</a:t>
            </a:r>
          </a:p>
        </p:txBody>
      </p:sp>
    </p:spTree>
    <p:extLst>
      <p:ext uri="{BB962C8B-B14F-4D97-AF65-F5344CB8AC3E}">
        <p14:creationId xmlns:p14="http://schemas.microsoft.com/office/powerpoint/2010/main" val="22927305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DDBF6F7-E3A7-FE57-FF9B-5FEF9079B8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Consumption is steady, but trade drives the swings</a:t>
            </a:r>
          </a:p>
        </p:txBody>
      </p:sp>
      <p:graphicFrame>
        <p:nvGraphicFramePr>
          <p:cNvPr id="11" name="Espaço Reservado para Conteúdo 12">
            <a:extLst>
              <a:ext uri="{FF2B5EF4-FFF2-40B4-BE49-F238E27FC236}">
                <a16:creationId xmlns:a16="http://schemas.microsoft.com/office/drawing/2014/main" id="{D80CE5A5-7705-887D-6738-C35AB0CA0F8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647397093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Espaço Reservado para Conteúdo 15">
            <a:extLst>
              <a:ext uri="{FF2B5EF4-FFF2-40B4-BE49-F238E27FC236}">
                <a16:creationId xmlns:a16="http://schemas.microsoft.com/office/drawing/2014/main" id="{D5CE37FE-BEF0-FD35-185E-17C14E523B0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03371478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3B855DD-A5CF-5B5A-3FB0-12C25272F0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Net exports and inventories explain the quarterly swings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4922862-997D-4B58-7DCD-9F3EE9D587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Lower imports carried growth in Q2 2026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ED001AA-60B7-BD88-7866-0C3D1F6DD3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Contribution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real GDP </a:t>
            </a:r>
            <a:r>
              <a:rPr lang="pt-BR" err="1"/>
              <a:t>growth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 </a:t>
            </a:r>
            <a:r>
              <a:rPr lang="pt-BR" err="1"/>
              <a:t>component</a:t>
            </a:r>
            <a:r>
              <a:rPr lang="pt-BR"/>
              <a:t> (p.p)</a:t>
            </a:r>
            <a:endParaRPr lang="en-US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0D5FB39-8A4E-FA28-B7F8-79543A35A8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defRPr sz="923" b="0">
                <a:solidFill>
                  <a:srgbClr val="777777"/>
                </a:solidFill>
                <a:latin typeface="Montserrat"/>
                <a:ea typeface="Montserrat"/>
                <a:cs typeface="Montserrat"/>
              </a:defRPr>
            </a:pPr>
            <a:r>
              <a:rPr lang="en-US">
                <a:solidFill>
                  <a:srgbClr val="777777"/>
                </a:solidFill>
                <a:latin typeface="Montserrat"/>
                <a:ea typeface="Montserrat"/>
                <a:cs typeface="Montserrat"/>
              </a:rPr>
              <a:t>Q2 2026 contributions to real GDP growth (p.p.)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91730CB2-7981-9FC3-4CBC-47BE67C086E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Cabinet</a:t>
            </a:r>
            <a:r>
              <a:rPr lang="pt-BR"/>
              <a:t> Office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F6E569E5-D124-8585-523F-8BE4661FC9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In Q2 2026 growth came from lower imports while domestic demand subtracted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042DE05E-4CB1-3668-EBE5-50E168DDB5CD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B4E1CB74-B4B6-7374-A62C-CA74B6D86AEB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9F35E93E-DB89-E745-096D-F445D94F7AAF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69538E9-79FD-DC98-E349-FBE50F9FE805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D2F5AB5-C5DA-8690-D582-8B33753DD264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687E7300-6FA6-C016-35B3-F2D4FEAE1D03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0326278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CB02DC4-0CE4-8D61-12B8-A632ADEAA1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Prices drive nominal GDP growth</a:t>
            </a:r>
          </a:p>
        </p:txBody>
      </p:sp>
      <p:graphicFrame>
        <p:nvGraphicFramePr>
          <p:cNvPr id="19" name="Espaço Reservado para Conteúdo 13">
            <a:extLst>
              <a:ext uri="{FF2B5EF4-FFF2-40B4-BE49-F238E27FC236}">
                <a16:creationId xmlns:a16="http://schemas.microsoft.com/office/drawing/2014/main" id="{18E9FB8D-F21A-53FF-47EB-B5EDCA83E71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882714328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Espaço Reservado para Conteúdo 16">
            <a:extLst>
              <a:ext uri="{FF2B5EF4-FFF2-40B4-BE49-F238E27FC236}">
                <a16:creationId xmlns:a16="http://schemas.microsoft.com/office/drawing/2014/main" id="{686D4306-C419-8E43-BC88-87890542B2C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71141690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0960EC-0663-9FC7-7019-8DC137B3C3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The GDP deflator accounts for most nominal growth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65AB547-A7D3-9906-9425-EF08311D16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Falling import prices lift the GDP deflator above domestic prices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C207F2E-0582-9A4E-CE5D-2988127575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Real GDP growth and GDP deflator (%, YoY)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CD57546-A437-0E23-E5B2-66FE4414D4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Deflators by expenditure component, FY2025 (%, YoY)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5789C25-FC20-20DA-98DA-FE9FB6DAD5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Cabinet</a:t>
            </a:r>
            <a:r>
              <a:rPr lang="pt-BR"/>
              <a:t> Office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50DBE382-3272-D1E9-6632-78E60239E32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71571"/>
            <a:ext cx="9896219" cy="345027"/>
          </a:xfrm>
        </p:spPr>
        <p:txBody>
          <a:bodyPr/>
          <a:lstStyle/>
          <a:p>
            <a:r>
              <a:rPr lang="en-US"/>
              <a:t>Modest real growth contrasts with a strong GDP deflator, supported by falling import prices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A82BAA40-23C4-E9F0-8A52-353F7D02AB8D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ACFA2B7E-CD40-C4FE-C955-9D30394650F5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7FC7E5D9-7986-329D-019D-107E6E05FCBD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2F1AAE09-0388-05B3-A644-CE53DA0009DA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45B2271E-4B66-3D19-8E68-86519C53F07C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D43F0BE0-14CC-C9C1-C36A-427CCA4597B9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3184270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8D53D42F-5BE8-8C2B-37CC-6F5A53FF1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Activity gains momentum as manufacturing confidence strengthens</a:t>
            </a:r>
          </a:p>
        </p:txBody>
      </p:sp>
      <p:graphicFrame>
        <p:nvGraphicFramePr>
          <p:cNvPr id="11" name="Espaço Reservado para Conteúdo 12">
            <a:extLst>
              <a:ext uri="{FF2B5EF4-FFF2-40B4-BE49-F238E27FC236}">
                <a16:creationId xmlns:a16="http://schemas.microsoft.com/office/drawing/2014/main" id="{94B4EC38-0710-BA58-08A8-6613848BFCC3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81489192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Espaço Reservado para Conteúdo 15">
            <a:extLst>
              <a:ext uri="{FF2B5EF4-FFF2-40B4-BE49-F238E27FC236}">
                <a16:creationId xmlns:a16="http://schemas.microsoft.com/office/drawing/2014/main" id="{5636B904-089C-4708-DA6C-37B85D88A16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72514205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32B639-ECEE-8490-BC9C-F90BD2C1CF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Activity indexes point to a broad upturn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540199D-7A4B-6A46-3D0F-22F22B8D59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Manufacturers' sentiment improved for six straight quarters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5A85D2A-D02E-D770-2D58-BFF7F766A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Indexes of Business Conditions, composite indexes (2020 = 100)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E6DC830-AE2D-EDA1-2328-EF6482F7EF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Tankan business conditions DI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ED52D05A-B040-7134-68A6-FB4C3924B72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r>
              <a:rPr lang="pt-BR"/>
              <a:t>, </a:t>
            </a:r>
            <a:r>
              <a:rPr lang="pt-BR" err="1"/>
              <a:t>Cabinet</a:t>
            </a:r>
            <a:r>
              <a:rPr lang="pt-BR"/>
              <a:t> office, </a:t>
            </a:r>
            <a:r>
              <a:rPr lang="pt-BR" err="1"/>
              <a:t>Tankan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A7DCE93-9706-93F4-7B27-394A2585D0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10466490" cy="345027"/>
          </a:xfrm>
        </p:spPr>
        <p:txBody>
          <a:bodyPr/>
          <a:lstStyle/>
          <a:p>
            <a:r>
              <a:rPr lang="en-US"/>
              <a:t>Leading indicators recovered from 2025 lows and large manufacturers’ sentiment keeps improving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54F4D403-BCB6-F786-4F66-337187B1E5D6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69CECA96-7C8F-1FD9-95B8-48664BF0BF34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145F968-EF21-CDF2-DF1C-A8D3BC31C744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FFB2E0-EA6F-9CA3-D2F8-C422E851CD90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351ABD96-5541-0707-E295-0995E479BA2C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0F4433-AC49-7C9C-EDF3-0ED7AE073C5A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085187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C48AB5-11A2-7966-44F5-F861A0554C70}"/>
              </a:ext>
            </a:extLst>
          </p:cNvPr>
          <p:cNvSpPr/>
          <p:nvPr/>
        </p:nvSpPr>
        <p:spPr>
          <a:xfrm>
            <a:off x="621164" y="4960878"/>
            <a:ext cx="5474836" cy="128077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A1317B9-EB6D-BC41-BAC7-C169FA9373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Labor </a:t>
            </a:r>
            <a:r>
              <a:rPr lang="pt-BR" err="1"/>
              <a:t>shortage</a:t>
            </a:r>
            <a:r>
              <a:rPr lang="pt-BR"/>
              <a:t> </a:t>
            </a:r>
            <a:r>
              <a:rPr lang="pt-BR" err="1"/>
              <a:t>leave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investment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large</a:t>
            </a:r>
            <a:r>
              <a:rPr lang="pt-BR"/>
              <a:t> </a:t>
            </a:r>
            <a:r>
              <a:rPr lang="pt-BR" err="1"/>
              <a:t>firms</a:t>
            </a:r>
            <a:endParaRPr lang="en-US"/>
          </a:p>
        </p:txBody>
      </p:sp>
      <p:graphicFrame>
        <p:nvGraphicFramePr>
          <p:cNvPr id="14" name="Espaço Reservado para Conteúdo 12">
            <a:extLst>
              <a:ext uri="{FF2B5EF4-FFF2-40B4-BE49-F238E27FC236}">
                <a16:creationId xmlns:a16="http://schemas.microsoft.com/office/drawing/2014/main" id="{A79383E4-7629-9CC2-D5A0-139BA1E4544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813115552"/>
              </p:ext>
            </p:extLst>
          </p:nvPr>
        </p:nvGraphicFramePr>
        <p:xfrm>
          <a:off x="407988" y="1809750"/>
          <a:ext cx="5505450" cy="3121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Espaço Reservado para Conteúdo 15">
            <a:extLst>
              <a:ext uri="{FF2B5EF4-FFF2-40B4-BE49-F238E27FC236}">
                <a16:creationId xmlns:a16="http://schemas.microsoft.com/office/drawing/2014/main" id="{0F9429B0-377C-21A1-A35F-D5DF695F23E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32984230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E4E1A7-F0EB-D524-DA14-721D1E4820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Labor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scarce</a:t>
            </a:r>
            <a:r>
              <a:rPr lang="pt-BR"/>
              <a:t>,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affecting</a:t>
            </a:r>
            <a:r>
              <a:rPr lang="pt-BR"/>
              <a:t> </a:t>
            </a:r>
            <a:r>
              <a:rPr lang="pt-BR" err="1"/>
              <a:t>small</a:t>
            </a:r>
            <a:r>
              <a:rPr lang="pt-BR"/>
              <a:t> </a:t>
            </a:r>
            <a:r>
              <a:rPr lang="pt-BR" err="1"/>
              <a:t>firms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hardest</a:t>
            </a:r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4F4913E-8804-FA63-F2E7-D075C87285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Capex plans accelerate at large firms and stall at small ones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1E0F8FD-A983-A1EB-33B8-9F8F5E34DA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Tankan employment DI, all industries (excessive – insufficient, %)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D0CB500-37EE-BB58-724C-91C1B11CB1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Software, R&amp;D and fixed investment excl. land (YoY, %)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BD6DB960-EA62-943B-257E-38E17BC1A7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r>
              <a:rPr lang="pt-BR"/>
              <a:t>, </a:t>
            </a:r>
            <a:r>
              <a:rPr lang="pt-BR" err="1"/>
              <a:t>Tankan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1449831-B3B6-9FD9-F255-FB7A61DB3D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Small firms face the tightest labor market and plan the weakest investment growth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014011-EEDD-8990-A3E2-07A907DA82F6}"/>
              </a:ext>
            </a:extLst>
          </p:cNvPr>
          <p:cNvSpPr txBox="1"/>
          <p:nvPr/>
        </p:nvSpPr>
        <p:spPr>
          <a:xfrm>
            <a:off x="778667" y="5071368"/>
            <a:ext cx="515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992937"/>
                </a:solidFill>
                <a:latin typeface="Montserrat" panose="00000500000000000000"/>
              </a:rPr>
              <a:t>+24 manufacturing DI</a:t>
            </a:r>
            <a:r>
              <a:rPr lang="en-US" sz="1200">
                <a:latin typeface="Montserrat" panose="00000500000000000000"/>
              </a:rPr>
              <a:t> versus </a:t>
            </a:r>
            <a:r>
              <a:rPr lang="en-US" sz="1200" b="1">
                <a:solidFill>
                  <a:srgbClr val="992937"/>
                </a:solidFill>
                <a:latin typeface="Montserrat" panose="00000500000000000000"/>
              </a:rPr>
              <a:t>+35 non-manufacturing DI</a:t>
            </a:r>
            <a:r>
              <a:rPr lang="en-US" sz="1200">
                <a:latin typeface="Montserrat" panose="00000500000000000000"/>
              </a:rPr>
              <a:t>. The non-manufacturing DI eased from +37 in June</a:t>
            </a:r>
          </a:p>
          <a:p>
            <a:br>
              <a:rPr lang="en-US" sz="1200">
                <a:latin typeface="Montserrat" panose="00000500000000000000"/>
              </a:rPr>
            </a:br>
            <a:r>
              <a:rPr lang="en-US" sz="1200" b="1">
                <a:solidFill>
                  <a:srgbClr val="992937"/>
                </a:solidFill>
                <a:latin typeface="Montserrat" panose="00000500000000000000"/>
              </a:rPr>
              <a:t>Labor shortages remain</a:t>
            </a:r>
            <a:r>
              <a:rPr lang="en-US" sz="1200">
                <a:latin typeface="Montserrat" panose="00000500000000000000"/>
              </a:rPr>
              <a:t> across all firm sizes. Negative employment DI means insufficient staff.</a:t>
            </a:r>
          </a:p>
          <a:p>
            <a:endParaRPr lang="en-US" sz="120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69DD041-C415-7A94-2B92-9FE4CAF5B10B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49D5A43-20DB-EC77-A9E7-9AF2C2762DE0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7D691E9-E743-7B84-3132-F7DD9B002104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DB821472-466C-9F40-17A9-36CE6285BD3B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6A8D1289-1557-500C-97A9-A2563075C695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A5A0A8E7-B928-A7EE-6AAB-7530D9CDB625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087359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9810A-467A-DEDC-898F-027E768A72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SECTION III 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9CF76-280B-9BE5-ED4A-C4BCA0C656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Inflation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51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D8BD0F-EF2D-9209-1178-54BA2300F27E}"/>
              </a:ext>
            </a:extLst>
          </p:cNvPr>
          <p:cNvSpPr/>
          <p:nvPr/>
        </p:nvSpPr>
        <p:spPr>
          <a:xfrm>
            <a:off x="4552335" y="2241755"/>
            <a:ext cx="875071" cy="3687097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65661E-4808-795C-7C9B-F785C74FAB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At target, but not everywhere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F56BED5-9C4D-9D28-9008-43D0D8A1B44C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594413225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9A4C9D7-334B-DFA2-8665-40E531D97A6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61496558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5521B-1B61-F33E-F4F0-6B7C4848B1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Headline falls back to target after nearly four years above 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462AA1-49C0-487F-299A-3E659251DE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The typical price still runs well below target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3FCE85-BE03-FD41-0B52-EFD0C20513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Headline</a:t>
            </a:r>
            <a:r>
              <a:rPr lang="pt-BR"/>
              <a:t> CPI vs. CPI (ex. food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energy</a:t>
            </a:r>
            <a:r>
              <a:rPr lang="pt-BR"/>
              <a:t>) x target (%)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25D135-2EDE-4575-1A3B-1C5027A801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err="1"/>
              <a:t>Inflation</a:t>
            </a:r>
            <a:r>
              <a:rPr lang="pt-BR"/>
              <a:t> </a:t>
            </a:r>
            <a:r>
              <a:rPr lang="pt-BR" err="1"/>
              <a:t>trimmed</a:t>
            </a:r>
            <a:r>
              <a:rPr lang="pt-BR"/>
              <a:t> </a:t>
            </a:r>
            <a:r>
              <a:rPr lang="pt-BR" err="1"/>
              <a:t>mean</a:t>
            </a:r>
            <a:r>
              <a:rPr lang="pt-BR"/>
              <a:t> vs. </a:t>
            </a:r>
            <a:r>
              <a:rPr lang="pt-BR" err="1"/>
              <a:t>weighted</a:t>
            </a:r>
            <a:r>
              <a:rPr lang="pt-BR"/>
              <a:t> </a:t>
            </a:r>
            <a:r>
              <a:rPr lang="pt-BR" err="1"/>
              <a:t>median</a:t>
            </a:r>
            <a:r>
              <a:rPr lang="pt-BR"/>
              <a:t> vs. target (%)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61F7F6-E157-7F71-5396-F9D2DB4BCA1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Bloomberg; </a:t>
            </a:r>
            <a:r>
              <a:rPr lang="pt-BR" err="1"/>
              <a:t>BoJ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C31B22-DDF0-8838-CBD8-AE88C73EE8A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Headline sits at the target while the typical item in the basket lags well behind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A5F18-CD22-E53C-96AB-D41FF82778D5}"/>
              </a:ext>
            </a:extLst>
          </p:cNvPr>
          <p:cNvSpPr txBox="1"/>
          <p:nvPr/>
        </p:nvSpPr>
        <p:spPr>
          <a:xfrm>
            <a:off x="4552335" y="2348674"/>
            <a:ext cx="948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>
                <a:latin typeface="Montserrat" panose="00000500000000000000" pitchFamily="2" charset="0"/>
              </a:rPr>
              <a:t>Food </a:t>
            </a:r>
            <a:r>
              <a:rPr lang="pt-BR" sz="800" b="1" err="1">
                <a:latin typeface="Montserrat" panose="00000500000000000000" pitchFamily="2" charset="0"/>
              </a:rPr>
              <a:t>and</a:t>
            </a:r>
            <a:r>
              <a:rPr lang="pt-BR" sz="800" b="1">
                <a:latin typeface="Montserrat" panose="00000500000000000000" pitchFamily="2" charset="0"/>
              </a:rPr>
              <a:t> </a:t>
            </a:r>
            <a:r>
              <a:rPr lang="pt-BR" sz="800" b="1" err="1">
                <a:latin typeface="Montserrat" panose="00000500000000000000" pitchFamily="2" charset="0"/>
              </a:rPr>
              <a:t>energy</a:t>
            </a:r>
            <a:r>
              <a:rPr lang="pt-BR" sz="800" b="1">
                <a:latin typeface="Montserrat" panose="00000500000000000000" pitchFamily="2" charset="0"/>
              </a:rPr>
              <a:t> </a:t>
            </a:r>
            <a:r>
              <a:rPr lang="pt-BR" sz="800" b="1" err="1">
                <a:latin typeface="Montserrat" panose="00000500000000000000" pitchFamily="2" charset="0"/>
              </a:rPr>
              <a:t>spike</a:t>
            </a:r>
            <a:endParaRPr lang="en-US" sz="800" b="1">
              <a:latin typeface="Montserrat" panose="00000500000000000000" pitchFamily="2" charset="0"/>
            </a:endParaRP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0BADFEFC-85E5-8747-12E9-B9F25AB16F3C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8EABA6EF-DFD5-02DE-A4CD-BDAD782C88AD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Inflation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818E58-20A8-B267-1AF9-8F25AFC40AEA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1E7EAD50-7A47-14F6-A835-8836FF73D425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BC37A37-5525-7D07-3419-369EA09AC0E7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1417E756-9DDB-9AE3-ACBB-C6D7C1A91648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0841643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D408-FB0E-5BEB-714E-CC8794A9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3D3771-4AC6-1A84-97F5-5F02360F1D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narrow rise, carried by food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1A560E8-98BA-E114-2E53-A7D7C1D7A785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983131817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2B28E74F-6DF0-301C-D3A7-B88AFA54572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51937488"/>
              </p:ext>
            </p:extLst>
          </p:nvPr>
        </p:nvGraphicFramePr>
        <p:xfrm>
          <a:off x="6291263" y="1809750"/>
          <a:ext cx="5492750" cy="2860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C4750-AD22-2D95-371F-9F7881E0E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Goods and food sit above the target, the domestic side lags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2455AF-324D-2406-FAD7-90709BBD91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Rice was the engine of the food spike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A2F711-A615-4CD5-455D-C079112EAE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CPI per category (%)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C3CFE9-14F2-9026-BD3E-CD8D433ABB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Headline CPI vs. food vs. rice (YoY, %)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D19732-6B1D-4B28-C117-18E9701835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</a:t>
            </a:r>
            <a:r>
              <a:rPr lang="pt-BR" err="1"/>
              <a:t>Statistics</a:t>
            </a:r>
            <a:r>
              <a:rPr lang="pt-BR"/>
              <a:t> Bureau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Japan</a:t>
            </a:r>
            <a:r>
              <a:rPr lang="pt-BR"/>
              <a:t>, </a:t>
            </a:r>
            <a:r>
              <a:rPr lang="pt-BR" err="1"/>
              <a:t>BoJ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D95B9B-E225-4204-5240-18F563EC44D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Goods and food pushed the index while services lagged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F8959F-B620-F828-71E9-B2A5F6A33169}"/>
              </a:ext>
            </a:extLst>
          </p:cNvPr>
          <p:cNvSpPr>
            <a:spLocks noGrp="1"/>
          </p:cNvSpPr>
          <p:nvPr/>
        </p:nvSpPr>
        <p:spPr>
          <a:xfrm>
            <a:off x="6397589" y="4752454"/>
            <a:ext cx="5386423" cy="693749"/>
          </a:xfrm>
          <a:prstGeom prst="roundRect">
            <a:avLst>
              <a:gd name="adj" fmla="val 20000"/>
            </a:avLst>
          </a:prstGeom>
          <a:solidFill>
            <a:srgbClr val="F1E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7D282C-5E8C-7DC6-A388-4A95DE0E7091}"/>
              </a:ext>
            </a:extLst>
          </p:cNvPr>
          <p:cNvSpPr>
            <a:spLocks noGrp="1"/>
          </p:cNvSpPr>
          <p:nvPr/>
        </p:nvSpPr>
        <p:spPr>
          <a:xfrm>
            <a:off x="6397589" y="5580995"/>
            <a:ext cx="5386423" cy="615266"/>
          </a:xfrm>
          <a:prstGeom prst="roundRect">
            <a:avLst>
              <a:gd name="adj" fmla="val 20000"/>
            </a:avLst>
          </a:prstGeom>
          <a:solidFill>
            <a:srgbClr val="F1E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58A7F8-8A07-D202-6377-5D6B05D472E2}"/>
              </a:ext>
            </a:extLst>
          </p:cNvPr>
          <p:cNvSpPr txBox="1"/>
          <p:nvPr/>
        </p:nvSpPr>
        <p:spPr>
          <a:xfrm>
            <a:off x="6455227" y="5661025"/>
            <a:ext cx="5296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latin typeface="Montserrat" panose="00000500000000000000" pitchFamily="2" charset="0"/>
              </a:rPr>
              <a:t>Rice added </a:t>
            </a:r>
            <a:r>
              <a:rPr lang="en-US" sz="1200" b="1">
                <a:solidFill>
                  <a:srgbClr val="992937"/>
                </a:solidFill>
                <a:latin typeface="Montserrat" panose="00000500000000000000" pitchFamily="2" charset="0"/>
              </a:rPr>
              <a:t>0.47 p.p.</a:t>
            </a:r>
            <a:r>
              <a:rPr lang="en-US" sz="1200">
                <a:latin typeface="Montserrat" panose="00000500000000000000" pitchFamily="2" charset="0"/>
              </a:rPr>
              <a:t> to 2025's 3,2% headline, about 15% of inflation from under 1% of the basket; today it is subtracting </a:t>
            </a:r>
            <a:r>
              <a:rPr lang="en-US" sz="1200" b="1">
                <a:solidFill>
                  <a:srgbClr val="992937"/>
                </a:solidFill>
                <a:latin typeface="Montserrat" panose="00000500000000000000" pitchFamily="2" charset="0"/>
              </a:rPr>
              <a:t>0.15 p.p.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82F398-4AEF-D092-DE13-8808804A15CA}"/>
              </a:ext>
            </a:extLst>
          </p:cNvPr>
          <p:cNvSpPr txBox="1"/>
          <p:nvPr/>
        </p:nvSpPr>
        <p:spPr>
          <a:xfrm>
            <a:off x="6455227" y="4776162"/>
            <a:ext cx="5296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>
                <a:latin typeface="Montserrat" panose="00000500000000000000" pitchFamily="2" charset="0"/>
              </a:rPr>
              <a:t>Scarce supply, after decades of </a:t>
            </a:r>
            <a:r>
              <a:rPr lang="en-US" sz="1200" b="1">
                <a:solidFill>
                  <a:srgbClr val="992937"/>
                </a:solidFill>
                <a:latin typeface="Montserrat" panose="00000500000000000000" pitchFamily="2" charset="0"/>
              </a:rPr>
              <a:t>acreage control</a:t>
            </a:r>
            <a:r>
              <a:rPr lang="en-US" sz="1200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en-US" sz="1200">
                <a:latin typeface="Montserrat" panose="00000500000000000000" pitchFamily="2" charset="0"/>
              </a:rPr>
              <a:t>and a poor 2023 harvest, made rice spike; </a:t>
            </a:r>
            <a:r>
              <a:rPr lang="en-US" sz="1200" b="1">
                <a:solidFill>
                  <a:srgbClr val="992937"/>
                </a:solidFill>
                <a:latin typeface="Montserrat" panose="00000500000000000000" pitchFamily="2" charset="0"/>
              </a:rPr>
              <a:t>reserve releases</a:t>
            </a:r>
            <a:r>
              <a:rPr lang="en-US" sz="1200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en-US" sz="1200">
                <a:latin typeface="Montserrat" panose="00000500000000000000" pitchFamily="2" charset="0"/>
              </a:rPr>
              <a:t>and a larger 2026 crop are now pushing prices down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1F087AF5-6587-291A-FF44-0E7AA26B9025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461FB38-5608-D8B2-6B6A-0A0C10439FF7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Inflation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149F3D0-DB60-1EA1-3873-E78D6AD5E471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1596E8B7-1E81-55DC-327D-281DEEC17B8C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E92DA51B-8B50-021E-211F-EF90526AE34F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596E71FB-605F-E8F4-C1DA-D9F93D5BADA3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31510193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F9A4AB-45A9-BE20-CD70-A9D03FBB20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Firms no longer freeze prices</a:t>
            </a:r>
          </a:p>
        </p:txBody>
      </p:sp>
      <p:graphicFrame>
        <p:nvGraphicFramePr>
          <p:cNvPr id="8" name="Content Placeholder 11">
            <a:extLst>
              <a:ext uri="{FF2B5EF4-FFF2-40B4-BE49-F238E27FC236}">
                <a16:creationId xmlns:a16="http://schemas.microsoft.com/office/drawing/2014/main" id="{379575AE-A745-C65A-5661-25E94B11150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379054471"/>
              </p:ext>
            </p:extLst>
          </p:nvPr>
        </p:nvGraphicFramePr>
        <p:xfrm>
          <a:off x="407989" y="1809750"/>
          <a:ext cx="7851108" cy="442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D611C-E6DD-7EA9-2837-FC131C9770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Most items still rise, even as inflation cools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95B39-394E-B7B8-9CD8-0B2BD17FBE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Share of Increasing items vs. </a:t>
            </a:r>
            <a:r>
              <a:rPr lang="pt-BR" err="1"/>
              <a:t>decreasing</a:t>
            </a:r>
            <a:r>
              <a:rPr lang="pt-BR"/>
              <a:t> </a:t>
            </a:r>
            <a:r>
              <a:rPr lang="pt-BR" err="1"/>
              <a:t>items</a:t>
            </a:r>
            <a:r>
              <a:rPr lang="pt-BR"/>
              <a:t> (%; </a:t>
            </a:r>
            <a:r>
              <a:rPr lang="pt-BR" err="1"/>
              <a:t>simple</a:t>
            </a:r>
            <a:r>
              <a:rPr lang="pt-BR"/>
              <a:t> </a:t>
            </a:r>
            <a:r>
              <a:rPr lang="pt-BR" err="1"/>
              <a:t>countage</a:t>
            </a:r>
            <a:r>
              <a:rPr lang="pt-BR"/>
              <a:t>)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9969C4-A846-4331-AE73-40DD9E2041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4AE3C3A-DC5A-E4D0-C39F-8F6AECE328C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10319007" cy="345027"/>
          </a:xfrm>
        </p:spPr>
        <p:txBody>
          <a:bodyPr/>
          <a:lstStyle/>
          <a:p>
            <a:r>
              <a:rPr lang="en-US"/>
              <a:t>Breadth is easing from its peak, but the old habit of leaving prices untouched has not returned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FAE3B7-9F52-080E-9284-23B0A3B6AFA9}"/>
              </a:ext>
            </a:extLst>
          </p:cNvPr>
          <p:cNvSpPr/>
          <p:nvPr/>
        </p:nvSpPr>
        <p:spPr>
          <a:xfrm>
            <a:off x="8917857" y="2182761"/>
            <a:ext cx="2939847" cy="380508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Montserrat" panose="00000500000000000000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C366A5-62C2-EAD3-FECD-09F31F9E54F6}"/>
              </a:ext>
            </a:extLst>
          </p:cNvPr>
          <p:cNvSpPr/>
          <p:nvPr/>
        </p:nvSpPr>
        <p:spPr>
          <a:xfrm>
            <a:off x="8659759" y="2378100"/>
            <a:ext cx="523569" cy="544079"/>
          </a:xfrm>
          <a:prstGeom prst="ellipse">
            <a:avLst/>
          </a:prstGeom>
          <a:ln w="76200">
            <a:solidFill>
              <a:srgbClr val="FBFB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latin typeface="Montserrat" panose="00000500000000000000" pitchFamily="2" charset="0"/>
              </a:rPr>
              <a:t>1</a:t>
            </a:r>
            <a:endParaRPr lang="en-US" sz="1600" b="1">
              <a:latin typeface="Montserrat" panose="00000500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4386CE0-85C2-BED3-EEA7-BEE7DE0C9235}"/>
              </a:ext>
            </a:extLst>
          </p:cNvPr>
          <p:cNvSpPr/>
          <p:nvPr/>
        </p:nvSpPr>
        <p:spPr>
          <a:xfrm>
            <a:off x="8654905" y="3179708"/>
            <a:ext cx="523569" cy="544079"/>
          </a:xfrm>
          <a:prstGeom prst="ellipse">
            <a:avLst/>
          </a:prstGeom>
          <a:ln w="76200">
            <a:solidFill>
              <a:srgbClr val="FBFB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latin typeface="Montserrat" panose="00000500000000000000" pitchFamily="2" charset="0"/>
              </a:rPr>
              <a:t>2</a:t>
            </a:r>
            <a:endParaRPr lang="en-US" sz="1600" b="1">
              <a:latin typeface="Montserrat" panose="00000500000000000000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F13173-4D7C-85BB-57C4-3FB2269C054D}"/>
              </a:ext>
            </a:extLst>
          </p:cNvPr>
          <p:cNvSpPr/>
          <p:nvPr/>
        </p:nvSpPr>
        <p:spPr>
          <a:xfrm>
            <a:off x="8654905" y="3981316"/>
            <a:ext cx="523569" cy="544079"/>
          </a:xfrm>
          <a:prstGeom prst="ellipse">
            <a:avLst/>
          </a:prstGeom>
          <a:ln w="76200">
            <a:solidFill>
              <a:srgbClr val="FBFB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latin typeface="Montserrat" panose="00000500000000000000" pitchFamily="2" charset="0"/>
              </a:rPr>
              <a:t>3</a:t>
            </a:r>
            <a:endParaRPr lang="en-US" sz="1600" b="1">
              <a:latin typeface="Montserrat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29A30B-D926-9178-C576-91B9D87A84B7}"/>
              </a:ext>
            </a:extLst>
          </p:cNvPr>
          <p:cNvSpPr txBox="1"/>
          <p:nvPr/>
        </p:nvSpPr>
        <p:spPr>
          <a:xfrm>
            <a:off x="9144002" y="3280107"/>
            <a:ext cx="25268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latin typeface="Montserrat" panose="00000500000000000000" pitchFamily="2" charset="0"/>
              </a:rPr>
              <a:t>No freeze	</a:t>
            </a:r>
            <a:endParaRPr lang="en-US" sz="1300">
              <a:latin typeface="Montserrat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9C7A19-5F25-2A52-9A97-6C44D8E8179F}"/>
              </a:ext>
            </a:extLst>
          </p:cNvPr>
          <p:cNvSpPr txBox="1"/>
          <p:nvPr/>
        </p:nvSpPr>
        <p:spPr>
          <a:xfrm>
            <a:off x="9161173" y="4081715"/>
            <a:ext cx="25268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300" b="1">
                <a:latin typeface="Montserrat" panose="00000500000000000000" pitchFamily="2" charset="0"/>
              </a:rPr>
              <a:t>Fading</a:t>
            </a:r>
            <a:endParaRPr lang="en-US" sz="1300" b="1"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4868E-D72B-8704-5004-75E16CADB442}"/>
              </a:ext>
            </a:extLst>
          </p:cNvPr>
          <p:cNvSpPr txBox="1"/>
          <p:nvPr/>
        </p:nvSpPr>
        <p:spPr>
          <a:xfrm>
            <a:off x="9183945" y="2480863"/>
            <a:ext cx="2673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 b="1">
                <a:latin typeface="Montserrat" panose="00000500000000000000" pitchFamily="2" charset="0"/>
              </a:rPr>
              <a:t>Snap-</a:t>
            </a:r>
            <a:r>
              <a:rPr lang="pt-BR" sz="1300" b="1" err="1">
                <a:latin typeface="Montserrat" panose="00000500000000000000" pitchFamily="2" charset="0"/>
              </a:rPr>
              <a:t>back</a:t>
            </a:r>
            <a:endParaRPr lang="en-US" sz="1300" b="1">
              <a:latin typeface="Montserrat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F19655-380B-178B-4A94-089AF8013E8B}"/>
              </a:ext>
            </a:extLst>
          </p:cNvPr>
          <p:cNvSpPr txBox="1"/>
          <p:nvPr/>
        </p:nvSpPr>
        <p:spPr>
          <a:xfrm>
            <a:off x="9181777" y="2740702"/>
            <a:ext cx="2638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>
                <a:latin typeface="Montserrat" panose="00000500000000000000" pitchFamily="2" charset="0"/>
              </a:rPr>
              <a:t>Every </a:t>
            </a:r>
            <a:r>
              <a:rPr lang="pt-BR" sz="1100" err="1">
                <a:latin typeface="Montserrat" panose="00000500000000000000" pitchFamily="2" charset="0"/>
              </a:rPr>
              <a:t>breadth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episode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unwound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within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months</a:t>
            </a:r>
            <a:endParaRPr lang="en-US" sz="1100">
              <a:latin typeface="Montserrat" panose="000005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33E75E9-C3E2-284D-43C6-18A77CD405E0}"/>
              </a:ext>
            </a:extLst>
          </p:cNvPr>
          <p:cNvCxnSpPr/>
          <p:nvPr/>
        </p:nvCxnSpPr>
        <p:spPr>
          <a:xfrm>
            <a:off x="9045677" y="5073446"/>
            <a:ext cx="26252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627FC3-8A7E-F3BB-2780-575C0D0CA96C}"/>
              </a:ext>
            </a:extLst>
          </p:cNvPr>
          <p:cNvSpPr txBox="1"/>
          <p:nvPr/>
        </p:nvSpPr>
        <p:spPr>
          <a:xfrm>
            <a:off x="9094839" y="4792960"/>
            <a:ext cx="2526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err="1">
                <a:solidFill>
                  <a:srgbClr val="992937"/>
                </a:solidFill>
                <a:latin typeface="Montserrat" panose="00000500000000000000" pitchFamily="2" charset="0"/>
              </a:rPr>
              <a:t>Bottom</a:t>
            </a:r>
            <a:r>
              <a:rPr lang="pt-BR" sz="1200" b="1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pt-BR" sz="1200" b="1" err="1">
                <a:solidFill>
                  <a:srgbClr val="992937"/>
                </a:solidFill>
                <a:latin typeface="Montserrat" panose="00000500000000000000" pitchFamily="2" charset="0"/>
              </a:rPr>
              <a:t>line</a:t>
            </a:r>
            <a:endParaRPr lang="en-US" sz="12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594AFD-8890-29E1-3284-4BD9B135798A}"/>
              </a:ext>
            </a:extLst>
          </p:cNvPr>
          <p:cNvSpPr txBox="1"/>
          <p:nvPr/>
        </p:nvSpPr>
        <p:spPr>
          <a:xfrm>
            <a:off x="8906664" y="5140065"/>
            <a:ext cx="29032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err="1">
                <a:latin typeface="Montserrat" panose="00000500000000000000" pitchFamily="2" charset="0"/>
              </a:rPr>
              <a:t>Behaviour</a:t>
            </a:r>
            <a:r>
              <a:rPr lang="en-US" sz="1100" b="1">
                <a:latin typeface="Montserrat" panose="00000500000000000000" pitchFamily="2" charset="0"/>
              </a:rPr>
              <a:t> changed</a:t>
            </a:r>
            <a:r>
              <a:rPr lang="en-US" sz="1100">
                <a:latin typeface="Montserrat" panose="00000500000000000000" pitchFamily="2" charset="0"/>
              </a:rPr>
              <a:t>, the inflation rate did not. The BoJ is </a:t>
            </a:r>
            <a:r>
              <a:rPr lang="en-US" sz="1100" err="1">
                <a:latin typeface="Montserrat" panose="00000500000000000000" pitchFamily="2" charset="0"/>
              </a:rPr>
              <a:t>normalising</a:t>
            </a:r>
            <a:r>
              <a:rPr lang="en-US" sz="1100">
                <a:latin typeface="Montserrat" panose="00000500000000000000" pitchFamily="2" charset="0"/>
              </a:rPr>
              <a:t> on an unproven regime shift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B5CC50-E9E7-01A6-5EF0-D9428D38EAAF}"/>
              </a:ext>
            </a:extLst>
          </p:cNvPr>
          <p:cNvSpPr txBox="1"/>
          <p:nvPr/>
        </p:nvSpPr>
        <p:spPr>
          <a:xfrm>
            <a:off x="9144000" y="3536147"/>
            <a:ext cx="2638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>
                <a:latin typeface="Montserrat" panose="00000500000000000000" pitchFamily="2" charset="0"/>
              </a:rPr>
              <a:t>Firms stopped leaving prices untouched, for the first time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D56FAA-2DF7-E64D-1194-D449E259F2C0}"/>
              </a:ext>
            </a:extLst>
          </p:cNvPr>
          <p:cNvSpPr txBox="1"/>
          <p:nvPr/>
        </p:nvSpPr>
        <p:spPr>
          <a:xfrm>
            <a:off x="9161173" y="4316243"/>
            <a:ext cx="2638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err="1">
                <a:latin typeface="Montserrat" panose="00000500000000000000" pitchFamily="2" charset="0"/>
              </a:rPr>
              <a:t>Incidence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is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retreating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while</a:t>
            </a:r>
            <a:r>
              <a:rPr lang="pt-BR" sz="1100">
                <a:latin typeface="Montserrat" panose="00000500000000000000" pitchFamily="2" charset="0"/>
              </a:rPr>
              <a:t> </a:t>
            </a:r>
            <a:r>
              <a:rPr lang="pt-BR" sz="1100" err="1">
                <a:latin typeface="Montserrat" panose="00000500000000000000" pitchFamily="2" charset="0"/>
              </a:rPr>
              <a:t>wage</a:t>
            </a:r>
            <a:r>
              <a:rPr lang="pt-BR" sz="1100">
                <a:latin typeface="Montserrat" panose="00000500000000000000" pitchFamily="2" charset="0"/>
              </a:rPr>
              <a:t>-setting </a:t>
            </a:r>
            <a:r>
              <a:rPr lang="pt-BR" sz="1100" err="1">
                <a:latin typeface="Montserrat" panose="00000500000000000000" pitchFamily="2" charset="0"/>
              </a:rPr>
              <a:t>stays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5326820D-981E-AE9A-5EFF-B6EB983EDB99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34E547CD-468D-2ED4-E4E6-6B1775D96D26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Inflation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621FDD12-1AE3-1E2F-C0CF-7A5D41CA4976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BCC5B802-F974-FBC0-2046-BA56A760AD64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01665BB2-C58F-474C-C900-2E49286ED531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9C7C6C3B-FFDA-05AD-2958-2F780BB8CCDD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33015139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6B00-F763-E019-6418-9F650C6D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7EAE8F-2B07-9DA0-0130-57AA92A6CF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The cost push is back, and it is reaching consumers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350C164-62B0-A461-5E6E-8E28BF9F6E9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033826545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49903FED-DA69-02E6-741F-56C1374BCC9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53411717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3DA72-41AC-8867-7C79-A6D651C32A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Global prices lead, the yen amplifies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7FE7943-20F8-9060-AE51-F5CBC69CD7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Energy reacts first, goods follow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80F114-84C4-923D-7C57-E30623F053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Import prices variation vs FX variation (YoY, %)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50D8335-14AD-75FE-2636-23B463C8D2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CPI energy vs CPI good ex. </a:t>
            </a:r>
            <a:r>
              <a:rPr lang="pt-BR" err="1"/>
              <a:t>fresh</a:t>
            </a:r>
            <a:r>
              <a:rPr lang="pt-BR"/>
              <a:t> food (YoY, %)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1C636B-CEB3-551C-28C3-23FE278F3A3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Bloomberg, </a:t>
            </a:r>
            <a:r>
              <a:rPr lang="pt-BR" err="1"/>
              <a:t>E-stat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8773F7-EBB3-4964-EA61-854F502EEA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6" y="661739"/>
            <a:ext cx="11105587" cy="345027"/>
          </a:xfrm>
        </p:spPr>
        <p:txBody>
          <a:bodyPr/>
          <a:lstStyle/>
          <a:p>
            <a:r>
              <a:rPr lang="en-US"/>
              <a:t>Global prices lead the import surge and energy and goods are starting to follow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DA25F3E4-A7A1-28F3-BDB2-E42258367560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B29025CC-0FA7-6889-9990-9E3945BEF1F1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Inflation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3D83D77-111E-336B-B37C-486FA3CCCF88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B3DF2F4-FF3B-C171-4621-13B9ABF42648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C520543B-6CD9-64E8-BFC3-EDE21BBD93C8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74EDBA2D-F1F4-0470-6C1F-213F80BB38AA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5458805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F07086-3200-55D6-1581-CF9ADCA29A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The shock has not spread, yet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4A1908F-2CD2-CD7D-0275-17C2E5CDA523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834767322"/>
              </p:ext>
            </p:extLst>
          </p:nvPr>
        </p:nvGraphicFramePr>
        <p:xfrm>
          <a:off x="406677" y="1809750"/>
          <a:ext cx="11374159" cy="442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2D657-3BDA-74E6-4909-13824A3097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Sticky prices stepped up in 2022, but have not followed a shock since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0070B-7FD4-EC51-2B86-59B0E330BD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Sticky</a:t>
            </a:r>
            <a:r>
              <a:rPr lang="pt-BR"/>
              <a:t> </a:t>
            </a:r>
            <a:r>
              <a:rPr lang="pt-BR" err="1"/>
              <a:t>inflation</a:t>
            </a:r>
            <a:r>
              <a:rPr lang="pt-BR"/>
              <a:t> (CPI ex. food, </a:t>
            </a:r>
            <a:r>
              <a:rPr lang="pt-BR" err="1"/>
              <a:t>energy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institutional</a:t>
            </a:r>
            <a:r>
              <a:rPr lang="pt-BR"/>
              <a:t> </a:t>
            </a:r>
            <a:r>
              <a:rPr lang="pt-BR" err="1"/>
              <a:t>factors</a:t>
            </a:r>
            <a:r>
              <a:rPr lang="pt-BR"/>
              <a:t>) </a:t>
            </a:r>
            <a:r>
              <a:rPr lang="pt-BR" err="1"/>
              <a:t>vs</a:t>
            </a:r>
            <a:r>
              <a:rPr lang="pt-BR"/>
              <a:t> </a:t>
            </a:r>
            <a:r>
              <a:rPr lang="pt-BR" err="1"/>
              <a:t>Flexible</a:t>
            </a:r>
            <a:r>
              <a:rPr lang="pt-BR"/>
              <a:t> </a:t>
            </a:r>
            <a:r>
              <a:rPr lang="pt-BR" err="1"/>
              <a:t>inflation</a:t>
            </a:r>
            <a:r>
              <a:rPr lang="pt-BR"/>
              <a:t> (CPI food </a:t>
            </a:r>
            <a:r>
              <a:rPr lang="pt-BR" err="1"/>
              <a:t>and</a:t>
            </a:r>
            <a:r>
              <a:rPr lang="pt-BR"/>
              <a:t> CPI </a:t>
            </a:r>
            <a:r>
              <a:rPr lang="pt-BR" err="1"/>
              <a:t>energy</a:t>
            </a:r>
            <a:r>
              <a:rPr lang="pt-BR"/>
              <a:t> </a:t>
            </a:r>
            <a:r>
              <a:rPr lang="pt-BR" err="1"/>
              <a:t>pondered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 </a:t>
            </a:r>
            <a:r>
              <a:rPr lang="pt-BR" err="1"/>
              <a:t>weight</a:t>
            </a:r>
            <a:r>
              <a:rPr lang="pt-BR"/>
              <a:t>) </a:t>
            </a:r>
            <a:r>
              <a:rPr lang="pt-BR" err="1"/>
              <a:t>vs</a:t>
            </a:r>
            <a:r>
              <a:rPr lang="pt-BR"/>
              <a:t> Target (%)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B5B92-6A17-09D9-2EC2-A89DF199DE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</a:t>
            </a:r>
            <a:r>
              <a:rPr lang="pt-BR" err="1"/>
              <a:t>BoJ</a:t>
            </a:r>
            <a:r>
              <a:rPr lang="pt-BR"/>
              <a:t>, </a:t>
            </a:r>
            <a:r>
              <a:rPr lang="pt-BR" err="1"/>
              <a:t>E-stat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E73F96-E18F-FBA2-3D7A-465556403C2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Flexible prices react to every shock; only in 2022 did sticky prices follow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5B044B54-E420-9EDC-EF35-4908CC295DD9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7ED54C9E-7317-E2DD-C357-FA7707AB03AB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Inflation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4FD51BA6-9824-4CEA-6841-1AF2F0CFF4DC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DC8C4A1F-3FD7-051C-F2A5-52655C93C9F8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D84D5794-1E8B-2C64-8E43-830B8BCD11B6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0D8E9FD-F66D-ECB7-57BE-8E04479CEFD8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204458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E64DD-DB91-0EF4-FEB6-829DA4C1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732317A-3A76-B6CE-C6E5-477F1793D896}"/>
              </a:ext>
            </a:extLst>
          </p:cNvPr>
          <p:cNvSpPr/>
          <p:nvPr/>
        </p:nvSpPr>
        <p:spPr>
          <a:xfrm>
            <a:off x="5158408" y="2241259"/>
            <a:ext cx="755029" cy="3702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EECE30-D875-81D6-48D9-9A3BB180B0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The cost is stuck between firms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6687BB17-9860-8103-7C3C-803A7DE3A1B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76396593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ED92FC4-64E9-EC83-1AF2-4E1374480D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71364003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E5FFD7-B6BC-3122-F319-2C474080EF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Firms pass costs to each other, not yet to households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E883391-8647-B153-1D9C-87E6E6F91D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Wages set a durable floor, oil adds a temporary layer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661DEE-A6CC-312E-89C6-1C09FA6672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Services (ex. imputed rent) CPI vs SPPI (YoY, %)</a:t>
            </a:r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6EE0571-4C19-251C-3C2C-74439630EC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SPPI breakdown high labor cost vs low labor cost (YoY, %)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D6444DA-8852-0FA5-DDC0-D3F51A84F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</a:t>
            </a:r>
            <a:r>
              <a:rPr lang="pt-BR" err="1"/>
              <a:t>BoJ</a:t>
            </a:r>
            <a:r>
              <a:rPr lang="pt-BR"/>
              <a:t>, </a:t>
            </a:r>
            <a:r>
              <a:rPr lang="pt-BR" err="1"/>
              <a:t>E-stat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A8F63A-A977-8F0A-5E28-15A6A1937B7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994542" cy="345027"/>
          </a:xfrm>
        </p:spPr>
        <p:txBody>
          <a:bodyPr/>
          <a:lstStyle/>
          <a:p>
            <a:r>
              <a:rPr lang="en-US"/>
              <a:t>Firms charge each other more on wages and oil, but households have not paid for it yet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D8363328-E2C6-EBB0-F218-FE975A5E2A5A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200B90CB-87A4-E34A-D4ED-8551D3B73F82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Inflation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A0E5A716-627F-F50D-69E0-5D456104FEE4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3830C371-3F70-0CD9-7AE4-5C680DB2B2D1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7081684-0F83-75FC-0EE0-3ACBA5915D1A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93582EF-9EF3-9DF1-FE46-9DE67D202564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5261471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B069FEA0-36F2-722C-C791-B58D9EBE0BAA}"/>
              </a:ext>
            </a:extLst>
          </p:cNvPr>
          <p:cNvGrpSpPr/>
          <p:nvPr/>
        </p:nvGrpSpPr>
        <p:grpSpPr>
          <a:xfrm>
            <a:off x="5368413" y="1317625"/>
            <a:ext cx="7262450" cy="2911665"/>
            <a:chOff x="5295280" y="2101851"/>
            <a:chExt cx="7262450" cy="29116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A523A83-6920-5251-EB25-0D96DBD39769}"/>
                </a:ext>
              </a:extLst>
            </p:cNvPr>
            <p:cNvSpPr/>
            <p:nvPr/>
          </p:nvSpPr>
          <p:spPr>
            <a:xfrm>
              <a:off x="6201834" y="2101851"/>
              <a:ext cx="5492042" cy="1870630"/>
            </a:xfrm>
            <a:prstGeom prst="rect">
              <a:avLst/>
            </a:prstGeom>
            <a:solidFill>
              <a:srgbClr val="FBFBFB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2" name="Picture 31" descr="bordas de papel rasgado para o fundo. fundo de textura de ...">
              <a:extLst>
                <a:ext uri="{FF2B5EF4-FFF2-40B4-BE49-F238E27FC236}">
                  <a16:creationId xmlns:a16="http://schemas.microsoft.com/office/drawing/2014/main" id="{98050159-6DA7-AE27-BF6D-B7230974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852"/>
            <a:stretch>
              <a:fillRect/>
            </a:stretch>
          </p:blipFill>
          <p:spPr>
            <a:xfrm>
              <a:off x="5295280" y="3732360"/>
              <a:ext cx="7262450" cy="1281156"/>
            </a:xfrm>
            <a:prstGeom prst="rect">
              <a:avLst/>
            </a:prstGeom>
          </p:spPr>
        </p:pic>
      </p:grp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DE6B475F-5121-A430-B0EA-3314C467D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Inflation</a:t>
            </a:r>
            <a:r>
              <a:rPr lang="pt-BR"/>
              <a:t> </a:t>
            </a:r>
            <a:r>
              <a:rPr lang="pt-BR" err="1"/>
              <a:t>expectations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116574-5901-92B5-E77A-AB83861629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93820" y="4114257"/>
            <a:ext cx="5506386" cy="241300"/>
          </a:xfrm>
        </p:spPr>
        <p:txBody>
          <a:bodyPr/>
          <a:lstStyle/>
          <a:p>
            <a:r>
              <a:rPr lang="en-US"/>
              <a:t>The BoJ Outlook Report already has the pass-through in its baseline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E6C6C258-850C-9DB3-3E91-4B99FAC0F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</a:t>
            </a:r>
            <a:r>
              <a:rPr lang="pt-BR" err="1"/>
              <a:t>BoJ</a:t>
            </a:r>
            <a:r>
              <a:rPr lang="pt-BR"/>
              <a:t>; Reuters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3E31CBA6-14AB-F05B-13B0-D5DAB83119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Understanding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future </a:t>
            </a:r>
            <a:r>
              <a:rPr lang="pt-BR" err="1"/>
              <a:t>outlook</a:t>
            </a:r>
            <a:r>
              <a:rPr lang="pt-BR"/>
              <a:t> for </a:t>
            </a:r>
            <a:r>
              <a:rPr lang="pt-BR" err="1"/>
              <a:t>Japan’s</a:t>
            </a:r>
            <a:r>
              <a:rPr lang="pt-BR"/>
              <a:t> </a:t>
            </a:r>
            <a:r>
              <a:rPr lang="pt-BR" err="1"/>
              <a:t>inflation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68BC009-0504-2E3E-B098-8718688907B1}"/>
              </a:ext>
            </a:extLst>
          </p:cNvPr>
          <p:cNvSpPr txBox="1">
            <a:spLocks/>
          </p:cNvSpPr>
          <p:nvPr/>
        </p:nvSpPr>
        <p:spPr>
          <a:xfrm>
            <a:off x="407992" y="1196975"/>
            <a:ext cx="5506386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Firms expect inflation above target at every horizon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9E64A5A-F80C-F3AB-6803-483A468CEFF1}"/>
              </a:ext>
            </a:extLst>
          </p:cNvPr>
          <p:cNvSpPr txBox="1">
            <a:spLocks/>
          </p:cNvSpPr>
          <p:nvPr/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Tankan inflation projections (all industries, %)</a:t>
            </a:r>
            <a:endParaRPr lang="en-US"/>
          </a:p>
        </p:txBody>
      </p:sp>
      <p:graphicFrame>
        <p:nvGraphicFramePr>
          <p:cNvPr id="29" name="Content Placeholder 12">
            <a:extLst>
              <a:ext uri="{FF2B5EF4-FFF2-40B4-BE49-F238E27FC236}">
                <a16:creationId xmlns:a16="http://schemas.microsoft.com/office/drawing/2014/main" id="{8AF838F1-70DE-54EA-3994-3D5410C104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038137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3" name="Picture 32" descr="Reuters Logo, symbol, meaning, history, PNG, brand">
            <a:extLst>
              <a:ext uri="{FF2B5EF4-FFF2-40B4-BE49-F238E27FC236}">
                <a16:creationId xmlns:a16="http://schemas.microsoft.com/office/drawing/2014/main" id="{7B30CC4D-BE57-0278-3339-1E201F84C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022" y="1266064"/>
            <a:ext cx="893017" cy="50232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2BCE261-915A-1F74-A4DC-BA67103EB4F3}"/>
              </a:ext>
            </a:extLst>
          </p:cNvPr>
          <p:cNvSpPr txBox="1"/>
          <p:nvPr/>
        </p:nvSpPr>
        <p:spPr>
          <a:xfrm>
            <a:off x="10075653" y="1366047"/>
            <a:ext cx="17870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Montserrat" pitchFamily="2" charset="0"/>
              </a:rPr>
              <a:t>News [In] Brief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F87314-CE09-3C04-5530-AD7E21A3CBF7}"/>
              </a:ext>
            </a:extLst>
          </p:cNvPr>
          <p:cNvSpPr txBox="1"/>
          <p:nvPr/>
        </p:nvSpPr>
        <p:spPr>
          <a:xfrm>
            <a:off x="6576489" y="1693555"/>
            <a:ext cx="5055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latin typeface="Montserrat" pitchFamily="2" charset="0"/>
              </a:rPr>
              <a:t>Household inflation expectations hit a record high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6B70E1-2284-433D-162A-027CDED690ED}"/>
              </a:ext>
            </a:extLst>
          </p:cNvPr>
          <p:cNvSpPr txBox="1"/>
          <p:nvPr/>
        </p:nvSpPr>
        <p:spPr>
          <a:xfrm>
            <a:off x="6576488" y="2302729"/>
            <a:ext cx="49720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>
                <a:latin typeface="Montserrat" pitchFamily="2" charset="0"/>
              </a:rPr>
              <a:t>A record 90.4% of households expect prices to rise a year ahead, up from 83.7% in March, and 86.1% see prices higher five years out. A former BoJ board member expects </a:t>
            </a:r>
            <a:r>
              <a:rPr lang="en-US" sz="1200" b="1">
                <a:solidFill>
                  <a:schemeClr val="tx2"/>
                </a:solidFill>
                <a:latin typeface="Montserrat" pitchFamily="2" charset="0"/>
              </a:rPr>
              <a:t>import price pressure to reach consumer inflation around autumn to winter</a:t>
            </a:r>
            <a:endParaRPr lang="en-US" sz="1200">
              <a:solidFill>
                <a:schemeClr val="tx2"/>
              </a:solidFill>
              <a:latin typeface="Montserrat" pitchFamily="2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0576123-AF3D-2DAA-7A8F-449A96F52850}"/>
              </a:ext>
            </a:extLst>
          </p:cNvPr>
          <p:cNvSpPr/>
          <p:nvPr/>
        </p:nvSpPr>
        <p:spPr>
          <a:xfrm>
            <a:off x="6274967" y="4550593"/>
            <a:ext cx="5569486" cy="64626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itchFamily="2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CCB6562-E39E-E0EC-4B43-391F1DCEBD4E}"/>
              </a:ext>
            </a:extLst>
          </p:cNvPr>
          <p:cNvSpPr/>
          <p:nvPr/>
        </p:nvSpPr>
        <p:spPr>
          <a:xfrm>
            <a:off x="6274967" y="5452612"/>
            <a:ext cx="5569486" cy="64626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itchFamily="2" charset="0"/>
            </a:endParaRPr>
          </a:p>
        </p:txBody>
      </p:sp>
      <p:pic>
        <p:nvPicPr>
          <p:cNvPr id="49" name="Graphic 48" descr="Bank outline">
            <a:extLst>
              <a:ext uri="{FF2B5EF4-FFF2-40B4-BE49-F238E27FC236}">
                <a16:creationId xmlns:a16="http://schemas.microsoft.com/office/drawing/2014/main" id="{3CEB99CD-E4E7-37B8-7014-D17589D0A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8629" y="4597560"/>
            <a:ext cx="527390" cy="527390"/>
          </a:xfrm>
          <a:prstGeom prst="rect">
            <a:avLst/>
          </a:prstGeom>
        </p:spPr>
      </p:pic>
      <p:pic>
        <p:nvPicPr>
          <p:cNvPr id="51" name="Graphic 50" descr="Exponential Graph outline">
            <a:extLst>
              <a:ext uri="{FF2B5EF4-FFF2-40B4-BE49-F238E27FC236}">
                <a16:creationId xmlns:a16="http://schemas.microsoft.com/office/drawing/2014/main" id="{35C1E760-879E-1F3C-9976-D595FCE733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0868" y="5516523"/>
            <a:ext cx="482912" cy="48291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FE97C61-6D52-DB72-4AEE-EA7DAB8C5E60}"/>
              </a:ext>
            </a:extLst>
          </p:cNvPr>
          <p:cNvSpPr txBox="1"/>
          <p:nvPr/>
        </p:nvSpPr>
        <p:spPr>
          <a:xfrm>
            <a:off x="6819530" y="4658727"/>
            <a:ext cx="519006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>
                <a:latin typeface="Montserrat" pitchFamily="2" charset="0"/>
              </a:rPr>
              <a:t>Core CPI to run clearly above </a:t>
            </a:r>
            <a:r>
              <a:rPr lang="en-US" sz="1300" b="1">
                <a:solidFill>
                  <a:srgbClr val="992937"/>
                </a:solidFill>
                <a:latin typeface="Montserrat" pitchFamily="2" charset="0"/>
              </a:rPr>
              <a:t>2% from H2 FY26</a:t>
            </a:r>
            <a:r>
              <a:rPr lang="en-US" sz="1300">
                <a:solidFill>
                  <a:srgbClr val="992937"/>
                </a:solidFill>
                <a:latin typeface="Montserrat" pitchFamily="2" charset="0"/>
              </a:rPr>
              <a:t> </a:t>
            </a:r>
            <a:r>
              <a:rPr lang="en-US" sz="1300">
                <a:latin typeface="Montserrat" pitchFamily="2" charset="0"/>
              </a:rPr>
              <a:t>(with a 2.5% median)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F19613-68F8-FF96-D889-34FC59A78DF7}"/>
              </a:ext>
            </a:extLst>
          </p:cNvPr>
          <p:cNvSpPr txBox="1"/>
          <p:nvPr/>
        </p:nvSpPr>
        <p:spPr>
          <a:xfrm>
            <a:off x="6863777" y="5538947"/>
            <a:ext cx="50691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>
                <a:latin typeface="Montserrat" pitchFamily="2" charset="0"/>
              </a:rPr>
              <a:t>Cost pass-through is moving between firms and </a:t>
            </a:r>
            <a:r>
              <a:rPr lang="en-US" sz="1300" b="1">
                <a:solidFill>
                  <a:srgbClr val="992937"/>
                </a:solidFill>
                <a:latin typeface="Montserrat" pitchFamily="2" charset="0"/>
              </a:rPr>
              <a:t>set to reach households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D46455BB-0935-5BBE-6170-DA5151CB42A8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FB0E86E3-9007-8AEC-D8BF-B43C55DF7F6A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Inflation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638F4A5-7B9B-9AD5-FEB0-D8DF994222D0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883D53B0-F006-6CB3-7E71-FCC0CF4B917C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9B580DC-E785-4029-C3F1-3CE86661403C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E0E84E16-B3A0-858D-B638-6E68084394B7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8768413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CB0D6AF-3117-5633-FCDE-B4CFE8382C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SECTION IV 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324062-AC88-BA94-4C11-275493F57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Fiscal </a:t>
            </a:r>
            <a:r>
              <a:rPr lang="pt-BR" err="1"/>
              <a:t>scenario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576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and BoJ QT">
            <a:extLst>
              <a:ext uri="{FF2B5EF4-FFF2-40B4-BE49-F238E27FC236}">
                <a16:creationId xmlns:a16="http://schemas.microsoft.com/office/drawing/2014/main" id="{75D1AD67-5B73-A37E-F68C-66F5E748D641}"/>
              </a:ext>
            </a:extLst>
          </p:cNvPr>
          <p:cNvSpPr>
            <a:spLocks noGrp="1"/>
          </p:cNvSpPr>
          <p:nvPr/>
        </p:nvSpPr>
        <p:spPr>
          <a:xfrm>
            <a:off x="7165683" y="2127351"/>
            <a:ext cx="554661" cy="3764913"/>
          </a:xfrm>
          <a:prstGeom prst="rect">
            <a:avLst/>
          </a:prstGeom>
          <a:solidFill>
            <a:srgbClr val="F2EEE4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9E293A"/>
                </a:solidFill>
                <a:latin typeface="Aptos"/>
                <a:ea typeface="Aptos"/>
                <a:cs typeface="Aptos"/>
              </a:defRPr>
            </a:pPr>
            <a:endParaRPr sz="900">
              <a:latin typeface="Montserrat" panose="00000500000000000000" pitchFamily="2" charset="0"/>
            </a:endParaRPr>
          </a:p>
        </p:txBody>
      </p:sp>
      <p:sp>
        <p:nvSpPr>
          <p:cNvPr id="17" name="Band COVID">
            <a:extLst>
              <a:ext uri="{FF2B5EF4-FFF2-40B4-BE49-F238E27FC236}">
                <a16:creationId xmlns:a16="http://schemas.microsoft.com/office/drawing/2014/main" id="{212EEF29-82A4-93BB-6617-208414B73160}"/>
              </a:ext>
            </a:extLst>
          </p:cNvPr>
          <p:cNvSpPr>
            <a:spLocks noGrp="1"/>
          </p:cNvSpPr>
          <p:nvPr/>
        </p:nvSpPr>
        <p:spPr>
          <a:xfrm>
            <a:off x="6442072" y="2127351"/>
            <a:ext cx="369774" cy="3764913"/>
          </a:xfrm>
          <a:prstGeom prst="rect">
            <a:avLst/>
          </a:prstGeom>
          <a:solidFill>
            <a:srgbClr val="F2EEE4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9E293A"/>
                </a:solidFill>
                <a:latin typeface="Aptos"/>
                <a:ea typeface="Aptos"/>
                <a:cs typeface="Aptos"/>
              </a:defRPr>
            </a:pPr>
            <a:endParaRPr sz="900">
              <a:latin typeface="Montserrat" panose="00000500000000000000" pitchFamily="2" charset="0"/>
            </a:endParaRPr>
          </a:p>
        </p:txBody>
      </p:sp>
      <p:sp>
        <p:nvSpPr>
          <p:cNvPr id="15" name="Band GFC + earthquake">
            <a:extLst>
              <a:ext uri="{FF2B5EF4-FFF2-40B4-BE49-F238E27FC236}">
                <a16:creationId xmlns:a16="http://schemas.microsoft.com/office/drawing/2014/main" id="{8D0F88DD-2C44-FD25-78B7-5DD4E3524BB7}"/>
              </a:ext>
            </a:extLst>
          </p:cNvPr>
          <p:cNvSpPr>
            <a:spLocks noGrp="1"/>
          </p:cNvSpPr>
          <p:nvPr/>
        </p:nvSpPr>
        <p:spPr>
          <a:xfrm>
            <a:off x="4271236" y="2127351"/>
            <a:ext cx="739549" cy="3764913"/>
          </a:xfrm>
          <a:prstGeom prst="rect">
            <a:avLst/>
          </a:prstGeom>
          <a:solidFill>
            <a:srgbClr val="F2EEE4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9E293A"/>
                </a:solidFill>
                <a:latin typeface="Aptos"/>
                <a:ea typeface="Aptos"/>
                <a:cs typeface="Aptos"/>
              </a:defRPr>
            </a:pPr>
            <a:endParaRPr sz="900">
              <a:latin typeface="Montserrat" panose="00000500000000000000" pitchFamily="2" charset="0"/>
            </a:endParaRPr>
          </a:p>
        </p:txBody>
      </p:sp>
      <p:sp>
        <p:nvSpPr>
          <p:cNvPr id="13" name="Band Banking crisis">
            <a:extLst>
              <a:ext uri="{FF2B5EF4-FFF2-40B4-BE49-F238E27FC236}">
                <a16:creationId xmlns:a16="http://schemas.microsoft.com/office/drawing/2014/main" id="{EF49DFD0-2C24-F614-EE10-2E7A93FD685D}"/>
              </a:ext>
            </a:extLst>
          </p:cNvPr>
          <p:cNvSpPr>
            <a:spLocks noGrp="1"/>
          </p:cNvSpPr>
          <p:nvPr/>
        </p:nvSpPr>
        <p:spPr>
          <a:xfrm>
            <a:off x="2281304" y="2115921"/>
            <a:ext cx="369774" cy="3776343"/>
          </a:xfrm>
          <a:prstGeom prst="rect">
            <a:avLst/>
          </a:prstGeom>
          <a:solidFill>
            <a:srgbClr val="F2EEE4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9E293A"/>
                </a:solidFill>
                <a:latin typeface="Aptos"/>
                <a:ea typeface="Aptos"/>
                <a:cs typeface="Aptos"/>
              </a:defRPr>
            </a:pPr>
            <a:endParaRPr sz="900">
              <a:latin typeface="Montserrat" panose="000005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C6EC29-DF66-3908-07E1-4DB9207FF04B}"/>
              </a:ext>
            </a:extLst>
          </p:cNvPr>
          <p:cNvSpPr/>
          <p:nvPr/>
        </p:nvSpPr>
        <p:spPr>
          <a:xfrm>
            <a:off x="8074181" y="4251960"/>
            <a:ext cx="3749866" cy="213054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itchFamily="2" charset="0"/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D3E8F8B-0BD8-93CA-36BE-4F223EF7E6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Debt</a:t>
            </a:r>
            <a:r>
              <a:rPr lang="pt-BR"/>
              <a:t>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falling</a:t>
            </a:r>
            <a:r>
              <a:rPr lang="pt-BR"/>
              <a:t>, </a:t>
            </a:r>
            <a:r>
              <a:rPr lang="pt-BR" err="1"/>
              <a:t>but</a:t>
            </a:r>
            <a:r>
              <a:rPr lang="pt-BR"/>
              <a:t> </a:t>
            </a:r>
            <a:r>
              <a:rPr lang="pt-BR" err="1"/>
              <a:t>not</a:t>
            </a:r>
            <a:r>
              <a:rPr lang="pt-BR"/>
              <a:t> </a:t>
            </a:r>
            <a:r>
              <a:rPr lang="pt-BR" err="1"/>
              <a:t>from</a:t>
            </a:r>
            <a:r>
              <a:rPr lang="pt-BR"/>
              <a:t> discipline</a:t>
            </a:r>
            <a:endParaRPr lang="en-US"/>
          </a:p>
        </p:txBody>
      </p:sp>
      <p:graphicFrame>
        <p:nvGraphicFramePr>
          <p:cNvPr id="5" name="Espaço Reservado para Conteúdo 12">
            <a:extLst>
              <a:ext uri="{FF2B5EF4-FFF2-40B4-BE49-F238E27FC236}">
                <a16:creationId xmlns:a16="http://schemas.microsoft.com/office/drawing/2014/main" id="{A8B55EBB-5CF6-4135-2E2C-6861CB33541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015040841"/>
              </p:ext>
            </p:extLst>
          </p:nvPr>
        </p:nvGraphicFramePr>
        <p:xfrm>
          <a:off x="407987" y="1809750"/>
          <a:ext cx="7458165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AB1972-35D4-C587-19F8-766D3A91CC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err="1"/>
              <a:t>Debt</a:t>
            </a:r>
            <a:r>
              <a:rPr lang="pt-BR"/>
              <a:t> </a:t>
            </a:r>
            <a:r>
              <a:rPr lang="pt-BR" err="1"/>
              <a:t>has</a:t>
            </a:r>
            <a:r>
              <a:rPr lang="pt-BR"/>
              <a:t> </a:t>
            </a:r>
            <a:r>
              <a:rPr lang="pt-BR" err="1"/>
              <a:t>nearly</a:t>
            </a:r>
            <a:r>
              <a:rPr lang="pt-BR"/>
              <a:t> </a:t>
            </a:r>
            <a:r>
              <a:rPr lang="pt-BR" err="1"/>
              <a:t>quadrupled</a:t>
            </a:r>
            <a:r>
              <a:rPr lang="pt-BR"/>
              <a:t> as a </a:t>
            </a:r>
            <a:r>
              <a:rPr lang="pt-BR" err="1"/>
              <a:t>share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 GDP </a:t>
            </a:r>
            <a:r>
              <a:rPr lang="pt-BR" err="1"/>
              <a:t>since</a:t>
            </a:r>
            <a:r>
              <a:rPr lang="pt-BR"/>
              <a:t> 1990</a:t>
            </a:r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E277BED-8C66-7B99-24A6-51D2226786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6899" y="6356173"/>
            <a:ext cx="2129483" cy="201612"/>
          </a:xfrm>
        </p:spPr>
        <p:txBody>
          <a:bodyPr/>
          <a:lstStyle/>
          <a:p>
            <a:r>
              <a:rPr lang="pt-BR" sz="700" err="1"/>
              <a:t>Source</a:t>
            </a:r>
            <a:r>
              <a:rPr lang="pt-BR" sz="700"/>
              <a:t>: IMF, </a:t>
            </a:r>
            <a:r>
              <a:rPr lang="pt-BR" sz="700" err="1"/>
              <a:t>Cabinet</a:t>
            </a:r>
            <a:r>
              <a:rPr lang="pt-BR" sz="700"/>
              <a:t> Office</a:t>
            </a:r>
            <a:endParaRPr lang="en-US" sz="70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B7AA7D26-8C63-5AE8-3FA5-281560059C9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07987" y="683122"/>
            <a:ext cx="10298113" cy="325467"/>
          </a:xfrm>
        </p:spPr>
        <p:txBody>
          <a:bodyPr/>
          <a:lstStyle/>
          <a:p>
            <a:r>
              <a:rPr lang="pt-BR" sz="1600" err="1">
                <a:solidFill>
                  <a:schemeClr val="tx1"/>
                </a:solidFill>
              </a:rPr>
              <a:t>Since</a:t>
            </a:r>
            <a:r>
              <a:rPr lang="pt-BR" sz="1600">
                <a:solidFill>
                  <a:schemeClr val="tx1"/>
                </a:solidFill>
              </a:rPr>
              <a:t> 2020 </a:t>
            </a:r>
            <a:r>
              <a:rPr lang="pt-BR" sz="1600" err="1">
                <a:solidFill>
                  <a:schemeClr val="tx1"/>
                </a:solidFill>
              </a:rPr>
              <a:t>Japan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has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not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had</a:t>
            </a:r>
            <a:r>
              <a:rPr lang="pt-BR" sz="1600">
                <a:solidFill>
                  <a:schemeClr val="tx1"/>
                </a:solidFill>
              </a:rPr>
              <a:t> a </a:t>
            </a:r>
            <a:r>
              <a:rPr lang="pt-BR" sz="1600" err="1">
                <a:solidFill>
                  <a:schemeClr val="tx1"/>
                </a:solidFill>
              </a:rPr>
              <a:t>primary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surplus</a:t>
            </a:r>
            <a:r>
              <a:rPr lang="pt-BR" sz="1600">
                <a:solidFill>
                  <a:schemeClr val="tx1"/>
                </a:solidFill>
              </a:rPr>
              <a:t>, </a:t>
            </a:r>
            <a:r>
              <a:rPr lang="pt-BR" sz="1600" err="1">
                <a:solidFill>
                  <a:schemeClr val="tx1"/>
                </a:solidFill>
              </a:rPr>
              <a:t>and</a:t>
            </a:r>
            <a:r>
              <a:rPr lang="pt-BR" sz="1600">
                <a:solidFill>
                  <a:schemeClr val="tx1"/>
                </a:solidFill>
              </a:rPr>
              <a:t> nominal </a:t>
            </a:r>
            <a:r>
              <a:rPr lang="pt-BR" sz="1600" err="1">
                <a:solidFill>
                  <a:schemeClr val="tx1"/>
                </a:solidFill>
              </a:rPr>
              <a:t>growth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was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responsible</a:t>
            </a:r>
            <a:r>
              <a:rPr lang="pt-BR" sz="1600">
                <a:solidFill>
                  <a:schemeClr val="tx1"/>
                </a:solidFill>
              </a:rPr>
              <a:t> for </a:t>
            </a:r>
            <a:r>
              <a:rPr lang="pt-BR" sz="1600" err="1">
                <a:solidFill>
                  <a:schemeClr val="tx1"/>
                </a:solidFill>
              </a:rPr>
              <a:t>the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reduction</a:t>
            </a:r>
            <a:r>
              <a:rPr lang="pt-BR" sz="1600">
                <a:solidFill>
                  <a:schemeClr val="tx1"/>
                </a:solidFill>
              </a:rPr>
              <a:t> in  </a:t>
            </a:r>
            <a:r>
              <a:rPr lang="pt-BR" sz="1600" err="1">
                <a:solidFill>
                  <a:schemeClr val="tx1"/>
                </a:solidFill>
              </a:rPr>
              <a:t>the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debt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ratio</a:t>
            </a:r>
            <a:r>
              <a:rPr lang="pt-BR" sz="1600">
                <a:solidFill>
                  <a:schemeClr val="tx1"/>
                </a:solidFill>
              </a:rPr>
              <a:t> 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3" name="Label Banking crisis">
            <a:extLst>
              <a:ext uri="{FF2B5EF4-FFF2-40B4-BE49-F238E27FC236}">
                <a16:creationId xmlns:a16="http://schemas.microsoft.com/office/drawing/2014/main" id="{45C70468-A780-8B7F-1161-63269514E35A}"/>
              </a:ext>
            </a:extLst>
          </p:cNvPr>
          <p:cNvSpPr>
            <a:spLocks noGrp="1"/>
          </p:cNvSpPr>
          <p:nvPr/>
        </p:nvSpPr>
        <p:spPr>
          <a:xfrm>
            <a:off x="1730687" y="4705959"/>
            <a:ext cx="1495262" cy="28446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55555"/>
                </a:solidFill>
                <a:latin typeface="Montserrat" panose="00000500000000000000" pitchFamily="2" charset="0"/>
                <a:ea typeface="Aptos"/>
                <a:cs typeface="Aptos"/>
              </a:rPr>
              <a:t>Banking crisis</a:t>
            </a:r>
          </a:p>
        </p:txBody>
      </p:sp>
      <p:sp>
        <p:nvSpPr>
          <p:cNvPr id="25" name="Label GFC + earthquake">
            <a:extLst>
              <a:ext uri="{FF2B5EF4-FFF2-40B4-BE49-F238E27FC236}">
                <a16:creationId xmlns:a16="http://schemas.microsoft.com/office/drawing/2014/main" id="{BD46BBB2-B4D1-42DD-196A-7271B8E33760}"/>
              </a:ext>
            </a:extLst>
          </p:cNvPr>
          <p:cNvSpPr>
            <a:spLocks noGrp="1"/>
          </p:cNvSpPr>
          <p:nvPr/>
        </p:nvSpPr>
        <p:spPr>
          <a:xfrm>
            <a:off x="3901522" y="4705959"/>
            <a:ext cx="1495262" cy="28446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55555"/>
                </a:solidFill>
                <a:latin typeface="Montserrat" panose="00000500000000000000" pitchFamily="2" charset="0"/>
                <a:ea typeface="Aptos"/>
                <a:cs typeface="Aptos"/>
              </a:rPr>
              <a:t>GFC + earthquake</a:t>
            </a:r>
          </a:p>
        </p:txBody>
      </p:sp>
      <p:sp>
        <p:nvSpPr>
          <p:cNvPr id="27" name="Label COVID">
            <a:extLst>
              <a:ext uri="{FF2B5EF4-FFF2-40B4-BE49-F238E27FC236}">
                <a16:creationId xmlns:a16="http://schemas.microsoft.com/office/drawing/2014/main" id="{556481E1-2789-3F8D-CED9-46F02E9598BA}"/>
              </a:ext>
            </a:extLst>
          </p:cNvPr>
          <p:cNvSpPr>
            <a:spLocks noGrp="1"/>
          </p:cNvSpPr>
          <p:nvPr/>
        </p:nvSpPr>
        <p:spPr>
          <a:xfrm>
            <a:off x="5891454" y="4705959"/>
            <a:ext cx="1495262" cy="28446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55555"/>
                </a:solidFill>
                <a:latin typeface="Montserrat" panose="00000500000000000000" pitchFamily="2" charset="0"/>
                <a:ea typeface="Aptos"/>
                <a:cs typeface="Aptos"/>
              </a:rPr>
              <a:t>COVID</a:t>
            </a:r>
          </a:p>
        </p:txBody>
      </p:sp>
      <p:sp>
        <p:nvSpPr>
          <p:cNvPr id="29" name="Label BoJ QT">
            <a:extLst>
              <a:ext uri="{FF2B5EF4-FFF2-40B4-BE49-F238E27FC236}">
                <a16:creationId xmlns:a16="http://schemas.microsoft.com/office/drawing/2014/main" id="{6C72343A-CB81-B383-E0C3-C239BF122B22}"/>
              </a:ext>
            </a:extLst>
          </p:cNvPr>
          <p:cNvSpPr>
            <a:spLocks noGrp="1"/>
          </p:cNvSpPr>
          <p:nvPr/>
        </p:nvSpPr>
        <p:spPr>
          <a:xfrm>
            <a:off x="6705518" y="4705960"/>
            <a:ext cx="1495262" cy="27787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55555"/>
                </a:solidFill>
                <a:latin typeface="Montserrat" panose="00000500000000000000" pitchFamily="2" charset="0"/>
                <a:ea typeface="Aptos"/>
                <a:cs typeface="Aptos"/>
              </a:rPr>
              <a:t>BoJ QT</a:t>
            </a:r>
          </a:p>
        </p:txBody>
      </p:sp>
      <p:sp>
        <p:nvSpPr>
          <p:cNvPr id="30" name="Espaço Reservado para Texto 4">
            <a:extLst>
              <a:ext uri="{FF2B5EF4-FFF2-40B4-BE49-F238E27FC236}">
                <a16:creationId xmlns:a16="http://schemas.microsoft.com/office/drawing/2014/main" id="{82132AA2-CC15-04BD-33C5-50889CF1FE0E}"/>
              </a:ext>
            </a:extLst>
          </p:cNvPr>
          <p:cNvSpPr txBox="1">
            <a:spLocks/>
          </p:cNvSpPr>
          <p:nvPr/>
        </p:nvSpPr>
        <p:spPr>
          <a:xfrm>
            <a:off x="407987" y="1653482"/>
            <a:ext cx="3554408" cy="34278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General government gross debt (% of GDP)</a:t>
            </a:r>
            <a:endParaRPr lang="en-US"/>
          </a:p>
        </p:txBody>
      </p:sp>
      <p:graphicFrame>
        <p:nvGraphicFramePr>
          <p:cNvPr id="32" name="Chart">
            <a:extLst>
              <a:ext uri="{FF2B5EF4-FFF2-40B4-BE49-F238E27FC236}">
                <a16:creationId xmlns:a16="http://schemas.microsoft.com/office/drawing/2014/main" id="{2C1284D6-A711-DF6C-4B63-163BA5FFE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39823"/>
              </p:ext>
            </p:extLst>
          </p:nvPr>
        </p:nvGraphicFramePr>
        <p:xfrm>
          <a:off x="8183880" y="2072966"/>
          <a:ext cx="3474720" cy="2032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4CFCAF7C-8757-90C6-3A54-E3632991324D}"/>
              </a:ext>
            </a:extLst>
          </p:cNvPr>
          <p:cNvSpPr txBox="1">
            <a:spLocks/>
          </p:cNvSpPr>
          <p:nvPr/>
        </p:nvSpPr>
        <p:spPr>
          <a:xfrm>
            <a:off x="7979229" y="1652109"/>
            <a:ext cx="3554408" cy="34278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125AF9-B8AD-8ECF-4211-02474C8C026D}"/>
              </a:ext>
            </a:extLst>
          </p:cNvPr>
          <p:cNvSpPr txBox="1"/>
          <p:nvPr/>
        </p:nvSpPr>
        <p:spPr>
          <a:xfrm>
            <a:off x="8360822" y="4509514"/>
            <a:ext cx="327051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>
                <a:solidFill>
                  <a:schemeClr val="tx2"/>
                </a:solidFill>
                <a:latin typeface="Montserrat" panose="00000500000000000000"/>
              </a:rPr>
              <a:t>Nominal GDP growth above the effective interest rate helps reduce debt-to-GDP </a:t>
            </a:r>
            <a:r>
              <a:rPr lang="en-US" sz="1200">
                <a:latin typeface="Montserrat" panose="00000500000000000000"/>
              </a:rPr>
              <a:t>despite persistent primary deficits.</a:t>
            </a:r>
          </a:p>
          <a:p>
            <a:pPr algn="just"/>
            <a:endParaRPr lang="en-US" sz="1200">
              <a:latin typeface="Montserrat" panose="00000500000000000000"/>
            </a:endParaRPr>
          </a:p>
          <a:p>
            <a:pPr algn="just"/>
            <a:r>
              <a:rPr lang="en-US" sz="1200">
                <a:latin typeface="Montserrat" panose="00000500000000000000"/>
              </a:rPr>
              <a:t>As maturing debt is refinanced at higher yields, interest costs gradually rise, weakening this favorable dynamic and </a:t>
            </a:r>
            <a:r>
              <a:rPr lang="en-US" sz="1200" b="1">
                <a:solidFill>
                  <a:schemeClr val="tx2"/>
                </a:solidFill>
                <a:latin typeface="Montserrat" panose="00000500000000000000"/>
              </a:rPr>
              <a:t>increasing pressure on the fiscal accounts</a:t>
            </a:r>
          </a:p>
          <a:p>
            <a:pPr algn="just"/>
            <a:endParaRPr lang="en-US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81B2FD95-F349-3EDF-1593-AB1A2C9B95D3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88734482-A605-8C08-FCC5-3636BF130735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5DBE353-A1F5-7BAA-CD79-DEF4598435CA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Fiscal scenario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83178AE6-59F9-5B83-3595-D52AEE1136C3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C008711D-2F66-EE3C-0A45-9B17554D0BE8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F0061910-9142-F1F7-5B17-2717753E90A2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8BE3CF86-BC89-0804-3598-E18A539318AA}"/>
              </a:ext>
            </a:extLst>
          </p:cNvPr>
          <p:cNvSpPr txBox="1">
            <a:spLocks/>
          </p:cNvSpPr>
          <p:nvPr/>
        </p:nvSpPr>
        <p:spPr>
          <a:xfrm>
            <a:off x="8328578" y="1703414"/>
            <a:ext cx="3554408" cy="34278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General government gross debt by instrument (% of total debt)</a:t>
            </a:r>
          </a:p>
        </p:txBody>
      </p:sp>
    </p:spTree>
    <p:extLst>
      <p:ext uri="{BB962C8B-B14F-4D97-AF65-F5344CB8AC3E}">
        <p14:creationId xmlns:p14="http://schemas.microsoft.com/office/powerpoint/2010/main" val="3417635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C4680C2-66C1-11BC-1AF5-3F33BCF9FB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Debt</a:t>
            </a:r>
            <a:r>
              <a:rPr lang="pt-BR"/>
              <a:t>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falling</a:t>
            </a:r>
            <a:r>
              <a:rPr lang="pt-BR"/>
              <a:t>, </a:t>
            </a:r>
            <a:r>
              <a:rPr lang="pt-BR" err="1"/>
              <a:t>but</a:t>
            </a:r>
            <a:r>
              <a:rPr lang="pt-BR"/>
              <a:t> </a:t>
            </a:r>
            <a:r>
              <a:rPr lang="pt-BR" err="1"/>
              <a:t>not</a:t>
            </a:r>
            <a:r>
              <a:rPr lang="pt-BR"/>
              <a:t> </a:t>
            </a:r>
            <a:r>
              <a:rPr lang="pt-BR" err="1"/>
              <a:t>from</a:t>
            </a:r>
            <a:r>
              <a:rPr lang="pt-BR"/>
              <a:t> </a:t>
            </a:r>
            <a:r>
              <a:rPr lang="pt-BR" err="1"/>
              <a:t>discipliine</a:t>
            </a:r>
            <a:endParaRPr lang="en-US"/>
          </a:p>
        </p:txBody>
      </p:sp>
      <p:graphicFrame>
        <p:nvGraphicFramePr>
          <p:cNvPr id="11" name="Chart">
            <a:extLst>
              <a:ext uri="{FF2B5EF4-FFF2-40B4-BE49-F238E27FC236}">
                <a16:creationId xmlns:a16="http://schemas.microsoft.com/office/drawing/2014/main" id="{896FEE58-94F0-0EA1-96F3-DF7492F744C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888392343"/>
              </p:ext>
            </p:extLst>
          </p:nvPr>
        </p:nvGraphicFramePr>
        <p:xfrm>
          <a:off x="407988" y="1809750"/>
          <a:ext cx="5505450" cy="333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8B68A280-8EEC-B8B8-1D56-108ABB265FC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61933352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E6145F-CF99-E234-4A6B-76A1DDFECB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Growth </a:t>
            </a:r>
            <a:r>
              <a:rPr lang="pt-BR" err="1"/>
              <a:t>above</a:t>
            </a:r>
            <a:r>
              <a:rPr lang="pt-BR"/>
              <a:t> </a:t>
            </a:r>
            <a:r>
              <a:rPr lang="pt-BR" err="1"/>
              <a:t>interest</a:t>
            </a:r>
            <a:r>
              <a:rPr lang="pt-BR"/>
              <a:t> offsets </a:t>
            </a:r>
            <a:r>
              <a:rPr lang="pt-BR" err="1"/>
              <a:t>primary</a:t>
            </a:r>
            <a:r>
              <a:rPr lang="pt-BR"/>
              <a:t> </a:t>
            </a:r>
            <a:r>
              <a:rPr lang="pt-BR" err="1"/>
              <a:t>deficits</a:t>
            </a:r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2B95D69-B5E3-8430-4744-ADB35645B6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GDP </a:t>
            </a:r>
            <a:r>
              <a:rPr lang="pt-BR" err="1"/>
              <a:t>outgrows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debt</a:t>
            </a:r>
            <a:r>
              <a:rPr lang="pt-BR"/>
              <a:t> stock</a:t>
            </a:r>
            <a:endParaRPr lang="en-US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E6542DC-8692-0EAD-1624-0E972E5DF5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777777"/>
                </a:solidFill>
                <a:latin typeface="Aptos"/>
                <a:ea typeface="Aptos"/>
                <a:cs typeface="Aptos"/>
              </a:rPr>
              <a:t>Drivers of the annual change in debt/GDP (pp of GDP)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0217DB1-C6BF-A148-2D1D-CE1D003F74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777777"/>
                </a:solidFill>
                <a:latin typeface="Aptos"/>
                <a:ea typeface="Aptos"/>
                <a:cs typeface="Aptos"/>
              </a:rPr>
              <a:t>General government, 2022 = 100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6102F47-E6A0-C718-078B-7D0BA6FF04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71CED5B-A936-014D-207B-303551D26BC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Nominal </a:t>
            </a:r>
            <a:r>
              <a:rPr lang="pt-BR" err="1"/>
              <a:t>growth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inflation</a:t>
            </a:r>
            <a:r>
              <a:rPr lang="pt-BR"/>
              <a:t>, </a:t>
            </a:r>
            <a:r>
              <a:rPr lang="pt-BR" err="1"/>
              <a:t>not</a:t>
            </a:r>
            <a:r>
              <a:rPr lang="pt-BR"/>
              <a:t> </a:t>
            </a:r>
            <a:r>
              <a:rPr lang="pt-BR" err="1"/>
              <a:t>primary</a:t>
            </a:r>
            <a:r>
              <a:rPr lang="pt-BR"/>
              <a:t> </a:t>
            </a:r>
            <a:r>
              <a:rPr lang="pt-BR" err="1"/>
              <a:t>surpluses</a:t>
            </a:r>
            <a:r>
              <a:rPr lang="pt-BR"/>
              <a:t>, are </a:t>
            </a:r>
            <a:r>
              <a:rPr lang="pt-BR" err="1"/>
              <a:t>lowering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debt</a:t>
            </a:r>
            <a:r>
              <a:rPr lang="pt-BR"/>
              <a:t> </a:t>
            </a:r>
            <a:r>
              <a:rPr lang="pt-BR" err="1"/>
              <a:t>ratio</a:t>
            </a:r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B5538E2-0057-99BE-8F30-BBE153A155B5}"/>
              </a:ext>
            </a:extLst>
          </p:cNvPr>
          <p:cNvSpPr/>
          <p:nvPr/>
        </p:nvSpPr>
        <p:spPr>
          <a:xfrm>
            <a:off x="1292507" y="5254246"/>
            <a:ext cx="1729355" cy="98145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38D1829-623C-5C06-91D8-39113B7CCF51}"/>
              </a:ext>
            </a:extLst>
          </p:cNvPr>
          <p:cNvSpPr/>
          <p:nvPr/>
        </p:nvSpPr>
        <p:spPr>
          <a:xfrm>
            <a:off x="3359112" y="5254246"/>
            <a:ext cx="1729355" cy="981454"/>
          </a:xfrm>
          <a:prstGeom prst="rect">
            <a:avLst/>
          </a:prstGeom>
          <a:solidFill>
            <a:srgbClr val="B59A67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B17E1C7-8075-70FE-97B2-5B6B9AC5F421}"/>
              </a:ext>
            </a:extLst>
          </p:cNvPr>
          <p:cNvSpPr txBox="1"/>
          <p:nvPr/>
        </p:nvSpPr>
        <p:spPr>
          <a:xfrm>
            <a:off x="3489001" y="5385626"/>
            <a:ext cx="1469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lang="en-US" sz="1200" b="1">
                <a:latin typeface="Montserrat" panose="00000500000000000000" pitchFamily="2" charset="0"/>
                <a:ea typeface="Aptos"/>
                <a:cs typeface="Aptos"/>
              </a:rPr>
              <a:t>+13.2pp</a:t>
            </a:r>
          </a:p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lang="en-US" sz="1200">
                <a:latin typeface="Montserrat" panose="00000500000000000000" pitchFamily="2" charset="0"/>
                <a:ea typeface="Aptos"/>
                <a:cs typeface="Aptos"/>
              </a:rPr>
              <a:t>Primary deficits, 2021–202424</a:t>
            </a:r>
          </a:p>
          <a:p>
            <a:endParaRPr lang="en-US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13ABE9E-EDAE-EBF5-895A-B7A45C190EA0}"/>
              </a:ext>
            </a:extLst>
          </p:cNvPr>
          <p:cNvSpPr txBox="1"/>
          <p:nvPr/>
        </p:nvSpPr>
        <p:spPr>
          <a:xfrm>
            <a:off x="1291637" y="5279876"/>
            <a:ext cx="17293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lang="en-US" sz="1200" b="1">
                <a:latin typeface="Montserrat" panose="00000500000000000000" pitchFamily="2" charset="0"/>
                <a:ea typeface="Aptos"/>
                <a:cs typeface="Aptos"/>
              </a:rPr>
              <a:t>-14.3pp</a:t>
            </a:r>
          </a:p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lang="en-US" sz="1200">
                <a:latin typeface="Montserrat" panose="00000500000000000000" pitchFamily="2" charset="0"/>
                <a:ea typeface="Aptos"/>
                <a:cs typeface="Aptos"/>
              </a:rPr>
              <a:t>Change in Debt/GDP, 2021-2024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30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AF85-52D6-0182-B821-01A1BF0B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98A640B-D428-9F94-9288-4E6AF0C78C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Debt</a:t>
            </a:r>
            <a:r>
              <a:rPr lang="pt-BR"/>
              <a:t>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falling</a:t>
            </a:r>
            <a:r>
              <a:rPr lang="pt-BR"/>
              <a:t>, </a:t>
            </a:r>
            <a:r>
              <a:rPr lang="pt-BR" err="1"/>
              <a:t>but</a:t>
            </a:r>
            <a:r>
              <a:rPr lang="pt-BR"/>
              <a:t> </a:t>
            </a:r>
            <a:r>
              <a:rPr lang="pt-BR" err="1"/>
              <a:t>not</a:t>
            </a:r>
            <a:r>
              <a:rPr lang="pt-BR"/>
              <a:t> </a:t>
            </a:r>
            <a:r>
              <a:rPr lang="pt-BR" err="1"/>
              <a:t>from</a:t>
            </a:r>
            <a:r>
              <a:rPr lang="pt-BR"/>
              <a:t> discipline</a:t>
            </a:r>
            <a:endParaRPr lang="en-US"/>
          </a:p>
        </p:txBody>
      </p:sp>
      <p:graphicFrame>
        <p:nvGraphicFramePr>
          <p:cNvPr id="15" name="Espaço Reservado para Conteúdo 12">
            <a:extLst>
              <a:ext uri="{FF2B5EF4-FFF2-40B4-BE49-F238E27FC236}">
                <a16:creationId xmlns:a16="http://schemas.microsoft.com/office/drawing/2014/main" id="{0B551B63-E600-F9D5-2DF9-8512B5657673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397224519"/>
              </p:ext>
            </p:extLst>
          </p:nvPr>
        </p:nvGraphicFramePr>
        <p:xfrm>
          <a:off x="407988" y="1809750"/>
          <a:ext cx="5505450" cy="333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Espaço Reservado para Conteúdo 15">
            <a:extLst>
              <a:ext uri="{FF2B5EF4-FFF2-40B4-BE49-F238E27FC236}">
                <a16:creationId xmlns:a16="http://schemas.microsoft.com/office/drawing/2014/main" id="{DF00FBB6-827C-47CB-8DDA-FF6A1227837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99438522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63C241A-9D4F-2E19-218D-BBBC7AFB59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Growth </a:t>
            </a:r>
            <a:r>
              <a:rPr lang="pt-BR" err="1"/>
              <a:t>above</a:t>
            </a:r>
            <a:r>
              <a:rPr lang="pt-BR"/>
              <a:t> </a:t>
            </a:r>
            <a:r>
              <a:rPr lang="pt-BR" err="1"/>
              <a:t>interest</a:t>
            </a:r>
            <a:r>
              <a:rPr lang="pt-BR"/>
              <a:t> offsets </a:t>
            </a:r>
            <a:r>
              <a:rPr lang="pt-BR" err="1"/>
              <a:t>primary</a:t>
            </a:r>
            <a:r>
              <a:rPr lang="pt-BR"/>
              <a:t> </a:t>
            </a:r>
            <a:r>
              <a:rPr lang="pt-BR" err="1"/>
              <a:t>deficits</a:t>
            </a:r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4B0A458-5409-E136-D365-975C595F30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GDP </a:t>
            </a:r>
            <a:r>
              <a:rPr lang="pt-BR" err="1"/>
              <a:t>outgrows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debt</a:t>
            </a:r>
            <a:r>
              <a:rPr lang="pt-BR"/>
              <a:t> stock</a:t>
            </a:r>
            <a:endParaRPr lang="en-US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2334574-9022-42C2-4BED-22C3922390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900">
                <a:solidFill>
                  <a:srgbClr val="777777"/>
                </a:solidFill>
                <a:ea typeface="Aptos"/>
                <a:cs typeface="Aptos"/>
              </a:rPr>
              <a:t>Drivers of the annual change in debt/GDP (pp of GDP)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C6AA1F2-DC5D-0475-8790-A1D5666AA6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900">
                <a:solidFill>
                  <a:srgbClr val="777777"/>
                </a:solidFill>
                <a:ea typeface="Aptos"/>
                <a:cs typeface="Aptos"/>
              </a:rPr>
              <a:t>General government, 2022 = 100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08079469-612D-C99F-C430-30370382ECA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 </a:t>
            </a:r>
            <a:r>
              <a:rPr lang="pt-BR" err="1"/>
              <a:t>BoJ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D03EFCAC-2A29-3AB3-4A04-CE01EEEC502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Nominal </a:t>
            </a:r>
            <a:r>
              <a:rPr lang="pt-BR" err="1"/>
              <a:t>growth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inflation</a:t>
            </a:r>
            <a:r>
              <a:rPr lang="pt-BR"/>
              <a:t>, </a:t>
            </a:r>
            <a:r>
              <a:rPr lang="pt-BR" err="1"/>
              <a:t>not</a:t>
            </a:r>
            <a:r>
              <a:rPr lang="pt-BR"/>
              <a:t> </a:t>
            </a:r>
            <a:r>
              <a:rPr lang="pt-BR" err="1"/>
              <a:t>primary</a:t>
            </a:r>
            <a:r>
              <a:rPr lang="pt-BR"/>
              <a:t> </a:t>
            </a:r>
            <a:r>
              <a:rPr lang="pt-BR" err="1"/>
              <a:t>surpluses</a:t>
            </a:r>
            <a:r>
              <a:rPr lang="pt-BR"/>
              <a:t>, are </a:t>
            </a:r>
            <a:r>
              <a:rPr lang="pt-BR" err="1"/>
              <a:t>lowering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debt</a:t>
            </a:r>
            <a:r>
              <a:rPr lang="pt-BR"/>
              <a:t> </a:t>
            </a:r>
            <a:r>
              <a:rPr lang="pt-BR" err="1"/>
              <a:t>ratio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DA9DE9-24A4-4FDE-5F0D-45358BFB88DA}"/>
              </a:ext>
            </a:extLst>
          </p:cNvPr>
          <p:cNvSpPr/>
          <p:nvPr/>
        </p:nvSpPr>
        <p:spPr>
          <a:xfrm>
            <a:off x="526370" y="5268685"/>
            <a:ext cx="5419725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3DF294-6231-C3A5-C13C-6984A0AD3139}"/>
              </a:ext>
            </a:extLst>
          </p:cNvPr>
          <p:cNvGrpSpPr/>
          <p:nvPr/>
        </p:nvGrpSpPr>
        <p:grpSpPr>
          <a:xfrm>
            <a:off x="1279228" y="5389211"/>
            <a:ext cx="1386918" cy="695576"/>
            <a:chOff x="1115938" y="5389211"/>
            <a:chExt cx="1386918" cy="69557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193CBC-CD0C-ACBB-16EA-1C4391DAEE21}"/>
                </a:ext>
              </a:extLst>
            </p:cNvPr>
            <p:cNvSpPr txBox="1"/>
            <p:nvPr/>
          </p:nvSpPr>
          <p:spPr>
            <a:xfrm>
              <a:off x="1195287" y="5389211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b="1">
                  <a:solidFill>
                    <a:schemeClr val="tx2"/>
                  </a:solidFill>
                  <a:latin typeface="Montserrat" pitchFamily="2" charset="0"/>
                </a:rPr>
                <a:t>-14.3 p.p.</a:t>
              </a:r>
              <a:endParaRPr lang="en-US" b="1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0655D7-4BE2-6558-D6FC-E4D48B65F854}"/>
                </a:ext>
              </a:extLst>
            </p:cNvPr>
            <p:cNvSpPr txBox="1"/>
            <p:nvPr/>
          </p:nvSpPr>
          <p:spPr>
            <a:xfrm>
              <a:off x="1115938" y="5715455"/>
              <a:ext cx="1386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900">
                  <a:latin typeface="Montserrat" pitchFamily="2" charset="0"/>
                </a:rPr>
                <a:t>Change in debt/GDP</a:t>
              </a:r>
            </a:p>
            <a:p>
              <a:pPr algn="ctr"/>
              <a:r>
                <a:rPr lang="pt-BR" sz="900">
                  <a:latin typeface="Montserrat" pitchFamily="2" charset="0"/>
                </a:rPr>
                <a:t>(2021-2024)</a:t>
              </a:r>
              <a:endParaRPr lang="en-US" sz="900">
                <a:latin typeface="Montserrat" pitchFamily="2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39A546-B9D0-D246-25D9-0603429FA81C}"/>
              </a:ext>
            </a:extLst>
          </p:cNvPr>
          <p:cNvGrpSpPr/>
          <p:nvPr/>
        </p:nvGrpSpPr>
        <p:grpSpPr>
          <a:xfrm>
            <a:off x="3829224" y="5389211"/>
            <a:ext cx="1244251" cy="695576"/>
            <a:chOff x="1187271" y="5389211"/>
            <a:chExt cx="1244251" cy="69557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403BD0-42A9-4BF3-E6EB-0C29CA4C416D}"/>
                </a:ext>
              </a:extLst>
            </p:cNvPr>
            <p:cNvSpPr txBox="1"/>
            <p:nvPr/>
          </p:nvSpPr>
          <p:spPr>
            <a:xfrm>
              <a:off x="1187271" y="5389211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b="1">
                  <a:solidFill>
                    <a:srgbClr val="B59A67"/>
                  </a:solidFill>
                  <a:latin typeface="Montserrat" pitchFamily="2" charset="0"/>
                </a:rPr>
                <a:t>+13.2 p.p.</a:t>
              </a:r>
              <a:endParaRPr lang="en-US" b="1">
                <a:solidFill>
                  <a:srgbClr val="B59A67"/>
                </a:solidFill>
                <a:latin typeface="Montserrat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74181D-01CE-3BB4-B198-CB32A43520D1}"/>
                </a:ext>
              </a:extLst>
            </p:cNvPr>
            <p:cNvSpPr txBox="1"/>
            <p:nvPr/>
          </p:nvSpPr>
          <p:spPr>
            <a:xfrm>
              <a:off x="1264218" y="5715455"/>
              <a:ext cx="1090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900">
                  <a:latin typeface="Montserrat" pitchFamily="2" charset="0"/>
                </a:rPr>
                <a:t>Primary deficits</a:t>
              </a:r>
            </a:p>
            <a:p>
              <a:pPr algn="ctr"/>
              <a:r>
                <a:rPr lang="pt-BR" sz="900">
                  <a:latin typeface="Montserrat" pitchFamily="2" charset="0"/>
                </a:rPr>
                <a:t>(2021-2024)</a:t>
              </a:r>
              <a:endParaRPr lang="en-US" sz="900">
                <a:latin typeface="Montserrat" pitchFamily="2" charset="0"/>
              </a:endParaRPr>
            </a:p>
          </p:txBody>
        </p:sp>
      </p:grp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DFEB520-7CD0-BAD6-896D-AA8A2A0A3842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1DF52500-9168-DEE4-4740-A2C384EED774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Inflation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8A4C5E8B-1CCC-0845-5C99-593EBAB070DA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Fiscal scenario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61007DEB-585E-0481-5BEE-89391A80CC3C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A5F5593-24CA-4A98-9009-A6191987569E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4E3F9D4D-BBDA-DE69-C483-CD93BAC9EDC9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498316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3620BE-709E-9F6D-5F88-D594ADF87173}"/>
              </a:ext>
            </a:extLst>
          </p:cNvPr>
          <p:cNvSpPr/>
          <p:nvPr/>
        </p:nvSpPr>
        <p:spPr>
          <a:xfrm>
            <a:off x="8545283" y="1809750"/>
            <a:ext cx="3136983" cy="442595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DBABFF1-EE85-C316-9D46-C2C785019F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Private surpluses finance public deficits and overseas lending</a:t>
            </a:r>
          </a:p>
          <a:p>
            <a:endParaRPr lang="en-US"/>
          </a:p>
        </p:txBody>
      </p:sp>
      <p:graphicFrame>
        <p:nvGraphicFramePr>
          <p:cNvPr id="21" name="Espaço Reservado para Conteúdo 9">
            <a:extLst>
              <a:ext uri="{FF2B5EF4-FFF2-40B4-BE49-F238E27FC236}">
                <a16:creationId xmlns:a16="http://schemas.microsoft.com/office/drawing/2014/main" id="{C7BD21BF-216F-00BC-69A6-A97BA27A223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775803840"/>
              </p:ext>
            </p:extLst>
          </p:nvPr>
        </p:nvGraphicFramePr>
        <p:xfrm>
          <a:off x="407988" y="1809750"/>
          <a:ext cx="7984898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3F2CC0-0836-20CF-6B0E-4FB345865D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Private </a:t>
            </a:r>
            <a:r>
              <a:rPr lang="pt-BR" err="1"/>
              <a:t>surpluses</a:t>
            </a:r>
            <a:r>
              <a:rPr lang="pt-BR"/>
              <a:t> </a:t>
            </a:r>
            <a:r>
              <a:rPr lang="pt-BR" err="1"/>
              <a:t>fund</a:t>
            </a:r>
            <a:r>
              <a:rPr lang="pt-BR"/>
              <a:t> </a:t>
            </a:r>
            <a:r>
              <a:rPr lang="pt-BR" err="1"/>
              <a:t>public</a:t>
            </a:r>
            <a:r>
              <a:rPr lang="pt-BR"/>
              <a:t> </a:t>
            </a:r>
            <a:r>
              <a:rPr lang="pt-BR" err="1"/>
              <a:t>deficits</a:t>
            </a:r>
            <a:endParaRPr lang="en-US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0B7849F-BC73-1313-23E1-33BBB85C9C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950" y="1568450"/>
            <a:ext cx="5492391" cy="241300"/>
          </a:xfrm>
        </p:spPr>
        <p:txBody>
          <a:bodyPr/>
          <a:lstStyle/>
          <a:p>
            <a:r>
              <a:rPr lang="en-US" sz="900">
                <a:solidFill>
                  <a:srgbClr val="777777"/>
                </a:solidFill>
                <a:ea typeface="Aptos"/>
                <a:cs typeface="Aptos"/>
              </a:rPr>
              <a:t>Net lending (+) / net borrowing (−) by institutional sector (% of GDP), FY2005–FY2024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0E95F8B-3320-B9CD-3E00-D753DA7FB8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1198" y="6278096"/>
            <a:ext cx="5506386" cy="241300"/>
          </a:xfrm>
        </p:spPr>
        <p:txBody>
          <a:bodyPr/>
          <a:lstStyle/>
          <a:p>
            <a:r>
              <a:rPr lang="pt-BR" sz="700" err="1"/>
              <a:t>Source</a:t>
            </a:r>
            <a:r>
              <a:rPr lang="pt-BR" sz="700"/>
              <a:t>: </a:t>
            </a:r>
            <a:r>
              <a:rPr lang="pt-BR" sz="700" err="1"/>
              <a:t>Cabinet</a:t>
            </a:r>
            <a:r>
              <a:rPr lang="pt-BR" sz="700"/>
              <a:t> Office </a:t>
            </a:r>
            <a:endParaRPr lang="en-US" sz="70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DFF4CAC-D915-E74F-4094-C4724F9F5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987" y="637054"/>
            <a:ext cx="8658513" cy="289149"/>
          </a:xfrm>
        </p:spPr>
        <p:txBody>
          <a:bodyPr/>
          <a:lstStyle/>
          <a:p>
            <a:r>
              <a:rPr lang="pt-BR" sz="1600">
                <a:solidFill>
                  <a:schemeClr val="tx1"/>
                </a:solidFill>
              </a:rPr>
              <a:t>The </a:t>
            </a:r>
            <a:r>
              <a:rPr lang="pt-BR" sz="1600" err="1">
                <a:solidFill>
                  <a:schemeClr val="tx1"/>
                </a:solidFill>
              </a:rPr>
              <a:t>deficit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narrowed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by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about</a:t>
            </a:r>
            <a:r>
              <a:rPr lang="pt-BR" sz="1600">
                <a:solidFill>
                  <a:schemeClr val="tx1"/>
                </a:solidFill>
              </a:rPr>
              <a:t> 1 pp </a:t>
            </a:r>
            <a:r>
              <a:rPr lang="pt-BR" sz="1600" err="1">
                <a:solidFill>
                  <a:schemeClr val="tx1"/>
                </a:solidFill>
              </a:rPr>
              <a:t>of</a:t>
            </a:r>
            <a:r>
              <a:rPr lang="pt-BR" sz="1600">
                <a:solidFill>
                  <a:schemeClr val="tx1"/>
                </a:solidFill>
              </a:rPr>
              <a:t> GDP </a:t>
            </a:r>
            <a:r>
              <a:rPr lang="pt-BR" sz="1600" err="1">
                <a:solidFill>
                  <a:schemeClr val="tx1"/>
                </a:solidFill>
              </a:rPr>
              <a:t>while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Japan’s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external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surplus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err="1">
                <a:solidFill>
                  <a:schemeClr val="tx1"/>
                </a:solidFill>
              </a:rPr>
              <a:t>widened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CDABAD-3A9F-F642-EDD0-7B8BDABB1931}"/>
              </a:ext>
            </a:extLst>
          </p:cNvPr>
          <p:cNvSpPr txBox="1"/>
          <p:nvPr/>
        </p:nvSpPr>
        <p:spPr>
          <a:xfrm>
            <a:off x="8732256" y="2450010"/>
            <a:ext cx="276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err="1">
                <a:latin typeface="Montserrat" panose="00000500000000000000"/>
              </a:rPr>
              <a:t>Households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and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firms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earn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b="1">
                <a:solidFill>
                  <a:schemeClr val="tx2"/>
                </a:solidFill>
                <a:latin typeface="Montserrat" panose="00000500000000000000"/>
              </a:rPr>
              <a:t>more </a:t>
            </a:r>
            <a:r>
              <a:rPr lang="pt-BR" sz="1200" b="1" err="1">
                <a:solidFill>
                  <a:schemeClr val="tx2"/>
                </a:solidFill>
                <a:latin typeface="Montserrat" panose="00000500000000000000"/>
              </a:rPr>
              <a:t>than</a:t>
            </a:r>
            <a:r>
              <a:rPr lang="pt-BR" sz="1200" b="1">
                <a:solidFill>
                  <a:schemeClr val="tx2"/>
                </a:solidFill>
                <a:latin typeface="Montserrat" panose="00000500000000000000"/>
              </a:rPr>
              <a:t> </a:t>
            </a:r>
            <a:r>
              <a:rPr lang="pt-BR" sz="1200" b="1" err="1">
                <a:solidFill>
                  <a:schemeClr val="tx2"/>
                </a:solidFill>
                <a:latin typeface="Montserrat" panose="00000500000000000000"/>
              </a:rPr>
              <a:t>they</a:t>
            </a:r>
            <a:r>
              <a:rPr lang="pt-BR" sz="1200" b="1">
                <a:solidFill>
                  <a:schemeClr val="tx2"/>
                </a:solidFill>
                <a:latin typeface="Montserrat" panose="00000500000000000000"/>
              </a:rPr>
              <a:t> </a:t>
            </a:r>
            <a:r>
              <a:rPr lang="pt-BR" sz="1200" b="1" err="1">
                <a:solidFill>
                  <a:schemeClr val="tx2"/>
                </a:solidFill>
                <a:latin typeface="Montserrat" panose="00000500000000000000"/>
              </a:rPr>
              <a:t>spend</a:t>
            </a:r>
            <a:r>
              <a:rPr lang="pt-BR" sz="1200">
                <a:latin typeface="Montserrat" panose="00000500000000000000"/>
              </a:rPr>
              <a:t>, </a:t>
            </a:r>
            <a:r>
              <a:rPr lang="pt-BR" sz="1200" err="1">
                <a:latin typeface="Montserrat" panose="00000500000000000000"/>
              </a:rPr>
              <a:t>which</a:t>
            </a:r>
            <a:r>
              <a:rPr lang="pt-BR" sz="1200">
                <a:latin typeface="Montserrat" panose="00000500000000000000"/>
              </a:rPr>
              <a:t> covers </a:t>
            </a:r>
            <a:r>
              <a:rPr lang="pt-BR" sz="1200" err="1">
                <a:latin typeface="Montserrat" panose="00000500000000000000"/>
              </a:rPr>
              <a:t>the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deficit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and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lending</a:t>
            </a:r>
            <a:endParaRPr lang="en-US" sz="1200">
              <a:latin typeface="Montserrat" panose="0000050000000000000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E17292-158D-CBB2-D6C3-80DFD8C5E88B}"/>
              </a:ext>
            </a:extLst>
          </p:cNvPr>
          <p:cNvSpPr/>
          <p:nvPr/>
        </p:nvSpPr>
        <p:spPr>
          <a:xfrm>
            <a:off x="8769024" y="3590350"/>
            <a:ext cx="2774767" cy="411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09A1952-9B54-CBB0-6586-BD80D5AB84D4}"/>
              </a:ext>
            </a:extLst>
          </p:cNvPr>
          <p:cNvSpPr/>
          <p:nvPr/>
        </p:nvSpPr>
        <p:spPr>
          <a:xfrm>
            <a:off x="8769024" y="4148081"/>
            <a:ext cx="875899" cy="411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ontserrat" panose="00000500000000000000"/>
                <a:ea typeface="Aptos"/>
                <a:cs typeface="Aptos"/>
              </a:rPr>
              <a:t>1.4%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7822323-3B28-0B58-7D34-512DE9D95BF0}"/>
              </a:ext>
            </a:extLst>
          </p:cNvPr>
          <p:cNvSpPr/>
          <p:nvPr/>
        </p:nvSpPr>
        <p:spPr>
          <a:xfrm>
            <a:off x="9718457" y="4148081"/>
            <a:ext cx="1825334" cy="411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5CDA3DE-CB72-3EBA-68BC-F116F319C215}"/>
              </a:ext>
            </a:extLst>
          </p:cNvPr>
          <p:cNvSpPr txBox="1"/>
          <p:nvPr/>
        </p:nvSpPr>
        <p:spPr>
          <a:xfrm>
            <a:off x="8726216" y="5289928"/>
            <a:ext cx="277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err="1">
                <a:latin typeface="Montserrat" panose="00000500000000000000"/>
              </a:rPr>
              <a:t>Japan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lends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abroad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b="1">
                <a:solidFill>
                  <a:schemeClr val="tx2"/>
                </a:solidFill>
                <a:latin typeface="Montserrat" panose="00000500000000000000"/>
              </a:rPr>
              <a:t>more </a:t>
            </a:r>
            <a:r>
              <a:rPr lang="pt-BR" sz="1200" b="1" err="1">
                <a:solidFill>
                  <a:schemeClr val="tx2"/>
                </a:solidFill>
                <a:latin typeface="Montserrat" panose="00000500000000000000"/>
              </a:rPr>
              <a:t>than</a:t>
            </a:r>
            <a:r>
              <a:rPr lang="pt-BR" sz="1200" b="1">
                <a:solidFill>
                  <a:schemeClr val="tx2"/>
                </a:solidFill>
                <a:latin typeface="Montserrat" panose="00000500000000000000"/>
              </a:rPr>
              <a:t> </a:t>
            </a:r>
            <a:r>
              <a:rPr lang="pt-BR" sz="1200" b="1" err="1">
                <a:solidFill>
                  <a:schemeClr val="tx2"/>
                </a:solidFill>
                <a:latin typeface="Montserrat" panose="00000500000000000000"/>
              </a:rPr>
              <a:t>three</a:t>
            </a:r>
            <a:r>
              <a:rPr lang="pt-BR" sz="1200" b="1">
                <a:solidFill>
                  <a:schemeClr val="tx2"/>
                </a:solidFill>
                <a:latin typeface="Montserrat" panose="00000500000000000000"/>
              </a:rPr>
              <a:t> times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what</a:t>
            </a:r>
            <a:r>
              <a:rPr lang="pt-BR" sz="1200">
                <a:latin typeface="Montserrat" panose="00000500000000000000"/>
              </a:rPr>
              <a:t> its </a:t>
            </a:r>
            <a:r>
              <a:rPr lang="pt-BR" sz="1200" err="1">
                <a:latin typeface="Montserrat" panose="00000500000000000000"/>
              </a:rPr>
              <a:t>government</a:t>
            </a:r>
            <a:r>
              <a:rPr lang="pt-BR" sz="1200">
                <a:latin typeface="Montserrat" panose="00000500000000000000"/>
              </a:rPr>
              <a:t> </a:t>
            </a:r>
            <a:r>
              <a:rPr lang="pt-BR" sz="1200" err="1">
                <a:latin typeface="Montserrat" panose="00000500000000000000"/>
              </a:rPr>
              <a:t>borrows</a:t>
            </a:r>
            <a:endParaRPr lang="en-US" sz="1200">
              <a:latin typeface="Montserrat" panose="0000050000000000000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F339E4-7766-9D1E-E799-3F225B7DB392}"/>
              </a:ext>
            </a:extLst>
          </p:cNvPr>
          <p:cNvSpPr txBox="1"/>
          <p:nvPr/>
        </p:nvSpPr>
        <p:spPr>
          <a:xfrm>
            <a:off x="8931105" y="3622225"/>
            <a:ext cx="2211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Montserrat" panose="00000500000000000000"/>
                <a:ea typeface="Aptos"/>
                <a:cs typeface="Aptos"/>
              </a:rPr>
              <a:t>Private surplus</a:t>
            </a:r>
            <a:r>
              <a:rPr lang="en-US" sz="1400" b="1">
                <a:solidFill>
                  <a:srgbClr val="FFFFFF"/>
                </a:solidFill>
                <a:latin typeface="Montserrat" panose="00000500000000000000"/>
                <a:ea typeface="Aptos"/>
                <a:cs typeface="Aptos"/>
              </a:rPr>
              <a:t>   6.0%</a:t>
            </a:r>
          </a:p>
          <a:p>
            <a:endParaRPr lang="en-US">
              <a:latin typeface="Montserrat" panose="00000500000000000000"/>
            </a:endParaRPr>
          </a:p>
        </p:txBody>
      </p:sp>
      <p:sp>
        <p:nvSpPr>
          <p:cNvPr id="14" name="Rest of world caption">
            <a:extLst>
              <a:ext uri="{FF2B5EF4-FFF2-40B4-BE49-F238E27FC236}">
                <a16:creationId xmlns:a16="http://schemas.microsoft.com/office/drawing/2014/main" id="{6AB365A6-37F5-DE59-0766-4822F90E3801}"/>
              </a:ext>
            </a:extLst>
          </p:cNvPr>
          <p:cNvSpPr>
            <a:spLocks noGrp="1"/>
          </p:cNvSpPr>
          <p:nvPr/>
        </p:nvSpPr>
        <p:spPr>
          <a:xfrm>
            <a:off x="9879965" y="4559561"/>
            <a:ext cx="1737360" cy="3840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6E2A33"/>
                </a:solidFill>
                <a:latin typeface="Montserrat" panose="00000500000000000000"/>
                <a:ea typeface="Aptos"/>
                <a:cs typeface="Aptos"/>
              </a:rPr>
              <a:t>Rest of the world</a:t>
            </a:r>
          </a:p>
          <a:p>
            <a:pPr algn="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777777"/>
                </a:solidFill>
                <a:latin typeface="Montserrat" panose="00000500000000000000"/>
                <a:ea typeface="Aptos"/>
                <a:cs typeface="Aptos"/>
              </a:rPr>
              <a:t>lent abroad</a:t>
            </a:r>
          </a:p>
        </p:txBody>
      </p:sp>
      <p:sp>
        <p:nvSpPr>
          <p:cNvPr id="18" name="Government caption">
            <a:extLst>
              <a:ext uri="{FF2B5EF4-FFF2-40B4-BE49-F238E27FC236}">
                <a16:creationId xmlns:a16="http://schemas.microsoft.com/office/drawing/2014/main" id="{56412416-39B5-8DA4-44ED-ADAD06C1FBA4}"/>
              </a:ext>
            </a:extLst>
          </p:cNvPr>
          <p:cNvSpPr>
            <a:spLocks noGrp="1"/>
          </p:cNvSpPr>
          <p:nvPr/>
        </p:nvSpPr>
        <p:spPr>
          <a:xfrm>
            <a:off x="8732256" y="4555139"/>
            <a:ext cx="1737360" cy="3840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9E293A"/>
                </a:solidFill>
                <a:latin typeface="Montserrat" panose="00000500000000000000"/>
                <a:ea typeface="Aptos"/>
                <a:cs typeface="Aptos"/>
              </a:rPr>
              <a:t>Government</a:t>
            </a:r>
          </a:p>
          <a:p>
            <a:pPr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777777"/>
                </a:solidFill>
                <a:latin typeface="Montserrat" panose="00000500000000000000"/>
                <a:ea typeface="Aptos"/>
                <a:cs typeface="Aptos"/>
              </a:rPr>
              <a:t>covers the deficit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4EFF13-C2AE-F7CD-352B-BB4A7CAFDA13}"/>
              </a:ext>
            </a:extLst>
          </p:cNvPr>
          <p:cNvSpPr txBox="1"/>
          <p:nvPr/>
        </p:nvSpPr>
        <p:spPr>
          <a:xfrm>
            <a:off x="9967683" y="4195492"/>
            <a:ext cx="1327224" cy="31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ontserrat" panose="00000500000000000000"/>
                <a:ea typeface="Aptos"/>
                <a:cs typeface="Aptos"/>
              </a:rPr>
              <a:t>4.6%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6B79F6-A8AA-2F2B-AAC9-833609B8C924}"/>
              </a:ext>
            </a:extLst>
          </p:cNvPr>
          <p:cNvSpPr/>
          <p:nvPr/>
        </p:nvSpPr>
        <p:spPr>
          <a:xfrm>
            <a:off x="9299034" y="1597258"/>
            <a:ext cx="1629132" cy="43341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itchFamily="2" charset="0"/>
              </a:rPr>
              <a:t>Last data</a:t>
            </a:r>
            <a:endParaRPr lang="en-US" b="1">
              <a:solidFill>
                <a:schemeClr val="tx2"/>
              </a:solidFill>
              <a:latin typeface="Montserrat" pitchFamily="2" charset="0"/>
            </a:endParaRP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010FE90-4236-53C6-9749-E028CA4C6698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31359DB2-BECB-BC3E-16E1-39BB1F3BFF6E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Inflation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D04A4D47-53FB-9248-EAA9-C84492041522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Fiscal scenario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64B6F1F8-4DDF-8506-36FD-D1835C84FD74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8DEB30B-8C29-2154-5305-6A2B2B4A354E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10FD380F-3E36-7B85-961D-482A51E16AA4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246291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593A-5E92-7DD1-8BAA-48CDB094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297B01-E45B-DFA3-A1E8-A8B7CEB92274}"/>
              </a:ext>
            </a:extLst>
          </p:cNvPr>
          <p:cNvSpPr/>
          <p:nvPr/>
        </p:nvSpPr>
        <p:spPr>
          <a:xfrm>
            <a:off x="493712" y="5854264"/>
            <a:ext cx="5407026" cy="36933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EFF2E60-3E6C-5635-8F80-4AF34336EC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Higher yields gradually feed into debt costs</a:t>
            </a:r>
          </a:p>
        </p:txBody>
      </p:sp>
      <p:graphicFrame>
        <p:nvGraphicFramePr>
          <p:cNvPr id="20" name="Espaço Reservado para Conteúdo 15">
            <a:extLst>
              <a:ext uri="{FF2B5EF4-FFF2-40B4-BE49-F238E27FC236}">
                <a16:creationId xmlns:a16="http://schemas.microsoft.com/office/drawing/2014/main" id="{B4978DC0-A8E0-8FF2-E135-35BB29D09B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56887892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2328FD-DB94-9868-8356-A9972CA4F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44%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JGBs</a:t>
            </a:r>
            <a:r>
              <a:rPr lang="pt-BR"/>
              <a:t> mature within </a:t>
            </a:r>
            <a:r>
              <a:rPr lang="pt-BR" err="1"/>
              <a:t>five</a:t>
            </a:r>
            <a:r>
              <a:rPr lang="pt-BR"/>
              <a:t> </a:t>
            </a:r>
            <a:r>
              <a:rPr lang="pt-BR" err="1"/>
              <a:t>years</a:t>
            </a:r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AC0C105-F1F8-D45B-2CE0-9C72BD02DA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err="1"/>
              <a:t>Average</a:t>
            </a:r>
            <a:r>
              <a:rPr lang="pt-BR"/>
              <a:t> </a:t>
            </a:r>
            <a:r>
              <a:rPr lang="pt-BR" err="1"/>
              <a:t>cost</a:t>
            </a:r>
            <a:r>
              <a:rPr lang="pt-BR"/>
              <a:t> follows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market</a:t>
            </a:r>
            <a:r>
              <a:rPr lang="pt-BR"/>
              <a:t> </a:t>
            </a:r>
            <a:r>
              <a:rPr lang="pt-BR" err="1"/>
              <a:t>with</a:t>
            </a:r>
            <a:r>
              <a:rPr lang="pt-BR"/>
              <a:t> a </a:t>
            </a:r>
            <a:r>
              <a:rPr lang="pt-BR" err="1"/>
              <a:t>lag</a:t>
            </a:r>
            <a:r>
              <a:rPr lang="pt-BR"/>
              <a:t> </a:t>
            </a:r>
            <a:endParaRPr lang="en-US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FA3256B-B135-F3C1-DAB4-9B310DA93B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900">
                <a:solidFill>
                  <a:srgbClr val="777777"/>
                </a:solidFill>
                <a:ea typeface="Aptos"/>
                <a:cs typeface="Aptos"/>
              </a:rPr>
              <a:t>Outstanding ordinary JGBs by remaining maturity (¥ trillion)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272E836-24FE-0BD9-1384-42E8CF3E75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900">
                <a:solidFill>
                  <a:srgbClr val="777777"/>
                </a:solidFill>
                <a:ea typeface="Aptos"/>
                <a:cs typeface="Aptos"/>
              </a:rPr>
              <a:t>10Y yield vs effective rate on public debt (%), growth case 1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0CC4F01-BF73-FA39-A8E5-43204D3A084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</a:t>
            </a:r>
            <a:r>
              <a:rPr lang="pt-BR" err="1"/>
              <a:t>MoF</a:t>
            </a:r>
            <a:r>
              <a:rPr lang="pt-BR"/>
              <a:t>, </a:t>
            </a:r>
            <a:r>
              <a:rPr lang="pt-BR" err="1"/>
              <a:t>Cabinet</a:t>
            </a:r>
            <a:r>
              <a:rPr lang="pt-BR"/>
              <a:t> Office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27E747CA-F35D-A06A-3F8F-322CE44C3A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10749870" cy="354977"/>
          </a:xfrm>
        </p:spPr>
        <p:txBody>
          <a:bodyPr/>
          <a:lstStyle/>
          <a:p>
            <a:r>
              <a:rPr lang="en-US">
                <a:solidFill>
                  <a:srgbClr val="111111"/>
                </a:solidFill>
                <a:ea typeface="Aptos"/>
                <a:cs typeface="Aptos"/>
              </a:rPr>
              <a:t>44% of the debt refinances within five years and interest payments triple by FY2035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AF318-8159-8675-C568-AE557261240B}"/>
              </a:ext>
            </a:extLst>
          </p:cNvPr>
          <p:cNvSpPr txBox="1"/>
          <p:nvPr/>
        </p:nvSpPr>
        <p:spPr>
          <a:xfrm>
            <a:off x="3385453" y="248976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/>
              </a:rPr>
              <a:t>9y 5m</a:t>
            </a:r>
            <a:endParaRPr lang="en-US" b="1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EBD174-CD83-737E-D27C-849C98D8C86D}"/>
              </a:ext>
            </a:extLst>
          </p:cNvPr>
          <p:cNvSpPr txBox="1"/>
          <p:nvPr/>
        </p:nvSpPr>
        <p:spPr>
          <a:xfrm>
            <a:off x="3152028" y="2815103"/>
            <a:ext cx="138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>
                <a:latin typeface="Montserrat" pitchFamily="2" charset="0"/>
              </a:rPr>
              <a:t>average remaining maturity</a:t>
            </a:r>
            <a:endParaRPr lang="en-US" sz="900">
              <a:latin typeface="Montserrat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8EAF32-923C-F989-0AEC-D8667A36909B}"/>
              </a:ext>
            </a:extLst>
          </p:cNvPr>
          <p:cNvSpPr txBox="1"/>
          <p:nvPr/>
        </p:nvSpPr>
        <p:spPr>
          <a:xfrm>
            <a:off x="525242" y="5906814"/>
            <a:ext cx="527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>
                <a:latin typeface="Montserrat" panose="00000500000000000000"/>
              </a:rPr>
              <a:t>Interest payments triple by FY2035 (16% to 34% of tax revenue)</a:t>
            </a:r>
            <a:endParaRPr lang="en-US" sz="1200">
              <a:latin typeface="Montserrat" panose="0000050000000000000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AF13F638-FA5B-ED07-9798-7811A5EBA299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8BD7FF-3045-0754-A4CD-94BDD5D7E2F1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FC5B6431-7BE5-EF03-8D33-E88A53A54168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Fiscal scenario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DD1C367B-96ED-735F-9845-112BE0E1653A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B94784A-A632-9B11-16D0-7BBA4467CE33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A12DAF1C-842D-3D1F-351F-52E47FED35C0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BEDD0B9F-9131-5E88-3250-CA3EA8D891A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608158055"/>
              </p:ext>
            </p:extLst>
          </p:nvPr>
        </p:nvGraphicFramePr>
        <p:xfrm>
          <a:off x="407988" y="1809750"/>
          <a:ext cx="5505450" cy="4036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17944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ap marker">
            <a:extLst>
              <a:ext uri="{FF2B5EF4-FFF2-40B4-BE49-F238E27FC236}">
                <a16:creationId xmlns:a16="http://schemas.microsoft.com/office/drawing/2014/main" id="{5F0126B6-5112-44F0-9F6C-7710BED2FE8A}"/>
              </a:ext>
            </a:extLst>
          </p:cNvPr>
          <p:cNvCxnSpPr>
            <a:cxnSpLocks/>
          </p:cNvCxnSpPr>
          <p:nvPr/>
        </p:nvCxnSpPr>
        <p:spPr>
          <a:xfrm>
            <a:off x="5383507" y="2913190"/>
            <a:ext cx="0" cy="1280438"/>
          </a:xfrm>
          <a:prstGeom prst="line">
            <a:avLst/>
          </a:prstGeom>
          <a:ln w="12700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ap marker">
            <a:extLst>
              <a:ext uri="{FF2B5EF4-FFF2-40B4-BE49-F238E27FC236}">
                <a16:creationId xmlns:a16="http://schemas.microsoft.com/office/drawing/2014/main" id="{9BE0C3FF-6DE7-DC2E-11A2-6907C937A989}"/>
              </a:ext>
            </a:extLst>
          </p:cNvPr>
          <p:cNvCxnSpPr>
            <a:cxnSpLocks/>
          </p:cNvCxnSpPr>
          <p:nvPr/>
        </p:nvCxnSpPr>
        <p:spPr>
          <a:xfrm>
            <a:off x="1192037" y="2909286"/>
            <a:ext cx="0" cy="1851900"/>
          </a:xfrm>
          <a:prstGeom prst="line">
            <a:avLst/>
          </a:prstGeom>
          <a:ln w="12700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3E33AB7-43AC-F378-27FF-670826939C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The budget gap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closing</a:t>
            </a:r>
            <a:r>
              <a:rPr lang="pt-BR"/>
              <a:t> </a:t>
            </a:r>
            <a:r>
              <a:rPr lang="pt-BR" err="1"/>
              <a:t>from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revenue</a:t>
            </a:r>
            <a:r>
              <a:rPr lang="pt-BR"/>
              <a:t> </a:t>
            </a:r>
            <a:r>
              <a:rPr lang="pt-BR" err="1"/>
              <a:t>side</a:t>
            </a:r>
            <a:endParaRPr lang="en-US"/>
          </a:p>
        </p:txBody>
      </p:sp>
      <p:graphicFrame>
        <p:nvGraphicFramePr>
          <p:cNvPr id="14" name="Chart 10">
            <a:extLst>
              <a:ext uri="{FF2B5EF4-FFF2-40B4-BE49-F238E27FC236}">
                <a16:creationId xmlns:a16="http://schemas.microsoft.com/office/drawing/2014/main" id="{C280764B-E31A-D813-4C4C-2D2615C1E88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856165785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5">
            <a:extLst>
              <a:ext uri="{FF2B5EF4-FFF2-40B4-BE49-F238E27FC236}">
                <a16:creationId xmlns:a16="http://schemas.microsoft.com/office/drawing/2014/main" id="{220CC0B2-BF2A-CC9C-C666-0D9572806FA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17819977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EB69F7-BDCD-4126-EA5E-3AD5DD6018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Tax revenues catch up with budgeted spending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2449AC4-BE05-B9C8-B2C3-C761BBF544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Corporate and consumption taxes drive revenue gains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697298F-3032-5153-D392-CFF7A166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General Account (% of GDP): tax revenue vs budgeted outlays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B81DAFA-17F1-33EE-4C7A-4D0A508BFC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Change FY2018 to FY2025 by item (</a:t>
            </a:r>
            <a:r>
              <a:rPr lang="en-US" err="1"/>
              <a:t>p.p</a:t>
            </a:r>
            <a:r>
              <a:rPr lang="en-US"/>
              <a:t> of GDP)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2E8235D-9ABE-793E-8861-27B9980D47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BoJ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88B317CE-C941-939B-81CC-487D9D05A7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Tax revenue gained 1.9pp of GDP since FY2018 while budgeted outlays stayed flat</a:t>
            </a:r>
          </a:p>
        </p:txBody>
      </p:sp>
      <p:sp>
        <p:nvSpPr>
          <p:cNvPr id="16" name="Gap label">
            <a:extLst>
              <a:ext uri="{FF2B5EF4-FFF2-40B4-BE49-F238E27FC236}">
                <a16:creationId xmlns:a16="http://schemas.microsoft.com/office/drawing/2014/main" id="{F813E76C-B4A8-6D44-7332-7FD68563F5F7}"/>
              </a:ext>
            </a:extLst>
          </p:cNvPr>
          <p:cNvSpPr txBox="1"/>
          <p:nvPr/>
        </p:nvSpPr>
        <p:spPr>
          <a:xfrm>
            <a:off x="1246902" y="3429000"/>
            <a:ext cx="914400" cy="153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Montserrat" panose="00000500000000000000"/>
              </a:rPr>
              <a:t>gap 6.5 p.p.</a:t>
            </a:r>
          </a:p>
        </p:txBody>
      </p:sp>
      <p:sp>
        <p:nvSpPr>
          <p:cNvPr id="18" name="Gap label">
            <a:extLst>
              <a:ext uri="{FF2B5EF4-FFF2-40B4-BE49-F238E27FC236}">
                <a16:creationId xmlns:a16="http://schemas.microsoft.com/office/drawing/2014/main" id="{EFF1AC44-BE83-8122-0FFB-2308FFB1B4CF}"/>
              </a:ext>
            </a:extLst>
          </p:cNvPr>
          <p:cNvSpPr txBox="1"/>
          <p:nvPr/>
        </p:nvSpPr>
        <p:spPr>
          <a:xfrm>
            <a:off x="4382713" y="3352056"/>
            <a:ext cx="914400" cy="153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lang="pt-BR" sz="1000" b="1">
                <a:solidFill>
                  <a:srgbClr val="595959"/>
                </a:solidFill>
                <a:latin typeface="Montserrat" pitchFamily="2" charset="0"/>
              </a:rPr>
              <a:t>gap 4.6 p.p.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6684D65E-9338-A856-F8CF-ABBD8FEA499D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9F9DE335-2C4B-D72D-388E-E98A055FF861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Inflation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2AE50F8-B744-D189-2BF1-8BAC424B6210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Fiscal scenario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D4C17EB6-7B03-F981-5436-6D452F131E78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1FF1649-65EE-338C-9C1B-C8BB0381AEBF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A7597EC-B1BE-FC65-DE69-5E8CA273D56A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665315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A55A2E8-7FA3-F459-8390-74AA0678C6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The BoJ is scaling back QE after a decade of buying</a:t>
            </a:r>
          </a:p>
        </p:txBody>
      </p:sp>
      <p:graphicFrame>
        <p:nvGraphicFramePr>
          <p:cNvPr id="11" name="Espaço Reservado para Conteúdo 15">
            <a:extLst>
              <a:ext uri="{FF2B5EF4-FFF2-40B4-BE49-F238E27FC236}">
                <a16:creationId xmlns:a16="http://schemas.microsoft.com/office/drawing/2014/main" id="{DE348AFF-75DB-A1E4-FB93-6595FBC4D6A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732683987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Espaço Reservado para Conteúdo 12">
            <a:extLst>
              <a:ext uri="{FF2B5EF4-FFF2-40B4-BE49-F238E27FC236}">
                <a16:creationId xmlns:a16="http://schemas.microsoft.com/office/drawing/2014/main" id="{0039041C-520D-7DDC-7BEA-EB021342841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45564322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3754B1-97ED-14B9-0C59-C9C35A0641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1A1A1A"/>
                </a:solidFill>
              </a:rPr>
              <a:t>The BoJ no longer owns half of the JGB market...</a:t>
            </a:r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A9E2218-8CF7-D8B2-8ECC-B23C6E1A5B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>
                <a:solidFill>
                  <a:srgbClr val="1A1A1A"/>
                </a:solidFill>
              </a:rPr>
              <a:t>...and banks and public pensions are filling the gap</a:t>
            </a:r>
            <a:endParaRPr lang="en-US"/>
          </a:p>
          <a:p>
            <a:endParaRPr lang="en-US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078B83C-6D18-34BB-3679-ABE9C1AC98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BoJ share of outstanding JGBs (%) </a:t>
            </a:r>
            <a:endParaRPr lang="en-US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3B49EE5-A666-E17F-F2B8-3E7767D1A2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Change in share of outstanding JGBs by holder, Dec 2023 to Jun 2026 (p.p.)</a:t>
            </a:r>
            <a:endParaRPr lang="en-US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1FC09C42-CB71-94F7-56E7-FDBF77117A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Cabinet</a:t>
            </a:r>
            <a:r>
              <a:rPr lang="pt-BR"/>
              <a:t> Office</a:t>
            </a:r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5278090-38D5-F12D-8374-6A4E2F8CCBB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>
              <a:solidFill>
                <a:srgbClr val="1A1A1A"/>
              </a:solidFill>
            </a:endParaRPr>
          </a:p>
          <a:p>
            <a:endParaRPr lang="en-US">
              <a:solidFill>
                <a:srgbClr val="1A1A1A"/>
              </a:solidFill>
            </a:endParaRPr>
          </a:p>
          <a:p>
            <a:r>
              <a:rPr lang="en-US">
                <a:solidFill>
                  <a:srgbClr val="1A1A1A"/>
                </a:solidFill>
              </a:rPr>
              <a:t>BoJ share of JGBs are reducing, banks and public pensions absorb the supply</a:t>
            </a:r>
            <a:endParaRPr lang="en-US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76C65ED0-6978-D115-B097-321BA3C62005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8E58BCFB-715F-421D-1529-4DE13D262E8D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Inflation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C45B1432-418D-FE5F-C154-24B2020B3EEC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Fiscal scenario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F05F0A0A-0EBC-48C1-F43F-B85A476542A6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EB09F9B0-4F11-175D-2114-840CE0494ECF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9C60C2E2-0C81-493D-4301-D7F5FFA972B1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4097873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8FB02B0-A4CF-1BF2-1F25-CDC4B79188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Interest</a:t>
            </a:r>
            <a:r>
              <a:rPr lang="pt-BR"/>
              <a:t> </a:t>
            </a:r>
            <a:r>
              <a:rPr lang="pt-BR" err="1"/>
              <a:t>bill</a:t>
            </a:r>
            <a:r>
              <a:rPr lang="pt-BR"/>
              <a:t>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starting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grow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could</a:t>
            </a:r>
            <a:r>
              <a:rPr lang="pt-BR"/>
              <a:t> cause </a:t>
            </a:r>
            <a:r>
              <a:rPr lang="pt-BR" err="1"/>
              <a:t>problems</a:t>
            </a:r>
            <a:r>
              <a:rPr lang="pt-BR"/>
              <a:t>    </a:t>
            </a:r>
            <a:endParaRPr lang="en-US"/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D32DDCA7-D7AF-A07F-4A97-9E054286497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195413730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58FE31D6-4203-87C7-CA43-66757DA0CC5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21869932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6488E4A-7209-EF44-4911-1B5080BDBC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Budgeted interest payments reach ¥13.0tn in FY2026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A95C494-A36B-CD2A-F62F-C815DD1E19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Interest explains over a third of this year's spending increase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1FACC23A-7CA6-3F17-47EA-FC0CF508B7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Interest payments, General Account initial budget (¥ trillion)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63BCD03-0164-85BF-CC0D-C061821777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Change in General Account expenditure by item, FY2026 vs FY2025 initial budget (¥ trillion)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6D53C34E-0E6E-252B-CE4B-3C6F52E6B94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u="sng" err="1"/>
              <a:t>Source</a:t>
            </a:r>
            <a:r>
              <a:rPr lang="pt-BR" u="sng"/>
              <a:t>: </a:t>
            </a:r>
            <a:r>
              <a:rPr lang="pt-BR" u="sng" err="1"/>
              <a:t>BoJ</a:t>
            </a:r>
            <a:endParaRPr lang="en-US" u="sng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221EE769-EAAB-A5A2-7AA1-D8A029F839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74853"/>
            <a:ext cx="9372617" cy="458036"/>
          </a:xfrm>
        </p:spPr>
        <p:txBody>
          <a:bodyPr/>
          <a:lstStyle/>
          <a:p>
            <a:r>
              <a:rPr lang="en-US"/>
              <a:t>Budgeted interest payments up 53% in three years, and are the largest single driver of spending growth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866860A-A5E6-C152-DDB9-47815A4CA370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B2B0E838-9857-B606-3417-72728B2DCCCE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Inflation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F687139-4E36-AABE-459F-476986BF4BC5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Fiscal scenario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E24739C3-593A-966D-A40E-AAA4E00426C7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7686F77E-ECC2-5A6D-84BC-B613C88141DA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990EAC9A-50AD-B1B3-14BB-F47F2B0F25D1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336857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B3A29-24F7-2716-0E87-060F38A6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FCDE36-FF5A-EAC7-25FA-12A4ED9A83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SECTION V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D73FD-3961-1C12-9C3C-898AFE23D0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External</a:t>
            </a:r>
            <a:r>
              <a:rPr lang="pt-BR"/>
              <a:t> Sector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34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65789-68D6-FDD2-6269-C875BAF3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">
            <a:extLst>
              <a:ext uri="{FF2B5EF4-FFF2-40B4-BE49-F238E27FC236}">
                <a16:creationId xmlns:a16="http://schemas.microsoft.com/office/drawing/2014/main" id="{710C5682-60A4-BE8A-8A0B-A02392D77B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long period of trade surplus</a:t>
            </a:r>
            <a:endParaRPr lang="pt-BR"/>
          </a:p>
        </p:txBody>
      </p:sp>
      <p:graphicFrame>
        <p:nvGraphicFramePr>
          <p:cNvPr id="15" name="Espaço Reservado para Conteúdo 13">
            <a:extLst>
              <a:ext uri="{FF2B5EF4-FFF2-40B4-BE49-F238E27FC236}">
                <a16:creationId xmlns:a16="http://schemas.microsoft.com/office/drawing/2014/main" id="{9ABECDBD-FA59-70B2-5F4D-B97065981708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407987" y="1714967"/>
          <a:ext cx="5506386" cy="4639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76C679C4-370B-DB00-1017-D1DF997F13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/>
          <a:lstStyle/>
          <a:p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faced</a:t>
            </a:r>
            <a:r>
              <a:rPr lang="pt-BR"/>
              <a:t> </a:t>
            </a:r>
            <a:r>
              <a:rPr lang="pt-BR" err="1"/>
              <a:t>two</a:t>
            </a:r>
            <a:r>
              <a:rPr lang="pt-BR"/>
              <a:t> </a:t>
            </a:r>
            <a:r>
              <a:rPr lang="pt-BR" err="1"/>
              <a:t>structural</a:t>
            </a:r>
            <a:r>
              <a:rPr lang="pt-BR"/>
              <a:t> breaks over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last</a:t>
            </a:r>
            <a:r>
              <a:rPr lang="pt-BR"/>
              <a:t> 36 </a:t>
            </a:r>
            <a:r>
              <a:rPr lang="pt-BR" err="1"/>
              <a:t>years</a:t>
            </a:r>
            <a:endParaRPr lang="pt-BR"/>
          </a:p>
          <a:p>
            <a:endParaRPr lang="pt-BR"/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EAA14250-729E-1D69-1665-50828AAC3B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/>
          <a:lstStyle/>
          <a:p>
            <a:r>
              <a:rPr lang="pt-BR" dirty="0"/>
              <a:t>Total </a:t>
            </a:r>
            <a:r>
              <a:rPr lang="pt-BR" dirty="0" err="1"/>
              <a:t>exports</a:t>
            </a:r>
            <a:r>
              <a:rPr lang="pt-BR" dirty="0"/>
              <a:t> vs. total </a:t>
            </a:r>
            <a:r>
              <a:rPr lang="pt-BR" dirty="0" err="1"/>
              <a:t>imports</a:t>
            </a:r>
            <a:r>
              <a:rPr lang="pt-BR" dirty="0"/>
              <a:t> (M/M, USD </a:t>
            </a:r>
            <a:r>
              <a:rPr lang="pt-BR" dirty="0" err="1"/>
              <a:t>bn</a:t>
            </a:r>
            <a:r>
              <a:rPr lang="pt-BR" dirty="0"/>
              <a:t>)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A7A3103F-734B-1913-10B4-1B27DB77BD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4" name="Espaço Reservado para Texto 9">
            <a:extLst>
              <a:ext uri="{FF2B5EF4-FFF2-40B4-BE49-F238E27FC236}">
                <a16:creationId xmlns:a16="http://schemas.microsoft.com/office/drawing/2014/main" id="{7B2C5C0E-2B9A-E170-262C-FFC84FC2EC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Japan has had a significant trade surplus since 1980</a:t>
            </a:r>
            <a:endParaRPr lang="pt-BR"/>
          </a:p>
        </p:txBody>
      </p:sp>
      <p:cxnSp>
        <p:nvCxnSpPr>
          <p:cNvPr id="16" name="Conector reto 3">
            <a:extLst>
              <a:ext uri="{FF2B5EF4-FFF2-40B4-BE49-F238E27FC236}">
                <a16:creationId xmlns:a16="http://schemas.microsoft.com/office/drawing/2014/main" id="{92E6FFA4-7B3F-BE54-E866-FA8F6AD9BA5C}"/>
              </a:ext>
            </a:extLst>
          </p:cNvPr>
          <p:cNvCxnSpPr>
            <a:cxnSpLocks/>
          </p:cNvCxnSpPr>
          <p:nvPr/>
        </p:nvCxnSpPr>
        <p:spPr>
          <a:xfrm flipV="1">
            <a:off x="938974" y="3847402"/>
            <a:ext cx="206478" cy="855406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tângulo: Cantos Arredondados 10">
            <a:extLst>
              <a:ext uri="{FF2B5EF4-FFF2-40B4-BE49-F238E27FC236}">
                <a16:creationId xmlns:a16="http://schemas.microsoft.com/office/drawing/2014/main" id="{BF4979D0-EC16-4DEF-1AF7-E8AEC6FBA9AD}"/>
              </a:ext>
            </a:extLst>
          </p:cNvPr>
          <p:cNvSpPr/>
          <p:nvPr/>
        </p:nvSpPr>
        <p:spPr>
          <a:xfrm>
            <a:off x="960948" y="3186044"/>
            <a:ext cx="1120883" cy="6145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latin typeface="Montserrat" panose="00000500000000000000" pitchFamily="2" charset="0"/>
              </a:rPr>
              <a:t>1990</a:t>
            </a:r>
          </a:p>
          <a:p>
            <a:pPr algn="ctr"/>
            <a:r>
              <a:rPr lang="pt-BR" sz="800" dirty="0">
                <a:latin typeface="Montserrat" panose="00000500000000000000" pitchFamily="2" charset="0"/>
              </a:rPr>
              <a:t>Start </a:t>
            </a:r>
            <a:r>
              <a:rPr lang="pt-BR" sz="800" dirty="0" err="1">
                <a:latin typeface="Montserrat" panose="00000500000000000000" pitchFamily="2" charset="0"/>
              </a:rPr>
              <a:t>of</a:t>
            </a:r>
            <a:r>
              <a:rPr lang="pt-BR" sz="800" dirty="0">
                <a:latin typeface="Montserrat" panose="00000500000000000000" pitchFamily="2" charset="0"/>
              </a:rPr>
              <a:t> </a:t>
            </a:r>
            <a:r>
              <a:rPr lang="pt-BR" sz="800" dirty="0" err="1">
                <a:latin typeface="Montserrat" panose="00000500000000000000" pitchFamily="2" charset="0"/>
              </a:rPr>
              <a:t>Offshoring</a:t>
            </a:r>
            <a:endParaRPr lang="pt-BR" sz="800" dirty="0">
              <a:latin typeface="Montserrat" panose="00000500000000000000" pitchFamily="2" charset="0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985F483-AE7F-3AFB-0ADF-ADF335ECD14D}"/>
              </a:ext>
            </a:extLst>
          </p:cNvPr>
          <p:cNvSpPr/>
          <p:nvPr/>
        </p:nvSpPr>
        <p:spPr>
          <a:xfrm>
            <a:off x="3658068" y="4239723"/>
            <a:ext cx="1120883" cy="6145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latin typeface="Montserrat" panose="00000500000000000000" pitchFamily="2" charset="0"/>
              </a:rPr>
              <a:t>2011</a:t>
            </a:r>
          </a:p>
          <a:p>
            <a:pPr algn="ctr"/>
            <a:r>
              <a:rPr lang="pt-BR" sz="800" dirty="0">
                <a:latin typeface="Montserrat" panose="00000500000000000000" pitchFamily="2" charset="0"/>
              </a:rPr>
              <a:t>Fukushima Crisis</a:t>
            </a:r>
          </a:p>
        </p:txBody>
      </p:sp>
      <p:cxnSp>
        <p:nvCxnSpPr>
          <p:cNvPr id="19" name="Conector reto 19">
            <a:extLst>
              <a:ext uri="{FF2B5EF4-FFF2-40B4-BE49-F238E27FC236}">
                <a16:creationId xmlns:a16="http://schemas.microsoft.com/office/drawing/2014/main" id="{5A3E5602-42DF-F358-C44B-65604EFE4E21}"/>
              </a:ext>
            </a:extLst>
          </p:cNvPr>
          <p:cNvCxnSpPr/>
          <p:nvPr/>
        </p:nvCxnSpPr>
        <p:spPr>
          <a:xfrm>
            <a:off x="3755923" y="416396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Gráfico 31">
            <a:extLst>
              <a:ext uri="{FF2B5EF4-FFF2-40B4-BE49-F238E27FC236}">
                <a16:creationId xmlns:a16="http://schemas.microsoft.com/office/drawing/2014/main" id="{4EE03F13-2394-A5E8-B637-067F63C8D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3352848"/>
              </p:ext>
            </p:extLst>
          </p:nvPr>
        </p:nvGraphicFramePr>
        <p:xfrm>
          <a:off x="6277624" y="1714967"/>
          <a:ext cx="5506384" cy="3669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Retângulo: Cantos Arredondados 32">
            <a:extLst>
              <a:ext uri="{FF2B5EF4-FFF2-40B4-BE49-F238E27FC236}">
                <a16:creationId xmlns:a16="http://schemas.microsoft.com/office/drawing/2014/main" id="{F2E853F3-0398-8BCE-9BCE-978E009C263E}"/>
              </a:ext>
            </a:extLst>
          </p:cNvPr>
          <p:cNvSpPr/>
          <p:nvPr/>
        </p:nvSpPr>
        <p:spPr>
          <a:xfrm>
            <a:off x="6383457" y="5382960"/>
            <a:ext cx="5294718" cy="56513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33">
            <a:extLst>
              <a:ext uri="{FF2B5EF4-FFF2-40B4-BE49-F238E27FC236}">
                <a16:creationId xmlns:a16="http://schemas.microsoft.com/office/drawing/2014/main" id="{D5114E88-C870-75FA-E2A4-06E3FB1E818B}"/>
              </a:ext>
            </a:extLst>
          </p:cNvPr>
          <p:cNvSpPr txBox="1"/>
          <p:nvPr/>
        </p:nvSpPr>
        <p:spPr>
          <a:xfrm>
            <a:off x="6579405" y="5399913"/>
            <a:ext cx="22121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~60% 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of External Assets in US Dollars</a:t>
            </a:r>
          </a:p>
        </p:txBody>
      </p:sp>
      <p:cxnSp>
        <p:nvCxnSpPr>
          <p:cNvPr id="23" name="Conector reto 37">
            <a:extLst>
              <a:ext uri="{FF2B5EF4-FFF2-40B4-BE49-F238E27FC236}">
                <a16:creationId xmlns:a16="http://schemas.microsoft.com/office/drawing/2014/main" id="{5FF0515E-1093-DBA2-AC15-9032F42BF011}"/>
              </a:ext>
            </a:extLst>
          </p:cNvPr>
          <p:cNvCxnSpPr>
            <a:cxnSpLocks/>
          </p:cNvCxnSpPr>
          <p:nvPr/>
        </p:nvCxnSpPr>
        <p:spPr>
          <a:xfrm>
            <a:off x="9030816" y="5454007"/>
            <a:ext cx="0" cy="36664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">
            <a:extLst>
              <a:ext uri="{FF2B5EF4-FFF2-40B4-BE49-F238E27FC236}">
                <a16:creationId xmlns:a16="http://schemas.microsoft.com/office/drawing/2014/main" id="{EDF3FF35-AB54-5A1D-9976-843C2B4361A4}"/>
              </a:ext>
            </a:extLst>
          </p:cNvPr>
          <p:cNvSpPr txBox="1"/>
          <p:nvPr/>
        </p:nvSpPr>
        <p:spPr>
          <a:xfrm>
            <a:off x="9356346" y="5413990"/>
            <a:ext cx="2061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1.18T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in American Bonds</a:t>
            </a:r>
            <a:endParaRPr lang="pt-BR" sz="900" b="1">
              <a:latin typeface="Montserrat" panose="00000500000000000000" pitchFamily="2" charset="0"/>
            </a:endParaRPr>
          </a:p>
        </p:txBody>
      </p:sp>
      <p:sp>
        <p:nvSpPr>
          <p:cNvPr id="25" name="Retângulo: Cantos Arredondados 32">
            <a:extLst>
              <a:ext uri="{FF2B5EF4-FFF2-40B4-BE49-F238E27FC236}">
                <a16:creationId xmlns:a16="http://schemas.microsoft.com/office/drawing/2014/main" id="{6E26EE6B-ABB5-D7AA-66B8-9C635DFCCEC9}"/>
              </a:ext>
            </a:extLst>
          </p:cNvPr>
          <p:cNvSpPr/>
          <p:nvPr/>
        </p:nvSpPr>
        <p:spPr>
          <a:xfrm>
            <a:off x="6383457" y="6017770"/>
            <a:ext cx="5294718" cy="33699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  <a:latin typeface="Montserrat" pitchFamily="2" charset="0"/>
              </a:rPr>
              <a:t>The United States is Japan’s </a:t>
            </a:r>
            <a:r>
              <a:rPr lang="pt-BR" sz="1200" b="1">
                <a:solidFill>
                  <a:schemeClr val="tx2"/>
                </a:solidFill>
                <a:latin typeface="Montserrat" pitchFamily="2" charset="0"/>
              </a:rPr>
              <a:t>greatest credor</a:t>
            </a:r>
          </a:p>
        </p:txBody>
      </p:sp>
      <p:sp>
        <p:nvSpPr>
          <p:cNvPr id="28" name="Espaço Reservado para Texto 5">
            <a:extLst>
              <a:ext uri="{FF2B5EF4-FFF2-40B4-BE49-F238E27FC236}">
                <a16:creationId xmlns:a16="http://schemas.microsoft.com/office/drawing/2014/main" id="{3BA59E3D-36A4-DC4B-CEF7-89C0B7A32735}"/>
              </a:ext>
            </a:extLst>
          </p:cNvPr>
          <p:cNvSpPr txBox="1">
            <a:spLocks/>
          </p:cNvSpPr>
          <p:nvPr/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Montserrat" pitchFamily="2" charset="0"/>
              </a:rPr>
              <a:t>Japan manages to be a creditor to the world</a:t>
            </a:r>
            <a:endParaRPr lang="pt-BR" sz="1200">
              <a:latin typeface="Montserrat" pitchFamily="2" charset="0"/>
            </a:endParaRPr>
          </a:p>
        </p:txBody>
      </p:sp>
      <p:sp>
        <p:nvSpPr>
          <p:cNvPr id="29" name="Espaço Reservado para Texto 7">
            <a:extLst>
              <a:ext uri="{FF2B5EF4-FFF2-40B4-BE49-F238E27FC236}">
                <a16:creationId xmlns:a16="http://schemas.microsoft.com/office/drawing/2014/main" id="{35A61BCE-0D4A-9F1F-E780-FB3507C99DAD}"/>
              </a:ext>
            </a:extLst>
          </p:cNvPr>
          <p:cNvSpPr txBox="1">
            <a:spLocks/>
          </p:cNvSpPr>
          <p:nvPr/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NIIP </a:t>
            </a: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breakdown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 (USD </a:t>
            </a: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bn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)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02CBE500-F120-E67D-B1A3-301192F5B047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0D0A51F8-191A-4BA7-68E6-F32225BEAEDC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0753D72B-8504-D75C-0BCE-A90C35155FCC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70B318FF-45FE-E04B-600A-D5DACCF0C77B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8767AB1C-877A-B2E0-06B7-998F027B13F9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34C0A1B0-9C4B-28C7-4D90-2EC4F7DF66B2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461923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FE12-9C66-32F7-0A3A-5DC6D68B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Texto 1">
            <a:extLst>
              <a:ext uri="{FF2B5EF4-FFF2-40B4-BE49-F238E27FC236}">
                <a16:creationId xmlns:a16="http://schemas.microsoft.com/office/drawing/2014/main" id="{A67F53DE-CA59-1F10-4AFA-6E17245DCC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Always in surplus on current account</a:t>
            </a:r>
            <a:endParaRPr lang="pt-BR"/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9F68F697-9FB7-C6C0-A172-E0E5EF58EF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 consistently positive checking account balance</a:t>
            </a:r>
            <a:endParaRPr lang="pt-BR" dirty="0"/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D34272A4-8187-6624-03D9-84DF61E5A0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Japan current acount breakdown (QoQ, JPY tn)</a:t>
            </a:r>
          </a:p>
        </p:txBody>
      </p:sp>
      <p:sp>
        <p:nvSpPr>
          <p:cNvPr id="21" name="Espaço Reservado para Texto 8">
            <a:extLst>
              <a:ext uri="{FF2B5EF4-FFF2-40B4-BE49-F238E27FC236}">
                <a16:creationId xmlns:a16="http://schemas.microsoft.com/office/drawing/2014/main" id="{DE25CF92-1D7F-4DA4-69E1-F75AFD4570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22" name="Espaço Reservado para Texto 9">
            <a:extLst>
              <a:ext uri="{FF2B5EF4-FFF2-40B4-BE49-F238E27FC236}">
                <a16:creationId xmlns:a16="http://schemas.microsoft.com/office/drawing/2014/main" id="{744C1761-CBE6-6556-9DE4-B0AFF8C9CFE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Primary income sustains this surplus since 2010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1E4F0AAC-A57B-B632-887C-2D20F8B1B58F}"/>
              </a:ext>
            </a:extLst>
          </p:cNvPr>
          <p:cNvSpPr txBox="1">
            <a:spLocks/>
          </p:cNvSpPr>
          <p:nvPr/>
        </p:nvSpPr>
        <p:spPr>
          <a:xfrm>
            <a:off x="6162679" y="1232367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Montserrat" pitchFamily="2" charset="0"/>
              </a:rPr>
              <a:t>Undergoes a process of internationalization of the financial system</a:t>
            </a:r>
            <a:endParaRPr lang="pt-BR" sz="1200" dirty="0">
              <a:latin typeface="Montserrat" pitchFamily="2" charset="0"/>
            </a:endParaRPr>
          </a:p>
        </p:txBody>
      </p:sp>
      <p:graphicFrame>
        <p:nvGraphicFramePr>
          <p:cNvPr id="23" name="Espaço Reservado para Conteúdo 19">
            <a:extLst>
              <a:ext uri="{FF2B5EF4-FFF2-40B4-BE49-F238E27FC236}">
                <a16:creationId xmlns:a16="http://schemas.microsoft.com/office/drawing/2014/main" id="{6282289F-9C37-DD2A-5CA5-88E65668A123}"/>
              </a:ext>
            </a:extLst>
          </p:cNvPr>
          <p:cNvGraphicFramePr>
            <a:graphicFrameLocks/>
          </p:cNvGraphicFramePr>
          <p:nvPr/>
        </p:nvGraphicFramePr>
        <p:xfrm>
          <a:off x="493712" y="1821889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A07B14BF-4C25-A531-29F4-5BA0DA733CF3}"/>
              </a:ext>
            </a:extLst>
          </p:cNvPr>
          <p:cNvSpPr txBox="1">
            <a:spLocks/>
          </p:cNvSpPr>
          <p:nvPr/>
        </p:nvSpPr>
        <p:spPr>
          <a:xfrm>
            <a:off x="6205540" y="1457968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External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 </a:t>
            </a: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debt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 as % </a:t>
            </a: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of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 </a:t>
            </a: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the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 PIB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EF58B567-18C2-3A0D-FAA6-A5A5DC0A558D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BE84809B-9667-B69D-EA38-8427EE71ACBB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497FEE4A-E0B9-42C8-3EEB-941CED1A6F59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8815EDDA-E858-71BC-09EC-70EA6999105A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8FA82C63-B9DD-919D-910A-7E1D16A7BA82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DB585D69-6B3C-3213-5D04-6952BD8B4615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107A1461-A1F2-E18F-16C6-20D151271B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770570"/>
              </p:ext>
            </p:extLst>
          </p:nvPr>
        </p:nvGraphicFramePr>
        <p:xfrm>
          <a:off x="6234763" y="1699268"/>
          <a:ext cx="5463167" cy="2243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4EBC974-701D-D442-E774-0F6F10744C82}"/>
              </a:ext>
            </a:extLst>
          </p:cNvPr>
          <p:cNvSpPr/>
          <p:nvPr/>
        </p:nvSpPr>
        <p:spPr>
          <a:xfrm>
            <a:off x="6403413" y="4237270"/>
            <a:ext cx="5261282" cy="204885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C891C25-2101-8ACC-24E4-DAE1CB65C568}"/>
              </a:ext>
            </a:extLst>
          </p:cNvPr>
          <p:cNvSpPr txBox="1"/>
          <p:nvPr/>
        </p:nvSpPr>
        <p:spPr>
          <a:xfrm>
            <a:off x="6462006" y="4512399"/>
            <a:ext cx="1798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Montserrat" panose="00000500000000000000" pitchFamily="2" charset="0"/>
              </a:rPr>
              <a:t>Internationalization of the financial system</a:t>
            </a:r>
            <a:endParaRPr lang="pt-BR" sz="1200" b="1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21B13BF-383F-E0CE-2806-3AC9324C2833}"/>
              </a:ext>
            </a:extLst>
          </p:cNvPr>
          <p:cNvSpPr txBox="1"/>
          <p:nvPr/>
        </p:nvSpPr>
        <p:spPr>
          <a:xfrm>
            <a:off x="5161214" y="3254477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200" b="1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riângulo isósceles 32">
            <a:extLst>
              <a:ext uri="{FF2B5EF4-FFF2-40B4-BE49-F238E27FC236}">
                <a16:creationId xmlns:a16="http://schemas.microsoft.com/office/drawing/2014/main" id="{5BE64649-3071-E4F7-671D-B25649B2143F}"/>
              </a:ext>
            </a:extLst>
          </p:cNvPr>
          <p:cNvSpPr/>
          <p:nvPr/>
        </p:nvSpPr>
        <p:spPr>
          <a:xfrm rot="10800000">
            <a:off x="8349205" y="5203749"/>
            <a:ext cx="1458586" cy="44749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9C625A3-17F3-BBD6-9458-FEBF342BDF1B}"/>
              </a:ext>
            </a:extLst>
          </p:cNvPr>
          <p:cNvSpPr txBox="1"/>
          <p:nvPr/>
        </p:nvSpPr>
        <p:spPr>
          <a:xfrm>
            <a:off x="8179343" y="4604731"/>
            <a:ext cx="1798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Montserrat" panose="00000500000000000000" pitchFamily="2" charset="0"/>
              </a:rPr>
              <a:t>Currency devaluation</a:t>
            </a:r>
            <a:endParaRPr lang="pt-BR" sz="1200" b="1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17C2115-D159-7EDB-6215-D5E83BD4A0C1}"/>
              </a:ext>
            </a:extLst>
          </p:cNvPr>
          <p:cNvSpPr txBox="1"/>
          <p:nvPr/>
        </p:nvSpPr>
        <p:spPr>
          <a:xfrm>
            <a:off x="9915598" y="4604731"/>
            <a:ext cx="1798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Montserrat" panose="00000500000000000000" pitchFamily="2" charset="0"/>
              </a:rPr>
              <a:t>Economic stabilization</a:t>
            </a:r>
            <a:endParaRPr lang="pt-BR" sz="1200" b="1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42" name="Seta: para Baixo 41">
            <a:extLst>
              <a:ext uri="{FF2B5EF4-FFF2-40B4-BE49-F238E27FC236}">
                <a16:creationId xmlns:a16="http://schemas.microsoft.com/office/drawing/2014/main" id="{BA6F0530-5434-1567-34D0-1284E1657054}"/>
              </a:ext>
            </a:extLst>
          </p:cNvPr>
          <p:cNvSpPr/>
          <p:nvPr/>
        </p:nvSpPr>
        <p:spPr>
          <a:xfrm rot="10800000">
            <a:off x="7973254" y="5700222"/>
            <a:ext cx="412178" cy="4474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0AF7631-D8CC-9D42-E30A-C4D95BFFB834}"/>
              </a:ext>
            </a:extLst>
          </p:cNvPr>
          <p:cNvSpPr txBox="1"/>
          <p:nvPr/>
        </p:nvSpPr>
        <p:spPr>
          <a:xfrm>
            <a:off x="8349205" y="5821931"/>
            <a:ext cx="1798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Montserrat" panose="00000500000000000000" pitchFamily="2" charset="0"/>
              </a:rPr>
              <a:t>External Debt/GDP</a:t>
            </a:r>
            <a:endParaRPr lang="pt-BR" sz="1200" b="1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009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FE3C0-DBF6-D725-2F48-CDAE2DBB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F56A03F-29E9-5220-A456-20A18938C9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trade balance narrowing over time</a:t>
            </a:r>
            <a:endParaRPr lang="pt-BR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15" name="Espaço Reservado para Conteúdo 14">
                <a:extLst>
                  <a:ext uri="{FF2B5EF4-FFF2-40B4-BE49-F238E27FC236}">
                    <a16:creationId xmlns:a16="http://schemas.microsoft.com/office/drawing/2014/main" id="{26188E74-09F9-A425-3473-DFBEDC36C8B1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</p:nvPr>
            </p:nvGraphicFramePr>
            <p:xfrm>
              <a:off x="-796413" y="300215"/>
              <a:ext cx="7009828" cy="774257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5" name="Espaço Reservado para Conteúdo 14">
                <a:extLst>
                  <a:ext uri="{FF2B5EF4-FFF2-40B4-BE49-F238E27FC236}">
                    <a16:creationId xmlns:a16="http://schemas.microsoft.com/office/drawing/2014/main" id="{26188E74-09F9-A425-3473-DFBEDC36C8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96413" y="300215"/>
                <a:ext cx="7009828" cy="7742572"/>
              </a:xfrm>
              <a:prstGeom prst="rect">
                <a:avLst/>
              </a:prstGeom>
            </p:spPr>
          </p:pic>
        </mc:Fallback>
      </mc:AlternateContent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9FAF0D-5BD2-7298-719F-F4C6DE2752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 large part of the deficit stems from China and Australia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BFDE098-B84C-64BB-A467-E837433CCD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An extremely volatile trade balance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E5CD89C-A7FE-D6D7-599E-D255A253B7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Commercial</a:t>
            </a:r>
            <a:r>
              <a:rPr lang="pt-BR"/>
              <a:t> balance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Japan</a:t>
            </a:r>
            <a:r>
              <a:rPr lang="pt-BR"/>
              <a:t> 6 </a:t>
            </a:r>
            <a:r>
              <a:rPr lang="pt-BR" err="1"/>
              <a:t>biggest</a:t>
            </a:r>
            <a:r>
              <a:rPr lang="pt-BR"/>
              <a:t> comercial </a:t>
            </a:r>
            <a:r>
              <a:rPr lang="pt-BR" err="1"/>
              <a:t>partners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Brazil</a:t>
            </a:r>
            <a:r>
              <a:rPr lang="pt-BR"/>
              <a:t> in USD Bi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725361C-26E4-2699-3BCA-B5A212F03A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2025 </a:t>
            </a:r>
            <a:r>
              <a:rPr lang="pt-BR" dirty="0" err="1"/>
              <a:t>Japan</a:t>
            </a:r>
            <a:r>
              <a:rPr lang="pt-BR" dirty="0"/>
              <a:t> </a:t>
            </a:r>
            <a:r>
              <a:rPr lang="pt-BR" dirty="0" err="1"/>
              <a:t>exports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imports</a:t>
            </a:r>
            <a:r>
              <a:rPr lang="pt-BR" dirty="0"/>
              <a:t> </a:t>
            </a:r>
            <a:r>
              <a:rPr lang="pt-BR" dirty="0" err="1"/>
              <a:t>breakdown</a:t>
            </a:r>
            <a:r>
              <a:rPr lang="pt-BR" dirty="0"/>
              <a:t> 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C4E3A062-B7BB-11AC-40D2-2F09C8084D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6B680A4-00F8-A0F3-D771-3B43884CB14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Since 1990, Japan's trade balance has been shrinking and becoming volatile</a:t>
            </a:r>
            <a:endParaRPr lang="pt-BR"/>
          </a:p>
        </p:txBody>
      </p:sp>
      <p:graphicFrame>
        <p:nvGraphicFramePr>
          <p:cNvPr id="50" name="Gráfico 49">
            <a:extLst>
              <a:ext uri="{FF2B5EF4-FFF2-40B4-BE49-F238E27FC236}">
                <a16:creationId xmlns:a16="http://schemas.microsoft.com/office/drawing/2014/main" id="{A7090C3A-FB4C-9059-C3F6-92BB9BB587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5911827"/>
              </p:ext>
            </p:extLst>
          </p:nvPr>
        </p:nvGraphicFramePr>
        <p:xfrm>
          <a:off x="6935070" y="947401"/>
          <a:ext cx="4785082" cy="245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1" name="CaixaDeTexto 50">
            <a:extLst>
              <a:ext uri="{FF2B5EF4-FFF2-40B4-BE49-F238E27FC236}">
                <a16:creationId xmlns:a16="http://schemas.microsoft.com/office/drawing/2014/main" id="{AC73A564-64FA-7748-0AD3-80EBFCF0A5EE}"/>
              </a:ext>
            </a:extLst>
          </p:cNvPr>
          <p:cNvSpPr txBox="1"/>
          <p:nvPr/>
        </p:nvSpPr>
        <p:spPr>
          <a:xfrm>
            <a:off x="6404538" y="2068170"/>
            <a:ext cx="6902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err="1">
                <a:latin typeface="Montserrat" pitchFamily="2" charset="0"/>
              </a:rPr>
              <a:t>Exports</a:t>
            </a:r>
            <a:endParaRPr lang="pt-BR" sz="900" dirty="0">
              <a:latin typeface="Montserrat" pitchFamily="2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6BF64C7-F387-4E81-9BC3-22D141973F53}"/>
              </a:ext>
            </a:extLst>
          </p:cNvPr>
          <p:cNvSpPr txBox="1"/>
          <p:nvPr/>
        </p:nvSpPr>
        <p:spPr>
          <a:xfrm>
            <a:off x="6398837" y="2533621"/>
            <a:ext cx="7740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err="1">
                <a:latin typeface="Montserrat" pitchFamily="2" charset="0"/>
              </a:rPr>
              <a:t>Imports</a:t>
            </a:r>
            <a:endParaRPr lang="pt-BR" sz="900" dirty="0">
              <a:latin typeface="Montserrat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5E04493-88C9-99F5-0A19-3CFDF755A2B5}"/>
              </a:ext>
            </a:extLst>
          </p:cNvPr>
          <p:cNvSpPr/>
          <p:nvPr/>
        </p:nvSpPr>
        <p:spPr>
          <a:xfrm>
            <a:off x="1150375" y="3276272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582C113-AFE1-B682-E466-00825BA114B7}"/>
              </a:ext>
            </a:extLst>
          </p:cNvPr>
          <p:cNvSpPr/>
          <p:nvPr/>
        </p:nvSpPr>
        <p:spPr>
          <a:xfrm>
            <a:off x="4981990" y="3625080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597C0AB-DE71-E7D4-1AE1-FAB156798B3B}"/>
              </a:ext>
            </a:extLst>
          </p:cNvPr>
          <p:cNvSpPr/>
          <p:nvPr/>
        </p:nvSpPr>
        <p:spPr>
          <a:xfrm>
            <a:off x="4547421" y="3744558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05C9716-1C30-2CA9-C9B3-310EF5DB5063}"/>
              </a:ext>
            </a:extLst>
          </p:cNvPr>
          <p:cNvSpPr/>
          <p:nvPr/>
        </p:nvSpPr>
        <p:spPr>
          <a:xfrm>
            <a:off x="4694904" y="3253659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F8B3125-E22C-CC31-069F-40C2AA0568F0}"/>
              </a:ext>
            </a:extLst>
          </p:cNvPr>
          <p:cNvSpPr/>
          <p:nvPr/>
        </p:nvSpPr>
        <p:spPr>
          <a:xfrm>
            <a:off x="1877962" y="4295684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9DE7C74-FE08-CBF5-733D-9197F0116DB9}"/>
              </a:ext>
            </a:extLst>
          </p:cNvPr>
          <p:cNvSpPr/>
          <p:nvPr/>
        </p:nvSpPr>
        <p:spPr>
          <a:xfrm>
            <a:off x="4981990" y="4613623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484DA87-8139-50E7-99A1-1FCDD135D58B}"/>
              </a:ext>
            </a:extLst>
          </p:cNvPr>
          <p:cNvSpPr/>
          <p:nvPr/>
        </p:nvSpPr>
        <p:spPr>
          <a:xfrm>
            <a:off x="4981990" y="3363721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70353CDB-D688-A04A-3841-261D150806C2}"/>
              </a:ext>
            </a:extLst>
          </p:cNvPr>
          <p:cNvCxnSpPr>
            <a:cxnSpLocks/>
          </p:cNvCxnSpPr>
          <p:nvPr/>
        </p:nvCxnSpPr>
        <p:spPr>
          <a:xfrm>
            <a:off x="1224116" y="3330023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41E9689-06D2-491C-12B0-F97BA565C031}"/>
              </a:ext>
            </a:extLst>
          </p:cNvPr>
          <p:cNvCxnSpPr>
            <a:cxnSpLocks/>
          </p:cNvCxnSpPr>
          <p:nvPr/>
        </p:nvCxnSpPr>
        <p:spPr>
          <a:xfrm>
            <a:off x="5043660" y="3713311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B7B7796D-4B1E-E815-803E-9577450EC913}"/>
              </a:ext>
            </a:extLst>
          </p:cNvPr>
          <p:cNvCxnSpPr>
            <a:cxnSpLocks/>
          </p:cNvCxnSpPr>
          <p:nvPr/>
        </p:nvCxnSpPr>
        <p:spPr>
          <a:xfrm flipV="1">
            <a:off x="4773562" y="3232920"/>
            <a:ext cx="642997" cy="793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7E3275C-DD54-7807-80A8-4A217A00D336}"/>
              </a:ext>
            </a:extLst>
          </p:cNvPr>
          <p:cNvCxnSpPr>
            <a:cxnSpLocks/>
          </p:cNvCxnSpPr>
          <p:nvPr/>
        </p:nvCxnSpPr>
        <p:spPr>
          <a:xfrm>
            <a:off x="5045147" y="3461543"/>
            <a:ext cx="371412" cy="18108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6DAB7BFE-75A1-6DC2-267E-BC220379C5AE}"/>
              </a:ext>
            </a:extLst>
          </p:cNvPr>
          <p:cNvCxnSpPr>
            <a:cxnSpLocks/>
          </p:cNvCxnSpPr>
          <p:nvPr/>
        </p:nvCxnSpPr>
        <p:spPr>
          <a:xfrm flipV="1">
            <a:off x="1955878" y="4143612"/>
            <a:ext cx="224658" cy="2204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F0CFD8F6-30B0-4642-36EB-437B13BACA19}"/>
              </a:ext>
            </a:extLst>
          </p:cNvPr>
          <p:cNvCxnSpPr>
            <a:cxnSpLocks/>
          </p:cNvCxnSpPr>
          <p:nvPr/>
        </p:nvCxnSpPr>
        <p:spPr>
          <a:xfrm>
            <a:off x="4621162" y="4372048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7366CAE-078C-2A25-B3FA-A939A58AE49C}"/>
              </a:ext>
            </a:extLst>
          </p:cNvPr>
          <p:cNvCxnSpPr>
            <a:cxnSpLocks/>
          </p:cNvCxnSpPr>
          <p:nvPr/>
        </p:nvCxnSpPr>
        <p:spPr>
          <a:xfrm flipH="1">
            <a:off x="4353092" y="3825525"/>
            <a:ext cx="298416" cy="2936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722A552-F855-8268-599A-77332B6FE7E0}"/>
              </a:ext>
            </a:extLst>
          </p:cNvPr>
          <p:cNvSpPr txBox="1"/>
          <p:nvPr/>
        </p:nvSpPr>
        <p:spPr>
          <a:xfrm>
            <a:off x="1607813" y="3509379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49,9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822E470-A401-1324-B3F9-B3086D6B00DC}"/>
              </a:ext>
            </a:extLst>
          </p:cNvPr>
          <p:cNvSpPr txBox="1"/>
          <p:nvPr/>
        </p:nvSpPr>
        <p:spPr>
          <a:xfrm>
            <a:off x="2027253" y="3960333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-4,1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25C05DE-1E8F-92AE-95B0-D6301251ECBC}"/>
              </a:ext>
            </a:extLst>
          </p:cNvPr>
          <p:cNvSpPr txBox="1"/>
          <p:nvPr/>
        </p:nvSpPr>
        <p:spPr>
          <a:xfrm>
            <a:off x="5397156" y="3897292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19,4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AFF7A65F-0A49-0456-94B2-EE9D59064BD1}"/>
              </a:ext>
            </a:extLst>
          </p:cNvPr>
          <p:cNvSpPr txBox="1"/>
          <p:nvPr/>
        </p:nvSpPr>
        <p:spPr>
          <a:xfrm>
            <a:off x="5387007" y="3531626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16,4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5B68E2D-4D80-7B96-5F25-4C7C1EFABC0A}"/>
              </a:ext>
            </a:extLst>
          </p:cNvPr>
          <p:cNvSpPr txBox="1"/>
          <p:nvPr/>
        </p:nvSpPr>
        <p:spPr>
          <a:xfrm>
            <a:off x="5397157" y="3110878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-52,9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2E0F3359-DFBF-F9DC-1718-8B87AA91783A}"/>
              </a:ext>
            </a:extLst>
          </p:cNvPr>
          <p:cNvSpPr txBox="1"/>
          <p:nvPr/>
        </p:nvSpPr>
        <p:spPr>
          <a:xfrm>
            <a:off x="4136186" y="4078792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2,7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9AAA7B0-82DD-1CAB-8C05-2F4EF4230CF1}"/>
              </a:ext>
            </a:extLst>
          </p:cNvPr>
          <p:cNvSpPr txBox="1"/>
          <p:nvPr/>
        </p:nvSpPr>
        <p:spPr>
          <a:xfrm>
            <a:off x="4249256" y="4228864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-30,5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37422E5-29EF-AFE6-DA78-B2C96AD956F7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0AD60DC-7878-407C-5465-55438CF2FF13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7A174551-2163-B036-E1C8-C3E642F01FC0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81754E32-320E-C1EE-A04B-746DB6E6DED4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D4A139C3-183A-4765-6342-E84C1ECBB269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4E033C2C-0CBE-B7BF-75DA-7A56E4E2A443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DD587B16-49A9-0599-856B-5FAAC59239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1226024"/>
              </p:ext>
            </p:extLst>
          </p:nvPr>
        </p:nvGraphicFramePr>
        <p:xfrm>
          <a:off x="6275085" y="3819078"/>
          <a:ext cx="5648035" cy="2669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B5A0F27F-C0C7-B74B-A956-FD3A3A1513EB}"/>
              </a:ext>
            </a:extLst>
          </p:cNvPr>
          <p:cNvSpPr txBox="1">
            <a:spLocks/>
          </p:cNvSpPr>
          <p:nvPr/>
        </p:nvSpPr>
        <p:spPr>
          <a:xfrm>
            <a:off x="6336018" y="3524420"/>
            <a:ext cx="5492391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Trade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terms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Exchange rate (M/M) - </a:t>
            </a:r>
            <a:r>
              <a:rPr lang="pt-BR" dirty="0" err="1"/>
              <a:t>Indexed</a:t>
            </a:r>
            <a:r>
              <a:rPr lang="pt-BR" dirty="0"/>
              <a:t> in 100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jan</a:t>
            </a:r>
            <a:r>
              <a:rPr lang="pt-BR" dirty="0"/>
              <a:t>/2021</a:t>
            </a:r>
          </a:p>
        </p:txBody>
      </p:sp>
    </p:spTree>
    <p:extLst>
      <p:ext uri="{BB962C8B-B14F-4D97-AF65-F5344CB8AC3E}">
        <p14:creationId xmlns:p14="http://schemas.microsoft.com/office/powerpoint/2010/main" val="19030322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B0C0C69-C881-8C41-D2C2-038475A216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long period of trade surplus</a:t>
            </a:r>
            <a:endParaRPr lang="pt-BR"/>
          </a:p>
        </p:txBody>
      </p:sp>
      <p:graphicFrame>
        <p:nvGraphicFramePr>
          <p:cNvPr id="14" name="Espaço Reservado para Conteúdo 13">
            <a:extLst>
              <a:ext uri="{FF2B5EF4-FFF2-40B4-BE49-F238E27FC236}">
                <a16:creationId xmlns:a16="http://schemas.microsoft.com/office/drawing/2014/main" id="{725EC9F7-ECB3-1C1E-FB5E-431F5E413E3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446943193"/>
              </p:ext>
            </p:extLst>
          </p:nvPr>
        </p:nvGraphicFramePr>
        <p:xfrm>
          <a:off x="407987" y="1714967"/>
          <a:ext cx="5506386" cy="4639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9B50B9-3B9C-6465-84E9-93D445BD2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faced</a:t>
            </a:r>
            <a:r>
              <a:rPr lang="pt-BR"/>
              <a:t> </a:t>
            </a:r>
            <a:r>
              <a:rPr lang="pt-BR" err="1"/>
              <a:t>two</a:t>
            </a:r>
            <a:r>
              <a:rPr lang="pt-BR"/>
              <a:t> </a:t>
            </a:r>
            <a:r>
              <a:rPr lang="pt-BR" err="1"/>
              <a:t>structural</a:t>
            </a:r>
            <a:r>
              <a:rPr lang="pt-BR"/>
              <a:t> breaks over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last</a:t>
            </a:r>
            <a:r>
              <a:rPr lang="pt-BR"/>
              <a:t> 36 </a:t>
            </a:r>
            <a:r>
              <a:rPr lang="pt-BR" err="1"/>
              <a:t>years</a:t>
            </a:r>
            <a:endParaRPr lang="pt-BR"/>
          </a:p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F47D567-72E9-A826-68FC-89BE90FBEA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Japan manages to be a creditor to the world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B9AD7037-9F07-B9D5-6A43-796C2D376B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Total exports vs. total imports (QoQ, JPY tn)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C26109D7-3069-F87A-3EB4-559B2C4506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NIIP breakdown (QoQ, JPY tn)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F45EC6DB-6413-E70D-07DE-68A1AA685DC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1A76E38-E533-2865-2E9A-91420E0924C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Japan has had a significant trade surplus since 1980</a:t>
            </a:r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96842D5-DE2A-6C3D-1534-7517C4A43CD4}"/>
              </a:ext>
            </a:extLst>
          </p:cNvPr>
          <p:cNvCxnSpPr>
            <a:cxnSpLocks/>
          </p:cNvCxnSpPr>
          <p:nvPr/>
        </p:nvCxnSpPr>
        <p:spPr>
          <a:xfrm flipV="1">
            <a:off x="835735" y="3854245"/>
            <a:ext cx="206478" cy="855406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A438FA6-B6A3-8101-0CBE-4A9E061042C1}"/>
              </a:ext>
            </a:extLst>
          </p:cNvPr>
          <p:cNvSpPr/>
          <p:nvPr/>
        </p:nvSpPr>
        <p:spPr>
          <a:xfrm>
            <a:off x="835735" y="3192887"/>
            <a:ext cx="1120883" cy="6145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>
                <a:latin typeface="Montserrat" panose="00000500000000000000" pitchFamily="2" charset="0"/>
              </a:rPr>
              <a:t>1990</a:t>
            </a:r>
          </a:p>
          <a:p>
            <a:pPr algn="ctr"/>
            <a:r>
              <a:rPr lang="pt-BR" sz="800">
                <a:latin typeface="Montserrat" panose="00000500000000000000" pitchFamily="2" charset="0"/>
              </a:rPr>
              <a:t>Start of Offshoring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E1B7096-A6D0-EE98-5355-7D88C3F61369}"/>
              </a:ext>
            </a:extLst>
          </p:cNvPr>
          <p:cNvSpPr/>
          <p:nvPr/>
        </p:nvSpPr>
        <p:spPr>
          <a:xfrm>
            <a:off x="3471255" y="4937760"/>
            <a:ext cx="1120883" cy="6145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>
                <a:latin typeface="Montserrat" panose="00000500000000000000" pitchFamily="2" charset="0"/>
              </a:rPr>
              <a:t>2011</a:t>
            </a:r>
          </a:p>
          <a:p>
            <a:pPr algn="ctr"/>
            <a:r>
              <a:rPr lang="pt-BR" sz="800">
                <a:latin typeface="Montserrat" panose="00000500000000000000" pitchFamily="2" charset="0"/>
              </a:rPr>
              <a:t>Fukushima Crisis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33CA995-6E02-3C19-0603-9948ADB14789}"/>
              </a:ext>
            </a:extLst>
          </p:cNvPr>
          <p:cNvCxnSpPr/>
          <p:nvPr/>
        </p:nvCxnSpPr>
        <p:spPr>
          <a:xfrm>
            <a:off x="3755923" y="416396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Gráfico 31">
            <a:extLst>
              <a:ext uri="{FF2B5EF4-FFF2-40B4-BE49-F238E27FC236}">
                <a16:creationId xmlns:a16="http://schemas.microsoft.com/office/drawing/2014/main" id="{4586CDEA-2811-711F-EEF4-2E957332A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5978732"/>
              </p:ext>
            </p:extLst>
          </p:nvPr>
        </p:nvGraphicFramePr>
        <p:xfrm>
          <a:off x="6277624" y="1714967"/>
          <a:ext cx="5506384" cy="3669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2A5BDD5-D39F-E07C-A353-48805DF9DE2C}"/>
              </a:ext>
            </a:extLst>
          </p:cNvPr>
          <p:cNvSpPr/>
          <p:nvPr/>
        </p:nvSpPr>
        <p:spPr>
          <a:xfrm>
            <a:off x="6383457" y="5382960"/>
            <a:ext cx="5294718" cy="56513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BBC3344-F2B7-99E6-C030-C122107F5021}"/>
              </a:ext>
            </a:extLst>
          </p:cNvPr>
          <p:cNvSpPr txBox="1"/>
          <p:nvPr/>
        </p:nvSpPr>
        <p:spPr>
          <a:xfrm>
            <a:off x="6579405" y="5399913"/>
            <a:ext cx="22121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~60% 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of External Assets in US Dollars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1AE5304B-1D60-565B-C4D7-0DAB957B5712}"/>
              </a:ext>
            </a:extLst>
          </p:cNvPr>
          <p:cNvCxnSpPr>
            <a:cxnSpLocks/>
          </p:cNvCxnSpPr>
          <p:nvPr/>
        </p:nvCxnSpPr>
        <p:spPr>
          <a:xfrm>
            <a:off x="9030816" y="5454007"/>
            <a:ext cx="0" cy="36664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04D8AC-74D4-556A-CE58-BF9857811CF3}"/>
              </a:ext>
            </a:extLst>
          </p:cNvPr>
          <p:cNvSpPr txBox="1"/>
          <p:nvPr/>
        </p:nvSpPr>
        <p:spPr>
          <a:xfrm>
            <a:off x="9356346" y="5413990"/>
            <a:ext cx="2061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1.18T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in American Bonds</a:t>
            </a:r>
            <a:endParaRPr lang="pt-BR" sz="900" b="1">
              <a:latin typeface="Montserrat" panose="00000500000000000000" pitchFamily="2" charset="0"/>
            </a:endParaRPr>
          </a:p>
        </p:txBody>
      </p:sp>
      <p:sp>
        <p:nvSpPr>
          <p:cNvPr id="15" name="Retângulo: Cantos Arredondados 32">
            <a:extLst>
              <a:ext uri="{FF2B5EF4-FFF2-40B4-BE49-F238E27FC236}">
                <a16:creationId xmlns:a16="http://schemas.microsoft.com/office/drawing/2014/main" id="{99A350BF-8321-6E00-C505-6FFBD7DB3554}"/>
              </a:ext>
            </a:extLst>
          </p:cNvPr>
          <p:cNvSpPr/>
          <p:nvPr/>
        </p:nvSpPr>
        <p:spPr>
          <a:xfrm>
            <a:off x="6383457" y="6017770"/>
            <a:ext cx="5294718" cy="33699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  <a:latin typeface="Montserrat" pitchFamily="2" charset="0"/>
              </a:rPr>
              <a:t>The United States is Japan’s </a:t>
            </a:r>
            <a:r>
              <a:rPr lang="pt-BR" sz="1200" b="1">
                <a:solidFill>
                  <a:schemeClr val="tx2"/>
                </a:solidFill>
                <a:latin typeface="Montserrat" pitchFamily="2" charset="0"/>
              </a:rPr>
              <a:t>greatest credor</a:t>
            </a:r>
          </a:p>
        </p:txBody>
      </p:sp>
    </p:spTree>
    <p:extLst>
      <p:ext uri="{BB962C8B-B14F-4D97-AF65-F5344CB8AC3E}">
        <p14:creationId xmlns:p14="http://schemas.microsoft.com/office/powerpoint/2010/main" val="13435640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">
            <a:extLst>
              <a:ext uri="{FF2B5EF4-FFF2-40B4-BE49-F238E27FC236}">
                <a16:creationId xmlns:a16="http://schemas.microsoft.com/office/drawing/2014/main" id="{31F57B9E-85D1-4024-9D39-CC44730CA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long period of trade surplus</a:t>
            </a:r>
            <a:endParaRPr lang="pt-BR"/>
          </a:p>
        </p:txBody>
      </p:sp>
      <p:graphicFrame>
        <p:nvGraphicFramePr>
          <p:cNvPr id="15" name="Espaço Reservado para Conteúdo 13">
            <a:extLst>
              <a:ext uri="{FF2B5EF4-FFF2-40B4-BE49-F238E27FC236}">
                <a16:creationId xmlns:a16="http://schemas.microsoft.com/office/drawing/2014/main" id="{CB5DF8D6-D922-461F-B8F9-33451453E6E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30426661"/>
              </p:ext>
            </p:extLst>
          </p:nvPr>
        </p:nvGraphicFramePr>
        <p:xfrm>
          <a:off x="407987" y="1714967"/>
          <a:ext cx="5506386" cy="4639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AEF3AC81-3ED9-88C1-86D3-F8645BE3E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/>
          <a:lstStyle/>
          <a:p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faced</a:t>
            </a:r>
            <a:r>
              <a:rPr lang="pt-BR"/>
              <a:t> </a:t>
            </a:r>
            <a:r>
              <a:rPr lang="pt-BR" err="1"/>
              <a:t>two</a:t>
            </a:r>
            <a:r>
              <a:rPr lang="pt-BR"/>
              <a:t> </a:t>
            </a:r>
            <a:r>
              <a:rPr lang="pt-BR" err="1"/>
              <a:t>structural</a:t>
            </a:r>
            <a:r>
              <a:rPr lang="pt-BR"/>
              <a:t> breaks over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last</a:t>
            </a:r>
            <a:r>
              <a:rPr lang="pt-BR"/>
              <a:t> 36 </a:t>
            </a:r>
            <a:r>
              <a:rPr lang="pt-BR" err="1"/>
              <a:t>years</a:t>
            </a:r>
            <a:endParaRPr lang="pt-BR"/>
          </a:p>
          <a:p>
            <a:endParaRPr lang="pt-BR"/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7F270328-9C0F-8506-28DE-0998ACA648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/>
          <a:lstStyle/>
          <a:p>
            <a:r>
              <a:rPr lang="pt-BR"/>
              <a:t>Total exports vs. total imports (QoQ, JPY tn)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06D7E7FB-08FC-294C-5BBE-B84F803BF0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4" name="Espaço Reservado para Texto 9">
            <a:extLst>
              <a:ext uri="{FF2B5EF4-FFF2-40B4-BE49-F238E27FC236}">
                <a16:creationId xmlns:a16="http://schemas.microsoft.com/office/drawing/2014/main" id="{B63FBB05-C696-6940-6ACA-A48100C1BD7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Japan has had a significant trade surplus since 1980</a:t>
            </a:r>
            <a:endParaRPr lang="pt-BR"/>
          </a:p>
        </p:txBody>
      </p:sp>
      <p:cxnSp>
        <p:nvCxnSpPr>
          <p:cNvPr id="16" name="Conector reto 3">
            <a:extLst>
              <a:ext uri="{FF2B5EF4-FFF2-40B4-BE49-F238E27FC236}">
                <a16:creationId xmlns:a16="http://schemas.microsoft.com/office/drawing/2014/main" id="{18FB8871-CB07-1798-ACDF-F24284DF3BB2}"/>
              </a:ext>
            </a:extLst>
          </p:cNvPr>
          <p:cNvCxnSpPr>
            <a:cxnSpLocks/>
          </p:cNvCxnSpPr>
          <p:nvPr/>
        </p:nvCxnSpPr>
        <p:spPr>
          <a:xfrm flipV="1">
            <a:off x="835735" y="3854245"/>
            <a:ext cx="206478" cy="855406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tângulo: Cantos Arredondados 10">
            <a:extLst>
              <a:ext uri="{FF2B5EF4-FFF2-40B4-BE49-F238E27FC236}">
                <a16:creationId xmlns:a16="http://schemas.microsoft.com/office/drawing/2014/main" id="{91FF091A-62FF-B1A8-B9B9-C3225BEAD46E}"/>
              </a:ext>
            </a:extLst>
          </p:cNvPr>
          <p:cNvSpPr/>
          <p:nvPr/>
        </p:nvSpPr>
        <p:spPr>
          <a:xfrm>
            <a:off x="835735" y="3192887"/>
            <a:ext cx="1120883" cy="6145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>
                <a:latin typeface="Montserrat" panose="00000500000000000000" pitchFamily="2" charset="0"/>
              </a:rPr>
              <a:t>1990</a:t>
            </a:r>
          </a:p>
          <a:p>
            <a:pPr algn="ctr"/>
            <a:r>
              <a:rPr lang="pt-BR" sz="800">
                <a:latin typeface="Montserrat" panose="00000500000000000000" pitchFamily="2" charset="0"/>
              </a:rPr>
              <a:t>Start of Offshoring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15A19DA-8EFA-1D07-B144-793B12EF2EB9}"/>
              </a:ext>
            </a:extLst>
          </p:cNvPr>
          <p:cNvSpPr/>
          <p:nvPr/>
        </p:nvSpPr>
        <p:spPr>
          <a:xfrm>
            <a:off x="3471255" y="4937760"/>
            <a:ext cx="1120883" cy="6145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>
                <a:latin typeface="Montserrat" panose="00000500000000000000" pitchFamily="2" charset="0"/>
              </a:rPr>
              <a:t>2011</a:t>
            </a:r>
          </a:p>
          <a:p>
            <a:pPr algn="ctr"/>
            <a:r>
              <a:rPr lang="pt-BR" sz="800">
                <a:latin typeface="Montserrat" panose="00000500000000000000" pitchFamily="2" charset="0"/>
              </a:rPr>
              <a:t>Fukushima Crisis</a:t>
            </a:r>
          </a:p>
        </p:txBody>
      </p:sp>
      <p:cxnSp>
        <p:nvCxnSpPr>
          <p:cNvPr id="19" name="Conector reto 19">
            <a:extLst>
              <a:ext uri="{FF2B5EF4-FFF2-40B4-BE49-F238E27FC236}">
                <a16:creationId xmlns:a16="http://schemas.microsoft.com/office/drawing/2014/main" id="{D3F23B45-A72A-1F82-3DE5-B151EB1B6B55}"/>
              </a:ext>
            </a:extLst>
          </p:cNvPr>
          <p:cNvCxnSpPr/>
          <p:nvPr/>
        </p:nvCxnSpPr>
        <p:spPr>
          <a:xfrm>
            <a:off x="3755923" y="416396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Gráfico 31">
            <a:extLst>
              <a:ext uri="{FF2B5EF4-FFF2-40B4-BE49-F238E27FC236}">
                <a16:creationId xmlns:a16="http://schemas.microsoft.com/office/drawing/2014/main" id="{1FA63F1C-A972-3EB3-D406-C966AC923A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2405970"/>
              </p:ext>
            </p:extLst>
          </p:nvPr>
        </p:nvGraphicFramePr>
        <p:xfrm>
          <a:off x="6277624" y="1714967"/>
          <a:ext cx="5506384" cy="3669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Retângulo: Cantos Arredondados 32">
            <a:extLst>
              <a:ext uri="{FF2B5EF4-FFF2-40B4-BE49-F238E27FC236}">
                <a16:creationId xmlns:a16="http://schemas.microsoft.com/office/drawing/2014/main" id="{380DC030-52C9-CF1D-3825-6FE44F4458EB}"/>
              </a:ext>
            </a:extLst>
          </p:cNvPr>
          <p:cNvSpPr/>
          <p:nvPr/>
        </p:nvSpPr>
        <p:spPr>
          <a:xfrm>
            <a:off x="6383457" y="5382960"/>
            <a:ext cx="5294718" cy="56513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33">
            <a:extLst>
              <a:ext uri="{FF2B5EF4-FFF2-40B4-BE49-F238E27FC236}">
                <a16:creationId xmlns:a16="http://schemas.microsoft.com/office/drawing/2014/main" id="{ADB25772-6FF1-1B41-74D2-1FAD0F531F35}"/>
              </a:ext>
            </a:extLst>
          </p:cNvPr>
          <p:cNvSpPr txBox="1"/>
          <p:nvPr/>
        </p:nvSpPr>
        <p:spPr>
          <a:xfrm>
            <a:off x="6579405" y="5399913"/>
            <a:ext cx="22121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~60% 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of External Assets in US Dollars</a:t>
            </a:r>
          </a:p>
        </p:txBody>
      </p:sp>
      <p:cxnSp>
        <p:nvCxnSpPr>
          <p:cNvPr id="23" name="Conector reto 37">
            <a:extLst>
              <a:ext uri="{FF2B5EF4-FFF2-40B4-BE49-F238E27FC236}">
                <a16:creationId xmlns:a16="http://schemas.microsoft.com/office/drawing/2014/main" id="{F9FAA6F2-3F47-76CA-9128-5D1863753C77}"/>
              </a:ext>
            </a:extLst>
          </p:cNvPr>
          <p:cNvCxnSpPr>
            <a:cxnSpLocks/>
          </p:cNvCxnSpPr>
          <p:nvPr/>
        </p:nvCxnSpPr>
        <p:spPr>
          <a:xfrm>
            <a:off x="9030816" y="5454007"/>
            <a:ext cx="0" cy="36664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">
            <a:extLst>
              <a:ext uri="{FF2B5EF4-FFF2-40B4-BE49-F238E27FC236}">
                <a16:creationId xmlns:a16="http://schemas.microsoft.com/office/drawing/2014/main" id="{2CB145F6-C500-BEFE-359F-3DD3BE52794E}"/>
              </a:ext>
            </a:extLst>
          </p:cNvPr>
          <p:cNvSpPr txBox="1"/>
          <p:nvPr/>
        </p:nvSpPr>
        <p:spPr>
          <a:xfrm>
            <a:off x="9356346" y="5413990"/>
            <a:ext cx="2061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1.18T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in American Bonds</a:t>
            </a:r>
            <a:endParaRPr lang="pt-BR" sz="900" b="1">
              <a:latin typeface="Montserrat" panose="00000500000000000000" pitchFamily="2" charset="0"/>
            </a:endParaRPr>
          </a:p>
        </p:txBody>
      </p:sp>
      <p:sp>
        <p:nvSpPr>
          <p:cNvPr id="25" name="Retângulo: Cantos Arredondados 32">
            <a:extLst>
              <a:ext uri="{FF2B5EF4-FFF2-40B4-BE49-F238E27FC236}">
                <a16:creationId xmlns:a16="http://schemas.microsoft.com/office/drawing/2014/main" id="{CE75AD72-431E-92C7-F502-A965A6FFCA39}"/>
              </a:ext>
            </a:extLst>
          </p:cNvPr>
          <p:cNvSpPr/>
          <p:nvPr/>
        </p:nvSpPr>
        <p:spPr>
          <a:xfrm>
            <a:off x="6383457" y="6017770"/>
            <a:ext cx="5294718" cy="33699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  <a:latin typeface="Montserrat" pitchFamily="2" charset="0"/>
              </a:rPr>
              <a:t>The United States is Japan’s </a:t>
            </a:r>
            <a:r>
              <a:rPr lang="pt-BR" sz="1200" b="1">
                <a:solidFill>
                  <a:schemeClr val="tx2"/>
                </a:solidFill>
                <a:latin typeface="Montserrat" pitchFamily="2" charset="0"/>
              </a:rPr>
              <a:t>greatest credor</a:t>
            </a:r>
          </a:p>
        </p:txBody>
      </p:sp>
      <p:sp>
        <p:nvSpPr>
          <p:cNvPr id="28" name="Espaço Reservado para Texto 5">
            <a:extLst>
              <a:ext uri="{FF2B5EF4-FFF2-40B4-BE49-F238E27FC236}">
                <a16:creationId xmlns:a16="http://schemas.microsoft.com/office/drawing/2014/main" id="{9B63D03D-7606-AEBA-6845-9D99F08FCBEB}"/>
              </a:ext>
            </a:extLst>
          </p:cNvPr>
          <p:cNvSpPr txBox="1">
            <a:spLocks/>
          </p:cNvSpPr>
          <p:nvPr/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Montserrat" pitchFamily="2" charset="0"/>
              </a:rPr>
              <a:t>Japan manages to be a creditor to the world</a:t>
            </a:r>
            <a:endParaRPr lang="pt-BR" sz="1200">
              <a:latin typeface="Montserrat" pitchFamily="2" charset="0"/>
            </a:endParaRPr>
          </a:p>
        </p:txBody>
      </p:sp>
      <p:sp>
        <p:nvSpPr>
          <p:cNvPr id="29" name="Espaço Reservado para Texto 7">
            <a:extLst>
              <a:ext uri="{FF2B5EF4-FFF2-40B4-BE49-F238E27FC236}">
                <a16:creationId xmlns:a16="http://schemas.microsoft.com/office/drawing/2014/main" id="{E221772C-0E3D-6FE5-422D-49E88DEB7011}"/>
              </a:ext>
            </a:extLst>
          </p:cNvPr>
          <p:cNvSpPr txBox="1">
            <a:spLocks/>
          </p:cNvSpPr>
          <p:nvPr/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000">
                <a:solidFill>
                  <a:srgbClr val="7F7F7F"/>
                </a:solidFill>
                <a:latin typeface="Montserrat" pitchFamily="2" charset="0"/>
              </a:rPr>
              <a:t>NIIP breakdown (QoQ, JPY tn)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3DED025B-2813-5C0E-AC09-0775C1C60821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5196E0CA-3097-2FF0-0E1F-4E6C8B68F5F3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452F6ADD-03DC-8B66-C3DD-62C1A716BBCA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530EEB8-B9EC-D1F8-3148-196AE9C86FA7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1AFCBD1C-2181-BB73-6EAE-5A2084C6424D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1138331B-4203-2351-AAAE-41A5414E478C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31442489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7C4BF9E-AF64-348A-04D2-7961798CC2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Always in surplus on current account</a:t>
            </a:r>
            <a:endParaRPr lang="pt-BR"/>
          </a:p>
        </p:txBody>
      </p:sp>
      <p:graphicFrame>
        <p:nvGraphicFramePr>
          <p:cNvPr id="20" name="Espaço Reservado para Conteúdo 19">
            <a:extLst>
              <a:ext uri="{FF2B5EF4-FFF2-40B4-BE49-F238E27FC236}">
                <a16:creationId xmlns:a16="http://schemas.microsoft.com/office/drawing/2014/main" id="{1FAE645C-8FA8-FFA7-5697-8A563C981F6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255927313"/>
              </p:ext>
            </p:extLst>
          </p:nvPr>
        </p:nvGraphicFramePr>
        <p:xfrm>
          <a:off x="493712" y="1821889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069F57-B514-23EC-7D16-FCB0E9E17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 consistently positive checking account balance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858A75C-037D-688E-6F4E-B09CAE2E7C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95954" y="3531133"/>
            <a:ext cx="5492391" cy="241300"/>
          </a:xfrm>
        </p:spPr>
        <p:txBody>
          <a:bodyPr/>
          <a:lstStyle/>
          <a:p>
            <a:r>
              <a:rPr lang="en-US"/>
              <a:t>Undergoes a process of internationalization of the financial system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C556835-C943-090A-EB70-7AD7D0D75B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Japan current acount breakdown (QoQ, JPY tn)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E6BAF4-7668-4177-3118-002E0BAB0F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95954" y="3841854"/>
            <a:ext cx="5492391" cy="241300"/>
          </a:xfrm>
        </p:spPr>
        <p:txBody>
          <a:bodyPr/>
          <a:lstStyle/>
          <a:p>
            <a:r>
              <a:rPr lang="pt-BR"/>
              <a:t>External debt breakdown (JPY bn)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CA94D1BD-2A83-AFA4-54AB-DFE55DA3EF6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89AFBA1C-BD4F-C2BD-B9A5-2168252A948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Primary income sustains this surplus since 2010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062FD4D3-3AE0-0D12-170C-BA80BB428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237082"/>
              </p:ext>
            </p:extLst>
          </p:nvPr>
        </p:nvGraphicFramePr>
        <p:xfrm>
          <a:off x="6291616" y="1658168"/>
          <a:ext cx="5406671" cy="1872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1BE94100-A091-C107-26BB-C41147CD6D9D}"/>
              </a:ext>
            </a:extLst>
          </p:cNvPr>
          <p:cNvSpPr txBox="1">
            <a:spLocks/>
          </p:cNvSpPr>
          <p:nvPr/>
        </p:nvSpPr>
        <p:spPr>
          <a:xfrm>
            <a:off x="6291617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err="1"/>
              <a:t>Foreigners</a:t>
            </a:r>
            <a:r>
              <a:rPr lang="pt-BR"/>
              <a:t> </a:t>
            </a:r>
            <a:r>
              <a:rPr lang="pt-BR" err="1"/>
              <a:t>prefer</a:t>
            </a:r>
            <a:r>
              <a:rPr lang="pt-BR"/>
              <a:t> financial </a:t>
            </a:r>
            <a:r>
              <a:rPr lang="pt-BR" err="1"/>
              <a:t>investments</a:t>
            </a:r>
            <a:endParaRPr lang="pt-BR"/>
          </a:p>
        </p:txBody>
      </p:sp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55926D37-C212-5451-3756-37912C656387}"/>
              </a:ext>
            </a:extLst>
          </p:cNvPr>
          <p:cNvSpPr txBox="1">
            <a:spLocks/>
          </p:cNvSpPr>
          <p:nvPr/>
        </p:nvSpPr>
        <p:spPr>
          <a:xfrm>
            <a:off x="6291617" y="1437987"/>
            <a:ext cx="5492391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Breakdown of external liabilities (JPY tn)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735DB870-2166-027E-08A9-5F898D149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508066"/>
              </p:ext>
            </p:extLst>
          </p:nvPr>
        </p:nvGraphicFramePr>
        <p:xfrm>
          <a:off x="6291617" y="4182535"/>
          <a:ext cx="5406670" cy="2065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52900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Texto 1">
            <a:extLst>
              <a:ext uri="{FF2B5EF4-FFF2-40B4-BE49-F238E27FC236}">
                <a16:creationId xmlns:a16="http://schemas.microsoft.com/office/drawing/2014/main" id="{1C438E2E-1F62-9B02-199E-0289D14047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Always in surplus on current account</a:t>
            </a:r>
            <a:endParaRPr lang="pt-BR"/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2330B726-3FD6-17CA-C4FF-A6A9364B09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 consistently positive checking account balance</a:t>
            </a:r>
            <a:endParaRPr lang="pt-BR"/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2424B12C-4340-EF57-FCA2-A208F7DC07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Japan current acount breakdown (QoQ, JPY tn)</a:t>
            </a:r>
          </a:p>
        </p:txBody>
      </p:sp>
      <p:sp>
        <p:nvSpPr>
          <p:cNvPr id="21" name="Espaço Reservado para Texto 8">
            <a:extLst>
              <a:ext uri="{FF2B5EF4-FFF2-40B4-BE49-F238E27FC236}">
                <a16:creationId xmlns:a16="http://schemas.microsoft.com/office/drawing/2014/main" id="{DB0EAAC6-3FAB-44D3-D6B5-334666114A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22" name="Espaço Reservado para Texto 9">
            <a:extLst>
              <a:ext uri="{FF2B5EF4-FFF2-40B4-BE49-F238E27FC236}">
                <a16:creationId xmlns:a16="http://schemas.microsoft.com/office/drawing/2014/main" id="{501732C4-107F-F620-7DB0-026A58B4C3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Primary income sustains this surplus since 2010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60D29151-FD0A-99A2-DC95-D650EFC730C2}"/>
              </a:ext>
            </a:extLst>
          </p:cNvPr>
          <p:cNvSpPr txBox="1">
            <a:spLocks/>
          </p:cNvSpPr>
          <p:nvPr/>
        </p:nvSpPr>
        <p:spPr>
          <a:xfrm>
            <a:off x="6495954" y="3531133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Montserrat" pitchFamily="2" charset="0"/>
              </a:rPr>
              <a:t>Undergoes a process of internationalization of the financial system</a:t>
            </a:r>
            <a:endParaRPr lang="pt-BR" sz="1200">
              <a:latin typeface="Montserrat" pitchFamily="2" charset="0"/>
            </a:endParaRPr>
          </a:p>
        </p:txBody>
      </p:sp>
      <p:graphicFrame>
        <p:nvGraphicFramePr>
          <p:cNvPr id="23" name="Espaço Reservado para Conteúdo 19">
            <a:extLst>
              <a:ext uri="{FF2B5EF4-FFF2-40B4-BE49-F238E27FC236}">
                <a16:creationId xmlns:a16="http://schemas.microsoft.com/office/drawing/2014/main" id="{18DE6CD6-5B58-98D6-A0B9-A5C29041C0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5825317"/>
              </p:ext>
            </p:extLst>
          </p:nvPr>
        </p:nvGraphicFramePr>
        <p:xfrm>
          <a:off x="493712" y="1821889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98B2DF23-BA89-80FF-B306-40D8C4449B54}"/>
              </a:ext>
            </a:extLst>
          </p:cNvPr>
          <p:cNvSpPr txBox="1">
            <a:spLocks/>
          </p:cNvSpPr>
          <p:nvPr/>
        </p:nvSpPr>
        <p:spPr>
          <a:xfrm>
            <a:off x="6495954" y="3841854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000">
                <a:solidFill>
                  <a:srgbClr val="7F7F7F"/>
                </a:solidFill>
                <a:latin typeface="Montserrat" pitchFamily="2" charset="0"/>
              </a:rPr>
              <a:t>External debt breakdown (JPY bn)</a:t>
            </a:r>
          </a:p>
        </p:txBody>
      </p:sp>
      <p:graphicFrame>
        <p:nvGraphicFramePr>
          <p:cNvPr id="25" name="Gráfico 11">
            <a:extLst>
              <a:ext uri="{FF2B5EF4-FFF2-40B4-BE49-F238E27FC236}">
                <a16:creationId xmlns:a16="http://schemas.microsoft.com/office/drawing/2014/main" id="{5C229DB1-7CD0-50F7-E2D9-E98A9AA0CC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4292338"/>
              </p:ext>
            </p:extLst>
          </p:nvPr>
        </p:nvGraphicFramePr>
        <p:xfrm>
          <a:off x="6291616" y="1658168"/>
          <a:ext cx="5406671" cy="1872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Espaço Reservado para Texto 5">
            <a:extLst>
              <a:ext uri="{FF2B5EF4-FFF2-40B4-BE49-F238E27FC236}">
                <a16:creationId xmlns:a16="http://schemas.microsoft.com/office/drawing/2014/main" id="{14CE0BDD-D475-1476-A429-70B580EC97BA}"/>
              </a:ext>
            </a:extLst>
          </p:cNvPr>
          <p:cNvSpPr txBox="1">
            <a:spLocks/>
          </p:cNvSpPr>
          <p:nvPr/>
        </p:nvSpPr>
        <p:spPr>
          <a:xfrm>
            <a:off x="6291617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err="1"/>
              <a:t>Foreigners</a:t>
            </a:r>
            <a:r>
              <a:rPr lang="pt-BR"/>
              <a:t> </a:t>
            </a:r>
            <a:r>
              <a:rPr lang="pt-BR" err="1"/>
              <a:t>prefer</a:t>
            </a:r>
            <a:r>
              <a:rPr lang="pt-BR"/>
              <a:t> financial </a:t>
            </a:r>
            <a:r>
              <a:rPr lang="pt-BR" err="1"/>
              <a:t>investments</a:t>
            </a:r>
            <a:endParaRPr lang="pt-BR"/>
          </a:p>
        </p:txBody>
      </p:sp>
      <p:sp>
        <p:nvSpPr>
          <p:cNvPr id="27" name="Espaço Reservado para Texto 3">
            <a:extLst>
              <a:ext uri="{FF2B5EF4-FFF2-40B4-BE49-F238E27FC236}">
                <a16:creationId xmlns:a16="http://schemas.microsoft.com/office/drawing/2014/main" id="{C297BEAB-1715-AF42-3CFD-EA7BEF372496}"/>
              </a:ext>
            </a:extLst>
          </p:cNvPr>
          <p:cNvSpPr txBox="1">
            <a:spLocks/>
          </p:cNvSpPr>
          <p:nvPr/>
        </p:nvSpPr>
        <p:spPr>
          <a:xfrm>
            <a:off x="6291617" y="1437987"/>
            <a:ext cx="5492391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Breakdown of external liabilities (JPY tn)</a:t>
            </a:r>
          </a:p>
        </p:txBody>
      </p:sp>
      <p:graphicFrame>
        <p:nvGraphicFramePr>
          <p:cNvPr id="28" name="Gráfico 13">
            <a:extLst>
              <a:ext uri="{FF2B5EF4-FFF2-40B4-BE49-F238E27FC236}">
                <a16:creationId xmlns:a16="http://schemas.microsoft.com/office/drawing/2014/main" id="{D3B93433-6D9E-CE4A-A791-9B3619F49F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5445244"/>
              </p:ext>
            </p:extLst>
          </p:nvPr>
        </p:nvGraphicFramePr>
        <p:xfrm>
          <a:off x="6291617" y="4182535"/>
          <a:ext cx="5406670" cy="2065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BFBB8011-7FC1-7E87-D4D4-30F1F7A5EF66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14613932-6649-7224-A8AB-A530C505A500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22768195-ABE5-1D49-5B25-07C708BF271E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76EE21B3-F73B-E665-70AB-FE4AA548DD5A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7BFA34B-E71E-0EE0-8BD1-002178C696D0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2CC17F44-08DC-8FDF-E127-096AB6806D16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815046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F7F9-8E0C-E404-C87A-AF458F2F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03A47C6-227E-106B-E1E1-74129B576D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>
                <a:ea typeface="Shippori Mincho" panose="00000500000000000000"/>
              </a:rPr>
              <a:t>Carry</a:t>
            </a:r>
            <a:r>
              <a:rPr lang="pt-BR">
                <a:ea typeface="Shippori Mincho" panose="00000500000000000000"/>
              </a:rPr>
              <a:t> trade </a:t>
            </a:r>
            <a:r>
              <a:rPr lang="pt-BR" err="1">
                <a:ea typeface="Shippori Mincho" panose="00000500000000000000"/>
              </a:rPr>
              <a:t>is</a:t>
            </a:r>
            <a:r>
              <a:rPr lang="pt-BR">
                <a:ea typeface="Shippori Mincho" panose="00000500000000000000"/>
              </a:rPr>
              <a:t> </a:t>
            </a:r>
            <a:r>
              <a:rPr lang="pt-BR" err="1">
                <a:ea typeface="Shippori Mincho" panose="00000500000000000000"/>
              </a:rPr>
              <a:t>becoming</a:t>
            </a:r>
            <a:r>
              <a:rPr lang="pt-BR">
                <a:ea typeface="Shippori Mincho" panose="00000500000000000000"/>
              </a:rPr>
              <a:t> </a:t>
            </a:r>
            <a:r>
              <a:rPr lang="pt-BR" err="1">
                <a:ea typeface="Shippori Mincho" panose="00000500000000000000"/>
              </a:rPr>
              <a:t>less</a:t>
            </a:r>
            <a:r>
              <a:rPr lang="pt-BR">
                <a:ea typeface="Shippori Mincho" panose="00000500000000000000"/>
              </a:rPr>
              <a:t> </a:t>
            </a:r>
            <a:r>
              <a:rPr lang="pt-BR" err="1">
                <a:ea typeface="Shippori Mincho" panose="00000500000000000000"/>
              </a:rPr>
              <a:t>possible</a:t>
            </a:r>
            <a:endParaRPr lang="pt-BR">
              <a:ea typeface="Shippori Mincho" panose="00000500000000000000"/>
            </a:endParaRPr>
          </a:p>
        </p:txBody>
      </p:sp>
      <p:graphicFrame>
        <p:nvGraphicFramePr>
          <p:cNvPr id="16" name="Espaço Reservado para Conteúdo 15">
            <a:extLst>
              <a:ext uri="{FF2B5EF4-FFF2-40B4-BE49-F238E27FC236}">
                <a16:creationId xmlns:a16="http://schemas.microsoft.com/office/drawing/2014/main" id="{1998136A-7CE2-A814-7E64-D677A7A702C3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1691052"/>
              </p:ext>
            </p:extLst>
          </p:nvPr>
        </p:nvGraphicFramePr>
        <p:xfrm>
          <a:off x="407988" y="1809750"/>
          <a:ext cx="4203341" cy="4386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Espaço Reservado para Conteúdo 23">
            <a:extLst>
              <a:ext uri="{FF2B5EF4-FFF2-40B4-BE49-F238E27FC236}">
                <a16:creationId xmlns:a16="http://schemas.microsoft.com/office/drawing/2014/main" id="{48C386CB-7C2E-E53E-BDE1-2792699F53A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2684943"/>
              </p:ext>
            </p:extLst>
          </p:nvPr>
        </p:nvGraphicFramePr>
        <p:xfrm>
          <a:off x="6291620" y="1809751"/>
          <a:ext cx="5763220" cy="2166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0B7F74-E6B1-F4EE-AD1E-19246DF4CB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The future interest rate differential is minimal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FF8FF78-8F8B-7058-9118-9285804780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The future exchange rate makes carry trade still viable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B50ED39-6C88-66B1-0542-D6FFB917A3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900"/>
              <a:t>JGB </a:t>
            </a:r>
            <a:r>
              <a:rPr lang="pt-BR" sz="900" err="1"/>
              <a:t>vs</a:t>
            </a:r>
            <a:r>
              <a:rPr lang="pt-BR" sz="900"/>
              <a:t> USA Bonds (%) - (D/D) </a:t>
            </a:r>
            <a:r>
              <a:rPr lang="pt-BR" sz="900" err="1"/>
              <a:t>and</a:t>
            </a:r>
            <a:r>
              <a:rPr lang="pt-BR" sz="900"/>
              <a:t> 30Y </a:t>
            </a:r>
            <a:r>
              <a:rPr lang="pt-BR" sz="900" err="1"/>
              <a:t>forward</a:t>
            </a:r>
            <a:endParaRPr lang="pt-BR" sz="90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8690AAF0-C51C-1B02-FB84-C9D1E9C8F0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Exchange rate JPN/USD (D/D) </a:t>
            </a:r>
            <a:r>
              <a:rPr lang="pt-BR" err="1"/>
              <a:t>and</a:t>
            </a:r>
            <a:r>
              <a:rPr lang="pt-BR"/>
              <a:t> 5Y </a:t>
            </a:r>
            <a:r>
              <a:rPr lang="pt-BR" err="1"/>
              <a:t>forward</a:t>
            </a:r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0605A59-6404-42A9-39A8-51A5DEB34A1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r>
              <a:rPr lang="pt-BR"/>
              <a:t> | IMF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817FC6D8-EFF3-B91A-4920-620E78D739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The interest rate differential is narrowing, but the carry trade is still viable</a:t>
            </a:r>
            <a:endParaRPr lang="pt-BR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B191E6A4-3216-A968-ED86-DBA39C6F5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5212703"/>
              </p:ext>
            </p:extLst>
          </p:nvPr>
        </p:nvGraphicFramePr>
        <p:xfrm>
          <a:off x="4036665" y="2102838"/>
          <a:ext cx="1917233" cy="3754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F6C482D-316F-4C22-E21F-7B5DCB4BE67E}"/>
              </a:ext>
            </a:extLst>
          </p:cNvPr>
          <p:cNvSpPr/>
          <p:nvPr/>
        </p:nvSpPr>
        <p:spPr>
          <a:xfrm>
            <a:off x="6498115" y="4128526"/>
            <a:ext cx="5261282" cy="204885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66E709F-F274-66E2-B9DF-5230C282EE2F}"/>
              </a:ext>
            </a:extLst>
          </p:cNvPr>
          <p:cNvSpPr/>
          <p:nvPr/>
        </p:nvSpPr>
        <p:spPr>
          <a:xfrm>
            <a:off x="6517188" y="4145027"/>
            <a:ext cx="5247426" cy="50380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24FF39C-192C-1403-081D-1CE27DC5E047}"/>
              </a:ext>
            </a:extLst>
          </p:cNvPr>
          <p:cNvSpPr/>
          <p:nvPr/>
        </p:nvSpPr>
        <p:spPr>
          <a:xfrm>
            <a:off x="6869793" y="4882698"/>
            <a:ext cx="580104" cy="5318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DE59657-45EB-9D17-4997-3F079B2CE832}"/>
              </a:ext>
            </a:extLst>
          </p:cNvPr>
          <p:cNvSpPr/>
          <p:nvPr/>
        </p:nvSpPr>
        <p:spPr>
          <a:xfrm>
            <a:off x="8760599" y="4908712"/>
            <a:ext cx="580104" cy="5318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F4F010D-F98B-4CEB-403D-A7B46798D852}"/>
              </a:ext>
            </a:extLst>
          </p:cNvPr>
          <p:cNvSpPr/>
          <p:nvPr/>
        </p:nvSpPr>
        <p:spPr>
          <a:xfrm>
            <a:off x="10649052" y="4887880"/>
            <a:ext cx="580104" cy="5215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7" name="Seta: para Cima 26">
            <a:extLst>
              <a:ext uri="{FF2B5EF4-FFF2-40B4-BE49-F238E27FC236}">
                <a16:creationId xmlns:a16="http://schemas.microsoft.com/office/drawing/2014/main" id="{D6FB4EE8-7873-F6B3-E363-2146EA633815}"/>
              </a:ext>
            </a:extLst>
          </p:cNvPr>
          <p:cNvSpPr/>
          <p:nvPr/>
        </p:nvSpPr>
        <p:spPr>
          <a:xfrm>
            <a:off x="6980713" y="4981295"/>
            <a:ext cx="360233" cy="322943"/>
          </a:xfrm>
          <a:prstGeom prst="up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F6A70E6-071C-DF4E-E64C-41C0B274F813}"/>
              </a:ext>
            </a:extLst>
          </p:cNvPr>
          <p:cNvSpPr txBox="1"/>
          <p:nvPr/>
        </p:nvSpPr>
        <p:spPr>
          <a:xfrm>
            <a:off x="6673220" y="5499251"/>
            <a:ext cx="973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>
                <a:latin typeface="Montserrat" pitchFamily="2" charset="0"/>
              </a:rPr>
              <a:t>Fiscal </a:t>
            </a:r>
            <a:r>
              <a:rPr lang="pt-BR" sz="1200" err="1">
                <a:latin typeface="Montserrat" pitchFamily="2" charset="0"/>
              </a:rPr>
              <a:t>scenario</a:t>
            </a:r>
            <a:endParaRPr lang="pt-BR" sz="1200">
              <a:latin typeface="Montserrat" pitchFamily="2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3FC9336-98E6-E692-A326-5C64F1523888}"/>
              </a:ext>
            </a:extLst>
          </p:cNvPr>
          <p:cNvSpPr txBox="1"/>
          <p:nvPr/>
        </p:nvSpPr>
        <p:spPr>
          <a:xfrm>
            <a:off x="10462734" y="5504331"/>
            <a:ext cx="948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err="1">
                <a:latin typeface="Montserrat" pitchFamily="2" charset="0"/>
              </a:rPr>
              <a:t>Snowball</a:t>
            </a:r>
            <a:r>
              <a:rPr lang="pt-BR" sz="1200">
                <a:latin typeface="Montserrat" pitchFamily="2" charset="0"/>
              </a:rPr>
              <a:t> </a:t>
            </a:r>
            <a:r>
              <a:rPr lang="pt-BR" sz="1200" err="1">
                <a:latin typeface="Montserrat" pitchFamily="2" charset="0"/>
              </a:rPr>
              <a:t>effect</a:t>
            </a:r>
            <a:endParaRPr lang="pt-BR" sz="1200">
              <a:latin typeface="Montserrat" pitchFamily="2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AFC4D12-083A-CB98-8B23-071F8D4AC53B}"/>
              </a:ext>
            </a:extLst>
          </p:cNvPr>
          <p:cNvSpPr txBox="1"/>
          <p:nvPr/>
        </p:nvSpPr>
        <p:spPr>
          <a:xfrm>
            <a:off x="8148929" y="5504331"/>
            <a:ext cx="1804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>
                <a:latin typeface="Montserrat" pitchFamily="2" charset="0"/>
              </a:rPr>
              <a:t>Increase in external financial liabilities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6A22CFA-2E74-3A23-C8B8-48E208A2B38B}"/>
              </a:ext>
            </a:extLst>
          </p:cNvPr>
          <p:cNvSpPr txBox="1"/>
          <p:nvPr/>
        </p:nvSpPr>
        <p:spPr>
          <a:xfrm>
            <a:off x="6553257" y="4134878"/>
            <a:ext cx="4994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Montserrat" pitchFamily="2" charset="0"/>
              </a:rPr>
              <a:t>Why did the exchange rate and the interest rate differential start moving in opposite directions?</a:t>
            </a:r>
            <a:endParaRPr lang="pt-BR" sz="1200" b="1">
              <a:solidFill>
                <a:schemeClr val="bg1"/>
              </a:solidFill>
              <a:latin typeface="Montserrat" pitchFamily="2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E738FFE-F76C-5C46-AC6A-A3884C8E4CB4}"/>
              </a:ext>
            </a:extLst>
          </p:cNvPr>
          <p:cNvCxnSpPr>
            <a:cxnSpLocks/>
          </p:cNvCxnSpPr>
          <p:nvPr/>
        </p:nvCxnSpPr>
        <p:spPr>
          <a:xfrm flipV="1">
            <a:off x="3760566" y="5888715"/>
            <a:ext cx="2015612" cy="8377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184AEE90-8995-26D8-347C-BC5B2A313F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9788" y="4850821"/>
            <a:ext cx="595619" cy="59561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3762B1B-63AB-4721-740A-E70532DCE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3399" y="4969912"/>
            <a:ext cx="345708" cy="345708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DA9D148-714E-B94E-20A0-30CFB090F66F}"/>
              </a:ext>
            </a:extLst>
          </p:cNvPr>
          <p:cNvSpPr txBox="1"/>
          <p:nvPr/>
        </p:nvSpPr>
        <p:spPr>
          <a:xfrm>
            <a:off x="4599896" y="5897092"/>
            <a:ext cx="3417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>
                <a:latin typeface="Monteserrat"/>
              </a:rPr>
              <a:t>1M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D62FC7B-1D16-CE9A-FA86-8278567C599E}"/>
              </a:ext>
            </a:extLst>
          </p:cNvPr>
          <p:cNvSpPr txBox="1"/>
          <p:nvPr/>
        </p:nvSpPr>
        <p:spPr>
          <a:xfrm>
            <a:off x="4978425" y="5892330"/>
            <a:ext cx="3080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>
                <a:latin typeface="Monteserrat"/>
              </a:rPr>
              <a:t>1Y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34F148C-F1BD-D3CF-B617-E4FF2BEA4B63}"/>
              </a:ext>
            </a:extLst>
          </p:cNvPr>
          <p:cNvSpPr txBox="1"/>
          <p:nvPr/>
        </p:nvSpPr>
        <p:spPr>
          <a:xfrm>
            <a:off x="5356955" y="5888715"/>
            <a:ext cx="369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>
                <a:latin typeface="Monteserrat"/>
              </a:rPr>
              <a:t>30Y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F2189CFD-0062-B220-E52A-E548C71E3D67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9E22410E-B0AD-A9B9-0841-F8CAB9DEB1C4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9B0EC6E8-9FFA-5391-7EDA-9242EB00472F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4CD11148-D930-344E-6110-B1C5948DCE16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DA3A30FB-4C01-404D-D26B-8D4204656F26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5" name="Text Placeholder 18">
            <a:extLst>
              <a:ext uri="{FF2B5EF4-FFF2-40B4-BE49-F238E27FC236}">
                <a16:creationId xmlns:a16="http://schemas.microsoft.com/office/drawing/2014/main" id="{7890A26F-32B7-2FE6-0886-58D42E3AA4D9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3336687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7913-4DE0-3C66-CD1A-87B40266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CC0385-24A5-8FED-F43D-401092033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SECTION VI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B5FB3-53B7-86D6-7AF7-008378297D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Monetary</a:t>
            </a:r>
            <a:r>
              <a:rPr lang="pt-BR"/>
              <a:t>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28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D4F6-BE5F-042E-EA5C-43D50731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BD232C-7C6A-97F8-973C-9FF411D43D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 anchorCtr="0"/>
          <a:lstStyle/>
          <a:p>
            <a:r>
              <a:rPr lang="en-US">
                <a:latin typeface="Montserrat"/>
              </a:rPr>
              <a:t>Explaining BoJ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F9ABD5-C9D3-8C9A-0689-34F0FC9EED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1B273F-4444-B1D5-9B54-A1D90DB5E7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Nine </a:t>
            </a:r>
            <a:r>
              <a:rPr lang="pt-BR" err="1"/>
              <a:t>voting</a:t>
            </a:r>
            <a:r>
              <a:rPr lang="pt-BR"/>
              <a:t> </a:t>
            </a:r>
            <a:r>
              <a:rPr lang="pt-BR" err="1"/>
              <a:t>members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two</a:t>
            </a:r>
            <a:r>
              <a:rPr lang="pt-BR"/>
              <a:t> non-</a:t>
            </a:r>
            <a:r>
              <a:rPr lang="pt-BR" err="1"/>
              <a:t>voting</a:t>
            </a:r>
            <a:r>
              <a:rPr lang="pt-BR"/>
              <a:t> </a:t>
            </a:r>
            <a:r>
              <a:rPr lang="pt-BR" err="1"/>
              <a:t>government</a:t>
            </a:r>
            <a:r>
              <a:rPr lang="pt-BR"/>
              <a:t> </a:t>
            </a:r>
            <a:r>
              <a:rPr lang="pt-BR" err="1"/>
              <a:t>representatives</a:t>
            </a:r>
            <a:r>
              <a:rPr lang="pt-BR"/>
              <a:t>.</a:t>
            </a:r>
            <a:endParaRPr lang="en-US"/>
          </a:p>
        </p:txBody>
      </p:sp>
      <p:sp>
        <p:nvSpPr>
          <p:cNvPr id="4" name="Retângulo 33">
            <a:extLst>
              <a:ext uri="{FF2B5EF4-FFF2-40B4-BE49-F238E27FC236}">
                <a16:creationId xmlns:a16="http://schemas.microsoft.com/office/drawing/2014/main" id="{6D439541-C1AF-134A-4317-8D7527F54A7B}"/>
              </a:ext>
            </a:extLst>
          </p:cNvPr>
          <p:cNvSpPr/>
          <p:nvPr/>
        </p:nvSpPr>
        <p:spPr>
          <a:xfrm>
            <a:off x="-62187" y="2318460"/>
            <a:ext cx="10730187" cy="2811651"/>
          </a:xfrm>
          <a:prstGeom prst="rect">
            <a:avLst/>
          </a:prstGeom>
          <a:solidFill>
            <a:schemeClr val="tx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latin typeface="Montserrat (corpo)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7362AB-309A-F589-3648-9D756EE81F1C}"/>
              </a:ext>
            </a:extLst>
          </p:cNvPr>
          <p:cNvSpPr/>
          <p:nvPr/>
        </p:nvSpPr>
        <p:spPr>
          <a:xfrm>
            <a:off x="9573426" y="1364154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83873C-82F8-E0F2-0874-EA841058E1F9}"/>
              </a:ext>
            </a:extLst>
          </p:cNvPr>
          <p:cNvSpPr/>
          <p:nvPr/>
        </p:nvSpPr>
        <p:spPr>
          <a:xfrm>
            <a:off x="8616242" y="2173939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D2B88A-B79E-CA5A-E3BE-71A4184BE869}"/>
              </a:ext>
            </a:extLst>
          </p:cNvPr>
          <p:cNvSpPr/>
          <p:nvPr/>
        </p:nvSpPr>
        <p:spPr>
          <a:xfrm>
            <a:off x="9002365" y="3459541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33391A-E763-562F-36E8-30702DD22510}"/>
              </a:ext>
            </a:extLst>
          </p:cNvPr>
          <p:cNvSpPr/>
          <p:nvPr/>
        </p:nvSpPr>
        <p:spPr>
          <a:xfrm>
            <a:off x="10253918" y="3429000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43BB74-6D2B-9DE9-0C12-83B346BD325A}"/>
              </a:ext>
            </a:extLst>
          </p:cNvPr>
          <p:cNvSpPr/>
          <p:nvPr/>
        </p:nvSpPr>
        <p:spPr>
          <a:xfrm>
            <a:off x="10578963" y="2151072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3FE915AA-8F9A-1950-37AF-359D870C7D9F}"/>
              </a:ext>
            </a:extLst>
          </p:cNvPr>
          <p:cNvSpPr txBox="1">
            <a:spLocks/>
          </p:cNvSpPr>
          <p:nvPr/>
        </p:nvSpPr>
        <p:spPr>
          <a:xfrm>
            <a:off x="4330301" y="3798454"/>
            <a:ext cx="5535844" cy="239998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 (corpo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Montserrat"/>
              </a:rPr>
              <a:t>International Revenue as % of total Revenue (%)</a:t>
            </a:r>
          </a:p>
        </p:txBody>
      </p:sp>
      <p:grpSp>
        <p:nvGrpSpPr>
          <p:cNvPr id="94" name="object 19">
            <a:extLst>
              <a:ext uri="{FF2B5EF4-FFF2-40B4-BE49-F238E27FC236}">
                <a16:creationId xmlns:a16="http://schemas.microsoft.com/office/drawing/2014/main" id="{8593EC12-A3A3-3C57-7101-FDC39E953346}"/>
              </a:ext>
            </a:extLst>
          </p:cNvPr>
          <p:cNvGrpSpPr/>
          <p:nvPr/>
        </p:nvGrpSpPr>
        <p:grpSpPr>
          <a:xfrm>
            <a:off x="8158336" y="1252967"/>
            <a:ext cx="3868699" cy="5080000"/>
            <a:chOff x="305282" y="1056982"/>
            <a:chExt cx="3868699" cy="5080000"/>
          </a:xfrm>
          <a:solidFill>
            <a:srgbClr val="F8F4ED"/>
          </a:solidFill>
        </p:grpSpPr>
        <p:pic>
          <p:nvPicPr>
            <p:cNvPr id="95" name="object 21">
              <a:extLst>
                <a:ext uri="{FF2B5EF4-FFF2-40B4-BE49-F238E27FC236}">
                  <a16:creationId xmlns:a16="http://schemas.microsoft.com/office/drawing/2014/main" id="{D5F6CA39-8739-F27F-F226-3C9F6A1F32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82" y="1056982"/>
              <a:ext cx="3868699" cy="5080000"/>
            </a:xfrm>
            <a:prstGeom prst="rect">
              <a:avLst/>
            </a:prstGeom>
            <a:grpFill/>
          </p:spPr>
        </p:pic>
        <p:sp>
          <p:nvSpPr>
            <p:cNvPr id="96" name="object 22">
              <a:extLst>
                <a:ext uri="{FF2B5EF4-FFF2-40B4-BE49-F238E27FC236}">
                  <a16:creationId xmlns:a16="http://schemas.microsoft.com/office/drawing/2014/main" id="{25E84649-49D6-DE1B-F46E-998745D400D6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3492131" y="0"/>
                  </a:moveTo>
                  <a:lnTo>
                    <a:pt x="220459" y="0"/>
                  </a:lnTo>
                  <a:lnTo>
                    <a:pt x="176029" y="4477"/>
                  </a:lnTo>
                  <a:lnTo>
                    <a:pt x="134647" y="17321"/>
                  </a:lnTo>
                  <a:lnTo>
                    <a:pt x="97199" y="37645"/>
                  </a:lnTo>
                  <a:lnTo>
                    <a:pt x="64571" y="64563"/>
                  </a:lnTo>
                  <a:lnTo>
                    <a:pt x="37651" y="97190"/>
                  </a:lnTo>
                  <a:lnTo>
                    <a:pt x="17324" y="134641"/>
                  </a:lnTo>
                  <a:lnTo>
                    <a:pt x="4479" y="176030"/>
                  </a:lnTo>
                  <a:lnTo>
                    <a:pt x="0" y="220472"/>
                  </a:lnTo>
                  <a:lnTo>
                    <a:pt x="0" y="4697501"/>
                  </a:lnTo>
                  <a:lnTo>
                    <a:pt x="4479" y="4741931"/>
                  </a:lnTo>
                  <a:lnTo>
                    <a:pt x="17324" y="4783313"/>
                  </a:lnTo>
                  <a:lnTo>
                    <a:pt x="37651" y="4820761"/>
                  </a:lnTo>
                  <a:lnTo>
                    <a:pt x="64571" y="4853389"/>
                  </a:lnTo>
                  <a:lnTo>
                    <a:pt x="97199" y="4880309"/>
                  </a:lnTo>
                  <a:lnTo>
                    <a:pt x="134647" y="4900635"/>
                  </a:lnTo>
                  <a:lnTo>
                    <a:pt x="176029" y="4913481"/>
                  </a:lnTo>
                  <a:lnTo>
                    <a:pt x="220459" y="4917960"/>
                  </a:lnTo>
                  <a:lnTo>
                    <a:pt x="3492131" y="4917960"/>
                  </a:lnTo>
                  <a:lnTo>
                    <a:pt x="3536573" y="4913481"/>
                  </a:lnTo>
                  <a:lnTo>
                    <a:pt x="3577961" y="4900635"/>
                  </a:lnTo>
                  <a:lnTo>
                    <a:pt x="3615412" y="4880309"/>
                  </a:lnTo>
                  <a:lnTo>
                    <a:pt x="3648040" y="4853389"/>
                  </a:lnTo>
                  <a:lnTo>
                    <a:pt x="3674958" y="4820761"/>
                  </a:lnTo>
                  <a:lnTo>
                    <a:pt x="3695282" y="4783313"/>
                  </a:lnTo>
                  <a:lnTo>
                    <a:pt x="3708125" y="4741931"/>
                  </a:lnTo>
                  <a:lnTo>
                    <a:pt x="3712603" y="4697501"/>
                  </a:lnTo>
                  <a:lnTo>
                    <a:pt x="3712603" y="220472"/>
                  </a:lnTo>
                  <a:lnTo>
                    <a:pt x="3708125" y="176030"/>
                  </a:lnTo>
                  <a:lnTo>
                    <a:pt x="3695282" y="134641"/>
                  </a:lnTo>
                  <a:lnTo>
                    <a:pt x="3674958" y="97190"/>
                  </a:lnTo>
                  <a:lnTo>
                    <a:pt x="3648040" y="64563"/>
                  </a:lnTo>
                  <a:lnTo>
                    <a:pt x="3615412" y="37645"/>
                  </a:lnTo>
                  <a:lnTo>
                    <a:pt x="3577961" y="17321"/>
                  </a:lnTo>
                  <a:lnTo>
                    <a:pt x="3536573" y="4477"/>
                  </a:lnTo>
                  <a:lnTo>
                    <a:pt x="34921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  <p:sp>
          <p:nvSpPr>
            <p:cNvPr id="97" name="object 23">
              <a:extLst>
                <a:ext uri="{FF2B5EF4-FFF2-40B4-BE49-F238E27FC236}">
                  <a16:creationId xmlns:a16="http://schemas.microsoft.com/office/drawing/2014/main" id="{C56EA5F8-0237-5F33-A89D-7A845F0FDFFE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0" y="220472"/>
                  </a:moveTo>
                  <a:lnTo>
                    <a:pt x="4479" y="176030"/>
                  </a:lnTo>
                  <a:lnTo>
                    <a:pt x="17324" y="134641"/>
                  </a:lnTo>
                  <a:lnTo>
                    <a:pt x="37651" y="97190"/>
                  </a:lnTo>
                  <a:lnTo>
                    <a:pt x="64571" y="64563"/>
                  </a:lnTo>
                  <a:lnTo>
                    <a:pt x="97199" y="37645"/>
                  </a:lnTo>
                  <a:lnTo>
                    <a:pt x="134647" y="17321"/>
                  </a:lnTo>
                  <a:lnTo>
                    <a:pt x="176029" y="4477"/>
                  </a:lnTo>
                  <a:lnTo>
                    <a:pt x="220459" y="0"/>
                  </a:lnTo>
                  <a:lnTo>
                    <a:pt x="3492131" y="0"/>
                  </a:lnTo>
                  <a:lnTo>
                    <a:pt x="3536573" y="4477"/>
                  </a:lnTo>
                  <a:lnTo>
                    <a:pt x="3577961" y="17321"/>
                  </a:lnTo>
                  <a:lnTo>
                    <a:pt x="3615412" y="37645"/>
                  </a:lnTo>
                  <a:lnTo>
                    <a:pt x="3648040" y="64563"/>
                  </a:lnTo>
                  <a:lnTo>
                    <a:pt x="3674958" y="97190"/>
                  </a:lnTo>
                  <a:lnTo>
                    <a:pt x="3695282" y="134641"/>
                  </a:lnTo>
                  <a:lnTo>
                    <a:pt x="3708125" y="176030"/>
                  </a:lnTo>
                  <a:lnTo>
                    <a:pt x="3712603" y="220472"/>
                  </a:lnTo>
                  <a:lnTo>
                    <a:pt x="3712603" y="4697501"/>
                  </a:lnTo>
                  <a:lnTo>
                    <a:pt x="3708125" y="4741931"/>
                  </a:lnTo>
                  <a:lnTo>
                    <a:pt x="3695282" y="4783313"/>
                  </a:lnTo>
                  <a:lnTo>
                    <a:pt x="3674958" y="4820761"/>
                  </a:lnTo>
                  <a:lnTo>
                    <a:pt x="3648040" y="4853389"/>
                  </a:lnTo>
                  <a:lnTo>
                    <a:pt x="3615412" y="4880309"/>
                  </a:lnTo>
                  <a:lnTo>
                    <a:pt x="3577961" y="4900635"/>
                  </a:lnTo>
                  <a:lnTo>
                    <a:pt x="3536573" y="4913481"/>
                  </a:lnTo>
                  <a:lnTo>
                    <a:pt x="3492131" y="4917960"/>
                  </a:lnTo>
                  <a:lnTo>
                    <a:pt x="220459" y="4917960"/>
                  </a:lnTo>
                  <a:lnTo>
                    <a:pt x="176029" y="4913481"/>
                  </a:lnTo>
                  <a:lnTo>
                    <a:pt x="134647" y="4900635"/>
                  </a:lnTo>
                  <a:lnTo>
                    <a:pt x="97199" y="4880309"/>
                  </a:lnTo>
                  <a:lnTo>
                    <a:pt x="64571" y="4853389"/>
                  </a:lnTo>
                  <a:lnTo>
                    <a:pt x="37651" y="4820761"/>
                  </a:lnTo>
                  <a:lnTo>
                    <a:pt x="17324" y="4783313"/>
                  </a:lnTo>
                  <a:lnTo>
                    <a:pt x="4479" y="4741931"/>
                  </a:lnTo>
                  <a:lnTo>
                    <a:pt x="0" y="4697501"/>
                  </a:lnTo>
                  <a:lnTo>
                    <a:pt x="0" y="220472"/>
                  </a:lnTo>
                  <a:close/>
                </a:path>
              </a:pathLst>
            </a:custGeom>
            <a:grpFill/>
            <a:ln w="3175">
              <a:solidFill>
                <a:srgbClr val="7E7E7E"/>
              </a:solidFill>
              <a:prstDash val="lgDashDot"/>
            </a:ln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</p:grpSp>
      <p:grpSp>
        <p:nvGrpSpPr>
          <p:cNvPr id="106" name="object 19">
            <a:extLst>
              <a:ext uri="{FF2B5EF4-FFF2-40B4-BE49-F238E27FC236}">
                <a16:creationId xmlns:a16="http://schemas.microsoft.com/office/drawing/2014/main" id="{D1873BE2-854D-7393-E619-23181D096308}"/>
              </a:ext>
            </a:extLst>
          </p:cNvPr>
          <p:cNvGrpSpPr/>
          <p:nvPr/>
        </p:nvGrpSpPr>
        <p:grpSpPr>
          <a:xfrm>
            <a:off x="4168573" y="1252967"/>
            <a:ext cx="3868699" cy="5080000"/>
            <a:chOff x="305282" y="1056982"/>
            <a:chExt cx="3868699" cy="5080000"/>
          </a:xfrm>
          <a:solidFill>
            <a:srgbClr val="F8F4ED"/>
          </a:solidFill>
        </p:grpSpPr>
        <p:pic>
          <p:nvPicPr>
            <p:cNvPr id="107" name="object 21">
              <a:extLst>
                <a:ext uri="{FF2B5EF4-FFF2-40B4-BE49-F238E27FC236}">
                  <a16:creationId xmlns:a16="http://schemas.microsoft.com/office/drawing/2014/main" id="{40187F4E-3ACE-657A-263A-84E4948614E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82" y="1056982"/>
              <a:ext cx="3868699" cy="5080000"/>
            </a:xfrm>
            <a:prstGeom prst="rect">
              <a:avLst/>
            </a:prstGeom>
            <a:grpFill/>
          </p:spPr>
        </p:pic>
        <p:sp>
          <p:nvSpPr>
            <p:cNvPr id="108" name="object 22">
              <a:extLst>
                <a:ext uri="{FF2B5EF4-FFF2-40B4-BE49-F238E27FC236}">
                  <a16:creationId xmlns:a16="http://schemas.microsoft.com/office/drawing/2014/main" id="{0CC683CF-CCA5-C181-22C5-2AE38BC37244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3492131" y="0"/>
                  </a:moveTo>
                  <a:lnTo>
                    <a:pt x="220459" y="0"/>
                  </a:lnTo>
                  <a:lnTo>
                    <a:pt x="176029" y="4477"/>
                  </a:lnTo>
                  <a:lnTo>
                    <a:pt x="134647" y="17321"/>
                  </a:lnTo>
                  <a:lnTo>
                    <a:pt x="97199" y="37645"/>
                  </a:lnTo>
                  <a:lnTo>
                    <a:pt x="64571" y="64563"/>
                  </a:lnTo>
                  <a:lnTo>
                    <a:pt x="37651" y="97190"/>
                  </a:lnTo>
                  <a:lnTo>
                    <a:pt x="17324" y="134641"/>
                  </a:lnTo>
                  <a:lnTo>
                    <a:pt x="4479" y="176030"/>
                  </a:lnTo>
                  <a:lnTo>
                    <a:pt x="0" y="220472"/>
                  </a:lnTo>
                  <a:lnTo>
                    <a:pt x="0" y="4697501"/>
                  </a:lnTo>
                  <a:lnTo>
                    <a:pt x="4479" y="4741931"/>
                  </a:lnTo>
                  <a:lnTo>
                    <a:pt x="17324" y="4783313"/>
                  </a:lnTo>
                  <a:lnTo>
                    <a:pt x="37651" y="4820761"/>
                  </a:lnTo>
                  <a:lnTo>
                    <a:pt x="64571" y="4853389"/>
                  </a:lnTo>
                  <a:lnTo>
                    <a:pt x="97199" y="4880309"/>
                  </a:lnTo>
                  <a:lnTo>
                    <a:pt x="134647" y="4900635"/>
                  </a:lnTo>
                  <a:lnTo>
                    <a:pt x="176029" y="4913481"/>
                  </a:lnTo>
                  <a:lnTo>
                    <a:pt x="220459" y="4917960"/>
                  </a:lnTo>
                  <a:lnTo>
                    <a:pt x="3492131" y="4917960"/>
                  </a:lnTo>
                  <a:lnTo>
                    <a:pt x="3536573" y="4913481"/>
                  </a:lnTo>
                  <a:lnTo>
                    <a:pt x="3577961" y="4900635"/>
                  </a:lnTo>
                  <a:lnTo>
                    <a:pt x="3615412" y="4880309"/>
                  </a:lnTo>
                  <a:lnTo>
                    <a:pt x="3648040" y="4853389"/>
                  </a:lnTo>
                  <a:lnTo>
                    <a:pt x="3674958" y="4820761"/>
                  </a:lnTo>
                  <a:lnTo>
                    <a:pt x="3695282" y="4783313"/>
                  </a:lnTo>
                  <a:lnTo>
                    <a:pt x="3708125" y="4741931"/>
                  </a:lnTo>
                  <a:lnTo>
                    <a:pt x="3712603" y="4697501"/>
                  </a:lnTo>
                  <a:lnTo>
                    <a:pt x="3712603" y="220472"/>
                  </a:lnTo>
                  <a:lnTo>
                    <a:pt x="3708125" y="176030"/>
                  </a:lnTo>
                  <a:lnTo>
                    <a:pt x="3695282" y="134641"/>
                  </a:lnTo>
                  <a:lnTo>
                    <a:pt x="3674958" y="97190"/>
                  </a:lnTo>
                  <a:lnTo>
                    <a:pt x="3648040" y="64563"/>
                  </a:lnTo>
                  <a:lnTo>
                    <a:pt x="3615412" y="37645"/>
                  </a:lnTo>
                  <a:lnTo>
                    <a:pt x="3577961" y="17321"/>
                  </a:lnTo>
                  <a:lnTo>
                    <a:pt x="3536573" y="4477"/>
                  </a:lnTo>
                  <a:lnTo>
                    <a:pt x="34921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  <p:sp>
          <p:nvSpPr>
            <p:cNvPr id="109" name="object 23">
              <a:extLst>
                <a:ext uri="{FF2B5EF4-FFF2-40B4-BE49-F238E27FC236}">
                  <a16:creationId xmlns:a16="http://schemas.microsoft.com/office/drawing/2014/main" id="{C1C46EE5-758A-C3DF-98FC-3D0741F86E0D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0" y="220472"/>
                  </a:moveTo>
                  <a:lnTo>
                    <a:pt x="4479" y="176030"/>
                  </a:lnTo>
                  <a:lnTo>
                    <a:pt x="17324" y="134641"/>
                  </a:lnTo>
                  <a:lnTo>
                    <a:pt x="37651" y="97190"/>
                  </a:lnTo>
                  <a:lnTo>
                    <a:pt x="64571" y="64563"/>
                  </a:lnTo>
                  <a:lnTo>
                    <a:pt x="97199" y="37645"/>
                  </a:lnTo>
                  <a:lnTo>
                    <a:pt x="134647" y="17321"/>
                  </a:lnTo>
                  <a:lnTo>
                    <a:pt x="176029" y="4477"/>
                  </a:lnTo>
                  <a:lnTo>
                    <a:pt x="220459" y="0"/>
                  </a:lnTo>
                  <a:lnTo>
                    <a:pt x="3492131" y="0"/>
                  </a:lnTo>
                  <a:lnTo>
                    <a:pt x="3536573" y="4477"/>
                  </a:lnTo>
                  <a:lnTo>
                    <a:pt x="3577961" y="17321"/>
                  </a:lnTo>
                  <a:lnTo>
                    <a:pt x="3615412" y="37645"/>
                  </a:lnTo>
                  <a:lnTo>
                    <a:pt x="3648040" y="64563"/>
                  </a:lnTo>
                  <a:lnTo>
                    <a:pt x="3674958" y="97190"/>
                  </a:lnTo>
                  <a:lnTo>
                    <a:pt x="3695282" y="134641"/>
                  </a:lnTo>
                  <a:lnTo>
                    <a:pt x="3708125" y="176030"/>
                  </a:lnTo>
                  <a:lnTo>
                    <a:pt x="3712603" y="220472"/>
                  </a:lnTo>
                  <a:lnTo>
                    <a:pt x="3712603" y="4697501"/>
                  </a:lnTo>
                  <a:lnTo>
                    <a:pt x="3708125" y="4741931"/>
                  </a:lnTo>
                  <a:lnTo>
                    <a:pt x="3695282" y="4783313"/>
                  </a:lnTo>
                  <a:lnTo>
                    <a:pt x="3674958" y="4820761"/>
                  </a:lnTo>
                  <a:lnTo>
                    <a:pt x="3648040" y="4853389"/>
                  </a:lnTo>
                  <a:lnTo>
                    <a:pt x="3615412" y="4880309"/>
                  </a:lnTo>
                  <a:lnTo>
                    <a:pt x="3577961" y="4900635"/>
                  </a:lnTo>
                  <a:lnTo>
                    <a:pt x="3536573" y="4913481"/>
                  </a:lnTo>
                  <a:lnTo>
                    <a:pt x="3492131" y="4917960"/>
                  </a:lnTo>
                  <a:lnTo>
                    <a:pt x="220459" y="4917960"/>
                  </a:lnTo>
                  <a:lnTo>
                    <a:pt x="176029" y="4913481"/>
                  </a:lnTo>
                  <a:lnTo>
                    <a:pt x="134647" y="4900635"/>
                  </a:lnTo>
                  <a:lnTo>
                    <a:pt x="97199" y="4880309"/>
                  </a:lnTo>
                  <a:lnTo>
                    <a:pt x="64571" y="4853389"/>
                  </a:lnTo>
                  <a:lnTo>
                    <a:pt x="37651" y="4820761"/>
                  </a:lnTo>
                  <a:lnTo>
                    <a:pt x="17324" y="4783313"/>
                  </a:lnTo>
                  <a:lnTo>
                    <a:pt x="4479" y="4741931"/>
                  </a:lnTo>
                  <a:lnTo>
                    <a:pt x="0" y="4697501"/>
                  </a:lnTo>
                  <a:lnTo>
                    <a:pt x="0" y="220472"/>
                  </a:lnTo>
                  <a:close/>
                </a:path>
              </a:pathLst>
            </a:custGeom>
            <a:grpFill/>
            <a:ln w="3175">
              <a:solidFill>
                <a:srgbClr val="7E7E7E"/>
              </a:solidFill>
              <a:prstDash val="lgDashDot"/>
            </a:ln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</p:grpSp>
      <p:grpSp>
        <p:nvGrpSpPr>
          <p:cNvPr id="110" name="object 19">
            <a:extLst>
              <a:ext uri="{FF2B5EF4-FFF2-40B4-BE49-F238E27FC236}">
                <a16:creationId xmlns:a16="http://schemas.microsoft.com/office/drawing/2014/main" id="{C352AEBC-095D-11A1-0AB3-9E08C92182D6}"/>
              </a:ext>
            </a:extLst>
          </p:cNvPr>
          <p:cNvGrpSpPr/>
          <p:nvPr/>
        </p:nvGrpSpPr>
        <p:grpSpPr>
          <a:xfrm>
            <a:off x="178810" y="1252967"/>
            <a:ext cx="3868699" cy="5080000"/>
            <a:chOff x="305282" y="1056982"/>
            <a:chExt cx="3868699" cy="5080000"/>
          </a:xfrm>
          <a:solidFill>
            <a:srgbClr val="F8F4ED"/>
          </a:solidFill>
        </p:grpSpPr>
        <p:pic>
          <p:nvPicPr>
            <p:cNvPr id="111" name="object 21">
              <a:extLst>
                <a:ext uri="{FF2B5EF4-FFF2-40B4-BE49-F238E27FC236}">
                  <a16:creationId xmlns:a16="http://schemas.microsoft.com/office/drawing/2014/main" id="{D2C01115-F33D-EF30-A363-8023C5803A4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82" y="1056982"/>
              <a:ext cx="3868699" cy="5080000"/>
            </a:xfrm>
            <a:prstGeom prst="rect">
              <a:avLst/>
            </a:prstGeom>
            <a:grpFill/>
          </p:spPr>
        </p:pic>
        <p:sp>
          <p:nvSpPr>
            <p:cNvPr id="112" name="object 22">
              <a:extLst>
                <a:ext uri="{FF2B5EF4-FFF2-40B4-BE49-F238E27FC236}">
                  <a16:creationId xmlns:a16="http://schemas.microsoft.com/office/drawing/2014/main" id="{47740C60-728C-01D7-C74D-A0FC385AE786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3492131" y="0"/>
                  </a:moveTo>
                  <a:lnTo>
                    <a:pt x="220459" y="0"/>
                  </a:lnTo>
                  <a:lnTo>
                    <a:pt x="176029" y="4477"/>
                  </a:lnTo>
                  <a:lnTo>
                    <a:pt x="134647" y="17321"/>
                  </a:lnTo>
                  <a:lnTo>
                    <a:pt x="97199" y="37645"/>
                  </a:lnTo>
                  <a:lnTo>
                    <a:pt x="64571" y="64563"/>
                  </a:lnTo>
                  <a:lnTo>
                    <a:pt x="37651" y="97190"/>
                  </a:lnTo>
                  <a:lnTo>
                    <a:pt x="17324" y="134641"/>
                  </a:lnTo>
                  <a:lnTo>
                    <a:pt x="4479" y="176030"/>
                  </a:lnTo>
                  <a:lnTo>
                    <a:pt x="0" y="220472"/>
                  </a:lnTo>
                  <a:lnTo>
                    <a:pt x="0" y="4697501"/>
                  </a:lnTo>
                  <a:lnTo>
                    <a:pt x="4479" y="4741931"/>
                  </a:lnTo>
                  <a:lnTo>
                    <a:pt x="17324" y="4783313"/>
                  </a:lnTo>
                  <a:lnTo>
                    <a:pt x="37651" y="4820761"/>
                  </a:lnTo>
                  <a:lnTo>
                    <a:pt x="64571" y="4853389"/>
                  </a:lnTo>
                  <a:lnTo>
                    <a:pt x="97199" y="4880309"/>
                  </a:lnTo>
                  <a:lnTo>
                    <a:pt x="134647" y="4900635"/>
                  </a:lnTo>
                  <a:lnTo>
                    <a:pt x="176029" y="4913481"/>
                  </a:lnTo>
                  <a:lnTo>
                    <a:pt x="220459" y="4917960"/>
                  </a:lnTo>
                  <a:lnTo>
                    <a:pt x="3492131" y="4917960"/>
                  </a:lnTo>
                  <a:lnTo>
                    <a:pt x="3536573" y="4913481"/>
                  </a:lnTo>
                  <a:lnTo>
                    <a:pt x="3577961" y="4900635"/>
                  </a:lnTo>
                  <a:lnTo>
                    <a:pt x="3615412" y="4880309"/>
                  </a:lnTo>
                  <a:lnTo>
                    <a:pt x="3648040" y="4853389"/>
                  </a:lnTo>
                  <a:lnTo>
                    <a:pt x="3674958" y="4820761"/>
                  </a:lnTo>
                  <a:lnTo>
                    <a:pt x="3695282" y="4783313"/>
                  </a:lnTo>
                  <a:lnTo>
                    <a:pt x="3708125" y="4741931"/>
                  </a:lnTo>
                  <a:lnTo>
                    <a:pt x="3712603" y="4697501"/>
                  </a:lnTo>
                  <a:lnTo>
                    <a:pt x="3712603" y="220472"/>
                  </a:lnTo>
                  <a:lnTo>
                    <a:pt x="3708125" y="176030"/>
                  </a:lnTo>
                  <a:lnTo>
                    <a:pt x="3695282" y="134641"/>
                  </a:lnTo>
                  <a:lnTo>
                    <a:pt x="3674958" y="97190"/>
                  </a:lnTo>
                  <a:lnTo>
                    <a:pt x="3648040" y="64563"/>
                  </a:lnTo>
                  <a:lnTo>
                    <a:pt x="3615412" y="37645"/>
                  </a:lnTo>
                  <a:lnTo>
                    <a:pt x="3577961" y="17321"/>
                  </a:lnTo>
                  <a:lnTo>
                    <a:pt x="3536573" y="4477"/>
                  </a:lnTo>
                  <a:lnTo>
                    <a:pt x="34921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  <p:sp>
          <p:nvSpPr>
            <p:cNvPr id="113" name="object 23">
              <a:extLst>
                <a:ext uri="{FF2B5EF4-FFF2-40B4-BE49-F238E27FC236}">
                  <a16:creationId xmlns:a16="http://schemas.microsoft.com/office/drawing/2014/main" id="{FC1CD288-E9A6-A67B-3241-F5EE7A333A98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0" y="220472"/>
                  </a:moveTo>
                  <a:lnTo>
                    <a:pt x="4479" y="176030"/>
                  </a:lnTo>
                  <a:lnTo>
                    <a:pt x="17324" y="134641"/>
                  </a:lnTo>
                  <a:lnTo>
                    <a:pt x="37651" y="97190"/>
                  </a:lnTo>
                  <a:lnTo>
                    <a:pt x="64571" y="64563"/>
                  </a:lnTo>
                  <a:lnTo>
                    <a:pt x="97199" y="37645"/>
                  </a:lnTo>
                  <a:lnTo>
                    <a:pt x="134647" y="17321"/>
                  </a:lnTo>
                  <a:lnTo>
                    <a:pt x="176029" y="4477"/>
                  </a:lnTo>
                  <a:lnTo>
                    <a:pt x="220459" y="0"/>
                  </a:lnTo>
                  <a:lnTo>
                    <a:pt x="3492131" y="0"/>
                  </a:lnTo>
                  <a:lnTo>
                    <a:pt x="3536573" y="4477"/>
                  </a:lnTo>
                  <a:lnTo>
                    <a:pt x="3577961" y="17321"/>
                  </a:lnTo>
                  <a:lnTo>
                    <a:pt x="3615412" y="37645"/>
                  </a:lnTo>
                  <a:lnTo>
                    <a:pt x="3648040" y="64563"/>
                  </a:lnTo>
                  <a:lnTo>
                    <a:pt x="3674958" y="97190"/>
                  </a:lnTo>
                  <a:lnTo>
                    <a:pt x="3695282" y="134641"/>
                  </a:lnTo>
                  <a:lnTo>
                    <a:pt x="3708125" y="176030"/>
                  </a:lnTo>
                  <a:lnTo>
                    <a:pt x="3712603" y="220472"/>
                  </a:lnTo>
                  <a:lnTo>
                    <a:pt x="3712603" y="4697501"/>
                  </a:lnTo>
                  <a:lnTo>
                    <a:pt x="3708125" y="4741931"/>
                  </a:lnTo>
                  <a:lnTo>
                    <a:pt x="3695282" y="4783313"/>
                  </a:lnTo>
                  <a:lnTo>
                    <a:pt x="3674958" y="4820761"/>
                  </a:lnTo>
                  <a:lnTo>
                    <a:pt x="3648040" y="4853389"/>
                  </a:lnTo>
                  <a:lnTo>
                    <a:pt x="3615412" y="4880309"/>
                  </a:lnTo>
                  <a:lnTo>
                    <a:pt x="3577961" y="4900635"/>
                  </a:lnTo>
                  <a:lnTo>
                    <a:pt x="3536573" y="4913481"/>
                  </a:lnTo>
                  <a:lnTo>
                    <a:pt x="3492131" y="4917960"/>
                  </a:lnTo>
                  <a:lnTo>
                    <a:pt x="220459" y="4917960"/>
                  </a:lnTo>
                  <a:lnTo>
                    <a:pt x="176029" y="4913481"/>
                  </a:lnTo>
                  <a:lnTo>
                    <a:pt x="134647" y="4900635"/>
                  </a:lnTo>
                  <a:lnTo>
                    <a:pt x="97199" y="4880309"/>
                  </a:lnTo>
                  <a:lnTo>
                    <a:pt x="64571" y="4853389"/>
                  </a:lnTo>
                  <a:lnTo>
                    <a:pt x="37651" y="4820761"/>
                  </a:lnTo>
                  <a:lnTo>
                    <a:pt x="17324" y="4783313"/>
                  </a:lnTo>
                  <a:lnTo>
                    <a:pt x="4479" y="4741931"/>
                  </a:lnTo>
                  <a:lnTo>
                    <a:pt x="0" y="4697501"/>
                  </a:lnTo>
                  <a:lnTo>
                    <a:pt x="0" y="220472"/>
                  </a:lnTo>
                  <a:close/>
                </a:path>
              </a:pathLst>
            </a:custGeom>
            <a:grpFill/>
            <a:ln w="3175">
              <a:solidFill>
                <a:srgbClr val="7E7E7E"/>
              </a:solidFill>
              <a:prstDash val="lgDashDot"/>
            </a:ln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</p:grp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6C7A411-AF3C-D14A-4513-4A7E216308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50684" y="3798454"/>
            <a:ext cx="3234057" cy="2156038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BDE7CFE2-41C0-102D-1F19-AE7887C98AF3}"/>
              </a:ext>
            </a:extLst>
          </p:cNvPr>
          <p:cNvSpPr txBox="1"/>
          <p:nvPr/>
        </p:nvSpPr>
        <p:spPr>
          <a:xfrm>
            <a:off x="3523933" y="1547929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992937"/>
                </a:solidFill>
                <a:latin typeface="Montserrat" panose="00000500000000000000" pitchFamily="2" charset="0"/>
              </a:rPr>
              <a:t>BoJ Composition</a:t>
            </a:r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D88C3CC-F6B9-3EC7-FD71-51F031FD8917}"/>
              </a:ext>
            </a:extLst>
          </p:cNvPr>
          <p:cNvSpPr txBox="1"/>
          <p:nvPr/>
        </p:nvSpPr>
        <p:spPr>
          <a:xfrm>
            <a:off x="-475561" y="1547929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992937"/>
                </a:solidFill>
                <a:latin typeface="Montserrat" panose="00000500000000000000" pitchFamily="2" charset="0"/>
              </a:rPr>
              <a:t>BoJ Rules</a:t>
            </a:r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5BEA9B3-79B8-8FD8-A425-5D5604BE314F}"/>
              </a:ext>
            </a:extLst>
          </p:cNvPr>
          <p:cNvSpPr txBox="1"/>
          <p:nvPr/>
        </p:nvSpPr>
        <p:spPr>
          <a:xfrm>
            <a:off x="7547763" y="1435275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F85C0E5-5225-2BFF-8B87-19E33FB4C2B4}"/>
              </a:ext>
            </a:extLst>
          </p:cNvPr>
          <p:cNvSpPr txBox="1"/>
          <p:nvPr/>
        </p:nvSpPr>
        <p:spPr>
          <a:xfrm>
            <a:off x="7557672" y="1547929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992937"/>
                </a:solidFill>
                <a:latin typeface="Montserrat" panose="00000500000000000000" pitchFamily="2" charset="0"/>
              </a:rPr>
              <a:t>Current Members</a:t>
            </a:r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0DF00AF-CEBE-573D-0CA6-6B722B6A539A}"/>
              </a:ext>
            </a:extLst>
          </p:cNvPr>
          <p:cNvSpPr txBox="1"/>
          <p:nvPr/>
        </p:nvSpPr>
        <p:spPr>
          <a:xfrm>
            <a:off x="5312307" y="2045782"/>
            <a:ext cx="2231317" cy="89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200" b="1">
                <a:solidFill>
                  <a:srgbClr val="F3D589"/>
                </a:solidFill>
                <a:latin typeface="Montserrat" panose="00000500000000000000" pitchFamily="2" charset="0"/>
              </a:rPr>
              <a:t>1</a:t>
            </a:r>
            <a:r>
              <a:rPr lang="pt-BR" sz="1200">
                <a:solidFill>
                  <a:srgbClr val="992937"/>
                </a:solidFill>
                <a:latin typeface="Montserrat" panose="00000500000000000000" pitchFamily="2" charset="0"/>
              </a:rPr>
              <a:t>  </a:t>
            </a:r>
            <a:r>
              <a:rPr lang="pt-BR" sz="1000" err="1">
                <a:latin typeface="Montserrat" panose="00000500000000000000" pitchFamily="2" charset="0"/>
              </a:rPr>
              <a:t>Governor</a:t>
            </a:r>
            <a:endParaRPr lang="pt-BR" sz="100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200" b="1">
                <a:solidFill>
                  <a:srgbClr val="A18F79"/>
                </a:solidFill>
                <a:latin typeface="Montserrat" panose="00000500000000000000" pitchFamily="2" charset="0"/>
              </a:rPr>
              <a:t>2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Deputy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Governor</a:t>
            </a:r>
            <a:endParaRPr lang="pt-BR" sz="100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200" b="1">
                <a:solidFill>
                  <a:srgbClr val="A18F79"/>
                </a:solidFill>
                <a:latin typeface="Montserrat" panose="00000500000000000000" pitchFamily="2" charset="0"/>
              </a:rPr>
              <a:t>6</a:t>
            </a:r>
            <a:r>
              <a:rPr lang="pt-BR" sz="1000">
                <a:latin typeface="Montserrat" panose="00000500000000000000" pitchFamily="2" charset="0"/>
              </a:rPr>
              <a:t>  Board </a:t>
            </a:r>
            <a:r>
              <a:rPr lang="pt-BR" sz="1000" err="1">
                <a:latin typeface="Montserrat" panose="00000500000000000000" pitchFamily="2" charset="0"/>
              </a:rPr>
              <a:t>Members</a:t>
            </a:r>
            <a:endParaRPr lang="pt-BR" sz="1000">
              <a:latin typeface="Montserrat" panose="00000500000000000000" pitchFamily="2" charset="0"/>
            </a:endParaRP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97466D32-7182-593B-2623-D152788673D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F3D589"/>
              <a:srgbClr val="F3D589"/>
            </a:duotone>
          </a:blip>
          <a:stretch>
            <a:fillRect/>
          </a:stretch>
        </p:blipFill>
        <p:spPr>
          <a:xfrm>
            <a:off x="5120029" y="2173939"/>
            <a:ext cx="169178" cy="169178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2458D7F4-A29E-CF94-5795-2623D445566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A99B86"/>
              <a:srgbClr val="A99B86"/>
            </a:duotone>
          </a:blip>
          <a:stretch>
            <a:fillRect/>
          </a:stretch>
        </p:blipFill>
        <p:spPr>
          <a:xfrm>
            <a:off x="5120029" y="2444869"/>
            <a:ext cx="169178" cy="169178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831B655F-A19E-E5BA-8AFF-877009EB847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A99B86"/>
              <a:srgbClr val="A99B86"/>
            </a:duotone>
          </a:blip>
          <a:stretch>
            <a:fillRect/>
          </a:stretch>
        </p:blipFill>
        <p:spPr>
          <a:xfrm>
            <a:off x="5096929" y="2695643"/>
            <a:ext cx="215378" cy="215378"/>
          </a:xfrm>
          <a:prstGeom prst="rect">
            <a:avLst/>
          </a:prstGeom>
        </p:spPr>
      </p:pic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09A6269-1B53-9AC9-235A-0DF5E4B9B7FC}"/>
              </a:ext>
            </a:extLst>
          </p:cNvPr>
          <p:cNvCxnSpPr>
            <a:cxnSpLocks/>
          </p:cNvCxnSpPr>
          <p:nvPr/>
        </p:nvCxnSpPr>
        <p:spPr>
          <a:xfrm>
            <a:off x="4450684" y="3035662"/>
            <a:ext cx="3234057" cy="0"/>
          </a:xfrm>
          <a:prstGeom prst="line">
            <a:avLst/>
          </a:prstGeom>
          <a:ln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8BE8CAA9-87AE-3C24-B500-11FCFF34EA71}"/>
              </a:ext>
            </a:extLst>
          </p:cNvPr>
          <p:cNvSpPr txBox="1"/>
          <p:nvPr/>
        </p:nvSpPr>
        <p:spPr>
          <a:xfrm>
            <a:off x="5315294" y="3024906"/>
            <a:ext cx="2439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C66969"/>
                </a:solidFill>
                <a:latin typeface="Montserrat" panose="00000500000000000000" pitchFamily="2" charset="0"/>
              </a:rPr>
              <a:t>2</a:t>
            </a:r>
            <a:r>
              <a:rPr lang="pt-BR">
                <a:solidFill>
                  <a:srgbClr val="C66969"/>
                </a:solidFill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Outside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Members</a:t>
            </a:r>
            <a:endParaRPr lang="pt-BR" sz="1000">
              <a:latin typeface="Montserrat" panose="00000500000000000000" pitchFamily="2" charset="0"/>
            </a:endParaRPr>
          </a:p>
          <a:p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800">
                <a:latin typeface="Montserrat" panose="00000500000000000000" pitchFamily="2" charset="0"/>
              </a:rPr>
              <a:t>    (</a:t>
            </a:r>
            <a:r>
              <a:rPr lang="pt-BR" sz="800" err="1">
                <a:latin typeface="Montserrat" panose="00000500000000000000" pitchFamily="2" charset="0"/>
              </a:rPr>
              <a:t>Cabinet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members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don't</a:t>
            </a:r>
            <a:r>
              <a:rPr lang="pt-BR" sz="800">
                <a:latin typeface="Montserrat" panose="00000500000000000000" pitchFamily="2" charset="0"/>
              </a:rPr>
              <a:t> vote)</a:t>
            </a: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4760587F-6FCB-139C-CEF0-3362754FBF1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029" y="3197275"/>
            <a:ext cx="169178" cy="169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C85480-6584-E183-44FB-891D0373161F}"/>
              </a:ext>
            </a:extLst>
          </p:cNvPr>
          <p:cNvSpPr txBox="1"/>
          <p:nvPr/>
        </p:nvSpPr>
        <p:spPr>
          <a:xfrm>
            <a:off x="958937" y="2189687"/>
            <a:ext cx="2770745" cy="3236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000" err="1">
                <a:latin typeface="Montserrat" panose="00000500000000000000" pitchFamily="2" charset="0"/>
              </a:rPr>
              <a:t>Decisions</a:t>
            </a:r>
            <a:r>
              <a:rPr lang="pt-BR" sz="1000">
                <a:latin typeface="Montserrat" panose="00000500000000000000" pitchFamily="2" charset="0"/>
              </a:rPr>
              <a:t> are </a:t>
            </a:r>
            <a:r>
              <a:rPr lang="pt-BR" sz="1000" err="1">
                <a:latin typeface="Montserrat" panose="00000500000000000000" pitchFamily="2" charset="0"/>
              </a:rPr>
              <a:t>made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by</a:t>
            </a:r>
            <a:r>
              <a:rPr lang="pt-BR" sz="1000">
                <a:latin typeface="Montserrat" panose="00000500000000000000" pitchFamily="2" charset="0"/>
              </a:rPr>
              <a:t> a </a:t>
            </a:r>
            <a:r>
              <a:rPr lang="pt-BR" sz="1000" b="1" err="1">
                <a:latin typeface="Montserrat" panose="00000500000000000000" pitchFamily="2" charset="0"/>
              </a:rPr>
              <a:t>majority</a:t>
            </a:r>
            <a:endParaRPr lang="pt-BR" sz="1000" b="1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800">
                <a:latin typeface="Montserrat" panose="00000500000000000000" pitchFamily="2" charset="0"/>
              </a:rPr>
              <a:t>In a </a:t>
            </a:r>
            <a:r>
              <a:rPr lang="pt-BR" sz="800" err="1">
                <a:latin typeface="Montserrat" panose="00000500000000000000" pitchFamily="2" charset="0"/>
              </a:rPr>
              <a:t>tie</a:t>
            </a:r>
            <a:r>
              <a:rPr lang="pt-BR" sz="800">
                <a:latin typeface="Montserrat" panose="00000500000000000000" pitchFamily="2" charset="0"/>
              </a:rPr>
              <a:t>, </a:t>
            </a:r>
            <a:r>
              <a:rPr lang="pt-BR" sz="800" err="1">
                <a:latin typeface="Montserrat" panose="00000500000000000000" pitchFamily="2" charset="0"/>
              </a:rPr>
              <a:t>the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Governor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have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the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deciding</a:t>
            </a:r>
            <a:r>
              <a:rPr lang="pt-BR" sz="800">
                <a:latin typeface="Montserrat" panose="00000500000000000000" pitchFamily="2" charset="0"/>
              </a:rPr>
              <a:t> vote</a:t>
            </a:r>
          </a:p>
          <a:p>
            <a:pPr>
              <a:lnSpc>
                <a:spcPct val="150000"/>
              </a:lnSpc>
            </a:pPr>
            <a:endParaRPr lang="pt-BR" sz="80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pt-BR" sz="80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pt-BR" sz="80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000" err="1">
                <a:latin typeface="Montserrat" panose="00000500000000000000" pitchFamily="2" charset="0"/>
              </a:rPr>
              <a:t>All</a:t>
            </a:r>
            <a:r>
              <a:rPr lang="pt-BR" sz="1000">
                <a:latin typeface="Montserrat" panose="00000500000000000000" pitchFamily="2" charset="0"/>
              </a:rPr>
              <a:t> 9 </a:t>
            </a:r>
            <a:r>
              <a:rPr lang="pt-BR" sz="1000" err="1">
                <a:latin typeface="Montserrat" panose="00000500000000000000" pitchFamily="2" charset="0"/>
              </a:rPr>
              <a:t>members</a:t>
            </a:r>
            <a:r>
              <a:rPr lang="pt-BR" sz="1000">
                <a:latin typeface="Montserrat" panose="00000500000000000000" pitchFamily="2" charset="0"/>
              </a:rPr>
              <a:t> vote </a:t>
            </a:r>
            <a:r>
              <a:rPr lang="pt-BR" sz="800">
                <a:latin typeface="Montserrat" panose="00000500000000000000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endParaRPr lang="pt-BR" sz="80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000">
                <a:latin typeface="Montserrat" panose="00000500000000000000" pitchFamily="2" charset="0"/>
              </a:rPr>
              <a:t>The </a:t>
            </a:r>
            <a:r>
              <a:rPr lang="pt-BR" sz="1000" err="1">
                <a:latin typeface="Montserrat" panose="00000500000000000000" pitchFamily="2" charset="0"/>
              </a:rPr>
              <a:t>government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has</a:t>
            </a:r>
            <a:r>
              <a:rPr lang="pt-BR" sz="1000">
                <a:latin typeface="Montserrat" panose="00000500000000000000" pitchFamily="2" charset="0"/>
              </a:rPr>
              <a:t> a </a:t>
            </a:r>
            <a:r>
              <a:rPr lang="pt-BR" sz="1000" err="1">
                <a:latin typeface="Montserrat" panose="00000500000000000000" pitchFamily="2" charset="0"/>
              </a:rPr>
              <a:t>seat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but</a:t>
            </a:r>
            <a:r>
              <a:rPr lang="pt-BR" sz="1000">
                <a:latin typeface="Montserrat" panose="00000500000000000000" pitchFamily="2" charset="0"/>
              </a:rPr>
              <a:t> no vote</a:t>
            </a:r>
            <a:endParaRPr lang="pt-BR" sz="800">
              <a:latin typeface="Montserrat" panose="00000500000000000000" pitchFamily="2" charset="0"/>
            </a:endParaRPr>
          </a:p>
          <a:p>
            <a:r>
              <a:rPr lang="pt-BR" sz="800">
                <a:latin typeface="Montserrat" panose="00000500000000000000" pitchFamily="2" charset="0"/>
              </a:rPr>
              <a:t>Express </a:t>
            </a:r>
            <a:r>
              <a:rPr lang="pt-BR" sz="800" err="1">
                <a:latin typeface="Montserrat" panose="00000500000000000000" pitchFamily="2" charset="0"/>
              </a:rPr>
              <a:t>opinions</a:t>
            </a:r>
            <a:r>
              <a:rPr lang="pt-BR" sz="800">
                <a:latin typeface="Montserrat" panose="00000500000000000000" pitchFamily="2" charset="0"/>
              </a:rPr>
              <a:t>, </a:t>
            </a:r>
            <a:r>
              <a:rPr lang="pt-BR" sz="800" err="1">
                <a:latin typeface="Montserrat" panose="00000500000000000000" pitchFamily="2" charset="0"/>
              </a:rPr>
              <a:t>submit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proposals</a:t>
            </a:r>
            <a:r>
              <a:rPr lang="pt-BR" sz="800">
                <a:latin typeface="Montserrat" panose="00000500000000000000" pitchFamily="2" charset="0"/>
              </a:rPr>
              <a:t>, </a:t>
            </a:r>
            <a:r>
              <a:rPr lang="pt-BR" sz="800" err="1">
                <a:latin typeface="Montserrat" panose="00000500000000000000" pitchFamily="2" charset="0"/>
              </a:rPr>
              <a:t>and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b="1" err="1">
                <a:latin typeface="Montserrat" panose="00000500000000000000" pitchFamily="2" charset="0"/>
              </a:rPr>
              <a:t>request</a:t>
            </a:r>
            <a:r>
              <a:rPr lang="pt-BR" sz="800" b="1">
                <a:latin typeface="Montserrat" panose="00000500000000000000" pitchFamily="2" charset="0"/>
              </a:rPr>
              <a:t> </a:t>
            </a:r>
            <a:r>
              <a:rPr lang="pt-BR" sz="800" b="1" err="1">
                <a:latin typeface="Montserrat" panose="00000500000000000000" pitchFamily="2" charset="0"/>
              </a:rPr>
              <a:t>that</a:t>
            </a:r>
            <a:r>
              <a:rPr lang="pt-BR" sz="800" b="1">
                <a:latin typeface="Montserrat" panose="00000500000000000000" pitchFamily="2" charset="0"/>
              </a:rPr>
              <a:t> a vote </a:t>
            </a:r>
            <a:r>
              <a:rPr lang="pt-BR" sz="800" b="1" err="1">
                <a:latin typeface="Montserrat" panose="00000500000000000000" pitchFamily="2" charset="0"/>
              </a:rPr>
              <a:t>be</a:t>
            </a:r>
            <a:r>
              <a:rPr lang="pt-BR" sz="800" b="1">
                <a:latin typeface="Montserrat" panose="00000500000000000000" pitchFamily="2" charset="0"/>
              </a:rPr>
              <a:t> </a:t>
            </a:r>
            <a:r>
              <a:rPr lang="pt-BR" sz="800" b="1" err="1">
                <a:latin typeface="Montserrat" panose="00000500000000000000" pitchFamily="2" charset="0"/>
              </a:rPr>
              <a:t>postponed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to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the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next</a:t>
            </a:r>
            <a:r>
              <a:rPr lang="pt-BR" sz="800">
                <a:latin typeface="Montserrat" panose="00000500000000000000" pitchFamily="2" charset="0"/>
              </a:rPr>
              <a:t> meeting</a:t>
            </a:r>
            <a:endParaRPr lang="pt-BR" sz="800" b="1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pt-BR" sz="800" b="1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pt-BR" sz="800" b="1">
              <a:latin typeface="Montserrat" panose="00000500000000000000" pitchFamily="2" charset="0"/>
            </a:endParaRPr>
          </a:p>
          <a:p>
            <a:pPr algn="just"/>
            <a:r>
              <a:rPr lang="en-US" sz="1000">
                <a:latin typeface="Montserrat" panose="00000500000000000000" pitchFamily="2" charset="0"/>
              </a:rPr>
              <a:t>Indications 5 years
</a:t>
            </a:r>
            <a:r>
              <a:rPr lang="en-US" sz="800">
                <a:latin typeface="Montserrat" panose="00000500000000000000" pitchFamily="2" charset="0"/>
              </a:rPr>
              <a:t>Held every 5 years by the Cabinet (</a:t>
            </a:r>
            <a:r>
              <a:rPr lang="pt-BR" sz="800" err="1">
                <a:latin typeface="Montserrat (corpo)"/>
              </a:rPr>
              <a:t>Japan’s</a:t>
            </a:r>
            <a:r>
              <a:rPr lang="pt-BR" sz="800">
                <a:latin typeface="Montserrat (corpo)"/>
              </a:rPr>
              <a:t> </a:t>
            </a:r>
            <a:r>
              <a:rPr lang="pt-BR" sz="800" err="1">
                <a:latin typeface="Montserrat (corpo)"/>
              </a:rPr>
              <a:t>executive</a:t>
            </a:r>
            <a:r>
              <a:rPr lang="pt-BR" sz="800">
                <a:latin typeface="Montserrat (corpo)"/>
              </a:rPr>
              <a:t> Branch)</a:t>
            </a:r>
            <a:r>
              <a:rPr lang="en-US" sz="800">
                <a:latin typeface="Montserrat" panose="00000500000000000000" pitchFamily="2" charset="0"/>
              </a:rPr>
              <a:t> and approved by the House of Diet</a:t>
            </a:r>
            <a:endParaRPr lang="pt-BR" sz="800" b="1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pt-BR" sz="800" b="1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000">
                <a:latin typeface="Montserrat" panose="00000500000000000000" pitchFamily="2" charset="0"/>
              </a:rPr>
              <a:t> 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70A526-7627-A602-11DD-21E83A41FE0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156" y="2230918"/>
            <a:ext cx="383130" cy="3831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A859D1-8A5F-E36B-EA86-8FEC6645530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4466" y="3908252"/>
            <a:ext cx="424511" cy="42451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4677AC-64B4-A57E-C534-2FD9F3ABAD98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0601" y="4734362"/>
            <a:ext cx="472241" cy="47224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384FD8F-1BFC-34A0-2F2C-6E142A6DB2D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4466" y="3130144"/>
            <a:ext cx="424511" cy="42451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339CF202-A589-42BE-7570-6C0AE450E38F}"/>
              </a:ext>
            </a:extLst>
          </p:cNvPr>
          <p:cNvSpPr txBox="1"/>
          <p:nvPr/>
        </p:nvSpPr>
        <p:spPr>
          <a:xfrm>
            <a:off x="8969051" y="2113101"/>
            <a:ext cx="2303181" cy="387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pt-BR" sz="1000" b="1"/>
              <a:t>Ueda Kazuo</a:t>
            </a:r>
            <a:r>
              <a:rPr lang="pt-BR" sz="1000"/>
              <a:t>, </a:t>
            </a:r>
            <a:r>
              <a:rPr lang="pt-BR" sz="1000" err="1"/>
              <a:t>Governor</a:t>
            </a:r>
            <a:r>
              <a:rPr lang="pt-BR" sz="1000"/>
              <a:t> </a:t>
            </a:r>
            <a:r>
              <a:rPr lang="pt-BR" sz="1000" err="1"/>
              <a:t>of</a:t>
            </a:r>
            <a:r>
              <a:rPr lang="pt-BR" sz="1000"/>
              <a:t> </a:t>
            </a:r>
            <a:r>
              <a:rPr lang="pt-BR" sz="1000" err="1"/>
              <a:t>the</a:t>
            </a:r>
            <a:r>
              <a:rPr lang="pt-BR" sz="1000"/>
              <a:t> Board</a:t>
            </a:r>
          </a:p>
          <a:p>
            <a:pPr algn="ctr">
              <a:lnSpc>
                <a:spcPct val="250000"/>
              </a:lnSpc>
            </a:pPr>
            <a:r>
              <a:rPr lang="pt-BR" sz="1000" b="1" err="1"/>
              <a:t>Himino</a:t>
            </a:r>
            <a:r>
              <a:rPr lang="pt-BR" sz="1000" b="1"/>
              <a:t> </a:t>
            </a:r>
            <a:r>
              <a:rPr lang="pt-BR" sz="1000" b="1" err="1"/>
              <a:t>Ryozo</a:t>
            </a:r>
            <a:r>
              <a:rPr lang="pt-BR" sz="1000"/>
              <a:t>, </a:t>
            </a:r>
            <a:r>
              <a:rPr lang="pt-BR" sz="1000" err="1"/>
              <a:t>Deputy</a:t>
            </a:r>
            <a:r>
              <a:rPr lang="pt-BR" sz="1000"/>
              <a:t> </a:t>
            </a:r>
            <a:r>
              <a:rPr lang="pt-BR" sz="1000" err="1"/>
              <a:t>Governor</a:t>
            </a:r>
            <a:endParaRPr lang="pt-BR" sz="1000"/>
          </a:p>
          <a:p>
            <a:pPr algn="ctr">
              <a:lnSpc>
                <a:spcPct val="250000"/>
              </a:lnSpc>
            </a:pPr>
            <a:r>
              <a:rPr lang="pt-BR" sz="1000" b="1" err="1"/>
              <a:t>Uchida</a:t>
            </a:r>
            <a:r>
              <a:rPr lang="pt-BR" sz="1000" b="1"/>
              <a:t> </a:t>
            </a:r>
            <a:r>
              <a:rPr lang="pt-BR" sz="1000" b="1" err="1"/>
              <a:t>Shinichi</a:t>
            </a:r>
            <a:r>
              <a:rPr lang="pt-BR" sz="1000" b="1"/>
              <a:t>, </a:t>
            </a:r>
            <a:r>
              <a:rPr lang="pt-BR" sz="1000" err="1"/>
              <a:t>Deputy</a:t>
            </a:r>
            <a:r>
              <a:rPr lang="pt-BR" sz="1000"/>
              <a:t> </a:t>
            </a:r>
            <a:r>
              <a:rPr lang="pt-BR" sz="1000" err="1"/>
              <a:t>Governor</a:t>
            </a:r>
            <a:endParaRPr lang="pt-BR" sz="1000"/>
          </a:p>
          <a:p>
            <a:pPr algn="ctr">
              <a:lnSpc>
                <a:spcPct val="250000"/>
              </a:lnSpc>
            </a:pPr>
            <a:r>
              <a:rPr lang="pt-BR" sz="1000" b="1" err="1"/>
              <a:t>Takata</a:t>
            </a:r>
            <a:r>
              <a:rPr lang="pt-BR" sz="1000" b="1"/>
              <a:t> Hajime, </a:t>
            </a:r>
            <a:r>
              <a:rPr lang="pt-BR" sz="1000" err="1"/>
              <a:t>Member</a:t>
            </a:r>
            <a:r>
              <a:rPr lang="pt-BR" sz="1000"/>
              <a:t> </a:t>
            </a:r>
          </a:p>
          <a:p>
            <a:pPr algn="ctr">
              <a:lnSpc>
                <a:spcPct val="250000"/>
              </a:lnSpc>
            </a:pPr>
            <a:r>
              <a:rPr lang="pt-BR" sz="1000" b="1" err="1"/>
              <a:t>Tamura</a:t>
            </a:r>
            <a:r>
              <a:rPr lang="pt-BR" sz="1000"/>
              <a:t> </a:t>
            </a:r>
            <a:r>
              <a:rPr lang="pt-BR" sz="1000" b="1"/>
              <a:t>Naoki</a:t>
            </a:r>
            <a:r>
              <a:rPr lang="pt-BR" sz="1000"/>
              <a:t>, </a:t>
            </a:r>
            <a:r>
              <a:rPr lang="pt-BR" sz="1000" err="1"/>
              <a:t>Member</a:t>
            </a:r>
            <a:endParaRPr lang="pt-BR" sz="1000"/>
          </a:p>
          <a:p>
            <a:pPr algn="ctr">
              <a:lnSpc>
                <a:spcPct val="250000"/>
              </a:lnSpc>
            </a:pPr>
            <a:r>
              <a:rPr lang="pt-BR" sz="1000" b="1" err="1"/>
              <a:t>Koeda</a:t>
            </a:r>
            <a:r>
              <a:rPr lang="pt-BR" sz="1000" b="1"/>
              <a:t> </a:t>
            </a:r>
            <a:r>
              <a:rPr lang="pt-BR" sz="1000" b="1" err="1"/>
              <a:t>Junko</a:t>
            </a:r>
            <a:r>
              <a:rPr lang="pt-BR" sz="1000" b="1"/>
              <a:t>, </a:t>
            </a:r>
            <a:r>
              <a:rPr lang="pt-BR" sz="1000" err="1"/>
              <a:t>Member</a:t>
            </a:r>
            <a:endParaRPr lang="pt-BR" sz="1000"/>
          </a:p>
          <a:p>
            <a:pPr algn="ctr">
              <a:lnSpc>
                <a:spcPct val="250000"/>
              </a:lnSpc>
            </a:pPr>
            <a:r>
              <a:rPr lang="pt-BR" sz="1000" b="1" err="1"/>
              <a:t>Masu</a:t>
            </a:r>
            <a:r>
              <a:rPr lang="pt-BR" sz="1000" b="1"/>
              <a:t> </a:t>
            </a:r>
            <a:r>
              <a:rPr lang="pt-BR" sz="1000" b="1" err="1"/>
              <a:t>Kazuyuki</a:t>
            </a:r>
            <a:r>
              <a:rPr lang="pt-BR" sz="1000"/>
              <a:t>, </a:t>
            </a:r>
            <a:r>
              <a:rPr lang="pt-BR" sz="1000" err="1"/>
              <a:t>Member</a:t>
            </a:r>
            <a:endParaRPr lang="pt-BR" sz="1000"/>
          </a:p>
          <a:p>
            <a:pPr algn="ctr">
              <a:lnSpc>
                <a:spcPct val="250000"/>
              </a:lnSpc>
            </a:pPr>
            <a:r>
              <a:rPr lang="pt-BR" sz="1000" b="1"/>
              <a:t>Sato </a:t>
            </a:r>
            <a:r>
              <a:rPr lang="pt-BR" sz="1000" b="1" err="1"/>
              <a:t>Ayano</a:t>
            </a:r>
            <a:r>
              <a:rPr lang="pt-BR" sz="1000" b="1"/>
              <a:t>, </a:t>
            </a:r>
            <a:r>
              <a:rPr lang="pt-BR" sz="1000" err="1"/>
              <a:t>Member</a:t>
            </a:r>
            <a:endParaRPr lang="pt-BR" sz="1000"/>
          </a:p>
          <a:p>
            <a:pPr algn="ctr">
              <a:lnSpc>
                <a:spcPct val="250000"/>
              </a:lnSpc>
            </a:pPr>
            <a:r>
              <a:rPr lang="pt-BR" sz="1000" b="1"/>
              <a:t>Asada </a:t>
            </a:r>
            <a:r>
              <a:rPr lang="pt-BR" sz="1000" b="1" err="1"/>
              <a:t>Toichiro</a:t>
            </a:r>
            <a:r>
              <a:rPr lang="pt-BR" sz="1000" b="1"/>
              <a:t>, </a:t>
            </a:r>
            <a:r>
              <a:rPr lang="pt-BR" sz="1000" err="1"/>
              <a:t>Member</a:t>
            </a:r>
            <a:endParaRPr lang="pt-BR" sz="1000"/>
          </a:p>
          <a:p>
            <a:pPr algn="ctr">
              <a:lnSpc>
                <a:spcPct val="250000"/>
              </a:lnSpc>
            </a:pPr>
            <a:endParaRPr lang="pt-BR" sz="1000"/>
          </a:p>
        </p:txBody>
      </p:sp>
      <p:sp>
        <p:nvSpPr>
          <p:cNvPr id="67" name="BoJ logo cover">
            <a:extLst>
              <a:ext uri="{FF2B5EF4-FFF2-40B4-BE49-F238E27FC236}">
                <a16:creationId xmlns:a16="http://schemas.microsoft.com/office/drawing/2014/main" id="{4586C26F-F42E-471D-83E5-1E0665A6E7B3}"/>
              </a:ext>
            </a:extLst>
          </p:cNvPr>
          <p:cNvSpPr/>
          <p:nvPr/>
        </p:nvSpPr>
        <p:spPr>
          <a:xfrm>
            <a:off x="5518512" y="4341369"/>
            <a:ext cx="1016000" cy="838200"/>
          </a:xfrm>
          <a:prstGeom prst="rect">
            <a:avLst/>
          </a:prstGeom>
          <a:solidFill>
            <a:srgbClr val="F5F2EA"/>
          </a:solidFill>
          <a:ln w="19050" cap="flat" cmpd="sng" algn="ctr">
            <a:noFill/>
            <a:prstDash val="solid"/>
            <a:miter lim="800000"/>
          </a:ln>
          <a:effectLst>
            <a:softEdge rad="571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8FACD22-DF9D-40B1-33DF-4CEA3B3C147D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7AA6A8D-E17D-829C-09D5-7AC902E08EAE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C83E60B-9690-5B16-88A8-A93EFC285C47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85B162C-ECBD-80BB-023E-1E84750AB5B6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0FC9005A-90EC-4BE2-A335-8197E69B0D49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Monetary policy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A419E3A-BEFE-1080-A0FB-E40FE019E9F6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38448386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1871580A-BF0B-0B82-26C5-F019EFFA3AD7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25" name="Text Placeholder 18">
            <a:extLst>
              <a:ext uri="{FF2B5EF4-FFF2-40B4-BE49-F238E27FC236}">
                <a16:creationId xmlns:a16="http://schemas.microsoft.com/office/drawing/2014/main" id="{EA99C1EF-F5B8-2047-44FE-18F0E7600C45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27" name="Text Placeholder 18">
            <a:extLst>
              <a:ext uri="{FF2B5EF4-FFF2-40B4-BE49-F238E27FC236}">
                <a16:creationId xmlns:a16="http://schemas.microsoft.com/office/drawing/2014/main" id="{79F99BA0-341F-166D-7D16-2DA7ECAE59CC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29" name="Text Placeholder 18">
            <a:extLst>
              <a:ext uri="{FF2B5EF4-FFF2-40B4-BE49-F238E27FC236}">
                <a16:creationId xmlns:a16="http://schemas.microsoft.com/office/drawing/2014/main" id="{7BB3E04D-69AB-BB68-B192-D980E7885DE6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31" name="Text Placeholder 18">
            <a:extLst>
              <a:ext uri="{FF2B5EF4-FFF2-40B4-BE49-F238E27FC236}">
                <a16:creationId xmlns:a16="http://schemas.microsoft.com/office/drawing/2014/main" id="{53CED4B9-07BC-4684-5329-9A667E438CF1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Monetary policy</a:t>
            </a:r>
          </a:p>
        </p:txBody>
      </p:sp>
      <p:sp>
        <p:nvSpPr>
          <p:cNvPr id="133" name="Text Placeholder 18">
            <a:extLst>
              <a:ext uri="{FF2B5EF4-FFF2-40B4-BE49-F238E27FC236}">
                <a16:creationId xmlns:a16="http://schemas.microsoft.com/office/drawing/2014/main" id="{531C6EA6-B841-1961-97F3-9AB0746DCC35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6FD6B9-F207-3865-CB98-21C71AE54F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FE8AF-D882-CE2B-66D0-3B3F1AD2F0F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81411-15CD-E133-D965-D352652A81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D9A366-7FC9-F084-18F8-871D1D9728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011E50-65B2-31A7-F6F2-6864EDC2DA3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16FFB9-F2D5-E025-57A1-13853AF1B3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Nine </a:t>
            </a:r>
            <a:r>
              <a:rPr lang="pt-BR" err="1"/>
              <a:t>voting</a:t>
            </a:r>
            <a:r>
              <a:rPr lang="pt-BR"/>
              <a:t> </a:t>
            </a:r>
            <a:r>
              <a:rPr lang="pt-BR" err="1"/>
              <a:t>members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two</a:t>
            </a:r>
            <a:r>
              <a:rPr lang="pt-BR"/>
              <a:t> non-</a:t>
            </a:r>
            <a:r>
              <a:rPr lang="pt-BR" err="1"/>
              <a:t>voting</a:t>
            </a:r>
            <a:r>
              <a:rPr lang="pt-BR"/>
              <a:t> </a:t>
            </a:r>
            <a:r>
              <a:rPr lang="pt-BR" err="1"/>
              <a:t>government</a:t>
            </a:r>
            <a:r>
              <a:rPr lang="pt-BR"/>
              <a:t> </a:t>
            </a:r>
            <a:r>
              <a:rPr lang="pt-BR" err="1"/>
              <a:t>representatives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E4FAEF4-1EE6-CC16-972B-C07C07DEC0EA}"/>
              </a:ext>
            </a:extLst>
          </p:cNvPr>
          <p:cNvSpPr txBox="1">
            <a:spLocks/>
          </p:cNvSpPr>
          <p:nvPr/>
        </p:nvSpPr>
        <p:spPr>
          <a:xfrm>
            <a:off x="407987" y="300215"/>
            <a:ext cx="9372617" cy="345027"/>
          </a:xfrm>
          <a:prstGeom prst="rect">
            <a:avLst/>
          </a:prstGeom>
        </p:spPr>
        <p:txBody>
          <a:bodyPr lIns="91440" tIns="45720" rIns="91440" bIns="4572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/>
              </a:rPr>
              <a:t>Explaining BoJ</a:t>
            </a:r>
            <a:endParaRPr lang="en-US"/>
          </a:p>
        </p:txBody>
      </p:sp>
      <p:sp>
        <p:nvSpPr>
          <p:cNvPr id="11" name="Retângulo 33">
            <a:extLst>
              <a:ext uri="{FF2B5EF4-FFF2-40B4-BE49-F238E27FC236}">
                <a16:creationId xmlns:a16="http://schemas.microsoft.com/office/drawing/2014/main" id="{84687C91-AC25-CA26-8507-E4E9434FCD4A}"/>
              </a:ext>
            </a:extLst>
          </p:cNvPr>
          <p:cNvSpPr/>
          <p:nvPr/>
        </p:nvSpPr>
        <p:spPr>
          <a:xfrm>
            <a:off x="-62187" y="2318460"/>
            <a:ext cx="10730187" cy="2811651"/>
          </a:xfrm>
          <a:prstGeom prst="rect">
            <a:avLst/>
          </a:prstGeom>
          <a:solidFill>
            <a:schemeClr val="tx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latin typeface="Montserrat (corpo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8504EA-E0A4-F1C7-7B81-316EB6497306}"/>
              </a:ext>
            </a:extLst>
          </p:cNvPr>
          <p:cNvSpPr/>
          <p:nvPr/>
        </p:nvSpPr>
        <p:spPr>
          <a:xfrm>
            <a:off x="9573426" y="1364154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830F1-BA1E-30D1-A164-E46770FB3900}"/>
              </a:ext>
            </a:extLst>
          </p:cNvPr>
          <p:cNvSpPr/>
          <p:nvPr/>
        </p:nvSpPr>
        <p:spPr>
          <a:xfrm>
            <a:off x="8616242" y="2173939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1C6D76-012B-B8FD-DBD3-CFF1F75F1B31}"/>
              </a:ext>
            </a:extLst>
          </p:cNvPr>
          <p:cNvSpPr/>
          <p:nvPr/>
        </p:nvSpPr>
        <p:spPr>
          <a:xfrm>
            <a:off x="9002365" y="3459541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7E725F-D10B-DC92-0EA0-51B0153013BD}"/>
              </a:ext>
            </a:extLst>
          </p:cNvPr>
          <p:cNvSpPr/>
          <p:nvPr/>
        </p:nvSpPr>
        <p:spPr>
          <a:xfrm>
            <a:off x="10253918" y="3429000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87BAB8-D08E-A6F4-760B-AA20BD111216}"/>
              </a:ext>
            </a:extLst>
          </p:cNvPr>
          <p:cNvSpPr/>
          <p:nvPr/>
        </p:nvSpPr>
        <p:spPr>
          <a:xfrm>
            <a:off x="10578963" y="2151072"/>
            <a:ext cx="680492" cy="67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DBCDC6C-1405-EF33-4B96-0A25F48823C1}"/>
              </a:ext>
            </a:extLst>
          </p:cNvPr>
          <p:cNvSpPr txBox="1">
            <a:spLocks/>
          </p:cNvSpPr>
          <p:nvPr/>
        </p:nvSpPr>
        <p:spPr>
          <a:xfrm>
            <a:off x="4330301" y="3798454"/>
            <a:ext cx="5535844" cy="239998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 (corpo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Montserrat"/>
              </a:rPr>
              <a:t>International Revenue as % of total Revenue (%)</a:t>
            </a:r>
          </a:p>
        </p:txBody>
      </p:sp>
      <p:grpSp>
        <p:nvGrpSpPr>
          <p:cNvPr id="18" name="object 19">
            <a:extLst>
              <a:ext uri="{FF2B5EF4-FFF2-40B4-BE49-F238E27FC236}">
                <a16:creationId xmlns:a16="http://schemas.microsoft.com/office/drawing/2014/main" id="{1EE6B0DB-0D5A-3BA3-7868-872DFEB6195D}"/>
              </a:ext>
            </a:extLst>
          </p:cNvPr>
          <p:cNvGrpSpPr/>
          <p:nvPr/>
        </p:nvGrpSpPr>
        <p:grpSpPr>
          <a:xfrm>
            <a:off x="8158336" y="1206967"/>
            <a:ext cx="3868699" cy="5080000"/>
            <a:chOff x="305282" y="1056982"/>
            <a:chExt cx="3868699" cy="5080000"/>
          </a:xfrm>
          <a:solidFill>
            <a:srgbClr val="F8F4ED"/>
          </a:solidFill>
        </p:grpSpPr>
        <p:pic>
          <p:nvPicPr>
            <p:cNvPr id="19" name="object 21">
              <a:extLst>
                <a:ext uri="{FF2B5EF4-FFF2-40B4-BE49-F238E27FC236}">
                  <a16:creationId xmlns:a16="http://schemas.microsoft.com/office/drawing/2014/main" id="{3B62C6FB-DD96-AA45-14D0-DCD3C84A9D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82" y="1056982"/>
              <a:ext cx="3868699" cy="5080000"/>
            </a:xfrm>
            <a:prstGeom prst="rect">
              <a:avLst/>
            </a:prstGeom>
            <a:grpFill/>
          </p:spPr>
        </p:pic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DF1574E6-F523-784B-8143-40DAFAE88181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3492131" y="0"/>
                  </a:moveTo>
                  <a:lnTo>
                    <a:pt x="220459" y="0"/>
                  </a:lnTo>
                  <a:lnTo>
                    <a:pt x="176029" y="4477"/>
                  </a:lnTo>
                  <a:lnTo>
                    <a:pt x="134647" y="17321"/>
                  </a:lnTo>
                  <a:lnTo>
                    <a:pt x="97199" y="37645"/>
                  </a:lnTo>
                  <a:lnTo>
                    <a:pt x="64571" y="64563"/>
                  </a:lnTo>
                  <a:lnTo>
                    <a:pt x="37651" y="97190"/>
                  </a:lnTo>
                  <a:lnTo>
                    <a:pt x="17324" y="134641"/>
                  </a:lnTo>
                  <a:lnTo>
                    <a:pt x="4479" y="176030"/>
                  </a:lnTo>
                  <a:lnTo>
                    <a:pt x="0" y="220472"/>
                  </a:lnTo>
                  <a:lnTo>
                    <a:pt x="0" y="4697501"/>
                  </a:lnTo>
                  <a:lnTo>
                    <a:pt x="4479" y="4741931"/>
                  </a:lnTo>
                  <a:lnTo>
                    <a:pt x="17324" y="4783313"/>
                  </a:lnTo>
                  <a:lnTo>
                    <a:pt x="37651" y="4820761"/>
                  </a:lnTo>
                  <a:lnTo>
                    <a:pt x="64571" y="4853389"/>
                  </a:lnTo>
                  <a:lnTo>
                    <a:pt x="97199" y="4880309"/>
                  </a:lnTo>
                  <a:lnTo>
                    <a:pt x="134647" y="4900635"/>
                  </a:lnTo>
                  <a:lnTo>
                    <a:pt x="176029" y="4913481"/>
                  </a:lnTo>
                  <a:lnTo>
                    <a:pt x="220459" y="4917960"/>
                  </a:lnTo>
                  <a:lnTo>
                    <a:pt x="3492131" y="4917960"/>
                  </a:lnTo>
                  <a:lnTo>
                    <a:pt x="3536573" y="4913481"/>
                  </a:lnTo>
                  <a:lnTo>
                    <a:pt x="3577961" y="4900635"/>
                  </a:lnTo>
                  <a:lnTo>
                    <a:pt x="3615412" y="4880309"/>
                  </a:lnTo>
                  <a:lnTo>
                    <a:pt x="3648040" y="4853389"/>
                  </a:lnTo>
                  <a:lnTo>
                    <a:pt x="3674958" y="4820761"/>
                  </a:lnTo>
                  <a:lnTo>
                    <a:pt x="3695282" y="4783313"/>
                  </a:lnTo>
                  <a:lnTo>
                    <a:pt x="3708125" y="4741931"/>
                  </a:lnTo>
                  <a:lnTo>
                    <a:pt x="3712603" y="4697501"/>
                  </a:lnTo>
                  <a:lnTo>
                    <a:pt x="3712603" y="220472"/>
                  </a:lnTo>
                  <a:lnTo>
                    <a:pt x="3708125" y="176030"/>
                  </a:lnTo>
                  <a:lnTo>
                    <a:pt x="3695282" y="134641"/>
                  </a:lnTo>
                  <a:lnTo>
                    <a:pt x="3674958" y="97190"/>
                  </a:lnTo>
                  <a:lnTo>
                    <a:pt x="3648040" y="64563"/>
                  </a:lnTo>
                  <a:lnTo>
                    <a:pt x="3615412" y="37645"/>
                  </a:lnTo>
                  <a:lnTo>
                    <a:pt x="3577961" y="17321"/>
                  </a:lnTo>
                  <a:lnTo>
                    <a:pt x="3536573" y="4477"/>
                  </a:lnTo>
                  <a:lnTo>
                    <a:pt x="34921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  <p:sp>
          <p:nvSpPr>
            <p:cNvPr id="21" name="object 23">
              <a:extLst>
                <a:ext uri="{FF2B5EF4-FFF2-40B4-BE49-F238E27FC236}">
                  <a16:creationId xmlns:a16="http://schemas.microsoft.com/office/drawing/2014/main" id="{1865EF71-E4A2-160C-1575-7665358F08E3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0" y="220472"/>
                  </a:moveTo>
                  <a:lnTo>
                    <a:pt x="4479" y="176030"/>
                  </a:lnTo>
                  <a:lnTo>
                    <a:pt x="17324" y="134641"/>
                  </a:lnTo>
                  <a:lnTo>
                    <a:pt x="37651" y="97190"/>
                  </a:lnTo>
                  <a:lnTo>
                    <a:pt x="64571" y="64563"/>
                  </a:lnTo>
                  <a:lnTo>
                    <a:pt x="97199" y="37645"/>
                  </a:lnTo>
                  <a:lnTo>
                    <a:pt x="134647" y="17321"/>
                  </a:lnTo>
                  <a:lnTo>
                    <a:pt x="176029" y="4477"/>
                  </a:lnTo>
                  <a:lnTo>
                    <a:pt x="220459" y="0"/>
                  </a:lnTo>
                  <a:lnTo>
                    <a:pt x="3492131" y="0"/>
                  </a:lnTo>
                  <a:lnTo>
                    <a:pt x="3536573" y="4477"/>
                  </a:lnTo>
                  <a:lnTo>
                    <a:pt x="3577961" y="17321"/>
                  </a:lnTo>
                  <a:lnTo>
                    <a:pt x="3615412" y="37645"/>
                  </a:lnTo>
                  <a:lnTo>
                    <a:pt x="3648040" y="64563"/>
                  </a:lnTo>
                  <a:lnTo>
                    <a:pt x="3674958" y="97190"/>
                  </a:lnTo>
                  <a:lnTo>
                    <a:pt x="3695282" y="134641"/>
                  </a:lnTo>
                  <a:lnTo>
                    <a:pt x="3708125" y="176030"/>
                  </a:lnTo>
                  <a:lnTo>
                    <a:pt x="3712603" y="220472"/>
                  </a:lnTo>
                  <a:lnTo>
                    <a:pt x="3712603" y="4697501"/>
                  </a:lnTo>
                  <a:lnTo>
                    <a:pt x="3708125" y="4741931"/>
                  </a:lnTo>
                  <a:lnTo>
                    <a:pt x="3695282" y="4783313"/>
                  </a:lnTo>
                  <a:lnTo>
                    <a:pt x="3674958" y="4820761"/>
                  </a:lnTo>
                  <a:lnTo>
                    <a:pt x="3648040" y="4853389"/>
                  </a:lnTo>
                  <a:lnTo>
                    <a:pt x="3615412" y="4880309"/>
                  </a:lnTo>
                  <a:lnTo>
                    <a:pt x="3577961" y="4900635"/>
                  </a:lnTo>
                  <a:lnTo>
                    <a:pt x="3536573" y="4913481"/>
                  </a:lnTo>
                  <a:lnTo>
                    <a:pt x="3492131" y="4917960"/>
                  </a:lnTo>
                  <a:lnTo>
                    <a:pt x="220459" y="4917960"/>
                  </a:lnTo>
                  <a:lnTo>
                    <a:pt x="176029" y="4913481"/>
                  </a:lnTo>
                  <a:lnTo>
                    <a:pt x="134647" y="4900635"/>
                  </a:lnTo>
                  <a:lnTo>
                    <a:pt x="97199" y="4880309"/>
                  </a:lnTo>
                  <a:lnTo>
                    <a:pt x="64571" y="4853389"/>
                  </a:lnTo>
                  <a:lnTo>
                    <a:pt x="37651" y="4820761"/>
                  </a:lnTo>
                  <a:lnTo>
                    <a:pt x="17324" y="4783313"/>
                  </a:lnTo>
                  <a:lnTo>
                    <a:pt x="4479" y="4741931"/>
                  </a:lnTo>
                  <a:lnTo>
                    <a:pt x="0" y="4697501"/>
                  </a:lnTo>
                  <a:lnTo>
                    <a:pt x="0" y="220472"/>
                  </a:lnTo>
                  <a:close/>
                </a:path>
              </a:pathLst>
            </a:custGeom>
            <a:grpFill/>
            <a:ln w="3175">
              <a:solidFill>
                <a:srgbClr val="7E7E7E"/>
              </a:solidFill>
              <a:prstDash val="lgDashDot"/>
            </a:ln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</p:grpSp>
      <p:grpSp>
        <p:nvGrpSpPr>
          <p:cNvPr id="22" name="object 19">
            <a:extLst>
              <a:ext uri="{FF2B5EF4-FFF2-40B4-BE49-F238E27FC236}">
                <a16:creationId xmlns:a16="http://schemas.microsoft.com/office/drawing/2014/main" id="{CA310B5D-5F40-8258-7E4D-423E8F6297CD}"/>
              </a:ext>
            </a:extLst>
          </p:cNvPr>
          <p:cNvGrpSpPr/>
          <p:nvPr/>
        </p:nvGrpSpPr>
        <p:grpSpPr>
          <a:xfrm>
            <a:off x="4156352" y="1248868"/>
            <a:ext cx="3868699" cy="5080000"/>
            <a:chOff x="305282" y="1056982"/>
            <a:chExt cx="3868699" cy="5080000"/>
          </a:xfrm>
          <a:solidFill>
            <a:srgbClr val="F8F4ED"/>
          </a:solidFill>
        </p:grpSpPr>
        <p:pic>
          <p:nvPicPr>
            <p:cNvPr id="23" name="object 21">
              <a:extLst>
                <a:ext uri="{FF2B5EF4-FFF2-40B4-BE49-F238E27FC236}">
                  <a16:creationId xmlns:a16="http://schemas.microsoft.com/office/drawing/2014/main" id="{788FBC96-18EE-E333-CD21-BFB22B7C63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82" y="1056982"/>
              <a:ext cx="3868699" cy="5080000"/>
            </a:xfrm>
            <a:prstGeom prst="rect">
              <a:avLst/>
            </a:prstGeom>
            <a:grpFill/>
          </p:spPr>
        </p:pic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D78135D9-9AC3-F5AA-7112-E79A4FAD6270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3492131" y="0"/>
                  </a:moveTo>
                  <a:lnTo>
                    <a:pt x="220459" y="0"/>
                  </a:lnTo>
                  <a:lnTo>
                    <a:pt x="176029" y="4477"/>
                  </a:lnTo>
                  <a:lnTo>
                    <a:pt x="134647" y="17321"/>
                  </a:lnTo>
                  <a:lnTo>
                    <a:pt x="97199" y="37645"/>
                  </a:lnTo>
                  <a:lnTo>
                    <a:pt x="64571" y="64563"/>
                  </a:lnTo>
                  <a:lnTo>
                    <a:pt x="37651" y="97190"/>
                  </a:lnTo>
                  <a:lnTo>
                    <a:pt x="17324" y="134641"/>
                  </a:lnTo>
                  <a:lnTo>
                    <a:pt x="4479" y="176030"/>
                  </a:lnTo>
                  <a:lnTo>
                    <a:pt x="0" y="220472"/>
                  </a:lnTo>
                  <a:lnTo>
                    <a:pt x="0" y="4697501"/>
                  </a:lnTo>
                  <a:lnTo>
                    <a:pt x="4479" y="4741931"/>
                  </a:lnTo>
                  <a:lnTo>
                    <a:pt x="17324" y="4783313"/>
                  </a:lnTo>
                  <a:lnTo>
                    <a:pt x="37651" y="4820761"/>
                  </a:lnTo>
                  <a:lnTo>
                    <a:pt x="64571" y="4853389"/>
                  </a:lnTo>
                  <a:lnTo>
                    <a:pt x="97199" y="4880309"/>
                  </a:lnTo>
                  <a:lnTo>
                    <a:pt x="134647" y="4900635"/>
                  </a:lnTo>
                  <a:lnTo>
                    <a:pt x="176029" y="4913481"/>
                  </a:lnTo>
                  <a:lnTo>
                    <a:pt x="220459" y="4917960"/>
                  </a:lnTo>
                  <a:lnTo>
                    <a:pt x="3492131" y="4917960"/>
                  </a:lnTo>
                  <a:lnTo>
                    <a:pt x="3536573" y="4913481"/>
                  </a:lnTo>
                  <a:lnTo>
                    <a:pt x="3577961" y="4900635"/>
                  </a:lnTo>
                  <a:lnTo>
                    <a:pt x="3615412" y="4880309"/>
                  </a:lnTo>
                  <a:lnTo>
                    <a:pt x="3648040" y="4853389"/>
                  </a:lnTo>
                  <a:lnTo>
                    <a:pt x="3674958" y="4820761"/>
                  </a:lnTo>
                  <a:lnTo>
                    <a:pt x="3695282" y="4783313"/>
                  </a:lnTo>
                  <a:lnTo>
                    <a:pt x="3708125" y="4741931"/>
                  </a:lnTo>
                  <a:lnTo>
                    <a:pt x="3712603" y="4697501"/>
                  </a:lnTo>
                  <a:lnTo>
                    <a:pt x="3712603" y="220472"/>
                  </a:lnTo>
                  <a:lnTo>
                    <a:pt x="3708125" y="176030"/>
                  </a:lnTo>
                  <a:lnTo>
                    <a:pt x="3695282" y="134641"/>
                  </a:lnTo>
                  <a:lnTo>
                    <a:pt x="3674958" y="97190"/>
                  </a:lnTo>
                  <a:lnTo>
                    <a:pt x="3648040" y="64563"/>
                  </a:lnTo>
                  <a:lnTo>
                    <a:pt x="3615412" y="37645"/>
                  </a:lnTo>
                  <a:lnTo>
                    <a:pt x="3577961" y="17321"/>
                  </a:lnTo>
                  <a:lnTo>
                    <a:pt x="3536573" y="4477"/>
                  </a:lnTo>
                  <a:lnTo>
                    <a:pt x="34921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1C5C2117-78FA-AF26-6933-B1FCE05EEAF3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0" y="220472"/>
                  </a:moveTo>
                  <a:lnTo>
                    <a:pt x="4479" y="176030"/>
                  </a:lnTo>
                  <a:lnTo>
                    <a:pt x="17324" y="134641"/>
                  </a:lnTo>
                  <a:lnTo>
                    <a:pt x="37651" y="97190"/>
                  </a:lnTo>
                  <a:lnTo>
                    <a:pt x="64571" y="64563"/>
                  </a:lnTo>
                  <a:lnTo>
                    <a:pt x="97199" y="37645"/>
                  </a:lnTo>
                  <a:lnTo>
                    <a:pt x="134647" y="17321"/>
                  </a:lnTo>
                  <a:lnTo>
                    <a:pt x="176029" y="4477"/>
                  </a:lnTo>
                  <a:lnTo>
                    <a:pt x="220459" y="0"/>
                  </a:lnTo>
                  <a:lnTo>
                    <a:pt x="3492131" y="0"/>
                  </a:lnTo>
                  <a:lnTo>
                    <a:pt x="3536573" y="4477"/>
                  </a:lnTo>
                  <a:lnTo>
                    <a:pt x="3577961" y="17321"/>
                  </a:lnTo>
                  <a:lnTo>
                    <a:pt x="3615412" y="37645"/>
                  </a:lnTo>
                  <a:lnTo>
                    <a:pt x="3648040" y="64563"/>
                  </a:lnTo>
                  <a:lnTo>
                    <a:pt x="3674958" y="97190"/>
                  </a:lnTo>
                  <a:lnTo>
                    <a:pt x="3695282" y="134641"/>
                  </a:lnTo>
                  <a:lnTo>
                    <a:pt x="3708125" y="176030"/>
                  </a:lnTo>
                  <a:lnTo>
                    <a:pt x="3712603" y="220472"/>
                  </a:lnTo>
                  <a:lnTo>
                    <a:pt x="3712603" y="4697501"/>
                  </a:lnTo>
                  <a:lnTo>
                    <a:pt x="3708125" y="4741931"/>
                  </a:lnTo>
                  <a:lnTo>
                    <a:pt x="3695282" y="4783313"/>
                  </a:lnTo>
                  <a:lnTo>
                    <a:pt x="3674958" y="4820761"/>
                  </a:lnTo>
                  <a:lnTo>
                    <a:pt x="3648040" y="4853389"/>
                  </a:lnTo>
                  <a:lnTo>
                    <a:pt x="3615412" y="4880309"/>
                  </a:lnTo>
                  <a:lnTo>
                    <a:pt x="3577961" y="4900635"/>
                  </a:lnTo>
                  <a:lnTo>
                    <a:pt x="3536573" y="4913481"/>
                  </a:lnTo>
                  <a:lnTo>
                    <a:pt x="3492131" y="4917960"/>
                  </a:lnTo>
                  <a:lnTo>
                    <a:pt x="220459" y="4917960"/>
                  </a:lnTo>
                  <a:lnTo>
                    <a:pt x="176029" y="4913481"/>
                  </a:lnTo>
                  <a:lnTo>
                    <a:pt x="134647" y="4900635"/>
                  </a:lnTo>
                  <a:lnTo>
                    <a:pt x="97199" y="4880309"/>
                  </a:lnTo>
                  <a:lnTo>
                    <a:pt x="64571" y="4853389"/>
                  </a:lnTo>
                  <a:lnTo>
                    <a:pt x="37651" y="4820761"/>
                  </a:lnTo>
                  <a:lnTo>
                    <a:pt x="17324" y="4783313"/>
                  </a:lnTo>
                  <a:lnTo>
                    <a:pt x="4479" y="4741931"/>
                  </a:lnTo>
                  <a:lnTo>
                    <a:pt x="0" y="4697501"/>
                  </a:lnTo>
                  <a:lnTo>
                    <a:pt x="0" y="220472"/>
                  </a:lnTo>
                  <a:close/>
                </a:path>
              </a:pathLst>
            </a:custGeom>
            <a:grpFill/>
            <a:ln w="3175">
              <a:solidFill>
                <a:srgbClr val="7E7E7E"/>
              </a:solidFill>
              <a:prstDash val="lgDashDot"/>
            </a:ln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</p:grpSp>
      <p:grpSp>
        <p:nvGrpSpPr>
          <p:cNvPr id="26" name="object 19">
            <a:extLst>
              <a:ext uri="{FF2B5EF4-FFF2-40B4-BE49-F238E27FC236}">
                <a16:creationId xmlns:a16="http://schemas.microsoft.com/office/drawing/2014/main" id="{7B0BF5C5-3874-EC3F-099F-389BCCA0BEEA}"/>
              </a:ext>
            </a:extLst>
          </p:cNvPr>
          <p:cNvGrpSpPr/>
          <p:nvPr/>
        </p:nvGrpSpPr>
        <p:grpSpPr>
          <a:xfrm>
            <a:off x="216910" y="1298967"/>
            <a:ext cx="3868699" cy="5080000"/>
            <a:chOff x="305282" y="1056982"/>
            <a:chExt cx="3868699" cy="5080000"/>
          </a:xfrm>
          <a:solidFill>
            <a:srgbClr val="F8F4ED"/>
          </a:solidFill>
        </p:grpSpPr>
        <p:pic>
          <p:nvPicPr>
            <p:cNvPr id="27" name="object 21">
              <a:extLst>
                <a:ext uri="{FF2B5EF4-FFF2-40B4-BE49-F238E27FC236}">
                  <a16:creationId xmlns:a16="http://schemas.microsoft.com/office/drawing/2014/main" id="{3FE83689-091D-7EFE-ADE7-47D3FD30C45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82" y="1056982"/>
              <a:ext cx="3868699" cy="5080000"/>
            </a:xfrm>
            <a:prstGeom prst="rect">
              <a:avLst/>
            </a:prstGeom>
            <a:grpFill/>
          </p:spPr>
        </p:pic>
        <p:sp>
          <p:nvSpPr>
            <p:cNvPr id="28" name="object 22">
              <a:extLst>
                <a:ext uri="{FF2B5EF4-FFF2-40B4-BE49-F238E27FC236}">
                  <a16:creationId xmlns:a16="http://schemas.microsoft.com/office/drawing/2014/main" id="{B1DC5AE4-BBA3-D729-BA5F-24DD0B0655DE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3492131" y="0"/>
                  </a:moveTo>
                  <a:lnTo>
                    <a:pt x="220459" y="0"/>
                  </a:lnTo>
                  <a:lnTo>
                    <a:pt x="176029" y="4477"/>
                  </a:lnTo>
                  <a:lnTo>
                    <a:pt x="134647" y="17321"/>
                  </a:lnTo>
                  <a:lnTo>
                    <a:pt x="97199" y="37645"/>
                  </a:lnTo>
                  <a:lnTo>
                    <a:pt x="64571" y="64563"/>
                  </a:lnTo>
                  <a:lnTo>
                    <a:pt x="37651" y="97190"/>
                  </a:lnTo>
                  <a:lnTo>
                    <a:pt x="17324" y="134641"/>
                  </a:lnTo>
                  <a:lnTo>
                    <a:pt x="4479" y="176030"/>
                  </a:lnTo>
                  <a:lnTo>
                    <a:pt x="0" y="220472"/>
                  </a:lnTo>
                  <a:lnTo>
                    <a:pt x="0" y="4697501"/>
                  </a:lnTo>
                  <a:lnTo>
                    <a:pt x="4479" y="4741931"/>
                  </a:lnTo>
                  <a:lnTo>
                    <a:pt x="17324" y="4783313"/>
                  </a:lnTo>
                  <a:lnTo>
                    <a:pt x="37651" y="4820761"/>
                  </a:lnTo>
                  <a:lnTo>
                    <a:pt x="64571" y="4853389"/>
                  </a:lnTo>
                  <a:lnTo>
                    <a:pt x="97199" y="4880309"/>
                  </a:lnTo>
                  <a:lnTo>
                    <a:pt x="134647" y="4900635"/>
                  </a:lnTo>
                  <a:lnTo>
                    <a:pt x="176029" y="4913481"/>
                  </a:lnTo>
                  <a:lnTo>
                    <a:pt x="220459" y="4917960"/>
                  </a:lnTo>
                  <a:lnTo>
                    <a:pt x="3492131" y="4917960"/>
                  </a:lnTo>
                  <a:lnTo>
                    <a:pt x="3536573" y="4913481"/>
                  </a:lnTo>
                  <a:lnTo>
                    <a:pt x="3577961" y="4900635"/>
                  </a:lnTo>
                  <a:lnTo>
                    <a:pt x="3615412" y="4880309"/>
                  </a:lnTo>
                  <a:lnTo>
                    <a:pt x="3648040" y="4853389"/>
                  </a:lnTo>
                  <a:lnTo>
                    <a:pt x="3674958" y="4820761"/>
                  </a:lnTo>
                  <a:lnTo>
                    <a:pt x="3695282" y="4783313"/>
                  </a:lnTo>
                  <a:lnTo>
                    <a:pt x="3708125" y="4741931"/>
                  </a:lnTo>
                  <a:lnTo>
                    <a:pt x="3712603" y="4697501"/>
                  </a:lnTo>
                  <a:lnTo>
                    <a:pt x="3712603" y="220472"/>
                  </a:lnTo>
                  <a:lnTo>
                    <a:pt x="3708125" y="176030"/>
                  </a:lnTo>
                  <a:lnTo>
                    <a:pt x="3695282" y="134641"/>
                  </a:lnTo>
                  <a:lnTo>
                    <a:pt x="3674958" y="97190"/>
                  </a:lnTo>
                  <a:lnTo>
                    <a:pt x="3648040" y="64563"/>
                  </a:lnTo>
                  <a:lnTo>
                    <a:pt x="3615412" y="37645"/>
                  </a:lnTo>
                  <a:lnTo>
                    <a:pt x="3577961" y="17321"/>
                  </a:lnTo>
                  <a:lnTo>
                    <a:pt x="3536573" y="4477"/>
                  </a:lnTo>
                  <a:lnTo>
                    <a:pt x="34921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  <p:sp>
          <p:nvSpPr>
            <p:cNvPr id="29" name="object 23">
              <a:extLst>
                <a:ext uri="{FF2B5EF4-FFF2-40B4-BE49-F238E27FC236}">
                  <a16:creationId xmlns:a16="http://schemas.microsoft.com/office/drawing/2014/main" id="{CC7DA1F0-EB52-66EC-F72A-BFE5F5353BCA}"/>
                </a:ext>
              </a:extLst>
            </p:cNvPr>
            <p:cNvSpPr/>
            <p:nvPr/>
          </p:nvSpPr>
          <p:spPr>
            <a:xfrm>
              <a:off x="381241" y="1133474"/>
              <a:ext cx="3712845" cy="4918075"/>
            </a:xfrm>
            <a:custGeom>
              <a:avLst/>
              <a:gdLst/>
              <a:ahLst/>
              <a:cxnLst/>
              <a:rect l="l" t="t" r="r" b="b"/>
              <a:pathLst>
                <a:path w="3712845" h="4918075">
                  <a:moveTo>
                    <a:pt x="0" y="220472"/>
                  </a:moveTo>
                  <a:lnTo>
                    <a:pt x="4479" y="176030"/>
                  </a:lnTo>
                  <a:lnTo>
                    <a:pt x="17324" y="134641"/>
                  </a:lnTo>
                  <a:lnTo>
                    <a:pt x="37651" y="97190"/>
                  </a:lnTo>
                  <a:lnTo>
                    <a:pt x="64571" y="64563"/>
                  </a:lnTo>
                  <a:lnTo>
                    <a:pt x="97199" y="37645"/>
                  </a:lnTo>
                  <a:lnTo>
                    <a:pt x="134647" y="17321"/>
                  </a:lnTo>
                  <a:lnTo>
                    <a:pt x="176029" y="4477"/>
                  </a:lnTo>
                  <a:lnTo>
                    <a:pt x="220459" y="0"/>
                  </a:lnTo>
                  <a:lnTo>
                    <a:pt x="3492131" y="0"/>
                  </a:lnTo>
                  <a:lnTo>
                    <a:pt x="3536573" y="4477"/>
                  </a:lnTo>
                  <a:lnTo>
                    <a:pt x="3577961" y="17321"/>
                  </a:lnTo>
                  <a:lnTo>
                    <a:pt x="3615412" y="37645"/>
                  </a:lnTo>
                  <a:lnTo>
                    <a:pt x="3648040" y="64563"/>
                  </a:lnTo>
                  <a:lnTo>
                    <a:pt x="3674958" y="97190"/>
                  </a:lnTo>
                  <a:lnTo>
                    <a:pt x="3695282" y="134641"/>
                  </a:lnTo>
                  <a:lnTo>
                    <a:pt x="3708125" y="176030"/>
                  </a:lnTo>
                  <a:lnTo>
                    <a:pt x="3712603" y="220472"/>
                  </a:lnTo>
                  <a:lnTo>
                    <a:pt x="3712603" y="4697501"/>
                  </a:lnTo>
                  <a:lnTo>
                    <a:pt x="3708125" y="4741931"/>
                  </a:lnTo>
                  <a:lnTo>
                    <a:pt x="3695282" y="4783313"/>
                  </a:lnTo>
                  <a:lnTo>
                    <a:pt x="3674958" y="4820761"/>
                  </a:lnTo>
                  <a:lnTo>
                    <a:pt x="3648040" y="4853389"/>
                  </a:lnTo>
                  <a:lnTo>
                    <a:pt x="3615412" y="4880309"/>
                  </a:lnTo>
                  <a:lnTo>
                    <a:pt x="3577961" y="4900635"/>
                  </a:lnTo>
                  <a:lnTo>
                    <a:pt x="3536573" y="4913481"/>
                  </a:lnTo>
                  <a:lnTo>
                    <a:pt x="3492131" y="4917960"/>
                  </a:lnTo>
                  <a:lnTo>
                    <a:pt x="220459" y="4917960"/>
                  </a:lnTo>
                  <a:lnTo>
                    <a:pt x="176029" y="4913481"/>
                  </a:lnTo>
                  <a:lnTo>
                    <a:pt x="134647" y="4900635"/>
                  </a:lnTo>
                  <a:lnTo>
                    <a:pt x="97199" y="4880309"/>
                  </a:lnTo>
                  <a:lnTo>
                    <a:pt x="64571" y="4853389"/>
                  </a:lnTo>
                  <a:lnTo>
                    <a:pt x="37651" y="4820761"/>
                  </a:lnTo>
                  <a:lnTo>
                    <a:pt x="17324" y="4783313"/>
                  </a:lnTo>
                  <a:lnTo>
                    <a:pt x="4479" y="4741931"/>
                  </a:lnTo>
                  <a:lnTo>
                    <a:pt x="0" y="4697501"/>
                  </a:lnTo>
                  <a:lnTo>
                    <a:pt x="0" y="220472"/>
                  </a:lnTo>
                  <a:close/>
                </a:path>
              </a:pathLst>
            </a:custGeom>
            <a:grpFill/>
            <a:ln w="3175">
              <a:solidFill>
                <a:srgbClr val="7E7E7E"/>
              </a:solidFill>
              <a:prstDash val="lgDashDot"/>
            </a:ln>
          </p:spPr>
          <p:txBody>
            <a:bodyPr wrap="square" lIns="0" tIns="0" rIns="0" bIns="0" rtlCol="0"/>
            <a:lstStyle>
              <a:defPPr>
                <a:defRPr lang="pt-BR" kern="0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noProof="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447F60D8-26A3-4324-4288-689B81E747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50684" y="3798454"/>
            <a:ext cx="3234057" cy="215603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DC422C2-7228-E01D-ACE1-D7030AD93788}"/>
              </a:ext>
            </a:extLst>
          </p:cNvPr>
          <p:cNvSpPr txBox="1"/>
          <p:nvPr/>
        </p:nvSpPr>
        <p:spPr>
          <a:xfrm>
            <a:off x="3523933" y="1547929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992937"/>
                </a:solidFill>
                <a:latin typeface="Montserrat" panose="00000500000000000000" pitchFamily="2" charset="0"/>
              </a:rPr>
              <a:t>BoJ Composition</a:t>
            </a:r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3CF487-201A-0A87-7AA7-12A02ACB5035}"/>
              </a:ext>
            </a:extLst>
          </p:cNvPr>
          <p:cNvSpPr txBox="1"/>
          <p:nvPr/>
        </p:nvSpPr>
        <p:spPr>
          <a:xfrm>
            <a:off x="-475561" y="1547929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992937"/>
                </a:solidFill>
                <a:latin typeface="Montserrat" panose="00000500000000000000" pitchFamily="2" charset="0"/>
              </a:rPr>
              <a:t>BoJ Rules</a:t>
            </a:r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4BEE65-3C61-21E7-4605-1803BFC930E5}"/>
              </a:ext>
            </a:extLst>
          </p:cNvPr>
          <p:cNvSpPr txBox="1"/>
          <p:nvPr/>
        </p:nvSpPr>
        <p:spPr>
          <a:xfrm>
            <a:off x="7547763" y="1435275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449C23-8BB4-5148-B253-250A5CF6103E}"/>
              </a:ext>
            </a:extLst>
          </p:cNvPr>
          <p:cNvSpPr txBox="1"/>
          <p:nvPr/>
        </p:nvSpPr>
        <p:spPr>
          <a:xfrm>
            <a:off x="7557672" y="1547929"/>
            <a:ext cx="5119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992937"/>
                </a:solidFill>
                <a:latin typeface="Montserrat" panose="00000500000000000000" pitchFamily="2" charset="0"/>
              </a:rPr>
              <a:t>Current Members</a:t>
            </a:r>
            <a:endParaRPr lang="pt-BR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pPr algn="ctr"/>
            <a:endParaRPr lang="en-US" sz="1400">
              <a:solidFill>
                <a:srgbClr val="992937"/>
              </a:solidFill>
              <a:latin typeface="Montserrat" panose="00000500000000000000" pitchFamily="2" charset="0"/>
            </a:endParaRPr>
          </a:p>
          <a:p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92A0F2-7190-9B15-E7C5-80248485B212}"/>
              </a:ext>
            </a:extLst>
          </p:cNvPr>
          <p:cNvSpPr txBox="1"/>
          <p:nvPr/>
        </p:nvSpPr>
        <p:spPr>
          <a:xfrm>
            <a:off x="5312307" y="2045782"/>
            <a:ext cx="2231317" cy="89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200" b="1">
                <a:solidFill>
                  <a:srgbClr val="992937"/>
                </a:solidFill>
              </a:rPr>
              <a:t>1</a:t>
            </a:r>
            <a:r>
              <a:rPr lang="pt-BR" sz="1200">
                <a:solidFill>
                  <a:srgbClr val="992937"/>
                </a:solidFill>
              </a:rPr>
              <a:t> </a:t>
            </a:r>
            <a:r>
              <a:rPr lang="pt-BR" sz="1000" err="1"/>
              <a:t>President</a:t>
            </a:r>
            <a:endParaRPr lang="pt-BR" sz="1000"/>
          </a:p>
          <a:p>
            <a:pPr>
              <a:lnSpc>
                <a:spcPct val="150000"/>
              </a:lnSpc>
            </a:pPr>
            <a:r>
              <a:rPr lang="pt-BR" sz="1200" b="1">
                <a:solidFill>
                  <a:srgbClr val="A18F79"/>
                </a:solidFill>
              </a:rPr>
              <a:t>2</a:t>
            </a:r>
            <a:r>
              <a:rPr lang="pt-BR" sz="1200" b="1"/>
              <a:t> </a:t>
            </a:r>
            <a:r>
              <a:rPr lang="pt-BR" sz="1200"/>
              <a:t> </a:t>
            </a:r>
            <a:r>
              <a:rPr lang="pt-BR" sz="1000" err="1"/>
              <a:t>Vice-President</a:t>
            </a:r>
            <a:endParaRPr lang="pt-BR" sz="1000"/>
          </a:p>
          <a:p>
            <a:pPr>
              <a:lnSpc>
                <a:spcPct val="150000"/>
              </a:lnSpc>
            </a:pPr>
            <a:r>
              <a:rPr lang="pt-BR" sz="1200" b="1">
                <a:solidFill>
                  <a:srgbClr val="A18F79"/>
                </a:solidFill>
              </a:rPr>
              <a:t>6</a:t>
            </a:r>
            <a:r>
              <a:rPr lang="pt-BR" sz="1000"/>
              <a:t>  Board </a:t>
            </a:r>
            <a:r>
              <a:rPr lang="pt-BR" sz="1000" err="1"/>
              <a:t>Members</a:t>
            </a:r>
            <a:endParaRPr lang="pt-BR" sz="100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EA6D2B-71DA-12EB-46DD-D5A838EED69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05150" y="2173939"/>
            <a:ext cx="169178" cy="16917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98D6A3D-BD65-8E7A-4B82-DE7212E952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17853" y="2444869"/>
            <a:ext cx="169178" cy="16917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AA000BE-0637-AFC2-53F7-DDDB0764E16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6929" y="2695643"/>
            <a:ext cx="215378" cy="215378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5AB863-73C0-D2B2-C61C-19B5530A60C5}"/>
              </a:ext>
            </a:extLst>
          </p:cNvPr>
          <p:cNvCxnSpPr/>
          <p:nvPr/>
        </p:nvCxnSpPr>
        <p:spPr>
          <a:xfrm>
            <a:off x="4945999" y="3068320"/>
            <a:ext cx="1881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5B3170A-26A3-EC00-8591-485C34CF146F}"/>
              </a:ext>
            </a:extLst>
          </p:cNvPr>
          <p:cNvSpPr txBox="1"/>
          <p:nvPr/>
        </p:nvSpPr>
        <p:spPr>
          <a:xfrm>
            <a:off x="5299419" y="3078881"/>
            <a:ext cx="2439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C66969"/>
                </a:solidFill>
              </a:rPr>
              <a:t>2</a:t>
            </a:r>
            <a:r>
              <a:rPr lang="pt-BR">
                <a:solidFill>
                  <a:srgbClr val="C66969"/>
                </a:solidFill>
              </a:rPr>
              <a:t> </a:t>
            </a:r>
            <a:r>
              <a:rPr lang="pt-BR" sz="1000" err="1"/>
              <a:t>Outside</a:t>
            </a:r>
            <a:r>
              <a:rPr lang="pt-BR" sz="1000"/>
              <a:t> </a:t>
            </a:r>
            <a:r>
              <a:rPr lang="pt-BR" sz="1000" err="1"/>
              <a:t>Members</a:t>
            </a:r>
            <a:endParaRPr lang="pt-BR" sz="1000"/>
          </a:p>
          <a:p>
            <a:r>
              <a:rPr lang="pt-BR" sz="1000"/>
              <a:t> </a:t>
            </a:r>
            <a:r>
              <a:rPr lang="pt-BR" sz="800"/>
              <a:t>    (</a:t>
            </a:r>
            <a:r>
              <a:rPr lang="pt-BR" sz="800" err="1"/>
              <a:t>Gabinet</a:t>
            </a:r>
            <a:r>
              <a:rPr lang="pt-BR" sz="800"/>
              <a:t> </a:t>
            </a:r>
            <a:r>
              <a:rPr lang="pt-BR" sz="800" err="1"/>
              <a:t>members</a:t>
            </a:r>
            <a:r>
              <a:rPr lang="pt-BR" sz="800"/>
              <a:t> </a:t>
            </a:r>
            <a:r>
              <a:rPr lang="pt-BR" sz="800">
                <a:sym typeface="Wingdings" panose="05000000000000000000" pitchFamily="2" charset="2"/>
              </a:rPr>
              <a:t></a:t>
            </a:r>
            <a:r>
              <a:rPr lang="pt-BR" sz="1000"/>
              <a:t>  </a:t>
            </a:r>
            <a:r>
              <a:rPr lang="pt-BR" sz="800" err="1"/>
              <a:t>don't</a:t>
            </a:r>
            <a:r>
              <a:rPr lang="pt-BR" sz="800"/>
              <a:t> vote)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E26F586-462F-3E81-E8F5-C1126EC4490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029" y="3191498"/>
            <a:ext cx="169178" cy="169178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6ED56F9-FF46-F068-EF36-DBEEAA35A0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A8AD243-FB9A-9DB4-FCA6-CFD57BCF1517}"/>
              </a:ext>
            </a:extLst>
          </p:cNvPr>
          <p:cNvSpPr/>
          <p:nvPr/>
        </p:nvSpPr>
        <p:spPr>
          <a:xfrm>
            <a:off x="886411" y="396548"/>
            <a:ext cx="10268855" cy="6125985"/>
          </a:xfrm>
          <a:prstGeom prst="roundRect">
            <a:avLst/>
          </a:prstGeom>
          <a:solidFill>
            <a:schemeClr val="bg1"/>
          </a:solidFill>
          <a:ln w="793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RowLine0">
            <a:extLst>
              <a:ext uri="{FF2B5EF4-FFF2-40B4-BE49-F238E27FC236}">
                <a16:creationId xmlns:a16="http://schemas.microsoft.com/office/drawing/2014/main" id="{51D1DA58-1546-9655-60FA-1ABCEF582CFD}"/>
              </a:ext>
            </a:extLst>
          </p:cNvPr>
          <p:cNvCxnSpPr/>
          <p:nvPr/>
        </p:nvCxnSpPr>
        <p:spPr>
          <a:xfrm>
            <a:off x="2705100" y="22733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45" name="Tick0_0">
            <a:extLst>
              <a:ext uri="{FF2B5EF4-FFF2-40B4-BE49-F238E27FC236}">
                <a16:creationId xmlns:a16="http://schemas.microsoft.com/office/drawing/2014/main" id="{1E32FD7A-6F60-5B24-294A-BAAD554D0CCC}"/>
              </a:ext>
            </a:extLst>
          </p:cNvPr>
          <p:cNvSpPr/>
          <p:nvPr/>
        </p:nvSpPr>
        <p:spPr>
          <a:xfrm>
            <a:off x="2682875" y="2251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ick0_1">
            <a:extLst>
              <a:ext uri="{FF2B5EF4-FFF2-40B4-BE49-F238E27FC236}">
                <a16:creationId xmlns:a16="http://schemas.microsoft.com/office/drawing/2014/main" id="{0C61E73F-040D-2EE3-8F75-1FD729917B5B}"/>
              </a:ext>
            </a:extLst>
          </p:cNvPr>
          <p:cNvSpPr/>
          <p:nvPr/>
        </p:nvSpPr>
        <p:spPr>
          <a:xfrm>
            <a:off x="4311650" y="2251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ick0_2">
            <a:extLst>
              <a:ext uri="{FF2B5EF4-FFF2-40B4-BE49-F238E27FC236}">
                <a16:creationId xmlns:a16="http://schemas.microsoft.com/office/drawing/2014/main" id="{DF29EA23-95C3-8738-ECC2-3A1CFFCCBCF9}"/>
              </a:ext>
            </a:extLst>
          </p:cNvPr>
          <p:cNvSpPr/>
          <p:nvPr/>
        </p:nvSpPr>
        <p:spPr>
          <a:xfrm>
            <a:off x="5940425" y="2251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Tick0_3">
            <a:extLst>
              <a:ext uri="{FF2B5EF4-FFF2-40B4-BE49-F238E27FC236}">
                <a16:creationId xmlns:a16="http://schemas.microsoft.com/office/drawing/2014/main" id="{5B002AB8-557C-BE12-421D-4A1401F2F5C1}"/>
              </a:ext>
            </a:extLst>
          </p:cNvPr>
          <p:cNvSpPr/>
          <p:nvPr/>
        </p:nvSpPr>
        <p:spPr>
          <a:xfrm>
            <a:off x="7569200" y="2251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Tick0_4">
            <a:extLst>
              <a:ext uri="{FF2B5EF4-FFF2-40B4-BE49-F238E27FC236}">
                <a16:creationId xmlns:a16="http://schemas.microsoft.com/office/drawing/2014/main" id="{1D450654-40E2-090F-8CA1-C4F241A7FB25}"/>
              </a:ext>
            </a:extLst>
          </p:cNvPr>
          <p:cNvSpPr/>
          <p:nvPr/>
        </p:nvSpPr>
        <p:spPr>
          <a:xfrm>
            <a:off x="9197975" y="2251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Label0">
            <a:extLst>
              <a:ext uri="{FF2B5EF4-FFF2-40B4-BE49-F238E27FC236}">
                <a16:creationId xmlns:a16="http://schemas.microsoft.com/office/drawing/2014/main" id="{10D01F42-12AE-4187-D5C5-ACF8E517D9C3}"/>
              </a:ext>
            </a:extLst>
          </p:cNvPr>
          <p:cNvSpPr txBox="1"/>
          <p:nvPr/>
        </p:nvSpPr>
        <p:spPr>
          <a:xfrm>
            <a:off x="1066800" y="20828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Ayano Sato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Board Member</a:t>
            </a:r>
          </a:p>
        </p:txBody>
      </p:sp>
      <p:cxnSp>
        <p:nvCxnSpPr>
          <p:cNvPr id="51" name="RowLine1">
            <a:extLst>
              <a:ext uri="{FF2B5EF4-FFF2-40B4-BE49-F238E27FC236}">
                <a16:creationId xmlns:a16="http://schemas.microsoft.com/office/drawing/2014/main" id="{7514F9C4-20C9-F5AB-862B-90D0E4D38631}"/>
              </a:ext>
            </a:extLst>
          </p:cNvPr>
          <p:cNvCxnSpPr/>
          <p:nvPr/>
        </p:nvCxnSpPr>
        <p:spPr>
          <a:xfrm>
            <a:off x="2705100" y="27051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52" name="Tick1_0">
            <a:extLst>
              <a:ext uri="{FF2B5EF4-FFF2-40B4-BE49-F238E27FC236}">
                <a16:creationId xmlns:a16="http://schemas.microsoft.com/office/drawing/2014/main" id="{5C71BBF4-D7FF-0197-79C4-6295EBCE4E81}"/>
              </a:ext>
            </a:extLst>
          </p:cNvPr>
          <p:cNvSpPr/>
          <p:nvPr/>
        </p:nvSpPr>
        <p:spPr>
          <a:xfrm>
            <a:off x="2682875" y="2682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Tick1_1">
            <a:extLst>
              <a:ext uri="{FF2B5EF4-FFF2-40B4-BE49-F238E27FC236}">
                <a16:creationId xmlns:a16="http://schemas.microsoft.com/office/drawing/2014/main" id="{CEFF6B8F-6925-ACA5-1AF6-566CD5DAC8B1}"/>
              </a:ext>
            </a:extLst>
          </p:cNvPr>
          <p:cNvSpPr/>
          <p:nvPr/>
        </p:nvSpPr>
        <p:spPr>
          <a:xfrm>
            <a:off x="4311650" y="2682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ick1_2">
            <a:extLst>
              <a:ext uri="{FF2B5EF4-FFF2-40B4-BE49-F238E27FC236}">
                <a16:creationId xmlns:a16="http://schemas.microsoft.com/office/drawing/2014/main" id="{9A102E9A-7EFD-57B1-D668-0F06095C75C9}"/>
              </a:ext>
            </a:extLst>
          </p:cNvPr>
          <p:cNvSpPr/>
          <p:nvPr/>
        </p:nvSpPr>
        <p:spPr>
          <a:xfrm>
            <a:off x="5940425" y="2682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Tick1_3">
            <a:extLst>
              <a:ext uri="{FF2B5EF4-FFF2-40B4-BE49-F238E27FC236}">
                <a16:creationId xmlns:a16="http://schemas.microsoft.com/office/drawing/2014/main" id="{E2C6EEB4-7A5B-DE9A-39CD-CCB78E41622D}"/>
              </a:ext>
            </a:extLst>
          </p:cNvPr>
          <p:cNvSpPr/>
          <p:nvPr/>
        </p:nvSpPr>
        <p:spPr>
          <a:xfrm>
            <a:off x="7569200" y="2682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ick1_4">
            <a:extLst>
              <a:ext uri="{FF2B5EF4-FFF2-40B4-BE49-F238E27FC236}">
                <a16:creationId xmlns:a16="http://schemas.microsoft.com/office/drawing/2014/main" id="{BCF4FFE8-48CB-5CAD-94FF-7844F91AC3ED}"/>
              </a:ext>
            </a:extLst>
          </p:cNvPr>
          <p:cNvSpPr/>
          <p:nvPr/>
        </p:nvSpPr>
        <p:spPr>
          <a:xfrm>
            <a:off x="9197975" y="2682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Label1">
            <a:extLst>
              <a:ext uri="{FF2B5EF4-FFF2-40B4-BE49-F238E27FC236}">
                <a16:creationId xmlns:a16="http://schemas.microsoft.com/office/drawing/2014/main" id="{4E44DBC4-A9D8-DB89-8DD0-BCB9864965D8}"/>
              </a:ext>
            </a:extLst>
          </p:cNvPr>
          <p:cNvSpPr txBox="1"/>
          <p:nvPr/>
        </p:nvSpPr>
        <p:spPr>
          <a:xfrm>
            <a:off x="1066800" y="25146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Toichiro Asada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Board Member</a:t>
            </a:r>
          </a:p>
        </p:txBody>
      </p:sp>
      <p:cxnSp>
        <p:nvCxnSpPr>
          <p:cNvPr id="58" name="RowLine2">
            <a:extLst>
              <a:ext uri="{FF2B5EF4-FFF2-40B4-BE49-F238E27FC236}">
                <a16:creationId xmlns:a16="http://schemas.microsoft.com/office/drawing/2014/main" id="{BFC25B6C-93DC-B60F-8E61-A4EBB21D6DE0}"/>
              </a:ext>
            </a:extLst>
          </p:cNvPr>
          <p:cNvCxnSpPr/>
          <p:nvPr/>
        </p:nvCxnSpPr>
        <p:spPr>
          <a:xfrm>
            <a:off x="2705100" y="31369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59" name="Tick2_0">
            <a:extLst>
              <a:ext uri="{FF2B5EF4-FFF2-40B4-BE49-F238E27FC236}">
                <a16:creationId xmlns:a16="http://schemas.microsoft.com/office/drawing/2014/main" id="{0E8DBC78-1822-C6B3-2C73-B96369D74823}"/>
              </a:ext>
            </a:extLst>
          </p:cNvPr>
          <p:cNvSpPr/>
          <p:nvPr/>
        </p:nvSpPr>
        <p:spPr>
          <a:xfrm>
            <a:off x="2682875" y="3114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Tick2_1">
            <a:extLst>
              <a:ext uri="{FF2B5EF4-FFF2-40B4-BE49-F238E27FC236}">
                <a16:creationId xmlns:a16="http://schemas.microsoft.com/office/drawing/2014/main" id="{BF649ABC-7D2D-8064-47A7-B2C0E8BB9ECA}"/>
              </a:ext>
            </a:extLst>
          </p:cNvPr>
          <p:cNvSpPr/>
          <p:nvPr/>
        </p:nvSpPr>
        <p:spPr>
          <a:xfrm>
            <a:off x="4311650" y="3114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ick2_2">
            <a:extLst>
              <a:ext uri="{FF2B5EF4-FFF2-40B4-BE49-F238E27FC236}">
                <a16:creationId xmlns:a16="http://schemas.microsoft.com/office/drawing/2014/main" id="{2B2FEEFB-0AAB-5A6D-C56D-7FBBD5E78170}"/>
              </a:ext>
            </a:extLst>
          </p:cNvPr>
          <p:cNvSpPr/>
          <p:nvPr/>
        </p:nvSpPr>
        <p:spPr>
          <a:xfrm>
            <a:off x="5940425" y="3114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ick2_3">
            <a:extLst>
              <a:ext uri="{FF2B5EF4-FFF2-40B4-BE49-F238E27FC236}">
                <a16:creationId xmlns:a16="http://schemas.microsoft.com/office/drawing/2014/main" id="{3E56E3AE-E538-5454-2F44-8AECDBD691B1}"/>
              </a:ext>
            </a:extLst>
          </p:cNvPr>
          <p:cNvSpPr/>
          <p:nvPr/>
        </p:nvSpPr>
        <p:spPr>
          <a:xfrm>
            <a:off x="7569200" y="3114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Tick2_4">
            <a:extLst>
              <a:ext uri="{FF2B5EF4-FFF2-40B4-BE49-F238E27FC236}">
                <a16:creationId xmlns:a16="http://schemas.microsoft.com/office/drawing/2014/main" id="{B6AD4BE7-CE80-DC0C-15FE-AD23767D83A8}"/>
              </a:ext>
            </a:extLst>
          </p:cNvPr>
          <p:cNvSpPr/>
          <p:nvPr/>
        </p:nvSpPr>
        <p:spPr>
          <a:xfrm>
            <a:off x="9197975" y="3114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Label2">
            <a:extLst>
              <a:ext uri="{FF2B5EF4-FFF2-40B4-BE49-F238E27FC236}">
                <a16:creationId xmlns:a16="http://schemas.microsoft.com/office/drawing/2014/main" id="{DB569AA7-204D-EEE7-5340-BA53F44C3430}"/>
              </a:ext>
            </a:extLst>
          </p:cNvPr>
          <p:cNvSpPr txBox="1"/>
          <p:nvPr/>
        </p:nvSpPr>
        <p:spPr>
          <a:xfrm>
            <a:off x="1066800" y="29464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Ryozo Himino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Deputy Governor</a:t>
            </a:r>
          </a:p>
        </p:txBody>
      </p:sp>
      <p:cxnSp>
        <p:nvCxnSpPr>
          <p:cNvPr id="65" name="RowLine3">
            <a:extLst>
              <a:ext uri="{FF2B5EF4-FFF2-40B4-BE49-F238E27FC236}">
                <a16:creationId xmlns:a16="http://schemas.microsoft.com/office/drawing/2014/main" id="{F1F53BF6-1146-930D-5E2E-FE00C7E86157}"/>
              </a:ext>
            </a:extLst>
          </p:cNvPr>
          <p:cNvCxnSpPr/>
          <p:nvPr/>
        </p:nvCxnSpPr>
        <p:spPr>
          <a:xfrm>
            <a:off x="2705100" y="35687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66" name="Tick3_0">
            <a:extLst>
              <a:ext uri="{FF2B5EF4-FFF2-40B4-BE49-F238E27FC236}">
                <a16:creationId xmlns:a16="http://schemas.microsoft.com/office/drawing/2014/main" id="{01D8A86B-3561-5C1C-86F6-14EA7E8FF2E6}"/>
              </a:ext>
            </a:extLst>
          </p:cNvPr>
          <p:cNvSpPr/>
          <p:nvPr/>
        </p:nvSpPr>
        <p:spPr>
          <a:xfrm>
            <a:off x="2682875" y="3546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ick3_1">
            <a:extLst>
              <a:ext uri="{FF2B5EF4-FFF2-40B4-BE49-F238E27FC236}">
                <a16:creationId xmlns:a16="http://schemas.microsoft.com/office/drawing/2014/main" id="{48E1401A-3282-6DDD-5396-53AF3DD8BCE9}"/>
              </a:ext>
            </a:extLst>
          </p:cNvPr>
          <p:cNvSpPr/>
          <p:nvPr/>
        </p:nvSpPr>
        <p:spPr>
          <a:xfrm>
            <a:off x="4311650" y="3546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Tick3_2">
            <a:extLst>
              <a:ext uri="{FF2B5EF4-FFF2-40B4-BE49-F238E27FC236}">
                <a16:creationId xmlns:a16="http://schemas.microsoft.com/office/drawing/2014/main" id="{A82687F9-EC7B-1055-AB25-A8935C7174EF}"/>
              </a:ext>
            </a:extLst>
          </p:cNvPr>
          <p:cNvSpPr/>
          <p:nvPr/>
        </p:nvSpPr>
        <p:spPr>
          <a:xfrm>
            <a:off x="5940425" y="3546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ick3_3">
            <a:extLst>
              <a:ext uri="{FF2B5EF4-FFF2-40B4-BE49-F238E27FC236}">
                <a16:creationId xmlns:a16="http://schemas.microsoft.com/office/drawing/2014/main" id="{AB055E38-A933-32F6-CF30-8BB64FBCFDA9}"/>
              </a:ext>
            </a:extLst>
          </p:cNvPr>
          <p:cNvSpPr/>
          <p:nvPr/>
        </p:nvSpPr>
        <p:spPr>
          <a:xfrm>
            <a:off x="7569200" y="3546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Tick3_4">
            <a:extLst>
              <a:ext uri="{FF2B5EF4-FFF2-40B4-BE49-F238E27FC236}">
                <a16:creationId xmlns:a16="http://schemas.microsoft.com/office/drawing/2014/main" id="{486658FB-BE8D-E614-46EB-5637F9CD9F60}"/>
              </a:ext>
            </a:extLst>
          </p:cNvPr>
          <p:cNvSpPr/>
          <p:nvPr/>
        </p:nvSpPr>
        <p:spPr>
          <a:xfrm>
            <a:off x="9197975" y="3546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Label3">
            <a:extLst>
              <a:ext uri="{FF2B5EF4-FFF2-40B4-BE49-F238E27FC236}">
                <a16:creationId xmlns:a16="http://schemas.microsoft.com/office/drawing/2014/main" id="{7E6BC2F5-B95E-F6AD-2304-C3C67C09BDEB}"/>
              </a:ext>
            </a:extLst>
          </p:cNvPr>
          <p:cNvSpPr txBox="1"/>
          <p:nvPr/>
        </p:nvSpPr>
        <p:spPr>
          <a:xfrm>
            <a:off x="1066800" y="33782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Shinichi Uchida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Deputy Governor</a:t>
            </a:r>
          </a:p>
        </p:txBody>
      </p:sp>
      <p:cxnSp>
        <p:nvCxnSpPr>
          <p:cNvPr id="72" name="RowLine4">
            <a:extLst>
              <a:ext uri="{FF2B5EF4-FFF2-40B4-BE49-F238E27FC236}">
                <a16:creationId xmlns:a16="http://schemas.microsoft.com/office/drawing/2014/main" id="{E4DD0E80-9D07-2250-8279-4358081FA79A}"/>
              </a:ext>
            </a:extLst>
          </p:cNvPr>
          <p:cNvCxnSpPr/>
          <p:nvPr/>
        </p:nvCxnSpPr>
        <p:spPr>
          <a:xfrm>
            <a:off x="2705100" y="40005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73" name="Tick4_0">
            <a:extLst>
              <a:ext uri="{FF2B5EF4-FFF2-40B4-BE49-F238E27FC236}">
                <a16:creationId xmlns:a16="http://schemas.microsoft.com/office/drawing/2014/main" id="{07F062EA-D949-F280-B7E4-81A4E9E0213A}"/>
              </a:ext>
            </a:extLst>
          </p:cNvPr>
          <p:cNvSpPr/>
          <p:nvPr/>
        </p:nvSpPr>
        <p:spPr>
          <a:xfrm>
            <a:off x="2682875" y="39782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Tick4_1">
            <a:extLst>
              <a:ext uri="{FF2B5EF4-FFF2-40B4-BE49-F238E27FC236}">
                <a16:creationId xmlns:a16="http://schemas.microsoft.com/office/drawing/2014/main" id="{39A2EF05-1837-67F9-D772-E72D6576C880}"/>
              </a:ext>
            </a:extLst>
          </p:cNvPr>
          <p:cNvSpPr/>
          <p:nvPr/>
        </p:nvSpPr>
        <p:spPr>
          <a:xfrm>
            <a:off x="4311650" y="39782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Tick4_2">
            <a:extLst>
              <a:ext uri="{FF2B5EF4-FFF2-40B4-BE49-F238E27FC236}">
                <a16:creationId xmlns:a16="http://schemas.microsoft.com/office/drawing/2014/main" id="{0AFDC8FE-B4C0-4CC5-78D5-0BBD66D9C4D1}"/>
              </a:ext>
            </a:extLst>
          </p:cNvPr>
          <p:cNvSpPr/>
          <p:nvPr/>
        </p:nvSpPr>
        <p:spPr>
          <a:xfrm>
            <a:off x="5940425" y="39782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Tick4_3">
            <a:extLst>
              <a:ext uri="{FF2B5EF4-FFF2-40B4-BE49-F238E27FC236}">
                <a16:creationId xmlns:a16="http://schemas.microsoft.com/office/drawing/2014/main" id="{DD1DDCAF-A0DD-5B88-9470-FF2BA8789870}"/>
              </a:ext>
            </a:extLst>
          </p:cNvPr>
          <p:cNvSpPr/>
          <p:nvPr/>
        </p:nvSpPr>
        <p:spPr>
          <a:xfrm>
            <a:off x="7569200" y="39782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Tick4_4">
            <a:extLst>
              <a:ext uri="{FF2B5EF4-FFF2-40B4-BE49-F238E27FC236}">
                <a16:creationId xmlns:a16="http://schemas.microsoft.com/office/drawing/2014/main" id="{506335E5-298F-1571-11B4-C459FFEC7423}"/>
              </a:ext>
            </a:extLst>
          </p:cNvPr>
          <p:cNvSpPr/>
          <p:nvPr/>
        </p:nvSpPr>
        <p:spPr>
          <a:xfrm>
            <a:off x="9197975" y="39782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Label4">
            <a:extLst>
              <a:ext uri="{FF2B5EF4-FFF2-40B4-BE49-F238E27FC236}">
                <a16:creationId xmlns:a16="http://schemas.microsoft.com/office/drawing/2014/main" id="{981D6C0A-0B3D-A5E8-3D93-3E51FE235D4F}"/>
              </a:ext>
            </a:extLst>
          </p:cNvPr>
          <p:cNvSpPr txBox="1"/>
          <p:nvPr/>
        </p:nvSpPr>
        <p:spPr>
          <a:xfrm>
            <a:off x="1066800" y="38100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Kazuo Ueda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Governor</a:t>
            </a:r>
          </a:p>
        </p:txBody>
      </p:sp>
      <p:cxnSp>
        <p:nvCxnSpPr>
          <p:cNvPr id="79" name="RowLine5">
            <a:extLst>
              <a:ext uri="{FF2B5EF4-FFF2-40B4-BE49-F238E27FC236}">
                <a16:creationId xmlns:a16="http://schemas.microsoft.com/office/drawing/2014/main" id="{05AF4448-939C-7B04-8634-C7F6D2DD8ECD}"/>
              </a:ext>
            </a:extLst>
          </p:cNvPr>
          <p:cNvCxnSpPr/>
          <p:nvPr/>
        </p:nvCxnSpPr>
        <p:spPr>
          <a:xfrm>
            <a:off x="2705100" y="44323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80" name="Tick5_0">
            <a:extLst>
              <a:ext uri="{FF2B5EF4-FFF2-40B4-BE49-F238E27FC236}">
                <a16:creationId xmlns:a16="http://schemas.microsoft.com/office/drawing/2014/main" id="{4175B498-3E09-66C0-E916-D3B5369D4B1B}"/>
              </a:ext>
            </a:extLst>
          </p:cNvPr>
          <p:cNvSpPr/>
          <p:nvPr/>
        </p:nvSpPr>
        <p:spPr>
          <a:xfrm>
            <a:off x="2682875" y="4410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Tick5_1">
            <a:extLst>
              <a:ext uri="{FF2B5EF4-FFF2-40B4-BE49-F238E27FC236}">
                <a16:creationId xmlns:a16="http://schemas.microsoft.com/office/drawing/2014/main" id="{AF5A7E92-010D-002F-64E6-EB8CE97ADC61}"/>
              </a:ext>
            </a:extLst>
          </p:cNvPr>
          <p:cNvSpPr/>
          <p:nvPr/>
        </p:nvSpPr>
        <p:spPr>
          <a:xfrm>
            <a:off x="4311650" y="4410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Tick5_2">
            <a:extLst>
              <a:ext uri="{FF2B5EF4-FFF2-40B4-BE49-F238E27FC236}">
                <a16:creationId xmlns:a16="http://schemas.microsoft.com/office/drawing/2014/main" id="{AABE39A2-5984-812B-B232-837199752FF9}"/>
              </a:ext>
            </a:extLst>
          </p:cNvPr>
          <p:cNvSpPr/>
          <p:nvPr/>
        </p:nvSpPr>
        <p:spPr>
          <a:xfrm>
            <a:off x="5940425" y="4410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Tick5_3">
            <a:extLst>
              <a:ext uri="{FF2B5EF4-FFF2-40B4-BE49-F238E27FC236}">
                <a16:creationId xmlns:a16="http://schemas.microsoft.com/office/drawing/2014/main" id="{9EB3B231-3C07-D4D2-7791-564258D2C5C5}"/>
              </a:ext>
            </a:extLst>
          </p:cNvPr>
          <p:cNvSpPr/>
          <p:nvPr/>
        </p:nvSpPr>
        <p:spPr>
          <a:xfrm>
            <a:off x="7569200" y="4410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Tick5_4">
            <a:extLst>
              <a:ext uri="{FF2B5EF4-FFF2-40B4-BE49-F238E27FC236}">
                <a16:creationId xmlns:a16="http://schemas.microsoft.com/office/drawing/2014/main" id="{8CCC5C2E-8F63-217E-A178-3308BD56B8F0}"/>
              </a:ext>
            </a:extLst>
          </p:cNvPr>
          <p:cNvSpPr/>
          <p:nvPr/>
        </p:nvSpPr>
        <p:spPr>
          <a:xfrm>
            <a:off x="9197975" y="44100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Label5">
            <a:extLst>
              <a:ext uri="{FF2B5EF4-FFF2-40B4-BE49-F238E27FC236}">
                <a16:creationId xmlns:a16="http://schemas.microsoft.com/office/drawing/2014/main" id="{36F9324B-A382-028C-BD35-701E119BEA1B}"/>
              </a:ext>
            </a:extLst>
          </p:cNvPr>
          <p:cNvSpPr txBox="1"/>
          <p:nvPr/>
        </p:nvSpPr>
        <p:spPr>
          <a:xfrm>
            <a:off x="1066800" y="42418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Kazuyuki Masu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Board Member</a:t>
            </a:r>
          </a:p>
        </p:txBody>
      </p:sp>
      <p:cxnSp>
        <p:nvCxnSpPr>
          <p:cNvPr id="86" name="RowLine6">
            <a:extLst>
              <a:ext uri="{FF2B5EF4-FFF2-40B4-BE49-F238E27FC236}">
                <a16:creationId xmlns:a16="http://schemas.microsoft.com/office/drawing/2014/main" id="{1EEC8FBE-0FA7-A5BE-4651-535DDE4D8D65}"/>
              </a:ext>
            </a:extLst>
          </p:cNvPr>
          <p:cNvCxnSpPr/>
          <p:nvPr/>
        </p:nvCxnSpPr>
        <p:spPr>
          <a:xfrm>
            <a:off x="2705100" y="48641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87" name="Tick6_0">
            <a:extLst>
              <a:ext uri="{FF2B5EF4-FFF2-40B4-BE49-F238E27FC236}">
                <a16:creationId xmlns:a16="http://schemas.microsoft.com/office/drawing/2014/main" id="{1E4A0019-F9AA-43A3-C724-3D68CF35AB87}"/>
              </a:ext>
            </a:extLst>
          </p:cNvPr>
          <p:cNvSpPr/>
          <p:nvPr/>
        </p:nvSpPr>
        <p:spPr>
          <a:xfrm>
            <a:off x="2682875" y="4841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Tick6_1">
            <a:extLst>
              <a:ext uri="{FF2B5EF4-FFF2-40B4-BE49-F238E27FC236}">
                <a16:creationId xmlns:a16="http://schemas.microsoft.com/office/drawing/2014/main" id="{D10F6569-EA3E-045A-CB2D-7DD3FFDEAE33}"/>
              </a:ext>
            </a:extLst>
          </p:cNvPr>
          <p:cNvSpPr/>
          <p:nvPr/>
        </p:nvSpPr>
        <p:spPr>
          <a:xfrm>
            <a:off x="4311650" y="4841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Tick6_2">
            <a:extLst>
              <a:ext uri="{FF2B5EF4-FFF2-40B4-BE49-F238E27FC236}">
                <a16:creationId xmlns:a16="http://schemas.microsoft.com/office/drawing/2014/main" id="{C8AC1D08-098A-C21A-FA02-EB0007F1517E}"/>
              </a:ext>
            </a:extLst>
          </p:cNvPr>
          <p:cNvSpPr/>
          <p:nvPr/>
        </p:nvSpPr>
        <p:spPr>
          <a:xfrm>
            <a:off x="5940425" y="4841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Tick6_3">
            <a:extLst>
              <a:ext uri="{FF2B5EF4-FFF2-40B4-BE49-F238E27FC236}">
                <a16:creationId xmlns:a16="http://schemas.microsoft.com/office/drawing/2014/main" id="{087938B0-5279-C7D5-19BD-00C557861050}"/>
              </a:ext>
            </a:extLst>
          </p:cNvPr>
          <p:cNvSpPr/>
          <p:nvPr/>
        </p:nvSpPr>
        <p:spPr>
          <a:xfrm>
            <a:off x="7569200" y="4841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Tick6_4">
            <a:extLst>
              <a:ext uri="{FF2B5EF4-FFF2-40B4-BE49-F238E27FC236}">
                <a16:creationId xmlns:a16="http://schemas.microsoft.com/office/drawing/2014/main" id="{1CD7C6A3-7780-7F3A-2F1C-726D9F1E22B6}"/>
              </a:ext>
            </a:extLst>
          </p:cNvPr>
          <p:cNvSpPr/>
          <p:nvPr/>
        </p:nvSpPr>
        <p:spPr>
          <a:xfrm>
            <a:off x="9197975" y="48418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Label6">
            <a:extLst>
              <a:ext uri="{FF2B5EF4-FFF2-40B4-BE49-F238E27FC236}">
                <a16:creationId xmlns:a16="http://schemas.microsoft.com/office/drawing/2014/main" id="{83D7BA6B-8D83-FF97-2BC3-2FE6E243DCEB}"/>
              </a:ext>
            </a:extLst>
          </p:cNvPr>
          <p:cNvSpPr txBox="1"/>
          <p:nvPr/>
        </p:nvSpPr>
        <p:spPr>
          <a:xfrm>
            <a:off x="1066800" y="46736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Junko Koeda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Board Member</a:t>
            </a:r>
          </a:p>
        </p:txBody>
      </p:sp>
      <p:cxnSp>
        <p:nvCxnSpPr>
          <p:cNvPr id="93" name="RowLine7">
            <a:extLst>
              <a:ext uri="{FF2B5EF4-FFF2-40B4-BE49-F238E27FC236}">
                <a16:creationId xmlns:a16="http://schemas.microsoft.com/office/drawing/2014/main" id="{30F8E482-916C-39E6-2E45-EA9884340041}"/>
              </a:ext>
            </a:extLst>
          </p:cNvPr>
          <p:cNvCxnSpPr/>
          <p:nvPr/>
        </p:nvCxnSpPr>
        <p:spPr>
          <a:xfrm>
            <a:off x="2705100" y="52959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94" name="Tick7_0">
            <a:extLst>
              <a:ext uri="{FF2B5EF4-FFF2-40B4-BE49-F238E27FC236}">
                <a16:creationId xmlns:a16="http://schemas.microsoft.com/office/drawing/2014/main" id="{B50E0A6C-585D-1BB6-18FA-CBFE93194591}"/>
              </a:ext>
            </a:extLst>
          </p:cNvPr>
          <p:cNvSpPr/>
          <p:nvPr/>
        </p:nvSpPr>
        <p:spPr>
          <a:xfrm>
            <a:off x="2682875" y="5273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" name="Tick7_1">
            <a:extLst>
              <a:ext uri="{FF2B5EF4-FFF2-40B4-BE49-F238E27FC236}">
                <a16:creationId xmlns:a16="http://schemas.microsoft.com/office/drawing/2014/main" id="{CA124AD8-E02D-FCBC-E005-CD78D6BA4334}"/>
              </a:ext>
            </a:extLst>
          </p:cNvPr>
          <p:cNvSpPr/>
          <p:nvPr/>
        </p:nvSpPr>
        <p:spPr>
          <a:xfrm>
            <a:off x="4311650" y="5273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Tick7_2">
            <a:extLst>
              <a:ext uri="{FF2B5EF4-FFF2-40B4-BE49-F238E27FC236}">
                <a16:creationId xmlns:a16="http://schemas.microsoft.com/office/drawing/2014/main" id="{7895A742-566D-4FD8-7A02-8A468149657A}"/>
              </a:ext>
            </a:extLst>
          </p:cNvPr>
          <p:cNvSpPr/>
          <p:nvPr/>
        </p:nvSpPr>
        <p:spPr>
          <a:xfrm>
            <a:off x="5940425" y="5273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Tick7_3">
            <a:extLst>
              <a:ext uri="{FF2B5EF4-FFF2-40B4-BE49-F238E27FC236}">
                <a16:creationId xmlns:a16="http://schemas.microsoft.com/office/drawing/2014/main" id="{F0D65171-6702-A7DB-8F55-573442B4C30A}"/>
              </a:ext>
            </a:extLst>
          </p:cNvPr>
          <p:cNvSpPr/>
          <p:nvPr/>
        </p:nvSpPr>
        <p:spPr>
          <a:xfrm>
            <a:off x="7569200" y="5273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Tick7_4">
            <a:extLst>
              <a:ext uri="{FF2B5EF4-FFF2-40B4-BE49-F238E27FC236}">
                <a16:creationId xmlns:a16="http://schemas.microsoft.com/office/drawing/2014/main" id="{E25940C0-FE49-8E84-9B1B-5B1448EADFDF}"/>
              </a:ext>
            </a:extLst>
          </p:cNvPr>
          <p:cNvSpPr/>
          <p:nvPr/>
        </p:nvSpPr>
        <p:spPr>
          <a:xfrm>
            <a:off x="9197975" y="52736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" name="Label7">
            <a:extLst>
              <a:ext uri="{FF2B5EF4-FFF2-40B4-BE49-F238E27FC236}">
                <a16:creationId xmlns:a16="http://schemas.microsoft.com/office/drawing/2014/main" id="{E71745A9-9950-E2E5-F141-0CBDDD260CA7}"/>
              </a:ext>
            </a:extLst>
          </p:cNvPr>
          <p:cNvSpPr txBox="1"/>
          <p:nvPr/>
        </p:nvSpPr>
        <p:spPr>
          <a:xfrm>
            <a:off x="1066800" y="51054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Hajime Takata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Board Member</a:t>
            </a:r>
          </a:p>
        </p:txBody>
      </p:sp>
      <p:cxnSp>
        <p:nvCxnSpPr>
          <p:cNvPr id="100" name="RowLine8">
            <a:extLst>
              <a:ext uri="{FF2B5EF4-FFF2-40B4-BE49-F238E27FC236}">
                <a16:creationId xmlns:a16="http://schemas.microsoft.com/office/drawing/2014/main" id="{2C6A749A-ECDE-3D0A-B76C-8F59589DE588}"/>
              </a:ext>
            </a:extLst>
          </p:cNvPr>
          <p:cNvCxnSpPr/>
          <p:nvPr/>
        </p:nvCxnSpPr>
        <p:spPr>
          <a:xfrm>
            <a:off x="2705100" y="5727700"/>
            <a:ext cx="6515100" cy="0"/>
          </a:xfrm>
          <a:prstGeom prst="line">
            <a:avLst/>
          </a:prstGeom>
          <a:ln w="9525">
            <a:solidFill>
              <a:srgbClr val="E6E1D6"/>
            </a:solidFill>
          </a:ln>
        </p:spPr>
      </p:cxnSp>
      <p:sp>
        <p:nvSpPr>
          <p:cNvPr id="101" name="Tick8_0">
            <a:extLst>
              <a:ext uri="{FF2B5EF4-FFF2-40B4-BE49-F238E27FC236}">
                <a16:creationId xmlns:a16="http://schemas.microsoft.com/office/drawing/2014/main" id="{49AC7D11-239B-7C2A-8631-0DC3CD64B94F}"/>
              </a:ext>
            </a:extLst>
          </p:cNvPr>
          <p:cNvSpPr/>
          <p:nvPr/>
        </p:nvSpPr>
        <p:spPr>
          <a:xfrm>
            <a:off x="2682875" y="5705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ck8_1">
            <a:extLst>
              <a:ext uri="{FF2B5EF4-FFF2-40B4-BE49-F238E27FC236}">
                <a16:creationId xmlns:a16="http://schemas.microsoft.com/office/drawing/2014/main" id="{D4B454BF-AE7C-FF5A-B5E6-AF665BBF4745}"/>
              </a:ext>
            </a:extLst>
          </p:cNvPr>
          <p:cNvSpPr/>
          <p:nvPr/>
        </p:nvSpPr>
        <p:spPr>
          <a:xfrm>
            <a:off x="4311650" y="5705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ick8_2">
            <a:extLst>
              <a:ext uri="{FF2B5EF4-FFF2-40B4-BE49-F238E27FC236}">
                <a16:creationId xmlns:a16="http://schemas.microsoft.com/office/drawing/2014/main" id="{0B25A2E8-D788-508F-8E91-A490AAC84462}"/>
              </a:ext>
            </a:extLst>
          </p:cNvPr>
          <p:cNvSpPr/>
          <p:nvPr/>
        </p:nvSpPr>
        <p:spPr>
          <a:xfrm>
            <a:off x="5940425" y="5705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ick8_3">
            <a:extLst>
              <a:ext uri="{FF2B5EF4-FFF2-40B4-BE49-F238E27FC236}">
                <a16:creationId xmlns:a16="http://schemas.microsoft.com/office/drawing/2014/main" id="{E2A7460B-E430-B8F3-7E4B-4AF151EA8E8C}"/>
              </a:ext>
            </a:extLst>
          </p:cNvPr>
          <p:cNvSpPr/>
          <p:nvPr/>
        </p:nvSpPr>
        <p:spPr>
          <a:xfrm>
            <a:off x="7569200" y="5705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ick8_4">
            <a:extLst>
              <a:ext uri="{FF2B5EF4-FFF2-40B4-BE49-F238E27FC236}">
                <a16:creationId xmlns:a16="http://schemas.microsoft.com/office/drawing/2014/main" id="{7C348CE3-B1F5-D45C-D917-40C004CFC993}"/>
              </a:ext>
            </a:extLst>
          </p:cNvPr>
          <p:cNvSpPr/>
          <p:nvPr/>
        </p:nvSpPr>
        <p:spPr>
          <a:xfrm>
            <a:off x="9197975" y="5705475"/>
            <a:ext cx="44450" cy="44450"/>
          </a:xfrm>
          <a:prstGeom prst="ellipse">
            <a:avLst/>
          </a:prstGeom>
          <a:solidFill>
            <a:srgbClr val="D8D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Label8">
            <a:extLst>
              <a:ext uri="{FF2B5EF4-FFF2-40B4-BE49-F238E27FC236}">
                <a16:creationId xmlns:a16="http://schemas.microsoft.com/office/drawing/2014/main" id="{C101A404-A7B0-0B81-9FBF-7DA3CCB9DC4C}"/>
              </a:ext>
            </a:extLst>
          </p:cNvPr>
          <p:cNvSpPr txBox="1"/>
          <p:nvPr/>
        </p:nvSpPr>
        <p:spPr>
          <a:xfrm>
            <a:off x="1066800" y="5537200"/>
            <a:ext cx="149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800" b="1">
                <a:solidFill>
                  <a:srgbClr val="1A1A1A"/>
                </a:solidFill>
                <a:latin typeface="Montserrat" panose="00000500000000000000" pitchFamily="2" charset="0"/>
              </a:rPr>
              <a:t>Naoki Tamura</a:t>
            </a:r>
          </a:p>
          <a:p>
            <a:pPr algn="r">
              <a:lnSpc>
                <a:spcPts val="1000"/>
              </a:lnSpc>
              <a:buNone/>
            </a:pPr>
            <a:r>
              <a:rPr lang="en-US" sz="800">
                <a:solidFill>
                  <a:srgbClr val="6B655C"/>
                </a:solidFill>
                <a:latin typeface="Montserrat" panose="00000500000000000000" pitchFamily="2" charset="0"/>
              </a:rPr>
              <a:t>Board Member</a:t>
            </a:r>
          </a:p>
        </p:txBody>
      </p:sp>
      <p:sp>
        <p:nvSpPr>
          <p:cNvPr id="107" name="SourceLine">
            <a:extLst>
              <a:ext uri="{FF2B5EF4-FFF2-40B4-BE49-F238E27FC236}">
                <a16:creationId xmlns:a16="http://schemas.microsoft.com/office/drawing/2014/main" id="{19554097-0BF0-E416-5A79-061247B7FC38}"/>
              </a:ext>
            </a:extLst>
          </p:cNvPr>
          <p:cNvSpPr txBox="1"/>
          <p:nvPr/>
        </p:nvSpPr>
        <p:spPr>
          <a:xfrm>
            <a:off x="1860303" y="6146800"/>
            <a:ext cx="651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700">
                <a:solidFill>
                  <a:srgbClr val="6B655C"/>
                </a:solidFill>
                <a:latin typeface="Montserrat" panose="00000500000000000000" pitchFamily="2" charset="0"/>
              </a:rPr>
              <a:t>Source: Bloomberg Economics hawk-dove positioning, Sep 2026; photos: Bank of Japan</a:t>
            </a:r>
          </a:p>
        </p:txBody>
      </p:sp>
      <p:pic>
        <p:nvPicPr>
          <p:cNvPr id="108" name="Picture 107" descr="Ryozo Himino - Financial Stability Board">
            <a:extLst>
              <a:ext uri="{FF2B5EF4-FFF2-40B4-BE49-F238E27FC236}">
                <a16:creationId xmlns:a16="http://schemas.microsoft.com/office/drawing/2014/main" id="{75D57587-8639-A105-2EFE-3EFDD739E9A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380" r="3380" b="6760"/>
          <a:stretch>
            <a:fillRect/>
          </a:stretch>
        </p:blipFill>
        <p:spPr>
          <a:xfrm>
            <a:off x="9051925" y="5115823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pic>
        <p:nvPicPr>
          <p:cNvPr id="109" name="Picture 108" descr="BOJ deputy chief Uchida hospitalized for leukemia, to work remotely">
            <a:extLst>
              <a:ext uri="{FF2B5EF4-FFF2-40B4-BE49-F238E27FC236}">
                <a16:creationId xmlns:a16="http://schemas.microsoft.com/office/drawing/2014/main" id="{F46A6305-C121-495F-73F4-F8F91DC399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920" r="3920" b="29408"/>
          <a:stretch>
            <a:fillRect/>
          </a:stretch>
        </p:blipFill>
        <p:spPr>
          <a:xfrm>
            <a:off x="9051925" y="5549433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pic>
        <p:nvPicPr>
          <p:cNvPr id="110" name="Picture 109" descr="Member of the Policy Board : TAKATA Hajime : 日本銀行 Bank of Japan">
            <a:extLst>
              <a:ext uri="{FF2B5EF4-FFF2-40B4-BE49-F238E27FC236}">
                <a16:creationId xmlns:a16="http://schemas.microsoft.com/office/drawing/2014/main" id="{2EAACDA2-4793-FD88-679A-F53127EBD22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100" r="3100" b="25148"/>
          <a:stretch>
            <a:fillRect/>
          </a:stretch>
        </p:blipFill>
        <p:spPr>
          <a:xfrm>
            <a:off x="5749925" y="3355478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pic>
        <p:nvPicPr>
          <p:cNvPr id="111" name="Picture 110" descr="Member of the Policy Board : TAMURA Naoki : 日本銀行 Bank of Japan">
            <a:extLst>
              <a:ext uri="{FF2B5EF4-FFF2-40B4-BE49-F238E27FC236}">
                <a16:creationId xmlns:a16="http://schemas.microsoft.com/office/drawing/2014/main" id="{6C429FED-B5D4-F652-270D-8588A560D5E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800" r="5800" b="29462"/>
          <a:stretch>
            <a:fillRect/>
          </a:stretch>
        </p:blipFill>
        <p:spPr>
          <a:xfrm>
            <a:off x="5768576" y="4194424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148D3960-19BA-FDAF-A21A-C4172375794D}"/>
              </a:ext>
            </a:extLst>
          </p:cNvPr>
          <p:cNvSpPr txBox="1"/>
          <p:nvPr/>
        </p:nvSpPr>
        <p:spPr>
          <a:xfrm>
            <a:off x="2433754" y="824950"/>
            <a:ext cx="732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rgbClr val="93292F"/>
                </a:solidFill>
                <a:latin typeface="Montserrat" panose="00000500000000000000" pitchFamily="2" charset="0"/>
              </a:rPr>
              <a:t>Board Hawkometer</a:t>
            </a:r>
          </a:p>
        </p:txBody>
      </p:sp>
      <p:pic>
        <p:nvPicPr>
          <p:cNvPr id="113" name="Picture 112" descr="Member of the Policy Board : MASU Kazuyuki : 日本銀行 Bank of Japan">
            <a:extLst>
              <a:ext uri="{FF2B5EF4-FFF2-40B4-BE49-F238E27FC236}">
                <a16:creationId xmlns:a16="http://schemas.microsoft.com/office/drawing/2014/main" id="{9B2FA880-78D8-CAFC-CD78-98781B87536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160" r="7160" b="31456"/>
          <a:stretch>
            <a:fillRect/>
          </a:stretch>
        </p:blipFill>
        <p:spPr>
          <a:xfrm>
            <a:off x="5739575" y="2946400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pic>
        <p:nvPicPr>
          <p:cNvPr id="114" name="Picture 113" descr="Japan Nominates Glass-Ceiling Breaker Nakagawa for BOJ Board - Bloomberg">
            <a:extLst>
              <a:ext uri="{FF2B5EF4-FFF2-40B4-BE49-F238E27FC236}">
                <a16:creationId xmlns:a16="http://schemas.microsoft.com/office/drawing/2014/main" id="{047C4454-62FF-D912-6954-3AED0138C75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6041" t="7000" r="22041"/>
          <a:stretch>
            <a:fillRect/>
          </a:stretch>
        </p:blipFill>
        <p:spPr>
          <a:xfrm>
            <a:off x="4099013" y="2063209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pic>
        <p:nvPicPr>
          <p:cNvPr id="115" name="Picture 114" descr="Member of the Policy Board : KOEDA Junko : 日本銀行 Bank of Japan">
            <a:extLst>
              <a:ext uri="{FF2B5EF4-FFF2-40B4-BE49-F238E27FC236}">
                <a16:creationId xmlns:a16="http://schemas.microsoft.com/office/drawing/2014/main" id="{92237BB4-1436-8D02-65CA-1CC2CDA0CF9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790" t="2799" r="7790" b="29799"/>
          <a:stretch>
            <a:fillRect/>
          </a:stretch>
        </p:blipFill>
        <p:spPr>
          <a:xfrm>
            <a:off x="7403598" y="4647703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pic>
        <p:nvPicPr>
          <p:cNvPr id="116" name="Picture 115" descr="Member of the Policy Board : ASADA Toichiro : 日本銀行 Bank of Japan">
            <a:extLst>
              <a:ext uri="{FF2B5EF4-FFF2-40B4-BE49-F238E27FC236}">
                <a16:creationId xmlns:a16="http://schemas.microsoft.com/office/drawing/2014/main" id="{FC5C84C2-13F4-29F4-E5F0-315BA118958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160" r="1160" b="21856"/>
          <a:stretch>
            <a:fillRect/>
          </a:stretch>
        </p:blipFill>
        <p:spPr>
          <a:xfrm>
            <a:off x="4115261" y="2521713"/>
            <a:ext cx="381000" cy="381000"/>
          </a:xfrm>
          <a:prstGeom prst="ellipse">
            <a:avLst/>
          </a:prstGeom>
          <a:ln w="9525">
            <a:solidFill>
              <a:srgbClr val="CFC8B8"/>
            </a:solidFill>
          </a:ln>
        </p:spPr>
      </p:pic>
      <p:sp>
        <p:nvSpPr>
          <p:cNvPr id="117" name="Highlight Ring Governor">
            <a:extLst>
              <a:ext uri="{FF2B5EF4-FFF2-40B4-BE49-F238E27FC236}">
                <a16:creationId xmlns:a16="http://schemas.microsoft.com/office/drawing/2014/main" id="{A9D617A0-157B-5277-2D07-080B6AC47C7B}"/>
              </a:ext>
            </a:extLst>
          </p:cNvPr>
          <p:cNvSpPr/>
          <p:nvPr/>
        </p:nvSpPr>
        <p:spPr>
          <a:xfrm>
            <a:off x="5738283" y="3773708"/>
            <a:ext cx="391390" cy="392581"/>
          </a:xfrm>
          <a:prstGeom prst="ellipse">
            <a:avLst/>
          </a:prstGeom>
          <a:solidFill>
            <a:srgbClr val="F3D58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8" name="Picture 117" descr="Governor : UEDA Kazuo : 日本銀行 Bank of Japan">
            <a:extLst>
              <a:ext uri="{FF2B5EF4-FFF2-40B4-BE49-F238E27FC236}">
                <a16:creationId xmlns:a16="http://schemas.microsoft.com/office/drawing/2014/main" id="{3CCD3464-8D0B-D9AD-D652-91DDA2039D15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4856" r="4856" b="27945"/>
          <a:stretch>
            <a:fillRect/>
          </a:stretch>
        </p:blipFill>
        <p:spPr>
          <a:xfrm>
            <a:off x="5740001" y="3771467"/>
            <a:ext cx="381000" cy="381000"/>
          </a:xfrm>
          <a:prstGeom prst="ellipse">
            <a:avLst/>
          </a:prstGeom>
          <a:ln w="9525">
            <a:solidFill>
              <a:srgbClr val="F3D589"/>
            </a:solidFill>
          </a:ln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80CF6708-6258-6269-9AB2-E7B28F4C0139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12358" y="1418887"/>
            <a:ext cx="274956" cy="274956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9CA5E8CF-DF26-8D7A-4148-34C43E0C7CB2}"/>
              </a:ext>
            </a:extLst>
          </p:cNvPr>
          <p:cNvSpPr txBox="1"/>
          <p:nvPr/>
        </p:nvSpPr>
        <p:spPr>
          <a:xfrm>
            <a:off x="8917290" y="1688414"/>
            <a:ext cx="1785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>
                <a:solidFill>
                  <a:srgbClr val="93292F"/>
                </a:solidFill>
                <a:latin typeface="Montserrat" panose="00000500000000000000" pitchFamily="2" charset="0"/>
              </a:rPr>
              <a:t>Hawkish</a:t>
            </a:r>
          </a:p>
        </p:txBody>
      </p:sp>
      <p:pic>
        <p:nvPicPr>
          <p:cNvPr id="121" name="Picture 120" descr="Dove ">
            <a:extLst>
              <a:ext uri="{FF2B5EF4-FFF2-40B4-BE49-F238E27FC236}">
                <a16:creationId xmlns:a16="http://schemas.microsoft.com/office/drawing/2014/main" id="{C36E2AEC-B25D-C129-B58B-BDB76ACC0AA4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02927" y="1414320"/>
            <a:ext cx="267197" cy="267197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993EDB8C-5686-70F8-16A9-2CFBD7268B50}"/>
              </a:ext>
            </a:extLst>
          </p:cNvPr>
          <p:cNvSpPr txBox="1"/>
          <p:nvPr/>
        </p:nvSpPr>
        <p:spPr>
          <a:xfrm>
            <a:off x="2449370" y="1651115"/>
            <a:ext cx="1785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err="1">
                <a:solidFill>
                  <a:srgbClr val="0070C0"/>
                </a:solidFill>
                <a:latin typeface="Montserrat" panose="00000500000000000000" pitchFamily="2" charset="0"/>
              </a:rPr>
              <a:t>Dovish</a:t>
            </a:r>
            <a:endParaRPr lang="pt-BR" sz="800" b="1">
              <a:solidFill>
                <a:srgbClr val="0070C0"/>
              </a:solidFill>
              <a:latin typeface="Montserrat" panose="00000500000000000000" pitchFamily="2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E78E67B-C162-1EB6-0D6C-0DEFA8B0DA6B}"/>
              </a:ext>
            </a:extLst>
          </p:cNvPr>
          <p:cNvCxnSpPr>
            <a:cxnSpLocks/>
          </p:cNvCxnSpPr>
          <p:nvPr/>
        </p:nvCxnSpPr>
        <p:spPr>
          <a:xfrm>
            <a:off x="2976033" y="1703067"/>
            <a:ext cx="5903384" cy="0"/>
          </a:xfrm>
          <a:prstGeom prst="line">
            <a:avLst/>
          </a:prstGeom>
          <a:ln w="19050" cap="flat" cmpd="sng" algn="ctr">
            <a:gradFill flip="none" rotWithShape="1">
              <a:gsLst>
                <a:gs pos="55000">
                  <a:srgbClr val="7E3344"/>
                </a:gs>
                <a:gs pos="0">
                  <a:srgbClr val="0070C0"/>
                </a:gs>
                <a:gs pos="100000">
                  <a:srgbClr val="93292F"/>
                </a:gs>
              </a:gsLst>
              <a:lin ang="0" scaled="1"/>
              <a:tileRect/>
            </a:gra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C336EA8-1AB5-4CB5-94BE-CD33E179BCE1}"/>
              </a:ext>
            </a:extLst>
          </p:cNvPr>
          <p:cNvSpPr/>
          <p:nvPr/>
        </p:nvSpPr>
        <p:spPr>
          <a:xfrm>
            <a:off x="3919016" y="1894114"/>
            <a:ext cx="742960" cy="143100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572FB2E-9ECA-3B0D-ED5C-A9B35A3F98F0}"/>
              </a:ext>
            </a:extLst>
          </p:cNvPr>
          <p:cNvSpPr txBox="1"/>
          <p:nvPr/>
        </p:nvSpPr>
        <p:spPr>
          <a:xfrm>
            <a:off x="4721280" y="2260211"/>
            <a:ext cx="1697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rgbClr val="0070C0"/>
                </a:solidFill>
                <a:latin typeface="Montserrat" panose="00000500000000000000" pitchFamily="2" charset="0"/>
              </a:rPr>
              <a:t>Appointed by the </a:t>
            </a:r>
            <a:r>
              <a:rPr lang="en-US" sz="800" b="1">
                <a:solidFill>
                  <a:srgbClr val="0070C0"/>
                </a:solidFill>
                <a:latin typeface="Montserrat" panose="00000500000000000000" pitchFamily="2" charset="0"/>
              </a:rPr>
              <a:t>current government</a:t>
            </a:r>
            <a:endParaRPr lang="pt-BR" sz="800" b="1">
              <a:solidFill>
                <a:srgbClr val="0070C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5759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3FC211-AA57-32B1-96EF-8A21C23B9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Japan's monetary policy has been normalizing</a:t>
            </a:r>
            <a:endParaRPr lang="pt-BR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7D69293-DBE2-823F-6091-3AB798548C1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904940571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1A278B0-444F-8A47-AA7D-E0605279A89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94825174"/>
              </p:ext>
            </p:extLst>
          </p:nvPr>
        </p:nvGraphicFramePr>
        <p:xfrm>
          <a:off x="6413115" y="1994763"/>
          <a:ext cx="5147514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6923F2-943F-E794-30F3-E1567B1007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5446" cy="241300"/>
          </a:xfrm>
        </p:spPr>
        <p:txBody>
          <a:bodyPr/>
          <a:lstStyle/>
          <a:p>
            <a:r>
              <a:rPr lang="en-US"/>
              <a:t>After years at negative, the interest rate converges toward neutral</a:t>
            </a:r>
            <a:endParaRPr lang="pt-BR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4E3D81-B617-5AF9-8C96-0AB55E2CBF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err="1"/>
              <a:t>Yield</a:t>
            </a:r>
            <a:r>
              <a:rPr lang="pt-BR"/>
              <a:t> curve </a:t>
            </a:r>
            <a:r>
              <a:rPr lang="pt-BR" err="1"/>
              <a:t>steepens</a:t>
            </a:r>
            <a:r>
              <a:rPr lang="pt-BR"/>
              <a:t> </a:t>
            </a:r>
            <a:r>
              <a:rPr lang="pt-BR" err="1"/>
              <a:t>sharply</a:t>
            </a:r>
            <a:r>
              <a:rPr lang="pt-BR"/>
              <a:t> as </a:t>
            </a:r>
            <a:r>
              <a:rPr lang="pt-BR" err="1"/>
              <a:t>market</a:t>
            </a:r>
            <a:r>
              <a:rPr lang="pt-BR"/>
              <a:t> </a:t>
            </a:r>
            <a:r>
              <a:rPr lang="pt-BR" err="1"/>
              <a:t>price</a:t>
            </a:r>
            <a:r>
              <a:rPr lang="pt-BR"/>
              <a:t> </a:t>
            </a:r>
            <a:r>
              <a:rPr lang="pt-BR" err="1"/>
              <a:t>discovery</a:t>
            </a:r>
            <a:r>
              <a:rPr lang="pt-BR"/>
              <a:t> </a:t>
            </a:r>
            <a:r>
              <a:rPr lang="pt-BR" err="1"/>
              <a:t>returns</a:t>
            </a:r>
            <a:endParaRPr lang="pt-B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9D3F747-D5FA-90CF-5661-57EE173739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Japan Interest Rate (%)</a:t>
            </a:r>
            <a:endParaRPr lang="pt-BR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304F580-22AD-5C90-D011-D9AB3EB877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err="1"/>
              <a:t>Yield</a:t>
            </a:r>
            <a:r>
              <a:rPr lang="es-ES"/>
              <a:t> </a:t>
            </a:r>
            <a:r>
              <a:rPr lang="en-US"/>
              <a:t> of JGBs of 10Y and 30Y (%)</a:t>
            </a:r>
            <a:endParaRPr lang="pt-BR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8FF9355-2AC8-39EC-8062-5E8A7F264BA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pt-BR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3E88417-B49E-3D18-EEF7-8EF8FD987B3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10122853" cy="345027"/>
          </a:xfrm>
        </p:spPr>
        <p:txBody>
          <a:bodyPr/>
          <a:lstStyle/>
          <a:p>
            <a:r>
              <a:rPr lang="pt-BR" err="1"/>
              <a:t>Policy</a:t>
            </a:r>
            <a:r>
              <a:rPr lang="pt-BR"/>
              <a:t> rates are </a:t>
            </a:r>
            <a:r>
              <a:rPr lang="pt-BR" err="1"/>
              <a:t>rising</a:t>
            </a:r>
            <a:r>
              <a:rPr lang="pt-BR"/>
              <a:t> as </a:t>
            </a:r>
            <a:r>
              <a:rPr lang="pt-BR" err="1"/>
              <a:t>long-term</a:t>
            </a:r>
            <a:r>
              <a:rPr lang="pt-BR"/>
              <a:t> </a:t>
            </a:r>
            <a:r>
              <a:rPr lang="pt-BR" err="1"/>
              <a:t>yields</a:t>
            </a:r>
            <a:r>
              <a:rPr lang="pt-BR"/>
              <a:t> </a:t>
            </a:r>
            <a:r>
              <a:rPr lang="pt-BR" err="1"/>
              <a:t>reprice</a:t>
            </a:r>
            <a:endParaRPr lang="pt-BR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35525CE0-C2D9-E720-99B8-B20CB622E0F2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E3684B82-4116-8184-EEB7-0CD21414F429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D52EC8A2-45C2-204E-592C-B4C2F5BF1EC1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0FB6FE9-E8D2-9166-EA14-56A2FB406757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21BDC63-AF38-AE6F-985B-3E63BE806D0C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Monetary policy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97D7CABA-A4AB-47FB-E568-8249626FAD5A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467316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99E88D-1C52-078C-3F4C-5F05A04A65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Financial </a:t>
            </a:r>
            <a:r>
              <a:rPr lang="pt-BR" err="1"/>
              <a:t>conditions</a:t>
            </a:r>
            <a:r>
              <a:rPr lang="pt-BR"/>
              <a:t> </a:t>
            </a:r>
            <a:r>
              <a:rPr lang="pt-BR" err="1"/>
              <a:t>remain</a:t>
            </a:r>
            <a:r>
              <a:rPr lang="pt-BR"/>
              <a:t> </a:t>
            </a:r>
            <a:r>
              <a:rPr lang="pt-BR" err="1"/>
              <a:t>accommodative</a:t>
            </a:r>
            <a:endParaRPr lang="pt-BR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A0663B0-3248-8B40-7417-17C724DE4C15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855374690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D8563B23-D0D4-88E4-ADD2-9C59E6C486A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31563892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55C46-8E25-C3C6-77B3-E145896A29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Real rates are still negative, </a:t>
            </a:r>
            <a:r>
              <a:rPr lang="pt-BR" err="1"/>
              <a:t>but</a:t>
            </a:r>
            <a:r>
              <a:rPr lang="pt-BR"/>
              <a:t> </a:t>
            </a:r>
            <a:r>
              <a:rPr lang="pt-BR" err="1"/>
              <a:t>closing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gap</a:t>
            </a:r>
            <a:endParaRPr lang="pt-BR" b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36E576-63F0-ECF7-D791-786F46EAAB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err="1"/>
              <a:t>Credit</a:t>
            </a:r>
            <a:r>
              <a:rPr lang="pt-BR"/>
              <a:t> </a:t>
            </a:r>
            <a:r>
              <a:rPr lang="pt-BR" err="1"/>
              <a:t>keeps</a:t>
            </a:r>
            <a:r>
              <a:rPr lang="pt-BR"/>
              <a:t> </a:t>
            </a:r>
            <a:r>
              <a:rPr lang="pt-BR" err="1"/>
              <a:t>accelerating</a:t>
            </a:r>
            <a:r>
              <a:rPr lang="pt-BR"/>
              <a:t> </a:t>
            </a:r>
            <a:r>
              <a:rPr lang="pt-BR" err="1"/>
              <a:t>despite</a:t>
            </a:r>
            <a:r>
              <a:rPr lang="pt-BR"/>
              <a:t> rate </a:t>
            </a:r>
            <a:r>
              <a:rPr lang="pt-BR" err="1"/>
              <a:t>hikes</a:t>
            </a:r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60FD9E-36A3-D468-73C6-E880C007EF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BoJ</a:t>
            </a:r>
            <a:r>
              <a:rPr lang="pt-BR"/>
              <a:t> </a:t>
            </a:r>
            <a:r>
              <a:rPr lang="pt-BR" err="1"/>
              <a:t>policy</a:t>
            </a:r>
            <a:r>
              <a:rPr lang="pt-BR"/>
              <a:t> rate </a:t>
            </a:r>
            <a:r>
              <a:rPr lang="pt-BR" err="1"/>
              <a:t>minus</a:t>
            </a:r>
            <a:r>
              <a:rPr lang="pt-BR"/>
              <a:t> </a:t>
            </a:r>
            <a:r>
              <a:rPr lang="pt-BR" err="1"/>
              <a:t>realized</a:t>
            </a:r>
            <a:r>
              <a:rPr lang="pt-BR"/>
              <a:t> 12-month-ahead core </a:t>
            </a:r>
            <a:r>
              <a:rPr lang="pt-BR" err="1"/>
              <a:t>core</a:t>
            </a:r>
            <a:r>
              <a:rPr lang="pt-BR"/>
              <a:t> CPI (%)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78F0F0-AA5D-7F61-DE3C-0E011FA79E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err="1"/>
              <a:t>YoY</a:t>
            </a:r>
            <a:r>
              <a:rPr lang="pt-BR"/>
              <a:t> </a:t>
            </a:r>
            <a:r>
              <a:rPr lang="pt-BR" err="1"/>
              <a:t>Outstanding</a:t>
            </a:r>
            <a:r>
              <a:rPr lang="pt-BR"/>
              <a:t> Bank </a:t>
            </a:r>
            <a:r>
              <a:rPr lang="pt-BR" err="1"/>
              <a:t>Lending</a:t>
            </a:r>
            <a:r>
              <a:rPr lang="pt-BR"/>
              <a:t> (%) per </a:t>
            </a:r>
            <a:r>
              <a:rPr lang="pt-BR" err="1"/>
              <a:t>month</a:t>
            </a:r>
            <a:r>
              <a:rPr lang="pt-BR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862C5F3-A1A0-7521-3938-13CF367CD0A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E9ECCD-273C-C694-DB61-34FD7DA5CC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Interest rate tightening are a movement to adjust monetary accommodation</a:t>
            </a:r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47CDB5-1E09-311B-47FF-13B703007158}"/>
              </a:ext>
            </a:extLst>
          </p:cNvPr>
          <p:cNvSpPr/>
          <p:nvPr/>
        </p:nvSpPr>
        <p:spPr>
          <a:xfrm>
            <a:off x="-4254619" y="1809750"/>
            <a:ext cx="4115657" cy="2584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/>
              <a:t>O ideal é usar a projeção do grupo para calcular a taxa de juros real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12F8933-5DC3-C226-2D1A-48D50FFE6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9326" y="1855410"/>
            <a:ext cx="4032385" cy="2781340"/>
          </a:xfrm>
          <a:prstGeom prst="rect">
            <a:avLst/>
          </a:prstGeom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E2553715-638B-8510-D003-0AC5B1F7291B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72C6F589-A354-1532-167C-16107EC5DFAA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2C932A9-9555-7FDC-0457-19827119A499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1001E00-01E0-A4FB-13F2-C48C162068F3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3800EEC-F4D0-4468-0D2B-BB239F69BE11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Monetary policy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DB2CC82-2FBA-0E34-21C1-72B8764D6C60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2884042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721BEA-CEB3-0A4C-DB3B-67AE4A64C1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The momentum of the increase generates debates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7037-9ADF-3475-9B29-93FEFF86212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2970" y="1994808"/>
            <a:ext cx="5370543" cy="1736659"/>
          </a:xfrm>
        </p:spPr>
        <p:txBody>
          <a:bodyPr/>
          <a:lstStyle/>
          <a:p>
            <a:endParaRPr lang="pt-BR"/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D8E9A0B2-AEAA-0D95-8325-7D10D8383C0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14955576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F01372-919D-CFFE-34AF-578C9407DA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December of 2025 started the hawkish cycle</a:t>
            </a:r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5F2F72-5D76-A642-8E86-61D0FBCC7F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In September, the BoJ's interest rate entered the northern range</a:t>
            </a:r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033211-0138-33E6-39B2-C7A7573B33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BoJ</a:t>
            </a:r>
            <a:r>
              <a:rPr lang="pt-BR"/>
              <a:t> </a:t>
            </a:r>
            <a:r>
              <a:rPr lang="pt-BR" err="1"/>
              <a:t>last</a:t>
            </a:r>
            <a:r>
              <a:rPr lang="pt-BR"/>
              <a:t> meeting </a:t>
            </a:r>
            <a:r>
              <a:rPr lang="pt-BR" err="1"/>
              <a:t>analysis</a:t>
            </a:r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1E6170-8C09-389D-F3E3-A738FFDDB3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BoJ base rate and nominal neutral range (%)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595713-58F1-D920-42EA-7CFDAD06781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90B01F-1BA0-885B-D2EB-BB28191293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663113" cy="345027"/>
          </a:xfrm>
        </p:spPr>
        <p:txBody>
          <a:bodyPr/>
          <a:lstStyle/>
          <a:p>
            <a:endParaRPr lang="en-US"/>
          </a:p>
          <a:p>
            <a:r>
              <a:rPr lang="en-US"/>
              <a:t>The rate reached 1.25%, entering the range of the Neutral interest rate estimated by the BoJ</a:t>
            </a:r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E95270-0701-1681-47C5-83EB36CAB2F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5563" y="4027172"/>
            <a:ext cx="5370883" cy="235362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EDC6AD0-2CAF-B443-2508-544EF56F764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25563" y="4303864"/>
            <a:ext cx="5370883" cy="235362"/>
          </a:xfrm>
        </p:spPr>
        <p:txBody>
          <a:bodyPr/>
          <a:lstStyle/>
          <a:p>
            <a:endParaRPr lang="pt-BR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8CB8AA3-175A-0D97-063E-51905642B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24617"/>
              </p:ext>
            </p:extLst>
          </p:nvPr>
        </p:nvGraphicFramePr>
        <p:xfrm>
          <a:off x="421382" y="1988459"/>
          <a:ext cx="5376164" cy="3920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297">
                  <a:extLst>
                    <a:ext uri="{9D8B030D-6E8A-4147-A177-3AD203B41FA5}">
                      <a16:colId xmlns:a16="http://schemas.microsoft.com/office/drawing/2014/main" val="101881333"/>
                    </a:ext>
                  </a:extLst>
                </a:gridCol>
                <a:gridCol w="966223">
                  <a:extLst>
                    <a:ext uri="{9D8B030D-6E8A-4147-A177-3AD203B41FA5}">
                      <a16:colId xmlns:a16="http://schemas.microsoft.com/office/drawing/2014/main" val="1363821905"/>
                    </a:ext>
                  </a:extLst>
                </a:gridCol>
                <a:gridCol w="3121644">
                  <a:extLst>
                    <a:ext uri="{9D8B030D-6E8A-4147-A177-3AD203B41FA5}">
                      <a16:colId xmlns:a16="http://schemas.microsoft.com/office/drawing/2014/main" val="4245554549"/>
                    </a:ext>
                  </a:extLst>
                </a:gridCol>
              </a:tblGrid>
              <a:tr h="316838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Date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Rate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Summary</a:t>
                      </a:r>
                      <a:endParaRPr lang="pt-BR" sz="1000" b="1">
                        <a:solidFill>
                          <a:srgbClr val="FFFFFF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657610"/>
                  </a:ext>
                </a:extLst>
              </a:tr>
              <a:tr h="418731">
                <a:tc>
                  <a:txBody>
                    <a:bodyPr/>
                    <a:lstStyle/>
                    <a:p>
                      <a:pPr algn="ctr"/>
                      <a:r>
                        <a:rPr lang="pt-BR" sz="1000" b="0" err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Dec</a:t>
                      </a:r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/25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(+) 25 bps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Hike to 0.75% unanimously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67913"/>
                  </a:ext>
                </a:extLst>
              </a:tr>
              <a:tr h="4582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Jan/26</a:t>
                      </a:r>
                    </a:p>
                    <a:p>
                      <a:pPr algn="ctr"/>
                      <a:endParaRPr lang="pt-BR" sz="1000" b="0">
                        <a:solidFill>
                          <a:srgbClr val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O bps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Hold at 0.75%. Only Takata dissent, arguing a more hawkish approach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916193"/>
                  </a:ext>
                </a:extLst>
              </a:tr>
              <a:tr h="418731"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Mar/26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0 bps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err="1">
                          <a:latin typeface="Montserrat" panose="00000500000000000000" pitchFamily="2" charset="0"/>
                        </a:rPr>
                        <a:t>Hold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at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0.75%, 8–1, </a:t>
                      </a:r>
                      <a:r>
                        <a:rPr lang="pt-BR" sz="800" b="0" err="1">
                          <a:latin typeface="Montserrat" panose="00000500000000000000" pitchFamily="2" charset="0"/>
                        </a:rPr>
                        <a:t>Takata</a:t>
                      </a:r>
                      <a:r>
                        <a:rPr lang="pt-BR" sz="8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b="0" err="1">
                          <a:latin typeface="Montserrat" panose="00000500000000000000" pitchFamily="2" charset="0"/>
                        </a:rPr>
                        <a:t>again</a:t>
                      </a:r>
                      <a:r>
                        <a:rPr lang="pt-BR" sz="800" b="0">
                          <a:latin typeface="Montserrat" panose="00000500000000000000" pitchFamily="2" charset="0"/>
                        </a:rPr>
                        <a:t> for 1.00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%</a:t>
                      </a:r>
                      <a:endParaRPr lang="en-US" sz="800" b="0">
                        <a:solidFill>
                          <a:srgbClr val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850411"/>
                  </a:ext>
                </a:extLst>
              </a:tr>
              <a:tr h="418731">
                <a:tc>
                  <a:txBody>
                    <a:bodyPr/>
                    <a:lstStyle/>
                    <a:p>
                      <a:pPr algn="ctr"/>
                      <a:r>
                        <a:rPr lang="pt-BR" sz="1000" b="0" err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Apr</a:t>
                      </a:r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/26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0 bps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err="1">
                          <a:latin typeface="Montserrat" panose="00000500000000000000" pitchFamily="2" charset="0"/>
                        </a:rPr>
                        <a:t>Hold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at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0.75%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by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b="1">
                          <a:latin typeface="Montserrat" panose="00000500000000000000" pitchFamily="2" charset="0"/>
                        </a:rPr>
                        <a:t>6–3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,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the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widest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split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of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the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cycle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: </a:t>
                      </a:r>
                      <a:r>
                        <a:rPr lang="pt-BR" sz="800" b="1">
                          <a:latin typeface="Montserrat" panose="00000500000000000000" pitchFamily="2" charset="0"/>
                        </a:rPr>
                        <a:t>J. </a:t>
                      </a:r>
                      <a:r>
                        <a:rPr lang="pt-BR" sz="800" b="0">
                          <a:latin typeface="Montserrat" panose="00000500000000000000" pitchFamily="2" charset="0"/>
                        </a:rPr>
                        <a:t>Nakagawa, </a:t>
                      </a:r>
                      <a:r>
                        <a:rPr lang="pt-BR" sz="800" b="0" err="1">
                          <a:latin typeface="Montserrat" panose="00000500000000000000" pitchFamily="2" charset="0"/>
                        </a:rPr>
                        <a:t>Takata</a:t>
                      </a:r>
                      <a:r>
                        <a:rPr lang="pt-BR" sz="8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b="0" err="1">
                          <a:latin typeface="Montserrat" panose="00000500000000000000" pitchFamily="2" charset="0"/>
                        </a:rPr>
                        <a:t>and</a:t>
                      </a:r>
                      <a:r>
                        <a:rPr lang="pt-BR" sz="8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b="0" err="1">
                          <a:latin typeface="Montserrat" panose="00000500000000000000" pitchFamily="2" charset="0"/>
                        </a:rPr>
                        <a:t>Tamura</a:t>
                      </a:r>
                      <a:r>
                        <a:rPr lang="pt-BR" sz="8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all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proposed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1.00%</a:t>
                      </a:r>
                      <a:endParaRPr lang="en-US" sz="800" b="0">
                        <a:solidFill>
                          <a:srgbClr val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13409"/>
                  </a:ext>
                </a:extLst>
              </a:tr>
              <a:tr h="418731">
                <a:tc>
                  <a:txBody>
                    <a:bodyPr/>
                    <a:lstStyle/>
                    <a:p>
                      <a:pPr algn="ctr"/>
                      <a:r>
                        <a:rPr lang="pt-BR" sz="1000" b="0" err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Jun</a:t>
                      </a:r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/26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(+) 25 bps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err="1">
                          <a:latin typeface="Montserrat" panose="00000500000000000000" pitchFamily="2" charset="0"/>
                        </a:rPr>
                        <a:t>Hike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err="1">
                          <a:latin typeface="Montserrat" panose="00000500000000000000" pitchFamily="2" charset="0"/>
                        </a:rPr>
                        <a:t>to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 1.00%, </a:t>
                      </a:r>
                      <a:r>
                        <a:rPr lang="pt-BR" sz="800" b="1" err="1">
                          <a:latin typeface="Montserrat" panose="00000500000000000000" pitchFamily="2" charset="0"/>
                        </a:rPr>
                        <a:t>highest</a:t>
                      </a:r>
                      <a:r>
                        <a:rPr lang="pt-BR" sz="800" b="1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pt-BR" sz="800" b="1" err="1">
                          <a:latin typeface="Montserrat" panose="00000500000000000000" pitchFamily="2" charset="0"/>
                        </a:rPr>
                        <a:t>since</a:t>
                      </a:r>
                      <a:r>
                        <a:rPr lang="pt-BR" sz="800" b="1">
                          <a:latin typeface="Montserrat" panose="00000500000000000000" pitchFamily="2" charset="0"/>
                        </a:rPr>
                        <a:t> 1995</a:t>
                      </a:r>
                      <a:r>
                        <a:rPr lang="pt-BR" sz="800">
                          <a:latin typeface="Montserrat" panose="00000500000000000000" pitchFamily="2" charset="0"/>
                        </a:rPr>
                        <a:t>. </a:t>
                      </a:r>
                      <a:r>
                        <a:rPr lang="en-US" sz="800">
                          <a:latin typeface="Montserrat" panose="00000500000000000000" pitchFamily="2" charset="0"/>
                        </a:rPr>
                        <a:t>Only T. Asada </a:t>
                      </a:r>
                      <a:r>
                        <a:rPr lang="en-US" sz="800" err="1">
                          <a:latin typeface="Montserrat" panose="00000500000000000000" pitchFamily="2" charset="0"/>
                        </a:rPr>
                        <a:t>disent</a:t>
                      </a:r>
                      <a:r>
                        <a:rPr lang="en-US" sz="800">
                          <a:latin typeface="Montserrat" panose="00000500000000000000" pitchFamily="2" charset="0"/>
                        </a:rPr>
                        <a:t>, citing risks to production and employment</a:t>
                      </a:r>
                      <a:endParaRPr lang="en-US" sz="800" b="0">
                        <a:solidFill>
                          <a:srgbClr val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20465"/>
                  </a:ext>
                </a:extLst>
              </a:tr>
              <a:tr h="418731"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Jul/26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0 bps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800">
                          <a:effectLst/>
                          <a:latin typeface="Montserrat" panose="00000500000000000000" pitchFamily="2" charset="0"/>
                        </a:rPr>
                        <a:t>8-1 vote, with H. Takata voting for a 25 bps hike (to 1.25%), advocating agility</a:t>
                      </a:r>
                      <a:endParaRPr lang="pt-BR" sz="80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4325" marR="74325" marT="49550" marB="4955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207387"/>
                  </a:ext>
                </a:extLst>
              </a:tr>
              <a:tr h="1052092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Set/26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</a:rPr>
                        <a:t>(+) 25 bps</a:t>
                      </a:r>
                    </a:p>
                  </a:txBody>
                  <a:tcPr marL="89190" marR="89190" marT="44595" marB="44595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sz="800">
                          <a:latin typeface="Montserrat (corpo)"/>
                        </a:rPr>
                        <a:t>The 7–2 vote exposed a </a:t>
                      </a:r>
                      <a:r>
                        <a:rPr lang="pt-BR" sz="800" b="1">
                          <a:latin typeface="Montserrat (corpo)"/>
                        </a:rPr>
                        <a:t>dovish split</a:t>
                      </a:r>
                      <a:r>
                        <a:rPr lang="pt-BR" sz="800">
                          <a:latin typeface="Montserrat (corpo)"/>
                        </a:rPr>
                        <a:t>: Asada and Sato, both Takaichi appointees, voted to hold rates at 1%, </a:t>
                      </a:r>
                      <a:r>
                        <a:rPr lang="pt-BR" sz="800" b="1">
                          <a:latin typeface="Montserrat (corpo)"/>
                        </a:rPr>
                        <a:t>clouding the outlook</a:t>
                      </a:r>
                      <a:r>
                        <a:rPr lang="pt-BR" sz="800">
                          <a:latin typeface="Montserrat (corpo)"/>
                        </a:rPr>
                        <a:t> for further hikes.</a:t>
                      </a:r>
                      <a:endParaRPr lang="pt-BR" sz="800">
                        <a:effectLst/>
                        <a:latin typeface="Montserrat (corpo)"/>
                      </a:endParaRPr>
                    </a:p>
                  </a:txBody>
                  <a:tcPr marL="74325" marR="74325" marT="49550" marB="4955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75221"/>
                  </a:ext>
                </a:extLst>
              </a:tr>
            </a:tbl>
          </a:graphicData>
        </a:graphic>
      </p:graphicFrame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51C03A-2586-D664-C9F8-AB69A4C5C303}"/>
              </a:ext>
            </a:extLst>
          </p:cNvPr>
          <p:cNvCxnSpPr>
            <a:cxnSpLocks/>
          </p:cNvCxnSpPr>
          <p:nvPr/>
        </p:nvCxnSpPr>
        <p:spPr>
          <a:xfrm>
            <a:off x="6651625" y="2571327"/>
            <a:ext cx="501967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8C4FD5F-742E-75C1-EBAB-6BC9F49F2CEC}"/>
              </a:ext>
            </a:extLst>
          </p:cNvPr>
          <p:cNvCxnSpPr>
            <a:cxnSpLocks/>
          </p:cNvCxnSpPr>
          <p:nvPr/>
        </p:nvCxnSpPr>
        <p:spPr>
          <a:xfrm>
            <a:off x="6625180" y="4343596"/>
            <a:ext cx="5046120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836448-ED37-D604-BB92-6E092E68D436}"/>
              </a:ext>
            </a:extLst>
          </p:cNvPr>
          <p:cNvSpPr txBox="1"/>
          <p:nvPr/>
        </p:nvSpPr>
        <p:spPr>
          <a:xfrm>
            <a:off x="8169742" y="2666111"/>
            <a:ext cx="441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Neutral </a:t>
            </a:r>
            <a:r>
              <a:rPr lang="pt-BR" sz="1000" b="1" err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Interest</a:t>
            </a:r>
            <a:r>
              <a:rPr lang="pt-BR" sz="1000" b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 rate range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3232AE-2B7A-AF0C-9100-801FC7A7A4F1}"/>
              </a:ext>
            </a:extLst>
          </p:cNvPr>
          <p:cNvSpPr txBox="1"/>
          <p:nvPr/>
        </p:nvSpPr>
        <p:spPr>
          <a:xfrm>
            <a:off x="6336741" y="2463605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>
                <a:solidFill>
                  <a:schemeClr val="bg2">
                    <a:lumMod val="50000"/>
                  </a:schemeClr>
                </a:solidFill>
                <a:highlight>
                  <a:srgbClr val="FBFBFB"/>
                </a:highlight>
                <a:latin typeface="Montserrat" panose="00000500000000000000" pitchFamily="2" charset="0"/>
              </a:rPr>
              <a:t>2,5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5E045F-E16D-7552-95F7-3634EA63E656}"/>
              </a:ext>
            </a:extLst>
          </p:cNvPr>
          <p:cNvSpPr txBox="1"/>
          <p:nvPr/>
        </p:nvSpPr>
        <p:spPr>
          <a:xfrm>
            <a:off x="6366827" y="4229706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1,1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94CD7-1AC1-AB16-CD61-66652C105E4D}"/>
              </a:ext>
            </a:extLst>
          </p:cNvPr>
          <p:cNvSpPr/>
          <p:nvPr/>
        </p:nvSpPr>
        <p:spPr>
          <a:xfrm>
            <a:off x="6656350" y="2568472"/>
            <a:ext cx="5043059" cy="1788792"/>
          </a:xfrm>
          <a:prstGeom prst="rect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kern="1200"/>
          </a:p>
        </p:txBody>
      </p:sp>
    </p:spTree>
    <p:extLst>
      <p:ext uri="{BB962C8B-B14F-4D97-AF65-F5344CB8AC3E}">
        <p14:creationId xmlns:p14="http://schemas.microsoft.com/office/powerpoint/2010/main" val="24121351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6814-8019-C28B-305D-2D8EDE4A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31256F-7488-FBC0-7A35-6AF65FA29D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The momentum of the increase generates debates</a:t>
            </a:r>
            <a:endParaRPr lang="pt-BR"/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4BA29B6A-10E1-7DC6-655A-1B809342A63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615499127"/>
              </p:ext>
            </p:extLst>
          </p:nvPr>
        </p:nvGraphicFramePr>
        <p:xfrm>
          <a:off x="6165850" y="1766900"/>
          <a:ext cx="5505450" cy="4444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19155-6159-C77E-D4CD-6AF4509EE7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December of 2025 started the hawkish cycle</a:t>
            </a:r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2EFCE7-5830-CC5C-742F-63691051EC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In September, the BoJ's interest rate entered the northern range</a:t>
            </a:r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530FFB-2744-5C6B-C541-F27EC24251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BoJ</a:t>
            </a:r>
            <a:r>
              <a:rPr lang="pt-BR"/>
              <a:t> </a:t>
            </a:r>
            <a:r>
              <a:rPr lang="pt-BR" err="1"/>
              <a:t>last</a:t>
            </a:r>
            <a:r>
              <a:rPr lang="pt-BR"/>
              <a:t> meeting </a:t>
            </a:r>
            <a:r>
              <a:rPr lang="pt-BR" err="1"/>
              <a:t>analysis</a:t>
            </a:r>
            <a:endParaRPr lang="pt-BR"/>
          </a:p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90092-6065-2D36-74AB-B2504B18B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BoJ base rate and nominal neutral range (%)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3EA93E-BD3D-C143-02D6-93145B9A363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082CC6-E42F-FFB3-0C45-982AAC658D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663113" cy="345027"/>
          </a:xfrm>
        </p:spPr>
        <p:txBody>
          <a:bodyPr/>
          <a:lstStyle/>
          <a:p>
            <a:endParaRPr lang="en-US"/>
          </a:p>
          <a:p>
            <a:r>
              <a:rPr lang="en-US"/>
              <a:t>The rate reached 1.25%, entering the range of the Neutral interest rate estimated by the BoJ</a:t>
            </a:r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4F41E1-4D3B-0A04-B3E0-C2099652D813}"/>
              </a:ext>
            </a:extLst>
          </p:cNvPr>
          <p:cNvCxnSpPr>
            <a:cxnSpLocks/>
          </p:cNvCxnSpPr>
          <p:nvPr/>
        </p:nvCxnSpPr>
        <p:spPr>
          <a:xfrm>
            <a:off x="6651625" y="2571327"/>
            <a:ext cx="501967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7BD4F0-AC43-1662-1953-BADF1DDE8110}"/>
              </a:ext>
            </a:extLst>
          </p:cNvPr>
          <p:cNvCxnSpPr>
            <a:cxnSpLocks/>
          </p:cNvCxnSpPr>
          <p:nvPr/>
        </p:nvCxnSpPr>
        <p:spPr>
          <a:xfrm>
            <a:off x="6625180" y="4343596"/>
            <a:ext cx="5046120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A41842C-2137-EB7E-E25C-5CC4F4E13A20}"/>
              </a:ext>
            </a:extLst>
          </p:cNvPr>
          <p:cNvSpPr txBox="1"/>
          <p:nvPr/>
        </p:nvSpPr>
        <p:spPr>
          <a:xfrm>
            <a:off x="8169742" y="2666111"/>
            <a:ext cx="441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Neutral </a:t>
            </a:r>
            <a:r>
              <a:rPr lang="pt-BR" sz="1000" b="1" err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Interest</a:t>
            </a:r>
            <a:r>
              <a:rPr lang="pt-BR" sz="1000" b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 rate range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6B7BEE-27E8-F6DB-3E7F-9701642DE796}"/>
              </a:ext>
            </a:extLst>
          </p:cNvPr>
          <p:cNvSpPr txBox="1"/>
          <p:nvPr/>
        </p:nvSpPr>
        <p:spPr>
          <a:xfrm>
            <a:off x="6336741" y="2463605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>
                <a:solidFill>
                  <a:schemeClr val="bg2">
                    <a:lumMod val="50000"/>
                  </a:schemeClr>
                </a:solidFill>
                <a:highlight>
                  <a:srgbClr val="FBFBFB"/>
                </a:highlight>
                <a:latin typeface="Montserrat" panose="00000500000000000000" pitchFamily="2" charset="0"/>
              </a:rPr>
              <a:t>2,5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D9BD08-BD64-A70E-92DB-6D03F8B66606}"/>
              </a:ext>
            </a:extLst>
          </p:cNvPr>
          <p:cNvSpPr txBox="1"/>
          <p:nvPr/>
        </p:nvSpPr>
        <p:spPr>
          <a:xfrm>
            <a:off x="6366827" y="4229706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1,1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598CC-57F1-9A24-59EE-D936E237913F}"/>
              </a:ext>
            </a:extLst>
          </p:cNvPr>
          <p:cNvSpPr/>
          <p:nvPr/>
        </p:nvSpPr>
        <p:spPr>
          <a:xfrm>
            <a:off x="6656350" y="2568472"/>
            <a:ext cx="5043059" cy="1788792"/>
          </a:xfrm>
          <a:prstGeom prst="rect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kern="12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22E615-A677-8B8D-3711-DF526B07B999}"/>
              </a:ext>
            </a:extLst>
          </p:cNvPr>
          <p:cNvCxnSpPr>
            <a:cxnSpLocks/>
          </p:cNvCxnSpPr>
          <p:nvPr/>
        </p:nvCxnSpPr>
        <p:spPr>
          <a:xfrm>
            <a:off x="1812629" y="2125133"/>
            <a:ext cx="0" cy="36957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BCCA16-ADB1-0E04-BA76-DA61FD4A6250}"/>
              </a:ext>
            </a:extLst>
          </p:cNvPr>
          <p:cNvSpPr txBox="1"/>
          <p:nvPr/>
        </p:nvSpPr>
        <p:spPr>
          <a:xfrm>
            <a:off x="959710" y="2250175"/>
            <a:ext cx="679125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Dec- 25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CC504-37C9-248C-CD6B-FF09655E2F5E}"/>
              </a:ext>
            </a:extLst>
          </p:cNvPr>
          <p:cNvSpPr txBox="1"/>
          <p:nvPr/>
        </p:nvSpPr>
        <p:spPr>
          <a:xfrm>
            <a:off x="1943100" y="2257564"/>
            <a:ext cx="332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latin typeface="Montserrat" panose="00000500000000000000" pitchFamily="2" charset="0"/>
              </a:rPr>
              <a:t>(+) 25 bps 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by 9x0 </a:t>
            </a:r>
            <a:endParaRPr lang="pt-BR" sz="1000">
              <a:latin typeface="Montserrat" panose="00000500000000000000" pitchFamily="2" charset="0"/>
            </a:endParaRPr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56B2C56E-E0B9-D990-6070-80604E8BB39C}"/>
              </a:ext>
            </a:extLst>
          </p:cNvPr>
          <p:cNvSpPr/>
          <p:nvPr/>
        </p:nvSpPr>
        <p:spPr>
          <a:xfrm>
            <a:off x="1714837" y="2279772"/>
            <a:ext cx="195585" cy="207188"/>
          </a:xfrm>
          <a:prstGeom prst="diamond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28E1BE-3A3E-732A-649C-3AC1751F3ACD}"/>
              </a:ext>
            </a:extLst>
          </p:cNvPr>
          <p:cNvSpPr txBox="1"/>
          <p:nvPr/>
        </p:nvSpPr>
        <p:spPr>
          <a:xfrm>
            <a:off x="1473040" y="183825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solidFill>
                  <a:schemeClr val="tx2"/>
                </a:solidFill>
                <a:latin typeface="Montserrat" panose="00000500000000000000" pitchFamily="2" charset="0"/>
              </a:rPr>
              <a:t>0.50%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672041-1551-C664-6A59-6C07177F2721}"/>
              </a:ext>
            </a:extLst>
          </p:cNvPr>
          <p:cNvSpPr txBox="1"/>
          <p:nvPr/>
        </p:nvSpPr>
        <p:spPr>
          <a:xfrm>
            <a:off x="1943100" y="2686050"/>
            <a:ext cx="3634987" cy="43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000" b="1" err="1">
                <a:solidFill>
                  <a:srgbClr val="000000"/>
                </a:solidFill>
                <a:latin typeface="Montserrat" panose="00000500000000000000" pitchFamily="2" charset="0"/>
              </a:rPr>
              <a:t>Hold</a:t>
            </a:r>
            <a:r>
              <a:rPr lang="pt-BR" sz="1000" b="1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by 8x1</a:t>
            </a:r>
            <a:b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</a:br>
            <a:r>
              <a:rPr lang="en-US" sz="800">
                <a:solidFill>
                  <a:srgbClr val="000000"/>
                </a:solidFill>
                <a:latin typeface="Montserrat" panose="00000500000000000000" pitchFamily="2" charset="0"/>
              </a:rPr>
              <a:t>Takata dissent for 1.00%</a:t>
            </a:r>
            <a:endParaRPr lang="pt-BR" sz="800">
              <a:latin typeface="Montserrat" panose="000005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B927DE-4850-BFE0-6B18-EB39A1DD195D}"/>
              </a:ext>
            </a:extLst>
          </p:cNvPr>
          <p:cNvSpPr txBox="1"/>
          <p:nvPr/>
        </p:nvSpPr>
        <p:spPr>
          <a:xfrm>
            <a:off x="1489972" y="587414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solidFill>
                  <a:schemeClr val="tx2"/>
                </a:solidFill>
                <a:latin typeface="Montserrat" panose="00000500000000000000" pitchFamily="2" charset="0"/>
              </a:rPr>
              <a:t>1.25%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863631-59F7-5A93-6B08-48EDD07C0483}"/>
              </a:ext>
            </a:extLst>
          </p:cNvPr>
          <p:cNvSpPr txBox="1"/>
          <p:nvPr/>
        </p:nvSpPr>
        <p:spPr>
          <a:xfrm>
            <a:off x="1943100" y="3168650"/>
            <a:ext cx="3634987" cy="43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000" b="1" err="1">
                <a:solidFill>
                  <a:srgbClr val="000000"/>
                </a:solidFill>
                <a:latin typeface="Montserrat" panose="00000500000000000000" pitchFamily="2" charset="0"/>
              </a:rPr>
              <a:t>Hold</a:t>
            </a:r>
            <a:r>
              <a:rPr lang="pt-BR" sz="1000" b="1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r>
              <a:rPr lang="pt-BR" sz="1000" err="1">
                <a:solidFill>
                  <a:srgbClr val="000000"/>
                </a:solidFill>
                <a:latin typeface="Montserrat" panose="00000500000000000000" pitchFamily="2" charset="0"/>
              </a:rPr>
              <a:t>by</a:t>
            </a:r>
            <a:r>
              <a:rPr lang="pt-BR" sz="1000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8x1</a:t>
            </a:r>
            <a:b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</a:br>
            <a:r>
              <a:rPr lang="pt-BR" sz="800" err="1">
                <a:latin typeface="Montserrat" panose="00000500000000000000" pitchFamily="2" charset="0"/>
              </a:rPr>
              <a:t>Takata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again</a:t>
            </a:r>
            <a:r>
              <a:rPr lang="pt-BR" sz="800">
                <a:latin typeface="Montserrat" panose="00000500000000000000" pitchFamily="2" charset="0"/>
              </a:rPr>
              <a:t> for 1.00%</a:t>
            </a:r>
            <a:r>
              <a:rPr lang="en-US" sz="800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endParaRPr lang="pt-BR" sz="800">
              <a:latin typeface="Montserrat" panose="00000500000000000000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9B946A-229C-A193-97EB-27E347F55B02}"/>
              </a:ext>
            </a:extLst>
          </p:cNvPr>
          <p:cNvSpPr txBox="1"/>
          <p:nvPr/>
        </p:nvSpPr>
        <p:spPr>
          <a:xfrm>
            <a:off x="1943100" y="3651250"/>
            <a:ext cx="3634987" cy="43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000" b="1" err="1">
                <a:solidFill>
                  <a:srgbClr val="000000"/>
                </a:solidFill>
                <a:latin typeface="Montserrat" panose="00000500000000000000" pitchFamily="2" charset="0"/>
              </a:rPr>
              <a:t>Hold</a:t>
            </a:r>
            <a:r>
              <a:rPr lang="pt-BR" sz="1000" b="1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by 6x3</a:t>
            </a:r>
            <a:b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</a:br>
            <a:r>
              <a:rPr lang="pt-BR" sz="800" b="1">
                <a:latin typeface="Montserrat" panose="00000500000000000000" pitchFamily="2" charset="0"/>
              </a:rPr>
              <a:t>J. </a:t>
            </a:r>
            <a:r>
              <a:rPr lang="pt-BR" sz="800">
                <a:latin typeface="Montserrat" panose="00000500000000000000" pitchFamily="2" charset="0"/>
              </a:rPr>
              <a:t>Nakagawa, </a:t>
            </a:r>
            <a:r>
              <a:rPr lang="pt-BR" sz="800" err="1">
                <a:latin typeface="Montserrat" panose="00000500000000000000" pitchFamily="2" charset="0"/>
              </a:rPr>
              <a:t>Takata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and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Tamura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dissident</a:t>
            </a:r>
            <a:r>
              <a:rPr lang="pt-BR" sz="800">
                <a:latin typeface="Montserrat" panose="00000500000000000000" pitchFamily="2" charset="0"/>
              </a:rPr>
              <a:t> for 1.00%</a:t>
            </a:r>
            <a:r>
              <a:rPr lang="en-US" sz="800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endParaRPr lang="pt-BR" sz="800">
              <a:latin typeface="Montserrat" panose="000005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EA2156-66F9-28E2-B7B8-E8B98D408F18}"/>
              </a:ext>
            </a:extLst>
          </p:cNvPr>
          <p:cNvSpPr txBox="1"/>
          <p:nvPr/>
        </p:nvSpPr>
        <p:spPr>
          <a:xfrm>
            <a:off x="1943100" y="4133850"/>
            <a:ext cx="3634987" cy="43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>
                <a:solidFill>
                  <a:srgbClr val="000000"/>
                </a:solidFill>
                <a:latin typeface="Montserrat" panose="00000500000000000000" pitchFamily="2" charset="0"/>
              </a:rPr>
              <a:t>(+) 25 bps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 by 8x1 </a:t>
            </a:r>
            <a:b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</a:br>
            <a:r>
              <a:rPr lang="en-US" sz="800">
                <a:solidFill>
                  <a:srgbClr val="000000"/>
                </a:solidFill>
                <a:latin typeface="Montserrat" panose="00000500000000000000" pitchFamily="2" charset="0"/>
              </a:rPr>
              <a:t>Asada dissent for 0.75%</a:t>
            </a:r>
          </a:p>
          <a:p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endParaRPr lang="pt-BR" sz="1000">
              <a:latin typeface="Montserrat" panose="000005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DB9569-34F9-3CF9-E9C7-9F734D24BA53}"/>
              </a:ext>
            </a:extLst>
          </p:cNvPr>
          <p:cNvSpPr txBox="1"/>
          <p:nvPr/>
        </p:nvSpPr>
        <p:spPr>
          <a:xfrm>
            <a:off x="1943100" y="4616450"/>
            <a:ext cx="3634987" cy="43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000" b="1" err="1">
                <a:solidFill>
                  <a:srgbClr val="000000"/>
                </a:solidFill>
                <a:latin typeface="Montserrat" panose="00000500000000000000" pitchFamily="2" charset="0"/>
              </a:rPr>
              <a:t>Hold</a:t>
            </a:r>
            <a:r>
              <a:rPr lang="pt-BR" sz="1000" b="1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by 8x1</a:t>
            </a:r>
            <a:b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</a:br>
            <a:r>
              <a:rPr lang="en-US" sz="800">
                <a:solidFill>
                  <a:srgbClr val="000000"/>
                </a:solidFill>
                <a:latin typeface="Montserrat" panose="00000500000000000000" pitchFamily="2" charset="0"/>
              </a:rPr>
              <a:t>Takata dissent, arguing a more hawkish approach</a:t>
            </a:r>
          </a:p>
          <a:p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endParaRPr lang="pt-BR" sz="1000">
              <a:latin typeface="Montserrat" panose="00000500000000000000" pitchFamily="2" charset="0"/>
            </a:endParaRP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DD992586-BB0D-12F5-E1C7-31F83EC4B257}"/>
              </a:ext>
            </a:extLst>
          </p:cNvPr>
          <p:cNvSpPr/>
          <p:nvPr/>
        </p:nvSpPr>
        <p:spPr>
          <a:xfrm>
            <a:off x="1714837" y="2762372"/>
            <a:ext cx="195585" cy="207188"/>
          </a:xfrm>
          <a:prstGeom prst="diamond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9" name="Diamond 68">
            <a:extLst>
              <a:ext uri="{FF2B5EF4-FFF2-40B4-BE49-F238E27FC236}">
                <a16:creationId xmlns:a16="http://schemas.microsoft.com/office/drawing/2014/main" id="{8E8E3FD6-D6BD-202B-5060-29D4E5984572}"/>
              </a:ext>
            </a:extLst>
          </p:cNvPr>
          <p:cNvSpPr/>
          <p:nvPr/>
        </p:nvSpPr>
        <p:spPr>
          <a:xfrm>
            <a:off x="1714837" y="3244972"/>
            <a:ext cx="195585" cy="207188"/>
          </a:xfrm>
          <a:prstGeom prst="diamond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0FC5B7C5-2BC0-983A-C8A2-CFE6EDDFBA52}"/>
              </a:ext>
            </a:extLst>
          </p:cNvPr>
          <p:cNvSpPr/>
          <p:nvPr/>
        </p:nvSpPr>
        <p:spPr>
          <a:xfrm>
            <a:off x="1714837" y="3727572"/>
            <a:ext cx="195585" cy="207188"/>
          </a:xfrm>
          <a:prstGeom prst="diamond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70485225-A534-CA87-4C38-92B95FE5A2C1}"/>
              </a:ext>
            </a:extLst>
          </p:cNvPr>
          <p:cNvSpPr/>
          <p:nvPr/>
        </p:nvSpPr>
        <p:spPr>
          <a:xfrm>
            <a:off x="1714837" y="4210172"/>
            <a:ext cx="195585" cy="207188"/>
          </a:xfrm>
          <a:prstGeom prst="diamond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AAE83049-ADFD-76E4-3BB4-27FAF5F84FCA}"/>
              </a:ext>
            </a:extLst>
          </p:cNvPr>
          <p:cNvSpPr/>
          <p:nvPr/>
        </p:nvSpPr>
        <p:spPr>
          <a:xfrm>
            <a:off x="1714837" y="4692772"/>
            <a:ext cx="195585" cy="207188"/>
          </a:xfrm>
          <a:prstGeom prst="diamond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3" name="Diamond 72">
            <a:extLst>
              <a:ext uri="{FF2B5EF4-FFF2-40B4-BE49-F238E27FC236}">
                <a16:creationId xmlns:a16="http://schemas.microsoft.com/office/drawing/2014/main" id="{F9BCBFC1-9E93-F6C7-8DA7-AFC950E5C7AA}"/>
              </a:ext>
            </a:extLst>
          </p:cNvPr>
          <p:cNvSpPr/>
          <p:nvPr/>
        </p:nvSpPr>
        <p:spPr>
          <a:xfrm>
            <a:off x="1714837" y="5175372"/>
            <a:ext cx="195585" cy="207188"/>
          </a:xfrm>
          <a:prstGeom prst="diamond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5E9F75-8C7A-62D4-F004-FC6A03CF834F}"/>
              </a:ext>
            </a:extLst>
          </p:cNvPr>
          <p:cNvSpPr txBox="1"/>
          <p:nvPr/>
        </p:nvSpPr>
        <p:spPr>
          <a:xfrm>
            <a:off x="1943100" y="5073650"/>
            <a:ext cx="3634987" cy="60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>
                <a:solidFill>
                  <a:srgbClr val="000000"/>
                </a:solidFill>
                <a:latin typeface="Montserrat" panose="00000500000000000000" pitchFamily="2" charset="0"/>
              </a:rPr>
              <a:t>(+) 25 bps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 by 7x2</a:t>
            </a:r>
            <a:b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</a:br>
            <a:r>
              <a:rPr lang="pt-BR" sz="800" b="1" err="1">
                <a:latin typeface="Montserrat (corpo)"/>
              </a:rPr>
              <a:t>dovish</a:t>
            </a:r>
            <a:r>
              <a:rPr lang="pt-BR" sz="800" b="1">
                <a:latin typeface="Montserrat (corpo)"/>
              </a:rPr>
              <a:t> split</a:t>
            </a:r>
            <a:r>
              <a:rPr lang="pt-BR" sz="800">
                <a:latin typeface="Montserrat (corpo)"/>
              </a:rPr>
              <a:t>: Asada </a:t>
            </a:r>
            <a:r>
              <a:rPr lang="pt-BR" sz="800" err="1">
                <a:latin typeface="Montserrat (corpo)"/>
              </a:rPr>
              <a:t>and</a:t>
            </a:r>
            <a:r>
              <a:rPr lang="pt-BR" sz="800">
                <a:latin typeface="Montserrat (corpo)"/>
              </a:rPr>
              <a:t> Sato </a:t>
            </a:r>
            <a:r>
              <a:rPr lang="pt-BR" sz="800" err="1">
                <a:latin typeface="Montserrat (corpo)"/>
              </a:rPr>
              <a:t>dissenrt</a:t>
            </a:r>
            <a:r>
              <a:rPr lang="pt-BR" sz="800">
                <a:latin typeface="Montserrat (corpo)"/>
              </a:rPr>
              <a:t>  for 1.00%, </a:t>
            </a:r>
            <a:r>
              <a:rPr lang="pt-BR" sz="800" b="1" err="1">
                <a:latin typeface="Montserrat (corpo)"/>
              </a:rPr>
              <a:t>clouding</a:t>
            </a:r>
            <a:r>
              <a:rPr lang="pt-BR" sz="800" b="1">
                <a:latin typeface="Montserrat (corpo)"/>
              </a:rPr>
              <a:t> </a:t>
            </a:r>
            <a:r>
              <a:rPr lang="pt-BR" sz="800" b="1" err="1">
                <a:latin typeface="Montserrat (corpo)"/>
              </a:rPr>
              <a:t>the</a:t>
            </a:r>
            <a:r>
              <a:rPr lang="pt-BR" sz="800" b="1">
                <a:latin typeface="Montserrat (corpo)"/>
              </a:rPr>
              <a:t> </a:t>
            </a:r>
            <a:r>
              <a:rPr lang="pt-BR" sz="800" b="1" err="1">
                <a:latin typeface="Montserrat (corpo)"/>
              </a:rPr>
              <a:t>outlook</a:t>
            </a:r>
            <a:r>
              <a:rPr lang="pt-BR" sz="800">
                <a:latin typeface="Montserrat (corpo)"/>
              </a:rPr>
              <a:t> for </a:t>
            </a:r>
            <a:r>
              <a:rPr lang="pt-BR" sz="800" err="1">
                <a:latin typeface="Montserrat (corpo)"/>
              </a:rPr>
              <a:t>further</a:t>
            </a:r>
            <a:r>
              <a:rPr lang="pt-BR" sz="800">
                <a:latin typeface="Montserrat (corpo)"/>
              </a:rPr>
              <a:t> </a:t>
            </a:r>
            <a:r>
              <a:rPr lang="pt-BR" sz="800" err="1">
                <a:latin typeface="Montserrat (corpo)"/>
              </a:rPr>
              <a:t>hikes</a:t>
            </a:r>
            <a:r>
              <a:rPr lang="pt-BR" sz="800">
                <a:latin typeface="Montserrat (corpo)"/>
              </a:rPr>
              <a:t>.</a:t>
            </a:r>
            <a:r>
              <a:rPr lang="en-US" sz="1000">
                <a:solidFill>
                  <a:srgbClr val="000000"/>
                </a:solidFill>
                <a:latin typeface="Montserrat" panose="00000500000000000000" pitchFamily="2" charset="0"/>
              </a:rPr>
              <a:t> </a:t>
            </a:r>
            <a:endParaRPr lang="pt-BR" sz="1000">
              <a:latin typeface="Montserrat" panose="00000500000000000000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86F1C9-B4FA-2C8E-3D51-0325C8928BA1}"/>
              </a:ext>
            </a:extLst>
          </p:cNvPr>
          <p:cNvSpPr txBox="1"/>
          <p:nvPr/>
        </p:nvSpPr>
        <p:spPr>
          <a:xfrm>
            <a:off x="959711" y="2732775"/>
            <a:ext cx="679125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Jan - 26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93A37F-AAC4-76D9-2DD9-5B3F25A69503}"/>
              </a:ext>
            </a:extLst>
          </p:cNvPr>
          <p:cNvSpPr txBox="1"/>
          <p:nvPr/>
        </p:nvSpPr>
        <p:spPr>
          <a:xfrm>
            <a:off x="959714" y="3215375"/>
            <a:ext cx="769313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Mar - 26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A80D31-D4BA-1DC3-938A-E100C18FCC25}"/>
              </a:ext>
            </a:extLst>
          </p:cNvPr>
          <p:cNvSpPr txBox="1"/>
          <p:nvPr/>
        </p:nvSpPr>
        <p:spPr>
          <a:xfrm>
            <a:off x="957592" y="3697975"/>
            <a:ext cx="679125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Apr - 26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BF9EE95-0482-17BE-54F5-061A46C591B3}"/>
              </a:ext>
            </a:extLst>
          </p:cNvPr>
          <p:cNvSpPr txBox="1"/>
          <p:nvPr/>
        </p:nvSpPr>
        <p:spPr>
          <a:xfrm>
            <a:off x="959717" y="4180575"/>
            <a:ext cx="762547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Jun - 26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28621B-4473-E7EE-4078-A693A1070583}"/>
              </a:ext>
            </a:extLst>
          </p:cNvPr>
          <p:cNvSpPr txBox="1"/>
          <p:nvPr/>
        </p:nvSpPr>
        <p:spPr>
          <a:xfrm>
            <a:off x="959720" y="4663175"/>
            <a:ext cx="679125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Jul - 26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FDA0F7-DD79-EA8F-CDA7-00C483C697AE}"/>
              </a:ext>
            </a:extLst>
          </p:cNvPr>
          <p:cNvSpPr txBox="1"/>
          <p:nvPr/>
        </p:nvSpPr>
        <p:spPr>
          <a:xfrm>
            <a:off x="959721" y="5145775"/>
            <a:ext cx="679125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Set - 26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EF86FCF4-76C0-C65D-F837-BAC3F30406A5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3B772E99-C1BB-00C3-B2CF-918FBB52BC28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981B749-7308-0232-BD28-FC37FA2FE6E9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BEE6544-6261-D84B-5906-C047A95DEA28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5120E19-6F96-C837-27DB-C1A490181E40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Monetary policy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435D7536-5085-CABB-2068-6C8B4EFE822E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24976011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672D-B7A1-6BB5-54D5-356F6C29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sisPointsImage" descr="preencoded.png">
            <a:extLst>
              <a:ext uri="{FF2B5EF4-FFF2-40B4-BE49-F238E27FC236}">
                <a16:creationId xmlns:a16="http://schemas.microsoft.com/office/drawing/2014/main" id="{F39315ED-068A-04F6-5924-CFFF50C418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52061" y="4395498"/>
            <a:ext cx="5784725" cy="189315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92EC08-BAF9-012B-9B40-6F3E3BDE63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Monetary tightening is priced in, but its timing </a:t>
            </a:r>
            <a:r>
              <a:rPr lang="pt-BR" err="1"/>
              <a:t>remains</a:t>
            </a:r>
            <a:r>
              <a:rPr lang="pt-BR"/>
              <a:t> </a:t>
            </a:r>
            <a:r>
              <a:rPr lang="pt-BR" err="1"/>
              <a:t>unsettled</a:t>
            </a:r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2EF864-EF89-B094-B84E-A675B08FA9F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Bloomberg, Reuters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6B441E-F72F-3195-C820-D69D7D9E4C9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The level of momentum of adjustment can generate major economic impacts in Japan</a:t>
            </a:r>
            <a:endParaRPr lang="pt-BR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E4D8B-C96C-3CDF-3AEE-02C85DE7A59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pt-BR" err="1"/>
              <a:t>Accelerating</a:t>
            </a:r>
            <a:r>
              <a:rPr lang="pt-BR"/>
              <a:t> too </a:t>
            </a:r>
            <a:r>
              <a:rPr lang="pt-BR" err="1"/>
              <a:t>much</a:t>
            </a:r>
            <a:r>
              <a:rPr lang="pt-BR"/>
              <a:t> </a:t>
            </a:r>
            <a:r>
              <a:rPr lang="pt-BR" err="1"/>
              <a:t>can</a:t>
            </a:r>
            <a:r>
              <a:rPr lang="pt-BR"/>
              <a:t> </a:t>
            </a:r>
            <a:r>
              <a:rPr lang="pt-BR" err="1"/>
              <a:t>disrupt</a:t>
            </a:r>
            <a:r>
              <a:rPr lang="pt-BR"/>
              <a:t> GDP </a:t>
            </a:r>
            <a:r>
              <a:rPr lang="pt-BR" err="1"/>
              <a:t>recovery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238981-0E3C-DBFF-626D-3F794ED0946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pt-BR"/>
              <a:t>Ueda </a:t>
            </a:r>
            <a:r>
              <a:rPr lang="pt-BR" err="1"/>
              <a:t>warns</a:t>
            </a:r>
            <a:r>
              <a:rPr lang="pt-BR"/>
              <a:t> </a:t>
            </a:r>
            <a:r>
              <a:rPr lang="pt-BR" err="1"/>
              <a:t>that</a:t>
            </a:r>
            <a:r>
              <a:rPr lang="pt-BR"/>
              <a:t> </a:t>
            </a:r>
            <a:r>
              <a:rPr lang="pt-BR" err="1"/>
              <a:t>sharp</a:t>
            </a:r>
            <a:r>
              <a:rPr lang="pt-BR"/>
              <a:t> rate </a:t>
            </a:r>
            <a:r>
              <a:rPr lang="pt-BR" err="1"/>
              <a:t>hikes</a:t>
            </a:r>
            <a:r>
              <a:rPr lang="pt-BR"/>
              <a:t> </a:t>
            </a:r>
            <a:r>
              <a:rPr lang="pt-BR" err="1"/>
              <a:t>could</a:t>
            </a:r>
            <a:r>
              <a:rPr lang="pt-BR"/>
              <a:t> </a:t>
            </a:r>
            <a:r>
              <a:rPr lang="pt-BR" err="1"/>
              <a:t>also</a:t>
            </a:r>
            <a:r>
              <a:rPr lang="pt-BR"/>
              <a:t> trigger </a:t>
            </a:r>
            <a:r>
              <a:rPr lang="pt-BR" err="1"/>
              <a:t>large</a:t>
            </a:r>
            <a:r>
              <a:rPr lang="pt-BR"/>
              <a:t> </a:t>
            </a:r>
            <a:r>
              <a:rPr lang="pt-BR" err="1"/>
              <a:t>asset-price</a:t>
            </a:r>
            <a:r>
              <a:rPr lang="pt-BR"/>
              <a:t> </a:t>
            </a:r>
            <a:r>
              <a:rPr lang="pt-BR" err="1"/>
              <a:t>adjustments</a:t>
            </a:r>
            <a:endParaRPr lang="pt-B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38F49F-E0E9-2567-4E2B-9ED9FA9ED81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A slow pace can keep the yen vulnerable</a:t>
            </a:r>
            <a:endParaRPr lang="pt-BR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C6A27BE-B034-4F71-F23A-ADAFB6860B1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/>
              <a:t>The </a:t>
            </a:r>
            <a:r>
              <a:rPr lang="pt-BR" err="1"/>
              <a:t>expected</a:t>
            </a:r>
            <a:r>
              <a:rPr lang="pt-BR"/>
              <a:t> </a:t>
            </a:r>
            <a:r>
              <a:rPr lang="pt-BR" err="1"/>
              <a:t>hike</a:t>
            </a:r>
            <a:r>
              <a:rPr lang="pt-BR"/>
              <a:t> gave </a:t>
            </a:r>
            <a:r>
              <a:rPr lang="pt-BR" err="1"/>
              <a:t>little</a:t>
            </a:r>
            <a:r>
              <a:rPr lang="pt-BR"/>
              <a:t> </a:t>
            </a:r>
            <a:r>
              <a:rPr lang="pt-BR" err="1"/>
              <a:t>guidance</a:t>
            </a:r>
            <a:r>
              <a:rPr lang="pt-BR"/>
              <a:t> </a:t>
            </a:r>
            <a:r>
              <a:rPr lang="pt-BR" err="1"/>
              <a:t>on</a:t>
            </a:r>
            <a:r>
              <a:rPr lang="pt-BR"/>
              <a:t> </a:t>
            </a:r>
            <a:r>
              <a:rPr lang="pt-BR" err="1"/>
              <a:t>what</a:t>
            </a:r>
            <a:r>
              <a:rPr lang="pt-BR"/>
              <a:t> comes </a:t>
            </a:r>
            <a:r>
              <a:rPr lang="pt-BR" err="1"/>
              <a:t>next</a:t>
            </a:r>
            <a:endParaRPr lang="pt-BR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9DBC11E2-9A28-F852-A6CE-1B5B07BA94F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020168432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E96978-D1A0-B4F8-B4AA-383A8BCEB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Market is uncertain about the momentum of the hikes</a:t>
            </a:r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9B6128-0637-4934-4548-DC9F07AFC4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Daily WIRP-</a:t>
            </a:r>
            <a:r>
              <a:rPr lang="pt-BR" err="1"/>
              <a:t>implied</a:t>
            </a:r>
            <a:r>
              <a:rPr lang="pt-BR"/>
              <a:t> </a:t>
            </a:r>
            <a:r>
              <a:rPr lang="pt-BR" err="1"/>
              <a:t>hike</a:t>
            </a:r>
            <a:r>
              <a:rPr lang="pt-BR"/>
              <a:t> </a:t>
            </a:r>
            <a:r>
              <a:rPr lang="pt-BR" err="1"/>
              <a:t>pricing</a:t>
            </a:r>
            <a:r>
              <a:rPr lang="pt-BR"/>
              <a:t> for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Oct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Dec</a:t>
            </a:r>
            <a:r>
              <a:rPr lang="pt-BR"/>
              <a:t> 2026 </a:t>
            </a:r>
            <a:r>
              <a:rPr lang="pt-BR" err="1"/>
              <a:t>BoJ</a:t>
            </a:r>
            <a:r>
              <a:rPr lang="pt-BR"/>
              <a:t> meetings (%)</a:t>
            </a:r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39883575-35BF-03FF-6456-54A2C8E1C661}"/>
              </a:ext>
            </a:extLst>
          </p:cNvPr>
          <p:cNvSpPr txBox="1">
            <a:spLocks/>
          </p:cNvSpPr>
          <p:nvPr/>
        </p:nvSpPr>
        <p:spPr>
          <a:xfrm>
            <a:off x="388863" y="4498251"/>
            <a:ext cx="5506386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14A2E6-740D-E91A-FB34-8652A878DF6F}"/>
              </a:ext>
            </a:extLst>
          </p:cNvPr>
          <p:cNvSpPr txBox="1"/>
          <p:nvPr/>
        </p:nvSpPr>
        <p:spPr>
          <a:xfrm>
            <a:off x="7554106" y="2333240"/>
            <a:ext cx="4255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>
                <a:latin typeface="Montserrat" panose="00000500000000000000" pitchFamily="2" charset="0"/>
              </a:rPr>
              <a:t>“</a:t>
            </a:r>
            <a:r>
              <a:rPr lang="pt-BR" sz="1200" err="1">
                <a:latin typeface="Montserrat" panose="00000500000000000000" pitchFamily="2" charset="0"/>
              </a:rPr>
              <a:t>It's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important</a:t>
            </a:r>
            <a:r>
              <a:rPr lang="pt-BR" sz="1200">
                <a:latin typeface="Montserrat" panose="00000500000000000000" pitchFamily="2" charset="0"/>
              </a:rPr>
              <a:t> ​</a:t>
            </a:r>
            <a:r>
              <a:rPr lang="pt-BR" sz="1200" err="1">
                <a:latin typeface="Montserrat" panose="00000500000000000000" pitchFamily="2" charset="0"/>
              </a:rPr>
              <a:t>to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b="1" err="1">
                <a:latin typeface="Montserrat" panose="00000500000000000000" pitchFamily="2" charset="0"/>
              </a:rPr>
              <a:t>avoid</a:t>
            </a:r>
            <a:r>
              <a:rPr lang="pt-BR" sz="1200">
                <a:latin typeface="Montserrat" panose="00000500000000000000" pitchFamily="2" charset="0"/>
              </a:rPr>
              <a:t> financial </a:t>
            </a:r>
            <a:r>
              <a:rPr lang="pt-BR" sz="1200" err="1">
                <a:latin typeface="Montserrat" panose="00000500000000000000" pitchFamily="2" charset="0"/>
              </a:rPr>
              <a:t>conditions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from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tightening</a:t>
            </a:r>
            <a:r>
              <a:rPr lang="pt-BR" sz="1200">
                <a:latin typeface="Montserrat" panose="00000500000000000000" pitchFamily="2" charset="0"/>
              </a:rPr>
              <a:t> too </a:t>
            </a:r>
            <a:r>
              <a:rPr lang="pt-BR" sz="1200" err="1">
                <a:latin typeface="Montserrat" panose="00000500000000000000" pitchFamily="2" charset="0"/>
              </a:rPr>
              <a:t>much</a:t>
            </a:r>
            <a:r>
              <a:rPr lang="pt-BR" sz="1200">
                <a:latin typeface="Montserrat" panose="00000500000000000000" pitchFamily="2" charset="0"/>
              </a:rPr>
              <a:t>, </a:t>
            </a:r>
            <a:r>
              <a:rPr lang="pt-BR" sz="1200" err="1">
                <a:latin typeface="Montserrat" panose="00000500000000000000" pitchFamily="2" charset="0"/>
              </a:rPr>
              <a:t>or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to</a:t>
            </a:r>
            <a:r>
              <a:rPr lang="pt-BR" sz="1200">
                <a:latin typeface="Montserrat" panose="00000500000000000000" pitchFamily="2" charset="0"/>
              </a:rPr>
              <a:t> cause a big ​</a:t>
            </a:r>
            <a:r>
              <a:rPr lang="pt-BR" sz="1200" err="1">
                <a:latin typeface="Montserrat" panose="00000500000000000000" pitchFamily="2" charset="0"/>
              </a:rPr>
              <a:t>adjustment</a:t>
            </a:r>
            <a:r>
              <a:rPr lang="pt-BR" sz="1200">
                <a:latin typeface="Montserrat" panose="00000500000000000000" pitchFamily="2" charset="0"/>
              </a:rPr>
              <a:t> in </a:t>
            </a:r>
            <a:r>
              <a:rPr lang="pt-BR" sz="1200" err="1">
                <a:latin typeface="Montserrat" panose="00000500000000000000" pitchFamily="2" charset="0"/>
              </a:rPr>
              <a:t>asset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prices</a:t>
            </a:r>
            <a:r>
              <a:rPr lang="pt-BR" sz="1200" b="1">
                <a:latin typeface="Montserrat" panose="00000500000000000000" pitchFamily="2" charset="0"/>
              </a:rPr>
              <a:t>, </a:t>
            </a:r>
            <a:r>
              <a:rPr lang="pt-BR" sz="1200" err="1">
                <a:latin typeface="Montserrat" panose="00000500000000000000" pitchFamily="2" charset="0"/>
              </a:rPr>
              <a:t>by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raising</a:t>
            </a:r>
            <a:r>
              <a:rPr lang="pt-BR" sz="1200">
                <a:latin typeface="Montserrat" panose="00000500000000000000" pitchFamily="2" charset="0"/>
              </a:rPr>
              <a:t> rates </a:t>
            </a:r>
            <a:r>
              <a:rPr lang="pt-BR" sz="1200" b="1">
                <a:latin typeface="Montserrat" panose="00000500000000000000" pitchFamily="2" charset="0"/>
              </a:rPr>
              <a:t>too </a:t>
            </a:r>
            <a:r>
              <a:rPr lang="pt-BR" sz="1200" b="1" err="1">
                <a:latin typeface="Montserrat" panose="00000500000000000000" pitchFamily="2" charset="0"/>
              </a:rPr>
              <a:t>sharply</a:t>
            </a:r>
            <a:r>
              <a:rPr lang="pt-BR" sz="1200">
                <a:latin typeface="Montserrat" panose="00000500000000000000" pitchFamily="2" charset="0"/>
              </a:rPr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984DD-F42B-6C85-8FB0-77EB129087D9}"/>
              </a:ext>
            </a:extLst>
          </p:cNvPr>
          <p:cNvSpPr txBox="1"/>
          <p:nvPr/>
        </p:nvSpPr>
        <p:spPr>
          <a:xfrm>
            <a:off x="6374396" y="4887651"/>
            <a:ext cx="5290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Montserrat" panose="00000500000000000000" pitchFamily="2" charset="0"/>
              </a:rPr>
              <a:t>Dollar advances vs yen as BOJ dissent clouds rate-hike outlook</a:t>
            </a:r>
          </a:p>
        </p:txBody>
      </p:sp>
      <p:pic>
        <p:nvPicPr>
          <p:cNvPr id="21" name="Picture 20" descr="Reuters Logo, symbol, meaning, history, PNG, brand">
            <a:extLst>
              <a:ext uri="{FF2B5EF4-FFF2-40B4-BE49-F238E27FC236}">
                <a16:creationId xmlns:a16="http://schemas.microsoft.com/office/drawing/2014/main" id="{52EEB532-11C3-3A1A-39F1-AD2A119E5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55" y="4473998"/>
            <a:ext cx="773207" cy="4349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C900F76-2649-203D-B302-911DAB3AEA43}"/>
              </a:ext>
            </a:extLst>
          </p:cNvPr>
          <p:cNvSpPr txBox="1"/>
          <p:nvPr/>
        </p:nvSpPr>
        <p:spPr>
          <a:xfrm>
            <a:off x="10068990" y="4579874"/>
            <a:ext cx="17870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Montserrat" pitchFamily="2" charset="0"/>
              </a:rPr>
              <a:t>News [In] Brief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008B4F-87BC-4149-C2D3-A411E8725799}"/>
              </a:ext>
            </a:extLst>
          </p:cNvPr>
          <p:cNvSpPr txBox="1"/>
          <p:nvPr/>
        </p:nvSpPr>
        <p:spPr>
          <a:xfrm>
            <a:off x="6469606" y="5211905"/>
            <a:ext cx="5071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>
                <a:latin typeface="Montserrat" panose="00000500000000000000" pitchFamily="2" charset="0"/>
              </a:rPr>
              <a:t>The 25 bps hike came with two votes against and no clear sign of further increases. The market began to </a:t>
            </a:r>
            <a:r>
              <a:rPr lang="en-US" sz="1200" b="1">
                <a:solidFill>
                  <a:schemeClr val="tx2"/>
                </a:solidFill>
                <a:latin typeface="Montserrat" panose="00000500000000000000" pitchFamily="2" charset="0"/>
              </a:rPr>
              <a:t>question the momentum of the cycle</a:t>
            </a:r>
            <a:r>
              <a:rPr lang="en-US" sz="1200">
                <a:solidFill>
                  <a:schemeClr val="tx2"/>
                </a:solidFill>
                <a:latin typeface="Montserrat" panose="00000500000000000000" pitchFamily="2" charset="0"/>
              </a:rPr>
              <a:t>,</a:t>
            </a:r>
            <a:r>
              <a:rPr lang="en-US" sz="1200">
                <a:latin typeface="Montserrat" panose="00000500000000000000" pitchFamily="2" charset="0"/>
              </a:rPr>
              <a:t> and the </a:t>
            </a:r>
            <a:r>
              <a:rPr lang="en-US" sz="1200" b="1">
                <a:solidFill>
                  <a:schemeClr val="tx2"/>
                </a:solidFill>
                <a:latin typeface="Montserrat" panose="00000500000000000000" pitchFamily="2" charset="0"/>
              </a:rPr>
              <a:t>dollar rose </a:t>
            </a:r>
            <a:r>
              <a:rPr lang="en-US" sz="1200">
                <a:latin typeface="Montserrat" panose="00000500000000000000" pitchFamily="2" charset="0"/>
              </a:rPr>
              <a:t>against </a:t>
            </a:r>
            <a:r>
              <a:rPr lang="en-US" sz="1200" err="1">
                <a:latin typeface="Montserrat" panose="00000500000000000000" pitchFamily="2" charset="0"/>
              </a:rPr>
              <a:t>iene</a:t>
            </a:r>
            <a:r>
              <a:rPr lang="en-US" sz="1200">
                <a:latin typeface="Montserrat" panose="00000500000000000000" pitchFamily="2" charset="0"/>
              </a:rPr>
              <a:t> as much as 1.2% to ¥157.90</a:t>
            </a: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E1C6B78-CE65-B70A-B6CC-460C462670A8}"/>
              </a:ext>
            </a:extLst>
          </p:cNvPr>
          <p:cNvSpPr/>
          <p:nvPr/>
        </p:nvSpPr>
        <p:spPr>
          <a:xfrm>
            <a:off x="6350554" y="2006684"/>
            <a:ext cx="5372805" cy="150491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3" descr="BOJ Governor Ueda to Speak in Parliament, Putting Investors on Edge -  Bloomberg">
            <a:extLst>
              <a:ext uri="{FF2B5EF4-FFF2-40B4-BE49-F238E27FC236}">
                <a16:creationId xmlns:a16="http://schemas.microsoft.com/office/drawing/2014/main" id="{7EFA1F59-4D54-22CB-6F7B-FC78604C97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37181" t="262" r="-1226" b="20291"/>
          <a:stretch>
            <a:fillRect/>
          </a:stretch>
        </p:blipFill>
        <p:spPr>
          <a:xfrm>
            <a:off x="6345722" y="1729250"/>
            <a:ext cx="1882024" cy="1537306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E627D3E-7D8D-AD25-91A0-D9FB1DF71A74}"/>
              </a:ext>
            </a:extLst>
          </p:cNvPr>
          <p:cNvSpPr/>
          <p:nvPr/>
        </p:nvSpPr>
        <p:spPr>
          <a:xfrm>
            <a:off x="6327988" y="3260488"/>
            <a:ext cx="5395371" cy="277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6564A2-EDE3-4304-C7ED-166670560B1A}"/>
              </a:ext>
            </a:extLst>
          </p:cNvPr>
          <p:cNvSpPr txBox="1"/>
          <p:nvPr/>
        </p:nvSpPr>
        <p:spPr>
          <a:xfrm>
            <a:off x="7556322" y="2361984"/>
            <a:ext cx="40848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200" err="1">
                <a:latin typeface="Montserrat" panose="00000500000000000000" pitchFamily="2" charset="0"/>
              </a:rPr>
              <a:t>It's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important</a:t>
            </a:r>
            <a:r>
              <a:rPr lang="pt-BR" sz="1200">
                <a:latin typeface="Montserrat" panose="00000500000000000000" pitchFamily="2" charset="0"/>
              </a:rPr>
              <a:t> ​</a:t>
            </a:r>
            <a:r>
              <a:rPr lang="pt-BR" sz="1200" err="1">
                <a:latin typeface="Montserrat" panose="00000500000000000000" pitchFamily="2" charset="0"/>
              </a:rPr>
              <a:t>to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b="1" err="1">
                <a:latin typeface="Montserrat" panose="00000500000000000000" pitchFamily="2" charset="0"/>
              </a:rPr>
              <a:t>avoid</a:t>
            </a:r>
            <a:r>
              <a:rPr lang="pt-BR" sz="1200">
                <a:latin typeface="Montserrat" panose="00000500000000000000" pitchFamily="2" charset="0"/>
              </a:rPr>
              <a:t> financial </a:t>
            </a:r>
            <a:r>
              <a:rPr lang="pt-BR" sz="1200" err="1">
                <a:latin typeface="Montserrat" panose="00000500000000000000" pitchFamily="2" charset="0"/>
              </a:rPr>
              <a:t>conditions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from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tightening</a:t>
            </a:r>
            <a:r>
              <a:rPr lang="pt-BR" sz="1200">
                <a:latin typeface="Montserrat" panose="00000500000000000000" pitchFamily="2" charset="0"/>
              </a:rPr>
              <a:t> too </a:t>
            </a:r>
            <a:r>
              <a:rPr lang="pt-BR" sz="1200" err="1">
                <a:latin typeface="Montserrat" panose="00000500000000000000" pitchFamily="2" charset="0"/>
              </a:rPr>
              <a:t>much</a:t>
            </a:r>
            <a:r>
              <a:rPr lang="pt-BR" sz="1200">
                <a:latin typeface="Montserrat" panose="00000500000000000000" pitchFamily="2" charset="0"/>
              </a:rPr>
              <a:t>, </a:t>
            </a:r>
            <a:r>
              <a:rPr lang="pt-BR" sz="1200" err="1">
                <a:latin typeface="Montserrat" panose="00000500000000000000" pitchFamily="2" charset="0"/>
              </a:rPr>
              <a:t>or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to</a:t>
            </a:r>
            <a:r>
              <a:rPr lang="pt-BR" sz="1200">
                <a:latin typeface="Montserrat" panose="00000500000000000000" pitchFamily="2" charset="0"/>
              </a:rPr>
              <a:t> cause a big ​</a:t>
            </a:r>
            <a:r>
              <a:rPr lang="pt-BR" sz="1200" err="1">
                <a:latin typeface="Montserrat" panose="00000500000000000000" pitchFamily="2" charset="0"/>
              </a:rPr>
              <a:t>adjustment</a:t>
            </a:r>
            <a:r>
              <a:rPr lang="pt-BR" sz="1200">
                <a:latin typeface="Montserrat" panose="00000500000000000000" pitchFamily="2" charset="0"/>
              </a:rPr>
              <a:t> in </a:t>
            </a:r>
            <a:r>
              <a:rPr lang="pt-BR" sz="1200" err="1">
                <a:latin typeface="Montserrat" panose="00000500000000000000" pitchFamily="2" charset="0"/>
              </a:rPr>
              <a:t>asset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prices</a:t>
            </a:r>
            <a:r>
              <a:rPr lang="pt-BR" sz="1200" b="1">
                <a:latin typeface="Montserrat" panose="00000500000000000000" pitchFamily="2" charset="0"/>
              </a:rPr>
              <a:t>, </a:t>
            </a:r>
            <a:r>
              <a:rPr lang="pt-BR" sz="1200" err="1">
                <a:latin typeface="Montserrat" panose="00000500000000000000" pitchFamily="2" charset="0"/>
              </a:rPr>
              <a:t>by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raising</a:t>
            </a:r>
            <a:r>
              <a:rPr lang="pt-BR" sz="1200">
                <a:latin typeface="Montserrat" panose="00000500000000000000" pitchFamily="2" charset="0"/>
              </a:rPr>
              <a:t> rates </a:t>
            </a:r>
            <a:r>
              <a:rPr lang="pt-BR" sz="1200" b="1">
                <a:latin typeface="Montserrat" panose="00000500000000000000" pitchFamily="2" charset="0"/>
              </a:rPr>
              <a:t>too </a:t>
            </a:r>
            <a:r>
              <a:rPr lang="pt-BR" sz="1200" b="1" err="1">
                <a:latin typeface="Montserrat" panose="00000500000000000000" pitchFamily="2" charset="0"/>
              </a:rPr>
              <a:t>sharply</a:t>
            </a: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40" name="object 82">
            <a:extLst>
              <a:ext uri="{FF2B5EF4-FFF2-40B4-BE49-F238E27FC236}">
                <a16:creationId xmlns:a16="http://schemas.microsoft.com/office/drawing/2014/main" id="{D946A3EB-938D-376C-3336-97CFEA10DBDC}"/>
              </a:ext>
            </a:extLst>
          </p:cNvPr>
          <p:cNvSpPr txBox="1"/>
          <p:nvPr/>
        </p:nvSpPr>
        <p:spPr>
          <a:xfrm>
            <a:off x="7305458" y="1703800"/>
            <a:ext cx="1046213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600" b="1" spc="-690" noProof="0">
                <a:solidFill>
                  <a:srgbClr val="99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”</a:t>
            </a:r>
            <a:endParaRPr lang="en-US" sz="6600" noProof="0">
              <a:solidFill>
                <a:srgbClr val="99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4589460A-D822-8BCF-85BC-5B9FA9815DF4}"/>
              </a:ext>
            </a:extLst>
          </p:cNvPr>
          <p:cNvSpPr txBox="1"/>
          <p:nvPr/>
        </p:nvSpPr>
        <p:spPr>
          <a:xfrm>
            <a:off x="5795494" y="3273398"/>
            <a:ext cx="3154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noProof="0">
                <a:solidFill>
                  <a:schemeClr val="bg1"/>
                </a:solidFill>
                <a:latin typeface="Montserrat"/>
              </a:rPr>
              <a:t>Ueda Kazuo – </a:t>
            </a:r>
            <a:r>
              <a:rPr lang="en-US" sz="1200" b="1" noProof="0">
                <a:solidFill>
                  <a:schemeClr val="bg1"/>
                </a:solidFill>
                <a:latin typeface="Montserrat"/>
              </a:rPr>
              <a:t>Governor of BoJ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4E3868-8886-1E5F-3255-1C204011A52A}"/>
              </a:ext>
            </a:extLst>
          </p:cNvPr>
          <p:cNvCxnSpPr>
            <a:cxnSpLocks/>
          </p:cNvCxnSpPr>
          <p:nvPr/>
        </p:nvCxnSpPr>
        <p:spPr>
          <a:xfrm flipV="1">
            <a:off x="3868232" y="2201333"/>
            <a:ext cx="0" cy="374226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D36E5F-935C-1E5B-A6E1-50D2A3057664}"/>
              </a:ext>
            </a:extLst>
          </p:cNvPr>
          <p:cNvSpPr txBox="1"/>
          <p:nvPr/>
        </p:nvSpPr>
        <p:spPr>
          <a:xfrm>
            <a:off x="3192879" y="1909048"/>
            <a:ext cx="1937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err="1">
                <a:solidFill>
                  <a:srgbClr val="992937"/>
                </a:solidFill>
                <a:latin typeface="Montserrat" panose="00000500000000000000" pitchFamily="2" charset="0"/>
              </a:rPr>
              <a:t>BoJ</a:t>
            </a:r>
            <a:r>
              <a:rPr lang="pt-BR" sz="1000" b="1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pt-BR" sz="1000" b="1" err="1">
                <a:solidFill>
                  <a:srgbClr val="992937"/>
                </a:solidFill>
                <a:latin typeface="Montserrat" panose="00000500000000000000" pitchFamily="2" charset="0"/>
              </a:rPr>
              <a:t>last</a:t>
            </a:r>
            <a:r>
              <a:rPr lang="pt-BR" sz="1000" b="1">
                <a:solidFill>
                  <a:srgbClr val="992937"/>
                </a:solidFill>
                <a:latin typeface="Montserrat" panose="00000500000000000000" pitchFamily="2" charset="0"/>
              </a:rPr>
              <a:t> meeting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5D31EE63-3F5D-BC89-70AE-4604C3793161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F2ABAC8-A6FE-A7A4-EFE8-6AB4B625F17B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C0EA791-E665-9731-5FC2-3608CEF7FB10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31B534AA-EB7B-F7CD-6CB0-854AD538E1A0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E2A63ABC-3B6E-153B-BCEB-68E7C9E42398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Monetary policy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83BEF9FF-EB16-334D-3D7A-67D51ECF2EDC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6104004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3F0D89-B871-8D23-4D3C-C5034D115B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Washington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pressing</a:t>
            </a:r>
            <a:r>
              <a:rPr lang="pt-BR"/>
              <a:t> </a:t>
            </a:r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on</a:t>
            </a:r>
            <a:r>
              <a:rPr lang="pt-BR"/>
              <a:t> </a:t>
            </a:r>
            <a:r>
              <a:rPr lang="pt-BR" err="1"/>
              <a:t>monetary</a:t>
            </a:r>
            <a:r>
              <a:rPr lang="pt-BR"/>
              <a:t> </a:t>
            </a:r>
            <a:r>
              <a:rPr lang="pt-BR" err="1"/>
              <a:t>policy</a:t>
            </a:r>
            <a:endParaRPr lang="pt-BR"/>
          </a:p>
          <a:p>
            <a:endParaRPr lang="pt-BR"/>
          </a:p>
          <a:p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B26EC-0AA1-E4DF-8471-53E1F77F8F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Source:s</a:t>
            </a:r>
            <a:r>
              <a:rPr lang="pt-BR"/>
              <a:t> </a:t>
            </a:r>
            <a:r>
              <a:rPr lang="pt-BR" err="1"/>
              <a:t>BoJ</a:t>
            </a:r>
            <a:r>
              <a:rPr lang="pt-BR"/>
              <a:t>,, Financial Times</a:t>
            </a:r>
          </a:p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5A091-ED84-26B6-F1D7-10E52DC0233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10044113" cy="345027"/>
          </a:xfrm>
        </p:spPr>
        <p:txBody>
          <a:bodyPr/>
          <a:lstStyle/>
          <a:p>
            <a:r>
              <a:rPr lang="pt-BR"/>
              <a:t>US </a:t>
            </a:r>
            <a:r>
              <a:rPr lang="pt-BR" err="1"/>
              <a:t>backing</a:t>
            </a:r>
            <a:r>
              <a:rPr lang="pt-BR"/>
              <a:t> for yen </a:t>
            </a:r>
            <a:r>
              <a:rPr lang="pt-BR" err="1"/>
              <a:t>intervention</a:t>
            </a:r>
            <a:r>
              <a:rPr lang="pt-BR"/>
              <a:t> comes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an</a:t>
            </a:r>
            <a:r>
              <a:rPr lang="pt-BR"/>
              <a:t> </a:t>
            </a:r>
            <a:r>
              <a:rPr lang="pt-BR" err="1"/>
              <a:t>expectation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further</a:t>
            </a:r>
            <a:r>
              <a:rPr lang="pt-BR"/>
              <a:t> </a:t>
            </a:r>
            <a:r>
              <a:rPr lang="pt-BR" err="1"/>
              <a:t>policy</a:t>
            </a:r>
            <a:r>
              <a:rPr lang="pt-BR"/>
              <a:t> </a:t>
            </a:r>
            <a:r>
              <a:rPr lang="pt-BR" err="1"/>
              <a:t>action</a:t>
            </a:r>
            <a:r>
              <a:rPr lang="pt-BR"/>
              <a:t> </a:t>
            </a:r>
            <a:r>
              <a:rPr lang="pt-BR" err="1"/>
              <a:t>from</a:t>
            </a:r>
            <a:r>
              <a:rPr lang="pt-BR"/>
              <a:t> </a:t>
            </a:r>
            <a:r>
              <a:rPr lang="pt-BR" err="1"/>
              <a:t>Tokyo</a:t>
            </a:r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4A1FC3-FC74-327B-F609-A68CE16E62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pt-BR"/>
              <a:t>USD/JPY </a:t>
            </a:r>
            <a:r>
              <a:rPr lang="pt-BR" err="1"/>
              <a:t>and</a:t>
            </a:r>
            <a:r>
              <a:rPr lang="pt-BR"/>
              <a:t> 10Y UST </a:t>
            </a:r>
            <a:r>
              <a:rPr lang="pt-BR" err="1"/>
              <a:t>Yield</a:t>
            </a:r>
            <a:r>
              <a:rPr lang="pt-BR"/>
              <a:t> (%)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026907-5563-91C3-4016-E939C5E2CD8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the US is acting actively in Japanese monetary policy</a:t>
            </a:r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7B50900-590C-DE89-FD09-932F1D02BB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>
                <a:solidFill>
                  <a:srgbClr val="992937"/>
                </a:solidFill>
                <a:latin typeface="Montserrat (corpo)"/>
              </a:rPr>
              <a:t>Why does Japan's stability matter to the U.S.?</a:t>
            </a:r>
            <a:endParaRPr lang="en-US" b="1" i="1">
              <a:solidFill>
                <a:srgbClr val="992937"/>
              </a:solidFill>
              <a:latin typeface="Montserrat (corpo)"/>
            </a:endParaRPr>
          </a:p>
          <a:p>
            <a:endParaRPr lang="pt-BR"/>
          </a:p>
          <a:p>
            <a:endParaRPr lang="pt-BR"/>
          </a:p>
        </p:txBody>
      </p:sp>
      <p:pic>
        <p:nvPicPr>
          <p:cNvPr id="14" name="BasisPointsImage" descr="preencoded.png">
            <a:extLst>
              <a:ext uri="{FF2B5EF4-FFF2-40B4-BE49-F238E27FC236}">
                <a16:creationId xmlns:a16="http://schemas.microsoft.com/office/drawing/2014/main" id="{51F83271-0CB5-AD4C-90B7-7438DF7AE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3029" y="4152498"/>
            <a:ext cx="5729240" cy="1942535"/>
          </a:xfrm>
          <a:prstGeom prst="rect">
            <a:avLst/>
          </a:prstGeom>
        </p:spPr>
      </p:pic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96F4744-0BD2-83BA-2F5C-EC9E74163A10}"/>
              </a:ext>
            </a:extLst>
          </p:cNvPr>
          <p:cNvSpPr txBox="1">
            <a:spLocks/>
          </p:cNvSpPr>
          <p:nvPr/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C3DD60F-4459-5AEF-9F04-A207213DF23F}"/>
              </a:ext>
            </a:extLst>
          </p:cNvPr>
          <p:cNvSpPr txBox="1">
            <a:spLocks/>
          </p:cNvSpPr>
          <p:nvPr/>
        </p:nvSpPr>
        <p:spPr>
          <a:xfrm>
            <a:off x="410581" y="3842114"/>
            <a:ext cx="5506386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USD/YPY and 10Y UST yield (%) in the last 12M</a:t>
            </a:r>
          </a:p>
          <a:p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A2B3E1-C422-9F68-5363-5ECC88205874}"/>
              </a:ext>
            </a:extLst>
          </p:cNvPr>
          <p:cNvSpPr/>
          <p:nvPr/>
        </p:nvSpPr>
        <p:spPr>
          <a:xfrm>
            <a:off x="404486" y="1613802"/>
            <a:ext cx="5475697" cy="42727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6397A-E9AB-ECA9-1C35-8ED6C5BD04D0}"/>
              </a:ext>
            </a:extLst>
          </p:cNvPr>
          <p:cNvSpPr txBox="1"/>
          <p:nvPr/>
        </p:nvSpPr>
        <p:spPr>
          <a:xfrm>
            <a:off x="1519712" y="1906803"/>
            <a:ext cx="45599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992937"/>
                </a:solidFill>
                <a:latin typeface="Montserrat" panose="00000500000000000000" pitchFamily="2" charset="0"/>
              </a:rPr>
              <a:t>$1.104 trillion </a:t>
            </a:r>
            <a:r>
              <a:rPr lang="en-US" sz="1000">
                <a:latin typeface="Montserrat" panose="00000500000000000000" pitchFamily="2" charset="0"/>
              </a:rPr>
              <a:t>U.S. </a:t>
            </a:r>
            <a:r>
              <a:rPr lang="en-US" sz="1000" err="1">
                <a:latin typeface="Montserrat" panose="00000500000000000000" pitchFamily="2" charset="0"/>
              </a:rPr>
              <a:t>tresuries</a:t>
            </a:r>
            <a:r>
              <a:rPr lang="en-US" sz="1000">
                <a:latin typeface="Montserrat" panose="00000500000000000000" pitchFamily="2" charset="0"/>
              </a:rPr>
              <a:t> (largest global holder)</a:t>
            </a:r>
            <a:endParaRPr lang="pt-BR" sz="1000">
              <a:latin typeface="Montserra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B8D4E-9E45-0137-E3FD-F50BC3AF38A8}"/>
              </a:ext>
            </a:extLst>
          </p:cNvPr>
          <p:cNvSpPr txBox="1"/>
          <p:nvPr/>
        </p:nvSpPr>
        <p:spPr>
          <a:xfrm>
            <a:off x="1519712" y="2383815"/>
            <a:ext cx="37435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 (corpo)"/>
              </a:rPr>
              <a:t>A </a:t>
            </a:r>
            <a:r>
              <a:rPr lang="pt-BR" sz="1000" err="1">
                <a:latin typeface="Montserrat (corpo)"/>
              </a:rPr>
              <a:t>sharp</a:t>
            </a:r>
            <a:r>
              <a:rPr lang="pt-BR" sz="1000">
                <a:latin typeface="Montserrat (corpo)"/>
              </a:rPr>
              <a:t> yen </a:t>
            </a:r>
            <a:r>
              <a:rPr lang="pt-BR" sz="1000" err="1">
                <a:latin typeface="Montserrat (corpo)"/>
              </a:rPr>
              <a:t>depreciation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raises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the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risk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of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Japanese</a:t>
            </a:r>
            <a:r>
              <a:rPr lang="pt-BR" sz="1000">
                <a:latin typeface="Montserrat (corpo)"/>
              </a:rPr>
              <a:t> </a:t>
            </a:r>
            <a:r>
              <a:rPr lang="pt-BR" sz="1000" b="1">
                <a:solidFill>
                  <a:srgbClr val="992937"/>
                </a:solidFill>
                <a:latin typeface="Montserrat (corpo)"/>
              </a:rPr>
              <a:t>Treasury </a:t>
            </a:r>
            <a:r>
              <a:rPr lang="pt-BR" sz="1000" b="1" err="1">
                <a:solidFill>
                  <a:srgbClr val="992937"/>
                </a:solidFill>
                <a:latin typeface="Montserrat (corpo)"/>
              </a:rPr>
              <a:t>sales</a:t>
            </a:r>
            <a:r>
              <a:rPr lang="pt-BR" sz="1000" b="1">
                <a:solidFill>
                  <a:srgbClr val="992937"/>
                </a:solidFill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to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support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the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currency</a:t>
            </a:r>
            <a:r>
              <a:rPr lang="pt-BR" sz="1000">
                <a:latin typeface="Montserrat (corpo)"/>
              </a:rPr>
              <a:t>, </a:t>
            </a:r>
            <a:r>
              <a:rPr lang="pt-BR" sz="1000" err="1">
                <a:latin typeface="Montserrat (corpo)"/>
              </a:rPr>
              <a:t>putting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upward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pressure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on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long-term</a:t>
            </a:r>
            <a:r>
              <a:rPr lang="pt-BR" sz="1000">
                <a:latin typeface="Montserrat (corpo)"/>
              </a:rPr>
              <a:t> U.S. </a:t>
            </a:r>
            <a:r>
              <a:rPr lang="pt-BR" sz="1000" err="1">
                <a:latin typeface="Montserrat (corpo)"/>
              </a:rPr>
              <a:t>yields</a:t>
            </a:r>
            <a:endParaRPr lang="pt-BR" sz="1000">
              <a:latin typeface="Montserrat (corpo)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55324F-10B5-1DA4-DB63-4E3B8C6D4A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80738" y="2482732"/>
            <a:ext cx="363962" cy="363962"/>
          </a:xfrm>
          <a:prstGeom prst="rect">
            <a:avLst/>
          </a:prstGeom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71E1F6-DAEE-0A9B-0C22-D9BC607686C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6018" y="1804722"/>
            <a:ext cx="387720" cy="3877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876A00E-6110-CDCA-11A0-D7E7E4E1F1BD}"/>
              </a:ext>
            </a:extLst>
          </p:cNvPr>
          <p:cNvSpPr txBox="1"/>
          <p:nvPr/>
        </p:nvSpPr>
        <p:spPr>
          <a:xfrm>
            <a:off x="1519713" y="3168605"/>
            <a:ext cx="390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A </a:t>
            </a:r>
            <a:r>
              <a:rPr lang="pt-BR" sz="1000" err="1">
                <a:latin typeface="Montserrat" panose="00000500000000000000" pitchFamily="2" charset="0"/>
              </a:rPr>
              <a:t>sharp</a:t>
            </a:r>
            <a:r>
              <a:rPr lang="pt-BR" sz="1000">
                <a:latin typeface="Montserrat" panose="00000500000000000000" pitchFamily="2" charset="0"/>
              </a:rPr>
              <a:t> yen rally </a:t>
            </a:r>
            <a:r>
              <a:rPr lang="pt-BR" sz="1000" err="1">
                <a:latin typeface="Montserrat" panose="00000500000000000000" pitchFamily="2" charset="0"/>
              </a:rPr>
              <a:t>can</a:t>
            </a:r>
            <a:r>
              <a:rPr lang="pt-BR" sz="1000">
                <a:latin typeface="Montserrat" panose="00000500000000000000" pitchFamily="2" charset="0"/>
              </a:rPr>
              <a:t> trigger </a:t>
            </a:r>
            <a:r>
              <a:rPr lang="pt-BR" sz="1000" err="1">
                <a:latin typeface="Montserrat" panose="00000500000000000000" pitchFamily="2" charset="0"/>
              </a:rPr>
              <a:t>carry</a:t>
            </a:r>
            <a:r>
              <a:rPr lang="pt-BR" sz="1000">
                <a:latin typeface="Montserrat" panose="00000500000000000000" pitchFamily="2" charset="0"/>
              </a:rPr>
              <a:t>-trade </a:t>
            </a:r>
            <a:r>
              <a:rPr lang="pt-BR" sz="1000" err="1">
                <a:latin typeface="Montserrat" panose="00000500000000000000" pitchFamily="2" charset="0"/>
              </a:rPr>
              <a:t>unwinds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and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amplify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b="1">
                <a:solidFill>
                  <a:srgbClr val="992937"/>
                </a:solidFill>
                <a:latin typeface="Montserrat" panose="00000500000000000000" pitchFamily="2" charset="0"/>
              </a:rPr>
              <a:t>global </a:t>
            </a:r>
            <a:r>
              <a:rPr lang="pt-BR" sz="1000" b="1" err="1">
                <a:solidFill>
                  <a:srgbClr val="992937"/>
                </a:solidFill>
                <a:latin typeface="Montserrat" panose="00000500000000000000" pitchFamily="2" charset="0"/>
              </a:rPr>
              <a:t>volatility</a:t>
            </a:r>
            <a:endParaRPr lang="pt-BR" sz="10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1457F8B-6C02-DF5E-05EF-912F6C8BC41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7953" y="3146037"/>
            <a:ext cx="414770" cy="4147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D95D8A8-5A7E-6424-CBA6-FE041785E4E1}"/>
              </a:ext>
            </a:extLst>
          </p:cNvPr>
          <p:cNvSpPr txBox="1"/>
          <p:nvPr/>
        </p:nvSpPr>
        <p:spPr>
          <a:xfrm>
            <a:off x="601983" y="4378246"/>
            <a:ext cx="5290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Montserrat (corpo)"/>
              </a:rPr>
              <a:t>US Treasury </a:t>
            </a:r>
            <a:r>
              <a:rPr lang="pt-BR" sz="1200" b="1" err="1">
                <a:latin typeface="Montserrat (corpo)"/>
              </a:rPr>
              <a:t>undertakes</a:t>
            </a:r>
            <a:r>
              <a:rPr lang="pt-BR" sz="1200" b="1">
                <a:latin typeface="Montserrat (corpo)"/>
              </a:rPr>
              <a:t> </a:t>
            </a:r>
            <a:r>
              <a:rPr lang="pt-BR" sz="1200" b="1" err="1">
                <a:latin typeface="Montserrat (corpo)"/>
              </a:rPr>
              <a:t>historic</a:t>
            </a:r>
            <a:r>
              <a:rPr lang="pt-BR" sz="1200" b="1">
                <a:latin typeface="Montserrat (corpo)"/>
              </a:rPr>
              <a:t> </a:t>
            </a:r>
            <a:r>
              <a:rPr lang="pt-BR" sz="1200" b="1" err="1">
                <a:latin typeface="Montserrat (corpo)"/>
              </a:rPr>
              <a:t>intervention</a:t>
            </a:r>
            <a:r>
              <a:rPr lang="pt-BR" sz="1200" b="1">
                <a:latin typeface="Montserrat (corpo)"/>
              </a:rPr>
              <a:t> in yen </a:t>
            </a:r>
            <a:r>
              <a:rPr lang="pt-BR" sz="1200" b="1" err="1">
                <a:latin typeface="Montserrat (corpo)"/>
              </a:rPr>
              <a:t>market</a:t>
            </a:r>
            <a:endParaRPr lang="pt-BR" sz="1200" b="1">
              <a:latin typeface="Montserrat (corpo)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624BB9-DE15-D5E4-C9DA-B4CA85D756B4}"/>
              </a:ext>
            </a:extLst>
          </p:cNvPr>
          <p:cNvSpPr txBox="1"/>
          <p:nvPr/>
        </p:nvSpPr>
        <p:spPr>
          <a:xfrm>
            <a:off x="4169372" y="4011202"/>
            <a:ext cx="17870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Shippiro mincho"/>
              </a:rPr>
              <a:t>News [In] Brief</a:t>
            </a:r>
          </a:p>
        </p:txBody>
      </p:sp>
      <p:pic>
        <p:nvPicPr>
          <p:cNvPr id="26" name="Picture 25" descr="Financial Times - Baixar logo em formato vetorial SVG ou PNG">
            <a:extLst>
              <a:ext uri="{FF2B5EF4-FFF2-40B4-BE49-F238E27FC236}">
                <a16:creationId xmlns:a16="http://schemas.microsoft.com/office/drawing/2014/main" id="{6D41BD7A-F25C-3327-F645-5D2D0A82D3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13704" y="4019669"/>
            <a:ext cx="381985" cy="3819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EF1068E-D4FD-8A3B-D969-EFFCB9468355}"/>
              </a:ext>
            </a:extLst>
          </p:cNvPr>
          <p:cNvSpPr txBox="1"/>
          <p:nvPr/>
        </p:nvSpPr>
        <p:spPr>
          <a:xfrm>
            <a:off x="694700" y="4839672"/>
            <a:ext cx="4730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>
                <a:latin typeface="Montserrat (corpo)"/>
              </a:rPr>
              <a:t>The U.S. Treasury Department intervened in the yen's exchange rates market, which had not occurred since 2011. The estimated operation was a </a:t>
            </a:r>
            <a:r>
              <a:rPr lang="en-US" sz="1000" b="1">
                <a:latin typeface="Montserrat (corpo)"/>
              </a:rPr>
              <a:t>purchase of ¥8.45 trillion </a:t>
            </a:r>
            <a:r>
              <a:rPr lang="en-US" sz="1000">
                <a:latin typeface="Montserrat (corpo)"/>
              </a:rPr>
              <a:t>(US$52.8 billion). Such a move reflects a broad effort by the US to contain the depreciation of the yen</a:t>
            </a:r>
            <a:endParaRPr lang="pt-BR" sz="1000">
              <a:latin typeface="Montserrat (corpo)"/>
            </a:endParaRPr>
          </a:p>
        </p:txBody>
      </p:sp>
      <p:graphicFrame>
        <p:nvGraphicFramePr>
          <p:cNvPr id="28" name="Content Placeholder 29">
            <a:extLst>
              <a:ext uri="{FF2B5EF4-FFF2-40B4-BE49-F238E27FC236}">
                <a16:creationId xmlns:a16="http://schemas.microsoft.com/office/drawing/2014/main" id="{FCF18880-E67E-65B4-FB71-A788C5AE82CC}"/>
              </a:ext>
            </a:extLst>
          </p:cNvPr>
          <p:cNvGraphicFramePr>
            <a:graphicFrameLocks noGrp="1"/>
          </p:cNvGraphicFramePr>
          <p:nvPr>
            <p:ph sz="quarter" idx="31"/>
            <p:extLst>
              <p:ext uri="{D42A27DB-BD31-4B8C-83A1-F6EECF244321}">
                <p14:modId xmlns:p14="http://schemas.microsoft.com/office/powerpoint/2010/main" val="4113714296"/>
              </p:ext>
            </p:extLst>
          </p:nvPr>
        </p:nvGraphicFramePr>
        <p:xfrm>
          <a:off x="6291263" y="1809750"/>
          <a:ext cx="5505450" cy="178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18F4BF6-C395-228A-1E58-D6BF93BAAEEA}"/>
              </a:ext>
            </a:extLst>
          </p:cNvPr>
          <p:cNvSpPr/>
          <p:nvPr/>
        </p:nvSpPr>
        <p:spPr>
          <a:xfrm>
            <a:off x="6332586" y="4457737"/>
            <a:ext cx="5372805" cy="150491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9B3212-1567-1533-3E08-BBBA05995CD1}"/>
              </a:ext>
            </a:extLst>
          </p:cNvPr>
          <p:cNvSpPr/>
          <p:nvPr/>
        </p:nvSpPr>
        <p:spPr>
          <a:xfrm>
            <a:off x="6310020" y="5711541"/>
            <a:ext cx="5395371" cy="277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548FA1-37FB-48BF-19B2-0333160C7E1B}"/>
              </a:ext>
            </a:extLst>
          </p:cNvPr>
          <p:cNvSpPr txBox="1"/>
          <p:nvPr/>
        </p:nvSpPr>
        <p:spPr>
          <a:xfrm>
            <a:off x="6310020" y="5743146"/>
            <a:ext cx="3130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>
                <a:solidFill>
                  <a:schemeClr val="bg1"/>
                </a:solidFill>
                <a:latin typeface="Montserrat"/>
              </a:rPr>
              <a:t>Scott Bessent – </a:t>
            </a:r>
            <a:r>
              <a:rPr lang="en-US" sz="1000" b="1" noProof="0">
                <a:solidFill>
                  <a:schemeClr val="bg1"/>
                </a:solidFill>
                <a:latin typeface="Montserrat"/>
              </a:rPr>
              <a:t>Secretary of the US Treasury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26DD2A-DD8B-85C0-CA9A-AE5C1F9E7F87}"/>
              </a:ext>
            </a:extLst>
          </p:cNvPr>
          <p:cNvSpPr txBox="1"/>
          <p:nvPr/>
        </p:nvSpPr>
        <p:spPr>
          <a:xfrm>
            <a:off x="7831281" y="4751543"/>
            <a:ext cx="3665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200">
                <a:latin typeface="Montserrat (corpo)"/>
              </a:rPr>
              <a:t>I </a:t>
            </a:r>
            <a:r>
              <a:rPr lang="pt-BR" sz="1200" err="1">
                <a:latin typeface="Montserrat (corpo)"/>
              </a:rPr>
              <a:t>have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asymmetric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information</a:t>
            </a:r>
            <a:r>
              <a:rPr lang="pt-BR" sz="1200">
                <a:latin typeface="Montserrat (corpo)"/>
              </a:rPr>
              <a:t>. </a:t>
            </a:r>
            <a:r>
              <a:rPr lang="pt-BR" sz="1200" b="1">
                <a:latin typeface="Montserrat (corpo)"/>
              </a:rPr>
              <a:t>I </a:t>
            </a:r>
            <a:r>
              <a:rPr lang="pt-BR" sz="1200" b="1" err="1">
                <a:latin typeface="Montserrat (corpo)"/>
              </a:rPr>
              <a:t>am</a:t>
            </a:r>
            <a:r>
              <a:rPr lang="pt-BR" sz="1200" b="1">
                <a:latin typeface="Montserrat (corpo)"/>
              </a:rPr>
              <a:t> </a:t>
            </a:r>
            <a:r>
              <a:rPr lang="pt-BR" sz="1200" b="1" err="1">
                <a:latin typeface="Montserrat (corpo)"/>
              </a:rPr>
              <a:t>the</a:t>
            </a:r>
            <a:r>
              <a:rPr lang="pt-BR" sz="1200" b="1">
                <a:latin typeface="Montserrat (corpo)"/>
              </a:rPr>
              <a:t> </a:t>
            </a:r>
            <a:r>
              <a:rPr lang="pt-BR" sz="1200" b="1" err="1">
                <a:latin typeface="Montserrat (corpo)"/>
              </a:rPr>
              <a:t>house</a:t>
            </a:r>
            <a:r>
              <a:rPr lang="pt-BR" sz="1200" b="1">
                <a:latin typeface="Montserrat (corpo)"/>
              </a:rPr>
              <a:t> </a:t>
            </a:r>
            <a:r>
              <a:rPr lang="pt-BR" sz="1200" b="1" err="1">
                <a:latin typeface="Montserrat (corpo)"/>
              </a:rPr>
              <a:t>now</a:t>
            </a:r>
            <a:r>
              <a:rPr lang="pt-BR" sz="1200">
                <a:latin typeface="Montserrat (corpo)"/>
              </a:rPr>
              <a:t>. […] </a:t>
            </a:r>
            <a:r>
              <a:rPr lang="pt-BR" sz="1200" err="1">
                <a:latin typeface="Montserrat (corpo)"/>
              </a:rPr>
              <a:t>And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you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can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bet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against</a:t>
            </a:r>
            <a:r>
              <a:rPr lang="pt-BR" sz="1200">
                <a:latin typeface="Montserrat (corpo)"/>
              </a:rPr>
              <a:t> me </a:t>
            </a:r>
            <a:r>
              <a:rPr lang="pt-BR" sz="1200" err="1">
                <a:latin typeface="Montserrat (corpo)"/>
              </a:rPr>
              <a:t>if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you</a:t>
            </a:r>
            <a:r>
              <a:rPr lang="pt-BR" sz="1200">
                <a:latin typeface="Montserrat (corpo)"/>
              </a:rPr>
              <a:t> </a:t>
            </a:r>
            <a:r>
              <a:rPr lang="pt-BR" sz="1200" err="1">
                <a:latin typeface="Montserrat (corpo)"/>
              </a:rPr>
              <a:t>want</a:t>
            </a:r>
            <a:r>
              <a:rPr lang="pt-BR" sz="1200" b="1">
                <a:solidFill>
                  <a:srgbClr val="992937"/>
                </a:solidFill>
                <a:latin typeface="Montserrat (corpo)"/>
              </a:rPr>
              <a:t> </a:t>
            </a:r>
            <a:r>
              <a:rPr lang="en-US" sz="1200">
                <a:latin typeface="Montserrat (corpo)"/>
              </a:rPr>
              <a:t>(referring to the yen).</a:t>
            </a:r>
            <a:endParaRPr lang="pt-BR" sz="1200">
              <a:latin typeface="Montserrat (corpo)"/>
            </a:endParaRPr>
          </a:p>
        </p:txBody>
      </p:sp>
      <p:pic>
        <p:nvPicPr>
          <p:cNvPr id="48" name="Picture 47" descr="Bessent 'segue' Trump e diz que Fed deveria reduzir os juros em até 1,75  ponto">
            <a:extLst>
              <a:ext uri="{FF2B5EF4-FFF2-40B4-BE49-F238E27FC236}">
                <a16:creationId xmlns:a16="http://schemas.microsoft.com/office/drawing/2014/main" id="{2C6F2E28-A61A-B593-D8AD-1145E74BDB9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090380" y="4150976"/>
            <a:ext cx="2379858" cy="1580653"/>
          </a:xfrm>
          <a:prstGeom prst="rect">
            <a:avLst/>
          </a:prstGeom>
        </p:spPr>
      </p:pic>
      <p:sp>
        <p:nvSpPr>
          <p:cNvPr id="50" name="object 82">
            <a:extLst>
              <a:ext uri="{FF2B5EF4-FFF2-40B4-BE49-F238E27FC236}">
                <a16:creationId xmlns:a16="http://schemas.microsoft.com/office/drawing/2014/main" id="{0C33E456-FBD0-CF0C-8B3F-83885B455A83}"/>
              </a:ext>
            </a:extLst>
          </p:cNvPr>
          <p:cNvSpPr txBox="1"/>
          <p:nvPr/>
        </p:nvSpPr>
        <p:spPr>
          <a:xfrm>
            <a:off x="7620150" y="4117414"/>
            <a:ext cx="1046213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600" b="1" spc="-690" noProof="0">
                <a:solidFill>
                  <a:srgbClr val="99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”</a:t>
            </a:r>
            <a:endParaRPr lang="en-US" sz="6600" noProof="0">
              <a:solidFill>
                <a:srgbClr val="99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97D948A5-3512-749B-6173-0CCE576EE8AE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</a:t>
            </a:r>
            <a:r>
              <a:rPr lang="pt-BR" b="0" err="1">
                <a:latin typeface="Montserrat" pitchFamily="2" charset="0"/>
              </a:rPr>
              <a:t>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54" name="Text Placeholder 18">
            <a:extLst>
              <a:ext uri="{FF2B5EF4-FFF2-40B4-BE49-F238E27FC236}">
                <a16:creationId xmlns:a16="http://schemas.microsoft.com/office/drawing/2014/main" id="{90B8D29A-4996-9EF2-EE46-AD7BE5226FB2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56" name="Text Placeholder 18">
            <a:extLst>
              <a:ext uri="{FF2B5EF4-FFF2-40B4-BE49-F238E27FC236}">
                <a16:creationId xmlns:a16="http://schemas.microsoft.com/office/drawing/2014/main" id="{A66B4395-14A8-F589-1606-9C2D58624362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A1B162AA-75A8-9181-EB28-751058DEF75D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External sector</a:t>
            </a:r>
          </a:p>
        </p:txBody>
      </p:sp>
      <p:sp>
        <p:nvSpPr>
          <p:cNvPr id="60" name="Text Placeholder 18">
            <a:extLst>
              <a:ext uri="{FF2B5EF4-FFF2-40B4-BE49-F238E27FC236}">
                <a16:creationId xmlns:a16="http://schemas.microsoft.com/office/drawing/2014/main" id="{DBCB19A8-7845-4654-28BF-2AC0FEEF9F05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Monetary policy</a:t>
            </a:r>
          </a:p>
        </p:txBody>
      </p:sp>
      <p:sp>
        <p:nvSpPr>
          <p:cNvPr id="62" name="Text Placeholder 18">
            <a:extLst>
              <a:ext uri="{FF2B5EF4-FFF2-40B4-BE49-F238E27FC236}">
                <a16:creationId xmlns:a16="http://schemas.microsoft.com/office/drawing/2014/main" id="{0D353EB4-3EC6-631A-4C78-2869020CCFE7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FCB6259B-BAC9-4E3A-F9DE-3041B95868C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507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044CE8-A0A9-9662-0381-7734F1876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F5EBA-8152-9FD0-8B84-CBCEA6E5A0E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51BDF-35D2-5B2B-17E9-90D0568FB92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04889-8A8D-DB53-66F0-DD17DE1E511B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C810C7-9FB9-8FCA-AE02-0D146337C2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26E5D4-13B7-35C7-C230-74E78ED76F8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C38664-FF17-51B6-95B1-834EBB0DD566}"/>
              </a:ext>
            </a:extLst>
          </p:cNvPr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19F2C3-97FE-580D-C73C-A84F981B8C7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F70BA74-5437-A3F2-33D8-8ABE79AE29A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1F6EA6-B175-A220-CA90-50DAE17EB06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D00CE84-8F49-DCEE-C32C-D929EA80B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D4DD1F-1ADA-D01E-8126-8016F45107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4065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819C21-E564-4A2E-D7E2-21CB39863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SECTION VII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56C35-9B8F-C208-0C2A-3F9453ACE7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Appendix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979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1DDE99-E427-9366-A4BD-674516A345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Policy trims inflation, it doesn't explain 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709CBB-8B3C-C602-DB41-73140CFA5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71534"/>
            <a:ext cx="7546305" cy="266741"/>
          </a:xfrm>
        </p:spPr>
        <p:txBody>
          <a:bodyPr/>
          <a:lstStyle/>
          <a:p>
            <a:r>
              <a:rPr lang="en-US"/>
              <a:t>The gap opens whenever the government cuts prices by decree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6F7AB0-05FB-6F88-D32B-7BE418CF8B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48226"/>
            <a:ext cx="7546305" cy="266741"/>
          </a:xfrm>
        </p:spPr>
        <p:txBody>
          <a:bodyPr/>
          <a:lstStyle/>
          <a:p>
            <a:r>
              <a:rPr lang="pt-BR"/>
              <a:t>Core </a:t>
            </a:r>
            <a:r>
              <a:rPr lang="pt-BR" err="1"/>
              <a:t>core</a:t>
            </a:r>
            <a:r>
              <a:rPr lang="pt-BR"/>
              <a:t> CPI </a:t>
            </a:r>
            <a:r>
              <a:rPr lang="pt-BR" err="1"/>
              <a:t>vs</a:t>
            </a:r>
            <a:r>
              <a:rPr lang="pt-BR"/>
              <a:t> Core </a:t>
            </a:r>
            <a:r>
              <a:rPr lang="pt-BR" err="1"/>
              <a:t>core</a:t>
            </a:r>
            <a:r>
              <a:rPr lang="pt-BR"/>
              <a:t> CPI ex. </a:t>
            </a:r>
            <a:r>
              <a:rPr lang="pt-BR" err="1"/>
              <a:t>institutional</a:t>
            </a:r>
            <a:r>
              <a:rPr lang="pt-BR"/>
              <a:t> </a:t>
            </a:r>
            <a:r>
              <a:rPr lang="pt-BR" err="1"/>
              <a:t>factors</a:t>
            </a:r>
            <a:r>
              <a:rPr lang="pt-BR"/>
              <a:t> (in %)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4A34AD-1B6D-AC0C-BBD1-716CC8BE950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BB3EBB-5CFD-9BD4-CFBD-8796A7D6A12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Stripping out government measures lifts core inflation, yet it still runs below target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C32F35D-D2F6-8FB8-E4BB-B1A5B53CA75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676086377"/>
              </p:ext>
            </p:extLst>
          </p:nvPr>
        </p:nvGraphicFramePr>
        <p:xfrm>
          <a:off x="407988" y="1809750"/>
          <a:ext cx="8096915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1ECD11-C3E1-00ED-C5F7-9027BA3F6AD3}"/>
              </a:ext>
            </a:extLst>
          </p:cNvPr>
          <p:cNvSpPr/>
          <p:nvPr/>
        </p:nvSpPr>
        <p:spPr>
          <a:xfrm>
            <a:off x="8971986" y="1946787"/>
            <a:ext cx="2812026" cy="428891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1054B9-CAED-6B7F-9CAF-BE6EB19572A1}"/>
              </a:ext>
            </a:extLst>
          </p:cNvPr>
          <p:cNvCxnSpPr/>
          <p:nvPr/>
        </p:nvCxnSpPr>
        <p:spPr>
          <a:xfrm>
            <a:off x="9443934" y="2467895"/>
            <a:ext cx="18681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FE6D17-AAFE-8564-FB88-36469A79AF75}"/>
              </a:ext>
            </a:extLst>
          </p:cNvPr>
          <p:cNvCxnSpPr/>
          <p:nvPr/>
        </p:nvCxnSpPr>
        <p:spPr>
          <a:xfrm>
            <a:off x="9443934" y="4685070"/>
            <a:ext cx="18681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0A10F7-5ABF-B2E0-F738-1A1559B5D186}"/>
              </a:ext>
            </a:extLst>
          </p:cNvPr>
          <p:cNvSpPr txBox="1"/>
          <p:nvPr/>
        </p:nvSpPr>
        <p:spPr>
          <a:xfrm>
            <a:off x="9576619" y="2168670"/>
            <a:ext cx="155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992937"/>
                </a:solidFill>
                <a:latin typeface="Montserrat" panose="00000500000000000000" pitchFamily="2" charset="0"/>
              </a:rPr>
              <a:t>Trend</a:t>
            </a:r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7E298C-4018-DEFB-A332-2C4D7B625277}"/>
              </a:ext>
            </a:extLst>
          </p:cNvPr>
          <p:cNvSpPr txBox="1"/>
          <p:nvPr/>
        </p:nvSpPr>
        <p:spPr>
          <a:xfrm>
            <a:off x="9601249" y="4377294"/>
            <a:ext cx="155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err="1">
                <a:solidFill>
                  <a:srgbClr val="992937"/>
                </a:solidFill>
                <a:latin typeface="Montserrat" panose="00000500000000000000" pitchFamily="2" charset="0"/>
              </a:rPr>
              <a:t>Ahead</a:t>
            </a:r>
            <a:endParaRPr lang="en-US" sz="14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8D1A1B-A7E3-3EF1-8D1E-A772D62A5269}"/>
              </a:ext>
            </a:extLst>
          </p:cNvPr>
          <p:cNvSpPr txBox="1"/>
          <p:nvPr/>
        </p:nvSpPr>
        <p:spPr>
          <a:xfrm>
            <a:off x="8971986" y="2671825"/>
            <a:ext cx="28120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Montserrat" panose="00000500000000000000" pitchFamily="2" charset="0"/>
              </a:rPr>
              <a:t>Stripping out policy, core has held near </a:t>
            </a:r>
            <a:r>
              <a:rPr lang="en-US" sz="1200" b="1">
                <a:latin typeface="Montserrat" panose="00000500000000000000" pitchFamily="2" charset="0"/>
              </a:rPr>
              <a:t>1.7-1.9%</a:t>
            </a:r>
            <a:r>
              <a:rPr lang="en-US" sz="1200">
                <a:latin typeface="Montserrat" panose="00000500000000000000" pitchFamily="2" charset="0"/>
              </a:rPr>
              <a:t> since 2024, the published slowdown is </a:t>
            </a:r>
            <a:r>
              <a:rPr lang="en-US" sz="1200" b="1">
                <a:latin typeface="Montserrat" panose="00000500000000000000" pitchFamily="2" charset="0"/>
              </a:rPr>
              <a:t>mostly policy,</a:t>
            </a:r>
            <a:r>
              <a:rPr lang="en-US" sz="1200">
                <a:latin typeface="Montserrat" panose="00000500000000000000" pitchFamily="2" charset="0"/>
              </a:rPr>
              <a:t> not demand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A51DD6-0E61-BC79-E684-EC57707D72B5}"/>
              </a:ext>
            </a:extLst>
          </p:cNvPr>
          <p:cNvSpPr txBox="1"/>
          <p:nvPr/>
        </p:nvSpPr>
        <p:spPr>
          <a:xfrm>
            <a:off x="9085107" y="3733041"/>
            <a:ext cx="2694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Montserrat" panose="00000500000000000000" pitchFamily="2" charset="0"/>
              </a:rPr>
              <a:t>Policy trims around </a:t>
            </a:r>
            <a:r>
              <a:rPr lang="en-US" sz="1200" b="1">
                <a:latin typeface="Montserrat" panose="00000500000000000000" pitchFamily="2" charset="0"/>
              </a:rPr>
              <a:t>0.3pp</a:t>
            </a:r>
            <a:r>
              <a:rPr lang="en-US" sz="1200">
                <a:latin typeface="Montserrat" panose="00000500000000000000" pitchFamily="2" charset="0"/>
              </a:rPr>
              <a:t> off measured core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4635A6-7D64-4BBA-AC9C-1F1FCC96C1C3}"/>
              </a:ext>
            </a:extLst>
          </p:cNvPr>
          <p:cNvSpPr txBox="1"/>
          <p:nvPr/>
        </p:nvSpPr>
        <p:spPr>
          <a:xfrm>
            <a:off x="8971986" y="4924022"/>
            <a:ext cx="2713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Montserrat" panose="00000500000000000000" pitchFamily="2" charset="0"/>
              </a:rPr>
              <a:t>Free tuition and school lunches drop out of the YoY from April 2027, lifting measured core, though it still sits below </a:t>
            </a:r>
            <a:r>
              <a:rPr lang="en-US" sz="1200" b="1">
                <a:latin typeface="Montserrat" panose="00000500000000000000" pitchFamily="2" charset="0"/>
              </a:rPr>
              <a:t>2%</a:t>
            </a:r>
          </a:p>
        </p:txBody>
      </p:sp>
    </p:spTree>
    <p:extLst>
      <p:ext uri="{BB962C8B-B14F-4D97-AF65-F5344CB8AC3E}">
        <p14:creationId xmlns:p14="http://schemas.microsoft.com/office/powerpoint/2010/main" val="397917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9F5C30-6267-BCE9-7F78-B08EB2513F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BoJ</a:t>
            </a:r>
            <a:r>
              <a:rPr lang="pt-BR"/>
              <a:t> QT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restoring</a:t>
            </a:r>
            <a:r>
              <a:rPr lang="pt-BR"/>
              <a:t> JGB </a:t>
            </a:r>
            <a:r>
              <a:rPr lang="pt-BR" err="1"/>
              <a:t>market</a:t>
            </a:r>
            <a:r>
              <a:rPr lang="pt-BR"/>
              <a:t> </a:t>
            </a:r>
            <a:r>
              <a:rPr lang="pt-BR" err="1"/>
              <a:t>functioning</a:t>
            </a:r>
            <a:endParaRPr lang="pt-BR"/>
          </a:p>
          <a:p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FBC17-6A79-8589-4592-03ACD468128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C7775-A1E8-0005-F6DE-42FA10D695E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QT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improving</a:t>
            </a:r>
            <a:r>
              <a:rPr lang="pt-BR"/>
              <a:t> </a:t>
            </a:r>
            <a:r>
              <a:rPr lang="pt-BR" err="1"/>
              <a:t>market</a:t>
            </a:r>
            <a:r>
              <a:rPr lang="pt-BR"/>
              <a:t> </a:t>
            </a:r>
            <a:r>
              <a:rPr lang="pt-BR" err="1"/>
              <a:t>functioning</a:t>
            </a:r>
            <a:r>
              <a:rPr lang="pt-BR"/>
              <a:t> as </a:t>
            </a:r>
            <a:r>
              <a:rPr lang="pt-BR" err="1"/>
              <a:t>private</a:t>
            </a:r>
            <a:r>
              <a:rPr lang="pt-BR"/>
              <a:t> </a:t>
            </a:r>
            <a:r>
              <a:rPr lang="pt-BR" err="1"/>
              <a:t>investors</a:t>
            </a:r>
            <a:r>
              <a:rPr lang="pt-BR"/>
              <a:t> </a:t>
            </a:r>
            <a:r>
              <a:rPr lang="pt-BR" err="1"/>
              <a:t>absorb</a:t>
            </a:r>
            <a:r>
              <a:rPr lang="pt-BR"/>
              <a:t> more </a:t>
            </a:r>
            <a:r>
              <a:rPr lang="pt-BR" err="1"/>
              <a:t>bonds</a:t>
            </a:r>
            <a:endParaRPr lang="pt-BR"/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A7538A2A-57DE-2289-F0E5-DA0E5B189BDB}"/>
              </a:ext>
            </a:extLst>
          </p:cNvPr>
          <p:cNvGraphicFramePr>
            <a:graphicFrameLocks noGrp="1"/>
          </p:cNvGraphicFramePr>
          <p:nvPr>
            <p:ph sz="quarter" idx="31"/>
            <p:extLst>
              <p:ext uri="{D42A27DB-BD31-4B8C-83A1-F6EECF244321}">
                <p14:modId xmlns:p14="http://schemas.microsoft.com/office/powerpoint/2010/main" val="4124334550"/>
              </p:ext>
            </p:extLst>
          </p:nvPr>
        </p:nvGraphicFramePr>
        <p:xfrm>
          <a:off x="6291263" y="1809750"/>
          <a:ext cx="5505450" cy="178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63204F-9475-9402-A699-4470840B816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pt-BR" b="1"/>
              <a:t>The </a:t>
            </a:r>
            <a:r>
              <a:rPr lang="pt-BR" b="1" err="1"/>
              <a:t>BoJ's</a:t>
            </a:r>
            <a:r>
              <a:rPr lang="pt-BR" b="1"/>
              <a:t> </a:t>
            </a:r>
            <a:r>
              <a:rPr lang="pt-BR" b="1" err="1"/>
              <a:t>share</a:t>
            </a:r>
            <a:r>
              <a:rPr lang="pt-BR" b="1"/>
              <a:t> </a:t>
            </a:r>
            <a:r>
              <a:rPr lang="pt-BR" b="1" err="1"/>
              <a:t>of</a:t>
            </a:r>
            <a:r>
              <a:rPr lang="pt-BR" b="1"/>
              <a:t> </a:t>
            </a:r>
            <a:r>
              <a:rPr lang="pt-BR" b="1" err="1"/>
              <a:t>the</a:t>
            </a:r>
            <a:r>
              <a:rPr lang="pt-BR" b="1"/>
              <a:t> JGB </a:t>
            </a:r>
            <a:r>
              <a:rPr lang="pt-BR" b="1" err="1"/>
              <a:t>market</a:t>
            </a:r>
            <a:r>
              <a:rPr lang="pt-BR" b="1"/>
              <a:t> </a:t>
            </a:r>
            <a:r>
              <a:rPr lang="pt-BR" b="1" err="1"/>
              <a:t>is</a:t>
            </a:r>
            <a:r>
              <a:rPr lang="pt-BR" b="1"/>
              <a:t> </a:t>
            </a:r>
            <a:r>
              <a:rPr lang="pt-BR" b="1" err="1"/>
              <a:t>falling</a:t>
            </a:r>
            <a:endParaRPr lang="pt-BR" b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19C1B5-4BF6-775F-3F25-D8D71D0AC0B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7156BCE-7A0B-5FAC-A4F8-78C9B15D94F4}"/>
              </a:ext>
            </a:extLst>
          </p:cNvPr>
          <p:cNvGraphicFramePr>
            <a:graphicFrameLocks noGrp="1"/>
          </p:cNvGraphicFramePr>
          <p:nvPr>
            <p:ph sz="quarter" idx="34"/>
            <p:extLst>
              <p:ext uri="{D42A27DB-BD31-4B8C-83A1-F6EECF244321}">
                <p14:modId xmlns:p14="http://schemas.microsoft.com/office/powerpoint/2010/main" val="179085838"/>
              </p:ext>
            </p:extLst>
          </p:nvPr>
        </p:nvGraphicFramePr>
        <p:xfrm>
          <a:off x="6294438" y="4393206"/>
          <a:ext cx="5505450" cy="1842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26FCC0-A7EF-A1E2-E049-C7A8BD60479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pt-BR" b="1"/>
              <a:t>JGB trading </a:t>
            </a:r>
            <a:r>
              <a:rPr lang="pt-BR" b="1" err="1"/>
              <a:t>activity</a:t>
            </a:r>
            <a:r>
              <a:rPr lang="pt-BR" b="1"/>
              <a:t> </a:t>
            </a:r>
            <a:r>
              <a:rPr lang="pt-BR" b="1" err="1"/>
              <a:t>is</a:t>
            </a:r>
            <a:r>
              <a:rPr lang="pt-BR" b="1"/>
              <a:t> </a:t>
            </a:r>
            <a:r>
              <a:rPr lang="pt-BR" b="1" err="1"/>
              <a:t>recovering</a:t>
            </a:r>
            <a:endParaRPr lang="pt-BR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8900C1-FFF2-EA6F-197D-DB650AA37C0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/>
              <a:t>Cash JGB </a:t>
            </a:r>
            <a:r>
              <a:rPr lang="pt-BR" err="1"/>
              <a:t>transaction</a:t>
            </a:r>
            <a:r>
              <a:rPr lang="pt-BR"/>
              <a:t> volume (¥</a:t>
            </a:r>
            <a:r>
              <a:rPr lang="pt-BR" err="1"/>
              <a:t>tn</a:t>
            </a:r>
            <a:r>
              <a:rPr lang="pt-BR"/>
              <a:t>/</a:t>
            </a:r>
            <a:r>
              <a:rPr lang="pt-BR" err="1"/>
              <a:t>month</a:t>
            </a:r>
            <a:r>
              <a:rPr lang="pt-BR"/>
              <a:t>)</a:t>
            </a:r>
          </a:p>
        </p:txBody>
      </p:sp>
      <p:graphicFrame>
        <p:nvGraphicFramePr>
          <p:cNvPr id="14" name="Content Placeholder 16">
            <a:extLst>
              <a:ext uri="{FF2B5EF4-FFF2-40B4-BE49-F238E27FC236}">
                <a16:creationId xmlns:a16="http://schemas.microsoft.com/office/drawing/2014/main" id="{7F0F0237-98A5-62D8-3B10-7C2FE871A48C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400420182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953D8A-7E42-629C-0AEC-EBD3CB5726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b="1"/>
              <a:t>The </a:t>
            </a:r>
            <a:r>
              <a:rPr lang="pt-BR" b="1" err="1"/>
              <a:t>BoJ's</a:t>
            </a:r>
            <a:r>
              <a:rPr lang="pt-BR" b="1"/>
              <a:t> balance </a:t>
            </a:r>
            <a:r>
              <a:rPr lang="pt-BR" b="1" err="1"/>
              <a:t>sheet</a:t>
            </a:r>
            <a:r>
              <a:rPr lang="pt-BR" b="1"/>
              <a:t> </a:t>
            </a:r>
            <a:r>
              <a:rPr lang="pt-BR" b="1" err="1"/>
              <a:t>is</a:t>
            </a:r>
            <a:r>
              <a:rPr lang="pt-BR" b="1"/>
              <a:t> </a:t>
            </a:r>
            <a:r>
              <a:rPr lang="pt-BR" b="1" err="1"/>
              <a:t>turning</a:t>
            </a:r>
            <a:r>
              <a:rPr lang="pt-BR" b="1"/>
              <a:t> </a:t>
            </a:r>
            <a:r>
              <a:rPr lang="pt-BR" b="1" err="1"/>
              <a:t>after</a:t>
            </a:r>
            <a:r>
              <a:rPr lang="pt-BR" b="1"/>
              <a:t> </a:t>
            </a:r>
            <a:r>
              <a:rPr lang="pt-BR" b="1" err="1"/>
              <a:t>years</a:t>
            </a:r>
            <a:r>
              <a:rPr lang="pt-BR" b="1"/>
              <a:t> </a:t>
            </a:r>
            <a:r>
              <a:rPr lang="pt-BR" b="1" err="1"/>
              <a:t>of</a:t>
            </a:r>
            <a:r>
              <a:rPr lang="pt-BR" b="1"/>
              <a:t> </a:t>
            </a:r>
            <a:r>
              <a:rPr lang="pt-BR" b="1" err="1"/>
              <a:t>expansion</a:t>
            </a:r>
            <a:endParaRPr lang="pt-BR" b="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6C4ED0F-16A7-D0A0-1A86-4360988ED0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BoJ</a:t>
            </a:r>
            <a:r>
              <a:rPr lang="pt-BR"/>
              <a:t> </a:t>
            </a:r>
            <a:r>
              <a:rPr lang="pt-BR" err="1"/>
              <a:t>assets</a:t>
            </a:r>
            <a:r>
              <a:rPr lang="pt-BR"/>
              <a:t> </a:t>
            </a:r>
            <a:r>
              <a:rPr lang="pt-BR" err="1"/>
              <a:t>by</a:t>
            </a:r>
            <a:r>
              <a:rPr lang="pt-BR"/>
              <a:t> </a:t>
            </a:r>
            <a:r>
              <a:rPr lang="pt-BR" err="1"/>
              <a:t>instrument</a:t>
            </a:r>
            <a:r>
              <a:rPr lang="pt-BR"/>
              <a:t> (¥ </a:t>
            </a:r>
            <a:r>
              <a:rPr lang="pt-BR" err="1"/>
              <a:t>trillion</a:t>
            </a:r>
            <a:r>
              <a:rPr lang="pt-BR"/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3E4EE4-A9E0-6E73-1019-F9DE0B748030}"/>
              </a:ext>
            </a:extLst>
          </p:cNvPr>
          <p:cNvSpPr/>
          <p:nvPr/>
        </p:nvSpPr>
        <p:spPr>
          <a:xfrm>
            <a:off x="9707880" y="4527470"/>
            <a:ext cx="2076132" cy="141105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CE7352-61F4-3A7D-3EC5-54D41EB1C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5511" y="3962764"/>
            <a:ext cx="5684835" cy="146467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0348A6-0B4D-9735-3D0E-3C5010EB28FB}"/>
              </a:ext>
            </a:extLst>
          </p:cNvPr>
          <p:cNvCxnSpPr>
            <a:cxnSpLocks/>
          </p:cNvCxnSpPr>
          <p:nvPr/>
        </p:nvCxnSpPr>
        <p:spPr>
          <a:xfrm flipV="1">
            <a:off x="3774706" y="2277533"/>
            <a:ext cx="0" cy="356500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0C1586-730E-617D-EB31-5DE5D317D334}"/>
              </a:ext>
            </a:extLst>
          </p:cNvPr>
          <p:cNvSpPr txBox="1"/>
          <p:nvPr/>
        </p:nvSpPr>
        <p:spPr>
          <a:xfrm>
            <a:off x="413312" y="2373387"/>
            <a:ext cx="3659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err="1">
                <a:solidFill>
                  <a:srgbClr val="992937"/>
                </a:solidFill>
                <a:latin typeface="Montserrat" panose="00000500000000000000" pitchFamily="2" charset="0"/>
              </a:rPr>
              <a:t>Quantitative</a:t>
            </a:r>
            <a:r>
              <a:rPr lang="pt-BR" sz="1000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pt-BR" sz="1000" err="1">
                <a:solidFill>
                  <a:srgbClr val="992937"/>
                </a:solidFill>
                <a:latin typeface="Montserrat" panose="00000500000000000000" pitchFamily="2" charset="0"/>
              </a:rPr>
              <a:t>Easing</a:t>
            </a:r>
            <a:r>
              <a:rPr lang="pt-BR" sz="1000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</a:p>
          <a:p>
            <a:pPr algn="ctr"/>
            <a:r>
              <a:rPr lang="pt-BR" sz="1000">
                <a:solidFill>
                  <a:srgbClr val="992937"/>
                </a:solidFill>
                <a:latin typeface="Montserrat" panose="00000500000000000000" pitchFamily="2" charset="0"/>
              </a:rPr>
              <a:t>(QE)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4F5D0F-3E1B-CBC1-88A3-23298479A025}"/>
              </a:ext>
            </a:extLst>
          </p:cNvPr>
          <p:cNvSpPr txBox="1"/>
          <p:nvPr/>
        </p:nvSpPr>
        <p:spPr>
          <a:xfrm>
            <a:off x="2992281" y="2373387"/>
            <a:ext cx="3659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err="1">
                <a:solidFill>
                  <a:srgbClr val="992937"/>
                </a:solidFill>
                <a:latin typeface="Montserrat" panose="00000500000000000000" pitchFamily="2" charset="0"/>
              </a:rPr>
              <a:t>Quantitative</a:t>
            </a:r>
            <a:r>
              <a:rPr lang="pt-BR" sz="1000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pt-BR" sz="1000" err="1">
                <a:solidFill>
                  <a:srgbClr val="992937"/>
                </a:solidFill>
                <a:latin typeface="Montserrat" panose="00000500000000000000" pitchFamily="2" charset="0"/>
              </a:rPr>
              <a:t>Tightening</a:t>
            </a:r>
            <a:br>
              <a:rPr lang="pt-BR" sz="1000">
                <a:solidFill>
                  <a:srgbClr val="992937"/>
                </a:solidFill>
                <a:latin typeface="Montserrat" panose="00000500000000000000" pitchFamily="2" charset="0"/>
              </a:rPr>
            </a:br>
            <a:r>
              <a:rPr lang="pt-BR" sz="1000">
                <a:solidFill>
                  <a:srgbClr val="992937"/>
                </a:solidFill>
                <a:latin typeface="Montserrat" panose="00000500000000000000" pitchFamily="2" charset="0"/>
              </a:rPr>
              <a:t>(QT)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174BE4-C324-8B41-CC37-3B7C0B83737C}"/>
              </a:ext>
            </a:extLst>
          </p:cNvPr>
          <p:cNvCxnSpPr>
            <a:cxnSpLocks/>
          </p:cNvCxnSpPr>
          <p:nvPr/>
        </p:nvCxnSpPr>
        <p:spPr>
          <a:xfrm flipV="1">
            <a:off x="9725176" y="4559300"/>
            <a:ext cx="0" cy="137908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252BC4-9B41-3B7C-AB7F-1CBD5C44A35A}"/>
              </a:ext>
            </a:extLst>
          </p:cNvPr>
          <p:cNvSpPr txBox="1"/>
          <p:nvPr/>
        </p:nvSpPr>
        <p:spPr>
          <a:xfrm>
            <a:off x="10452100" y="4527470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>
                <a:solidFill>
                  <a:srgbClr val="992937"/>
                </a:solidFill>
                <a:latin typeface="Montserrat" panose="00000500000000000000" pitchFamily="2" charset="0"/>
              </a:rPr>
              <a:t>QT </a:t>
            </a:r>
            <a:r>
              <a:rPr lang="pt-BR" sz="800" b="1" err="1">
                <a:solidFill>
                  <a:srgbClr val="992937"/>
                </a:solidFill>
                <a:latin typeface="Montserrat" panose="00000500000000000000" pitchFamily="2" charset="0"/>
              </a:rPr>
              <a:t>period</a:t>
            </a:r>
            <a:endParaRPr lang="pt-BR" sz="800" b="1">
              <a:solidFill>
                <a:srgbClr val="992937"/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B0C0B48-7810-A52B-3AA3-43AA966FD0BE}"/>
              </a:ext>
            </a:extLst>
          </p:cNvPr>
          <p:cNvSpPr/>
          <p:nvPr/>
        </p:nvSpPr>
        <p:spPr>
          <a:xfrm>
            <a:off x="8326120" y="1881061"/>
            <a:ext cx="1803400" cy="286226"/>
          </a:xfrm>
          <a:prstGeom prst="roundRect">
            <a:avLst/>
          </a:prstGeom>
          <a:solidFill>
            <a:schemeClr val="bg1"/>
          </a:solidFill>
          <a:ln>
            <a:solidFill>
              <a:srgbClr val="9929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41A39A-0DE1-89E4-352A-EBCC74AF9DBC}"/>
              </a:ext>
            </a:extLst>
          </p:cNvPr>
          <p:cNvSpPr txBox="1"/>
          <p:nvPr/>
        </p:nvSpPr>
        <p:spPr>
          <a:xfrm>
            <a:off x="8054864" y="1921065"/>
            <a:ext cx="22480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>
                <a:latin typeface="Montserrat (corpo)"/>
              </a:rPr>
              <a:t>-</a:t>
            </a:r>
            <a:r>
              <a:rPr lang="pt-BR" sz="1000" b="1">
                <a:solidFill>
                  <a:srgbClr val="992937"/>
                </a:solidFill>
                <a:latin typeface="Montserrat (corpo)"/>
              </a:rPr>
              <a:t>6,4% </a:t>
            </a:r>
            <a:r>
              <a:rPr lang="pt-BR" sz="1000" err="1">
                <a:latin typeface="Montserrat (corpo)"/>
              </a:rPr>
              <a:t>of</a:t>
            </a:r>
            <a:r>
              <a:rPr lang="pt-BR" sz="1000">
                <a:latin typeface="Montserrat (corpo)"/>
              </a:rPr>
              <a:t>  </a:t>
            </a:r>
            <a:r>
              <a:rPr lang="pt-BR" sz="1000" err="1">
                <a:latin typeface="Montserrat (corpo)"/>
              </a:rPr>
              <a:t>BoJ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JGBs</a:t>
            </a:r>
            <a:r>
              <a:rPr lang="pt-BR" sz="1000">
                <a:latin typeface="Montserrat (corpo)"/>
              </a:rPr>
              <a:t> </a:t>
            </a:r>
            <a:r>
              <a:rPr lang="pt-BR" sz="1000" err="1">
                <a:latin typeface="Montserrat (corpo)"/>
              </a:rPr>
              <a:t>share</a:t>
            </a:r>
            <a:r>
              <a:rPr lang="pt-BR" sz="1000">
                <a:latin typeface="Montserrat (corpo)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78235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C1EC59-D442-8601-222C-250025EE5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sisPointsImage" descr="preencoded.png">
            <a:extLst>
              <a:ext uri="{FF2B5EF4-FFF2-40B4-BE49-F238E27FC236}">
                <a16:creationId xmlns:a16="http://schemas.microsoft.com/office/drawing/2014/main" id="{F64B4C2E-71E5-AE5B-A270-26D155E36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2344" y="1870013"/>
            <a:ext cx="5903655" cy="387938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7A1C49-7CAA-AAB0-1B8E-F1F5A3CC3B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BoJ</a:t>
            </a:r>
            <a:r>
              <a:rPr lang="pt-BR"/>
              <a:t>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slowing</a:t>
            </a:r>
            <a:r>
              <a:rPr lang="pt-BR"/>
              <a:t> QT </a:t>
            </a:r>
            <a:r>
              <a:rPr lang="pt-BR" err="1"/>
              <a:t>under</a:t>
            </a:r>
            <a:r>
              <a:rPr lang="pt-BR"/>
              <a:t> </a:t>
            </a:r>
            <a:r>
              <a:rPr lang="pt-BR" err="1"/>
              <a:t>political</a:t>
            </a:r>
            <a:r>
              <a:rPr lang="pt-BR"/>
              <a:t> </a:t>
            </a:r>
            <a:r>
              <a:rPr lang="pt-BR" err="1"/>
              <a:t>pressure</a:t>
            </a:r>
            <a:endParaRPr lang="pt-BR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0" name="Content Placeholder 39">
                <a:extLst>
                  <a:ext uri="{FF2B5EF4-FFF2-40B4-BE49-F238E27FC236}">
                    <a16:creationId xmlns:a16="http://schemas.microsoft.com/office/drawing/2014/main" id="{DB405212-0388-2324-9D2D-B79BA019EB8C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2894365630"/>
                  </p:ext>
                </p:extLst>
              </p:nvPr>
            </p:nvGraphicFramePr>
            <p:xfrm>
              <a:off x="6291263" y="1809750"/>
              <a:ext cx="5492750" cy="355383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0" name="Content Placeholder 39">
                <a:extLst>
                  <a:ext uri="{FF2B5EF4-FFF2-40B4-BE49-F238E27FC236}">
                    <a16:creationId xmlns:a16="http://schemas.microsoft.com/office/drawing/2014/main" id="{DB405212-0388-2324-9D2D-B79BA019EB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91263" y="1809750"/>
                <a:ext cx="5492750" cy="3553836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97A62E6-6D5B-DD05-7E4F-018C417987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b="1" err="1"/>
              <a:t>Why</a:t>
            </a:r>
            <a:r>
              <a:rPr lang="pt-BR" b="1"/>
              <a:t> </a:t>
            </a:r>
            <a:r>
              <a:rPr lang="pt-BR" b="1" err="1"/>
              <a:t>political</a:t>
            </a:r>
            <a:r>
              <a:rPr lang="pt-BR" b="1"/>
              <a:t> </a:t>
            </a:r>
            <a:r>
              <a:rPr lang="pt-BR" b="1" err="1"/>
              <a:t>pressure</a:t>
            </a:r>
            <a:r>
              <a:rPr lang="pt-BR" b="1"/>
              <a:t> </a:t>
            </a:r>
            <a:r>
              <a:rPr lang="pt-BR" b="1" err="1"/>
              <a:t>is</a:t>
            </a:r>
            <a:r>
              <a:rPr lang="pt-BR" b="1"/>
              <a:t> </a:t>
            </a:r>
            <a:r>
              <a:rPr lang="pt-BR" b="1" err="1"/>
              <a:t>rising</a:t>
            </a:r>
            <a:endParaRPr lang="pt-BR" b="1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EA982E8-AB6D-6B9F-A737-0C79F16041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b="1"/>
              <a:t>QT </a:t>
            </a:r>
            <a:r>
              <a:rPr lang="pt-BR" b="1" err="1"/>
              <a:t>has</a:t>
            </a:r>
            <a:r>
              <a:rPr lang="pt-BR" b="1"/>
              <a:t> </a:t>
            </a:r>
            <a:r>
              <a:rPr lang="pt-BR" b="1" err="1"/>
              <a:t>raised</a:t>
            </a:r>
            <a:r>
              <a:rPr lang="pt-BR" b="1"/>
              <a:t> </a:t>
            </a:r>
            <a:r>
              <a:rPr lang="pt-BR" b="1" err="1"/>
              <a:t>yields</a:t>
            </a:r>
            <a:r>
              <a:rPr lang="pt-BR" b="1"/>
              <a:t>, </a:t>
            </a:r>
            <a:r>
              <a:rPr lang="pt-BR" b="1" err="1"/>
              <a:t>but</a:t>
            </a:r>
            <a:r>
              <a:rPr lang="pt-BR" b="1"/>
              <a:t> its </a:t>
            </a:r>
            <a:r>
              <a:rPr lang="pt-BR" b="1" err="1"/>
              <a:t>estimated</a:t>
            </a:r>
            <a:r>
              <a:rPr lang="pt-BR" b="1"/>
              <a:t> </a:t>
            </a:r>
            <a:r>
              <a:rPr lang="pt-BR" b="1" err="1"/>
              <a:t>effect</a:t>
            </a:r>
            <a:r>
              <a:rPr lang="pt-BR" b="1"/>
              <a:t> </a:t>
            </a:r>
            <a:r>
              <a:rPr lang="pt-BR" b="1" err="1"/>
              <a:t>is</a:t>
            </a:r>
            <a:r>
              <a:rPr lang="pt-BR" b="1"/>
              <a:t> </a:t>
            </a:r>
            <a:r>
              <a:rPr lang="pt-BR" b="1" err="1"/>
              <a:t>modest</a:t>
            </a:r>
            <a:endParaRPr lang="pt-BR" b="1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A14B333-E0BF-E939-1557-F4CCAFA571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higher</a:t>
            </a:r>
            <a:r>
              <a:rPr lang="pt-BR"/>
              <a:t> </a:t>
            </a:r>
            <a:r>
              <a:rPr lang="pt-BR" err="1"/>
              <a:t>long-term</a:t>
            </a:r>
            <a:r>
              <a:rPr lang="pt-BR"/>
              <a:t> </a:t>
            </a:r>
            <a:r>
              <a:rPr lang="pt-BR" err="1"/>
              <a:t>yields</a:t>
            </a:r>
            <a:r>
              <a:rPr lang="pt-BR"/>
              <a:t> </a:t>
            </a:r>
            <a:r>
              <a:rPr lang="pt-BR" err="1"/>
              <a:t>raise</a:t>
            </a:r>
            <a:r>
              <a:rPr lang="pt-BR"/>
              <a:t> </a:t>
            </a:r>
            <a:r>
              <a:rPr lang="pt-BR" err="1"/>
              <a:t>refinancing</a:t>
            </a:r>
            <a:r>
              <a:rPr lang="pt-BR"/>
              <a:t> </a:t>
            </a:r>
            <a:r>
              <a:rPr lang="pt-BR" err="1"/>
              <a:t>costs</a:t>
            </a:r>
            <a:r>
              <a:rPr lang="pt-BR"/>
              <a:t> for a </a:t>
            </a:r>
            <a:r>
              <a:rPr lang="pt-BR" err="1"/>
              <a:t>heavily</a:t>
            </a:r>
            <a:r>
              <a:rPr lang="pt-BR"/>
              <a:t> </a:t>
            </a:r>
            <a:r>
              <a:rPr lang="pt-BR" err="1"/>
              <a:t>indebted</a:t>
            </a:r>
            <a:r>
              <a:rPr lang="pt-BR"/>
              <a:t> </a:t>
            </a:r>
            <a:r>
              <a:rPr lang="pt-BR" err="1"/>
              <a:t>government</a:t>
            </a:r>
            <a:endParaRPr lang="pt-BR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0F18FA3-4EE3-7276-FAFE-8323F972BE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err="1"/>
              <a:t>Contribution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10Y </a:t>
            </a:r>
            <a:r>
              <a:rPr lang="pt-BR" err="1"/>
              <a:t>yield</a:t>
            </a:r>
            <a:r>
              <a:rPr lang="pt-BR"/>
              <a:t> </a:t>
            </a:r>
            <a:r>
              <a:rPr lang="pt-BR" err="1"/>
              <a:t>increase</a:t>
            </a:r>
            <a:r>
              <a:rPr lang="pt-BR"/>
              <a:t> </a:t>
            </a:r>
            <a:r>
              <a:rPr lang="pt-BR" err="1"/>
              <a:t>since</a:t>
            </a:r>
            <a:r>
              <a:rPr lang="pt-BR"/>
              <a:t> Aug-24 (bps)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3C1827B-D3DE-4890-7DD9-A05E03E8A7B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r>
              <a:rPr lang="pt-BR"/>
              <a:t>, Reuters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99EE188-D496-462D-3652-CD453326DF5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The Bank </a:t>
            </a:r>
            <a:r>
              <a:rPr lang="pt-BR" err="1"/>
              <a:t>keeps</a:t>
            </a:r>
            <a:r>
              <a:rPr lang="pt-BR"/>
              <a:t> </a:t>
            </a:r>
            <a:r>
              <a:rPr lang="pt-BR" err="1"/>
              <a:t>market-based</a:t>
            </a:r>
            <a:r>
              <a:rPr lang="pt-BR"/>
              <a:t> </a:t>
            </a:r>
            <a:r>
              <a:rPr lang="pt-BR" err="1"/>
              <a:t>pricing</a:t>
            </a:r>
            <a:r>
              <a:rPr lang="pt-BR"/>
              <a:t> </a:t>
            </a:r>
            <a:r>
              <a:rPr lang="pt-BR" err="1"/>
              <a:t>intact</a:t>
            </a:r>
            <a:endParaRPr lang="pt-B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213B75-B2F0-877E-CDC7-A2B5456D8EAA}"/>
              </a:ext>
            </a:extLst>
          </p:cNvPr>
          <p:cNvSpPr txBox="1"/>
          <p:nvPr/>
        </p:nvSpPr>
        <p:spPr>
          <a:xfrm>
            <a:off x="531072" y="2764316"/>
            <a:ext cx="529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err="1">
                <a:latin typeface="Montserrat" panose="00000500000000000000" pitchFamily="2" charset="0"/>
              </a:rPr>
              <a:t>BoJ's</a:t>
            </a:r>
            <a:r>
              <a:rPr lang="pt-BR" sz="1200" b="1">
                <a:latin typeface="Montserrat" panose="00000500000000000000" pitchFamily="2" charset="0"/>
              </a:rPr>
              <a:t> rate-</a:t>
            </a:r>
            <a:r>
              <a:rPr lang="pt-BR" sz="1200" b="1" err="1">
                <a:latin typeface="Montserrat" panose="00000500000000000000" pitchFamily="2" charset="0"/>
              </a:rPr>
              <a:t>hike</a:t>
            </a:r>
            <a:r>
              <a:rPr lang="pt-BR" sz="1200" b="1">
                <a:latin typeface="Montserrat" panose="00000500000000000000" pitchFamily="2" charset="0"/>
              </a:rPr>
              <a:t> path runs </a:t>
            </a:r>
            <a:r>
              <a:rPr lang="pt-BR" sz="1200" b="1" err="1">
                <a:latin typeface="Montserrat" panose="00000500000000000000" pitchFamily="2" charset="0"/>
              </a:rPr>
              <a:t>into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 b="1" err="1">
                <a:latin typeface="Montserrat" panose="00000500000000000000" pitchFamily="2" charset="0"/>
              </a:rPr>
              <a:t>Takaichi's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 b="1" err="1">
                <a:latin typeface="Montserrat" panose="00000500000000000000" pitchFamily="2" charset="0"/>
              </a:rPr>
              <a:t>bond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 b="1" err="1">
                <a:latin typeface="Montserrat" panose="00000500000000000000" pitchFamily="2" charset="0"/>
              </a:rPr>
              <a:t>market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 b="1" err="1">
                <a:latin typeface="Montserrat" panose="00000500000000000000" pitchFamily="2" charset="0"/>
              </a:rPr>
              <a:t>problems</a:t>
            </a:r>
            <a:endParaRPr lang="pt-BR" sz="1200" b="1">
              <a:latin typeface="Montserrat" panose="00000500000000000000" pitchFamily="2" charset="0"/>
            </a:endParaRPr>
          </a:p>
          <a:p>
            <a:pPr algn="ctr"/>
            <a:endParaRPr lang="pt-BR" sz="1200" b="1">
              <a:latin typeface="Montserrat" panose="00000500000000000000" pitchFamily="2" charset="0"/>
            </a:endParaRPr>
          </a:p>
        </p:txBody>
      </p:sp>
      <p:pic>
        <p:nvPicPr>
          <p:cNvPr id="28" name="Picture 27" descr="Reuters Logo, symbol, meaning, history, PNG, brand">
            <a:extLst>
              <a:ext uri="{FF2B5EF4-FFF2-40B4-BE49-F238E27FC236}">
                <a16:creationId xmlns:a16="http://schemas.microsoft.com/office/drawing/2014/main" id="{31523B29-9EF1-C407-32D4-4DAA92403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93" y="2157732"/>
            <a:ext cx="773207" cy="4349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1EB27E-66C2-117E-9353-861D592F7147}"/>
              </a:ext>
            </a:extLst>
          </p:cNvPr>
          <p:cNvSpPr txBox="1"/>
          <p:nvPr/>
        </p:nvSpPr>
        <p:spPr>
          <a:xfrm>
            <a:off x="610444" y="3612299"/>
            <a:ext cx="29382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00" err="1">
                <a:latin typeface="Montserrat" panose="00000500000000000000" pitchFamily="2" charset="0"/>
              </a:rPr>
              <a:t>Fearing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the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impact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of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rising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yields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on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public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debt</a:t>
            </a:r>
            <a:r>
              <a:rPr lang="pt-BR" sz="1000">
                <a:latin typeface="Montserrat" panose="00000500000000000000" pitchFamily="2" charset="0"/>
              </a:rPr>
              <a:t>, </a:t>
            </a:r>
            <a:r>
              <a:rPr lang="pt-BR" sz="1000" err="1">
                <a:latin typeface="Montserrat" panose="00000500000000000000" pitchFamily="2" charset="0"/>
              </a:rPr>
              <a:t>allies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of</a:t>
            </a:r>
            <a:r>
              <a:rPr lang="pt-BR" sz="1000">
                <a:latin typeface="Montserrat" panose="00000500000000000000" pitchFamily="2" charset="0"/>
              </a:rPr>
              <a:t> PM </a:t>
            </a:r>
            <a:r>
              <a:rPr lang="pt-BR" sz="1000" err="1">
                <a:latin typeface="Montserrat" panose="00000500000000000000" pitchFamily="2" charset="0"/>
              </a:rPr>
              <a:t>Takaichi</a:t>
            </a:r>
            <a:r>
              <a:rPr lang="pt-BR" sz="1000">
                <a:latin typeface="Montserrat" panose="00000500000000000000" pitchFamily="2" charset="0"/>
              </a:rPr>
              <a:t> are </a:t>
            </a:r>
            <a:r>
              <a:rPr lang="pt-BR" sz="1000" err="1">
                <a:latin typeface="Montserrat" panose="00000500000000000000" pitchFamily="2" charset="0"/>
              </a:rPr>
              <a:t>openly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b="1" err="1">
                <a:latin typeface="Montserrat" panose="00000500000000000000" pitchFamily="2" charset="0"/>
              </a:rPr>
              <a:t>criticizing</a:t>
            </a:r>
            <a:r>
              <a:rPr lang="pt-BR" sz="1000" b="1">
                <a:latin typeface="Montserrat" panose="00000500000000000000" pitchFamily="2" charset="0"/>
              </a:rPr>
              <a:t> </a:t>
            </a:r>
            <a:r>
              <a:rPr lang="pt-BR" sz="1000" b="1" err="1">
                <a:latin typeface="Montserrat" panose="00000500000000000000" pitchFamily="2" charset="0"/>
              </a:rPr>
              <a:t>the</a:t>
            </a:r>
            <a:r>
              <a:rPr lang="pt-BR" sz="1000" b="1">
                <a:latin typeface="Montserrat" panose="00000500000000000000" pitchFamily="2" charset="0"/>
              </a:rPr>
              <a:t> </a:t>
            </a:r>
            <a:r>
              <a:rPr lang="pt-BR" sz="1000" b="1" err="1">
                <a:latin typeface="Montserrat" panose="00000500000000000000" pitchFamily="2" charset="0"/>
              </a:rPr>
              <a:t>BOJ's</a:t>
            </a:r>
            <a:r>
              <a:rPr lang="pt-BR" sz="1000" b="1">
                <a:latin typeface="Montserrat" panose="00000500000000000000" pitchFamily="2" charset="0"/>
              </a:rPr>
              <a:t> </a:t>
            </a:r>
            <a:r>
              <a:rPr lang="pt-BR" sz="1000" b="1" err="1">
                <a:latin typeface="Montserrat" panose="00000500000000000000" pitchFamily="2" charset="0"/>
              </a:rPr>
              <a:t>bond-tapering</a:t>
            </a:r>
            <a:r>
              <a:rPr lang="pt-BR" sz="1000" b="1">
                <a:latin typeface="Montserrat" panose="00000500000000000000" pitchFamily="2" charset="0"/>
              </a:rPr>
              <a:t> </a:t>
            </a:r>
            <a:r>
              <a:rPr lang="pt-BR" sz="1000" b="1" err="1">
                <a:latin typeface="Montserrat" panose="00000500000000000000" pitchFamily="2" charset="0"/>
              </a:rPr>
              <a:t>strategy</a:t>
            </a:r>
            <a:r>
              <a:rPr lang="pt-BR" sz="1000">
                <a:latin typeface="Montserrat" panose="00000500000000000000" pitchFamily="2" charset="0"/>
              </a:rPr>
              <a:t>. </a:t>
            </a:r>
            <a:r>
              <a:rPr lang="pt-BR" sz="1000" err="1">
                <a:latin typeface="Montserrat" panose="00000500000000000000" pitchFamily="2" charset="0"/>
              </a:rPr>
              <a:t>According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to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domestic</a:t>
            </a:r>
            <a:r>
              <a:rPr lang="pt-BR" sz="1000">
                <a:latin typeface="Montserrat" panose="00000500000000000000" pitchFamily="2" charset="0"/>
              </a:rPr>
              <a:t> media, </a:t>
            </a:r>
            <a:r>
              <a:rPr lang="pt-BR" sz="1000" err="1">
                <a:latin typeface="Montserrat" panose="00000500000000000000" pitchFamily="2" charset="0"/>
              </a:rPr>
              <a:t>the</a:t>
            </a:r>
            <a:r>
              <a:rPr lang="pt-BR" sz="1000">
                <a:latin typeface="Montserrat" panose="00000500000000000000" pitchFamily="2" charset="0"/>
              </a:rPr>
              <a:t> prime </a:t>
            </a:r>
            <a:r>
              <a:rPr lang="pt-BR" sz="1000" err="1">
                <a:latin typeface="Montserrat" panose="00000500000000000000" pitchFamily="2" charset="0"/>
              </a:rPr>
              <a:t>minister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herself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urged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Governor</a:t>
            </a:r>
            <a:r>
              <a:rPr lang="pt-BR" sz="1000">
                <a:latin typeface="Montserrat" panose="00000500000000000000" pitchFamily="2" charset="0"/>
              </a:rPr>
              <a:t> Kazuo Ueda, </a:t>
            </a:r>
            <a:r>
              <a:rPr lang="pt-BR" sz="1000" err="1">
                <a:latin typeface="Montserrat" panose="00000500000000000000" pitchFamily="2" charset="0"/>
              </a:rPr>
              <a:t>at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their</a:t>
            </a:r>
            <a:r>
              <a:rPr lang="pt-BR" sz="1000">
                <a:latin typeface="Montserrat" panose="00000500000000000000" pitchFamily="2" charset="0"/>
              </a:rPr>
              <a:t> May meeting, </a:t>
            </a:r>
            <a:r>
              <a:rPr lang="pt-BR" sz="1000" err="1">
                <a:latin typeface="Montserrat" panose="00000500000000000000" pitchFamily="2" charset="0"/>
              </a:rPr>
              <a:t>to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buy</a:t>
            </a:r>
            <a:r>
              <a:rPr lang="pt-BR" sz="1000">
                <a:latin typeface="Montserrat" panose="00000500000000000000" pitchFamily="2" charset="0"/>
              </a:rPr>
              <a:t> more </a:t>
            </a:r>
            <a:r>
              <a:rPr lang="pt-BR" sz="1000" err="1">
                <a:latin typeface="Montserrat" panose="00000500000000000000" pitchFamily="2" charset="0"/>
              </a:rPr>
              <a:t>bonds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when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necessary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to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curb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rises</a:t>
            </a:r>
            <a:r>
              <a:rPr lang="pt-BR" sz="1000">
                <a:latin typeface="Montserrat" panose="00000500000000000000" pitchFamily="2" charset="0"/>
              </a:rPr>
              <a:t> in </a:t>
            </a:r>
            <a:r>
              <a:rPr lang="pt-BR" sz="1000" err="1">
                <a:latin typeface="Montserrat" panose="00000500000000000000" pitchFamily="2" charset="0"/>
              </a:rPr>
              <a:t>long-term</a:t>
            </a:r>
            <a:r>
              <a:rPr lang="pt-BR" sz="1000">
                <a:latin typeface="Montserrat" panose="00000500000000000000" pitchFamily="2" charset="0"/>
              </a:rPr>
              <a:t> rates.</a:t>
            </a:r>
          </a:p>
        </p:txBody>
      </p:sp>
      <p:pic>
        <p:nvPicPr>
          <p:cNvPr id="30" name="Picture 29" descr="Sanae Takaichi é eleita a primeira mulher primeira-ministra do Japão |  Mundo | Valor Econômico">
            <a:extLst>
              <a:ext uri="{FF2B5EF4-FFF2-40B4-BE49-F238E27FC236}">
                <a16:creationId xmlns:a16="http://schemas.microsoft.com/office/drawing/2014/main" id="{4356270B-6770-8B34-8978-A503D1E3E2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026"/>
          <a:stretch>
            <a:fillRect/>
          </a:stretch>
        </p:blipFill>
        <p:spPr>
          <a:xfrm flipH="1">
            <a:off x="3971124" y="3136874"/>
            <a:ext cx="1765532" cy="1315183"/>
          </a:xfrm>
          <a:prstGeom prst="rect">
            <a:avLst/>
          </a:prstGeom>
        </p:spPr>
      </p:pic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112EEEDD-7676-F8FC-7AEE-B3D268111D48}"/>
              </a:ext>
            </a:extLst>
          </p:cNvPr>
          <p:cNvSpPr txBox="1">
            <a:spLocks/>
          </p:cNvSpPr>
          <p:nvPr/>
        </p:nvSpPr>
        <p:spPr>
          <a:xfrm>
            <a:off x="388863" y="4498251"/>
            <a:ext cx="5506386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F94DE5-4E14-F72D-52A0-E867EF0D86A6}"/>
              </a:ext>
            </a:extLst>
          </p:cNvPr>
          <p:cNvSpPr txBox="1"/>
          <p:nvPr/>
        </p:nvSpPr>
        <p:spPr>
          <a:xfrm>
            <a:off x="4184028" y="2263608"/>
            <a:ext cx="17870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Shippiro mincho"/>
              </a:rPr>
              <a:t>News [In] Brief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06CF3C-B77A-4ABA-8A50-B040F935194F}"/>
              </a:ext>
            </a:extLst>
          </p:cNvPr>
          <p:cNvCxnSpPr>
            <a:cxnSpLocks/>
          </p:cNvCxnSpPr>
          <p:nvPr/>
        </p:nvCxnSpPr>
        <p:spPr>
          <a:xfrm>
            <a:off x="3977474" y="4512098"/>
            <a:ext cx="0" cy="321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B3D0BB6-D775-51BC-2F8E-822942299AF7}"/>
              </a:ext>
            </a:extLst>
          </p:cNvPr>
          <p:cNvSpPr txBox="1"/>
          <p:nvPr/>
        </p:nvSpPr>
        <p:spPr>
          <a:xfrm>
            <a:off x="3992749" y="4465222"/>
            <a:ext cx="2781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err="1"/>
              <a:t>Sanae</a:t>
            </a:r>
            <a:r>
              <a:rPr lang="pt-BR" sz="1000" b="1"/>
              <a:t> </a:t>
            </a:r>
            <a:r>
              <a:rPr lang="pt-BR" sz="1000" b="1" err="1"/>
              <a:t>Taikaichi</a:t>
            </a:r>
            <a:endParaRPr lang="pt-BR" sz="1000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E669EC-B8C2-1674-3D9D-36B211A734D7}"/>
              </a:ext>
            </a:extLst>
          </p:cNvPr>
          <p:cNvSpPr txBox="1"/>
          <p:nvPr/>
        </p:nvSpPr>
        <p:spPr>
          <a:xfrm>
            <a:off x="3987185" y="4641635"/>
            <a:ext cx="1879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/>
              <a:t>Prime </a:t>
            </a:r>
            <a:r>
              <a:rPr lang="pt-BR" sz="800" err="1"/>
              <a:t>Minister</a:t>
            </a:r>
            <a:r>
              <a:rPr lang="pt-BR" sz="800"/>
              <a:t> </a:t>
            </a:r>
            <a:r>
              <a:rPr lang="pt-BR" sz="800" err="1"/>
              <a:t>of</a:t>
            </a:r>
            <a:r>
              <a:rPr lang="pt-BR" sz="800"/>
              <a:t> </a:t>
            </a:r>
            <a:r>
              <a:rPr lang="pt-BR" sz="800" err="1"/>
              <a:t>Japan</a:t>
            </a:r>
            <a:endParaRPr lang="pt-BR" sz="8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F69593E-BD9F-AC39-76BA-7C8C45FDB5A1}"/>
              </a:ext>
            </a:extLst>
          </p:cNvPr>
          <p:cNvSpPr/>
          <p:nvPr/>
        </p:nvSpPr>
        <p:spPr>
          <a:xfrm>
            <a:off x="8831073" y="3740337"/>
            <a:ext cx="413129" cy="290742"/>
          </a:xfrm>
          <a:prstGeom prst="ellipse">
            <a:avLst/>
          </a:prstGeom>
          <a:noFill/>
          <a:ln>
            <a:solidFill>
              <a:srgbClr val="9929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895FA0-B91E-F8A5-B201-8280AFB8C6A5}"/>
              </a:ext>
            </a:extLst>
          </p:cNvPr>
          <p:cNvCxnSpPr/>
          <p:nvPr/>
        </p:nvCxnSpPr>
        <p:spPr>
          <a:xfrm flipV="1">
            <a:off x="9037637" y="2995148"/>
            <a:ext cx="0" cy="732757"/>
          </a:xfrm>
          <a:prstGeom prst="line">
            <a:avLst/>
          </a:prstGeom>
          <a:ln>
            <a:solidFill>
              <a:srgbClr val="B59A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9F2B968-B5F3-A28B-A7FF-068DE665B457}"/>
              </a:ext>
            </a:extLst>
          </p:cNvPr>
          <p:cNvSpPr/>
          <p:nvPr/>
        </p:nvSpPr>
        <p:spPr>
          <a:xfrm>
            <a:off x="8017686" y="2408731"/>
            <a:ext cx="2044338" cy="596900"/>
          </a:xfrm>
          <a:prstGeom prst="roundRect">
            <a:avLst/>
          </a:prstGeom>
          <a:noFill/>
          <a:ln>
            <a:solidFill>
              <a:srgbClr val="B59A6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E376C8-2043-F3CD-7232-926B7D67461B}"/>
              </a:ext>
            </a:extLst>
          </p:cNvPr>
          <p:cNvSpPr txBox="1"/>
          <p:nvPr/>
        </p:nvSpPr>
        <p:spPr>
          <a:xfrm>
            <a:off x="8012928" y="2495579"/>
            <a:ext cx="2044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Montserrat" panose="00000500000000000000" pitchFamily="2" charset="0"/>
              </a:rPr>
              <a:t>Only </a:t>
            </a:r>
            <a:r>
              <a:rPr lang="en-US" sz="800" b="1">
                <a:solidFill>
                  <a:srgbClr val="B59A67"/>
                </a:solidFill>
                <a:latin typeface="Montserrat" panose="00000500000000000000" pitchFamily="2" charset="0"/>
              </a:rPr>
              <a:t>35bps</a:t>
            </a:r>
            <a:r>
              <a:rPr lang="en-US" sz="800">
                <a:latin typeface="Montserrat" panose="00000500000000000000" pitchFamily="2" charset="0"/>
              </a:rPr>
              <a:t> of current long-term interest rates are consequences of the BoJ's QT</a:t>
            </a:r>
            <a:endParaRPr lang="pt-BR" sz="800">
              <a:latin typeface="Montserrat" panose="00000500000000000000" pitchFamily="2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81CD1FF-4624-5962-40F3-7A1ECD0ADE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2461" y="5288615"/>
            <a:ext cx="3149762" cy="66678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FF1AFAC-ACB0-E343-1F22-0E8786D6DCC6}"/>
              </a:ext>
            </a:extLst>
          </p:cNvPr>
          <p:cNvSpPr txBox="1"/>
          <p:nvPr/>
        </p:nvSpPr>
        <p:spPr>
          <a:xfrm>
            <a:off x="12312650" y="3898951"/>
            <a:ext cx="4644178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/>
              <a:t>TODO: Colocar legenda no gráfico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AF250-9C63-4AFE-9F5A-8EF282F60333}"/>
              </a:ext>
            </a:extLst>
          </p:cNvPr>
          <p:cNvSpPr/>
          <p:nvPr/>
        </p:nvSpPr>
        <p:spPr>
          <a:xfrm>
            <a:off x="7681945" y="5427086"/>
            <a:ext cx="114300" cy="114300"/>
          </a:xfrm>
          <a:prstGeom prst="rect">
            <a:avLst/>
          </a:prstGeom>
          <a:solidFill>
            <a:srgbClr val="982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98DE8-3B41-49D1-900E-D77BDBE0738F}"/>
              </a:ext>
            </a:extLst>
          </p:cNvPr>
          <p:cNvSpPr txBox="1"/>
          <p:nvPr/>
        </p:nvSpPr>
        <p:spPr>
          <a:xfrm>
            <a:off x="7885145" y="5388986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Total 10Y yield increase (Aug–Oct/24; Apr–Jun/26)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ADC753-1199-4132-A927-96C63862FF67}"/>
              </a:ext>
            </a:extLst>
          </p:cNvPr>
          <p:cNvSpPr/>
          <p:nvPr/>
        </p:nvSpPr>
        <p:spPr>
          <a:xfrm>
            <a:off x="7681945" y="5642986"/>
            <a:ext cx="114300" cy="114300"/>
          </a:xfrm>
          <a:prstGeom prst="rect">
            <a:avLst/>
          </a:prstGeom>
          <a:solidFill>
            <a:srgbClr val="D765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2D96A-1B5B-4F06-A976-2BA880E193AE}"/>
              </a:ext>
            </a:extLst>
          </p:cNvPr>
          <p:cNvSpPr txBox="1"/>
          <p:nvPr/>
        </p:nvSpPr>
        <p:spPr>
          <a:xfrm>
            <a:off x="7885145" y="5604886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(I) Expected short-term interest rate component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96F9C4-7F68-42D1-A1E3-87A940B19A17}"/>
              </a:ext>
            </a:extLst>
          </p:cNvPr>
          <p:cNvSpPr/>
          <p:nvPr/>
        </p:nvSpPr>
        <p:spPr>
          <a:xfrm>
            <a:off x="7681945" y="5858886"/>
            <a:ext cx="114300" cy="114300"/>
          </a:xfrm>
          <a:prstGeom prst="rect">
            <a:avLst/>
          </a:prstGeom>
          <a:solidFill>
            <a:srgbClr val="A58B4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2087D-5F77-4002-9941-F7EBD69EBBC7}"/>
              </a:ext>
            </a:extLst>
          </p:cNvPr>
          <p:cNvSpPr txBox="1"/>
          <p:nvPr/>
        </p:nvSpPr>
        <p:spPr>
          <a:xfrm>
            <a:off x="7885145" y="5820786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(II) Term premium (waning of stock effect)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957EC1-DB42-4AE1-93B7-6F5A37B873BE}"/>
              </a:ext>
            </a:extLst>
          </p:cNvPr>
          <p:cNvSpPr/>
          <p:nvPr/>
        </p:nvSpPr>
        <p:spPr>
          <a:xfrm>
            <a:off x="7681945" y="6074786"/>
            <a:ext cx="114300" cy="114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B1665-04B4-46D5-82A3-26AD4638451A}"/>
              </a:ext>
            </a:extLst>
          </p:cNvPr>
          <p:cNvSpPr txBox="1"/>
          <p:nvPr/>
        </p:nvSpPr>
        <p:spPr>
          <a:xfrm>
            <a:off x="7885145" y="6036686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(III) Term premium (</a:t>
            </a:r>
            <a:r>
              <a:rPr lang="en-US" sz="800" err="1">
                <a:solidFill>
                  <a:srgbClr val="111111"/>
                </a:solidFill>
                <a:latin typeface="Montserrat (corpo)"/>
                <a:cs typeface="Arial"/>
              </a:rPr>
              <a:t>fOther</a:t>
            </a:r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 Factors)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7896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A9E728-37A9-878F-F0BF-728EA028D4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The </a:t>
            </a:r>
            <a:r>
              <a:rPr lang="pt-BR" err="1"/>
              <a:t>BoJ</a:t>
            </a:r>
            <a:r>
              <a:rPr lang="pt-BR"/>
              <a:t> </a:t>
            </a:r>
            <a:r>
              <a:rPr lang="pt-BR" err="1"/>
              <a:t>estimates</a:t>
            </a:r>
            <a:r>
              <a:rPr lang="pt-BR"/>
              <a:t> a </a:t>
            </a:r>
            <a:r>
              <a:rPr lang="pt-BR" err="1"/>
              <a:t>modest</a:t>
            </a:r>
            <a:r>
              <a:rPr lang="pt-BR"/>
              <a:t> QT </a:t>
            </a:r>
            <a:r>
              <a:rPr lang="pt-BR" err="1"/>
              <a:t>effect</a:t>
            </a:r>
            <a:r>
              <a:rPr lang="pt-BR"/>
              <a:t> </a:t>
            </a:r>
            <a:r>
              <a:rPr lang="pt-BR" err="1"/>
              <a:t>on</a:t>
            </a:r>
            <a:r>
              <a:rPr lang="pt-BR"/>
              <a:t> </a:t>
            </a:r>
            <a:r>
              <a:rPr lang="pt-BR" err="1"/>
              <a:t>long-term</a:t>
            </a:r>
            <a:r>
              <a:rPr lang="pt-BR"/>
              <a:t> </a:t>
            </a:r>
            <a:r>
              <a:rPr lang="pt-BR" err="1"/>
              <a:t>yields</a:t>
            </a:r>
            <a:endParaRPr lang="pt-BR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3" name="Content Placeholder 42">
                <a:extLst>
                  <a:ext uri="{FF2B5EF4-FFF2-40B4-BE49-F238E27FC236}">
                    <a16:creationId xmlns:a16="http://schemas.microsoft.com/office/drawing/2014/main" id="{95CF48E2-0CF2-2B47-8607-A23E8BFCE0D7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3461095437"/>
                  </p:ext>
                </p:extLst>
              </p:nvPr>
            </p:nvGraphicFramePr>
            <p:xfrm>
              <a:off x="6240070" y="1809751"/>
              <a:ext cx="5505450" cy="169972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3" name="Content Placeholder 42">
                <a:extLst>
                  <a:ext uri="{FF2B5EF4-FFF2-40B4-BE49-F238E27FC236}">
                    <a16:creationId xmlns:a16="http://schemas.microsoft.com/office/drawing/2014/main" id="{95CF48E2-0CF2-2B47-8607-A23E8BFCE0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0070" y="1809751"/>
                <a:ext cx="5505450" cy="1699728"/>
              </a:xfrm>
              <a:prstGeom prst="rect">
                <a:avLst/>
              </a:prstGeom>
            </p:spPr>
          </p:pic>
        </mc:Fallback>
      </mc:AlternateContent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633E6F32-6C7E-5B4A-FC97-FE973BB2262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/>
          <a:stretch>
            <a:fillRect/>
          </a:stretch>
        </p:blipFill>
        <p:spPr>
          <a:xfrm>
            <a:off x="12995871" y="919162"/>
            <a:ext cx="5281613" cy="178117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3671D-142E-6D68-B712-34C6DF5531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b="1"/>
              <a:t>QT </a:t>
            </a:r>
            <a:r>
              <a:rPr lang="pt-BR" b="1" err="1"/>
              <a:t>affects</a:t>
            </a:r>
            <a:r>
              <a:rPr lang="pt-BR" b="1"/>
              <a:t> </a:t>
            </a:r>
            <a:r>
              <a:rPr lang="pt-BR" b="1" err="1"/>
              <a:t>long-term</a:t>
            </a:r>
            <a:r>
              <a:rPr lang="pt-BR" b="1"/>
              <a:t> </a:t>
            </a:r>
            <a:r>
              <a:rPr lang="pt-BR" b="1" err="1"/>
              <a:t>yields</a:t>
            </a:r>
            <a:r>
              <a:rPr lang="pt-BR" b="1"/>
              <a:t> </a:t>
            </a:r>
            <a:r>
              <a:rPr lang="pt-BR" b="1" err="1"/>
              <a:t>through</a:t>
            </a:r>
            <a:r>
              <a:rPr lang="pt-BR" b="1"/>
              <a:t> </a:t>
            </a:r>
            <a:r>
              <a:rPr lang="pt-BR" b="1" err="1"/>
              <a:t>two</a:t>
            </a:r>
            <a:r>
              <a:rPr lang="pt-BR" b="1"/>
              <a:t> </a:t>
            </a:r>
            <a:r>
              <a:rPr lang="pt-BR" b="1" err="1"/>
              <a:t>channels</a:t>
            </a:r>
            <a:endParaRPr lang="pt-BR" b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3724C1-B343-7D46-459B-7E439A234E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b="1"/>
              <a:t>QT </a:t>
            </a:r>
            <a:r>
              <a:rPr lang="pt-BR" b="1" err="1"/>
              <a:t>explains</a:t>
            </a:r>
            <a:r>
              <a:rPr lang="pt-BR" b="1"/>
              <a:t> </a:t>
            </a:r>
            <a:r>
              <a:rPr lang="pt-BR" b="1" err="1"/>
              <a:t>only</a:t>
            </a:r>
            <a:r>
              <a:rPr lang="pt-BR" b="1"/>
              <a:t> a </a:t>
            </a:r>
            <a:r>
              <a:rPr lang="pt-BR" b="1" err="1"/>
              <a:t>small</a:t>
            </a:r>
            <a:r>
              <a:rPr lang="pt-BR" b="1"/>
              <a:t> </a:t>
            </a:r>
            <a:r>
              <a:rPr lang="pt-BR" b="1" err="1"/>
              <a:t>share</a:t>
            </a:r>
            <a:r>
              <a:rPr lang="pt-BR" b="1"/>
              <a:t> </a:t>
            </a:r>
            <a:r>
              <a:rPr lang="pt-BR" b="1" err="1"/>
              <a:t>of</a:t>
            </a:r>
            <a:r>
              <a:rPr lang="pt-BR" b="1"/>
              <a:t> </a:t>
            </a:r>
            <a:r>
              <a:rPr lang="pt-BR" b="1" err="1"/>
              <a:t>the</a:t>
            </a:r>
            <a:r>
              <a:rPr lang="pt-BR" b="1"/>
              <a:t> </a:t>
            </a:r>
            <a:r>
              <a:rPr lang="pt-BR" b="1" err="1"/>
              <a:t>yield</a:t>
            </a:r>
            <a:r>
              <a:rPr lang="pt-BR" b="1"/>
              <a:t> </a:t>
            </a:r>
            <a:r>
              <a:rPr lang="pt-BR" b="1" err="1"/>
              <a:t>increase</a:t>
            </a:r>
            <a:endParaRPr lang="pt-BR" b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6E977F-C228-6E93-596F-769FE4A25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Transmission</a:t>
            </a:r>
            <a:r>
              <a:rPr lang="pt-BR"/>
              <a:t> </a:t>
            </a:r>
            <a:r>
              <a:rPr lang="pt-BR" err="1"/>
              <a:t>from</a:t>
            </a:r>
            <a:r>
              <a:rPr lang="pt-BR"/>
              <a:t> JGB </a:t>
            </a:r>
            <a:r>
              <a:rPr lang="pt-BR" err="1"/>
              <a:t>purchases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term</a:t>
            </a:r>
            <a:r>
              <a:rPr lang="pt-BR"/>
              <a:t> premium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A5AE5C-C382-0D4B-666F-7EB94D1C5A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10Y </a:t>
            </a:r>
            <a:r>
              <a:rPr lang="pt-BR" err="1"/>
              <a:t>yield</a:t>
            </a:r>
            <a:r>
              <a:rPr lang="pt-BR"/>
              <a:t> </a:t>
            </a:r>
            <a:r>
              <a:rPr lang="pt-BR" err="1"/>
              <a:t>decomposition</a:t>
            </a:r>
            <a:r>
              <a:rPr lang="pt-BR"/>
              <a:t> </a:t>
            </a:r>
            <a:r>
              <a:rPr lang="pt-BR" err="1"/>
              <a:t>since</a:t>
            </a:r>
            <a:r>
              <a:rPr lang="pt-BR"/>
              <a:t> Aug-24 (</a:t>
            </a:r>
            <a:r>
              <a:rPr lang="pt-BR" err="1"/>
              <a:t>cumulative</a:t>
            </a:r>
            <a:r>
              <a:rPr lang="pt-BR"/>
              <a:t> </a:t>
            </a:r>
            <a:r>
              <a:rPr lang="pt-BR" err="1"/>
              <a:t>change</a:t>
            </a:r>
            <a:r>
              <a:rPr lang="pt-BR"/>
              <a:t>, </a:t>
            </a:r>
            <a:r>
              <a:rPr lang="pt-BR" err="1"/>
              <a:t>p.p</a:t>
            </a:r>
            <a:r>
              <a:rPr lang="pt-BR"/>
              <a:t>.)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8E4AC5-AECA-12A7-9D63-193758DC19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6266" y="6285452"/>
            <a:ext cx="3957638" cy="165100"/>
          </a:xfrm>
        </p:spPr>
        <p:txBody>
          <a:bodyPr/>
          <a:lstStyle/>
          <a:p>
            <a:r>
              <a:rPr lang="pt-BR" err="1"/>
              <a:t>Source</a:t>
            </a:r>
            <a:r>
              <a:rPr lang="pt-BR"/>
              <a:t>: </a:t>
            </a:r>
            <a:r>
              <a:rPr lang="pt-BR" err="1"/>
              <a:t>BoJ</a:t>
            </a:r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BD1D39-D7C8-33FD-D61B-2CFB94635B7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Stock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flow</a:t>
            </a:r>
            <a:r>
              <a:rPr lang="pt-BR"/>
              <a:t> </a:t>
            </a:r>
            <a:r>
              <a:rPr lang="pt-BR" err="1"/>
              <a:t>channels</a:t>
            </a:r>
            <a:r>
              <a:rPr lang="pt-BR"/>
              <a:t> </a:t>
            </a:r>
            <a:r>
              <a:rPr lang="pt-BR" err="1"/>
              <a:t>affect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term</a:t>
            </a:r>
            <a:r>
              <a:rPr lang="pt-BR"/>
              <a:t> premium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A6F2D2D-9E2B-6FD5-36B9-FAEA73BCA75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0580" y="3842114"/>
            <a:ext cx="9688459" cy="241300"/>
          </a:xfrm>
        </p:spPr>
        <p:txBody>
          <a:bodyPr/>
          <a:lstStyle/>
          <a:p>
            <a:r>
              <a:rPr lang="en-US" b="1"/>
              <a:t>All of this was calculated through the BoJ study</a:t>
            </a:r>
            <a:endParaRPr lang="pt-BR" b="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719828-A0E6-BA81-1CE6-7E076F3098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4B94C2-7669-687B-68F6-E0D2ED865766}"/>
              </a:ext>
            </a:extLst>
          </p:cNvPr>
          <p:cNvSpPr/>
          <p:nvPr/>
        </p:nvSpPr>
        <p:spPr>
          <a:xfrm>
            <a:off x="452234" y="1901823"/>
            <a:ext cx="5569486" cy="64626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A510EA-CD27-6FEE-8E8A-04F1B2A1BE62}"/>
              </a:ext>
            </a:extLst>
          </p:cNvPr>
          <p:cNvSpPr/>
          <p:nvPr/>
        </p:nvSpPr>
        <p:spPr>
          <a:xfrm>
            <a:off x="407987" y="1837912"/>
            <a:ext cx="5569486" cy="646262"/>
          </a:xfrm>
          <a:prstGeom prst="round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3EAA07-649B-FCF7-AA1C-8306E7992EF2}"/>
              </a:ext>
            </a:extLst>
          </p:cNvPr>
          <p:cNvSpPr/>
          <p:nvPr/>
        </p:nvSpPr>
        <p:spPr>
          <a:xfrm>
            <a:off x="452234" y="2803842"/>
            <a:ext cx="5569486" cy="64626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1B3128-B3C7-95F8-0FF7-14F6E868E28A}"/>
              </a:ext>
            </a:extLst>
          </p:cNvPr>
          <p:cNvSpPr/>
          <p:nvPr/>
        </p:nvSpPr>
        <p:spPr>
          <a:xfrm>
            <a:off x="407987" y="2763519"/>
            <a:ext cx="5569486" cy="646262"/>
          </a:xfrm>
          <a:prstGeom prst="round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E63C26-E86D-FDDA-37B3-3AA3006A7323}"/>
              </a:ext>
            </a:extLst>
          </p:cNvPr>
          <p:cNvSpPr txBox="1"/>
          <p:nvPr/>
        </p:nvSpPr>
        <p:spPr>
          <a:xfrm>
            <a:off x="1049039" y="2012128"/>
            <a:ext cx="5190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latin typeface="Shippiro mincho"/>
              </a:rPr>
              <a:t>Stock Effect: </a:t>
            </a:r>
            <a:r>
              <a:rPr lang="pt-BR" sz="1000"/>
              <a:t>As </a:t>
            </a:r>
            <a:r>
              <a:rPr lang="pt-BR" sz="1000" err="1"/>
              <a:t>the</a:t>
            </a:r>
            <a:r>
              <a:rPr lang="pt-BR" sz="1000"/>
              <a:t> </a:t>
            </a:r>
            <a:r>
              <a:rPr lang="pt-BR" sz="1000" err="1"/>
              <a:t>BoJ's</a:t>
            </a:r>
            <a:r>
              <a:rPr lang="pt-BR" sz="1000"/>
              <a:t> holdings decline, more </a:t>
            </a:r>
            <a:r>
              <a:rPr lang="pt-BR" sz="1000" err="1"/>
              <a:t>interest</a:t>
            </a:r>
            <a:r>
              <a:rPr lang="pt-BR" sz="1000"/>
              <a:t>-rate </a:t>
            </a:r>
            <a:r>
              <a:rPr lang="pt-BR" sz="1000" err="1"/>
              <a:t>risk</a:t>
            </a:r>
            <a:r>
              <a:rPr lang="pt-BR" sz="1000"/>
              <a:t> </a:t>
            </a:r>
            <a:r>
              <a:rPr lang="pt-BR" sz="1000" err="1"/>
              <a:t>remains</a:t>
            </a:r>
            <a:r>
              <a:rPr lang="pt-BR" sz="1000"/>
              <a:t> </a:t>
            </a:r>
            <a:r>
              <a:rPr lang="pt-BR" sz="1000" err="1"/>
              <a:t>with</a:t>
            </a:r>
            <a:r>
              <a:rPr lang="pt-BR" sz="1000"/>
              <a:t> </a:t>
            </a:r>
            <a:r>
              <a:rPr lang="pt-BR" sz="1000" err="1"/>
              <a:t>private</a:t>
            </a:r>
            <a:r>
              <a:rPr lang="pt-BR" sz="1000"/>
              <a:t> </a:t>
            </a:r>
            <a:r>
              <a:rPr lang="pt-BR" sz="1000" err="1"/>
              <a:t>investors</a:t>
            </a:r>
            <a:r>
              <a:rPr lang="pt-BR" sz="1000"/>
              <a:t>, </a:t>
            </a:r>
            <a:r>
              <a:rPr lang="pt-BR" sz="1000" err="1"/>
              <a:t>gradually</a:t>
            </a:r>
            <a:r>
              <a:rPr lang="pt-BR" sz="1000"/>
              <a:t> lifting </a:t>
            </a:r>
            <a:r>
              <a:rPr lang="pt-BR" sz="1000" err="1"/>
              <a:t>the</a:t>
            </a:r>
            <a:r>
              <a:rPr lang="pt-BR" sz="1000"/>
              <a:t> </a:t>
            </a:r>
            <a:r>
              <a:rPr lang="pt-BR" sz="1000" err="1"/>
              <a:t>term</a:t>
            </a:r>
            <a:r>
              <a:rPr lang="pt-BR" sz="1000"/>
              <a:t> premium.</a:t>
            </a:r>
            <a:endParaRPr lang="en-US" sz="1000" b="1">
              <a:latin typeface="Shippiro minch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9CCD0B-6B24-3B67-5305-5FDC354CEF43}"/>
              </a:ext>
            </a:extLst>
          </p:cNvPr>
          <p:cNvSpPr txBox="1"/>
          <p:nvPr/>
        </p:nvSpPr>
        <p:spPr>
          <a:xfrm>
            <a:off x="952550" y="2905221"/>
            <a:ext cx="5069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latin typeface="Shippiro mincho"/>
              </a:rPr>
              <a:t>Flow Effect: </a:t>
            </a:r>
            <a:r>
              <a:rPr lang="pt-BR" sz="1000"/>
              <a:t> s </a:t>
            </a:r>
            <a:r>
              <a:rPr lang="pt-BR" sz="1000" err="1"/>
              <a:t>monthly</a:t>
            </a:r>
            <a:r>
              <a:rPr lang="pt-BR" sz="1000"/>
              <a:t> </a:t>
            </a:r>
            <a:r>
              <a:rPr lang="pt-BR" sz="1000" err="1"/>
              <a:t>purchases</a:t>
            </a:r>
            <a:r>
              <a:rPr lang="pt-BR" sz="1000"/>
              <a:t> decline, </a:t>
            </a:r>
            <a:r>
              <a:rPr lang="pt-BR" sz="1000" err="1"/>
              <a:t>the</a:t>
            </a:r>
            <a:r>
              <a:rPr lang="pt-BR" sz="1000"/>
              <a:t> </a:t>
            </a:r>
            <a:r>
              <a:rPr lang="pt-BR" sz="1000" err="1"/>
              <a:t>BoJ</a:t>
            </a:r>
            <a:r>
              <a:rPr lang="pt-BR" sz="1000"/>
              <a:t> </a:t>
            </a:r>
            <a:r>
              <a:rPr lang="pt-BR" sz="1000" err="1"/>
              <a:t>adds</a:t>
            </a:r>
            <a:r>
              <a:rPr lang="pt-BR" sz="1000"/>
              <a:t> </a:t>
            </a:r>
            <a:r>
              <a:rPr lang="pt-BR" sz="1000" err="1"/>
              <a:t>less</a:t>
            </a:r>
            <a:r>
              <a:rPr lang="pt-BR" sz="1000"/>
              <a:t> marginal </a:t>
            </a:r>
            <a:r>
              <a:rPr lang="pt-BR" sz="1000" err="1"/>
              <a:t>demand</a:t>
            </a:r>
            <a:r>
              <a:rPr lang="pt-BR" sz="1000"/>
              <a:t> </a:t>
            </a:r>
            <a:r>
              <a:rPr lang="pt-BR" sz="1000" err="1"/>
              <a:t>to</a:t>
            </a:r>
            <a:r>
              <a:rPr lang="pt-BR" sz="1000"/>
              <a:t> </a:t>
            </a:r>
            <a:r>
              <a:rPr lang="pt-BR" sz="1000" err="1"/>
              <a:t>the</a:t>
            </a:r>
            <a:r>
              <a:rPr lang="pt-BR" sz="1000"/>
              <a:t> JGB </a:t>
            </a:r>
            <a:r>
              <a:rPr lang="pt-BR" sz="1000" err="1"/>
              <a:t>market</a:t>
            </a:r>
            <a:r>
              <a:rPr lang="pt-BR" sz="1000"/>
              <a:t>, </a:t>
            </a:r>
            <a:r>
              <a:rPr lang="pt-BR" sz="1000" err="1"/>
              <a:t>also</a:t>
            </a:r>
            <a:r>
              <a:rPr lang="pt-BR" sz="1000"/>
              <a:t> lifting </a:t>
            </a:r>
            <a:r>
              <a:rPr lang="pt-BR" sz="1000" err="1"/>
              <a:t>the</a:t>
            </a:r>
            <a:r>
              <a:rPr lang="pt-BR" sz="1000"/>
              <a:t> </a:t>
            </a:r>
            <a:r>
              <a:rPr lang="pt-BR" sz="1000" err="1"/>
              <a:t>term</a:t>
            </a:r>
            <a:r>
              <a:rPr lang="pt-BR" sz="1000"/>
              <a:t> premium.</a:t>
            </a:r>
            <a:endParaRPr lang="en-US" sz="1000" b="1">
              <a:latin typeface="Shippiro mincho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E005F69-4A55-01CA-7867-FE8EE7DA0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59" y="2962423"/>
            <a:ext cx="295495" cy="29549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3565DED-ECCB-31FD-059F-959F6CD41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529" y="2897800"/>
            <a:ext cx="188048" cy="188048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AA4605E7-1379-ECAA-632F-7C3F8DBE32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7104" y="4511559"/>
            <a:ext cx="7283824" cy="124466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268B3BD7-7C17-4E7F-991D-C38798B90304}"/>
              </a:ext>
            </a:extLst>
          </p:cNvPr>
          <p:cNvSpPr/>
          <p:nvPr/>
        </p:nvSpPr>
        <p:spPr>
          <a:xfrm>
            <a:off x="4464719" y="4485982"/>
            <a:ext cx="7334250" cy="1295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r>
              <a:rPr lang="pt-BR"/>
              <a:t>‘					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DB55515-73EF-4DC1-A754-CF05A8B31C94}"/>
              </a:ext>
            </a:extLst>
          </p:cNvPr>
          <p:cNvSpPr txBox="1"/>
          <p:nvPr/>
        </p:nvSpPr>
        <p:spPr>
          <a:xfrm>
            <a:off x="4664733" y="4584614"/>
            <a:ext cx="805465" cy="2722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pt-BR" sz="1000" b="1" err="1">
                <a:solidFill>
                  <a:srgbClr val="111111"/>
                </a:solidFill>
                <a:latin typeface="Montserrat"/>
              </a:rPr>
              <a:t>Channel</a:t>
            </a:r>
            <a:endParaRPr lang="pt-BR" sz="1000" b="1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4AE38EF-27B6-4B92-95A9-AA29DE48A5A1}"/>
              </a:ext>
            </a:extLst>
          </p:cNvPr>
          <p:cNvSpPr txBox="1"/>
          <p:nvPr/>
        </p:nvSpPr>
        <p:spPr>
          <a:xfrm>
            <a:off x="6358773" y="4584614"/>
            <a:ext cx="1102118" cy="2722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pt-BR" sz="1000" b="1" err="1">
                <a:solidFill>
                  <a:srgbClr val="111111"/>
                </a:solidFill>
                <a:latin typeface="Montserrat"/>
              </a:rPr>
              <a:t>BoJ</a:t>
            </a:r>
            <a:r>
              <a:rPr lang="pt-BR" sz="1000" b="1">
                <a:solidFill>
                  <a:srgbClr val="111111"/>
                </a:solidFill>
                <a:latin typeface="Montserrat"/>
              </a:rPr>
              <a:t> </a:t>
            </a:r>
            <a:r>
              <a:rPr lang="pt-BR" sz="1000" b="1" err="1">
                <a:solidFill>
                  <a:srgbClr val="111111"/>
                </a:solidFill>
                <a:latin typeface="Montserrat"/>
              </a:rPr>
              <a:t>measure</a:t>
            </a:r>
            <a:endParaRPr lang="pt-BR" sz="1000" b="1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88FF0DB-E2A2-418B-897A-A110419DB68F}"/>
              </a:ext>
            </a:extLst>
          </p:cNvPr>
          <p:cNvSpPr txBox="1"/>
          <p:nvPr/>
        </p:nvSpPr>
        <p:spPr>
          <a:xfrm>
            <a:off x="8589407" y="4584614"/>
            <a:ext cx="1784731" cy="2722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pt-BR" sz="1000" b="1">
                <a:solidFill>
                  <a:srgbClr val="111111"/>
                </a:solidFill>
                <a:latin typeface="Montserrat"/>
              </a:rPr>
              <a:t>A: QE </a:t>
            </a:r>
            <a:r>
              <a:rPr lang="pt-BR" sz="1000" b="1" err="1">
                <a:solidFill>
                  <a:srgbClr val="111111"/>
                </a:solidFill>
                <a:latin typeface="Montserrat"/>
              </a:rPr>
              <a:t>period</a:t>
            </a:r>
            <a:endParaRPr lang="pt-BR" sz="1000" b="1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65108E3-D5E1-4900-AE99-D481205E5CFF}"/>
              </a:ext>
            </a:extLst>
          </p:cNvPr>
          <p:cNvSpPr txBox="1"/>
          <p:nvPr/>
        </p:nvSpPr>
        <p:spPr>
          <a:xfrm>
            <a:off x="10348870" y="4584614"/>
            <a:ext cx="1921513" cy="2722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111111"/>
                </a:solidFill>
                <a:latin typeface="Montserrat"/>
              </a:rPr>
              <a:t>B: QT </a:t>
            </a:r>
            <a:r>
              <a:rPr lang="pt-BR" sz="1000" b="1" err="1">
                <a:solidFill>
                  <a:srgbClr val="111111"/>
                </a:solidFill>
                <a:latin typeface="Montserrat"/>
              </a:rPr>
              <a:t>period</a:t>
            </a:r>
            <a:endParaRPr lang="pt-BR" sz="1000" b="1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EFF70B2-00D4-4949-9E17-BC92F44196DC}"/>
              </a:ext>
            </a:extLst>
          </p:cNvPr>
          <p:cNvSpPr txBox="1"/>
          <p:nvPr/>
        </p:nvSpPr>
        <p:spPr>
          <a:xfrm>
            <a:off x="4792748" y="5025483"/>
            <a:ext cx="805465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11111"/>
                </a:solidFill>
                <a:latin typeface="Montserrat"/>
              </a:rPr>
              <a:t>Stock </a:t>
            </a:r>
            <a:r>
              <a:rPr lang="pt-BR" sz="1000" err="1">
                <a:solidFill>
                  <a:srgbClr val="111111"/>
                </a:solidFill>
                <a:latin typeface="Montserrat"/>
              </a:rPr>
              <a:t>effect</a:t>
            </a:r>
            <a:endParaRPr lang="pt-BR" sz="1000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DB92575-E390-4A10-8144-66F9D9914957}"/>
              </a:ext>
            </a:extLst>
          </p:cNvPr>
          <p:cNvSpPr txBox="1"/>
          <p:nvPr/>
        </p:nvSpPr>
        <p:spPr>
          <a:xfrm>
            <a:off x="5690300" y="5025483"/>
            <a:ext cx="2404122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111111"/>
                </a:solidFill>
                <a:latin typeface="Montserrat"/>
              </a:rPr>
              <a:t>Expected change in BoJ’s share of</a:t>
            </a:r>
            <a:br>
              <a:rPr lang="en-US" sz="1000">
                <a:solidFill>
                  <a:srgbClr val="111111"/>
                </a:solidFill>
                <a:latin typeface="Montserrat"/>
              </a:rPr>
            </a:br>
            <a:r>
              <a:rPr lang="en-US" sz="1000">
                <a:solidFill>
                  <a:srgbClr val="111111"/>
                </a:solidFill>
                <a:latin typeface="Montserrat"/>
              </a:rPr>
              <a:t> JGB holdings in 2 years</a:t>
            </a:r>
            <a:endParaRPr lang="pt-BR" sz="1000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33D7195-0ADD-412C-9A02-BD71646771D0}"/>
              </a:ext>
            </a:extLst>
          </p:cNvPr>
          <p:cNvSpPr txBox="1"/>
          <p:nvPr/>
        </p:nvSpPr>
        <p:spPr>
          <a:xfrm>
            <a:off x="8991221" y="5025483"/>
            <a:ext cx="193437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pt-BR" sz="800">
                <a:solidFill>
                  <a:srgbClr val="111111"/>
                </a:solidFill>
                <a:latin typeface="Montserrat"/>
              </a:rPr>
              <a:t>—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96EB060-6AD2-4734-9C4F-2CA572285763}"/>
              </a:ext>
            </a:extLst>
          </p:cNvPr>
          <p:cNvSpPr txBox="1"/>
          <p:nvPr/>
        </p:nvSpPr>
        <p:spPr>
          <a:xfrm>
            <a:off x="10546828" y="5025483"/>
            <a:ext cx="908297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111111"/>
                </a:solidFill>
                <a:latin typeface="Montserrat"/>
              </a:rPr>
              <a:t>−0.023***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27837D4-E1C6-42C8-9627-DD50E60C6F80}"/>
              </a:ext>
            </a:extLst>
          </p:cNvPr>
          <p:cNvSpPr txBox="1"/>
          <p:nvPr/>
        </p:nvSpPr>
        <p:spPr>
          <a:xfrm>
            <a:off x="4757272" y="5613851"/>
            <a:ext cx="805465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11111"/>
                </a:solidFill>
                <a:latin typeface="Montserrat"/>
              </a:rPr>
              <a:t>Flow </a:t>
            </a:r>
            <a:r>
              <a:rPr lang="pt-BR" sz="1000" err="1">
                <a:solidFill>
                  <a:srgbClr val="111111"/>
                </a:solidFill>
                <a:latin typeface="Montserrat"/>
              </a:rPr>
              <a:t>effect</a:t>
            </a:r>
            <a:endParaRPr lang="pt-BR" sz="1000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1806D65-A89E-4714-9B38-E9C17A4E48C3}"/>
              </a:ext>
            </a:extLst>
          </p:cNvPr>
          <p:cNvSpPr txBox="1"/>
          <p:nvPr/>
        </p:nvSpPr>
        <p:spPr>
          <a:xfrm>
            <a:off x="5654824" y="5613851"/>
            <a:ext cx="2356888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111111"/>
                </a:solidFill>
                <a:latin typeface="Montserrat"/>
              </a:rPr>
              <a:t>BoJ purchases as a share of JGB </a:t>
            </a:r>
            <a:br>
              <a:rPr lang="en-US" sz="1000">
                <a:solidFill>
                  <a:srgbClr val="111111"/>
                </a:solidFill>
                <a:latin typeface="Montserrat"/>
              </a:rPr>
            </a:br>
            <a:r>
              <a:rPr lang="en-US" sz="1000">
                <a:solidFill>
                  <a:srgbClr val="111111"/>
                </a:solidFill>
                <a:latin typeface="Montserrat"/>
              </a:rPr>
              <a:t>issuance</a:t>
            </a:r>
            <a:endParaRPr lang="pt-BR" sz="1000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FB8236-887E-407A-9322-90EB58B8887F}"/>
              </a:ext>
            </a:extLst>
          </p:cNvPr>
          <p:cNvSpPr txBox="1"/>
          <p:nvPr/>
        </p:nvSpPr>
        <p:spPr>
          <a:xfrm>
            <a:off x="8790112" y="5613851"/>
            <a:ext cx="904917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pt-BR" sz="1000">
                <a:solidFill>
                  <a:srgbClr val="111111"/>
                </a:solidFill>
                <a:latin typeface="Montserrat"/>
              </a:rPr>
              <a:t>0.002, </a:t>
            </a:r>
            <a:r>
              <a:rPr lang="pt-BR" sz="1000" err="1">
                <a:solidFill>
                  <a:srgbClr val="111111"/>
                </a:solidFill>
                <a:latin typeface="Montserrat"/>
              </a:rPr>
              <a:t>n.s.</a:t>
            </a:r>
            <a:endParaRPr lang="pt-BR" sz="1000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D979DCF-A928-4A3C-9A3E-B65E8BFA60DA}"/>
              </a:ext>
            </a:extLst>
          </p:cNvPr>
          <p:cNvSpPr txBox="1"/>
          <p:nvPr/>
        </p:nvSpPr>
        <p:spPr>
          <a:xfrm>
            <a:off x="10574761" y="5613851"/>
            <a:ext cx="1206055" cy="37185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pt-BR" sz="1000" b="1">
                <a:solidFill>
                  <a:srgbClr val="111111"/>
                </a:solidFill>
                <a:latin typeface="Montserrat"/>
              </a:rPr>
              <a:t>−0.010***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07D3992-139D-9CD1-8F7B-CF6AD7B65F04}"/>
              </a:ext>
            </a:extLst>
          </p:cNvPr>
          <p:cNvSpPr txBox="1"/>
          <p:nvPr/>
        </p:nvSpPr>
        <p:spPr>
          <a:xfrm>
            <a:off x="785688" y="4822011"/>
            <a:ext cx="3406360" cy="91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000" b="1" err="1">
                <a:solidFill>
                  <a:srgbClr val="992937"/>
                </a:solidFill>
                <a:latin typeface="Montserrat" panose="00000500000000000000" pitchFamily="2" charset="0"/>
              </a:rPr>
              <a:t>Dependent</a:t>
            </a:r>
            <a:r>
              <a:rPr lang="pt-BR" sz="1000" b="1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pt-BR" sz="1000" b="1" err="1">
                <a:solidFill>
                  <a:srgbClr val="992937"/>
                </a:solidFill>
                <a:latin typeface="Montserrat" panose="00000500000000000000" pitchFamily="2" charset="0"/>
              </a:rPr>
              <a:t>variable</a:t>
            </a:r>
            <a:r>
              <a:rPr lang="pt-BR" sz="1000" b="1">
                <a:solidFill>
                  <a:srgbClr val="992937"/>
                </a:solidFill>
                <a:latin typeface="Montserrat" panose="00000500000000000000" pitchFamily="2" charset="0"/>
              </a:rPr>
              <a:t>: </a:t>
            </a:r>
            <a:r>
              <a:rPr lang="pt-BR" sz="1000">
                <a:latin typeface="Montserrat" panose="00000500000000000000" pitchFamily="2" charset="0"/>
              </a:rPr>
              <a:t>10-year </a:t>
            </a:r>
            <a:r>
              <a:rPr lang="pt-BR" sz="1000" err="1">
                <a:latin typeface="Montserrat" panose="00000500000000000000" pitchFamily="2" charset="0"/>
              </a:rPr>
              <a:t>term</a:t>
            </a:r>
            <a:r>
              <a:rPr lang="pt-BR" sz="1000">
                <a:latin typeface="Montserrat" panose="00000500000000000000" pitchFamily="2" charset="0"/>
              </a:rPr>
              <a:t> premium</a:t>
            </a:r>
          </a:p>
          <a:p>
            <a:pPr>
              <a:lnSpc>
                <a:spcPct val="200000"/>
              </a:lnSpc>
            </a:pPr>
            <a:r>
              <a:rPr lang="pt-BR" sz="1000" b="1" err="1">
                <a:solidFill>
                  <a:srgbClr val="992937"/>
                </a:solidFill>
                <a:latin typeface="Montserrat" panose="00000500000000000000" pitchFamily="2" charset="0"/>
              </a:rPr>
              <a:t>Estimation</a:t>
            </a:r>
            <a:r>
              <a:rPr lang="pt-BR" sz="1000" b="1">
                <a:solidFill>
                  <a:srgbClr val="992937"/>
                </a:solidFill>
                <a:latin typeface="Montserrat" panose="00000500000000000000" pitchFamily="2" charset="0"/>
              </a:rPr>
              <a:t> </a:t>
            </a:r>
            <a:r>
              <a:rPr lang="pt-BR" sz="1000" b="1" err="1">
                <a:solidFill>
                  <a:srgbClr val="992937"/>
                </a:solidFill>
                <a:latin typeface="Montserrat" panose="00000500000000000000" pitchFamily="2" charset="0"/>
              </a:rPr>
              <a:t>period</a:t>
            </a:r>
            <a:r>
              <a:rPr lang="pt-BR" sz="1000" b="1">
                <a:solidFill>
                  <a:srgbClr val="992937"/>
                </a:solidFill>
                <a:latin typeface="Montserrat" panose="00000500000000000000" pitchFamily="2" charset="0"/>
              </a:rPr>
              <a:t>: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January</a:t>
            </a:r>
            <a:r>
              <a:rPr lang="pt-BR" sz="1000">
                <a:latin typeface="Montserrat" panose="00000500000000000000" pitchFamily="2" charset="0"/>
              </a:rPr>
              <a:t> 2009 </a:t>
            </a:r>
            <a:r>
              <a:rPr lang="pt-BR" sz="1000" err="1">
                <a:latin typeface="Montserrat" panose="00000500000000000000" pitchFamily="2" charset="0"/>
              </a:rPr>
              <a:t>to</a:t>
            </a:r>
            <a:r>
              <a:rPr lang="pt-BR" sz="1000">
                <a:latin typeface="Montserrat" panose="00000500000000000000" pitchFamily="2" charset="0"/>
              </a:rPr>
              <a:t> </a:t>
            </a:r>
            <a:r>
              <a:rPr lang="pt-BR" sz="1000" err="1">
                <a:latin typeface="Montserrat" panose="00000500000000000000" pitchFamily="2" charset="0"/>
              </a:rPr>
              <a:t>June</a:t>
            </a:r>
            <a:r>
              <a:rPr lang="pt-BR" sz="1000">
                <a:latin typeface="Montserrat" panose="00000500000000000000" pitchFamily="2" charset="0"/>
              </a:rPr>
              <a:t> 2026</a:t>
            </a:r>
            <a:br>
              <a:rPr lang="pt-BR" sz="1000">
                <a:latin typeface="Montserrat" panose="00000500000000000000" pitchFamily="2" charset="0"/>
              </a:rPr>
            </a:br>
            <a:r>
              <a:rPr lang="pt-BR" sz="800">
                <a:latin typeface="Montserrat" panose="00000500000000000000" pitchFamily="2" charset="0"/>
              </a:rPr>
              <a:t>*** denote </a:t>
            </a:r>
            <a:r>
              <a:rPr lang="pt-BR" sz="800" err="1">
                <a:latin typeface="Montserrat" panose="00000500000000000000" pitchFamily="2" charset="0"/>
              </a:rPr>
              <a:t>statistical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significance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at</a:t>
            </a:r>
            <a:r>
              <a:rPr lang="pt-BR" sz="800">
                <a:latin typeface="Montserrat" panose="00000500000000000000" pitchFamily="2" charset="0"/>
              </a:rPr>
              <a:t> </a:t>
            </a:r>
            <a:r>
              <a:rPr lang="pt-BR" sz="800" err="1">
                <a:latin typeface="Montserrat" panose="00000500000000000000" pitchFamily="2" charset="0"/>
              </a:rPr>
              <a:t>the</a:t>
            </a:r>
            <a:r>
              <a:rPr lang="pt-BR" sz="800">
                <a:latin typeface="Montserrat" panose="00000500000000000000" pitchFamily="2" charset="0"/>
              </a:rPr>
              <a:t> 1%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4FFD34DA-3806-FA13-A4F0-D9C0BA6E5BAF}"/>
              </a:ext>
            </a:extLst>
          </p:cNvPr>
          <p:cNvSpPr/>
          <p:nvPr/>
        </p:nvSpPr>
        <p:spPr>
          <a:xfrm>
            <a:off x="593276" y="4744577"/>
            <a:ext cx="3544989" cy="1181100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A7CAA71-D2C3-95F7-C314-C208C087FD4E}"/>
              </a:ext>
            </a:extLst>
          </p:cNvPr>
          <p:cNvCxnSpPr/>
          <p:nvPr/>
        </p:nvCxnSpPr>
        <p:spPr>
          <a:xfrm>
            <a:off x="4497104" y="4530256"/>
            <a:ext cx="0" cy="1550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7C7C9D6-9D82-02FC-B59F-C4E7EE66A623}"/>
              </a:ext>
            </a:extLst>
          </p:cNvPr>
          <p:cNvCxnSpPr>
            <a:cxnSpLocks/>
          </p:cNvCxnSpPr>
          <p:nvPr/>
        </p:nvCxnSpPr>
        <p:spPr>
          <a:xfrm>
            <a:off x="4497104" y="4937116"/>
            <a:ext cx="72152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B0B3799-8730-B6C9-73BF-3C00B7714B1B}"/>
              </a:ext>
            </a:extLst>
          </p:cNvPr>
          <p:cNvCxnSpPr>
            <a:cxnSpLocks/>
          </p:cNvCxnSpPr>
          <p:nvPr/>
        </p:nvCxnSpPr>
        <p:spPr>
          <a:xfrm>
            <a:off x="5595145" y="4530256"/>
            <a:ext cx="0" cy="1550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E8FEE3A-0B19-CF80-801F-3DFEB70C0E91}"/>
              </a:ext>
            </a:extLst>
          </p:cNvPr>
          <p:cNvCxnSpPr>
            <a:cxnSpLocks/>
          </p:cNvCxnSpPr>
          <p:nvPr/>
        </p:nvCxnSpPr>
        <p:spPr>
          <a:xfrm>
            <a:off x="4497104" y="6080945"/>
            <a:ext cx="7301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D761E99-ADDE-27B4-5C24-B8F4E5BF6457}"/>
              </a:ext>
            </a:extLst>
          </p:cNvPr>
          <p:cNvCxnSpPr>
            <a:cxnSpLocks/>
          </p:cNvCxnSpPr>
          <p:nvPr/>
        </p:nvCxnSpPr>
        <p:spPr>
          <a:xfrm flipV="1">
            <a:off x="8198645" y="4587341"/>
            <a:ext cx="0" cy="1493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8B3F531-8E14-B9D0-54C3-9C7AB04CA685}"/>
              </a:ext>
            </a:extLst>
          </p:cNvPr>
          <p:cNvCxnSpPr>
            <a:cxnSpLocks/>
          </p:cNvCxnSpPr>
          <p:nvPr/>
        </p:nvCxnSpPr>
        <p:spPr>
          <a:xfrm>
            <a:off x="10064390" y="4549482"/>
            <a:ext cx="0" cy="15314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9172D27-0D98-6253-DEF0-E504E8FB23D0}"/>
              </a:ext>
            </a:extLst>
          </p:cNvPr>
          <p:cNvCxnSpPr>
            <a:cxnSpLocks/>
          </p:cNvCxnSpPr>
          <p:nvPr/>
        </p:nvCxnSpPr>
        <p:spPr>
          <a:xfrm>
            <a:off x="4497104" y="4549482"/>
            <a:ext cx="7281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DFF8973-36F7-F761-84D0-EEA380F3BD02}"/>
              </a:ext>
            </a:extLst>
          </p:cNvPr>
          <p:cNvCxnSpPr>
            <a:cxnSpLocks/>
          </p:cNvCxnSpPr>
          <p:nvPr/>
        </p:nvCxnSpPr>
        <p:spPr>
          <a:xfrm flipV="1">
            <a:off x="11778352" y="4549482"/>
            <a:ext cx="0" cy="15314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C718C4F-EE73-D06A-0E99-C009AC5A7DF0}"/>
              </a:ext>
            </a:extLst>
          </p:cNvPr>
          <p:cNvCxnSpPr>
            <a:cxnSpLocks/>
          </p:cNvCxnSpPr>
          <p:nvPr/>
        </p:nvCxnSpPr>
        <p:spPr>
          <a:xfrm>
            <a:off x="4497104" y="5483068"/>
            <a:ext cx="7281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2" name="Picture 181">
            <a:extLst>
              <a:ext uri="{FF2B5EF4-FFF2-40B4-BE49-F238E27FC236}">
                <a16:creationId xmlns:a16="http://schemas.microsoft.com/office/drawing/2014/main" id="{E76C59BC-6DD4-1B8E-E081-A9FEE9CE5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897" y="2913687"/>
            <a:ext cx="135847" cy="135847"/>
          </a:xfrm>
          <a:prstGeom prst="rect">
            <a:avLst/>
          </a:prstGeom>
        </p:spPr>
      </p:pic>
      <p:sp>
        <p:nvSpPr>
          <p:cNvPr id="185" name="Right Brace 184">
            <a:extLst>
              <a:ext uri="{FF2B5EF4-FFF2-40B4-BE49-F238E27FC236}">
                <a16:creationId xmlns:a16="http://schemas.microsoft.com/office/drawing/2014/main" id="{30C4435F-BDBE-762E-E168-FF06E889BA41}"/>
              </a:ext>
            </a:extLst>
          </p:cNvPr>
          <p:cNvSpPr/>
          <p:nvPr/>
        </p:nvSpPr>
        <p:spPr>
          <a:xfrm rot="16200000">
            <a:off x="8831640" y="1758138"/>
            <a:ext cx="274604" cy="146082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82F3FE2-9F57-0A55-8473-F93F7824A0FD}"/>
              </a:ext>
            </a:extLst>
          </p:cNvPr>
          <p:cNvSpPr txBox="1"/>
          <p:nvPr/>
        </p:nvSpPr>
        <p:spPr>
          <a:xfrm>
            <a:off x="8580965" y="1972589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The two added give only </a:t>
            </a:r>
            <a:r>
              <a:rPr lang="en-US" sz="800" b="1">
                <a:solidFill>
                  <a:schemeClr val="bg2">
                    <a:lumMod val="50000"/>
                  </a:schemeClr>
                </a:solidFill>
              </a:rPr>
              <a:t>35 bps</a:t>
            </a:r>
            <a:endParaRPr lang="pt-BR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711F1206-69FF-4A06-D1C2-F2D6F2831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762" y="2001464"/>
            <a:ext cx="373288" cy="3732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73114E-07AC-49E1-B57D-D6D6ACC64F7A}"/>
              </a:ext>
            </a:extLst>
          </p:cNvPr>
          <p:cNvSpPr/>
          <p:nvPr/>
        </p:nvSpPr>
        <p:spPr>
          <a:xfrm>
            <a:off x="6371729" y="3631375"/>
            <a:ext cx="114300" cy="114300"/>
          </a:xfrm>
          <a:prstGeom prst="rect">
            <a:avLst/>
          </a:prstGeom>
          <a:solidFill>
            <a:srgbClr val="982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D57EBF-B629-5287-B64E-10BD2D23976B}"/>
              </a:ext>
            </a:extLst>
          </p:cNvPr>
          <p:cNvSpPr txBox="1"/>
          <p:nvPr/>
        </p:nvSpPr>
        <p:spPr>
          <a:xfrm>
            <a:off x="6574929" y="3599101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Total 10Y yield increase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38B7AB-08BB-9AAA-051E-B7168F1CF28F}"/>
              </a:ext>
            </a:extLst>
          </p:cNvPr>
          <p:cNvSpPr/>
          <p:nvPr/>
        </p:nvSpPr>
        <p:spPr>
          <a:xfrm>
            <a:off x="6371729" y="3847275"/>
            <a:ext cx="114300" cy="114300"/>
          </a:xfrm>
          <a:prstGeom prst="rect">
            <a:avLst/>
          </a:prstGeom>
          <a:solidFill>
            <a:srgbClr val="D765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46906E-F4B0-20B0-A64F-F1450ECA3CC0}"/>
              </a:ext>
            </a:extLst>
          </p:cNvPr>
          <p:cNvSpPr txBox="1"/>
          <p:nvPr/>
        </p:nvSpPr>
        <p:spPr>
          <a:xfrm>
            <a:off x="6574929" y="3809175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(I) Expected short-term interest rate component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92E786-6DDA-7284-339B-5659B490F94C}"/>
              </a:ext>
            </a:extLst>
          </p:cNvPr>
          <p:cNvSpPr/>
          <p:nvPr/>
        </p:nvSpPr>
        <p:spPr>
          <a:xfrm>
            <a:off x="9228665" y="3656835"/>
            <a:ext cx="114300" cy="114300"/>
          </a:xfrm>
          <a:prstGeom prst="rect">
            <a:avLst/>
          </a:prstGeom>
          <a:solidFill>
            <a:srgbClr val="A58B4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6BE300-3B6B-15E5-0699-ACBE1330278F}"/>
              </a:ext>
            </a:extLst>
          </p:cNvPr>
          <p:cNvSpPr txBox="1"/>
          <p:nvPr/>
        </p:nvSpPr>
        <p:spPr>
          <a:xfrm>
            <a:off x="9431865" y="3618735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(II) Term premium (waning of stock effect)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22A426-2511-0A6B-56BD-67733E13B807}"/>
              </a:ext>
            </a:extLst>
          </p:cNvPr>
          <p:cNvSpPr/>
          <p:nvPr/>
        </p:nvSpPr>
        <p:spPr>
          <a:xfrm>
            <a:off x="9228665" y="3872735"/>
            <a:ext cx="114300" cy="114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800">
              <a:latin typeface="Montserrat (corpo)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2210CF-632B-4B57-8434-5616FAFC64BA}"/>
              </a:ext>
            </a:extLst>
          </p:cNvPr>
          <p:cNvSpPr txBox="1"/>
          <p:nvPr/>
        </p:nvSpPr>
        <p:spPr>
          <a:xfrm>
            <a:off x="9431865" y="3834635"/>
            <a:ext cx="36322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(III) Term premium (</a:t>
            </a:r>
            <a:r>
              <a:rPr lang="en-US" sz="800" err="1">
                <a:solidFill>
                  <a:srgbClr val="111111"/>
                </a:solidFill>
                <a:latin typeface="Montserrat (corpo)"/>
                <a:cs typeface="Arial"/>
              </a:rPr>
              <a:t>fOther</a:t>
            </a:r>
            <a:r>
              <a:rPr lang="en-US" sz="800">
                <a:solidFill>
                  <a:srgbClr val="111111"/>
                </a:solidFill>
                <a:latin typeface="Montserrat (corpo)"/>
                <a:cs typeface="Arial"/>
              </a:rPr>
              <a:t> Factors)</a:t>
            </a:r>
            <a:endParaRPr lang="pt-BR" sz="800">
              <a:solidFill>
                <a:srgbClr val="111111"/>
              </a:solidFill>
              <a:latin typeface="Montserrat (corpo)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12990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9E0A76-976E-66D5-F9BE-061FD1BC35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 anchor="t">
            <a:normAutofit/>
          </a:bodyPr>
          <a:lstStyle/>
          <a:p>
            <a:r>
              <a:rPr lang="en-US" sz="1700"/>
              <a:t>Labor reserves extend beyond unemployment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EE357F7-C41C-82C1-8798-9FE9351BE7A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489108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Statistics Bureau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Force Survey via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eStat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DAA63C-2304-1EEB-DAD5-E76902215B3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Broader underutilization includes workers seeking more hours and potential entrants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979CA5-993D-C773-2BC4-B481ED51E2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91231" y="1196975"/>
            <a:ext cx="5506386" cy="241300"/>
          </a:xfrm>
        </p:spPr>
        <p:txBody>
          <a:bodyPr>
            <a:normAutofit/>
          </a:bodyPr>
          <a:lstStyle/>
          <a:p>
            <a:r>
              <a:rPr lang="en-US" sz="1000"/>
              <a:t>Available labor includes workers seeking longer hours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376224-2CB1-AC52-D9B8-E16FFA222A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91231" y="1473667"/>
            <a:ext cx="5506386" cy="241300"/>
          </a:xfrm>
        </p:spPr>
        <p:txBody>
          <a:bodyPr>
            <a:normAutofit/>
          </a:bodyPr>
          <a:lstStyle/>
          <a:p>
            <a:r>
              <a:rPr lang="en-US"/>
              <a:t>Labor underutilization by component (million)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08745-B758-15C1-BB92-F9BB3D43F1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>
            <a:normAutofit/>
          </a:bodyPr>
          <a:lstStyle/>
          <a:p>
            <a:r>
              <a:rPr lang="en-US" sz="1000"/>
              <a:t>Broader slack exceeds measured unemployment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B5E5EB-BA37-B094-50C2-082D19C36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>
            <a:normAutofit/>
          </a:bodyPr>
          <a:lstStyle/>
          <a:p>
            <a:r>
              <a:rPr lang="en-US"/>
              <a:t>Unemployment and broader underutilization (%)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6DEBB542-6E27-5FD3-3346-6E0610627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0289507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8DAD8BF7-949D-68F5-E591-E7770F1B98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8840978"/>
              </p:ext>
            </p:extLst>
          </p:nvPr>
        </p:nvGraphicFramePr>
        <p:xfrm>
          <a:off x="6286500" y="1809749"/>
          <a:ext cx="5505450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E4309C1-6D29-C292-6ABC-82737EAE6BDF}"/>
              </a:ext>
            </a:extLst>
          </p:cNvPr>
          <p:cNvSpPr txBox="1"/>
          <p:nvPr/>
        </p:nvSpPr>
        <p:spPr>
          <a:xfrm>
            <a:off x="6286500" y="2363764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00">
                <a:latin typeface="Montserrat" pitchFamily="2" charset="0"/>
              </a:rPr>
              <a:t>Want more working hours</a:t>
            </a:r>
            <a:endParaRPr lang="en-US" sz="900">
              <a:latin typeface="Montserrat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D8D2B4-BCB1-1266-09E3-C441743E1B06}"/>
              </a:ext>
            </a:extLst>
          </p:cNvPr>
          <p:cNvSpPr txBox="1"/>
          <p:nvPr/>
        </p:nvSpPr>
        <p:spPr>
          <a:xfrm>
            <a:off x="6286500" y="3607348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00">
                <a:latin typeface="Montserrat" pitchFamily="2" charset="0"/>
              </a:rPr>
              <a:t>Unemployed (broad definition)</a:t>
            </a:r>
            <a:endParaRPr lang="en-US" sz="900">
              <a:latin typeface="Montserrat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A2E33E-628E-95CE-94EF-65CBED89EF11}"/>
              </a:ext>
            </a:extLst>
          </p:cNvPr>
          <p:cNvSpPr txBox="1"/>
          <p:nvPr/>
        </p:nvSpPr>
        <p:spPr>
          <a:xfrm>
            <a:off x="6286500" y="4828431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00">
                <a:latin typeface="Montserrat" pitchFamily="2" charset="0"/>
              </a:rPr>
              <a:t>Potencial labor force</a:t>
            </a:r>
            <a:endParaRPr lang="en-US" sz="90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4613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2FC4499C-027B-E6DD-DCF4-8F47FF9D56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Working hours qualify the picture of labor supply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044239E-DC2D-67CD-8E23-AC1E1E30B4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Short hours are more common among non-regular workers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B0C5D4A-B593-D082-0AFF-4F64EA30A9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Changes in hours also affect monthly pay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AE749546-830A-273D-4D71-355848ED1D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Weekly working hours by employment status (%)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59704EA-73E1-C9A3-7E0C-CFD599D26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Average hours at common establishments (% YoY)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A776B003-C8D3-C421-C679-FCB52F21D9B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5506036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Sources: Statistics Bureau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Force Survey via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eStat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, MHLW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B6B8B240-B02E-70CE-DB28-0F988B26EB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/>
          <a:lstStyle/>
          <a:p>
            <a:r>
              <a:rPr lang="en-US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Employment status matters for both working time and monthly earnings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7E19BC82-76FB-5AE3-011D-7B1138BCE6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118361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21E42A09-0D2B-06A6-CA5A-EAD62F8B70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2088260"/>
              </p:ext>
            </p:extLst>
          </p:nvPr>
        </p:nvGraphicFramePr>
        <p:xfrm>
          <a:off x="6286500" y="1809749"/>
          <a:ext cx="5505450" cy="4425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098898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A2F6EF30-C449-FFF5-BAE4-CD2E95B062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Family circumstances shape participation gaps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FD7A614-5CD1-4159-D962-7686C5BDF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Participation gaps vary with family circumstances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F0E1C2-750C-7284-8BE4-3B4A558FC6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Care duties constrain part of the potential workforce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3856675B-6188-04A6-D1AE-3544EE5CB4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Female participation by age and marital status (%)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4EBA0F6E-981D-A7BB-9F91-D65ADDD80C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Barriers among women wanting to work (million)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B68B8BC-7C9A-98EB-4C7C-B674E2FDC1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525176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Statistics Bureau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Force Survey via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eStat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30451184-70E6-297E-8476-BB4DB189317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/>
          <a:lstStyle/>
          <a:p>
            <a:r>
              <a:rPr lang="en-US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Age and care responsibilities help identify barriers to additional labor supply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65D31C40-3955-EDF6-DCD9-193E9160ED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297915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36235668-8E63-03FA-A8F4-A793A009A9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2427442"/>
              </p:ext>
            </p:extLst>
          </p:nvPr>
        </p:nvGraphicFramePr>
        <p:xfrm>
          <a:off x="6286500" y="1809749"/>
          <a:ext cx="5505450" cy="4425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93925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6380F1F9-6F87-96F1-0148-293B910CAA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Participation can partly offset demographic pressure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8523DEB-3D7F-8C6A-B0A2-21A7CBA4F5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Aging reduces the population of working age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9D21CCD-0F28-9345-7EB5-D48A8C17B1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Higher participation can cushion demographic decline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7AE59244-106B-28C8-17C2-D13FC3AB23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Projected population by age (million)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E0E6DF6-4241-E8DE-D9BC-7ACF553A74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Labor force scenarios (million)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5CBEE9A-2AEB-780E-30DE-E92E7CFEE51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1" y="6354761"/>
            <a:ext cx="6800467" cy="203023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Sources: IPSS Population Projections for Japan 2023, JILPT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Supply and Demand Estimates 2023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225A4727-EE71-CD17-E121-B92A8BED972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/>
          <a:lstStyle/>
          <a:p>
            <a:r>
              <a:rPr lang="en-US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Population projections and labor force scenarios depend on different assumptions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635A30A5-359C-556C-0504-B345BD1573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192609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ED6FFEB8-71AA-8EBC-B3BA-C8968806B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534211"/>
              </p:ext>
            </p:extLst>
          </p:nvPr>
        </p:nvGraphicFramePr>
        <p:xfrm>
          <a:off x="6286500" y="1809749"/>
          <a:ext cx="5505450" cy="4425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64793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gional hiring conditions remain uneven">
            <a:extLst>
              <a:ext uri="{FF2B5EF4-FFF2-40B4-BE49-F238E27FC236}">
                <a16:creationId xmlns:a16="http://schemas.microsoft.com/office/drawing/2014/main" id="{59F82DDA-D672-41C8-B84A-13AF4344D36F}"/>
              </a:ext>
            </a:extLst>
          </p:cNvPr>
          <p:cNvSpPr>
            <a:spLocks noGrp="1"/>
          </p:cNvSpPr>
          <p:nvPr/>
        </p:nvSpPr>
        <p:spPr>
          <a:xfrm>
            <a:off x="409575" y="266700"/>
            <a:ext cx="9620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Regional hiring conditions remain uneven</a:t>
            </a:r>
          </a:p>
        </p:txBody>
      </p:sp>
      <p:sp>
        <p:nvSpPr>
          <p:cNvPr id="2" name="Active openings per applicant in July 2019 and Jul">
            <a:extLst>
              <a:ext uri="{FF2B5EF4-FFF2-40B4-BE49-F238E27FC236}">
                <a16:creationId xmlns:a16="http://schemas.microsoft.com/office/drawing/2014/main" id="{CAE811E5-1483-4BAF-8B9F-5C59340123B2}"/>
              </a:ext>
            </a:extLst>
          </p:cNvPr>
          <p:cNvSpPr>
            <a:spLocks noGrp="1"/>
          </p:cNvSpPr>
          <p:nvPr/>
        </p:nvSpPr>
        <p:spPr>
          <a:xfrm>
            <a:off x="409575" y="666750"/>
            <a:ext cx="9810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23" b="0">
                <a:solidFill>
                  <a:srgbClr val="171717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Active openings per applicant in July 2019 and July 2026, ranked by the latest reading</a:t>
            </a:r>
          </a:p>
        </p:txBody>
      </p:sp>
      <p:graphicFrame>
        <p:nvGraphicFramePr>
          <p:cNvPr id="13" name="Chart"/>
          <p:cNvGraphicFramePr/>
          <p:nvPr>
            <p:extLst>
              <p:ext uri="{D42A27DB-BD31-4B8C-83A1-F6EECF244321}">
                <p14:modId xmlns:p14="http://schemas.microsoft.com/office/powerpoint/2010/main" val="1306521498"/>
              </p:ext>
            </p:extLst>
          </p:nvPr>
        </p:nvGraphicFramePr>
        <p:xfrm>
          <a:off x="409575" y="2009775"/>
          <a:ext cx="3676650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>
            <p:extLst>
              <p:ext uri="{D42A27DB-BD31-4B8C-83A1-F6EECF244321}">
                <p14:modId xmlns:p14="http://schemas.microsoft.com/office/powerpoint/2010/main" val="2695914370"/>
              </p:ext>
            </p:extLst>
          </p:nvPr>
        </p:nvGraphicFramePr>
        <p:xfrm>
          <a:off x="4238625" y="2009775"/>
          <a:ext cx="3676650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632003373"/>
              </p:ext>
            </p:extLst>
          </p:nvPr>
        </p:nvGraphicFramePr>
        <p:xfrm>
          <a:off x="8067675" y="2009775"/>
          <a:ext cx="3676650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ources: MHLW Employment Referrals for General Wor">
            <a:extLst>
              <a:ext uri="{FF2B5EF4-FFF2-40B4-BE49-F238E27FC236}">
                <a16:creationId xmlns:a16="http://schemas.microsoft.com/office/drawing/2014/main" id="{AB1B5F97-D5FA-4817-B3FA-AC3404E49417}"/>
              </a:ext>
            </a:extLst>
          </p:cNvPr>
          <p:cNvSpPr>
            <a:spLocks noGrp="1"/>
          </p:cNvSpPr>
          <p:nvPr/>
        </p:nvSpPr>
        <p:spPr>
          <a:xfrm>
            <a:off x="495300" y="6353175"/>
            <a:ext cx="11163300" cy="161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00" b="0">
                <a:solidFill>
                  <a:srgbClr val="808080"/>
                </a:solidFill>
                <a:latin typeface="Montserrat"/>
                <a:ea typeface="Montserrat"/>
                <a:cs typeface="Montserrat"/>
              </a:defRPr>
            </a:pPr>
            <a:r>
              <a:rPr lang="en-US" sz="700" b="0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</a:t>
            </a:r>
            <a:r>
              <a:rPr sz="700" b="0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: MHLW Employment Referrals for General Workers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674185F-1748-8945-4086-7FE66930B30C}"/>
              </a:ext>
            </a:extLst>
          </p:cNvPr>
          <p:cNvSpPr txBox="1">
            <a:spLocks/>
          </p:cNvSpPr>
          <p:nvPr/>
        </p:nvSpPr>
        <p:spPr>
          <a:xfrm>
            <a:off x="407991" y="1196975"/>
            <a:ext cx="11376021" cy="251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National cooling masks persistent differences across local labor markets</a:t>
            </a:r>
          </a:p>
          <a:p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7C5BB33-3981-9CE9-003E-736B85BB0A95}"/>
              </a:ext>
            </a:extLst>
          </p:cNvPr>
          <p:cNvSpPr txBox="1">
            <a:spLocks/>
          </p:cNvSpPr>
          <p:nvPr/>
        </p:nvSpPr>
        <p:spPr>
          <a:xfrm>
            <a:off x="407992" y="1473667"/>
            <a:ext cx="5506386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Active job openings per applicant by prefecture (SA)</a:t>
            </a:r>
          </a:p>
        </p:txBody>
      </p:sp>
    </p:spTree>
    <p:extLst>
      <p:ext uri="{BB962C8B-B14F-4D97-AF65-F5344CB8AC3E}">
        <p14:creationId xmlns:p14="http://schemas.microsoft.com/office/powerpoint/2010/main" val="28425393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C892C8-E8C2-6A2A-4223-C1C79E0DAC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 anchor="t">
            <a:noAutofit/>
          </a:bodyPr>
          <a:lstStyle/>
          <a:p>
            <a:r>
              <a:rPr lang="en-US"/>
              <a:t>Smaller firms deliver smaller pay increases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F3F93-4F02-2346-1165-F7D6D7F38E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>
            <a:noAutofit/>
          </a:bodyPr>
          <a:lstStyle/>
          <a:p>
            <a:r>
              <a:rPr lang="en-US"/>
              <a:t>Larger firms report stronger wage increases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99C824-D09E-B7FF-5862-01769EE1BD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</p:spPr>
        <p:txBody>
          <a:bodyPr>
            <a:noAutofit/>
          </a:bodyPr>
          <a:lstStyle/>
          <a:p>
            <a:r>
              <a:rPr lang="en-US"/>
              <a:t>Pay increases are widespread, with gaps by firm size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0F5B92-4478-63F2-96C4-45EA45D539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>
            <a:normAutofit/>
          </a:bodyPr>
          <a:lstStyle/>
          <a:p>
            <a:r>
              <a:rPr lang="en-US"/>
              <a:t>Wage increases by firm size (%)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3707E7-CEBC-0267-F60D-B49FE8A944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</p:spPr>
        <p:txBody>
          <a:bodyPr>
            <a:normAutofit/>
          </a:bodyPr>
          <a:lstStyle/>
          <a:p>
            <a:r>
              <a:rPr lang="en-US"/>
              <a:t>Firms raising wages by size (%)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9B9A225-86BE-D614-F0F0-E644B973A23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395763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MHLW Survey on Wage Increase 2025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115888-5DB9-FCA4-8A23-D0F4D47AB44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The 2025 survey separates the size of wage increases from their breadth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24F01BEB-EBAA-CC87-B97C-D86EE7D86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0197605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CBFE8171-30F3-1F57-E1B4-CBAC5CD2A9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7250908"/>
              </p:ext>
            </p:extLst>
          </p:nvPr>
        </p:nvGraphicFramePr>
        <p:xfrm>
          <a:off x="6286500" y="2009775"/>
          <a:ext cx="5505450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302391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26D366-6334-C554-549E-DD6B43E6DC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 anchor="t">
            <a:normAutofit/>
          </a:bodyPr>
          <a:lstStyle/>
          <a:p>
            <a:r>
              <a:rPr lang="en-US" sz="1700" err="1"/>
              <a:t>Shunto</a:t>
            </a:r>
            <a:r>
              <a:rPr lang="en-US" sz="1700"/>
              <a:t> covers only part of the labor market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5333C-8285-4C6F-7617-DD5194B9A1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>
            <a:normAutofit/>
          </a:bodyPr>
          <a:lstStyle/>
          <a:p>
            <a:r>
              <a:rPr lang="en-US" sz="1000"/>
              <a:t>Limited union membership constrains </a:t>
            </a:r>
            <a:r>
              <a:rPr lang="en-US" sz="1000" err="1"/>
              <a:t>Shunto</a:t>
            </a:r>
            <a:r>
              <a:rPr lang="en-US" sz="1000"/>
              <a:t> coverage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BDDDE1-2796-D0C6-C56F-BECAE38D87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</p:spPr>
        <p:txBody>
          <a:bodyPr>
            <a:normAutofit/>
          </a:bodyPr>
          <a:lstStyle/>
          <a:p>
            <a:r>
              <a:rPr lang="en-US" sz="1000"/>
              <a:t>Union presence differs sharply across industries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830312-DA6A-A22E-B9DA-6C2238E364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>
            <a:normAutofit/>
          </a:bodyPr>
          <a:lstStyle/>
          <a:p>
            <a:r>
              <a:rPr lang="en-US"/>
              <a:t>Trade union membership rates (%)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0C7AF8-367C-8A2E-05D1-CED078483B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</p:spPr>
        <p:txBody>
          <a:bodyPr>
            <a:normAutofit/>
          </a:bodyPr>
          <a:lstStyle/>
          <a:p>
            <a:r>
              <a:rPr lang="en-US"/>
              <a:t>Trade union membership by industry (%)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B7F5C659-FAF4-C174-631C-345C66AAF8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5386422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MHLW Basic Survey on </a:t>
            </a:r>
            <a:r>
              <a:rPr lang="en-US" err="1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Labour</a:t>
            </a:r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 Unions 2025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2F76A6-CBB9-F320-AA1B-CEF0CE5D9AE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Union membership varies by employment status and industry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FDD11016-FBC7-FAA8-1045-47D2D43507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3626672"/>
              </p:ext>
            </p:extLst>
          </p:nvPr>
        </p:nvGraphicFramePr>
        <p:xfrm>
          <a:off x="407988" y="1809749"/>
          <a:ext cx="5506036" cy="375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EA7C2E7F-B0CC-118C-1E36-B2D841BC1E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6108602"/>
              </p:ext>
            </p:extLst>
          </p:nvPr>
        </p:nvGraphicFramePr>
        <p:xfrm>
          <a:off x="6286500" y="1809750"/>
          <a:ext cx="5505450" cy="4410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A434CA-38E5-6812-8845-EBF7D11723C0}"/>
              </a:ext>
            </a:extLst>
          </p:cNvPr>
          <p:cNvSpPr>
            <a:spLocks noGrp="1"/>
          </p:cNvSpPr>
          <p:nvPr/>
        </p:nvSpPr>
        <p:spPr>
          <a:xfrm>
            <a:off x="458012" y="5640005"/>
            <a:ext cx="5386423" cy="574336"/>
          </a:xfrm>
          <a:prstGeom prst="roundRect">
            <a:avLst>
              <a:gd name="adj" fmla="val 20000"/>
            </a:avLst>
          </a:prstGeom>
          <a:solidFill>
            <a:srgbClr val="F1E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AD752-AA07-A882-D79A-18A953498C95}"/>
              </a:ext>
            </a:extLst>
          </p:cNvPr>
          <p:cNvSpPr txBox="1"/>
          <p:nvPr/>
        </p:nvSpPr>
        <p:spPr>
          <a:xfrm>
            <a:off x="568952" y="5682045"/>
            <a:ext cx="5184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Union membership and bargaining coverage differ. </a:t>
            </a:r>
            <a:r>
              <a:rPr lang="en-US" sz="1200" err="1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Shunto</a:t>
            </a:r>
            <a:r>
              <a:rPr lang="en-US" sz="1200">
                <a:solidFill>
                  <a:srgbClr val="171717"/>
                </a:solidFill>
                <a:latin typeface="Montserrat"/>
                <a:ea typeface="Montserrat"/>
                <a:cs typeface="Montserrat"/>
              </a:rPr>
              <a:t> does not directly represent all workers.</a:t>
            </a:r>
          </a:p>
        </p:txBody>
      </p:sp>
    </p:spTree>
    <p:extLst>
      <p:ext uri="{BB962C8B-B14F-4D97-AF65-F5344CB8AC3E}">
        <p14:creationId xmlns:p14="http://schemas.microsoft.com/office/powerpoint/2010/main" val="4061006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AD244A-CEB5-0030-B55A-8D64E31DC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 anchor="t">
            <a:normAutofit/>
          </a:bodyPr>
          <a:lstStyle/>
          <a:p>
            <a:r>
              <a:rPr lang="en-US" sz="1700"/>
              <a:t>The wage sample gap also appears among full-time workers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1A464-0DBD-45F8-711E-70C249AF45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</p:spPr>
        <p:txBody>
          <a:bodyPr>
            <a:normAutofit/>
          </a:bodyPr>
          <a:lstStyle/>
          <a:p>
            <a:r>
              <a:rPr lang="en-US" sz="1000"/>
              <a:t>The common sample also shows weaker growth among full-time workers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ED94C-94D6-44BE-8378-355B7454EF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</p:spPr>
        <p:txBody>
          <a:bodyPr>
            <a:normAutofit/>
          </a:bodyPr>
          <a:lstStyle/>
          <a:p>
            <a:r>
              <a:rPr lang="en-US"/>
              <a:t>Full-time base pay growth by survey sample (% YoY)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F65DE02-FC85-09F2-DE71-7A5BA2E6724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395763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MHLW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CA05DA-6C87-ECCB-7BB6-F829B92C2EB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Base pay growth differs between the headline and common-establishment samples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710F9CA2-C969-2E99-252B-D8BB1F59A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2488788"/>
              </p:ext>
            </p:extLst>
          </p:nvPr>
        </p:nvGraphicFramePr>
        <p:xfrm>
          <a:off x="407987" y="1809750"/>
          <a:ext cx="11373437" cy="442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2437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802D1D-0A9D-04F8-A06D-0318BAD133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 anchor="t">
            <a:normAutofit/>
          </a:bodyPr>
          <a:lstStyle/>
          <a:p>
            <a:r>
              <a:rPr lang="en-US" sz="1700"/>
              <a:t>The wage outcome of a job change varies with 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7824F-82E8-D8E2-D374-28DE0D913A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>
            <a:normAutofit/>
          </a:bodyPr>
          <a:lstStyle/>
          <a:p>
            <a:r>
              <a:rPr lang="en-US" sz="1000"/>
              <a:t>Worker turnover differs by employment status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3B1AC3-09A5-9718-397A-2E0D84AF16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</p:spPr>
        <p:txBody>
          <a:bodyPr>
            <a:normAutofit/>
          </a:bodyPr>
          <a:lstStyle/>
          <a:p>
            <a:r>
              <a:rPr lang="en-US" sz="1000"/>
              <a:t>Younger job changers more often secure pay increases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DC230E-E4FC-06B2-A1C0-970E170BF5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>
            <a:normAutofit/>
          </a:bodyPr>
          <a:lstStyle/>
          <a:p>
            <a:r>
              <a:rPr lang="en-US"/>
              <a:t>Hiring and separation rates (%)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C5D971-2E5E-8B00-F86F-0D4BF6D4FA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</p:spPr>
        <p:txBody>
          <a:bodyPr>
            <a:normAutofit/>
          </a:bodyPr>
          <a:lstStyle/>
          <a:p>
            <a:r>
              <a:rPr lang="en-US"/>
              <a:t>Pay changes after switching jobs by age (%)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651A5063-D830-8D7F-402D-43D44398B5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395763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MHLW Employment Trends Survey 2025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1A9251-790E-2FC8-7447-F1DD9598A6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Worker flows and pay changes help assess the scope for better employment matches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68B56610-147F-99B9-8D37-8CCE680FB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8963496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9D62A3AD-06F7-298C-10B8-7E466AE16F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6055643"/>
              </p:ext>
            </p:extLst>
          </p:nvPr>
        </p:nvGraphicFramePr>
        <p:xfrm>
          <a:off x="6286500" y="1809749"/>
          <a:ext cx="5505450" cy="4425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641135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E341B9-D72F-B0CF-4898-6ADAE4997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 anchor="t">
            <a:normAutofit/>
          </a:bodyPr>
          <a:lstStyle/>
          <a:p>
            <a:r>
              <a:rPr lang="en-US" sz="1700"/>
              <a:t>Different margins imply different capacity to absorb pay rises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C06D1-3A0E-2BD8-4907-93D2B0C527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>
            <a:normAutofit/>
          </a:bodyPr>
          <a:lstStyle/>
          <a:p>
            <a:r>
              <a:rPr lang="en-US" sz="1000"/>
              <a:t>Higher margins provide more room to absorb pay rises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4C7BD3-6052-6C72-64A9-673145859D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1970" y="1196975"/>
            <a:ext cx="5492391" cy="241300"/>
          </a:xfrm>
        </p:spPr>
        <p:txBody>
          <a:bodyPr>
            <a:normAutofit/>
          </a:bodyPr>
          <a:lstStyle/>
          <a:p>
            <a:r>
              <a:rPr lang="en-US" sz="1000"/>
              <a:t>Pay growth alone cannot establish pressure on margins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530A53-AB05-AEC3-57A6-0597F07980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>
            <a:normAutofit/>
          </a:bodyPr>
          <a:lstStyle/>
          <a:p>
            <a:r>
              <a:rPr lang="en-US"/>
              <a:t>Operating margin by capital size (%)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2E668B-26ED-F90C-80DF-58254F39C9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970" y="1473667"/>
            <a:ext cx="5492391" cy="241300"/>
          </a:xfrm>
        </p:spPr>
        <p:txBody>
          <a:bodyPr>
            <a:normAutofit/>
          </a:bodyPr>
          <a:lstStyle/>
          <a:p>
            <a:r>
              <a:rPr lang="en-US"/>
              <a:t>Pay per employee by capital size (Q1 2019 = 100)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78888C-A976-85BF-15B9-23171078F19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395763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MoF Financial Statements Statistics of Corporations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8985F1-4FF7-3BA8-FF0F-D6A147D5FB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Corporate accounts show margins and pay per employee by capital size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2BD27409-D01D-F317-A61E-879C54AF91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966157"/>
              </p:ext>
            </p:extLst>
          </p:nvPr>
        </p:nvGraphicFramePr>
        <p:xfrm>
          <a:off x="407988" y="1809749"/>
          <a:ext cx="5506036" cy="442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ED2C2ACC-7B9B-1846-50F5-7571FD941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538503"/>
              </p:ext>
            </p:extLst>
          </p:nvPr>
        </p:nvGraphicFramePr>
        <p:xfrm>
          <a:off x="6286500" y="1809749"/>
          <a:ext cx="5505450" cy="4425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05411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8BAD48-B163-8E87-503D-54AF95F5C2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 anchor="t">
            <a:normAutofit/>
          </a:bodyPr>
          <a:lstStyle/>
          <a:p>
            <a:r>
              <a:rPr lang="en-US" sz="1700"/>
              <a:t>Consumption weakness extends beyond the July reading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86602-3BF4-FE56-7AB3-A95CB84933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</p:spPr>
        <p:txBody>
          <a:bodyPr>
            <a:normAutofit/>
          </a:bodyPr>
          <a:lstStyle/>
          <a:p>
            <a:r>
              <a:rPr lang="en-US" sz="1000"/>
              <a:t>The three-month average confirms persistent weakness in consumption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CE43F-B6E6-77F2-162A-5E4A42BEBA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</p:spPr>
        <p:txBody>
          <a:bodyPr>
            <a:normAutofit/>
          </a:bodyPr>
          <a:lstStyle/>
          <a:p>
            <a:r>
              <a:rPr lang="en-US"/>
              <a:t>Real household income and consumption (% YoY)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6C99743-6528-E5C4-6534-E599644DAC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395763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Statistics Bureau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857DBF-D464-4F9D-AC32-EE1F6C8DD8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Smoothing the monthly data still shows falling real household spending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0CDAE30F-E58B-99D0-E010-5AAF8C84A9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24736"/>
              </p:ext>
            </p:extLst>
          </p:nvPr>
        </p:nvGraphicFramePr>
        <p:xfrm>
          <a:off x="407987" y="1809750"/>
          <a:ext cx="11373437" cy="442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41991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DE9474-8291-2E45-7E7F-CC2ADFE34B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7" y="300215"/>
            <a:ext cx="9372617" cy="345027"/>
          </a:xfrm>
        </p:spPr>
        <p:txBody>
          <a:bodyPr>
            <a:normAutofit/>
          </a:bodyPr>
          <a:lstStyle/>
          <a:p>
            <a:r>
              <a:rPr lang="en-US" sz="1700"/>
              <a:t>Business service prices only capture part of wage transmission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CB32D-5CF8-782A-0E1D-A0CAC04798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11374160" cy="241300"/>
          </a:xfrm>
        </p:spPr>
        <p:txBody>
          <a:bodyPr>
            <a:normAutofit/>
          </a:bodyPr>
          <a:lstStyle/>
          <a:p>
            <a:r>
              <a:rPr lang="en-US" sz="1000"/>
              <a:t>Different price trends do not isolate the effect of wages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F2E43-27F0-3C8F-FDA9-9B424EFF73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11374160" cy="241300"/>
          </a:xfrm>
        </p:spPr>
        <p:txBody>
          <a:bodyPr>
            <a:normAutofit/>
          </a:bodyPr>
          <a:lstStyle/>
          <a:p>
            <a:r>
              <a:rPr lang="en-US"/>
              <a:t>Services producer prices by labor cost intensity (% YoY)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DF920C2-E025-BE62-AE94-3AA8D7AAB6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712" y="6354762"/>
            <a:ext cx="3957638" cy="165100"/>
          </a:xfrm>
        </p:spPr>
        <p:txBody>
          <a:bodyPr/>
          <a:lstStyle/>
          <a:p>
            <a:r>
              <a:rPr lang="en-US">
                <a:solidFill>
                  <a:srgbClr val="808080"/>
                </a:solidFill>
                <a:latin typeface="Montserrat"/>
                <a:ea typeface="Montserrat"/>
                <a:cs typeface="Montserrat"/>
              </a:rPr>
              <a:t>Source: BoJ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85FDB0-4602-F6F6-FCFD-E222AD61FAD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987" y="661739"/>
            <a:ext cx="9372617" cy="345027"/>
          </a:xfrm>
        </p:spPr>
        <p:txBody>
          <a:bodyPr anchor="b">
            <a:normAutofit/>
          </a:bodyPr>
          <a:lstStyle/>
          <a:p>
            <a:r>
              <a:rPr lang="en-US"/>
              <a:t>Labor cost intensity helps compare price trends but does not establish causality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87DFAF4E-1C17-6A75-8DBA-B393AF74A5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6638"/>
              </p:ext>
            </p:extLst>
          </p:nvPr>
        </p:nvGraphicFramePr>
        <p:xfrm>
          <a:off x="407987" y="1809750"/>
          <a:ext cx="11373437" cy="442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78313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FF127AB-7A77-519C-42F6-1B53752B2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B369988-BA95-5222-FFE9-F4DAB65DB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65FDE2F-9F9F-ABD0-CA55-951F098CD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C0F7DAB-4C62-6B2D-879C-137B04516E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01B2C01-D2EA-06B6-5C82-5133D51BB6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FDB6702E-1115-C3E5-AFB5-74FCB19A2EB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41D27579-D0A8-AD3E-34D6-7E1220E916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E49ED3DC-4973-69B3-126B-A9B32414B029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121357954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EE706583-C102-EB2C-A2A3-2C7FA01B69B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36680723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074014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9941D0-9764-EE9E-28E0-E1C140A5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5AE1E29-1877-C352-3E2D-33257C749B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4587FA-BE2E-34CC-2E7F-E1780C708E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8667182" cy="249654"/>
          </a:xfrm>
        </p:spPr>
        <p:txBody>
          <a:bodyPr/>
          <a:lstStyle/>
          <a:p>
            <a:r>
              <a:rPr lang="en-US"/>
              <a:t>BOJ interventions are typically aimed at curbing the rapid depreciation of the yen</a:t>
            </a:r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3B865552-8AB1-F40B-3FB6-55079CE013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Exchange </a:t>
            </a:r>
            <a:r>
              <a:rPr lang="pt-BR" dirty="0" err="1"/>
              <a:t>vs</a:t>
            </a:r>
            <a:r>
              <a:rPr lang="pt-BR" dirty="0"/>
              <a:t> BOJ </a:t>
            </a:r>
            <a:r>
              <a:rPr lang="pt-BR" dirty="0" err="1"/>
              <a:t>Foreign</a:t>
            </a:r>
            <a:r>
              <a:rPr lang="pt-BR" dirty="0"/>
              <a:t> Exchange </a:t>
            </a:r>
            <a:r>
              <a:rPr lang="pt-BR" dirty="0" err="1"/>
              <a:t>Interventions</a:t>
            </a:r>
            <a:r>
              <a:rPr lang="pt-BR" dirty="0"/>
              <a:t> in USD</a:t>
            </a:r>
          </a:p>
          <a:p>
            <a:endParaRPr lang="pt-BR"/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769A8E9D-1084-17CA-569D-8E46BE767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0070448"/>
              </p:ext>
            </p:extLst>
          </p:nvPr>
        </p:nvGraphicFramePr>
        <p:xfrm>
          <a:off x="314633" y="2730090"/>
          <a:ext cx="8107136" cy="3408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C360B07-937F-3869-519F-5C28B0664181}"/>
              </a:ext>
            </a:extLst>
          </p:cNvPr>
          <p:cNvCxnSpPr>
            <a:cxnSpLocks/>
          </p:cNvCxnSpPr>
          <p:nvPr/>
        </p:nvCxnSpPr>
        <p:spPr>
          <a:xfrm>
            <a:off x="6267274" y="3290878"/>
            <a:ext cx="0" cy="1069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A313D4D-E5F7-1F39-AC72-A81B44FC16BA}"/>
              </a:ext>
            </a:extLst>
          </p:cNvPr>
          <p:cNvCxnSpPr>
            <a:cxnSpLocks/>
          </p:cNvCxnSpPr>
          <p:nvPr/>
        </p:nvCxnSpPr>
        <p:spPr>
          <a:xfrm>
            <a:off x="5293870" y="3312790"/>
            <a:ext cx="0" cy="999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F4AE615-934C-0CB1-7962-F81E40FCDF63}"/>
              </a:ext>
            </a:extLst>
          </p:cNvPr>
          <p:cNvCxnSpPr>
            <a:cxnSpLocks/>
          </p:cNvCxnSpPr>
          <p:nvPr/>
        </p:nvCxnSpPr>
        <p:spPr>
          <a:xfrm>
            <a:off x="4795637" y="2919296"/>
            <a:ext cx="0" cy="1197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09939D43-C9BC-2636-422B-A6DA0E085BE9}"/>
              </a:ext>
            </a:extLst>
          </p:cNvPr>
          <p:cNvCxnSpPr>
            <a:cxnSpLocks/>
          </p:cNvCxnSpPr>
          <p:nvPr/>
        </p:nvCxnSpPr>
        <p:spPr>
          <a:xfrm>
            <a:off x="5152439" y="3203418"/>
            <a:ext cx="0" cy="1217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B4257525-239B-E20D-5BBB-B4F4CF8314B6}"/>
              </a:ext>
            </a:extLst>
          </p:cNvPr>
          <p:cNvCxnSpPr>
            <a:cxnSpLocks/>
          </p:cNvCxnSpPr>
          <p:nvPr/>
        </p:nvCxnSpPr>
        <p:spPr>
          <a:xfrm>
            <a:off x="8234564" y="2708836"/>
            <a:ext cx="0" cy="11654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8D53B58D-457D-5E34-3C1F-1F0E20010A7B}"/>
              </a:ext>
            </a:extLst>
          </p:cNvPr>
          <p:cNvCxnSpPr>
            <a:cxnSpLocks/>
          </p:cNvCxnSpPr>
          <p:nvPr/>
        </p:nvCxnSpPr>
        <p:spPr>
          <a:xfrm>
            <a:off x="2374211" y="3257094"/>
            <a:ext cx="0" cy="14293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6E0EE06-A6AA-702B-DCE6-70076BB5C283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337667" y="3385360"/>
            <a:ext cx="0" cy="140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9030AF28-81E3-36B6-F1A9-2D9E3B1B8062}"/>
              </a:ext>
            </a:extLst>
          </p:cNvPr>
          <p:cNvCxnSpPr>
            <a:cxnSpLocks/>
          </p:cNvCxnSpPr>
          <p:nvPr/>
        </p:nvCxnSpPr>
        <p:spPr>
          <a:xfrm>
            <a:off x="4635909" y="2857241"/>
            <a:ext cx="0" cy="1401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4805FA8-0659-D362-2540-F80CAF273014}"/>
              </a:ext>
            </a:extLst>
          </p:cNvPr>
          <p:cNvCxnSpPr>
            <a:cxnSpLocks/>
          </p:cNvCxnSpPr>
          <p:nvPr/>
        </p:nvCxnSpPr>
        <p:spPr>
          <a:xfrm>
            <a:off x="2261420" y="3196380"/>
            <a:ext cx="0" cy="145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A27CCE-0078-63DE-0688-253686C398D2}"/>
              </a:ext>
            </a:extLst>
          </p:cNvPr>
          <p:cNvSpPr txBox="1"/>
          <p:nvPr/>
        </p:nvSpPr>
        <p:spPr>
          <a:xfrm>
            <a:off x="1911003" y="3006875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2,84 Bi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3F41E90-10F7-04D1-2F3E-0032E648A42A}"/>
              </a:ext>
            </a:extLst>
          </p:cNvPr>
          <p:cNvSpPr txBox="1"/>
          <p:nvPr/>
        </p:nvSpPr>
        <p:spPr>
          <a:xfrm>
            <a:off x="2337668" y="3434387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0,73 Bi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D063B8F-2E85-9320-3CB4-82973F584AF9}"/>
              </a:ext>
            </a:extLst>
          </p:cNvPr>
          <p:cNvSpPr txBox="1"/>
          <p:nvPr/>
        </p:nvSpPr>
        <p:spPr>
          <a:xfrm>
            <a:off x="1987250" y="4786360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5,62 Bi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3E855E-1EA5-3AA7-05A5-566251E24681}"/>
              </a:ext>
            </a:extLst>
          </p:cNvPr>
          <p:cNvSpPr txBox="1"/>
          <p:nvPr/>
        </p:nvSpPr>
        <p:spPr>
          <a:xfrm>
            <a:off x="4208208" y="4252865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5,92 Bi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7BED70C-8E19-D460-8BA4-E3A2F0F07F4F}"/>
              </a:ext>
            </a:extLst>
          </p:cNvPr>
          <p:cNvSpPr txBox="1"/>
          <p:nvPr/>
        </p:nvSpPr>
        <p:spPr>
          <a:xfrm>
            <a:off x="4605893" y="2719373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3,87 Bi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2892E74-ECD7-1248-4866-87FCA0846B7D}"/>
              </a:ext>
            </a:extLst>
          </p:cNvPr>
          <p:cNvSpPr txBox="1"/>
          <p:nvPr/>
        </p:nvSpPr>
        <p:spPr>
          <a:xfrm>
            <a:off x="4787721" y="4388980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3,17 Bi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DA56755-D374-BCBF-96AC-9E3BBE77F08C}"/>
              </a:ext>
            </a:extLst>
          </p:cNvPr>
          <p:cNvSpPr txBox="1"/>
          <p:nvPr/>
        </p:nvSpPr>
        <p:spPr>
          <a:xfrm>
            <a:off x="5100964" y="3118959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2,37 Bi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59F7C8C-B4CD-B04E-D353-C9C8D8F19201}"/>
              </a:ext>
            </a:extLst>
          </p:cNvPr>
          <p:cNvSpPr txBox="1"/>
          <p:nvPr/>
        </p:nvSpPr>
        <p:spPr>
          <a:xfrm>
            <a:off x="5936081" y="4377586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6,28 Bi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6B47B1A-E8E2-3D65-5A25-537E1C00D9CE}"/>
              </a:ext>
            </a:extLst>
          </p:cNvPr>
          <p:cNvSpPr txBox="1"/>
          <p:nvPr/>
        </p:nvSpPr>
        <p:spPr>
          <a:xfrm>
            <a:off x="7775991" y="2406368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0,78 Bi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BB64204-02F1-A4E6-34BD-A9D7D8229072}"/>
              </a:ext>
            </a:extLst>
          </p:cNvPr>
          <p:cNvSpPr txBox="1"/>
          <p:nvPr/>
        </p:nvSpPr>
        <p:spPr>
          <a:xfrm>
            <a:off x="7884147" y="3864043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Sell: 4,68 Bi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0AAFD325-DEC1-B36B-DA2C-990429C84488}"/>
              </a:ext>
            </a:extLst>
          </p:cNvPr>
          <p:cNvCxnSpPr>
            <a:cxnSpLocks/>
          </p:cNvCxnSpPr>
          <p:nvPr/>
        </p:nvCxnSpPr>
        <p:spPr>
          <a:xfrm>
            <a:off x="8126408" y="2620717"/>
            <a:ext cx="0" cy="11654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1BE62748-7471-D433-6905-44885DB80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701" y="1365835"/>
            <a:ext cx="1306272" cy="100518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6D18CD1-6981-23D6-46B7-DFBEABA9C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677" y="1365835"/>
            <a:ext cx="1306272" cy="1005184"/>
          </a:xfrm>
          <a:prstGeom prst="rect">
            <a:avLst/>
          </a:prstGeom>
        </p:spPr>
      </p:pic>
      <p:pic>
        <p:nvPicPr>
          <p:cNvPr id="17" name="Imagem 16" descr="Python (programming language) - Wikipedia">
            <a:extLst>
              <a:ext uri="{FF2B5EF4-FFF2-40B4-BE49-F238E27FC236}">
                <a16:creationId xmlns:a16="http://schemas.microsoft.com/office/drawing/2014/main" id="{3B7A472A-9833-3990-53E5-E04399D44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4830" y="2105034"/>
            <a:ext cx="350415" cy="350415"/>
          </a:xfrm>
          <a:prstGeom prst="rect">
            <a:avLst/>
          </a:prstGeom>
        </p:spPr>
      </p:pic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008EE27-8380-A5C2-4EA0-EE60B359D826}"/>
              </a:ext>
            </a:extLst>
          </p:cNvPr>
          <p:cNvSpPr/>
          <p:nvPr/>
        </p:nvSpPr>
        <p:spPr>
          <a:xfrm>
            <a:off x="8591886" y="2539880"/>
            <a:ext cx="3160653" cy="17129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2954E5-FD41-9EAF-2E89-10545D2FE6B9}"/>
              </a:ext>
            </a:extLst>
          </p:cNvPr>
          <p:cNvSpPr txBox="1"/>
          <p:nvPr/>
        </p:nvSpPr>
        <p:spPr>
          <a:xfrm>
            <a:off x="8637496" y="2636366"/>
            <a:ext cx="291540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chemeClr val="tx2">
                    <a:lumMod val="75000"/>
                  </a:schemeClr>
                </a:solidFill>
              </a:rPr>
              <a:t>2022-2024:</a:t>
            </a:r>
          </a:p>
          <a:p>
            <a:r>
              <a:rPr lang="en-US" sz="900"/>
              <a:t>The BOJ intervened when the yen depreciated to round-number levels and showed a variation of more than 5% over a 20-week period</a:t>
            </a:r>
            <a:endParaRPr lang="pt-BR" sz="9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5A57B7-2972-29BF-1151-2144237E52DE}"/>
              </a:ext>
            </a:extLst>
          </p:cNvPr>
          <p:cNvSpPr txBox="1"/>
          <p:nvPr/>
        </p:nvSpPr>
        <p:spPr>
          <a:xfrm>
            <a:off x="8633959" y="3425349"/>
            <a:ext cx="263306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chemeClr val="tx2">
                    <a:lumMod val="75000"/>
                  </a:schemeClr>
                </a:solidFill>
              </a:rPr>
              <a:t>2026: </a:t>
            </a:r>
          </a:p>
          <a:p>
            <a:r>
              <a:rPr lang="en-US" sz="900"/>
              <a:t>The BOJ intervened without any abrupt moves, but over a four-month period at levels ranging from 153 to 160 JPN/USD</a:t>
            </a:r>
            <a:endParaRPr lang="pt-BR" sz="90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81B84464-6C3F-8ADD-2983-7F2288A1AD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4092" y="4390267"/>
            <a:ext cx="1256585" cy="837723"/>
          </a:xfrm>
          <a:prstGeom prst="rect">
            <a:avLst/>
          </a:prstGeom>
        </p:spPr>
      </p:pic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CDB79419-C207-F01E-7432-ED0A5DF4AA24}"/>
              </a:ext>
            </a:extLst>
          </p:cNvPr>
          <p:cNvCxnSpPr>
            <a:cxnSpLocks/>
          </p:cNvCxnSpPr>
          <p:nvPr/>
        </p:nvCxnSpPr>
        <p:spPr>
          <a:xfrm>
            <a:off x="10137058" y="4651305"/>
            <a:ext cx="6882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C579F9B4-97E3-5F8E-7706-5289456CFBAB}"/>
              </a:ext>
            </a:extLst>
          </p:cNvPr>
          <p:cNvCxnSpPr>
            <a:cxnSpLocks/>
          </p:cNvCxnSpPr>
          <p:nvPr/>
        </p:nvCxnSpPr>
        <p:spPr>
          <a:xfrm rot="10800000">
            <a:off x="10137058" y="5001804"/>
            <a:ext cx="6882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Imagem 44" descr="Federal Reserve: como funciona o banco central dos EUA">
            <a:extLst>
              <a:ext uri="{FF2B5EF4-FFF2-40B4-BE49-F238E27FC236}">
                <a16:creationId xmlns:a16="http://schemas.microsoft.com/office/drawing/2014/main" id="{C68BC4FF-A0D3-96C9-A000-835AD35CBE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7315" y="4434211"/>
            <a:ext cx="1120433" cy="821823"/>
          </a:xfrm>
          <a:prstGeom prst="rect">
            <a:avLst/>
          </a:prstGeom>
        </p:spPr>
      </p:pic>
      <p:sp>
        <p:nvSpPr>
          <p:cNvPr id="46" name="CaixaDeTexto 45">
            <a:extLst>
              <a:ext uri="{FF2B5EF4-FFF2-40B4-BE49-F238E27FC236}">
                <a16:creationId xmlns:a16="http://schemas.microsoft.com/office/drawing/2014/main" id="{57BE6CC0-6D0A-D70A-FF3E-C87188339F63}"/>
              </a:ext>
            </a:extLst>
          </p:cNvPr>
          <p:cNvSpPr txBox="1"/>
          <p:nvPr/>
        </p:nvSpPr>
        <p:spPr>
          <a:xfrm>
            <a:off x="8716714" y="5346116"/>
            <a:ext cx="3160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The sale of dollars on July 30, 2026, was carried out jointly with the Fed, marking a historic partnership between the two governments</a:t>
            </a:r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41160685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0F1B6EC-5A2C-3366-7CEF-940431AD95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USA </a:t>
            </a:r>
            <a:r>
              <a:rPr lang="pt-BR" err="1"/>
              <a:t>relationship</a:t>
            </a:r>
            <a:endParaRPr lang="pt-BR"/>
          </a:p>
        </p:txBody>
      </p:sp>
      <p:graphicFrame>
        <p:nvGraphicFramePr>
          <p:cNvPr id="19" name="Espaço Reservado para Conteúdo 18">
            <a:extLst>
              <a:ext uri="{FF2B5EF4-FFF2-40B4-BE49-F238E27FC236}">
                <a16:creationId xmlns:a16="http://schemas.microsoft.com/office/drawing/2014/main" id="{7ABE3B48-C560-118A-C1FC-AFCBC6851A6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09218255"/>
              </p:ext>
            </p:extLst>
          </p:nvPr>
        </p:nvGraphicFramePr>
        <p:xfrm>
          <a:off x="407988" y="1809750"/>
          <a:ext cx="55054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4EAD30-7489-6C95-E940-D41DF91566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68ACCE6-5074-D1FE-5905-1B5E817D5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257005C-8DFA-CFFA-ECA0-7B8BB85C4F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4396795-B7A9-CBC2-8F3E-9390F497B7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39D9C5B-4934-D5BF-B2A7-3BCD9CB5B8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5D5073F-984F-4BCE-9A05-7D71DD7798A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A8C8EC5C-7932-478B-9215-A74275C496BD}"/>
              </a:ext>
            </a:extLst>
          </p:cNvPr>
          <p:cNvCxnSpPr/>
          <p:nvPr/>
        </p:nvCxnSpPr>
        <p:spPr>
          <a:xfrm>
            <a:off x="5104127" y="3104106"/>
            <a:ext cx="451799" cy="100669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094F3EA-9500-253A-E495-27508E9D7836}"/>
              </a:ext>
            </a:extLst>
          </p:cNvPr>
          <p:cNvSpPr/>
          <p:nvPr/>
        </p:nvSpPr>
        <p:spPr>
          <a:xfrm>
            <a:off x="4344587" y="2401344"/>
            <a:ext cx="1120883" cy="6145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Trump's tariffs reached a peak of 15%, even with the trade deficit</a:t>
            </a:r>
            <a:endParaRPr lang="pt-BR" sz="80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1888CAE-461E-3968-1B51-AED9F9735690}"/>
              </a:ext>
            </a:extLst>
          </p:cNvPr>
          <p:cNvSpPr/>
          <p:nvPr/>
        </p:nvSpPr>
        <p:spPr>
          <a:xfrm>
            <a:off x="6372287" y="1809750"/>
            <a:ext cx="5261282" cy="204885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6346765-33E1-1DD6-D36B-8FD98680AD5A}"/>
              </a:ext>
            </a:extLst>
          </p:cNvPr>
          <p:cNvSpPr/>
          <p:nvPr/>
        </p:nvSpPr>
        <p:spPr>
          <a:xfrm>
            <a:off x="6386143" y="1794136"/>
            <a:ext cx="5247426" cy="50380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Japan and the USA are two historic partners</a:t>
            </a:r>
            <a:endParaRPr lang="pt-BR" sz="120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43901B-DAAC-F77B-D551-99D38F8C609E}"/>
              </a:ext>
            </a:extLst>
          </p:cNvPr>
          <p:cNvSpPr txBox="1"/>
          <p:nvPr/>
        </p:nvSpPr>
        <p:spPr>
          <a:xfrm>
            <a:off x="6386143" y="2554195"/>
            <a:ext cx="1479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>
                <a:solidFill>
                  <a:schemeClr val="tx2">
                    <a:lumMod val="75000"/>
                  </a:schemeClr>
                </a:solidFill>
              </a:rPr>
              <a:t>58,2%</a:t>
            </a:r>
          </a:p>
          <a:p>
            <a:pPr algn="ctr"/>
            <a:r>
              <a:rPr lang="en-US" sz="1200"/>
              <a:t>of Japan's trade is denominated in dollars</a:t>
            </a:r>
            <a:endParaRPr lang="pt-BR" sz="120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02F636B-57A4-D4D4-9B06-9F170DDA8DA1}"/>
              </a:ext>
            </a:extLst>
          </p:cNvPr>
          <p:cNvSpPr txBox="1"/>
          <p:nvPr/>
        </p:nvSpPr>
        <p:spPr>
          <a:xfrm>
            <a:off x="7764991" y="2531556"/>
            <a:ext cx="20156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>
                <a:solidFill>
                  <a:schemeClr val="tx2">
                    <a:lumMod val="75000"/>
                  </a:schemeClr>
                </a:solidFill>
              </a:rPr>
              <a:t>1,18T</a:t>
            </a:r>
          </a:p>
          <a:p>
            <a:pPr algn="ctr"/>
            <a:r>
              <a:rPr lang="pt-BR" sz="1200" err="1"/>
              <a:t>of</a:t>
            </a:r>
            <a:r>
              <a:rPr lang="pt-BR" sz="1200"/>
              <a:t> </a:t>
            </a:r>
            <a:r>
              <a:rPr lang="pt-BR" sz="1200" err="1"/>
              <a:t>Japan</a:t>
            </a:r>
            <a:r>
              <a:rPr lang="pt-BR" sz="1200"/>
              <a:t> </a:t>
            </a:r>
            <a:r>
              <a:rPr lang="pt-BR" sz="1200" err="1"/>
              <a:t>external</a:t>
            </a:r>
            <a:r>
              <a:rPr lang="pt-BR" sz="1200"/>
              <a:t> </a:t>
            </a:r>
            <a:r>
              <a:rPr lang="pt-BR" sz="1200" err="1"/>
              <a:t>assets</a:t>
            </a:r>
            <a:r>
              <a:rPr lang="pt-BR" sz="1200"/>
              <a:t> are in American Bons, making </a:t>
            </a:r>
            <a:r>
              <a:rPr lang="pt-BR" sz="1200" err="1"/>
              <a:t>then</a:t>
            </a:r>
            <a:r>
              <a:rPr lang="pt-BR" sz="1200"/>
              <a:t> </a:t>
            </a:r>
            <a:r>
              <a:rPr lang="pt-BR" sz="1200" err="1"/>
              <a:t>the</a:t>
            </a:r>
            <a:r>
              <a:rPr lang="pt-BR" sz="1200"/>
              <a:t> </a:t>
            </a:r>
            <a:r>
              <a:rPr lang="pt-BR" sz="1200" err="1"/>
              <a:t>America</a:t>
            </a:r>
            <a:r>
              <a:rPr lang="pt-BR" sz="1200"/>
              <a:t> </a:t>
            </a:r>
            <a:r>
              <a:rPr lang="pt-BR" sz="1200" err="1"/>
              <a:t>greatest</a:t>
            </a:r>
            <a:r>
              <a:rPr lang="pt-BR" sz="1200"/>
              <a:t> </a:t>
            </a:r>
            <a:r>
              <a:rPr lang="pt-BR" sz="1200" err="1"/>
              <a:t>creditor</a:t>
            </a:r>
            <a:endParaRPr lang="pt-BR" sz="1200"/>
          </a:p>
          <a:p>
            <a:endParaRPr lang="pt-BR"/>
          </a:p>
          <a:p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33036FF-E1AF-591F-2FCB-8A5A694C3163}"/>
              </a:ext>
            </a:extLst>
          </p:cNvPr>
          <p:cNvSpPr txBox="1"/>
          <p:nvPr/>
        </p:nvSpPr>
        <p:spPr>
          <a:xfrm>
            <a:off x="9744363" y="2551290"/>
            <a:ext cx="18877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>
                <a:solidFill>
                  <a:schemeClr val="tx2">
                    <a:lumMod val="75000"/>
                  </a:schemeClr>
                </a:solidFill>
              </a:rPr>
              <a:t>15%</a:t>
            </a:r>
          </a:p>
          <a:p>
            <a:pPr algn="ctr"/>
            <a:r>
              <a:rPr lang="en-US" sz="1200"/>
              <a:t>It is the mutual trade tariff agreement established between the two countries.</a:t>
            </a:r>
            <a:endParaRPr lang="pt-BR" sz="1200"/>
          </a:p>
        </p:txBody>
      </p:sp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6FB02BA6-5C06-773D-899D-CF96A586E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0192264"/>
              </p:ext>
            </p:extLst>
          </p:nvPr>
        </p:nvGraphicFramePr>
        <p:xfrm>
          <a:off x="6339232" y="4326444"/>
          <a:ext cx="5397865" cy="2115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262366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FF7C-6EFD-3A89-0764-5828483C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">
            <a:extLst>
              <a:ext uri="{FF2B5EF4-FFF2-40B4-BE49-F238E27FC236}">
                <a16:creationId xmlns:a16="http://schemas.microsoft.com/office/drawing/2014/main" id="{EC8DAC1C-7B5A-4E5E-839D-D88628EAA2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long period of trade surplus</a:t>
            </a:r>
            <a:endParaRPr lang="pt-BR"/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3029B051-9C32-563B-8AC3-33E4962AEB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92" y="1196975"/>
            <a:ext cx="5506386" cy="241300"/>
          </a:xfrm>
        </p:spPr>
        <p:txBody>
          <a:bodyPr/>
          <a:lstStyle/>
          <a:p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faced</a:t>
            </a:r>
            <a:r>
              <a:rPr lang="pt-BR"/>
              <a:t> </a:t>
            </a:r>
            <a:r>
              <a:rPr lang="pt-BR" err="1"/>
              <a:t>two</a:t>
            </a:r>
            <a:r>
              <a:rPr lang="pt-BR"/>
              <a:t> </a:t>
            </a:r>
            <a:r>
              <a:rPr lang="pt-BR" err="1"/>
              <a:t>structural</a:t>
            </a:r>
            <a:r>
              <a:rPr lang="pt-BR"/>
              <a:t> breaks over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last</a:t>
            </a:r>
            <a:r>
              <a:rPr lang="pt-BR"/>
              <a:t> 36 </a:t>
            </a:r>
            <a:r>
              <a:rPr lang="pt-BR" err="1"/>
              <a:t>years</a:t>
            </a:r>
            <a:endParaRPr lang="pt-BR"/>
          </a:p>
          <a:p>
            <a:endParaRPr lang="pt-BR"/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D86E2163-D687-E2C4-B65C-5FFE97FA36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92" y="1473667"/>
            <a:ext cx="5506386" cy="241300"/>
          </a:xfrm>
        </p:spPr>
        <p:txBody>
          <a:bodyPr/>
          <a:lstStyle/>
          <a:p>
            <a:r>
              <a:rPr lang="pt-BR" dirty="0"/>
              <a:t>Total </a:t>
            </a:r>
            <a:r>
              <a:rPr lang="pt-BR" dirty="0" err="1"/>
              <a:t>exports</a:t>
            </a:r>
            <a:r>
              <a:rPr lang="pt-BR" dirty="0"/>
              <a:t> vs. total </a:t>
            </a:r>
            <a:r>
              <a:rPr lang="pt-BR" dirty="0" err="1"/>
              <a:t>imports</a:t>
            </a:r>
            <a:r>
              <a:rPr lang="pt-BR" dirty="0"/>
              <a:t> (M/M, USD </a:t>
            </a:r>
            <a:r>
              <a:rPr lang="pt-BR" dirty="0" err="1"/>
              <a:t>bn</a:t>
            </a:r>
            <a:r>
              <a:rPr lang="pt-BR" dirty="0"/>
              <a:t>)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0D00181E-AB05-E75D-534F-72AB514441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4" name="Espaço Reservado para Texto 9">
            <a:extLst>
              <a:ext uri="{FF2B5EF4-FFF2-40B4-BE49-F238E27FC236}">
                <a16:creationId xmlns:a16="http://schemas.microsoft.com/office/drawing/2014/main" id="{139F7429-1CCD-73CD-74B4-9266A6C140B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Japan has had a significant trade surplus since 1980</a:t>
            </a:r>
            <a:endParaRPr lang="pt-BR"/>
          </a:p>
        </p:txBody>
      </p:sp>
      <p:cxnSp>
        <p:nvCxnSpPr>
          <p:cNvPr id="19" name="Conector reto 19">
            <a:extLst>
              <a:ext uri="{FF2B5EF4-FFF2-40B4-BE49-F238E27FC236}">
                <a16:creationId xmlns:a16="http://schemas.microsoft.com/office/drawing/2014/main" id="{6F8BCD06-C62A-5DE9-D25B-F9DA7C824370}"/>
              </a:ext>
            </a:extLst>
          </p:cNvPr>
          <p:cNvCxnSpPr/>
          <p:nvPr/>
        </p:nvCxnSpPr>
        <p:spPr>
          <a:xfrm>
            <a:off x="3755923" y="416396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Gráfico 31">
            <a:extLst>
              <a:ext uri="{FF2B5EF4-FFF2-40B4-BE49-F238E27FC236}">
                <a16:creationId xmlns:a16="http://schemas.microsoft.com/office/drawing/2014/main" id="{02A855F4-60CA-697A-3846-EFC6CDAE4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95040"/>
              </p:ext>
            </p:extLst>
          </p:nvPr>
        </p:nvGraphicFramePr>
        <p:xfrm>
          <a:off x="6277624" y="1714967"/>
          <a:ext cx="5506384" cy="3669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Retângulo: Cantos Arredondados 32">
            <a:extLst>
              <a:ext uri="{FF2B5EF4-FFF2-40B4-BE49-F238E27FC236}">
                <a16:creationId xmlns:a16="http://schemas.microsoft.com/office/drawing/2014/main" id="{3E07D127-2E51-4BE1-D881-7863C295A179}"/>
              </a:ext>
            </a:extLst>
          </p:cNvPr>
          <p:cNvSpPr/>
          <p:nvPr/>
        </p:nvSpPr>
        <p:spPr>
          <a:xfrm>
            <a:off x="6383457" y="5382960"/>
            <a:ext cx="5294718" cy="56513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33">
            <a:extLst>
              <a:ext uri="{FF2B5EF4-FFF2-40B4-BE49-F238E27FC236}">
                <a16:creationId xmlns:a16="http://schemas.microsoft.com/office/drawing/2014/main" id="{FE519313-5A0C-F59A-6119-915B17302CA9}"/>
              </a:ext>
            </a:extLst>
          </p:cNvPr>
          <p:cNvSpPr txBox="1"/>
          <p:nvPr/>
        </p:nvSpPr>
        <p:spPr>
          <a:xfrm>
            <a:off x="6579405" y="5399913"/>
            <a:ext cx="22121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~60% 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of External Assets in US Dollars</a:t>
            </a:r>
          </a:p>
        </p:txBody>
      </p:sp>
      <p:cxnSp>
        <p:nvCxnSpPr>
          <p:cNvPr id="23" name="Conector reto 37">
            <a:extLst>
              <a:ext uri="{FF2B5EF4-FFF2-40B4-BE49-F238E27FC236}">
                <a16:creationId xmlns:a16="http://schemas.microsoft.com/office/drawing/2014/main" id="{CCCE27F6-3130-CE1E-83F8-477D7622C363}"/>
              </a:ext>
            </a:extLst>
          </p:cNvPr>
          <p:cNvCxnSpPr>
            <a:cxnSpLocks/>
          </p:cNvCxnSpPr>
          <p:nvPr/>
        </p:nvCxnSpPr>
        <p:spPr>
          <a:xfrm>
            <a:off x="9030816" y="5454007"/>
            <a:ext cx="0" cy="36664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">
            <a:extLst>
              <a:ext uri="{FF2B5EF4-FFF2-40B4-BE49-F238E27FC236}">
                <a16:creationId xmlns:a16="http://schemas.microsoft.com/office/drawing/2014/main" id="{F8710DB3-308E-D1BE-0710-CED16A3F3E17}"/>
              </a:ext>
            </a:extLst>
          </p:cNvPr>
          <p:cNvSpPr txBox="1"/>
          <p:nvPr/>
        </p:nvSpPr>
        <p:spPr>
          <a:xfrm>
            <a:off x="9356346" y="5413990"/>
            <a:ext cx="2061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tx2"/>
                </a:solidFill>
                <a:latin typeface="Montserrat" panose="00000500000000000000" pitchFamily="2" charset="0"/>
              </a:rPr>
              <a:t>1.18T</a:t>
            </a:r>
          </a:p>
          <a:p>
            <a:pPr algn="ctr"/>
            <a:r>
              <a:rPr lang="pt-BR" sz="900">
                <a:latin typeface="Montserrat" panose="00000500000000000000" pitchFamily="2" charset="0"/>
              </a:rPr>
              <a:t>in American Bonds</a:t>
            </a:r>
            <a:endParaRPr lang="pt-BR" sz="900" b="1">
              <a:latin typeface="Montserrat" panose="00000500000000000000" pitchFamily="2" charset="0"/>
            </a:endParaRPr>
          </a:p>
        </p:txBody>
      </p:sp>
      <p:sp>
        <p:nvSpPr>
          <p:cNvPr id="25" name="Retângulo: Cantos Arredondados 32">
            <a:extLst>
              <a:ext uri="{FF2B5EF4-FFF2-40B4-BE49-F238E27FC236}">
                <a16:creationId xmlns:a16="http://schemas.microsoft.com/office/drawing/2014/main" id="{83EA7089-A5B1-E0D2-5236-C5A9110ED0CF}"/>
              </a:ext>
            </a:extLst>
          </p:cNvPr>
          <p:cNvSpPr/>
          <p:nvPr/>
        </p:nvSpPr>
        <p:spPr>
          <a:xfrm>
            <a:off x="6383457" y="6017770"/>
            <a:ext cx="5294718" cy="33699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  <a:latin typeface="Montserrat" pitchFamily="2" charset="0"/>
              </a:rPr>
              <a:t>The United States is Japan’s </a:t>
            </a:r>
            <a:r>
              <a:rPr lang="pt-BR" sz="1200" b="1">
                <a:solidFill>
                  <a:schemeClr val="tx2"/>
                </a:solidFill>
                <a:latin typeface="Montserrat" pitchFamily="2" charset="0"/>
              </a:rPr>
              <a:t>greatest credor</a:t>
            </a:r>
          </a:p>
        </p:txBody>
      </p:sp>
      <p:sp>
        <p:nvSpPr>
          <p:cNvPr id="28" name="Espaço Reservado para Texto 5">
            <a:extLst>
              <a:ext uri="{FF2B5EF4-FFF2-40B4-BE49-F238E27FC236}">
                <a16:creationId xmlns:a16="http://schemas.microsoft.com/office/drawing/2014/main" id="{7303CD46-E297-8592-685F-335A925CB741}"/>
              </a:ext>
            </a:extLst>
          </p:cNvPr>
          <p:cNvSpPr txBox="1">
            <a:spLocks/>
          </p:cNvSpPr>
          <p:nvPr/>
        </p:nvSpPr>
        <p:spPr>
          <a:xfrm>
            <a:off x="6291970" y="1196975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Montserrat" pitchFamily="2" charset="0"/>
              </a:rPr>
              <a:t>Japan manages to be a creditor to the world</a:t>
            </a:r>
            <a:endParaRPr lang="pt-BR" sz="1200">
              <a:latin typeface="Montserrat" pitchFamily="2" charset="0"/>
            </a:endParaRPr>
          </a:p>
        </p:txBody>
      </p:sp>
      <p:sp>
        <p:nvSpPr>
          <p:cNvPr id="29" name="Espaço Reservado para Texto 7">
            <a:extLst>
              <a:ext uri="{FF2B5EF4-FFF2-40B4-BE49-F238E27FC236}">
                <a16:creationId xmlns:a16="http://schemas.microsoft.com/office/drawing/2014/main" id="{67F35FAD-0976-6E0F-3FC1-C49FF8BE7341}"/>
              </a:ext>
            </a:extLst>
          </p:cNvPr>
          <p:cNvSpPr txBox="1">
            <a:spLocks/>
          </p:cNvSpPr>
          <p:nvPr/>
        </p:nvSpPr>
        <p:spPr>
          <a:xfrm>
            <a:off x="6291970" y="1473667"/>
            <a:ext cx="5492391" cy="241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NIIP </a:t>
            </a: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breakdown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 (USD </a:t>
            </a:r>
            <a:r>
              <a:rPr lang="pt-BR" sz="1000" dirty="0" err="1">
                <a:solidFill>
                  <a:srgbClr val="7F7F7F"/>
                </a:solidFill>
                <a:latin typeface="Montserrat" pitchFamily="2" charset="0"/>
              </a:rPr>
              <a:t>bn</a:t>
            </a:r>
            <a:r>
              <a:rPr lang="pt-BR" sz="1000" dirty="0">
                <a:solidFill>
                  <a:srgbClr val="7F7F7F"/>
                </a:solidFill>
                <a:latin typeface="Montserrat" pitchFamily="2" charset="0"/>
              </a:rPr>
              <a:t>)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D23E1431-C9F6-C873-0A2A-A27D3D12115E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9B2F2E40-A453-8EC7-9C1F-AF8E16EE08CA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45AF3041-69FF-587F-76E1-025520192929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FB4CC12B-B3D1-A64E-1A73-552A77A86C28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06F6D7CB-7C62-C78E-9F40-9581094DED54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19F43D5E-AFA7-C9AE-31EF-828079AEEB94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  <p:graphicFrame>
        <p:nvGraphicFramePr>
          <p:cNvPr id="4" name="Espaço Reservado para Conteúdo 22">
            <a:extLst>
              <a:ext uri="{FF2B5EF4-FFF2-40B4-BE49-F238E27FC236}">
                <a16:creationId xmlns:a16="http://schemas.microsoft.com/office/drawing/2014/main" id="{69340955-0FB1-EDAC-18CA-6B559582AF7D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74550016"/>
              </p:ext>
            </p:extLst>
          </p:nvPr>
        </p:nvGraphicFramePr>
        <p:xfrm>
          <a:off x="313179" y="1775770"/>
          <a:ext cx="5505450" cy="4518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620552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E802-2AD5-3BC1-4FE8-F56B0BA3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Texto 1">
            <a:extLst>
              <a:ext uri="{FF2B5EF4-FFF2-40B4-BE49-F238E27FC236}">
                <a16:creationId xmlns:a16="http://schemas.microsoft.com/office/drawing/2014/main" id="{7769949D-0235-6F54-EFEE-9B1E83EF1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Always in surplus on current account</a:t>
            </a:r>
            <a:endParaRPr lang="pt-BR"/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0F8CFC49-5274-41D8-D800-6C58F0F584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 err="1"/>
              <a:t>Foreign</a:t>
            </a:r>
            <a:r>
              <a:rPr lang="pt-BR" dirty="0"/>
              <a:t> </a:t>
            </a:r>
            <a:r>
              <a:rPr lang="pt-BR" dirty="0" err="1"/>
              <a:t>prefer</a:t>
            </a:r>
            <a:r>
              <a:rPr lang="pt-BR" dirty="0"/>
              <a:t> financial </a:t>
            </a:r>
            <a:r>
              <a:rPr lang="pt-BR" dirty="0" err="1"/>
              <a:t>investments</a:t>
            </a:r>
            <a:endParaRPr lang="pt-BR" dirty="0"/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938F6478-702F-5227-7421-92A81FD7E5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Breakdown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external</a:t>
            </a:r>
            <a:r>
              <a:rPr lang="pt-BR" dirty="0"/>
              <a:t> </a:t>
            </a:r>
            <a:r>
              <a:rPr lang="pt-BR" dirty="0" err="1"/>
              <a:t>liabilities</a:t>
            </a:r>
            <a:r>
              <a:rPr lang="pt-BR" dirty="0"/>
              <a:t> (USD </a:t>
            </a:r>
            <a:r>
              <a:rPr lang="pt-BR" dirty="0" err="1"/>
              <a:t>Bn</a:t>
            </a:r>
            <a:r>
              <a:rPr lang="pt-BR" dirty="0"/>
              <a:t>)</a:t>
            </a:r>
          </a:p>
        </p:txBody>
      </p:sp>
      <p:sp>
        <p:nvSpPr>
          <p:cNvPr id="21" name="Espaço Reservado para Texto 8">
            <a:extLst>
              <a:ext uri="{FF2B5EF4-FFF2-40B4-BE49-F238E27FC236}">
                <a16:creationId xmlns:a16="http://schemas.microsoft.com/office/drawing/2014/main" id="{69B1BF23-F392-91E7-99E6-6EDD7217CCE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Sources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22" name="Espaço Reservado para Texto 9">
            <a:extLst>
              <a:ext uri="{FF2B5EF4-FFF2-40B4-BE49-F238E27FC236}">
                <a16:creationId xmlns:a16="http://schemas.microsoft.com/office/drawing/2014/main" id="{B524B43A-13AC-C7E8-3276-3492CD828AB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Primary income sustains this surplus since 2010</a:t>
            </a:r>
          </a:p>
        </p:txBody>
      </p:sp>
      <p:graphicFrame>
        <p:nvGraphicFramePr>
          <p:cNvPr id="25" name="Gráfico 11">
            <a:extLst>
              <a:ext uri="{FF2B5EF4-FFF2-40B4-BE49-F238E27FC236}">
                <a16:creationId xmlns:a16="http://schemas.microsoft.com/office/drawing/2014/main" id="{9FB1AB01-B1C4-D77B-04FF-A11903D2A7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978848"/>
              </p:ext>
            </p:extLst>
          </p:nvPr>
        </p:nvGraphicFramePr>
        <p:xfrm>
          <a:off x="407987" y="1917290"/>
          <a:ext cx="5406671" cy="4330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Espaço Reservado para Texto 5">
            <a:extLst>
              <a:ext uri="{FF2B5EF4-FFF2-40B4-BE49-F238E27FC236}">
                <a16:creationId xmlns:a16="http://schemas.microsoft.com/office/drawing/2014/main" id="{3403A4C9-3853-35B4-942A-AA195345C452}"/>
              </a:ext>
            </a:extLst>
          </p:cNvPr>
          <p:cNvSpPr txBox="1">
            <a:spLocks/>
          </p:cNvSpPr>
          <p:nvPr/>
        </p:nvSpPr>
        <p:spPr>
          <a:xfrm>
            <a:off x="6291617" y="1196975"/>
            <a:ext cx="5492391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Undergoes a process of internationalization of the financial system</a:t>
            </a:r>
            <a:endParaRPr lang="pt-BR" dirty="0"/>
          </a:p>
        </p:txBody>
      </p:sp>
      <p:sp>
        <p:nvSpPr>
          <p:cNvPr id="27" name="Espaço Reservado para Texto 3">
            <a:extLst>
              <a:ext uri="{FF2B5EF4-FFF2-40B4-BE49-F238E27FC236}">
                <a16:creationId xmlns:a16="http://schemas.microsoft.com/office/drawing/2014/main" id="{C5785869-A3C9-6520-DC09-61FA4D6083D4}"/>
              </a:ext>
            </a:extLst>
          </p:cNvPr>
          <p:cNvSpPr txBox="1">
            <a:spLocks/>
          </p:cNvSpPr>
          <p:nvPr/>
        </p:nvSpPr>
        <p:spPr>
          <a:xfrm>
            <a:off x="6291617" y="1437987"/>
            <a:ext cx="5492391" cy="241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External</a:t>
            </a:r>
            <a:r>
              <a:rPr lang="pt-BR" dirty="0"/>
              <a:t> </a:t>
            </a:r>
            <a:r>
              <a:rPr lang="pt-BR" dirty="0" err="1"/>
              <a:t>debt</a:t>
            </a:r>
            <a:r>
              <a:rPr lang="pt-BR" dirty="0"/>
              <a:t> </a:t>
            </a:r>
            <a:r>
              <a:rPr lang="pt-BR" dirty="0" err="1"/>
              <a:t>breakdown</a:t>
            </a:r>
            <a:r>
              <a:rPr lang="pt-BR" dirty="0"/>
              <a:t> (USD </a:t>
            </a:r>
            <a:r>
              <a:rPr lang="pt-BR" dirty="0" err="1"/>
              <a:t>Bn</a:t>
            </a:r>
            <a:r>
              <a:rPr lang="pt-BR" dirty="0"/>
              <a:t>)</a:t>
            </a:r>
          </a:p>
        </p:txBody>
      </p:sp>
      <p:graphicFrame>
        <p:nvGraphicFramePr>
          <p:cNvPr id="28" name="Gráfico 13">
            <a:extLst>
              <a:ext uri="{FF2B5EF4-FFF2-40B4-BE49-F238E27FC236}">
                <a16:creationId xmlns:a16="http://schemas.microsoft.com/office/drawing/2014/main" id="{5BB0F411-F9D6-26B7-444A-B1A20833B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0744173"/>
              </p:ext>
            </p:extLst>
          </p:nvPr>
        </p:nvGraphicFramePr>
        <p:xfrm>
          <a:off x="6205540" y="1679287"/>
          <a:ext cx="5406670" cy="4568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9FBEAE29-B60E-C87A-A56B-1EDE19C47348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44CE5A4F-1AE7-A7B0-3530-8BCEEE088620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EF80D6-6F40-68E2-E1D6-200AEE28F2AA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658E8F55-202F-E009-BA42-E43E867BF327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9EB33F66-8C50-31A8-BA12-B6973C3B3A58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37BF233F-32EC-9C17-3267-9BF0B30DBCF2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9072035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C413BE9-E87E-2F61-9FFF-ACE18B2A81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18" name="Espaço Reservado para Conteúdo 17">
            <a:extLst>
              <a:ext uri="{FF2B5EF4-FFF2-40B4-BE49-F238E27FC236}">
                <a16:creationId xmlns:a16="http://schemas.microsoft.com/office/drawing/2014/main" id="{2232A637-A3AF-2767-90B0-FFD38E2DA935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569128473"/>
              </p:ext>
            </p:extLst>
          </p:nvPr>
        </p:nvGraphicFramePr>
        <p:xfrm>
          <a:off x="407988" y="1809750"/>
          <a:ext cx="5505450" cy="2032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Espaço Reservado para Conteúdo 14">
            <a:extLst>
              <a:ext uri="{FF2B5EF4-FFF2-40B4-BE49-F238E27FC236}">
                <a16:creationId xmlns:a16="http://schemas.microsoft.com/office/drawing/2014/main" id="{0F9601C8-9CF5-5576-3773-CB2F2471FB0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3698234"/>
              </p:ext>
            </p:extLst>
          </p:nvPr>
        </p:nvGraphicFramePr>
        <p:xfrm>
          <a:off x="6291263" y="1809750"/>
          <a:ext cx="5492750" cy="442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5F26FD-AFFF-B966-B8B8-482EB96E2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DXJ – ETF que replica empresas exportadoras japonesas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C16E923-AD2E-CE62-72C6-98DD33A5A8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Nikkei 225 </a:t>
            </a:r>
            <a:r>
              <a:rPr lang="pt-BR" err="1"/>
              <a:t>vs</a:t>
            </a:r>
            <a:r>
              <a:rPr lang="pt-BR"/>
              <a:t> Cambio, calcular correlação entre ambos (-1)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0C79AD3F-B43F-7386-3DDE-B3D2EE41D1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400BCFB-7B13-DD25-2BDA-E55C577F4B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0612FAB-C27F-B831-0C13-F939ADDE419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B4967212-6F0E-9F57-B05A-339273724C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19" name="Espaço Reservado para Conteúdo 18">
            <a:extLst>
              <a:ext uri="{FF2B5EF4-FFF2-40B4-BE49-F238E27FC236}">
                <a16:creationId xmlns:a16="http://schemas.microsoft.com/office/drawing/2014/main" id="{8284D439-A9A9-8B2B-538A-0E58EE15C94B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3025023678"/>
              </p:ext>
            </p:extLst>
          </p:nvPr>
        </p:nvGraphicFramePr>
        <p:xfrm>
          <a:off x="6567949" y="1628484"/>
          <a:ext cx="5004619" cy="4497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A5688F5-3856-0590-7F75-C34EAFB1ACF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AD5B4A19-C4F8-F984-7A58-2D1B378CC46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14" name="Espaço Reservado para Conteúdo 14">
            <a:extLst>
              <a:ext uri="{FF2B5EF4-FFF2-40B4-BE49-F238E27FC236}">
                <a16:creationId xmlns:a16="http://schemas.microsoft.com/office/drawing/2014/main" id="{FAD3745C-ECC5-C351-F941-13ADB98373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3809610"/>
              </p:ext>
            </p:extLst>
          </p:nvPr>
        </p:nvGraphicFramePr>
        <p:xfrm>
          <a:off x="407640" y="4395498"/>
          <a:ext cx="5492392" cy="1800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3E22B21F-F5BC-45AE-EE35-2B8F4D10D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3290686"/>
              </p:ext>
            </p:extLst>
          </p:nvPr>
        </p:nvGraphicFramePr>
        <p:xfrm>
          <a:off x="0" y="4550315"/>
          <a:ext cx="5883623" cy="2440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F02456E7-0FA2-8164-2414-5F599E8DE465}"/>
              </a:ext>
            </a:extLst>
          </p:cNvPr>
          <p:cNvSpPr txBox="1"/>
          <p:nvPr/>
        </p:nvSpPr>
        <p:spPr>
          <a:xfrm>
            <a:off x="3647767" y="6115778"/>
            <a:ext cx="700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/>
              <a:t>Nikkei 225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AEF140-B0A8-AA8A-8A69-7E542C799BDA}"/>
              </a:ext>
            </a:extLst>
          </p:cNvPr>
          <p:cNvSpPr txBox="1"/>
          <p:nvPr/>
        </p:nvSpPr>
        <p:spPr>
          <a:xfrm>
            <a:off x="1427032" y="6115051"/>
            <a:ext cx="15311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err="1"/>
              <a:t>Foreign</a:t>
            </a:r>
            <a:r>
              <a:rPr lang="pt-BR" sz="900"/>
              <a:t> </a:t>
            </a:r>
            <a:r>
              <a:rPr lang="pt-BR" sz="900" err="1"/>
              <a:t>Equity</a:t>
            </a:r>
            <a:r>
              <a:rPr lang="pt-BR" sz="900"/>
              <a:t> Investments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617D800-7293-5931-177B-B790C32A6318}"/>
              </a:ext>
            </a:extLst>
          </p:cNvPr>
          <p:cNvSpPr/>
          <p:nvPr/>
        </p:nvSpPr>
        <p:spPr>
          <a:xfrm>
            <a:off x="3445923" y="6182824"/>
            <a:ext cx="241172" cy="8824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7716485-5D5E-8872-C443-294E79F1611E}"/>
              </a:ext>
            </a:extLst>
          </p:cNvPr>
          <p:cNvSpPr/>
          <p:nvPr/>
        </p:nvSpPr>
        <p:spPr>
          <a:xfrm>
            <a:off x="1225188" y="6193371"/>
            <a:ext cx="241172" cy="8824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231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5367B98-3A37-783B-547C-88545F558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16" name="Espaço Reservado para Conteúdo 15">
            <a:extLst>
              <a:ext uri="{FF2B5EF4-FFF2-40B4-BE49-F238E27FC236}">
                <a16:creationId xmlns:a16="http://schemas.microsoft.com/office/drawing/2014/main" id="{1C7B40E2-5543-6E69-8F0E-85814903B01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5961967"/>
              </p:ext>
            </p:extLst>
          </p:nvPr>
        </p:nvGraphicFramePr>
        <p:xfrm>
          <a:off x="407988" y="1809750"/>
          <a:ext cx="5505450" cy="4425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5CFBBA-D4D8-9358-7A5A-EDCD7B3ADBA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EBB6F2-7622-5122-8A19-64D07F915F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D4EC11D-1688-9105-4AFF-EF79A2D9C9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C611F44-235E-7AE5-452A-7C02697DE2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6CEC0AE2-13E4-BF2F-BD04-82E9E5A698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CA5C7F16-8396-CCA8-F1F0-6D6AB67C74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2D50432-7EE6-B1F0-C6A4-6D24709B48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73618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035D8-442E-8947-C343-CFD055BC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48D8E20-1C9C-66DC-8609-E9F7AA0841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trade balance narrowing over time</a:t>
            </a:r>
            <a:endParaRPr lang="pt-BR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15" name="Espaço Reservado para Conteúdo 14">
                <a:extLst>
                  <a:ext uri="{FF2B5EF4-FFF2-40B4-BE49-F238E27FC236}">
                    <a16:creationId xmlns:a16="http://schemas.microsoft.com/office/drawing/2014/main" id="{02EDF8DF-DB09-73B7-9020-E4F8F55A2AD4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2995146287"/>
                  </p:ext>
                </p:extLst>
              </p:nvPr>
            </p:nvGraphicFramePr>
            <p:xfrm>
              <a:off x="-796413" y="300215"/>
              <a:ext cx="7009828" cy="774257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5" name="Espaço Reservado para Conteúdo 14">
                <a:extLst>
                  <a:ext uri="{FF2B5EF4-FFF2-40B4-BE49-F238E27FC236}">
                    <a16:creationId xmlns:a16="http://schemas.microsoft.com/office/drawing/2014/main" id="{02EDF8DF-DB09-73B7-9020-E4F8F55A2A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96413" y="300215"/>
                <a:ext cx="7009828" cy="7742572"/>
              </a:xfrm>
              <a:prstGeom prst="rect">
                <a:avLst/>
              </a:prstGeom>
            </p:spPr>
          </p:pic>
        </mc:Fallback>
      </mc:AlternateContent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3240E27-00BE-EEDF-1516-86D5E08D6F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 large part of the deficit stems from China and Australia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457FA2A-35ED-5E6D-B399-7D5608E945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An extremely volatile trade balance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0E822D6-A02F-BB9A-6586-1AA0796DED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Commercial</a:t>
            </a:r>
            <a:r>
              <a:rPr lang="pt-BR"/>
              <a:t> balance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Japan</a:t>
            </a:r>
            <a:r>
              <a:rPr lang="pt-BR"/>
              <a:t> 6 </a:t>
            </a:r>
            <a:r>
              <a:rPr lang="pt-BR" err="1"/>
              <a:t>biggest</a:t>
            </a:r>
            <a:r>
              <a:rPr lang="pt-BR"/>
              <a:t> comercial </a:t>
            </a:r>
            <a:r>
              <a:rPr lang="pt-BR" err="1"/>
              <a:t>partners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Brazil</a:t>
            </a:r>
            <a:r>
              <a:rPr lang="pt-BR"/>
              <a:t> in USD Bi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41632310-7287-E2FF-8F53-2CBE71D29C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exports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imports</a:t>
            </a:r>
            <a:r>
              <a:rPr lang="pt-BR"/>
              <a:t> </a:t>
            </a:r>
            <a:r>
              <a:rPr lang="pt-BR" err="1"/>
              <a:t>breakdown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trade </a:t>
            </a:r>
            <a:r>
              <a:rPr lang="pt-BR" err="1"/>
              <a:t>terms</a:t>
            </a:r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9010AE33-697B-AE3A-D2F2-A1E025F98E5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D3C432D-8EBA-0102-C4EE-327B4B064A7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Since 1990, Japan's trade balance has been shrinking and becoming volatile</a:t>
            </a:r>
            <a:endParaRPr lang="pt-BR"/>
          </a:p>
        </p:txBody>
      </p:sp>
      <p:graphicFrame>
        <p:nvGraphicFramePr>
          <p:cNvPr id="50" name="Gráfico 49">
            <a:extLst>
              <a:ext uri="{FF2B5EF4-FFF2-40B4-BE49-F238E27FC236}">
                <a16:creationId xmlns:a16="http://schemas.microsoft.com/office/drawing/2014/main" id="{672FA950-18FF-1E14-1DC3-0A94487813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364636"/>
              </p:ext>
            </p:extLst>
          </p:nvPr>
        </p:nvGraphicFramePr>
        <p:xfrm>
          <a:off x="6935070" y="947402"/>
          <a:ext cx="4785082" cy="2328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1" name="CaixaDeTexto 50">
            <a:extLst>
              <a:ext uri="{FF2B5EF4-FFF2-40B4-BE49-F238E27FC236}">
                <a16:creationId xmlns:a16="http://schemas.microsoft.com/office/drawing/2014/main" id="{03537837-BA9D-7128-8668-1404FAC5781E}"/>
              </a:ext>
            </a:extLst>
          </p:cNvPr>
          <p:cNvSpPr txBox="1"/>
          <p:nvPr/>
        </p:nvSpPr>
        <p:spPr>
          <a:xfrm>
            <a:off x="6398838" y="2000630"/>
            <a:ext cx="6902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err="1">
                <a:latin typeface="Montserrat" pitchFamily="2" charset="0"/>
              </a:rPr>
              <a:t>Exports</a:t>
            </a:r>
            <a:endParaRPr lang="pt-BR" sz="900">
              <a:latin typeface="Montserrat" pitchFamily="2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574827E-EF69-F872-5C62-6CCB501C28C3}"/>
              </a:ext>
            </a:extLst>
          </p:cNvPr>
          <p:cNvSpPr txBox="1"/>
          <p:nvPr/>
        </p:nvSpPr>
        <p:spPr>
          <a:xfrm>
            <a:off x="6398838" y="2426180"/>
            <a:ext cx="7740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err="1">
                <a:latin typeface="Montserrat" pitchFamily="2" charset="0"/>
              </a:rPr>
              <a:t>Imports</a:t>
            </a:r>
            <a:endParaRPr lang="pt-BR" sz="900">
              <a:latin typeface="Montserrat" pitchFamily="2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EE3068B2-2648-CE57-F3BA-DCC5E36663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7695011"/>
              </p:ext>
            </p:extLst>
          </p:nvPr>
        </p:nvGraphicFramePr>
        <p:xfrm>
          <a:off x="6398837" y="3267020"/>
          <a:ext cx="5321315" cy="1517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66A1C34F-58E0-7C3C-5E52-3D611B097F87}"/>
              </a:ext>
            </a:extLst>
          </p:cNvPr>
          <p:cNvSpPr/>
          <p:nvPr/>
        </p:nvSpPr>
        <p:spPr>
          <a:xfrm>
            <a:off x="1150375" y="3276272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DBB0364-F41A-0AD5-3921-A2D20B5349C0}"/>
              </a:ext>
            </a:extLst>
          </p:cNvPr>
          <p:cNvSpPr/>
          <p:nvPr/>
        </p:nvSpPr>
        <p:spPr>
          <a:xfrm>
            <a:off x="4981990" y="3625080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CB74019-A6A4-9CE0-9F98-C714B16EAFAC}"/>
              </a:ext>
            </a:extLst>
          </p:cNvPr>
          <p:cNvSpPr/>
          <p:nvPr/>
        </p:nvSpPr>
        <p:spPr>
          <a:xfrm>
            <a:off x="4547421" y="3744558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B12DA1F-D1EB-63A4-0331-4D54DD73F40C}"/>
              </a:ext>
            </a:extLst>
          </p:cNvPr>
          <p:cNvSpPr/>
          <p:nvPr/>
        </p:nvSpPr>
        <p:spPr>
          <a:xfrm>
            <a:off x="4694904" y="3253659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7BF5C2F-506E-F9CE-CF53-26189F584A65}"/>
              </a:ext>
            </a:extLst>
          </p:cNvPr>
          <p:cNvSpPr/>
          <p:nvPr/>
        </p:nvSpPr>
        <p:spPr>
          <a:xfrm>
            <a:off x="1877962" y="4295684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77EDF94A-6B12-3D67-657E-388369232234}"/>
              </a:ext>
            </a:extLst>
          </p:cNvPr>
          <p:cNvSpPr/>
          <p:nvPr/>
        </p:nvSpPr>
        <p:spPr>
          <a:xfrm>
            <a:off x="4981990" y="4613623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DC36D33-64DD-D6A5-F3CC-9C74E4BB0E9B}"/>
              </a:ext>
            </a:extLst>
          </p:cNvPr>
          <p:cNvSpPr/>
          <p:nvPr/>
        </p:nvSpPr>
        <p:spPr>
          <a:xfrm>
            <a:off x="4981990" y="3363721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B53F0572-F219-2584-7DAC-564C0C898F85}"/>
              </a:ext>
            </a:extLst>
          </p:cNvPr>
          <p:cNvCxnSpPr>
            <a:cxnSpLocks/>
          </p:cNvCxnSpPr>
          <p:nvPr/>
        </p:nvCxnSpPr>
        <p:spPr>
          <a:xfrm>
            <a:off x="1224116" y="3330023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2C776BE-83D5-DE0E-D0B0-B9A13BCC95AE}"/>
              </a:ext>
            </a:extLst>
          </p:cNvPr>
          <p:cNvCxnSpPr>
            <a:cxnSpLocks/>
          </p:cNvCxnSpPr>
          <p:nvPr/>
        </p:nvCxnSpPr>
        <p:spPr>
          <a:xfrm>
            <a:off x="5043660" y="3713311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6637DBE-7EAF-2C57-A40F-82A12A5EA6BA}"/>
              </a:ext>
            </a:extLst>
          </p:cNvPr>
          <p:cNvCxnSpPr>
            <a:cxnSpLocks/>
          </p:cNvCxnSpPr>
          <p:nvPr/>
        </p:nvCxnSpPr>
        <p:spPr>
          <a:xfrm flipV="1">
            <a:off x="4773562" y="3232920"/>
            <a:ext cx="642997" cy="793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245E8AD-8216-0118-253F-BABF2BE431F4}"/>
              </a:ext>
            </a:extLst>
          </p:cNvPr>
          <p:cNvCxnSpPr>
            <a:cxnSpLocks/>
          </p:cNvCxnSpPr>
          <p:nvPr/>
        </p:nvCxnSpPr>
        <p:spPr>
          <a:xfrm>
            <a:off x="5045147" y="3461543"/>
            <a:ext cx="371412" cy="18108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AE39E7F9-F423-3F41-969D-09E625F5FFE2}"/>
              </a:ext>
            </a:extLst>
          </p:cNvPr>
          <p:cNvCxnSpPr>
            <a:cxnSpLocks/>
          </p:cNvCxnSpPr>
          <p:nvPr/>
        </p:nvCxnSpPr>
        <p:spPr>
          <a:xfrm flipV="1">
            <a:off x="1955878" y="4143612"/>
            <a:ext cx="224658" cy="2204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94413FAF-E147-F315-76E4-AC64AB4A8781}"/>
              </a:ext>
            </a:extLst>
          </p:cNvPr>
          <p:cNvCxnSpPr>
            <a:cxnSpLocks/>
          </p:cNvCxnSpPr>
          <p:nvPr/>
        </p:nvCxnSpPr>
        <p:spPr>
          <a:xfrm>
            <a:off x="4621162" y="4372048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DE0BC659-EF2B-165D-EFD9-63FA8C3739F0}"/>
              </a:ext>
            </a:extLst>
          </p:cNvPr>
          <p:cNvCxnSpPr>
            <a:cxnSpLocks/>
          </p:cNvCxnSpPr>
          <p:nvPr/>
        </p:nvCxnSpPr>
        <p:spPr>
          <a:xfrm flipH="1">
            <a:off x="4353092" y="3825525"/>
            <a:ext cx="298416" cy="2936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6D8D2-DAF2-40C5-0539-C55FDDFEA3F7}"/>
              </a:ext>
            </a:extLst>
          </p:cNvPr>
          <p:cNvSpPr txBox="1"/>
          <p:nvPr/>
        </p:nvSpPr>
        <p:spPr>
          <a:xfrm>
            <a:off x="1607813" y="3509379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49,9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0C5AD00-6F86-1E13-C8EC-C9FC171CA42D}"/>
              </a:ext>
            </a:extLst>
          </p:cNvPr>
          <p:cNvSpPr txBox="1"/>
          <p:nvPr/>
        </p:nvSpPr>
        <p:spPr>
          <a:xfrm>
            <a:off x="2027253" y="3960333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-4,1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27DCB09-53CF-8982-D53D-DD737BBC5859}"/>
              </a:ext>
            </a:extLst>
          </p:cNvPr>
          <p:cNvSpPr txBox="1"/>
          <p:nvPr/>
        </p:nvSpPr>
        <p:spPr>
          <a:xfrm>
            <a:off x="5397156" y="3897292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19,4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BB533B6-BF33-518E-40F3-966427181E0C}"/>
              </a:ext>
            </a:extLst>
          </p:cNvPr>
          <p:cNvSpPr txBox="1"/>
          <p:nvPr/>
        </p:nvSpPr>
        <p:spPr>
          <a:xfrm>
            <a:off x="5387007" y="3531626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16,4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09FF874-733C-8BDA-CF80-116C17EA327F}"/>
              </a:ext>
            </a:extLst>
          </p:cNvPr>
          <p:cNvSpPr txBox="1"/>
          <p:nvPr/>
        </p:nvSpPr>
        <p:spPr>
          <a:xfrm>
            <a:off x="5397157" y="3110878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-52,9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2D496031-5144-709B-19C5-4F7C37702CB5}"/>
              </a:ext>
            </a:extLst>
          </p:cNvPr>
          <p:cNvSpPr txBox="1"/>
          <p:nvPr/>
        </p:nvSpPr>
        <p:spPr>
          <a:xfrm>
            <a:off x="4136186" y="4078792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2,7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8130E05-F689-D741-B1ED-83B51C72E805}"/>
              </a:ext>
            </a:extLst>
          </p:cNvPr>
          <p:cNvSpPr txBox="1"/>
          <p:nvPr/>
        </p:nvSpPr>
        <p:spPr>
          <a:xfrm>
            <a:off x="4249256" y="4228864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-30,5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22B1FFAB-7F79-120D-8EAD-BE60F967D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94489"/>
              </p:ext>
            </p:extLst>
          </p:nvPr>
        </p:nvGraphicFramePr>
        <p:xfrm>
          <a:off x="6398837" y="5179079"/>
          <a:ext cx="522368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27">
                  <a:extLst>
                    <a:ext uri="{9D8B030D-6E8A-4147-A177-3AD203B41FA5}">
                      <a16:colId xmlns:a16="http://schemas.microsoft.com/office/drawing/2014/main" val="2155677547"/>
                    </a:ext>
                  </a:extLst>
                </a:gridCol>
                <a:gridCol w="1741227">
                  <a:extLst>
                    <a:ext uri="{9D8B030D-6E8A-4147-A177-3AD203B41FA5}">
                      <a16:colId xmlns:a16="http://schemas.microsoft.com/office/drawing/2014/main" val="1920543763"/>
                    </a:ext>
                  </a:extLst>
                </a:gridCol>
                <a:gridCol w="1741227">
                  <a:extLst>
                    <a:ext uri="{9D8B030D-6E8A-4147-A177-3AD203B41FA5}">
                      <a16:colId xmlns:a16="http://schemas.microsoft.com/office/drawing/2014/main" val="438091510"/>
                    </a:ext>
                  </a:extLst>
                </a:gridCol>
              </a:tblGrid>
              <a:tr h="219387"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Region of the world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Trade balance (USD bn)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% of the 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169271"/>
                  </a:ext>
                </a:extLst>
              </a:tr>
              <a:tr h="219387"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America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46.6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20.28%</a:t>
                      </a: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989407"/>
                  </a:ext>
                </a:extLst>
              </a:tr>
              <a:tr h="219387"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Europe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-15.2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13.55%</a:t>
                      </a: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67856"/>
                  </a:ext>
                </a:extLst>
              </a:tr>
              <a:tr h="219387"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Asia/Oceania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-5.0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54.59%</a:t>
                      </a: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879639"/>
                  </a:ext>
                </a:extLst>
              </a:tr>
              <a:tr h="219387"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Middle East/Africa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>
                          <a:latin typeface="Montserrat" panose="00000500000000000000" pitchFamily="2" charset="0"/>
                        </a:rPr>
                        <a:t>-46.0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11.58%</a:t>
                      </a: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893508"/>
                  </a:ext>
                </a:extLst>
              </a:tr>
            </a:tbl>
          </a:graphicData>
        </a:graphic>
      </p:graphicFrame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C6D0331-1A50-85D5-2CF4-ACABC0615A99}"/>
              </a:ext>
            </a:extLst>
          </p:cNvPr>
          <p:cNvCxnSpPr>
            <a:cxnSpLocks/>
          </p:cNvCxnSpPr>
          <p:nvPr/>
        </p:nvCxnSpPr>
        <p:spPr>
          <a:xfrm>
            <a:off x="6398837" y="5147966"/>
            <a:ext cx="5008892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FEB9ED9-9F58-8730-29E0-D710E1AE18E3}"/>
              </a:ext>
            </a:extLst>
          </p:cNvPr>
          <p:cNvSpPr txBox="1"/>
          <p:nvPr/>
        </p:nvSpPr>
        <p:spPr>
          <a:xfrm>
            <a:off x="6342778" y="4841471"/>
            <a:ext cx="2573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err="1">
                <a:latin typeface="Montserrat" panose="00000500000000000000" pitchFamily="2" charset="0"/>
              </a:rPr>
              <a:t>Japan</a:t>
            </a:r>
            <a:r>
              <a:rPr lang="pt-BR" sz="1200">
                <a:latin typeface="Montserrat" panose="00000500000000000000" pitchFamily="2" charset="0"/>
              </a:rPr>
              <a:t> comercial trades in 2025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E52F692-FE4A-B35C-56C7-808114813070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96539BEE-EFF0-2C95-9FBC-DAD9C9DCEDA3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3F4EB7A8-106C-6EAE-C555-8749B36DB3F6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B450B074-B33D-C7AF-EE5C-0DEBC138C9A6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B5255010-B42F-D09D-1322-29519213A2A5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43D27F10-EC5F-EB4C-E68B-D2A3B8C465D7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294819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4A8A-6673-BFBB-5AFF-FEF5E6BD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CD9048E-B829-77B5-0D00-C686520FFD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trade balance narrowing over time</a:t>
            </a:r>
            <a:endParaRPr lang="pt-BR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15" name="Espaço Reservado para Conteúdo 14">
                <a:extLst>
                  <a:ext uri="{FF2B5EF4-FFF2-40B4-BE49-F238E27FC236}">
                    <a16:creationId xmlns:a16="http://schemas.microsoft.com/office/drawing/2014/main" id="{6C976183-CA34-6C78-CF31-BFD9F85BA2D6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2221922755"/>
                  </p:ext>
                </p:extLst>
              </p:nvPr>
            </p:nvGraphicFramePr>
            <p:xfrm>
              <a:off x="-796413" y="300215"/>
              <a:ext cx="7009828" cy="774257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5" name="Espaço Reservado para Conteúdo 14">
                <a:extLst>
                  <a:ext uri="{FF2B5EF4-FFF2-40B4-BE49-F238E27FC236}">
                    <a16:creationId xmlns:a16="http://schemas.microsoft.com/office/drawing/2014/main" id="{6C976183-CA34-6C78-CF31-BFD9F85BA2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96413" y="300215"/>
                <a:ext cx="7009828" cy="7742572"/>
              </a:xfrm>
              <a:prstGeom prst="rect">
                <a:avLst/>
              </a:prstGeom>
            </p:spPr>
          </p:pic>
        </mc:Fallback>
      </mc:AlternateContent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A4F0D5-0E75-4965-BB8A-51F341E93D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 large part of the deficit stems from China and Australia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1DD1866-DF81-2033-6C88-265132AC1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An extremely volatile trade balance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A4CDCE7-85FA-36A0-2A4F-2B82464BBF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err="1"/>
              <a:t>Commercial</a:t>
            </a:r>
            <a:r>
              <a:rPr lang="pt-BR"/>
              <a:t> balance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Japan</a:t>
            </a:r>
            <a:r>
              <a:rPr lang="pt-BR"/>
              <a:t> 6 </a:t>
            </a:r>
            <a:r>
              <a:rPr lang="pt-BR" err="1"/>
              <a:t>biggest</a:t>
            </a:r>
            <a:r>
              <a:rPr lang="pt-BR"/>
              <a:t> comercial </a:t>
            </a:r>
            <a:r>
              <a:rPr lang="pt-BR" err="1"/>
              <a:t>partners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Brazil</a:t>
            </a:r>
            <a:r>
              <a:rPr lang="pt-BR"/>
              <a:t> in USD Bi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672CAABC-0B3E-52BB-6999-6CFE8B39D3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err="1"/>
              <a:t>Japan</a:t>
            </a:r>
            <a:r>
              <a:rPr lang="pt-BR"/>
              <a:t> </a:t>
            </a:r>
            <a:r>
              <a:rPr lang="pt-BR" err="1"/>
              <a:t>exports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imports</a:t>
            </a:r>
            <a:r>
              <a:rPr lang="pt-BR"/>
              <a:t> </a:t>
            </a:r>
            <a:r>
              <a:rPr lang="pt-BR" err="1"/>
              <a:t>breakdown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trade </a:t>
            </a:r>
            <a:r>
              <a:rPr lang="pt-BR" err="1"/>
              <a:t>terms</a:t>
            </a:r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E8FD9F5-6A5A-06DB-0537-6107BF60D0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err="1"/>
              <a:t>Source</a:t>
            </a:r>
            <a:r>
              <a:rPr lang="pt-BR"/>
              <a:t>: BOJ | Trading </a:t>
            </a:r>
            <a:r>
              <a:rPr lang="pt-BR" err="1"/>
              <a:t>Economics</a:t>
            </a:r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C186AF12-6FD8-F7EA-FFB1-6CF5393147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Since 1990, Japan's trade balance has been shrinking and becoming volatile</a:t>
            </a:r>
            <a:endParaRPr lang="pt-BR"/>
          </a:p>
        </p:txBody>
      </p:sp>
      <p:graphicFrame>
        <p:nvGraphicFramePr>
          <p:cNvPr id="50" name="Gráfico 49">
            <a:extLst>
              <a:ext uri="{FF2B5EF4-FFF2-40B4-BE49-F238E27FC236}">
                <a16:creationId xmlns:a16="http://schemas.microsoft.com/office/drawing/2014/main" id="{E688E709-B4D8-1474-6644-41641E80DC69}"/>
              </a:ext>
            </a:extLst>
          </p:cNvPr>
          <p:cNvGraphicFramePr/>
          <p:nvPr/>
        </p:nvGraphicFramePr>
        <p:xfrm>
          <a:off x="6935070" y="947402"/>
          <a:ext cx="4785082" cy="2328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1" name="CaixaDeTexto 50">
            <a:extLst>
              <a:ext uri="{FF2B5EF4-FFF2-40B4-BE49-F238E27FC236}">
                <a16:creationId xmlns:a16="http://schemas.microsoft.com/office/drawing/2014/main" id="{3C58009D-2E85-2C61-7F02-ED60CD171CB0}"/>
              </a:ext>
            </a:extLst>
          </p:cNvPr>
          <p:cNvSpPr txBox="1"/>
          <p:nvPr/>
        </p:nvSpPr>
        <p:spPr>
          <a:xfrm>
            <a:off x="6398838" y="2000630"/>
            <a:ext cx="6902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err="1">
                <a:latin typeface="Montserrat" pitchFamily="2" charset="0"/>
              </a:rPr>
              <a:t>Exports</a:t>
            </a:r>
            <a:endParaRPr lang="pt-BR" sz="900">
              <a:latin typeface="Montserrat" pitchFamily="2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841E156-DFF9-76EC-44D3-0FEBAB1D3AC8}"/>
              </a:ext>
            </a:extLst>
          </p:cNvPr>
          <p:cNvSpPr txBox="1"/>
          <p:nvPr/>
        </p:nvSpPr>
        <p:spPr>
          <a:xfrm>
            <a:off x="6398838" y="2426180"/>
            <a:ext cx="7740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err="1">
                <a:latin typeface="Montserrat" pitchFamily="2" charset="0"/>
              </a:rPr>
              <a:t>Imports</a:t>
            </a:r>
            <a:endParaRPr lang="pt-BR" sz="900">
              <a:latin typeface="Montserrat" pitchFamily="2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7B875516-753D-8577-231C-3A35B38EC9A3}"/>
              </a:ext>
            </a:extLst>
          </p:cNvPr>
          <p:cNvGraphicFramePr/>
          <p:nvPr/>
        </p:nvGraphicFramePr>
        <p:xfrm>
          <a:off x="6398837" y="3267020"/>
          <a:ext cx="5321315" cy="1517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A15A7739-8A0F-D07B-D4DF-9C2508516C41}"/>
              </a:ext>
            </a:extLst>
          </p:cNvPr>
          <p:cNvSpPr/>
          <p:nvPr/>
        </p:nvSpPr>
        <p:spPr>
          <a:xfrm>
            <a:off x="1150375" y="3276272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D00B03E-2363-9B0E-B88A-09C1BB2C2F7E}"/>
              </a:ext>
            </a:extLst>
          </p:cNvPr>
          <p:cNvSpPr/>
          <p:nvPr/>
        </p:nvSpPr>
        <p:spPr>
          <a:xfrm>
            <a:off x="4981990" y="3625080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682FD43-E49D-C776-145F-3CD6DD666513}"/>
              </a:ext>
            </a:extLst>
          </p:cNvPr>
          <p:cNvSpPr/>
          <p:nvPr/>
        </p:nvSpPr>
        <p:spPr>
          <a:xfrm>
            <a:off x="4547421" y="3744558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DF67885-F129-71E9-C61A-443F9ABF2196}"/>
              </a:ext>
            </a:extLst>
          </p:cNvPr>
          <p:cNvSpPr/>
          <p:nvPr/>
        </p:nvSpPr>
        <p:spPr>
          <a:xfrm>
            <a:off x="4694904" y="3253659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85684AA-1088-844D-1B53-B323C0316B8E}"/>
              </a:ext>
            </a:extLst>
          </p:cNvPr>
          <p:cNvSpPr/>
          <p:nvPr/>
        </p:nvSpPr>
        <p:spPr>
          <a:xfrm>
            <a:off x="1877962" y="4295684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4638A39-317C-EB0D-804A-000B04CF9DF1}"/>
              </a:ext>
            </a:extLst>
          </p:cNvPr>
          <p:cNvSpPr/>
          <p:nvPr/>
        </p:nvSpPr>
        <p:spPr>
          <a:xfrm>
            <a:off x="4981990" y="4613623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7C17FFD-3C49-DD1F-8D4D-BE4C8BC5742F}"/>
              </a:ext>
            </a:extLst>
          </p:cNvPr>
          <p:cNvSpPr/>
          <p:nvPr/>
        </p:nvSpPr>
        <p:spPr>
          <a:xfrm>
            <a:off x="4981990" y="3363721"/>
            <a:ext cx="147483" cy="15272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itchFamily="2" charset="0"/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4F97CD7-FC0A-4B32-7B31-1E1B903A84DD}"/>
              </a:ext>
            </a:extLst>
          </p:cNvPr>
          <p:cNvCxnSpPr>
            <a:cxnSpLocks/>
          </p:cNvCxnSpPr>
          <p:nvPr/>
        </p:nvCxnSpPr>
        <p:spPr>
          <a:xfrm>
            <a:off x="1224116" y="3330023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AEE80482-A7DC-8078-F149-DEC990AC9911}"/>
              </a:ext>
            </a:extLst>
          </p:cNvPr>
          <p:cNvCxnSpPr>
            <a:cxnSpLocks/>
          </p:cNvCxnSpPr>
          <p:nvPr/>
        </p:nvCxnSpPr>
        <p:spPr>
          <a:xfrm>
            <a:off x="5043660" y="3713311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F083E6C7-C9DD-1DA4-EAF5-6AB51979905F}"/>
              </a:ext>
            </a:extLst>
          </p:cNvPr>
          <p:cNvCxnSpPr>
            <a:cxnSpLocks/>
          </p:cNvCxnSpPr>
          <p:nvPr/>
        </p:nvCxnSpPr>
        <p:spPr>
          <a:xfrm flipV="1">
            <a:off x="4773562" y="3232920"/>
            <a:ext cx="642997" cy="793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0E6AD1B-30B8-729F-FA35-1EF730212937}"/>
              </a:ext>
            </a:extLst>
          </p:cNvPr>
          <p:cNvCxnSpPr>
            <a:cxnSpLocks/>
          </p:cNvCxnSpPr>
          <p:nvPr/>
        </p:nvCxnSpPr>
        <p:spPr>
          <a:xfrm>
            <a:off x="5045147" y="3461543"/>
            <a:ext cx="371412" cy="18108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6A5C4F6-62F0-3D96-1CED-3BA2432C54B6}"/>
              </a:ext>
            </a:extLst>
          </p:cNvPr>
          <p:cNvCxnSpPr>
            <a:cxnSpLocks/>
          </p:cNvCxnSpPr>
          <p:nvPr/>
        </p:nvCxnSpPr>
        <p:spPr>
          <a:xfrm flipV="1">
            <a:off x="1955878" y="4143612"/>
            <a:ext cx="224658" cy="2204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28D7F553-F120-E787-F005-B5E8B82A15DB}"/>
              </a:ext>
            </a:extLst>
          </p:cNvPr>
          <p:cNvCxnSpPr>
            <a:cxnSpLocks/>
          </p:cNvCxnSpPr>
          <p:nvPr/>
        </p:nvCxnSpPr>
        <p:spPr>
          <a:xfrm>
            <a:off x="4621162" y="4372048"/>
            <a:ext cx="411473" cy="2912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3666DD1B-4A77-D1AA-2309-BB1786EB5D2A}"/>
              </a:ext>
            </a:extLst>
          </p:cNvPr>
          <p:cNvCxnSpPr>
            <a:cxnSpLocks/>
          </p:cNvCxnSpPr>
          <p:nvPr/>
        </p:nvCxnSpPr>
        <p:spPr>
          <a:xfrm flipH="1">
            <a:off x="4353092" y="3825525"/>
            <a:ext cx="298416" cy="2936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9B72986-C87F-06C9-DC2A-AEA1E052ED6D}"/>
              </a:ext>
            </a:extLst>
          </p:cNvPr>
          <p:cNvSpPr txBox="1"/>
          <p:nvPr/>
        </p:nvSpPr>
        <p:spPr>
          <a:xfrm>
            <a:off x="1607813" y="3509379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49,9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6039C95-6190-39E7-B6C8-7C6808728349}"/>
              </a:ext>
            </a:extLst>
          </p:cNvPr>
          <p:cNvSpPr txBox="1"/>
          <p:nvPr/>
        </p:nvSpPr>
        <p:spPr>
          <a:xfrm>
            <a:off x="2027253" y="3960333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-4,1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998EAB9-552A-BCA8-8C3A-94B5EC9FADEF}"/>
              </a:ext>
            </a:extLst>
          </p:cNvPr>
          <p:cNvSpPr txBox="1"/>
          <p:nvPr/>
        </p:nvSpPr>
        <p:spPr>
          <a:xfrm>
            <a:off x="5397156" y="3897292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19,4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AA90F6BD-D836-6F30-2DC6-F04414F6F344}"/>
              </a:ext>
            </a:extLst>
          </p:cNvPr>
          <p:cNvSpPr txBox="1"/>
          <p:nvPr/>
        </p:nvSpPr>
        <p:spPr>
          <a:xfrm>
            <a:off x="5387007" y="3531626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16,4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520358F-785F-363C-655E-2BCD5496C524}"/>
              </a:ext>
            </a:extLst>
          </p:cNvPr>
          <p:cNvSpPr txBox="1"/>
          <p:nvPr/>
        </p:nvSpPr>
        <p:spPr>
          <a:xfrm>
            <a:off x="5397157" y="3110878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-52,9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3C5F6617-0609-18BC-C4AA-C0B7DB376DE6}"/>
              </a:ext>
            </a:extLst>
          </p:cNvPr>
          <p:cNvSpPr txBox="1"/>
          <p:nvPr/>
        </p:nvSpPr>
        <p:spPr>
          <a:xfrm>
            <a:off x="4136186" y="4078792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2,7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35A7E6B-7DB7-CB8F-B4C5-B16CFB6B41F9}"/>
              </a:ext>
            </a:extLst>
          </p:cNvPr>
          <p:cNvSpPr txBox="1"/>
          <p:nvPr/>
        </p:nvSpPr>
        <p:spPr>
          <a:xfrm>
            <a:off x="4249256" y="4228864"/>
            <a:ext cx="969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latin typeface="Montserrat" pitchFamily="2" charset="0"/>
              </a:rPr>
              <a:t>-30,5</a:t>
            </a: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089AF3E4-7ADA-E91B-200A-4D290FCA4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1221440"/>
              </p:ext>
            </p:extLst>
          </p:nvPr>
        </p:nvGraphicFramePr>
        <p:xfrm>
          <a:off x="6496470" y="5053781"/>
          <a:ext cx="5110408" cy="1283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CaixaDeTexto 15">
            <a:extLst>
              <a:ext uri="{FF2B5EF4-FFF2-40B4-BE49-F238E27FC236}">
                <a16:creationId xmlns:a16="http://schemas.microsoft.com/office/drawing/2014/main" id="{052A2BE0-9DC0-594A-0AFC-0292E0066A85}"/>
              </a:ext>
            </a:extLst>
          </p:cNvPr>
          <p:cNvSpPr txBox="1"/>
          <p:nvPr/>
        </p:nvSpPr>
        <p:spPr>
          <a:xfrm>
            <a:off x="6432262" y="4679641"/>
            <a:ext cx="2523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err="1">
                <a:latin typeface="Montserrat" panose="00000500000000000000" pitchFamily="2" charset="0"/>
              </a:rPr>
              <a:t>Japan's</a:t>
            </a:r>
            <a:r>
              <a:rPr lang="pt-BR" sz="1200">
                <a:latin typeface="Montserrat" panose="00000500000000000000" pitchFamily="2" charset="0"/>
              </a:rPr>
              <a:t> </a:t>
            </a:r>
            <a:r>
              <a:rPr lang="pt-BR" sz="1200" err="1">
                <a:latin typeface="Montserrat" panose="00000500000000000000" pitchFamily="2" charset="0"/>
              </a:rPr>
              <a:t>energy</a:t>
            </a:r>
            <a:r>
              <a:rPr lang="pt-BR" sz="1200">
                <a:latin typeface="Montserrat" panose="00000500000000000000" pitchFamily="2" charset="0"/>
              </a:rPr>
              <a:t> self-</a:t>
            </a:r>
            <a:r>
              <a:rPr lang="pt-BR" sz="1200" err="1">
                <a:latin typeface="Montserrat" panose="00000500000000000000" pitchFamily="2" charset="0"/>
              </a:rPr>
              <a:t>sufficiency</a:t>
            </a:r>
            <a:endParaRPr lang="pt-BR" sz="1200">
              <a:latin typeface="Montserrat" panose="00000500000000000000" pitchFamily="2" charset="0"/>
            </a:endParaRPr>
          </a:p>
        </p:txBody>
      </p:sp>
      <p:cxnSp>
        <p:nvCxnSpPr>
          <p:cNvPr id="28" name="Conector reto 20">
            <a:extLst>
              <a:ext uri="{FF2B5EF4-FFF2-40B4-BE49-F238E27FC236}">
                <a16:creationId xmlns:a16="http://schemas.microsoft.com/office/drawing/2014/main" id="{476997B4-90A9-EA5A-DE30-395A72C89046}"/>
              </a:ext>
            </a:extLst>
          </p:cNvPr>
          <p:cNvCxnSpPr>
            <a:cxnSpLocks/>
          </p:cNvCxnSpPr>
          <p:nvPr/>
        </p:nvCxnSpPr>
        <p:spPr>
          <a:xfrm>
            <a:off x="6479813" y="4984677"/>
            <a:ext cx="500889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B09981E-61D5-F5C4-5FDC-374A1B66AEBC}"/>
              </a:ext>
            </a:extLst>
          </p:cNvPr>
          <p:cNvSpPr txBox="1">
            <a:spLocks/>
          </p:cNvSpPr>
          <p:nvPr/>
        </p:nvSpPr>
        <p:spPr>
          <a:xfrm>
            <a:off x="646374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0">
                <a:latin typeface="Montserrat" pitchFamily="2" charset="0"/>
              </a:rPr>
              <a:t>Labor market</a:t>
            </a:r>
            <a:endParaRPr lang="en-US" b="0">
              <a:latin typeface="Montserrat" pitchFamily="2" charset="0"/>
            </a:endParaRP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E9EAB90D-08F1-B632-9C72-93512B57B669}"/>
              </a:ext>
            </a:extLst>
          </p:cNvPr>
          <p:cNvSpPr txBox="1">
            <a:spLocks/>
          </p:cNvSpPr>
          <p:nvPr/>
        </p:nvSpPr>
        <p:spPr>
          <a:xfrm>
            <a:off x="4500021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Inflation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02F7A95D-463E-1856-A186-0AC32F6CA20F}"/>
              </a:ext>
            </a:extLst>
          </p:cNvPr>
          <p:cNvSpPr txBox="1">
            <a:spLocks/>
          </p:cNvSpPr>
          <p:nvPr/>
        </p:nvSpPr>
        <p:spPr>
          <a:xfrm>
            <a:off x="6403413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Fiscal scenario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0BD52F35-5AFE-5632-94FB-4D1056D09909}"/>
              </a:ext>
            </a:extLst>
          </p:cNvPr>
          <p:cNvSpPr txBox="1">
            <a:spLocks/>
          </p:cNvSpPr>
          <p:nvPr/>
        </p:nvSpPr>
        <p:spPr>
          <a:xfrm>
            <a:off x="8306805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Montserrat" pitchFamily="2" charset="0"/>
              </a:rPr>
              <a:t>External sector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CF447027-8506-AB40-754B-F87517404F11}"/>
              </a:ext>
            </a:extLst>
          </p:cNvPr>
          <p:cNvSpPr txBox="1">
            <a:spLocks/>
          </p:cNvSpPr>
          <p:nvPr/>
        </p:nvSpPr>
        <p:spPr>
          <a:xfrm>
            <a:off x="10210199" y="6580665"/>
            <a:ext cx="1322387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ontserrat" pitchFamily="2" charset="0"/>
              </a:rPr>
              <a:t>Monetary policy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149E0392-C54F-445C-41E0-8DADA121F3F6}"/>
              </a:ext>
            </a:extLst>
          </p:cNvPr>
          <p:cNvSpPr txBox="1">
            <a:spLocks/>
          </p:cNvSpPr>
          <p:nvPr/>
        </p:nvSpPr>
        <p:spPr>
          <a:xfrm>
            <a:off x="2549766" y="6580665"/>
            <a:ext cx="1369250" cy="2016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latin typeface="Montserrat" pitchFamily="2" charset="0"/>
              </a:rPr>
              <a:t>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1001058905"/>
      </p:ext>
    </p:extLst>
  </p:cSld>
  <p:clrMapOvr>
    <a:masterClrMapping/>
  </p:clrMapOvr>
</p:sld>
</file>

<file path=ppt/theme/theme1.xml><?xml version="1.0" encoding="utf-8"?>
<a:theme xmlns:a="http://schemas.openxmlformats.org/drawingml/2006/main" name="Capa">
  <a:themeElements>
    <a:clrScheme name="Japan">
      <a:dk1>
        <a:sysClr val="windowText" lastClr="000000"/>
      </a:dk1>
      <a:lt1>
        <a:sysClr val="window" lastClr="FFFFFF"/>
      </a:lt1>
      <a:dk2>
        <a:srgbClr val="BC4135"/>
      </a:dk2>
      <a:lt2>
        <a:srgbClr val="F2EEE4"/>
      </a:lt2>
      <a:accent1>
        <a:srgbClr val="BC4135"/>
      </a:accent1>
      <a:accent2>
        <a:srgbClr val="B59A67"/>
      </a:accent2>
      <a:accent3>
        <a:srgbClr val="F2EEE4"/>
      </a:accent3>
      <a:accent4>
        <a:srgbClr val="26394D"/>
      </a:accent4>
      <a:accent5>
        <a:srgbClr val="D98A91"/>
      </a:accent5>
      <a:accent6>
        <a:srgbClr val="8FA2B1"/>
      </a:accent6>
      <a:hlink>
        <a:srgbClr val="BC4135"/>
      </a:hlink>
      <a:folHlink>
        <a:srgbClr val="D98A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ransition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ection 6">
  <a:themeElements>
    <a:clrScheme name="Japan">
      <a:dk1>
        <a:sysClr val="windowText" lastClr="000000"/>
      </a:dk1>
      <a:lt1>
        <a:sysClr val="window" lastClr="FFFFFF"/>
      </a:lt1>
      <a:dk2>
        <a:srgbClr val="992937"/>
      </a:dk2>
      <a:lt2>
        <a:srgbClr val="F2EEE4"/>
      </a:lt2>
      <a:accent1>
        <a:srgbClr val="992937"/>
      </a:accent1>
      <a:accent2>
        <a:srgbClr val="B59A67"/>
      </a:accent2>
      <a:accent3>
        <a:srgbClr val="F2EEE4"/>
      </a:accent3>
      <a:accent4>
        <a:srgbClr val="26394D"/>
      </a:accent4>
      <a:accent5>
        <a:srgbClr val="D98A91"/>
      </a:accent5>
      <a:accent6>
        <a:srgbClr val="8FA2B1"/>
      </a:accent6>
      <a:hlink>
        <a:srgbClr val="992937"/>
      </a:hlink>
      <a:folHlink>
        <a:srgbClr val="D98A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Appendix">
  <a:themeElements>
    <a:clrScheme name="Japan">
      <a:dk1>
        <a:sysClr val="windowText" lastClr="000000"/>
      </a:dk1>
      <a:lt1>
        <a:sysClr val="window" lastClr="FFFFFF"/>
      </a:lt1>
      <a:dk2>
        <a:srgbClr val="992937"/>
      </a:dk2>
      <a:lt2>
        <a:srgbClr val="F2EEE4"/>
      </a:lt2>
      <a:accent1>
        <a:srgbClr val="992937"/>
      </a:accent1>
      <a:accent2>
        <a:srgbClr val="B59A67"/>
      </a:accent2>
      <a:accent3>
        <a:srgbClr val="F2EEE4"/>
      </a:accent3>
      <a:accent4>
        <a:srgbClr val="26394D"/>
      </a:accent4>
      <a:accent5>
        <a:srgbClr val="D98A91"/>
      </a:accent5>
      <a:accent6>
        <a:srgbClr val="8FA2B1"/>
      </a:accent6>
      <a:hlink>
        <a:srgbClr val="992937"/>
      </a:hlink>
      <a:folHlink>
        <a:srgbClr val="D98A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CAB626D-EA72-47F5-9F88-DA0A27B8AF80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edaf3d2-b313-4e74-8e52-0593749c0b9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0635F9B-11A4-43CA-A1E0-EA5F787C1FCA}">
  <we:reference id="wa200010215" version="2.0.0.0" store="en-US" storeType="OMEX"/>
  <we:alternateReferences>
    <we:reference id="WA200010215" version="2.0.0.0" store="" storeType="OMEX"/>
  </we:alternateReferences>
  <we:properties>
    <we:property name="bps.codex_control.document_id" value="&quot;6525ed84-47fb-4f09-82f7-1e74d6c0b15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bc58d2-7c33-456c-8808-6988f736e24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291FF1597C1264894AB2BEDA822DA5D" ma:contentTypeVersion="16" ma:contentTypeDescription="Crie um novo documento." ma:contentTypeScope="" ma:versionID="172590fae33123a0925cbf1de6dad11b">
  <xsd:schema xmlns:xsd="http://www.w3.org/2001/XMLSchema" xmlns:xs="http://www.w3.org/2001/XMLSchema" xmlns:p="http://schemas.microsoft.com/office/2006/metadata/properties" xmlns:ns3="3abc58d2-7c33-456c-8808-6988f736e24b" xmlns:ns4="4957c377-4eb4-4ca1-9a30-6c3cdaa6948f" targetNamespace="http://schemas.microsoft.com/office/2006/metadata/properties" ma:root="true" ma:fieldsID="142cd0b9cb8a10283aa51495fe9cf6c9" ns3:_="" ns4:_="">
    <xsd:import namespace="3abc58d2-7c33-456c-8808-6988f736e24b"/>
    <xsd:import namespace="4957c377-4eb4-4ca1-9a30-6c3cdaa6948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58d2-7c33-456c-8808-6988f736e2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7c377-4eb4-4ca1-9a30-6c3cdaa6948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0D0B60-39AD-4579-8F8A-AB7AFEBD7B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5CCE00-CF3A-4F92-BDB6-E437896DEDE5}">
  <ds:schemaRefs>
    <ds:schemaRef ds:uri="http://schemas.microsoft.com/office/2006/documentManagement/types"/>
    <ds:schemaRef ds:uri="3abc58d2-7c33-456c-8808-6988f736e24b"/>
    <ds:schemaRef ds:uri="http://schemas.microsoft.com/office/2006/metadata/properties"/>
    <ds:schemaRef ds:uri="http://schemas.microsoft.com/office/infopath/2007/PartnerControls"/>
    <ds:schemaRef ds:uri="http://purl.org/dc/terms/"/>
    <ds:schemaRef ds:uri="4957c377-4eb4-4ca1-9a30-6c3cdaa6948f"/>
    <ds:schemaRef ds:uri="http://schemas.openxmlformats.org/package/2006/metadata/core-properties"/>
    <ds:schemaRef ds:uri="http://purl.org/dc/dcmitype/"/>
    <ds:schemaRef ds:uri="http://purl.org/dc/elements/1.1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D8624C3-B8A7-4401-83C5-5201D3CCA682}">
  <ds:schemaRefs>
    <ds:schemaRef ds:uri="3abc58d2-7c33-456c-8808-6988f736e24b"/>
    <ds:schemaRef ds:uri="4957c377-4eb4-4ca1-9a30-6c3cdaa694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6652</Words>
  <Application>Microsoft Office PowerPoint</Application>
  <PresentationFormat>Widescreen</PresentationFormat>
  <Paragraphs>1143</Paragraphs>
  <Slides>79</Slides>
  <Notes>8</Notes>
  <HiddenSlides>26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79</vt:i4>
      </vt:variant>
    </vt:vector>
  </HeadingPairs>
  <TitlesOfParts>
    <vt:vector size="92" baseType="lpstr">
      <vt:lpstr>Aptos</vt:lpstr>
      <vt:lpstr>Arial</vt:lpstr>
      <vt:lpstr>Monteserrat</vt:lpstr>
      <vt:lpstr>Montserrat</vt:lpstr>
      <vt:lpstr>Montserrat (corpo)</vt:lpstr>
      <vt:lpstr>Shippiro mincho</vt:lpstr>
      <vt:lpstr>Shippori Mincho</vt:lpstr>
      <vt:lpstr>Shippori Mincho ExtraBold</vt:lpstr>
      <vt:lpstr>Wingdings</vt:lpstr>
      <vt:lpstr>Capa</vt:lpstr>
      <vt:lpstr>Transition slide</vt:lpstr>
      <vt:lpstr>Section 6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NÓBREGA SILVA</dc:creator>
  <cp:lastModifiedBy>EDUARDO LUIS DA MOTTA</cp:lastModifiedBy>
  <cp:revision>2</cp:revision>
  <dcterms:created xsi:type="dcterms:W3CDTF">2026-08-26T01:27:05Z</dcterms:created>
  <dcterms:modified xsi:type="dcterms:W3CDTF">2026-10-21T19:05:17Z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0x0101006291FF1597C1264894AB2BEDA822DA5D</vt:lpwstr>
  </property>
</Properties>
</file>